
<file path=[Content_Types].xml><?xml version="1.0" encoding="utf-8"?>
<Types xmlns="http://schemas.openxmlformats.org/package/2006/content-types">
  <Default Extension="fntdata" ContentType="application/x-fontdata"/>
  <Default Extension="jpeg" ContentType="image/jpeg"/>
  <Default Extension="png" ContentType="image/png"/>
  <Default Extension="rels" ContentType="application/vnd.openxmlformats-package.relationships+xml"/>
  <Default Extension="wdp" ContentType="image/vnd.ms-photo"/>
  <Default Extension="xlsx" ContentType="application/vnd.openxmlformats-officedocument.spreadsheetml.sheet"/>
  <Default Extension="xml" ContentType="application/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docMetadata/LabelInfo.xml" ContentType="application/vnd.ms-office.classificationlabels+xml"/>
  <Override PartName="/docProps/app.xml" ContentType="application/vnd.openxmlformats-officedocument.extended-properties+xml"/>
  <Override PartName="/docProps/core.xml" ContentType="application/vnd.openxmlformats-package.core-properties+xml"/>
  <Override PartName="/docProps/custom.xml" ContentType="application/vnd.openxmlformats-officedocument.custom-properties+xml"/>
  <Override PartName="/ppt/authors.xml" ContentType="application/vnd.ms-powerpoint.authors+xml"/>
  <Override PartName="/ppt/charts/chart1.xml" ContentType="application/vnd.openxmlformats-officedocument.drawingml.chart+xml"/>
  <Override PartName="/ppt/charts/chart2.xml" ContentType="application/vnd.openxmlformats-officedocument.drawingml.chart+xml"/>
  <Override PartName="/ppt/charts/chart3.xml" ContentType="application/vnd.openxmlformats-officedocument.drawingml.chart+xml"/>
  <Override PartName="/ppt/charts/chart4.xml" ContentType="application/vnd.openxmlformats-officedocument.drawingml.chart+xml"/>
  <Override PartName="/ppt/charts/chart5.xml" ContentType="application/vnd.openxmlformats-officedocument.drawingml.chart+xml"/>
  <Override PartName="/ppt/charts/colors1.xml" ContentType="application/vnd.ms-office.chartcolorstyle+xml"/>
  <Override PartName="/ppt/charts/colors2.xml" ContentType="application/vnd.ms-office.chartcolorstyle+xml"/>
  <Override PartName="/ppt/charts/colors3.xml" ContentType="application/vnd.ms-office.chartcolorstyle+xml"/>
  <Override PartName="/ppt/charts/colors4.xml" ContentType="application/vnd.ms-office.chartcolorstyle+xml"/>
  <Override PartName="/ppt/charts/colors5.xml" ContentType="application/vnd.ms-office.chartcolorstyle+xml"/>
  <Override PartName="/ppt/charts/style1.xml" ContentType="application/vnd.ms-office.chartstyle+xml"/>
  <Override PartName="/ppt/charts/style2.xml" ContentType="application/vnd.ms-office.chartstyle+xml"/>
  <Override PartName="/ppt/charts/style3.xml" ContentType="application/vnd.ms-office.chartstyle+xml"/>
  <Override PartName="/ppt/charts/style4.xml" ContentType="application/vnd.ms-office.chartstyle+xml"/>
  <Override PartName="/ppt/charts/style5.xml" ContentType="application/vnd.ms-office.chartstyle+xml"/>
  <Override PartName="/ppt/media/image1.svg" ContentType="image/svg+xml"/>
  <Override PartName="/ppt/media/image11.jpg" ContentType="image/jpg"/>
  <Override PartName="/ppt/media/image2.svg" ContentType="image/svg+xml"/>
  <Override PartName="/ppt/media/image51.svg" ContentType="image/svg+xml"/>
  <Override PartName="/ppt/media/image52.svg" ContentType="image/svg+xml"/>
  <Override PartName="/ppt/media/image53.svg" ContentType="image/svg+xml"/>
  <Override PartName="/ppt/media/image56.svg" ContentType="image/svg+xml"/>
  <Override PartName="/ppt/media/image58.svg" ContentType="image/svg+xml"/>
  <Override PartName="/ppt/media/image6.svg" ContentType="image/svg+xml"/>
  <Override PartName="/ppt/notesMasters/notesMaster1.xml" ContentType="application/vnd.openxmlformats-officedocument.presentationml.notesMaster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presProps.xml" ContentType="application/vnd.openxmlformats-officedocument.presentationml.presProps+xml"/>
  <Override PartName="/ppt/presentation.xml" ContentType="application/vnd.openxmlformats-officedocument.presentationml.presentation.main+xml"/>
  <Override PartName="/ppt/slideLayouts/slideLayout1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00.xml" ContentType="application/vnd.openxmlformats-officedocument.presentationml.slideLayout+xml"/>
  <Override PartName="/ppt/slideLayouts/slideLayout101.xml" ContentType="application/vnd.openxmlformats-officedocument.presentationml.slideLayout+xml"/>
  <Override PartName="/ppt/slideLayouts/slideLayout1010.xml" ContentType="application/vnd.openxmlformats-officedocument.presentationml.slideLayout+xml"/>
  <Override PartName="/ppt/slideLayouts/slideLayout102.xml" ContentType="application/vnd.openxmlformats-officedocument.presentationml.slideLayout+xml"/>
  <Override PartName="/ppt/slideLayouts/slideLayout103.xml" ContentType="application/vnd.openxmlformats-officedocument.presentationml.slideLayout+xml"/>
  <Override PartName="/ppt/slideLayouts/slideLayout104.xml" ContentType="application/vnd.openxmlformats-officedocument.presentationml.slideLayout+xml"/>
  <Override PartName="/ppt/slideLayouts/slideLayout105.xml" ContentType="application/vnd.openxmlformats-officedocument.presentationml.slideLayout+xml"/>
  <Override PartName="/ppt/slideLayouts/slideLayout106.xml" ContentType="application/vnd.openxmlformats-officedocument.presentationml.slideLayout+xml"/>
  <Override PartName="/ppt/slideLayouts/slideLayout107.xml" ContentType="application/vnd.openxmlformats-officedocument.presentationml.slideLayout+xml"/>
  <Override PartName="/ppt/slideLayouts/slideLayout108.xml" ContentType="application/vnd.openxmlformats-officedocument.presentationml.slideLayout+xml"/>
  <Override PartName="/ppt/slideLayouts/slideLayout109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10.xml" ContentType="application/vnd.openxmlformats-officedocument.presentationml.slideLayout+xml"/>
  <Override PartName="/ppt/slideLayouts/slideLayout111.xml" ContentType="application/vnd.openxmlformats-officedocument.presentationml.slideLayout+xml"/>
  <Override PartName="/ppt/slideLayouts/slideLayout1110.xml" ContentType="application/vnd.openxmlformats-officedocument.presentationml.slideLayout+xml"/>
  <Override PartName="/ppt/slideLayouts/slideLayout112.xml" ContentType="application/vnd.openxmlformats-officedocument.presentationml.slideLayout+xml"/>
  <Override PartName="/ppt/slideLayouts/slideLayout113.xml" ContentType="application/vnd.openxmlformats-officedocument.presentationml.slideLayout+xml"/>
  <Override PartName="/ppt/slideLayouts/slideLayout114.xml" ContentType="application/vnd.openxmlformats-officedocument.presentationml.slideLayout+xml"/>
  <Override PartName="/ppt/slideLayouts/slideLayout115.xml" ContentType="application/vnd.openxmlformats-officedocument.presentationml.slideLayout+xml"/>
  <Override PartName="/ppt/slideLayouts/slideLayout116.xml" ContentType="application/vnd.openxmlformats-officedocument.presentationml.slideLayout+xml"/>
  <Override PartName="/ppt/slideLayouts/slideLayout117.xml" ContentType="application/vnd.openxmlformats-officedocument.presentationml.slideLayout+xml"/>
  <Override PartName="/ppt/slideLayouts/slideLayout118.xml" ContentType="application/vnd.openxmlformats-officedocument.presentationml.slideLayout+xml"/>
  <Override PartName="/ppt/slideLayouts/slideLayout119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20.xml" ContentType="application/vnd.openxmlformats-officedocument.presentationml.slideLayout+xml"/>
  <Override PartName="/ppt/slideLayouts/slideLayout121.xml" ContentType="application/vnd.openxmlformats-officedocument.presentationml.slideLayout+xml"/>
  <Override PartName="/ppt/slideLayouts/slideLayout1210.xml" ContentType="application/vnd.openxmlformats-officedocument.presentationml.slideLayout+xml"/>
  <Override PartName="/ppt/slideLayouts/slideLayout122.xml" ContentType="application/vnd.openxmlformats-officedocument.presentationml.slideLayout+xml"/>
  <Override PartName="/ppt/slideLayouts/slideLayout123.xml" ContentType="application/vnd.openxmlformats-officedocument.presentationml.slideLayout+xml"/>
  <Override PartName="/ppt/slideLayouts/slideLayout124.xml" ContentType="application/vnd.openxmlformats-officedocument.presentationml.slideLayout+xml"/>
  <Override PartName="/ppt/slideLayouts/slideLayout125.xml" ContentType="application/vnd.openxmlformats-officedocument.presentationml.slideLayout+xml"/>
  <Override PartName="/ppt/slideLayouts/slideLayout126.xml" ContentType="application/vnd.openxmlformats-officedocument.presentationml.slideLayout+xml"/>
  <Override PartName="/ppt/slideLayouts/slideLayout127.xml" ContentType="application/vnd.openxmlformats-officedocument.presentationml.slideLayout+xml"/>
  <Override PartName="/ppt/slideLayouts/slideLayout128.xml" ContentType="application/vnd.openxmlformats-officedocument.presentationml.slideLayout+xml"/>
  <Override PartName="/ppt/slideLayouts/slideLayout129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30.xml" ContentType="application/vnd.openxmlformats-officedocument.presentationml.slideLayout+xml"/>
  <Override PartName="/ppt/slideLayouts/slideLayout131.xml" ContentType="application/vnd.openxmlformats-officedocument.presentationml.slideLayout+xml"/>
  <Override PartName="/ppt/slideLayouts/slideLayout1310.xml" ContentType="application/vnd.openxmlformats-officedocument.presentationml.slideLayout+xml"/>
  <Override PartName="/ppt/slideLayouts/slideLayout132.xml" ContentType="application/vnd.openxmlformats-officedocument.presentationml.slideLayout+xml"/>
  <Override PartName="/ppt/slideLayouts/slideLayout133.xml" ContentType="application/vnd.openxmlformats-officedocument.presentationml.slideLayout+xml"/>
  <Override PartName="/ppt/slideLayouts/slideLayout134.xml" ContentType="application/vnd.openxmlformats-officedocument.presentationml.slideLayout+xml"/>
  <Override PartName="/ppt/slideLayouts/slideLayout135.xml" ContentType="application/vnd.openxmlformats-officedocument.presentationml.slideLayout+xml"/>
  <Override PartName="/ppt/slideLayouts/slideLayout136.xml" ContentType="application/vnd.openxmlformats-officedocument.presentationml.slideLayout+xml"/>
  <Override PartName="/ppt/slideLayouts/slideLayout137.xml" ContentType="application/vnd.openxmlformats-officedocument.presentationml.slideLayout+xml"/>
  <Override PartName="/ppt/slideLayouts/slideLayout138.xml" ContentType="application/vnd.openxmlformats-officedocument.presentationml.slideLayout+xml"/>
  <Override PartName="/ppt/slideLayouts/slideLayout139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40.xml" ContentType="application/vnd.openxmlformats-officedocument.presentationml.slideLayout+xml"/>
  <Override PartName="/ppt/slideLayouts/slideLayout141.xml" ContentType="application/vnd.openxmlformats-officedocument.presentationml.slideLayout+xml"/>
  <Override PartName="/ppt/slideLayouts/slideLayout1410.xml" ContentType="application/vnd.openxmlformats-officedocument.presentationml.slideLayout+xml"/>
  <Override PartName="/ppt/slideLayouts/slideLayout142.xml" ContentType="application/vnd.openxmlformats-officedocument.presentationml.slideLayout+xml"/>
  <Override PartName="/ppt/slideLayouts/slideLayout143.xml" ContentType="application/vnd.openxmlformats-officedocument.presentationml.slideLayout+xml"/>
  <Override PartName="/ppt/slideLayouts/slideLayout144.xml" ContentType="application/vnd.openxmlformats-officedocument.presentationml.slideLayout+xml"/>
  <Override PartName="/ppt/slideLayouts/slideLayout145.xml" ContentType="application/vnd.openxmlformats-officedocument.presentationml.slideLayout+xml"/>
  <Override PartName="/ppt/slideLayouts/slideLayout146.xml" ContentType="application/vnd.openxmlformats-officedocument.presentationml.slideLayout+xml"/>
  <Override PartName="/ppt/slideLayouts/slideLayout147.xml" ContentType="application/vnd.openxmlformats-officedocument.presentationml.slideLayout+xml"/>
  <Override PartName="/ppt/slideLayouts/slideLayout148.xml" ContentType="application/vnd.openxmlformats-officedocument.presentationml.slideLayout+xml"/>
  <Override PartName="/ppt/slideLayouts/slideLayout149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50.xml" ContentType="application/vnd.openxmlformats-officedocument.presentationml.slideLayout+xml"/>
  <Override PartName="/ppt/slideLayouts/slideLayout151.xml" ContentType="application/vnd.openxmlformats-officedocument.presentationml.slideLayout+xml"/>
  <Override PartName="/ppt/slideLayouts/slideLayout1510.xml" ContentType="application/vnd.openxmlformats-officedocument.presentationml.slideLayout+xml"/>
  <Override PartName="/ppt/slideLayouts/slideLayout152.xml" ContentType="application/vnd.openxmlformats-officedocument.presentationml.slideLayout+xml"/>
  <Override PartName="/ppt/slideLayouts/slideLayout153.xml" ContentType="application/vnd.openxmlformats-officedocument.presentationml.slideLayout+xml"/>
  <Override PartName="/ppt/slideLayouts/slideLayout154.xml" ContentType="application/vnd.openxmlformats-officedocument.presentationml.slideLayout+xml"/>
  <Override PartName="/ppt/slideLayouts/slideLayout155.xml" ContentType="application/vnd.openxmlformats-officedocument.presentationml.slideLayout+xml"/>
  <Override PartName="/ppt/slideLayouts/slideLayout156.xml" ContentType="application/vnd.openxmlformats-officedocument.presentationml.slideLayout+xml"/>
  <Override PartName="/ppt/slideLayouts/slideLayout157.xml" ContentType="application/vnd.openxmlformats-officedocument.presentationml.slideLayout+xml"/>
  <Override PartName="/ppt/slideLayouts/slideLayout158.xml" ContentType="application/vnd.openxmlformats-officedocument.presentationml.slideLayout+xml"/>
  <Override PartName="/ppt/slideLayouts/slideLayout159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60.xml" ContentType="application/vnd.openxmlformats-officedocument.presentationml.slideLayout+xml"/>
  <Override PartName="/ppt/slideLayouts/slideLayout161.xml" ContentType="application/vnd.openxmlformats-officedocument.presentationml.slideLayout+xml"/>
  <Override PartName="/ppt/slideLayouts/slideLayout1610.xml" ContentType="application/vnd.openxmlformats-officedocument.presentationml.slideLayout+xml"/>
  <Override PartName="/ppt/slideLayouts/slideLayout162.xml" ContentType="application/vnd.openxmlformats-officedocument.presentationml.slideLayout+xml"/>
  <Override PartName="/ppt/slideLayouts/slideLayout163.xml" ContentType="application/vnd.openxmlformats-officedocument.presentationml.slideLayout+xml"/>
  <Override PartName="/ppt/slideLayouts/slideLayout164.xml" ContentType="application/vnd.openxmlformats-officedocument.presentationml.slideLayout+xml"/>
  <Override PartName="/ppt/slideLayouts/slideLayout165.xml" ContentType="application/vnd.openxmlformats-officedocument.presentationml.slideLayout+xml"/>
  <Override PartName="/ppt/slideLayouts/slideLayout166.xml" ContentType="application/vnd.openxmlformats-officedocument.presentationml.slideLayout+xml"/>
  <Override PartName="/ppt/slideLayouts/slideLayout167.xml" ContentType="application/vnd.openxmlformats-officedocument.presentationml.slideLayout+xml"/>
  <Override PartName="/ppt/slideLayouts/slideLayout168.xml" ContentType="application/vnd.openxmlformats-officedocument.presentationml.slideLayout+xml"/>
  <Override PartName="/ppt/slideLayouts/slideLayout169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70.xml" ContentType="application/vnd.openxmlformats-officedocument.presentationml.slideLayout+xml"/>
  <Override PartName="/ppt/slideLayouts/slideLayout171.xml" ContentType="application/vnd.openxmlformats-officedocument.presentationml.slideLayout+xml"/>
  <Override PartName="/ppt/slideLayouts/slideLayout1710.xml" ContentType="application/vnd.openxmlformats-officedocument.presentationml.slideLayout+xml"/>
  <Override PartName="/ppt/slideLayouts/slideLayout172.xml" ContentType="application/vnd.openxmlformats-officedocument.presentationml.slideLayout+xml"/>
  <Override PartName="/ppt/slideLayouts/slideLayout173.xml" ContentType="application/vnd.openxmlformats-officedocument.presentationml.slideLayout+xml"/>
  <Override PartName="/ppt/slideLayouts/slideLayout174.xml" ContentType="application/vnd.openxmlformats-officedocument.presentationml.slideLayout+xml"/>
  <Override PartName="/ppt/slideLayouts/slideLayout175.xml" ContentType="application/vnd.openxmlformats-officedocument.presentationml.slideLayout+xml"/>
  <Override PartName="/ppt/slideLayouts/slideLayout176.xml" ContentType="application/vnd.openxmlformats-officedocument.presentationml.slideLayout+xml"/>
  <Override PartName="/ppt/slideLayouts/slideLayout177.xml" ContentType="application/vnd.openxmlformats-officedocument.presentationml.slideLayout+xml"/>
  <Override PartName="/ppt/slideLayouts/slideLayout178.xml" ContentType="application/vnd.openxmlformats-officedocument.presentationml.slideLayout+xml"/>
  <Override PartName="/ppt/slideLayouts/slideLayout179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80.xml" ContentType="application/vnd.openxmlformats-officedocument.presentationml.slideLayout+xml"/>
  <Override PartName="/ppt/slideLayouts/slideLayout181.xml" ContentType="application/vnd.openxmlformats-officedocument.presentationml.slideLayout+xml"/>
  <Override PartName="/ppt/slideLayouts/slideLayout182.xml" ContentType="application/vnd.openxmlformats-officedocument.presentationml.slideLayout+xml"/>
  <Override PartName="/ppt/slideLayouts/slideLayout183.xml" ContentType="application/vnd.openxmlformats-officedocument.presentationml.slideLayout+xml"/>
  <Override PartName="/ppt/slideLayouts/slideLayout184.xml" ContentType="application/vnd.openxmlformats-officedocument.presentationml.slideLayout+xml"/>
  <Override PartName="/ppt/slideLayouts/slideLayout185.xml" ContentType="application/vnd.openxmlformats-officedocument.presentationml.slideLayout+xml"/>
  <Override PartName="/ppt/slideLayouts/slideLayout186.xml" ContentType="application/vnd.openxmlformats-officedocument.presentationml.slideLayout+xml"/>
  <Override PartName="/ppt/slideLayouts/slideLayout187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190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0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10.xml" ContentType="application/vnd.openxmlformats-officedocument.presentationml.slideLayout+xml"/>
  <Override PartName="/ppt/slideLayouts/slideLayout21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20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30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40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50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60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70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80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290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0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10.xml" ContentType="application/vnd.openxmlformats-officedocument.presentationml.slideLayout+xml"/>
  <Override PartName="/ppt/slideLayouts/slideLayout31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20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30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40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50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60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70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80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390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0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10.xml" ContentType="application/vnd.openxmlformats-officedocument.presentationml.slideLayout+xml"/>
  <Override PartName="/ppt/slideLayouts/slideLayout41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20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30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40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50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60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10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10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10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10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910.xml" ContentType="application/vnd.openxmlformats-officedocument.presentationml.slideLayout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Layouts/slideLayout96.xml" ContentType="application/vnd.openxmlformats-officedocument.presentationml.slideLayout+xml"/>
  <Override PartName="/ppt/slideLayouts/slideLayout97.xml" ContentType="application/vnd.openxmlformats-officedocument.presentationml.slideLayout+xml"/>
  <Override PartName="/ppt/slideLayouts/slideLayout98.xml" ContentType="application/vnd.openxmlformats-officedocument.presentationml.slideLayout+xml"/>
  <Override PartName="/ppt/slideLayouts/slideLayout99.xml" ContentType="application/vnd.openxmlformats-officedocument.presentationml.slideLayout+xml"/>
  <Override PartName="/ppt/slideMasters/slideMaster1.xml" ContentType="application/vnd.openxmlformats-officedocument.presentationml.slideMaster+xml"/>
  <Override PartName="/ppt/slideMasters/slideMaster10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Masters/slideMaster5.xml" ContentType="application/vnd.openxmlformats-officedocument.presentationml.slideMaster+xml"/>
  <Override PartName="/ppt/slideMasters/slideMaster6.xml" ContentType="application/vnd.openxmlformats-officedocument.presentationml.slideMaster+xml"/>
  <Override PartName="/ppt/slides/slide1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80.xml" ContentType="application/vnd.openxmlformats-officedocument.presentationml.slide+xml"/>
  <Override PartName="/ppt/slides/slide9.xml" ContentType="application/vnd.openxmlformats-officedocument.presentationml.slide+xml"/>
  <Override PartName="/ppt/tableStyles.xml" ContentType="application/vnd.openxmlformats-officedocument.presentationml.tableStyles+xml"/>
  <Override PartName="/ppt/theme/theme1.xml" ContentType="application/vnd.openxmlformats-officedocument.theme+xml"/>
  <Override PartName="/ppt/theme/theme10.xml" ContentType="application/vnd.openxmlformats-officedocument.theme+xml"/>
  <Override PartName="/ppt/theme/theme2.xml" ContentType="application/vnd.openxmlformats-officedocument.theme+xml"/>
  <Override PartName="/ppt/theme/theme3.xml" ContentType="application/vnd.openxmlformats-officedocument.theme+xml"/>
  <Override PartName="/ppt/theme/theme4.xml" ContentType="application/vnd.openxmlformats-officedocument.theme+xml"/>
  <Override PartName="/ppt/theme/theme5.xml" ContentType="application/vnd.openxmlformats-officedocument.theme+xml"/>
  <Override PartName="/ppt/theme/theme6.xml" ContentType="application/vnd.openxmlformats-officedocument.theme+xml"/>
  <Override PartName="/ppt/theme/theme7.xml" ContentType="application/vnd.openxmlformats-officedocument.theme+xml"/>
  <Override PartName="/ppt/theme/themeOverride1.xml" ContentType="application/vnd.openxmlformats-officedocument.themeOverride+xml"/>
  <Override PartName="/ppt/theme/themeOverride2.xml" ContentType="application/vnd.openxmlformats-officedocument.themeOverride+xml"/>
  <Override PartName="/ppt/viewProps.xml" ContentType="application/vnd.openxmlformats-officedocument.presentationml.viewProps+xml"/>
</Types>
</file>

<file path=_rels/.rels><?xml version='1.0' encoding='UTF-8' standalone='yes'?>
<Relationships xmlns="http://schemas.openxmlformats.org/package/2006/relationships"><Relationship Id="rId1" Type="http://schemas.openxmlformats.org/officeDocument/2006/relationships/officeDocument" Target="ppt/presentation.xml"/><Relationship Id="rId2" Type="http://schemas.openxmlformats.org/package/2006/relationships/metadata/thumbnail" Target="docProps/thumbnail.jpeg"/><Relationship Id="rId3" Type="http://schemas.openxmlformats.org/package/2006/relationships/metadata/core-properties" Target="docProps/core.xml"/><Relationship Id="rId4" Type="http://schemas.openxmlformats.org/officeDocument/2006/relationships/extended-properties" Target="docProps/app.xml"/><Relationship Id="rId5" Type="http://schemas.openxmlformats.org/officeDocument/2006/relationships/custom-properties" Target="docProps/custom.xml"/><Relationship Id="rId6" Type="http://schemas.microsoft.com/office/2020/02/relationships/classificationlabels" Target="docMetadata/LabelInfo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embedTrueTypeFonts="1" autoCompressPictures="0">
  <p:sldMasterIdLst>
    <p:sldMasterId id="2147483660" r:id="rId4"/>
    <p:sldMasterId id="2147483677" r:id="rId5"/>
    <p:sldMasterId id="2147483683" r:id="rId6"/>
    <p:sldMasterId id="2147483705" r:id="rId7"/>
    <p:sldMasterId id="2147484212" r:id="rId8"/>
    <p:sldMasterId id="2147484417" r:id="rId9"/>
  </p:sldMasterIdLst>
  <p:notesMasterIdLst>
    <p:notesMasterId r:id="rId24"/>
  </p:notesMasterIdLst>
  <p:sldIdLst>
    <p:sldId id="2147474427" r:id="rId10"/>
    <p:sldId id="2147474389" r:id="rId11"/>
    <p:sldId id="256" r:id="rId12"/>
    <p:sldId id="2147474532" r:id="rId13"/>
    <p:sldId id="267" r:id="rId14"/>
    <p:sldId id="2147474396" r:id="rId15"/>
    <p:sldId id="2147474238" r:id="rId16"/>
    <p:sldId id="2147474401" r:id="rId17"/>
    <p:sldId id="2147474403" r:id="rId18"/>
    <p:sldId id="2147474534" r:id="rId36"/>
    <p:sldId id="2147474433" r:id="rId19"/>
    <p:sldId id="2147474404" r:id="rId20"/>
    <p:sldId id="2147474428" r:id="rId21"/>
    <p:sldId id="2147474533" r:id="rId22"/>
    <p:sldId id="2147474276" r:id="rId23"/>
  </p:sldIdLst>
  <p:sldSz cx="12192000" cy="6858000"/>
  <p:notesSz cx="6858000" cy="9144000"/>
  <p:embeddedFontLst>
    <p:embeddedFont>
      <p:font typeface="Versos" panose="020B0503020204030204" pitchFamily="34" charset="0"/>
      <p:regular r:id="rId25"/>
      <p:bold r:id="rId26"/>
      <p:italic r:id="rId27"/>
      <p:boldItalic r:id="rId28"/>
    </p:embeddedFont>
    <p:embeddedFont>
      <p:font typeface="Versos Light" panose="020B0403020204030204" pitchFamily="34" charset="0"/>
      <p:regular r:id="rId29"/>
      <p:italic r:id="rId30"/>
    </p:embeddedFont>
  </p:embeddedFontLst>
  <p:defaultTextStyle>
    <a:defPPr>
      <a:defRPr lang="pt-BR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521415D9-36F7-43E2-AB2F-B90AF26B5E84}">
      <p14:sectionLst xmlns:p14="http://schemas.microsoft.com/office/powerpoint/2010/main">
        <p14:section name="Capa" id="{EB54E247-472D-4B12-ADE4-2FE80114797D}">
          <p14:sldIdLst>
            <p14:sldId id="2147474427"/>
          </p14:sldIdLst>
        </p14:section>
        <p14:section name="Tivio Capital" id="{34B98BB7-C60C-428B-A03A-6FF88F46447E}">
          <p14:sldIdLst>
            <p14:sldId id="2147474389"/>
            <p14:sldId id="256"/>
            <p14:sldId id="2147474532"/>
            <p14:sldId id="267"/>
          </p14:sldIdLst>
        </p14:section>
        <p14:section name="Lançamento | Tivio HGD60" id="{4152B54A-4A51-48B1-81AB-C77B9578C827}">
          <p14:sldIdLst>
            <p14:sldId id="2147474396"/>
            <p14:sldId id="2147474238"/>
            <p14:sldId id="2147474401"/>
            <p14:sldId id="2147474403"/>
            <p14:sldId id="2147474433"/>
            <p14:sldId id="2147474404"/>
            <p14:sldId id="2147474428"/>
            <p14:sldId id="2147474533"/>
          </p14:sldIdLst>
        </p14:section>
        <p14:section name="Disclaimer" id="{05B7D1C3-20E2-49EC-B16F-01861EDB8807}">
          <p14:sldIdLst>
            <p14:sldId id="2147474276"/>
          </p14:sldIdLst>
        </p14:section>
      </p14:sectionLst>
    </p:ext>
    <p:ext uri="{EFAFB233-063F-42B5-8137-9DF3F51BA10A}">
      <p15:sldGuideLst xmlns:p15="http://schemas.microsoft.com/office/powerpoint/2012/main">
        <p15:guide id="1" pos="211" userDrawn="1">
          <p15:clr>
            <a:srgbClr val="A4A3A4"/>
          </p15:clr>
        </p15:guide>
        <p15:guide id="2" pos="7469" userDrawn="1">
          <p15:clr>
            <a:srgbClr val="A4A3A4"/>
          </p15:clr>
        </p15:guide>
        <p15:guide id="3" orient="horz" pos="2160">
          <p15:clr>
            <a:srgbClr val="A4A3A4"/>
          </p15:clr>
        </p15:guide>
      </p15:sldGuideLst>
    </p:ext>
  </p:extLst>
</p:presentation>
</file>

<file path=ppt/authors.xml><?xml version="1.0" encoding="utf-8"?>
<p188:authorLst xmlns:a="http://schemas.openxmlformats.org/drawingml/2006/main" xmlns:r="http://schemas.openxmlformats.org/officeDocument/2006/relationships" xmlns:p188="http://schemas.microsoft.com/office/powerpoint/2018/8/main">
  <p188:author id="{6B13CD18-36C4-B00F-27E3-C925C038061A}" name="Rodrigo Freire" initials="RF" userId="S::rodrigo.freire@tivio.com::af89e0f1-08c0-4a7a-87e1-18c801bbbae8" providerId="AD"/>
</p188: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C1F4D4"/>
    <a:srgbClr val="0A1418"/>
    <a:srgbClr val="52B97A"/>
    <a:srgbClr val="9BB7C7"/>
    <a:srgbClr val="557F97"/>
    <a:srgbClr val="5A6B72"/>
    <a:srgbClr val="E6EDF1"/>
    <a:srgbClr val="637881"/>
    <a:srgbClr val="ABC6CD"/>
    <a:srgbClr val="2A3F4B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0"/>
    <p:restoredTop sz="94660"/>
  </p:normalViewPr>
  <p:slideViewPr>
    <p:cSldViewPr snapToGrid="0">
      <p:cViewPr varScale="1">
        <p:scale>
          <a:sx n="101" d="100"/>
          <a:sy n="101" d="100"/>
        </p:scale>
        <p:origin x="876" y="114"/>
      </p:cViewPr>
      <p:guideLst>
        <p:guide pos="211"/>
        <p:guide pos="7469"/>
        <p:guide orient="horz" pos="216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'1.0' encoding='UTF-8' standalone='yes'?>
<Relationships xmlns="http://schemas.openxmlformats.org/package/2006/relationships"><Relationship Id="rId1" Type="http://schemas.openxmlformats.org/officeDocument/2006/relationships/customXml" Target="../customXml/item1.xml"/><Relationship Id="rId2" Type="http://schemas.openxmlformats.org/officeDocument/2006/relationships/customXml" Target="../customXml/item2.xml"/><Relationship Id="rId3" Type="http://schemas.openxmlformats.org/officeDocument/2006/relationships/customXml" Target="../customXml/item3.xml"/><Relationship Id="rId4" Type="http://schemas.openxmlformats.org/officeDocument/2006/relationships/slideMaster" Target="slideMasters/slideMaster1.xml"/><Relationship Id="rId5" Type="http://schemas.openxmlformats.org/officeDocument/2006/relationships/slideMaster" Target="slideMasters/slideMaster2.xml"/><Relationship Id="rId6" Type="http://schemas.openxmlformats.org/officeDocument/2006/relationships/slideMaster" Target="slideMasters/slideMaster3.xml"/><Relationship Id="rId7" Type="http://schemas.openxmlformats.org/officeDocument/2006/relationships/slideMaster" Target="slideMasters/slideMaster4.xml"/><Relationship Id="rId8" Type="http://schemas.openxmlformats.org/officeDocument/2006/relationships/slideMaster" Target="slideMasters/slideMaster5.xml"/><Relationship Id="rId9" Type="http://schemas.openxmlformats.org/officeDocument/2006/relationships/slideMaster" Target="slideMasters/slideMaster6.xml"/><Relationship Id="rId10" Type="http://schemas.openxmlformats.org/officeDocument/2006/relationships/slide" Target="slides/slide1.xml"/><Relationship Id="rId11" Type="http://schemas.openxmlformats.org/officeDocument/2006/relationships/slide" Target="slides/slide2.xml"/><Relationship Id="rId12" Type="http://schemas.openxmlformats.org/officeDocument/2006/relationships/slide" Target="slides/slide3.xml"/><Relationship Id="rId13" Type="http://schemas.openxmlformats.org/officeDocument/2006/relationships/slide" Target="slides/slide4.xml"/><Relationship Id="rId14" Type="http://schemas.openxmlformats.org/officeDocument/2006/relationships/slide" Target="slides/slide5.xml"/><Relationship Id="rId15" Type="http://schemas.openxmlformats.org/officeDocument/2006/relationships/slide" Target="slides/slide6.xml"/><Relationship Id="rId16" Type="http://schemas.openxmlformats.org/officeDocument/2006/relationships/slide" Target="slides/slide7.xml"/><Relationship Id="rId17" Type="http://schemas.openxmlformats.org/officeDocument/2006/relationships/slide" Target="slides/slide8.xml"/><Relationship Id="rId18" Type="http://schemas.openxmlformats.org/officeDocument/2006/relationships/slide" Target="slides/slide9.xml"/><Relationship Id="rId19" Type="http://schemas.openxmlformats.org/officeDocument/2006/relationships/slide" Target="slides/slide11.xml"/><Relationship Id="rId20" Type="http://schemas.openxmlformats.org/officeDocument/2006/relationships/slide" Target="slides/slide12.xml"/><Relationship Id="rId21" Type="http://schemas.openxmlformats.org/officeDocument/2006/relationships/slide" Target="slides/slide13.xml"/><Relationship Id="rId22" Type="http://schemas.openxmlformats.org/officeDocument/2006/relationships/slide" Target="slides/slide14.xml"/><Relationship Id="rId23" Type="http://schemas.openxmlformats.org/officeDocument/2006/relationships/slide" Target="slides/slide15.xml"/><Relationship Id="rId24" Type="http://schemas.openxmlformats.org/officeDocument/2006/relationships/notesMaster" Target="notesMasters/notesMaster1.xml"/><Relationship Id="rId25" Type="http://schemas.openxmlformats.org/officeDocument/2006/relationships/font" Target="fonts/font1.fntdata"/><Relationship Id="rId26" Type="http://schemas.openxmlformats.org/officeDocument/2006/relationships/font" Target="fonts/font2.fntdata"/><Relationship Id="rId27" Type="http://schemas.openxmlformats.org/officeDocument/2006/relationships/font" Target="fonts/font3.fntdata"/><Relationship Id="rId28" Type="http://schemas.openxmlformats.org/officeDocument/2006/relationships/font" Target="fonts/font4.fntdata"/><Relationship Id="rId29" Type="http://schemas.openxmlformats.org/officeDocument/2006/relationships/font" Target="fonts/font5.fntdata"/><Relationship Id="rId30" Type="http://schemas.openxmlformats.org/officeDocument/2006/relationships/font" Target="fonts/font6.fntdata"/><Relationship Id="rId31" Type="http://schemas.openxmlformats.org/officeDocument/2006/relationships/presProps" Target="presProps.xml"/><Relationship Id="rId32" Type="http://schemas.openxmlformats.org/officeDocument/2006/relationships/viewProps" Target="viewProps.xml"/><Relationship Id="rId33" Type="http://schemas.openxmlformats.org/officeDocument/2006/relationships/theme" Target="theme/theme1.xml"/><Relationship Id="rId34" Type="http://schemas.openxmlformats.org/officeDocument/2006/relationships/tableStyles" Target="tableStyles.xml"/><Relationship Id="rId35" Type="http://schemas.microsoft.com/office/2018/10/relationships/authors" Target="authors.xml"/><Relationship Id="rId36" Type="http://schemas.openxmlformats.org/officeDocument/2006/relationships/slide" Target="slides/slide10.xml"/></Relationships>
</file>

<file path=ppt/charts/_rels/chart1.xml.rels><?xml version='1.0' encoding='UTF-8' standalone='yes'?>
<Relationships xmlns="http://schemas.openxmlformats.org/package/2006/relationships"><Relationship Id="rId1" Type="http://schemas.microsoft.com/office/2011/relationships/chartStyle" Target="style1.xml"/><Relationship Id="rId2" Type="http://schemas.microsoft.com/office/2011/relationships/chartColorStyle" Target="colors1.xml"/><Relationship Id="rId3" Type="http://schemas.openxmlformats.org/officeDocument/2006/relationships/themeOverride" Target="../theme/themeOverride1.xml"/><Relationship Id="rId4" Type="http://schemas.openxmlformats.org/officeDocument/2006/relationships/package" Target="../embeddings/Microsoft_Excel_Worksheet.xlsx"/></Relationships>
</file>

<file path=ppt/charts/_rels/chart2.xml.rels><?xml version='1.0' encoding='UTF-8' standalone='yes'?>
<Relationships xmlns="http://schemas.openxmlformats.org/package/2006/relationships"><Relationship Id="rId1" Type="http://schemas.microsoft.com/office/2011/relationships/chartStyle" Target="style2.xml"/><Relationship Id="rId2" Type="http://schemas.microsoft.com/office/2011/relationships/chartColorStyle" Target="colors2.xml"/><Relationship Id="rId3" Type="http://schemas.openxmlformats.org/officeDocument/2006/relationships/oleObject" Target="file:///C:\Users\GabrielFiorilli\Downloads\Fechamento%20Set%202026\carteiras_mkt_v2.xlsx" TargetMode="External"/></Relationships>
</file>

<file path=ppt/charts/_rels/chart3.xml.rels><?xml version='1.0' encoding='UTF-8' standalone='yes'?>
<Relationships xmlns="http://schemas.openxmlformats.org/package/2006/relationships"><Relationship Id="rId1" Type="http://schemas.microsoft.com/office/2011/relationships/chartStyle" Target="style3.xml"/><Relationship Id="rId2" Type="http://schemas.microsoft.com/office/2011/relationships/chartColorStyle" Target="colors3.xml"/><Relationship Id="rId3" Type="http://schemas.openxmlformats.org/officeDocument/2006/relationships/themeOverride" Target="../theme/themeOverride2.xml"/><Relationship Id="rId4" Type="http://schemas.openxmlformats.org/officeDocument/2006/relationships/package" Target="../embeddings/Microsoft_Excel_Worksheet1.xlsx"/></Relationships>
</file>

<file path=ppt/charts/_rels/chart4.xml.rels><?xml version='1.0' encoding='UTF-8' standalone='yes'?>
<Relationships xmlns="http://schemas.openxmlformats.org/package/2006/relationships"><Relationship Id="rId1" Type="http://schemas.microsoft.com/office/2011/relationships/chartStyle" Target="style4.xml"/><Relationship Id="rId2" Type="http://schemas.microsoft.com/office/2011/relationships/chartColorStyle" Target="colors4.xml"/><Relationship Id="rId3" Type="http://schemas.openxmlformats.org/officeDocument/2006/relationships/oleObject" Target="file:///C:\Users\GabrielFiorilli\Downloads\Fechamento%20Set%202026\carteiras_mkt_v2.xlsx" TargetMode="External"/></Relationships>
</file>

<file path=ppt/charts/_rels/chart5.xml.rels><?xml version='1.0' encoding='UTF-8' standalone='yes'?>
<Relationships xmlns="http://schemas.openxmlformats.org/package/2006/relationships"><Relationship Id="rId1" Type="http://schemas.openxmlformats.org/officeDocument/2006/relationships/oleObject" Target="file:///C:\Users\GabrielFiorilli\Downloads\Fechamento%20Set%202026\carteiras_mkt_v2.xlsx" TargetMode="External"/><Relationship Id="rId2" Type="http://schemas.microsoft.com/office/2011/relationships/chartColorStyle" Target="colors5.xml"/><Relationship Id="rId3" Type="http://schemas.microsoft.com/office/2011/relationships/chartStyle" Target="style5.xm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3"/>
    </mc:Choice>
    <mc:Fallback>
      <c:style val="3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9.8641817483053566E-3"/>
          <c:y val="0"/>
          <c:w val="0.97856700238006022"/>
          <c:h val="0.99217061933153605"/>
        </c:manualLayout>
      </c:layout>
      <c:barChart>
        <c:barDir val="col"/>
        <c:grouping val="clustered"/>
        <c:varyColors val="0"/>
        <c:ser>
          <c:idx val="1"/>
          <c:order val="0"/>
          <c:spPr>
            <a:solidFill>
              <a:srgbClr val="92D3AB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900" b="1" i="0" u="none" strike="noStrike" kern="1200" baseline="0">
                    <a:solidFill>
                      <a:srgbClr val="C1F4D4"/>
                    </a:solidFill>
                    <a:latin typeface="Versos" panose="020B0503020204030204" pitchFamily="34" charset="0"/>
                    <a:ea typeface="+mn-ea"/>
                    <a:cs typeface="+mn-cs"/>
                  </a:defRPr>
                </a:pPr>
                <a:endParaRPr lang="pt-BR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Dados!$Q$2:$Q$8</c:f>
              <c:strCache>
                <c:ptCount val="7"/>
                <c:pt idx="0">
                  <c:v>AAA</c:v>
                </c:pt>
                <c:pt idx="1">
                  <c:v>AA+</c:v>
                </c:pt>
                <c:pt idx="2">
                  <c:v>AA-</c:v>
                </c:pt>
                <c:pt idx="3">
                  <c:v>AA</c:v>
                </c:pt>
                <c:pt idx="4">
                  <c:v>A+</c:v>
                </c:pt>
                <c:pt idx="5">
                  <c:v>A</c:v>
                </c:pt>
                <c:pt idx="6">
                  <c:v>BB</c:v>
                </c:pt>
              </c:strCache>
            </c:strRef>
          </c:cat>
          <c:val>
            <c:numRef>
              <c:f>Dados!$R$2:$R$8</c:f>
              <c:numCache>
                <c:formatCode>0.00%</c:formatCode>
                <c:ptCount val="7"/>
                <c:pt idx="0">
                  <c:v>0.32155211585372356</c:v>
                </c:pt>
                <c:pt idx="1">
                  <c:v>0.11923774271226173</c:v>
                </c:pt>
                <c:pt idx="2">
                  <c:v>9.2271411529935732E-2</c:v>
                </c:pt>
                <c:pt idx="3">
                  <c:v>6.399191658660304E-2</c:v>
                </c:pt>
                <c:pt idx="4">
                  <c:v>6.1076043898249006E-2</c:v>
                </c:pt>
                <c:pt idx="5">
                  <c:v>4.3255682309433489E-2</c:v>
                </c:pt>
                <c:pt idx="6">
                  <c:v>4.860963146547514E-3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4F9E-4841-A1F4-B2E1C66FBDE0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72"/>
        <c:axId val="1847786048"/>
        <c:axId val="1847786528"/>
      </c:barChart>
      <c:catAx>
        <c:axId val="1847786048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rgbClr val="FFFFFF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bg1"/>
                </a:solidFill>
                <a:latin typeface="Versos" panose="020B0503020204030204" pitchFamily="34" charset="0"/>
                <a:ea typeface="+mn-ea"/>
                <a:cs typeface="+mn-cs"/>
              </a:defRPr>
            </a:pPr>
            <a:endParaRPr lang="pt-BR"/>
          </a:p>
        </c:txPr>
        <c:crossAx val="1847786528"/>
        <c:crosses val="autoZero"/>
        <c:auto val="1"/>
        <c:lblAlgn val="ctr"/>
        <c:lblOffset val="100"/>
        <c:noMultiLvlLbl val="0"/>
      </c:catAx>
      <c:valAx>
        <c:axId val="1847786528"/>
        <c:scaling>
          <c:orientation val="minMax"/>
        </c:scaling>
        <c:delete val="1"/>
        <c:axPos val="l"/>
        <c:numFmt formatCode="0.00%" sourceLinked="1"/>
        <c:majorTickMark val="none"/>
        <c:minorTickMark val="none"/>
        <c:tickLblPos val="nextTo"/>
        <c:crossAx val="1847786048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/>
  </c:chart>
  <c:spPr>
    <a:noFill/>
    <a:ln w="9525" cap="flat" cmpd="sng" algn="ctr">
      <a:noFill/>
      <a:round/>
    </a:ln>
    <a:effectLst/>
  </c:spPr>
  <c:txPr>
    <a:bodyPr/>
    <a:lstStyle/>
    <a:p>
      <a:pPr>
        <a:defRPr b="1">
          <a:latin typeface="Versos" panose="020B0503020204030204" pitchFamily="34" charset="0"/>
        </a:defRPr>
      </a:pPr>
      <a:endParaRPr lang="pt-BR"/>
    </a:p>
  </c:txPr>
  <c:externalData r:id="rId4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3"/>
    </mc:Choice>
    <mc:Fallback>
      <c:style val="3"/>
    </mc:Fallback>
  </mc:AlternateContent>
  <c:chart>
    <c:autoTitleDeleted val="1"/>
    <c:plotArea>
      <c:layout>
        <c:manualLayout>
          <c:layoutTarget val="inner"/>
          <c:xMode val="edge"/>
          <c:yMode val="edge"/>
          <c:x val="9.6610409709328368E-4"/>
          <c:y val="5.103960264711465E-2"/>
          <c:w val="0.9990338959029067"/>
          <c:h val="0.86041347391963563"/>
        </c:manualLayout>
      </c:layout>
      <c:barChart>
        <c:barDir val="col"/>
        <c:grouping val="clustered"/>
        <c:varyColors val="0"/>
        <c:ser>
          <c:idx val="1"/>
          <c:order val="0"/>
          <c:spPr>
            <a:solidFill>
              <a:schemeClr val="accent1">
                <a:tint val="77000"/>
              </a:scheme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900" b="1" i="0" u="none" strike="noStrike" kern="1200" baseline="0">
                    <a:solidFill>
                      <a:schemeClr val="accent1"/>
                    </a:solidFill>
                    <a:latin typeface="Versos" panose="020B0503020204030204" pitchFamily="34" charset="0"/>
                    <a:ea typeface="+mn-ea"/>
                    <a:cs typeface="+mn-cs"/>
                  </a:defRPr>
                </a:pPr>
                <a:endParaRPr lang="pt-BR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Dados!$Q$2:$Q$8</c:f>
              <c:strCache>
                <c:ptCount val="7"/>
                <c:pt idx="0">
                  <c:v>AAA</c:v>
                </c:pt>
                <c:pt idx="1">
                  <c:v>AA+</c:v>
                </c:pt>
                <c:pt idx="2">
                  <c:v>AA-</c:v>
                </c:pt>
                <c:pt idx="3">
                  <c:v>AA</c:v>
                </c:pt>
                <c:pt idx="4">
                  <c:v>A+</c:v>
                </c:pt>
                <c:pt idx="5">
                  <c:v>A</c:v>
                </c:pt>
                <c:pt idx="6">
                  <c:v>BB</c:v>
                </c:pt>
              </c:strCache>
            </c:strRef>
          </c:cat>
          <c:val>
            <c:numRef>
              <c:f>Dados!$R$2:$R$8</c:f>
              <c:numCache>
                <c:formatCode>0.00%</c:formatCode>
                <c:ptCount val="7"/>
                <c:pt idx="0">
                  <c:v>0.32259851683460927</c:v>
                </c:pt>
                <c:pt idx="1">
                  <c:v>0.11812776146652507</c:v>
                </c:pt>
                <c:pt idx="2">
                  <c:v>7.5324025475971959E-2</c:v>
                </c:pt>
                <c:pt idx="3">
                  <c:v>5.5505678002475654E-2</c:v>
                </c:pt>
                <c:pt idx="4">
                  <c:v>5.4019141503372503E-2</c:v>
                </c:pt>
                <c:pt idx="5">
                  <c:v>4.5291935691501917E-2</c:v>
                </c:pt>
                <c:pt idx="6">
                  <c:v>5.1107850433733358E-3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B44-41D3-9BAF-894DAE59143C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72"/>
        <c:axId val="1847786048"/>
        <c:axId val="1847786528"/>
      </c:barChart>
      <c:catAx>
        <c:axId val="1847786048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bg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850" b="0" i="0" u="none" strike="noStrike" kern="1200" baseline="0">
                <a:solidFill>
                  <a:schemeClr val="bg1"/>
                </a:solidFill>
                <a:latin typeface="Versos" panose="020B0503020204030204" pitchFamily="34" charset="0"/>
                <a:ea typeface="+mn-ea"/>
                <a:cs typeface="+mn-cs"/>
              </a:defRPr>
            </a:pPr>
            <a:endParaRPr lang="pt-BR"/>
          </a:p>
        </c:txPr>
        <c:crossAx val="1847786528"/>
        <c:crosses val="autoZero"/>
        <c:auto val="1"/>
        <c:lblAlgn val="ctr"/>
        <c:lblOffset val="100"/>
        <c:noMultiLvlLbl val="0"/>
      </c:catAx>
      <c:valAx>
        <c:axId val="1847786528"/>
        <c:scaling>
          <c:orientation val="minMax"/>
        </c:scaling>
        <c:delete val="1"/>
        <c:axPos val="l"/>
        <c:numFmt formatCode="0.00%" sourceLinked="1"/>
        <c:majorTickMark val="none"/>
        <c:minorTickMark val="none"/>
        <c:tickLblPos val="nextTo"/>
        <c:crossAx val="1847786048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/>
  </c:chart>
  <c:spPr>
    <a:noFill/>
    <a:ln w="9525" cap="flat" cmpd="sng" algn="ctr">
      <a:noFill/>
      <a:round/>
    </a:ln>
    <a:effectLst/>
  </c:spPr>
  <c:txPr>
    <a:bodyPr/>
    <a:lstStyle/>
    <a:p>
      <a:pPr>
        <a:defRPr>
          <a:latin typeface="Versos" panose="020B0503020204030204" pitchFamily="34" charset="0"/>
        </a:defRPr>
      </a:pPr>
      <a:endParaRPr lang="pt-BR"/>
    </a:p>
  </c:txPr>
  <c:externalData r:id="rId3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0.11905160071680604"/>
          <c:y val="4.8619571434641219E-2"/>
          <c:w val="0.88007001226310111"/>
          <c:h val="0.83533541429928493"/>
        </c:manualLayout>
      </c:layout>
      <c:scatterChart>
        <c:scatterStyle val="lineMarker"/>
        <c:varyColors val="0"/>
        <c:ser>
          <c:idx val="0"/>
          <c:order val="0"/>
          <c:tx>
            <c:strRef>
              <c:f>'Multi-Multi'!$M$3</c:f>
              <c:strCache>
                <c:ptCount val="1"/>
                <c:pt idx="0">
                  <c:v>Spread (CDI+)</c:v>
                </c:pt>
              </c:strCache>
            </c:strRef>
          </c:tx>
          <c:spPr>
            <a:ln w="19050" cap="rnd">
              <a:noFill/>
              <a:round/>
            </a:ln>
            <a:effectLst/>
          </c:spPr>
          <c:marker>
            <c:symbol val="circle"/>
            <c:size val="5"/>
            <c:spPr>
              <a:solidFill>
                <a:srgbClr val="FFFFFF"/>
              </a:solidFill>
              <a:ln w="9525">
                <a:noFill/>
              </a:ln>
              <a:effectLst/>
            </c:spPr>
          </c:marker>
          <c:trendline>
            <c:spPr>
              <a:ln w="44450" cap="rnd">
                <a:solidFill>
                  <a:schemeClr val="accent3"/>
                </a:solidFill>
                <a:prstDash val="sysDot"/>
              </a:ln>
              <a:effectLst/>
            </c:spPr>
            <c:trendlineType val="linear"/>
            <c:dispRSqr val="0"/>
            <c:dispEq val="0"/>
          </c:trendline>
          <c:xVal>
            <c:numRef>
              <c:f>'Multi-Multi'!$G$4:$G$21</c:f>
              <c:numCache>
                <c:formatCode>0.00</c:formatCode>
                <c:ptCount val="18"/>
                <c:pt idx="0">
                  <c:v>4.4383333333333335</c:v>
                </c:pt>
                <c:pt idx="1">
                  <c:v>4.4808333333333339</c:v>
                </c:pt>
                <c:pt idx="2">
                  <c:v>4.3872916666666653</c:v>
                </c:pt>
                <c:pt idx="3">
                  <c:v>4.3579166666666662</c:v>
                </c:pt>
                <c:pt idx="4">
                  <c:v>4.2699999999999996</c:v>
                </c:pt>
                <c:pt idx="5">
                  <c:v>4.2383333333333333</c:v>
                </c:pt>
                <c:pt idx="6">
                  <c:v>4.2808333333333337</c:v>
                </c:pt>
                <c:pt idx="7">
                  <c:v>4.0462499999999997</c:v>
                </c:pt>
                <c:pt idx="8">
                  <c:v>4.0274999999999999</c:v>
                </c:pt>
                <c:pt idx="9">
                  <c:v>3.8699999999999997</c:v>
                </c:pt>
                <c:pt idx="10">
                  <c:v>3.85</c:v>
                </c:pt>
                <c:pt idx="11">
                  <c:v>3.74</c:v>
                </c:pt>
                <c:pt idx="12">
                  <c:v>3.8277083333333337</c:v>
                </c:pt>
                <c:pt idx="13">
                  <c:v>3.7362500000000005</c:v>
                </c:pt>
                <c:pt idx="14">
                  <c:v>3.7156250000000002</c:v>
                </c:pt>
                <c:pt idx="15">
                  <c:v>3.67</c:v>
                </c:pt>
                <c:pt idx="16">
                  <c:v>3.5362500000000003</c:v>
                </c:pt>
                <c:pt idx="17">
                  <c:v>3.3156249999999998</c:v>
                </c:pt>
              </c:numCache>
            </c:numRef>
          </c:xVal>
          <c:yVal>
            <c:numRef>
              <c:f>'Multi-Multi'!$M$4:$M$21</c:f>
              <c:numCache>
                <c:formatCode>0.00%</c:formatCode>
                <c:ptCount val="18"/>
                <c:pt idx="0">
                  <c:v>2.75E-2</c:v>
                </c:pt>
                <c:pt idx="1">
                  <c:v>2.4E-2</c:v>
                </c:pt>
                <c:pt idx="2">
                  <c:v>2.5000000000000001E-2</c:v>
                </c:pt>
                <c:pt idx="3">
                  <c:v>2.2499999999999999E-2</c:v>
                </c:pt>
                <c:pt idx="4">
                  <c:v>0.03</c:v>
                </c:pt>
                <c:pt idx="5">
                  <c:v>0.04</c:v>
                </c:pt>
                <c:pt idx="6">
                  <c:v>4.2000000000000003E-2</c:v>
                </c:pt>
                <c:pt idx="7">
                  <c:v>2.8000000000000001E-2</c:v>
                </c:pt>
                <c:pt idx="8">
                  <c:v>0.02</c:v>
                </c:pt>
                <c:pt idx="9">
                  <c:v>2.5000000000000001E-2</c:v>
                </c:pt>
                <c:pt idx="10">
                  <c:v>3.5000000000000003E-2</c:v>
                </c:pt>
                <c:pt idx="11">
                  <c:v>0.05</c:v>
                </c:pt>
                <c:pt idx="12">
                  <c:v>4.4999999999999998E-2</c:v>
                </c:pt>
                <c:pt idx="13">
                  <c:v>3.1E-2</c:v>
                </c:pt>
                <c:pt idx="14">
                  <c:v>4.2500000000000003E-2</c:v>
                </c:pt>
                <c:pt idx="15">
                  <c:v>2.5000000000000001E-2</c:v>
                </c:pt>
                <c:pt idx="16">
                  <c:v>3.1E-2</c:v>
                </c:pt>
                <c:pt idx="17">
                  <c:v>0.08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1-2CEE-47F5-9C53-7C89E62D65C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597310015"/>
        <c:axId val="597295615"/>
      </c:scatterChart>
      <c:valAx>
        <c:axId val="597310015"/>
        <c:scaling>
          <c:orientation val="minMax"/>
          <c:max val="5"/>
          <c:min val="2.5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000" b="0" i="0" u="none" strike="noStrike" kern="1200" baseline="0">
                    <a:solidFill>
                      <a:schemeClr val="bg1"/>
                    </a:solidFill>
                    <a:latin typeface="Versos Light" panose="020B0403020204030204" pitchFamily="34" charset="0"/>
                    <a:ea typeface="+mn-ea"/>
                    <a:cs typeface="+mn-cs"/>
                  </a:defRPr>
                </a:pPr>
                <a:r>
                  <a:rPr lang="pt-BR"/>
                  <a:t>Nota de Rating</a:t>
                </a:r>
              </a:p>
            </c:rich>
          </c:tx>
          <c:layout>
            <c:manualLayout>
              <c:xMode val="edge"/>
              <c:yMode val="edge"/>
              <c:x val="0.46971623809607405"/>
              <c:y val="0.91545659761401199"/>
            </c:manualLayout>
          </c:layout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000" b="0" i="0" u="none" strike="noStrike" kern="1200" baseline="0">
                  <a:solidFill>
                    <a:schemeClr val="bg1"/>
                  </a:solidFill>
                  <a:latin typeface="Versos Light" panose="020B0403020204030204" pitchFamily="34" charset="0"/>
                  <a:ea typeface="+mn-ea"/>
                  <a:cs typeface="+mn-cs"/>
                </a:defRPr>
              </a:pPr>
              <a:endParaRPr lang="pt-BR"/>
            </a:p>
          </c:txPr>
        </c:title>
        <c:numFmt formatCode="@" sourceLinked="0"/>
        <c:majorTickMark val="out"/>
        <c:minorTickMark val="none"/>
        <c:tickLblPos val="none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bg1"/>
                </a:solidFill>
                <a:latin typeface="Versos Light" panose="020B0403020204030204" pitchFamily="34" charset="0"/>
                <a:ea typeface="+mn-ea"/>
                <a:cs typeface="+mn-cs"/>
              </a:defRPr>
            </a:pPr>
            <a:endParaRPr lang="pt-BR"/>
          </a:p>
        </c:txPr>
        <c:crossAx val="597295615"/>
        <c:crosses val="autoZero"/>
        <c:crossBetween val="midCat"/>
        <c:majorUnit val="0.25"/>
      </c:valAx>
      <c:valAx>
        <c:axId val="597295615"/>
        <c:scaling>
          <c:orientation val="minMax"/>
        </c:scaling>
        <c:delete val="0"/>
        <c:axPos val="l"/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000" b="0" i="0" u="none" strike="noStrike" kern="1200" baseline="0">
                    <a:solidFill>
                      <a:schemeClr val="bg1"/>
                    </a:solidFill>
                    <a:latin typeface="Versos Light" panose="020B0403020204030204" pitchFamily="34" charset="0"/>
                    <a:ea typeface="+mn-ea"/>
                    <a:cs typeface="+mn-cs"/>
                  </a:defRPr>
                </a:pPr>
                <a:r>
                  <a:rPr lang="pt-BR"/>
                  <a:t>Spread Sobre o CDI</a:t>
                </a:r>
              </a:p>
            </c:rich>
          </c:tx>
          <c:layout>
            <c:manualLayout>
              <c:xMode val="edge"/>
              <c:yMode val="edge"/>
              <c:x val="7.4060859580052495E-3"/>
              <c:y val="0.36881717863649743"/>
            </c:manualLayout>
          </c:layout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000" b="0" i="0" u="none" strike="noStrike" kern="1200" baseline="0">
                  <a:solidFill>
                    <a:schemeClr val="bg1"/>
                  </a:solidFill>
                  <a:latin typeface="Versos Light" panose="020B0403020204030204" pitchFamily="34" charset="0"/>
                  <a:ea typeface="+mn-ea"/>
                  <a:cs typeface="+mn-cs"/>
                </a:defRPr>
              </a:pPr>
              <a:endParaRPr lang="pt-BR"/>
            </a:p>
          </c:txPr>
        </c:title>
        <c:numFmt formatCode="0.00%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bg1"/>
                </a:solidFill>
                <a:latin typeface="Versos Light" panose="020B0403020204030204" pitchFamily="34" charset="0"/>
                <a:ea typeface="+mn-ea"/>
                <a:cs typeface="+mn-cs"/>
              </a:defRPr>
            </a:pPr>
            <a:endParaRPr lang="pt-BR"/>
          </a:p>
        </c:txPr>
        <c:crossAx val="597310015"/>
        <c:crosses val="autoZero"/>
        <c:crossBetween val="midCat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 w="9525" cap="flat" cmpd="sng" algn="ctr">
      <a:noFill/>
      <a:round/>
    </a:ln>
    <a:effectLst/>
  </c:spPr>
  <c:txPr>
    <a:bodyPr/>
    <a:lstStyle/>
    <a:p>
      <a:pPr>
        <a:defRPr sz="1000">
          <a:solidFill>
            <a:schemeClr val="bg1"/>
          </a:solidFill>
          <a:latin typeface="Versos Light" panose="020B0403020204030204" pitchFamily="34" charset="0"/>
        </a:defRPr>
      </a:pPr>
      <a:endParaRPr lang="pt-BR"/>
    </a:p>
  </c:txPr>
  <c:externalData r:id="rId4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3"/>
    </mc:Choice>
    <mc:Fallback>
      <c:style val="3"/>
    </mc:Fallback>
  </mc:AlternateContent>
  <c:chart>
    <c:autoTitleDeleted val="1"/>
    <c:plotArea>
      <c:layout>
        <c:manualLayout>
          <c:layoutTarget val="inner"/>
          <c:xMode val="edge"/>
          <c:yMode val="edge"/>
          <c:x val="9.6610409709328368E-4"/>
          <c:y val="5.103960264711465E-2"/>
          <c:w val="0.9990338959029067"/>
          <c:h val="0.86041347391963563"/>
        </c:manualLayout>
      </c:layout>
      <c:barChart>
        <c:barDir val="col"/>
        <c:grouping val="clustered"/>
        <c:varyColors val="0"/>
        <c:ser>
          <c:idx val="1"/>
          <c:order val="0"/>
          <c:spPr>
            <a:solidFill>
              <a:schemeClr val="accent1">
                <a:tint val="77000"/>
              </a:scheme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000" b="1" i="0" u="none" strike="noStrike" kern="1200" baseline="0">
                    <a:solidFill>
                      <a:schemeClr val="accent1"/>
                    </a:solidFill>
                    <a:latin typeface="Versos" panose="020B0503020204030204" pitchFamily="34" charset="0"/>
                    <a:ea typeface="+mn-ea"/>
                    <a:cs typeface="+mn-cs"/>
                  </a:defRPr>
                </a:pPr>
                <a:endParaRPr lang="pt-BR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Dados!$Q$2:$Q$8</c:f>
              <c:strCache>
                <c:ptCount val="7"/>
                <c:pt idx="0">
                  <c:v>AAA</c:v>
                </c:pt>
                <c:pt idx="1">
                  <c:v>AA+</c:v>
                </c:pt>
                <c:pt idx="2">
                  <c:v>AA-</c:v>
                </c:pt>
                <c:pt idx="3">
                  <c:v>AA</c:v>
                </c:pt>
                <c:pt idx="4">
                  <c:v>A+</c:v>
                </c:pt>
                <c:pt idx="5">
                  <c:v>A</c:v>
                </c:pt>
                <c:pt idx="6">
                  <c:v>BB</c:v>
                </c:pt>
              </c:strCache>
            </c:strRef>
          </c:cat>
          <c:val>
            <c:numRef>
              <c:f>Dados!$R$2:$R$8</c:f>
              <c:numCache>
                <c:formatCode>0.00%</c:formatCode>
                <c:ptCount val="7"/>
                <c:pt idx="0">
                  <c:v>0.32259851683460927</c:v>
                </c:pt>
                <c:pt idx="1">
                  <c:v>0.11812776146652507</c:v>
                </c:pt>
                <c:pt idx="2">
                  <c:v>7.5324025475971959E-2</c:v>
                </c:pt>
                <c:pt idx="3">
                  <c:v>5.5505678002475654E-2</c:v>
                </c:pt>
                <c:pt idx="4">
                  <c:v>5.4019141503372503E-2</c:v>
                </c:pt>
                <c:pt idx="5">
                  <c:v>4.5291935691501917E-2</c:v>
                </c:pt>
                <c:pt idx="6">
                  <c:v>5.1107850433733358E-3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177-4C6E-8929-C0E0785D9BF3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72"/>
        <c:axId val="1847786048"/>
        <c:axId val="1847786528"/>
      </c:barChart>
      <c:catAx>
        <c:axId val="1847786048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bg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850" b="0" i="0" u="none" strike="noStrike" kern="1200" baseline="0">
                <a:solidFill>
                  <a:schemeClr val="bg1"/>
                </a:solidFill>
                <a:latin typeface="Versos" panose="020B0503020204030204" pitchFamily="34" charset="0"/>
                <a:ea typeface="+mn-ea"/>
                <a:cs typeface="+mn-cs"/>
              </a:defRPr>
            </a:pPr>
            <a:endParaRPr lang="pt-BR"/>
          </a:p>
        </c:txPr>
        <c:crossAx val="1847786528"/>
        <c:crosses val="autoZero"/>
        <c:auto val="1"/>
        <c:lblAlgn val="ctr"/>
        <c:lblOffset val="100"/>
        <c:noMultiLvlLbl val="0"/>
      </c:catAx>
      <c:valAx>
        <c:axId val="1847786528"/>
        <c:scaling>
          <c:orientation val="minMax"/>
        </c:scaling>
        <c:delete val="1"/>
        <c:axPos val="l"/>
        <c:numFmt formatCode="0.00%" sourceLinked="1"/>
        <c:majorTickMark val="none"/>
        <c:minorTickMark val="none"/>
        <c:tickLblPos val="nextTo"/>
        <c:crossAx val="1847786048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/>
  </c:chart>
  <c:spPr>
    <a:noFill/>
    <a:ln w="9525" cap="flat" cmpd="sng" algn="ctr">
      <a:noFill/>
      <a:round/>
    </a:ln>
    <a:effectLst/>
  </c:spPr>
  <c:txPr>
    <a:bodyPr/>
    <a:lstStyle/>
    <a:p>
      <a:pPr>
        <a:defRPr>
          <a:latin typeface="Versos" panose="020B0503020204030204" pitchFamily="34" charset="0"/>
        </a:defRPr>
      </a:pPr>
      <a:endParaRPr lang="pt-BR"/>
    </a:p>
  </c:txPr>
  <c:externalData r:id="rId3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5.5443996772456913E-2"/>
          <c:y val="4.6721111086213997E-2"/>
          <c:w val="0.94455600322754307"/>
          <c:h val="0.78487386470542786"/>
        </c:manualLayout>
      </c:layout>
      <c:lineChart>
        <c:grouping val="standard"/>
        <c:varyColors val="0"/>
        <c:ser>
          <c:idx val="0"/>
          <c:order val="0"/>
          <c:tx>
            <c:v>Fundo</c:v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Dados!$W$2:$W$100000</c:f>
              <c:numCache>
                <c:formatCode>m/d/yyyy</c:formatCode>
                <c:ptCount val="99999"/>
                <c:pt idx="0">
                  <c:v>45786</c:v>
                </c:pt>
                <c:pt idx="1">
                  <c:v>45789</c:v>
                </c:pt>
                <c:pt idx="2">
                  <c:v>45790</c:v>
                </c:pt>
                <c:pt idx="3">
                  <c:v>45791</c:v>
                </c:pt>
                <c:pt idx="4">
                  <c:v>45792</c:v>
                </c:pt>
                <c:pt idx="5">
                  <c:v>45793</c:v>
                </c:pt>
                <c:pt idx="6">
                  <c:v>45796</c:v>
                </c:pt>
                <c:pt idx="7">
                  <c:v>45797</c:v>
                </c:pt>
                <c:pt idx="8">
                  <c:v>45798</c:v>
                </c:pt>
                <c:pt idx="9">
                  <c:v>45799</c:v>
                </c:pt>
                <c:pt idx="10">
                  <c:v>45800</c:v>
                </c:pt>
                <c:pt idx="11">
                  <c:v>45803</c:v>
                </c:pt>
                <c:pt idx="12">
                  <c:v>45804</c:v>
                </c:pt>
                <c:pt idx="13">
                  <c:v>45805</c:v>
                </c:pt>
                <c:pt idx="14">
                  <c:v>45806</c:v>
                </c:pt>
                <c:pt idx="15">
                  <c:v>45807</c:v>
                </c:pt>
                <c:pt idx="16">
                  <c:v>45810</c:v>
                </c:pt>
                <c:pt idx="17">
                  <c:v>45811</c:v>
                </c:pt>
                <c:pt idx="18">
                  <c:v>45812</c:v>
                </c:pt>
                <c:pt idx="19">
                  <c:v>45813</c:v>
                </c:pt>
                <c:pt idx="20">
                  <c:v>45814</c:v>
                </c:pt>
                <c:pt idx="21">
                  <c:v>45817</c:v>
                </c:pt>
                <c:pt idx="22">
                  <c:v>45818</c:v>
                </c:pt>
                <c:pt idx="23">
                  <c:v>45819</c:v>
                </c:pt>
                <c:pt idx="24">
                  <c:v>45820</c:v>
                </c:pt>
                <c:pt idx="25">
                  <c:v>45821</c:v>
                </c:pt>
                <c:pt idx="26">
                  <c:v>45824</c:v>
                </c:pt>
                <c:pt idx="27">
                  <c:v>45825</c:v>
                </c:pt>
                <c:pt idx="28">
                  <c:v>45826</c:v>
                </c:pt>
                <c:pt idx="29">
                  <c:v>45828</c:v>
                </c:pt>
                <c:pt idx="30">
                  <c:v>45831</c:v>
                </c:pt>
                <c:pt idx="31">
                  <c:v>45832</c:v>
                </c:pt>
                <c:pt idx="32">
                  <c:v>45833</c:v>
                </c:pt>
                <c:pt idx="33">
                  <c:v>45834</c:v>
                </c:pt>
                <c:pt idx="34">
                  <c:v>45835</c:v>
                </c:pt>
                <c:pt idx="35">
                  <c:v>45838</c:v>
                </c:pt>
                <c:pt idx="36">
                  <c:v>45839</c:v>
                </c:pt>
                <c:pt idx="37">
                  <c:v>45840</c:v>
                </c:pt>
                <c:pt idx="38">
                  <c:v>45841</c:v>
                </c:pt>
                <c:pt idx="39">
                  <c:v>45842</c:v>
                </c:pt>
                <c:pt idx="40">
                  <c:v>45845</c:v>
                </c:pt>
                <c:pt idx="41">
                  <c:v>45846</c:v>
                </c:pt>
                <c:pt idx="42">
                  <c:v>45847</c:v>
                </c:pt>
                <c:pt idx="43">
                  <c:v>45848</c:v>
                </c:pt>
                <c:pt idx="44">
                  <c:v>45849</c:v>
                </c:pt>
                <c:pt idx="45">
                  <c:v>45852</c:v>
                </c:pt>
                <c:pt idx="46">
                  <c:v>45853</c:v>
                </c:pt>
                <c:pt idx="47">
                  <c:v>45854</c:v>
                </c:pt>
                <c:pt idx="48">
                  <c:v>45855</c:v>
                </c:pt>
                <c:pt idx="49">
                  <c:v>45856</c:v>
                </c:pt>
                <c:pt idx="50">
                  <c:v>45859</c:v>
                </c:pt>
                <c:pt idx="51">
                  <c:v>45860</c:v>
                </c:pt>
                <c:pt idx="52">
                  <c:v>45861</c:v>
                </c:pt>
                <c:pt idx="53">
                  <c:v>45862</c:v>
                </c:pt>
                <c:pt idx="54">
                  <c:v>45863</c:v>
                </c:pt>
                <c:pt idx="55">
                  <c:v>45866</c:v>
                </c:pt>
                <c:pt idx="56">
                  <c:v>45867</c:v>
                </c:pt>
                <c:pt idx="57">
                  <c:v>45868</c:v>
                </c:pt>
                <c:pt idx="58">
                  <c:v>45869</c:v>
                </c:pt>
                <c:pt idx="59">
                  <c:v>45870</c:v>
                </c:pt>
                <c:pt idx="60">
                  <c:v>45873</c:v>
                </c:pt>
                <c:pt idx="61">
                  <c:v>45874</c:v>
                </c:pt>
                <c:pt idx="62">
                  <c:v>45875</c:v>
                </c:pt>
                <c:pt idx="63">
                  <c:v>45876</c:v>
                </c:pt>
                <c:pt idx="64">
                  <c:v>45877</c:v>
                </c:pt>
                <c:pt idx="65">
                  <c:v>45880</c:v>
                </c:pt>
                <c:pt idx="66">
                  <c:v>45881</c:v>
                </c:pt>
                <c:pt idx="67">
                  <c:v>45882</c:v>
                </c:pt>
                <c:pt idx="68">
                  <c:v>45883</c:v>
                </c:pt>
                <c:pt idx="69">
                  <c:v>45884</c:v>
                </c:pt>
                <c:pt idx="70">
                  <c:v>45887</c:v>
                </c:pt>
                <c:pt idx="71">
                  <c:v>45888</c:v>
                </c:pt>
                <c:pt idx="72">
                  <c:v>45889</c:v>
                </c:pt>
                <c:pt idx="73">
                  <c:v>45890</c:v>
                </c:pt>
                <c:pt idx="74">
                  <c:v>45891</c:v>
                </c:pt>
                <c:pt idx="75">
                  <c:v>45894</c:v>
                </c:pt>
                <c:pt idx="76">
                  <c:v>45895</c:v>
                </c:pt>
                <c:pt idx="77">
                  <c:v>45896</c:v>
                </c:pt>
                <c:pt idx="78">
                  <c:v>45897</c:v>
                </c:pt>
                <c:pt idx="79">
                  <c:v>45898</c:v>
                </c:pt>
                <c:pt idx="80">
                  <c:v>45901</c:v>
                </c:pt>
                <c:pt idx="81">
                  <c:v>45902</c:v>
                </c:pt>
                <c:pt idx="82">
                  <c:v>45903</c:v>
                </c:pt>
                <c:pt idx="83">
                  <c:v>45904</c:v>
                </c:pt>
                <c:pt idx="84">
                  <c:v>45905</c:v>
                </c:pt>
                <c:pt idx="85">
                  <c:v>45908</c:v>
                </c:pt>
                <c:pt idx="86">
                  <c:v>45909</c:v>
                </c:pt>
                <c:pt idx="87">
                  <c:v>45910</c:v>
                </c:pt>
                <c:pt idx="88">
                  <c:v>45911</c:v>
                </c:pt>
                <c:pt idx="89">
                  <c:v>45912</c:v>
                </c:pt>
                <c:pt idx="90">
                  <c:v>45915</c:v>
                </c:pt>
                <c:pt idx="91">
                  <c:v>45916</c:v>
                </c:pt>
                <c:pt idx="92">
                  <c:v>45917</c:v>
                </c:pt>
                <c:pt idx="93">
                  <c:v>45918</c:v>
                </c:pt>
                <c:pt idx="94">
                  <c:v>45919</c:v>
                </c:pt>
                <c:pt idx="95">
                  <c:v>45922</c:v>
                </c:pt>
                <c:pt idx="96">
                  <c:v>45923</c:v>
                </c:pt>
                <c:pt idx="97">
                  <c:v>45924</c:v>
                </c:pt>
                <c:pt idx="98">
                  <c:v>45925</c:v>
                </c:pt>
                <c:pt idx="99">
                  <c:v>45926</c:v>
                </c:pt>
                <c:pt idx="100">
                  <c:v>45929</c:v>
                </c:pt>
                <c:pt idx="101">
                  <c:v>45930</c:v>
                </c:pt>
                <c:pt idx="102">
                  <c:v>45931</c:v>
                </c:pt>
                <c:pt idx="103">
                  <c:v>45932</c:v>
                </c:pt>
                <c:pt idx="104">
                  <c:v>45933</c:v>
                </c:pt>
                <c:pt idx="105">
                  <c:v>45936</c:v>
                </c:pt>
                <c:pt idx="106">
                  <c:v>45937</c:v>
                </c:pt>
                <c:pt idx="107">
                  <c:v>45938</c:v>
                </c:pt>
                <c:pt idx="108">
                  <c:v>45939</c:v>
                </c:pt>
                <c:pt idx="109">
                  <c:v>45940</c:v>
                </c:pt>
                <c:pt idx="110">
                  <c:v>45943</c:v>
                </c:pt>
                <c:pt idx="111">
                  <c:v>45944</c:v>
                </c:pt>
                <c:pt idx="112">
                  <c:v>45945</c:v>
                </c:pt>
                <c:pt idx="113">
                  <c:v>45946</c:v>
                </c:pt>
                <c:pt idx="114">
                  <c:v>45947</c:v>
                </c:pt>
                <c:pt idx="115">
                  <c:v>45950</c:v>
                </c:pt>
                <c:pt idx="116">
                  <c:v>45951</c:v>
                </c:pt>
                <c:pt idx="117">
                  <c:v>45952</c:v>
                </c:pt>
                <c:pt idx="118">
                  <c:v>45953</c:v>
                </c:pt>
                <c:pt idx="119">
                  <c:v>45954</c:v>
                </c:pt>
                <c:pt idx="120">
                  <c:v>45957</c:v>
                </c:pt>
                <c:pt idx="121">
                  <c:v>45958</c:v>
                </c:pt>
                <c:pt idx="122">
                  <c:v>45959</c:v>
                </c:pt>
                <c:pt idx="123">
                  <c:v>45960</c:v>
                </c:pt>
                <c:pt idx="124">
                  <c:v>45961</c:v>
                </c:pt>
                <c:pt idx="125">
                  <c:v>45964</c:v>
                </c:pt>
                <c:pt idx="126">
                  <c:v>45965</c:v>
                </c:pt>
                <c:pt idx="127">
                  <c:v>45966</c:v>
                </c:pt>
                <c:pt idx="128">
                  <c:v>45967</c:v>
                </c:pt>
                <c:pt idx="129">
                  <c:v>45968</c:v>
                </c:pt>
                <c:pt idx="130">
                  <c:v>45971</c:v>
                </c:pt>
                <c:pt idx="131">
                  <c:v>45972</c:v>
                </c:pt>
                <c:pt idx="132">
                  <c:v>45973</c:v>
                </c:pt>
                <c:pt idx="133">
                  <c:v>45974</c:v>
                </c:pt>
                <c:pt idx="134">
                  <c:v>45975</c:v>
                </c:pt>
                <c:pt idx="135">
                  <c:v>45978</c:v>
                </c:pt>
                <c:pt idx="136">
                  <c:v>45979</c:v>
                </c:pt>
                <c:pt idx="137">
                  <c:v>45980</c:v>
                </c:pt>
                <c:pt idx="138">
                  <c:v>45982</c:v>
                </c:pt>
                <c:pt idx="139">
                  <c:v>45985</c:v>
                </c:pt>
                <c:pt idx="140">
                  <c:v>45986</c:v>
                </c:pt>
                <c:pt idx="141">
                  <c:v>45987</c:v>
                </c:pt>
                <c:pt idx="142">
                  <c:v>45988</c:v>
                </c:pt>
                <c:pt idx="143">
                  <c:v>45989</c:v>
                </c:pt>
                <c:pt idx="144">
                  <c:v>45992</c:v>
                </c:pt>
                <c:pt idx="145">
                  <c:v>45993</c:v>
                </c:pt>
                <c:pt idx="146">
                  <c:v>45994</c:v>
                </c:pt>
                <c:pt idx="147">
                  <c:v>45995</c:v>
                </c:pt>
                <c:pt idx="148">
                  <c:v>45996</c:v>
                </c:pt>
                <c:pt idx="149">
                  <c:v>45999</c:v>
                </c:pt>
                <c:pt idx="150">
                  <c:v>46000</c:v>
                </c:pt>
                <c:pt idx="151">
                  <c:v>46001</c:v>
                </c:pt>
                <c:pt idx="152">
                  <c:v>46002</c:v>
                </c:pt>
                <c:pt idx="153">
                  <c:v>46003</c:v>
                </c:pt>
                <c:pt idx="154">
                  <c:v>46006</c:v>
                </c:pt>
                <c:pt idx="155">
                  <c:v>46007</c:v>
                </c:pt>
                <c:pt idx="156">
                  <c:v>46008</c:v>
                </c:pt>
                <c:pt idx="157">
                  <c:v>46009</c:v>
                </c:pt>
                <c:pt idx="158">
                  <c:v>46010</c:v>
                </c:pt>
                <c:pt idx="159">
                  <c:v>46013</c:v>
                </c:pt>
                <c:pt idx="160">
                  <c:v>46014</c:v>
                </c:pt>
                <c:pt idx="161">
                  <c:v>46015</c:v>
                </c:pt>
                <c:pt idx="162">
                  <c:v>46017</c:v>
                </c:pt>
                <c:pt idx="163">
                  <c:v>46020</c:v>
                </c:pt>
                <c:pt idx="164">
                  <c:v>46021</c:v>
                </c:pt>
                <c:pt idx="165">
                  <c:v>46022</c:v>
                </c:pt>
                <c:pt idx="166">
                  <c:v>46024</c:v>
                </c:pt>
                <c:pt idx="167">
                  <c:v>46027</c:v>
                </c:pt>
                <c:pt idx="168">
                  <c:v>46028</c:v>
                </c:pt>
                <c:pt idx="169">
                  <c:v>46029</c:v>
                </c:pt>
                <c:pt idx="170">
                  <c:v>46030</c:v>
                </c:pt>
                <c:pt idx="171">
                  <c:v>46031</c:v>
                </c:pt>
                <c:pt idx="172">
                  <c:v>46034</c:v>
                </c:pt>
                <c:pt idx="173">
                  <c:v>46035</c:v>
                </c:pt>
                <c:pt idx="174">
                  <c:v>46036</c:v>
                </c:pt>
                <c:pt idx="175">
                  <c:v>46037</c:v>
                </c:pt>
                <c:pt idx="176">
                  <c:v>46038</c:v>
                </c:pt>
                <c:pt idx="177">
                  <c:v>46041</c:v>
                </c:pt>
                <c:pt idx="178">
                  <c:v>46042</c:v>
                </c:pt>
                <c:pt idx="179">
                  <c:v>46043</c:v>
                </c:pt>
                <c:pt idx="180">
                  <c:v>46044</c:v>
                </c:pt>
                <c:pt idx="181">
                  <c:v>46045</c:v>
                </c:pt>
                <c:pt idx="182">
                  <c:v>46048</c:v>
                </c:pt>
                <c:pt idx="183">
                  <c:v>46049</c:v>
                </c:pt>
                <c:pt idx="184">
                  <c:v>46050</c:v>
                </c:pt>
                <c:pt idx="185">
                  <c:v>46051</c:v>
                </c:pt>
                <c:pt idx="186">
                  <c:v>46052</c:v>
                </c:pt>
                <c:pt idx="187">
                  <c:v>46055</c:v>
                </c:pt>
                <c:pt idx="188">
                  <c:v>46056</c:v>
                </c:pt>
                <c:pt idx="189">
                  <c:v>46057</c:v>
                </c:pt>
                <c:pt idx="190">
                  <c:v>46058</c:v>
                </c:pt>
                <c:pt idx="191">
                  <c:v>46059</c:v>
                </c:pt>
                <c:pt idx="192">
                  <c:v>46062</c:v>
                </c:pt>
                <c:pt idx="193">
                  <c:v>46063</c:v>
                </c:pt>
                <c:pt idx="194">
                  <c:v>46064</c:v>
                </c:pt>
                <c:pt idx="195">
                  <c:v>46065</c:v>
                </c:pt>
                <c:pt idx="196">
                  <c:v>46066</c:v>
                </c:pt>
                <c:pt idx="197">
                  <c:v>46071</c:v>
                </c:pt>
                <c:pt idx="198">
                  <c:v>46072</c:v>
                </c:pt>
                <c:pt idx="199">
                  <c:v>46073</c:v>
                </c:pt>
                <c:pt idx="200">
                  <c:v>46076</c:v>
                </c:pt>
                <c:pt idx="201">
                  <c:v>46077</c:v>
                </c:pt>
                <c:pt idx="202">
                  <c:v>46078</c:v>
                </c:pt>
                <c:pt idx="203">
                  <c:v>46079</c:v>
                </c:pt>
                <c:pt idx="204">
                  <c:v>46080</c:v>
                </c:pt>
                <c:pt idx="205">
                  <c:v>46083</c:v>
                </c:pt>
                <c:pt idx="206">
                  <c:v>46084</c:v>
                </c:pt>
                <c:pt idx="207">
                  <c:v>46085</c:v>
                </c:pt>
                <c:pt idx="208">
                  <c:v>46086</c:v>
                </c:pt>
                <c:pt idx="209">
                  <c:v>46087</c:v>
                </c:pt>
                <c:pt idx="210">
                  <c:v>46090</c:v>
                </c:pt>
                <c:pt idx="211">
                  <c:v>46091</c:v>
                </c:pt>
                <c:pt idx="212">
                  <c:v>46092</c:v>
                </c:pt>
                <c:pt idx="213">
                  <c:v>46093</c:v>
                </c:pt>
                <c:pt idx="214">
                  <c:v>46094</c:v>
                </c:pt>
                <c:pt idx="215">
                  <c:v>46097</c:v>
                </c:pt>
                <c:pt idx="216">
                  <c:v>46098</c:v>
                </c:pt>
                <c:pt idx="217">
                  <c:v>46099</c:v>
                </c:pt>
                <c:pt idx="218">
                  <c:v>46100</c:v>
                </c:pt>
                <c:pt idx="219">
                  <c:v>46101</c:v>
                </c:pt>
                <c:pt idx="220">
                  <c:v>46104</c:v>
                </c:pt>
                <c:pt idx="221">
                  <c:v>46105</c:v>
                </c:pt>
                <c:pt idx="222">
                  <c:v>46106</c:v>
                </c:pt>
                <c:pt idx="223">
                  <c:v>46107</c:v>
                </c:pt>
                <c:pt idx="224">
                  <c:v>46108</c:v>
                </c:pt>
                <c:pt idx="225">
                  <c:v>46111</c:v>
                </c:pt>
                <c:pt idx="226">
                  <c:v>46112</c:v>
                </c:pt>
                <c:pt idx="227">
                  <c:v>46113</c:v>
                </c:pt>
                <c:pt idx="228">
                  <c:v>46114</c:v>
                </c:pt>
                <c:pt idx="229">
                  <c:v>46118</c:v>
                </c:pt>
                <c:pt idx="230">
                  <c:v>46119</c:v>
                </c:pt>
                <c:pt idx="231">
                  <c:v>46120</c:v>
                </c:pt>
                <c:pt idx="232">
                  <c:v>46121</c:v>
                </c:pt>
                <c:pt idx="233">
                  <c:v>46122</c:v>
                </c:pt>
                <c:pt idx="234">
                  <c:v>46125</c:v>
                </c:pt>
                <c:pt idx="235">
                  <c:v>46126</c:v>
                </c:pt>
                <c:pt idx="236">
                  <c:v>46127</c:v>
                </c:pt>
                <c:pt idx="237">
                  <c:v>46128</c:v>
                </c:pt>
                <c:pt idx="238">
                  <c:v>46129</c:v>
                </c:pt>
                <c:pt idx="239">
                  <c:v>46132</c:v>
                </c:pt>
                <c:pt idx="240">
                  <c:v>46134</c:v>
                </c:pt>
                <c:pt idx="241">
                  <c:v>46135</c:v>
                </c:pt>
                <c:pt idx="242">
                  <c:v>46136</c:v>
                </c:pt>
                <c:pt idx="243">
                  <c:v>46139</c:v>
                </c:pt>
                <c:pt idx="244">
                  <c:v>46140</c:v>
                </c:pt>
                <c:pt idx="245">
                  <c:v>46141</c:v>
                </c:pt>
                <c:pt idx="246">
                  <c:v>46142</c:v>
                </c:pt>
                <c:pt idx="247">
                  <c:v>46146</c:v>
                </c:pt>
                <c:pt idx="248">
                  <c:v>46147</c:v>
                </c:pt>
                <c:pt idx="249">
                  <c:v>46148</c:v>
                </c:pt>
                <c:pt idx="250">
                  <c:v>46149</c:v>
                </c:pt>
                <c:pt idx="251">
                  <c:v>46150</c:v>
                </c:pt>
                <c:pt idx="252">
                  <c:v>46153</c:v>
                </c:pt>
                <c:pt idx="253">
                  <c:v>46154</c:v>
                </c:pt>
                <c:pt idx="254">
                  <c:v>46155</c:v>
                </c:pt>
                <c:pt idx="255">
                  <c:v>46156</c:v>
                </c:pt>
                <c:pt idx="256">
                  <c:v>46157</c:v>
                </c:pt>
                <c:pt idx="257">
                  <c:v>46160</c:v>
                </c:pt>
                <c:pt idx="258">
                  <c:v>46161</c:v>
                </c:pt>
                <c:pt idx="259">
                  <c:v>46162</c:v>
                </c:pt>
                <c:pt idx="260">
                  <c:v>46163</c:v>
                </c:pt>
                <c:pt idx="261">
                  <c:v>46164</c:v>
                </c:pt>
                <c:pt idx="262">
                  <c:v>46167</c:v>
                </c:pt>
                <c:pt idx="263">
                  <c:v>46168</c:v>
                </c:pt>
                <c:pt idx="264">
                  <c:v>46169</c:v>
                </c:pt>
                <c:pt idx="265">
                  <c:v>46170</c:v>
                </c:pt>
                <c:pt idx="266">
                  <c:v>46171</c:v>
                </c:pt>
                <c:pt idx="267">
                  <c:v>46174</c:v>
                </c:pt>
                <c:pt idx="268">
                  <c:v>46175</c:v>
                </c:pt>
                <c:pt idx="269">
                  <c:v>46176</c:v>
                </c:pt>
                <c:pt idx="270">
                  <c:v>46178</c:v>
                </c:pt>
                <c:pt idx="271">
                  <c:v>46181</c:v>
                </c:pt>
                <c:pt idx="272">
                  <c:v>46182</c:v>
                </c:pt>
                <c:pt idx="273">
                  <c:v>46183</c:v>
                </c:pt>
                <c:pt idx="274">
                  <c:v>46184</c:v>
                </c:pt>
                <c:pt idx="275">
                  <c:v>46185</c:v>
                </c:pt>
                <c:pt idx="276">
                  <c:v>46188</c:v>
                </c:pt>
                <c:pt idx="277">
                  <c:v>46189</c:v>
                </c:pt>
                <c:pt idx="278">
                  <c:v>46190</c:v>
                </c:pt>
                <c:pt idx="279">
                  <c:v>46191</c:v>
                </c:pt>
                <c:pt idx="280">
                  <c:v>46192</c:v>
                </c:pt>
                <c:pt idx="281">
                  <c:v>46195</c:v>
                </c:pt>
                <c:pt idx="282">
                  <c:v>46196</c:v>
                </c:pt>
                <c:pt idx="283">
                  <c:v>46197</c:v>
                </c:pt>
                <c:pt idx="284">
                  <c:v>46198</c:v>
                </c:pt>
                <c:pt idx="285">
                  <c:v>46199</c:v>
                </c:pt>
                <c:pt idx="286">
                  <c:v>46202</c:v>
                </c:pt>
                <c:pt idx="287">
                  <c:v>46203</c:v>
                </c:pt>
                <c:pt idx="288">
                  <c:v>46204</c:v>
                </c:pt>
                <c:pt idx="289">
                  <c:v>46205</c:v>
                </c:pt>
                <c:pt idx="290">
                  <c:v>46206</c:v>
                </c:pt>
                <c:pt idx="291">
                  <c:v>46209</c:v>
                </c:pt>
                <c:pt idx="292">
                  <c:v>46210</c:v>
                </c:pt>
                <c:pt idx="293">
                  <c:v>46211</c:v>
                </c:pt>
                <c:pt idx="294">
                  <c:v>46212</c:v>
                </c:pt>
                <c:pt idx="295">
                  <c:v>46213</c:v>
                </c:pt>
                <c:pt idx="296">
                  <c:v>46216</c:v>
                </c:pt>
                <c:pt idx="297">
                  <c:v>46217</c:v>
                </c:pt>
                <c:pt idx="298">
                  <c:v>46218</c:v>
                </c:pt>
                <c:pt idx="299">
                  <c:v>46219</c:v>
                </c:pt>
                <c:pt idx="300">
                  <c:v>46220</c:v>
                </c:pt>
                <c:pt idx="301">
                  <c:v>46223</c:v>
                </c:pt>
                <c:pt idx="302">
                  <c:v>46224</c:v>
                </c:pt>
                <c:pt idx="303">
                  <c:v>46225</c:v>
                </c:pt>
                <c:pt idx="304">
                  <c:v>46226</c:v>
                </c:pt>
                <c:pt idx="305">
                  <c:v>46227</c:v>
                </c:pt>
                <c:pt idx="306">
                  <c:v>46230</c:v>
                </c:pt>
                <c:pt idx="307">
                  <c:v>46231</c:v>
                </c:pt>
                <c:pt idx="308">
                  <c:v>46232</c:v>
                </c:pt>
                <c:pt idx="309">
                  <c:v>46233</c:v>
                </c:pt>
                <c:pt idx="310">
                  <c:v>46234</c:v>
                </c:pt>
                <c:pt idx="311">
                  <c:v>46237</c:v>
                </c:pt>
                <c:pt idx="312">
                  <c:v>46238</c:v>
                </c:pt>
                <c:pt idx="313">
                  <c:v>46239</c:v>
                </c:pt>
                <c:pt idx="314">
                  <c:v>46240</c:v>
                </c:pt>
                <c:pt idx="315">
                  <c:v>46241</c:v>
                </c:pt>
                <c:pt idx="316">
                  <c:v>46244</c:v>
                </c:pt>
                <c:pt idx="317">
                  <c:v>46245</c:v>
                </c:pt>
                <c:pt idx="318">
                  <c:v>46246</c:v>
                </c:pt>
                <c:pt idx="319">
                  <c:v>46247</c:v>
                </c:pt>
                <c:pt idx="320">
                  <c:v>46248</c:v>
                </c:pt>
                <c:pt idx="321">
                  <c:v>46251</c:v>
                </c:pt>
                <c:pt idx="322">
                  <c:v>46252</c:v>
                </c:pt>
                <c:pt idx="323">
                  <c:v>46253</c:v>
                </c:pt>
                <c:pt idx="324">
                  <c:v>46254</c:v>
                </c:pt>
                <c:pt idx="325">
                  <c:v>46255</c:v>
                </c:pt>
                <c:pt idx="326">
                  <c:v>46258</c:v>
                </c:pt>
                <c:pt idx="327">
                  <c:v>46259</c:v>
                </c:pt>
                <c:pt idx="328">
                  <c:v>46260</c:v>
                </c:pt>
                <c:pt idx="329">
                  <c:v>46261</c:v>
                </c:pt>
                <c:pt idx="330">
                  <c:v>46262</c:v>
                </c:pt>
                <c:pt idx="331">
                  <c:v>46265</c:v>
                </c:pt>
                <c:pt idx="332">
                  <c:v>46266</c:v>
                </c:pt>
                <c:pt idx="333">
                  <c:v>46267</c:v>
                </c:pt>
                <c:pt idx="334">
                  <c:v>46268</c:v>
                </c:pt>
                <c:pt idx="335">
                  <c:v>46269</c:v>
                </c:pt>
                <c:pt idx="336">
                  <c:v>46273</c:v>
                </c:pt>
                <c:pt idx="337">
                  <c:v>46274</c:v>
                </c:pt>
                <c:pt idx="338">
                  <c:v>46275</c:v>
                </c:pt>
                <c:pt idx="339">
                  <c:v>46276</c:v>
                </c:pt>
                <c:pt idx="340">
                  <c:v>46279</c:v>
                </c:pt>
                <c:pt idx="341">
                  <c:v>46280</c:v>
                </c:pt>
                <c:pt idx="342">
                  <c:v>46281</c:v>
                </c:pt>
                <c:pt idx="343">
                  <c:v>46282</c:v>
                </c:pt>
                <c:pt idx="344">
                  <c:v>46283</c:v>
                </c:pt>
                <c:pt idx="345">
                  <c:v>46286</c:v>
                </c:pt>
                <c:pt idx="346">
                  <c:v>46287</c:v>
                </c:pt>
                <c:pt idx="347">
                  <c:v>46288</c:v>
                </c:pt>
                <c:pt idx="348">
                  <c:v>46289</c:v>
                </c:pt>
                <c:pt idx="349">
                  <c:v>46290</c:v>
                </c:pt>
                <c:pt idx="350">
                  <c:v>46293</c:v>
                </c:pt>
                <c:pt idx="351">
                  <c:v>46294</c:v>
                </c:pt>
                <c:pt idx="352">
                  <c:v>46295</c:v>
                </c:pt>
              </c:numCache>
            </c:numRef>
          </c:cat>
          <c:val>
            <c:numRef>
              <c:f>Dados!$X$2:$X$100000</c:f>
              <c:numCache>
                <c:formatCode>_-* #,##0.00000_-;\-* #,##0.00000_-;_-* "-"??_-;_-@_-</c:formatCode>
                <c:ptCount val="99999"/>
                <c:pt idx="0">
                  <c:v>0</c:v>
                </c:pt>
                <c:pt idx="1">
                  <c:v>5.3909999999990355E-4</c:v>
                </c:pt>
                <c:pt idx="2">
                  <c:v>1.2126999999999555E-3</c:v>
                </c:pt>
                <c:pt idx="3">
                  <c:v>1.8728999999999552E-3</c:v>
                </c:pt>
                <c:pt idx="4">
                  <c:v>2.4945999999999025E-3</c:v>
                </c:pt>
                <c:pt idx="5">
                  <c:v>3.1045999999999019E-3</c:v>
                </c:pt>
                <c:pt idx="6">
                  <c:v>3.727299999999989E-3</c:v>
                </c:pt>
                <c:pt idx="7">
                  <c:v>4.3370000000000353E-3</c:v>
                </c:pt>
                <c:pt idx="8">
                  <c:v>4.9498999999999516E-3</c:v>
                </c:pt>
                <c:pt idx="9">
                  <c:v>5.5659999999999599E-3</c:v>
                </c:pt>
                <c:pt idx="10">
                  <c:v>6.2180999999998932E-3</c:v>
                </c:pt>
                <c:pt idx="11">
                  <c:v>6.7859999999999587E-3</c:v>
                </c:pt>
                <c:pt idx="12">
                  <c:v>7.480500000000001E-3</c:v>
                </c:pt>
                <c:pt idx="13">
                  <c:v>8.0552000000000401E-3</c:v>
                </c:pt>
                <c:pt idx="14">
                  <c:v>8.7508000000000585E-3</c:v>
                </c:pt>
                <c:pt idx="15">
                  <c:v>9.4060000000000255E-3</c:v>
                </c:pt>
                <c:pt idx="16">
                  <c:v>1.0005299999999995E-2</c:v>
                </c:pt>
                <c:pt idx="17">
                  <c:v>1.058530000000002E-2</c:v>
                </c:pt>
                <c:pt idx="18">
                  <c:v>1.1182599999999931E-2</c:v>
                </c:pt>
                <c:pt idx="19">
                  <c:v>1.1755799999999983E-2</c:v>
                </c:pt>
                <c:pt idx="20">
                  <c:v>1.2529599999999919E-2</c:v>
                </c:pt>
                <c:pt idx="21">
                  <c:v>1.3183900000000026E-2</c:v>
                </c:pt>
                <c:pt idx="22">
                  <c:v>1.376580000000005E-2</c:v>
                </c:pt>
                <c:pt idx="23">
                  <c:v>1.4426599999999956E-2</c:v>
                </c:pt>
                <c:pt idx="24">
                  <c:v>1.5093699999999988E-2</c:v>
                </c:pt>
                <c:pt idx="25">
                  <c:v>1.5703699999999987E-2</c:v>
                </c:pt>
                <c:pt idx="26">
                  <c:v>1.6318700000000019E-2</c:v>
                </c:pt>
                <c:pt idx="27">
                  <c:v>1.6869599999999929E-2</c:v>
                </c:pt>
                <c:pt idx="28">
                  <c:v>1.7480600000000068E-2</c:v>
                </c:pt>
                <c:pt idx="29">
                  <c:v>1.8189599999999917E-2</c:v>
                </c:pt>
                <c:pt idx="30">
                  <c:v>1.8710500000000074E-2</c:v>
                </c:pt>
                <c:pt idx="31">
                  <c:v>1.9304599999999894E-2</c:v>
                </c:pt>
                <c:pt idx="32">
                  <c:v>1.9975000000000076E-2</c:v>
                </c:pt>
                <c:pt idx="33">
                  <c:v>2.0499999999999963E-2</c:v>
                </c:pt>
                <c:pt idx="34">
                  <c:v>2.1103000000000094E-2</c:v>
                </c:pt>
                <c:pt idx="35">
                  <c:v>2.1789000000000058E-2</c:v>
                </c:pt>
                <c:pt idx="36">
                  <c:v>2.2393000000000107E-2</c:v>
                </c:pt>
                <c:pt idx="37">
                  <c:v>2.3017000000000065E-2</c:v>
                </c:pt>
                <c:pt idx="38">
                  <c:v>2.3598000000000008E-2</c:v>
                </c:pt>
                <c:pt idx="39">
                  <c:v>2.4310499999999902E-2</c:v>
                </c:pt>
                <c:pt idx="40">
                  <c:v>2.4875800000000003E-2</c:v>
                </c:pt>
                <c:pt idx="41">
                  <c:v>2.5468400000000058E-2</c:v>
                </c:pt>
                <c:pt idx="42">
                  <c:v>2.6088600000000017E-2</c:v>
                </c:pt>
                <c:pt idx="43">
                  <c:v>2.6668899999999995E-2</c:v>
                </c:pt>
                <c:pt idx="44">
                  <c:v>2.7308499999999958E-2</c:v>
                </c:pt>
                <c:pt idx="45">
                  <c:v>2.799510000000005E-2</c:v>
                </c:pt>
                <c:pt idx="46">
                  <c:v>2.860930000000006E-2</c:v>
                </c:pt>
                <c:pt idx="47">
                  <c:v>2.9141700000000048E-2</c:v>
                </c:pt>
                <c:pt idx="48">
                  <c:v>2.9902000000000095E-2</c:v>
                </c:pt>
                <c:pt idx="49">
                  <c:v>3.0461000000000071E-2</c:v>
                </c:pt>
                <c:pt idx="50">
                  <c:v>3.1063000000000063E-2</c:v>
                </c:pt>
                <c:pt idx="51">
                  <c:v>3.1842399999999937E-2</c:v>
                </c:pt>
                <c:pt idx="52">
                  <c:v>3.246339999999992E-2</c:v>
                </c:pt>
                <c:pt idx="53">
                  <c:v>3.3079700000000045E-2</c:v>
                </c:pt>
                <c:pt idx="54">
                  <c:v>3.3676800000000062E-2</c:v>
                </c:pt>
                <c:pt idx="55">
                  <c:v>3.4276100000000032E-2</c:v>
                </c:pt>
                <c:pt idx="56">
                  <c:v>3.4928099999999906E-2</c:v>
                </c:pt>
                <c:pt idx="57">
                  <c:v>3.5472299999999901E-2</c:v>
                </c:pt>
                <c:pt idx="58">
                  <c:v>3.6037600000000003E-2</c:v>
                </c:pt>
                <c:pt idx="59">
                  <c:v>3.6714300000000089E-2</c:v>
                </c:pt>
                <c:pt idx="60">
                  <c:v>3.7375699999999901E-2</c:v>
                </c:pt>
                <c:pt idx="61">
                  <c:v>3.7994300000000036E-2</c:v>
                </c:pt>
                <c:pt idx="62">
                  <c:v>3.8623199999999969E-2</c:v>
                </c:pt>
                <c:pt idx="63">
                  <c:v>3.926889999999994E-2</c:v>
                </c:pt>
                <c:pt idx="64">
                  <c:v>3.9829399999999904E-2</c:v>
                </c:pt>
                <c:pt idx="65">
                  <c:v>4.0437499999999904E-2</c:v>
                </c:pt>
                <c:pt idx="66">
                  <c:v>4.1132900000000028E-2</c:v>
                </c:pt>
                <c:pt idx="67">
                  <c:v>4.1819999999999968E-2</c:v>
                </c:pt>
                <c:pt idx="68">
                  <c:v>4.2545300000000008E-2</c:v>
                </c:pt>
                <c:pt idx="69">
                  <c:v>4.3283100000000019E-2</c:v>
                </c:pt>
                <c:pt idx="70">
                  <c:v>4.3741599999999936E-2</c:v>
                </c:pt>
                <c:pt idx="71">
                  <c:v>4.4263500000000011E-2</c:v>
                </c:pt>
                <c:pt idx="72">
                  <c:v>4.5016600000000073E-2</c:v>
                </c:pt>
                <c:pt idx="73">
                  <c:v>4.5508499999999952E-2</c:v>
                </c:pt>
                <c:pt idx="74">
                  <c:v>4.6093699999999904E-2</c:v>
                </c:pt>
                <c:pt idx="75">
                  <c:v>4.683970000000004E-2</c:v>
                </c:pt>
                <c:pt idx="76">
                  <c:v>4.7236300000000009E-2</c:v>
                </c:pt>
                <c:pt idx="77">
                  <c:v>4.7824000000000089E-2</c:v>
                </c:pt>
                <c:pt idx="78">
                  <c:v>4.8529999999999962E-2</c:v>
                </c:pt>
                <c:pt idx="79">
                  <c:v>4.9063999999999997E-2</c:v>
                </c:pt>
                <c:pt idx="80">
                  <c:v>4.9726200000000054E-2</c:v>
                </c:pt>
                <c:pt idx="81">
                  <c:v>5.0267999999999979E-2</c:v>
                </c:pt>
                <c:pt idx="82">
                  <c:v>5.0898600000000016E-2</c:v>
                </c:pt>
                <c:pt idx="83">
                  <c:v>5.1509599999999933E-2</c:v>
                </c:pt>
                <c:pt idx="84">
                  <c:v>5.2198399999999978E-2</c:v>
                </c:pt>
                <c:pt idx="85">
                  <c:v>5.2808600000000094E-2</c:v>
                </c:pt>
                <c:pt idx="86">
                  <c:v>5.3406099999999901E-2</c:v>
                </c:pt>
                <c:pt idx="87">
                  <c:v>5.4161600000000032E-2</c:v>
                </c:pt>
                <c:pt idx="88">
                  <c:v>5.462239999999996E-2</c:v>
                </c:pt>
                <c:pt idx="89">
                  <c:v>5.5228599999999961E-2</c:v>
                </c:pt>
                <c:pt idx="90">
                  <c:v>5.5800099999999908E-2</c:v>
                </c:pt>
                <c:pt idx="91">
                  <c:v>5.6565100000000035E-2</c:v>
                </c:pt>
                <c:pt idx="92">
                  <c:v>5.7244199999999967E-2</c:v>
                </c:pt>
                <c:pt idx="93">
                  <c:v>5.7897099999999924E-2</c:v>
                </c:pt>
                <c:pt idx="94">
                  <c:v>5.8596899999999952E-2</c:v>
                </c:pt>
                <c:pt idx="95">
                  <c:v>5.929619999999991E-2</c:v>
                </c:pt>
                <c:pt idx="96">
                  <c:v>6.0028200000000087E-2</c:v>
                </c:pt>
                <c:pt idx="97">
                  <c:v>6.0568600000000083E-2</c:v>
                </c:pt>
                <c:pt idx="98">
                  <c:v>6.1227900000000002E-2</c:v>
                </c:pt>
                <c:pt idx="99">
                  <c:v>6.1931500000000028E-2</c:v>
                </c:pt>
                <c:pt idx="100">
                  <c:v>6.2374900000000011E-2</c:v>
                </c:pt>
                <c:pt idx="101">
                  <c:v>6.2943999999999889E-2</c:v>
                </c:pt>
                <c:pt idx="102">
                  <c:v>6.3604800000000017E-2</c:v>
                </c:pt>
                <c:pt idx="103">
                  <c:v>6.4197099999999896E-2</c:v>
                </c:pt>
                <c:pt idx="104">
                  <c:v>6.4800699999999933E-2</c:v>
                </c:pt>
                <c:pt idx="105">
                  <c:v>6.5428800000000065E-2</c:v>
                </c:pt>
                <c:pt idx="106">
                  <c:v>6.616399999999989E-2</c:v>
                </c:pt>
                <c:pt idx="107">
                  <c:v>6.6834099999999896E-2</c:v>
                </c:pt>
                <c:pt idx="108">
                  <c:v>6.7518600000000095E-2</c:v>
                </c:pt>
                <c:pt idx="109">
                  <c:v>6.8062499999999915E-2</c:v>
                </c:pt>
                <c:pt idx="110">
                  <c:v>6.8662000000000001E-2</c:v>
                </c:pt>
                <c:pt idx="111">
                  <c:v>6.9360199999999983E-2</c:v>
                </c:pt>
                <c:pt idx="112">
                  <c:v>6.992200000000004E-2</c:v>
                </c:pt>
                <c:pt idx="113">
                  <c:v>7.0364199999999988E-2</c:v>
                </c:pt>
                <c:pt idx="114">
                  <c:v>7.0950300000000022E-2</c:v>
                </c:pt>
                <c:pt idx="115">
                  <c:v>7.1750399999999992E-2</c:v>
                </c:pt>
                <c:pt idx="116">
                  <c:v>7.230089999999989E-2</c:v>
                </c:pt>
                <c:pt idx="117">
                  <c:v>7.2846600000000095E-2</c:v>
                </c:pt>
                <c:pt idx="118">
                  <c:v>7.3262699999999903E-2</c:v>
                </c:pt>
                <c:pt idx="119">
                  <c:v>7.3883799999999944E-2</c:v>
                </c:pt>
                <c:pt idx="120">
                  <c:v>7.4487699999999935E-2</c:v>
                </c:pt>
                <c:pt idx="121">
                  <c:v>7.4937800000000054E-2</c:v>
                </c:pt>
                <c:pt idx="122">
                  <c:v>7.5272999999999923E-2</c:v>
                </c:pt>
                <c:pt idx="123">
                  <c:v>7.5492700000000079E-2</c:v>
                </c:pt>
                <c:pt idx="124">
                  <c:v>7.6048600000000022E-2</c:v>
                </c:pt>
                <c:pt idx="125">
                  <c:v>7.6640199999999936E-2</c:v>
                </c:pt>
                <c:pt idx="126">
                  <c:v>7.7220000000000066E-2</c:v>
                </c:pt>
                <c:pt idx="127">
                  <c:v>7.7854700000000054E-2</c:v>
                </c:pt>
                <c:pt idx="128">
                  <c:v>7.8413499999999914E-2</c:v>
                </c:pt>
                <c:pt idx="129">
                  <c:v>7.9080000000000039E-2</c:v>
                </c:pt>
                <c:pt idx="130">
                  <c:v>7.9714199999999957E-2</c:v>
                </c:pt>
                <c:pt idx="131">
                  <c:v>8.0287100000000056E-2</c:v>
                </c:pt>
                <c:pt idx="132">
                  <c:v>8.0810700000000013E-2</c:v>
                </c:pt>
                <c:pt idx="133">
                  <c:v>8.1275999999999904E-2</c:v>
                </c:pt>
                <c:pt idx="134">
                  <c:v>8.1555299999999997E-2</c:v>
                </c:pt>
                <c:pt idx="135">
                  <c:v>8.196289999999995E-2</c:v>
                </c:pt>
                <c:pt idx="136">
                  <c:v>8.2659199999999933E-2</c:v>
                </c:pt>
                <c:pt idx="137">
                  <c:v>8.3100299999999905E-2</c:v>
                </c:pt>
                <c:pt idx="138">
                  <c:v>8.3892300000000031E-2</c:v>
                </c:pt>
                <c:pt idx="139">
                  <c:v>8.4554999999999936E-2</c:v>
                </c:pt>
                <c:pt idx="140">
                  <c:v>8.5011699999999912E-2</c:v>
                </c:pt>
                <c:pt idx="141">
                  <c:v>8.5552300000000026E-2</c:v>
                </c:pt>
                <c:pt idx="142">
                  <c:v>8.6307799999999935E-2</c:v>
                </c:pt>
                <c:pt idx="143">
                  <c:v>8.7023700000000037E-2</c:v>
                </c:pt>
                <c:pt idx="144">
                  <c:v>8.7563899999999917E-2</c:v>
                </c:pt>
                <c:pt idx="145">
                  <c:v>8.8222199999999917E-2</c:v>
                </c:pt>
                <c:pt idx="146">
                  <c:v>8.8808699999999963E-2</c:v>
                </c:pt>
                <c:pt idx="147">
                  <c:v>8.9420899999999914E-2</c:v>
                </c:pt>
                <c:pt idx="148">
                  <c:v>8.9913799999999933E-2</c:v>
                </c:pt>
                <c:pt idx="149">
                  <c:v>9.057880000000007E-2</c:v>
                </c:pt>
                <c:pt idx="150">
                  <c:v>9.1174499999999936E-2</c:v>
                </c:pt>
                <c:pt idx="151">
                  <c:v>9.1875300000000104E-2</c:v>
                </c:pt>
                <c:pt idx="152">
                  <c:v>9.259470000000003E-2</c:v>
                </c:pt>
                <c:pt idx="153">
                  <c:v>9.3100100000000019E-2</c:v>
                </c:pt>
                <c:pt idx="154">
                  <c:v>9.3920500000000073E-2</c:v>
                </c:pt>
                <c:pt idx="155">
                  <c:v>9.4448499999999935E-2</c:v>
                </c:pt>
                <c:pt idx="156">
                  <c:v>9.5074000000000103E-2</c:v>
                </c:pt>
                <c:pt idx="157">
                  <c:v>9.5696400000000015E-2</c:v>
                </c:pt>
                <c:pt idx="158">
                  <c:v>9.6444900000000056E-2</c:v>
                </c:pt>
                <c:pt idx="159">
                  <c:v>9.7005800000000031E-2</c:v>
                </c:pt>
                <c:pt idx="160">
                  <c:v>9.7653699999999954E-2</c:v>
                </c:pt>
                <c:pt idx="161">
                  <c:v>9.8282200000000097E-2</c:v>
                </c:pt>
                <c:pt idx="162">
                  <c:v>9.8825600000000069E-2</c:v>
                </c:pt>
                <c:pt idx="163">
                  <c:v>9.9455599999999977E-2</c:v>
                </c:pt>
                <c:pt idx="164">
                  <c:v>0.10016460000000005</c:v>
                </c:pt>
                <c:pt idx="165">
                  <c:v>0.10079389999999999</c:v>
                </c:pt>
                <c:pt idx="166">
                  <c:v>0.10139699999999996</c:v>
                </c:pt>
                <c:pt idx="167">
                  <c:v>0.10207169999999999</c:v>
                </c:pt>
                <c:pt idx="168">
                  <c:v>0.10270249999999992</c:v>
                </c:pt>
                <c:pt idx="169">
                  <c:v>0.10326079999999993</c:v>
                </c:pt>
                <c:pt idx="170">
                  <c:v>0.1039353999999999</c:v>
                </c:pt>
                <c:pt idx="171">
                  <c:v>0.10454450000000004</c:v>
                </c:pt>
                <c:pt idx="172">
                  <c:v>0.10515260000000004</c:v>
                </c:pt>
                <c:pt idx="173">
                  <c:v>0.10579659999999991</c:v>
                </c:pt>
                <c:pt idx="174">
                  <c:v>0.10648260000000009</c:v>
                </c:pt>
                <c:pt idx="175">
                  <c:v>0.10711270000000006</c:v>
                </c:pt>
                <c:pt idx="176">
                  <c:v>0.10775310000000005</c:v>
                </c:pt>
                <c:pt idx="177">
                  <c:v>0.10856379999999999</c:v>
                </c:pt>
                <c:pt idx="178">
                  <c:v>0.10915380000000008</c:v>
                </c:pt>
                <c:pt idx="179">
                  <c:v>0.10983429999999994</c:v>
                </c:pt>
                <c:pt idx="180">
                  <c:v>0.11048290000000005</c:v>
                </c:pt>
                <c:pt idx="181">
                  <c:v>0.1111466000000001</c:v>
                </c:pt>
                <c:pt idx="182">
                  <c:v>0.11176150000000007</c:v>
                </c:pt>
                <c:pt idx="183">
                  <c:v>0.11241870000000009</c:v>
                </c:pt>
                <c:pt idx="184">
                  <c:v>0.1130719</c:v>
                </c:pt>
                <c:pt idx="185">
                  <c:v>0.11379969999999995</c:v>
                </c:pt>
                <c:pt idx="186">
                  <c:v>0.11444570000000009</c:v>
                </c:pt>
                <c:pt idx="187">
                  <c:v>0.11506109999999992</c:v>
                </c:pt>
                <c:pt idx="188">
                  <c:v>0.11573180000000005</c:v>
                </c:pt>
                <c:pt idx="189">
                  <c:v>0.11637910000000007</c:v>
                </c:pt>
                <c:pt idx="190">
                  <c:v>0.11694160000000009</c:v>
                </c:pt>
                <c:pt idx="191">
                  <c:v>0.11753009999999997</c:v>
                </c:pt>
                <c:pt idx="192">
                  <c:v>0.11819240000000009</c:v>
                </c:pt>
                <c:pt idx="193">
                  <c:v>0.1187187999999999</c:v>
                </c:pt>
                <c:pt idx="194">
                  <c:v>0.11932019999999999</c:v>
                </c:pt>
                <c:pt idx="195">
                  <c:v>0.1197611999999999</c:v>
                </c:pt>
                <c:pt idx="196">
                  <c:v>0.12036749999999996</c:v>
                </c:pt>
                <c:pt idx="197">
                  <c:v>0.1210306000000001</c:v>
                </c:pt>
                <c:pt idx="198">
                  <c:v>0.12160729999999997</c:v>
                </c:pt>
                <c:pt idx="199">
                  <c:v>0.1223843</c:v>
                </c:pt>
                <c:pt idx="200">
                  <c:v>0.12299330000000008</c:v>
                </c:pt>
                <c:pt idx="201">
                  <c:v>0.1235195</c:v>
                </c:pt>
                <c:pt idx="202">
                  <c:v>0.12381810000000004</c:v>
                </c:pt>
                <c:pt idx="203">
                  <c:v>0.12439589999999989</c:v>
                </c:pt>
                <c:pt idx="204">
                  <c:v>0.12507730000000006</c:v>
                </c:pt>
                <c:pt idx="205">
                  <c:v>0.12570499999999996</c:v>
                </c:pt>
                <c:pt idx="206">
                  <c:v>0.12629350000000006</c:v>
                </c:pt>
                <c:pt idx="207">
                  <c:v>0.12700149999999999</c:v>
                </c:pt>
                <c:pt idx="208">
                  <c:v>0.1276714000000001</c:v>
                </c:pt>
                <c:pt idx="209">
                  <c:v>0.12830750000000002</c:v>
                </c:pt>
                <c:pt idx="210">
                  <c:v>0.12904249999999995</c:v>
                </c:pt>
                <c:pt idx="211">
                  <c:v>0.12972819999999996</c:v>
                </c:pt>
                <c:pt idx="212">
                  <c:v>0.1303160000000001</c:v>
                </c:pt>
                <c:pt idx="213">
                  <c:v>0.13093679999999996</c:v>
                </c:pt>
                <c:pt idx="214">
                  <c:v>0.13147690000000001</c:v>
                </c:pt>
                <c:pt idx="215">
                  <c:v>0.13199530000000004</c:v>
                </c:pt>
                <c:pt idx="216">
                  <c:v>0.13206709999999999</c:v>
                </c:pt>
                <c:pt idx="217">
                  <c:v>0.1316949999999999</c:v>
                </c:pt>
                <c:pt idx="218">
                  <c:v>0.13151810000000008</c:v>
                </c:pt>
                <c:pt idx="219">
                  <c:v>0.13160630000000006</c:v>
                </c:pt>
                <c:pt idx="220">
                  <c:v>0.13207009999999997</c:v>
                </c:pt>
                <c:pt idx="221">
                  <c:v>0.13265510000000003</c:v>
                </c:pt>
                <c:pt idx="222">
                  <c:v>0.13270219999999999</c:v>
                </c:pt>
                <c:pt idx="223">
                  <c:v>0.1332236</c:v>
                </c:pt>
                <c:pt idx="224">
                  <c:v>0.1336873999999999</c:v>
                </c:pt>
                <c:pt idx="225">
                  <c:v>0.13440910000000006</c:v>
                </c:pt>
                <c:pt idx="226">
                  <c:v>0.13472480000000009</c:v>
                </c:pt>
                <c:pt idx="227">
                  <c:v>0.1352198</c:v>
                </c:pt>
                <c:pt idx="228">
                  <c:v>0.13559959999999993</c:v>
                </c:pt>
                <c:pt idx="229">
                  <c:v>0.13581010000000004</c:v>
                </c:pt>
                <c:pt idx="230">
                  <c:v>0.1363951000000001</c:v>
                </c:pt>
                <c:pt idx="231">
                  <c:v>0.13727470000000008</c:v>
                </c:pt>
                <c:pt idx="232">
                  <c:v>0.13818529999999996</c:v>
                </c:pt>
                <c:pt idx="233">
                  <c:v>0.13829219999999998</c:v>
                </c:pt>
                <c:pt idx="234">
                  <c:v>0.13882149999999993</c:v>
                </c:pt>
                <c:pt idx="235">
                  <c:v>0.13920409999999994</c:v>
                </c:pt>
                <c:pt idx="236">
                  <c:v>0.13994949999999995</c:v>
                </c:pt>
                <c:pt idx="237">
                  <c:v>0.14076979999999994</c:v>
                </c:pt>
                <c:pt idx="238">
                  <c:v>0.14138410000000001</c:v>
                </c:pt>
                <c:pt idx="239">
                  <c:v>0.14214079999999996</c:v>
                </c:pt>
                <c:pt idx="240">
                  <c:v>0.1428853000000001</c:v>
                </c:pt>
                <c:pt idx="241">
                  <c:v>0.143818</c:v>
                </c:pt>
                <c:pt idx="242">
                  <c:v>0.14438939999999989</c:v>
                </c:pt>
                <c:pt idx="243">
                  <c:v>0.14495349999999996</c:v>
                </c:pt>
                <c:pt idx="244">
                  <c:v>0.14568040000000004</c:v>
                </c:pt>
                <c:pt idx="245">
                  <c:v>0.14658750000000009</c:v>
                </c:pt>
                <c:pt idx="246">
                  <c:v>0.14752049999999994</c:v>
                </c:pt>
                <c:pt idx="247">
                  <c:v>0.14833610000000008</c:v>
                </c:pt>
                <c:pt idx="248">
                  <c:v>0.14925359999999999</c:v>
                </c:pt>
                <c:pt idx="249">
                  <c:v>0.14988679999999999</c:v>
                </c:pt>
                <c:pt idx="250">
                  <c:v>0.15059909999999999</c:v>
                </c:pt>
                <c:pt idx="251">
                  <c:v>0.15138439999999997</c:v>
                </c:pt>
                <c:pt idx="252">
                  <c:v>0.15233239999999992</c:v>
                </c:pt>
                <c:pt idx="253">
                  <c:v>0.15372370000000002</c:v>
                </c:pt>
                <c:pt idx="254">
                  <c:v>0.15434909999999991</c:v>
                </c:pt>
                <c:pt idx="255">
                  <c:v>0.1552458000000001</c:v>
                </c:pt>
                <c:pt idx="256">
                  <c:v>0.15586570000000011</c:v>
                </c:pt>
                <c:pt idx="257">
                  <c:v>0.15658360000000004</c:v>
                </c:pt>
                <c:pt idx="258">
                  <c:v>0.15745000000000009</c:v>
                </c:pt>
                <c:pt idx="259">
                  <c:v>0.15821949999999996</c:v>
                </c:pt>
                <c:pt idx="260">
                  <c:v>0.15889430000000004</c:v>
                </c:pt>
                <c:pt idx="261">
                  <c:v>0.1598366</c:v>
                </c:pt>
                <c:pt idx="262">
                  <c:v>0.16048759999999995</c:v>
                </c:pt>
                <c:pt idx="263">
                  <c:v>0.16115229999999992</c:v>
                </c:pt>
                <c:pt idx="264">
                  <c:v>0.16179089999999996</c:v>
                </c:pt>
                <c:pt idx="265">
                  <c:v>0.16243560000000001</c:v>
                </c:pt>
                <c:pt idx="266">
                  <c:v>0.16316320000000006</c:v>
                </c:pt>
                <c:pt idx="267">
                  <c:v>0.16375260000000003</c:v>
                </c:pt>
                <c:pt idx="268">
                  <c:v>0.16423150000000009</c:v>
                </c:pt>
                <c:pt idx="269">
                  <c:v>0.16510589999999992</c:v>
                </c:pt>
                <c:pt idx="270">
                  <c:v>0.16566820000000004</c:v>
                </c:pt>
                <c:pt idx="271">
                  <c:v>0.16646359999999993</c:v>
                </c:pt>
                <c:pt idx="272">
                  <c:v>0.1671130999999999</c:v>
                </c:pt>
                <c:pt idx="273">
                  <c:v>0.16738990000000009</c:v>
                </c:pt>
                <c:pt idx="274">
                  <c:v>0.16804179999999991</c:v>
                </c:pt>
                <c:pt idx="275">
                  <c:v>0.16870680000000005</c:v>
                </c:pt>
                <c:pt idx="276">
                  <c:v>0.169346</c:v>
                </c:pt>
                <c:pt idx="277">
                  <c:v>0.17015219999999998</c:v>
                </c:pt>
                <c:pt idx="278">
                  <c:v>0.17078829999999989</c:v>
                </c:pt>
                <c:pt idx="279">
                  <c:v>0.1714287000000001</c:v>
                </c:pt>
                <c:pt idx="280">
                  <c:v>0.17216359999999997</c:v>
                </c:pt>
                <c:pt idx="281">
                  <c:v>0.17282339999999996</c:v>
                </c:pt>
                <c:pt idx="282">
                  <c:v>0.17346480000000009</c:v>
                </c:pt>
                <c:pt idx="283">
                  <c:v>0.1741028</c:v>
                </c:pt>
                <c:pt idx="284">
                  <c:v>0.17475020000000008</c:v>
                </c:pt>
                <c:pt idx="285">
                  <c:v>0.17539919999999998</c:v>
                </c:pt>
                <c:pt idx="286">
                  <c:v>0.17594439999999989</c:v>
                </c:pt>
                <c:pt idx="287">
                  <c:v>0.17660429999999994</c:v>
                </c:pt>
                <c:pt idx="288">
                  <c:v>0.17728929999999998</c:v>
                </c:pt>
                <c:pt idx="289">
                  <c:v>0.17797810000000003</c:v>
                </c:pt>
                <c:pt idx="290">
                  <c:v>0.17864729999999995</c:v>
                </c:pt>
                <c:pt idx="291">
                  <c:v>0.17941910000000005</c:v>
                </c:pt>
                <c:pt idx="292">
                  <c:v>0.18011080000000002</c:v>
                </c:pt>
                <c:pt idx="293">
                  <c:v>0.18076950000000003</c:v>
                </c:pt>
                <c:pt idx="294">
                  <c:v>0.18145820000000001</c:v>
                </c:pt>
                <c:pt idx="295">
                  <c:v>0.18213039999999991</c:v>
                </c:pt>
                <c:pt idx="296">
                  <c:v>0.18309620000000004</c:v>
                </c:pt>
                <c:pt idx="297">
                  <c:v>0.1837032999999999</c:v>
                </c:pt>
                <c:pt idx="298">
                  <c:v>0.18437450000000011</c:v>
                </c:pt>
                <c:pt idx="299">
                  <c:v>0.18498670000000006</c:v>
                </c:pt>
                <c:pt idx="300">
                  <c:v>0.18567160000000005</c:v>
                </c:pt>
                <c:pt idx="301">
                  <c:v>0.18634170000000005</c:v>
                </c:pt>
                <c:pt idx="302">
                  <c:v>0.18696610000000002</c:v>
                </c:pt>
                <c:pt idx="303">
                  <c:v>0.18760749999999993</c:v>
                </c:pt>
                <c:pt idx="304">
                  <c:v>0.18823330000000005</c:v>
                </c:pt>
                <c:pt idx="305">
                  <c:v>0.18890410000000002</c:v>
                </c:pt>
                <c:pt idx="306">
                  <c:v>0.18952490000000011</c:v>
                </c:pt>
                <c:pt idx="307">
                  <c:v>0.19014430000000004</c:v>
                </c:pt>
                <c:pt idx="308">
                  <c:v>0.19094199999999995</c:v>
                </c:pt>
                <c:pt idx="309">
                  <c:v>0.19168650000000009</c:v>
                </c:pt>
                <c:pt idx="310">
                  <c:v>0.19231970000000009</c:v>
                </c:pt>
                <c:pt idx="311">
                  <c:v>0.19300059999999997</c:v>
                </c:pt>
                <c:pt idx="312">
                  <c:v>0.19366520000000009</c:v>
                </c:pt>
                <c:pt idx="313">
                  <c:v>0.19441789999999992</c:v>
                </c:pt>
                <c:pt idx="314">
                  <c:v>0.19506409999999996</c:v>
                </c:pt>
                <c:pt idx="315">
                  <c:v>0.19560029999999995</c:v>
                </c:pt>
                <c:pt idx="316">
                  <c:v>0.19633600000000007</c:v>
                </c:pt>
                <c:pt idx="317">
                  <c:v>0.19697809999999993</c:v>
                </c:pt>
                <c:pt idx="318">
                  <c:v>0.1978084</c:v>
                </c:pt>
                <c:pt idx="319">
                  <c:v>0.19788460000000008</c:v>
                </c:pt>
                <c:pt idx="320">
                  <c:v>0.19858590000000009</c:v>
                </c:pt>
                <c:pt idx="321">
                  <c:v>0.19923000000000002</c:v>
                </c:pt>
                <c:pt idx="322">
                  <c:v>0.19996569999999991</c:v>
                </c:pt>
                <c:pt idx="323">
                  <c:v>0.20063680000000006</c:v>
                </c:pt>
                <c:pt idx="324">
                  <c:v>0.2012699</c:v>
                </c:pt>
                <c:pt idx="325">
                  <c:v>0.20187880000000002</c:v>
                </c:pt>
                <c:pt idx="326">
                  <c:v>0.20248770000000005</c:v>
                </c:pt>
                <c:pt idx="327">
                  <c:v>0.20310530000000004</c:v>
                </c:pt>
                <c:pt idx="328">
                  <c:v>0.20382309999999992</c:v>
                </c:pt>
                <c:pt idx="329">
                  <c:v>0.20444149999999994</c:v>
                </c:pt>
                <c:pt idx="330">
                  <c:v>0.20508009999999999</c:v>
                </c:pt>
                <c:pt idx="331">
                  <c:v>0.20569079999999995</c:v>
                </c:pt>
                <c:pt idx="332">
                  <c:v>0.20632589999999995</c:v>
                </c:pt>
                <c:pt idx="333">
                  <c:v>0.20698630000000007</c:v>
                </c:pt>
                <c:pt idx="334">
                  <c:v>0.20756960000000002</c:v>
                </c:pt>
                <c:pt idx="335">
                  <c:v>0.20808190000000004</c:v>
                </c:pt>
                <c:pt idx="336">
                  <c:v>0.20871010000000001</c:v>
                </c:pt>
                <c:pt idx="337">
                  <c:v>0.20931410000000006</c:v>
                </c:pt>
                <c:pt idx="338">
                  <c:v>0.21002940000000003</c:v>
                </c:pt>
                <c:pt idx="339">
                  <c:v>0.21056370000000002</c:v>
                </c:pt>
                <c:pt idx="340">
                  <c:v>0.2112381000000001</c:v>
                </c:pt>
                <c:pt idx="341">
                  <c:v>0.21189290000000005</c:v>
                </c:pt>
                <c:pt idx="342">
                  <c:v>0.21265230000000002</c:v>
                </c:pt>
                <c:pt idx="343">
                  <c:v>0.21333399999999991</c:v>
                </c:pt>
                <c:pt idx="344">
                  <c:v>0.21398129999999993</c:v>
                </c:pt>
                <c:pt idx="345">
                  <c:v>0.2145999999999999</c:v>
                </c:pt>
                <c:pt idx="346">
                  <c:v>0.2152118999999999</c:v>
                </c:pt>
                <c:pt idx="347">
                  <c:v>0.21589600000000009</c:v>
                </c:pt>
                <c:pt idx="348">
                  <c:v>0.21644350000000001</c:v>
                </c:pt>
                <c:pt idx="349">
                  <c:v>0.21696179999999998</c:v>
                </c:pt>
                <c:pt idx="350">
                  <c:v>0.21747209999999995</c:v>
                </c:pt>
                <c:pt idx="351">
                  <c:v>0.2181744000000001</c:v>
                </c:pt>
                <c:pt idx="352">
                  <c:v>0.21877600000000008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C29F-4EE0-B66A-EDBEBE9AA310}"/>
            </c:ext>
          </c:extLst>
        </c:ser>
        <c:ser>
          <c:idx val="1"/>
          <c:order val="1"/>
          <c:tx>
            <c:strRef>
              <c:f>'Tabela e Gráficos Carteira'!$C$3</c:f>
              <c:strCache>
                <c:ptCount val="1"/>
                <c:pt idx="0">
                  <c:v>CDI</c:v>
                </c:pt>
              </c:strCache>
            </c:strRef>
          </c:tx>
          <c:spPr>
            <a:ln w="28575" cap="rnd">
              <a:solidFill>
                <a:schemeClr val="accent3"/>
              </a:solidFill>
              <a:round/>
            </a:ln>
            <a:effectLst/>
          </c:spPr>
          <c:marker>
            <c:symbol val="none"/>
          </c:marker>
          <c:cat>
            <c:numRef>
              <c:f>Dados!$W$2:$W$100000</c:f>
              <c:numCache>
                <c:formatCode>m/d/yyyy</c:formatCode>
                <c:ptCount val="99999"/>
                <c:pt idx="0">
                  <c:v>45786</c:v>
                </c:pt>
                <c:pt idx="1">
                  <c:v>45789</c:v>
                </c:pt>
                <c:pt idx="2">
                  <c:v>45790</c:v>
                </c:pt>
                <c:pt idx="3">
                  <c:v>45791</c:v>
                </c:pt>
                <c:pt idx="4">
                  <c:v>45792</c:v>
                </c:pt>
                <c:pt idx="5">
                  <c:v>45793</c:v>
                </c:pt>
                <c:pt idx="6">
                  <c:v>45796</c:v>
                </c:pt>
                <c:pt idx="7">
                  <c:v>45797</c:v>
                </c:pt>
                <c:pt idx="8">
                  <c:v>45798</c:v>
                </c:pt>
                <c:pt idx="9">
                  <c:v>45799</c:v>
                </c:pt>
                <c:pt idx="10">
                  <c:v>45800</c:v>
                </c:pt>
                <c:pt idx="11">
                  <c:v>45803</c:v>
                </c:pt>
                <c:pt idx="12">
                  <c:v>45804</c:v>
                </c:pt>
                <c:pt idx="13">
                  <c:v>45805</c:v>
                </c:pt>
                <c:pt idx="14">
                  <c:v>45806</c:v>
                </c:pt>
                <c:pt idx="15">
                  <c:v>45807</c:v>
                </c:pt>
                <c:pt idx="16">
                  <c:v>45810</c:v>
                </c:pt>
                <c:pt idx="17">
                  <c:v>45811</c:v>
                </c:pt>
                <c:pt idx="18">
                  <c:v>45812</c:v>
                </c:pt>
                <c:pt idx="19">
                  <c:v>45813</c:v>
                </c:pt>
                <c:pt idx="20">
                  <c:v>45814</c:v>
                </c:pt>
                <c:pt idx="21">
                  <c:v>45817</c:v>
                </c:pt>
                <c:pt idx="22">
                  <c:v>45818</c:v>
                </c:pt>
                <c:pt idx="23">
                  <c:v>45819</c:v>
                </c:pt>
                <c:pt idx="24">
                  <c:v>45820</c:v>
                </c:pt>
                <c:pt idx="25">
                  <c:v>45821</c:v>
                </c:pt>
                <c:pt idx="26">
                  <c:v>45824</c:v>
                </c:pt>
                <c:pt idx="27">
                  <c:v>45825</c:v>
                </c:pt>
                <c:pt idx="28">
                  <c:v>45826</c:v>
                </c:pt>
                <c:pt idx="29">
                  <c:v>45828</c:v>
                </c:pt>
                <c:pt idx="30">
                  <c:v>45831</c:v>
                </c:pt>
                <c:pt idx="31">
                  <c:v>45832</c:v>
                </c:pt>
                <c:pt idx="32">
                  <c:v>45833</c:v>
                </c:pt>
                <c:pt idx="33">
                  <c:v>45834</c:v>
                </c:pt>
                <c:pt idx="34">
                  <c:v>45835</c:v>
                </c:pt>
                <c:pt idx="35">
                  <c:v>45838</c:v>
                </c:pt>
                <c:pt idx="36">
                  <c:v>45839</c:v>
                </c:pt>
                <c:pt idx="37">
                  <c:v>45840</c:v>
                </c:pt>
                <c:pt idx="38">
                  <c:v>45841</c:v>
                </c:pt>
                <c:pt idx="39">
                  <c:v>45842</c:v>
                </c:pt>
                <c:pt idx="40">
                  <c:v>45845</c:v>
                </c:pt>
                <c:pt idx="41">
                  <c:v>45846</c:v>
                </c:pt>
                <c:pt idx="42">
                  <c:v>45847</c:v>
                </c:pt>
                <c:pt idx="43">
                  <c:v>45848</c:v>
                </c:pt>
                <c:pt idx="44">
                  <c:v>45849</c:v>
                </c:pt>
                <c:pt idx="45">
                  <c:v>45852</c:v>
                </c:pt>
                <c:pt idx="46">
                  <c:v>45853</c:v>
                </c:pt>
                <c:pt idx="47">
                  <c:v>45854</c:v>
                </c:pt>
                <c:pt idx="48">
                  <c:v>45855</c:v>
                </c:pt>
                <c:pt idx="49">
                  <c:v>45856</c:v>
                </c:pt>
                <c:pt idx="50">
                  <c:v>45859</c:v>
                </c:pt>
                <c:pt idx="51">
                  <c:v>45860</c:v>
                </c:pt>
                <c:pt idx="52">
                  <c:v>45861</c:v>
                </c:pt>
                <c:pt idx="53">
                  <c:v>45862</c:v>
                </c:pt>
                <c:pt idx="54">
                  <c:v>45863</c:v>
                </c:pt>
                <c:pt idx="55">
                  <c:v>45866</c:v>
                </c:pt>
                <c:pt idx="56">
                  <c:v>45867</c:v>
                </c:pt>
                <c:pt idx="57">
                  <c:v>45868</c:v>
                </c:pt>
                <c:pt idx="58">
                  <c:v>45869</c:v>
                </c:pt>
                <c:pt idx="59">
                  <c:v>45870</c:v>
                </c:pt>
                <c:pt idx="60">
                  <c:v>45873</c:v>
                </c:pt>
                <c:pt idx="61">
                  <c:v>45874</c:v>
                </c:pt>
                <c:pt idx="62">
                  <c:v>45875</c:v>
                </c:pt>
                <c:pt idx="63">
                  <c:v>45876</c:v>
                </c:pt>
                <c:pt idx="64">
                  <c:v>45877</c:v>
                </c:pt>
                <c:pt idx="65">
                  <c:v>45880</c:v>
                </c:pt>
                <c:pt idx="66">
                  <c:v>45881</c:v>
                </c:pt>
                <c:pt idx="67">
                  <c:v>45882</c:v>
                </c:pt>
                <c:pt idx="68">
                  <c:v>45883</c:v>
                </c:pt>
                <c:pt idx="69">
                  <c:v>45884</c:v>
                </c:pt>
                <c:pt idx="70">
                  <c:v>45887</c:v>
                </c:pt>
                <c:pt idx="71">
                  <c:v>45888</c:v>
                </c:pt>
                <c:pt idx="72">
                  <c:v>45889</c:v>
                </c:pt>
                <c:pt idx="73">
                  <c:v>45890</c:v>
                </c:pt>
                <c:pt idx="74">
                  <c:v>45891</c:v>
                </c:pt>
                <c:pt idx="75">
                  <c:v>45894</c:v>
                </c:pt>
                <c:pt idx="76">
                  <c:v>45895</c:v>
                </c:pt>
                <c:pt idx="77">
                  <c:v>45896</c:v>
                </c:pt>
                <c:pt idx="78">
                  <c:v>45897</c:v>
                </c:pt>
                <c:pt idx="79">
                  <c:v>45898</c:v>
                </c:pt>
                <c:pt idx="80">
                  <c:v>45901</c:v>
                </c:pt>
                <c:pt idx="81">
                  <c:v>45902</c:v>
                </c:pt>
                <c:pt idx="82">
                  <c:v>45903</c:v>
                </c:pt>
                <c:pt idx="83">
                  <c:v>45904</c:v>
                </c:pt>
                <c:pt idx="84">
                  <c:v>45905</c:v>
                </c:pt>
                <c:pt idx="85">
                  <c:v>45908</c:v>
                </c:pt>
                <c:pt idx="86">
                  <c:v>45909</c:v>
                </c:pt>
                <c:pt idx="87">
                  <c:v>45910</c:v>
                </c:pt>
                <c:pt idx="88">
                  <c:v>45911</c:v>
                </c:pt>
                <c:pt idx="89">
                  <c:v>45912</c:v>
                </c:pt>
                <c:pt idx="90">
                  <c:v>45915</c:v>
                </c:pt>
                <c:pt idx="91">
                  <c:v>45916</c:v>
                </c:pt>
                <c:pt idx="92">
                  <c:v>45917</c:v>
                </c:pt>
                <c:pt idx="93">
                  <c:v>45918</c:v>
                </c:pt>
                <c:pt idx="94">
                  <c:v>45919</c:v>
                </c:pt>
                <c:pt idx="95">
                  <c:v>45922</c:v>
                </c:pt>
                <c:pt idx="96">
                  <c:v>45923</c:v>
                </c:pt>
                <c:pt idx="97">
                  <c:v>45924</c:v>
                </c:pt>
                <c:pt idx="98">
                  <c:v>45925</c:v>
                </c:pt>
                <c:pt idx="99">
                  <c:v>45926</c:v>
                </c:pt>
                <c:pt idx="100">
                  <c:v>45929</c:v>
                </c:pt>
                <c:pt idx="101">
                  <c:v>45930</c:v>
                </c:pt>
                <c:pt idx="102">
                  <c:v>45931</c:v>
                </c:pt>
                <c:pt idx="103">
                  <c:v>45932</c:v>
                </c:pt>
                <c:pt idx="104">
                  <c:v>45933</c:v>
                </c:pt>
                <c:pt idx="105">
                  <c:v>45936</c:v>
                </c:pt>
                <c:pt idx="106">
                  <c:v>45937</c:v>
                </c:pt>
                <c:pt idx="107">
                  <c:v>45938</c:v>
                </c:pt>
                <c:pt idx="108">
                  <c:v>45939</c:v>
                </c:pt>
                <c:pt idx="109">
                  <c:v>45940</c:v>
                </c:pt>
                <c:pt idx="110">
                  <c:v>45943</c:v>
                </c:pt>
                <c:pt idx="111">
                  <c:v>45944</c:v>
                </c:pt>
                <c:pt idx="112">
                  <c:v>45945</c:v>
                </c:pt>
                <c:pt idx="113">
                  <c:v>45946</c:v>
                </c:pt>
                <c:pt idx="114">
                  <c:v>45947</c:v>
                </c:pt>
                <c:pt idx="115">
                  <c:v>45950</c:v>
                </c:pt>
                <c:pt idx="116">
                  <c:v>45951</c:v>
                </c:pt>
                <c:pt idx="117">
                  <c:v>45952</c:v>
                </c:pt>
                <c:pt idx="118">
                  <c:v>45953</c:v>
                </c:pt>
                <c:pt idx="119">
                  <c:v>45954</c:v>
                </c:pt>
                <c:pt idx="120">
                  <c:v>45957</c:v>
                </c:pt>
                <c:pt idx="121">
                  <c:v>45958</c:v>
                </c:pt>
                <c:pt idx="122">
                  <c:v>45959</c:v>
                </c:pt>
                <c:pt idx="123">
                  <c:v>45960</c:v>
                </c:pt>
                <c:pt idx="124">
                  <c:v>45961</c:v>
                </c:pt>
                <c:pt idx="125">
                  <c:v>45964</c:v>
                </c:pt>
                <c:pt idx="126">
                  <c:v>45965</c:v>
                </c:pt>
                <c:pt idx="127">
                  <c:v>45966</c:v>
                </c:pt>
                <c:pt idx="128">
                  <c:v>45967</c:v>
                </c:pt>
                <c:pt idx="129">
                  <c:v>45968</c:v>
                </c:pt>
                <c:pt idx="130">
                  <c:v>45971</c:v>
                </c:pt>
                <c:pt idx="131">
                  <c:v>45972</c:v>
                </c:pt>
                <c:pt idx="132">
                  <c:v>45973</c:v>
                </c:pt>
                <c:pt idx="133">
                  <c:v>45974</c:v>
                </c:pt>
                <c:pt idx="134">
                  <c:v>45975</c:v>
                </c:pt>
                <c:pt idx="135">
                  <c:v>45978</c:v>
                </c:pt>
                <c:pt idx="136">
                  <c:v>45979</c:v>
                </c:pt>
                <c:pt idx="137">
                  <c:v>45980</c:v>
                </c:pt>
                <c:pt idx="138">
                  <c:v>45982</c:v>
                </c:pt>
                <c:pt idx="139">
                  <c:v>45985</c:v>
                </c:pt>
                <c:pt idx="140">
                  <c:v>45986</c:v>
                </c:pt>
                <c:pt idx="141">
                  <c:v>45987</c:v>
                </c:pt>
                <c:pt idx="142">
                  <c:v>45988</c:v>
                </c:pt>
                <c:pt idx="143">
                  <c:v>45989</c:v>
                </c:pt>
                <c:pt idx="144">
                  <c:v>45992</c:v>
                </c:pt>
                <c:pt idx="145">
                  <c:v>45993</c:v>
                </c:pt>
                <c:pt idx="146">
                  <c:v>45994</c:v>
                </c:pt>
                <c:pt idx="147">
                  <c:v>45995</c:v>
                </c:pt>
                <c:pt idx="148">
                  <c:v>45996</c:v>
                </c:pt>
                <c:pt idx="149">
                  <c:v>45999</c:v>
                </c:pt>
                <c:pt idx="150">
                  <c:v>46000</c:v>
                </c:pt>
                <c:pt idx="151">
                  <c:v>46001</c:v>
                </c:pt>
                <c:pt idx="152">
                  <c:v>46002</c:v>
                </c:pt>
                <c:pt idx="153">
                  <c:v>46003</c:v>
                </c:pt>
                <c:pt idx="154">
                  <c:v>46006</c:v>
                </c:pt>
                <c:pt idx="155">
                  <c:v>46007</c:v>
                </c:pt>
                <c:pt idx="156">
                  <c:v>46008</c:v>
                </c:pt>
                <c:pt idx="157">
                  <c:v>46009</c:v>
                </c:pt>
                <c:pt idx="158">
                  <c:v>46010</c:v>
                </c:pt>
                <c:pt idx="159">
                  <c:v>46013</c:v>
                </c:pt>
                <c:pt idx="160">
                  <c:v>46014</c:v>
                </c:pt>
                <c:pt idx="161">
                  <c:v>46015</c:v>
                </c:pt>
                <c:pt idx="162">
                  <c:v>46017</c:v>
                </c:pt>
                <c:pt idx="163">
                  <c:v>46020</c:v>
                </c:pt>
                <c:pt idx="164">
                  <c:v>46021</c:v>
                </c:pt>
                <c:pt idx="165">
                  <c:v>46022</c:v>
                </c:pt>
                <c:pt idx="166">
                  <c:v>46024</c:v>
                </c:pt>
                <c:pt idx="167">
                  <c:v>46027</c:v>
                </c:pt>
                <c:pt idx="168">
                  <c:v>46028</c:v>
                </c:pt>
                <c:pt idx="169">
                  <c:v>46029</c:v>
                </c:pt>
                <c:pt idx="170">
                  <c:v>46030</c:v>
                </c:pt>
                <c:pt idx="171">
                  <c:v>46031</c:v>
                </c:pt>
                <c:pt idx="172">
                  <c:v>46034</c:v>
                </c:pt>
                <c:pt idx="173">
                  <c:v>46035</c:v>
                </c:pt>
                <c:pt idx="174">
                  <c:v>46036</c:v>
                </c:pt>
                <c:pt idx="175">
                  <c:v>46037</c:v>
                </c:pt>
                <c:pt idx="176">
                  <c:v>46038</c:v>
                </c:pt>
                <c:pt idx="177">
                  <c:v>46041</c:v>
                </c:pt>
                <c:pt idx="178">
                  <c:v>46042</c:v>
                </c:pt>
                <c:pt idx="179">
                  <c:v>46043</c:v>
                </c:pt>
                <c:pt idx="180">
                  <c:v>46044</c:v>
                </c:pt>
                <c:pt idx="181">
                  <c:v>46045</c:v>
                </c:pt>
                <c:pt idx="182">
                  <c:v>46048</c:v>
                </c:pt>
                <c:pt idx="183">
                  <c:v>46049</c:v>
                </c:pt>
                <c:pt idx="184">
                  <c:v>46050</c:v>
                </c:pt>
                <c:pt idx="185">
                  <c:v>46051</c:v>
                </c:pt>
                <c:pt idx="186">
                  <c:v>46052</c:v>
                </c:pt>
                <c:pt idx="187">
                  <c:v>46055</c:v>
                </c:pt>
                <c:pt idx="188">
                  <c:v>46056</c:v>
                </c:pt>
                <c:pt idx="189">
                  <c:v>46057</c:v>
                </c:pt>
                <c:pt idx="190">
                  <c:v>46058</c:v>
                </c:pt>
                <c:pt idx="191">
                  <c:v>46059</c:v>
                </c:pt>
                <c:pt idx="192">
                  <c:v>46062</c:v>
                </c:pt>
                <c:pt idx="193">
                  <c:v>46063</c:v>
                </c:pt>
                <c:pt idx="194">
                  <c:v>46064</c:v>
                </c:pt>
                <c:pt idx="195">
                  <c:v>46065</c:v>
                </c:pt>
                <c:pt idx="196">
                  <c:v>46066</c:v>
                </c:pt>
                <c:pt idx="197">
                  <c:v>46071</c:v>
                </c:pt>
                <c:pt idx="198">
                  <c:v>46072</c:v>
                </c:pt>
                <c:pt idx="199">
                  <c:v>46073</c:v>
                </c:pt>
                <c:pt idx="200">
                  <c:v>46076</c:v>
                </c:pt>
                <c:pt idx="201">
                  <c:v>46077</c:v>
                </c:pt>
                <c:pt idx="202">
                  <c:v>46078</c:v>
                </c:pt>
                <c:pt idx="203">
                  <c:v>46079</c:v>
                </c:pt>
                <c:pt idx="204">
                  <c:v>46080</c:v>
                </c:pt>
                <c:pt idx="205">
                  <c:v>46083</c:v>
                </c:pt>
                <c:pt idx="206">
                  <c:v>46084</c:v>
                </c:pt>
                <c:pt idx="207">
                  <c:v>46085</c:v>
                </c:pt>
                <c:pt idx="208">
                  <c:v>46086</c:v>
                </c:pt>
                <c:pt idx="209">
                  <c:v>46087</c:v>
                </c:pt>
                <c:pt idx="210">
                  <c:v>46090</c:v>
                </c:pt>
                <c:pt idx="211">
                  <c:v>46091</c:v>
                </c:pt>
                <c:pt idx="212">
                  <c:v>46092</c:v>
                </c:pt>
                <c:pt idx="213">
                  <c:v>46093</c:v>
                </c:pt>
                <c:pt idx="214">
                  <c:v>46094</c:v>
                </c:pt>
                <c:pt idx="215">
                  <c:v>46097</c:v>
                </c:pt>
                <c:pt idx="216">
                  <c:v>46098</c:v>
                </c:pt>
                <c:pt idx="217">
                  <c:v>46099</c:v>
                </c:pt>
                <c:pt idx="218">
                  <c:v>46100</c:v>
                </c:pt>
                <c:pt idx="219">
                  <c:v>46101</c:v>
                </c:pt>
                <c:pt idx="220">
                  <c:v>46104</c:v>
                </c:pt>
                <c:pt idx="221">
                  <c:v>46105</c:v>
                </c:pt>
                <c:pt idx="222">
                  <c:v>46106</c:v>
                </c:pt>
                <c:pt idx="223">
                  <c:v>46107</c:v>
                </c:pt>
                <c:pt idx="224">
                  <c:v>46108</c:v>
                </c:pt>
                <c:pt idx="225">
                  <c:v>46111</c:v>
                </c:pt>
                <c:pt idx="226">
                  <c:v>46112</c:v>
                </c:pt>
                <c:pt idx="227">
                  <c:v>46113</c:v>
                </c:pt>
                <c:pt idx="228">
                  <c:v>46114</c:v>
                </c:pt>
                <c:pt idx="229">
                  <c:v>46118</c:v>
                </c:pt>
                <c:pt idx="230">
                  <c:v>46119</c:v>
                </c:pt>
                <c:pt idx="231">
                  <c:v>46120</c:v>
                </c:pt>
                <c:pt idx="232">
                  <c:v>46121</c:v>
                </c:pt>
                <c:pt idx="233">
                  <c:v>46122</c:v>
                </c:pt>
                <c:pt idx="234">
                  <c:v>46125</c:v>
                </c:pt>
                <c:pt idx="235">
                  <c:v>46126</c:v>
                </c:pt>
                <c:pt idx="236">
                  <c:v>46127</c:v>
                </c:pt>
                <c:pt idx="237">
                  <c:v>46128</c:v>
                </c:pt>
                <c:pt idx="238">
                  <c:v>46129</c:v>
                </c:pt>
                <c:pt idx="239">
                  <c:v>46132</c:v>
                </c:pt>
                <c:pt idx="240">
                  <c:v>46134</c:v>
                </c:pt>
                <c:pt idx="241">
                  <c:v>46135</c:v>
                </c:pt>
                <c:pt idx="242">
                  <c:v>46136</c:v>
                </c:pt>
                <c:pt idx="243">
                  <c:v>46139</c:v>
                </c:pt>
                <c:pt idx="244">
                  <c:v>46140</c:v>
                </c:pt>
                <c:pt idx="245">
                  <c:v>46141</c:v>
                </c:pt>
                <c:pt idx="246">
                  <c:v>46142</c:v>
                </c:pt>
                <c:pt idx="247">
                  <c:v>46146</c:v>
                </c:pt>
                <c:pt idx="248">
                  <c:v>46147</c:v>
                </c:pt>
                <c:pt idx="249">
                  <c:v>46148</c:v>
                </c:pt>
                <c:pt idx="250">
                  <c:v>46149</c:v>
                </c:pt>
                <c:pt idx="251">
                  <c:v>46150</c:v>
                </c:pt>
                <c:pt idx="252">
                  <c:v>46153</c:v>
                </c:pt>
                <c:pt idx="253">
                  <c:v>46154</c:v>
                </c:pt>
                <c:pt idx="254">
                  <c:v>46155</c:v>
                </c:pt>
                <c:pt idx="255">
                  <c:v>46156</c:v>
                </c:pt>
                <c:pt idx="256">
                  <c:v>46157</c:v>
                </c:pt>
                <c:pt idx="257">
                  <c:v>46160</c:v>
                </c:pt>
                <c:pt idx="258">
                  <c:v>46161</c:v>
                </c:pt>
                <c:pt idx="259">
                  <c:v>46162</c:v>
                </c:pt>
                <c:pt idx="260">
                  <c:v>46163</c:v>
                </c:pt>
                <c:pt idx="261">
                  <c:v>46164</c:v>
                </c:pt>
                <c:pt idx="262">
                  <c:v>46167</c:v>
                </c:pt>
                <c:pt idx="263">
                  <c:v>46168</c:v>
                </c:pt>
                <c:pt idx="264">
                  <c:v>46169</c:v>
                </c:pt>
                <c:pt idx="265">
                  <c:v>46170</c:v>
                </c:pt>
                <c:pt idx="266">
                  <c:v>46171</c:v>
                </c:pt>
                <c:pt idx="267">
                  <c:v>46174</c:v>
                </c:pt>
                <c:pt idx="268">
                  <c:v>46175</c:v>
                </c:pt>
                <c:pt idx="269">
                  <c:v>46176</c:v>
                </c:pt>
                <c:pt idx="270">
                  <c:v>46178</c:v>
                </c:pt>
                <c:pt idx="271">
                  <c:v>46181</c:v>
                </c:pt>
                <c:pt idx="272">
                  <c:v>46182</c:v>
                </c:pt>
                <c:pt idx="273">
                  <c:v>46183</c:v>
                </c:pt>
                <c:pt idx="274">
                  <c:v>46184</c:v>
                </c:pt>
                <c:pt idx="275">
                  <c:v>46185</c:v>
                </c:pt>
                <c:pt idx="276">
                  <c:v>46188</c:v>
                </c:pt>
                <c:pt idx="277">
                  <c:v>46189</c:v>
                </c:pt>
                <c:pt idx="278">
                  <c:v>46190</c:v>
                </c:pt>
                <c:pt idx="279">
                  <c:v>46191</c:v>
                </c:pt>
                <c:pt idx="280">
                  <c:v>46192</c:v>
                </c:pt>
                <c:pt idx="281">
                  <c:v>46195</c:v>
                </c:pt>
                <c:pt idx="282">
                  <c:v>46196</c:v>
                </c:pt>
                <c:pt idx="283">
                  <c:v>46197</c:v>
                </c:pt>
                <c:pt idx="284">
                  <c:v>46198</c:v>
                </c:pt>
                <c:pt idx="285">
                  <c:v>46199</c:v>
                </c:pt>
                <c:pt idx="286">
                  <c:v>46202</c:v>
                </c:pt>
                <c:pt idx="287">
                  <c:v>46203</c:v>
                </c:pt>
                <c:pt idx="288">
                  <c:v>46204</c:v>
                </c:pt>
                <c:pt idx="289">
                  <c:v>46205</c:v>
                </c:pt>
                <c:pt idx="290">
                  <c:v>46206</c:v>
                </c:pt>
                <c:pt idx="291">
                  <c:v>46209</c:v>
                </c:pt>
                <c:pt idx="292">
                  <c:v>46210</c:v>
                </c:pt>
                <c:pt idx="293">
                  <c:v>46211</c:v>
                </c:pt>
                <c:pt idx="294">
                  <c:v>46212</c:v>
                </c:pt>
                <c:pt idx="295">
                  <c:v>46213</c:v>
                </c:pt>
                <c:pt idx="296">
                  <c:v>46216</c:v>
                </c:pt>
                <c:pt idx="297">
                  <c:v>46217</c:v>
                </c:pt>
                <c:pt idx="298">
                  <c:v>46218</c:v>
                </c:pt>
                <c:pt idx="299">
                  <c:v>46219</c:v>
                </c:pt>
                <c:pt idx="300">
                  <c:v>46220</c:v>
                </c:pt>
                <c:pt idx="301">
                  <c:v>46223</c:v>
                </c:pt>
                <c:pt idx="302">
                  <c:v>46224</c:v>
                </c:pt>
                <c:pt idx="303">
                  <c:v>46225</c:v>
                </c:pt>
                <c:pt idx="304">
                  <c:v>46226</c:v>
                </c:pt>
                <c:pt idx="305">
                  <c:v>46227</c:v>
                </c:pt>
                <c:pt idx="306">
                  <c:v>46230</c:v>
                </c:pt>
                <c:pt idx="307">
                  <c:v>46231</c:v>
                </c:pt>
                <c:pt idx="308">
                  <c:v>46232</c:v>
                </c:pt>
                <c:pt idx="309">
                  <c:v>46233</c:v>
                </c:pt>
                <c:pt idx="310">
                  <c:v>46234</c:v>
                </c:pt>
                <c:pt idx="311">
                  <c:v>46237</c:v>
                </c:pt>
                <c:pt idx="312">
                  <c:v>46238</c:v>
                </c:pt>
                <c:pt idx="313">
                  <c:v>46239</c:v>
                </c:pt>
                <c:pt idx="314">
                  <c:v>46240</c:v>
                </c:pt>
                <c:pt idx="315">
                  <c:v>46241</c:v>
                </c:pt>
                <c:pt idx="316">
                  <c:v>46244</c:v>
                </c:pt>
                <c:pt idx="317">
                  <c:v>46245</c:v>
                </c:pt>
                <c:pt idx="318">
                  <c:v>46246</c:v>
                </c:pt>
                <c:pt idx="319">
                  <c:v>46247</c:v>
                </c:pt>
                <c:pt idx="320">
                  <c:v>46248</c:v>
                </c:pt>
                <c:pt idx="321">
                  <c:v>46251</c:v>
                </c:pt>
                <c:pt idx="322">
                  <c:v>46252</c:v>
                </c:pt>
                <c:pt idx="323">
                  <c:v>46253</c:v>
                </c:pt>
                <c:pt idx="324">
                  <c:v>46254</c:v>
                </c:pt>
                <c:pt idx="325">
                  <c:v>46255</c:v>
                </c:pt>
                <c:pt idx="326">
                  <c:v>46258</c:v>
                </c:pt>
                <c:pt idx="327">
                  <c:v>46259</c:v>
                </c:pt>
                <c:pt idx="328">
                  <c:v>46260</c:v>
                </c:pt>
                <c:pt idx="329">
                  <c:v>46261</c:v>
                </c:pt>
                <c:pt idx="330">
                  <c:v>46262</c:v>
                </c:pt>
                <c:pt idx="331">
                  <c:v>46265</c:v>
                </c:pt>
                <c:pt idx="332">
                  <c:v>46266</c:v>
                </c:pt>
                <c:pt idx="333">
                  <c:v>46267</c:v>
                </c:pt>
                <c:pt idx="334">
                  <c:v>46268</c:v>
                </c:pt>
                <c:pt idx="335">
                  <c:v>46269</c:v>
                </c:pt>
                <c:pt idx="336">
                  <c:v>46273</c:v>
                </c:pt>
                <c:pt idx="337">
                  <c:v>46274</c:v>
                </c:pt>
                <c:pt idx="338">
                  <c:v>46275</c:v>
                </c:pt>
                <c:pt idx="339">
                  <c:v>46276</c:v>
                </c:pt>
                <c:pt idx="340">
                  <c:v>46279</c:v>
                </c:pt>
                <c:pt idx="341">
                  <c:v>46280</c:v>
                </c:pt>
                <c:pt idx="342">
                  <c:v>46281</c:v>
                </c:pt>
                <c:pt idx="343">
                  <c:v>46282</c:v>
                </c:pt>
                <c:pt idx="344">
                  <c:v>46283</c:v>
                </c:pt>
                <c:pt idx="345">
                  <c:v>46286</c:v>
                </c:pt>
                <c:pt idx="346">
                  <c:v>46287</c:v>
                </c:pt>
                <c:pt idx="347">
                  <c:v>46288</c:v>
                </c:pt>
                <c:pt idx="348">
                  <c:v>46289</c:v>
                </c:pt>
                <c:pt idx="349">
                  <c:v>46290</c:v>
                </c:pt>
                <c:pt idx="350">
                  <c:v>46293</c:v>
                </c:pt>
                <c:pt idx="351">
                  <c:v>46294</c:v>
                </c:pt>
                <c:pt idx="352">
                  <c:v>46295</c:v>
                </c:pt>
              </c:numCache>
            </c:numRef>
          </c:cat>
          <c:val>
            <c:numRef>
              <c:f>Dados!$Z$2:$Z$100000</c:f>
              <c:numCache>
                <c:formatCode>General</c:formatCode>
                <c:ptCount val="99999"/>
                <c:pt idx="0">
                  <c:v>0</c:v>
                </c:pt>
                <c:pt idx="1">
                  <c:v>5.4266235986011324E-4</c:v>
                </c:pt>
                <c:pt idx="2">
                  <c:v>1.0856192021568845E-3</c:v>
                </c:pt>
                <c:pt idx="3">
                  <c:v>1.6288706866953717E-3</c:v>
                </c:pt>
                <c:pt idx="4">
                  <c:v>2.1724169733661203E-3</c:v>
                </c:pt>
                <c:pt idx="5">
                  <c:v>2.716258222147605E-3</c:v>
                </c:pt>
                <c:pt idx="6">
                  <c:v>3.2603945931044542E-3</c:v>
                </c:pt>
                <c:pt idx="7">
                  <c:v>3.8048262463885596E-3</c:v>
                </c:pt>
                <c:pt idx="8">
                  <c:v>4.3495533422384103E-3</c:v>
                </c:pt>
                <c:pt idx="9">
                  <c:v>4.894576040979759E-3</c:v>
                </c:pt>
                <c:pt idx="10">
                  <c:v>5.4398945030247337E-3</c:v>
                </c:pt>
                <c:pt idx="11">
                  <c:v>5.98550888887317E-3</c:v>
                </c:pt>
                <c:pt idx="12">
                  <c:v>6.5314193591117231E-3</c:v>
                </c:pt>
                <c:pt idx="13">
                  <c:v>7.0776260744145336E-3</c:v>
                </c:pt>
                <c:pt idx="14">
                  <c:v>7.6241291955423396E-3</c:v>
                </c:pt>
                <c:pt idx="15">
                  <c:v>8.1709288833438087E-3</c:v>
                </c:pt>
                <c:pt idx="16">
                  <c:v>8.7180252987537621E-3</c:v>
                </c:pt>
                <c:pt idx="17">
                  <c:v>9.2654186027960606E-3</c:v>
                </c:pt>
                <c:pt idx="18">
                  <c:v>9.8131089565800522E-3</c:v>
                </c:pt>
                <c:pt idx="19">
                  <c:v>1.0361096521304125E-2</c:v>
                </c:pt>
                <c:pt idx="20">
                  <c:v>1.0909381458253264E-2</c:v>
                </c:pt>
                <c:pt idx="21">
                  <c:v>1.1457963928800163E-2</c:v>
                </c:pt>
                <c:pt idx="22">
                  <c:v>1.2006844094405E-2</c:v>
                </c:pt>
                <c:pt idx="23">
                  <c:v>1.2556022116615884E-2</c:v>
                </c:pt>
                <c:pt idx="24">
                  <c:v>1.3105498157068407E-2</c:v>
                </c:pt>
                <c:pt idx="25">
                  <c:v>1.3655272377485428E-2</c:v>
                </c:pt>
                <c:pt idx="26">
                  <c:v>1.4205344939678621E-2</c:v>
                </c:pt>
                <c:pt idx="27">
                  <c:v>1.475571600554626E-2</c:v>
                </c:pt>
                <c:pt idx="28">
                  <c:v>1.5306385737075212E-2</c:v>
                </c:pt>
                <c:pt idx="29">
                  <c:v>1.5857354296340498E-2</c:v>
                </c:pt>
                <c:pt idx="30">
                  <c:v>1.6417407266050787E-2</c:v>
                </c:pt>
                <c:pt idx="31">
                  <c:v>1.6977768998923448E-2</c:v>
                </c:pt>
                <c:pt idx="32">
                  <c:v>1.7538439665182093E-2</c:v>
                </c:pt>
                <c:pt idx="33">
                  <c:v>1.8099419435145814E-2</c:v>
                </c:pt>
                <c:pt idx="34">
                  <c:v>1.8660708479226518E-2</c:v>
                </c:pt>
                <c:pt idx="35">
                  <c:v>1.9222306967930036E-2</c:v>
                </c:pt>
                <c:pt idx="36">
                  <c:v>1.9784215071856792E-2</c:v>
                </c:pt>
                <c:pt idx="37">
                  <c:v>2.0346432961700467E-2</c:v>
                </c:pt>
                <c:pt idx="38">
                  <c:v>2.0908960808249777E-2</c:v>
                </c:pt>
                <c:pt idx="39">
                  <c:v>2.1471798782387141E-2</c:v>
                </c:pt>
                <c:pt idx="40">
                  <c:v>2.2034947055089127E-2</c:v>
                </c:pt>
                <c:pt idx="41">
                  <c:v>2.2598405797426668E-2</c:v>
                </c:pt>
                <c:pt idx="42">
                  <c:v>2.3162175180564848E-2</c:v>
                </c:pt>
                <c:pt idx="43">
                  <c:v>2.3726255375763339E-2</c:v>
                </c:pt>
                <c:pt idx="44">
                  <c:v>2.4290646554376183E-2</c:v>
                </c:pt>
                <c:pt idx="45">
                  <c:v>2.4855348887851791E-2</c:v>
                </c:pt>
                <c:pt idx="46">
                  <c:v>2.5420362547732944E-2</c:v>
                </c:pt>
                <c:pt idx="47">
                  <c:v>2.5985687705657678E-2</c:v>
                </c:pt>
                <c:pt idx="48">
                  <c:v>2.6551324533357734E-2</c:v>
                </c:pt>
                <c:pt idx="49">
                  <c:v>2.711727320266033E-2</c:v>
                </c:pt>
                <c:pt idx="50">
                  <c:v>2.7683533885486611E-2</c:v>
                </c:pt>
                <c:pt idx="51">
                  <c:v>2.8250106753853421E-2</c:v>
                </c:pt>
                <c:pt idx="52">
                  <c:v>2.8816991979871753E-2</c:v>
                </c:pt>
                <c:pt idx="53">
                  <c:v>2.9384189735747634E-2</c:v>
                </c:pt>
                <c:pt idx="54">
                  <c:v>2.9951700193782127E-2</c:v>
                </c:pt>
                <c:pt idx="55">
                  <c:v>3.0519523526371328E-2</c:v>
                </c:pt>
                <c:pt idx="56">
                  <c:v>3.1087659906006371E-2</c:v>
                </c:pt>
                <c:pt idx="57">
                  <c:v>3.1656109505273422E-2</c:v>
                </c:pt>
                <c:pt idx="58">
                  <c:v>3.2224872496853685E-2</c:v>
                </c:pt>
                <c:pt idx="59">
                  <c:v>3.2793949053523619E-2</c:v>
                </c:pt>
                <c:pt idx="60">
                  <c:v>3.3363339348155163E-2</c:v>
                </c:pt>
                <c:pt idx="61">
                  <c:v>3.3933043553715292E-2</c:v>
                </c:pt>
                <c:pt idx="62">
                  <c:v>3.450306184326668E-2</c:v>
                </c:pt>
                <c:pt idx="63">
                  <c:v>3.5073394389966817E-2</c:v>
                </c:pt>
                <c:pt idx="64">
                  <c:v>3.5644041367069113E-2</c:v>
                </c:pt>
                <c:pt idx="65">
                  <c:v>3.6215002947922681E-2</c:v>
                </c:pt>
                <c:pt idx="66">
                  <c:v>3.6786279305971448E-2</c:v>
                </c:pt>
                <c:pt idx="67">
                  <c:v>3.7357870614755706E-2</c:v>
                </c:pt>
                <c:pt idx="68">
                  <c:v>3.7929777047911228E-2</c:v>
                </c:pt>
                <c:pt idx="69">
                  <c:v>3.8501998779169266E-2</c:v>
                </c:pt>
                <c:pt idx="70">
                  <c:v>3.9074535982356995E-2</c:v>
                </c:pt>
                <c:pt idx="71">
                  <c:v>3.9647388831397512E-2</c:v>
                </c:pt>
                <c:pt idx="72">
                  <c:v>4.0220557500309839E-2</c:v>
                </c:pt>
                <c:pt idx="73">
                  <c:v>4.0794042163208699E-2</c:v>
                </c:pt>
                <c:pt idx="74">
                  <c:v>4.136784299430496E-2</c:v>
                </c:pt>
                <c:pt idx="75">
                  <c:v>4.1941960167905412E-2</c:v>
                </c:pt>
                <c:pt idx="76">
                  <c:v>4.2516393858413215E-2</c:v>
                </c:pt>
                <c:pt idx="77">
                  <c:v>4.3091144240327672E-2</c:v>
                </c:pt>
                <c:pt idx="78">
                  <c:v>4.3666211488243567E-2</c:v>
                </c:pt>
                <c:pt idx="79">
                  <c:v>4.424159577685316E-2</c:v>
                </c:pt>
                <c:pt idx="80">
                  <c:v>4.4817297280943968E-2</c:v>
                </c:pt>
                <c:pt idx="81">
                  <c:v>4.53933161754001E-2</c:v>
                </c:pt>
                <c:pt idx="82">
                  <c:v>4.5969652635202696E-2</c:v>
                </c:pt>
                <c:pt idx="83">
                  <c:v>4.6546306835428597E-2</c:v>
                </c:pt>
                <c:pt idx="84">
                  <c:v>4.7123278951251679E-2</c:v>
                </c:pt>
                <c:pt idx="85">
                  <c:v>4.7700569157941963E-2</c:v>
                </c:pt>
                <c:pt idx="86">
                  <c:v>4.8278177630866503E-2</c:v>
                </c:pt>
                <c:pt idx="87">
                  <c:v>4.8856104545488721E-2</c:v>
                </c:pt>
                <c:pt idx="88">
                  <c:v>4.9434350077369071E-2</c:v>
                </c:pt>
                <c:pt idx="89">
                  <c:v>5.0012914402164599E-2</c:v>
                </c:pt>
                <c:pt idx="90">
                  <c:v>5.0591797695629159E-2</c:v>
                </c:pt>
                <c:pt idx="91">
                  <c:v>5.1171000133613864E-2</c:v>
                </c:pt>
                <c:pt idx="92">
                  <c:v>5.175052189206597E-2</c:v>
                </c:pt>
                <c:pt idx="93">
                  <c:v>5.2330363147030434E-2</c:v>
                </c:pt>
                <c:pt idx="94">
                  <c:v>5.2910524074649468E-2</c:v>
                </c:pt>
                <c:pt idx="95">
                  <c:v>5.3491004851161428E-2</c:v>
                </c:pt>
                <c:pt idx="96">
                  <c:v>5.4071805652902816E-2</c:v>
                </c:pt>
                <c:pt idx="97">
                  <c:v>5.4652926656306722E-2</c:v>
                </c:pt>
                <c:pt idx="98">
                  <c:v>5.5234368037903936E-2</c:v>
                </c:pt>
                <c:pt idx="99">
                  <c:v>5.5816129974322282E-2</c:v>
                </c:pt>
                <c:pt idx="100">
                  <c:v>5.6398212642286838E-2</c:v>
                </c:pt>
                <c:pt idx="101">
                  <c:v>5.6980616218620828E-2</c:v>
                </c:pt>
                <c:pt idx="102">
                  <c:v>5.7563340880243841E-2</c:v>
                </c:pt>
                <c:pt idx="103">
                  <c:v>5.8146386804173833E-2</c:v>
                </c:pt>
                <c:pt idx="104">
                  <c:v>5.872975416752646E-2</c:v>
                </c:pt>
                <c:pt idx="105">
                  <c:v>5.9313443147514189E-2</c:v>
                </c:pt>
                <c:pt idx="106">
                  <c:v>5.9897453921448074E-2</c:v>
                </c:pt>
                <c:pt idx="107">
                  <c:v>6.0481786666736204E-2</c:v>
                </c:pt>
                <c:pt idx="108">
                  <c:v>6.1066441560885254E-2</c:v>
                </c:pt>
                <c:pt idx="109">
                  <c:v>6.1651418781498935E-2</c:v>
                </c:pt>
                <c:pt idx="110">
                  <c:v>6.2236718506279542E-2</c:v>
                </c:pt>
                <c:pt idx="111">
                  <c:v>6.2822340913026853E-2</c:v>
                </c:pt>
                <c:pt idx="112">
                  <c:v>6.3408286179639006E-2</c:v>
                </c:pt>
                <c:pt idx="113">
                  <c:v>6.3994554484112065E-2</c:v>
                </c:pt>
                <c:pt idx="114">
                  <c:v>6.4581146004539791E-2</c:v>
                </c:pt>
                <c:pt idx="115">
                  <c:v>6.51680609191152E-2</c:v>
                </c:pt>
                <c:pt idx="116">
                  <c:v>6.5755299406128787E-2</c:v>
                </c:pt>
                <c:pt idx="117">
                  <c:v>6.6342861643969187E-2</c:v>
                </c:pt>
                <c:pt idx="118">
                  <c:v>6.6930747811124069E-2</c:v>
                </c:pt>
                <c:pt idx="119">
                  <c:v>6.7518958086178804E-2</c:v>
                </c:pt>
                <c:pt idx="120">
                  <c:v>6.8107492647817569E-2</c:v>
                </c:pt>
                <c:pt idx="121">
                  <c:v>6.8696351674823131E-2</c:v>
                </c:pt>
                <c:pt idx="122">
                  <c:v>6.9285535346076843E-2</c:v>
                </c:pt>
                <c:pt idx="123">
                  <c:v>6.9875043840558204E-2</c:v>
                </c:pt>
                <c:pt idx="124">
                  <c:v>7.0464877337345744E-2</c:v>
                </c:pt>
                <c:pt idx="125">
                  <c:v>7.1055036015616801E-2</c:v>
                </c:pt>
                <c:pt idx="126">
                  <c:v>7.1645520054647527E-2</c:v>
                </c:pt>
                <c:pt idx="127">
                  <c:v>7.2236329633812435E-2</c:v>
                </c:pt>
                <c:pt idx="128">
                  <c:v>7.2827464932585739E-2</c:v>
                </c:pt>
                <c:pt idx="129">
                  <c:v>7.3418926130539575E-2</c:v>
                </c:pt>
                <c:pt idx="130">
                  <c:v>7.4010713407345996E-2</c:v>
                </c:pt>
                <c:pt idx="131">
                  <c:v>7.4602826942775646E-2</c:v>
                </c:pt>
                <c:pt idx="132">
                  <c:v>7.5195266916698644E-2</c:v>
                </c:pt>
                <c:pt idx="133">
                  <c:v>7.5788033509083474E-2</c:v>
                </c:pt>
                <c:pt idx="134">
                  <c:v>7.6381126899998542E-2</c:v>
                </c:pt>
                <c:pt idx="135">
                  <c:v>7.6974547269611504E-2</c:v>
                </c:pt>
                <c:pt idx="136">
                  <c:v>7.7568294798189275E-2</c:v>
                </c:pt>
                <c:pt idx="137">
                  <c:v>7.8162369666098019E-2</c:v>
                </c:pt>
                <c:pt idx="138">
                  <c:v>7.8756772053803159E-2</c:v>
                </c:pt>
                <c:pt idx="139">
                  <c:v>7.9351502141870034E-2</c:v>
                </c:pt>
                <c:pt idx="140">
                  <c:v>7.9946560110963238E-2</c:v>
                </c:pt>
                <c:pt idx="141">
                  <c:v>8.0541946141847065E-2</c:v>
                </c:pt>
                <c:pt idx="142">
                  <c:v>8.1137660415385726E-2</c:v>
                </c:pt>
                <c:pt idx="143">
                  <c:v>8.1733703112542688E-2</c:v>
                </c:pt>
                <c:pt idx="144">
                  <c:v>8.2330074414381338E-2</c:v>
                </c:pt>
                <c:pt idx="145">
                  <c:v>8.2926774502064982E-2</c:v>
                </c:pt>
                <c:pt idx="146">
                  <c:v>8.3523803556856846E-2</c:v>
                </c:pt>
                <c:pt idx="147">
                  <c:v>8.4121161760119856E-2</c:v>
                </c:pt>
                <c:pt idx="148">
                  <c:v>8.4718849293317078E-2</c:v>
                </c:pt>
                <c:pt idx="149">
                  <c:v>8.5316866338011943E-2</c:v>
                </c:pt>
                <c:pt idx="150">
                  <c:v>8.5915213075867136E-2</c:v>
                </c:pt>
                <c:pt idx="151">
                  <c:v>8.6513889688646373E-2</c:v>
                </c:pt>
                <c:pt idx="152">
                  <c:v>8.7112896358213066E-2</c:v>
                </c:pt>
                <c:pt idx="153">
                  <c:v>8.771223326653077E-2</c:v>
                </c:pt>
                <c:pt idx="154">
                  <c:v>8.8311900595664294E-2</c:v>
                </c:pt>
                <c:pt idx="155">
                  <c:v>8.8911898527777478E-2</c:v>
                </c:pt>
                <c:pt idx="156">
                  <c:v>8.9512227245135634E-2</c:v>
                </c:pt>
                <c:pt idx="157">
                  <c:v>9.0112886930103997E-2</c:v>
                </c:pt>
                <c:pt idx="158">
                  <c:v>9.0713877765148832E-2</c:v>
                </c:pt>
                <c:pt idx="159">
                  <c:v>9.1315199932836322E-2</c:v>
                </c:pt>
                <c:pt idx="160">
                  <c:v>9.1916853615833904E-2</c:v>
                </c:pt>
                <c:pt idx="161">
                  <c:v>9.2518838996909381E-2</c:v>
                </c:pt>
                <c:pt idx="162">
                  <c:v>9.3121156258931581E-2</c:v>
                </c:pt>
                <c:pt idx="163">
                  <c:v>9.3723805584869924E-2</c:v>
                </c:pt>
                <c:pt idx="164">
                  <c:v>9.4326787157794856E-2</c:v>
                </c:pt>
                <c:pt idx="165">
                  <c:v>9.4930101160877411E-2</c:v>
                </c:pt>
                <c:pt idx="166">
                  <c:v>9.5533747777390099E-2</c:v>
                </c:pt>
                <c:pt idx="167">
                  <c:v>9.6137727190706235E-2</c:v>
                </c:pt>
                <c:pt idx="168">
                  <c:v>9.6742039584300166E-2</c:v>
                </c:pt>
                <c:pt idx="169">
                  <c:v>9.7346685141747491E-2</c:v>
                </c:pt>
                <c:pt idx="170">
                  <c:v>9.7951664046725062E-2</c:v>
                </c:pt>
                <c:pt idx="171">
                  <c:v>9.8556976483010761E-2</c:v>
                </c:pt>
                <c:pt idx="172">
                  <c:v>9.9162622634484165E-2</c:v>
                </c:pt>
                <c:pt idx="173">
                  <c:v>9.9768602685125662E-2</c:v>
                </c:pt>
                <c:pt idx="174">
                  <c:v>0.100374916819018</c:v>
                </c:pt>
                <c:pt idx="175">
                  <c:v>0.10098156522034407</c:v>
                </c:pt>
                <c:pt idx="176">
                  <c:v>0.10158854807338979</c:v>
                </c:pt>
                <c:pt idx="177">
                  <c:v>0.10219586556254145</c:v>
                </c:pt>
                <c:pt idx="178">
                  <c:v>0.10280351787228792</c:v>
                </c:pt>
                <c:pt idx="179">
                  <c:v>0.10341150518721864</c:v>
                </c:pt>
                <c:pt idx="180">
                  <c:v>0.10401982769202656</c:v>
                </c:pt>
                <c:pt idx="181">
                  <c:v>0.1046284855715045</c:v>
                </c:pt>
                <c:pt idx="182">
                  <c:v>0.10523747901054858</c:v>
                </c:pt>
                <c:pt idx="183">
                  <c:v>0.10584680819415615</c:v>
                </c:pt>
                <c:pt idx="184">
                  <c:v>0.10645647330742691</c:v>
                </c:pt>
                <c:pt idx="185">
                  <c:v>0.10706647453556228</c:v>
                </c:pt>
                <c:pt idx="186">
                  <c:v>0.10767681206386626</c:v>
                </c:pt>
                <c:pt idx="187">
                  <c:v>0.1082874860777443</c:v>
                </c:pt>
                <c:pt idx="188">
                  <c:v>0.10889849676270491</c:v>
                </c:pt>
                <c:pt idx="189">
                  <c:v>0.10950984430435806</c:v>
                </c:pt>
                <c:pt idx="190">
                  <c:v>0.11012152888841675</c:v>
                </c:pt>
                <c:pt idx="191">
                  <c:v>0.1107335507006959</c:v>
                </c:pt>
                <c:pt idx="192">
                  <c:v>0.11134590992711302</c:v>
                </c:pt>
                <c:pt idx="193">
                  <c:v>0.11195860675368796</c:v>
                </c:pt>
                <c:pt idx="194">
                  <c:v>0.11257164136654363</c:v>
                </c:pt>
                <c:pt idx="195">
                  <c:v>0.11318501395190483</c:v>
                </c:pt>
                <c:pt idx="196">
                  <c:v>0.11379872469609964</c:v>
                </c:pt>
                <c:pt idx="197">
                  <c:v>0.11441277378555847</c:v>
                </c:pt>
                <c:pt idx="198">
                  <c:v>0.11502716140681501</c:v>
                </c:pt>
                <c:pt idx="199">
                  <c:v>0.11564188774650486</c:v>
                </c:pt>
                <c:pt idx="200">
                  <c:v>0.11625695299136751</c:v>
                </c:pt>
                <c:pt idx="201">
                  <c:v>0.11687235732824508</c:v>
                </c:pt>
                <c:pt idx="202">
                  <c:v>0.11748810094408224</c:v>
                </c:pt>
                <c:pt idx="203">
                  <c:v>0.11810418402592715</c:v>
                </c:pt>
                <c:pt idx="204">
                  <c:v>0.11872060676093166</c:v>
                </c:pt>
                <c:pt idx="205">
                  <c:v>0.11933736933634909</c:v>
                </c:pt>
                <c:pt idx="206">
                  <c:v>0.11995447193953779</c:v>
                </c:pt>
                <c:pt idx="207">
                  <c:v>0.1205719147579587</c:v>
                </c:pt>
                <c:pt idx="208">
                  <c:v>0.12118969797917578</c:v>
                </c:pt>
                <c:pt idx="209">
                  <c:v>0.12180782179085714</c:v>
                </c:pt>
                <c:pt idx="210">
                  <c:v>0.12242628638077346</c:v>
                </c:pt>
                <c:pt idx="211">
                  <c:v>0.1230450919367998</c:v>
                </c:pt>
                <c:pt idx="212">
                  <c:v>0.123664238646914</c:v>
                </c:pt>
                <c:pt idx="213">
                  <c:v>0.12428372669919829</c:v>
                </c:pt>
                <c:pt idx="214">
                  <c:v>0.12490355628183791</c:v>
                </c:pt>
                <c:pt idx="215">
                  <c:v>0.12552372758312269</c:v>
                </c:pt>
                <c:pt idx="216">
                  <c:v>0.12614424079144526</c:v>
                </c:pt>
                <c:pt idx="217">
                  <c:v>0.12676509609530284</c:v>
                </c:pt>
                <c:pt idx="218">
                  <c:v>0.12738629368329635</c:v>
                </c:pt>
                <c:pt idx="219">
                  <c:v>0.12799808378990041</c:v>
                </c:pt>
                <c:pt idx="220">
                  <c:v>0.12861020589196737</c:v>
                </c:pt>
                <c:pt idx="221">
                  <c:v>0.12922266016965889</c:v>
                </c:pt>
                <c:pt idx="222">
                  <c:v>0.12983544680323411</c:v>
                </c:pt>
                <c:pt idx="223">
                  <c:v>0.13044856597304988</c:v>
                </c:pt>
                <c:pt idx="224">
                  <c:v>0.13106201785956118</c:v>
                </c:pt>
                <c:pt idx="225">
                  <c:v>0.13167580264332091</c:v>
                </c:pt>
                <c:pt idx="226">
                  <c:v>0.1322899205049799</c:v>
                </c:pt>
                <c:pt idx="227">
                  <c:v>0.13290437162528712</c:v>
                </c:pt>
                <c:pt idx="228">
                  <c:v>0.13351915618508903</c:v>
                </c:pt>
                <c:pt idx="229">
                  <c:v>0.1341342743653311</c:v>
                </c:pt>
                <c:pt idx="230">
                  <c:v>0.13474972634705651</c:v>
                </c:pt>
                <c:pt idx="231">
                  <c:v>0.13536551231140659</c:v>
                </c:pt>
                <c:pt idx="232">
                  <c:v>0.13598163243962125</c:v>
                </c:pt>
                <c:pt idx="233">
                  <c:v>0.13659808691303854</c:v>
                </c:pt>
                <c:pt idx="234">
                  <c:v>0.13721487591309534</c:v>
                </c:pt>
                <c:pt idx="235">
                  <c:v>0.13783199962132642</c:v>
                </c:pt>
                <c:pt idx="236">
                  <c:v>0.13844945821936516</c:v>
                </c:pt>
                <c:pt idx="237">
                  <c:v>0.13906725188894398</c:v>
                </c:pt>
                <c:pt idx="238">
                  <c:v>0.13968538081189341</c:v>
                </c:pt>
                <c:pt idx="239">
                  <c:v>0.14030384517014283</c:v>
                </c:pt>
                <c:pt idx="240">
                  <c:v>0.14092264514572039</c:v>
                </c:pt>
                <c:pt idx="241">
                  <c:v>0.14154178092075309</c:v>
                </c:pt>
                <c:pt idx="242">
                  <c:v>0.14216125267746649</c:v>
                </c:pt>
                <c:pt idx="243">
                  <c:v>0.14278106059818541</c:v>
                </c:pt>
                <c:pt idx="244">
                  <c:v>0.14340120486533303</c:v>
                </c:pt>
                <c:pt idx="245">
                  <c:v>0.14402168566143203</c:v>
                </c:pt>
                <c:pt idx="246">
                  <c:v>0.14464250316910432</c:v>
                </c:pt>
                <c:pt idx="247">
                  <c:v>0.14525373685687115</c:v>
                </c:pt>
                <c:pt idx="248">
                  <c:v>0.14586529694053874</c:v>
                </c:pt>
                <c:pt idx="249">
                  <c:v>0.14647718359440121</c:v>
                </c:pt>
                <c:pt idx="250">
                  <c:v>0.14708939699284573</c:v>
                </c:pt>
                <c:pt idx="251">
                  <c:v>0.14770193731035164</c:v>
                </c:pt>
                <c:pt idx="252">
                  <c:v>0.14831480472149283</c:v>
                </c:pt>
                <c:pt idx="253">
                  <c:v>0.14892799940093537</c:v>
                </c:pt>
                <c:pt idx="254">
                  <c:v>0.14954152152343925</c:v>
                </c:pt>
                <c:pt idx="255">
                  <c:v>0.15015537126385747</c:v>
                </c:pt>
                <c:pt idx="256">
                  <c:v>0.15076954879713633</c:v>
                </c:pt>
                <c:pt idx="257">
                  <c:v>0.15138405429831558</c:v>
                </c:pt>
                <c:pt idx="258">
                  <c:v>0.15199888794252869</c:v>
                </c:pt>
                <c:pt idx="259">
                  <c:v>0.15261404990500238</c:v>
                </c:pt>
                <c:pt idx="260">
                  <c:v>0.15322954036105729</c:v>
                </c:pt>
                <c:pt idx="261">
                  <c:v>0.15384535948610711</c:v>
                </c:pt>
                <c:pt idx="262">
                  <c:v>0.1544615074556599</c:v>
                </c:pt>
                <c:pt idx="263">
                  <c:v>0.15507798444531673</c:v>
                </c:pt>
                <c:pt idx="264">
                  <c:v>0.15569479063077307</c:v>
                </c:pt>
                <c:pt idx="265">
                  <c:v>0.15631192618781764</c:v>
                </c:pt>
                <c:pt idx="266">
                  <c:v>0.1569293912923333</c:v>
                </c:pt>
                <c:pt idx="267">
                  <c:v>0.15754718612029728</c:v>
                </c:pt>
                <c:pt idx="268">
                  <c:v>0.15816531084777985</c:v>
                </c:pt>
                <c:pt idx="269">
                  <c:v>0.15878376565094587</c:v>
                </c:pt>
                <c:pt idx="270">
                  <c:v>0.15940255070605436</c:v>
                </c:pt>
                <c:pt idx="271">
                  <c:v>0.16002166618945846</c:v>
                </c:pt>
                <c:pt idx="272">
                  <c:v>0.1606411122776048</c:v>
                </c:pt>
                <c:pt idx="273">
                  <c:v>0.16126088914703551</c:v>
                </c:pt>
                <c:pt idx="274">
                  <c:v>0.16188099697438529</c:v>
                </c:pt>
                <c:pt idx="275">
                  <c:v>0.16250143593638477</c:v>
                </c:pt>
                <c:pt idx="276">
                  <c:v>0.16312220620985829</c:v>
                </c:pt>
                <c:pt idx="277">
                  <c:v>0.16374330797172432</c:v>
                </c:pt>
                <c:pt idx="278">
                  <c:v>0.16436474139899615</c:v>
                </c:pt>
                <c:pt idx="279">
                  <c:v>0.16498650666878167</c:v>
                </c:pt>
                <c:pt idx="280">
                  <c:v>0.16559848491926465</c:v>
                </c:pt>
                <c:pt idx="281">
                  <c:v>0.16621078464761618</c:v>
                </c:pt>
                <c:pt idx="282">
                  <c:v>0.16682340602271162</c:v>
                </c:pt>
                <c:pt idx="283">
                  <c:v>0.16743634921351491</c:v>
                </c:pt>
                <c:pt idx="284">
                  <c:v>0.16804961438907906</c:v>
                </c:pt>
                <c:pt idx="285">
                  <c:v>0.16866320171854543</c:v>
                </c:pt>
                <c:pt idx="286">
                  <c:v>0.16927711137114465</c:v>
                </c:pt>
                <c:pt idx="287">
                  <c:v>0.1698913435161955</c:v>
                </c:pt>
                <c:pt idx="288">
                  <c:v>0.17050589832310692</c:v>
                </c:pt>
                <c:pt idx="289">
                  <c:v>0.17112077596137598</c:v>
                </c:pt>
                <c:pt idx="290">
                  <c:v>0.17173597660058881</c:v>
                </c:pt>
                <c:pt idx="291">
                  <c:v>0.17235150041042102</c:v>
                </c:pt>
                <c:pt idx="292">
                  <c:v>0.17296734756063725</c:v>
                </c:pt>
                <c:pt idx="293">
                  <c:v>0.17358351822109119</c:v>
                </c:pt>
                <c:pt idx="294">
                  <c:v>0.17420001256172535</c:v>
                </c:pt>
                <c:pt idx="295">
                  <c:v>0.17481683075257215</c:v>
                </c:pt>
                <c:pt idx="296">
                  <c:v>0.17543397296375352</c:v>
                </c:pt>
                <c:pt idx="297">
                  <c:v>0.17605143936547996</c:v>
                </c:pt>
                <c:pt idx="298">
                  <c:v>0.17666923012805169</c:v>
                </c:pt>
                <c:pt idx="299">
                  <c:v>0.17728734542185864</c:v>
                </c:pt>
                <c:pt idx="300">
                  <c:v>0.17790578541738045</c:v>
                </c:pt>
                <c:pt idx="301">
                  <c:v>0.17852455028518555</c:v>
                </c:pt>
                <c:pt idx="302">
                  <c:v>0.1791436401959321</c:v>
                </c:pt>
                <c:pt idx="303">
                  <c:v>0.17976305532036885</c:v>
                </c:pt>
                <c:pt idx="304">
                  <c:v>0.18038279582933314</c:v>
                </c:pt>
                <c:pt idx="305">
                  <c:v>0.1810028618937527</c:v>
                </c:pt>
                <c:pt idx="306">
                  <c:v>0.18162325368464449</c:v>
                </c:pt>
                <c:pt idx="307">
                  <c:v>0.18224397137311588</c:v>
                </c:pt>
                <c:pt idx="308">
                  <c:v>0.18286501513036391</c:v>
                </c:pt>
                <c:pt idx="309">
                  <c:v>0.18348638512767579</c:v>
                </c:pt>
                <c:pt idx="310">
                  <c:v>0.18410808153642799</c:v>
                </c:pt>
                <c:pt idx="311">
                  <c:v>0.1847301045280878</c:v>
                </c:pt>
                <c:pt idx="312">
                  <c:v>0.18535245427421199</c:v>
                </c:pt>
                <c:pt idx="313">
                  <c:v>0.18597513094644813</c:v>
                </c:pt>
                <c:pt idx="314">
                  <c:v>0.18659813471653308</c:v>
                </c:pt>
                <c:pt idx="315">
                  <c:v>0.18721113649147303</c:v>
                </c:pt>
                <c:pt idx="316">
                  <c:v>0.18782445494580502</c:v>
                </c:pt>
                <c:pt idx="317">
                  <c:v>0.18843809024312708</c:v>
                </c:pt>
                <c:pt idx="318">
                  <c:v>0.18905204254712182</c:v>
                </c:pt>
                <c:pt idx="319">
                  <c:v>0.18966631202155626</c:v>
                </c:pt>
                <c:pt idx="320">
                  <c:v>0.19028089883028199</c:v>
                </c:pt>
                <c:pt idx="321">
                  <c:v>0.19089580313723542</c:v>
                </c:pt>
                <c:pt idx="322">
                  <c:v>0.19151102510643736</c:v>
                </c:pt>
                <c:pt idx="323">
                  <c:v>0.19212656490199342</c:v>
                </c:pt>
                <c:pt idx="324">
                  <c:v>0.19274242268809405</c:v>
                </c:pt>
                <c:pt idx="325">
                  <c:v>0.19335859862901494</c:v>
                </c:pt>
                <c:pt idx="326">
                  <c:v>0.19397509288911596</c:v>
                </c:pt>
                <c:pt idx="327">
                  <c:v>0.19459190563284245</c:v>
                </c:pt>
                <c:pt idx="328">
                  <c:v>0.19520903702472392</c:v>
                </c:pt>
                <c:pt idx="329">
                  <c:v>0.19582648722937579</c:v>
                </c:pt>
                <c:pt idx="330">
                  <c:v>0.1964442564114981</c:v>
                </c:pt>
                <c:pt idx="331">
                  <c:v>0.19706234473587592</c:v>
                </c:pt>
                <c:pt idx="332">
                  <c:v>0.19768075236737959</c:v>
                </c:pt>
                <c:pt idx="333">
                  <c:v>0.19829947947096449</c:v>
                </c:pt>
                <c:pt idx="334">
                  <c:v>0.19891852621167128</c:v>
                </c:pt>
                <c:pt idx="335">
                  <c:v>0.19953789275462608</c:v>
                </c:pt>
                <c:pt idx="336">
                  <c:v>0.20015757926503985</c:v>
                </c:pt>
                <c:pt idx="337">
                  <c:v>0.20077758590820927</c:v>
                </c:pt>
                <c:pt idx="338">
                  <c:v>0.20139791284951669</c:v>
                </c:pt>
                <c:pt idx="339">
                  <c:v>0.2020185602544291</c:v>
                </c:pt>
                <c:pt idx="340">
                  <c:v>0.2026395282884994</c:v>
                </c:pt>
                <c:pt idx="341">
                  <c:v>0.20326081711736621</c:v>
                </c:pt>
                <c:pt idx="342">
                  <c:v>0.20388242690675362</c:v>
                </c:pt>
                <c:pt idx="343">
                  <c:v>0.20450435782247101</c:v>
                </c:pt>
                <c:pt idx="344">
                  <c:v>0.20511610194531715</c:v>
                </c:pt>
                <c:pt idx="345">
                  <c:v>0.20572815676099721</c:v>
                </c:pt>
                <c:pt idx="346">
                  <c:v>0.20634052242730516</c:v>
                </c:pt>
                <c:pt idx="347">
                  <c:v>0.20695319910211651</c:v>
                </c:pt>
                <c:pt idx="348">
                  <c:v>0.20756618694338602</c:v>
                </c:pt>
                <c:pt idx="349">
                  <c:v>0.20817948610914927</c:v>
                </c:pt>
                <c:pt idx="350">
                  <c:v>0.20879309675752178</c:v>
                </c:pt>
                <c:pt idx="351">
                  <c:v>0.20940701904669923</c:v>
                </c:pt>
                <c:pt idx="352">
                  <c:v>0.21002125313495834</c:v>
                </c:pt>
                <c:pt idx="353">
                  <c:v>0</c:v>
                </c:pt>
                <c:pt idx="354">
                  <c:v>0</c:v>
                </c:pt>
                <c:pt idx="355">
                  <c:v>0</c:v>
                </c:pt>
                <c:pt idx="356">
                  <c:v>0</c:v>
                </c:pt>
                <c:pt idx="357">
                  <c:v>0</c:v>
                </c:pt>
                <c:pt idx="358">
                  <c:v>0</c:v>
                </c:pt>
                <c:pt idx="359">
                  <c:v>0</c:v>
                </c:pt>
                <c:pt idx="360">
                  <c:v>0</c:v>
                </c:pt>
                <c:pt idx="361">
                  <c:v>0</c:v>
                </c:pt>
                <c:pt idx="362">
                  <c:v>0</c:v>
                </c:pt>
                <c:pt idx="363">
                  <c:v>0</c:v>
                </c:pt>
                <c:pt idx="364">
                  <c:v>0</c:v>
                </c:pt>
                <c:pt idx="365">
                  <c:v>0</c:v>
                </c:pt>
                <c:pt idx="366">
                  <c:v>0</c:v>
                </c:pt>
                <c:pt idx="367">
                  <c:v>0</c:v>
                </c:pt>
                <c:pt idx="368">
                  <c:v>0</c:v>
                </c:pt>
                <c:pt idx="369">
                  <c:v>0</c:v>
                </c:pt>
                <c:pt idx="370">
                  <c:v>0</c:v>
                </c:pt>
                <c:pt idx="371">
                  <c:v>0</c:v>
                </c:pt>
                <c:pt idx="372">
                  <c:v>0</c:v>
                </c:pt>
                <c:pt idx="373">
                  <c:v>0</c:v>
                </c:pt>
                <c:pt idx="374">
                  <c:v>0</c:v>
                </c:pt>
                <c:pt idx="375">
                  <c:v>0</c:v>
                </c:pt>
                <c:pt idx="376">
                  <c:v>0</c:v>
                </c:pt>
                <c:pt idx="377">
                  <c:v>0</c:v>
                </c:pt>
                <c:pt idx="378">
                  <c:v>0</c:v>
                </c:pt>
                <c:pt idx="379">
                  <c:v>0</c:v>
                </c:pt>
                <c:pt idx="380">
                  <c:v>0</c:v>
                </c:pt>
                <c:pt idx="381">
                  <c:v>0</c:v>
                </c:pt>
                <c:pt idx="382">
                  <c:v>0</c:v>
                </c:pt>
                <c:pt idx="383">
                  <c:v>0</c:v>
                </c:pt>
                <c:pt idx="384">
                  <c:v>0</c:v>
                </c:pt>
                <c:pt idx="385">
                  <c:v>0</c:v>
                </c:pt>
                <c:pt idx="386">
                  <c:v>0</c:v>
                </c:pt>
                <c:pt idx="387">
                  <c:v>0</c:v>
                </c:pt>
                <c:pt idx="388">
                  <c:v>0</c:v>
                </c:pt>
                <c:pt idx="389">
                  <c:v>0</c:v>
                </c:pt>
                <c:pt idx="390">
                  <c:v>0</c:v>
                </c:pt>
                <c:pt idx="391">
                  <c:v>0</c:v>
                </c:pt>
                <c:pt idx="392">
                  <c:v>0</c:v>
                </c:pt>
                <c:pt idx="393">
                  <c:v>0</c:v>
                </c:pt>
                <c:pt idx="394">
                  <c:v>0</c:v>
                </c:pt>
                <c:pt idx="395">
                  <c:v>0</c:v>
                </c:pt>
                <c:pt idx="396">
                  <c:v>0</c:v>
                </c:pt>
                <c:pt idx="397">
                  <c:v>0</c:v>
                </c:pt>
                <c:pt idx="398">
                  <c:v>0</c:v>
                </c:pt>
                <c:pt idx="399">
                  <c:v>0</c:v>
                </c:pt>
                <c:pt idx="400">
                  <c:v>0</c:v>
                </c:pt>
                <c:pt idx="401">
                  <c:v>0</c:v>
                </c:pt>
                <c:pt idx="402">
                  <c:v>0</c:v>
                </c:pt>
                <c:pt idx="403">
                  <c:v>0</c:v>
                </c:pt>
                <c:pt idx="404">
                  <c:v>0</c:v>
                </c:pt>
                <c:pt idx="405">
                  <c:v>0</c:v>
                </c:pt>
                <c:pt idx="406">
                  <c:v>0</c:v>
                </c:pt>
                <c:pt idx="407">
                  <c:v>0</c:v>
                </c:pt>
                <c:pt idx="408">
                  <c:v>0</c:v>
                </c:pt>
                <c:pt idx="409">
                  <c:v>0</c:v>
                </c:pt>
                <c:pt idx="410">
                  <c:v>0</c:v>
                </c:pt>
                <c:pt idx="411">
                  <c:v>0</c:v>
                </c:pt>
                <c:pt idx="412">
                  <c:v>0</c:v>
                </c:pt>
                <c:pt idx="413">
                  <c:v>0</c:v>
                </c:pt>
                <c:pt idx="414">
                  <c:v>0</c:v>
                </c:pt>
                <c:pt idx="415">
                  <c:v>0</c:v>
                </c:pt>
                <c:pt idx="416">
                  <c:v>0</c:v>
                </c:pt>
                <c:pt idx="417">
                  <c:v>0</c:v>
                </c:pt>
                <c:pt idx="418">
                  <c:v>0</c:v>
                </c:pt>
                <c:pt idx="419">
                  <c:v>0</c:v>
                </c:pt>
                <c:pt idx="420">
                  <c:v>0</c:v>
                </c:pt>
                <c:pt idx="421">
                  <c:v>0</c:v>
                </c:pt>
                <c:pt idx="422">
                  <c:v>0</c:v>
                </c:pt>
                <c:pt idx="423">
                  <c:v>0</c:v>
                </c:pt>
                <c:pt idx="424">
                  <c:v>0</c:v>
                </c:pt>
                <c:pt idx="425">
                  <c:v>0</c:v>
                </c:pt>
                <c:pt idx="426">
                  <c:v>0</c:v>
                </c:pt>
                <c:pt idx="427">
                  <c:v>0</c:v>
                </c:pt>
                <c:pt idx="428">
                  <c:v>0</c:v>
                </c:pt>
                <c:pt idx="429">
                  <c:v>0</c:v>
                </c:pt>
                <c:pt idx="430">
                  <c:v>0</c:v>
                </c:pt>
                <c:pt idx="431">
                  <c:v>0</c:v>
                </c:pt>
                <c:pt idx="432">
                  <c:v>0</c:v>
                </c:pt>
                <c:pt idx="433">
                  <c:v>0</c:v>
                </c:pt>
                <c:pt idx="434">
                  <c:v>0</c:v>
                </c:pt>
                <c:pt idx="435">
                  <c:v>0</c:v>
                </c:pt>
                <c:pt idx="436">
                  <c:v>0</c:v>
                </c:pt>
                <c:pt idx="437">
                  <c:v>0</c:v>
                </c:pt>
                <c:pt idx="438">
                  <c:v>0</c:v>
                </c:pt>
                <c:pt idx="439">
                  <c:v>0</c:v>
                </c:pt>
                <c:pt idx="440">
                  <c:v>0</c:v>
                </c:pt>
                <c:pt idx="441">
                  <c:v>0</c:v>
                </c:pt>
                <c:pt idx="442">
                  <c:v>0</c:v>
                </c:pt>
                <c:pt idx="443">
                  <c:v>0</c:v>
                </c:pt>
                <c:pt idx="444">
                  <c:v>0</c:v>
                </c:pt>
                <c:pt idx="445">
                  <c:v>0</c:v>
                </c:pt>
                <c:pt idx="446">
                  <c:v>0</c:v>
                </c:pt>
                <c:pt idx="447">
                  <c:v>0</c:v>
                </c:pt>
                <c:pt idx="448">
                  <c:v>0</c:v>
                </c:pt>
                <c:pt idx="449">
                  <c:v>0</c:v>
                </c:pt>
                <c:pt idx="450">
                  <c:v>0</c:v>
                </c:pt>
                <c:pt idx="451">
                  <c:v>0</c:v>
                </c:pt>
                <c:pt idx="452">
                  <c:v>0</c:v>
                </c:pt>
                <c:pt idx="453">
                  <c:v>0</c:v>
                </c:pt>
                <c:pt idx="454">
                  <c:v>0</c:v>
                </c:pt>
                <c:pt idx="455">
                  <c:v>0</c:v>
                </c:pt>
                <c:pt idx="456">
                  <c:v>0</c:v>
                </c:pt>
                <c:pt idx="457">
                  <c:v>0</c:v>
                </c:pt>
                <c:pt idx="458">
                  <c:v>0</c:v>
                </c:pt>
                <c:pt idx="459">
                  <c:v>0</c:v>
                </c:pt>
                <c:pt idx="460">
                  <c:v>0</c:v>
                </c:pt>
                <c:pt idx="461">
                  <c:v>0</c:v>
                </c:pt>
                <c:pt idx="462">
                  <c:v>0</c:v>
                </c:pt>
                <c:pt idx="463">
                  <c:v>0</c:v>
                </c:pt>
                <c:pt idx="464">
                  <c:v>0</c:v>
                </c:pt>
                <c:pt idx="465">
                  <c:v>0</c:v>
                </c:pt>
                <c:pt idx="466">
                  <c:v>0</c:v>
                </c:pt>
                <c:pt idx="467">
                  <c:v>0</c:v>
                </c:pt>
                <c:pt idx="468">
                  <c:v>0</c:v>
                </c:pt>
                <c:pt idx="469">
                  <c:v>0</c:v>
                </c:pt>
                <c:pt idx="470">
                  <c:v>0</c:v>
                </c:pt>
                <c:pt idx="471">
                  <c:v>0</c:v>
                </c:pt>
                <c:pt idx="472">
                  <c:v>0</c:v>
                </c:pt>
                <c:pt idx="473">
                  <c:v>0</c:v>
                </c:pt>
                <c:pt idx="474">
                  <c:v>0</c:v>
                </c:pt>
                <c:pt idx="475">
                  <c:v>0</c:v>
                </c:pt>
                <c:pt idx="476">
                  <c:v>0</c:v>
                </c:pt>
                <c:pt idx="477">
                  <c:v>0</c:v>
                </c:pt>
                <c:pt idx="478">
                  <c:v>0</c:v>
                </c:pt>
                <c:pt idx="479">
                  <c:v>0</c:v>
                </c:pt>
                <c:pt idx="480">
                  <c:v>0</c:v>
                </c:pt>
                <c:pt idx="481">
                  <c:v>0</c:v>
                </c:pt>
                <c:pt idx="482">
                  <c:v>0</c:v>
                </c:pt>
                <c:pt idx="483">
                  <c:v>0</c:v>
                </c:pt>
                <c:pt idx="484">
                  <c:v>0</c:v>
                </c:pt>
                <c:pt idx="485">
                  <c:v>0</c:v>
                </c:pt>
                <c:pt idx="486">
                  <c:v>0</c:v>
                </c:pt>
                <c:pt idx="487">
                  <c:v>0</c:v>
                </c:pt>
                <c:pt idx="488">
                  <c:v>0</c:v>
                </c:pt>
                <c:pt idx="489">
                  <c:v>0</c:v>
                </c:pt>
                <c:pt idx="490">
                  <c:v>0</c:v>
                </c:pt>
                <c:pt idx="491">
                  <c:v>0</c:v>
                </c:pt>
                <c:pt idx="492">
                  <c:v>0</c:v>
                </c:pt>
                <c:pt idx="493">
                  <c:v>0</c:v>
                </c:pt>
                <c:pt idx="494">
                  <c:v>0</c:v>
                </c:pt>
                <c:pt idx="495">
                  <c:v>0</c:v>
                </c:pt>
                <c:pt idx="496">
                  <c:v>0</c:v>
                </c:pt>
                <c:pt idx="497">
                  <c:v>0</c:v>
                </c:pt>
                <c:pt idx="498">
                  <c:v>0</c:v>
                </c:pt>
                <c:pt idx="499">
                  <c:v>0</c:v>
                </c:pt>
                <c:pt idx="500">
                  <c:v>0</c:v>
                </c:pt>
                <c:pt idx="501">
                  <c:v>0</c:v>
                </c:pt>
                <c:pt idx="502">
                  <c:v>0</c:v>
                </c:pt>
                <c:pt idx="503">
                  <c:v>0</c:v>
                </c:pt>
                <c:pt idx="504">
                  <c:v>0</c:v>
                </c:pt>
                <c:pt idx="505">
                  <c:v>0</c:v>
                </c:pt>
                <c:pt idx="506">
                  <c:v>0</c:v>
                </c:pt>
                <c:pt idx="507">
                  <c:v>0</c:v>
                </c:pt>
                <c:pt idx="508">
                  <c:v>0</c:v>
                </c:pt>
                <c:pt idx="509">
                  <c:v>0</c:v>
                </c:pt>
                <c:pt idx="510">
                  <c:v>0</c:v>
                </c:pt>
                <c:pt idx="511">
                  <c:v>0</c:v>
                </c:pt>
                <c:pt idx="512">
                  <c:v>0</c:v>
                </c:pt>
                <c:pt idx="513">
                  <c:v>0</c:v>
                </c:pt>
                <c:pt idx="514">
                  <c:v>0</c:v>
                </c:pt>
                <c:pt idx="515">
                  <c:v>0</c:v>
                </c:pt>
                <c:pt idx="516">
                  <c:v>0</c:v>
                </c:pt>
                <c:pt idx="517">
                  <c:v>0</c:v>
                </c:pt>
                <c:pt idx="518">
                  <c:v>0</c:v>
                </c:pt>
                <c:pt idx="519">
                  <c:v>0</c:v>
                </c:pt>
                <c:pt idx="520">
                  <c:v>0</c:v>
                </c:pt>
                <c:pt idx="521">
                  <c:v>0</c:v>
                </c:pt>
                <c:pt idx="522">
                  <c:v>0</c:v>
                </c:pt>
                <c:pt idx="523">
                  <c:v>0</c:v>
                </c:pt>
                <c:pt idx="524">
                  <c:v>0</c:v>
                </c:pt>
                <c:pt idx="525">
                  <c:v>0</c:v>
                </c:pt>
                <c:pt idx="526">
                  <c:v>0</c:v>
                </c:pt>
                <c:pt idx="527">
                  <c:v>0</c:v>
                </c:pt>
                <c:pt idx="528">
                  <c:v>0</c:v>
                </c:pt>
                <c:pt idx="529">
                  <c:v>0</c:v>
                </c:pt>
                <c:pt idx="530">
                  <c:v>0</c:v>
                </c:pt>
                <c:pt idx="531">
                  <c:v>0</c:v>
                </c:pt>
                <c:pt idx="532">
                  <c:v>0</c:v>
                </c:pt>
                <c:pt idx="533">
                  <c:v>0</c:v>
                </c:pt>
                <c:pt idx="534">
                  <c:v>0</c:v>
                </c:pt>
                <c:pt idx="535">
                  <c:v>0</c:v>
                </c:pt>
                <c:pt idx="536">
                  <c:v>0</c:v>
                </c:pt>
                <c:pt idx="537">
                  <c:v>0</c:v>
                </c:pt>
                <c:pt idx="538">
                  <c:v>0</c:v>
                </c:pt>
                <c:pt idx="539">
                  <c:v>0</c:v>
                </c:pt>
                <c:pt idx="540">
                  <c:v>0</c:v>
                </c:pt>
                <c:pt idx="541">
                  <c:v>0</c:v>
                </c:pt>
                <c:pt idx="542">
                  <c:v>0</c:v>
                </c:pt>
                <c:pt idx="543">
                  <c:v>0</c:v>
                </c:pt>
                <c:pt idx="544">
                  <c:v>0</c:v>
                </c:pt>
                <c:pt idx="545">
                  <c:v>0</c:v>
                </c:pt>
                <c:pt idx="546">
                  <c:v>0</c:v>
                </c:pt>
                <c:pt idx="547">
                  <c:v>0</c:v>
                </c:pt>
                <c:pt idx="548">
                  <c:v>0</c:v>
                </c:pt>
                <c:pt idx="549">
                  <c:v>0</c:v>
                </c:pt>
                <c:pt idx="550">
                  <c:v>0</c:v>
                </c:pt>
                <c:pt idx="551">
                  <c:v>0</c:v>
                </c:pt>
                <c:pt idx="552">
                  <c:v>0</c:v>
                </c:pt>
                <c:pt idx="553">
                  <c:v>0</c:v>
                </c:pt>
                <c:pt idx="554">
                  <c:v>0</c:v>
                </c:pt>
                <c:pt idx="555">
                  <c:v>0</c:v>
                </c:pt>
                <c:pt idx="556">
                  <c:v>0</c:v>
                </c:pt>
                <c:pt idx="557">
                  <c:v>0</c:v>
                </c:pt>
                <c:pt idx="558">
                  <c:v>0</c:v>
                </c:pt>
                <c:pt idx="559">
                  <c:v>0</c:v>
                </c:pt>
                <c:pt idx="560">
                  <c:v>0</c:v>
                </c:pt>
                <c:pt idx="561">
                  <c:v>0</c:v>
                </c:pt>
                <c:pt idx="562">
                  <c:v>0</c:v>
                </c:pt>
                <c:pt idx="563">
                  <c:v>0</c:v>
                </c:pt>
                <c:pt idx="564">
                  <c:v>0</c:v>
                </c:pt>
                <c:pt idx="565">
                  <c:v>0</c:v>
                </c:pt>
                <c:pt idx="566">
                  <c:v>0</c:v>
                </c:pt>
                <c:pt idx="567">
                  <c:v>0</c:v>
                </c:pt>
                <c:pt idx="568">
                  <c:v>0</c:v>
                </c:pt>
                <c:pt idx="569">
                  <c:v>0</c:v>
                </c:pt>
                <c:pt idx="570">
                  <c:v>0</c:v>
                </c:pt>
                <c:pt idx="571">
                  <c:v>0</c:v>
                </c:pt>
                <c:pt idx="572">
                  <c:v>0</c:v>
                </c:pt>
                <c:pt idx="573">
                  <c:v>0</c:v>
                </c:pt>
                <c:pt idx="574">
                  <c:v>0</c:v>
                </c:pt>
                <c:pt idx="575">
                  <c:v>0</c:v>
                </c:pt>
                <c:pt idx="576">
                  <c:v>0</c:v>
                </c:pt>
                <c:pt idx="577">
                  <c:v>0</c:v>
                </c:pt>
                <c:pt idx="578">
                  <c:v>0</c:v>
                </c:pt>
                <c:pt idx="579">
                  <c:v>0</c:v>
                </c:pt>
                <c:pt idx="580">
                  <c:v>0</c:v>
                </c:pt>
                <c:pt idx="581">
                  <c:v>0</c:v>
                </c:pt>
                <c:pt idx="582">
                  <c:v>0</c:v>
                </c:pt>
                <c:pt idx="583">
                  <c:v>0</c:v>
                </c:pt>
                <c:pt idx="584">
                  <c:v>0</c:v>
                </c:pt>
                <c:pt idx="585">
                  <c:v>0</c:v>
                </c:pt>
                <c:pt idx="586">
                  <c:v>0</c:v>
                </c:pt>
                <c:pt idx="587">
                  <c:v>0</c:v>
                </c:pt>
                <c:pt idx="588">
                  <c:v>0</c:v>
                </c:pt>
                <c:pt idx="589">
                  <c:v>0</c:v>
                </c:pt>
                <c:pt idx="590">
                  <c:v>0</c:v>
                </c:pt>
                <c:pt idx="591">
                  <c:v>0</c:v>
                </c:pt>
                <c:pt idx="592">
                  <c:v>0</c:v>
                </c:pt>
                <c:pt idx="593">
                  <c:v>0</c:v>
                </c:pt>
                <c:pt idx="594">
                  <c:v>0</c:v>
                </c:pt>
                <c:pt idx="595">
                  <c:v>0</c:v>
                </c:pt>
                <c:pt idx="596">
                  <c:v>0</c:v>
                </c:pt>
                <c:pt idx="597">
                  <c:v>0</c:v>
                </c:pt>
                <c:pt idx="598">
                  <c:v>0</c:v>
                </c:pt>
                <c:pt idx="599">
                  <c:v>0</c:v>
                </c:pt>
                <c:pt idx="600">
                  <c:v>0</c:v>
                </c:pt>
                <c:pt idx="601">
                  <c:v>0</c:v>
                </c:pt>
                <c:pt idx="602">
                  <c:v>0</c:v>
                </c:pt>
                <c:pt idx="603">
                  <c:v>0</c:v>
                </c:pt>
                <c:pt idx="604">
                  <c:v>0</c:v>
                </c:pt>
                <c:pt idx="605">
                  <c:v>0</c:v>
                </c:pt>
                <c:pt idx="606">
                  <c:v>0</c:v>
                </c:pt>
                <c:pt idx="607">
                  <c:v>0</c:v>
                </c:pt>
                <c:pt idx="608">
                  <c:v>0</c:v>
                </c:pt>
                <c:pt idx="609">
                  <c:v>0</c:v>
                </c:pt>
                <c:pt idx="610">
                  <c:v>0</c:v>
                </c:pt>
                <c:pt idx="611">
                  <c:v>0</c:v>
                </c:pt>
                <c:pt idx="612">
                  <c:v>0</c:v>
                </c:pt>
                <c:pt idx="613">
                  <c:v>0</c:v>
                </c:pt>
                <c:pt idx="614">
                  <c:v>0</c:v>
                </c:pt>
                <c:pt idx="615">
                  <c:v>0</c:v>
                </c:pt>
                <c:pt idx="616">
                  <c:v>0</c:v>
                </c:pt>
                <c:pt idx="617">
                  <c:v>0</c:v>
                </c:pt>
                <c:pt idx="618">
                  <c:v>0</c:v>
                </c:pt>
                <c:pt idx="619">
                  <c:v>0</c:v>
                </c:pt>
                <c:pt idx="620">
                  <c:v>0</c:v>
                </c:pt>
                <c:pt idx="621">
                  <c:v>0</c:v>
                </c:pt>
                <c:pt idx="622">
                  <c:v>0</c:v>
                </c:pt>
                <c:pt idx="623">
                  <c:v>0</c:v>
                </c:pt>
                <c:pt idx="624">
                  <c:v>0</c:v>
                </c:pt>
                <c:pt idx="625">
                  <c:v>0</c:v>
                </c:pt>
                <c:pt idx="626">
                  <c:v>0</c:v>
                </c:pt>
                <c:pt idx="627">
                  <c:v>0</c:v>
                </c:pt>
                <c:pt idx="628">
                  <c:v>0</c:v>
                </c:pt>
                <c:pt idx="629">
                  <c:v>0</c:v>
                </c:pt>
                <c:pt idx="630">
                  <c:v>0</c:v>
                </c:pt>
                <c:pt idx="631">
                  <c:v>0</c:v>
                </c:pt>
                <c:pt idx="632">
                  <c:v>0</c:v>
                </c:pt>
                <c:pt idx="633">
                  <c:v>0</c:v>
                </c:pt>
                <c:pt idx="634">
                  <c:v>0</c:v>
                </c:pt>
                <c:pt idx="635">
                  <c:v>0</c:v>
                </c:pt>
                <c:pt idx="636">
                  <c:v>0</c:v>
                </c:pt>
                <c:pt idx="637">
                  <c:v>0</c:v>
                </c:pt>
                <c:pt idx="638">
                  <c:v>0</c:v>
                </c:pt>
                <c:pt idx="639">
                  <c:v>0</c:v>
                </c:pt>
                <c:pt idx="640">
                  <c:v>0</c:v>
                </c:pt>
                <c:pt idx="641">
                  <c:v>0</c:v>
                </c:pt>
                <c:pt idx="642">
                  <c:v>0</c:v>
                </c:pt>
                <c:pt idx="643">
                  <c:v>0</c:v>
                </c:pt>
                <c:pt idx="644">
                  <c:v>0</c:v>
                </c:pt>
                <c:pt idx="645">
                  <c:v>0</c:v>
                </c:pt>
                <c:pt idx="646">
                  <c:v>0</c:v>
                </c:pt>
                <c:pt idx="647">
                  <c:v>0</c:v>
                </c:pt>
                <c:pt idx="648">
                  <c:v>0</c:v>
                </c:pt>
                <c:pt idx="649">
                  <c:v>0</c:v>
                </c:pt>
                <c:pt idx="650">
                  <c:v>0</c:v>
                </c:pt>
                <c:pt idx="651">
                  <c:v>0</c:v>
                </c:pt>
                <c:pt idx="652">
                  <c:v>0</c:v>
                </c:pt>
                <c:pt idx="653">
                  <c:v>0</c:v>
                </c:pt>
                <c:pt idx="654">
                  <c:v>0</c:v>
                </c:pt>
                <c:pt idx="655">
                  <c:v>0</c:v>
                </c:pt>
                <c:pt idx="656">
                  <c:v>0</c:v>
                </c:pt>
                <c:pt idx="657">
                  <c:v>0</c:v>
                </c:pt>
                <c:pt idx="658">
                  <c:v>0</c:v>
                </c:pt>
                <c:pt idx="659">
                  <c:v>0</c:v>
                </c:pt>
                <c:pt idx="660">
                  <c:v>0</c:v>
                </c:pt>
                <c:pt idx="661">
                  <c:v>0</c:v>
                </c:pt>
                <c:pt idx="662">
                  <c:v>0</c:v>
                </c:pt>
                <c:pt idx="663">
                  <c:v>0</c:v>
                </c:pt>
                <c:pt idx="664">
                  <c:v>0</c:v>
                </c:pt>
                <c:pt idx="665">
                  <c:v>0</c:v>
                </c:pt>
                <c:pt idx="666">
                  <c:v>0</c:v>
                </c:pt>
                <c:pt idx="667">
                  <c:v>0</c:v>
                </c:pt>
                <c:pt idx="668">
                  <c:v>0</c:v>
                </c:pt>
                <c:pt idx="669">
                  <c:v>0</c:v>
                </c:pt>
                <c:pt idx="670">
                  <c:v>0</c:v>
                </c:pt>
                <c:pt idx="671">
                  <c:v>0</c:v>
                </c:pt>
                <c:pt idx="672">
                  <c:v>0</c:v>
                </c:pt>
                <c:pt idx="673">
                  <c:v>0</c:v>
                </c:pt>
                <c:pt idx="674">
                  <c:v>0</c:v>
                </c:pt>
                <c:pt idx="675">
                  <c:v>0</c:v>
                </c:pt>
                <c:pt idx="676">
                  <c:v>0</c:v>
                </c:pt>
                <c:pt idx="677">
                  <c:v>0</c:v>
                </c:pt>
                <c:pt idx="678">
                  <c:v>0</c:v>
                </c:pt>
                <c:pt idx="679">
                  <c:v>0</c:v>
                </c:pt>
                <c:pt idx="680">
                  <c:v>0</c:v>
                </c:pt>
                <c:pt idx="681">
                  <c:v>0</c:v>
                </c:pt>
                <c:pt idx="682">
                  <c:v>0</c:v>
                </c:pt>
                <c:pt idx="683">
                  <c:v>0</c:v>
                </c:pt>
                <c:pt idx="684">
                  <c:v>0</c:v>
                </c:pt>
                <c:pt idx="685">
                  <c:v>0</c:v>
                </c:pt>
                <c:pt idx="686">
                  <c:v>0</c:v>
                </c:pt>
                <c:pt idx="687">
                  <c:v>0</c:v>
                </c:pt>
                <c:pt idx="688">
                  <c:v>0</c:v>
                </c:pt>
                <c:pt idx="689">
                  <c:v>0</c:v>
                </c:pt>
                <c:pt idx="690">
                  <c:v>0</c:v>
                </c:pt>
                <c:pt idx="691">
                  <c:v>0</c:v>
                </c:pt>
                <c:pt idx="692">
                  <c:v>0</c:v>
                </c:pt>
                <c:pt idx="693">
                  <c:v>0</c:v>
                </c:pt>
                <c:pt idx="694">
                  <c:v>0</c:v>
                </c:pt>
                <c:pt idx="695">
                  <c:v>0</c:v>
                </c:pt>
                <c:pt idx="696">
                  <c:v>0</c:v>
                </c:pt>
                <c:pt idx="697">
                  <c:v>0</c:v>
                </c:pt>
                <c:pt idx="698">
                  <c:v>0</c:v>
                </c:pt>
                <c:pt idx="699">
                  <c:v>0</c:v>
                </c:pt>
                <c:pt idx="700">
                  <c:v>0</c:v>
                </c:pt>
                <c:pt idx="701">
                  <c:v>0</c:v>
                </c:pt>
                <c:pt idx="702">
                  <c:v>0</c:v>
                </c:pt>
                <c:pt idx="703">
                  <c:v>0</c:v>
                </c:pt>
                <c:pt idx="704">
                  <c:v>0</c:v>
                </c:pt>
                <c:pt idx="705">
                  <c:v>0</c:v>
                </c:pt>
                <c:pt idx="706">
                  <c:v>0</c:v>
                </c:pt>
                <c:pt idx="707">
                  <c:v>0</c:v>
                </c:pt>
                <c:pt idx="708">
                  <c:v>0</c:v>
                </c:pt>
                <c:pt idx="709">
                  <c:v>0</c:v>
                </c:pt>
                <c:pt idx="710">
                  <c:v>0</c:v>
                </c:pt>
                <c:pt idx="711">
                  <c:v>0</c:v>
                </c:pt>
                <c:pt idx="712">
                  <c:v>0</c:v>
                </c:pt>
                <c:pt idx="713">
                  <c:v>0</c:v>
                </c:pt>
                <c:pt idx="714">
                  <c:v>0</c:v>
                </c:pt>
                <c:pt idx="715">
                  <c:v>0</c:v>
                </c:pt>
                <c:pt idx="716">
                  <c:v>0</c:v>
                </c:pt>
                <c:pt idx="717">
                  <c:v>0</c:v>
                </c:pt>
                <c:pt idx="718">
                  <c:v>0</c:v>
                </c:pt>
                <c:pt idx="719">
                  <c:v>0</c:v>
                </c:pt>
                <c:pt idx="720">
                  <c:v>0</c:v>
                </c:pt>
                <c:pt idx="721">
                  <c:v>0</c:v>
                </c:pt>
                <c:pt idx="722">
                  <c:v>0</c:v>
                </c:pt>
                <c:pt idx="723">
                  <c:v>0</c:v>
                </c:pt>
                <c:pt idx="724">
                  <c:v>0</c:v>
                </c:pt>
                <c:pt idx="725">
                  <c:v>0</c:v>
                </c:pt>
                <c:pt idx="726">
                  <c:v>0</c:v>
                </c:pt>
                <c:pt idx="727">
                  <c:v>0</c:v>
                </c:pt>
                <c:pt idx="728">
                  <c:v>0</c:v>
                </c:pt>
                <c:pt idx="729">
                  <c:v>0</c:v>
                </c:pt>
                <c:pt idx="730">
                  <c:v>0</c:v>
                </c:pt>
                <c:pt idx="731">
                  <c:v>0</c:v>
                </c:pt>
                <c:pt idx="732">
                  <c:v>0</c:v>
                </c:pt>
                <c:pt idx="733">
                  <c:v>0</c:v>
                </c:pt>
                <c:pt idx="734">
                  <c:v>0</c:v>
                </c:pt>
                <c:pt idx="735">
                  <c:v>0</c:v>
                </c:pt>
                <c:pt idx="736">
                  <c:v>0</c:v>
                </c:pt>
                <c:pt idx="737">
                  <c:v>0</c:v>
                </c:pt>
                <c:pt idx="738">
                  <c:v>0</c:v>
                </c:pt>
                <c:pt idx="739">
                  <c:v>0</c:v>
                </c:pt>
                <c:pt idx="740">
                  <c:v>0</c:v>
                </c:pt>
                <c:pt idx="741">
                  <c:v>0</c:v>
                </c:pt>
                <c:pt idx="742">
                  <c:v>0</c:v>
                </c:pt>
                <c:pt idx="743">
                  <c:v>0</c:v>
                </c:pt>
                <c:pt idx="744">
                  <c:v>0</c:v>
                </c:pt>
                <c:pt idx="745">
                  <c:v>0</c:v>
                </c:pt>
                <c:pt idx="746">
                  <c:v>0</c:v>
                </c:pt>
                <c:pt idx="747">
                  <c:v>0</c:v>
                </c:pt>
                <c:pt idx="748">
                  <c:v>0</c:v>
                </c:pt>
                <c:pt idx="749">
                  <c:v>0</c:v>
                </c:pt>
                <c:pt idx="750">
                  <c:v>0</c:v>
                </c:pt>
                <c:pt idx="751">
                  <c:v>0</c:v>
                </c:pt>
                <c:pt idx="752">
                  <c:v>0</c:v>
                </c:pt>
                <c:pt idx="753">
                  <c:v>0</c:v>
                </c:pt>
                <c:pt idx="754">
                  <c:v>0</c:v>
                </c:pt>
                <c:pt idx="755">
                  <c:v>0</c:v>
                </c:pt>
                <c:pt idx="756">
                  <c:v>0</c:v>
                </c:pt>
                <c:pt idx="757">
                  <c:v>0</c:v>
                </c:pt>
                <c:pt idx="758">
                  <c:v>0</c:v>
                </c:pt>
                <c:pt idx="759">
                  <c:v>0</c:v>
                </c:pt>
                <c:pt idx="760">
                  <c:v>0</c:v>
                </c:pt>
                <c:pt idx="761">
                  <c:v>0</c:v>
                </c:pt>
                <c:pt idx="762">
                  <c:v>0</c:v>
                </c:pt>
                <c:pt idx="763">
                  <c:v>0</c:v>
                </c:pt>
                <c:pt idx="764">
                  <c:v>0</c:v>
                </c:pt>
                <c:pt idx="765">
                  <c:v>0</c:v>
                </c:pt>
                <c:pt idx="766">
                  <c:v>0</c:v>
                </c:pt>
                <c:pt idx="767">
                  <c:v>0</c:v>
                </c:pt>
                <c:pt idx="768">
                  <c:v>0</c:v>
                </c:pt>
                <c:pt idx="769">
                  <c:v>0</c:v>
                </c:pt>
                <c:pt idx="770">
                  <c:v>0</c:v>
                </c:pt>
                <c:pt idx="771">
                  <c:v>0</c:v>
                </c:pt>
                <c:pt idx="772">
                  <c:v>0</c:v>
                </c:pt>
                <c:pt idx="773">
                  <c:v>0</c:v>
                </c:pt>
                <c:pt idx="774">
                  <c:v>0</c:v>
                </c:pt>
                <c:pt idx="775">
                  <c:v>0</c:v>
                </c:pt>
                <c:pt idx="776">
                  <c:v>0</c:v>
                </c:pt>
                <c:pt idx="777">
                  <c:v>0</c:v>
                </c:pt>
                <c:pt idx="778">
                  <c:v>0</c:v>
                </c:pt>
                <c:pt idx="779">
                  <c:v>0</c:v>
                </c:pt>
                <c:pt idx="780">
                  <c:v>0</c:v>
                </c:pt>
                <c:pt idx="781">
                  <c:v>0</c:v>
                </c:pt>
                <c:pt idx="782">
                  <c:v>0</c:v>
                </c:pt>
                <c:pt idx="783">
                  <c:v>0</c:v>
                </c:pt>
                <c:pt idx="784">
                  <c:v>0</c:v>
                </c:pt>
                <c:pt idx="785">
                  <c:v>0</c:v>
                </c:pt>
                <c:pt idx="786">
                  <c:v>0</c:v>
                </c:pt>
                <c:pt idx="787">
                  <c:v>0</c:v>
                </c:pt>
                <c:pt idx="788">
                  <c:v>0</c:v>
                </c:pt>
                <c:pt idx="789">
                  <c:v>0</c:v>
                </c:pt>
                <c:pt idx="790">
                  <c:v>0</c:v>
                </c:pt>
                <c:pt idx="791">
                  <c:v>0</c:v>
                </c:pt>
                <c:pt idx="792">
                  <c:v>0</c:v>
                </c:pt>
                <c:pt idx="793">
                  <c:v>0</c:v>
                </c:pt>
                <c:pt idx="794">
                  <c:v>0</c:v>
                </c:pt>
                <c:pt idx="795">
                  <c:v>0</c:v>
                </c:pt>
                <c:pt idx="796">
                  <c:v>0</c:v>
                </c:pt>
                <c:pt idx="797">
                  <c:v>0</c:v>
                </c:pt>
                <c:pt idx="798">
                  <c:v>0</c:v>
                </c:pt>
                <c:pt idx="799">
                  <c:v>0</c:v>
                </c:pt>
                <c:pt idx="800">
                  <c:v>0</c:v>
                </c:pt>
                <c:pt idx="801">
                  <c:v>0</c:v>
                </c:pt>
                <c:pt idx="802">
                  <c:v>0</c:v>
                </c:pt>
                <c:pt idx="803">
                  <c:v>0</c:v>
                </c:pt>
                <c:pt idx="804">
                  <c:v>0</c:v>
                </c:pt>
                <c:pt idx="805">
                  <c:v>0</c:v>
                </c:pt>
                <c:pt idx="806">
                  <c:v>0</c:v>
                </c:pt>
                <c:pt idx="807">
                  <c:v>0</c:v>
                </c:pt>
                <c:pt idx="808">
                  <c:v>0</c:v>
                </c:pt>
                <c:pt idx="809">
                  <c:v>0</c:v>
                </c:pt>
                <c:pt idx="810">
                  <c:v>0</c:v>
                </c:pt>
                <c:pt idx="811">
                  <c:v>0</c:v>
                </c:pt>
                <c:pt idx="812">
                  <c:v>0</c:v>
                </c:pt>
                <c:pt idx="813">
                  <c:v>0</c:v>
                </c:pt>
                <c:pt idx="814">
                  <c:v>0</c:v>
                </c:pt>
                <c:pt idx="815">
                  <c:v>0</c:v>
                </c:pt>
                <c:pt idx="816">
                  <c:v>0</c:v>
                </c:pt>
                <c:pt idx="817">
                  <c:v>0</c:v>
                </c:pt>
                <c:pt idx="818">
                  <c:v>0</c:v>
                </c:pt>
                <c:pt idx="819">
                  <c:v>0</c:v>
                </c:pt>
                <c:pt idx="820">
                  <c:v>0</c:v>
                </c:pt>
                <c:pt idx="821">
                  <c:v>0</c:v>
                </c:pt>
                <c:pt idx="822">
                  <c:v>0</c:v>
                </c:pt>
                <c:pt idx="823">
                  <c:v>0</c:v>
                </c:pt>
                <c:pt idx="824">
                  <c:v>0</c:v>
                </c:pt>
                <c:pt idx="825">
                  <c:v>0</c:v>
                </c:pt>
                <c:pt idx="826">
                  <c:v>0</c:v>
                </c:pt>
                <c:pt idx="827">
                  <c:v>0</c:v>
                </c:pt>
                <c:pt idx="828">
                  <c:v>0</c:v>
                </c:pt>
                <c:pt idx="829">
                  <c:v>0</c:v>
                </c:pt>
                <c:pt idx="830">
                  <c:v>0</c:v>
                </c:pt>
                <c:pt idx="831">
                  <c:v>0</c:v>
                </c:pt>
                <c:pt idx="832">
                  <c:v>0</c:v>
                </c:pt>
                <c:pt idx="833">
                  <c:v>0</c:v>
                </c:pt>
                <c:pt idx="834">
                  <c:v>0</c:v>
                </c:pt>
                <c:pt idx="835">
                  <c:v>0</c:v>
                </c:pt>
                <c:pt idx="836">
                  <c:v>0</c:v>
                </c:pt>
                <c:pt idx="837">
                  <c:v>0</c:v>
                </c:pt>
                <c:pt idx="838">
                  <c:v>0</c:v>
                </c:pt>
                <c:pt idx="839">
                  <c:v>0</c:v>
                </c:pt>
                <c:pt idx="840">
                  <c:v>0</c:v>
                </c:pt>
                <c:pt idx="841">
                  <c:v>0</c:v>
                </c:pt>
                <c:pt idx="842">
                  <c:v>0</c:v>
                </c:pt>
                <c:pt idx="843">
                  <c:v>0</c:v>
                </c:pt>
                <c:pt idx="844">
                  <c:v>0</c:v>
                </c:pt>
                <c:pt idx="845">
                  <c:v>0</c:v>
                </c:pt>
                <c:pt idx="846">
                  <c:v>0</c:v>
                </c:pt>
                <c:pt idx="847">
                  <c:v>0</c:v>
                </c:pt>
                <c:pt idx="848">
                  <c:v>0</c:v>
                </c:pt>
                <c:pt idx="849">
                  <c:v>0</c:v>
                </c:pt>
                <c:pt idx="850">
                  <c:v>0</c:v>
                </c:pt>
                <c:pt idx="851">
                  <c:v>0</c:v>
                </c:pt>
                <c:pt idx="852">
                  <c:v>0</c:v>
                </c:pt>
                <c:pt idx="853">
                  <c:v>0</c:v>
                </c:pt>
                <c:pt idx="854">
                  <c:v>0</c:v>
                </c:pt>
                <c:pt idx="855">
                  <c:v>0</c:v>
                </c:pt>
                <c:pt idx="856">
                  <c:v>0</c:v>
                </c:pt>
                <c:pt idx="857">
                  <c:v>0</c:v>
                </c:pt>
                <c:pt idx="858">
                  <c:v>0</c:v>
                </c:pt>
                <c:pt idx="859">
                  <c:v>0</c:v>
                </c:pt>
                <c:pt idx="860">
                  <c:v>0</c:v>
                </c:pt>
                <c:pt idx="861">
                  <c:v>0</c:v>
                </c:pt>
                <c:pt idx="862">
                  <c:v>0</c:v>
                </c:pt>
                <c:pt idx="863">
                  <c:v>0</c:v>
                </c:pt>
                <c:pt idx="864">
                  <c:v>0</c:v>
                </c:pt>
                <c:pt idx="865">
                  <c:v>0</c:v>
                </c:pt>
                <c:pt idx="866">
                  <c:v>0</c:v>
                </c:pt>
                <c:pt idx="867">
                  <c:v>0</c:v>
                </c:pt>
                <c:pt idx="868">
                  <c:v>0</c:v>
                </c:pt>
                <c:pt idx="869">
                  <c:v>0</c:v>
                </c:pt>
                <c:pt idx="870">
                  <c:v>0</c:v>
                </c:pt>
                <c:pt idx="871">
                  <c:v>0</c:v>
                </c:pt>
                <c:pt idx="872">
                  <c:v>0</c:v>
                </c:pt>
                <c:pt idx="873">
                  <c:v>0</c:v>
                </c:pt>
                <c:pt idx="874">
                  <c:v>0</c:v>
                </c:pt>
                <c:pt idx="875">
                  <c:v>0</c:v>
                </c:pt>
                <c:pt idx="876">
                  <c:v>0</c:v>
                </c:pt>
                <c:pt idx="877">
                  <c:v>0</c:v>
                </c:pt>
                <c:pt idx="878">
                  <c:v>0</c:v>
                </c:pt>
                <c:pt idx="879">
                  <c:v>0</c:v>
                </c:pt>
                <c:pt idx="880">
                  <c:v>0</c:v>
                </c:pt>
                <c:pt idx="881">
                  <c:v>0</c:v>
                </c:pt>
                <c:pt idx="882">
                  <c:v>0</c:v>
                </c:pt>
                <c:pt idx="883">
                  <c:v>0</c:v>
                </c:pt>
                <c:pt idx="884">
                  <c:v>0</c:v>
                </c:pt>
                <c:pt idx="885">
                  <c:v>0</c:v>
                </c:pt>
                <c:pt idx="886">
                  <c:v>0</c:v>
                </c:pt>
                <c:pt idx="887">
                  <c:v>0</c:v>
                </c:pt>
                <c:pt idx="888">
                  <c:v>0</c:v>
                </c:pt>
                <c:pt idx="889">
                  <c:v>0</c:v>
                </c:pt>
                <c:pt idx="890">
                  <c:v>0</c:v>
                </c:pt>
                <c:pt idx="891">
                  <c:v>0</c:v>
                </c:pt>
                <c:pt idx="892">
                  <c:v>0</c:v>
                </c:pt>
                <c:pt idx="893">
                  <c:v>0</c:v>
                </c:pt>
                <c:pt idx="894">
                  <c:v>0</c:v>
                </c:pt>
                <c:pt idx="895">
                  <c:v>0</c:v>
                </c:pt>
                <c:pt idx="896">
                  <c:v>0</c:v>
                </c:pt>
                <c:pt idx="897">
                  <c:v>0</c:v>
                </c:pt>
                <c:pt idx="898">
                  <c:v>0</c:v>
                </c:pt>
                <c:pt idx="899">
                  <c:v>0</c:v>
                </c:pt>
                <c:pt idx="900">
                  <c:v>0</c:v>
                </c:pt>
                <c:pt idx="901">
                  <c:v>0</c:v>
                </c:pt>
                <c:pt idx="902">
                  <c:v>0</c:v>
                </c:pt>
                <c:pt idx="903">
                  <c:v>0</c:v>
                </c:pt>
                <c:pt idx="904">
                  <c:v>0</c:v>
                </c:pt>
                <c:pt idx="905">
                  <c:v>0</c:v>
                </c:pt>
                <c:pt idx="906">
                  <c:v>0</c:v>
                </c:pt>
                <c:pt idx="907">
                  <c:v>0</c:v>
                </c:pt>
                <c:pt idx="908">
                  <c:v>0</c:v>
                </c:pt>
                <c:pt idx="909">
                  <c:v>0</c:v>
                </c:pt>
                <c:pt idx="910">
                  <c:v>0</c:v>
                </c:pt>
                <c:pt idx="911">
                  <c:v>0</c:v>
                </c:pt>
                <c:pt idx="912">
                  <c:v>0</c:v>
                </c:pt>
                <c:pt idx="913">
                  <c:v>0</c:v>
                </c:pt>
                <c:pt idx="914">
                  <c:v>0</c:v>
                </c:pt>
                <c:pt idx="915">
                  <c:v>0</c:v>
                </c:pt>
                <c:pt idx="916">
                  <c:v>0</c:v>
                </c:pt>
                <c:pt idx="917">
                  <c:v>0</c:v>
                </c:pt>
                <c:pt idx="918">
                  <c:v>0</c:v>
                </c:pt>
                <c:pt idx="919">
                  <c:v>0</c:v>
                </c:pt>
                <c:pt idx="920">
                  <c:v>0</c:v>
                </c:pt>
                <c:pt idx="921">
                  <c:v>0</c:v>
                </c:pt>
                <c:pt idx="922">
                  <c:v>0</c:v>
                </c:pt>
                <c:pt idx="923">
                  <c:v>0</c:v>
                </c:pt>
                <c:pt idx="924">
                  <c:v>0</c:v>
                </c:pt>
                <c:pt idx="925">
                  <c:v>0</c:v>
                </c:pt>
                <c:pt idx="926">
                  <c:v>0</c:v>
                </c:pt>
                <c:pt idx="927">
                  <c:v>0</c:v>
                </c:pt>
                <c:pt idx="928">
                  <c:v>0</c:v>
                </c:pt>
                <c:pt idx="929">
                  <c:v>0</c:v>
                </c:pt>
                <c:pt idx="930">
                  <c:v>0</c:v>
                </c:pt>
                <c:pt idx="931">
                  <c:v>0</c:v>
                </c:pt>
                <c:pt idx="932">
                  <c:v>0</c:v>
                </c:pt>
                <c:pt idx="933">
                  <c:v>0</c:v>
                </c:pt>
                <c:pt idx="934">
                  <c:v>0</c:v>
                </c:pt>
                <c:pt idx="935">
                  <c:v>0</c:v>
                </c:pt>
                <c:pt idx="936">
                  <c:v>0</c:v>
                </c:pt>
                <c:pt idx="937">
                  <c:v>0</c:v>
                </c:pt>
                <c:pt idx="938">
                  <c:v>0</c:v>
                </c:pt>
                <c:pt idx="939">
                  <c:v>0</c:v>
                </c:pt>
                <c:pt idx="940">
                  <c:v>0</c:v>
                </c:pt>
                <c:pt idx="941">
                  <c:v>0</c:v>
                </c:pt>
                <c:pt idx="942">
                  <c:v>0</c:v>
                </c:pt>
                <c:pt idx="943">
                  <c:v>0</c:v>
                </c:pt>
                <c:pt idx="944">
                  <c:v>0</c:v>
                </c:pt>
                <c:pt idx="945">
                  <c:v>0</c:v>
                </c:pt>
                <c:pt idx="946">
                  <c:v>0</c:v>
                </c:pt>
                <c:pt idx="947">
                  <c:v>0</c:v>
                </c:pt>
                <c:pt idx="948">
                  <c:v>0</c:v>
                </c:pt>
                <c:pt idx="949">
                  <c:v>0</c:v>
                </c:pt>
                <c:pt idx="950">
                  <c:v>0</c:v>
                </c:pt>
                <c:pt idx="951">
                  <c:v>0</c:v>
                </c:pt>
                <c:pt idx="952">
                  <c:v>0</c:v>
                </c:pt>
                <c:pt idx="953">
                  <c:v>0</c:v>
                </c:pt>
                <c:pt idx="954">
                  <c:v>0</c:v>
                </c:pt>
                <c:pt idx="955">
                  <c:v>0</c:v>
                </c:pt>
                <c:pt idx="956">
                  <c:v>0</c:v>
                </c:pt>
                <c:pt idx="957">
                  <c:v>0</c:v>
                </c:pt>
                <c:pt idx="958">
                  <c:v>0</c:v>
                </c:pt>
                <c:pt idx="959">
                  <c:v>0</c:v>
                </c:pt>
                <c:pt idx="960">
                  <c:v>0</c:v>
                </c:pt>
                <c:pt idx="961">
                  <c:v>0</c:v>
                </c:pt>
                <c:pt idx="962">
                  <c:v>0</c:v>
                </c:pt>
                <c:pt idx="963">
                  <c:v>0</c:v>
                </c:pt>
                <c:pt idx="964">
                  <c:v>0</c:v>
                </c:pt>
                <c:pt idx="965">
                  <c:v>0</c:v>
                </c:pt>
                <c:pt idx="966">
                  <c:v>0</c:v>
                </c:pt>
                <c:pt idx="967">
                  <c:v>0</c:v>
                </c:pt>
                <c:pt idx="968">
                  <c:v>0</c:v>
                </c:pt>
                <c:pt idx="969">
                  <c:v>0</c:v>
                </c:pt>
                <c:pt idx="970">
                  <c:v>0</c:v>
                </c:pt>
                <c:pt idx="971">
                  <c:v>0</c:v>
                </c:pt>
                <c:pt idx="972">
                  <c:v>0</c:v>
                </c:pt>
                <c:pt idx="973">
                  <c:v>0</c:v>
                </c:pt>
                <c:pt idx="974">
                  <c:v>0</c:v>
                </c:pt>
                <c:pt idx="975">
                  <c:v>0</c:v>
                </c:pt>
                <c:pt idx="976">
                  <c:v>0</c:v>
                </c:pt>
                <c:pt idx="977">
                  <c:v>0</c:v>
                </c:pt>
                <c:pt idx="978">
                  <c:v>0</c:v>
                </c:pt>
                <c:pt idx="979">
                  <c:v>0</c:v>
                </c:pt>
                <c:pt idx="980">
                  <c:v>0</c:v>
                </c:pt>
                <c:pt idx="981">
                  <c:v>0</c:v>
                </c:pt>
                <c:pt idx="982">
                  <c:v>0</c:v>
                </c:pt>
                <c:pt idx="983">
                  <c:v>0</c:v>
                </c:pt>
                <c:pt idx="984">
                  <c:v>0</c:v>
                </c:pt>
                <c:pt idx="985">
                  <c:v>0</c:v>
                </c:pt>
                <c:pt idx="986">
                  <c:v>0</c:v>
                </c:pt>
                <c:pt idx="987">
                  <c:v>0</c:v>
                </c:pt>
                <c:pt idx="988">
                  <c:v>0</c:v>
                </c:pt>
                <c:pt idx="989">
                  <c:v>0</c:v>
                </c:pt>
                <c:pt idx="990">
                  <c:v>0</c:v>
                </c:pt>
                <c:pt idx="991">
                  <c:v>0</c:v>
                </c:pt>
                <c:pt idx="992">
                  <c:v>0</c:v>
                </c:pt>
                <c:pt idx="993">
                  <c:v>0</c:v>
                </c:pt>
                <c:pt idx="994">
                  <c:v>0</c:v>
                </c:pt>
                <c:pt idx="995">
                  <c:v>0</c:v>
                </c:pt>
                <c:pt idx="996">
                  <c:v>0</c:v>
                </c:pt>
                <c:pt idx="997">
                  <c:v>0</c:v>
                </c:pt>
                <c:pt idx="998">
                  <c:v>0</c:v>
                </c:pt>
                <c:pt idx="999">
                  <c:v>0</c:v>
                </c:pt>
                <c:pt idx="1000">
                  <c:v>0</c:v>
                </c:pt>
                <c:pt idx="1001">
                  <c:v>0</c:v>
                </c:pt>
                <c:pt idx="1002">
                  <c:v>0</c:v>
                </c:pt>
                <c:pt idx="1003">
                  <c:v>0</c:v>
                </c:pt>
                <c:pt idx="1004">
                  <c:v>0</c:v>
                </c:pt>
                <c:pt idx="1005">
                  <c:v>0</c:v>
                </c:pt>
                <c:pt idx="1006">
                  <c:v>0</c:v>
                </c:pt>
                <c:pt idx="1007">
                  <c:v>0</c:v>
                </c:pt>
                <c:pt idx="1008">
                  <c:v>0</c:v>
                </c:pt>
                <c:pt idx="1009">
                  <c:v>0</c:v>
                </c:pt>
                <c:pt idx="1010">
                  <c:v>0</c:v>
                </c:pt>
                <c:pt idx="1011">
                  <c:v>0</c:v>
                </c:pt>
                <c:pt idx="1012">
                  <c:v>0</c:v>
                </c:pt>
                <c:pt idx="1013">
                  <c:v>0</c:v>
                </c:pt>
                <c:pt idx="1014">
                  <c:v>0</c:v>
                </c:pt>
                <c:pt idx="1015">
                  <c:v>0</c:v>
                </c:pt>
                <c:pt idx="1016">
                  <c:v>0</c:v>
                </c:pt>
                <c:pt idx="1017">
                  <c:v>0</c:v>
                </c:pt>
                <c:pt idx="1018">
                  <c:v>0</c:v>
                </c:pt>
                <c:pt idx="1019">
                  <c:v>0</c:v>
                </c:pt>
                <c:pt idx="1020">
                  <c:v>0</c:v>
                </c:pt>
                <c:pt idx="1021">
                  <c:v>0</c:v>
                </c:pt>
                <c:pt idx="1022">
                  <c:v>0</c:v>
                </c:pt>
                <c:pt idx="1023">
                  <c:v>0</c:v>
                </c:pt>
                <c:pt idx="1024">
                  <c:v>0</c:v>
                </c:pt>
                <c:pt idx="1025">
                  <c:v>0</c:v>
                </c:pt>
                <c:pt idx="1026">
                  <c:v>0</c:v>
                </c:pt>
                <c:pt idx="1027">
                  <c:v>0</c:v>
                </c:pt>
                <c:pt idx="1028">
                  <c:v>0</c:v>
                </c:pt>
                <c:pt idx="1029">
                  <c:v>0</c:v>
                </c:pt>
                <c:pt idx="1030">
                  <c:v>0</c:v>
                </c:pt>
                <c:pt idx="1031">
                  <c:v>0</c:v>
                </c:pt>
                <c:pt idx="1032">
                  <c:v>0</c:v>
                </c:pt>
                <c:pt idx="1033">
                  <c:v>0</c:v>
                </c:pt>
                <c:pt idx="1034">
                  <c:v>0</c:v>
                </c:pt>
                <c:pt idx="1035">
                  <c:v>0</c:v>
                </c:pt>
                <c:pt idx="1036">
                  <c:v>0</c:v>
                </c:pt>
                <c:pt idx="1037">
                  <c:v>0</c:v>
                </c:pt>
                <c:pt idx="1038">
                  <c:v>0</c:v>
                </c:pt>
                <c:pt idx="1039">
                  <c:v>0</c:v>
                </c:pt>
                <c:pt idx="1040">
                  <c:v>0</c:v>
                </c:pt>
                <c:pt idx="1041">
                  <c:v>0</c:v>
                </c:pt>
                <c:pt idx="1042">
                  <c:v>0</c:v>
                </c:pt>
                <c:pt idx="1043">
                  <c:v>0</c:v>
                </c:pt>
                <c:pt idx="1044">
                  <c:v>0</c:v>
                </c:pt>
                <c:pt idx="1045">
                  <c:v>0</c:v>
                </c:pt>
                <c:pt idx="1046">
                  <c:v>0</c:v>
                </c:pt>
                <c:pt idx="1047">
                  <c:v>0</c:v>
                </c:pt>
                <c:pt idx="1048">
                  <c:v>0</c:v>
                </c:pt>
                <c:pt idx="1049">
                  <c:v>0</c:v>
                </c:pt>
                <c:pt idx="1050">
                  <c:v>0</c:v>
                </c:pt>
                <c:pt idx="1051">
                  <c:v>0</c:v>
                </c:pt>
                <c:pt idx="1052">
                  <c:v>0</c:v>
                </c:pt>
                <c:pt idx="1053">
                  <c:v>0</c:v>
                </c:pt>
                <c:pt idx="1054">
                  <c:v>0</c:v>
                </c:pt>
                <c:pt idx="1055">
                  <c:v>0</c:v>
                </c:pt>
                <c:pt idx="1056">
                  <c:v>0</c:v>
                </c:pt>
                <c:pt idx="1057">
                  <c:v>0</c:v>
                </c:pt>
                <c:pt idx="1058">
                  <c:v>0</c:v>
                </c:pt>
                <c:pt idx="1059">
                  <c:v>0</c:v>
                </c:pt>
                <c:pt idx="1060">
                  <c:v>0</c:v>
                </c:pt>
                <c:pt idx="1061">
                  <c:v>0</c:v>
                </c:pt>
                <c:pt idx="1062">
                  <c:v>0</c:v>
                </c:pt>
                <c:pt idx="1063">
                  <c:v>0</c:v>
                </c:pt>
                <c:pt idx="1064">
                  <c:v>0</c:v>
                </c:pt>
                <c:pt idx="1065">
                  <c:v>0</c:v>
                </c:pt>
                <c:pt idx="1066">
                  <c:v>0</c:v>
                </c:pt>
                <c:pt idx="1067">
                  <c:v>0</c:v>
                </c:pt>
                <c:pt idx="1068">
                  <c:v>0</c:v>
                </c:pt>
                <c:pt idx="1069">
                  <c:v>0</c:v>
                </c:pt>
                <c:pt idx="1070">
                  <c:v>0</c:v>
                </c:pt>
                <c:pt idx="1071">
                  <c:v>0</c:v>
                </c:pt>
                <c:pt idx="1072">
                  <c:v>0</c:v>
                </c:pt>
                <c:pt idx="1073">
                  <c:v>0</c:v>
                </c:pt>
                <c:pt idx="1074">
                  <c:v>0</c:v>
                </c:pt>
                <c:pt idx="1075">
                  <c:v>0</c:v>
                </c:pt>
                <c:pt idx="1076">
                  <c:v>0</c:v>
                </c:pt>
                <c:pt idx="1077">
                  <c:v>0</c:v>
                </c:pt>
                <c:pt idx="1078">
                  <c:v>0</c:v>
                </c:pt>
                <c:pt idx="1079">
                  <c:v>0</c:v>
                </c:pt>
                <c:pt idx="1080">
                  <c:v>0</c:v>
                </c:pt>
                <c:pt idx="1081">
                  <c:v>0</c:v>
                </c:pt>
                <c:pt idx="1082">
                  <c:v>0</c:v>
                </c:pt>
                <c:pt idx="1083">
                  <c:v>0</c:v>
                </c:pt>
                <c:pt idx="1084">
                  <c:v>0</c:v>
                </c:pt>
                <c:pt idx="1085">
                  <c:v>0</c:v>
                </c:pt>
                <c:pt idx="1086">
                  <c:v>0</c:v>
                </c:pt>
                <c:pt idx="1087">
                  <c:v>0</c:v>
                </c:pt>
                <c:pt idx="1088">
                  <c:v>0</c:v>
                </c:pt>
                <c:pt idx="1089">
                  <c:v>0</c:v>
                </c:pt>
                <c:pt idx="1090">
                  <c:v>0</c:v>
                </c:pt>
                <c:pt idx="1091">
                  <c:v>0</c:v>
                </c:pt>
                <c:pt idx="1092">
                  <c:v>0</c:v>
                </c:pt>
                <c:pt idx="1093">
                  <c:v>0</c:v>
                </c:pt>
                <c:pt idx="1094">
                  <c:v>0</c:v>
                </c:pt>
                <c:pt idx="1095">
                  <c:v>0</c:v>
                </c:pt>
                <c:pt idx="1096">
                  <c:v>0</c:v>
                </c:pt>
                <c:pt idx="1097">
                  <c:v>0</c:v>
                </c:pt>
                <c:pt idx="1098">
                  <c:v>0</c:v>
                </c:pt>
                <c:pt idx="1099">
                  <c:v>0</c:v>
                </c:pt>
                <c:pt idx="1100">
                  <c:v>0</c:v>
                </c:pt>
                <c:pt idx="1101">
                  <c:v>0</c:v>
                </c:pt>
                <c:pt idx="1102">
                  <c:v>0</c:v>
                </c:pt>
                <c:pt idx="1103">
                  <c:v>0</c:v>
                </c:pt>
                <c:pt idx="1104">
                  <c:v>0</c:v>
                </c:pt>
                <c:pt idx="1105">
                  <c:v>0</c:v>
                </c:pt>
                <c:pt idx="1106">
                  <c:v>0</c:v>
                </c:pt>
                <c:pt idx="1107">
                  <c:v>0</c:v>
                </c:pt>
                <c:pt idx="1108">
                  <c:v>0</c:v>
                </c:pt>
                <c:pt idx="1109">
                  <c:v>0</c:v>
                </c:pt>
                <c:pt idx="1110">
                  <c:v>0</c:v>
                </c:pt>
                <c:pt idx="1111">
                  <c:v>0</c:v>
                </c:pt>
                <c:pt idx="1112">
                  <c:v>0</c:v>
                </c:pt>
                <c:pt idx="1113">
                  <c:v>0</c:v>
                </c:pt>
                <c:pt idx="1114">
                  <c:v>0</c:v>
                </c:pt>
                <c:pt idx="1115">
                  <c:v>0</c:v>
                </c:pt>
                <c:pt idx="1116">
                  <c:v>0</c:v>
                </c:pt>
                <c:pt idx="1117">
                  <c:v>0</c:v>
                </c:pt>
                <c:pt idx="1118">
                  <c:v>0</c:v>
                </c:pt>
                <c:pt idx="1119">
                  <c:v>0</c:v>
                </c:pt>
                <c:pt idx="1120">
                  <c:v>0</c:v>
                </c:pt>
                <c:pt idx="1121">
                  <c:v>0</c:v>
                </c:pt>
                <c:pt idx="1122">
                  <c:v>0</c:v>
                </c:pt>
                <c:pt idx="1123">
                  <c:v>0</c:v>
                </c:pt>
                <c:pt idx="1124">
                  <c:v>0</c:v>
                </c:pt>
                <c:pt idx="1125">
                  <c:v>0</c:v>
                </c:pt>
                <c:pt idx="1126">
                  <c:v>0</c:v>
                </c:pt>
                <c:pt idx="1127">
                  <c:v>0</c:v>
                </c:pt>
                <c:pt idx="1128">
                  <c:v>0</c:v>
                </c:pt>
                <c:pt idx="1129">
                  <c:v>0</c:v>
                </c:pt>
                <c:pt idx="1130">
                  <c:v>0</c:v>
                </c:pt>
                <c:pt idx="1131">
                  <c:v>0</c:v>
                </c:pt>
                <c:pt idx="1132">
                  <c:v>0</c:v>
                </c:pt>
                <c:pt idx="1133">
                  <c:v>0</c:v>
                </c:pt>
                <c:pt idx="1134">
                  <c:v>0</c:v>
                </c:pt>
                <c:pt idx="1135">
                  <c:v>0</c:v>
                </c:pt>
                <c:pt idx="1136">
                  <c:v>0</c:v>
                </c:pt>
                <c:pt idx="1137">
                  <c:v>0</c:v>
                </c:pt>
                <c:pt idx="1138">
                  <c:v>0</c:v>
                </c:pt>
                <c:pt idx="1139">
                  <c:v>0</c:v>
                </c:pt>
                <c:pt idx="1140">
                  <c:v>0</c:v>
                </c:pt>
                <c:pt idx="1141">
                  <c:v>0</c:v>
                </c:pt>
                <c:pt idx="1142">
                  <c:v>0</c:v>
                </c:pt>
                <c:pt idx="1143">
                  <c:v>0</c:v>
                </c:pt>
                <c:pt idx="1144">
                  <c:v>0</c:v>
                </c:pt>
                <c:pt idx="1145">
                  <c:v>0</c:v>
                </c:pt>
                <c:pt idx="1146">
                  <c:v>0</c:v>
                </c:pt>
                <c:pt idx="1147">
                  <c:v>0</c:v>
                </c:pt>
                <c:pt idx="1148">
                  <c:v>0</c:v>
                </c:pt>
                <c:pt idx="1149">
                  <c:v>0</c:v>
                </c:pt>
                <c:pt idx="1150">
                  <c:v>0</c:v>
                </c:pt>
                <c:pt idx="1151">
                  <c:v>0</c:v>
                </c:pt>
                <c:pt idx="1152">
                  <c:v>0</c:v>
                </c:pt>
                <c:pt idx="1153">
                  <c:v>0</c:v>
                </c:pt>
                <c:pt idx="1154">
                  <c:v>0</c:v>
                </c:pt>
                <c:pt idx="1155">
                  <c:v>0</c:v>
                </c:pt>
                <c:pt idx="1156">
                  <c:v>0</c:v>
                </c:pt>
                <c:pt idx="1157">
                  <c:v>0</c:v>
                </c:pt>
                <c:pt idx="1158">
                  <c:v>0</c:v>
                </c:pt>
                <c:pt idx="1159">
                  <c:v>0</c:v>
                </c:pt>
                <c:pt idx="1160">
                  <c:v>0</c:v>
                </c:pt>
                <c:pt idx="1161">
                  <c:v>0</c:v>
                </c:pt>
                <c:pt idx="1162">
                  <c:v>0</c:v>
                </c:pt>
                <c:pt idx="1163">
                  <c:v>0</c:v>
                </c:pt>
                <c:pt idx="1164">
                  <c:v>0</c:v>
                </c:pt>
                <c:pt idx="1165">
                  <c:v>0</c:v>
                </c:pt>
                <c:pt idx="1166">
                  <c:v>0</c:v>
                </c:pt>
                <c:pt idx="1167">
                  <c:v>0</c:v>
                </c:pt>
                <c:pt idx="1168">
                  <c:v>0</c:v>
                </c:pt>
                <c:pt idx="1169">
                  <c:v>0</c:v>
                </c:pt>
                <c:pt idx="1170">
                  <c:v>0</c:v>
                </c:pt>
                <c:pt idx="1171">
                  <c:v>0</c:v>
                </c:pt>
                <c:pt idx="1172">
                  <c:v>0</c:v>
                </c:pt>
                <c:pt idx="1173">
                  <c:v>0</c:v>
                </c:pt>
                <c:pt idx="1174">
                  <c:v>0</c:v>
                </c:pt>
                <c:pt idx="1175">
                  <c:v>0</c:v>
                </c:pt>
                <c:pt idx="1176">
                  <c:v>0</c:v>
                </c:pt>
                <c:pt idx="1177">
                  <c:v>0</c:v>
                </c:pt>
                <c:pt idx="1178">
                  <c:v>0</c:v>
                </c:pt>
                <c:pt idx="1179">
                  <c:v>0</c:v>
                </c:pt>
                <c:pt idx="1180">
                  <c:v>0</c:v>
                </c:pt>
                <c:pt idx="1181">
                  <c:v>0</c:v>
                </c:pt>
                <c:pt idx="1182">
                  <c:v>0</c:v>
                </c:pt>
                <c:pt idx="1183">
                  <c:v>0</c:v>
                </c:pt>
                <c:pt idx="1184">
                  <c:v>0</c:v>
                </c:pt>
                <c:pt idx="1185">
                  <c:v>0</c:v>
                </c:pt>
                <c:pt idx="1186">
                  <c:v>0</c:v>
                </c:pt>
                <c:pt idx="1187">
                  <c:v>0</c:v>
                </c:pt>
                <c:pt idx="1188">
                  <c:v>0</c:v>
                </c:pt>
                <c:pt idx="1189">
                  <c:v>0</c:v>
                </c:pt>
                <c:pt idx="1190">
                  <c:v>0</c:v>
                </c:pt>
                <c:pt idx="1191">
                  <c:v>0</c:v>
                </c:pt>
                <c:pt idx="1192">
                  <c:v>0</c:v>
                </c:pt>
                <c:pt idx="1193">
                  <c:v>0</c:v>
                </c:pt>
                <c:pt idx="1194">
                  <c:v>0</c:v>
                </c:pt>
                <c:pt idx="1195">
                  <c:v>0</c:v>
                </c:pt>
                <c:pt idx="1196">
                  <c:v>0</c:v>
                </c:pt>
                <c:pt idx="1197">
                  <c:v>0</c:v>
                </c:pt>
                <c:pt idx="1198">
                  <c:v>0</c:v>
                </c:pt>
                <c:pt idx="1199">
                  <c:v>0</c:v>
                </c:pt>
                <c:pt idx="1200">
                  <c:v>0</c:v>
                </c:pt>
                <c:pt idx="1201">
                  <c:v>0</c:v>
                </c:pt>
                <c:pt idx="1202">
                  <c:v>0</c:v>
                </c:pt>
                <c:pt idx="1203">
                  <c:v>0</c:v>
                </c:pt>
                <c:pt idx="1204">
                  <c:v>0</c:v>
                </c:pt>
                <c:pt idx="1205">
                  <c:v>0</c:v>
                </c:pt>
                <c:pt idx="1206">
                  <c:v>0</c:v>
                </c:pt>
                <c:pt idx="1207">
                  <c:v>0</c:v>
                </c:pt>
                <c:pt idx="1208">
                  <c:v>0</c:v>
                </c:pt>
                <c:pt idx="1209">
                  <c:v>0</c:v>
                </c:pt>
                <c:pt idx="1210">
                  <c:v>0</c:v>
                </c:pt>
                <c:pt idx="1211">
                  <c:v>0</c:v>
                </c:pt>
                <c:pt idx="1212">
                  <c:v>0</c:v>
                </c:pt>
                <c:pt idx="1213">
                  <c:v>0</c:v>
                </c:pt>
                <c:pt idx="1214">
                  <c:v>0</c:v>
                </c:pt>
                <c:pt idx="1215">
                  <c:v>0</c:v>
                </c:pt>
                <c:pt idx="1216">
                  <c:v>0</c:v>
                </c:pt>
                <c:pt idx="1217">
                  <c:v>0</c:v>
                </c:pt>
                <c:pt idx="1218">
                  <c:v>0</c:v>
                </c:pt>
                <c:pt idx="1219">
                  <c:v>0</c:v>
                </c:pt>
                <c:pt idx="1220">
                  <c:v>0</c:v>
                </c:pt>
                <c:pt idx="1221">
                  <c:v>0</c:v>
                </c:pt>
                <c:pt idx="1222">
                  <c:v>0</c:v>
                </c:pt>
                <c:pt idx="1223">
                  <c:v>0</c:v>
                </c:pt>
                <c:pt idx="1224">
                  <c:v>0</c:v>
                </c:pt>
                <c:pt idx="1225">
                  <c:v>0</c:v>
                </c:pt>
                <c:pt idx="1226">
                  <c:v>0</c:v>
                </c:pt>
                <c:pt idx="1227">
                  <c:v>0</c:v>
                </c:pt>
                <c:pt idx="1228">
                  <c:v>0</c:v>
                </c:pt>
                <c:pt idx="1229">
                  <c:v>0</c:v>
                </c:pt>
                <c:pt idx="1230">
                  <c:v>0</c:v>
                </c:pt>
                <c:pt idx="1231">
                  <c:v>0</c:v>
                </c:pt>
                <c:pt idx="1232">
                  <c:v>0</c:v>
                </c:pt>
                <c:pt idx="1233">
                  <c:v>0</c:v>
                </c:pt>
                <c:pt idx="1234">
                  <c:v>0</c:v>
                </c:pt>
                <c:pt idx="1235">
                  <c:v>0</c:v>
                </c:pt>
                <c:pt idx="1236">
                  <c:v>0</c:v>
                </c:pt>
                <c:pt idx="1237">
                  <c:v>0</c:v>
                </c:pt>
                <c:pt idx="1238">
                  <c:v>0</c:v>
                </c:pt>
                <c:pt idx="1239">
                  <c:v>0</c:v>
                </c:pt>
                <c:pt idx="1240">
                  <c:v>0</c:v>
                </c:pt>
                <c:pt idx="1241">
                  <c:v>0</c:v>
                </c:pt>
                <c:pt idx="1242">
                  <c:v>0</c:v>
                </c:pt>
                <c:pt idx="1243">
                  <c:v>0</c:v>
                </c:pt>
                <c:pt idx="1244">
                  <c:v>0</c:v>
                </c:pt>
                <c:pt idx="1245">
                  <c:v>0</c:v>
                </c:pt>
                <c:pt idx="1246">
                  <c:v>0</c:v>
                </c:pt>
                <c:pt idx="1247">
                  <c:v>0</c:v>
                </c:pt>
                <c:pt idx="1248">
                  <c:v>0</c:v>
                </c:pt>
                <c:pt idx="1249">
                  <c:v>0</c:v>
                </c:pt>
                <c:pt idx="1250">
                  <c:v>0</c:v>
                </c:pt>
                <c:pt idx="1251">
                  <c:v>0</c:v>
                </c:pt>
                <c:pt idx="1252">
                  <c:v>0</c:v>
                </c:pt>
                <c:pt idx="1253">
                  <c:v>0</c:v>
                </c:pt>
                <c:pt idx="1254">
                  <c:v>0</c:v>
                </c:pt>
                <c:pt idx="1255">
                  <c:v>0</c:v>
                </c:pt>
                <c:pt idx="1256">
                  <c:v>0</c:v>
                </c:pt>
                <c:pt idx="1257">
                  <c:v>0</c:v>
                </c:pt>
                <c:pt idx="1258">
                  <c:v>0</c:v>
                </c:pt>
                <c:pt idx="1259">
                  <c:v>0</c:v>
                </c:pt>
                <c:pt idx="1260">
                  <c:v>0</c:v>
                </c:pt>
                <c:pt idx="1261">
                  <c:v>0</c:v>
                </c:pt>
                <c:pt idx="1262">
                  <c:v>0</c:v>
                </c:pt>
                <c:pt idx="1263">
                  <c:v>0</c:v>
                </c:pt>
                <c:pt idx="1264">
                  <c:v>0</c:v>
                </c:pt>
                <c:pt idx="1265">
                  <c:v>0</c:v>
                </c:pt>
                <c:pt idx="1266">
                  <c:v>0</c:v>
                </c:pt>
                <c:pt idx="1267">
                  <c:v>0</c:v>
                </c:pt>
                <c:pt idx="1268">
                  <c:v>0</c:v>
                </c:pt>
                <c:pt idx="1269">
                  <c:v>0</c:v>
                </c:pt>
                <c:pt idx="1270">
                  <c:v>0</c:v>
                </c:pt>
                <c:pt idx="1271">
                  <c:v>0</c:v>
                </c:pt>
                <c:pt idx="1272">
                  <c:v>0</c:v>
                </c:pt>
                <c:pt idx="1273">
                  <c:v>0</c:v>
                </c:pt>
                <c:pt idx="1274">
                  <c:v>0</c:v>
                </c:pt>
                <c:pt idx="1275">
                  <c:v>0</c:v>
                </c:pt>
                <c:pt idx="1276">
                  <c:v>0</c:v>
                </c:pt>
                <c:pt idx="1277">
                  <c:v>0</c:v>
                </c:pt>
                <c:pt idx="1278">
                  <c:v>0</c:v>
                </c:pt>
                <c:pt idx="1279">
                  <c:v>0</c:v>
                </c:pt>
                <c:pt idx="1280">
                  <c:v>0</c:v>
                </c:pt>
                <c:pt idx="1281">
                  <c:v>0</c:v>
                </c:pt>
                <c:pt idx="1282">
                  <c:v>0</c:v>
                </c:pt>
                <c:pt idx="1283">
                  <c:v>0</c:v>
                </c:pt>
                <c:pt idx="1284">
                  <c:v>0</c:v>
                </c:pt>
                <c:pt idx="1285">
                  <c:v>0</c:v>
                </c:pt>
                <c:pt idx="1286">
                  <c:v>0</c:v>
                </c:pt>
                <c:pt idx="1287">
                  <c:v>0</c:v>
                </c:pt>
                <c:pt idx="1288">
                  <c:v>0</c:v>
                </c:pt>
                <c:pt idx="1289">
                  <c:v>0</c:v>
                </c:pt>
                <c:pt idx="1290">
                  <c:v>0</c:v>
                </c:pt>
                <c:pt idx="1291">
                  <c:v>0</c:v>
                </c:pt>
                <c:pt idx="1292">
                  <c:v>0</c:v>
                </c:pt>
                <c:pt idx="1293">
                  <c:v>0</c:v>
                </c:pt>
                <c:pt idx="1294">
                  <c:v>0</c:v>
                </c:pt>
                <c:pt idx="1295">
                  <c:v>0</c:v>
                </c:pt>
                <c:pt idx="1296">
                  <c:v>0</c:v>
                </c:pt>
                <c:pt idx="1297">
                  <c:v>0</c:v>
                </c:pt>
                <c:pt idx="1298">
                  <c:v>0</c:v>
                </c:pt>
                <c:pt idx="1299">
                  <c:v>0</c:v>
                </c:pt>
                <c:pt idx="1300">
                  <c:v>0</c:v>
                </c:pt>
                <c:pt idx="1301">
                  <c:v>0</c:v>
                </c:pt>
                <c:pt idx="1302">
                  <c:v>0</c:v>
                </c:pt>
                <c:pt idx="1303">
                  <c:v>0</c:v>
                </c:pt>
                <c:pt idx="1304">
                  <c:v>0</c:v>
                </c:pt>
                <c:pt idx="1305">
                  <c:v>0</c:v>
                </c:pt>
                <c:pt idx="1306">
                  <c:v>0</c:v>
                </c:pt>
                <c:pt idx="1307">
                  <c:v>0</c:v>
                </c:pt>
                <c:pt idx="1308">
                  <c:v>0</c:v>
                </c:pt>
                <c:pt idx="1309">
                  <c:v>0</c:v>
                </c:pt>
                <c:pt idx="1310">
                  <c:v>0</c:v>
                </c:pt>
                <c:pt idx="1311">
                  <c:v>0</c:v>
                </c:pt>
                <c:pt idx="1312">
                  <c:v>0</c:v>
                </c:pt>
                <c:pt idx="1313">
                  <c:v>0</c:v>
                </c:pt>
                <c:pt idx="1314">
                  <c:v>0</c:v>
                </c:pt>
                <c:pt idx="1315">
                  <c:v>0</c:v>
                </c:pt>
                <c:pt idx="1316">
                  <c:v>0</c:v>
                </c:pt>
                <c:pt idx="1317">
                  <c:v>0</c:v>
                </c:pt>
                <c:pt idx="1318">
                  <c:v>0</c:v>
                </c:pt>
                <c:pt idx="1319">
                  <c:v>0</c:v>
                </c:pt>
                <c:pt idx="1320">
                  <c:v>0</c:v>
                </c:pt>
                <c:pt idx="1321">
                  <c:v>0</c:v>
                </c:pt>
                <c:pt idx="1322">
                  <c:v>0</c:v>
                </c:pt>
                <c:pt idx="1323">
                  <c:v>0</c:v>
                </c:pt>
                <c:pt idx="1324">
                  <c:v>0</c:v>
                </c:pt>
                <c:pt idx="1325">
                  <c:v>0</c:v>
                </c:pt>
                <c:pt idx="1326">
                  <c:v>0</c:v>
                </c:pt>
                <c:pt idx="1327">
                  <c:v>0</c:v>
                </c:pt>
                <c:pt idx="1328">
                  <c:v>0</c:v>
                </c:pt>
                <c:pt idx="1329">
                  <c:v>0</c:v>
                </c:pt>
                <c:pt idx="1330">
                  <c:v>0</c:v>
                </c:pt>
                <c:pt idx="1331">
                  <c:v>0</c:v>
                </c:pt>
                <c:pt idx="1332">
                  <c:v>0</c:v>
                </c:pt>
                <c:pt idx="1333">
                  <c:v>0</c:v>
                </c:pt>
                <c:pt idx="1334">
                  <c:v>0</c:v>
                </c:pt>
                <c:pt idx="1335">
                  <c:v>0</c:v>
                </c:pt>
                <c:pt idx="1336">
                  <c:v>0</c:v>
                </c:pt>
                <c:pt idx="1337">
                  <c:v>0</c:v>
                </c:pt>
                <c:pt idx="1338">
                  <c:v>0</c:v>
                </c:pt>
                <c:pt idx="1339">
                  <c:v>0</c:v>
                </c:pt>
                <c:pt idx="1340">
                  <c:v>0</c:v>
                </c:pt>
                <c:pt idx="1341">
                  <c:v>0</c:v>
                </c:pt>
                <c:pt idx="1342">
                  <c:v>0</c:v>
                </c:pt>
                <c:pt idx="1343">
                  <c:v>0</c:v>
                </c:pt>
                <c:pt idx="1344">
                  <c:v>0</c:v>
                </c:pt>
                <c:pt idx="1345">
                  <c:v>0</c:v>
                </c:pt>
                <c:pt idx="1346">
                  <c:v>0</c:v>
                </c:pt>
                <c:pt idx="1347">
                  <c:v>0</c:v>
                </c:pt>
                <c:pt idx="1348">
                  <c:v>0</c:v>
                </c:pt>
                <c:pt idx="1349">
                  <c:v>0</c:v>
                </c:pt>
                <c:pt idx="1350">
                  <c:v>0</c:v>
                </c:pt>
                <c:pt idx="1351">
                  <c:v>0</c:v>
                </c:pt>
                <c:pt idx="1352">
                  <c:v>0</c:v>
                </c:pt>
                <c:pt idx="1353">
                  <c:v>0</c:v>
                </c:pt>
                <c:pt idx="1354">
                  <c:v>0</c:v>
                </c:pt>
                <c:pt idx="1355">
                  <c:v>0</c:v>
                </c:pt>
                <c:pt idx="1356">
                  <c:v>0</c:v>
                </c:pt>
                <c:pt idx="1357">
                  <c:v>0</c:v>
                </c:pt>
                <c:pt idx="1358">
                  <c:v>0</c:v>
                </c:pt>
                <c:pt idx="1359">
                  <c:v>0</c:v>
                </c:pt>
                <c:pt idx="1360">
                  <c:v>0</c:v>
                </c:pt>
                <c:pt idx="1361">
                  <c:v>0</c:v>
                </c:pt>
                <c:pt idx="1362">
                  <c:v>0</c:v>
                </c:pt>
                <c:pt idx="1363">
                  <c:v>0</c:v>
                </c:pt>
                <c:pt idx="1364">
                  <c:v>0</c:v>
                </c:pt>
                <c:pt idx="1365">
                  <c:v>0</c:v>
                </c:pt>
                <c:pt idx="1366">
                  <c:v>0</c:v>
                </c:pt>
                <c:pt idx="1367">
                  <c:v>0</c:v>
                </c:pt>
                <c:pt idx="1368">
                  <c:v>0</c:v>
                </c:pt>
                <c:pt idx="1369">
                  <c:v>0</c:v>
                </c:pt>
                <c:pt idx="1370">
                  <c:v>0</c:v>
                </c:pt>
                <c:pt idx="1371">
                  <c:v>0</c:v>
                </c:pt>
                <c:pt idx="1372">
                  <c:v>0</c:v>
                </c:pt>
                <c:pt idx="1373">
                  <c:v>0</c:v>
                </c:pt>
                <c:pt idx="1374">
                  <c:v>0</c:v>
                </c:pt>
                <c:pt idx="1375">
                  <c:v>0</c:v>
                </c:pt>
                <c:pt idx="1376">
                  <c:v>0</c:v>
                </c:pt>
                <c:pt idx="1377">
                  <c:v>0</c:v>
                </c:pt>
                <c:pt idx="1378">
                  <c:v>0</c:v>
                </c:pt>
                <c:pt idx="1379">
                  <c:v>0</c:v>
                </c:pt>
                <c:pt idx="1380">
                  <c:v>0</c:v>
                </c:pt>
                <c:pt idx="1381">
                  <c:v>0</c:v>
                </c:pt>
                <c:pt idx="1382">
                  <c:v>0</c:v>
                </c:pt>
                <c:pt idx="1383">
                  <c:v>0</c:v>
                </c:pt>
                <c:pt idx="1384">
                  <c:v>0</c:v>
                </c:pt>
                <c:pt idx="1385">
                  <c:v>0</c:v>
                </c:pt>
                <c:pt idx="1386">
                  <c:v>0</c:v>
                </c:pt>
                <c:pt idx="1387">
                  <c:v>0</c:v>
                </c:pt>
                <c:pt idx="1388">
                  <c:v>0</c:v>
                </c:pt>
                <c:pt idx="1389">
                  <c:v>0</c:v>
                </c:pt>
                <c:pt idx="1390">
                  <c:v>0</c:v>
                </c:pt>
                <c:pt idx="1391">
                  <c:v>0</c:v>
                </c:pt>
                <c:pt idx="1392">
                  <c:v>0</c:v>
                </c:pt>
                <c:pt idx="1393">
                  <c:v>0</c:v>
                </c:pt>
                <c:pt idx="1394">
                  <c:v>0</c:v>
                </c:pt>
                <c:pt idx="1395">
                  <c:v>0</c:v>
                </c:pt>
                <c:pt idx="1396">
                  <c:v>0</c:v>
                </c:pt>
                <c:pt idx="1397">
                  <c:v>0</c:v>
                </c:pt>
                <c:pt idx="1398">
                  <c:v>0</c:v>
                </c:pt>
                <c:pt idx="1399">
                  <c:v>0</c:v>
                </c:pt>
                <c:pt idx="1400">
                  <c:v>0</c:v>
                </c:pt>
                <c:pt idx="1401">
                  <c:v>0</c:v>
                </c:pt>
                <c:pt idx="1402">
                  <c:v>0</c:v>
                </c:pt>
                <c:pt idx="1403">
                  <c:v>0</c:v>
                </c:pt>
                <c:pt idx="1404">
                  <c:v>0</c:v>
                </c:pt>
                <c:pt idx="1405">
                  <c:v>0</c:v>
                </c:pt>
                <c:pt idx="1406">
                  <c:v>0</c:v>
                </c:pt>
                <c:pt idx="1407">
                  <c:v>0</c:v>
                </c:pt>
                <c:pt idx="1408">
                  <c:v>0</c:v>
                </c:pt>
                <c:pt idx="1409">
                  <c:v>0</c:v>
                </c:pt>
                <c:pt idx="1410">
                  <c:v>0</c:v>
                </c:pt>
                <c:pt idx="1411">
                  <c:v>0</c:v>
                </c:pt>
                <c:pt idx="1412">
                  <c:v>0</c:v>
                </c:pt>
                <c:pt idx="1413">
                  <c:v>0</c:v>
                </c:pt>
                <c:pt idx="1414">
                  <c:v>0</c:v>
                </c:pt>
                <c:pt idx="1415">
                  <c:v>0</c:v>
                </c:pt>
                <c:pt idx="1416">
                  <c:v>0</c:v>
                </c:pt>
                <c:pt idx="1417">
                  <c:v>0</c:v>
                </c:pt>
                <c:pt idx="1418">
                  <c:v>0</c:v>
                </c:pt>
                <c:pt idx="1419">
                  <c:v>0</c:v>
                </c:pt>
                <c:pt idx="1420">
                  <c:v>0</c:v>
                </c:pt>
                <c:pt idx="1421">
                  <c:v>0</c:v>
                </c:pt>
                <c:pt idx="1422">
                  <c:v>0</c:v>
                </c:pt>
                <c:pt idx="1423">
                  <c:v>0</c:v>
                </c:pt>
                <c:pt idx="1424">
                  <c:v>0</c:v>
                </c:pt>
                <c:pt idx="1425">
                  <c:v>0</c:v>
                </c:pt>
                <c:pt idx="1426">
                  <c:v>0</c:v>
                </c:pt>
                <c:pt idx="1427">
                  <c:v>0</c:v>
                </c:pt>
                <c:pt idx="1428">
                  <c:v>0</c:v>
                </c:pt>
                <c:pt idx="1429">
                  <c:v>0</c:v>
                </c:pt>
                <c:pt idx="1430">
                  <c:v>0</c:v>
                </c:pt>
                <c:pt idx="1431">
                  <c:v>0</c:v>
                </c:pt>
                <c:pt idx="1432">
                  <c:v>0</c:v>
                </c:pt>
                <c:pt idx="1433">
                  <c:v>0</c:v>
                </c:pt>
                <c:pt idx="1434">
                  <c:v>0</c:v>
                </c:pt>
                <c:pt idx="1435">
                  <c:v>0</c:v>
                </c:pt>
                <c:pt idx="1436">
                  <c:v>0</c:v>
                </c:pt>
                <c:pt idx="1437">
                  <c:v>0</c:v>
                </c:pt>
                <c:pt idx="1438">
                  <c:v>0</c:v>
                </c:pt>
                <c:pt idx="1439">
                  <c:v>0</c:v>
                </c:pt>
                <c:pt idx="1440">
                  <c:v>0</c:v>
                </c:pt>
                <c:pt idx="1441">
                  <c:v>0</c:v>
                </c:pt>
                <c:pt idx="1442">
                  <c:v>0</c:v>
                </c:pt>
                <c:pt idx="1443">
                  <c:v>0</c:v>
                </c:pt>
                <c:pt idx="1444">
                  <c:v>0</c:v>
                </c:pt>
                <c:pt idx="1445">
                  <c:v>0</c:v>
                </c:pt>
                <c:pt idx="1446">
                  <c:v>0</c:v>
                </c:pt>
                <c:pt idx="1447">
                  <c:v>0</c:v>
                </c:pt>
                <c:pt idx="1448">
                  <c:v>0</c:v>
                </c:pt>
                <c:pt idx="1449">
                  <c:v>0</c:v>
                </c:pt>
                <c:pt idx="1450">
                  <c:v>0</c:v>
                </c:pt>
                <c:pt idx="1451">
                  <c:v>0</c:v>
                </c:pt>
                <c:pt idx="1452">
                  <c:v>0</c:v>
                </c:pt>
                <c:pt idx="1453">
                  <c:v>0</c:v>
                </c:pt>
                <c:pt idx="1454">
                  <c:v>0</c:v>
                </c:pt>
                <c:pt idx="1455">
                  <c:v>0</c:v>
                </c:pt>
                <c:pt idx="1456">
                  <c:v>0</c:v>
                </c:pt>
                <c:pt idx="1457">
                  <c:v>0</c:v>
                </c:pt>
                <c:pt idx="1458">
                  <c:v>0</c:v>
                </c:pt>
                <c:pt idx="1459">
                  <c:v>0</c:v>
                </c:pt>
                <c:pt idx="1460">
                  <c:v>0</c:v>
                </c:pt>
                <c:pt idx="1461">
                  <c:v>0</c:v>
                </c:pt>
                <c:pt idx="1462">
                  <c:v>0</c:v>
                </c:pt>
                <c:pt idx="1463">
                  <c:v>0</c:v>
                </c:pt>
                <c:pt idx="1464">
                  <c:v>0</c:v>
                </c:pt>
                <c:pt idx="1465">
                  <c:v>0</c:v>
                </c:pt>
                <c:pt idx="1466">
                  <c:v>0</c:v>
                </c:pt>
                <c:pt idx="1467">
                  <c:v>0</c:v>
                </c:pt>
                <c:pt idx="1468">
                  <c:v>0</c:v>
                </c:pt>
                <c:pt idx="1469">
                  <c:v>0</c:v>
                </c:pt>
                <c:pt idx="1470">
                  <c:v>0</c:v>
                </c:pt>
                <c:pt idx="1471">
                  <c:v>0</c:v>
                </c:pt>
                <c:pt idx="1472">
                  <c:v>0</c:v>
                </c:pt>
                <c:pt idx="1473">
                  <c:v>0</c:v>
                </c:pt>
                <c:pt idx="1474">
                  <c:v>0</c:v>
                </c:pt>
                <c:pt idx="1475">
                  <c:v>0</c:v>
                </c:pt>
                <c:pt idx="1476">
                  <c:v>0</c:v>
                </c:pt>
                <c:pt idx="1477">
                  <c:v>0</c:v>
                </c:pt>
                <c:pt idx="1478">
                  <c:v>0</c:v>
                </c:pt>
                <c:pt idx="1479">
                  <c:v>0</c:v>
                </c:pt>
                <c:pt idx="1480">
                  <c:v>0</c:v>
                </c:pt>
                <c:pt idx="1481">
                  <c:v>0</c:v>
                </c:pt>
                <c:pt idx="1482">
                  <c:v>0</c:v>
                </c:pt>
                <c:pt idx="1483">
                  <c:v>0</c:v>
                </c:pt>
                <c:pt idx="1484">
                  <c:v>0</c:v>
                </c:pt>
                <c:pt idx="1485">
                  <c:v>0</c:v>
                </c:pt>
                <c:pt idx="1486">
                  <c:v>0</c:v>
                </c:pt>
                <c:pt idx="1487">
                  <c:v>0</c:v>
                </c:pt>
                <c:pt idx="1488">
                  <c:v>0</c:v>
                </c:pt>
                <c:pt idx="1489">
                  <c:v>0</c:v>
                </c:pt>
                <c:pt idx="1490">
                  <c:v>0</c:v>
                </c:pt>
                <c:pt idx="1491">
                  <c:v>0</c:v>
                </c:pt>
                <c:pt idx="1492">
                  <c:v>0</c:v>
                </c:pt>
                <c:pt idx="1493">
                  <c:v>0</c:v>
                </c:pt>
                <c:pt idx="1494">
                  <c:v>0</c:v>
                </c:pt>
                <c:pt idx="1495">
                  <c:v>0</c:v>
                </c:pt>
                <c:pt idx="1496">
                  <c:v>0</c:v>
                </c:pt>
                <c:pt idx="1497">
                  <c:v>0</c:v>
                </c:pt>
                <c:pt idx="1498">
                  <c:v>0</c:v>
                </c:pt>
                <c:pt idx="1499">
                  <c:v>0</c:v>
                </c:pt>
                <c:pt idx="1500">
                  <c:v>0</c:v>
                </c:pt>
                <c:pt idx="1501">
                  <c:v>0</c:v>
                </c:pt>
                <c:pt idx="1502">
                  <c:v>0</c:v>
                </c:pt>
                <c:pt idx="1503">
                  <c:v>0</c:v>
                </c:pt>
                <c:pt idx="1504">
                  <c:v>0</c:v>
                </c:pt>
                <c:pt idx="1505">
                  <c:v>0</c:v>
                </c:pt>
                <c:pt idx="1506">
                  <c:v>0</c:v>
                </c:pt>
                <c:pt idx="1507">
                  <c:v>0</c:v>
                </c:pt>
                <c:pt idx="1508">
                  <c:v>0</c:v>
                </c:pt>
                <c:pt idx="1509">
                  <c:v>0</c:v>
                </c:pt>
                <c:pt idx="1510">
                  <c:v>0</c:v>
                </c:pt>
                <c:pt idx="1511">
                  <c:v>0</c:v>
                </c:pt>
                <c:pt idx="1512">
                  <c:v>0</c:v>
                </c:pt>
                <c:pt idx="1513">
                  <c:v>0</c:v>
                </c:pt>
                <c:pt idx="1514">
                  <c:v>0</c:v>
                </c:pt>
                <c:pt idx="1515">
                  <c:v>0</c:v>
                </c:pt>
                <c:pt idx="1516">
                  <c:v>0</c:v>
                </c:pt>
                <c:pt idx="1517">
                  <c:v>0</c:v>
                </c:pt>
                <c:pt idx="1518">
                  <c:v>0</c:v>
                </c:pt>
                <c:pt idx="1519">
                  <c:v>0</c:v>
                </c:pt>
                <c:pt idx="1520">
                  <c:v>0</c:v>
                </c:pt>
                <c:pt idx="1521">
                  <c:v>0</c:v>
                </c:pt>
                <c:pt idx="1522">
                  <c:v>0</c:v>
                </c:pt>
                <c:pt idx="1523">
                  <c:v>0</c:v>
                </c:pt>
                <c:pt idx="1524">
                  <c:v>0</c:v>
                </c:pt>
                <c:pt idx="1525">
                  <c:v>0</c:v>
                </c:pt>
                <c:pt idx="1526">
                  <c:v>0</c:v>
                </c:pt>
                <c:pt idx="1527">
                  <c:v>0</c:v>
                </c:pt>
                <c:pt idx="1528">
                  <c:v>0</c:v>
                </c:pt>
                <c:pt idx="1529">
                  <c:v>0</c:v>
                </c:pt>
                <c:pt idx="1530">
                  <c:v>0</c:v>
                </c:pt>
                <c:pt idx="1531">
                  <c:v>0</c:v>
                </c:pt>
                <c:pt idx="1532">
                  <c:v>0</c:v>
                </c:pt>
                <c:pt idx="1533">
                  <c:v>0</c:v>
                </c:pt>
                <c:pt idx="1534">
                  <c:v>0</c:v>
                </c:pt>
                <c:pt idx="1535">
                  <c:v>0</c:v>
                </c:pt>
                <c:pt idx="1536">
                  <c:v>0</c:v>
                </c:pt>
                <c:pt idx="1537">
                  <c:v>0</c:v>
                </c:pt>
                <c:pt idx="1538">
                  <c:v>0</c:v>
                </c:pt>
                <c:pt idx="1539">
                  <c:v>0</c:v>
                </c:pt>
                <c:pt idx="1540">
                  <c:v>0</c:v>
                </c:pt>
                <c:pt idx="1541">
                  <c:v>0</c:v>
                </c:pt>
                <c:pt idx="1542">
                  <c:v>0</c:v>
                </c:pt>
                <c:pt idx="1543">
                  <c:v>0</c:v>
                </c:pt>
                <c:pt idx="1544">
                  <c:v>0</c:v>
                </c:pt>
                <c:pt idx="1545">
                  <c:v>0</c:v>
                </c:pt>
                <c:pt idx="1546">
                  <c:v>0</c:v>
                </c:pt>
                <c:pt idx="1547">
                  <c:v>0</c:v>
                </c:pt>
                <c:pt idx="1548">
                  <c:v>0</c:v>
                </c:pt>
                <c:pt idx="1549">
                  <c:v>0</c:v>
                </c:pt>
                <c:pt idx="1550">
                  <c:v>0</c:v>
                </c:pt>
                <c:pt idx="1551">
                  <c:v>0</c:v>
                </c:pt>
                <c:pt idx="1552">
                  <c:v>0</c:v>
                </c:pt>
                <c:pt idx="1553">
                  <c:v>0</c:v>
                </c:pt>
                <c:pt idx="1554">
                  <c:v>0</c:v>
                </c:pt>
                <c:pt idx="1555">
                  <c:v>0</c:v>
                </c:pt>
                <c:pt idx="1556">
                  <c:v>0</c:v>
                </c:pt>
                <c:pt idx="1557">
                  <c:v>0</c:v>
                </c:pt>
                <c:pt idx="1558">
                  <c:v>0</c:v>
                </c:pt>
                <c:pt idx="1559">
                  <c:v>0</c:v>
                </c:pt>
                <c:pt idx="1560">
                  <c:v>0</c:v>
                </c:pt>
                <c:pt idx="1561">
                  <c:v>0</c:v>
                </c:pt>
                <c:pt idx="1562">
                  <c:v>0</c:v>
                </c:pt>
                <c:pt idx="1563">
                  <c:v>0</c:v>
                </c:pt>
                <c:pt idx="1564">
                  <c:v>0</c:v>
                </c:pt>
                <c:pt idx="1565">
                  <c:v>0</c:v>
                </c:pt>
                <c:pt idx="1566">
                  <c:v>0</c:v>
                </c:pt>
                <c:pt idx="1567">
                  <c:v>0</c:v>
                </c:pt>
                <c:pt idx="1568">
                  <c:v>0</c:v>
                </c:pt>
                <c:pt idx="1569">
                  <c:v>0</c:v>
                </c:pt>
                <c:pt idx="1570">
                  <c:v>0</c:v>
                </c:pt>
                <c:pt idx="1571">
                  <c:v>0</c:v>
                </c:pt>
                <c:pt idx="1572">
                  <c:v>0</c:v>
                </c:pt>
                <c:pt idx="1573">
                  <c:v>0</c:v>
                </c:pt>
                <c:pt idx="1574">
                  <c:v>0</c:v>
                </c:pt>
                <c:pt idx="1575">
                  <c:v>0</c:v>
                </c:pt>
                <c:pt idx="1576">
                  <c:v>0</c:v>
                </c:pt>
                <c:pt idx="1577">
                  <c:v>0</c:v>
                </c:pt>
                <c:pt idx="1578">
                  <c:v>0</c:v>
                </c:pt>
                <c:pt idx="1579">
                  <c:v>0</c:v>
                </c:pt>
                <c:pt idx="1580">
                  <c:v>0</c:v>
                </c:pt>
                <c:pt idx="1581">
                  <c:v>0</c:v>
                </c:pt>
                <c:pt idx="1582">
                  <c:v>0</c:v>
                </c:pt>
                <c:pt idx="1583">
                  <c:v>0</c:v>
                </c:pt>
                <c:pt idx="1584">
                  <c:v>0</c:v>
                </c:pt>
                <c:pt idx="1585">
                  <c:v>0</c:v>
                </c:pt>
                <c:pt idx="1586">
                  <c:v>0</c:v>
                </c:pt>
                <c:pt idx="1587">
                  <c:v>0</c:v>
                </c:pt>
                <c:pt idx="1588">
                  <c:v>0</c:v>
                </c:pt>
                <c:pt idx="1589">
                  <c:v>0</c:v>
                </c:pt>
                <c:pt idx="1590">
                  <c:v>0</c:v>
                </c:pt>
                <c:pt idx="1591">
                  <c:v>0</c:v>
                </c:pt>
                <c:pt idx="1592">
                  <c:v>0</c:v>
                </c:pt>
                <c:pt idx="1593">
                  <c:v>0</c:v>
                </c:pt>
                <c:pt idx="1594">
                  <c:v>0</c:v>
                </c:pt>
                <c:pt idx="1595">
                  <c:v>0</c:v>
                </c:pt>
                <c:pt idx="1596">
                  <c:v>0</c:v>
                </c:pt>
                <c:pt idx="1597">
                  <c:v>0</c:v>
                </c:pt>
                <c:pt idx="1598">
                  <c:v>0</c:v>
                </c:pt>
                <c:pt idx="1599">
                  <c:v>0</c:v>
                </c:pt>
                <c:pt idx="1600">
                  <c:v>0</c:v>
                </c:pt>
                <c:pt idx="1601">
                  <c:v>0</c:v>
                </c:pt>
                <c:pt idx="1602">
                  <c:v>0</c:v>
                </c:pt>
                <c:pt idx="1603">
                  <c:v>0</c:v>
                </c:pt>
                <c:pt idx="1604">
                  <c:v>0</c:v>
                </c:pt>
                <c:pt idx="1605">
                  <c:v>0</c:v>
                </c:pt>
                <c:pt idx="1606">
                  <c:v>0</c:v>
                </c:pt>
                <c:pt idx="1607">
                  <c:v>0</c:v>
                </c:pt>
                <c:pt idx="1608">
                  <c:v>0</c:v>
                </c:pt>
                <c:pt idx="1609">
                  <c:v>0</c:v>
                </c:pt>
                <c:pt idx="1610">
                  <c:v>0</c:v>
                </c:pt>
                <c:pt idx="1611">
                  <c:v>0</c:v>
                </c:pt>
                <c:pt idx="1612">
                  <c:v>0</c:v>
                </c:pt>
                <c:pt idx="1613">
                  <c:v>0</c:v>
                </c:pt>
                <c:pt idx="1614">
                  <c:v>0</c:v>
                </c:pt>
                <c:pt idx="1615">
                  <c:v>0</c:v>
                </c:pt>
                <c:pt idx="1616">
                  <c:v>0</c:v>
                </c:pt>
                <c:pt idx="1617">
                  <c:v>0</c:v>
                </c:pt>
                <c:pt idx="1618">
                  <c:v>0</c:v>
                </c:pt>
                <c:pt idx="1619">
                  <c:v>0</c:v>
                </c:pt>
                <c:pt idx="1620">
                  <c:v>0</c:v>
                </c:pt>
                <c:pt idx="1621">
                  <c:v>0</c:v>
                </c:pt>
                <c:pt idx="1622">
                  <c:v>0</c:v>
                </c:pt>
                <c:pt idx="1623">
                  <c:v>0</c:v>
                </c:pt>
                <c:pt idx="1624">
                  <c:v>0</c:v>
                </c:pt>
                <c:pt idx="1625">
                  <c:v>0</c:v>
                </c:pt>
                <c:pt idx="1626">
                  <c:v>0</c:v>
                </c:pt>
                <c:pt idx="1627">
                  <c:v>0</c:v>
                </c:pt>
                <c:pt idx="1628">
                  <c:v>0</c:v>
                </c:pt>
                <c:pt idx="1629">
                  <c:v>0</c:v>
                </c:pt>
                <c:pt idx="1630">
                  <c:v>0</c:v>
                </c:pt>
                <c:pt idx="1631">
                  <c:v>0</c:v>
                </c:pt>
                <c:pt idx="1632">
                  <c:v>0</c:v>
                </c:pt>
                <c:pt idx="1633">
                  <c:v>0</c:v>
                </c:pt>
                <c:pt idx="1634">
                  <c:v>0</c:v>
                </c:pt>
                <c:pt idx="1635">
                  <c:v>0</c:v>
                </c:pt>
                <c:pt idx="1636">
                  <c:v>0</c:v>
                </c:pt>
                <c:pt idx="1637">
                  <c:v>0</c:v>
                </c:pt>
                <c:pt idx="1638">
                  <c:v>0</c:v>
                </c:pt>
                <c:pt idx="1639">
                  <c:v>0</c:v>
                </c:pt>
                <c:pt idx="1640">
                  <c:v>0</c:v>
                </c:pt>
                <c:pt idx="1641">
                  <c:v>0</c:v>
                </c:pt>
                <c:pt idx="1642">
                  <c:v>0</c:v>
                </c:pt>
                <c:pt idx="1643">
                  <c:v>0</c:v>
                </c:pt>
                <c:pt idx="1644">
                  <c:v>0</c:v>
                </c:pt>
                <c:pt idx="1645">
                  <c:v>0</c:v>
                </c:pt>
                <c:pt idx="1646">
                  <c:v>0</c:v>
                </c:pt>
                <c:pt idx="1647">
                  <c:v>0</c:v>
                </c:pt>
                <c:pt idx="1648">
                  <c:v>0</c:v>
                </c:pt>
                <c:pt idx="1649">
                  <c:v>0</c:v>
                </c:pt>
                <c:pt idx="1650">
                  <c:v>0</c:v>
                </c:pt>
                <c:pt idx="1651">
                  <c:v>0</c:v>
                </c:pt>
                <c:pt idx="1652">
                  <c:v>0</c:v>
                </c:pt>
                <c:pt idx="1653">
                  <c:v>0</c:v>
                </c:pt>
                <c:pt idx="1654">
                  <c:v>0</c:v>
                </c:pt>
                <c:pt idx="1655">
                  <c:v>0</c:v>
                </c:pt>
                <c:pt idx="1656">
                  <c:v>0</c:v>
                </c:pt>
                <c:pt idx="1657">
                  <c:v>0</c:v>
                </c:pt>
                <c:pt idx="1658">
                  <c:v>0</c:v>
                </c:pt>
                <c:pt idx="1659">
                  <c:v>0</c:v>
                </c:pt>
                <c:pt idx="1660">
                  <c:v>0</c:v>
                </c:pt>
                <c:pt idx="1661">
                  <c:v>0</c:v>
                </c:pt>
                <c:pt idx="1662">
                  <c:v>0</c:v>
                </c:pt>
                <c:pt idx="1663">
                  <c:v>0</c:v>
                </c:pt>
                <c:pt idx="1664">
                  <c:v>0</c:v>
                </c:pt>
                <c:pt idx="1665">
                  <c:v>0</c:v>
                </c:pt>
                <c:pt idx="1666">
                  <c:v>0</c:v>
                </c:pt>
                <c:pt idx="1667">
                  <c:v>0</c:v>
                </c:pt>
                <c:pt idx="1668">
                  <c:v>0</c:v>
                </c:pt>
                <c:pt idx="1669">
                  <c:v>0</c:v>
                </c:pt>
                <c:pt idx="1670">
                  <c:v>0</c:v>
                </c:pt>
                <c:pt idx="1671">
                  <c:v>0</c:v>
                </c:pt>
                <c:pt idx="1672">
                  <c:v>0</c:v>
                </c:pt>
                <c:pt idx="1673">
                  <c:v>0</c:v>
                </c:pt>
                <c:pt idx="1674">
                  <c:v>0</c:v>
                </c:pt>
                <c:pt idx="1675">
                  <c:v>0</c:v>
                </c:pt>
                <c:pt idx="1676">
                  <c:v>0</c:v>
                </c:pt>
                <c:pt idx="1677">
                  <c:v>0</c:v>
                </c:pt>
                <c:pt idx="1678">
                  <c:v>0</c:v>
                </c:pt>
                <c:pt idx="1679">
                  <c:v>0</c:v>
                </c:pt>
                <c:pt idx="1680">
                  <c:v>0</c:v>
                </c:pt>
                <c:pt idx="1681">
                  <c:v>0</c:v>
                </c:pt>
                <c:pt idx="1682">
                  <c:v>0</c:v>
                </c:pt>
                <c:pt idx="1683">
                  <c:v>0</c:v>
                </c:pt>
                <c:pt idx="1684">
                  <c:v>0</c:v>
                </c:pt>
                <c:pt idx="1685">
                  <c:v>0</c:v>
                </c:pt>
                <c:pt idx="1686">
                  <c:v>0</c:v>
                </c:pt>
                <c:pt idx="1687">
                  <c:v>0</c:v>
                </c:pt>
                <c:pt idx="1688">
                  <c:v>0</c:v>
                </c:pt>
                <c:pt idx="1689">
                  <c:v>0</c:v>
                </c:pt>
                <c:pt idx="1690">
                  <c:v>0</c:v>
                </c:pt>
                <c:pt idx="1691">
                  <c:v>0</c:v>
                </c:pt>
                <c:pt idx="1692">
                  <c:v>0</c:v>
                </c:pt>
                <c:pt idx="1693">
                  <c:v>0</c:v>
                </c:pt>
                <c:pt idx="1694">
                  <c:v>0</c:v>
                </c:pt>
                <c:pt idx="1695">
                  <c:v>0</c:v>
                </c:pt>
                <c:pt idx="1696">
                  <c:v>0</c:v>
                </c:pt>
                <c:pt idx="1697">
                  <c:v>0</c:v>
                </c:pt>
                <c:pt idx="1698">
                  <c:v>0</c:v>
                </c:pt>
                <c:pt idx="1699">
                  <c:v>0</c:v>
                </c:pt>
                <c:pt idx="1700">
                  <c:v>0</c:v>
                </c:pt>
                <c:pt idx="1701">
                  <c:v>0</c:v>
                </c:pt>
                <c:pt idx="1702">
                  <c:v>0</c:v>
                </c:pt>
                <c:pt idx="1703">
                  <c:v>0</c:v>
                </c:pt>
                <c:pt idx="1704">
                  <c:v>0</c:v>
                </c:pt>
                <c:pt idx="1705">
                  <c:v>0</c:v>
                </c:pt>
                <c:pt idx="1706">
                  <c:v>0</c:v>
                </c:pt>
                <c:pt idx="1707">
                  <c:v>0</c:v>
                </c:pt>
                <c:pt idx="1708">
                  <c:v>0</c:v>
                </c:pt>
                <c:pt idx="1709">
                  <c:v>0</c:v>
                </c:pt>
                <c:pt idx="1710">
                  <c:v>0</c:v>
                </c:pt>
                <c:pt idx="1711">
                  <c:v>0</c:v>
                </c:pt>
                <c:pt idx="1712">
                  <c:v>0</c:v>
                </c:pt>
                <c:pt idx="1713">
                  <c:v>0</c:v>
                </c:pt>
                <c:pt idx="1714">
                  <c:v>0</c:v>
                </c:pt>
                <c:pt idx="1715">
                  <c:v>0</c:v>
                </c:pt>
                <c:pt idx="1716">
                  <c:v>0</c:v>
                </c:pt>
                <c:pt idx="1717">
                  <c:v>0</c:v>
                </c:pt>
                <c:pt idx="1718">
                  <c:v>0</c:v>
                </c:pt>
                <c:pt idx="1719">
                  <c:v>0</c:v>
                </c:pt>
                <c:pt idx="1720">
                  <c:v>0</c:v>
                </c:pt>
                <c:pt idx="1721">
                  <c:v>0</c:v>
                </c:pt>
                <c:pt idx="1722">
                  <c:v>0</c:v>
                </c:pt>
                <c:pt idx="1723">
                  <c:v>0</c:v>
                </c:pt>
                <c:pt idx="1724">
                  <c:v>0</c:v>
                </c:pt>
                <c:pt idx="1725">
                  <c:v>0</c:v>
                </c:pt>
                <c:pt idx="1726">
                  <c:v>0</c:v>
                </c:pt>
                <c:pt idx="1727">
                  <c:v>0</c:v>
                </c:pt>
                <c:pt idx="1728">
                  <c:v>0</c:v>
                </c:pt>
                <c:pt idx="1729">
                  <c:v>0</c:v>
                </c:pt>
                <c:pt idx="1730">
                  <c:v>0</c:v>
                </c:pt>
                <c:pt idx="1731">
                  <c:v>0</c:v>
                </c:pt>
                <c:pt idx="1732">
                  <c:v>0</c:v>
                </c:pt>
                <c:pt idx="1733">
                  <c:v>0</c:v>
                </c:pt>
                <c:pt idx="1734">
                  <c:v>0</c:v>
                </c:pt>
                <c:pt idx="1735">
                  <c:v>0</c:v>
                </c:pt>
                <c:pt idx="1736">
                  <c:v>0</c:v>
                </c:pt>
                <c:pt idx="1737">
                  <c:v>0</c:v>
                </c:pt>
                <c:pt idx="1738">
                  <c:v>0</c:v>
                </c:pt>
                <c:pt idx="1739">
                  <c:v>0</c:v>
                </c:pt>
                <c:pt idx="1740">
                  <c:v>0</c:v>
                </c:pt>
                <c:pt idx="1741">
                  <c:v>0</c:v>
                </c:pt>
                <c:pt idx="1742">
                  <c:v>0</c:v>
                </c:pt>
                <c:pt idx="1743">
                  <c:v>0</c:v>
                </c:pt>
                <c:pt idx="1744">
                  <c:v>0</c:v>
                </c:pt>
                <c:pt idx="1745">
                  <c:v>0</c:v>
                </c:pt>
                <c:pt idx="1746">
                  <c:v>0</c:v>
                </c:pt>
                <c:pt idx="1747">
                  <c:v>0</c:v>
                </c:pt>
                <c:pt idx="1748">
                  <c:v>0</c:v>
                </c:pt>
                <c:pt idx="1749">
                  <c:v>0</c:v>
                </c:pt>
                <c:pt idx="1750">
                  <c:v>0</c:v>
                </c:pt>
                <c:pt idx="1751">
                  <c:v>0</c:v>
                </c:pt>
                <c:pt idx="1752">
                  <c:v>0</c:v>
                </c:pt>
                <c:pt idx="1753">
                  <c:v>0</c:v>
                </c:pt>
                <c:pt idx="1754">
                  <c:v>0</c:v>
                </c:pt>
                <c:pt idx="1755">
                  <c:v>0</c:v>
                </c:pt>
                <c:pt idx="1756">
                  <c:v>0</c:v>
                </c:pt>
                <c:pt idx="1757">
                  <c:v>0</c:v>
                </c:pt>
                <c:pt idx="1758">
                  <c:v>0</c:v>
                </c:pt>
                <c:pt idx="1759">
                  <c:v>0</c:v>
                </c:pt>
                <c:pt idx="1760">
                  <c:v>0</c:v>
                </c:pt>
                <c:pt idx="1761">
                  <c:v>0</c:v>
                </c:pt>
                <c:pt idx="1762">
                  <c:v>0</c:v>
                </c:pt>
                <c:pt idx="1763">
                  <c:v>0</c:v>
                </c:pt>
                <c:pt idx="1764">
                  <c:v>0</c:v>
                </c:pt>
                <c:pt idx="1765">
                  <c:v>0</c:v>
                </c:pt>
                <c:pt idx="1766">
                  <c:v>0</c:v>
                </c:pt>
                <c:pt idx="1767">
                  <c:v>0</c:v>
                </c:pt>
                <c:pt idx="1768">
                  <c:v>0</c:v>
                </c:pt>
                <c:pt idx="1769">
                  <c:v>0</c:v>
                </c:pt>
                <c:pt idx="1770">
                  <c:v>0</c:v>
                </c:pt>
                <c:pt idx="1771">
                  <c:v>0</c:v>
                </c:pt>
                <c:pt idx="1772">
                  <c:v>0</c:v>
                </c:pt>
                <c:pt idx="1773">
                  <c:v>0</c:v>
                </c:pt>
                <c:pt idx="1774">
                  <c:v>0</c:v>
                </c:pt>
                <c:pt idx="1775">
                  <c:v>0</c:v>
                </c:pt>
                <c:pt idx="1776">
                  <c:v>0</c:v>
                </c:pt>
                <c:pt idx="1777">
                  <c:v>0</c:v>
                </c:pt>
                <c:pt idx="1778">
                  <c:v>0</c:v>
                </c:pt>
                <c:pt idx="1779">
                  <c:v>0</c:v>
                </c:pt>
                <c:pt idx="1780">
                  <c:v>0</c:v>
                </c:pt>
                <c:pt idx="1781">
                  <c:v>0</c:v>
                </c:pt>
                <c:pt idx="1782">
                  <c:v>0</c:v>
                </c:pt>
                <c:pt idx="1783">
                  <c:v>0</c:v>
                </c:pt>
                <c:pt idx="1784">
                  <c:v>0</c:v>
                </c:pt>
                <c:pt idx="1785">
                  <c:v>0</c:v>
                </c:pt>
                <c:pt idx="1786">
                  <c:v>0</c:v>
                </c:pt>
                <c:pt idx="1787">
                  <c:v>0</c:v>
                </c:pt>
                <c:pt idx="1788">
                  <c:v>0</c:v>
                </c:pt>
                <c:pt idx="1789">
                  <c:v>0</c:v>
                </c:pt>
                <c:pt idx="1790">
                  <c:v>0</c:v>
                </c:pt>
                <c:pt idx="1791">
                  <c:v>0</c:v>
                </c:pt>
                <c:pt idx="1792">
                  <c:v>0</c:v>
                </c:pt>
                <c:pt idx="1793">
                  <c:v>0</c:v>
                </c:pt>
                <c:pt idx="1794">
                  <c:v>0</c:v>
                </c:pt>
                <c:pt idx="1795">
                  <c:v>0</c:v>
                </c:pt>
                <c:pt idx="1796">
                  <c:v>0</c:v>
                </c:pt>
                <c:pt idx="1797">
                  <c:v>0</c:v>
                </c:pt>
                <c:pt idx="1798">
                  <c:v>0</c:v>
                </c:pt>
                <c:pt idx="1799">
                  <c:v>0</c:v>
                </c:pt>
                <c:pt idx="1800">
                  <c:v>0</c:v>
                </c:pt>
                <c:pt idx="1801">
                  <c:v>0</c:v>
                </c:pt>
                <c:pt idx="1802">
                  <c:v>0</c:v>
                </c:pt>
                <c:pt idx="1803">
                  <c:v>0</c:v>
                </c:pt>
                <c:pt idx="1804">
                  <c:v>0</c:v>
                </c:pt>
                <c:pt idx="1805">
                  <c:v>0</c:v>
                </c:pt>
                <c:pt idx="1806">
                  <c:v>0</c:v>
                </c:pt>
                <c:pt idx="1807">
                  <c:v>0</c:v>
                </c:pt>
                <c:pt idx="1808">
                  <c:v>0</c:v>
                </c:pt>
                <c:pt idx="1809">
                  <c:v>0</c:v>
                </c:pt>
                <c:pt idx="1810">
                  <c:v>0</c:v>
                </c:pt>
                <c:pt idx="1811">
                  <c:v>0</c:v>
                </c:pt>
                <c:pt idx="1812">
                  <c:v>0</c:v>
                </c:pt>
                <c:pt idx="1813">
                  <c:v>0</c:v>
                </c:pt>
                <c:pt idx="1814">
                  <c:v>0</c:v>
                </c:pt>
                <c:pt idx="1815">
                  <c:v>0</c:v>
                </c:pt>
                <c:pt idx="1816">
                  <c:v>0</c:v>
                </c:pt>
                <c:pt idx="1817">
                  <c:v>0</c:v>
                </c:pt>
                <c:pt idx="1818">
                  <c:v>0</c:v>
                </c:pt>
                <c:pt idx="1819">
                  <c:v>0</c:v>
                </c:pt>
                <c:pt idx="1820">
                  <c:v>0</c:v>
                </c:pt>
                <c:pt idx="1821">
                  <c:v>0</c:v>
                </c:pt>
                <c:pt idx="1822">
                  <c:v>0</c:v>
                </c:pt>
                <c:pt idx="1823">
                  <c:v>0</c:v>
                </c:pt>
                <c:pt idx="1824">
                  <c:v>0</c:v>
                </c:pt>
                <c:pt idx="1825">
                  <c:v>0</c:v>
                </c:pt>
                <c:pt idx="1826">
                  <c:v>0</c:v>
                </c:pt>
                <c:pt idx="1827">
                  <c:v>0</c:v>
                </c:pt>
                <c:pt idx="1828">
                  <c:v>0</c:v>
                </c:pt>
                <c:pt idx="1829">
                  <c:v>0</c:v>
                </c:pt>
                <c:pt idx="1830">
                  <c:v>0</c:v>
                </c:pt>
                <c:pt idx="1831">
                  <c:v>0</c:v>
                </c:pt>
                <c:pt idx="1832">
                  <c:v>0</c:v>
                </c:pt>
                <c:pt idx="1833">
                  <c:v>0</c:v>
                </c:pt>
                <c:pt idx="1834">
                  <c:v>0</c:v>
                </c:pt>
                <c:pt idx="1835">
                  <c:v>0</c:v>
                </c:pt>
                <c:pt idx="1836">
                  <c:v>0</c:v>
                </c:pt>
                <c:pt idx="1837">
                  <c:v>0</c:v>
                </c:pt>
                <c:pt idx="1838">
                  <c:v>0</c:v>
                </c:pt>
                <c:pt idx="1839">
                  <c:v>0</c:v>
                </c:pt>
                <c:pt idx="1840">
                  <c:v>0</c:v>
                </c:pt>
                <c:pt idx="1841">
                  <c:v>0</c:v>
                </c:pt>
                <c:pt idx="1842">
                  <c:v>0</c:v>
                </c:pt>
                <c:pt idx="1843">
                  <c:v>0</c:v>
                </c:pt>
                <c:pt idx="1844">
                  <c:v>0</c:v>
                </c:pt>
                <c:pt idx="1845">
                  <c:v>0</c:v>
                </c:pt>
                <c:pt idx="1846">
                  <c:v>0</c:v>
                </c:pt>
                <c:pt idx="1847">
                  <c:v>0</c:v>
                </c:pt>
                <c:pt idx="1848">
                  <c:v>0</c:v>
                </c:pt>
                <c:pt idx="1849">
                  <c:v>0</c:v>
                </c:pt>
                <c:pt idx="1850">
                  <c:v>0</c:v>
                </c:pt>
                <c:pt idx="1851">
                  <c:v>0</c:v>
                </c:pt>
                <c:pt idx="1852">
                  <c:v>0</c:v>
                </c:pt>
                <c:pt idx="1853">
                  <c:v>0</c:v>
                </c:pt>
                <c:pt idx="1854">
                  <c:v>0</c:v>
                </c:pt>
                <c:pt idx="1855">
                  <c:v>0</c:v>
                </c:pt>
                <c:pt idx="1856">
                  <c:v>0</c:v>
                </c:pt>
                <c:pt idx="1857">
                  <c:v>0</c:v>
                </c:pt>
                <c:pt idx="1858">
                  <c:v>0</c:v>
                </c:pt>
                <c:pt idx="1859">
                  <c:v>0</c:v>
                </c:pt>
                <c:pt idx="1860">
                  <c:v>0</c:v>
                </c:pt>
                <c:pt idx="1861">
                  <c:v>0</c:v>
                </c:pt>
                <c:pt idx="1862">
                  <c:v>0</c:v>
                </c:pt>
                <c:pt idx="1863">
                  <c:v>0</c:v>
                </c:pt>
                <c:pt idx="1864">
                  <c:v>0</c:v>
                </c:pt>
                <c:pt idx="1865">
                  <c:v>0</c:v>
                </c:pt>
                <c:pt idx="1866">
                  <c:v>0</c:v>
                </c:pt>
                <c:pt idx="1867">
                  <c:v>0</c:v>
                </c:pt>
                <c:pt idx="1868">
                  <c:v>0</c:v>
                </c:pt>
                <c:pt idx="1869">
                  <c:v>0</c:v>
                </c:pt>
                <c:pt idx="1870">
                  <c:v>0</c:v>
                </c:pt>
                <c:pt idx="1871">
                  <c:v>0</c:v>
                </c:pt>
                <c:pt idx="1872">
                  <c:v>0</c:v>
                </c:pt>
                <c:pt idx="1873">
                  <c:v>0</c:v>
                </c:pt>
                <c:pt idx="1874">
                  <c:v>0</c:v>
                </c:pt>
                <c:pt idx="1875">
                  <c:v>0</c:v>
                </c:pt>
                <c:pt idx="1876">
                  <c:v>0</c:v>
                </c:pt>
                <c:pt idx="1877">
                  <c:v>0</c:v>
                </c:pt>
                <c:pt idx="1878">
                  <c:v>0</c:v>
                </c:pt>
                <c:pt idx="1879">
                  <c:v>0</c:v>
                </c:pt>
                <c:pt idx="1880">
                  <c:v>0</c:v>
                </c:pt>
                <c:pt idx="1881">
                  <c:v>0</c:v>
                </c:pt>
                <c:pt idx="1882">
                  <c:v>0</c:v>
                </c:pt>
                <c:pt idx="1883">
                  <c:v>0</c:v>
                </c:pt>
                <c:pt idx="1884">
                  <c:v>0</c:v>
                </c:pt>
                <c:pt idx="1885">
                  <c:v>0</c:v>
                </c:pt>
                <c:pt idx="1886">
                  <c:v>0</c:v>
                </c:pt>
                <c:pt idx="1887">
                  <c:v>0</c:v>
                </c:pt>
                <c:pt idx="1888">
                  <c:v>0</c:v>
                </c:pt>
                <c:pt idx="1889">
                  <c:v>0</c:v>
                </c:pt>
                <c:pt idx="1890">
                  <c:v>0</c:v>
                </c:pt>
                <c:pt idx="1891">
                  <c:v>0</c:v>
                </c:pt>
                <c:pt idx="1892">
                  <c:v>0</c:v>
                </c:pt>
                <c:pt idx="1893">
                  <c:v>0</c:v>
                </c:pt>
                <c:pt idx="1894">
                  <c:v>0</c:v>
                </c:pt>
                <c:pt idx="1895">
                  <c:v>0</c:v>
                </c:pt>
                <c:pt idx="1896">
                  <c:v>0</c:v>
                </c:pt>
                <c:pt idx="1897">
                  <c:v>0</c:v>
                </c:pt>
                <c:pt idx="1898">
                  <c:v>0</c:v>
                </c:pt>
                <c:pt idx="1899">
                  <c:v>0</c:v>
                </c:pt>
                <c:pt idx="1900">
                  <c:v>0</c:v>
                </c:pt>
                <c:pt idx="1901">
                  <c:v>0</c:v>
                </c:pt>
                <c:pt idx="1902">
                  <c:v>0</c:v>
                </c:pt>
                <c:pt idx="1903">
                  <c:v>0</c:v>
                </c:pt>
                <c:pt idx="1904">
                  <c:v>0</c:v>
                </c:pt>
                <c:pt idx="1905">
                  <c:v>0</c:v>
                </c:pt>
                <c:pt idx="1906">
                  <c:v>0</c:v>
                </c:pt>
                <c:pt idx="1907">
                  <c:v>0</c:v>
                </c:pt>
                <c:pt idx="1908">
                  <c:v>0</c:v>
                </c:pt>
                <c:pt idx="1909">
                  <c:v>0</c:v>
                </c:pt>
                <c:pt idx="1910">
                  <c:v>0</c:v>
                </c:pt>
                <c:pt idx="1911">
                  <c:v>0</c:v>
                </c:pt>
                <c:pt idx="1912">
                  <c:v>0</c:v>
                </c:pt>
                <c:pt idx="1913">
                  <c:v>0</c:v>
                </c:pt>
                <c:pt idx="1914">
                  <c:v>0</c:v>
                </c:pt>
                <c:pt idx="1915">
                  <c:v>0</c:v>
                </c:pt>
                <c:pt idx="1916">
                  <c:v>0</c:v>
                </c:pt>
                <c:pt idx="1917">
                  <c:v>0</c:v>
                </c:pt>
                <c:pt idx="1918">
                  <c:v>0</c:v>
                </c:pt>
                <c:pt idx="1919">
                  <c:v>0</c:v>
                </c:pt>
                <c:pt idx="1920">
                  <c:v>0</c:v>
                </c:pt>
                <c:pt idx="1921">
                  <c:v>0</c:v>
                </c:pt>
                <c:pt idx="1922">
                  <c:v>0</c:v>
                </c:pt>
                <c:pt idx="1923">
                  <c:v>0</c:v>
                </c:pt>
                <c:pt idx="1924">
                  <c:v>0</c:v>
                </c:pt>
                <c:pt idx="1925">
                  <c:v>0</c:v>
                </c:pt>
                <c:pt idx="1926">
                  <c:v>0</c:v>
                </c:pt>
                <c:pt idx="1927">
                  <c:v>0</c:v>
                </c:pt>
                <c:pt idx="1928">
                  <c:v>0</c:v>
                </c:pt>
                <c:pt idx="1929">
                  <c:v>0</c:v>
                </c:pt>
                <c:pt idx="1930">
                  <c:v>0</c:v>
                </c:pt>
                <c:pt idx="1931">
                  <c:v>0</c:v>
                </c:pt>
                <c:pt idx="1932">
                  <c:v>0</c:v>
                </c:pt>
                <c:pt idx="1933">
                  <c:v>0</c:v>
                </c:pt>
                <c:pt idx="1934">
                  <c:v>0</c:v>
                </c:pt>
                <c:pt idx="1935">
                  <c:v>0</c:v>
                </c:pt>
                <c:pt idx="1936">
                  <c:v>0</c:v>
                </c:pt>
                <c:pt idx="1937">
                  <c:v>0</c:v>
                </c:pt>
                <c:pt idx="1938">
                  <c:v>0</c:v>
                </c:pt>
                <c:pt idx="1939">
                  <c:v>0</c:v>
                </c:pt>
                <c:pt idx="1940">
                  <c:v>0</c:v>
                </c:pt>
                <c:pt idx="1941">
                  <c:v>0</c:v>
                </c:pt>
                <c:pt idx="1942">
                  <c:v>0</c:v>
                </c:pt>
                <c:pt idx="1943">
                  <c:v>0</c:v>
                </c:pt>
                <c:pt idx="1944">
                  <c:v>0</c:v>
                </c:pt>
                <c:pt idx="1945">
                  <c:v>0</c:v>
                </c:pt>
                <c:pt idx="1946">
                  <c:v>0</c:v>
                </c:pt>
                <c:pt idx="1947">
                  <c:v>0</c:v>
                </c:pt>
                <c:pt idx="1948">
                  <c:v>0</c:v>
                </c:pt>
                <c:pt idx="1949">
                  <c:v>0</c:v>
                </c:pt>
                <c:pt idx="1950">
                  <c:v>0</c:v>
                </c:pt>
                <c:pt idx="1951">
                  <c:v>0</c:v>
                </c:pt>
                <c:pt idx="1952">
                  <c:v>0</c:v>
                </c:pt>
                <c:pt idx="1953">
                  <c:v>0</c:v>
                </c:pt>
                <c:pt idx="1954">
                  <c:v>0</c:v>
                </c:pt>
                <c:pt idx="1955">
                  <c:v>0</c:v>
                </c:pt>
                <c:pt idx="1956">
                  <c:v>0</c:v>
                </c:pt>
                <c:pt idx="1957">
                  <c:v>0</c:v>
                </c:pt>
                <c:pt idx="1958">
                  <c:v>0</c:v>
                </c:pt>
                <c:pt idx="1959">
                  <c:v>0</c:v>
                </c:pt>
                <c:pt idx="1960">
                  <c:v>0</c:v>
                </c:pt>
                <c:pt idx="1961">
                  <c:v>0</c:v>
                </c:pt>
                <c:pt idx="1962">
                  <c:v>0</c:v>
                </c:pt>
                <c:pt idx="1963">
                  <c:v>0</c:v>
                </c:pt>
                <c:pt idx="1964">
                  <c:v>0</c:v>
                </c:pt>
                <c:pt idx="1965">
                  <c:v>0</c:v>
                </c:pt>
                <c:pt idx="1966">
                  <c:v>0</c:v>
                </c:pt>
                <c:pt idx="1967">
                  <c:v>0</c:v>
                </c:pt>
                <c:pt idx="1968">
                  <c:v>0</c:v>
                </c:pt>
                <c:pt idx="1969">
                  <c:v>0</c:v>
                </c:pt>
                <c:pt idx="1970">
                  <c:v>0</c:v>
                </c:pt>
                <c:pt idx="1971">
                  <c:v>0</c:v>
                </c:pt>
                <c:pt idx="1972">
                  <c:v>0</c:v>
                </c:pt>
                <c:pt idx="1973">
                  <c:v>0</c:v>
                </c:pt>
                <c:pt idx="1974">
                  <c:v>0</c:v>
                </c:pt>
                <c:pt idx="1975">
                  <c:v>0</c:v>
                </c:pt>
                <c:pt idx="1976">
                  <c:v>0</c:v>
                </c:pt>
                <c:pt idx="1977">
                  <c:v>0</c:v>
                </c:pt>
                <c:pt idx="1978">
                  <c:v>0</c:v>
                </c:pt>
                <c:pt idx="1979">
                  <c:v>0</c:v>
                </c:pt>
                <c:pt idx="1980">
                  <c:v>0</c:v>
                </c:pt>
                <c:pt idx="1981">
                  <c:v>0</c:v>
                </c:pt>
                <c:pt idx="1982">
                  <c:v>0</c:v>
                </c:pt>
                <c:pt idx="1983">
                  <c:v>0</c:v>
                </c:pt>
                <c:pt idx="1984">
                  <c:v>0</c:v>
                </c:pt>
                <c:pt idx="1985">
                  <c:v>0</c:v>
                </c:pt>
                <c:pt idx="1986">
                  <c:v>0</c:v>
                </c:pt>
                <c:pt idx="1987">
                  <c:v>0</c:v>
                </c:pt>
                <c:pt idx="1988">
                  <c:v>0</c:v>
                </c:pt>
                <c:pt idx="1989">
                  <c:v>0</c:v>
                </c:pt>
                <c:pt idx="1990">
                  <c:v>0</c:v>
                </c:pt>
                <c:pt idx="1991">
                  <c:v>0</c:v>
                </c:pt>
                <c:pt idx="1992">
                  <c:v>0</c:v>
                </c:pt>
                <c:pt idx="1993">
                  <c:v>0</c:v>
                </c:pt>
                <c:pt idx="1994">
                  <c:v>0</c:v>
                </c:pt>
                <c:pt idx="1995">
                  <c:v>0</c:v>
                </c:pt>
                <c:pt idx="1996">
                  <c:v>0</c:v>
                </c:pt>
                <c:pt idx="1997">
                  <c:v>0</c:v>
                </c:pt>
                <c:pt idx="1998">
                  <c:v>0</c:v>
                </c:pt>
                <c:pt idx="1999">
                  <c:v>0</c:v>
                </c:pt>
                <c:pt idx="2000">
                  <c:v>0</c:v>
                </c:pt>
                <c:pt idx="2001">
                  <c:v>0</c:v>
                </c:pt>
                <c:pt idx="2002">
                  <c:v>0</c:v>
                </c:pt>
                <c:pt idx="2003">
                  <c:v>0</c:v>
                </c:pt>
                <c:pt idx="2004">
                  <c:v>0</c:v>
                </c:pt>
                <c:pt idx="2005">
                  <c:v>0</c:v>
                </c:pt>
                <c:pt idx="2006">
                  <c:v>0</c:v>
                </c:pt>
                <c:pt idx="2007">
                  <c:v>0</c:v>
                </c:pt>
                <c:pt idx="2008">
                  <c:v>0</c:v>
                </c:pt>
                <c:pt idx="2009">
                  <c:v>0</c:v>
                </c:pt>
                <c:pt idx="2010">
                  <c:v>0</c:v>
                </c:pt>
                <c:pt idx="2011">
                  <c:v>0</c:v>
                </c:pt>
                <c:pt idx="2012">
                  <c:v>0</c:v>
                </c:pt>
                <c:pt idx="2013">
                  <c:v>0</c:v>
                </c:pt>
                <c:pt idx="2014">
                  <c:v>0</c:v>
                </c:pt>
                <c:pt idx="2015">
                  <c:v>0</c:v>
                </c:pt>
                <c:pt idx="2016">
                  <c:v>0</c:v>
                </c:pt>
                <c:pt idx="2017">
                  <c:v>0</c:v>
                </c:pt>
                <c:pt idx="2018">
                  <c:v>0</c:v>
                </c:pt>
                <c:pt idx="2019">
                  <c:v>0</c:v>
                </c:pt>
                <c:pt idx="2020">
                  <c:v>0</c:v>
                </c:pt>
                <c:pt idx="2021">
                  <c:v>0</c:v>
                </c:pt>
                <c:pt idx="2022">
                  <c:v>0</c:v>
                </c:pt>
                <c:pt idx="2023">
                  <c:v>0</c:v>
                </c:pt>
                <c:pt idx="2024">
                  <c:v>0</c:v>
                </c:pt>
                <c:pt idx="2025">
                  <c:v>0</c:v>
                </c:pt>
                <c:pt idx="2026">
                  <c:v>0</c:v>
                </c:pt>
                <c:pt idx="2027">
                  <c:v>0</c:v>
                </c:pt>
                <c:pt idx="2028">
                  <c:v>0</c:v>
                </c:pt>
                <c:pt idx="2029">
                  <c:v>0</c:v>
                </c:pt>
                <c:pt idx="2030">
                  <c:v>0</c:v>
                </c:pt>
                <c:pt idx="2031">
                  <c:v>0</c:v>
                </c:pt>
                <c:pt idx="2032">
                  <c:v>0</c:v>
                </c:pt>
                <c:pt idx="2033">
                  <c:v>0</c:v>
                </c:pt>
                <c:pt idx="2034">
                  <c:v>0</c:v>
                </c:pt>
                <c:pt idx="2035">
                  <c:v>0</c:v>
                </c:pt>
                <c:pt idx="2036">
                  <c:v>0</c:v>
                </c:pt>
                <c:pt idx="2037">
                  <c:v>0</c:v>
                </c:pt>
                <c:pt idx="2038">
                  <c:v>0</c:v>
                </c:pt>
                <c:pt idx="2039">
                  <c:v>0</c:v>
                </c:pt>
                <c:pt idx="2040">
                  <c:v>0</c:v>
                </c:pt>
                <c:pt idx="2041">
                  <c:v>0</c:v>
                </c:pt>
                <c:pt idx="2042">
                  <c:v>0</c:v>
                </c:pt>
                <c:pt idx="2043">
                  <c:v>0</c:v>
                </c:pt>
                <c:pt idx="2044">
                  <c:v>0</c:v>
                </c:pt>
                <c:pt idx="2045">
                  <c:v>0</c:v>
                </c:pt>
                <c:pt idx="2046">
                  <c:v>0</c:v>
                </c:pt>
                <c:pt idx="2047">
                  <c:v>0</c:v>
                </c:pt>
                <c:pt idx="2048">
                  <c:v>0</c:v>
                </c:pt>
                <c:pt idx="2049">
                  <c:v>0</c:v>
                </c:pt>
                <c:pt idx="2050">
                  <c:v>0</c:v>
                </c:pt>
                <c:pt idx="2051">
                  <c:v>0</c:v>
                </c:pt>
                <c:pt idx="2052">
                  <c:v>0</c:v>
                </c:pt>
                <c:pt idx="2053">
                  <c:v>0</c:v>
                </c:pt>
                <c:pt idx="2054">
                  <c:v>0</c:v>
                </c:pt>
                <c:pt idx="2055">
                  <c:v>0</c:v>
                </c:pt>
                <c:pt idx="2056">
                  <c:v>0</c:v>
                </c:pt>
                <c:pt idx="2057">
                  <c:v>0</c:v>
                </c:pt>
                <c:pt idx="2058">
                  <c:v>0</c:v>
                </c:pt>
                <c:pt idx="2059">
                  <c:v>0</c:v>
                </c:pt>
                <c:pt idx="2060">
                  <c:v>0</c:v>
                </c:pt>
                <c:pt idx="2061">
                  <c:v>0</c:v>
                </c:pt>
                <c:pt idx="2062">
                  <c:v>0</c:v>
                </c:pt>
                <c:pt idx="2063">
                  <c:v>0</c:v>
                </c:pt>
                <c:pt idx="2064">
                  <c:v>0</c:v>
                </c:pt>
                <c:pt idx="2065">
                  <c:v>0</c:v>
                </c:pt>
                <c:pt idx="2066">
                  <c:v>0</c:v>
                </c:pt>
                <c:pt idx="2067">
                  <c:v>0</c:v>
                </c:pt>
                <c:pt idx="2068">
                  <c:v>0</c:v>
                </c:pt>
                <c:pt idx="2069">
                  <c:v>0</c:v>
                </c:pt>
                <c:pt idx="2070">
                  <c:v>0</c:v>
                </c:pt>
                <c:pt idx="2071">
                  <c:v>0</c:v>
                </c:pt>
                <c:pt idx="2072">
                  <c:v>0</c:v>
                </c:pt>
                <c:pt idx="2073">
                  <c:v>0</c:v>
                </c:pt>
                <c:pt idx="2074">
                  <c:v>0</c:v>
                </c:pt>
                <c:pt idx="2075">
                  <c:v>0</c:v>
                </c:pt>
                <c:pt idx="2076">
                  <c:v>0</c:v>
                </c:pt>
                <c:pt idx="2077">
                  <c:v>0</c:v>
                </c:pt>
                <c:pt idx="2078">
                  <c:v>0</c:v>
                </c:pt>
                <c:pt idx="2079">
                  <c:v>0</c:v>
                </c:pt>
                <c:pt idx="2080">
                  <c:v>0</c:v>
                </c:pt>
                <c:pt idx="2081">
                  <c:v>0</c:v>
                </c:pt>
                <c:pt idx="2082">
                  <c:v>0</c:v>
                </c:pt>
                <c:pt idx="2083">
                  <c:v>0</c:v>
                </c:pt>
                <c:pt idx="2084">
                  <c:v>0</c:v>
                </c:pt>
                <c:pt idx="2085">
                  <c:v>0</c:v>
                </c:pt>
                <c:pt idx="2086">
                  <c:v>0</c:v>
                </c:pt>
                <c:pt idx="2087">
                  <c:v>0</c:v>
                </c:pt>
                <c:pt idx="2088">
                  <c:v>0</c:v>
                </c:pt>
                <c:pt idx="2089">
                  <c:v>0</c:v>
                </c:pt>
                <c:pt idx="2090">
                  <c:v>0</c:v>
                </c:pt>
                <c:pt idx="2091">
                  <c:v>0</c:v>
                </c:pt>
                <c:pt idx="2092">
                  <c:v>0</c:v>
                </c:pt>
                <c:pt idx="2093">
                  <c:v>0</c:v>
                </c:pt>
                <c:pt idx="2094">
                  <c:v>0</c:v>
                </c:pt>
                <c:pt idx="2095">
                  <c:v>0</c:v>
                </c:pt>
                <c:pt idx="2096">
                  <c:v>0</c:v>
                </c:pt>
                <c:pt idx="2097">
                  <c:v>0</c:v>
                </c:pt>
                <c:pt idx="2098">
                  <c:v>0</c:v>
                </c:pt>
                <c:pt idx="2099">
                  <c:v>0</c:v>
                </c:pt>
                <c:pt idx="2100">
                  <c:v>0</c:v>
                </c:pt>
                <c:pt idx="2101">
                  <c:v>0</c:v>
                </c:pt>
                <c:pt idx="2102">
                  <c:v>0</c:v>
                </c:pt>
                <c:pt idx="2103">
                  <c:v>0</c:v>
                </c:pt>
                <c:pt idx="2104">
                  <c:v>0</c:v>
                </c:pt>
                <c:pt idx="2105">
                  <c:v>0</c:v>
                </c:pt>
                <c:pt idx="2106">
                  <c:v>0</c:v>
                </c:pt>
                <c:pt idx="2107">
                  <c:v>0</c:v>
                </c:pt>
                <c:pt idx="2108">
                  <c:v>0</c:v>
                </c:pt>
                <c:pt idx="2109">
                  <c:v>0</c:v>
                </c:pt>
                <c:pt idx="2110">
                  <c:v>0</c:v>
                </c:pt>
                <c:pt idx="2111">
                  <c:v>0</c:v>
                </c:pt>
                <c:pt idx="2112">
                  <c:v>0</c:v>
                </c:pt>
                <c:pt idx="2113">
                  <c:v>0</c:v>
                </c:pt>
                <c:pt idx="2114">
                  <c:v>0</c:v>
                </c:pt>
                <c:pt idx="2115">
                  <c:v>0</c:v>
                </c:pt>
                <c:pt idx="2116">
                  <c:v>0</c:v>
                </c:pt>
                <c:pt idx="2117">
                  <c:v>0</c:v>
                </c:pt>
                <c:pt idx="2118">
                  <c:v>0</c:v>
                </c:pt>
                <c:pt idx="2119">
                  <c:v>0</c:v>
                </c:pt>
                <c:pt idx="2120">
                  <c:v>0</c:v>
                </c:pt>
                <c:pt idx="2121">
                  <c:v>0</c:v>
                </c:pt>
                <c:pt idx="2122">
                  <c:v>0</c:v>
                </c:pt>
                <c:pt idx="2123">
                  <c:v>0</c:v>
                </c:pt>
                <c:pt idx="2124">
                  <c:v>0</c:v>
                </c:pt>
                <c:pt idx="2125">
                  <c:v>0</c:v>
                </c:pt>
                <c:pt idx="2126">
                  <c:v>0</c:v>
                </c:pt>
                <c:pt idx="2127">
                  <c:v>0</c:v>
                </c:pt>
                <c:pt idx="2128">
                  <c:v>0</c:v>
                </c:pt>
                <c:pt idx="2129">
                  <c:v>0</c:v>
                </c:pt>
                <c:pt idx="2130">
                  <c:v>0</c:v>
                </c:pt>
                <c:pt idx="2131">
                  <c:v>0</c:v>
                </c:pt>
                <c:pt idx="2132">
                  <c:v>0</c:v>
                </c:pt>
                <c:pt idx="2133">
                  <c:v>0</c:v>
                </c:pt>
                <c:pt idx="2134">
                  <c:v>0</c:v>
                </c:pt>
                <c:pt idx="2135">
                  <c:v>0</c:v>
                </c:pt>
                <c:pt idx="2136">
                  <c:v>0</c:v>
                </c:pt>
                <c:pt idx="2137">
                  <c:v>0</c:v>
                </c:pt>
                <c:pt idx="2138">
                  <c:v>0</c:v>
                </c:pt>
                <c:pt idx="2139">
                  <c:v>0</c:v>
                </c:pt>
                <c:pt idx="2140">
                  <c:v>0</c:v>
                </c:pt>
                <c:pt idx="2141">
                  <c:v>0</c:v>
                </c:pt>
                <c:pt idx="2142">
                  <c:v>0</c:v>
                </c:pt>
                <c:pt idx="2143">
                  <c:v>0</c:v>
                </c:pt>
                <c:pt idx="2144">
                  <c:v>0</c:v>
                </c:pt>
                <c:pt idx="2145">
                  <c:v>0</c:v>
                </c:pt>
                <c:pt idx="2146">
                  <c:v>0</c:v>
                </c:pt>
                <c:pt idx="2147">
                  <c:v>0</c:v>
                </c:pt>
                <c:pt idx="2148">
                  <c:v>0</c:v>
                </c:pt>
                <c:pt idx="2149">
                  <c:v>0</c:v>
                </c:pt>
                <c:pt idx="2150">
                  <c:v>0</c:v>
                </c:pt>
                <c:pt idx="2151">
                  <c:v>0</c:v>
                </c:pt>
                <c:pt idx="2152">
                  <c:v>0</c:v>
                </c:pt>
                <c:pt idx="2153">
                  <c:v>0</c:v>
                </c:pt>
                <c:pt idx="2154">
                  <c:v>0</c:v>
                </c:pt>
                <c:pt idx="2155">
                  <c:v>0</c:v>
                </c:pt>
                <c:pt idx="2156">
                  <c:v>0</c:v>
                </c:pt>
                <c:pt idx="2157">
                  <c:v>0</c:v>
                </c:pt>
                <c:pt idx="2158">
                  <c:v>0</c:v>
                </c:pt>
                <c:pt idx="2159">
                  <c:v>0</c:v>
                </c:pt>
                <c:pt idx="2160">
                  <c:v>0</c:v>
                </c:pt>
                <c:pt idx="2161">
                  <c:v>0</c:v>
                </c:pt>
                <c:pt idx="2162">
                  <c:v>0</c:v>
                </c:pt>
                <c:pt idx="2163">
                  <c:v>0</c:v>
                </c:pt>
                <c:pt idx="2164">
                  <c:v>0</c:v>
                </c:pt>
                <c:pt idx="2165">
                  <c:v>0</c:v>
                </c:pt>
                <c:pt idx="2166">
                  <c:v>0</c:v>
                </c:pt>
                <c:pt idx="2167">
                  <c:v>0</c:v>
                </c:pt>
                <c:pt idx="2168">
                  <c:v>0</c:v>
                </c:pt>
                <c:pt idx="2169">
                  <c:v>0</c:v>
                </c:pt>
                <c:pt idx="2170">
                  <c:v>0</c:v>
                </c:pt>
                <c:pt idx="2171">
                  <c:v>0</c:v>
                </c:pt>
                <c:pt idx="2172">
                  <c:v>0</c:v>
                </c:pt>
                <c:pt idx="2173">
                  <c:v>0</c:v>
                </c:pt>
                <c:pt idx="2174">
                  <c:v>0</c:v>
                </c:pt>
                <c:pt idx="2175">
                  <c:v>0</c:v>
                </c:pt>
                <c:pt idx="2176">
                  <c:v>0</c:v>
                </c:pt>
                <c:pt idx="2177">
                  <c:v>0</c:v>
                </c:pt>
                <c:pt idx="2178">
                  <c:v>0</c:v>
                </c:pt>
                <c:pt idx="2179">
                  <c:v>0</c:v>
                </c:pt>
                <c:pt idx="2180">
                  <c:v>0</c:v>
                </c:pt>
                <c:pt idx="2181">
                  <c:v>0</c:v>
                </c:pt>
                <c:pt idx="2182">
                  <c:v>0</c:v>
                </c:pt>
                <c:pt idx="2183">
                  <c:v>0</c:v>
                </c:pt>
                <c:pt idx="2184">
                  <c:v>0</c:v>
                </c:pt>
                <c:pt idx="2185">
                  <c:v>0</c:v>
                </c:pt>
                <c:pt idx="2186">
                  <c:v>0</c:v>
                </c:pt>
                <c:pt idx="2187">
                  <c:v>0</c:v>
                </c:pt>
                <c:pt idx="2188">
                  <c:v>0</c:v>
                </c:pt>
                <c:pt idx="2189">
                  <c:v>0</c:v>
                </c:pt>
                <c:pt idx="2190">
                  <c:v>0</c:v>
                </c:pt>
                <c:pt idx="2191">
                  <c:v>0</c:v>
                </c:pt>
                <c:pt idx="2192">
                  <c:v>0</c:v>
                </c:pt>
                <c:pt idx="2193">
                  <c:v>0</c:v>
                </c:pt>
                <c:pt idx="2194">
                  <c:v>0</c:v>
                </c:pt>
                <c:pt idx="2195">
                  <c:v>0</c:v>
                </c:pt>
                <c:pt idx="2196">
                  <c:v>0</c:v>
                </c:pt>
                <c:pt idx="2197">
                  <c:v>0</c:v>
                </c:pt>
                <c:pt idx="2198">
                  <c:v>0</c:v>
                </c:pt>
                <c:pt idx="2199">
                  <c:v>0</c:v>
                </c:pt>
                <c:pt idx="2200">
                  <c:v>0</c:v>
                </c:pt>
                <c:pt idx="2201">
                  <c:v>0</c:v>
                </c:pt>
                <c:pt idx="2202">
                  <c:v>0</c:v>
                </c:pt>
                <c:pt idx="2203">
                  <c:v>0</c:v>
                </c:pt>
                <c:pt idx="2204">
                  <c:v>0</c:v>
                </c:pt>
                <c:pt idx="2205">
                  <c:v>0</c:v>
                </c:pt>
                <c:pt idx="2206">
                  <c:v>0</c:v>
                </c:pt>
                <c:pt idx="2207">
                  <c:v>0</c:v>
                </c:pt>
                <c:pt idx="2208">
                  <c:v>0</c:v>
                </c:pt>
                <c:pt idx="2209">
                  <c:v>0</c:v>
                </c:pt>
                <c:pt idx="2210">
                  <c:v>0</c:v>
                </c:pt>
                <c:pt idx="2211">
                  <c:v>0</c:v>
                </c:pt>
                <c:pt idx="2212">
                  <c:v>0</c:v>
                </c:pt>
                <c:pt idx="2213">
                  <c:v>0</c:v>
                </c:pt>
                <c:pt idx="2214">
                  <c:v>0</c:v>
                </c:pt>
                <c:pt idx="2215">
                  <c:v>0</c:v>
                </c:pt>
                <c:pt idx="2216">
                  <c:v>0</c:v>
                </c:pt>
                <c:pt idx="2217">
                  <c:v>0</c:v>
                </c:pt>
                <c:pt idx="2218">
                  <c:v>0</c:v>
                </c:pt>
                <c:pt idx="2219">
                  <c:v>0</c:v>
                </c:pt>
                <c:pt idx="2220">
                  <c:v>0</c:v>
                </c:pt>
                <c:pt idx="2221">
                  <c:v>0</c:v>
                </c:pt>
                <c:pt idx="2222">
                  <c:v>0</c:v>
                </c:pt>
                <c:pt idx="2223">
                  <c:v>0</c:v>
                </c:pt>
                <c:pt idx="2224">
                  <c:v>0</c:v>
                </c:pt>
                <c:pt idx="2225">
                  <c:v>0</c:v>
                </c:pt>
                <c:pt idx="2226">
                  <c:v>0</c:v>
                </c:pt>
                <c:pt idx="2227">
                  <c:v>0</c:v>
                </c:pt>
                <c:pt idx="2228">
                  <c:v>0</c:v>
                </c:pt>
                <c:pt idx="2229">
                  <c:v>0</c:v>
                </c:pt>
                <c:pt idx="2230">
                  <c:v>0</c:v>
                </c:pt>
                <c:pt idx="2231">
                  <c:v>0</c:v>
                </c:pt>
                <c:pt idx="2232">
                  <c:v>0</c:v>
                </c:pt>
                <c:pt idx="2233">
                  <c:v>0</c:v>
                </c:pt>
                <c:pt idx="2234">
                  <c:v>0</c:v>
                </c:pt>
                <c:pt idx="2235">
                  <c:v>0</c:v>
                </c:pt>
                <c:pt idx="2236">
                  <c:v>0</c:v>
                </c:pt>
                <c:pt idx="2237">
                  <c:v>0</c:v>
                </c:pt>
                <c:pt idx="2238">
                  <c:v>0</c:v>
                </c:pt>
                <c:pt idx="2239">
                  <c:v>0</c:v>
                </c:pt>
                <c:pt idx="2240">
                  <c:v>0</c:v>
                </c:pt>
                <c:pt idx="2241">
                  <c:v>0</c:v>
                </c:pt>
                <c:pt idx="2242">
                  <c:v>0</c:v>
                </c:pt>
                <c:pt idx="2243">
                  <c:v>0</c:v>
                </c:pt>
                <c:pt idx="2244">
                  <c:v>0</c:v>
                </c:pt>
                <c:pt idx="2245">
                  <c:v>0</c:v>
                </c:pt>
                <c:pt idx="2246">
                  <c:v>0</c:v>
                </c:pt>
                <c:pt idx="2247">
                  <c:v>0</c:v>
                </c:pt>
                <c:pt idx="2248">
                  <c:v>0</c:v>
                </c:pt>
                <c:pt idx="2249">
                  <c:v>0</c:v>
                </c:pt>
                <c:pt idx="2250">
                  <c:v>0</c:v>
                </c:pt>
                <c:pt idx="2251">
                  <c:v>0</c:v>
                </c:pt>
                <c:pt idx="2252">
                  <c:v>0</c:v>
                </c:pt>
                <c:pt idx="2253">
                  <c:v>0</c:v>
                </c:pt>
                <c:pt idx="2254">
                  <c:v>0</c:v>
                </c:pt>
                <c:pt idx="2255">
                  <c:v>0</c:v>
                </c:pt>
                <c:pt idx="2256">
                  <c:v>0</c:v>
                </c:pt>
                <c:pt idx="2257">
                  <c:v>0</c:v>
                </c:pt>
                <c:pt idx="2258">
                  <c:v>0</c:v>
                </c:pt>
                <c:pt idx="2259">
                  <c:v>0</c:v>
                </c:pt>
                <c:pt idx="2260">
                  <c:v>0</c:v>
                </c:pt>
                <c:pt idx="2261">
                  <c:v>0</c:v>
                </c:pt>
                <c:pt idx="2262">
                  <c:v>0</c:v>
                </c:pt>
                <c:pt idx="2263">
                  <c:v>0</c:v>
                </c:pt>
                <c:pt idx="2264">
                  <c:v>0</c:v>
                </c:pt>
                <c:pt idx="2265">
                  <c:v>0</c:v>
                </c:pt>
                <c:pt idx="2266">
                  <c:v>0</c:v>
                </c:pt>
                <c:pt idx="2267">
                  <c:v>0</c:v>
                </c:pt>
                <c:pt idx="2268">
                  <c:v>0</c:v>
                </c:pt>
                <c:pt idx="2269">
                  <c:v>0</c:v>
                </c:pt>
                <c:pt idx="2270">
                  <c:v>0</c:v>
                </c:pt>
                <c:pt idx="2271">
                  <c:v>0</c:v>
                </c:pt>
                <c:pt idx="2272">
                  <c:v>0</c:v>
                </c:pt>
                <c:pt idx="2273">
                  <c:v>0</c:v>
                </c:pt>
                <c:pt idx="2274">
                  <c:v>0</c:v>
                </c:pt>
                <c:pt idx="2275">
                  <c:v>0</c:v>
                </c:pt>
                <c:pt idx="2276">
                  <c:v>0</c:v>
                </c:pt>
                <c:pt idx="2277">
                  <c:v>0</c:v>
                </c:pt>
                <c:pt idx="2278">
                  <c:v>0</c:v>
                </c:pt>
                <c:pt idx="2279">
                  <c:v>0</c:v>
                </c:pt>
                <c:pt idx="2280">
                  <c:v>0</c:v>
                </c:pt>
                <c:pt idx="2281">
                  <c:v>0</c:v>
                </c:pt>
                <c:pt idx="2282">
                  <c:v>0</c:v>
                </c:pt>
                <c:pt idx="2283">
                  <c:v>0</c:v>
                </c:pt>
                <c:pt idx="2284">
                  <c:v>0</c:v>
                </c:pt>
                <c:pt idx="2285">
                  <c:v>0</c:v>
                </c:pt>
                <c:pt idx="2286">
                  <c:v>0</c:v>
                </c:pt>
                <c:pt idx="2287">
                  <c:v>0</c:v>
                </c:pt>
                <c:pt idx="2288">
                  <c:v>0</c:v>
                </c:pt>
                <c:pt idx="2289">
                  <c:v>0</c:v>
                </c:pt>
                <c:pt idx="2290">
                  <c:v>0</c:v>
                </c:pt>
                <c:pt idx="2291">
                  <c:v>0</c:v>
                </c:pt>
                <c:pt idx="2292">
                  <c:v>0</c:v>
                </c:pt>
                <c:pt idx="2293">
                  <c:v>0</c:v>
                </c:pt>
                <c:pt idx="2294">
                  <c:v>0</c:v>
                </c:pt>
                <c:pt idx="2295">
                  <c:v>0</c:v>
                </c:pt>
                <c:pt idx="2296">
                  <c:v>0</c:v>
                </c:pt>
                <c:pt idx="2297">
                  <c:v>0</c:v>
                </c:pt>
                <c:pt idx="2298">
                  <c:v>0</c:v>
                </c:pt>
                <c:pt idx="2299">
                  <c:v>0</c:v>
                </c:pt>
                <c:pt idx="2300">
                  <c:v>0</c:v>
                </c:pt>
                <c:pt idx="2301">
                  <c:v>0</c:v>
                </c:pt>
                <c:pt idx="2302">
                  <c:v>0</c:v>
                </c:pt>
                <c:pt idx="2303">
                  <c:v>0</c:v>
                </c:pt>
                <c:pt idx="2304">
                  <c:v>0</c:v>
                </c:pt>
                <c:pt idx="2305">
                  <c:v>0</c:v>
                </c:pt>
                <c:pt idx="2306">
                  <c:v>0</c:v>
                </c:pt>
                <c:pt idx="2307">
                  <c:v>0</c:v>
                </c:pt>
                <c:pt idx="2308">
                  <c:v>0</c:v>
                </c:pt>
                <c:pt idx="2309">
                  <c:v>0</c:v>
                </c:pt>
                <c:pt idx="2310">
                  <c:v>0</c:v>
                </c:pt>
                <c:pt idx="2311">
                  <c:v>0</c:v>
                </c:pt>
                <c:pt idx="2312">
                  <c:v>0</c:v>
                </c:pt>
                <c:pt idx="2313">
                  <c:v>0</c:v>
                </c:pt>
                <c:pt idx="2314">
                  <c:v>0</c:v>
                </c:pt>
                <c:pt idx="2315">
                  <c:v>0</c:v>
                </c:pt>
                <c:pt idx="2316">
                  <c:v>0</c:v>
                </c:pt>
                <c:pt idx="2317">
                  <c:v>0</c:v>
                </c:pt>
                <c:pt idx="2318">
                  <c:v>0</c:v>
                </c:pt>
                <c:pt idx="2319">
                  <c:v>0</c:v>
                </c:pt>
                <c:pt idx="2320">
                  <c:v>0</c:v>
                </c:pt>
                <c:pt idx="2321">
                  <c:v>0</c:v>
                </c:pt>
                <c:pt idx="2322">
                  <c:v>0</c:v>
                </c:pt>
                <c:pt idx="2323">
                  <c:v>0</c:v>
                </c:pt>
                <c:pt idx="2324">
                  <c:v>0</c:v>
                </c:pt>
                <c:pt idx="2325">
                  <c:v>0</c:v>
                </c:pt>
                <c:pt idx="2326">
                  <c:v>0</c:v>
                </c:pt>
                <c:pt idx="2327">
                  <c:v>0</c:v>
                </c:pt>
                <c:pt idx="2328">
                  <c:v>0</c:v>
                </c:pt>
                <c:pt idx="2329">
                  <c:v>0</c:v>
                </c:pt>
                <c:pt idx="2330">
                  <c:v>0</c:v>
                </c:pt>
                <c:pt idx="2331">
                  <c:v>0</c:v>
                </c:pt>
                <c:pt idx="2332">
                  <c:v>0</c:v>
                </c:pt>
                <c:pt idx="2333">
                  <c:v>0</c:v>
                </c:pt>
                <c:pt idx="2334">
                  <c:v>0</c:v>
                </c:pt>
                <c:pt idx="2335">
                  <c:v>0</c:v>
                </c:pt>
                <c:pt idx="2336">
                  <c:v>0</c:v>
                </c:pt>
                <c:pt idx="2337">
                  <c:v>0</c:v>
                </c:pt>
                <c:pt idx="2338">
                  <c:v>0</c:v>
                </c:pt>
                <c:pt idx="2339">
                  <c:v>0</c:v>
                </c:pt>
                <c:pt idx="2340">
                  <c:v>0</c:v>
                </c:pt>
                <c:pt idx="2341">
                  <c:v>0</c:v>
                </c:pt>
                <c:pt idx="2342">
                  <c:v>0</c:v>
                </c:pt>
                <c:pt idx="2343">
                  <c:v>0</c:v>
                </c:pt>
                <c:pt idx="2344">
                  <c:v>0</c:v>
                </c:pt>
                <c:pt idx="2345">
                  <c:v>0</c:v>
                </c:pt>
                <c:pt idx="2346">
                  <c:v>0</c:v>
                </c:pt>
                <c:pt idx="2347">
                  <c:v>0</c:v>
                </c:pt>
                <c:pt idx="2348">
                  <c:v>0</c:v>
                </c:pt>
                <c:pt idx="2349">
                  <c:v>0</c:v>
                </c:pt>
                <c:pt idx="2350">
                  <c:v>0</c:v>
                </c:pt>
                <c:pt idx="2351">
                  <c:v>0</c:v>
                </c:pt>
                <c:pt idx="2352">
                  <c:v>0</c:v>
                </c:pt>
                <c:pt idx="2353">
                  <c:v>0</c:v>
                </c:pt>
                <c:pt idx="2354">
                  <c:v>0</c:v>
                </c:pt>
                <c:pt idx="2355">
                  <c:v>0</c:v>
                </c:pt>
                <c:pt idx="2356">
                  <c:v>0</c:v>
                </c:pt>
                <c:pt idx="2357">
                  <c:v>0</c:v>
                </c:pt>
                <c:pt idx="2358">
                  <c:v>0</c:v>
                </c:pt>
                <c:pt idx="2359">
                  <c:v>0</c:v>
                </c:pt>
                <c:pt idx="2360">
                  <c:v>0</c:v>
                </c:pt>
                <c:pt idx="2361">
                  <c:v>0</c:v>
                </c:pt>
                <c:pt idx="2362">
                  <c:v>0</c:v>
                </c:pt>
                <c:pt idx="2363">
                  <c:v>0</c:v>
                </c:pt>
                <c:pt idx="2364">
                  <c:v>0</c:v>
                </c:pt>
                <c:pt idx="2365">
                  <c:v>0</c:v>
                </c:pt>
                <c:pt idx="2366">
                  <c:v>0</c:v>
                </c:pt>
                <c:pt idx="2367">
                  <c:v>0</c:v>
                </c:pt>
                <c:pt idx="2368">
                  <c:v>0</c:v>
                </c:pt>
                <c:pt idx="2369">
                  <c:v>0</c:v>
                </c:pt>
                <c:pt idx="2370">
                  <c:v>0</c:v>
                </c:pt>
                <c:pt idx="2371">
                  <c:v>0</c:v>
                </c:pt>
                <c:pt idx="2372">
                  <c:v>0</c:v>
                </c:pt>
                <c:pt idx="2373">
                  <c:v>0</c:v>
                </c:pt>
                <c:pt idx="2374">
                  <c:v>0</c:v>
                </c:pt>
                <c:pt idx="2375">
                  <c:v>0</c:v>
                </c:pt>
                <c:pt idx="2376">
                  <c:v>0</c:v>
                </c:pt>
                <c:pt idx="2377">
                  <c:v>0</c:v>
                </c:pt>
                <c:pt idx="2378">
                  <c:v>0</c:v>
                </c:pt>
                <c:pt idx="2379">
                  <c:v>0</c:v>
                </c:pt>
                <c:pt idx="2380">
                  <c:v>0</c:v>
                </c:pt>
                <c:pt idx="2381">
                  <c:v>0</c:v>
                </c:pt>
                <c:pt idx="2382">
                  <c:v>0</c:v>
                </c:pt>
                <c:pt idx="2383">
                  <c:v>0</c:v>
                </c:pt>
                <c:pt idx="2384">
                  <c:v>0</c:v>
                </c:pt>
                <c:pt idx="2385">
                  <c:v>0</c:v>
                </c:pt>
                <c:pt idx="2386">
                  <c:v>0</c:v>
                </c:pt>
                <c:pt idx="2387">
                  <c:v>0</c:v>
                </c:pt>
                <c:pt idx="2388">
                  <c:v>0</c:v>
                </c:pt>
                <c:pt idx="2389">
                  <c:v>0</c:v>
                </c:pt>
                <c:pt idx="2390">
                  <c:v>0</c:v>
                </c:pt>
                <c:pt idx="2391">
                  <c:v>0</c:v>
                </c:pt>
                <c:pt idx="2392">
                  <c:v>0</c:v>
                </c:pt>
                <c:pt idx="2393">
                  <c:v>0</c:v>
                </c:pt>
                <c:pt idx="2394">
                  <c:v>0</c:v>
                </c:pt>
                <c:pt idx="2395">
                  <c:v>0</c:v>
                </c:pt>
                <c:pt idx="2396">
                  <c:v>0</c:v>
                </c:pt>
                <c:pt idx="2397">
                  <c:v>0</c:v>
                </c:pt>
                <c:pt idx="2398">
                  <c:v>0</c:v>
                </c:pt>
                <c:pt idx="2399">
                  <c:v>0</c:v>
                </c:pt>
                <c:pt idx="2400">
                  <c:v>0</c:v>
                </c:pt>
                <c:pt idx="2401">
                  <c:v>0</c:v>
                </c:pt>
                <c:pt idx="2402">
                  <c:v>0</c:v>
                </c:pt>
                <c:pt idx="2403">
                  <c:v>0</c:v>
                </c:pt>
                <c:pt idx="2404">
                  <c:v>0</c:v>
                </c:pt>
                <c:pt idx="2405">
                  <c:v>0</c:v>
                </c:pt>
                <c:pt idx="2406">
                  <c:v>0</c:v>
                </c:pt>
                <c:pt idx="2407">
                  <c:v>0</c:v>
                </c:pt>
                <c:pt idx="2408">
                  <c:v>0</c:v>
                </c:pt>
                <c:pt idx="2409">
                  <c:v>0</c:v>
                </c:pt>
                <c:pt idx="2410">
                  <c:v>0</c:v>
                </c:pt>
                <c:pt idx="2411">
                  <c:v>0</c:v>
                </c:pt>
                <c:pt idx="2412">
                  <c:v>0</c:v>
                </c:pt>
                <c:pt idx="2413">
                  <c:v>0</c:v>
                </c:pt>
                <c:pt idx="2414">
                  <c:v>0</c:v>
                </c:pt>
                <c:pt idx="2415">
                  <c:v>0</c:v>
                </c:pt>
                <c:pt idx="2416">
                  <c:v>0</c:v>
                </c:pt>
                <c:pt idx="2417">
                  <c:v>0</c:v>
                </c:pt>
                <c:pt idx="2418">
                  <c:v>0</c:v>
                </c:pt>
                <c:pt idx="2419">
                  <c:v>0</c:v>
                </c:pt>
                <c:pt idx="2420">
                  <c:v>0</c:v>
                </c:pt>
                <c:pt idx="2421">
                  <c:v>0</c:v>
                </c:pt>
                <c:pt idx="2422">
                  <c:v>0</c:v>
                </c:pt>
                <c:pt idx="2423">
                  <c:v>0</c:v>
                </c:pt>
                <c:pt idx="2424">
                  <c:v>0</c:v>
                </c:pt>
                <c:pt idx="2425">
                  <c:v>0</c:v>
                </c:pt>
                <c:pt idx="2426">
                  <c:v>0</c:v>
                </c:pt>
                <c:pt idx="2427">
                  <c:v>0</c:v>
                </c:pt>
                <c:pt idx="2428">
                  <c:v>0</c:v>
                </c:pt>
                <c:pt idx="2429">
                  <c:v>0</c:v>
                </c:pt>
                <c:pt idx="2430">
                  <c:v>0</c:v>
                </c:pt>
                <c:pt idx="2431">
                  <c:v>0</c:v>
                </c:pt>
                <c:pt idx="2432">
                  <c:v>0</c:v>
                </c:pt>
                <c:pt idx="2433">
                  <c:v>0</c:v>
                </c:pt>
                <c:pt idx="2434">
                  <c:v>0</c:v>
                </c:pt>
                <c:pt idx="2435">
                  <c:v>0</c:v>
                </c:pt>
                <c:pt idx="2436">
                  <c:v>0</c:v>
                </c:pt>
                <c:pt idx="2437">
                  <c:v>0</c:v>
                </c:pt>
                <c:pt idx="2438">
                  <c:v>0</c:v>
                </c:pt>
                <c:pt idx="2439">
                  <c:v>0</c:v>
                </c:pt>
                <c:pt idx="2440">
                  <c:v>0</c:v>
                </c:pt>
                <c:pt idx="2441">
                  <c:v>0</c:v>
                </c:pt>
                <c:pt idx="2442">
                  <c:v>0</c:v>
                </c:pt>
                <c:pt idx="2443">
                  <c:v>0</c:v>
                </c:pt>
                <c:pt idx="2444">
                  <c:v>0</c:v>
                </c:pt>
                <c:pt idx="2445">
                  <c:v>0</c:v>
                </c:pt>
                <c:pt idx="2446">
                  <c:v>0</c:v>
                </c:pt>
                <c:pt idx="2447">
                  <c:v>0</c:v>
                </c:pt>
                <c:pt idx="2448">
                  <c:v>0</c:v>
                </c:pt>
                <c:pt idx="2449">
                  <c:v>0</c:v>
                </c:pt>
                <c:pt idx="2450">
                  <c:v>0</c:v>
                </c:pt>
                <c:pt idx="2451">
                  <c:v>0</c:v>
                </c:pt>
                <c:pt idx="2452">
                  <c:v>0</c:v>
                </c:pt>
                <c:pt idx="2453">
                  <c:v>0</c:v>
                </c:pt>
                <c:pt idx="2454">
                  <c:v>0</c:v>
                </c:pt>
                <c:pt idx="2455">
                  <c:v>0</c:v>
                </c:pt>
                <c:pt idx="2456">
                  <c:v>0</c:v>
                </c:pt>
                <c:pt idx="2457">
                  <c:v>0</c:v>
                </c:pt>
                <c:pt idx="2458">
                  <c:v>0</c:v>
                </c:pt>
                <c:pt idx="2459">
                  <c:v>0</c:v>
                </c:pt>
                <c:pt idx="2460">
                  <c:v>0</c:v>
                </c:pt>
                <c:pt idx="2461">
                  <c:v>0</c:v>
                </c:pt>
                <c:pt idx="2462">
                  <c:v>0</c:v>
                </c:pt>
                <c:pt idx="2463">
                  <c:v>0</c:v>
                </c:pt>
                <c:pt idx="2464">
                  <c:v>0</c:v>
                </c:pt>
                <c:pt idx="2465">
                  <c:v>0</c:v>
                </c:pt>
                <c:pt idx="2466">
                  <c:v>0</c:v>
                </c:pt>
                <c:pt idx="2467">
                  <c:v>0</c:v>
                </c:pt>
                <c:pt idx="2468">
                  <c:v>0</c:v>
                </c:pt>
                <c:pt idx="2469">
                  <c:v>0</c:v>
                </c:pt>
                <c:pt idx="2470">
                  <c:v>0</c:v>
                </c:pt>
                <c:pt idx="2471">
                  <c:v>0</c:v>
                </c:pt>
                <c:pt idx="2472">
                  <c:v>0</c:v>
                </c:pt>
                <c:pt idx="2473">
                  <c:v>0</c:v>
                </c:pt>
                <c:pt idx="2474">
                  <c:v>0</c:v>
                </c:pt>
                <c:pt idx="2475">
                  <c:v>0</c:v>
                </c:pt>
                <c:pt idx="2476">
                  <c:v>0</c:v>
                </c:pt>
                <c:pt idx="2477">
                  <c:v>0</c:v>
                </c:pt>
                <c:pt idx="2478">
                  <c:v>0</c:v>
                </c:pt>
                <c:pt idx="2479">
                  <c:v>0</c:v>
                </c:pt>
                <c:pt idx="2480">
                  <c:v>0</c:v>
                </c:pt>
                <c:pt idx="2481">
                  <c:v>0</c:v>
                </c:pt>
                <c:pt idx="2482">
                  <c:v>0</c:v>
                </c:pt>
                <c:pt idx="2483">
                  <c:v>0</c:v>
                </c:pt>
                <c:pt idx="2484">
                  <c:v>0</c:v>
                </c:pt>
                <c:pt idx="2485">
                  <c:v>0</c:v>
                </c:pt>
                <c:pt idx="2486">
                  <c:v>0</c:v>
                </c:pt>
                <c:pt idx="2487">
                  <c:v>0</c:v>
                </c:pt>
                <c:pt idx="2488">
                  <c:v>0</c:v>
                </c:pt>
                <c:pt idx="2489">
                  <c:v>0</c:v>
                </c:pt>
                <c:pt idx="2490">
                  <c:v>0</c:v>
                </c:pt>
                <c:pt idx="2491">
                  <c:v>0</c:v>
                </c:pt>
                <c:pt idx="2492">
                  <c:v>0</c:v>
                </c:pt>
                <c:pt idx="2493">
                  <c:v>0</c:v>
                </c:pt>
                <c:pt idx="2494">
                  <c:v>0</c:v>
                </c:pt>
                <c:pt idx="2495">
                  <c:v>0</c:v>
                </c:pt>
                <c:pt idx="2496">
                  <c:v>0</c:v>
                </c:pt>
                <c:pt idx="2497">
                  <c:v>0</c:v>
                </c:pt>
                <c:pt idx="2498">
                  <c:v>0</c:v>
                </c:pt>
                <c:pt idx="2499">
                  <c:v>0</c:v>
                </c:pt>
                <c:pt idx="2500">
                  <c:v>0</c:v>
                </c:pt>
                <c:pt idx="2501">
                  <c:v>0</c:v>
                </c:pt>
                <c:pt idx="2502">
                  <c:v>0</c:v>
                </c:pt>
                <c:pt idx="2503">
                  <c:v>0</c:v>
                </c:pt>
                <c:pt idx="2504">
                  <c:v>0</c:v>
                </c:pt>
                <c:pt idx="2505">
                  <c:v>0</c:v>
                </c:pt>
                <c:pt idx="2506">
                  <c:v>0</c:v>
                </c:pt>
                <c:pt idx="2507">
                  <c:v>0</c:v>
                </c:pt>
                <c:pt idx="2508">
                  <c:v>0</c:v>
                </c:pt>
                <c:pt idx="2509">
                  <c:v>0</c:v>
                </c:pt>
                <c:pt idx="2510">
                  <c:v>0</c:v>
                </c:pt>
                <c:pt idx="2511">
                  <c:v>0</c:v>
                </c:pt>
                <c:pt idx="2512">
                  <c:v>0</c:v>
                </c:pt>
                <c:pt idx="2513">
                  <c:v>0</c:v>
                </c:pt>
                <c:pt idx="2514">
                  <c:v>0</c:v>
                </c:pt>
                <c:pt idx="2515">
                  <c:v>0</c:v>
                </c:pt>
                <c:pt idx="2516">
                  <c:v>0</c:v>
                </c:pt>
                <c:pt idx="2517">
                  <c:v>0</c:v>
                </c:pt>
                <c:pt idx="2518">
                  <c:v>0</c:v>
                </c:pt>
                <c:pt idx="2519">
                  <c:v>0</c:v>
                </c:pt>
                <c:pt idx="2520">
                  <c:v>0</c:v>
                </c:pt>
                <c:pt idx="2521">
                  <c:v>0</c:v>
                </c:pt>
                <c:pt idx="2522">
                  <c:v>0</c:v>
                </c:pt>
                <c:pt idx="2523">
                  <c:v>0</c:v>
                </c:pt>
                <c:pt idx="2524">
                  <c:v>0</c:v>
                </c:pt>
                <c:pt idx="2525">
                  <c:v>0</c:v>
                </c:pt>
                <c:pt idx="2526">
                  <c:v>0</c:v>
                </c:pt>
                <c:pt idx="2527">
                  <c:v>0</c:v>
                </c:pt>
                <c:pt idx="2528">
                  <c:v>0</c:v>
                </c:pt>
                <c:pt idx="2529">
                  <c:v>0</c:v>
                </c:pt>
                <c:pt idx="2530">
                  <c:v>0</c:v>
                </c:pt>
                <c:pt idx="2531">
                  <c:v>0</c:v>
                </c:pt>
                <c:pt idx="2532">
                  <c:v>0</c:v>
                </c:pt>
                <c:pt idx="2533">
                  <c:v>0</c:v>
                </c:pt>
                <c:pt idx="2534">
                  <c:v>0</c:v>
                </c:pt>
                <c:pt idx="2535">
                  <c:v>0</c:v>
                </c:pt>
                <c:pt idx="2536">
                  <c:v>0</c:v>
                </c:pt>
                <c:pt idx="2537">
                  <c:v>0</c:v>
                </c:pt>
                <c:pt idx="2538">
                  <c:v>0</c:v>
                </c:pt>
                <c:pt idx="2539">
                  <c:v>0</c:v>
                </c:pt>
                <c:pt idx="2540">
                  <c:v>0</c:v>
                </c:pt>
                <c:pt idx="2541">
                  <c:v>0</c:v>
                </c:pt>
                <c:pt idx="2542">
                  <c:v>0</c:v>
                </c:pt>
                <c:pt idx="2543">
                  <c:v>0</c:v>
                </c:pt>
                <c:pt idx="2544">
                  <c:v>0</c:v>
                </c:pt>
                <c:pt idx="2545">
                  <c:v>0</c:v>
                </c:pt>
                <c:pt idx="2546">
                  <c:v>0</c:v>
                </c:pt>
                <c:pt idx="2547">
                  <c:v>0</c:v>
                </c:pt>
                <c:pt idx="2548">
                  <c:v>0</c:v>
                </c:pt>
                <c:pt idx="2549">
                  <c:v>0</c:v>
                </c:pt>
                <c:pt idx="2550">
                  <c:v>0</c:v>
                </c:pt>
                <c:pt idx="2551">
                  <c:v>0</c:v>
                </c:pt>
                <c:pt idx="2552">
                  <c:v>0</c:v>
                </c:pt>
                <c:pt idx="2553">
                  <c:v>0</c:v>
                </c:pt>
                <c:pt idx="2554">
                  <c:v>0</c:v>
                </c:pt>
                <c:pt idx="2555">
                  <c:v>0</c:v>
                </c:pt>
                <c:pt idx="2556">
                  <c:v>0</c:v>
                </c:pt>
                <c:pt idx="2557">
                  <c:v>0</c:v>
                </c:pt>
                <c:pt idx="2558">
                  <c:v>0</c:v>
                </c:pt>
                <c:pt idx="2559">
                  <c:v>0</c:v>
                </c:pt>
                <c:pt idx="2560">
                  <c:v>0</c:v>
                </c:pt>
                <c:pt idx="2561">
                  <c:v>0</c:v>
                </c:pt>
                <c:pt idx="2562">
                  <c:v>0</c:v>
                </c:pt>
                <c:pt idx="2563">
                  <c:v>0</c:v>
                </c:pt>
                <c:pt idx="2564">
                  <c:v>0</c:v>
                </c:pt>
                <c:pt idx="2565">
                  <c:v>0</c:v>
                </c:pt>
                <c:pt idx="2566">
                  <c:v>0</c:v>
                </c:pt>
                <c:pt idx="2567">
                  <c:v>0</c:v>
                </c:pt>
                <c:pt idx="2568">
                  <c:v>0</c:v>
                </c:pt>
                <c:pt idx="2569">
                  <c:v>0</c:v>
                </c:pt>
                <c:pt idx="2570">
                  <c:v>0</c:v>
                </c:pt>
                <c:pt idx="2571">
                  <c:v>0</c:v>
                </c:pt>
                <c:pt idx="2572">
                  <c:v>0</c:v>
                </c:pt>
                <c:pt idx="2573">
                  <c:v>0</c:v>
                </c:pt>
                <c:pt idx="2574">
                  <c:v>0</c:v>
                </c:pt>
                <c:pt idx="2575">
                  <c:v>0</c:v>
                </c:pt>
                <c:pt idx="2576">
                  <c:v>0</c:v>
                </c:pt>
                <c:pt idx="2577">
                  <c:v>0</c:v>
                </c:pt>
                <c:pt idx="2578">
                  <c:v>0</c:v>
                </c:pt>
                <c:pt idx="2579">
                  <c:v>0</c:v>
                </c:pt>
                <c:pt idx="2580">
                  <c:v>0</c:v>
                </c:pt>
                <c:pt idx="2581">
                  <c:v>0</c:v>
                </c:pt>
                <c:pt idx="2582">
                  <c:v>0</c:v>
                </c:pt>
                <c:pt idx="2583">
                  <c:v>0</c:v>
                </c:pt>
                <c:pt idx="2584">
                  <c:v>0</c:v>
                </c:pt>
                <c:pt idx="2585">
                  <c:v>0</c:v>
                </c:pt>
                <c:pt idx="2586">
                  <c:v>0</c:v>
                </c:pt>
                <c:pt idx="2587">
                  <c:v>0</c:v>
                </c:pt>
                <c:pt idx="2588">
                  <c:v>0</c:v>
                </c:pt>
                <c:pt idx="2589">
                  <c:v>0</c:v>
                </c:pt>
                <c:pt idx="2590">
                  <c:v>0</c:v>
                </c:pt>
                <c:pt idx="2591">
                  <c:v>0</c:v>
                </c:pt>
                <c:pt idx="2592">
                  <c:v>0</c:v>
                </c:pt>
                <c:pt idx="2593">
                  <c:v>0</c:v>
                </c:pt>
                <c:pt idx="2594">
                  <c:v>0</c:v>
                </c:pt>
                <c:pt idx="2595">
                  <c:v>0</c:v>
                </c:pt>
                <c:pt idx="2596">
                  <c:v>0</c:v>
                </c:pt>
                <c:pt idx="2597">
                  <c:v>0</c:v>
                </c:pt>
                <c:pt idx="2598">
                  <c:v>0</c:v>
                </c:pt>
                <c:pt idx="2599">
                  <c:v>0</c:v>
                </c:pt>
                <c:pt idx="2600">
                  <c:v>0</c:v>
                </c:pt>
                <c:pt idx="2601">
                  <c:v>0</c:v>
                </c:pt>
                <c:pt idx="2602">
                  <c:v>0</c:v>
                </c:pt>
                <c:pt idx="2603">
                  <c:v>0</c:v>
                </c:pt>
                <c:pt idx="2604">
                  <c:v>0</c:v>
                </c:pt>
                <c:pt idx="2605">
                  <c:v>0</c:v>
                </c:pt>
                <c:pt idx="2606">
                  <c:v>0</c:v>
                </c:pt>
                <c:pt idx="2607">
                  <c:v>0</c:v>
                </c:pt>
                <c:pt idx="2608">
                  <c:v>0</c:v>
                </c:pt>
                <c:pt idx="2609">
                  <c:v>0</c:v>
                </c:pt>
                <c:pt idx="2610">
                  <c:v>0</c:v>
                </c:pt>
                <c:pt idx="2611">
                  <c:v>0</c:v>
                </c:pt>
                <c:pt idx="2612">
                  <c:v>0</c:v>
                </c:pt>
                <c:pt idx="2613">
                  <c:v>0</c:v>
                </c:pt>
                <c:pt idx="2614">
                  <c:v>0</c:v>
                </c:pt>
                <c:pt idx="2615">
                  <c:v>0</c:v>
                </c:pt>
                <c:pt idx="2616">
                  <c:v>0</c:v>
                </c:pt>
                <c:pt idx="2617">
                  <c:v>0</c:v>
                </c:pt>
                <c:pt idx="2618">
                  <c:v>0</c:v>
                </c:pt>
                <c:pt idx="2619">
                  <c:v>0</c:v>
                </c:pt>
                <c:pt idx="2620">
                  <c:v>0</c:v>
                </c:pt>
                <c:pt idx="2621">
                  <c:v>0</c:v>
                </c:pt>
                <c:pt idx="2622">
                  <c:v>0</c:v>
                </c:pt>
                <c:pt idx="2623">
                  <c:v>0</c:v>
                </c:pt>
                <c:pt idx="2624">
                  <c:v>0</c:v>
                </c:pt>
                <c:pt idx="2625">
                  <c:v>0</c:v>
                </c:pt>
                <c:pt idx="2626">
                  <c:v>0</c:v>
                </c:pt>
                <c:pt idx="2627">
                  <c:v>0</c:v>
                </c:pt>
                <c:pt idx="2628">
                  <c:v>0</c:v>
                </c:pt>
                <c:pt idx="2629">
                  <c:v>0</c:v>
                </c:pt>
                <c:pt idx="2630">
                  <c:v>0</c:v>
                </c:pt>
                <c:pt idx="2631">
                  <c:v>0</c:v>
                </c:pt>
                <c:pt idx="2632">
                  <c:v>0</c:v>
                </c:pt>
                <c:pt idx="2633">
                  <c:v>0</c:v>
                </c:pt>
                <c:pt idx="2634">
                  <c:v>0</c:v>
                </c:pt>
                <c:pt idx="2635">
                  <c:v>0</c:v>
                </c:pt>
                <c:pt idx="2636">
                  <c:v>0</c:v>
                </c:pt>
                <c:pt idx="2637">
                  <c:v>0</c:v>
                </c:pt>
                <c:pt idx="2638">
                  <c:v>0</c:v>
                </c:pt>
                <c:pt idx="2639">
                  <c:v>0</c:v>
                </c:pt>
                <c:pt idx="2640">
                  <c:v>0</c:v>
                </c:pt>
                <c:pt idx="2641">
                  <c:v>0</c:v>
                </c:pt>
                <c:pt idx="2642">
                  <c:v>0</c:v>
                </c:pt>
                <c:pt idx="2643">
                  <c:v>0</c:v>
                </c:pt>
                <c:pt idx="2644">
                  <c:v>0</c:v>
                </c:pt>
                <c:pt idx="2645">
                  <c:v>0</c:v>
                </c:pt>
                <c:pt idx="2646">
                  <c:v>0</c:v>
                </c:pt>
                <c:pt idx="2647">
                  <c:v>0</c:v>
                </c:pt>
                <c:pt idx="2648">
                  <c:v>0</c:v>
                </c:pt>
                <c:pt idx="2649">
                  <c:v>0</c:v>
                </c:pt>
                <c:pt idx="2650">
                  <c:v>0</c:v>
                </c:pt>
                <c:pt idx="2651">
                  <c:v>0</c:v>
                </c:pt>
                <c:pt idx="2652">
                  <c:v>0</c:v>
                </c:pt>
                <c:pt idx="2653">
                  <c:v>0</c:v>
                </c:pt>
                <c:pt idx="2654">
                  <c:v>0</c:v>
                </c:pt>
                <c:pt idx="2655">
                  <c:v>0</c:v>
                </c:pt>
                <c:pt idx="2656">
                  <c:v>0</c:v>
                </c:pt>
                <c:pt idx="2657">
                  <c:v>0</c:v>
                </c:pt>
                <c:pt idx="2658">
                  <c:v>0</c:v>
                </c:pt>
                <c:pt idx="2659">
                  <c:v>0</c:v>
                </c:pt>
                <c:pt idx="2660">
                  <c:v>0</c:v>
                </c:pt>
                <c:pt idx="2661">
                  <c:v>0</c:v>
                </c:pt>
                <c:pt idx="2662">
                  <c:v>0</c:v>
                </c:pt>
                <c:pt idx="2663">
                  <c:v>0</c:v>
                </c:pt>
                <c:pt idx="2664">
                  <c:v>0</c:v>
                </c:pt>
                <c:pt idx="2665">
                  <c:v>0</c:v>
                </c:pt>
                <c:pt idx="2666">
                  <c:v>0</c:v>
                </c:pt>
                <c:pt idx="2667">
                  <c:v>0</c:v>
                </c:pt>
                <c:pt idx="2668">
                  <c:v>0</c:v>
                </c:pt>
                <c:pt idx="2669">
                  <c:v>0</c:v>
                </c:pt>
                <c:pt idx="2670">
                  <c:v>0</c:v>
                </c:pt>
                <c:pt idx="2671">
                  <c:v>0</c:v>
                </c:pt>
                <c:pt idx="2672">
                  <c:v>0</c:v>
                </c:pt>
                <c:pt idx="2673">
                  <c:v>0</c:v>
                </c:pt>
                <c:pt idx="2674">
                  <c:v>0</c:v>
                </c:pt>
                <c:pt idx="2675">
                  <c:v>0</c:v>
                </c:pt>
                <c:pt idx="2676">
                  <c:v>0</c:v>
                </c:pt>
                <c:pt idx="2677">
                  <c:v>0</c:v>
                </c:pt>
                <c:pt idx="2678">
                  <c:v>0</c:v>
                </c:pt>
                <c:pt idx="2679">
                  <c:v>0</c:v>
                </c:pt>
                <c:pt idx="2680">
                  <c:v>0</c:v>
                </c:pt>
                <c:pt idx="2681">
                  <c:v>0</c:v>
                </c:pt>
                <c:pt idx="2682">
                  <c:v>0</c:v>
                </c:pt>
                <c:pt idx="2683">
                  <c:v>0</c:v>
                </c:pt>
                <c:pt idx="2684">
                  <c:v>0</c:v>
                </c:pt>
                <c:pt idx="2685">
                  <c:v>0</c:v>
                </c:pt>
                <c:pt idx="2686">
                  <c:v>0</c:v>
                </c:pt>
                <c:pt idx="2687">
                  <c:v>0</c:v>
                </c:pt>
                <c:pt idx="2688">
                  <c:v>0</c:v>
                </c:pt>
                <c:pt idx="2689">
                  <c:v>0</c:v>
                </c:pt>
                <c:pt idx="2690">
                  <c:v>0</c:v>
                </c:pt>
                <c:pt idx="2691">
                  <c:v>0</c:v>
                </c:pt>
                <c:pt idx="2692">
                  <c:v>0</c:v>
                </c:pt>
                <c:pt idx="2693">
                  <c:v>0</c:v>
                </c:pt>
                <c:pt idx="2694">
                  <c:v>0</c:v>
                </c:pt>
                <c:pt idx="2695">
                  <c:v>0</c:v>
                </c:pt>
                <c:pt idx="2696">
                  <c:v>0</c:v>
                </c:pt>
                <c:pt idx="2697">
                  <c:v>0</c:v>
                </c:pt>
                <c:pt idx="2698">
                  <c:v>0</c:v>
                </c:pt>
                <c:pt idx="2699">
                  <c:v>0</c:v>
                </c:pt>
                <c:pt idx="2700">
                  <c:v>0</c:v>
                </c:pt>
                <c:pt idx="2701">
                  <c:v>0</c:v>
                </c:pt>
                <c:pt idx="2702">
                  <c:v>0</c:v>
                </c:pt>
                <c:pt idx="2703">
                  <c:v>0</c:v>
                </c:pt>
                <c:pt idx="2704">
                  <c:v>0</c:v>
                </c:pt>
                <c:pt idx="2705">
                  <c:v>0</c:v>
                </c:pt>
                <c:pt idx="2706">
                  <c:v>0</c:v>
                </c:pt>
                <c:pt idx="2707">
                  <c:v>0</c:v>
                </c:pt>
                <c:pt idx="2708">
                  <c:v>0</c:v>
                </c:pt>
                <c:pt idx="2709">
                  <c:v>0</c:v>
                </c:pt>
                <c:pt idx="2710">
                  <c:v>0</c:v>
                </c:pt>
                <c:pt idx="2711">
                  <c:v>0</c:v>
                </c:pt>
                <c:pt idx="2712">
                  <c:v>0</c:v>
                </c:pt>
                <c:pt idx="2713">
                  <c:v>0</c:v>
                </c:pt>
                <c:pt idx="2714">
                  <c:v>0</c:v>
                </c:pt>
                <c:pt idx="2715">
                  <c:v>0</c:v>
                </c:pt>
                <c:pt idx="2716">
                  <c:v>0</c:v>
                </c:pt>
                <c:pt idx="2717">
                  <c:v>0</c:v>
                </c:pt>
                <c:pt idx="2718">
                  <c:v>0</c:v>
                </c:pt>
                <c:pt idx="2719">
                  <c:v>0</c:v>
                </c:pt>
                <c:pt idx="2720">
                  <c:v>0</c:v>
                </c:pt>
                <c:pt idx="2721">
                  <c:v>0</c:v>
                </c:pt>
                <c:pt idx="2722">
                  <c:v>0</c:v>
                </c:pt>
                <c:pt idx="2723">
                  <c:v>0</c:v>
                </c:pt>
                <c:pt idx="2724">
                  <c:v>0</c:v>
                </c:pt>
                <c:pt idx="2725">
                  <c:v>0</c:v>
                </c:pt>
                <c:pt idx="2726">
                  <c:v>0</c:v>
                </c:pt>
                <c:pt idx="2727">
                  <c:v>0</c:v>
                </c:pt>
                <c:pt idx="2728">
                  <c:v>0</c:v>
                </c:pt>
                <c:pt idx="2729">
                  <c:v>0</c:v>
                </c:pt>
                <c:pt idx="2730">
                  <c:v>0</c:v>
                </c:pt>
                <c:pt idx="2731">
                  <c:v>0</c:v>
                </c:pt>
                <c:pt idx="2732">
                  <c:v>0</c:v>
                </c:pt>
                <c:pt idx="2733">
                  <c:v>0</c:v>
                </c:pt>
                <c:pt idx="2734">
                  <c:v>0</c:v>
                </c:pt>
                <c:pt idx="2735">
                  <c:v>0</c:v>
                </c:pt>
                <c:pt idx="2736">
                  <c:v>0</c:v>
                </c:pt>
                <c:pt idx="2737">
                  <c:v>0</c:v>
                </c:pt>
                <c:pt idx="2738">
                  <c:v>0</c:v>
                </c:pt>
                <c:pt idx="2739">
                  <c:v>0</c:v>
                </c:pt>
                <c:pt idx="2740">
                  <c:v>0</c:v>
                </c:pt>
                <c:pt idx="2741">
                  <c:v>0</c:v>
                </c:pt>
                <c:pt idx="2742">
                  <c:v>0</c:v>
                </c:pt>
                <c:pt idx="2743">
                  <c:v>0</c:v>
                </c:pt>
                <c:pt idx="2744">
                  <c:v>0</c:v>
                </c:pt>
                <c:pt idx="2745">
                  <c:v>0</c:v>
                </c:pt>
                <c:pt idx="2746">
                  <c:v>0</c:v>
                </c:pt>
                <c:pt idx="2747">
                  <c:v>0</c:v>
                </c:pt>
                <c:pt idx="2748">
                  <c:v>0</c:v>
                </c:pt>
                <c:pt idx="2749">
                  <c:v>0</c:v>
                </c:pt>
                <c:pt idx="2750">
                  <c:v>0</c:v>
                </c:pt>
                <c:pt idx="2751">
                  <c:v>0</c:v>
                </c:pt>
                <c:pt idx="2752">
                  <c:v>0</c:v>
                </c:pt>
                <c:pt idx="2753">
                  <c:v>0</c:v>
                </c:pt>
                <c:pt idx="2754">
                  <c:v>0</c:v>
                </c:pt>
                <c:pt idx="2755">
                  <c:v>0</c:v>
                </c:pt>
                <c:pt idx="2756">
                  <c:v>0</c:v>
                </c:pt>
                <c:pt idx="2757">
                  <c:v>0</c:v>
                </c:pt>
                <c:pt idx="2758">
                  <c:v>0</c:v>
                </c:pt>
                <c:pt idx="2759">
                  <c:v>0</c:v>
                </c:pt>
                <c:pt idx="2760">
                  <c:v>0</c:v>
                </c:pt>
                <c:pt idx="2761">
                  <c:v>0</c:v>
                </c:pt>
                <c:pt idx="2762">
                  <c:v>0</c:v>
                </c:pt>
                <c:pt idx="2763">
                  <c:v>0</c:v>
                </c:pt>
                <c:pt idx="2764">
                  <c:v>0</c:v>
                </c:pt>
                <c:pt idx="2765">
                  <c:v>0</c:v>
                </c:pt>
                <c:pt idx="2766">
                  <c:v>0</c:v>
                </c:pt>
                <c:pt idx="2767">
                  <c:v>0</c:v>
                </c:pt>
                <c:pt idx="2768">
                  <c:v>0</c:v>
                </c:pt>
                <c:pt idx="2769">
                  <c:v>0</c:v>
                </c:pt>
                <c:pt idx="2770">
                  <c:v>0</c:v>
                </c:pt>
                <c:pt idx="2771">
                  <c:v>0</c:v>
                </c:pt>
                <c:pt idx="2772">
                  <c:v>0</c:v>
                </c:pt>
                <c:pt idx="2773">
                  <c:v>0</c:v>
                </c:pt>
                <c:pt idx="2774">
                  <c:v>0</c:v>
                </c:pt>
                <c:pt idx="2775">
                  <c:v>0</c:v>
                </c:pt>
                <c:pt idx="2776">
                  <c:v>0</c:v>
                </c:pt>
                <c:pt idx="2777">
                  <c:v>0</c:v>
                </c:pt>
                <c:pt idx="2778">
                  <c:v>0</c:v>
                </c:pt>
                <c:pt idx="2779">
                  <c:v>0</c:v>
                </c:pt>
                <c:pt idx="2780">
                  <c:v>0</c:v>
                </c:pt>
                <c:pt idx="2781">
                  <c:v>0</c:v>
                </c:pt>
                <c:pt idx="2782">
                  <c:v>0</c:v>
                </c:pt>
                <c:pt idx="2783">
                  <c:v>0</c:v>
                </c:pt>
                <c:pt idx="2784">
                  <c:v>0</c:v>
                </c:pt>
                <c:pt idx="2785">
                  <c:v>0</c:v>
                </c:pt>
                <c:pt idx="2786">
                  <c:v>0</c:v>
                </c:pt>
                <c:pt idx="2787">
                  <c:v>0</c:v>
                </c:pt>
                <c:pt idx="2788">
                  <c:v>0</c:v>
                </c:pt>
                <c:pt idx="2789">
                  <c:v>0</c:v>
                </c:pt>
                <c:pt idx="2790">
                  <c:v>0</c:v>
                </c:pt>
                <c:pt idx="2791">
                  <c:v>0</c:v>
                </c:pt>
                <c:pt idx="2792">
                  <c:v>0</c:v>
                </c:pt>
                <c:pt idx="2793">
                  <c:v>0</c:v>
                </c:pt>
                <c:pt idx="2794">
                  <c:v>0</c:v>
                </c:pt>
                <c:pt idx="2795">
                  <c:v>0</c:v>
                </c:pt>
                <c:pt idx="2796">
                  <c:v>0</c:v>
                </c:pt>
                <c:pt idx="2797">
                  <c:v>0</c:v>
                </c:pt>
                <c:pt idx="2798">
                  <c:v>0</c:v>
                </c:pt>
                <c:pt idx="2799">
                  <c:v>0</c:v>
                </c:pt>
                <c:pt idx="2800">
                  <c:v>0</c:v>
                </c:pt>
                <c:pt idx="2801">
                  <c:v>0</c:v>
                </c:pt>
                <c:pt idx="2802">
                  <c:v>0</c:v>
                </c:pt>
                <c:pt idx="2803">
                  <c:v>0</c:v>
                </c:pt>
                <c:pt idx="2804">
                  <c:v>0</c:v>
                </c:pt>
                <c:pt idx="2805">
                  <c:v>0</c:v>
                </c:pt>
                <c:pt idx="2806">
                  <c:v>0</c:v>
                </c:pt>
                <c:pt idx="2807">
                  <c:v>0</c:v>
                </c:pt>
                <c:pt idx="2808">
                  <c:v>0</c:v>
                </c:pt>
                <c:pt idx="2809">
                  <c:v>0</c:v>
                </c:pt>
                <c:pt idx="2810">
                  <c:v>0</c:v>
                </c:pt>
                <c:pt idx="2811">
                  <c:v>0</c:v>
                </c:pt>
                <c:pt idx="2812">
                  <c:v>0</c:v>
                </c:pt>
                <c:pt idx="2813">
                  <c:v>0</c:v>
                </c:pt>
                <c:pt idx="2814">
                  <c:v>0</c:v>
                </c:pt>
                <c:pt idx="2815">
                  <c:v>0</c:v>
                </c:pt>
                <c:pt idx="2816">
                  <c:v>0</c:v>
                </c:pt>
                <c:pt idx="2817">
                  <c:v>0</c:v>
                </c:pt>
                <c:pt idx="2818">
                  <c:v>0</c:v>
                </c:pt>
                <c:pt idx="2819">
                  <c:v>0</c:v>
                </c:pt>
                <c:pt idx="2820">
                  <c:v>0</c:v>
                </c:pt>
                <c:pt idx="2821">
                  <c:v>0</c:v>
                </c:pt>
                <c:pt idx="2822">
                  <c:v>0</c:v>
                </c:pt>
                <c:pt idx="2823">
                  <c:v>0</c:v>
                </c:pt>
                <c:pt idx="2824">
                  <c:v>0</c:v>
                </c:pt>
                <c:pt idx="2825">
                  <c:v>0</c:v>
                </c:pt>
                <c:pt idx="2826">
                  <c:v>0</c:v>
                </c:pt>
                <c:pt idx="2827">
                  <c:v>0</c:v>
                </c:pt>
                <c:pt idx="2828">
                  <c:v>0</c:v>
                </c:pt>
                <c:pt idx="2829">
                  <c:v>0</c:v>
                </c:pt>
                <c:pt idx="2830">
                  <c:v>0</c:v>
                </c:pt>
                <c:pt idx="2831">
                  <c:v>0</c:v>
                </c:pt>
                <c:pt idx="2832">
                  <c:v>0</c:v>
                </c:pt>
                <c:pt idx="2833">
                  <c:v>0</c:v>
                </c:pt>
                <c:pt idx="2834">
                  <c:v>0</c:v>
                </c:pt>
                <c:pt idx="2835">
                  <c:v>0</c:v>
                </c:pt>
                <c:pt idx="2836">
                  <c:v>0</c:v>
                </c:pt>
                <c:pt idx="2837">
                  <c:v>0</c:v>
                </c:pt>
                <c:pt idx="2838">
                  <c:v>0</c:v>
                </c:pt>
                <c:pt idx="2839">
                  <c:v>0</c:v>
                </c:pt>
                <c:pt idx="2840">
                  <c:v>0</c:v>
                </c:pt>
                <c:pt idx="2841">
                  <c:v>0</c:v>
                </c:pt>
                <c:pt idx="2842">
                  <c:v>0</c:v>
                </c:pt>
                <c:pt idx="2843">
                  <c:v>0</c:v>
                </c:pt>
                <c:pt idx="2844">
                  <c:v>0</c:v>
                </c:pt>
                <c:pt idx="2845">
                  <c:v>0</c:v>
                </c:pt>
                <c:pt idx="2846">
                  <c:v>0</c:v>
                </c:pt>
                <c:pt idx="2847">
                  <c:v>0</c:v>
                </c:pt>
                <c:pt idx="2848">
                  <c:v>0</c:v>
                </c:pt>
                <c:pt idx="2849">
                  <c:v>0</c:v>
                </c:pt>
                <c:pt idx="2850">
                  <c:v>0</c:v>
                </c:pt>
                <c:pt idx="2851">
                  <c:v>0</c:v>
                </c:pt>
                <c:pt idx="2852">
                  <c:v>0</c:v>
                </c:pt>
                <c:pt idx="2853">
                  <c:v>0</c:v>
                </c:pt>
                <c:pt idx="2854">
                  <c:v>0</c:v>
                </c:pt>
                <c:pt idx="2855">
                  <c:v>0</c:v>
                </c:pt>
                <c:pt idx="2856">
                  <c:v>0</c:v>
                </c:pt>
                <c:pt idx="2857">
                  <c:v>0</c:v>
                </c:pt>
                <c:pt idx="2858">
                  <c:v>0</c:v>
                </c:pt>
                <c:pt idx="2859">
                  <c:v>0</c:v>
                </c:pt>
                <c:pt idx="2860">
                  <c:v>0</c:v>
                </c:pt>
                <c:pt idx="2861">
                  <c:v>0</c:v>
                </c:pt>
                <c:pt idx="2862">
                  <c:v>0</c:v>
                </c:pt>
                <c:pt idx="2863">
                  <c:v>0</c:v>
                </c:pt>
                <c:pt idx="2864">
                  <c:v>0</c:v>
                </c:pt>
                <c:pt idx="2865">
                  <c:v>0</c:v>
                </c:pt>
                <c:pt idx="2866">
                  <c:v>0</c:v>
                </c:pt>
                <c:pt idx="2867">
                  <c:v>0</c:v>
                </c:pt>
                <c:pt idx="2868">
                  <c:v>0</c:v>
                </c:pt>
                <c:pt idx="2869">
                  <c:v>0</c:v>
                </c:pt>
                <c:pt idx="2870">
                  <c:v>0</c:v>
                </c:pt>
                <c:pt idx="2871">
                  <c:v>0</c:v>
                </c:pt>
                <c:pt idx="2872">
                  <c:v>0</c:v>
                </c:pt>
                <c:pt idx="2873">
                  <c:v>0</c:v>
                </c:pt>
                <c:pt idx="2874">
                  <c:v>0</c:v>
                </c:pt>
                <c:pt idx="2875">
                  <c:v>0</c:v>
                </c:pt>
                <c:pt idx="2876">
                  <c:v>0</c:v>
                </c:pt>
                <c:pt idx="2877">
                  <c:v>0</c:v>
                </c:pt>
                <c:pt idx="2878">
                  <c:v>0</c:v>
                </c:pt>
                <c:pt idx="2879">
                  <c:v>0</c:v>
                </c:pt>
                <c:pt idx="2880">
                  <c:v>0</c:v>
                </c:pt>
                <c:pt idx="2881">
                  <c:v>0</c:v>
                </c:pt>
                <c:pt idx="2882">
                  <c:v>0</c:v>
                </c:pt>
                <c:pt idx="2883">
                  <c:v>0</c:v>
                </c:pt>
                <c:pt idx="2884">
                  <c:v>0</c:v>
                </c:pt>
                <c:pt idx="2885">
                  <c:v>0</c:v>
                </c:pt>
                <c:pt idx="2886">
                  <c:v>0</c:v>
                </c:pt>
                <c:pt idx="2887">
                  <c:v>0</c:v>
                </c:pt>
                <c:pt idx="2888">
                  <c:v>0</c:v>
                </c:pt>
                <c:pt idx="2889">
                  <c:v>0</c:v>
                </c:pt>
                <c:pt idx="2890">
                  <c:v>0</c:v>
                </c:pt>
                <c:pt idx="2891">
                  <c:v>0</c:v>
                </c:pt>
                <c:pt idx="2892">
                  <c:v>0</c:v>
                </c:pt>
                <c:pt idx="2893">
                  <c:v>0</c:v>
                </c:pt>
                <c:pt idx="2894">
                  <c:v>0</c:v>
                </c:pt>
                <c:pt idx="2895">
                  <c:v>0</c:v>
                </c:pt>
                <c:pt idx="2896">
                  <c:v>0</c:v>
                </c:pt>
                <c:pt idx="2897">
                  <c:v>0</c:v>
                </c:pt>
                <c:pt idx="2898">
                  <c:v>0</c:v>
                </c:pt>
                <c:pt idx="2899">
                  <c:v>0</c:v>
                </c:pt>
                <c:pt idx="2900">
                  <c:v>0</c:v>
                </c:pt>
                <c:pt idx="2901">
                  <c:v>0</c:v>
                </c:pt>
                <c:pt idx="2902">
                  <c:v>0</c:v>
                </c:pt>
                <c:pt idx="2903">
                  <c:v>0</c:v>
                </c:pt>
                <c:pt idx="2904">
                  <c:v>0</c:v>
                </c:pt>
                <c:pt idx="2905">
                  <c:v>0</c:v>
                </c:pt>
                <c:pt idx="2906">
                  <c:v>0</c:v>
                </c:pt>
                <c:pt idx="2907">
                  <c:v>0</c:v>
                </c:pt>
                <c:pt idx="2908">
                  <c:v>0</c:v>
                </c:pt>
                <c:pt idx="2909">
                  <c:v>0</c:v>
                </c:pt>
                <c:pt idx="2910">
                  <c:v>0</c:v>
                </c:pt>
                <c:pt idx="2911">
                  <c:v>0</c:v>
                </c:pt>
                <c:pt idx="2912">
                  <c:v>0</c:v>
                </c:pt>
                <c:pt idx="2913">
                  <c:v>0</c:v>
                </c:pt>
                <c:pt idx="2914">
                  <c:v>0</c:v>
                </c:pt>
                <c:pt idx="2915">
                  <c:v>0</c:v>
                </c:pt>
                <c:pt idx="2916">
                  <c:v>0</c:v>
                </c:pt>
                <c:pt idx="2917">
                  <c:v>0</c:v>
                </c:pt>
                <c:pt idx="2918">
                  <c:v>0</c:v>
                </c:pt>
                <c:pt idx="2919">
                  <c:v>0</c:v>
                </c:pt>
                <c:pt idx="2920">
                  <c:v>0</c:v>
                </c:pt>
                <c:pt idx="2921">
                  <c:v>0</c:v>
                </c:pt>
                <c:pt idx="2922">
                  <c:v>0</c:v>
                </c:pt>
                <c:pt idx="2923">
                  <c:v>0</c:v>
                </c:pt>
                <c:pt idx="2924">
                  <c:v>0</c:v>
                </c:pt>
                <c:pt idx="2925">
                  <c:v>0</c:v>
                </c:pt>
                <c:pt idx="2926">
                  <c:v>0</c:v>
                </c:pt>
                <c:pt idx="2927">
                  <c:v>0</c:v>
                </c:pt>
                <c:pt idx="2928">
                  <c:v>0</c:v>
                </c:pt>
                <c:pt idx="2929">
                  <c:v>0</c:v>
                </c:pt>
                <c:pt idx="2930">
                  <c:v>0</c:v>
                </c:pt>
                <c:pt idx="2931">
                  <c:v>0</c:v>
                </c:pt>
                <c:pt idx="2932">
                  <c:v>0</c:v>
                </c:pt>
                <c:pt idx="2933">
                  <c:v>0</c:v>
                </c:pt>
                <c:pt idx="2934">
                  <c:v>0</c:v>
                </c:pt>
                <c:pt idx="2935">
                  <c:v>0</c:v>
                </c:pt>
                <c:pt idx="2936">
                  <c:v>0</c:v>
                </c:pt>
                <c:pt idx="2937">
                  <c:v>0</c:v>
                </c:pt>
                <c:pt idx="2938">
                  <c:v>0</c:v>
                </c:pt>
                <c:pt idx="2939">
                  <c:v>0</c:v>
                </c:pt>
                <c:pt idx="2940">
                  <c:v>0</c:v>
                </c:pt>
                <c:pt idx="2941">
                  <c:v>0</c:v>
                </c:pt>
                <c:pt idx="2942">
                  <c:v>0</c:v>
                </c:pt>
                <c:pt idx="2943">
                  <c:v>0</c:v>
                </c:pt>
                <c:pt idx="2944">
                  <c:v>0</c:v>
                </c:pt>
                <c:pt idx="2945">
                  <c:v>0</c:v>
                </c:pt>
                <c:pt idx="2946">
                  <c:v>0</c:v>
                </c:pt>
                <c:pt idx="2947">
                  <c:v>0</c:v>
                </c:pt>
                <c:pt idx="2948">
                  <c:v>0</c:v>
                </c:pt>
                <c:pt idx="2949">
                  <c:v>0</c:v>
                </c:pt>
                <c:pt idx="2950">
                  <c:v>0</c:v>
                </c:pt>
                <c:pt idx="2951">
                  <c:v>0</c:v>
                </c:pt>
                <c:pt idx="2952">
                  <c:v>0</c:v>
                </c:pt>
                <c:pt idx="2953">
                  <c:v>0</c:v>
                </c:pt>
                <c:pt idx="2954">
                  <c:v>0</c:v>
                </c:pt>
                <c:pt idx="2955">
                  <c:v>0</c:v>
                </c:pt>
                <c:pt idx="2956">
                  <c:v>0</c:v>
                </c:pt>
                <c:pt idx="2957">
                  <c:v>0</c:v>
                </c:pt>
                <c:pt idx="2958">
                  <c:v>0</c:v>
                </c:pt>
                <c:pt idx="2959">
                  <c:v>0</c:v>
                </c:pt>
                <c:pt idx="2960">
                  <c:v>0</c:v>
                </c:pt>
                <c:pt idx="2961">
                  <c:v>0</c:v>
                </c:pt>
                <c:pt idx="2962">
                  <c:v>0</c:v>
                </c:pt>
                <c:pt idx="2963">
                  <c:v>0</c:v>
                </c:pt>
                <c:pt idx="2964">
                  <c:v>0</c:v>
                </c:pt>
                <c:pt idx="2965">
                  <c:v>0</c:v>
                </c:pt>
                <c:pt idx="2966">
                  <c:v>0</c:v>
                </c:pt>
                <c:pt idx="2967">
                  <c:v>0</c:v>
                </c:pt>
                <c:pt idx="2968">
                  <c:v>0</c:v>
                </c:pt>
                <c:pt idx="2969">
                  <c:v>0</c:v>
                </c:pt>
                <c:pt idx="2970">
                  <c:v>0</c:v>
                </c:pt>
                <c:pt idx="2971">
                  <c:v>0</c:v>
                </c:pt>
                <c:pt idx="2972">
                  <c:v>0</c:v>
                </c:pt>
                <c:pt idx="2973">
                  <c:v>0</c:v>
                </c:pt>
                <c:pt idx="2974">
                  <c:v>0</c:v>
                </c:pt>
                <c:pt idx="2975">
                  <c:v>0</c:v>
                </c:pt>
                <c:pt idx="2976">
                  <c:v>0</c:v>
                </c:pt>
                <c:pt idx="2977">
                  <c:v>0</c:v>
                </c:pt>
                <c:pt idx="2978">
                  <c:v>0</c:v>
                </c:pt>
                <c:pt idx="2979">
                  <c:v>0</c:v>
                </c:pt>
                <c:pt idx="2980">
                  <c:v>0</c:v>
                </c:pt>
                <c:pt idx="2981">
                  <c:v>0</c:v>
                </c:pt>
                <c:pt idx="2982">
                  <c:v>0</c:v>
                </c:pt>
                <c:pt idx="2983">
                  <c:v>0</c:v>
                </c:pt>
                <c:pt idx="2984">
                  <c:v>0</c:v>
                </c:pt>
                <c:pt idx="2985">
                  <c:v>0</c:v>
                </c:pt>
                <c:pt idx="2986">
                  <c:v>0</c:v>
                </c:pt>
                <c:pt idx="2987">
                  <c:v>0</c:v>
                </c:pt>
                <c:pt idx="2988">
                  <c:v>0</c:v>
                </c:pt>
                <c:pt idx="2989">
                  <c:v>0</c:v>
                </c:pt>
                <c:pt idx="2990">
                  <c:v>0</c:v>
                </c:pt>
                <c:pt idx="2991">
                  <c:v>0</c:v>
                </c:pt>
                <c:pt idx="2992">
                  <c:v>0</c:v>
                </c:pt>
                <c:pt idx="2993">
                  <c:v>0</c:v>
                </c:pt>
                <c:pt idx="2994">
                  <c:v>0</c:v>
                </c:pt>
                <c:pt idx="2995">
                  <c:v>0</c:v>
                </c:pt>
                <c:pt idx="2996">
                  <c:v>0</c:v>
                </c:pt>
                <c:pt idx="2997">
                  <c:v>0</c:v>
                </c:pt>
                <c:pt idx="2998">
                  <c:v>0</c:v>
                </c:pt>
                <c:pt idx="2999">
                  <c:v>0</c:v>
                </c:pt>
                <c:pt idx="3000">
                  <c:v>0</c:v>
                </c:pt>
                <c:pt idx="3001">
                  <c:v>0</c:v>
                </c:pt>
                <c:pt idx="3002">
                  <c:v>0</c:v>
                </c:pt>
                <c:pt idx="3003">
                  <c:v>0</c:v>
                </c:pt>
                <c:pt idx="3004">
                  <c:v>0</c:v>
                </c:pt>
                <c:pt idx="3005">
                  <c:v>0</c:v>
                </c:pt>
                <c:pt idx="3006">
                  <c:v>0</c:v>
                </c:pt>
                <c:pt idx="3007">
                  <c:v>0</c:v>
                </c:pt>
                <c:pt idx="3008">
                  <c:v>0</c:v>
                </c:pt>
                <c:pt idx="3009">
                  <c:v>0</c:v>
                </c:pt>
                <c:pt idx="3010">
                  <c:v>0</c:v>
                </c:pt>
                <c:pt idx="3011">
                  <c:v>0</c:v>
                </c:pt>
                <c:pt idx="3012">
                  <c:v>0</c:v>
                </c:pt>
                <c:pt idx="3013">
                  <c:v>0</c:v>
                </c:pt>
                <c:pt idx="3014">
                  <c:v>0</c:v>
                </c:pt>
                <c:pt idx="3015">
                  <c:v>0</c:v>
                </c:pt>
                <c:pt idx="3016">
                  <c:v>0</c:v>
                </c:pt>
                <c:pt idx="3017">
                  <c:v>0</c:v>
                </c:pt>
                <c:pt idx="3018">
                  <c:v>0</c:v>
                </c:pt>
                <c:pt idx="3019">
                  <c:v>0</c:v>
                </c:pt>
                <c:pt idx="3020">
                  <c:v>0</c:v>
                </c:pt>
                <c:pt idx="3021">
                  <c:v>0</c:v>
                </c:pt>
                <c:pt idx="3022">
                  <c:v>0</c:v>
                </c:pt>
                <c:pt idx="3023">
                  <c:v>0</c:v>
                </c:pt>
                <c:pt idx="3024">
                  <c:v>0</c:v>
                </c:pt>
                <c:pt idx="3025">
                  <c:v>0</c:v>
                </c:pt>
                <c:pt idx="3026">
                  <c:v>0</c:v>
                </c:pt>
                <c:pt idx="3027">
                  <c:v>0</c:v>
                </c:pt>
                <c:pt idx="3028">
                  <c:v>0</c:v>
                </c:pt>
                <c:pt idx="3029">
                  <c:v>0</c:v>
                </c:pt>
                <c:pt idx="3030">
                  <c:v>0</c:v>
                </c:pt>
                <c:pt idx="3031">
                  <c:v>0</c:v>
                </c:pt>
                <c:pt idx="3032">
                  <c:v>0</c:v>
                </c:pt>
                <c:pt idx="3033">
                  <c:v>0</c:v>
                </c:pt>
                <c:pt idx="3034">
                  <c:v>0</c:v>
                </c:pt>
                <c:pt idx="3035">
                  <c:v>0</c:v>
                </c:pt>
                <c:pt idx="3036">
                  <c:v>0</c:v>
                </c:pt>
                <c:pt idx="3037">
                  <c:v>0</c:v>
                </c:pt>
                <c:pt idx="3038">
                  <c:v>0</c:v>
                </c:pt>
                <c:pt idx="3039">
                  <c:v>0</c:v>
                </c:pt>
                <c:pt idx="3040">
                  <c:v>0</c:v>
                </c:pt>
                <c:pt idx="3041">
                  <c:v>0</c:v>
                </c:pt>
                <c:pt idx="3042">
                  <c:v>0</c:v>
                </c:pt>
                <c:pt idx="3043">
                  <c:v>0</c:v>
                </c:pt>
                <c:pt idx="3044">
                  <c:v>0</c:v>
                </c:pt>
                <c:pt idx="3045">
                  <c:v>0</c:v>
                </c:pt>
                <c:pt idx="3046">
                  <c:v>0</c:v>
                </c:pt>
                <c:pt idx="3047">
                  <c:v>0</c:v>
                </c:pt>
                <c:pt idx="3048">
                  <c:v>0</c:v>
                </c:pt>
                <c:pt idx="3049">
                  <c:v>0</c:v>
                </c:pt>
                <c:pt idx="3050">
                  <c:v>0</c:v>
                </c:pt>
                <c:pt idx="3051">
                  <c:v>0</c:v>
                </c:pt>
                <c:pt idx="3052">
                  <c:v>0</c:v>
                </c:pt>
                <c:pt idx="3053">
                  <c:v>0</c:v>
                </c:pt>
                <c:pt idx="3054">
                  <c:v>0</c:v>
                </c:pt>
                <c:pt idx="3055">
                  <c:v>0</c:v>
                </c:pt>
                <c:pt idx="3056">
                  <c:v>0</c:v>
                </c:pt>
                <c:pt idx="3057">
                  <c:v>0</c:v>
                </c:pt>
                <c:pt idx="3058">
                  <c:v>0</c:v>
                </c:pt>
                <c:pt idx="3059">
                  <c:v>0</c:v>
                </c:pt>
                <c:pt idx="3060">
                  <c:v>0</c:v>
                </c:pt>
                <c:pt idx="3061">
                  <c:v>0</c:v>
                </c:pt>
                <c:pt idx="3062">
                  <c:v>0</c:v>
                </c:pt>
                <c:pt idx="3063">
                  <c:v>0</c:v>
                </c:pt>
                <c:pt idx="3064">
                  <c:v>0</c:v>
                </c:pt>
                <c:pt idx="3065">
                  <c:v>0</c:v>
                </c:pt>
                <c:pt idx="3066">
                  <c:v>0</c:v>
                </c:pt>
                <c:pt idx="3067">
                  <c:v>0</c:v>
                </c:pt>
                <c:pt idx="3068">
                  <c:v>0</c:v>
                </c:pt>
                <c:pt idx="3069">
                  <c:v>0</c:v>
                </c:pt>
                <c:pt idx="3070">
                  <c:v>0</c:v>
                </c:pt>
                <c:pt idx="3071">
                  <c:v>0</c:v>
                </c:pt>
                <c:pt idx="3072">
                  <c:v>0</c:v>
                </c:pt>
                <c:pt idx="3073">
                  <c:v>0</c:v>
                </c:pt>
                <c:pt idx="3074">
                  <c:v>0</c:v>
                </c:pt>
                <c:pt idx="3075">
                  <c:v>0</c:v>
                </c:pt>
                <c:pt idx="3076">
                  <c:v>0</c:v>
                </c:pt>
                <c:pt idx="3077">
                  <c:v>0</c:v>
                </c:pt>
                <c:pt idx="3078">
                  <c:v>0</c:v>
                </c:pt>
                <c:pt idx="3079">
                  <c:v>0</c:v>
                </c:pt>
                <c:pt idx="3080">
                  <c:v>0</c:v>
                </c:pt>
                <c:pt idx="3081">
                  <c:v>0</c:v>
                </c:pt>
                <c:pt idx="3082">
                  <c:v>0</c:v>
                </c:pt>
                <c:pt idx="3083">
                  <c:v>0</c:v>
                </c:pt>
                <c:pt idx="3084">
                  <c:v>0</c:v>
                </c:pt>
                <c:pt idx="3085">
                  <c:v>0</c:v>
                </c:pt>
                <c:pt idx="3086">
                  <c:v>0</c:v>
                </c:pt>
                <c:pt idx="3087">
                  <c:v>0</c:v>
                </c:pt>
                <c:pt idx="3088">
                  <c:v>0</c:v>
                </c:pt>
                <c:pt idx="3089">
                  <c:v>0</c:v>
                </c:pt>
                <c:pt idx="3090">
                  <c:v>0</c:v>
                </c:pt>
                <c:pt idx="3091">
                  <c:v>0</c:v>
                </c:pt>
                <c:pt idx="3092">
                  <c:v>0</c:v>
                </c:pt>
                <c:pt idx="3093">
                  <c:v>0</c:v>
                </c:pt>
                <c:pt idx="3094">
                  <c:v>0</c:v>
                </c:pt>
                <c:pt idx="3095">
                  <c:v>0</c:v>
                </c:pt>
                <c:pt idx="3096">
                  <c:v>0</c:v>
                </c:pt>
                <c:pt idx="3097">
                  <c:v>0</c:v>
                </c:pt>
                <c:pt idx="3098">
                  <c:v>0</c:v>
                </c:pt>
                <c:pt idx="3099">
                  <c:v>0</c:v>
                </c:pt>
                <c:pt idx="3100">
                  <c:v>0</c:v>
                </c:pt>
                <c:pt idx="3101">
                  <c:v>0</c:v>
                </c:pt>
                <c:pt idx="3102">
                  <c:v>0</c:v>
                </c:pt>
                <c:pt idx="3103">
                  <c:v>0</c:v>
                </c:pt>
                <c:pt idx="3104">
                  <c:v>0</c:v>
                </c:pt>
                <c:pt idx="3105">
                  <c:v>0</c:v>
                </c:pt>
                <c:pt idx="3106">
                  <c:v>0</c:v>
                </c:pt>
                <c:pt idx="3107">
                  <c:v>0</c:v>
                </c:pt>
                <c:pt idx="3108">
                  <c:v>0</c:v>
                </c:pt>
                <c:pt idx="3109">
                  <c:v>0</c:v>
                </c:pt>
                <c:pt idx="3110">
                  <c:v>0</c:v>
                </c:pt>
                <c:pt idx="3111">
                  <c:v>0</c:v>
                </c:pt>
                <c:pt idx="3112">
                  <c:v>0</c:v>
                </c:pt>
                <c:pt idx="3113">
                  <c:v>0</c:v>
                </c:pt>
                <c:pt idx="3114">
                  <c:v>0</c:v>
                </c:pt>
                <c:pt idx="3115">
                  <c:v>0</c:v>
                </c:pt>
                <c:pt idx="3116">
                  <c:v>0</c:v>
                </c:pt>
                <c:pt idx="3117">
                  <c:v>0</c:v>
                </c:pt>
                <c:pt idx="3118">
                  <c:v>0</c:v>
                </c:pt>
                <c:pt idx="3119">
                  <c:v>0</c:v>
                </c:pt>
                <c:pt idx="3120">
                  <c:v>0</c:v>
                </c:pt>
                <c:pt idx="3121">
                  <c:v>0</c:v>
                </c:pt>
                <c:pt idx="3122">
                  <c:v>0</c:v>
                </c:pt>
                <c:pt idx="3123">
                  <c:v>0</c:v>
                </c:pt>
                <c:pt idx="3124">
                  <c:v>0</c:v>
                </c:pt>
                <c:pt idx="3125">
                  <c:v>0</c:v>
                </c:pt>
                <c:pt idx="3126">
                  <c:v>0</c:v>
                </c:pt>
                <c:pt idx="3127">
                  <c:v>0</c:v>
                </c:pt>
                <c:pt idx="3128">
                  <c:v>0</c:v>
                </c:pt>
                <c:pt idx="3129">
                  <c:v>0</c:v>
                </c:pt>
                <c:pt idx="3130">
                  <c:v>0</c:v>
                </c:pt>
                <c:pt idx="3131">
                  <c:v>0</c:v>
                </c:pt>
                <c:pt idx="3132">
                  <c:v>0</c:v>
                </c:pt>
                <c:pt idx="3133">
                  <c:v>0</c:v>
                </c:pt>
                <c:pt idx="3134">
                  <c:v>0</c:v>
                </c:pt>
                <c:pt idx="3135">
                  <c:v>0</c:v>
                </c:pt>
                <c:pt idx="3136">
                  <c:v>0</c:v>
                </c:pt>
                <c:pt idx="3137">
                  <c:v>0</c:v>
                </c:pt>
                <c:pt idx="3138">
                  <c:v>0</c:v>
                </c:pt>
                <c:pt idx="3139">
                  <c:v>0</c:v>
                </c:pt>
                <c:pt idx="3140">
                  <c:v>0</c:v>
                </c:pt>
                <c:pt idx="3141">
                  <c:v>0</c:v>
                </c:pt>
                <c:pt idx="3142">
                  <c:v>0</c:v>
                </c:pt>
                <c:pt idx="3143">
                  <c:v>0</c:v>
                </c:pt>
                <c:pt idx="3144">
                  <c:v>0</c:v>
                </c:pt>
                <c:pt idx="3145">
                  <c:v>0</c:v>
                </c:pt>
                <c:pt idx="3146">
                  <c:v>0</c:v>
                </c:pt>
                <c:pt idx="3147">
                  <c:v>0</c:v>
                </c:pt>
                <c:pt idx="3148">
                  <c:v>0</c:v>
                </c:pt>
                <c:pt idx="3149">
                  <c:v>0</c:v>
                </c:pt>
                <c:pt idx="3150">
                  <c:v>0</c:v>
                </c:pt>
                <c:pt idx="3151">
                  <c:v>0</c:v>
                </c:pt>
                <c:pt idx="3152">
                  <c:v>0</c:v>
                </c:pt>
                <c:pt idx="3153">
                  <c:v>0</c:v>
                </c:pt>
                <c:pt idx="3154">
                  <c:v>0</c:v>
                </c:pt>
                <c:pt idx="3155">
                  <c:v>0</c:v>
                </c:pt>
                <c:pt idx="3156">
                  <c:v>0</c:v>
                </c:pt>
                <c:pt idx="3157">
                  <c:v>0</c:v>
                </c:pt>
                <c:pt idx="3158">
                  <c:v>0</c:v>
                </c:pt>
                <c:pt idx="3159">
                  <c:v>0</c:v>
                </c:pt>
                <c:pt idx="3160">
                  <c:v>0</c:v>
                </c:pt>
                <c:pt idx="3161">
                  <c:v>0</c:v>
                </c:pt>
                <c:pt idx="3162">
                  <c:v>0</c:v>
                </c:pt>
                <c:pt idx="3163">
                  <c:v>0</c:v>
                </c:pt>
                <c:pt idx="3164">
                  <c:v>0</c:v>
                </c:pt>
                <c:pt idx="3165">
                  <c:v>0</c:v>
                </c:pt>
                <c:pt idx="3166">
                  <c:v>0</c:v>
                </c:pt>
                <c:pt idx="3167">
                  <c:v>0</c:v>
                </c:pt>
                <c:pt idx="3168">
                  <c:v>0</c:v>
                </c:pt>
                <c:pt idx="3169">
                  <c:v>0</c:v>
                </c:pt>
                <c:pt idx="3170">
                  <c:v>0</c:v>
                </c:pt>
                <c:pt idx="3171">
                  <c:v>0</c:v>
                </c:pt>
                <c:pt idx="3172">
                  <c:v>0</c:v>
                </c:pt>
                <c:pt idx="3173">
                  <c:v>0</c:v>
                </c:pt>
                <c:pt idx="3174">
                  <c:v>0</c:v>
                </c:pt>
                <c:pt idx="3175">
                  <c:v>0</c:v>
                </c:pt>
                <c:pt idx="3176">
                  <c:v>0</c:v>
                </c:pt>
                <c:pt idx="3177">
                  <c:v>0</c:v>
                </c:pt>
                <c:pt idx="3178">
                  <c:v>0</c:v>
                </c:pt>
                <c:pt idx="3179">
                  <c:v>0</c:v>
                </c:pt>
                <c:pt idx="3180">
                  <c:v>0</c:v>
                </c:pt>
                <c:pt idx="3181">
                  <c:v>0</c:v>
                </c:pt>
                <c:pt idx="3182">
                  <c:v>0</c:v>
                </c:pt>
                <c:pt idx="3183">
                  <c:v>0</c:v>
                </c:pt>
                <c:pt idx="3184">
                  <c:v>0</c:v>
                </c:pt>
                <c:pt idx="3185">
                  <c:v>0</c:v>
                </c:pt>
                <c:pt idx="3186">
                  <c:v>0</c:v>
                </c:pt>
                <c:pt idx="3187">
                  <c:v>0</c:v>
                </c:pt>
                <c:pt idx="3188">
                  <c:v>0</c:v>
                </c:pt>
                <c:pt idx="3189">
                  <c:v>0</c:v>
                </c:pt>
                <c:pt idx="3190">
                  <c:v>0</c:v>
                </c:pt>
                <c:pt idx="3191">
                  <c:v>0</c:v>
                </c:pt>
                <c:pt idx="3192">
                  <c:v>0</c:v>
                </c:pt>
                <c:pt idx="3193">
                  <c:v>0</c:v>
                </c:pt>
                <c:pt idx="3194">
                  <c:v>0</c:v>
                </c:pt>
                <c:pt idx="3195">
                  <c:v>0</c:v>
                </c:pt>
                <c:pt idx="3196">
                  <c:v>0</c:v>
                </c:pt>
                <c:pt idx="3197">
                  <c:v>0</c:v>
                </c:pt>
                <c:pt idx="3198">
                  <c:v>0</c:v>
                </c:pt>
                <c:pt idx="3199">
                  <c:v>0</c:v>
                </c:pt>
                <c:pt idx="3200">
                  <c:v>0</c:v>
                </c:pt>
                <c:pt idx="3201">
                  <c:v>0</c:v>
                </c:pt>
                <c:pt idx="3202">
                  <c:v>0</c:v>
                </c:pt>
                <c:pt idx="3203">
                  <c:v>0</c:v>
                </c:pt>
                <c:pt idx="3204">
                  <c:v>0</c:v>
                </c:pt>
                <c:pt idx="3205">
                  <c:v>0</c:v>
                </c:pt>
                <c:pt idx="3206">
                  <c:v>0</c:v>
                </c:pt>
                <c:pt idx="3207">
                  <c:v>0</c:v>
                </c:pt>
                <c:pt idx="3208">
                  <c:v>0</c:v>
                </c:pt>
                <c:pt idx="3209">
                  <c:v>0</c:v>
                </c:pt>
                <c:pt idx="3210">
                  <c:v>0</c:v>
                </c:pt>
                <c:pt idx="3211">
                  <c:v>0</c:v>
                </c:pt>
                <c:pt idx="3212">
                  <c:v>0</c:v>
                </c:pt>
                <c:pt idx="3213">
                  <c:v>0</c:v>
                </c:pt>
                <c:pt idx="3214">
                  <c:v>0</c:v>
                </c:pt>
                <c:pt idx="3215">
                  <c:v>0</c:v>
                </c:pt>
                <c:pt idx="3216">
                  <c:v>0</c:v>
                </c:pt>
                <c:pt idx="3217">
                  <c:v>0</c:v>
                </c:pt>
                <c:pt idx="3218">
                  <c:v>0</c:v>
                </c:pt>
                <c:pt idx="3219">
                  <c:v>0</c:v>
                </c:pt>
                <c:pt idx="3220">
                  <c:v>0</c:v>
                </c:pt>
                <c:pt idx="3221">
                  <c:v>0</c:v>
                </c:pt>
                <c:pt idx="3222">
                  <c:v>0</c:v>
                </c:pt>
                <c:pt idx="3223">
                  <c:v>0</c:v>
                </c:pt>
                <c:pt idx="3224">
                  <c:v>0</c:v>
                </c:pt>
                <c:pt idx="3225">
                  <c:v>0</c:v>
                </c:pt>
                <c:pt idx="3226">
                  <c:v>0</c:v>
                </c:pt>
                <c:pt idx="3227">
                  <c:v>0</c:v>
                </c:pt>
                <c:pt idx="3228">
                  <c:v>0</c:v>
                </c:pt>
                <c:pt idx="3229">
                  <c:v>0</c:v>
                </c:pt>
                <c:pt idx="3230">
                  <c:v>0</c:v>
                </c:pt>
                <c:pt idx="3231">
                  <c:v>0</c:v>
                </c:pt>
                <c:pt idx="3232">
                  <c:v>0</c:v>
                </c:pt>
                <c:pt idx="3233">
                  <c:v>0</c:v>
                </c:pt>
                <c:pt idx="3234">
                  <c:v>0</c:v>
                </c:pt>
                <c:pt idx="3235">
                  <c:v>0</c:v>
                </c:pt>
                <c:pt idx="3236">
                  <c:v>0</c:v>
                </c:pt>
                <c:pt idx="3237">
                  <c:v>0</c:v>
                </c:pt>
                <c:pt idx="3238">
                  <c:v>0</c:v>
                </c:pt>
                <c:pt idx="3239">
                  <c:v>0</c:v>
                </c:pt>
                <c:pt idx="3240">
                  <c:v>0</c:v>
                </c:pt>
                <c:pt idx="3241">
                  <c:v>0</c:v>
                </c:pt>
                <c:pt idx="3242">
                  <c:v>0</c:v>
                </c:pt>
                <c:pt idx="3243">
                  <c:v>0</c:v>
                </c:pt>
                <c:pt idx="3244">
                  <c:v>0</c:v>
                </c:pt>
                <c:pt idx="3245">
                  <c:v>0</c:v>
                </c:pt>
                <c:pt idx="3246">
                  <c:v>0</c:v>
                </c:pt>
                <c:pt idx="3247">
                  <c:v>0</c:v>
                </c:pt>
                <c:pt idx="3248">
                  <c:v>0</c:v>
                </c:pt>
                <c:pt idx="3249">
                  <c:v>0</c:v>
                </c:pt>
                <c:pt idx="3250">
                  <c:v>0</c:v>
                </c:pt>
                <c:pt idx="3251">
                  <c:v>0</c:v>
                </c:pt>
                <c:pt idx="3252">
                  <c:v>0</c:v>
                </c:pt>
                <c:pt idx="3253">
                  <c:v>0</c:v>
                </c:pt>
                <c:pt idx="3254">
                  <c:v>0</c:v>
                </c:pt>
                <c:pt idx="3255">
                  <c:v>0</c:v>
                </c:pt>
                <c:pt idx="3256">
                  <c:v>0</c:v>
                </c:pt>
                <c:pt idx="3257">
                  <c:v>0</c:v>
                </c:pt>
                <c:pt idx="3258">
                  <c:v>0</c:v>
                </c:pt>
                <c:pt idx="3259">
                  <c:v>0</c:v>
                </c:pt>
                <c:pt idx="3260">
                  <c:v>0</c:v>
                </c:pt>
                <c:pt idx="3261">
                  <c:v>0</c:v>
                </c:pt>
                <c:pt idx="3262">
                  <c:v>0</c:v>
                </c:pt>
                <c:pt idx="3263">
                  <c:v>0</c:v>
                </c:pt>
                <c:pt idx="3264">
                  <c:v>0</c:v>
                </c:pt>
                <c:pt idx="3265">
                  <c:v>0</c:v>
                </c:pt>
                <c:pt idx="3266">
                  <c:v>0</c:v>
                </c:pt>
                <c:pt idx="3267">
                  <c:v>0</c:v>
                </c:pt>
                <c:pt idx="3268">
                  <c:v>0</c:v>
                </c:pt>
                <c:pt idx="3269">
                  <c:v>0</c:v>
                </c:pt>
                <c:pt idx="3270">
                  <c:v>0</c:v>
                </c:pt>
                <c:pt idx="3271">
                  <c:v>0</c:v>
                </c:pt>
                <c:pt idx="3272">
                  <c:v>0</c:v>
                </c:pt>
                <c:pt idx="3273">
                  <c:v>0</c:v>
                </c:pt>
                <c:pt idx="3274">
                  <c:v>0</c:v>
                </c:pt>
                <c:pt idx="3275">
                  <c:v>0</c:v>
                </c:pt>
                <c:pt idx="3276">
                  <c:v>0</c:v>
                </c:pt>
                <c:pt idx="3277">
                  <c:v>0</c:v>
                </c:pt>
                <c:pt idx="3278">
                  <c:v>0</c:v>
                </c:pt>
                <c:pt idx="3279">
                  <c:v>0</c:v>
                </c:pt>
                <c:pt idx="3280">
                  <c:v>0</c:v>
                </c:pt>
                <c:pt idx="3281">
                  <c:v>0</c:v>
                </c:pt>
                <c:pt idx="3282">
                  <c:v>0</c:v>
                </c:pt>
                <c:pt idx="3283">
                  <c:v>0</c:v>
                </c:pt>
                <c:pt idx="3284">
                  <c:v>0</c:v>
                </c:pt>
                <c:pt idx="3285">
                  <c:v>0</c:v>
                </c:pt>
                <c:pt idx="3286">
                  <c:v>0</c:v>
                </c:pt>
                <c:pt idx="3287">
                  <c:v>0</c:v>
                </c:pt>
                <c:pt idx="3288">
                  <c:v>0</c:v>
                </c:pt>
                <c:pt idx="3289">
                  <c:v>0</c:v>
                </c:pt>
                <c:pt idx="3290">
                  <c:v>0</c:v>
                </c:pt>
                <c:pt idx="3291">
                  <c:v>0</c:v>
                </c:pt>
                <c:pt idx="3292">
                  <c:v>0</c:v>
                </c:pt>
                <c:pt idx="3293">
                  <c:v>0</c:v>
                </c:pt>
                <c:pt idx="3294">
                  <c:v>0</c:v>
                </c:pt>
                <c:pt idx="3295">
                  <c:v>0</c:v>
                </c:pt>
                <c:pt idx="3296">
                  <c:v>0</c:v>
                </c:pt>
                <c:pt idx="3297">
                  <c:v>0</c:v>
                </c:pt>
                <c:pt idx="3298">
                  <c:v>0</c:v>
                </c:pt>
                <c:pt idx="3299">
                  <c:v>0</c:v>
                </c:pt>
                <c:pt idx="3300">
                  <c:v>0</c:v>
                </c:pt>
                <c:pt idx="3301">
                  <c:v>0</c:v>
                </c:pt>
                <c:pt idx="3302">
                  <c:v>0</c:v>
                </c:pt>
                <c:pt idx="3303">
                  <c:v>0</c:v>
                </c:pt>
                <c:pt idx="3304">
                  <c:v>0</c:v>
                </c:pt>
                <c:pt idx="3305">
                  <c:v>0</c:v>
                </c:pt>
                <c:pt idx="3306">
                  <c:v>0</c:v>
                </c:pt>
                <c:pt idx="3307">
                  <c:v>0</c:v>
                </c:pt>
                <c:pt idx="3308">
                  <c:v>0</c:v>
                </c:pt>
                <c:pt idx="3309">
                  <c:v>0</c:v>
                </c:pt>
                <c:pt idx="3310">
                  <c:v>0</c:v>
                </c:pt>
                <c:pt idx="3311">
                  <c:v>0</c:v>
                </c:pt>
                <c:pt idx="3312">
                  <c:v>0</c:v>
                </c:pt>
                <c:pt idx="3313">
                  <c:v>0</c:v>
                </c:pt>
                <c:pt idx="3314">
                  <c:v>0</c:v>
                </c:pt>
                <c:pt idx="3315">
                  <c:v>0</c:v>
                </c:pt>
                <c:pt idx="3316">
                  <c:v>0</c:v>
                </c:pt>
                <c:pt idx="3317">
                  <c:v>0</c:v>
                </c:pt>
                <c:pt idx="3318">
                  <c:v>0</c:v>
                </c:pt>
                <c:pt idx="3319">
                  <c:v>0</c:v>
                </c:pt>
                <c:pt idx="3320">
                  <c:v>0</c:v>
                </c:pt>
                <c:pt idx="3321">
                  <c:v>0</c:v>
                </c:pt>
                <c:pt idx="3322">
                  <c:v>0</c:v>
                </c:pt>
                <c:pt idx="3323">
                  <c:v>0</c:v>
                </c:pt>
                <c:pt idx="3324">
                  <c:v>0</c:v>
                </c:pt>
                <c:pt idx="3325">
                  <c:v>0</c:v>
                </c:pt>
                <c:pt idx="3326">
                  <c:v>0</c:v>
                </c:pt>
                <c:pt idx="3327">
                  <c:v>0</c:v>
                </c:pt>
                <c:pt idx="3328">
                  <c:v>0</c:v>
                </c:pt>
                <c:pt idx="3329">
                  <c:v>0</c:v>
                </c:pt>
                <c:pt idx="3330">
                  <c:v>0</c:v>
                </c:pt>
                <c:pt idx="3331">
                  <c:v>0</c:v>
                </c:pt>
                <c:pt idx="3332">
                  <c:v>0</c:v>
                </c:pt>
                <c:pt idx="3333">
                  <c:v>0</c:v>
                </c:pt>
                <c:pt idx="3334">
                  <c:v>0</c:v>
                </c:pt>
                <c:pt idx="3335">
                  <c:v>0</c:v>
                </c:pt>
                <c:pt idx="3336">
                  <c:v>0</c:v>
                </c:pt>
                <c:pt idx="3337">
                  <c:v>0</c:v>
                </c:pt>
                <c:pt idx="3338">
                  <c:v>0</c:v>
                </c:pt>
                <c:pt idx="3339">
                  <c:v>0</c:v>
                </c:pt>
                <c:pt idx="3340">
                  <c:v>0</c:v>
                </c:pt>
                <c:pt idx="3341">
                  <c:v>0</c:v>
                </c:pt>
                <c:pt idx="3342">
                  <c:v>0</c:v>
                </c:pt>
                <c:pt idx="3343">
                  <c:v>0</c:v>
                </c:pt>
                <c:pt idx="3344">
                  <c:v>0</c:v>
                </c:pt>
                <c:pt idx="3345">
                  <c:v>0</c:v>
                </c:pt>
                <c:pt idx="3346">
                  <c:v>0</c:v>
                </c:pt>
                <c:pt idx="3347">
                  <c:v>0</c:v>
                </c:pt>
                <c:pt idx="3348">
                  <c:v>0</c:v>
                </c:pt>
                <c:pt idx="3349">
                  <c:v>0</c:v>
                </c:pt>
                <c:pt idx="3350">
                  <c:v>0</c:v>
                </c:pt>
                <c:pt idx="3351">
                  <c:v>0</c:v>
                </c:pt>
                <c:pt idx="3352">
                  <c:v>0</c:v>
                </c:pt>
                <c:pt idx="3353">
                  <c:v>0</c:v>
                </c:pt>
                <c:pt idx="3354">
                  <c:v>0</c:v>
                </c:pt>
                <c:pt idx="3355">
                  <c:v>0</c:v>
                </c:pt>
                <c:pt idx="3356">
                  <c:v>0</c:v>
                </c:pt>
                <c:pt idx="3357">
                  <c:v>0</c:v>
                </c:pt>
                <c:pt idx="3358">
                  <c:v>0</c:v>
                </c:pt>
                <c:pt idx="3359">
                  <c:v>0</c:v>
                </c:pt>
                <c:pt idx="3360">
                  <c:v>0</c:v>
                </c:pt>
                <c:pt idx="3361">
                  <c:v>0</c:v>
                </c:pt>
                <c:pt idx="3362">
                  <c:v>0</c:v>
                </c:pt>
                <c:pt idx="3363">
                  <c:v>0</c:v>
                </c:pt>
                <c:pt idx="3364">
                  <c:v>0</c:v>
                </c:pt>
                <c:pt idx="3365">
                  <c:v>0</c:v>
                </c:pt>
                <c:pt idx="3366">
                  <c:v>0</c:v>
                </c:pt>
                <c:pt idx="3367">
                  <c:v>0</c:v>
                </c:pt>
                <c:pt idx="3368">
                  <c:v>0</c:v>
                </c:pt>
                <c:pt idx="3369">
                  <c:v>0</c:v>
                </c:pt>
                <c:pt idx="3370">
                  <c:v>0</c:v>
                </c:pt>
                <c:pt idx="3371">
                  <c:v>0</c:v>
                </c:pt>
                <c:pt idx="3372">
                  <c:v>0</c:v>
                </c:pt>
                <c:pt idx="3373">
                  <c:v>0</c:v>
                </c:pt>
                <c:pt idx="3374">
                  <c:v>0</c:v>
                </c:pt>
                <c:pt idx="3375">
                  <c:v>0</c:v>
                </c:pt>
                <c:pt idx="3376">
                  <c:v>0</c:v>
                </c:pt>
                <c:pt idx="3377">
                  <c:v>0</c:v>
                </c:pt>
                <c:pt idx="3378">
                  <c:v>0</c:v>
                </c:pt>
                <c:pt idx="3379">
                  <c:v>0</c:v>
                </c:pt>
                <c:pt idx="3380">
                  <c:v>0</c:v>
                </c:pt>
                <c:pt idx="3381">
                  <c:v>0</c:v>
                </c:pt>
                <c:pt idx="3382">
                  <c:v>0</c:v>
                </c:pt>
                <c:pt idx="3383">
                  <c:v>0</c:v>
                </c:pt>
                <c:pt idx="3384">
                  <c:v>0</c:v>
                </c:pt>
                <c:pt idx="3385">
                  <c:v>0</c:v>
                </c:pt>
                <c:pt idx="3386">
                  <c:v>0</c:v>
                </c:pt>
                <c:pt idx="3387">
                  <c:v>0</c:v>
                </c:pt>
                <c:pt idx="3388">
                  <c:v>0</c:v>
                </c:pt>
                <c:pt idx="3389">
                  <c:v>0</c:v>
                </c:pt>
                <c:pt idx="3390">
                  <c:v>0</c:v>
                </c:pt>
                <c:pt idx="3391">
                  <c:v>0</c:v>
                </c:pt>
                <c:pt idx="3392">
                  <c:v>0</c:v>
                </c:pt>
                <c:pt idx="3393">
                  <c:v>0</c:v>
                </c:pt>
                <c:pt idx="3394">
                  <c:v>0</c:v>
                </c:pt>
                <c:pt idx="3395">
                  <c:v>0</c:v>
                </c:pt>
                <c:pt idx="3396">
                  <c:v>0</c:v>
                </c:pt>
                <c:pt idx="3397">
                  <c:v>0</c:v>
                </c:pt>
                <c:pt idx="3398">
                  <c:v>0</c:v>
                </c:pt>
                <c:pt idx="3399">
                  <c:v>0</c:v>
                </c:pt>
                <c:pt idx="3400">
                  <c:v>0</c:v>
                </c:pt>
                <c:pt idx="3401">
                  <c:v>0</c:v>
                </c:pt>
                <c:pt idx="3402">
                  <c:v>0</c:v>
                </c:pt>
                <c:pt idx="3403">
                  <c:v>0</c:v>
                </c:pt>
                <c:pt idx="3404">
                  <c:v>0</c:v>
                </c:pt>
                <c:pt idx="3405">
                  <c:v>0</c:v>
                </c:pt>
                <c:pt idx="3406">
                  <c:v>0</c:v>
                </c:pt>
                <c:pt idx="3407">
                  <c:v>0</c:v>
                </c:pt>
                <c:pt idx="3408">
                  <c:v>0</c:v>
                </c:pt>
                <c:pt idx="3409">
                  <c:v>0</c:v>
                </c:pt>
                <c:pt idx="3410">
                  <c:v>0</c:v>
                </c:pt>
                <c:pt idx="3411">
                  <c:v>0</c:v>
                </c:pt>
                <c:pt idx="3412">
                  <c:v>0</c:v>
                </c:pt>
                <c:pt idx="3413">
                  <c:v>0</c:v>
                </c:pt>
                <c:pt idx="3414">
                  <c:v>0</c:v>
                </c:pt>
                <c:pt idx="3415">
                  <c:v>0</c:v>
                </c:pt>
                <c:pt idx="3416">
                  <c:v>0</c:v>
                </c:pt>
                <c:pt idx="3417">
                  <c:v>0</c:v>
                </c:pt>
                <c:pt idx="3418">
                  <c:v>0</c:v>
                </c:pt>
                <c:pt idx="3419">
                  <c:v>0</c:v>
                </c:pt>
                <c:pt idx="3420">
                  <c:v>0</c:v>
                </c:pt>
                <c:pt idx="3421">
                  <c:v>0</c:v>
                </c:pt>
                <c:pt idx="3422">
                  <c:v>0</c:v>
                </c:pt>
                <c:pt idx="3423">
                  <c:v>0</c:v>
                </c:pt>
                <c:pt idx="3424">
                  <c:v>0</c:v>
                </c:pt>
                <c:pt idx="3425">
                  <c:v>0</c:v>
                </c:pt>
                <c:pt idx="3426">
                  <c:v>0</c:v>
                </c:pt>
                <c:pt idx="3427">
                  <c:v>0</c:v>
                </c:pt>
                <c:pt idx="3428">
                  <c:v>0</c:v>
                </c:pt>
                <c:pt idx="3429">
                  <c:v>0</c:v>
                </c:pt>
                <c:pt idx="3430">
                  <c:v>0</c:v>
                </c:pt>
                <c:pt idx="3431">
                  <c:v>0</c:v>
                </c:pt>
                <c:pt idx="3432">
                  <c:v>0</c:v>
                </c:pt>
                <c:pt idx="3433">
                  <c:v>0</c:v>
                </c:pt>
                <c:pt idx="3434">
                  <c:v>0</c:v>
                </c:pt>
                <c:pt idx="3435">
                  <c:v>0</c:v>
                </c:pt>
                <c:pt idx="3436">
                  <c:v>0</c:v>
                </c:pt>
                <c:pt idx="3437">
                  <c:v>0</c:v>
                </c:pt>
                <c:pt idx="3438">
                  <c:v>0</c:v>
                </c:pt>
                <c:pt idx="3439">
                  <c:v>0</c:v>
                </c:pt>
                <c:pt idx="3440">
                  <c:v>0</c:v>
                </c:pt>
                <c:pt idx="3441">
                  <c:v>0</c:v>
                </c:pt>
                <c:pt idx="3442">
                  <c:v>0</c:v>
                </c:pt>
                <c:pt idx="3443">
                  <c:v>0</c:v>
                </c:pt>
                <c:pt idx="3444">
                  <c:v>0</c:v>
                </c:pt>
                <c:pt idx="3445">
                  <c:v>0</c:v>
                </c:pt>
                <c:pt idx="3446">
                  <c:v>0</c:v>
                </c:pt>
                <c:pt idx="3447">
                  <c:v>0</c:v>
                </c:pt>
                <c:pt idx="3448">
                  <c:v>0</c:v>
                </c:pt>
                <c:pt idx="3449">
                  <c:v>0</c:v>
                </c:pt>
                <c:pt idx="3450">
                  <c:v>0</c:v>
                </c:pt>
                <c:pt idx="3451">
                  <c:v>0</c:v>
                </c:pt>
                <c:pt idx="3452">
                  <c:v>0</c:v>
                </c:pt>
                <c:pt idx="3453">
                  <c:v>0</c:v>
                </c:pt>
                <c:pt idx="3454">
                  <c:v>0</c:v>
                </c:pt>
                <c:pt idx="3455">
                  <c:v>0</c:v>
                </c:pt>
                <c:pt idx="3456">
                  <c:v>0</c:v>
                </c:pt>
                <c:pt idx="3457">
                  <c:v>0</c:v>
                </c:pt>
                <c:pt idx="3458">
                  <c:v>0</c:v>
                </c:pt>
                <c:pt idx="3459">
                  <c:v>0</c:v>
                </c:pt>
                <c:pt idx="3460">
                  <c:v>0</c:v>
                </c:pt>
                <c:pt idx="3461">
                  <c:v>0</c:v>
                </c:pt>
                <c:pt idx="3462">
                  <c:v>0</c:v>
                </c:pt>
                <c:pt idx="3463">
                  <c:v>0</c:v>
                </c:pt>
                <c:pt idx="3464">
                  <c:v>0</c:v>
                </c:pt>
                <c:pt idx="3465">
                  <c:v>0</c:v>
                </c:pt>
                <c:pt idx="3466">
                  <c:v>0</c:v>
                </c:pt>
                <c:pt idx="3467">
                  <c:v>0</c:v>
                </c:pt>
                <c:pt idx="3468">
                  <c:v>0</c:v>
                </c:pt>
                <c:pt idx="3469">
                  <c:v>0</c:v>
                </c:pt>
                <c:pt idx="3470">
                  <c:v>0</c:v>
                </c:pt>
                <c:pt idx="3471">
                  <c:v>0</c:v>
                </c:pt>
                <c:pt idx="3472">
                  <c:v>0</c:v>
                </c:pt>
                <c:pt idx="3473">
                  <c:v>0</c:v>
                </c:pt>
                <c:pt idx="3474">
                  <c:v>0</c:v>
                </c:pt>
                <c:pt idx="3475">
                  <c:v>0</c:v>
                </c:pt>
                <c:pt idx="3476">
                  <c:v>0</c:v>
                </c:pt>
                <c:pt idx="3477">
                  <c:v>0</c:v>
                </c:pt>
                <c:pt idx="3478">
                  <c:v>0</c:v>
                </c:pt>
                <c:pt idx="3479">
                  <c:v>0</c:v>
                </c:pt>
                <c:pt idx="3480">
                  <c:v>0</c:v>
                </c:pt>
                <c:pt idx="3481">
                  <c:v>0</c:v>
                </c:pt>
                <c:pt idx="3482">
                  <c:v>0</c:v>
                </c:pt>
                <c:pt idx="3483">
                  <c:v>0</c:v>
                </c:pt>
                <c:pt idx="3484">
                  <c:v>0</c:v>
                </c:pt>
                <c:pt idx="3485">
                  <c:v>0</c:v>
                </c:pt>
                <c:pt idx="3486">
                  <c:v>0</c:v>
                </c:pt>
                <c:pt idx="3487">
                  <c:v>0</c:v>
                </c:pt>
                <c:pt idx="3488">
                  <c:v>0</c:v>
                </c:pt>
                <c:pt idx="3489">
                  <c:v>0</c:v>
                </c:pt>
                <c:pt idx="3490">
                  <c:v>0</c:v>
                </c:pt>
                <c:pt idx="3491">
                  <c:v>0</c:v>
                </c:pt>
                <c:pt idx="3492">
                  <c:v>0</c:v>
                </c:pt>
                <c:pt idx="3493">
                  <c:v>0</c:v>
                </c:pt>
                <c:pt idx="3494">
                  <c:v>0</c:v>
                </c:pt>
                <c:pt idx="3495">
                  <c:v>0</c:v>
                </c:pt>
                <c:pt idx="3496">
                  <c:v>0</c:v>
                </c:pt>
                <c:pt idx="3497">
                  <c:v>0</c:v>
                </c:pt>
                <c:pt idx="3498">
                  <c:v>0</c:v>
                </c:pt>
                <c:pt idx="3499">
                  <c:v>0</c:v>
                </c:pt>
                <c:pt idx="3500">
                  <c:v>0</c:v>
                </c:pt>
                <c:pt idx="3501">
                  <c:v>0</c:v>
                </c:pt>
                <c:pt idx="3502">
                  <c:v>0</c:v>
                </c:pt>
                <c:pt idx="3503">
                  <c:v>0</c:v>
                </c:pt>
                <c:pt idx="3504">
                  <c:v>0</c:v>
                </c:pt>
                <c:pt idx="3505">
                  <c:v>0</c:v>
                </c:pt>
                <c:pt idx="3506">
                  <c:v>0</c:v>
                </c:pt>
                <c:pt idx="3507">
                  <c:v>0</c:v>
                </c:pt>
                <c:pt idx="3508">
                  <c:v>0</c:v>
                </c:pt>
                <c:pt idx="3509">
                  <c:v>0</c:v>
                </c:pt>
                <c:pt idx="3510">
                  <c:v>0</c:v>
                </c:pt>
                <c:pt idx="3511">
                  <c:v>0</c:v>
                </c:pt>
                <c:pt idx="3512">
                  <c:v>0</c:v>
                </c:pt>
                <c:pt idx="3513">
                  <c:v>0</c:v>
                </c:pt>
                <c:pt idx="3514">
                  <c:v>0</c:v>
                </c:pt>
                <c:pt idx="3515">
                  <c:v>0</c:v>
                </c:pt>
                <c:pt idx="3516">
                  <c:v>0</c:v>
                </c:pt>
                <c:pt idx="3517">
                  <c:v>0</c:v>
                </c:pt>
                <c:pt idx="3518">
                  <c:v>0</c:v>
                </c:pt>
                <c:pt idx="3519">
                  <c:v>0</c:v>
                </c:pt>
                <c:pt idx="3520">
                  <c:v>0</c:v>
                </c:pt>
                <c:pt idx="3521">
                  <c:v>0</c:v>
                </c:pt>
                <c:pt idx="3522">
                  <c:v>0</c:v>
                </c:pt>
                <c:pt idx="3523">
                  <c:v>0</c:v>
                </c:pt>
                <c:pt idx="3524">
                  <c:v>0</c:v>
                </c:pt>
                <c:pt idx="3525">
                  <c:v>0</c:v>
                </c:pt>
                <c:pt idx="3526">
                  <c:v>0</c:v>
                </c:pt>
                <c:pt idx="3527">
                  <c:v>0</c:v>
                </c:pt>
                <c:pt idx="3528">
                  <c:v>0</c:v>
                </c:pt>
                <c:pt idx="3529">
                  <c:v>0</c:v>
                </c:pt>
                <c:pt idx="3530">
                  <c:v>0</c:v>
                </c:pt>
                <c:pt idx="3531">
                  <c:v>0</c:v>
                </c:pt>
                <c:pt idx="3532">
                  <c:v>0</c:v>
                </c:pt>
                <c:pt idx="3533">
                  <c:v>0</c:v>
                </c:pt>
                <c:pt idx="3534">
                  <c:v>0</c:v>
                </c:pt>
                <c:pt idx="3535">
                  <c:v>0</c:v>
                </c:pt>
                <c:pt idx="3536">
                  <c:v>0</c:v>
                </c:pt>
                <c:pt idx="3537">
                  <c:v>0</c:v>
                </c:pt>
                <c:pt idx="3538">
                  <c:v>0</c:v>
                </c:pt>
                <c:pt idx="3539">
                  <c:v>0</c:v>
                </c:pt>
                <c:pt idx="3540">
                  <c:v>0</c:v>
                </c:pt>
                <c:pt idx="3541">
                  <c:v>0</c:v>
                </c:pt>
                <c:pt idx="3542">
                  <c:v>0</c:v>
                </c:pt>
                <c:pt idx="3543">
                  <c:v>0</c:v>
                </c:pt>
                <c:pt idx="3544">
                  <c:v>0</c:v>
                </c:pt>
                <c:pt idx="3545">
                  <c:v>0</c:v>
                </c:pt>
                <c:pt idx="3546">
                  <c:v>0</c:v>
                </c:pt>
                <c:pt idx="3547">
                  <c:v>0</c:v>
                </c:pt>
                <c:pt idx="3548">
                  <c:v>0</c:v>
                </c:pt>
                <c:pt idx="3549">
                  <c:v>0</c:v>
                </c:pt>
                <c:pt idx="3550">
                  <c:v>0</c:v>
                </c:pt>
                <c:pt idx="3551">
                  <c:v>0</c:v>
                </c:pt>
                <c:pt idx="3552">
                  <c:v>0</c:v>
                </c:pt>
                <c:pt idx="3553">
                  <c:v>0</c:v>
                </c:pt>
                <c:pt idx="3554">
                  <c:v>0</c:v>
                </c:pt>
                <c:pt idx="3555">
                  <c:v>0</c:v>
                </c:pt>
                <c:pt idx="3556">
                  <c:v>0</c:v>
                </c:pt>
                <c:pt idx="3557">
                  <c:v>0</c:v>
                </c:pt>
                <c:pt idx="3558">
                  <c:v>0</c:v>
                </c:pt>
                <c:pt idx="3559">
                  <c:v>0</c:v>
                </c:pt>
                <c:pt idx="3560">
                  <c:v>0</c:v>
                </c:pt>
                <c:pt idx="3561">
                  <c:v>0</c:v>
                </c:pt>
                <c:pt idx="3562">
                  <c:v>0</c:v>
                </c:pt>
                <c:pt idx="3563">
                  <c:v>0</c:v>
                </c:pt>
                <c:pt idx="3564">
                  <c:v>0</c:v>
                </c:pt>
                <c:pt idx="3565">
                  <c:v>0</c:v>
                </c:pt>
                <c:pt idx="3566">
                  <c:v>0</c:v>
                </c:pt>
                <c:pt idx="3567">
                  <c:v>0</c:v>
                </c:pt>
                <c:pt idx="3568">
                  <c:v>0</c:v>
                </c:pt>
                <c:pt idx="3569">
                  <c:v>0</c:v>
                </c:pt>
                <c:pt idx="3570">
                  <c:v>0</c:v>
                </c:pt>
                <c:pt idx="3571">
                  <c:v>0</c:v>
                </c:pt>
                <c:pt idx="3572">
                  <c:v>0</c:v>
                </c:pt>
                <c:pt idx="3573">
                  <c:v>0</c:v>
                </c:pt>
                <c:pt idx="3574">
                  <c:v>0</c:v>
                </c:pt>
                <c:pt idx="3575">
                  <c:v>0</c:v>
                </c:pt>
                <c:pt idx="3576">
                  <c:v>0</c:v>
                </c:pt>
                <c:pt idx="3577">
                  <c:v>0</c:v>
                </c:pt>
                <c:pt idx="3578">
                  <c:v>0</c:v>
                </c:pt>
                <c:pt idx="3579">
                  <c:v>0</c:v>
                </c:pt>
                <c:pt idx="3580">
                  <c:v>0</c:v>
                </c:pt>
                <c:pt idx="3581">
                  <c:v>0</c:v>
                </c:pt>
                <c:pt idx="3582">
                  <c:v>0</c:v>
                </c:pt>
                <c:pt idx="3583">
                  <c:v>0</c:v>
                </c:pt>
                <c:pt idx="3584">
                  <c:v>0</c:v>
                </c:pt>
                <c:pt idx="3585">
                  <c:v>0</c:v>
                </c:pt>
                <c:pt idx="3586">
                  <c:v>0</c:v>
                </c:pt>
                <c:pt idx="3587">
                  <c:v>0</c:v>
                </c:pt>
                <c:pt idx="3588">
                  <c:v>0</c:v>
                </c:pt>
                <c:pt idx="3589">
                  <c:v>0</c:v>
                </c:pt>
                <c:pt idx="3590">
                  <c:v>0</c:v>
                </c:pt>
                <c:pt idx="3591">
                  <c:v>0</c:v>
                </c:pt>
                <c:pt idx="3592">
                  <c:v>0</c:v>
                </c:pt>
                <c:pt idx="3593">
                  <c:v>0</c:v>
                </c:pt>
                <c:pt idx="3594">
                  <c:v>0</c:v>
                </c:pt>
                <c:pt idx="3595">
                  <c:v>0</c:v>
                </c:pt>
                <c:pt idx="3596">
                  <c:v>0</c:v>
                </c:pt>
                <c:pt idx="3597">
                  <c:v>0</c:v>
                </c:pt>
                <c:pt idx="3598">
                  <c:v>0</c:v>
                </c:pt>
                <c:pt idx="3599">
                  <c:v>0</c:v>
                </c:pt>
                <c:pt idx="3600">
                  <c:v>0</c:v>
                </c:pt>
                <c:pt idx="3601">
                  <c:v>0</c:v>
                </c:pt>
                <c:pt idx="3602">
                  <c:v>0</c:v>
                </c:pt>
                <c:pt idx="3603">
                  <c:v>0</c:v>
                </c:pt>
                <c:pt idx="3604">
                  <c:v>0</c:v>
                </c:pt>
                <c:pt idx="3605">
                  <c:v>0</c:v>
                </c:pt>
                <c:pt idx="3606">
                  <c:v>0</c:v>
                </c:pt>
                <c:pt idx="3607">
                  <c:v>0</c:v>
                </c:pt>
                <c:pt idx="3608">
                  <c:v>0</c:v>
                </c:pt>
                <c:pt idx="3609">
                  <c:v>0</c:v>
                </c:pt>
                <c:pt idx="3610">
                  <c:v>0</c:v>
                </c:pt>
                <c:pt idx="3611">
                  <c:v>0</c:v>
                </c:pt>
                <c:pt idx="3612">
                  <c:v>0</c:v>
                </c:pt>
                <c:pt idx="3613">
                  <c:v>0</c:v>
                </c:pt>
                <c:pt idx="3614">
                  <c:v>0</c:v>
                </c:pt>
                <c:pt idx="3615">
                  <c:v>0</c:v>
                </c:pt>
                <c:pt idx="3616">
                  <c:v>0</c:v>
                </c:pt>
                <c:pt idx="3617">
                  <c:v>0</c:v>
                </c:pt>
                <c:pt idx="3618">
                  <c:v>0</c:v>
                </c:pt>
                <c:pt idx="3619">
                  <c:v>0</c:v>
                </c:pt>
                <c:pt idx="3620">
                  <c:v>0</c:v>
                </c:pt>
                <c:pt idx="3621">
                  <c:v>0</c:v>
                </c:pt>
                <c:pt idx="3622">
                  <c:v>0</c:v>
                </c:pt>
                <c:pt idx="3623">
                  <c:v>0</c:v>
                </c:pt>
                <c:pt idx="3624">
                  <c:v>0</c:v>
                </c:pt>
                <c:pt idx="3625">
                  <c:v>0</c:v>
                </c:pt>
                <c:pt idx="3626">
                  <c:v>0</c:v>
                </c:pt>
                <c:pt idx="3627">
                  <c:v>0</c:v>
                </c:pt>
                <c:pt idx="3628">
                  <c:v>0</c:v>
                </c:pt>
                <c:pt idx="3629">
                  <c:v>0</c:v>
                </c:pt>
                <c:pt idx="3630">
                  <c:v>0</c:v>
                </c:pt>
                <c:pt idx="3631">
                  <c:v>0</c:v>
                </c:pt>
                <c:pt idx="3632">
                  <c:v>0</c:v>
                </c:pt>
                <c:pt idx="3633">
                  <c:v>0</c:v>
                </c:pt>
                <c:pt idx="3634">
                  <c:v>0</c:v>
                </c:pt>
                <c:pt idx="3635">
                  <c:v>0</c:v>
                </c:pt>
                <c:pt idx="3636">
                  <c:v>0</c:v>
                </c:pt>
                <c:pt idx="3637">
                  <c:v>0</c:v>
                </c:pt>
                <c:pt idx="3638">
                  <c:v>0</c:v>
                </c:pt>
                <c:pt idx="3639">
                  <c:v>0</c:v>
                </c:pt>
                <c:pt idx="3640">
                  <c:v>0</c:v>
                </c:pt>
                <c:pt idx="3641">
                  <c:v>0</c:v>
                </c:pt>
                <c:pt idx="3642">
                  <c:v>0</c:v>
                </c:pt>
                <c:pt idx="3643">
                  <c:v>0</c:v>
                </c:pt>
                <c:pt idx="3644">
                  <c:v>0</c:v>
                </c:pt>
                <c:pt idx="3645">
                  <c:v>0</c:v>
                </c:pt>
                <c:pt idx="3646">
                  <c:v>0</c:v>
                </c:pt>
                <c:pt idx="3647">
                  <c:v>0</c:v>
                </c:pt>
                <c:pt idx="3648">
                  <c:v>0</c:v>
                </c:pt>
                <c:pt idx="3649">
                  <c:v>0</c:v>
                </c:pt>
                <c:pt idx="3650">
                  <c:v>0</c:v>
                </c:pt>
                <c:pt idx="3651">
                  <c:v>0</c:v>
                </c:pt>
                <c:pt idx="3652">
                  <c:v>0</c:v>
                </c:pt>
                <c:pt idx="3653">
                  <c:v>0</c:v>
                </c:pt>
                <c:pt idx="3654">
                  <c:v>0</c:v>
                </c:pt>
                <c:pt idx="3655">
                  <c:v>0</c:v>
                </c:pt>
                <c:pt idx="3656">
                  <c:v>0</c:v>
                </c:pt>
                <c:pt idx="3657">
                  <c:v>0</c:v>
                </c:pt>
                <c:pt idx="3658">
                  <c:v>0</c:v>
                </c:pt>
                <c:pt idx="3659">
                  <c:v>0</c:v>
                </c:pt>
                <c:pt idx="3660">
                  <c:v>0</c:v>
                </c:pt>
                <c:pt idx="3661">
                  <c:v>0</c:v>
                </c:pt>
                <c:pt idx="3662">
                  <c:v>0</c:v>
                </c:pt>
                <c:pt idx="3663">
                  <c:v>0</c:v>
                </c:pt>
                <c:pt idx="3664">
                  <c:v>0</c:v>
                </c:pt>
                <c:pt idx="3665">
                  <c:v>0</c:v>
                </c:pt>
                <c:pt idx="3666">
                  <c:v>0</c:v>
                </c:pt>
                <c:pt idx="3667">
                  <c:v>0</c:v>
                </c:pt>
                <c:pt idx="3668">
                  <c:v>0</c:v>
                </c:pt>
                <c:pt idx="3669">
                  <c:v>0</c:v>
                </c:pt>
                <c:pt idx="3670">
                  <c:v>0</c:v>
                </c:pt>
                <c:pt idx="3671">
                  <c:v>0</c:v>
                </c:pt>
                <c:pt idx="3672">
                  <c:v>0</c:v>
                </c:pt>
                <c:pt idx="3673">
                  <c:v>0</c:v>
                </c:pt>
                <c:pt idx="3674">
                  <c:v>0</c:v>
                </c:pt>
                <c:pt idx="3675">
                  <c:v>0</c:v>
                </c:pt>
                <c:pt idx="3676">
                  <c:v>0</c:v>
                </c:pt>
                <c:pt idx="3677">
                  <c:v>0</c:v>
                </c:pt>
                <c:pt idx="3678">
                  <c:v>0</c:v>
                </c:pt>
                <c:pt idx="3679">
                  <c:v>0</c:v>
                </c:pt>
                <c:pt idx="3680">
                  <c:v>0</c:v>
                </c:pt>
                <c:pt idx="3681">
                  <c:v>0</c:v>
                </c:pt>
                <c:pt idx="3682">
                  <c:v>0</c:v>
                </c:pt>
                <c:pt idx="3683">
                  <c:v>0</c:v>
                </c:pt>
                <c:pt idx="3684">
                  <c:v>0</c:v>
                </c:pt>
                <c:pt idx="3685">
                  <c:v>0</c:v>
                </c:pt>
                <c:pt idx="3686">
                  <c:v>0</c:v>
                </c:pt>
                <c:pt idx="3687">
                  <c:v>0</c:v>
                </c:pt>
                <c:pt idx="3688">
                  <c:v>0</c:v>
                </c:pt>
                <c:pt idx="3689">
                  <c:v>0</c:v>
                </c:pt>
                <c:pt idx="3690">
                  <c:v>0</c:v>
                </c:pt>
                <c:pt idx="3691">
                  <c:v>0</c:v>
                </c:pt>
                <c:pt idx="3692">
                  <c:v>0</c:v>
                </c:pt>
                <c:pt idx="3693">
                  <c:v>0</c:v>
                </c:pt>
                <c:pt idx="3694">
                  <c:v>0</c:v>
                </c:pt>
                <c:pt idx="3695">
                  <c:v>0</c:v>
                </c:pt>
                <c:pt idx="3696">
                  <c:v>0</c:v>
                </c:pt>
                <c:pt idx="3697">
                  <c:v>0</c:v>
                </c:pt>
                <c:pt idx="3698">
                  <c:v>0</c:v>
                </c:pt>
                <c:pt idx="3699">
                  <c:v>0</c:v>
                </c:pt>
                <c:pt idx="3700">
                  <c:v>0</c:v>
                </c:pt>
                <c:pt idx="3701">
                  <c:v>0</c:v>
                </c:pt>
                <c:pt idx="3702">
                  <c:v>0</c:v>
                </c:pt>
                <c:pt idx="3703">
                  <c:v>0</c:v>
                </c:pt>
                <c:pt idx="3704">
                  <c:v>0</c:v>
                </c:pt>
                <c:pt idx="3705">
                  <c:v>0</c:v>
                </c:pt>
                <c:pt idx="3706">
                  <c:v>0</c:v>
                </c:pt>
                <c:pt idx="3707">
                  <c:v>0</c:v>
                </c:pt>
                <c:pt idx="3708">
                  <c:v>0</c:v>
                </c:pt>
                <c:pt idx="3709">
                  <c:v>0</c:v>
                </c:pt>
                <c:pt idx="3710">
                  <c:v>0</c:v>
                </c:pt>
                <c:pt idx="3711">
                  <c:v>0</c:v>
                </c:pt>
                <c:pt idx="3712">
                  <c:v>0</c:v>
                </c:pt>
                <c:pt idx="3713">
                  <c:v>0</c:v>
                </c:pt>
                <c:pt idx="3714">
                  <c:v>0</c:v>
                </c:pt>
                <c:pt idx="3715">
                  <c:v>0</c:v>
                </c:pt>
                <c:pt idx="3716">
                  <c:v>0</c:v>
                </c:pt>
                <c:pt idx="3717">
                  <c:v>0</c:v>
                </c:pt>
                <c:pt idx="3718">
                  <c:v>0</c:v>
                </c:pt>
                <c:pt idx="3719">
                  <c:v>0</c:v>
                </c:pt>
                <c:pt idx="3720">
                  <c:v>0</c:v>
                </c:pt>
                <c:pt idx="3721">
                  <c:v>0</c:v>
                </c:pt>
                <c:pt idx="3722">
                  <c:v>0</c:v>
                </c:pt>
                <c:pt idx="3723">
                  <c:v>0</c:v>
                </c:pt>
                <c:pt idx="3724">
                  <c:v>0</c:v>
                </c:pt>
                <c:pt idx="3725">
                  <c:v>0</c:v>
                </c:pt>
                <c:pt idx="3726">
                  <c:v>0</c:v>
                </c:pt>
                <c:pt idx="3727">
                  <c:v>0</c:v>
                </c:pt>
                <c:pt idx="3728">
                  <c:v>0</c:v>
                </c:pt>
                <c:pt idx="3729">
                  <c:v>0</c:v>
                </c:pt>
                <c:pt idx="3730">
                  <c:v>0</c:v>
                </c:pt>
                <c:pt idx="3731">
                  <c:v>0</c:v>
                </c:pt>
                <c:pt idx="3732">
                  <c:v>0</c:v>
                </c:pt>
                <c:pt idx="3733">
                  <c:v>0</c:v>
                </c:pt>
                <c:pt idx="3734">
                  <c:v>0</c:v>
                </c:pt>
                <c:pt idx="3735">
                  <c:v>0</c:v>
                </c:pt>
                <c:pt idx="3736">
                  <c:v>0</c:v>
                </c:pt>
                <c:pt idx="3737">
                  <c:v>0</c:v>
                </c:pt>
                <c:pt idx="3738">
                  <c:v>0</c:v>
                </c:pt>
                <c:pt idx="3739">
                  <c:v>0</c:v>
                </c:pt>
                <c:pt idx="3740">
                  <c:v>0</c:v>
                </c:pt>
                <c:pt idx="3741">
                  <c:v>0</c:v>
                </c:pt>
                <c:pt idx="3742">
                  <c:v>0</c:v>
                </c:pt>
                <c:pt idx="3743">
                  <c:v>0</c:v>
                </c:pt>
                <c:pt idx="3744">
                  <c:v>0</c:v>
                </c:pt>
                <c:pt idx="3745">
                  <c:v>0</c:v>
                </c:pt>
                <c:pt idx="3746">
                  <c:v>0</c:v>
                </c:pt>
                <c:pt idx="3747">
                  <c:v>0</c:v>
                </c:pt>
                <c:pt idx="3748">
                  <c:v>0</c:v>
                </c:pt>
                <c:pt idx="3749">
                  <c:v>0</c:v>
                </c:pt>
                <c:pt idx="3750">
                  <c:v>0</c:v>
                </c:pt>
                <c:pt idx="3751">
                  <c:v>0</c:v>
                </c:pt>
                <c:pt idx="3752">
                  <c:v>0</c:v>
                </c:pt>
                <c:pt idx="3753">
                  <c:v>0</c:v>
                </c:pt>
                <c:pt idx="3754">
                  <c:v>0</c:v>
                </c:pt>
                <c:pt idx="3755">
                  <c:v>0</c:v>
                </c:pt>
                <c:pt idx="3756">
                  <c:v>0</c:v>
                </c:pt>
                <c:pt idx="3757">
                  <c:v>0</c:v>
                </c:pt>
                <c:pt idx="3758">
                  <c:v>0</c:v>
                </c:pt>
                <c:pt idx="3759">
                  <c:v>0</c:v>
                </c:pt>
                <c:pt idx="3760">
                  <c:v>0</c:v>
                </c:pt>
                <c:pt idx="3761">
                  <c:v>0</c:v>
                </c:pt>
                <c:pt idx="3762">
                  <c:v>0</c:v>
                </c:pt>
                <c:pt idx="3763">
                  <c:v>0</c:v>
                </c:pt>
                <c:pt idx="3764">
                  <c:v>0</c:v>
                </c:pt>
                <c:pt idx="3765">
                  <c:v>0</c:v>
                </c:pt>
                <c:pt idx="3766">
                  <c:v>0</c:v>
                </c:pt>
                <c:pt idx="3767">
                  <c:v>0</c:v>
                </c:pt>
                <c:pt idx="3768">
                  <c:v>0</c:v>
                </c:pt>
                <c:pt idx="3769">
                  <c:v>0</c:v>
                </c:pt>
                <c:pt idx="3770">
                  <c:v>0</c:v>
                </c:pt>
                <c:pt idx="3771">
                  <c:v>0</c:v>
                </c:pt>
                <c:pt idx="3772">
                  <c:v>0</c:v>
                </c:pt>
                <c:pt idx="3773">
                  <c:v>0</c:v>
                </c:pt>
                <c:pt idx="3774">
                  <c:v>0</c:v>
                </c:pt>
                <c:pt idx="3775">
                  <c:v>0</c:v>
                </c:pt>
                <c:pt idx="3776">
                  <c:v>0</c:v>
                </c:pt>
                <c:pt idx="3777">
                  <c:v>0</c:v>
                </c:pt>
                <c:pt idx="3778">
                  <c:v>0</c:v>
                </c:pt>
                <c:pt idx="3779">
                  <c:v>0</c:v>
                </c:pt>
                <c:pt idx="3780">
                  <c:v>0</c:v>
                </c:pt>
                <c:pt idx="3781">
                  <c:v>0</c:v>
                </c:pt>
                <c:pt idx="3782">
                  <c:v>0</c:v>
                </c:pt>
                <c:pt idx="3783">
                  <c:v>0</c:v>
                </c:pt>
                <c:pt idx="3784">
                  <c:v>0</c:v>
                </c:pt>
                <c:pt idx="3785">
                  <c:v>0</c:v>
                </c:pt>
                <c:pt idx="3786">
                  <c:v>0</c:v>
                </c:pt>
                <c:pt idx="3787">
                  <c:v>0</c:v>
                </c:pt>
                <c:pt idx="3788">
                  <c:v>0</c:v>
                </c:pt>
                <c:pt idx="3789">
                  <c:v>0</c:v>
                </c:pt>
                <c:pt idx="3790">
                  <c:v>0</c:v>
                </c:pt>
                <c:pt idx="3791">
                  <c:v>0</c:v>
                </c:pt>
                <c:pt idx="3792">
                  <c:v>0</c:v>
                </c:pt>
                <c:pt idx="3793">
                  <c:v>0</c:v>
                </c:pt>
                <c:pt idx="3794">
                  <c:v>0</c:v>
                </c:pt>
                <c:pt idx="3795">
                  <c:v>0</c:v>
                </c:pt>
                <c:pt idx="3796">
                  <c:v>0</c:v>
                </c:pt>
                <c:pt idx="3797">
                  <c:v>0</c:v>
                </c:pt>
                <c:pt idx="3798">
                  <c:v>0</c:v>
                </c:pt>
                <c:pt idx="3799">
                  <c:v>0</c:v>
                </c:pt>
                <c:pt idx="3800">
                  <c:v>0</c:v>
                </c:pt>
                <c:pt idx="3801">
                  <c:v>0</c:v>
                </c:pt>
                <c:pt idx="3802">
                  <c:v>0</c:v>
                </c:pt>
                <c:pt idx="3803">
                  <c:v>0</c:v>
                </c:pt>
                <c:pt idx="3804">
                  <c:v>0</c:v>
                </c:pt>
                <c:pt idx="3805">
                  <c:v>0</c:v>
                </c:pt>
                <c:pt idx="3806">
                  <c:v>0</c:v>
                </c:pt>
                <c:pt idx="3807">
                  <c:v>0</c:v>
                </c:pt>
                <c:pt idx="3808">
                  <c:v>0</c:v>
                </c:pt>
                <c:pt idx="3809">
                  <c:v>0</c:v>
                </c:pt>
                <c:pt idx="3810">
                  <c:v>0</c:v>
                </c:pt>
                <c:pt idx="3811">
                  <c:v>0</c:v>
                </c:pt>
                <c:pt idx="3812">
                  <c:v>0</c:v>
                </c:pt>
                <c:pt idx="3813">
                  <c:v>0</c:v>
                </c:pt>
                <c:pt idx="3814">
                  <c:v>0</c:v>
                </c:pt>
                <c:pt idx="3815">
                  <c:v>0</c:v>
                </c:pt>
                <c:pt idx="3816">
                  <c:v>0</c:v>
                </c:pt>
                <c:pt idx="3817">
                  <c:v>0</c:v>
                </c:pt>
                <c:pt idx="3818">
                  <c:v>0</c:v>
                </c:pt>
                <c:pt idx="3819">
                  <c:v>0</c:v>
                </c:pt>
                <c:pt idx="3820">
                  <c:v>0</c:v>
                </c:pt>
                <c:pt idx="3821">
                  <c:v>0</c:v>
                </c:pt>
                <c:pt idx="3822">
                  <c:v>0</c:v>
                </c:pt>
                <c:pt idx="3823">
                  <c:v>0</c:v>
                </c:pt>
                <c:pt idx="3824">
                  <c:v>0</c:v>
                </c:pt>
                <c:pt idx="3825">
                  <c:v>0</c:v>
                </c:pt>
                <c:pt idx="3826">
                  <c:v>0</c:v>
                </c:pt>
                <c:pt idx="3827">
                  <c:v>0</c:v>
                </c:pt>
                <c:pt idx="3828">
                  <c:v>0</c:v>
                </c:pt>
                <c:pt idx="3829">
                  <c:v>0</c:v>
                </c:pt>
                <c:pt idx="3830">
                  <c:v>0</c:v>
                </c:pt>
                <c:pt idx="3831">
                  <c:v>0</c:v>
                </c:pt>
                <c:pt idx="3832">
                  <c:v>0</c:v>
                </c:pt>
                <c:pt idx="3833">
                  <c:v>0</c:v>
                </c:pt>
                <c:pt idx="3834">
                  <c:v>0</c:v>
                </c:pt>
                <c:pt idx="3835">
                  <c:v>0</c:v>
                </c:pt>
                <c:pt idx="3836">
                  <c:v>0</c:v>
                </c:pt>
                <c:pt idx="3837">
                  <c:v>0</c:v>
                </c:pt>
                <c:pt idx="3838">
                  <c:v>0</c:v>
                </c:pt>
                <c:pt idx="3839">
                  <c:v>0</c:v>
                </c:pt>
                <c:pt idx="3840">
                  <c:v>0</c:v>
                </c:pt>
                <c:pt idx="3841">
                  <c:v>0</c:v>
                </c:pt>
                <c:pt idx="3842">
                  <c:v>0</c:v>
                </c:pt>
                <c:pt idx="3843">
                  <c:v>0</c:v>
                </c:pt>
                <c:pt idx="3844">
                  <c:v>0</c:v>
                </c:pt>
                <c:pt idx="3845">
                  <c:v>0</c:v>
                </c:pt>
                <c:pt idx="3846">
                  <c:v>0</c:v>
                </c:pt>
                <c:pt idx="3847">
                  <c:v>0</c:v>
                </c:pt>
                <c:pt idx="3848">
                  <c:v>0</c:v>
                </c:pt>
                <c:pt idx="3849">
                  <c:v>0</c:v>
                </c:pt>
                <c:pt idx="3850">
                  <c:v>0</c:v>
                </c:pt>
                <c:pt idx="3851">
                  <c:v>0</c:v>
                </c:pt>
                <c:pt idx="3852">
                  <c:v>0</c:v>
                </c:pt>
                <c:pt idx="3853">
                  <c:v>0</c:v>
                </c:pt>
                <c:pt idx="3854">
                  <c:v>0</c:v>
                </c:pt>
                <c:pt idx="3855">
                  <c:v>0</c:v>
                </c:pt>
                <c:pt idx="3856">
                  <c:v>0</c:v>
                </c:pt>
                <c:pt idx="3857">
                  <c:v>0</c:v>
                </c:pt>
                <c:pt idx="3858">
                  <c:v>0</c:v>
                </c:pt>
                <c:pt idx="3859">
                  <c:v>0</c:v>
                </c:pt>
                <c:pt idx="3860">
                  <c:v>0</c:v>
                </c:pt>
                <c:pt idx="3861">
                  <c:v>0</c:v>
                </c:pt>
                <c:pt idx="3862">
                  <c:v>0</c:v>
                </c:pt>
                <c:pt idx="3863">
                  <c:v>0</c:v>
                </c:pt>
                <c:pt idx="3864">
                  <c:v>0</c:v>
                </c:pt>
                <c:pt idx="3865">
                  <c:v>0</c:v>
                </c:pt>
                <c:pt idx="3866">
                  <c:v>0</c:v>
                </c:pt>
                <c:pt idx="3867">
                  <c:v>0</c:v>
                </c:pt>
                <c:pt idx="3868">
                  <c:v>0</c:v>
                </c:pt>
                <c:pt idx="3869">
                  <c:v>0</c:v>
                </c:pt>
                <c:pt idx="3870">
                  <c:v>0</c:v>
                </c:pt>
                <c:pt idx="3871">
                  <c:v>0</c:v>
                </c:pt>
                <c:pt idx="3872">
                  <c:v>0</c:v>
                </c:pt>
                <c:pt idx="3873">
                  <c:v>0</c:v>
                </c:pt>
                <c:pt idx="3874">
                  <c:v>0</c:v>
                </c:pt>
                <c:pt idx="3875">
                  <c:v>0</c:v>
                </c:pt>
                <c:pt idx="3876">
                  <c:v>0</c:v>
                </c:pt>
                <c:pt idx="3877">
                  <c:v>0</c:v>
                </c:pt>
                <c:pt idx="3878">
                  <c:v>0</c:v>
                </c:pt>
                <c:pt idx="3879">
                  <c:v>0</c:v>
                </c:pt>
                <c:pt idx="3880">
                  <c:v>0</c:v>
                </c:pt>
                <c:pt idx="3881">
                  <c:v>0</c:v>
                </c:pt>
                <c:pt idx="3882">
                  <c:v>0</c:v>
                </c:pt>
                <c:pt idx="3883">
                  <c:v>0</c:v>
                </c:pt>
                <c:pt idx="3884">
                  <c:v>0</c:v>
                </c:pt>
                <c:pt idx="3885">
                  <c:v>0</c:v>
                </c:pt>
                <c:pt idx="3886">
                  <c:v>0</c:v>
                </c:pt>
                <c:pt idx="3887">
                  <c:v>0</c:v>
                </c:pt>
                <c:pt idx="3888">
                  <c:v>0</c:v>
                </c:pt>
                <c:pt idx="3889">
                  <c:v>0</c:v>
                </c:pt>
                <c:pt idx="3890">
                  <c:v>0</c:v>
                </c:pt>
                <c:pt idx="3891">
                  <c:v>0</c:v>
                </c:pt>
                <c:pt idx="3892">
                  <c:v>0</c:v>
                </c:pt>
                <c:pt idx="3893">
                  <c:v>0</c:v>
                </c:pt>
                <c:pt idx="3894">
                  <c:v>0</c:v>
                </c:pt>
                <c:pt idx="3895">
                  <c:v>0</c:v>
                </c:pt>
                <c:pt idx="3896">
                  <c:v>0</c:v>
                </c:pt>
                <c:pt idx="3897">
                  <c:v>0</c:v>
                </c:pt>
                <c:pt idx="3898">
                  <c:v>0</c:v>
                </c:pt>
                <c:pt idx="3899">
                  <c:v>0</c:v>
                </c:pt>
                <c:pt idx="3900">
                  <c:v>0</c:v>
                </c:pt>
                <c:pt idx="3901">
                  <c:v>0</c:v>
                </c:pt>
                <c:pt idx="3902">
                  <c:v>0</c:v>
                </c:pt>
                <c:pt idx="3903">
                  <c:v>0</c:v>
                </c:pt>
                <c:pt idx="3904">
                  <c:v>0</c:v>
                </c:pt>
                <c:pt idx="3905">
                  <c:v>0</c:v>
                </c:pt>
                <c:pt idx="3906">
                  <c:v>0</c:v>
                </c:pt>
                <c:pt idx="3907">
                  <c:v>0</c:v>
                </c:pt>
                <c:pt idx="3908">
                  <c:v>0</c:v>
                </c:pt>
                <c:pt idx="3909">
                  <c:v>0</c:v>
                </c:pt>
                <c:pt idx="3910">
                  <c:v>0</c:v>
                </c:pt>
                <c:pt idx="3911">
                  <c:v>0</c:v>
                </c:pt>
                <c:pt idx="3912">
                  <c:v>0</c:v>
                </c:pt>
                <c:pt idx="3913">
                  <c:v>0</c:v>
                </c:pt>
                <c:pt idx="3914">
                  <c:v>0</c:v>
                </c:pt>
                <c:pt idx="3915">
                  <c:v>0</c:v>
                </c:pt>
                <c:pt idx="3916">
                  <c:v>0</c:v>
                </c:pt>
                <c:pt idx="3917">
                  <c:v>0</c:v>
                </c:pt>
                <c:pt idx="3918">
                  <c:v>0</c:v>
                </c:pt>
                <c:pt idx="3919">
                  <c:v>0</c:v>
                </c:pt>
                <c:pt idx="3920">
                  <c:v>0</c:v>
                </c:pt>
                <c:pt idx="3921">
                  <c:v>0</c:v>
                </c:pt>
                <c:pt idx="3922">
                  <c:v>0</c:v>
                </c:pt>
                <c:pt idx="3923">
                  <c:v>0</c:v>
                </c:pt>
                <c:pt idx="3924">
                  <c:v>0</c:v>
                </c:pt>
                <c:pt idx="3925">
                  <c:v>0</c:v>
                </c:pt>
                <c:pt idx="3926">
                  <c:v>0</c:v>
                </c:pt>
                <c:pt idx="3927">
                  <c:v>0</c:v>
                </c:pt>
                <c:pt idx="3928">
                  <c:v>0</c:v>
                </c:pt>
                <c:pt idx="3929">
                  <c:v>0</c:v>
                </c:pt>
                <c:pt idx="3930">
                  <c:v>0</c:v>
                </c:pt>
                <c:pt idx="3931">
                  <c:v>0</c:v>
                </c:pt>
                <c:pt idx="3932">
                  <c:v>0</c:v>
                </c:pt>
                <c:pt idx="3933">
                  <c:v>0</c:v>
                </c:pt>
                <c:pt idx="3934">
                  <c:v>0</c:v>
                </c:pt>
                <c:pt idx="3935">
                  <c:v>0</c:v>
                </c:pt>
                <c:pt idx="3936">
                  <c:v>0</c:v>
                </c:pt>
                <c:pt idx="3937">
                  <c:v>0</c:v>
                </c:pt>
                <c:pt idx="3938">
                  <c:v>0</c:v>
                </c:pt>
                <c:pt idx="3939">
                  <c:v>0</c:v>
                </c:pt>
                <c:pt idx="3940">
                  <c:v>0</c:v>
                </c:pt>
                <c:pt idx="3941">
                  <c:v>0</c:v>
                </c:pt>
                <c:pt idx="3942">
                  <c:v>0</c:v>
                </c:pt>
                <c:pt idx="3943">
                  <c:v>0</c:v>
                </c:pt>
                <c:pt idx="3944">
                  <c:v>0</c:v>
                </c:pt>
                <c:pt idx="3945">
                  <c:v>0</c:v>
                </c:pt>
                <c:pt idx="3946">
                  <c:v>0</c:v>
                </c:pt>
                <c:pt idx="3947">
                  <c:v>0</c:v>
                </c:pt>
                <c:pt idx="3948">
                  <c:v>0</c:v>
                </c:pt>
                <c:pt idx="3949">
                  <c:v>0</c:v>
                </c:pt>
                <c:pt idx="3950">
                  <c:v>0</c:v>
                </c:pt>
                <c:pt idx="3951">
                  <c:v>0</c:v>
                </c:pt>
                <c:pt idx="3952">
                  <c:v>0</c:v>
                </c:pt>
                <c:pt idx="3953">
                  <c:v>0</c:v>
                </c:pt>
                <c:pt idx="3954">
                  <c:v>0</c:v>
                </c:pt>
                <c:pt idx="3955">
                  <c:v>0</c:v>
                </c:pt>
                <c:pt idx="3956">
                  <c:v>0</c:v>
                </c:pt>
                <c:pt idx="3957">
                  <c:v>0</c:v>
                </c:pt>
                <c:pt idx="3958">
                  <c:v>0</c:v>
                </c:pt>
                <c:pt idx="3959">
                  <c:v>0</c:v>
                </c:pt>
                <c:pt idx="3960">
                  <c:v>0</c:v>
                </c:pt>
                <c:pt idx="3961">
                  <c:v>0</c:v>
                </c:pt>
                <c:pt idx="3962">
                  <c:v>0</c:v>
                </c:pt>
                <c:pt idx="3963">
                  <c:v>0</c:v>
                </c:pt>
                <c:pt idx="3964">
                  <c:v>0</c:v>
                </c:pt>
                <c:pt idx="3965">
                  <c:v>0</c:v>
                </c:pt>
                <c:pt idx="3966">
                  <c:v>0</c:v>
                </c:pt>
                <c:pt idx="3967">
                  <c:v>0</c:v>
                </c:pt>
                <c:pt idx="3968">
                  <c:v>0</c:v>
                </c:pt>
                <c:pt idx="3969">
                  <c:v>0</c:v>
                </c:pt>
                <c:pt idx="3970">
                  <c:v>0</c:v>
                </c:pt>
                <c:pt idx="3971">
                  <c:v>0</c:v>
                </c:pt>
                <c:pt idx="3972">
                  <c:v>0</c:v>
                </c:pt>
                <c:pt idx="3973">
                  <c:v>0</c:v>
                </c:pt>
                <c:pt idx="3974">
                  <c:v>0</c:v>
                </c:pt>
                <c:pt idx="3975">
                  <c:v>0</c:v>
                </c:pt>
                <c:pt idx="3976">
                  <c:v>0</c:v>
                </c:pt>
                <c:pt idx="3977">
                  <c:v>0</c:v>
                </c:pt>
                <c:pt idx="3978">
                  <c:v>0</c:v>
                </c:pt>
                <c:pt idx="3979">
                  <c:v>0</c:v>
                </c:pt>
                <c:pt idx="3980">
                  <c:v>0</c:v>
                </c:pt>
                <c:pt idx="3981">
                  <c:v>0</c:v>
                </c:pt>
                <c:pt idx="3982">
                  <c:v>0</c:v>
                </c:pt>
                <c:pt idx="3983">
                  <c:v>0</c:v>
                </c:pt>
                <c:pt idx="3984">
                  <c:v>0</c:v>
                </c:pt>
                <c:pt idx="3985">
                  <c:v>0</c:v>
                </c:pt>
                <c:pt idx="3986">
                  <c:v>0</c:v>
                </c:pt>
                <c:pt idx="3987">
                  <c:v>0</c:v>
                </c:pt>
                <c:pt idx="3988">
                  <c:v>0</c:v>
                </c:pt>
                <c:pt idx="3989">
                  <c:v>0</c:v>
                </c:pt>
                <c:pt idx="3990">
                  <c:v>0</c:v>
                </c:pt>
                <c:pt idx="3991">
                  <c:v>0</c:v>
                </c:pt>
                <c:pt idx="3992">
                  <c:v>0</c:v>
                </c:pt>
                <c:pt idx="3993">
                  <c:v>0</c:v>
                </c:pt>
                <c:pt idx="3994">
                  <c:v>0</c:v>
                </c:pt>
                <c:pt idx="3995">
                  <c:v>0</c:v>
                </c:pt>
                <c:pt idx="3996">
                  <c:v>0</c:v>
                </c:pt>
                <c:pt idx="3997">
                  <c:v>0</c:v>
                </c:pt>
                <c:pt idx="3998">
                  <c:v>0</c:v>
                </c:pt>
                <c:pt idx="3999">
                  <c:v>0</c:v>
                </c:pt>
                <c:pt idx="4000">
                  <c:v>0</c:v>
                </c:pt>
                <c:pt idx="4001">
                  <c:v>0</c:v>
                </c:pt>
                <c:pt idx="4002">
                  <c:v>0</c:v>
                </c:pt>
                <c:pt idx="4003">
                  <c:v>0</c:v>
                </c:pt>
                <c:pt idx="4004">
                  <c:v>0</c:v>
                </c:pt>
                <c:pt idx="4005">
                  <c:v>0</c:v>
                </c:pt>
                <c:pt idx="4006">
                  <c:v>0</c:v>
                </c:pt>
                <c:pt idx="4007">
                  <c:v>0</c:v>
                </c:pt>
                <c:pt idx="4008">
                  <c:v>0</c:v>
                </c:pt>
                <c:pt idx="4009">
                  <c:v>0</c:v>
                </c:pt>
                <c:pt idx="4010">
                  <c:v>0</c:v>
                </c:pt>
                <c:pt idx="4011">
                  <c:v>0</c:v>
                </c:pt>
                <c:pt idx="4012">
                  <c:v>0</c:v>
                </c:pt>
                <c:pt idx="4013">
                  <c:v>0</c:v>
                </c:pt>
                <c:pt idx="4014">
                  <c:v>0</c:v>
                </c:pt>
                <c:pt idx="4015">
                  <c:v>0</c:v>
                </c:pt>
                <c:pt idx="4016">
                  <c:v>0</c:v>
                </c:pt>
                <c:pt idx="4017">
                  <c:v>0</c:v>
                </c:pt>
                <c:pt idx="4018">
                  <c:v>0</c:v>
                </c:pt>
                <c:pt idx="4019">
                  <c:v>0</c:v>
                </c:pt>
                <c:pt idx="4020">
                  <c:v>0</c:v>
                </c:pt>
                <c:pt idx="4021">
                  <c:v>0</c:v>
                </c:pt>
                <c:pt idx="4022">
                  <c:v>0</c:v>
                </c:pt>
                <c:pt idx="4023">
                  <c:v>0</c:v>
                </c:pt>
                <c:pt idx="4024">
                  <c:v>0</c:v>
                </c:pt>
                <c:pt idx="4025">
                  <c:v>0</c:v>
                </c:pt>
                <c:pt idx="4026">
                  <c:v>0</c:v>
                </c:pt>
                <c:pt idx="4027">
                  <c:v>0</c:v>
                </c:pt>
                <c:pt idx="4028">
                  <c:v>0</c:v>
                </c:pt>
                <c:pt idx="4029">
                  <c:v>0</c:v>
                </c:pt>
                <c:pt idx="4030">
                  <c:v>0</c:v>
                </c:pt>
                <c:pt idx="4031">
                  <c:v>0</c:v>
                </c:pt>
                <c:pt idx="4032">
                  <c:v>0</c:v>
                </c:pt>
                <c:pt idx="4033">
                  <c:v>0</c:v>
                </c:pt>
                <c:pt idx="4034">
                  <c:v>0</c:v>
                </c:pt>
                <c:pt idx="4035">
                  <c:v>0</c:v>
                </c:pt>
                <c:pt idx="4036">
                  <c:v>0</c:v>
                </c:pt>
                <c:pt idx="4037">
                  <c:v>0</c:v>
                </c:pt>
                <c:pt idx="4038">
                  <c:v>0</c:v>
                </c:pt>
                <c:pt idx="4039">
                  <c:v>0</c:v>
                </c:pt>
                <c:pt idx="4040">
                  <c:v>0</c:v>
                </c:pt>
                <c:pt idx="4041">
                  <c:v>0</c:v>
                </c:pt>
                <c:pt idx="4042">
                  <c:v>0</c:v>
                </c:pt>
                <c:pt idx="4043">
                  <c:v>0</c:v>
                </c:pt>
                <c:pt idx="4044">
                  <c:v>0</c:v>
                </c:pt>
                <c:pt idx="4045">
                  <c:v>0</c:v>
                </c:pt>
                <c:pt idx="4046">
                  <c:v>0</c:v>
                </c:pt>
                <c:pt idx="4047">
                  <c:v>0</c:v>
                </c:pt>
                <c:pt idx="4048">
                  <c:v>0</c:v>
                </c:pt>
                <c:pt idx="4049">
                  <c:v>0</c:v>
                </c:pt>
                <c:pt idx="4050">
                  <c:v>0</c:v>
                </c:pt>
                <c:pt idx="4051">
                  <c:v>0</c:v>
                </c:pt>
                <c:pt idx="4052">
                  <c:v>0</c:v>
                </c:pt>
                <c:pt idx="4053">
                  <c:v>0</c:v>
                </c:pt>
                <c:pt idx="4054">
                  <c:v>0</c:v>
                </c:pt>
                <c:pt idx="4055">
                  <c:v>0</c:v>
                </c:pt>
                <c:pt idx="4056">
                  <c:v>0</c:v>
                </c:pt>
                <c:pt idx="4057">
                  <c:v>0</c:v>
                </c:pt>
                <c:pt idx="4058">
                  <c:v>0</c:v>
                </c:pt>
                <c:pt idx="4059">
                  <c:v>0</c:v>
                </c:pt>
                <c:pt idx="4060">
                  <c:v>0</c:v>
                </c:pt>
                <c:pt idx="4061">
                  <c:v>0</c:v>
                </c:pt>
                <c:pt idx="4062">
                  <c:v>0</c:v>
                </c:pt>
                <c:pt idx="4063">
                  <c:v>0</c:v>
                </c:pt>
                <c:pt idx="4064">
                  <c:v>0</c:v>
                </c:pt>
                <c:pt idx="4065">
                  <c:v>0</c:v>
                </c:pt>
                <c:pt idx="4066">
                  <c:v>0</c:v>
                </c:pt>
                <c:pt idx="4067">
                  <c:v>0</c:v>
                </c:pt>
                <c:pt idx="4068">
                  <c:v>0</c:v>
                </c:pt>
                <c:pt idx="4069">
                  <c:v>0</c:v>
                </c:pt>
                <c:pt idx="4070">
                  <c:v>0</c:v>
                </c:pt>
                <c:pt idx="4071">
                  <c:v>0</c:v>
                </c:pt>
                <c:pt idx="4072">
                  <c:v>0</c:v>
                </c:pt>
                <c:pt idx="4073">
                  <c:v>0</c:v>
                </c:pt>
                <c:pt idx="4074">
                  <c:v>0</c:v>
                </c:pt>
                <c:pt idx="4075">
                  <c:v>0</c:v>
                </c:pt>
                <c:pt idx="4076">
                  <c:v>0</c:v>
                </c:pt>
                <c:pt idx="4077">
                  <c:v>0</c:v>
                </c:pt>
                <c:pt idx="4078">
                  <c:v>0</c:v>
                </c:pt>
                <c:pt idx="4079">
                  <c:v>0</c:v>
                </c:pt>
                <c:pt idx="4080">
                  <c:v>0</c:v>
                </c:pt>
                <c:pt idx="4081">
                  <c:v>0</c:v>
                </c:pt>
                <c:pt idx="4082">
                  <c:v>0</c:v>
                </c:pt>
                <c:pt idx="4083">
                  <c:v>0</c:v>
                </c:pt>
                <c:pt idx="4084">
                  <c:v>0</c:v>
                </c:pt>
                <c:pt idx="4085">
                  <c:v>0</c:v>
                </c:pt>
                <c:pt idx="4086">
                  <c:v>0</c:v>
                </c:pt>
                <c:pt idx="4087">
                  <c:v>0</c:v>
                </c:pt>
                <c:pt idx="4088">
                  <c:v>0</c:v>
                </c:pt>
                <c:pt idx="4089">
                  <c:v>0</c:v>
                </c:pt>
                <c:pt idx="4090">
                  <c:v>0</c:v>
                </c:pt>
                <c:pt idx="4091">
                  <c:v>0</c:v>
                </c:pt>
                <c:pt idx="4092">
                  <c:v>0</c:v>
                </c:pt>
                <c:pt idx="4093">
                  <c:v>0</c:v>
                </c:pt>
                <c:pt idx="4094">
                  <c:v>0</c:v>
                </c:pt>
                <c:pt idx="4095">
                  <c:v>0</c:v>
                </c:pt>
                <c:pt idx="4096">
                  <c:v>0</c:v>
                </c:pt>
                <c:pt idx="4097">
                  <c:v>0</c:v>
                </c:pt>
                <c:pt idx="4098">
                  <c:v>0</c:v>
                </c:pt>
                <c:pt idx="4099">
                  <c:v>0</c:v>
                </c:pt>
                <c:pt idx="4100">
                  <c:v>0</c:v>
                </c:pt>
                <c:pt idx="4101">
                  <c:v>0</c:v>
                </c:pt>
                <c:pt idx="4102">
                  <c:v>0</c:v>
                </c:pt>
                <c:pt idx="4103">
                  <c:v>0</c:v>
                </c:pt>
                <c:pt idx="4104">
                  <c:v>0</c:v>
                </c:pt>
                <c:pt idx="4105">
                  <c:v>0</c:v>
                </c:pt>
                <c:pt idx="4106">
                  <c:v>0</c:v>
                </c:pt>
                <c:pt idx="4107">
                  <c:v>0</c:v>
                </c:pt>
                <c:pt idx="4108">
                  <c:v>0</c:v>
                </c:pt>
                <c:pt idx="4109">
                  <c:v>0</c:v>
                </c:pt>
                <c:pt idx="4110">
                  <c:v>0</c:v>
                </c:pt>
                <c:pt idx="4111">
                  <c:v>0</c:v>
                </c:pt>
                <c:pt idx="4112">
                  <c:v>0</c:v>
                </c:pt>
                <c:pt idx="4113">
                  <c:v>0</c:v>
                </c:pt>
                <c:pt idx="4114">
                  <c:v>0</c:v>
                </c:pt>
                <c:pt idx="4115">
                  <c:v>0</c:v>
                </c:pt>
                <c:pt idx="4116">
                  <c:v>0</c:v>
                </c:pt>
                <c:pt idx="4117">
                  <c:v>0</c:v>
                </c:pt>
                <c:pt idx="4118">
                  <c:v>0</c:v>
                </c:pt>
                <c:pt idx="4119">
                  <c:v>0</c:v>
                </c:pt>
                <c:pt idx="4120">
                  <c:v>0</c:v>
                </c:pt>
                <c:pt idx="4121">
                  <c:v>0</c:v>
                </c:pt>
                <c:pt idx="4122">
                  <c:v>0</c:v>
                </c:pt>
                <c:pt idx="4123">
                  <c:v>0</c:v>
                </c:pt>
                <c:pt idx="4124">
                  <c:v>0</c:v>
                </c:pt>
                <c:pt idx="4125">
                  <c:v>0</c:v>
                </c:pt>
                <c:pt idx="4126">
                  <c:v>0</c:v>
                </c:pt>
                <c:pt idx="4127">
                  <c:v>0</c:v>
                </c:pt>
                <c:pt idx="4128">
                  <c:v>0</c:v>
                </c:pt>
                <c:pt idx="4129">
                  <c:v>0</c:v>
                </c:pt>
                <c:pt idx="4130">
                  <c:v>0</c:v>
                </c:pt>
                <c:pt idx="4131">
                  <c:v>0</c:v>
                </c:pt>
                <c:pt idx="4132">
                  <c:v>0</c:v>
                </c:pt>
                <c:pt idx="4133">
                  <c:v>0</c:v>
                </c:pt>
                <c:pt idx="4134">
                  <c:v>0</c:v>
                </c:pt>
                <c:pt idx="4135">
                  <c:v>0</c:v>
                </c:pt>
                <c:pt idx="4136">
                  <c:v>0</c:v>
                </c:pt>
                <c:pt idx="4137">
                  <c:v>0</c:v>
                </c:pt>
                <c:pt idx="4138">
                  <c:v>0</c:v>
                </c:pt>
                <c:pt idx="4139">
                  <c:v>0</c:v>
                </c:pt>
                <c:pt idx="4140">
                  <c:v>0</c:v>
                </c:pt>
                <c:pt idx="4141">
                  <c:v>0</c:v>
                </c:pt>
                <c:pt idx="4142">
                  <c:v>0</c:v>
                </c:pt>
                <c:pt idx="4143">
                  <c:v>0</c:v>
                </c:pt>
                <c:pt idx="4144">
                  <c:v>0</c:v>
                </c:pt>
                <c:pt idx="4145">
                  <c:v>0</c:v>
                </c:pt>
                <c:pt idx="4146">
                  <c:v>0</c:v>
                </c:pt>
                <c:pt idx="4147">
                  <c:v>0</c:v>
                </c:pt>
                <c:pt idx="4148">
                  <c:v>0</c:v>
                </c:pt>
                <c:pt idx="4149">
                  <c:v>0</c:v>
                </c:pt>
                <c:pt idx="4150">
                  <c:v>0</c:v>
                </c:pt>
                <c:pt idx="4151">
                  <c:v>0</c:v>
                </c:pt>
                <c:pt idx="4152">
                  <c:v>0</c:v>
                </c:pt>
                <c:pt idx="4153">
                  <c:v>0</c:v>
                </c:pt>
                <c:pt idx="4154">
                  <c:v>0</c:v>
                </c:pt>
                <c:pt idx="4155">
                  <c:v>0</c:v>
                </c:pt>
                <c:pt idx="4156">
                  <c:v>0</c:v>
                </c:pt>
                <c:pt idx="4157">
                  <c:v>0</c:v>
                </c:pt>
                <c:pt idx="4158">
                  <c:v>0</c:v>
                </c:pt>
                <c:pt idx="4159">
                  <c:v>0</c:v>
                </c:pt>
                <c:pt idx="4160">
                  <c:v>0</c:v>
                </c:pt>
                <c:pt idx="4161">
                  <c:v>0</c:v>
                </c:pt>
                <c:pt idx="4162">
                  <c:v>0</c:v>
                </c:pt>
                <c:pt idx="4163">
                  <c:v>0</c:v>
                </c:pt>
                <c:pt idx="4164">
                  <c:v>0</c:v>
                </c:pt>
                <c:pt idx="4165">
                  <c:v>0</c:v>
                </c:pt>
                <c:pt idx="4166">
                  <c:v>0</c:v>
                </c:pt>
                <c:pt idx="4167">
                  <c:v>0</c:v>
                </c:pt>
                <c:pt idx="4168">
                  <c:v>0</c:v>
                </c:pt>
                <c:pt idx="4169">
                  <c:v>0</c:v>
                </c:pt>
                <c:pt idx="4170">
                  <c:v>0</c:v>
                </c:pt>
                <c:pt idx="4171">
                  <c:v>0</c:v>
                </c:pt>
                <c:pt idx="4172">
                  <c:v>0</c:v>
                </c:pt>
                <c:pt idx="4173">
                  <c:v>0</c:v>
                </c:pt>
                <c:pt idx="4174">
                  <c:v>0</c:v>
                </c:pt>
                <c:pt idx="4175">
                  <c:v>0</c:v>
                </c:pt>
                <c:pt idx="4176">
                  <c:v>0</c:v>
                </c:pt>
                <c:pt idx="4177">
                  <c:v>0</c:v>
                </c:pt>
                <c:pt idx="4178">
                  <c:v>0</c:v>
                </c:pt>
                <c:pt idx="4179">
                  <c:v>0</c:v>
                </c:pt>
                <c:pt idx="4180">
                  <c:v>0</c:v>
                </c:pt>
                <c:pt idx="4181">
                  <c:v>0</c:v>
                </c:pt>
                <c:pt idx="4182">
                  <c:v>0</c:v>
                </c:pt>
                <c:pt idx="4183">
                  <c:v>0</c:v>
                </c:pt>
                <c:pt idx="4184">
                  <c:v>0</c:v>
                </c:pt>
                <c:pt idx="4185">
                  <c:v>0</c:v>
                </c:pt>
                <c:pt idx="4186">
                  <c:v>0</c:v>
                </c:pt>
                <c:pt idx="4187">
                  <c:v>0</c:v>
                </c:pt>
                <c:pt idx="4188">
                  <c:v>0</c:v>
                </c:pt>
                <c:pt idx="4189">
                  <c:v>0</c:v>
                </c:pt>
                <c:pt idx="4190">
                  <c:v>0</c:v>
                </c:pt>
                <c:pt idx="4191">
                  <c:v>0</c:v>
                </c:pt>
                <c:pt idx="4192">
                  <c:v>0</c:v>
                </c:pt>
                <c:pt idx="4193">
                  <c:v>0</c:v>
                </c:pt>
                <c:pt idx="4194">
                  <c:v>0</c:v>
                </c:pt>
                <c:pt idx="4195">
                  <c:v>0</c:v>
                </c:pt>
                <c:pt idx="4196">
                  <c:v>0</c:v>
                </c:pt>
                <c:pt idx="4197">
                  <c:v>0</c:v>
                </c:pt>
                <c:pt idx="4198">
                  <c:v>0</c:v>
                </c:pt>
                <c:pt idx="4199">
                  <c:v>0</c:v>
                </c:pt>
                <c:pt idx="4200">
                  <c:v>0</c:v>
                </c:pt>
                <c:pt idx="4201">
                  <c:v>0</c:v>
                </c:pt>
                <c:pt idx="4202">
                  <c:v>0</c:v>
                </c:pt>
                <c:pt idx="4203">
                  <c:v>0</c:v>
                </c:pt>
                <c:pt idx="4204">
                  <c:v>0</c:v>
                </c:pt>
                <c:pt idx="4205">
                  <c:v>0</c:v>
                </c:pt>
                <c:pt idx="4206">
                  <c:v>0</c:v>
                </c:pt>
                <c:pt idx="4207">
                  <c:v>0</c:v>
                </c:pt>
                <c:pt idx="4208">
                  <c:v>0</c:v>
                </c:pt>
                <c:pt idx="4209">
                  <c:v>0</c:v>
                </c:pt>
                <c:pt idx="4210">
                  <c:v>0</c:v>
                </c:pt>
                <c:pt idx="4211">
                  <c:v>0</c:v>
                </c:pt>
                <c:pt idx="4212">
                  <c:v>0</c:v>
                </c:pt>
                <c:pt idx="4213">
                  <c:v>0</c:v>
                </c:pt>
                <c:pt idx="4214">
                  <c:v>0</c:v>
                </c:pt>
                <c:pt idx="4215">
                  <c:v>0</c:v>
                </c:pt>
                <c:pt idx="4216">
                  <c:v>0</c:v>
                </c:pt>
                <c:pt idx="4217">
                  <c:v>0</c:v>
                </c:pt>
                <c:pt idx="4218">
                  <c:v>0</c:v>
                </c:pt>
                <c:pt idx="4219">
                  <c:v>0</c:v>
                </c:pt>
                <c:pt idx="4220">
                  <c:v>0</c:v>
                </c:pt>
                <c:pt idx="4221">
                  <c:v>0</c:v>
                </c:pt>
                <c:pt idx="4222">
                  <c:v>0</c:v>
                </c:pt>
                <c:pt idx="4223">
                  <c:v>0</c:v>
                </c:pt>
                <c:pt idx="4224">
                  <c:v>0</c:v>
                </c:pt>
                <c:pt idx="4225">
                  <c:v>0</c:v>
                </c:pt>
                <c:pt idx="4226">
                  <c:v>0</c:v>
                </c:pt>
                <c:pt idx="4227">
                  <c:v>0</c:v>
                </c:pt>
                <c:pt idx="4228">
                  <c:v>0</c:v>
                </c:pt>
                <c:pt idx="4229">
                  <c:v>0</c:v>
                </c:pt>
                <c:pt idx="4230">
                  <c:v>0</c:v>
                </c:pt>
                <c:pt idx="4231">
                  <c:v>0</c:v>
                </c:pt>
                <c:pt idx="4232">
                  <c:v>0</c:v>
                </c:pt>
                <c:pt idx="4233">
                  <c:v>0</c:v>
                </c:pt>
                <c:pt idx="4234">
                  <c:v>0</c:v>
                </c:pt>
                <c:pt idx="4235">
                  <c:v>0</c:v>
                </c:pt>
                <c:pt idx="4236">
                  <c:v>0</c:v>
                </c:pt>
                <c:pt idx="4237">
                  <c:v>0</c:v>
                </c:pt>
                <c:pt idx="4238">
                  <c:v>0</c:v>
                </c:pt>
                <c:pt idx="4239">
                  <c:v>0</c:v>
                </c:pt>
                <c:pt idx="4240">
                  <c:v>0</c:v>
                </c:pt>
                <c:pt idx="4241">
                  <c:v>0</c:v>
                </c:pt>
                <c:pt idx="4242">
                  <c:v>0</c:v>
                </c:pt>
                <c:pt idx="4243">
                  <c:v>0</c:v>
                </c:pt>
                <c:pt idx="4244">
                  <c:v>0</c:v>
                </c:pt>
                <c:pt idx="4245">
                  <c:v>0</c:v>
                </c:pt>
                <c:pt idx="4246">
                  <c:v>0</c:v>
                </c:pt>
                <c:pt idx="4247">
                  <c:v>0</c:v>
                </c:pt>
                <c:pt idx="4248">
                  <c:v>0</c:v>
                </c:pt>
                <c:pt idx="4249">
                  <c:v>0</c:v>
                </c:pt>
                <c:pt idx="4250">
                  <c:v>0</c:v>
                </c:pt>
                <c:pt idx="4251">
                  <c:v>0</c:v>
                </c:pt>
                <c:pt idx="4252">
                  <c:v>0</c:v>
                </c:pt>
                <c:pt idx="4253">
                  <c:v>0</c:v>
                </c:pt>
                <c:pt idx="4254">
                  <c:v>0</c:v>
                </c:pt>
                <c:pt idx="4255">
                  <c:v>0</c:v>
                </c:pt>
                <c:pt idx="4256">
                  <c:v>0</c:v>
                </c:pt>
                <c:pt idx="4257">
                  <c:v>0</c:v>
                </c:pt>
                <c:pt idx="4258">
                  <c:v>0</c:v>
                </c:pt>
                <c:pt idx="4259">
                  <c:v>0</c:v>
                </c:pt>
                <c:pt idx="4260">
                  <c:v>0</c:v>
                </c:pt>
                <c:pt idx="4261">
                  <c:v>0</c:v>
                </c:pt>
                <c:pt idx="4262">
                  <c:v>0</c:v>
                </c:pt>
                <c:pt idx="4263">
                  <c:v>0</c:v>
                </c:pt>
                <c:pt idx="4264">
                  <c:v>0</c:v>
                </c:pt>
                <c:pt idx="4265">
                  <c:v>0</c:v>
                </c:pt>
                <c:pt idx="4266">
                  <c:v>0</c:v>
                </c:pt>
                <c:pt idx="4267">
                  <c:v>0</c:v>
                </c:pt>
                <c:pt idx="4268">
                  <c:v>0</c:v>
                </c:pt>
                <c:pt idx="4269">
                  <c:v>0</c:v>
                </c:pt>
                <c:pt idx="4270">
                  <c:v>0</c:v>
                </c:pt>
                <c:pt idx="4271">
                  <c:v>0</c:v>
                </c:pt>
                <c:pt idx="4272">
                  <c:v>0</c:v>
                </c:pt>
                <c:pt idx="4273">
                  <c:v>0</c:v>
                </c:pt>
                <c:pt idx="4274">
                  <c:v>0</c:v>
                </c:pt>
                <c:pt idx="4275">
                  <c:v>0</c:v>
                </c:pt>
                <c:pt idx="4276">
                  <c:v>0</c:v>
                </c:pt>
                <c:pt idx="4277">
                  <c:v>0</c:v>
                </c:pt>
                <c:pt idx="4278">
                  <c:v>0</c:v>
                </c:pt>
                <c:pt idx="4279">
                  <c:v>0</c:v>
                </c:pt>
                <c:pt idx="4280">
                  <c:v>0</c:v>
                </c:pt>
                <c:pt idx="4281">
                  <c:v>0</c:v>
                </c:pt>
                <c:pt idx="4282">
                  <c:v>0</c:v>
                </c:pt>
                <c:pt idx="4283">
                  <c:v>0</c:v>
                </c:pt>
                <c:pt idx="4284">
                  <c:v>0</c:v>
                </c:pt>
                <c:pt idx="4285">
                  <c:v>0</c:v>
                </c:pt>
                <c:pt idx="4286">
                  <c:v>0</c:v>
                </c:pt>
                <c:pt idx="4287">
                  <c:v>0</c:v>
                </c:pt>
                <c:pt idx="4288">
                  <c:v>0</c:v>
                </c:pt>
                <c:pt idx="4289">
                  <c:v>0</c:v>
                </c:pt>
                <c:pt idx="4290">
                  <c:v>0</c:v>
                </c:pt>
                <c:pt idx="4291">
                  <c:v>0</c:v>
                </c:pt>
                <c:pt idx="4292">
                  <c:v>0</c:v>
                </c:pt>
                <c:pt idx="4293">
                  <c:v>0</c:v>
                </c:pt>
                <c:pt idx="4294">
                  <c:v>0</c:v>
                </c:pt>
                <c:pt idx="4295">
                  <c:v>0</c:v>
                </c:pt>
                <c:pt idx="4296">
                  <c:v>0</c:v>
                </c:pt>
                <c:pt idx="4297">
                  <c:v>0</c:v>
                </c:pt>
                <c:pt idx="4298">
                  <c:v>0</c:v>
                </c:pt>
                <c:pt idx="4299">
                  <c:v>0</c:v>
                </c:pt>
                <c:pt idx="4300">
                  <c:v>0</c:v>
                </c:pt>
                <c:pt idx="4301">
                  <c:v>0</c:v>
                </c:pt>
                <c:pt idx="4302">
                  <c:v>0</c:v>
                </c:pt>
                <c:pt idx="4303">
                  <c:v>0</c:v>
                </c:pt>
                <c:pt idx="4304">
                  <c:v>0</c:v>
                </c:pt>
                <c:pt idx="4305">
                  <c:v>0</c:v>
                </c:pt>
                <c:pt idx="4306">
                  <c:v>0</c:v>
                </c:pt>
                <c:pt idx="4307">
                  <c:v>0</c:v>
                </c:pt>
                <c:pt idx="4308">
                  <c:v>0</c:v>
                </c:pt>
                <c:pt idx="4309">
                  <c:v>0</c:v>
                </c:pt>
                <c:pt idx="4310">
                  <c:v>0</c:v>
                </c:pt>
                <c:pt idx="4311">
                  <c:v>0</c:v>
                </c:pt>
                <c:pt idx="4312">
                  <c:v>0</c:v>
                </c:pt>
                <c:pt idx="4313">
                  <c:v>0</c:v>
                </c:pt>
                <c:pt idx="4314">
                  <c:v>0</c:v>
                </c:pt>
                <c:pt idx="4315">
                  <c:v>0</c:v>
                </c:pt>
                <c:pt idx="4316">
                  <c:v>0</c:v>
                </c:pt>
                <c:pt idx="4317">
                  <c:v>0</c:v>
                </c:pt>
                <c:pt idx="4318">
                  <c:v>0</c:v>
                </c:pt>
                <c:pt idx="4319">
                  <c:v>0</c:v>
                </c:pt>
                <c:pt idx="4320">
                  <c:v>0</c:v>
                </c:pt>
                <c:pt idx="4321">
                  <c:v>0</c:v>
                </c:pt>
                <c:pt idx="4322">
                  <c:v>0</c:v>
                </c:pt>
                <c:pt idx="4323">
                  <c:v>0</c:v>
                </c:pt>
                <c:pt idx="4324">
                  <c:v>0</c:v>
                </c:pt>
                <c:pt idx="4325">
                  <c:v>0</c:v>
                </c:pt>
                <c:pt idx="4326">
                  <c:v>0</c:v>
                </c:pt>
                <c:pt idx="4327">
                  <c:v>0</c:v>
                </c:pt>
                <c:pt idx="4328">
                  <c:v>0</c:v>
                </c:pt>
                <c:pt idx="4329">
                  <c:v>0</c:v>
                </c:pt>
                <c:pt idx="4330">
                  <c:v>0</c:v>
                </c:pt>
                <c:pt idx="4331">
                  <c:v>0</c:v>
                </c:pt>
                <c:pt idx="4332">
                  <c:v>0</c:v>
                </c:pt>
                <c:pt idx="4333">
                  <c:v>0</c:v>
                </c:pt>
                <c:pt idx="4334">
                  <c:v>0</c:v>
                </c:pt>
                <c:pt idx="4335">
                  <c:v>0</c:v>
                </c:pt>
                <c:pt idx="4336">
                  <c:v>0</c:v>
                </c:pt>
                <c:pt idx="4337">
                  <c:v>0</c:v>
                </c:pt>
                <c:pt idx="4338">
                  <c:v>0</c:v>
                </c:pt>
                <c:pt idx="4339">
                  <c:v>0</c:v>
                </c:pt>
                <c:pt idx="4340">
                  <c:v>0</c:v>
                </c:pt>
                <c:pt idx="4341">
                  <c:v>0</c:v>
                </c:pt>
                <c:pt idx="4342">
                  <c:v>0</c:v>
                </c:pt>
                <c:pt idx="4343">
                  <c:v>0</c:v>
                </c:pt>
                <c:pt idx="4344">
                  <c:v>0</c:v>
                </c:pt>
                <c:pt idx="4345">
                  <c:v>0</c:v>
                </c:pt>
                <c:pt idx="4346">
                  <c:v>0</c:v>
                </c:pt>
                <c:pt idx="4347">
                  <c:v>0</c:v>
                </c:pt>
                <c:pt idx="4348">
                  <c:v>0</c:v>
                </c:pt>
                <c:pt idx="4349">
                  <c:v>0</c:v>
                </c:pt>
                <c:pt idx="4350">
                  <c:v>0</c:v>
                </c:pt>
                <c:pt idx="4351">
                  <c:v>0</c:v>
                </c:pt>
                <c:pt idx="4352">
                  <c:v>0</c:v>
                </c:pt>
                <c:pt idx="4353">
                  <c:v>0</c:v>
                </c:pt>
                <c:pt idx="4354">
                  <c:v>0</c:v>
                </c:pt>
                <c:pt idx="4355">
                  <c:v>0</c:v>
                </c:pt>
                <c:pt idx="4356">
                  <c:v>0</c:v>
                </c:pt>
                <c:pt idx="4357">
                  <c:v>0</c:v>
                </c:pt>
                <c:pt idx="4358">
                  <c:v>0</c:v>
                </c:pt>
                <c:pt idx="4359">
                  <c:v>0</c:v>
                </c:pt>
                <c:pt idx="4360">
                  <c:v>0</c:v>
                </c:pt>
                <c:pt idx="4361">
                  <c:v>0</c:v>
                </c:pt>
                <c:pt idx="4362">
                  <c:v>0</c:v>
                </c:pt>
                <c:pt idx="4363">
                  <c:v>0</c:v>
                </c:pt>
                <c:pt idx="4364">
                  <c:v>0</c:v>
                </c:pt>
                <c:pt idx="4365">
                  <c:v>0</c:v>
                </c:pt>
                <c:pt idx="4366">
                  <c:v>0</c:v>
                </c:pt>
                <c:pt idx="4367">
                  <c:v>0</c:v>
                </c:pt>
                <c:pt idx="4368">
                  <c:v>0</c:v>
                </c:pt>
                <c:pt idx="4369">
                  <c:v>0</c:v>
                </c:pt>
                <c:pt idx="4370">
                  <c:v>0</c:v>
                </c:pt>
                <c:pt idx="4371">
                  <c:v>0</c:v>
                </c:pt>
                <c:pt idx="4372">
                  <c:v>0</c:v>
                </c:pt>
                <c:pt idx="4373">
                  <c:v>0</c:v>
                </c:pt>
                <c:pt idx="4374">
                  <c:v>0</c:v>
                </c:pt>
                <c:pt idx="4375">
                  <c:v>0</c:v>
                </c:pt>
                <c:pt idx="4376">
                  <c:v>0</c:v>
                </c:pt>
                <c:pt idx="4377">
                  <c:v>0</c:v>
                </c:pt>
                <c:pt idx="4378">
                  <c:v>0</c:v>
                </c:pt>
                <c:pt idx="4379">
                  <c:v>0</c:v>
                </c:pt>
                <c:pt idx="4380">
                  <c:v>0</c:v>
                </c:pt>
                <c:pt idx="4381">
                  <c:v>0</c:v>
                </c:pt>
                <c:pt idx="4382">
                  <c:v>0</c:v>
                </c:pt>
                <c:pt idx="4383">
                  <c:v>0</c:v>
                </c:pt>
                <c:pt idx="4384">
                  <c:v>0</c:v>
                </c:pt>
                <c:pt idx="4385">
                  <c:v>0</c:v>
                </c:pt>
                <c:pt idx="4386">
                  <c:v>0</c:v>
                </c:pt>
                <c:pt idx="4387">
                  <c:v>0</c:v>
                </c:pt>
                <c:pt idx="4388">
                  <c:v>0</c:v>
                </c:pt>
                <c:pt idx="4389">
                  <c:v>0</c:v>
                </c:pt>
                <c:pt idx="4390">
                  <c:v>0</c:v>
                </c:pt>
                <c:pt idx="4391">
                  <c:v>0</c:v>
                </c:pt>
                <c:pt idx="4392">
                  <c:v>0</c:v>
                </c:pt>
                <c:pt idx="4393">
                  <c:v>0</c:v>
                </c:pt>
                <c:pt idx="4394">
                  <c:v>0</c:v>
                </c:pt>
                <c:pt idx="4395">
                  <c:v>0</c:v>
                </c:pt>
                <c:pt idx="4396">
                  <c:v>0</c:v>
                </c:pt>
                <c:pt idx="4397">
                  <c:v>0</c:v>
                </c:pt>
                <c:pt idx="4398">
                  <c:v>0</c:v>
                </c:pt>
                <c:pt idx="4399">
                  <c:v>0</c:v>
                </c:pt>
                <c:pt idx="4400">
                  <c:v>0</c:v>
                </c:pt>
                <c:pt idx="4401">
                  <c:v>0</c:v>
                </c:pt>
                <c:pt idx="4402">
                  <c:v>0</c:v>
                </c:pt>
                <c:pt idx="4403">
                  <c:v>0</c:v>
                </c:pt>
                <c:pt idx="4404">
                  <c:v>0</c:v>
                </c:pt>
                <c:pt idx="4405">
                  <c:v>0</c:v>
                </c:pt>
                <c:pt idx="4406">
                  <c:v>0</c:v>
                </c:pt>
                <c:pt idx="4407">
                  <c:v>0</c:v>
                </c:pt>
                <c:pt idx="4408">
                  <c:v>0</c:v>
                </c:pt>
                <c:pt idx="4409">
                  <c:v>0</c:v>
                </c:pt>
                <c:pt idx="4410">
                  <c:v>0</c:v>
                </c:pt>
                <c:pt idx="4411">
                  <c:v>0</c:v>
                </c:pt>
                <c:pt idx="4412">
                  <c:v>0</c:v>
                </c:pt>
                <c:pt idx="4413">
                  <c:v>0</c:v>
                </c:pt>
                <c:pt idx="4414">
                  <c:v>0</c:v>
                </c:pt>
                <c:pt idx="4415">
                  <c:v>0</c:v>
                </c:pt>
                <c:pt idx="4416">
                  <c:v>0</c:v>
                </c:pt>
                <c:pt idx="4417">
                  <c:v>0</c:v>
                </c:pt>
                <c:pt idx="4418">
                  <c:v>0</c:v>
                </c:pt>
                <c:pt idx="4419">
                  <c:v>0</c:v>
                </c:pt>
                <c:pt idx="4420">
                  <c:v>0</c:v>
                </c:pt>
                <c:pt idx="4421">
                  <c:v>0</c:v>
                </c:pt>
                <c:pt idx="4422">
                  <c:v>0</c:v>
                </c:pt>
                <c:pt idx="4423">
                  <c:v>0</c:v>
                </c:pt>
                <c:pt idx="4424">
                  <c:v>0</c:v>
                </c:pt>
                <c:pt idx="4425">
                  <c:v>0</c:v>
                </c:pt>
                <c:pt idx="4426">
                  <c:v>0</c:v>
                </c:pt>
                <c:pt idx="4427">
                  <c:v>0</c:v>
                </c:pt>
                <c:pt idx="4428">
                  <c:v>0</c:v>
                </c:pt>
                <c:pt idx="4429">
                  <c:v>0</c:v>
                </c:pt>
                <c:pt idx="4430">
                  <c:v>0</c:v>
                </c:pt>
                <c:pt idx="4431">
                  <c:v>0</c:v>
                </c:pt>
                <c:pt idx="4432">
                  <c:v>0</c:v>
                </c:pt>
                <c:pt idx="4433">
                  <c:v>0</c:v>
                </c:pt>
                <c:pt idx="4434">
                  <c:v>0</c:v>
                </c:pt>
                <c:pt idx="4435">
                  <c:v>0</c:v>
                </c:pt>
                <c:pt idx="4436">
                  <c:v>0</c:v>
                </c:pt>
                <c:pt idx="4437">
                  <c:v>0</c:v>
                </c:pt>
                <c:pt idx="4438">
                  <c:v>0</c:v>
                </c:pt>
                <c:pt idx="4439">
                  <c:v>0</c:v>
                </c:pt>
                <c:pt idx="4440">
                  <c:v>0</c:v>
                </c:pt>
                <c:pt idx="4441">
                  <c:v>0</c:v>
                </c:pt>
                <c:pt idx="4442">
                  <c:v>0</c:v>
                </c:pt>
                <c:pt idx="4443">
                  <c:v>0</c:v>
                </c:pt>
                <c:pt idx="4444">
                  <c:v>0</c:v>
                </c:pt>
                <c:pt idx="4445">
                  <c:v>0</c:v>
                </c:pt>
                <c:pt idx="4446">
                  <c:v>0</c:v>
                </c:pt>
                <c:pt idx="4447">
                  <c:v>0</c:v>
                </c:pt>
                <c:pt idx="4448">
                  <c:v>0</c:v>
                </c:pt>
                <c:pt idx="4449">
                  <c:v>0</c:v>
                </c:pt>
                <c:pt idx="4450">
                  <c:v>0</c:v>
                </c:pt>
                <c:pt idx="4451">
                  <c:v>0</c:v>
                </c:pt>
                <c:pt idx="4452">
                  <c:v>0</c:v>
                </c:pt>
                <c:pt idx="4453">
                  <c:v>0</c:v>
                </c:pt>
                <c:pt idx="4454">
                  <c:v>0</c:v>
                </c:pt>
                <c:pt idx="4455">
                  <c:v>0</c:v>
                </c:pt>
                <c:pt idx="4456">
                  <c:v>0</c:v>
                </c:pt>
                <c:pt idx="4457">
                  <c:v>0</c:v>
                </c:pt>
                <c:pt idx="4458">
                  <c:v>0</c:v>
                </c:pt>
                <c:pt idx="4459">
                  <c:v>0</c:v>
                </c:pt>
                <c:pt idx="4460">
                  <c:v>0</c:v>
                </c:pt>
                <c:pt idx="4461">
                  <c:v>0</c:v>
                </c:pt>
                <c:pt idx="4462">
                  <c:v>0</c:v>
                </c:pt>
                <c:pt idx="4463">
                  <c:v>0</c:v>
                </c:pt>
                <c:pt idx="4464">
                  <c:v>0</c:v>
                </c:pt>
                <c:pt idx="4465">
                  <c:v>0</c:v>
                </c:pt>
                <c:pt idx="4466">
                  <c:v>0</c:v>
                </c:pt>
                <c:pt idx="4467">
                  <c:v>0</c:v>
                </c:pt>
                <c:pt idx="4468">
                  <c:v>0</c:v>
                </c:pt>
                <c:pt idx="4469">
                  <c:v>0</c:v>
                </c:pt>
                <c:pt idx="4470">
                  <c:v>0</c:v>
                </c:pt>
                <c:pt idx="4471">
                  <c:v>0</c:v>
                </c:pt>
                <c:pt idx="4472">
                  <c:v>0</c:v>
                </c:pt>
                <c:pt idx="4473">
                  <c:v>0</c:v>
                </c:pt>
                <c:pt idx="4474">
                  <c:v>0</c:v>
                </c:pt>
                <c:pt idx="4475">
                  <c:v>0</c:v>
                </c:pt>
                <c:pt idx="4476">
                  <c:v>0</c:v>
                </c:pt>
                <c:pt idx="4477">
                  <c:v>0</c:v>
                </c:pt>
                <c:pt idx="4478">
                  <c:v>0</c:v>
                </c:pt>
                <c:pt idx="4479">
                  <c:v>0</c:v>
                </c:pt>
                <c:pt idx="4480">
                  <c:v>0</c:v>
                </c:pt>
                <c:pt idx="4481">
                  <c:v>0</c:v>
                </c:pt>
                <c:pt idx="4482">
                  <c:v>0</c:v>
                </c:pt>
                <c:pt idx="4483">
                  <c:v>0</c:v>
                </c:pt>
                <c:pt idx="4484">
                  <c:v>0</c:v>
                </c:pt>
                <c:pt idx="4485">
                  <c:v>0</c:v>
                </c:pt>
                <c:pt idx="4486">
                  <c:v>0</c:v>
                </c:pt>
                <c:pt idx="4487">
                  <c:v>0</c:v>
                </c:pt>
                <c:pt idx="4488">
                  <c:v>0</c:v>
                </c:pt>
                <c:pt idx="4489">
                  <c:v>0</c:v>
                </c:pt>
                <c:pt idx="4490">
                  <c:v>0</c:v>
                </c:pt>
                <c:pt idx="4491">
                  <c:v>0</c:v>
                </c:pt>
                <c:pt idx="4492">
                  <c:v>0</c:v>
                </c:pt>
                <c:pt idx="4493">
                  <c:v>0</c:v>
                </c:pt>
                <c:pt idx="4494">
                  <c:v>0</c:v>
                </c:pt>
                <c:pt idx="4495">
                  <c:v>0</c:v>
                </c:pt>
                <c:pt idx="4496">
                  <c:v>0</c:v>
                </c:pt>
                <c:pt idx="4497">
                  <c:v>0</c:v>
                </c:pt>
                <c:pt idx="4498">
                  <c:v>0</c:v>
                </c:pt>
                <c:pt idx="4499">
                  <c:v>0</c:v>
                </c:pt>
                <c:pt idx="4500">
                  <c:v>0</c:v>
                </c:pt>
                <c:pt idx="4501">
                  <c:v>0</c:v>
                </c:pt>
                <c:pt idx="4502">
                  <c:v>0</c:v>
                </c:pt>
                <c:pt idx="4503">
                  <c:v>0</c:v>
                </c:pt>
                <c:pt idx="4504">
                  <c:v>0</c:v>
                </c:pt>
                <c:pt idx="4505">
                  <c:v>0</c:v>
                </c:pt>
                <c:pt idx="4506">
                  <c:v>0</c:v>
                </c:pt>
                <c:pt idx="4507">
                  <c:v>0</c:v>
                </c:pt>
                <c:pt idx="4508">
                  <c:v>0</c:v>
                </c:pt>
                <c:pt idx="4509">
                  <c:v>0</c:v>
                </c:pt>
                <c:pt idx="4510">
                  <c:v>0</c:v>
                </c:pt>
                <c:pt idx="4511">
                  <c:v>0</c:v>
                </c:pt>
                <c:pt idx="4512">
                  <c:v>0</c:v>
                </c:pt>
                <c:pt idx="4513">
                  <c:v>0</c:v>
                </c:pt>
                <c:pt idx="4514">
                  <c:v>0</c:v>
                </c:pt>
                <c:pt idx="4515">
                  <c:v>0</c:v>
                </c:pt>
                <c:pt idx="4516">
                  <c:v>0</c:v>
                </c:pt>
                <c:pt idx="4517">
                  <c:v>0</c:v>
                </c:pt>
                <c:pt idx="4518">
                  <c:v>0</c:v>
                </c:pt>
                <c:pt idx="4519">
                  <c:v>0</c:v>
                </c:pt>
                <c:pt idx="4520">
                  <c:v>0</c:v>
                </c:pt>
                <c:pt idx="4521">
                  <c:v>0</c:v>
                </c:pt>
                <c:pt idx="4522">
                  <c:v>0</c:v>
                </c:pt>
                <c:pt idx="4523">
                  <c:v>0</c:v>
                </c:pt>
                <c:pt idx="4524">
                  <c:v>0</c:v>
                </c:pt>
                <c:pt idx="4525">
                  <c:v>0</c:v>
                </c:pt>
                <c:pt idx="4526">
                  <c:v>0</c:v>
                </c:pt>
                <c:pt idx="4527">
                  <c:v>0</c:v>
                </c:pt>
                <c:pt idx="4528">
                  <c:v>0</c:v>
                </c:pt>
                <c:pt idx="4529">
                  <c:v>0</c:v>
                </c:pt>
                <c:pt idx="4530">
                  <c:v>0</c:v>
                </c:pt>
                <c:pt idx="4531">
                  <c:v>0</c:v>
                </c:pt>
                <c:pt idx="4532">
                  <c:v>0</c:v>
                </c:pt>
                <c:pt idx="4533">
                  <c:v>0</c:v>
                </c:pt>
                <c:pt idx="4534">
                  <c:v>0</c:v>
                </c:pt>
                <c:pt idx="4535">
                  <c:v>0</c:v>
                </c:pt>
                <c:pt idx="4536">
                  <c:v>0</c:v>
                </c:pt>
                <c:pt idx="4537">
                  <c:v>0</c:v>
                </c:pt>
                <c:pt idx="4538">
                  <c:v>0</c:v>
                </c:pt>
                <c:pt idx="4539">
                  <c:v>0</c:v>
                </c:pt>
                <c:pt idx="4540">
                  <c:v>0</c:v>
                </c:pt>
                <c:pt idx="4541">
                  <c:v>0</c:v>
                </c:pt>
                <c:pt idx="4542">
                  <c:v>0</c:v>
                </c:pt>
                <c:pt idx="4543">
                  <c:v>0</c:v>
                </c:pt>
                <c:pt idx="4544">
                  <c:v>0</c:v>
                </c:pt>
                <c:pt idx="4545">
                  <c:v>0</c:v>
                </c:pt>
                <c:pt idx="4546">
                  <c:v>0</c:v>
                </c:pt>
                <c:pt idx="4547">
                  <c:v>0</c:v>
                </c:pt>
                <c:pt idx="4548">
                  <c:v>0</c:v>
                </c:pt>
                <c:pt idx="4549">
                  <c:v>0</c:v>
                </c:pt>
                <c:pt idx="4550">
                  <c:v>0</c:v>
                </c:pt>
                <c:pt idx="4551">
                  <c:v>0</c:v>
                </c:pt>
                <c:pt idx="4552">
                  <c:v>0</c:v>
                </c:pt>
                <c:pt idx="4553">
                  <c:v>0</c:v>
                </c:pt>
                <c:pt idx="4554">
                  <c:v>0</c:v>
                </c:pt>
                <c:pt idx="4555">
                  <c:v>0</c:v>
                </c:pt>
                <c:pt idx="4556">
                  <c:v>0</c:v>
                </c:pt>
                <c:pt idx="4557">
                  <c:v>0</c:v>
                </c:pt>
                <c:pt idx="4558">
                  <c:v>0</c:v>
                </c:pt>
                <c:pt idx="4559">
                  <c:v>0</c:v>
                </c:pt>
                <c:pt idx="4560">
                  <c:v>0</c:v>
                </c:pt>
                <c:pt idx="4561">
                  <c:v>0</c:v>
                </c:pt>
                <c:pt idx="4562">
                  <c:v>0</c:v>
                </c:pt>
                <c:pt idx="4563">
                  <c:v>0</c:v>
                </c:pt>
                <c:pt idx="4564">
                  <c:v>0</c:v>
                </c:pt>
                <c:pt idx="4565">
                  <c:v>0</c:v>
                </c:pt>
                <c:pt idx="4566">
                  <c:v>0</c:v>
                </c:pt>
                <c:pt idx="4567">
                  <c:v>0</c:v>
                </c:pt>
                <c:pt idx="4568">
                  <c:v>0</c:v>
                </c:pt>
                <c:pt idx="4569">
                  <c:v>0</c:v>
                </c:pt>
                <c:pt idx="4570">
                  <c:v>0</c:v>
                </c:pt>
                <c:pt idx="4571">
                  <c:v>0</c:v>
                </c:pt>
                <c:pt idx="4572">
                  <c:v>0</c:v>
                </c:pt>
                <c:pt idx="4573">
                  <c:v>0</c:v>
                </c:pt>
                <c:pt idx="4574">
                  <c:v>0</c:v>
                </c:pt>
                <c:pt idx="4575">
                  <c:v>0</c:v>
                </c:pt>
                <c:pt idx="4576">
                  <c:v>0</c:v>
                </c:pt>
                <c:pt idx="4577">
                  <c:v>0</c:v>
                </c:pt>
                <c:pt idx="4578">
                  <c:v>0</c:v>
                </c:pt>
                <c:pt idx="4579">
                  <c:v>0</c:v>
                </c:pt>
                <c:pt idx="4580">
                  <c:v>0</c:v>
                </c:pt>
                <c:pt idx="4581">
                  <c:v>0</c:v>
                </c:pt>
                <c:pt idx="4582">
                  <c:v>0</c:v>
                </c:pt>
                <c:pt idx="4583">
                  <c:v>0</c:v>
                </c:pt>
                <c:pt idx="4584">
                  <c:v>0</c:v>
                </c:pt>
                <c:pt idx="4585">
                  <c:v>0</c:v>
                </c:pt>
                <c:pt idx="4586">
                  <c:v>0</c:v>
                </c:pt>
                <c:pt idx="4587">
                  <c:v>0</c:v>
                </c:pt>
                <c:pt idx="4588">
                  <c:v>0</c:v>
                </c:pt>
                <c:pt idx="4589">
                  <c:v>0</c:v>
                </c:pt>
                <c:pt idx="4590">
                  <c:v>0</c:v>
                </c:pt>
                <c:pt idx="4591">
                  <c:v>0</c:v>
                </c:pt>
                <c:pt idx="4592">
                  <c:v>0</c:v>
                </c:pt>
                <c:pt idx="4593">
                  <c:v>0</c:v>
                </c:pt>
                <c:pt idx="4594">
                  <c:v>0</c:v>
                </c:pt>
                <c:pt idx="4595">
                  <c:v>0</c:v>
                </c:pt>
                <c:pt idx="4596">
                  <c:v>0</c:v>
                </c:pt>
                <c:pt idx="4597">
                  <c:v>0</c:v>
                </c:pt>
                <c:pt idx="4598">
                  <c:v>0</c:v>
                </c:pt>
                <c:pt idx="4599">
                  <c:v>0</c:v>
                </c:pt>
                <c:pt idx="4600">
                  <c:v>0</c:v>
                </c:pt>
                <c:pt idx="4601">
                  <c:v>0</c:v>
                </c:pt>
                <c:pt idx="4602">
                  <c:v>0</c:v>
                </c:pt>
                <c:pt idx="4603">
                  <c:v>0</c:v>
                </c:pt>
                <c:pt idx="4604">
                  <c:v>0</c:v>
                </c:pt>
                <c:pt idx="4605">
                  <c:v>0</c:v>
                </c:pt>
                <c:pt idx="4606">
                  <c:v>0</c:v>
                </c:pt>
                <c:pt idx="4607">
                  <c:v>0</c:v>
                </c:pt>
                <c:pt idx="4608">
                  <c:v>0</c:v>
                </c:pt>
                <c:pt idx="4609">
                  <c:v>0</c:v>
                </c:pt>
                <c:pt idx="4610">
                  <c:v>0</c:v>
                </c:pt>
                <c:pt idx="4611">
                  <c:v>0</c:v>
                </c:pt>
                <c:pt idx="4612">
                  <c:v>0</c:v>
                </c:pt>
                <c:pt idx="4613">
                  <c:v>0</c:v>
                </c:pt>
                <c:pt idx="4614">
                  <c:v>0</c:v>
                </c:pt>
                <c:pt idx="4615">
                  <c:v>0</c:v>
                </c:pt>
                <c:pt idx="4616">
                  <c:v>0</c:v>
                </c:pt>
                <c:pt idx="4617">
                  <c:v>0</c:v>
                </c:pt>
                <c:pt idx="4618">
                  <c:v>0</c:v>
                </c:pt>
                <c:pt idx="4619">
                  <c:v>0</c:v>
                </c:pt>
                <c:pt idx="4620">
                  <c:v>0</c:v>
                </c:pt>
                <c:pt idx="4621">
                  <c:v>0</c:v>
                </c:pt>
                <c:pt idx="4622">
                  <c:v>0</c:v>
                </c:pt>
                <c:pt idx="4623">
                  <c:v>0</c:v>
                </c:pt>
                <c:pt idx="4624">
                  <c:v>0</c:v>
                </c:pt>
                <c:pt idx="4625">
                  <c:v>0</c:v>
                </c:pt>
                <c:pt idx="4626">
                  <c:v>0</c:v>
                </c:pt>
                <c:pt idx="4627">
                  <c:v>0</c:v>
                </c:pt>
                <c:pt idx="4628">
                  <c:v>0</c:v>
                </c:pt>
                <c:pt idx="4629">
                  <c:v>0</c:v>
                </c:pt>
                <c:pt idx="4630">
                  <c:v>0</c:v>
                </c:pt>
                <c:pt idx="4631">
                  <c:v>0</c:v>
                </c:pt>
                <c:pt idx="4632">
                  <c:v>0</c:v>
                </c:pt>
                <c:pt idx="4633">
                  <c:v>0</c:v>
                </c:pt>
                <c:pt idx="4634">
                  <c:v>0</c:v>
                </c:pt>
                <c:pt idx="4635">
                  <c:v>0</c:v>
                </c:pt>
                <c:pt idx="4636">
                  <c:v>0</c:v>
                </c:pt>
                <c:pt idx="4637">
                  <c:v>0</c:v>
                </c:pt>
                <c:pt idx="4638">
                  <c:v>0</c:v>
                </c:pt>
                <c:pt idx="4639">
                  <c:v>0</c:v>
                </c:pt>
                <c:pt idx="4640">
                  <c:v>0</c:v>
                </c:pt>
                <c:pt idx="4641">
                  <c:v>0</c:v>
                </c:pt>
                <c:pt idx="4642">
                  <c:v>0</c:v>
                </c:pt>
                <c:pt idx="4643">
                  <c:v>0</c:v>
                </c:pt>
                <c:pt idx="4644">
                  <c:v>0</c:v>
                </c:pt>
                <c:pt idx="4645">
                  <c:v>0</c:v>
                </c:pt>
                <c:pt idx="4646">
                  <c:v>0</c:v>
                </c:pt>
                <c:pt idx="4647">
                  <c:v>0</c:v>
                </c:pt>
                <c:pt idx="4648">
                  <c:v>0</c:v>
                </c:pt>
                <c:pt idx="4649">
                  <c:v>0</c:v>
                </c:pt>
                <c:pt idx="4650">
                  <c:v>0</c:v>
                </c:pt>
                <c:pt idx="4651">
                  <c:v>0</c:v>
                </c:pt>
                <c:pt idx="4652">
                  <c:v>0</c:v>
                </c:pt>
                <c:pt idx="4653">
                  <c:v>0</c:v>
                </c:pt>
                <c:pt idx="4654">
                  <c:v>0</c:v>
                </c:pt>
                <c:pt idx="4655">
                  <c:v>0</c:v>
                </c:pt>
                <c:pt idx="4656">
                  <c:v>0</c:v>
                </c:pt>
                <c:pt idx="4657">
                  <c:v>0</c:v>
                </c:pt>
                <c:pt idx="4658">
                  <c:v>0</c:v>
                </c:pt>
                <c:pt idx="4659">
                  <c:v>0</c:v>
                </c:pt>
                <c:pt idx="4660">
                  <c:v>0</c:v>
                </c:pt>
                <c:pt idx="4661">
                  <c:v>0</c:v>
                </c:pt>
                <c:pt idx="4662">
                  <c:v>0</c:v>
                </c:pt>
                <c:pt idx="4663">
                  <c:v>0</c:v>
                </c:pt>
                <c:pt idx="4664">
                  <c:v>0</c:v>
                </c:pt>
                <c:pt idx="4665">
                  <c:v>0</c:v>
                </c:pt>
                <c:pt idx="4666">
                  <c:v>0</c:v>
                </c:pt>
                <c:pt idx="4667">
                  <c:v>0</c:v>
                </c:pt>
                <c:pt idx="4668">
                  <c:v>0</c:v>
                </c:pt>
                <c:pt idx="4669">
                  <c:v>0</c:v>
                </c:pt>
                <c:pt idx="4670">
                  <c:v>0</c:v>
                </c:pt>
                <c:pt idx="4671">
                  <c:v>0</c:v>
                </c:pt>
                <c:pt idx="4672">
                  <c:v>0</c:v>
                </c:pt>
                <c:pt idx="4673">
                  <c:v>0</c:v>
                </c:pt>
                <c:pt idx="4674">
                  <c:v>0</c:v>
                </c:pt>
                <c:pt idx="4675">
                  <c:v>0</c:v>
                </c:pt>
                <c:pt idx="4676">
                  <c:v>0</c:v>
                </c:pt>
                <c:pt idx="4677">
                  <c:v>0</c:v>
                </c:pt>
                <c:pt idx="4678">
                  <c:v>0</c:v>
                </c:pt>
                <c:pt idx="4679">
                  <c:v>0</c:v>
                </c:pt>
                <c:pt idx="4680">
                  <c:v>0</c:v>
                </c:pt>
                <c:pt idx="4681">
                  <c:v>0</c:v>
                </c:pt>
                <c:pt idx="4682">
                  <c:v>0</c:v>
                </c:pt>
                <c:pt idx="4683">
                  <c:v>0</c:v>
                </c:pt>
                <c:pt idx="4684">
                  <c:v>0</c:v>
                </c:pt>
                <c:pt idx="4685">
                  <c:v>0</c:v>
                </c:pt>
                <c:pt idx="4686">
                  <c:v>0</c:v>
                </c:pt>
                <c:pt idx="4687">
                  <c:v>0</c:v>
                </c:pt>
                <c:pt idx="4688">
                  <c:v>0</c:v>
                </c:pt>
                <c:pt idx="4689">
                  <c:v>0</c:v>
                </c:pt>
                <c:pt idx="4690">
                  <c:v>0</c:v>
                </c:pt>
                <c:pt idx="4691">
                  <c:v>0</c:v>
                </c:pt>
                <c:pt idx="4692">
                  <c:v>0</c:v>
                </c:pt>
                <c:pt idx="4693">
                  <c:v>0</c:v>
                </c:pt>
                <c:pt idx="4694">
                  <c:v>0</c:v>
                </c:pt>
                <c:pt idx="4695">
                  <c:v>0</c:v>
                </c:pt>
                <c:pt idx="4696">
                  <c:v>0</c:v>
                </c:pt>
                <c:pt idx="4697">
                  <c:v>0</c:v>
                </c:pt>
                <c:pt idx="4698">
                  <c:v>0</c:v>
                </c:pt>
                <c:pt idx="4699">
                  <c:v>0</c:v>
                </c:pt>
                <c:pt idx="4700">
                  <c:v>0</c:v>
                </c:pt>
                <c:pt idx="4701">
                  <c:v>0</c:v>
                </c:pt>
                <c:pt idx="4702">
                  <c:v>0</c:v>
                </c:pt>
                <c:pt idx="4703">
                  <c:v>0</c:v>
                </c:pt>
                <c:pt idx="4704">
                  <c:v>0</c:v>
                </c:pt>
                <c:pt idx="4705">
                  <c:v>0</c:v>
                </c:pt>
                <c:pt idx="4706">
                  <c:v>0</c:v>
                </c:pt>
                <c:pt idx="4707">
                  <c:v>0</c:v>
                </c:pt>
                <c:pt idx="4708">
                  <c:v>0</c:v>
                </c:pt>
                <c:pt idx="4709">
                  <c:v>0</c:v>
                </c:pt>
                <c:pt idx="4710">
                  <c:v>0</c:v>
                </c:pt>
                <c:pt idx="4711">
                  <c:v>0</c:v>
                </c:pt>
                <c:pt idx="4712">
                  <c:v>0</c:v>
                </c:pt>
                <c:pt idx="4713">
                  <c:v>0</c:v>
                </c:pt>
                <c:pt idx="4714">
                  <c:v>0</c:v>
                </c:pt>
                <c:pt idx="4715">
                  <c:v>0</c:v>
                </c:pt>
                <c:pt idx="4716">
                  <c:v>0</c:v>
                </c:pt>
                <c:pt idx="4717">
                  <c:v>0</c:v>
                </c:pt>
                <c:pt idx="4718">
                  <c:v>0</c:v>
                </c:pt>
                <c:pt idx="4719">
                  <c:v>0</c:v>
                </c:pt>
                <c:pt idx="4720">
                  <c:v>0</c:v>
                </c:pt>
                <c:pt idx="4721">
                  <c:v>0</c:v>
                </c:pt>
                <c:pt idx="4722">
                  <c:v>0</c:v>
                </c:pt>
                <c:pt idx="4723">
                  <c:v>0</c:v>
                </c:pt>
                <c:pt idx="4724">
                  <c:v>0</c:v>
                </c:pt>
                <c:pt idx="4725">
                  <c:v>0</c:v>
                </c:pt>
                <c:pt idx="4726">
                  <c:v>0</c:v>
                </c:pt>
                <c:pt idx="4727">
                  <c:v>0</c:v>
                </c:pt>
                <c:pt idx="4728">
                  <c:v>0</c:v>
                </c:pt>
                <c:pt idx="4729">
                  <c:v>0</c:v>
                </c:pt>
                <c:pt idx="4730">
                  <c:v>0</c:v>
                </c:pt>
                <c:pt idx="4731">
                  <c:v>0</c:v>
                </c:pt>
                <c:pt idx="4732">
                  <c:v>0</c:v>
                </c:pt>
                <c:pt idx="4733">
                  <c:v>0</c:v>
                </c:pt>
                <c:pt idx="4734">
                  <c:v>0</c:v>
                </c:pt>
                <c:pt idx="4735">
                  <c:v>0</c:v>
                </c:pt>
                <c:pt idx="4736">
                  <c:v>0</c:v>
                </c:pt>
                <c:pt idx="4737">
                  <c:v>0</c:v>
                </c:pt>
                <c:pt idx="4738">
                  <c:v>0</c:v>
                </c:pt>
                <c:pt idx="4739">
                  <c:v>0</c:v>
                </c:pt>
                <c:pt idx="4740">
                  <c:v>0</c:v>
                </c:pt>
                <c:pt idx="4741">
                  <c:v>0</c:v>
                </c:pt>
                <c:pt idx="4742">
                  <c:v>0</c:v>
                </c:pt>
                <c:pt idx="4743">
                  <c:v>0</c:v>
                </c:pt>
                <c:pt idx="4744">
                  <c:v>0</c:v>
                </c:pt>
                <c:pt idx="4745">
                  <c:v>0</c:v>
                </c:pt>
                <c:pt idx="4746">
                  <c:v>0</c:v>
                </c:pt>
                <c:pt idx="4747">
                  <c:v>0</c:v>
                </c:pt>
                <c:pt idx="4748">
                  <c:v>0</c:v>
                </c:pt>
                <c:pt idx="4749">
                  <c:v>0</c:v>
                </c:pt>
                <c:pt idx="4750">
                  <c:v>0</c:v>
                </c:pt>
                <c:pt idx="4751">
                  <c:v>0</c:v>
                </c:pt>
                <c:pt idx="4752">
                  <c:v>0</c:v>
                </c:pt>
                <c:pt idx="4753">
                  <c:v>0</c:v>
                </c:pt>
                <c:pt idx="4754">
                  <c:v>0</c:v>
                </c:pt>
                <c:pt idx="4755">
                  <c:v>0</c:v>
                </c:pt>
                <c:pt idx="4756">
                  <c:v>0</c:v>
                </c:pt>
                <c:pt idx="4757">
                  <c:v>0</c:v>
                </c:pt>
                <c:pt idx="4758">
                  <c:v>0</c:v>
                </c:pt>
                <c:pt idx="4759">
                  <c:v>0</c:v>
                </c:pt>
                <c:pt idx="4760">
                  <c:v>0</c:v>
                </c:pt>
                <c:pt idx="4761">
                  <c:v>0</c:v>
                </c:pt>
                <c:pt idx="4762">
                  <c:v>0</c:v>
                </c:pt>
                <c:pt idx="4763">
                  <c:v>0</c:v>
                </c:pt>
                <c:pt idx="4764">
                  <c:v>0</c:v>
                </c:pt>
                <c:pt idx="4765">
                  <c:v>0</c:v>
                </c:pt>
                <c:pt idx="4766">
                  <c:v>0</c:v>
                </c:pt>
                <c:pt idx="4767">
                  <c:v>0</c:v>
                </c:pt>
                <c:pt idx="4768">
                  <c:v>0</c:v>
                </c:pt>
                <c:pt idx="4769">
                  <c:v>0</c:v>
                </c:pt>
                <c:pt idx="4770">
                  <c:v>0</c:v>
                </c:pt>
                <c:pt idx="4771">
                  <c:v>0</c:v>
                </c:pt>
                <c:pt idx="4772">
                  <c:v>0</c:v>
                </c:pt>
                <c:pt idx="4773">
                  <c:v>0</c:v>
                </c:pt>
                <c:pt idx="4774">
                  <c:v>0</c:v>
                </c:pt>
                <c:pt idx="4775">
                  <c:v>0</c:v>
                </c:pt>
                <c:pt idx="4776">
                  <c:v>0</c:v>
                </c:pt>
                <c:pt idx="4777">
                  <c:v>0</c:v>
                </c:pt>
                <c:pt idx="4778">
                  <c:v>0</c:v>
                </c:pt>
                <c:pt idx="4779">
                  <c:v>0</c:v>
                </c:pt>
                <c:pt idx="4780">
                  <c:v>0</c:v>
                </c:pt>
                <c:pt idx="4781">
                  <c:v>0</c:v>
                </c:pt>
                <c:pt idx="4782">
                  <c:v>0</c:v>
                </c:pt>
                <c:pt idx="4783">
                  <c:v>0</c:v>
                </c:pt>
                <c:pt idx="4784">
                  <c:v>0</c:v>
                </c:pt>
                <c:pt idx="4785">
                  <c:v>0</c:v>
                </c:pt>
                <c:pt idx="4786">
                  <c:v>0</c:v>
                </c:pt>
                <c:pt idx="4787">
                  <c:v>0</c:v>
                </c:pt>
                <c:pt idx="4788">
                  <c:v>0</c:v>
                </c:pt>
                <c:pt idx="4789">
                  <c:v>0</c:v>
                </c:pt>
                <c:pt idx="4790">
                  <c:v>0</c:v>
                </c:pt>
                <c:pt idx="4791">
                  <c:v>0</c:v>
                </c:pt>
                <c:pt idx="4792">
                  <c:v>0</c:v>
                </c:pt>
                <c:pt idx="4793">
                  <c:v>0</c:v>
                </c:pt>
                <c:pt idx="4794">
                  <c:v>0</c:v>
                </c:pt>
                <c:pt idx="4795">
                  <c:v>0</c:v>
                </c:pt>
                <c:pt idx="4796">
                  <c:v>0</c:v>
                </c:pt>
                <c:pt idx="4797">
                  <c:v>0</c:v>
                </c:pt>
                <c:pt idx="4798">
                  <c:v>0</c:v>
                </c:pt>
                <c:pt idx="4799">
                  <c:v>0</c:v>
                </c:pt>
                <c:pt idx="4800">
                  <c:v>0</c:v>
                </c:pt>
                <c:pt idx="4801">
                  <c:v>0</c:v>
                </c:pt>
                <c:pt idx="4802">
                  <c:v>0</c:v>
                </c:pt>
                <c:pt idx="4803">
                  <c:v>0</c:v>
                </c:pt>
                <c:pt idx="4804">
                  <c:v>0</c:v>
                </c:pt>
                <c:pt idx="4805">
                  <c:v>0</c:v>
                </c:pt>
                <c:pt idx="4806">
                  <c:v>0</c:v>
                </c:pt>
                <c:pt idx="4807">
                  <c:v>0</c:v>
                </c:pt>
                <c:pt idx="4808">
                  <c:v>0</c:v>
                </c:pt>
                <c:pt idx="4809">
                  <c:v>0</c:v>
                </c:pt>
                <c:pt idx="4810">
                  <c:v>0</c:v>
                </c:pt>
                <c:pt idx="4811">
                  <c:v>0</c:v>
                </c:pt>
                <c:pt idx="4812">
                  <c:v>0</c:v>
                </c:pt>
                <c:pt idx="4813">
                  <c:v>0</c:v>
                </c:pt>
                <c:pt idx="4814">
                  <c:v>0</c:v>
                </c:pt>
                <c:pt idx="4815">
                  <c:v>0</c:v>
                </c:pt>
                <c:pt idx="4816">
                  <c:v>0</c:v>
                </c:pt>
                <c:pt idx="4817">
                  <c:v>0</c:v>
                </c:pt>
                <c:pt idx="4818">
                  <c:v>0</c:v>
                </c:pt>
                <c:pt idx="4819">
                  <c:v>0</c:v>
                </c:pt>
                <c:pt idx="4820">
                  <c:v>0</c:v>
                </c:pt>
                <c:pt idx="4821">
                  <c:v>0</c:v>
                </c:pt>
                <c:pt idx="4822">
                  <c:v>0</c:v>
                </c:pt>
                <c:pt idx="4823">
                  <c:v>0</c:v>
                </c:pt>
                <c:pt idx="4824">
                  <c:v>0</c:v>
                </c:pt>
                <c:pt idx="4825">
                  <c:v>0</c:v>
                </c:pt>
                <c:pt idx="4826">
                  <c:v>0</c:v>
                </c:pt>
                <c:pt idx="4827">
                  <c:v>0</c:v>
                </c:pt>
                <c:pt idx="4828">
                  <c:v>0</c:v>
                </c:pt>
                <c:pt idx="4829">
                  <c:v>0</c:v>
                </c:pt>
                <c:pt idx="4830">
                  <c:v>0</c:v>
                </c:pt>
                <c:pt idx="4831">
                  <c:v>0</c:v>
                </c:pt>
                <c:pt idx="4832">
                  <c:v>0</c:v>
                </c:pt>
                <c:pt idx="4833">
                  <c:v>0</c:v>
                </c:pt>
                <c:pt idx="4834">
                  <c:v>0</c:v>
                </c:pt>
                <c:pt idx="4835">
                  <c:v>0</c:v>
                </c:pt>
                <c:pt idx="4836">
                  <c:v>0</c:v>
                </c:pt>
                <c:pt idx="4837">
                  <c:v>0</c:v>
                </c:pt>
                <c:pt idx="4838">
                  <c:v>0</c:v>
                </c:pt>
                <c:pt idx="4839">
                  <c:v>0</c:v>
                </c:pt>
                <c:pt idx="4840">
                  <c:v>0</c:v>
                </c:pt>
                <c:pt idx="4841">
                  <c:v>0</c:v>
                </c:pt>
                <c:pt idx="4842">
                  <c:v>0</c:v>
                </c:pt>
                <c:pt idx="4843">
                  <c:v>0</c:v>
                </c:pt>
                <c:pt idx="4844">
                  <c:v>0</c:v>
                </c:pt>
                <c:pt idx="4845">
                  <c:v>0</c:v>
                </c:pt>
                <c:pt idx="4846">
                  <c:v>0</c:v>
                </c:pt>
                <c:pt idx="4847">
                  <c:v>0</c:v>
                </c:pt>
                <c:pt idx="4848">
                  <c:v>0</c:v>
                </c:pt>
                <c:pt idx="4849">
                  <c:v>0</c:v>
                </c:pt>
                <c:pt idx="4850">
                  <c:v>0</c:v>
                </c:pt>
                <c:pt idx="4851">
                  <c:v>0</c:v>
                </c:pt>
                <c:pt idx="4852">
                  <c:v>0</c:v>
                </c:pt>
                <c:pt idx="4853">
                  <c:v>0</c:v>
                </c:pt>
                <c:pt idx="4854">
                  <c:v>0</c:v>
                </c:pt>
                <c:pt idx="4855">
                  <c:v>0</c:v>
                </c:pt>
                <c:pt idx="4856">
                  <c:v>0</c:v>
                </c:pt>
                <c:pt idx="4857">
                  <c:v>0</c:v>
                </c:pt>
                <c:pt idx="4858">
                  <c:v>0</c:v>
                </c:pt>
                <c:pt idx="4859">
                  <c:v>0</c:v>
                </c:pt>
                <c:pt idx="4860">
                  <c:v>0</c:v>
                </c:pt>
                <c:pt idx="4861">
                  <c:v>0</c:v>
                </c:pt>
                <c:pt idx="4862">
                  <c:v>0</c:v>
                </c:pt>
                <c:pt idx="4863">
                  <c:v>0</c:v>
                </c:pt>
                <c:pt idx="4864">
                  <c:v>0</c:v>
                </c:pt>
                <c:pt idx="4865">
                  <c:v>0</c:v>
                </c:pt>
                <c:pt idx="4866">
                  <c:v>0</c:v>
                </c:pt>
                <c:pt idx="4867">
                  <c:v>0</c:v>
                </c:pt>
                <c:pt idx="4868">
                  <c:v>0</c:v>
                </c:pt>
                <c:pt idx="4869">
                  <c:v>0</c:v>
                </c:pt>
                <c:pt idx="4870">
                  <c:v>0</c:v>
                </c:pt>
                <c:pt idx="4871">
                  <c:v>0</c:v>
                </c:pt>
                <c:pt idx="4872">
                  <c:v>0</c:v>
                </c:pt>
                <c:pt idx="4873">
                  <c:v>0</c:v>
                </c:pt>
                <c:pt idx="4874">
                  <c:v>0</c:v>
                </c:pt>
                <c:pt idx="4875">
                  <c:v>0</c:v>
                </c:pt>
                <c:pt idx="4876">
                  <c:v>0</c:v>
                </c:pt>
                <c:pt idx="4877">
                  <c:v>0</c:v>
                </c:pt>
                <c:pt idx="4878">
                  <c:v>0</c:v>
                </c:pt>
                <c:pt idx="4879">
                  <c:v>0</c:v>
                </c:pt>
                <c:pt idx="4880">
                  <c:v>0</c:v>
                </c:pt>
                <c:pt idx="4881">
                  <c:v>0</c:v>
                </c:pt>
                <c:pt idx="4882">
                  <c:v>0</c:v>
                </c:pt>
                <c:pt idx="4883">
                  <c:v>0</c:v>
                </c:pt>
                <c:pt idx="4884">
                  <c:v>0</c:v>
                </c:pt>
                <c:pt idx="4885">
                  <c:v>0</c:v>
                </c:pt>
                <c:pt idx="4886">
                  <c:v>0</c:v>
                </c:pt>
                <c:pt idx="4887">
                  <c:v>0</c:v>
                </c:pt>
                <c:pt idx="4888">
                  <c:v>0</c:v>
                </c:pt>
                <c:pt idx="4889">
                  <c:v>0</c:v>
                </c:pt>
                <c:pt idx="4890">
                  <c:v>0</c:v>
                </c:pt>
                <c:pt idx="4891">
                  <c:v>0</c:v>
                </c:pt>
                <c:pt idx="4892">
                  <c:v>0</c:v>
                </c:pt>
                <c:pt idx="4893">
                  <c:v>0</c:v>
                </c:pt>
                <c:pt idx="4894">
                  <c:v>0</c:v>
                </c:pt>
                <c:pt idx="4895">
                  <c:v>0</c:v>
                </c:pt>
                <c:pt idx="4896">
                  <c:v>0</c:v>
                </c:pt>
                <c:pt idx="4897">
                  <c:v>0</c:v>
                </c:pt>
                <c:pt idx="4898">
                  <c:v>0</c:v>
                </c:pt>
                <c:pt idx="4899">
                  <c:v>0</c:v>
                </c:pt>
                <c:pt idx="4900">
                  <c:v>0</c:v>
                </c:pt>
                <c:pt idx="4901">
                  <c:v>0</c:v>
                </c:pt>
                <c:pt idx="4902">
                  <c:v>0</c:v>
                </c:pt>
                <c:pt idx="4903">
                  <c:v>0</c:v>
                </c:pt>
                <c:pt idx="4904">
                  <c:v>0</c:v>
                </c:pt>
                <c:pt idx="4905">
                  <c:v>0</c:v>
                </c:pt>
                <c:pt idx="4906">
                  <c:v>0</c:v>
                </c:pt>
                <c:pt idx="4907">
                  <c:v>0</c:v>
                </c:pt>
                <c:pt idx="4908">
                  <c:v>0</c:v>
                </c:pt>
                <c:pt idx="4909">
                  <c:v>0</c:v>
                </c:pt>
                <c:pt idx="4910">
                  <c:v>0</c:v>
                </c:pt>
                <c:pt idx="4911">
                  <c:v>0</c:v>
                </c:pt>
                <c:pt idx="4912">
                  <c:v>0</c:v>
                </c:pt>
                <c:pt idx="4913">
                  <c:v>0</c:v>
                </c:pt>
                <c:pt idx="4914">
                  <c:v>0</c:v>
                </c:pt>
                <c:pt idx="4915">
                  <c:v>0</c:v>
                </c:pt>
                <c:pt idx="4916">
                  <c:v>0</c:v>
                </c:pt>
                <c:pt idx="4917">
                  <c:v>0</c:v>
                </c:pt>
                <c:pt idx="4918">
                  <c:v>0</c:v>
                </c:pt>
                <c:pt idx="4919">
                  <c:v>0</c:v>
                </c:pt>
                <c:pt idx="4920">
                  <c:v>0</c:v>
                </c:pt>
                <c:pt idx="4921">
                  <c:v>0</c:v>
                </c:pt>
                <c:pt idx="4922">
                  <c:v>0</c:v>
                </c:pt>
                <c:pt idx="4923">
                  <c:v>0</c:v>
                </c:pt>
                <c:pt idx="4924">
                  <c:v>0</c:v>
                </c:pt>
                <c:pt idx="4925">
                  <c:v>0</c:v>
                </c:pt>
                <c:pt idx="4926">
                  <c:v>0</c:v>
                </c:pt>
                <c:pt idx="4927">
                  <c:v>0</c:v>
                </c:pt>
                <c:pt idx="4928">
                  <c:v>0</c:v>
                </c:pt>
                <c:pt idx="4929">
                  <c:v>0</c:v>
                </c:pt>
                <c:pt idx="4930">
                  <c:v>0</c:v>
                </c:pt>
                <c:pt idx="4931">
                  <c:v>0</c:v>
                </c:pt>
                <c:pt idx="4932">
                  <c:v>0</c:v>
                </c:pt>
                <c:pt idx="4933">
                  <c:v>0</c:v>
                </c:pt>
                <c:pt idx="4934">
                  <c:v>0</c:v>
                </c:pt>
                <c:pt idx="4935">
                  <c:v>0</c:v>
                </c:pt>
                <c:pt idx="4936">
                  <c:v>0</c:v>
                </c:pt>
                <c:pt idx="4937">
                  <c:v>0</c:v>
                </c:pt>
                <c:pt idx="4938">
                  <c:v>0</c:v>
                </c:pt>
                <c:pt idx="4939">
                  <c:v>0</c:v>
                </c:pt>
                <c:pt idx="4940">
                  <c:v>0</c:v>
                </c:pt>
                <c:pt idx="4941">
                  <c:v>0</c:v>
                </c:pt>
                <c:pt idx="4942">
                  <c:v>0</c:v>
                </c:pt>
                <c:pt idx="4943">
                  <c:v>0</c:v>
                </c:pt>
                <c:pt idx="4944">
                  <c:v>0</c:v>
                </c:pt>
                <c:pt idx="4945">
                  <c:v>0</c:v>
                </c:pt>
                <c:pt idx="4946">
                  <c:v>0</c:v>
                </c:pt>
                <c:pt idx="4947">
                  <c:v>0</c:v>
                </c:pt>
                <c:pt idx="4948">
                  <c:v>0</c:v>
                </c:pt>
                <c:pt idx="4949">
                  <c:v>0</c:v>
                </c:pt>
                <c:pt idx="4950">
                  <c:v>0</c:v>
                </c:pt>
                <c:pt idx="4951">
                  <c:v>0</c:v>
                </c:pt>
                <c:pt idx="4952">
                  <c:v>0</c:v>
                </c:pt>
                <c:pt idx="4953">
                  <c:v>0</c:v>
                </c:pt>
                <c:pt idx="4954">
                  <c:v>0</c:v>
                </c:pt>
                <c:pt idx="4955">
                  <c:v>0</c:v>
                </c:pt>
                <c:pt idx="4956">
                  <c:v>0</c:v>
                </c:pt>
                <c:pt idx="4957">
                  <c:v>0</c:v>
                </c:pt>
                <c:pt idx="4958">
                  <c:v>0</c:v>
                </c:pt>
                <c:pt idx="4959">
                  <c:v>0</c:v>
                </c:pt>
                <c:pt idx="4960">
                  <c:v>0</c:v>
                </c:pt>
                <c:pt idx="4961">
                  <c:v>0</c:v>
                </c:pt>
                <c:pt idx="4962">
                  <c:v>0</c:v>
                </c:pt>
                <c:pt idx="4963">
                  <c:v>0</c:v>
                </c:pt>
                <c:pt idx="4964">
                  <c:v>0</c:v>
                </c:pt>
                <c:pt idx="4965">
                  <c:v>0</c:v>
                </c:pt>
                <c:pt idx="4966">
                  <c:v>0</c:v>
                </c:pt>
                <c:pt idx="4967">
                  <c:v>0</c:v>
                </c:pt>
                <c:pt idx="4968">
                  <c:v>0</c:v>
                </c:pt>
                <c:pt idx="4969">
                  <c:v>0</c:v>
                </c:pt>
                <c:pt idx="4970">
                  <c:v>0</c:v>
                </c:pt>
                <c:pt idx="4971">
                  <c:v>0</c:v>
                </c:pt>
                <c:pt idx="4972">
                  <c:v>0</c:v>
                </c:pt>
                <c:pt idx="4973">
                  <c:v>0</c:v>
                </c:pt>
                <c:pt idx="4974">
                  <c:v>0</c:v>
                </c:pt>
                <c:pt idx="4975">
                  <c:v>0</c:v>
                </c:pt>
                <c:pt idx="4976">
                  <c:v>0</c:v>
                </c:pt>
                <c:pt idx="4977">
                  <c:v>0</c:v>
                </c:pt>
                <c:pt idx="4978">
                  <c:v>0</c:v>
                </c:pt>
                <c:pt idx="4979">
                  <c:v>0</c:v>
                </c:pt>
                <c:pt idx="4980">
                  <c:v>0</c:v>
                </c:pt>
                <c:pt idx="4981">
                  <c:v>0</c:v>
                </c:pt>
                <c:pt idx="4982">
                  <c:v>0</c:v>
                </c:pt>
                <c:pt idx="4983">
                  <c:v>0</c:v>
                </c:pt>
                <c:pt idx="4984">
                  <c:v>0</c:v>
                </c:pt>
                <c:pt idx="4985">
                  <c:v>0</c:v>
                </c:pt>
                <c:pt idx="4986">
                  <c:v>0</c:v>
                </c:pt>
                <c:pt idx="4987">
                  <c:v>0</c:v>
                </c:pt>
                <c:pt idx="4988">
                  <c:v>0</c:v>
                </c:pt>
                <c:pt idx="4989">
                  <c:v>0</c:v>
                </c:pt>
                <c:pt idx="4990">
                  <c:v>0</c:v>
                </c:pt>
                <c:pt idx="4991">
                  <c:v>0</c:v>
                </c:pt>
                <c:pt idx="4992">
                  <c:v>0</c:v>
                </c:pt>
                <c:pt idx="4993">
                  <c:v>0</c:v>
                </c:pt>
                <c:pt idx="4994">
                  <c:v>0</c:v>
                </c:pt>
                <c:pt idx="4995">
                  <c:v>0</c:v>
                </c:pt>
                <c:pt idx="4996">
                  <c:v>0</c:v>
                </c:pt>
                <c:pt idx="4997">
                  <c:v>0</c:v>
                </c:pt>
                <c:pt idx="4998">
                  <c:v>0</c:v>
                </c:pt>
                <c:pt idx="4999">
                  <c:v>0</c:v>
                </c:pt>
                <c:pt idx="5000">
                  <c:v>0</c:v>
                </c:pt>
                <c:pt idx="5001">
                  <c:v>0</c:v>
                </c:pt>
                <c:pt idx="5002">
                  <c:v>0</c:v>
                </c:pt>
                <c:pt idx="5003">
                  <c:v>0</c:v>
                </c:pt>
                <c:pt idx="5004">
                  <c:v>0</c:v>
                </c:pt>
                <c:pt idx="5005">
                  <c:v>0</c:v>
                </c:pt>
                <c:pt idx="5006">
                  <c:v>0</c:v>
                </c:pt>
                <c:pt idx="5007">
                  <c:v>0</c:v>
                </c:pt>
                <c:pt idx="5008">
                  <c:v>0</c:v>
                </c:pt>
                <c:pt idx="5009">
                  <c:v>0</c:v>
                </c:pt>
                <c:pt idx="5010">
                  <c:v>0</c:v>
                </c:pt>
                <c:pt idx="5011">
                  <c:v>0</c:v>
                </c:pt>
                <c:pt idx="5012">
                  <c:v>0</c:v>
                </c:pt>
                <c:pt idx="5013">
                  <c:v>0</c:v>
                </c:pt>
                <c:pt idx="5014">
                  <c:v>0</c:v>
                </c:pt>
                <c:pt idx="5015">
                  <c:v>0</c:v>
                </c:pt>
                <c:pt idx="5016">
                  <c:v>0</c:v>
                </c:pt>
                <c:pt idx="5017">
                  <c:v>0</c:v>
                </c:pt>
                <c:pt idx="5018">
                  <c:v>0</c:v>
                </c:pt>
                <c:pt idx="5019">
                  <c:v>0</c:v>
                </c:pt>
                <c:pt idx="5020">
                  <c:v>0</c:v>
                </c:pt>
                <c:pt idx="5021">
                  <c:v>0</c:v>
                </c:pt>
                <c:pt idx="5022">
                  <c:v>0</c:v>
                </c:pt>
                <c:pt idx="5023">
                  <c:v>0</c:v>
                </c:pt>
                <c:pt idx="5024">
                  <c:v>0</c:v>
                </c:pt>
                <c:pt idx="5025">
                  <c:v>0</c:v>
                </c:pt>
                <c:pt idx="5026">
                  <c:v>0</c:v>
                </c:pt>
                <c:pt idx="5027">
                  <c:v>0</c:v>
                </c:pt>
                <c:pt idx="5028">
                  <c:v>0</c:v>
                </c:pt>
                <c:pt idx="5029">
                  <c:v>0</c:v>
                </c:pt>
                <c:pt idx="5030">
                  <c:v>0</c:v>
                </c:pt>
                <c:pt idx="5031">
                  <c:v>0</c:v>
                </c:pt>
                <c:pt idx="5032">
                  <c:v>0</c:v>
                </c:pt>
                <c:pt idx="5033">
                  <c:v>0</c:v>
                </c:pt>
                <c:pt idx="5034">
                  <c:v>0</c:v>
                </c:pt>
                <c:pt idx="5035">
                  <c:v>0</c:v>
                </c:pt>
                <c:pt idx="5036">
                  <c:v>0</c:v>
                </c:pt>
                <c:pt idx="5037">
                  <c:v>0</c:v>
                </c:pt>
                <c:pt idx="5038">
                  <c:v>0</c:v>
                </c:pt>
                <c:pt idx="5039">
                  <c:v>0</c:v>
                </c:pt>
                <c:pt idx="5040">
                  <c:v>0</c:v>
                </c:pt>
                <c:pt idx="5041">
                  <c:v>0</c:v>
                </c:pt>
                <c:pt idx="5042">
                  <c:v>0</c:v>
                </c:pt>
                <c:pt idx="5043">
                  <c:v>0</c:v>
                </c:pt>
                <c:pt idx="5044">
                  <c:v>0</c:v>
                </c:pt>
                <c:pt idx="5045">
                  <c:v>0</c:v>
                </c:pt>
                <c:pt idx="5046">
                  <c:v>0</c:v>
                </c:pt>
                <c:pt idx="5047">
                  <c:v>0</c:v>
                </c:pt>
                <c:pt idx="5048">
                  <c:v>0</c:v>
                </c:pt>
                <c:pt idx="5049">
                  <c:v>0</c:v>
                </c:pt>
                <c:pt idx="5050">
                  <c:v>0</c:v>
                </c:pt>
                <c:pt idx="5051">
                  <c:v>0</c:v>
                </c:pt>
                <c:pt idx="5052">
                  <c:v>0</c:v>
                </c:pt>
                <c:pt idx="5053">
                  <c:v>0</c:v>
                </c:pt>
                <c:pt idx="5054">
                  <c:v>0</c:v>
                </c:pt>
                <c:pt idx="5055">
                  <c:v>0</c:v>
                </c:pt>
                <c:pt idx="5056">
                  <c:v>0</c:v>
                </c:pt>
                <c:pt idx="5057">
                  <c:v>0</c:v>
                </c:pt>
                <c:pt idx="5058">
                  <c:v>0</c:v>
                </c:pt>
                <c:pt idx="5059">
                  <c:v>0</c:v>
                </c:pt>
                <c:pt idx="5060">
                  <c:v>0</c:v>
                </c:pt>
                <c:pt idx="5061">
                  <c:v>0</c:v>
                </c:pt>
                <c:pt idx="5062">
                  <c:v>0</c:v>
                </c:pt>
                <c:pt idx="5063">
                  <c:v>0</c:v>
                </c:pt>
                <c:pt idx="5064">
                  <c:v>0</c:v>
                </c:pt>
                <c:pt idx="5065">
                  <c:v>0</c:v>
                </c:pt>
                <c:pt idx="5066">
                  <c:v>0</c:v>
                </c:pt>
                <c:pt idx="5067">
                  <c:v>0</c:v>
                </c:pt>
                <c:pt idx="5068">
                  <c:v>0</c:v>
                </c:pt>
                <c:pt idx="5069">
                  <c:v>0</c:v>
                </c:pt>
                <c:pt idx="5070">
                  <c:v>0</c:v>
                </c:pt>
                <c:pt idx="5071">
                  <c:v>0</c:v>
                </c:pt>
                <c:pt idx="5072">
                  <c:v>0</c:v>
                </c:pt>
                <c:pt idx="5073">
                  <c:v>0</c:v>
                </c:pt>
                <c:pt idx="5074">
                  <c:v>0</c:v>
                </c:pt>
                <c:pt idx="5075">
                  <c:v>0</c:v>
                </c:pt>
                <c:pt idx="5076">
                  <c:v>0</c:v>
                </c:pt>
                <c:pt idx="5077">
                  <c:v>0</c:v>
                </c:pt>
                <c:pt idx="5078">
                  <c:v>0</c:v>
                </c:pt>
                <c:pt idx="5079">
                  <c:v>0</c:v>
                </c:pt>
                <c:pt idx="5080">
                  <c:v>0</c:v>
                </c:pt>
                <c:pt idx="5081">
                  <c:v>0</c:v>
                </c:pt>
                <c:pt idx="5082">
                  <c:v>0</c:v>
                </c:pt>
                <c:pt idx="5083">
                  <c:v>0</c:v>
                </c:pt>
                <c:pt idx="5084">
                  <c:v>0</c:v>
                </c:pt>
                <c:pt idx="5085">
                  <c:v>0</c:v>
                </c:pt>
                <c:pt idx="5086">
                  <c:v>0</c:v>
                </c:pt>
                <c:pt idx="5087">
                  <c:v>0</c:v>
                </c:pt>
                <c:pt idx="5088">
                  <c:v>0</c:v>
                </c:pt>
                <c:pt idx="5089">
                  <c:v>0</c:v>
                </c:pt>
                <c:pt idx="5090">
                  <c:v>0</c:v>
                </c:pt>
                <c:pt idx="5091">
                  <c:v>0</c:v>
                </c:pt>
                <c:pt idx="5092">
                  <c:v>0</c:v>
                </c:pt>
                <c:pt idx="5093">
                  <c:v>0</c:v>
                </c:pt>
                <c:pt idx="5094">
                  <c:v>0</c:v>
                </c:pt>
                <c:pt idx="5095">
                  <c:v>0</c:v>
                </c:pt>
                <c:pt idx="5096">
                  <c:v>0</c:v>
                </c:pt>
                <c:pt idx="5097">
                  <c:v>0</c:v>
                </c:pt>
                <c:pt idx="5098">
                  <c:v>0</c:v>
                </c:pt>
                <c:pt idx="5099">
                  <c:v>0</c:v>
                </c:pt>
                <c:pt idx="5100">
                  <c:v>0</c:v>
                </c:pt>
                <c:pt idx="5101">
                  <c:v>0</c:v>
                </c:pt>
                <c:pt idx="5102">
                  <c:v>0</c:v>
                </c:pt>
                <c:pt idx="5103">
                  <c:v>0</c:v>
                </c:pt>
                <c:pt idx="5104">
                  <c:v>0</c:v>
                </c:pt>
                <c:pt idx="5105">
                  <c:v>0</c:v>
                </c:pt>
                <c:pt idx="5106">
                  <c:v>0</c:v>
                </c:pt>
                <c:pt idx="5107">
                  <c:v>0</c:v>
                </c:pt>
                <c:pt idx="5108">
                  <c:v>0</c:v>
                </c:pt>
                <c:pt idx="5109">
                  <c:v>0</c:v>
                </c:pt>
                <c:pt idx="5110">
                  <c:v>0</c:v>
                </c:pt>
                <c:pt idx="5111">
                  <c:v>0</c:v>
                </c:pt>
                <c:pt idx="5112">
                  <c:v>0</c:v>
                </c:pt>
                <c:pt idx="5113">
                  <c:v>0</c:v>
                </c:pt>
                <c:pt idx="5114">
                  <c:v>0</c:v>
                </c:pt>
                <c:pt idx="5115">
                  <c:v>0</c:v>
                </c:pt>
                <c:pt idx="5116">
                  <c:v>0</c:v>
                </c:pt>
                <c:pt idx="5117">
                  <c:v>0</c:v>
                </c:pt>
                <c:pt idx="5118">
                  <c:v>0</c:v>
                </c:pt>
                <c:pt idx="5119">
                  <c:v>0</c:v>
                </c:pt>
                <c:pt idx="5120">
                  <c:v>0</c:v>
                </c:pt>
                <c:pt idx="5121">
                  <c:v>0</c:v>
                </c:pt>
                <c:pt idx="5122">
                  <c:v>0</c:v>
                </c:pt>
                <c:pt idx="5123">
                  <c:v>0</c:v>
                </c:pt>
                <c:pt idx="5124">
                  <c:v>0</c:v>
                </c:pt>
                <c:pt idx="5125">
                  <c:v>0</c:v>
                </c:pt>
                <c:pt idx="5126">
                  <c:v>0</c:v>
                </c:pt>
                <c:pt idx="5127">
                  <c:v>0</c:v>
                </c:pt>
                <c:pt idx="5128">
                  <c:v>0</c:v>
                </c:pt>
                <c:pt idx="5129">
                  <c:v>0</c:v>
                </c:pt>
                <c:pt idx="5130">
                  <c:v>0</c:v>
                </c:pt>
                <c:pt idx="5131">
                  <c:v>0</c:v>
                </c:pt>
                <c:pt idx="5132">
                  <c:v>0</c:v>
                </c:pt>
                <c:pt idx="5133">
                  <c:v>0</c:v>
                </c:pt>
                <c:pt idx="5134">
                  <c:v>0</c:v>
                </c:pt>
                <c:pt idx="5135">
                  <c:v>0</c:v>
                </c:pt>
                <c:pt idx="5136">
                  <c:v>0</c:v>
                </c:pt>
                <c:pt idx="5137">
                  <c:v>0</c:v>
                </c:pt>
                <c:pt idx="5138">
                  <c:v>0</c:v>
                </c:pt>
                <c:pt idx="5139">
                  <c:v>0</c:v>
                </c:pt>
                <c:pt idx="5140">
                  <c:v>0</c:v>
                </c:pt>
                <c:pt idx="5141">
                  <c:v>0</c:v>
                </c:pt>
                <c:pt idx="5142">
                  <c:v>0</c:v>
                </c:pt>
                <c:pt idx="5143">
                  <c:v>0</c:v>
                </c:pt>
                <c:pt idx="5144">
                  <c:v>0</c:v>
                </c:pt>
                <c:pt idx="5145">
                  <c:v>0</c:v>
                </c:pt>
                <c:pt idx="5146">
                  <c:v>0</c:v>
                </c:pt>
                <c:pt idx="5147">
                  <c:v>0</c:v>
                </c:pt>
                <c:pt idx="5148">
                  <c:v>0</c:v>
                </c:pt>
                <c:pt idx="5149">
                  <c:v>0</c:v>
                </c:pt>
                <c:pt idx="5150">
                  <c:v>0</c:v>
                </c:pt>
                <c:pt idx="5151">
                  <c:v>0</c:v>
                </c:pt>
                <c:pt idx="5152">
                  <c:v>0</c:v>
                </c:pt>
                <c:pt idx="5153">
                  <c:v>0</c:v>
                </c:pt>
                <c:pt idx="5154">
                  <c:v>0</c:v>
                </c:pt>
                <c:pt idx="5155">
                  <c:v>0</c:v>
                </c:pt>
                <c:pt idx="5156">
                  <c:v>0</c:v>
                </c:pt>
                <c:pt idx="5157">
                  <c:v>0</c:v>
                </c:pt>
                <c:pt idx="5158">
                  <c:v>0</c:v>
                </c:pt>
                <c:pt idx="5159">
                  <c:v>0</c:v>
                </c:pt>
                <c:pt idx="5160">
                  <c:v>0</c:v>
                </c:pt>
                <c:pt idx="5161">
                  <c:v>0</c:v>
                </c:pt>
                <c:pt idx="5162">
                  <c:v>0</c:v>
                </c:pt>
                <c:pt idx="5163">
                  <c:v>0</c:v>
                </c:pt>
                <c:pt idx="5164">
                  <c:v>0</c:v>
                </c:pt>
                <c:pt idx="5165">
                  <c:v>0</c:v>
                </c:pt>
                <c:pt idx="5166">
                  <c:v>0</c:v>
                </c:pt>
                <c:pt idx="5167">
                  <c:v>0</c:v>
                </c:pt>
                <c:pt idx="5168">
                  <c:v>0</c:v>
                </c:pt>
                <c:pt idx="5169">
                  <c:v>0</c:v>
                </c:pt>
                <c:pt idx="5170">
                  <c:v>0</c:v>
                </c:pt>
                <c:pt idx="5171">
                  <c:v>0</c:v>
                </c:pt>
                <c:pt idx="5172">
                  <c:v>0</c:v>
                </c:pt>
                <c:pt idx="5173">
                  <c:v>0</c:v>
                </c:pt>
                <c:pt idx="5174">
                  <c:v>0</c:v>
                </c:pt>
                <c:pt idx="5175">
                  <c:v>0</c:v>
                </c:pt>
                <c:pt idx="5176">
                  <c:v>0</c:v>
                </c:pt>
                <c:pt idx="5177">
                  <c:v>0</c:v>
                </c:pt>
                <c:pt idx="5178">
                  <c:v>0</c:v>
                </c:pt>
                <c:pt idx="5179">
                  <c:v>0</c:v>
                </c:pt>
                <c:pt idx="5180">
                  <c:v>0</c:v>
                </c:pt>
                <c:pt idx="5181">
                  <c:v>0</c:v>
                </c:pt>
                <c:pt idx="5182">
                  <c:v>0</c:v>
                </c:pt>
                <c:pt idx="5183">
                  <c:v>0</c:v>
                </c:pt>
                <c:pt idx="5184">
                  <c:v>0</c:v>
                </c:pt>
                <c:pt idx="5185">
                  <c:v>0</c:v>
                </c:pt>
                <c:pt idx="5186">
                  <c:v>0</c:v>
                </c:pt>
                <c:pt idx="5187">
                  <c:v>0</c:v>
                </c:pt>
                <c:pt idx="5188">
                  <c:v>0</c:v>
                </c:pt>
                <c:pt idx="5189">
                  <c:v>0</c:v>
                </c:pt>
                <c:pt idx="5190">
                  <c:v>0</c:v>
                </c:pt>
                <c:pt idx="5191">
                  <c:v>0</c:v>
                </c:pt>
                <c:pt idx="5192">
                  <c:v>0</c:v>
                </c:pt>
                <c:pt idx="5193">
                  <c:v>0</c:v>
                </c:pt>
                <c:pt idx="5194">
                  <c:v>0</c:v>
                </c:pt>
                <c:pt idx="5195">
                  <c:v>0</c:v>
                </c:pt>
                <c:pt idx="5196">
                  <c:v>0</c:v>
                </c:pt>
                <c:pt idx="5197">
                  <c:v>0</c:v>
                </c:pt>
                <c:pt idx="5198">
                  <c:v>0</c:v>
                </c:pt>
                <c:pt idx="5199">
                  <c:v>0</c:v>
                </c:pt>
                <c:pt idx="5200">
                  <c:v>0</c:v>
                </c:pt>
                <c:pt idx="5201">
                  <c:v>0</c:v>
                </c:pt>
                <c:pt idx="5202">
                  <c:v>0</c:v>
                </c:pt>
                <c:pt idx="5203">
                  <c:v>0</c:v>
                </c:pt>
                <c:pt idx="5204">
                  <c:v>0</c:v>
                </c:pt>
                <c:pt idx="5205">
                  <c:v>0</c:v>
                </c:pt>
                <c:pt idx="5206">
                  <c:v>0</c:v>
                </c:pt>
                <c:pt idx="5207">
                  <c:v>0</c:v>
                </c:pt>
                <c:pt idx="5208">
                  <c:v>0</c:v>
                </c:pt>
                <c:pt idx="5209">
                  <c:v>0</c:v>
                </c:pt>
                <c:pt idx="5210">
                  <c:v>0</c:v>
                </c:pt>
                <c:pt idx="5211">
                  <c:v>0</c:v>
                </c:pt>
                <c:pt idx="5212">
                  <c:v>0</c:v>
                </c:pt>
                <c:pt idx="5213">
                  <c:v>0</c:v>
                </c:pt>
                <c:pt idx="5214">
                  <c:v>0</c:v>
                </c:pt>
                <c:pt idx="5215">
                  <c:v>0</c:v>
                </c:pt>
                <c:pt idx="5216">
                  <c:v>0</c:v>
                </c:pt>
                <c:pt idx="5217">
                  <c:v>0</c:v>
                </c:pt>
                <c:pt idx="5218">
                  <c:v>0</c:v>
                </c:pt>
                <c:pt idx="5219">
                  <c:v>0</c:v>
                </c:pt>
                <c:pt idx="5220">
                  <c:v>0</c:v>
                </c:pt>
                <c:pt idx="5221">
                  <c:v>0</c:v>
                </c:pt>
                <c:pt idx="5222">
                  <c:v>0</c:v>
                </c:pt>
                <c:pt idx="5223">
                  <c:v>0</c:v>
                </c:pt>
                <c:pt idx="5224">
                  <c:v>0</c:v>
                </c:pt>
                <c:pt idx="5225">
                  <c:v>0</c:v>
                </c:pt>
                <c:pt idx="5226">
                  <c:v>0</c:v>
                </c:pt>
                <c:pt idx="5227">
                  <c:v>0</c:v>
                </c:pt>
                <c:pt idx="5228">
                  <c:v>0</c:v>
                </c:pt>
                <c:pt idx="5229">
                  <c:v>0</c:v>
                </c:pt>
                <c:pt idx="5230">
                  <c:v>0</c:v>
                </c:pt>
                <c:pt idx="5231">
                  <c:v>0</c:v>
                </c:pt>
                <c:pt idx="5232">
                  <c:v>0</c:v>
                </c:pt>
                <c:pt idx="5233">
                  <c:v>0</c:v>
                </c:pt>
                <c:pt idx="5234">
                  <c:v>0</c:v>
                </c:pt>
                <c:pt idx="5235">
                  <c:v>0</c:v>
                </c:pt>
                <c:pt idx="5236">
                  <c:v>0</c:v>
                </c:pt>
                <c:pt idx="5237">
                  <c:v>0</c:v>
                </c:pt>
                <c:pt idx="5238">
                  <c:v>0</c:v>
                </c:pt>
                <c:pt idx="5239">
                  <c:v>0</c:v>
                </c:pt>
                <c:pt idx="5240">
                  <c:v>0</c:v>
                </c:pt>
                <c:pt idx="5241">
                  <c:v>0</c:v>
                </c:pt>
                <c:pt idx="5242">
                  <c:v>0</c:v>
                </c:pt>
                <c:pt idx="5243">
                  <c:v>0</c:v>
                </c:pt>
                <c:pt idx="5244">
                  <c:v>0</c:v>
                </c:pt>
                <c:pt idx="5245">
                  <c:v>0</c:v>
                </c:pt>
                <c:pt idx="5246">
                  <c:v>0</c:v>
                </c:pt>
                <c:pt idx="5247">
                  <c:v>0</c:v>
                </c:pt>
                <c:pt idx="5248">
                  <c:v>0</c:v>
                </c:pt>
                <c:pt idx="5249">
                  <c:v>0</c:v>
                </c:pt>
                <c:pt idx="5250">
                  <c:v>0</c:v>
                </c:pt>
                <c:pt idx="5251">
                  <c:v>0</c:v>
                </c:pt>
                <c:pt idx="5252">
                  <c:v>0</c:v>
                </c:pt>
                <c:pt idx="5253">
                  <c:v>0</c:v>
                </c:pt>
                <c:pt idx="5254">
                  <c:v>0</c:v>
                </c:pt>
                <c:pt idx="5255">
                  <c:v>0</c:v>
                </c:pt>
                <c:pt idx="5256">
                  <c:v>0</c:v>
                </c:pt>
                <c:pt idx="5257">
                  <c:v>0</c:v>
                </c:pt>
                <c:pt idx="5258">
                  <c:v>0</c:v>
                </c:pt>
                <c:pt idx="5259">
                  <c:v>0</c:v>
                </c:pt>
                <c:pt idx="5260">
                  <c:v>0</c:v>
                </c:pt>
                <c:pt idx="5261">
                  <c:v>0</c:v>
                </c:pt>
                <c:pt idx="5262">
                  <c:v>0</c:v>
                </c:pt>
                <c:pt idx="5263">
                  <c:v>0</c:v>
                </c:pt>
                <c:pt idx="5264">
                  <c:v>0</c:v>
                </c:pt>
                <c:pt idx="5265">
                  <c:v>0</c:v>
                </c:pt>
                <c:pt idx="5266">
                  <c:v>0</c:v>
                </c:pt>
                <c:pt idx="5267">
                  <c:v>0</c:v>
                </c:pt>
                <c:pt idx="5268">
                  <c:v>0</c:v>
                </c:pt>
                <c:pt idx="5269">
                  <c:v>0</c:v>
                </c:pt>
                <c:pt idx="5270">
                  <c:v>0</c:v>
                </c:pt>
                <c:pt idx="5271">
                  <c:v>0</c:v>
                </c:pt>
                <c:pt idx="5272">
                  <c:v>0</c:v>
                </c:pt>
                <c:pt idx="5273">
                  <c:v>0</c:v>
                </c:pt>
                <c:pt idx="5274">
                  <c:v>0</c:v>
                </c:pt>
                <c:pt idx="5275">
                  <c:v>0</c:v>
                </c:pt>
                <c:pt idx="5276">
                  <c:v>0</c:v>
                </c:pt>
                <c:pt idx="5277">
                  <c:v>0</c:v>
                </c:pt>
                <c:pt idx="5278">
                  <c:v>0</c:v>
                </c:pt>
                <c:pt idx="5279">
                  <c:v>0</c:v>
                </c:pt>
                <c:pt idx="5280">
                  <c:v>0</c:v>
                </c:pt>
                <c:pt idx="5281">
                  <c:v>0</c:v>
                </c:pt>
                <c:pt idx="5282">
                  <c:v>0</c:v>
                </c:pt>
                <c:pt idx="5283">
                  <c:v>0</c:v>
                </c:pt>
                <c:pt idx="5284">
                  <c:v>0</c:v>
                </c:pt>
                <c:pt idx="5285">
                  <c:v>0</c:v>
                </c:pt>
                <c:pt idx="5286">
                  <c:v>0</c:v>
                </c:pt>
                <c:pt idx="5287">
                  <c:v>0</c:v>
                </c:pt>
                <c:pt idx="5288">
                  <c:v>0</c:v>
                </c:pt>
                <c:pt idx="5289">
                  <c:v>0</c:v>
                </c:pt>
                <c:pt idx="5290">
                  <c:v>0</c:v>
                </c:pt>
                <c:pt idx="5291">
                  <c:v>0</c:v>
                </c:pt>
                <c:pt idx="5292">
                  <c:v>0</c:v>
                </c:pt>
                <c:pt idx="5293">
                  <c:v>0</c:v>
                </c:pt>
                <c:pt idx="5294">
                  <c:v>0</c:v>
                </c:pt>
                <c:pt idx="5295">
                  <c:v>0</c:v>
                </c:pt>
                <c:pt idx="5296">
                  <c:v>0</c:v>
                </c:pt>
                <c:pt idx="5297">
                  <c:v>0</c:v>
                </c:pt>
                <c:pt idx="5298">
                  <c:v>0</c:v>
                </c:pt>
                <c:pt idx="5299">
                  <c:v>0</c:v>
                </c:pt>
                <c:pt idx="5300">
                  <c:v>0</c:v>
                </c:pt>
                <c:pt idx="5301">
                  <c:v>0</c:v>
                </c:pt>
                <c:pt idx="5302">
                  <c:v>0</c:v>
                </c:pt>
                <c:pt idx="5303">
                  <c:v>0</c:v>
                </c:pt>
                <c:pt idx="5304">
                  <c:v>0</c:v>
                </c:pt>
                <c:pt idx="5305">
                  <c:v>0</c:v>
                </c:pt>
                <c:pt idx="5306">
                  <c:v>0</c:v>
                </c:pt>
                <c:pt idx="5307">
                  <c:v>0</c:v>
                </c:pt>
                <c:pt idx="5308">
                  <c:v>0</c:v>
                </c:pt>
                <c:pt idx="5309">
                  <c:v>0</c:v>
                </c:pt>
                <c:pt idx="5310">
                  <c:v>0</c:v>
                </c:pt>
                <c:pt idx="5311">
                  <c:v>0</c:v>
                </c:pt>
                <c:pt idx="5312">
                  <c:v>0</c:v>
                </c:pt>
                <c:pt idx="5313">
                  <c:v>0</c:v>
                </c:pt>
                <c:pt idx="5314">
                  <c:v>0</c:v>
                </c:pt>
                <c:pt idx="5315">
                  <c:v>0</c:v>
                </c:pt>
                <c:pt idx="5316">
                  <c:v>0</c:v>
                </c:pt>
                <c:pt idx="5317">
                  <c:v>0</c:v>
                </c:pt>
                <c:pt idx="5318">
                  <c:v>0</c:v>
                </c:pt>
                <c:pt idx="5319">
                  <c:v>0</c:v>
                </c:pt>
                <c:pt idx="5320">
                  <c:v>0</c:v>
                </c:pt>
                <c:pt idx="5321">
                  <c:v>0</c:v>
                </c:pt>
                <c:pt idx="5322">
                  <c:v>0</c:v>
                </c:pt>
                <c:pt idx="5323">
                  <c:v>0</c:v>
                </c:pt>
                <c:pt idx="5324">
                  <c:v>0</c:v>
                </c:pt>
                <c:pt idx="5325">
                  <c:v>0</c:v>
                </c:pt>
                <c:pt idx="5326">
                  <c:v>0</c:v>
                </c:pt>
                <c:pt idx="5327">
                  <c:v>0</c:v>
                </c:pt>
                <c:pt idx="5328">
                  <c:v>0</c:v>
                </c:pt>
                <c:pt idx="5329">
                  <c:v>0</c:v>
                </c:pt>
                <c:pt idx="5330">
                  <c:v>0</c:v>
                </c:pt>
                <c:pt idx="5331">
                  <c:v>0</c:v>
                </c:pt>
                <c:pt idx="5332">
                  <c:v>0</c:v>
                </c:pt>
                <c:pt idx="5333">
                  <c:v>0</c:v>
                </c:pt>
                <c:pt idx="5334">
                  <c:v>0</c:v>
                </c:pt>
                <c:pt idx="5335">
                  <c:v>0</c:v>
                </c:pt>
                <c:pt idx="5336">
                  <c:v>0</c:v>
                </c:pt>
                <c:pt idx="5337">
                  <c:v>0</c:v>
                </c:pt>
                <c:pt idx="5338">
                  <c:v>0</c:v>
                </c:pt>
                <c:pt idx="5339">
                  <c:v>0</c:v>
                </c:pt>
                <c:pt idx="5340">
                  <c:v>0</c:v>
                </c:pt>
                <c:pt idx="5341">
                  <c:v>0</c:v>
                </c:pt>
                <c:pt idx="5342">
                  <c:v>0</c:v>
                </c:pt>
                <c:pt idx="5343">
                  <c:v>0</c:v>
                </c:pt>
                <c:pt idx="5344">
                  <c:v>0</c:v>
                </c:pt>
                <c:pt idx="5345">
                  <c:v>0</c:v>
                </c:pt>
                <c:pt idx="5346">
                  <c:v>0</c:v>
                </c:pt>
                <c:pt idx="5347">
                  <c:v>0</c:v>
                </c:pt>
                <c:pt idx="5348">
                  <c:v>0</c:v>
                </c:pt>
                <c:pt idx="5349">
                  <c:v>0</c:v>
                </c:pt>
                <c:pt idx="5350">
                  <c:v>0</c:v>
                </c:pt>
                <c:pt idx="5351">
                  <c:v>0</c:v>
                </c:pt>
                <c:pt idx="5352">
                  <c:v>0</c:v>
                </c:pt>
                <c:pt idx="5353">
                  <c:v>0</c:v>
                </c:pt>
                <c:pt idx="5354">
                  <c:v>0</c:v>
                </c:pt>
                <c:pt idx="5355">
                  <c:v>0</c:v>
                </c:pt>
                <c:pt idx="5356">
                  <c:v>0</c:v>
                </c:pt>
                <c:pt idx="5357">
                  <c:v>0</c:v>
                </c:pt>
                <c:pt idx="5358">
                  <c:v>0</c:v>
                </c:pt>
                <c:pt idx="5359">
                  <c:v>0</c:v>
                </c:pt>
                <c:pt idx="5360">
                  <c:v>0</c:v>
                </c:pt>
                <c:pt idx="5361">
                  <c:v>0</c:v>
                </c:pt>
                <c:pt idx="5362">
                  <c:v>0</c:v>
                </c:pt>
                <c:pt idx="5363">
                  <c:v>0</c:v>
                </c:pt>
                <c:pt idx="5364">
                  <c:v>0</c:v>
                </c:pt>
                <c:pt idx="5365">
                  <c:v>0</c:v>
                </c:pt>
                <c:pt idx="5366">
                  <c:v>0</c:v>
                </c:pt>
                <c:pt idx="5367">
                  <c:v>0</c:v>
                </c:pt>
                <c:pt idx="5368">
                  <c:v>0</c:v>
                </c:pt>
                <c:pt idx="5369">
                  <c:v>0</c:v>
                </c:pt>
                <c:pt idx="5370">
                  <c:v>0</c:v>
                </c:pt>
                <c:pt idx="5371">
                  <c:v>0</c:v>
                </c:pt>
                <c:pt idx="5372">
                  <c:v>0</c:v>
                </c:pt>
                <c:pt idx="5373">
                  <c:v>0</c:v>
                </c:pt>
                <c:pt idx="5374">
                  <c:v>0</c:v>
                </c:pt>
                <c:pt idx="5375">
                  <c:v>0</c:v>
                </c:pt>
                <c:pt idx="5376">
                  <c:v>0</c:v>
                </c:pt>
                <c:pt idx="5377">
                  <c:v>0</c:v>
                </c:pt>
                <c:pt idx="5378">
                  <c:v>0</c:v>
                </c:pt>
                <c:pt idx="5379">
                  <c:v>0</c:v>
                </c:pt>
                <c:pt idx="5380">
                  <c:v>0</c:v>
                </c:pt>
                <c:pt idx="5381">
                  <c:v>0</c:v>
                </c:pt>
                <c:pt idx="5382">
                  <c:v>0</c:v>
                </c:pt>
                <c:pt idx="5383">
                  <c:v>0</c:v>
                </c:pt>
                <c:pt idx="5384">
                  <c:v>0</c:v>
                </c:pt>
                <c:pt idx="5385">
                  <c:v>0</c:v>
                </c:pt>
                <c:pt idx="5386">
                  <c:v>0</c:v>
                </c:pt>
                <c:pt idx="5387">
                  <c:v>0</c:v>
                </c:pt>
                <c:pt idx="5388">
                  <c:v>0</c:v>
                </c:pt>
                <c:pt idx="5389">
                  <c:v>0</c:v>
                </c:pt>
                <c:pt idx="5390">
                  <c:v>0</c:v>
                </c:pt>
                <c:pt idx="5391">
                  <c:v>0</c:v>
                </c:pt>
                <c:pt idx="5392">
                  <c:v>0</c:v>
                </c:pt>
                <c:pt idx="5393">
                  <c:v>0</c:v>
                </c:pt>
                <c:pt idx="5394">
                  <c:v>0</c:v>
                </c:pt>
                <c:pt idx="5395">
                  <c:v>0</c:v>
                </c:pt>
                <c:pt idx="5396">
                  <c:v>0</c:v>
                </c:pt>
                <c:pt idx="5397">
                  <c:v>0</c:v>
                </c:pt>
                <c:pt idx="5398">
                  <c:v>0</c:v>
                </c:pt>
                <c:pt idx="5399">
                  <c:v>0</c:v>
                </c:pt>
                <c:pt idx="5400">
                  <c:v>0</c:v>
                </c:pt>
                <c:pt idx="5401">
                  <c:v>0</c:v>
                </c:pt>
                <c:pt idx="5402">
                  <c:v>0</c:v>
                </c:pt>
                <c:pt idx="5403">
                  <c:v>0</c:v>
                </c:pt>
                <c:pt idx="5404">
                  <c:v>0</c:v>
                </c:pt>
                <c:pt idx="5405">
                  <c:v>0</c:v>
                </c:pt>
                <c:pt idx="5406">
                  <c:v>0</c:v>
                </c:pt>
                <c:pt idx="5407">
                  <c:v>0</c:v>
                </c:pt>
                <c:pt idx="5408">
                  <c:v>0</c:v>
                </c:pt>
                <c:pt idx="5409">
                  <c:v>0</c:v>
                </c:pt>
                <c:pt idx="5410">
                  <c:v>0</c:v>
                </c:pt>
                <c:pt idx="5411">
                  <c:v>0</c:v>
                </c:pt>
                <c:pt idx="5412">
                  <c:v>0</c:v>
                </c:pt>
                <c:pt idx="5413">
                  <c:v>0</c:v>
                </c:pt>
                <c:pt idx="5414">
                  <c:v>0</c:v>
                </c:pt>
                <c:pt idx="5415">
                  <c:v>0</c:v>
                </c:pt>
                <c:pt idx="5416">
                  <c:v>0</c:v>
                </c:pt>
                <c:pt idx="5417">
                  <c:v>0</c:v>
                </c:pt>
                <c:pt idx="5418">
                  <c:v>0</c:v>
                </c:pt>
                <c:pt idx="5419">
                  <c:v>0</c:v>
                </c:pt>
                <c:pt idx="5420">
                  <c:v>0</c:v>
                </c:pt>
                <c:pt idx="5421">
                  <c:v>0</c:v>
                </c:pt>
                <c:pt idx="5422">
                  <c:v>0</c:v>
                </c:pt>
                <c:pt idx="5423">
                  <c:v>0</c:v>
                </c:pt>
                <c:pt idx="5424">
                  <c:v>0</c:v>
                </c:pt>
                <c:pt idx="5425">
                  <c:v>0</c:v>
                </c:pt>
                <c:pt idx="5426">
                  <c:v>0</c:v>
                </c:pt>
                <c:pt idx="5427">
                  <c:v>0</c:v>
                </c:pt>
                <c:pt idx="5428">
                  <c:v>0</c:v>
                </c:pt>
                <c:pt idx="5429">
                  <c:v>0</c:v>
                </c:pt>
                <c:pt idx="5430">
                  <c:v>0</c:v>
                </c:pt>
                <c:pt idx="5431">
                  <c:v>0</c:v>
                </c:pt>
                <c:pt idx="5432">
                  <c:v>0</c:v>
                </c:pt>
                <c:pt idx="5433">
                  <c:v>0</c:v>
                </c:pt>
                <c:pt idx="5434">
                  <c:v>0</c:v>
                </c:pt>
                <c:pt idx="5435">
                  <c:v>0</c:v>
                </c:pt>
                <c:pt idx="5436">
                  <c:v>0</c:v>
                </c:pt>
                <c:pt idx="5437">
                  <c:v>0</c:v>
                </c:pt>
                <c:pt idx="5438">
                  <c:v>0</c:v>
                </c:pt>
                <c:pt idx="5439">
                  <c:v>0</c:v>
                </c:pt>
                <c:pt idx="5440">
                  <c:v>0</c:v>
                </c:pt>
                <c:pt idx="5441">
                  <c:v>0</c:v>
                </c:pt>
                <c:pt idx="5442">
                  <c:v>0</c:v>
                </c:pt>
                <c:pt idx="5443">
                  <c:v>0</c:v>
                </c:pt>
                <c:pt idx="5444">
                  <c:v>0</c:v>
                </c:pt>
                <c:pt idx="5445">
                  <c:v>0</c:v>
                </c:pt>
                <c:pt idx="5446">
                  <c:v>0</c:v>
                </c:pt>
                <c:pt idx="5447">
                  <c:v>0</c:v>
                </c:pt>
                <c:pt idx="5448">
                  <c:v>0</c:v>
                </c:pt>
                <c:pt idx="5449">
                  <c:v>0</c:v>
                </c:pt>
                <c:pt idx="5450">
                  <c:v>0</c:v>
                </c:pt>
                <c:pt idx="5451">
                  <c:v>0</c:v>
                </c:pt>
                <c:pt idx="5452">
                  <c:v>0</c:v>
                </c:pt>
                <c:pt idx="5453">
                  <c:v>0</c:v>
                </c:pt>
                <c:pt idx="5454">
                  <c:v>0</c:v>
                </c:pt>
                <c:pt idx="5455">
                  <c:v>0</c:v>
                </c:pt>
                <c:pt idx="5456">
                  <c:v>0</c:v>
                </c:pt>
                <c:pt idx="5457">
                  <c:v>0</c:v>
                </c:pt>
                <c:pt idx="5458">
                  <c:v>0</c:v>
                </c:pt>
                <c:pt idx="5459">
                  <c:v>0</c:v>
                </c:pt>
                <c:pt idx="5460">
                  <c:v>0</c:v>
                </c:pt>
                <c:pt idx="5461">
                  <c:v>0</c:v>
                </c:pt>
                <c:pt idx="5462">
                  <c:v>0</c:v>
                </c:pt>
                <c:pt idx="5463">
                  <c:v>0</c:v>
                </c:pt>
                <c:pt idx="5464">
                  <c:v>0</c:v>
                </c:pt>
                <c:pt idx="5465">
                  <c:v>0</c:v>
                </c:pt>
                <c:pt idx="5466">
                  <c:v>0</c:v>
                </c:pt>
                <c:pt idx="5467">
                  <c:v>0</c:v>
                </c:pt>
                <c:pt idx="5468">
                  <c:v>0</c:v>
                </c:pt>
                <c:pt idx="5469">
                  <c:v>0</c:v>
                </c:pt>
                <c:pt idx="5470">
                  <c:v>0</c:v>
                </c:pt>
                <c:pt idx="5471">
                  <c:v>0</c:v>
                </c:pt>
                <c:pt idx="5472">
                  <c:v>0</c:v>
                </c:pt>
                <c:pt idx="5473">
                  <c:v>0</c:v>
                </c:pt>
                <c:pt idx="5474">
                  <c:v>0</c:v>
                </c:pt>
                <c:pt idx="5475">
                  <c:v>0</c:v>
                </c:pt>
                <c:pt idx="5476">
                  <c:v>0</c:v>
                </c:pt>
                <c:pt idx="5477">
                  <c:v>0</c:v>
                </c:pt>
                <c:pt idx="5478">
                  <c:v>0</c:v>
                </c:pt>
                <c:pt idx="5479">
                  <c:v>0</c:v>
                </c:pt>
                <c:pt idx="5480">
                  <c:v>0</c:v>
                </c:pt>
                <c:pt idx="5481">
                  <c:v>0</c:v>
                </c:pt>
                <c:pt idx="5482">
                  <c:v>0</c:v>
                </c:pt>
                <c:pt idx="5483">
                  <c:v>0</c:v>
                </c:pt>
                <c:pt idx="5484">
                  <c:v>0</c:v>
                </c:pt>
                <c:pt idx="5485">
                  <c:v>0</c:v>
                </c:pt>
                <c:pt idx="5486">
                  <c:v>0</c:v>
                </c:pt>
                <c:pt idx="5487">
                  <c:v>0</c:v>
                </c:pt>
                <c:pt idx="5488">
                  <c:v>0</c:v>
                </c:pt>
                <c:pt idx="5489">
                  <c:v>0</c:v>
                </c:pt>
                <c:pt idx="5490">
                  <c:v>0</c:v>
                </c:pt>
                <c:pt idx="5491">
                  <c:v>0</c:v>
                </c:pt>
                <c:pt idx="5492">
                  <c:v>0</c:v>
                </c:pt>
                <c:pt idx="5493">
                  <c:v>0</c:v>
                </c:pt>
                <c:pt idx="5494">
                  <c:v>0</c:v>
                </c:pt>
                <c:pt idx="5495">
                  <c:v>0</c:v>
                </c:pt>
                <c:pt idx="5496">
                  <c:v>0</c:v>
                </c:pt>
                <c:pt idx="5497">
                  <c:v>0</c:v>
                </c:pt>
                <c:pt idx="5498">
                  <c:v>0</c:v>
                </c:pt>
                <c:pt idx="5499">
                  <c:v>0</c:v>
                </c:pt>
                <c:pt idx="5500">
                  <c:v>0</c:v>
                </c:pt>
                <c:pt idx="5501">
                  <c:v>0</c:v>
                </c:pt>
                <c:pt idx="5502">
                  <c:v>0</c:v>
                </c:pt>
                <c:pt idx="5503">
                  <c:v>0</c:v>
                </c:pt>
                <c:pt idx="5504">
                  <c:v>0</c:v>
                </c:pt>
                <c:pt idx="5505">
                  <c:v>0</c:v>
                </c:pt>
                <c:pt idx="5506">
                  <c:v>0</c:v>
                </c:pt>
                <c:pt idx="5507">
                  <c:v>0</c:v>
                </c:pt>
                <c:pt idx="5508">
                  <c:v>0</c:v>
                </c:pt>
                <c:pt idx="5509">
                  <c:v>0</c:v>
                </c:pt>
                <c:pt idx="5510">
                  <c:v>0</c:v>
                </c:pt>
                <c:pt idx="5511">
                  <c:v>0</c:v>
                </c:pt>
                <c:pt idx="5512">
                  <c:v>0</c:v>
                </c:pt>
                <c:pt idx="5513">
                  <c:v>0</c:v>
                </c:pt>
                <c:pt idx="5514">
                  <c:v>0</c:v>
                </c:pt>
                <c:pt idx="5515">
                  <c:v>0</c:v>
                </c:pt>
                <c:pt idx="5516">
                  <c:v>0</c:v>
                </c:pt>
                <c:pt idx="5517">
                  <c:v>0</c:v>
                </c:pt>
                <c:pt idx="5518">
                  <c:v>0</c:v>
                </c:pt>
                <c:pt idx="5519">
                  <c:v>0</c:v>
                </c:pt>
                <c:pt idx="5520">
                  <c:v>0</c:v>
                </c:pt>
                <c:pt idx="5521">
                  <c:v>0</c:v>
                </c:pt>
                <c:pt idx="5522">
                  <c:v>0</c:v>
                </c:pt>
                <c:pt idx="5523">
                  <c:v>0</c:v>
                </c:pt>
                <c:pt idx="5524">
                  <c:v>0</c:v>
                </c:pt>
                <c:pt idx="5525">
                  <c:v>0</c:v>
                </c:pt>
                <c:pt idx="5526">
                  <c:v>0</c:v>
                </c:pt>
                <c:pt idx="5527">
                  <c:v>0</c:v>
                </c:pt>
                <c:pt idx="5528">
                  <c:v>0</c:v>
                </c:pt>
                <c:pt idx="5529">
                  <c:v>0</c:v>
                </c:pt>
                <c:pt idx="5530">
                  <c:v>0</c:v>
                </c:pt>
                <c:pt idx="5531">
                  <c:v>0</c:v>
                </c:pt>
                <c:pt idx="5532">
                  <c:v>0</c:v>
                </c:pt>
                <c:pt idx="5533">
                  <c:v>0</c:v>
                </c:pt>
                <c:pt idx="5534">
                  <c:v>0</c:v>
                </c:pt>
                <c:pt idx="5535">
                  <c:v>0</c:v>
                </c:pt>
                <c:pt idx="5536">
                  <c:v>0</c:v>
                </c:pt>
                <c:pt idx="5537">
                  <c:v>0</c:v>
                </c:pt>
                <c:pt idx="5538">
                  <c:v>0</c:v>
                </c:pt>
                <c:pt idx="5539">
                  <c:v>0</c:v>
                </c:pt>
                <c:pt idx="5540">
                  <c:v>0</c:v>
                </c:pt>
                <c:pt idx="5541">
                  <c:v>0</c:v>
                </c:pt>
                <c:pt idx="5542">
                  <c:v>0</c:v>
                </c:pt>
                <c:pt idx="5543">
                  <c:v>0</c:v>
                </c:pt>
                <c:pt idx="5544">
                  <c:v>0</c:v>
                </c:pt>
                <c:pt idx="5545">
                  <c:v>0</c:v>
                </c:pt>
                <c:pt idx="5546">
                  <c:v>0</c:v>
                </c:pt>
                <c:pt idx="5547">
                  <c:v>0</c:v>
                </c:pt>
                <c:pt idx="5548">
                  <c:v>0</c:v>
                </c:pt>
                <c:pt idx="5549">
                  <c:v>0</c:v>
                </c:pt>
                <c:pt idx="5550">
                  <c:v>0</c:v>
                </c:pt>
                <c:pt idx="5551">
                  <c:v>0</c:v>
                </c:pt>
                <c:pt idx="5552">
                  <c:v>0</c:v>
                </c:pt>
                <c:pt idx="5553">
                  <c:v>0</c:v>
                </c:pt>
                <c:pt idx="5554">
                  <c:v>0</c:v>
                </c:pt>
                <c:pt idx="5555">
                  <c:v>0</c:v>
                </c:pt>
                <c:pt idx="5556">
                  <c:v>0</c:v>
                </c:pt>
                <c:pt idx="5557">
                  <c:v>0</c:v>
                </c:pt>
                <c:pt idx="5558">
                  <c:v>0</c:v>
                </c:pt>
                <c:pt idx="5559">
                  <c:v>0</c:v>
                </c:pt>
                <c:pt idx="5560">
                  <c:v>0</c:v>
                </c:pt>
                <c:pt idx="5561">
                  <c:v>0</c:v>
                </c:pt>
                <c:pt idx="5562">
                  <c:v>0</c:v>
                </c:pt>
                <c:pt idx="5563">
                  <c:v>0</c:v>
                </c:pt>
                <c:pt idx="5564">
                  <c:v>0</c:v>
                </c:pt>
                <c:pt idx="5565">
                  <c:v>0</c:v>
                </c:pt>
                <c:pt idx="5566">
                  <c:v>0</c:v>
                </c:pt>
                <c:pt idx="5567">
                  <c:v>0</c:v>
                </c:pt>
                <c:pt idx="5568">
                  <c:v>0</c:v>
                </c:pt>
                <c:pt idx="5569">
                  <c:v>0</c:v>
                </c:pt>
                <c:pt idx="5570">
                  <c:v>0</c:v>
                </c:pt>
                <c:pt idx="5571">
                  <c:v>0</c:v>
                </c:pt>
                <c:pt idx="5572">
                  <c:v>0</c:v>
                </c:pt>
                <c:pt idx="5573">
                  <c:v>0</c:v>
                </c:pt>
                <c:pt idx="5574">
                  <c:v>0</c:v>
                </c:pt>
                <c:pt idx="5575">
                  <c:v>0</c:v>
                </c:pt>
                <c:pt idx="5576">
                  <c:v>0</c:v>
                </c:pt>
                <c:pt idx="5577">
                  <c:v>0</c:v>
                </c:pt>
                <c:pt idx="5578">
                  <c:v>0</c:v>
                </c:pt>
                <c:pt idx="5579">
                  <c:v>0</c:v>
                </c:pt>
                <c:pt idx="5580">
                  <c:v>0</c:v>
                </c:pt>
                <c:pt idx="5581">
                  <c:v>0</c:v>
                </c:pt>
                <c:pt idx="5582">
                  <c:v>0</c:v>
                </c:pt>
                <c:pt idx="5583">
                  <c:v>0</c:v>
                </c:pt>
                <c:pt idx="5584">
                  <c:v>0</c:v>
                </c:pt>
                <c:pt idx="5585">
                  <c:v>0</c:v>
                </c:pt>
                <c:pt idx="5586">
                  <c:v>0</c:v>
                </c:pt>
                <c:pt idx="5587">
                  <c:v>0</c:v>
                </c:pt>
                <c:pt idx="5588">
                  <c:v>0</c:v>
                </c:pt>
                <c:pt idx="5589">
                  <c:v>0</c:v>
                </c:pt>
                <c:pt idx="5590">
                  <c:v>0</c:v>
                </c:pt>
                <c:pt idx="5591">
                  <c:v>0</c:v>
                </c:pt>
                <c:pt idx="5592">
                  <c:v>0</c:v>
                </c:pt>
                <c:pt idx="5593">
                  <c:v>0</c:v>
                </c:pt>
                <c:pt idx="5594">
                  <c:v>0</c:v>
                </c:pt>
                <c:pt idx="5595">
                  <c:v>0</c:v>
                </c:pt>
                <c:pt idx="5596">
                  <c:v>0</c:v>
                </c:pt>
                <c:pt idx="5597">
                  <c:v>0</c:v>
                </c:pt>
                <c:pt idx="5598">
                  <c:v>0</c:v>
                </c:pt>
                <c:pt idx="5599">
                  <c:v>0</c:v>
                </c:pt>
                <c:pt idx="5600">
                  <c:v>0</c:v>
                </c:pt>
                <c:pt idx="5601">
                  <c:v>0</c:v>
                </c:pt>
                <c:pt idx="5602">
                  <c:v>0</c:v>
                </c:pt>
                <c:pt idx="5603">
                  <c:v>0</c:v>
                </c:pt>
                <c:pt idx="5604">
                  <c:v>0</c:v>
                </c:pt>
                <c:pt idx="5605">
                  <c:v>0</c:v>
                </c:pt>
                <c:pt idx="5606">
                  <c:v>0</c:v>
                </c:pt>
                <c:pt idx="5607">
                  <c:v>0</c:v>
                </c:pt>
                <c:pt idx="5608">
                  <c:v>0</c:v>
                </c:pt>
                <c:pt idx="5609">
                  <c:v>0</c:v>
                </c:pt>
                <c:pt idx="5610">
                  <c:v>0</c:v>
                </c:pt>
                <c:pt idx="5611">
                  <c:v>0</c:v>
                </c:pt>
                <c:pt idx="5612">
                  <c:v>0</c:v>
                </c:pt>
                <c:pt idx="5613">
                  <c:v>0</c:v>
                </c:pt>
                <c:pt idx="5614">
                  <c:v>0</c:v>
                </c:pt>
                <c:pt idx="5615">
                  <c:v>0</c:v>
                </c:pt>
                <c:pt idx="5616">
                  <c:v>0</c:v>
                </c:pt>
                <c:pt idx="5617">
                  <c:v>0</c:v>
                </c:pt>
                <c:pt idx="5618">
                  <c:v>0</c:v>
                </c:pt>
                <c:pt idx="5619">
                  <c:v>0</c:v>
                </c:pt>
                <c:pt idx="5620">
                  <c:v>0</c:v>
                </c:pt>
                <c:pt idx="5621">
                  <c:v>0</c:v>
                </c:pt>
                <c:pt idx="5622">
                  <c:v>0</c:v>
                </c:pt>
                <c:pt idx="5623">
                  <c:v>0</c:v>
                </c:pt>
                <c:pt idx="5624">
                  <c:v>0</c:v>
                </c:pt>
                <c:pt idx="5625">
                  <c:v>0</c:v>
                </c:pt>
                <c:pt idx="5626">
                  <c:v>0</c:v>
                </c:pt>
                <c:pt idx="5627">
                  <c:v>0</c:v>
                </c:pt>
                <c:pt idx="5628">
                  <c:v>0</c:v>
                </c:pt>
                <c:pt idx="5629">
                  <c:v>0</c:v>
                </c:pt>
                <c:pt idx="5630">
                  <c:v>0</c:v>
                </c:pt>
                <c:pt idx="5631">
                  <c:v>0</c:v>
                </c:pt>
                <c:pt idx="5632">
                  <c:v>0</c:v>
                </c:pt>
                <c:pt idx="5633">
                  <c:v>0</c:v>
                </c:pt>
                <c:pt idx="5634">
                  <c:v>0</c:v>
                </c:pt>
                <c:pt idx="5635">
                  <c:v>0</c:v>
                </c:pt>
                <c:pt idx="5636">
                  <c:v>0</c:v>
                </c:pt>
                <c:pt idx="5637">
                  <c:v>0</c:v>
                </c:pt>
                <c:pt idx="5638">
                  <c:v>0</c:v>
                </c:pt>
                <c:pt idx="5639">
                  <c:v>0</c:v>
                </c:pt>
                <c:pt idx="5640">
                  <c:v>0</c:v>
                </c:pt>
                <c:pt idx="5641">
                  <c:v>0</c:v>
                </c:pt>
                <c:pt idx="5642">
                  <c:v>0</c:v>
                </c:pt>
                <c:pt idx="5643">
                  <c:v>0</c:v>
                </c:pt>
                <c:pt idx="5644">
                  <c:v>0</c:v>
                </c:pt>
                <c:pt idx="5645">
                  <c:v>0</c:v>
                </c:pt>
                <c:pt idx="5646">
                  <c:v>0</c:v>
                </c:pt>
                <c:pt idx="5647">
                  <c:v>0</c:v>
                </c:pt>
                <c:pt idx="5648">
                  <c:v>0</c:v>
                </c:pt>
                <c:pt idx="5649">
                  <c:v>0</c:v>
                </c:pt>
                <c:pt idx="5650">
                  <c:v>0</c:v>
                </c:pt>
                <c:pt idx="5651">
                  <c:v>0</c:v>
                </c:pt>
                <c:pt idx="5652">
                  <c:v>0</c:v>
                </c:pt>
                <c:pt idx="5653">
                  <c:v>0</c:v>
                </c:pt>
                <c:pt idx="5654">
                  <c:v>0</c:v>
                </c:pt>
                <c:pt idx="5655">
                  <c:v>0</c:v>
                </c:pt>
                <c:pt idx="5656">
                  <c:v>0</c:v>
                </c:pt>
                <c:pt idx="5657">
                  <c:v>0</c:v>
                </c:pt>
                <c:pt idx="5658">
                  <c:v>0</c:v>
                </c:pt>
                <c:pt idx="5659">
                  <c:v>0</c:v>
                </c:pt>
                <c:pt idx="5660">
                  <c:v>0</c:v>
                </c:pt>
                <c:pt idx="5661">
                  <c:v>0</c:v>
                </c:pt>
                <c:pt idx="5662">
                  <c:v>0</c:v>
                </c:pt>
                <c:pt idx="5663">
                  <c:v>0</c:v>
                </c:pt>
                <c:pt idx="5664">
                  <c:v>0</c:v>
                </c:pt>
                <c:pt idx="5665">
                  <c:v>0</c:v>
                </c:pt>
                <c:pt idx="5666">
                  <c:v>0</c:v>
                </c:pt>
                <c:pt idx="5667">
                  <c:v>0</c:v>
                </c:pt>
                <c:pt idx="5668">
                  <c:v>0</c:v>
                </c:pt>
                <c:pt idx="5669">
                  <c:v>0</c:v>
                </c:pt>
                <c:pt idx="5670">
                  <c:v>0</c:v>
                </c:pt>
                <c:pt idx="5671">
                  <c:v>0</c:v>
                </c:pt>
                <c:pt idx="5672">
                  <c:v>0</c:v>
                </c:pt>
                <c:pt idx="5673">
                  <c:v>0</c:v>
                </c:pt>
                <c:pt idx="5674">
                  <c:v>0</c:v>
                </c:pt>
                <c:pt idx="5675">
                  <c:v>0</c:v>
                </c:pt>
                <c:pt idx="5676">
                  <c:v>0</c:v>
                </c:pt>
                <c:pt idx="5677">
                  <c:v>0</c:v>
                </c:pt>
                <c:pt idx="5678">
                  <c:v>0</c:v>
                </c:pt>
                <c:pt idx="5679">
                  <c:v>0</c:v>
                </c:pt>
                <c:pt idx="5680">
                  <c:v>0</c:v>
                </c:pt>
                <c:pt idx="5681">
                  <c:v>0</c:v>
                </c:pt>
                <c:pt idx="5682">
                  <c:v>0</c:v>
                </c:pt>
                <c:pt idx="5683">
                  <c:v>0</c:v>
                </c:pt>
                <c:pt idx="5684">
                  <c:v>0</c:v>
                </c:pt>
                <c:pt idx="5685">
                  <c:v>0</c:v>
                </c:pt>
                <c:pt idx="5686">
                  <c:v>0</c:v>
                </c:pt>
                <c:pt idx="5687">
                  <c:v>0</c:v>
                </c:pt>
                <c:pt idx="5688">
                  <c:v>0</c:v>
                </c:pt>
                <c:pt idx="5689">
                  <c:v>0</c:v>
                </c:pt>
                <c:pt idx="5690">
                  <c:v>0</c:v>
                </c:pt>
                <c:pt idx="5691">
                  <c:v>0</c:v>
                </c:pt>
                <c:pt idx="5692">
                  <c:v>0</c:v>
                </c:pt>
                <c:pt idx="5693">
                  <c:v>0</c:v>
                </c:pt>
                <c:pt idx="5694">
                  <c:v>0</c:v>
                </c:pt>
                <c:pt idx="5695">
                  <c:v>0</c:v>
                </c:pt>
                <c:pt idx="5696">
                  <c:v>0</c:v>
                </c:pt>
                <c:pt idx="5697">
                  <c:v>0</c:v>
                </c:pt>
                <c:pt idx="5698">
                  <c:v>0</c:v>
                </c:pt>
                <c:pt idx="5699">
                  <c:v>0</c:v>
                </c:pt>
                <c:pt idx="5700">
                  <c:v>0</c:v>
                </c:pt>
                <c:pt idx="5701">
                  <c:v>0</c:v>
                </c:pt>
                <c:pt idx="5702">
                  <c:v>0</c:v>
                </c:pt>
                <c:pt idx="5703">
                  <c:v>0</c:v>
                </c:pt>
                <c:pt idx="5704">
                  <c:v>0</c:v>
                </c:pt>
                <c:pt idx="5705">
                  <c:v>0</c:v>
                </c:pt>
                <c:pt idx="5706">
                  <c:v>0</c:v>
                </c:pt>
                <c:pt idx="5707">
                  <c:v>0</c:v>
                </c:pt>
                <c:pt idx="5708">
                  <c:v>0</c:v>
                </c:pt>
                <c:pt idx="5709">
                  <c:v>0</c:v>
                </c:pt>
                <c:pt idx="5710">
                  <c:v>0</c:v>
                </c:pt>
                <c:pt idx="5711">
                  <c:v>0</c:v>
                </c:pt>
                <c:pt idx="5712">
                  <c:v>0</c:v>
                </c:pt>
                <c:pt idx="5713">
                  <c:v>0</c:v>
                </c:pt>
                <c:pt idx="5714">
                  <c:v>0</c:v>
                </c:pt>
                <c:pt idx="5715">
                  <c:v>0</c:v>
                </c:pt>
                <c:pt idx="5716">
                  <c:v>0</c:v>
                </c:pt>
                <c:pt idx="5717">
                  <c:v>0</c:v>
                </c:pt>
                <c:pt idx="5718">
                  <c:v>0</c:v>
                </c:pt>
                <c:pt idx="5719">
                  <c:v>0</c:v>
                </c:pt>
                <c:pt idx="5720">
                  <c:v>0</c:v>
                </c:pt>
                <c:pt idx="5721">
                  <c:v>0</c:v>
                </c:pt>
                <c:pt idx="5722">
                  <c:v>0</c:v>
                </c:pt>
                <c:pt idx="5723">
                  <c:v>0</c:v>
                </c:pt>
                <c:pt idx="5724">
                  <c:v>0</c:v>
                </c:pt>
                <c:pt idx="5725">
                  <c:v>0</c:v>
                </c:pt>
                <c:pt idx="5726">
                  <c:v>0</c:v>
                </c:pt>
                <c:pt idx="5727">
                  <c:v>0</c:v>
                </c:pt>
                <c:pt idx="5728">
                  <c:v>0</c:v>
                </c:pt>
                <c:pt idx="5729">
                  <c:v>0</c:v>
                </c:pt>
                <c:pt idx="5730">
                  <c:v>0</c:v>
                </c:pt>
                <c:pt idx="5731">
                  <c:v>0</c:v>
                </c:pt>
                <c:pt idx="5732">
                  <c:v>0</c:v>
                </c:pt>
                <c:pt idx="5733">
                  <c:v>0</c:v>
                </c:pt>
                <c:pt idx="5734">
                  <c:v>0</c:v>
                </c:pt>
                <c:pt idx="5735">
                  <c:v>0</c:v>
                </c:pt>
                <c:pt idx="5736">
                  <c:v>0</c:v>
                </c:pt>
                <c:pt idx="5737">
                  <c:v>0</c:v>
                </c:pt>
                <c:pt idx="5738">
                  <c:v>0</c:v>
                </c:pt>
                <c:pt idx="5739">
                  <c:v>0</c:v>
                </c:pt>
                <c:pt idx="5740">
                  <c:v>0</c:v>
                </c:pt>
                <c:pt idx="5741">
                  <c:v>0</c:v>
                </c:pt>
                <c:pt idx="5742">
                  <c:v>0</c:v>
                </c:pt>
                <c:pt idx="5743">
                  <c:v>0</c:v>
                </c:pt>
                <c:pt idx="5744">
                  <c:v>0</c:v>
                </c:pt>
                <c:pt idx="5745">
                  <c:v>0</c:v>
                </c:pt>
                <c:pt idx="5746">
                  <c:v>0</c:v>
                </c:pt>
                <c:pt idx="5747">
                  <c:v>0</c:v>
                </c:pt>
                <c:pt idx="5748">
                  <c:v>0</c:v>
                </c:pt>
                <c:pt idx="5749">
                  <c:v>0</c:v>
                </c:pt>
                <c:pt idx="5750">
                  <c:v>0</c:v>
                </c:pt>
                <c:pt idx="5751">
                  <c:v>0</c:v>
                </c:pt>
                <c:pt idx="5752">
                  <c:v>0</c:v>
                </c:pt>
                <c:pt idx="5753">
                  <c:v>0</c:v>
                </c:pt>
                <c:pt idx="5754">
                  <c:v>0</c:v>
                </c:pt>
                <c:pt idx="5755">
                  <c:v>0</c:v>
                </c:pt>
                <c:pt idx="5756">
                  <c:v>0</c:v>
                </c:pt>
                <c:pt idx="5757">
                  <c:v>0</c:v>
                </c:pt>
                <c:pt idx="5758">
                  <c:v>0</c:v>
                </c:pt>
                <c:pt idx="5759">
                  <c:v>0</c:v>
                </c:pt>
                <c:pt idx="5760">
                  <c:v>0</c:v>
                </c:pt>
                <c:pt idx="5761">
                  <c:v>0</c:v>
                </c:pt>
                <c:pt idx="5762">
                  <c:v>0</c:v>
                </c:pt>
                <c:pt idx="5763">
                  <c:v>0</c:v>
                </c:pt>
                <c:pt idx="5764">
                  <c:v>0</c:v>
                </c:pt>
                <c:pt idx="5765">
                  <c:v>0</c:v>
                </c:pt>
                <c:pt idx="5766">
                  <c:v>0</c:v>
                </c:pt>
                <c:pt idx="5767">
                  <c:v>0</c:v>
                </c:pt>
                <c:pt idx="5768">
                  <c:v>0</c:v>
                </c:pt>
                <c:pt idx="5769">
                  <c:v>0</c:v>
                </c:pt>
                <c:pt idx="5770">
                  <c:v>0</c:v>
                </c:pt>
                <c:pt idx="5771">
                  <c:v>0</c:v>
                </c:pt>
                <c:pt idx="5772">
                  <c:v>0</c:v>
                </c:pt>
                <c:pt idx="5773">
                  <c:v>0</c:v>
                </c:pt>
                <c:pt idx="5774">
                  <c:v>0</c:v>
                </c:pt>
                <c:pt idx="5775">
                  <c:v>0</c:v>
                </c:pt>
                <c:pt idx="5776">
                  <c:v>0</c:v>
                </c:pt>
                <c:pt idx="5777">
                  <c:v>0</c:v>
                </c:pt>
                <c:pt idx="5778">
                  <c:v>0</c:v>
                </c:pt>
                <c:pt idx="5779">
                  <c:v>0</c:v>
                </c:pt>
                <c:pt idx="5780">
                  <c:v>0</c:v>
                </c:pt>
                <c:pt idx="5781">
                  <c:v>0</c:v>
                </c:pt>
                <c:pt idx="5782">
                  <c:v>0</c:v>
                </c:pt>
                <c:pt idx="5783">
                  <c:v>0</c:v>
                </c:pt>
                <c:pt idx="5784">
                  <c:v>0</c:v>
                </c:pt>
                <c:pt idx="5785">
                  <c:v>0</c:v>
                </c:pt>
                <c:pt idx="5786">
                  <c:v>0</c:v>
                </c:pt>
                <c:pt idx="5787">
                  <c:v>0</c:v>
                </c:pt>
                <c:pt idx="5788">
                  <c:v>0</c:v>
                </c:pt>
                <c:pt idx="5789">
                  <c:v>0</c:v>
                </c:pt>
                <c:pt idx="5790">
                  <c:v>0</c:v>
                </c:pt>
                <c:pt idx="5791">
                  <c:v>0</c:v>
                </c:pt>
                <c:pt idx="5792">
                  <c:v>0</c:v>
                </c:pt>
                <c:pt idx="5793">
                  <c:v>0</c:v>
                </c:pt>
                <c:pt idx="5794">
                  <c:v>0</c:v>
                </c:pt>
                <c:pt idx="5795">
                  <c:v>0</c:v>
                </c:pt>
                <c:pt idx="5796">
                  <c:v>0</c:v>
                </c:pt>
                <c:pt idx="5797">
                  <c:v>0</c:v>
                </c:pt>
                <c:pt idx="5798">
                  <c:v>0</c:v>
                </c:pt>
                <c:pt idx="5799">
                  <c:v>0</c:v>
                </c:pt>
                <c:pt idx="5800">
                  <c:v>0</c:v>
                </c:pt>
                <c:pt idx="5801">
                  <c:v>0</c:v>
                </c:pt>
                <c:pt idx="5802">
                  <c:v>0</c:v>
                </c:pt>
                <c:pt idx="5803">
                  <c:v>0</c:v>
                </c:pt>
                <c:pt idx="5804">
                  <c:v>0</c:v>
                </c:pt>
                <c:pt idx="5805">
                  <c:v>0</c:v>
                </c:pt>
                <c:pt idx="5806">
                  <c:v>0</c:v>
                </c:pt>
                <c:pt idx="5807">
                  <c:v>0</c:v>
                </c:pt>
                <c:pt idx="5808">
                  <c:v>0</c:v>
                </c:pt>
                <c:pt idx="5809">
                  <c:v>0</c:v>
                </c:pt>
                <c:pt idx="5810">
                  <c:v>0</c:v>
                </c:pt>
                <c:pt idx="5811">
                  <c:v>0</c:v>
                </c:pt>
                <c:pt idx="5812">
                  <c:v>0</c:v>
                </c:pt>
                <c:pt idx="5813">
                  <c:v>0</c:v>
                </c:pt>
                <c:pt idx="5814">
                  <c:v>0</c:v>
                </c:pt>
                <c:pt idx="5815">
                  <c:v>0</c:v>
                </c:pt>
                <c:pt idx="5816">
                  <c:v>0</c:v>
                </c:pt>
                <c:pt idx="5817">
                  <c:v>0</c:v>
                </c:pt>
                <c:pt idx="5818">
                  <c:v>0</c:v>
                </c:pt>
                <c:pt idx="5819">
                  <c:v>0</c:v>
                </c:pt>
                <c:pt idx="5820">
                  <c:v>0</c:v>
                </c:pt>
                <c:pt idx="5821">
                  <c:v>0</c:v>
                </c:pt>
                <c:pt idx="5822">
                  <c:v>0</c:v>
                </c:pt>
                <c:pt idx="5823">
                  <c:v>0</c:v>
                </c:pt>
                <c:pt idx="5824">
                  <c:v>0</c:v>
                </c:pt>
                <c:pt idx="5825">
                  <c:v>0</c:v>
                </c:pt>
                <c:pt idx="5826">
                  <c:v>0</c:v>
                </c:pt>
                <c:pt idx="5827">
                  <c:v>0</c:v>
                </c:pt>
                <c:pt idx="5828">
                  <c:v>0</c:v>
                </c:pt>
                <c:pt idx="5829">
                  <c:v>0</c:v>
                </c:pt>
                <c:pt idx="5830">
                  <c:v>0</c:v>
                </c:pt>
                <c:pt idx="5831">
                  <c:v>0</c:v>
                </c:pt>
                <c:pt idx="5832">
                  <c:v>0</c:v>
                </c:pt>
                <c:pt idx="5833">
                  <c:v>0</c:v>
                </c:pt>
                <c:pt idx="5834">
                  <c:v>0</c:v>
                </c:pt>
                <c:pt idx="5835">
                  <c:v>0</c:v>
                </c:pt>
                <c:pt idx="5836">
                  <c:v>0</c:v>
                </c:pt>
                <c:pt idx="5837">
                  <c:v>0</c:v>
                </c:pt>
                <c:pt idx="5838">
                  <c:v>0</c:v>
                </c:pt>
                <c:pt idx="5839">
                  <c:v>0</c:v>
                </c:pt>
                <c:pt idx="5840">
                  <c:v>0</c:v>
                </c:pt>
                <c:pt idx="5841">
                  <c:v>0</c:v>
                </c:pt>
                <c:pt idx="5842">
                  <c:v>0</c:v>
                </c:pt>
                <c:pt idx="5843">
                  <c:v>0</c:v>
                </c:pt>
                <c:pt idx="5844">
                  <c:v>0</c:v>
                </c:pt>
                <c:pt idx="5845">
                  <c:v>0</c:v>
                </c:pt>
                <c:pt idx="5846">
                  <c:v>0</c:v>
                </c:pt>
                <c:pt idx="5847">
                  <c:v>0</c:v>
                </c:pt>
                <c:pt idx="5848">
                  <c:v>0</c:v>
                </c:pt>
                <c:pt idx="5849">
                  <c:v>0</c:v>
                </c:pt>
                <c:pt idx="5850">
                  <c:v>0</c:v>
                </c:pt>
                <c:pt idx="5851">
                  <c:v>0</c:v>
                </c:pt>
                <c:pt idx="5852">
                  <c:v>0</c:v>
                </c:pt>
                <c:pt idx="5853">
                  <c:v>0</c:v>
                </c:pt>
                <c:pt idx="5854">
                  <c:v>0</c:v>
                </c:pt>
                <c:pt idx="5855">
                  <c:v>0</c:v>
                </c:pt>
                <c:pt idx="5856">
                  <c:v>0</c:v>
                </c:pt>
                <c:pt idx="5857">
                  <c:v>0</c:v>
                </c:pt>
                <c:pt idx="5858">
                  <c:v>0</c:v>
                </c:pt>
                <c:pt idx="5859">
                  <c:v>0</c:v>
                </c:pt>
                <c:pt idx="5860">
                  <c:v>0</c:v>
                </c:pt>
                <c:pt idx="5861">
                  <c:v>0</c:v>
                </c:pt>
                <c:pt idx="5862">
                  <c:v>0</c:v>
                </c:pt>
                <c:pt idx="5863">
                  <c:v>0</c:v>
                </c:pt>
                <c:pt idx="5864">
                  <c:v>0</c:v>
                </c:pt>
                <c:pt idx="5865">
                  <c:v>0</c:v>
                </c:pt>
                <c:pt idx="5866">
                  <c:v>0</c:v>
                </c:pt>
                <c:pt idx="5867">
                  <c:v>0</c:v>
                </c:pt>
                <c:pt idx="5868">
                  <c:v>0</c:v>
                </c:pt>
                <c:pt idx="5869">
                  <c:v>0</c:v>
                </c:pt>
                <c:pt idx="5870">
                  <c:v>0</c:v>
                </c:pt>
                <c:pt idx="5871">
                  <c:v>0</c:v>
                </c:pt>
                <c:pt idx="5872">
                  <c:v>0</c:v>
                </c:pt>
                <c:pt idx="5873">
                  <c:v>0</c:v>
                </c:pt>
                <c:pt idx="5874">
                  <c:v>0</c:v>
                </c:pt>
                <c:pt idx="5875">
                  <c:v>0</c:v>
                </c:pt>
                <c:pt idx="5876">
                  <c:v>0</c:v>
                </c:pt>
                <c:pt idx="5877">
                  <c:v>0</c:v>
                </c:pt>
                <c:pt idx="5878">
                  <c:v>0</c:v>
                </c:pt>
                <c:pt idx="5879">
                  <c:v>0</c:v>
                </c:pt>
                <c:pt idx="5880">
                  <c:v>0</c:v>
                </c:pt>
                <c:pt idx="5881">
                  <c:v>0</c:v>
                </c:pt>
                <c:pt idx="5882">
                  <c:v>0</c:v>
                </c:pt>
                <c:pt idx="5883">
                  <c:v>0</c:v>
                </c:pt>
                <c:pt idx="5884">
                  <c:v>0</c:v>
                </c:pt>
                <c:pt idx="5885">
                  <c:v>0</c:v>
                </c:pt>
                <c:pt idx="5886">
                  <c:v>0</c:v>
                </c:pt>
                <c:pt idx="5887">
                  <c:v>0</c:v>
                </c:pt>
                <c:pt idx="5888">
                  <c:v>0</c:v>
                </c:pt>
                <c:pt idx="5889">
                  <c:v>0</c:v>
                </c:pt>
                <c:pt idx="5890">
                  <c:v>0</c:v>
                </c:pt>
                <c:pt idx="5891">
                  <c:v>0</c:v>
                </c:pt>
                <c:pt idx="5892">
                  <c:v>0</c:v>
                </c:pt>
                <c:pt idx="5893">
                  <c:v>0</c:v>
                </c:pt>
                <c:pt idx="5894">
                  <c:v>0</c:v>
                </c:pt>
                <c:pt idx="5895">
                  <c:v>0</c:v>
                </c:pt>
                <c:pt idx="5896">
                  <c:v>0</c:v>
                </c:pt>
                <c:pt idx="5897">
                  <c:v>0</c:v>
                </c:pt>
                <c:pt idx="5898">
                  <c:v>0</c:v>
                </c:pt>
                <c:pt idx="5899">
                  <c:v>0</c:v>
                </c:pt>
                <c:pt idx="5900">
                  <c:v>0</c:v>
                </c:pt>
                <c:pt idx="5901">
                  <c:v>0</c:v>
                </c:pt>
                <c:pt idx="5902">
                  <c:v>0</c:v>
                </c:pt>
                <c:pt idx="5903">
                  <c:v>0</c:v>
                </c:pt>
                <c:pt idx="5904">
                  <c:v>0</c:v>
                </c:pt>
                <c:pt idx="5905">
                  <c:v>0</c:v>
                </c:pt>
                <c:pt idx="5906">
                  <c:v>0</c:v>
                </c:pt>
                <c:pt idx="5907">
                  <c:v>0</c:v>
                </c:pt>
                <c:pt idx="5908">
                  <c:v>0</c:v>
                </c:pt>
                <c:pt idx="5909">
                  <c:v>0</c:v>
                </c:pt>
                <c:pt idx="5910">
                  <c:v>0</c:v>
                </c:pt>
                <c:pt idx="5911">
                  <c:v>0</c:v>
                </c:pt>
                <c:pt idx="5912">
                  <c:v>0</c:v>
                </c:pt>
                <c:pt idx="5913">
                  <c:v>0</c:v>
                </c:pt>
                <c:pt idx="5914">
                  <c:v>0</c:v>
                </c:pt>
                <c:pt idx="5915">
                  <c:v>0</c:v>
                </c:pt>
                <c:pt idx="5916">
                  <c:v>0</c:v>
                </c:pt>
                <c:pt idx="5917">
                  <c:v>0</c:v>
                </c:pt>
                <c:pt idx="5918">
                  <c:v>0</c:v>
                </c:pt>
                <c:pt idx="5919">
                  <c:v>0</c:v>
                </c:pt>
                <c:pt idx="5920">
                  <c:v>0</c:v>
                </c:pt>
                <c:pt idx="5921">
                  <c:v>0</c:v>
                </c:pt>
                <c:pt idx="5922">
                  <c:v>0</c:v>
                </c:pt>
                <c:pt idx="5923">
                  <c:v>0</c:v>
                </c:pt>
                <c:pt idx="5924">
                  <c:v>0</c:v>
                </c:pt>
                <c:pt idx="5925">
                  <c:v>0</c:v>
                </c:pt>
                <c:pt idx="5926">
                  <c:v>0</c:v>
                </c:pt>
                <c:pt idx="5927">
                  <c:v>0</c:v>
                </c:pt>
                <c:pt idx="5928">
                  <c:v>0</c:v>
                </c:pt>
                <c:pt idx="5929">
                  <c:v>0</c:v>
                </c:pt>
                <c:pt idx="5930">
                  <c:v>0</c:v>
                </c:pt>
                <c:pt idx="5931">
                  <c:v>0</c:v>
                </c:pt>
                <c:pt idx="5932">
                  <c:v>0</c:v>
                </c:pt>
                <c:pt idx="5933">
                  <c:v>0</c:v>
                </c:pt>
                <c:pt idx="5934">
                  <c:v>0</c:v>
                </c:pt>
                <c:pt idx="5935">
                  <c:v>0</c:v>
                </c:pt>
                <c:pt idx="5936">
                  <c:v>0</c:v>
                </c:pt>
                <c:pt idx="5937">
                  <c:v>0</c:v>
                </c:pt>
                <c:pt idx="5938">
                  <c:v>0</c:v>
                </c:pt>
                <c:pt idx="5939">
                  <c:v>0</c:v>
                </c:pt>
                <c:pt idx="5940">
                  <c:v>0</c:v>
                </c:pt>
                <c:pt idx="5941">
                  <c:v>0</c:v>
                </c:pt>
                <c:pt idx="5942">
                  <c:v>0</c:v>
                </c:pt>
                <c:pt idx="5943">
                  <c:v>0</c:v>
                </c:pt>
                <c:pt idx="5944">
                  <c:v>0</c:v>
                </c:pt>
                <c:pt idx="5945">
                  <c:v>0</c:v>
                </c:pt>
                <c:pt idx="5946">
                  <c:v>0</c:v>
                </c:pt>
                <c:pt idx="5947">
                  <c:v>0</c:v>
                </c:pt>
                <c:pt idx="5948">
                  <c:v>0</c:v>
                </c:pt>
                <c:pt idx="5949">
                  <c:v>0</c:v>
                </c:pt>
                <c:pt idx="5950">
                  <c:v>0</c:v>
                </c:pt>
                <c:pt idx="5951">
                  <c:v>0</c:v>
                </c:pt>
                <c:pt idx="5952">
                  <c:v>0</c:v>
                </c:pt>
                <c:pt idx="5953">
                  <c:v>0</c:v>
                </c:pt>
                <c:pt idx="5954">
                  <c:v>0</c:v>
                </c:pt>
                <c:pt idx="5955">
                  <c:v>0</c:v>
                </c:pt>
                <c:pt idx="5956">
                  <c:v>0</c:v>
                </c:pt>
                <c:pt idx="5957">
                  <c:v>0</c:v>
                </c:pt>
                <c:pt idx="5958">
                  <c:v>0</c:v>
                </c:pt>
                <c:pt idx="5959">
                  <c:v>0</c:v>
                </c:pt>
                <c:pt idx="5960">
                  <c:v>0</c:v>
                </c:pt>
                <c:pt idx="5961">
                  <c:v>0</c:v>
                </c:pt>
                <c:pt idx="5962">
                  <c:v>0</c:v>
                </c:pt>
                <c:pt idx="5963">
                  <c:v>0</c:v>
                </c:pt>
                <c:pt idx="5964">
                  <c:v>0</c:v>
                </c:pt>
                <c:pt idx="5965">
                  <c:v>0</c:v>
                </c:pt>
                <c:pt idx="5966">
                  <c:v>0</c:v>
                </c:pt>
                <c:pt idx="5967">
                  <c:v>0</c:v>
                </c:pt>
                <c:pt idx="5968">
                  <c:v>0</c:v>
                </c:pt>
                <c:pt idx="5969">
                  <c:v>0</c:v>
                </c:pt>
                <c:pt idx="5970">
                  <c:v>0</c:v>
                </c:pt>
                <c:pt idx="5971">
                  <c:v>0</c:v>
                </c:pt>
                <c:pt idx="5972">
                  <c:v>0</c:v>
                </c:pt>
                <c:pt idx="5973">
                  <c:v>0</c:v>
                </c:pt>
                <c:pt idx="5974">
                  <c:v>0</c:v>
                </c:pt>
                <c:pt idx="5975">
                  <c:v>0</c:v>
                </c:pt>
                <c:pt idx="5976">
                  <c:v>0</c:v>
                </c:pt>
                <c:pt idx="5977">
                  <c:v>0</c:v>
                </c:pt>
                <c:pt idx="5978">
                  <c:v>0</c:v>
                </c:pt>
                <c:pt idx="5979">
                  <c:v>0</c:v>
                </c:pt>
                <c:pt idx="5980">
                  <c:v>0</c:v>
                </c:pt>
                <c:pt idx="5981">
                  <c:v>0</c:v>
                </c:pt>
                <c:pt idx="5982">
                  <c:v>0</c:v>
                </c:pt>
                <c:pt idx="5983">
                  <c:v>0</c:v>
                </c:pt>
                <c:pt idx="5984">
                  <c:v>0</c:v>
                </c:pt>
                <c:pt idx="5985">
                  <c:v>0</c:v>
                </c:pt>
                <c:pt idx="5986">
                  <c:v>0</c:v>
                </c:pt>
                <c:pt idx="5987">
                  <c:v>0</c:v>
                </c:pt>
                <c:pt idx="5988">
                  <c:v>0</c:v>
                </c:pt>
                <c:pt idx="5989">
                  <c:v>0</c:v>
                </c:pt>
                <c:pt idx="5990">
                  <c:v>0</c:v>
                </c:pt>
                <c:pt idx="5991">
                  <c:v>0</c:v>
                </c:pt>
                <c:pt idx="5992">
                  <c:v>0</c:v>
                </c:pt>
                <c:pt idx="5993">
                  <c:v>0</c:v>
                </c:pt>
                <c:pt idx="5994">
                  <c:v>0</c:v>
                </c:pt>
                <c:pt idx="5995">
                  <c:v>0</c:v>
                </c:pt>
                <c:pt idx="5996">
                  <c:v>0</c:v>
                </c:pt>
                <c:pt idx="5997">
                  <c:v>0</c:v>
                </c:pt>
                <c:pt idx="5998">
                  <c:v>0</c:v>
                </c:pt>
                <c:pt idx="5999">
                  <c:v>0</c:v>
                </c:pt>
                <c:pt idx="6000">
                  <c:v>0</c:v>
                </c:pt>
                <c:pt idx="6001">
                  <c:v>0</c:v>
                </c:pt>
                <c:pt idx="6002">
                  <c:v>0</c:v>
                </c:pt>
                <c:pt idx="6003">
                  <c:v>0</c:v>
                </c:pt>
                <c:pt idx="6004">
                  <c:v>0</c:v>
                </c:pt>
                <c:pt idx="6005">
                  <c:v>0</c:v>
                </c:pt>
                <c:pt idx="6006">
                  <c:v>0</c:v>
                </c:pt>
                <c:pt idx="6007">
                  <c:v>0</c:v>
                </c:pt>
                <c:pt idx="6008">
                  <c:v>0</c:v>
                </c:pt>
                <c:pt idx="6009">
                  <c:v>0</c:v>
                </c:pt>
                <c:pt idx="6010">
                  <c:v>0</c:v>
                </c:pt>
                <c:pt idx="6011">
                  <c:v>0</c:v>
                </c:pt>
                <c:pt idx="6012">
                  <c:v>0</c:v>
                </c:pt>
                <c:pt idx="6013">
                  <c:v>0</c:v>
                </c:pt>
                <c:pt idx="6014">
                  <c:v>0</c:v>
                </c:pt>
                <c:pt idx="6015">
                  <c:v>0</c:v>
                </c:pt>
                <c:pt idx="6016">
                  <c:v>0</c:v>
                </c:pt>
                <c:pt idx="6017">
                  <c:v>0</c:v>
                </c:pt>
                <c:pt idx="6018">
                  <c:v>0</c:v>
                </c:pt>
                <c:pt idx="6019">
                  <c:v>0</c:v>
                </c:pt>
                <c:pt idx="6020">
                  <c:v>0</c:v>
                </c:pt>
                <c:pt idx="6021">
                  <c:v>0</c:v>
                </c:pt>
                <c:pt idx="6022">
                  <c:v>0</c:v>
                </c:pt>
                <c:pt idx="6023">
                  <c:v>0</c:v>
                </c:pt>
                <c:pt idx="6024">
                  <c:v>0</c:v>
                </c:pt>
                <c:pt idx="6025">
                  <c:v>0</c:v>
                </c:pt>
                <c:pt idx="6026">
                  <c:v>0</c:v>
                </c:pt>
                <c:pt idx="6027">
                  <c:v>0</c:v>
                </c:pt>
                <c:pt idx="6028">
                  <c:v>0</c:v>
                </c:pt>
                <c:pt idx="6029">
                  <c:v>0</c:v>
                </c:pt>
                <c:pt idx="6030">
                  <c:v>0</c:v>
                </c:pt>
                <c:pt idx="6031">
                  <c:v>0</c:v>
                </c:pt>
                <c:pt idx="6032">
                  <c:v>0</c:v>
                </c:pt>
                <c:pt idx="6033">
                  <c:v>0</c:v>
                </c:pt>
                <c:pt idx="6034">
                  <c:v>0</c:v>
                </c:pt>
                <c:pt idx="6035">
                  <c:v>0</c:v>
                </c:pt>
                <c:pt idx="6036">
                  <c:v>0</c:v>
                </c:pt>
                <c:pt idx="6037">
                  <c:v>0</c:v>
                </c:pt>
                <c:pt idx="6038">
                  <c:v>0</c:v>
                </c:pt>
                <c:pt idx="6039">
                  <c:v>0</c:v>
                </c:pt>
                <c:pt idx="6040">
                  <c:v>0</c:v>
                </c:pt>
                <c:pt idx="6041">
                  <c:v>0</c:v>
                </c:pt>
                <c:pt idx="6042">
                  <c:v>0</c:v>
                </c:pt>
                <c:pt idx="6043">
                  <c:v>0</c:v>
                </c:pt>
                <c:pt idx="6044">
                  <c:v>0</c:v>
                </c:pt>
                <c:pt idx="6045">
                  <c:v>0</c:v>
                </c:pt>
                <c:pt idx="6046">
                  <c:v>0</c:v>
                </c:pt>
                <c:pt idx="6047">
                  <c:v>0</c:v>
                </c:pt>
                <c:pt idx="6048">
                  <c:v>0</c:v>
                </c:pt>
                <c:pt idx="6049">
                  <c:v>0</c:v>
                </c:pt>
                <c:pt idx="6050">
                  <c:v>0</c:v>
                </c:pt>
                <c:pt idx="6051">
                  <c:v>0</c:v>
                </c:pt>
                <c:pt idx="6052">
                  <c:v>0</c:v>
                </c:pt>
                <c:pt idx="6053">
                  <c:v>0</c:v>
                </c:pt>
                <c:pt idx="6054">
                  <c:v>0</c:v>
                </c:pt>
                <c:pt idx="6055">
                  <c:v>0</c:v>
                </c:pt>
                <c:pt idx="6056">
                  <c:v>0</c:v>
                </c:pt>
                <c:pt idx="6057">
                  <c:v>0</c:v>
                </c:pt>
                <c:pt idx="6058">
                  <c:v>0</c:v>
                </c:pt>
                <c:pt idx="6059">
                  <c:v>0</c:v>
                </c:pt>
                <c:pt idx="6060">
                  <c:v>0</c:v>
                </c:pt>
                <c:pt idx="6061">
                  <c:v>0</c:v>
                </c:pt>
                <c:pt idx="6062">
                  <c:v>0</c:v>
                </c:pt>
                <c:pt idx="6063">
                  <c:v>0</c:v>
                </c:pt>
                <c:pt idx="6064">
                  <c:v>0</c:v>
                </c:pt>
                <c:pt idx="6065">
                  <c:v>0</c:v>
                </c:pt>
                <c:pt idx="6066">
                  <c:v>0</c:v>
                </c:pt>
                <c:pt idx="6067">
                  <c:v>0</c:v>
                </c:pt>
                <c:pt idx="6068">
                  <c:v>0</c:v>
                </c:pt>
                <c:pt idx="6069">
                  <c:v>0</c:v>
                </c:pt>
                <c:pt idx="6070">
                  <c:v>0</c:v>
                </c:pt>
                <c:pt idx="6071">
                  <c:v>0</c:v>
                </c:pt>
                <c:pt idx="6072">
                  <c:v>0</c:v>
                </c:pt>
                <c:pt idx="6073">
                  <c:v>0</c:v>
                </c:pt>
                <c:pt idx="6074">
                  <c:v>0</c:v>
                </c:pt>
                <c:pt idx="6075">
                  <c:v>0</c:v>
                </c:pt>
                <c:pt idx="6076">
                  <c:v>0</c:v>
                </c:pt>
                <c:pt idx="6077">
                  <c:v>0</c:v>
                </c:pt>
                <c:pt idx="6078">
                  <c:v>0</c:v>
                </c:pt>
                <c:pt idx="6079">
                  <c:v>0</c:v>
                </c:pt>
                <c:pt idx="6080">
                  <c:v>0</c:v>
                </c:pt>
                <c:pt idx="6081">
                  <c:v>0</c:v>
                </c:pt>
                <c:pt idx="6082">
                  <c:v>0</c:v>
                </c:pt>
                <c:pt idx="6083">
                  <c:v>0</c:v>
                </c:pt>
                <c:pt idx="6084">
                  <c:v>0</c:v>
                </c:pt>
                <c:pt idx="6085">
                  <c:v>0</c:v>
                </c:pt>
                <c:pt idx="6086">
                  <c:v>0</c:v>
                </c:pt>
                <c:pt idx="6087">
                  <c:v>0</c:v>
                </c:pt>
                <c:pt idx="6088">
                  <c:v>0</c:v>
                </c:pt>
                <c:pt idx="6089">
                  <c:v>0</c:v>
                </c:pt>
                <c:pt idx="6090">
                  <c:v>0</c:v>
                </c:pt>
                <c:pt idx="6091">
                  <c:v>0</c:v>
                </c:pt>
                <c:pt idx="6092">
                  <c:v>0</c:v>
                </c:pt>
                <c:pt idx="6093">
                  <c:v>0</c:v>
                </c:pt>
                <c:pt idx="6094">
                  <c:v>0</c:v>
                </c:pt>
                <c:pt idx="6095">
                  <c:v>0</c:v>
                </c:pt>
                <c:pt idx="6096">
                  <c:v>0</c:v>
                </c:pt>
                <c:pt idx="6097">
                  <c:v>0</c:v>
                </c:pt>
                <c:pt idx="6098">
                  <c:v>0</c:v>
                </c:pt>
                <c:pt idx="6099">
                  <c:v>0</c:v>
                </c:pt>
                <c:pt idx="6100">
                  <c:v>0</c:v>
                </c:pt>
                <c:pt idx="6101">
                  <c:v>0</c:v>
                </c:pt>
                <c:pt idx="6102">
                  <c:v>0</c:v>
                </c:pt>
                <c:pt idx="6103">
                  <c:v>0</c:v>
                </c:pt>
                <c:pt idx="6104">
                  <c:v>0</c:v>
                </c:pt>
                <c:pt idx="6105">
                  <c:v>0</c:v>
                </c:pt>
                <c:pt idx="6106">
                  <c:v>0</c:v>
                </c:pt>
                <c:pt idx="6107">
                  <c:v>0</c:v>
                </c:pt>
                <c:pt idx="6108">
                  <c:v>0</c:v>
                </c:pt>
                <c:pt idx="6109">
                  <c:v>0</c:v>
                </c:pt>
                <c:pt idx="6110">
                  <c:v>0</c:v>
                </c:pt>
                <c:pt idx="6111">
                  <c:v>0</c:v>
                </c:pt>
                <c:pt idx="6112">
                  <c:v>0</c:v>
                </c:pt>
                <c:pt idx="6113">
                  <c:v>0</c:v>
                </c:pt>
                <c:pt idx="6114">
                  <c:v>0</c:v>
                </c:pt>
                <c:pt idx="6115">
                  <c:v>0</c:v>
                </c:pt>
                <c:pt idx="6116">
                  <c:v>0</c:v>
                </c:pt>
                <c:pt idx="6117">
                  <c:v>0</c:v>
                </c:pt>
                <c:pt idx="6118">
                  <c:v>0</c:v>
                </c:pt>
                <c:pt idx="6119">
                  <c:v>0</c:v>
                </c:pt>
                <c:pt idx="6120">
                  <c:v>0</c:v>
                </c:pt>
                <c:pt idx="6121">
                  <c:v>0</c:v>
                </c:pt>
                <c:pt idx="6122">
                  <c:v>0</c:v>
                </c:pt>
                <c:pt idx="6123">
                  <c:v>0</c:v>
                </c:pt>
                <c:pt idx="6124">
                  <c:v>0</c:v>
                </c:pt>
                <c:pt idx="6125">
                  <c:v>0</c:v>
                </c:pt>
                <c:pt idx="6126">
                  <c:v>0</c:v>
                </c:pt>
                <c:pt idx="6127">
                  <c:v>0</c:v>
                </c:pt>
                <c:pt idx="6128">
                  <c:v>0</c:v>
                </c:pt>
                <c:pt idx="6129">
                  <c:v>0</c:v>
                </c:pt>
                <c:pt idx="6130">
                  <c:v>0</c:v>
                </c:pt>
                <c:pt idx="6131">
                  <c:v>0</c:v>
                </c:pt>
                <c:pt idx="6132">
                  <c:v>0</c:v>
                </c:pt>
                <c:pt idx="6133">
                  <c:v>0</c:v>
                </c:pt>
                <c:pt idx="6134">
                  <c:v>0</c:v>
                </c:pt>
                <c:pt idx="6135">
                  <c:v>0</c:v>
                </c:pt>
                <c:pt idx="6136">
                  <c:v>0</c:v>
                </c:pt>
                <c:pt idx="6137">
                  <c:v>0</c:v>
                </c:pt>
                <c:pt idx="6138">
                  <c:v>0</c:v>
                </c:pt>
                <c:pt idx="6139">
                  <c:v>0</c:v>
                </c:pt>
                <c:pt idx="6140">
                  <c:v>0</c:v>
                </c:pt>
                <c:pt idx="6141">
                  <c:v>0</c:v>
                </c:pt>
                <c:pt idx="6142">
                  <c:v>0</c:v>
                </c:pt>
                <c:pt idx="6143">
                  <c:v>0</c:v>
                </c:pt>
                <c:pt idx="6144">
                  <c:v>0</c:v>
                </c:pt>
                <c:pt idx="6145">
                  <c:v>0</c:v>
                </c:pt>
                <c:pt idx="6146">
                  <c:v>0</c:v>
                </c:pt>
                <c:pt idx="6147">
                  <c:v>0</c:v>
                </c:pt>
                <c:pt idx="6148">
                  <c:v>0</c:v>
                </c:pt>
                <c:pt idx="6149">
                  <c:v>0</c:v>
                </c:pt>
                <c:pt idx="6150">
                  <c:v>0</c:v>
                </c:pt>
                <c:pt idx="6151">
                  <c:v>0</c:v>
                </c:pt>
                <c:pt idx="6152">
                  <c:v>0</c:v>
                </c:pt>
                <c:pt idx="6153">
                  <c:v>0</c:v>
                </c:pt>
                <c:pt idx="6154">
                  <c:v>0</c:v>
                </c:pt>
                <c:pt idx="6155">
                  <c:v>0</c:v>
                </c:pt>
                <c:pt idx="6156">
                  <c:v>0</c:v>
                </c:pt>
                <c:pt idx="6157">
                  <c:v>0</c:v>
                </c:pt>
                <c:pt idx="6158">
                  <c:v>0</c:v>
                </c:pt>
                <c:pt idx="6159">
                  <c:v>0</c:v>
                </c:pt>
                <c:pt idx="6160">
                  <c:v>0</c:v>
                </c:pt>
                <c:pt idx="6161">
                  <c:v>0</c:v>
                </c:pt>
                <c:pt idx="6162">
                  <c:v>0</c:v>
                </c:pt>
                <c:pt idx="6163">
                  <c:v>0</c:v>
                </c:pt>
                <c:pt idx="6164">
                  <c:v>0</c:v>
                </c:pt>
                <c:pt idx="6165">
                  <c:v>0</c:v>
                </c:pt>
                <c:pt idx="6166">
                  <c:v>0</c:v>
                </c:pt>
                <c:pt idx="6167">
                  <c:v>0</c:v>
                </c:pt>
                <c:pt idx="6168">
                  <c:v>0</c:v>
                </c:pt>
                <c:pt idx="6169">
                  <c:v>0</c:v>
                </c:pt>
                <c:pt idx="6170">
                  <c:v>0</c:v>
                </c:pt>
                <c:pt idx="6171">
                  <c:v>0</c:v>
                </c:pt>
                <c:pt idx="6172">
                  <c:v>0</c:v>
                </c:pt>
                <c:pt idx="6173">
                  <c:v>0</c:v>
                </c:pt>
                <c:pt idx="6174">
                  <c:v>0</c:v>
                </c:pt>
                <c:pt idx="6175">
                  <c:v>0</c:v>
                </c:pt>
                <c:pt idx="6176">
                  <c:v>0</c:v>
                </c:pt>
                <c:pt idx="6177">
                  <c:v>0</c:v>
                </c:pt>
                <c:pt idx="6178">
                  <c:v>0</c:v>
                </c:pt>
                <c:pt idx="6179">
                  <c:v>0</c:v>
                </c:pt>
                <c:pt idx="6180">
                  <c:v>0</c:v>
                </c:pt>
                <c:pt idx="6181">
                  <c:v>0</c:v>
                </c:pt>
                <c:pt idx="6182">
                  <c:v>0</c:v>
                </c:pt>
                <c:pt idx="6183">
                  <c:v>0</c:v>
                </c:pt>
                <c:pt idx="6184">
                  <c:v>0</c:v>
                </c:pt>
                <c:pt idx="6185">
                  <c:v>0</c:v>
                </c:pt>
                <c:pt idx="6186">
                  <c:v>0</c:v>
                </c:pt>
                <c:pt idx="6187">
                  <c:v>0</c:v>
                </c:pt>
                <c:pt idx="6188">
                  <c:v>0</c:v>
                </c:pt>
                <c:pt idx="6189">
                  <c:v>0</c:v>
                </c:pt>
                <c:pt idx="6190">
                  <c:v>0</c:v>
                </c:pt>
                <c:pt idx="6191">
                  <c:v>0</c:v>
                </c:pt>
                <c:pt idx="6192">
                  <c:v>0</c:v>
                </c:pt>
                <c:pt idx="6193">
                  <c:v>0</c:v>
                </c:pt>
                <c:pt idx="6194">
                  <c:v>0</c:v>
                </c:pt>
                <c:pt idx="6195">
                  <c:v>0</c:v>
                </c:pt>
                <c:pt idx="6196">
                  <c:v>0</c:v>
                </c:pt>
                <c:pt idx="6197">
                  <c:v>0</c:v>
                </c:pt>
                <c:pt idx="6198">
                  <c:v>0</c:v>
                </c:pt>
                <c:pt idx="6199">
                  <c:v>0</c:v>
                </c:pt>
                <c:pt idx="6200">
                  <c:v>0</c:v>
                </c:pt>
                <c:pt idx="6201">
                  <c:v>0</c:v>
                </c:pt>
                <c:pt idx="6202">
                  <c:v>0</c:v>
                </c:pt>
                <c:pt idx="6203">
                  <c:v>0</c:v>
                </c:pt>
                <c:pt idx="6204">
                  <c:v>0</c:v>
                </c:pt>
                <c:pt idx="6205">
                  <c:v>0</c:v>
                </c:pt>
                <c:pt idx="6206">
                  <c:v>0</c:v>
                </c:pt>
                <c:pt idx="6207">
                  <c:v>0</c:v>
                </c:pt>
                <c:pt idx="6208">
                  <c:v>0</c:v>
                </c:pt>
                <c:pt idx="6209">
                  <c:v>0</c:v>
                </c:pt>
                <c:pt idx="6210">
                  <c:v>0</c:v>
                </c:pt>
                <c:pt idx="6211">
                  <c:v>0</c:v>
                </c:pt>
                <c:pt idx="6212">
                  <c:v>0</c:v>
                </c:pt>
                <c:pt idx="6213">
                  <c:v>0</c:v>
                </c:pt>
                <c:pt idx="6214">
                  <c:v>0</c:v>
                </c:pt>
                <c:pt idx="6215">
                  <c:v>0</c:v>
                </c:pt>
                <c:pt idx="6216">
                  <c:v>0</c:v>
                </c:pt>
                <c:pt idx="6217">
                  <c:v>0</c:v>
                </c:pt>
                <c:pt idx="6218">
                  <c:v>0</c:v>
                </c:pt>
                <c:pt idx="6219">
                  <c:v>0</c:v>
                </c:pt>
                <c:pt idx="6220">
                  <c:v>0</c:v>
                </c:pt>
                <c:pt idx="6221">
                  <c:v>0</c:v>
                </c:pt>
                <c:pt idx="6222">
                  <c:v>0</c:v>
                </c:pt>
                <c:pt idx="6223">
                  <c:v>0</c:v>
                </c:pt>
                <c:pt idx="6224">
                  <c:v>0</c:v>
                </c:pt>
                <c:pt idx="6225">
                  <c:v>0</c:v>
                </c:pt>
                <c:pt idx="6226">
                  <c:v>0</c:v>
                </c:pt>
                <c:pt idx="6227">
                  <c:v>0</c:v>
                </c:pt>
                <c:pt idx="6228">
                  <c:v>0</c:v>
                </c:pt>
                <c:pt idx="6229">
                  <c:v>0</c:v>
                </c:pt>
                <c:pt idx="6230">
                  <c:v>0</c:v>
                </c:pt>
                <c:pt idx="6231">
                  <c:v>0</c:v>
                </c:pt>
                <c:pt idx="6232">
                  <c:v>0</c:v>
                </c:pt>
                <c:pt idx="6233">
                  <c:v>0</c:v>
                </c:pt>
                <c:pt idx="6234">
                  <c:v>0</c:v>
                </c:pt>
                <c:pt idx="6235">
                  <c:v>0</c:v>
                </c:pt>
                <c:pt idx="6236">
                  <c:v>0</c:v>
                </c:pt>
                <c:pt idx="6237">
                  <c:v>0</c:v>
                </c:pt>
                <c:pt idx="6238">
                  <c:v>0</c:v>
                </c:pt>
                <c:pt idx="6239">
                  <c:v>0</c:v>
                </c:pt>
                <c:pt idx="6240">
                  <c:v>0</c:v>
                </c:pt>
                <c:pt idx="6241">
                  <c:v>0</c:v>
                </c:pt>
                <c:pt idx="6242">
                  <c:v>0</c:v>
                </c:pt>
                <c:pt idx="6243">
                  <c:v>0</c:v>
                </c:pt>
                <c:pt idx="6244">
                  <c:v>0</c:v>
                </c:pt>
                <c:pt idx="6245">
                  <c:v>0</c:v>
                </c:pt>
                <c:pt idx="6246">
                  <c:v>0</c:v>
                </c:pt>
                <c:pt idx="6247">
                  <c:v>0</c:v>
                </c:pt>
                <c:pt idx="6248">
                  <c:v>0</c:v>
                </c:pt>
                <c:pt idx="6249">
                  <c:v>0</c:v>
                </c:pt>
                <c:pt idx="6250">
                  <c:v>0</c:v>
                </c:pt>
                <c:pt idx="6251">
                  <c:v>0</c:v>
                </c:pt>
                <c:pt idx="6252">
                  <c:v>0</c:v>
                </c:pt>
                <c:pt idx="6253">
                  <c:v>0</c:v>
                </c:pt>
                <c:pt idx="6254">
                  <c:v>0</c:v>
                </c:pt>
                <c:pt idx="6255">
                  <c:v>0</c:v>
                </c:pt>
                <c:pt idx="6256">
                  <c:v>0</c:v>
                </c:pt>
                <c:pt idx="6257">
                  <c:v>0</c:v>
                </c:pt>
                <c:pt idx="6258">
                  <c:v>0</c:v>
                </c:pt>
                <c:pt idx="6259">
                  <c:v>0</c:v>
                </c:pt>
                <c:pt idx="6260">
                  <c:v>0</c:v>
                </c:pt>
                <c:pt idx="6261">
                  <c:v>0</c:v>
                </c:pt>
                <c:pt idx="6262">
                  <c:v>0</c:v>
                </c:pt>
                <c:pt idx="6263">
                  <c:v>0</c:v>
                </c:pt>
                <c:pt idx="6264">
                  <c:v>0</c:v>
                </c:pt>
                <c:pt idx="6265">
                  <c:v>0</c:v>
                </c:pt>
                <c:pt idx="6266">
                  <c:v>0</c:v>
                </c:pt>
                <c:pt idx="6267">
                  <c:v>0</c:v>
                </c:pt>
                <c:pt idx="6268">
                  <c:v>0</c:v>
                </c:pt>
                <c:pt idx="6269">
                  <c:v>0</c:v>
                </c:pt>
                <c:pt idx="6270">
                  <c:v>0</c:v>
                </c:pt>
                <c:pt idx="6271">
                  <c:v>0</c:v>
                </c:pt>
                <c:pt idx="6272">
                  <c:v>0</c:v>
                </c:pt>
                <c:pt idx="6273">
                  <c:v>0</c:v>
                </c:pt>
                <c:pt idx="6274">
                  <c:v>0</c:v>
                </c:pt>
                <c:pt idx="6275">
                  <c:v>0</c:v>
                </c:pt>
                <c:pt idx="6276">
                  <c:v>0</c:v>
                </c:pt>
                <c:pt idx="6277">
                  <c:v>0</c:v>
                </c:pt>
                <c:pt idx="6278">
                  <c:v>0</c:v>
                </c:pt>
                <c:pt idx="6279">
                  <c:v>0</c:v>
                </c:pt>
                <c:pt idx="6280">
                  <c:v>0</c:v>
                </c:pt>
                <c:pt idx="6281">
                  <c:v>0</c:v>
                </c:pt>
                <c:pt idx="6282">
                  <c:v>0</c:v>
                </c:pt>
                <c:pt idx="6283">
                  <c:v>0</c:v>
                </c:pt>
                <c:pt idx="6284">
                  <c:v>0</c:v>
                </c:pt>
                <c:pt idx="6285">
                  <c:v>0</c:v>
                </c:pt>
                <c:pt idx="6286">
                  <c:v>0</c:v>
                </c:pt>
                <c:pt idx="6287">
                  <c:v>0</c:v>
                </c:pt>
                <c:pt idx="6288">
                  <c:v>0</c:v>
                </c:pt>
                <c:pt idx="6289">
                  <c:v>0</c:v>
                </c:pt>
                <c:pt idx="6290">
                  <c:v>0</c:v>
                </c:pt>
                <c:pt idx="6291">
                  <c:v>0</c:v>
                </c:pt>
                <c:pt idx="6292">
                  <c:v>0</c:v>
                </c:pt>
                <c:pt idx="6293">
                  <c:v>0</c:v>
                </c:pt>
                <c:pt idx="6294">
                  <c:v>0</c:v>
                </c:pt>
                <c:pt idx="6295">
                  <c:v>0</c:v>
                </c:pt>
                <c:pt idx="6296">
                  <c:v>0</c:v>
                </c:pt>
                <c:pt idx="6297">
                  <c:v>0</c:v>
                </c:pt>
                <c:pt idx="6298">
                  <c:v>0</c:v>
                </c:pt>
                <c:pt idx="6299">
                  <c:v>0</c:v>
                </c:pt>
                <c:pt idx="6300">
                  <c:v>0</c:v>
                </c:pt>
                <c:pt idx="6301">
                  <c:v>0</c:v>
                </c:pt>
                <c:pt idx="6302">
                  <c:v>0</c:v>
                </c:pt>
                <c:pt idx="6303">
                  <c:v>0</c:v>
                </c:pt>
                <c:pt idx="6304">
                  <c:v>0</c:v>
                </c:pt>
                <c:pt idx="6305">
                  <c:v>0</c:v>
                </c:pt>
                <c:pt idx="6306">
                  <c:v>0</c:v>
                </c:pt>
                <c:pt idx="6307">
                  <c:v>0</c:v>
                </c:pt>
                <c:pt idx="6308">
                  <c:v>0</c:v>
                </c:pt>
                <c:pt idx="6309">
                  <c:v>0</c:v>
                </c:pt>
                <c:pt idx="6310">
                  <c:v>0</c:v>
                </c:pt>
                <c:pt idx="6311">
                  <c:v>0</c:v>
                </c:pt>
                <c:pt idx="6312">
                  <c:v>0</c:v>
                </c:pt>
                <c:pt idx="6313">
                  <c:v>0</c:v>
                </c:pt>
                <c:pt idx="6314">
                  <c:v>0</c:v>
                </c:pt>
                <c:pt idx="6315">
                  <c:v>0</c:v>
                </c:pt>
                <c:pt idx="6316">
                  <c:v>0</c:v>
                </c:pt>
                <c:pt idx="6317">
                  <c:v>0</c:v>
                </c:pt>
                <c:pt idx="6318">
                  <c:v>0</c:v>
                </c:pt>
                <c:pt idx="6319">
                  <c:v>0</c:v>
                </c:pt>
                <c:pt idx="6320">
                  <c:v>0</c:v>
                </c:pt>
                <c:pt idx="6321">
                  <c:v>0</c:v>
                </c:pt>
                <c:pt idx="6322">
                  <c:v>0</c:v>
                </c:pt>
                <c:pt idx="6323">
                  <c:v>0</c:v>
                </c:pt>
                <c:pt idx="6324">
                  <c:v>0</c:v>
                </c:pt>
                <c:pt idx="6325">
                  <c:v>0</c:v>
                </c:pt>
                <c:pt idx="6326">
                  <c:v>0</c:v>
                </c:pt>
                <c:pt idx="6327">
                  <c:v>0</c:v>
                </c:pt>
                <c:pt idx="6328">
                  <c:v>0</c:v>
                </c:pt>
                <c:pt idx="6329">
                  <c:v>0</c:v>
                </c:pt>
                <c:pt idx="6330">
                  <c:v>0</c:v>
                </c:pt>
                <c:pt idx="6331">
                  <c:v>0</c:v>
                </c:pt>
                <c:pt idx="6332">
                  <c:v>0</c:v>
                </c:pt>
                <c:pt idx="6333">
                  <c:v>0</c:v>
                </c:pt>
                <c:pt idx="6334">
                  <c:v>0</c:v>
                </c:pt>
                <c:pt idx="6335">
                  <c:v>0</c:v>
                </c:pt>
                <c:pt idx="6336">
                  <c:v>0</c:v>
                </c:pt>
                <c:pt idx="6337">
                  <c:v>0</c:v>
                </c:pt>
                <c:pt idx="6338">
                  <c:v>0</c:v>
                </c:pt>
                <c:pt idx="6339">
                  <c:v>0</c:v>
                </c:pt>
                <c:pt idx="6340">
                  <c:v>0</c:v>
                </c:pt>
                <c:pt idx="6341">
                  <c:v>0</c:v>
                </c:pt>
                <c:pt idx="6342">
                  <c:v>0</c:v>
                </c:pt>
                <c:pt idx="6343">
                  <c:v>0</c:v>
                </c:pt>
                <c:pt idx="6344">
                  <c:v>0</c:v>
                </c:pt>
                <c:pt idx="6345">
                  <c:v>0</c:v>
                </c:pt>
                <c:pt idx="6346">
                  <c:v>0</c:v>
                </c:pt>
                <c:pt idx="6347">
                  <c:v>0</c:v>
                </c:pt>
                <c:pt idx="6348">
                  <c:v>0</c:v>
                </c:pt>
                <c:pt idx="6349">
                  <c:v>0</c:v>
                </c:pt>
                <c:pt idx="6350">
                  <c:v>0</c:v>
                </c:pt>
                <c:pt idx="6351">
                  <c:v>0</c:v>
                </c:pt>
                <c:pt idx="6352">
                  <c:v>0</c:v>
                </c:pt>
                <c:pt idx="6353">
                  <c:v>0</c:v>
                </c:pt>
                <c:pt idx="6354">
                  <c:v>0</c:v>
                </c:pt>
                <c:pt idx="6355">
                  <c:v>0</c:v>
                </c:pt>
                <c:pt idx="6356">
                  <c:v>0</c:v>
                </c:pt>
                <c:pt idx="6357">
                  <c:v>0</c:v>
                </c:pt>
                <c:pt idx="6358">
                  <c:v>0</c:v>
                </c:pt>
                <c:pt idx="6359">
                  <c:v>0</c:v>
                </c:pt>
                <c:pt idx="6360">
                  <c:v>0</c:v>
                </c:pt>
                <c:pt idx="6361">
                  <c:v>0</c:v>
                </c:pt>
                <c:pt idx="6362">
                  <c:v>0</c:v>
                </c:pt>
                <c:pt idx="6363">
                  <c:v>0</c:v>
                </c:pt>
                <c:pt idx="6364">
                  <c:v>0</c:v>
                </c:pt>
                <c:pt idx="6365">
                  <c:v>0</c:v>
                </c:pt>
                <c:pt idx="6366">
                  <c:v>0</c:v>
                </c:pt>
                <c:pt idx="6367">
                  <c:v>0</c:v>
                </c:pt>
                <c:pt idx="6368">
                  <c:v>0</c:v>
                </c:pt>
                <c:pt idx="6369">
                  <c:v>0</c:v>
                </c:pt>
                <c:pt idx="6370">
                  <c:v>0</c:v>
                </c:pt>
                <c:pt idx="6371">
                  <c:v>0</c:v>
                </c:pt>
                <c:pt idx="6372">
                  <c:v>0</c:v>
                </c:pt>
                <c:pt idx="6373">
                  <c:v>0</c:v>
                </c:pt>
                <c:pt idx="6374">
                  <c:v>0</c:v>
                </c:pt>
                <c:pt idx="6375">
                  <c:v>0</c:v>
                </c:pt>
                <c:pt idx="6376">
                  <c:v>0</c:v>
                </c:pt>
                <c:pt idx="6377">
                  <c:v>0</c:v>
                </c:pt>
                <c:pt idx="6378">
                  <c:v>0</c:v>
                </c:pt>
                <c:pt idx="6379">
                  <c:v>0</c:v>
                </c:pt>
                <c:pt idx="6380">
                  <c:v>0</c:v>
                </c:pt>
                <c:pt idx="6381">
                  <c:v>0</c:v>
                </c:pt>
                <c:pt idx="6382">
                  <c:v>0</c:v>
                </c:pt>
                <c:pt idx="6383">
                  <c:v>0</c:v>
                </c:pt>
                <c:pt idx="6384">
                  <c:v>0</c:v>
                </c:pt>
                <c:pt idx="6385">
                  <c:v>0</c:v>
                </c:pt>
                <c:pt idx="6386">
                  <c:v>0</c:v>
                </c:pt>
                <c:pt idx="6387">
                  <c:v>0</c:v>
                </c:pt>
                <c:pt idx="6388">
                  <c:v>0</c:v>
                </c:pt>
                <c:pt idx="6389">
                  <c:v>0</c:v>
                </c:pt>
                <c:pt idx="6390">
                  <c:v>0</c:v>
                </c:pt>
                <c:pt idx="6391">
                  <c:v>0</c:v>
                </c:pt>
                <c:pt idx="6392">
                  <c:v>0</c:v>
                </c:pt>
                <c:pt idx="6393">
                  <c:v>0</c:v>
                </c:pt>
                <c:pt idx="6394">
                  <c:v>0</c:v>
                </c:pt>
                <c:pt idx="6395">
                  <c:v>0</c:v>
                </c:pt>
                <c:pt idx="6396">
                  <c:v>0</c:v>
                </c:pt>
                <c:pt idx="6397">
                  <c:v>0</c:v>
                </c:pt>
                <c:pt idx="6398">
                  <c:v>0</c:v>
                </c:pt>
                <c:pt idx="6399">
                  <c:v>0</c:v>
                </c:pt>
                <c:pt idx="6400">
                  <c:v>0</c:v>
                </c:pt>
                <c:pt idx="6401">
                  <c:v>0</c:v>
                </c:pt>
                <c:pt idx="6402">
                  <c:v>0</c:v>
                </c:pt>
                <c:pt idx="6403">
                  <c:v>0</c:v>
                </c:pt>
                <c:pt idx="6404">
                  <c:v>0</c:v>
                </c:pt>
                <c:pt idx="6405">
                  <c:v>0</c:v>
                </c:pt>
                <c:pt idx="6406">
                  <c:v>0</c:v>
                </c:pt>
                <c:pt idx="6407">
                  <c:v>0</c:v>
                </c:pt>
                <c:pt idx="6408">
                  <c:v>0</c:v>
                </c:pt>
                <c:pt idx="6409">
                  <c:v>0</c:v>
                </c:pt>
                <c:pt idx="6410">
                  <c:v>0</c:v>
                </c:pt>
                <c:pt idx="6411">
                  <c:v>0</c:v>
                </c:pt>
                <c:pt idx="6412">
                  <c:v>0</c:v>
                </c:pt>
                <c:pt idx="6413">
                  <c:v>0</c:v>
                </c:pt>
                <c:pt idx="6414">
                  <c:v>0</c:v>
                </c:pt>
                <c:pt idx="6415">
                  <c:v>0</c:v>
                </c:pt>
                <c:pt idx="6416">
                  <c:v>0</c:v>
                </c:pt>
                <c:pt idx="6417">
                  <c:v>0</c:v>
                </c:pt>
                <c:pt idx="6418">
                  <c:v>0</c:v>
                </c:pt>
                <c:pt idx="6419">
                  <c:v>0</c:v>
                </c:pt>
                <c:pt idx="6420">
                  <c:v>0</c:v>
                </c:pt>
                <c:pt idx="6421">
                  <c:v>0</c:v>
                </c:pt>
                <c:pt idx="6422">
                  <c:v>0</c:v>
                </c:pt>
                <c:pt idx="6423">
                  <c:v>0</c:v>
                </c:pt>
                <c:pt idx="6424">
                  <c:v>0</c:v>
                </c:pt>
                <c:pt idx="6425">
                  <c:v>0</c:v>
                </c:pt>
                <c:pt idx="6426">
                  <c:v>0</c:v>
                </c:pt>
                <c:pt idx="6427">
                  <c:v>0</c:v>
                </c:pt>
                <c:pt idx="6428">
                  <c:v>0</c:v>
                </c:pt>
                <c:pt idx="6429">
                  <c:v>0</c:v>
                </c:pt>
                <c:pt idx="6430">
                  <c:v>0</c:v>
                </c:pt>
                <c:pt idx="6431">
                  <c:v>0</c:v>
                </c:pt>
                <c:pt idx="6432">
                  <c:v>0</c:v>
                </c:pt>
                <c:pt idx="6433">
                  <c:v>0</c:v>
                </c:pt>
                <c:pt idx="6434">
                  <c:v>0</c:v>
                </c:pt>
                <c:pt idx="6435">
                  <c:v>0</c:v>
                </c:pt>
                <c:pt idx="6436">
                  <c:v>0</c:v>
                </c:pt>
                <c:pt idx="6437">
                  <c:v>0</c:v>
                </c:pt>
                <c:pt idx="6438">
                  <c:v>0</c:v>
                </c:pt>
                <c:pt idx="6439">
                  <c:v>0</c:v>
                </c:pt>
                <c:pt idx="6440">
                  <c:v>0</c:v>
                </c:pt>
                <c:pt idx="6441">
                  <c:v>0</c:v>
                </c:pt>
                <c:pt idx="6442">
                  <c:v>0</c:v>
                </c:pt>
                <c:pt idx="6443">
                  <c:v>0</c:v>
                </c:pt>
                <c:pt idx="6444">
                  <c:v>0</c:v>
                </c:pt>
                <c:pt idx="6445">
                  <c:v>0</c:v>
                </c:pt>
                <c:pt idx="6446">
                  <c:v>0</c:v>
                </c:pt>
                <c:pt idx="6447">
                  <c:v>0</c:v>
                </c:pt>
                <c:pt idx="6448">
                  <c:v>0</c:v>
                </c:pt>
                <c:pt idx="6449">
                  <c:v>0</c:v>
                </c:pt>
                <c:pt idx="6450">
                  <c:v>0</c:v>
                </c:pt>
                <c:pt idx="6451">
                  <c:v>0</c:v>
                </c:pt>
                <c:pt idx="6452">
                  <c:v>0</c:v>
                </c:pt>
                <c:pt idx="6453">
                  <c:v>0</c:v>
                </c:pt>
                <c:pt idx="6454">
                  <c:v>0</c:v>
                </c:pt>
                <c:pt idx="6455">
                  <c:v>0</c:v>
                </c:pt>
                <c:pt idx="6456">
                  <c:v>0</c:v>
                </c:pt>
                <c:pt idx="6457">
                  <c:v>0</c:v>
                </c:pt>
                <c:pt idx="6458">
                  <c:v>0</c:v>
                </c:pt>
                <c:pt idx="6459">
                  <c:v>0</c:v>
                </c:pt>
                <c:pt idx="6460">
                  <c:v>0</c:v>
                </c:pt>
                <c:pt idx="6461">
                  <c:v>0</c:v>
                </c:pt>
                <c:pt idx="6462">
                  <c:v>0</c:v>
                </c:pt>
                <c:pt idx="6463">
                  <c:v>0</c:v>
                </c:pt>
                <c:pt idx="6464">
                  <c:v>0</c:v>
                </c:pt>
                <c:pt idx="6465">
                  <c:v>0</c:v>
                </c:pt>
                <c:pt idx="6466">
                  <c:v>0</c:v>
                </c:pt>
                <c:pt idx="6467">
                  <c:v>0</c:v>
                </c:pt>
                <c:pt idx="6468">
                  <c:v>0</c:v>
                </c:pt>
                <c:pt idx="6469">
                  <c:v>0</c:v>
                </c:pt>
                <c:pt idx="6470">
                  <c:v>0</c:v>
                </c:pt>
                <c:pt idx="6471">
                  <c:v>0</c:v>
                </c:pt>
                <c:pt idx="6472">
                  <c:v>0</c:v>
                </c:pt>
                <c:pt idx="6473">
                  <c:v>0</c:v>
                </c:pt>
                <c:pt idx="6474">
                  <c:v>0</c:v>
                </c:pt>
                <c:pt idx="6475">
                  <c:v>0</c:v>
                </c:pt>
                <c:pt idx="6476">
                  <c:v>0</c:v>
                </c:pt>
                <c:pt idx="6477">
                  <c:v>0</c:v>
                </c:pt>
                <c:pt idx="6478">
                  <c:v>0</c:v>
                </c:pt>
                <c:pt idx="6479">
                  <c:v>0</c:v>
                </c:pt>
                <c:pt idx="6480">
                  <c:v>0</c:v>
                </c:pt>
                <c:pt idx="6481">
                  <c:v>0</c:v>
                </c:pt>
                <c:pt idx="6482">
                  <c:v>0</c:v>
                </c:pt>
                <c:pt idx="6483">
                  <c:v>0</c:v>
                </c:pt>
                <c:pt idx="6484">
                  <c:v>0</c:v>
                </c:pt>
                <c:pt idx="6485">
                  <c:v>0</c:v>
                </c:pt>
                <c:pt idx="6486">
                  <c:v>0</c:v>
                </c:pt>
                <c:pt idx="6487">
                  <c:v>0</c:v>
                </c:pt>
                <c:pt idx="6488">
                  <c:v>0</c:v>
                </c:pt>
                <c:pt idx="6489">
                  <c:v>0</c:v>
                </c:pt>
                <c:pt idx="6490">
                  <c:v>0</c:v>
                </c:pt>
                <c:pt idx="6491">
                  <c:v>0</c:v>
                </c:pt>
                <c:pt idx="6492">
                  <c:v>0</c:v>
                </c:pt>
                <c:pt idx="6493">
                  <c:v>0</c:v>
                </c:pt>
                <c:pt idx="6494">
                  <c:v>0</c:v>
                </c:pt>
                <c:pt idx="6495">
                  <c:v>0</c:v>
                </c:pt>
                <c:pt idx="6496">
                  <c:v>0</c:v>
                </c:pt>
                <c:pt idx="6497">
                  <c:v>0</c:v>
                </c:pt>
                <c:pt idx="6498">
                  <c:v>0</c:v>
                </c:pt>
                <c:pt idx="6499">
                  <c:v>0</c:v>
                </c:pt>
                <c:pt idx="6500">
                  <c:v>0</c:v>
                </c:pt>
                <c:pt idx="6501">
                  <c:v>0</c:v>
                </c:pt>
                <c:pt idx="6502">
                  <c:v>0</c:v>
                </c:pt>
                <c:pt idx="6503">
                  <c:v>0</c:v>
                </c:pt>
                <c:pt idx="6504">
                  <c:v>0</c:v>
                </c:pt>
                <c:pt idx="6505">
                  <c:v>0</c:v>
                </c:pt>
                <c:pt idx="6506">
                  <c:v>0</c:v>
                </c:pt>
                <c:pt idx="6507">
                  <c:v>0</c:v>
                </c:pt>
                <c:pt idx="6508">
                  <c:v>0</c:v>
                </c:pt>
                <c:pt idx="6509">
                  <c:v>0</c:v>
                </c:pt>
                <c:pt idx="6510">
                  <c:v>0</c:v>
                </c:pt>
                <c:pt idx="6511">
                  <c:v>0</c:v>
                </c:pt>
                <c:pt idx="6512">
                  <c:v>0</c:v>
                </c:pt>
                <c:pt idx="6513">
                  <c:v>0</c:v>
                </c:pt>
                <c:pt idx="6514">
                  <c:v>0</c:v>
                </c:pt>
                <c:pt idx="6515">
                  <c:v>0</c:v>
                </c:pt>
                <c:pt idx="6516">
                  <c:v>0</c:v>
                </c:pt>
                <c:pt idx="6517">
                  <c:v>0</c:v>
                </c:pt>
                <c:pt idx="6518">
                  <c:v>0</c:v>
                </c:pt>
                <c:pt idx="6519">
                  <c:v>0</c:v>
                </c:pt>
                <c:pt idx="6520">
                  <c:v>0</c:v>
                </c:pt>
                <c:pt idx="6521">
                  <c:v>0</c:v>
                </c:pt>
                <c:pt idx="6522">
                  <c:v>0</c:v>
                </c:pt>
                <c:pt idx="6523">
                  <c:v>0</c:v>
                </c:pt>
                <c:pt idx="6524">
                  <c:v>0</c:v>
                </c:pt>
                <c:pt idx="6525">
                  <c:v>0</c:v>
                </c:pt>
                <c:pt idx="6526">
                  <c:v>0</c:v>
                </c:pt>
                <c:pt idx="6527">
                  <c:v>0</c:v>
                </c:pt>
                <c:pt idx="6528">
                  <c:v>0</c:v>
                </c:pt>
                <c:pt idx="6529">
                  <c:v>0</c:v>
                </c:pt>
                <c:pt idx="6530">
                  <c:v>0</c:v>
                </c:pt>
                <c:pt idx="6531">
                  <c:v>0</c:v>
                </c:pt>
                <c:pt idx="6532">
                  <c:v>0</c:v>
                </c:pt>
                <c:pt idx="6533">
                  <c:v>0</c:v>
                </c:pt>
                <c:pt idx="6534">
                  <c:v>0</c:v>
                </c:pt>
                <c:pt idx="6535">
                  <c:v>0</c:v>
                </c:pt>
                <c:pt idx="6536">
                  <c:v>0</c:v>
                </c:pt>
                <c:pt idx="6537">
                  <c:v>0</c:v>
                </c:pt>
                <c:pt idx="6538">
                  <c:v>0</c:v>
                </c:pt>
                <c:pt idx="6539">
                  <c:v>0</c:v>
                </c:pt>
                <c:pt idx="6540">
                  <c:v>0</c:v>
                </c:pt>
                <c:pt idx="6541">
                  <c:v>0</c:v>
                </c:pt>
                <c:pt idx="6542">
                  <c:v>0</c:v>
                </c:pt>
                <c:pt idx="6543">
                  <c:v>0</c:v>
                </c:pt>
                <c:pt idx="6544">
                  <c:v>0</c:v>
                </c:pt>
                <c:pt idx="6545">
                  <c:v>0</c:v>
                </c:pt>
                <c:pt idx="6546">
                  <c:v>0</c:v>
                </c:pt>
                <c:pt idx="6547">
                  <c:v>0</c:v>
                </c:pt>
                <c:pt idx="6548">
                  <c:v>0</c:v>
                </c:pt>
                <c:pt idx="6549">
                  <c:v>0</c:v>
                </c:pt>
                <c:pt idx="6550">
                  <c:v>0</c:v>
                </c:pt>
                <c:pt idx="6551">
                  <c:v>0</c:v>
                </c:pt>
                <c:pt idx="6552">
                  <c:v>0</c:v>
                </c:pt>
                <c:pt idx="6553">
                  <c:v>0</c:v>
                </c:pt>
                <c:pt idx="6554">
                  <c:v>0</c:v>
                </c:pt>
                <c:pt idx="6555">
                  <c:v>0</c:v>
                </c:pt>
                <c:pt idx="6556">
                  <c:v>0</c:v>
                </c:pt>
                <c:pt idx="6557">
                  <c:v>0</c:v>
                </c:pt>
                <c:pt idx="6558">
                  <c:v>0</c:v>
                </c:pt>
                <c:pt idx="6559">
                  <c:v>0</c:v>
                </c:pt>
                <c:pt idx="6560">
                  <c:v>0</c:v>
                </c:pt>
                <c:pt idx="6561">
                  <c:v>0</c:v>
                </c:pt>
                <c:pt idx="6562">
                  <c:v>0</c:v>
                </c:pt>
                <c:pt idx="6563">
                  <c:v>0</c:v>
                </c:pt>
                <c:pt idx="6564">
                  <c:v>0</c:v>
                </c:pt>
                <c:pt idx="6565">
                  <c:v>0</c:v>
                </c:pt>
                <c:pt idx="6566">
                  <c:v>0</c:v>
                </c:pt>
                <c:pt idx="6567">
                  <c:v>0</c:v>
                </c:pt>
                <c:pt idx="6568">
                  <c:v>0</c:v>
                </c:pt>
                <c:pt idx="6569">
                  <c:v>0</c:v>
                </c:pt>
                <c:pt idx="6570">
                  <c:v>0</c:v>
                </c:pt>
                <c:pt idx="6571">
                  <c:v>0</c:v>
                </c:pt>
                <c:pt idx="6572">
                  <c:v>0</c:v>
                </c:pt>
                <c:pt idx="6573">
                  <c:v>0</c:v>
                </c:pt>
                <c:pt idx="6574">
                  <c:v>0</c:v>
                </c:pt>
                <c:pt idx="6575">
                  <c:v>0</c:v>
                </c:pt>
                <c:pt idx="6576">
                  <c:v>0</c:v>
                </c:pt>
                <c:pt idx="6577">
                  <c:v>0</c:v>
                </c:pt>
                <c:pt idx="6578">
                  <c:v>0</c:v>
                </c:pt>
                <c:pt idx="6579">
                  <c:v>0</c:v>
                </c:pt>
                <c:pt idx="6580">
                  <c:v>0</c:v>
                </c:pt>
                <c:pt idx="6581">
                  <c:v>0</c:v>
                </c:pt>
                <c:pt idx="6582">
                  <c:v>0</c:v>
                </c:pt>
                <c:pt idx="6583">
                  <c:v>0</c:v>
                </c:pt>
                <c:pt idx="6584">
                  <c:v>0</c:v>
                </c:pt>
                <c:pt idx="6585">
                  <c:v>0</c:v>
                </c:pt>
                <c:pt idx="6586">
                  <c:v>0</c:v>
                </c:pt>
                <c:pt idx="6587">
                  <c:v>0</c:v>
                </c:pt>
                <c:pt idx="6588">
                  <c:v>0</c:v>
                </c:pt>
                <c:pt idx="6589">
                  <c:v>0</c:v>
                </c:pt>
                <c:pt idx="6590">
                  <c:v>0</c:v>
                </c:pt>
                <c:pt idx="6591">
                  <c:v>0</c:v>
                </c:pt>
                <c:pt idx="6592">
                  <c:v>0</c:v>
                </c:pt>
                <c:pt idx="6593">
                  <c:v>0</c:v>
                </c:pt>
                <c:pt idx="6594">
                  <c:v>0</c:v>
                </c:pt>
                <c:pt idx="6595">
                  <c:v>0</c:v>
                </c:pt>
                <c:pt idx="6596">
                  <c:v>0</c:v>
                </c:pt>
                <c:pt idx="6597">
                  <c:v>0</c:v>
                </c:pt>
                <c:pt idx="6598">
                  <c:v>0</c:v>
                </c:pt>
                <c:pt idx="6599">
                  <c:v>0</c:v>
                </c:pt>
                <c:pt idx="6600">
                  <c:v>0</c:v>
                </c:pt>
                <c:pt idx="6601">
                  <c:v>0</c:v>
                </c:pt>
                <c:pt idx="6602">
                  <c:v>0</c:v>
                </c:pt>
                <c:pt idx="6603">
                  <c:v>0</c:v>
                </c:pt>
                <c:pt idx="6604">
                  <c:v>0</c:v>
                </c:pt>
                <c:pt idx="6605">
                  <c:v>0</c:v>
                </c:pt>
                <c:pt idx="6606">
                  <c:v>0</c:v>
                </c:pt>
                <c:pt idx="6607">
                  <c:v>0</c:v>
                </c:pt>
                <c:pt idx="6608">
                  <c:v>0</c:v>
                </c:pt>
                <c:pt idx="6609">
                  <c:v>0</c:v>
                </c:pt>
                <c:pt idx="6610">
                  <c:v>0</c:v>
                </c:pt>
                <c:pt idx="6611">
                  <c:v>0</c:v>
                </c:pt>
                <c:pt idx="6612">
                  <c:v>0</c:v>
                </c:pt>
                <c:pt idx="6613">
                  <c:v>0</c:v>
                </c:pt>
                <c:pt idx="6614">
                  <c:v>0</c:v>
                </c:pt>
                <c:pt idx="6615">
                  <c:v>0</c:v>
                </c:pt>
                <c:pt idx="6616">
                  <c:v>0</c:v>
                </c:pt>
                <c:pt idx="6617">
                  <c:v>0</c:v>
                </c:pt>
                <c:pt idx="6618">
                  <c:v>0</c:v>
                </c:pt>
                <c:pt idx="6619">
                  <c:v>0</c:v>
                </c:pt>
                <c:pt idx="6620">
                  <c:v>0</c:v>
                </c:pt>
                <c:pt idx="6621">
                  <c:v>0</c:v>
                </c:pt>
                <c:pt idx="6622">
                  <c:v>0</c:v>
                </c:pt>
                <c:pt idx="6623">
                  <c:v>0</c:v>
                </c:pt>
                <c:pt idx="6624">
                  <c:v>0</c:v>
                </c:pt>
                <c:pt idx="6625">
                  <c:v>0</c:v>
                </c:pt>
                <c:pt idx="6626">
                  <c:v>0</c:v>
                </c:pt>
                <c:pt idx="6627">
                  <c:v>0</c:v>
                </c:pt>
                <c:pt idx="6628">
                  <c:v>0</c:v>
                </c:pt>
                <c:pt idx="6629">
                  <c:v>0</c:v>
                </c:pt>
                <c:pt idx="6630">
                  <c:v>0</c:v>
                </c:pt>
                <c:pt idx="6631">
                  <c:v>0</c:v>
                </c:pt>
                <c:pt idx="6632">
                  <c:v>0</c:v>
                </c:pt>
                <c:pt idx="6633">
                  <c:v>0</c:v>
                </c:pt>
                <c:pt idx="6634">
                  <c:v>0</c:v>
                </c:pt>
                <c:pt idx="6635">
                  <c:v>0</c:v>
                </c:pt>
                <c:pt idx="6636">
                  <c:v>0</c:v>
                </c:pt>
                <c:pt idx="6637">
                  <c:v>0</c:v>
                </c:pt>
                <c:pt idx="6638">
                  <c:v>0</c:v>
                </c:pt>
                <c:pt idx="6639">
                  <c:v>0</c:v>
                </c:pt>
                <c:pt idx="6640">
                  <c:v>0</c:v>
                </c:pt>
                <c:pt idx="6641">
                  <c:v>0</c:v>
                </c:pt>
                <c:pt idx="6642">
                  <c:v>0</c:v>
                </c:pt>
                <c:pt idx="6643">
                  <c:v>0</c:v>
                </c:pt>
                <c:pt idx="6644">
                  <c:v>0</c:v>
                </c:pt>
                <c:pt idx="6645">
                  <c:v>0</c:v>
                </c:pt>
                <c:pt idx="6646">
                  <c:v>0</c:v>
                </c:pt>
                <c:pt idx="6647">
                  <c:v>0</c:v>
                </c:pt>
                <c:pt idx="6648">
                  <c:v>0</c:v>
                </c:pt>
                <c:pt idx="6649">
                  <c:v>0</c:v>
                </c:pt>
                <c:pt idx="6650">
                  <c:v>0</c:v>
                </c:pt>
                <c:pt idx="6651">
                  <c:v>0</c:v>
                </c:pt>
                <c:pt idx="6652">
                  <c:v>0</c:v>
                </c:pt>
                <c:pt idx="6653">
                  <c:v>0</c:v>
                </c:pt>
                <c:pt idx="6654">
                  <c:v>0</c:v>
                </c:pt>
                <c:pt idx="6655">
                  <c:v>0</c:v>
                </c:pt>
                <c:pt idx="6656">
                  <c:v>0</c:v>
                </c:pt>
                <c:pt idx="6657">
                  <c:v>0</c:v>
                </c:pt>
                <c:pt idx="6658">
                  <c:v>0</c:v>
                </c:pt>
                <c:pt idx="6659">
                  <c:v>0</c:v>
                </c:pt>
                <c:pt idx="6660">
                  <c:v>0</c:v>
                </c:pt>
                <c:pt idx="6661">
                  <c:v>0</c:v>
                </c:pt>
                <c:pt idx="6662">
                  <c:v>0</c:v>
                </c:pt>
                <c:pt idx="6663">
                  <c:v>0</c:v>
                </c:pt>
                <c:pt idx="6664">
                  <c:v>0</c:v>
                </c:pt>
                <c:pt idx="6665">
                  <c:v>0</c:v>
                </c:pt>
                <c:pt idx="6666">
                  <c:v>0</c:v>
                </c:pt>
                <c:pt idx="6667">
                  <c:v>0</c:v>
                </c:pt>
                <c:pt idx="6668">
                  <c:v>0</c:v>
                </c:pt>
                <c:pt idx="6669">
                  <c:v>0</c:v>
                </c:pt>
                <c:pt idx="6670">
                  <c:v>0</c:v>
                </c:pt>
                <c:pt idx="6671">
                  <c:v>0</c:v>
                </c:pt>
                <c:pt idx="6672">
                  <c:v>0</c:v>
                </c:pt>
                <c:pt idx="6673">
                  <c:v>0</c:v>
                </c:pt>
                <c:pt idx="6674">
                  <c:v>0</c:v>
                </c:pt>
                <c:pt idx="6675">
                  <c:v>0</c:v>
                </c:pt>
                <c:pt idx="6676">
                  <c:v>0</c:v>
                </c:pt>
                <c:pt idx="6677">
                  <c:v>0</c:v>
                </c:pt>
                <c:pt idx="6678">
                  <c:v>0</c:v>
                </c:pt>
                <c:pt idx="6679">
                  <c:v>0</c:v>
                </c:pt>
                <c:pt idx="6680">
                  <c:v>0</c:v>
                </c:pt>
                <c:pt idx="6681">
                  <c:v>0</c:v>
                </c:pt>
                <c:pt idx="6682">
                  <c:v>0</c:v>
                </c:pt>
                <c:pt idx="6683">
                  <c:v>0</c:v>
                </c:pt>
                <c:pt idx="6684">
                  <c:v>0</c:v>
                </c:pt>
                <c:pt idx="6685">
                  <c:v>0</c:v>
                </c:pt>
                <c:pt idx="6686">
                  <c:v>0</c:v>
                </c:pt>
                <c:pt idx="6687">
                  <c:v>0</c:v>
                </c:pt>
                <c:pt idx="6688">
                  <c:v>0</c:v>
                </c:pt>
                <c:pt idx="6689">
                  <c:v>0</c:v>
                </c:pt>
                <c:pt idx="6690">
                  <c:v>0</c:v>
                </c:pt>
                <c:pt idx="6691">
                  <c:v>0</c:v>
                </c:pt>
                <c:pt idx="6692">
                  <c:v>0</c:v>
                </c:pt>
                <c:pt idx="6693">
                  <c:v>0</c:v>
                </c:pt>
                <c:pt idx="6694">
                  <c:v>0</c:v>
                </c:pt>
                <c:pt idx="6695">
                  <c:v>0</c:v>
                </c:pt>
                <c:pt idx="6696">
                  <c:v>0</c:v>
                </c:pt>
                <c:pt idx="6697">
                  <c:v>0</c:v>
                </c:pt>
                <c:pt idx="6698">
                  <c:v>0</c:v>
                </c:pt>
                <c:pt idx="6699">
                  <c:v>0</c:v>
                </c:pt>
                <c:pt idx="6700">
                  <c:v>0</c:v>
                </c:pt>
                <c:pt idx="6701">
                  <c:v>0</c:v>
                </c:pt>
                <c:pt idx="6702">
                  <c:v>0</c:v>
                </c:pt>
                <c:pt idx="6703">
                  <c:v>0</c:v>
                </c:pt>
                <c:pt idx="6704">
                  <c:v>0</c:v>
                </c:pt>
                <c:pt idx="6705">
                  <c:v>0</c:v>
                </c:pt>
                <c:pt idx="6706">
                  <c:v>0</c:v>
                </c:pt>
                <c:pt idx="6707">
                  <c:v>0</c:v>
                </c:pt>
                <c:pt idx="6708">
                  <c:v>0</c:v>
                </c:pt>
                <c:pt idx="6709">
                  <c:v>0</c:v>
                </c:pt>
                <c:pt idx="6710">
                  <c:v>0</c:v>
                </c:pt>
                <c:pt idx="6711">
                  <c:v>0</c:v>
                </c:pt>
                <c:pt idx="6712">
                  <c:v>0</c:v>
                </c:pt>
                <c:pt idx="6713">
                  <c:v>0</c:v>
                </c:pt>
                <c:pt idx="6714">
                  <c:v>0</c:v>
                </c:pt>
                <c:pt idx="6715">
                  <c:v>0</c:v>
                </c:pt>
                <c:pt idx="6716">
                  <c:v>0</c:v>
                </c:pt>
                <c:pt idx="6717">
                  <c:v>0</c:v>
                </c:pt>
                <c:pt idx="6718">
                  <c:v>0</c:v>
                </c:pt>
                <c:pt idx="6719">
                  <c:v>0</c:v>
                </c:pt>
                <c:pt idx="6720">
                  <c:v>0</c:v>
                </c:pt>
                <c:pt idx="6721">
                  <c:v>0</c:v>
                </c:pt>
                <c:pt idx="6722">
                  <c:v>0</c:v>
                </c:pt>
                <c:pt idx="6723">
                  <c:v>0</c:v>
                </c:pt>
                <c:pt idx="6724">
                  <c:v>0</c:v>
                </c:pt>
                <c:pt idx="6725">
                  <c:v>0</c:v>
                </c:pt>
                <c:pt idx="6726">
                  <c:v>0</c:v>
                </c:pt>
                <c:pt idx="6727">
                  <c:v>0</c:v>
                </c:pt>
                <c:pt idx="6728">
                  <c:v>0</c:v>
                </c:pt>
                <c:pt idx="6729">
                  <c:v>0</c:v>
                </c:pt>
                <c:pt idx="6730">
                  <c:v>0</c:v>
                </c:pt>
                <c:pt idx="6731">
                  <c:v>0</c:v>
                </c:pt>
                <c:pt idx="6732">
                  <c:v>0</c:v>
                </c:pt>
                <c:pt idx="6733">
                  <c:v>0</c:v>
                </c:pt>
                <c:pt idx="6734">
                  <c:v>0</c:v>
                </c:pt>
                <c:pt idx="6735">
                  <c:v>0</c:v>
                </c:pt>
                <c:pt idx="6736">
                  <c:v>0</c:v>
                </c:pt>
                <c:pt idx="6737">
                  <c:v>0</c:v>
                </c:pt>
                <c:pt idx="6738">
                  <c:v>0</c:v>
                </c:pt>
                <c:pt idx="6739">
                  <c:v>0</c:v>
                </c:pt>
                <c:pt idx="6740">
                  <c:v>0</c:v>
                </c:pt>
                <c:pt idx="6741">
                  <c:v>0</c:v>
                </c:pt>
                <c:pt idx="6742">
                  <c:v>0</c:v>
                </c:pt>
                <c:pt idx="6743">
                  <c:v>0</c:v>
                </c:pt>
                <c:pt idx="6744">
                  <c:v>0</c:v>
                </c:pt>
                <c:pt idx="6745">
                  <c:v>0</c:v>
                </c:pt>
                <c:pt idx="6746">
                  <c:v>0</c:v>
                </c:pt>
                <c:pt idx="6747">
                  <c:v>0</c:v>
                </c:pt>
                <c:pt idx="6748">
                  <c:v>0</c:v>
                </c:pt>
                <c:pt idx="6749">
                  <c:v>0</c:v>
                </c:pt>
                <c:pt idx="6750">
                  <c:v>0</c:v>
                </c:pt>
                <c:pt idx="6751">
                  <c:v>0</c:v>
                </c:pt>
                <c:pt idx="6752">
                  <c:v>0</c:v>
                </c:pt>
                <c:pt idx="6753">
                  <c:v>0</c:v>
                </c:pt>
                <c:pt idx="6754">
                  <c:v>0</c:v>
                </c:pt>
                <c:pt idx="6755">
                  <c:v>0</c:v>
                </c:pt>
                <c:pt idx="6756">
                  <c:v>0</c:v>
                </c:pt>
                <c:pt idx="6757">
                  <c:v>0</c:v>
                </c:pt>
                <c:pt idx="6758">
                  <c:v>0</c:v>
                </c:pt>
                <c:pt idx="6759">
                  <c:v>0</c:v>
                </c:pt>
                <c:pt idx="6760">
                  <c:v>0</c:v>
                </c:pt>
                <c:pt idx="6761">
                  <c:v>0</c:v>
                </c:pt>
                <c:pt idx="6762">
                  <c:v>0</c:v>
                </c:pt>
                <c:pt idx="6763">
                  <c:v>0</c:v>
                </c:pt>
                <c:pt idx="6764">
                  <c:v>0</c:v>
                </c:pt>
                <c:pt idx="6765">
                  <c:v>0</c:v>
                </c:pt>
                <c:pt idx="6766">
                  <c:v>0</c:v>
                </c:pt>
                <c:pt idx="6767">
                  <c:v>0</c:v>
                </c:pt>
                <c:pt idx="6768">
                  <c:v>0</c:v>
                </c:pt>
                <c:pt idx="6769">
                  <c:v>0</c:v>
                </c:pt>
                <c:pt idx="6770">
                  <c:v>0</c:v>
                </c:pt>
                <c:pt idx="6771">
                  <c:v>0</c:v>
                </c:pt>
                <c:pt idx="6772">
                  <c:v>0</c:v>
                </c:pt>
                <c:pt idx="6773">
                  <c:v>0</c:v>
                </c:pt>
                <c:pt idx="6774">
                  <c:v>0</c:v>
                </c:pt>
                <c:pt idx="6775">
                  <c:v>0</c:v>
                </c:pt>
                <c:pt idx="6776">
                  <c:v>0</c:v>
                </c:pt>
                <c:pt idx="6777">
                  <c:v>0</c:v>
                </c:pt>
                <c:pt idx="6778">
                  <c:v>0</c:v>
                </c:pt>
                <c:pt idx="6779">
                  <c:v>0</c:v>
                </c:pt>
                <c:pt idx="6780">
                  <c:v>0</c:v>
                </c:pt>
                <c:pt idx="6781">
                  <c:v>0</c:v>
                </c:pt>
                <c:pt idx="6782">
                  <c:v>0</c:v>
                </c:pt>
                <c:pt idx="6783">
                  <c:v>0</c:v>
                </c:pt>
                <c:pt idx="6784">
                  <c:v>0</c:v>
                </c:pt>
                <c:pt idx="6785">
                  <c:v>0</c:v>
                </c:pt>
                <c:pt idx="6786">
                  <c:v>0</c:v>
                </c:pt>
                <c:pt idx="6787">
                  <c:v>0</c:v>
                </c:pt>
                <c:pt idx="6788">
                  <c:v>0</c:v>
                </c:pt>
                <c:pt idx="6789">
                  <c:v>0</c:v>
                </c:pt>
                <c:pt idx="6790">
                  <c:v>0</c:v>
                </c:pt>
                <c:pt idx="6791">
                  <c:v>0</c:v>
                </c:pt>
                <c:pt idx="6792">
                  <c:v>0</c:v>
                </c:pt>
                <c:pt idx="6793">
                  <c:v>0</c:v>
                </c:pt>
                <c:pt idx="6794">
                  <c:v>0</c:v>
                </c:pt>
                <c:pt idx="6795">
                  <c:v>0</c:v>
                </c:pt>
                <c:pt idx="6796">
                  <c:v>0</c:v>
                </c:pt>
                <c:pt idx="6797">
                  <c:v>0</c:v>
                </c:pt>
                <c:pt idx="6798">
                  <c:v>0</c:v>
                </c:pt>
                <c:pt idx="6799">
                  <c:v>0</c:v>
                </c:pt>
                <c:pt idx="6800">
                  <c:v>0</c:v>
                </c:pt>
                <c:pt idx="6801">
                  <c:v>0</c:v>
                </c:pt>
                <c:pt idx="6802">
                  <c:v>0</c:v>
                </c:pt>
                <c:pt idx="6803">
                  <c:v>0</c:v>
                </c:pt>
                <c:pt idx="6804">
                  <c:v>0</c:v>
                </c:pt>
                <c:pt idx="6805">
                  <c:v>0</c:v>
                </c:pt>
                <c:pt idx="6806">
                  <c:v>0</c:v>
                </c:pt>
                <c:pt idx="6807">
                  <c:v>0</c:v>
                </c:pt>
                <c:pt idx="6808">
                  <c:v>0</c:v>
                </c:pt>
                <c:pt idx="6809">
                  <c:v>0</c:v>
                </c:pt>
                <c:pt idx="6810">
                  <c:v>0</c:v>
                </c:pt>
                <c:pt idx="6811">
                  <c:v>0</c:v>
                </c:pt>
                <c:pt idx="6812">
                  <c:v>0</c:v>
                </c:pt>
                <c:pt idx="6813">
                  <c:v>0</c:v>
                </c:pt>
                <c:pt idx="6814">
                  <c:v>0</c:v>
                </c:pt>
                <c:pt idx="6815">
                  <c:v>0</c:v>
                </c:pt>
                <c:pt idx="6816">
                  <c:v>0</c:v>
                </c:pt>
                <c:pt idx="6817">
                  <c:v>0</c:v>
                </c:pt>
                <c:pt idx="6818">
                  <c:v>0</c:v>
                </c:pt>
                <c:pt idx="6819">
                  <c:v>0</c:v>
                </c:pt>
                <c:pt idx="6820">
                  <c:v>0</c:v>
                </c:pt>
                <c:pt idx="6821">
                  <c:v>0</c:v>
                </c:pt>
                <c:pt idx="6822">
                  <c:v>0</c:v>
                </c:pt>
                <c:pt idx="6823">
                  <c:v>0</c:v>
                </c:pt>
                <c:pt idx="6824">
                  <c:v>0</c:v>
                </c:pt>
                <c:pt idx="6825">
                  <c:v>0</c:v>
                </c:pt>
                <c:pt idx="6826">
                  <c:v>0</c:v>
                </c:pt>
                <c:pt idx="6827">
                  <c:v>0</c:v>
                </c:pt>
                <c:pt idx="6828">
                  <c:v>0</c:v>
                </c:pt>
                <c:pt idx="6829">
                  <c:v>0</c:v>
                </c:pt>
                <c:pt idx="6830">
                  <c:v>0</c:v>
                </c:pt>
                <c:pt idx="6831">
                  <c:v>0</c:v>
                </c:pt>
                <c:pt idx="6832">
                  <c:v>0</c:v>
                </c:pt>
                <c:pt idx="6833">
                  <c:v>0</c:v>
                </c:pt>
                <c:pt idx="6834">
                  <c:v>0</c:v>
                </c:pt>
                <c:pt idx="6835">
                  <c:v>0</c:v>
                </c:pt>
                <c:pt idx="6836">
                  <c:v>0</c:v>
                </c:pt>
                <c:pt idx="6837">
                  <c:v>0</c:v>
                </c:pt>
                <c:pt idx="6838">
                  <c:v>0</c:v>
                </c:pt>
                <c:pt idx="6839">
                  <c:v>0</c:v>
                </c:pt>
                <c:pt idx="6840">
                  <c:v>0</c:v>
                </c:pt>
                <c:pt idx="6841">
                  <c:v>0</c:v>
                </c:pt>
                <c:pt idx="6842">
                  <c:v>0</c:v>
                </c:pt>
                <c:pt idx="6843">
                  <c:v>0</c:v>
                </c:pt>
                <c:pt idx="6844">
                  <c:v>0</c:v>
                </c:pt>
                <c:pt idx="6845">
                  <c:v>0</c:v>
                </c:pt>
                <c:pt idx="6846">
                  <c:v>0</c:v>
                </c:pt>
                <c:pt idx="6847">
                  <c:v>0</c:v>
                </c:pt>
                <c:pt idx="6848">
                  <c:v>0</c:v>
                </c:pt>
                <c:pt idx="6849">
                  <c:v>0</c:v>
                </c:pt>
                <c:pt idx="6850">
                  <c:v>0</c:v>
                </c:pt>
                <c:pt idx="6851">
                  <c:v>0</c:v>
                </c:pt>
                <c:pt idx="6852">
                  <c:v>0</c:v>
                </c:pt>
                <c:pt idx="6853">
                  <c:v>0</c:v>
                </c:pt>
                <c:pt idx="6854">
                  <c:v>0</c:v>
                </c:pt>
                <c:pt idx="6855">
                  <c:v>0</c:v>
                </c:pt>
                <c:pt idx="6856">
                  <c:v>0</c:v>
                </c:pt>
                <c:pt idx="6857">
                  <c:v>0</c:v>
                </c:pt>
                <c:pt idx="6858">
                  <c:v>0</c:v>
                </c:pt>
                <c:pt idx="6859">
                  <c:v>0</c:v>
                </c:pt>
                <c:pt idx="6860">
                  <c:v>0</c:v>
                </c:pt>
                <c:pt idx="6861">
                  <c:v>0</c:v>
                </c:pt>
                <c:pt idx="6862">
                  <c:v>0</c:v>
                </c:pt>
                <c:pt idx="6863">
                  <c:v>0</c:v>
                </c:pt>
                <c:pt idx="6864">
                  <c:v>0</c:v>
                </c:pt>
                <c:pt idx="6865">
                  <c:v>0</c:v>
                </c:pt>
                <c:pt idx="6866">
                  <c:v>0</c:v>
                </c:pt>
                <c:pt idx="6867">
                  <c:v>0</c:v>
                </c:pt>
                <c:pt idx="6868">
                  <c:v>0</c:v>
                </c:pt>
                <c:pt idx="6869">
                  <c:v>0</c:v>
                </c:pt>
                <c:pt idx="6870">
                  <c:v>0</c:v>
                </c:pt>
                <c:pt idx="6871">
                  <c:v>0</c:v>
                </c:pt>
                <c:pt idx="6872">
                  <c:v>0</c:v>
                </c:pt>
                <c:pt idx="6873">
                  <c:v>0</c:v>
                </c:pt>
                <c:pt idx="6874">
                  <c:v>0</c:v>
                </c:pt>
                <c:pt idx="6875">
                  <c:v>0</c:v>
                </c:pt>
                <c:pt idx="6876">
                  <c:v>0</c:v>
                </c:pt>
                <c:pt idx="6877">
                  <c:v>0</c:v>
                </c:pt>
                <c:pt idx="6878">
                  <c:v>0</c:v>
                </c:pt>
                <c:pt idx="6879">
                  <c:v>0</c:v>
                </c:pt>
                <c:pt idx="6880">
                  <c:v>0</c:v>
                </c:pt>
                <c:pt idx="6881">
                  <c:v>0</c:v>
                </c:pt>
                <c:pt idx="6882">
                  <c:v>0</c:v>
                </c:pt>
                <c:pt idx="6883">
                  <c:v>0</c:v>
                </c:pt>
                <c:pt idx="6884">
                  <c:v>0</c:v>
                </c:pt>
                <c:pt idx="6885">
                  <c:v>0</c:v>
                </c:pt>
                <c:pt idx="6886">
                  <c:v>0</c:v>
                </c:pt>
                <c:pt idx="6887">
                  <c:v>0</c:v>
                </c:pt>
                <c:pt idx="6888">
                  <c:v>0</c:v>
                </c:pt>
                <c:pt idx="6889">
                  <c:v>0</c:v>
                </c:pt>
                <c:pt idx="6890">
                  <c:v>0</c:v>
                </c:pt>
                <c:pt idx="6891">
                  <c:v>0</c:v>
                </c:pt>
                <c:pt idx="6892">
                  <c:v>0</c:v>
                </c:pt>
                <c:pt idx="6893">
                  <c:v>0</c:v>
                </c:pt>
                <c:pt idx="6894">
                  <c:v>0</c:v>
                </c:pt>
                <c:pt idx="6895">
                  <c:v>0</c:v>
                </c:pt>
                <c:pt idx="6896">
                  <c:v>0</c:v>
                </c:pt>
                <c:pt idx="6897">
                  <c:v>0</c:v>
                </c:pt>
                <c:pt idx="6898">
                  <c:v>0</c:v>
                </c:pt>
                <c:pt idx="6899">
                  <c:v>0</c:v>
                </c:pt>
                <c:pt idx="6900">
                  <c:v>0</c:v>
                </c:pt>
                <c:pt idx="6901">
                  <c:v>0</c:v>
                </c:pt>
                <c:pt idx="6902">
                  <c:v>0</c:v>
                </c:pt>
                <c:pt idx="6903">
                  <c:v>0</c:v>
                </c:pt>
                <c:pt idx="6904">
                  <c:v>0</c:v>
                </c:pt>
                <c:pt idx="6905">
                  <c:v>0</c:v>
                </c:pt>
                <c:pt idx="6906">
                  <c:v>0</c:v>
                </c:pt>
                <c:pt idx="6907">
                  <c:v>0</c:v>
                </c:pt>
                <c:pt idx="6908">
                  <c:v>0</c:v>
                </c:pt>
                <c:pt idx="6909">
                  <c:v>0</c:v>
                </c:pt>
                <c:pt idx="6910">
                  <c:v>0</c:v>
                </c:pt>
                <c:pt idx="6911">
                  <c:v>0</c:v>
                </c:pt>
                <c:pt idx="6912">
                  <c:v>0</c:v>
                </c:pt>
                <c:pt idx="6913">
                  <c:v>0</c:v>
                </c:pt>
                <c:pt idx="6914">
                  <c:v>0</c:v>
                </c:pt>
                <c:pt idx="6915">
                  <c:v>0</c:v>
                </c:pt>
                <c:pt idx="6916">
                  <c:v>0</c:v>
                </c:pt>
                <c:pt idx="6917">
                  <c:v>0</c:v>
                </c:pt>
                <c:pt idx="6918">
                  <c:v>0</c:v>
                </c:pt>
                <c:pt idx="6919">
                  <c:v>0</c:v>
                </c:pt>
                <c:pt idx="6920">
                  <c:v>0</c:v>
                </c:pt>
                <c:pt idx="6921">
                  <c:v>0</c:v>
                </c:pt>
                <c:pt idx="6922">
                  <c:v>0</c:v>
                </c:pt>
                <c:pt idx="6923">
                  <c:v>0</c:v>
                </c:pt>
                <c:pt idx="6924">
                  <c:v>0</c:v>
                </c:pt>
                <c:pt idx="6925">
                  <c:v>0</c:v>
                </c:pt>
                <c:pt idx="6926">
                  <c:v>0</c:v>
                </c:pt>
                <c:pt idx="6927">
                  <c:v>0</c:v>
                </c:pt>
                <c:pt idx="6928">
                  <c:v>0</c:v>
                </c:pt>
                <c:pt idx="6929">
                  <c:v>0</c:v>
                </c:pt>
                <c:pt idx="6930">
                  <c:v>0</c:v>
                </c:pt>
                <c:pt idx="6931">
                  <c:v>0</c:v>
                </c:pt>
                <c:pt idx="6932">
                  <c:v>0</c:v>
                </c:pt>
                <c:pt idx="6933">
                  <c:v>0</c:v>
                </c:pt>
                <c:pt idx="6934">
                  <c:v>0</c:v>
                </c:pt>
                <c:pt idx="6935">
                  <c:v>0</c:v>
                </c:pt>
                <c:pt idx="6936">
                  <c:v>0</c:v>
                </c:pt>
                <c:pt idx="6937">
                  <c:v>0</c:v>
                </c:pt>
                <c:pt idx="6938">
                  <c:v>0</c:v>
                </c:pt>
                <c:pt idx="6939">
                  <c:v>0</c:v>
                </c:pt>
                <c:pt idx="6940">
                  <c:v>0</c:v>
                </c:pt>
                <c:pt idx="6941">
                  <c:v>0</c:v>
                </c:pt>
                <c:pt idx="6942">
                  <c:v>0</c:v>
                </c:pt>
                <c:pt idx="6943">
                  <c:v>0</c:v>
                </c:pt>
                <c:pt idx="6944">
                  <c:v>0</c:v>
                </c:pt>
                <c:pt idx="6945">
                  <c:v>0</c:v>
                </c:pt>
                <c:pt idx="6946">
                  <c:v>0</c:v>
                </c:pt>
                <c:pt idx="6947">
                  <c:v>0</c:v>
                </c:pt>
                <c:pt idx="6948">
                  <c:v>0</c:v>
                </c:pt>
                <c:pt idx="6949">
                  <c:v>0</c:v>
                </c:pt>
                <c:pt idx="6950">
                  <c:v>0</c:v>
                </c:pt>
                <c:pt idx="6951">
                  <c:v>0</c:v>
                </c:pt>
                <c:pt idx="6952">
                  <c:v>0</c:v>
                </c:pt>
                <c:pt idx="6953">
                  <c:v>0</c:v>
                </c:pt>
                <c:pt idx="6954">
                  <c:v>0</c:v>
                </c:pt>
                <c:pt idx="6955">
                  <c:v>0</c:v>
                </c:pt>
                <c:pt idx="6956">
                  <c:v>0</c:v>
                </c:pt>
                <c:pt idx="6957">
                  <c:v>0</c:v>
                </c:pt>
                <c:pt idx="6958">
                  <c:v>0</c:v>
                </c:pt>
                <c:pt idx="6959">
                  <c:v>0</c:v>
                </c:pt>
                <c:pt idx="6960">
                  <c:v>0</c:v>
                </c:pt>
                <c:pt idx="6961">
                  <c:v>0</c:v>
                </c:pt>
                <c:pt idx="6962">
                  <c:v>0</c:v>
                </c:pt>
                <c:pt idx="6963">
                  <c:v>0</c:v>
                </c:pt>
                <c:pt idx="6964">
                  <c:v>0</c:v>
                </c:pt>
                <c:pt idx="6965">
                  <c:v>0</c:v>
                </c:pt>
                <c:pt idx="6966">
                  <c:v>0</c:v>
                </c:pt>
                <c:pt idx="6967">
                  <c:v>0</c:v>
                </c:pt>
                <c:pt idx="6968">
                  <c:v>0</c:v>
                </c:pt>
                <c:pt idx="6969">
                  <c:v>0</c:v>
                </c:pt>
                <c:pt idx="6970">
                  <c:v>0</c:v>
                </c:pt>
                <c:pt idx="6971">
                  <c:v>0</c:v>
                </c:pt>
                <c:pt idx="6972">
                  <c:v>0</c:v>
                </c:pt>
                <c:pt idx="6973">
                  <c:v>0</c:v>
                </c:pt>
                <c:pt idx="6974">
                  <c:v>0</c:v>
                </c:pt>
                <c:pt idx="6975">
                  <c:v>0</c:v>
                </c:pt>
                <c:pt idx="6976">
                  <c:v>0</c:v>
                </c:pt>
                <c:pt idx="6977">
                  <c:v>0</c:v>
                </c:pt>
                <c:pt idx="6978">
                  <c:v>0</c:v>
                </c:pt>
                <c:pt idx="6979">
                  <c:v>0</c:v>
                </c:pt>
                <c:pt idx="6980">
                  <c:v>0</c:v>
                </c:pt>
                <c:pt idx="6981">
                  <c:v>0</c:v>
                </c:pt>
                <c:pt idx="6982">
                  <c:v>0</c:v>
                </c:pt>
                <c:pt idx="6983">
                  <c:v>0</c:v>
                </c:pt>
                <c:pt idx="6984">
                  <c:v>0</c:v>
                </c:pt>
                <c:pt idx="6985">
                  <c:v>0</c:v>
                </c:pt>
                <c:pt idx="6986">
                  <c:v>0</c:v>
                </c:pt>
                <c:pt idx="6987">
                  <c:v>0</c:v>
                </c:pt>
                <c:pt idx="6988">
                  <c:v>0</c:v>
                </c:pt>
                <c:pt idx="6989">
                  <c:v>0</c:v>
                </c:pt>
                <c:pt idx="6990">
                  <c:v>0</c:v>
                </c:pt>
                <c:pt idx="6991">
                  <c:v>0</c:v>
                </c:pt>
                <c:pt idx="6992">
                  <c:v>0</c:v>
                </c:pt>
                <c:pt idx="6993">
                  <c:v>0</c:v>
                </c:pt>
                <c:pt idx="6994">
                  <c:v>0</c:v>
                </c:pt>
                <c:pt idx="6995">
                  <c:v>0</c:v>
                </c:pt>
                <c:pt idx="6996">
                  <c:v>0</c:v>
                </c:pt>
                <c:pt idx="6997">
                  <c:v>0</c:v>
                </c:pt>
                <c:pt idx="6998">
                  <c:v>0</c:v>
                </c:pt>
                <c:pt idx="6999">
                  <c:v>0</c:v>
                </c:pt>
                <c:pt idx="7000">
                  <c:v>0</c:v>
                </c:pt>
                <c:pt idx="7001">
                  <c:v>0</c:v>
                </c:pt>
                <c:pt idx="7002">
                  <c:v>0</c:v>
                </c:pt>
                <c:pt idx="7003">
                  <c:v>0</c:v>
                </c:pt>
                <c:pt idx="7004">
                  <c:v>0</c:v>
                </c:pt>
                <c:pt idx="7005">
                  <c:v>0</c:v>
                </c:pt>
                <c:pt idx="7006">
                  <c:v>0</c:v>
                </c:pt>
                <c:pt idx="7007">
                  <c:v>0</c:v>
                </c:pt>
                <c:pt idx="7008">
                  <c:v>0</c:v>
                </c:pt>
                <c:pt idx="7009">
                  <c:v>0</c:v>
                </c:pt>
                <c:pt idx="7010">
                  <c:v>0</c:v>
                </c:pt>
                <c:pt idx="7011">
                  <c:v>0</c:v>
                </c:pt>
                <c:pt idx="7012">
                  <c:v>0</c:v>
                </c:pt>
                <c:pt idx="7013">
                  <c:v>0</c:v>
                </c:pt>
                <c:pt idx="7014">
                  <c:v>0</c:v>
                </c:pt>
                <c:pt idx="7015">
                  <c:v>0</c:v>
                </c:pt>
                <c:pt idx="7016">
                  <c:v>0</c:v>
                </c:pt>
                <c:pt idx="7017">
                  <c:v>0</c:v>
                </c:pt>
                <c:pt idx="7018">
                  <c:v>0</c:v>
                </c:pt>
                <c:pt idx="7019">
                  <c:v>0</c:v>
                </c:pt>
                <c:pt idx="7020">
                  <c:v>0</c:v>
                </c:pt>
                <c:pt idx="7021">
                  <c:v>0</c:v>
                </c:pt>
                <c:pt idx="7022">
                  <c:v>0</c:v>
                </c:pt>
                <c:pt idx="7023">
                  <c:v>0</c:v>
                </c:pt>
                <c:pt idx="7024">
                  <c:v>0</c:v>
                </c:pt>
                <c:pt idx="7025">
                  <c:v>0</c:v>
                </c:pt>
                <c:pt idx="7026">
                  <c:v>0</c:v>
                </c:pt>
                <c:pt idx="7027">
                  <c:v>0</c:v>
                </c:pt>
                <c:pt idx="7028">
                  <c:v>0</c:v>
                </c:pt>
                <c:pt idx="7029">
                  <c:v>0</c:v>
                </c:pt>
                <c:pt idx="7030">
                  <c:v>0</c:v>
                </c:pt>
                <c:pt idx="7031">
                  <c:v>0</c:v>
                </c:pt>
                <c:pt idx="7032">
                  <c:v>0</c:v>
                </c:pt>
                <c:pt idx="7033">
                  <c:v>0</c:v>
                </c:pt>
                <c:pt idx="7034">
                  <c:v>0</c:v>
                </c:pt>
                <c:pt idx="7035">
                  <c:v>0</c:v>
                </c:pt>
                <c:pt idx="7036">
                  <c:v>0</c:v>
                </c:pt>
                <c:pt idx="7037">
                  <c:v>0</c:v>
                </c:pt>
                <c:pt idx="7038">
                  <c:v>0</c:v>
                </c:pt>
                <c:pt idx="7039">
                  <c:v>0</c:v>
                </c:pt>
                <c:pt idx="7040">
                  <c:v>0</c:v>
                </c:pt>
                <c:pt idx="7041">
                  <c:v>0</c:v>
                </c:pt>
                <c:pt idx="7042">
                  <c:v>0</c:v>
                </c:pt>
                <c:pt idx="7043">
                  <c:v>0</c:v>
                </c:pt>
                <c:pt idx="7044">
                  <c:v>0</c:v>
                </c:pt>
                <c:pt idx="7045">
                  <c:v>0</c:v>
                </c:pt>
                <c:pt idx="7046">
                  <c:v>0</c:v>
                </c:pt>
                <c:pt idx="7047">
                  <c:v>0</c:v>
                </c:pt>
                <c:pt idx="7048">
                  <c:v>0</c:v>
                </c:pt>
                <c:pt idx="7049">
                  <c:v>0</c:v>
                </c:pt>
                <c:pt idx="7050">
                  <c:v>0</c:v>
                </c:pt>
                <c:pt idx="7051">
                  <c:v>0</c:v>
                </c:pt>
                <c:pt idx="7052">
                  <c:v>0</c:v>
                </c:pt>
                <c:pt idx="7053">
                  <c:v>0</c:v>
                </c:pt>
                <c:pt idx="7054">
                  <c:v>0</c:v>
                </c:pt>
                <c:pt idx="7055">
                  <c:v>0</c:v>
                </c:pt>
                <c:pt idx="7056">
                  <c:v>0</c:v>
                </c:pt>
                <c:pt idx="7057">
                  <c:v>0</c:v>
                </c:pt>
                <c:pt idx="7058">
                  <c:v>0</c:v>
                </c:pt>
                <c:pt idx="7059">
                  <c:v>0</c:v>
                </c:pt>
                <c:pt idx="7060">
                  <c:v>0</c:v>
                </c:pt>
                <c:pt idx="7061">
                  <c:v>0</c:v>
                </c:pt>
                <c:pt idx="7062">
                  <c:v>0</c:v>
                </c:pt>
                <c:pt idx="7063">
                  <c:v>0</c:v>
                </c:pt>
                <c:pt idx="7064">
                  <c:v>0</c:v>
                </c:pt>
                <c:pt idx="7065">
                  <c:v>0</c:v>
                </c:pt>
                <c:pt idx="7066">
                  <c:v>0</c:v>
                </c:pt>
                <c:pt idx="7067">
                  <c:v>0</c:v>
                </c:pt>
                <c:pt idx="7068">
                  <c:v>0</c:v>
                </c:pt>
                <c:pt idx="7069">
                  <c:v>0</c:v>
                </c:pt>
                <c:pt idx="7070">
                  <c:v>0</c:v>
                </c:pt>
                <c:pt idx="7071">
                  <c:v>0</c:v>
                </c:pt>
                <c:pt idx="7072">
                  <c:v>0</c:v>
                </c:pt>
                <c:pt idx="7073">
                  <c:v>0</c:v>
                </c:pt>
                <c:pt idx="7074">
                  <c:v>0</c:v>
                </c:pt>
                <c:pt idx="7075">
                  <c:v>0</c:v>
                </c:pt>
                <c:pt idx="7076">
                  <c:v>0</c:v>
                </c:pt>
                <c:pt idx="7077">
                  <c:v>0</c:v>
                </c:pt>
                <c:pt idx="7078">
                  <c:v>0</c:v>
                </c:pt>
                <c:pt idx="7079">
                  <c:v>0</c:v>
                </c:pt>
                <c:pt idx="7080">
                  <c:v>0</c:v>
                </c:pt>
                <c:pt idx="7081">
                  <c:v>0</c:v>
                </c:pt>
                <c:pt idx="7082">
                  <c:v>0</c:v>
                </c:pt>
                <c:pt idx="7083">
                  <c:v>0</c:v>
                </c:pt>
                <c:pt idx="7084">
                  <c:v>0</c:v>
                </c:pt>
                <c:pt idx="7085">
                  <c:v>0</c:v>
                </c:pt>
                <c:pt idx="7086">
                  <c:v>0</c:v>
                </c:pt>
                <c:pt idx="7087">
                  <c:v>0</c:v>
                </c:pt>
                <c:pt idx="7088">
                  <c:v>0</c:v>
                </c:pt>
                <c:pt idx="7089">
                  <c:v>0</c:v>
                </c:pt>
                <c:pt idx="7090">
                  <c:v>0</c:v>
                </c:pt>
                <c:pt idx="7091">
                  <c:v>0</c:v>
                </c:pt>
                <c:pt idx="7092">
                  <c:v>0</c:v>
                </c:pt>
                <c:pt idx="7093">
                  <c:v>0</c:v>
                </c:pt>
                <c:pt idx="7094">
                  <c:v>0</c:v>
                </c:pt>
                <c:pt idx="7095">
                  <c:v>0</c:v>
                </c:pt>
                <c:pt idx="7096">
                  <c:v>0</c:v>
                </c:pt>
                <c:pt idx="7097">
                  <c:v>0</c:v>
                </c:pt>
                <c:pt idx="7098">
                  <c:v>0</c:v>
                </c:pt>
                <c:pt idx="7099">
                  <c:v>0</c:v>
                </c:pt>
                <c:pt idx="7100">
                  <c:v>0</c:v>
                </c:pt>
                <c:pt idx="7101">
                  <c:v>0</c:v>
                </c:pt>
                <c:pt idx="7102">
                  <c:v>0</c:v>
                </c:pt>
                <c:pt idx="7103">
                  <c:v>0</c:v>
                </c:pt>
                <c:pt idx="7104">
                  <c:v>0</c:v>
                </c:pt>
                <c:pt idx="7105">
                  <c:v>0</c:v>
                </c:pt>
                <c:pt idx="7106">
                  <c:v>0</c:v>
                </c:pt>
                <c:pt idx="7107">
                  <c:v>0</c:v>
                </c:pt>
                <c:pt idx="7108">
                  <c:v>0</c:v>
                </c:pt>
                <c:pt idx="7109">
                  <c:v>0</c:v>
                </c:pt>
                <c:pt idx="7110">
                  <c:v>0</c:v>
                </c:pt>
                <c:pt idx="7111">
                  <c:v>0</c:v>
                </c:pt>
                <c:pt idx="7112">
                  <c:v>0</c:v>
                </c:pt>
                <c:pt idx="7113">
                  <c:v>0</c:v>
                </c:pt>
                <c:pt idx="7114">
                  <c:v>0</c:v>
                </c:pt>
                <c:pt idx="7115">
                  <c:v>0</c:v>
                </c:pt>
                <c:pt idx="7116">
                  <c:v>0</c:v>
                </c:pt>
                <c:pt idx="7117">
                  <c:v>0</c:v>
                </c:pt>
                <c:pt idx="7118">
                  <c:v>0</c:v>
                </c:pt>
                <c:pt idx="7119">
                  <c:v>0</c:v>
                </c:pt>
                <c:pt idx="7120">
                  <c:v>0</c:v>
                </c:pt>
                <c:pt idx="7121">
                  <c:v>0</c:v>
                </c:pt>
                <c:pt idx="7122">
                  <c:v>0</c:v>
                </c:pt>
                <c:pt idx="7123">
                  <c:v>0</c:v>
                </c:pt>
                <c:pt idx="7124">
                  <c:v>0</c:v>
                </c:pt>
                <c:pt idx="7125">
                  <c:v>0</c:v>
                </c:pt>
                <c:pt idx="7126">
                  <c:v>0</c:v>
                </c:pt>
                <c:pt idx="7127">
                  <c:v>0</c:v>
                </c:pt>
                <c:pt idx="7128">
                  <c:v>0</c:v>
                </c:pt>
                <c:pt idx="7129">
                  <c:v>0</c:v>
                </c:pt>
                <c:pt idx="7130">
                  <c:v>0</c:v>
                </c:pt>
                <c:pt idx="7131">
                  <c:v>0</c:v>
                </c:pt>
                <c:pt idx="7132">
                  <c:v>0</c:v>
                </c:pt>
                <c:pt idx="7133">
                  <c:v>0</c:v>
                </c:pt>
                <c:pt idx="7134">
                  <c:v>0</c:v>
                </c:pt>
                <c:pt idx="7135">
                  <c:v>0</c:v>
                </c:pt>
                <c:pt idx="7136">
                  <c:v>0</c:v>
                </c:pt>
                <c:pt idx="7137">
                  <c:v>0</c:v>
                </c:pt>
                <c:pt idx="7138">
                  <c:v>0</c:v>
                </c:pt>
                <c:pt idx="7139">
                  <c:v>0</c:v>
                </c:pt>
                <c:pt idx="7140">
                  <c:v>0</c:v>
                </c:pt>
                <c:pt idx="7141">
                  <c:v>0</c:v>
                </c:pt>
                <c:pt idx="7142">
                  <c:v>0</c:v>
                </c:pt>
                <c:pt idx="7143">
                  <c:v>0</c:v>
                </c:pt>
                <c:pt idx="7144">
                  <c:v>0</c:v>
                </c:pt>
                <c:pt idx="7145">
                  <c:v>0</c:v>
                </c:pt>
                <c:pt idx="7146">
                  <c:v>0</c:v>
                </c:pt>
                <c:pt idx="7147">
                  <c:v>0</c:v>
                </c:pt>
                <c:pt idx="7148">
                  <c:v>0</c:v>
                </c:pt>
                <c:pt idx="7149">
                  <c:v>0</c:v>
                </c:pt>
                <c:pt idx="7150">
                  <c:v>0</c:v>
                </c:pt>
                <c:pt idx="7151">
                  <c:v>0</c:v>
                </c:pt>
                <c:pt idx="7152">
                  <c:v>0</c:v>
                </c:pt>
                <c:pt idx="7153">
                  <c:v>0</c:v>
                </c:pt>
                <c:pt idx="7154">
                  <c:v>0</c:v>
                </c:pt>
                <c:pt idx="7155">
                  <c:v>0</c:v>
                </c:pt>
                <c:pt idx="7156">
                  <c:v>0</c:v>
                </c:pt>
                <c:pt idx="7157">
                  <c:v>0</c:v>
                </c:pt>
                <c:pt idx="7158">
                  <c:v>0</c:v>
                </c:pt>
                <c:pt idx="7159">
                  <c:v>0</c:v>
                </c:pt>
                <c:pt idx="7160">
                  <c:v>0</c:v>
                </c:pt>
                <c:pt idx="7161">
                  <c:v>0</c:v>
                </c:pt>
                <c:pt idx="7162">
                  <c:v>0</c:v>
                </c:pt>
                <c:pt idx="7163">
                  <c:v>0</c:v>
                </c:pt>
                <c:pt idx="7164">
                  <c:v>0</c:v>
                </c:pt>
                <c:pt idx="7165">
                  <c:v>0</c:v>
                </c:pt>
                <c:pt idx="7166">
                  <c:v>0</c:v>
                </c:pt>
                <c:pt idx="7167">
                  <c:v>0</c:v>
                </c:pt>
                <c:pt idx="7168">
                  <c:v>0</c:v>
                </c:pt>
                <c:pt idx="7169">
                  <c:v>0</c:v>
                </c:pt>
                <c:pt idx="7170">
                  <c:v>0</c:v>
                </c:pt>
                <c:pt idx="7171">
                  <c:v>0</c:v>
                </c:pt>
                <c:pt idx="7172">
                  <c:v>0</c:v>
                </c:pt>
                <c:pt idx="7173">
                  <c:v>0</c:v>
                </c:pt>
                <c:pt idx="7174">
                  <c:v>0</c:v>
                </c:pt>
                <c:pt idx="7175">
                  <c:v>0</c:v>
                </c:pt>
                <c:pt idx="7176">
                  <c:v>0</c:v>
                </c:pt>
                <c:pt idx="7177">
                  <c:v>0</c:v>
                </c:pt>
                <c:pt idx="7178">
                  <c:v>0</c:v>
                </c:pt>
                <c:pt idx="7179">
                  <c:v>0</c:v>
                </c:pt>
                <c:pt idx="7180">
                  <c:v>0</c:v>
                </c:pt>
                <c:pt idx="7181">
                  <c:v>0</c:v>
                </c:pt>
                <c:pt idx="7182">
                  <c:v>0</c:v>
                </c:pt>
                <c:pt idx="7183">
                  <c:v>0</c:v>
                </c:pt>
                <c:pt idx="7184">
                  <c:v>0</c:v>
                </c:pt>
                <c:pt idx="7185">
                  <c:v>0</c:v>
                </c:pt>
                <c:pt idx="7186">
                  <c:v>0</c:v>
                </c:pt>
                <c:pt idx="7187">
                  <c:v>0</c:v>
                </c:pt>
                <c:pt idx="7188">
                  <c:v>0</c:v>
                </c:pt>
                <c:pt idx="7189">
                  <c:v>0</c:v>
                </c:pt>
                <c:pt idx="7190">
                  <c:v>0</c:v>
                </c:pt>
                <c:pt idx="7191">
                  <c:v>0</c:v>
                </c:pt>
                <c:pt idx="7192">
                  <c:v>0</c:v>
                </c:pt>
                <c:pt idx="7193">
                  <c:v>0</c:v>
                </c:pt>
                <c:pt idx="7194">
                  <c:v>0</c:v>
                </c:pt>
                <c:pt idx="7195">
                  <c:v>0</c:v>
                </c:pt>
                <c:pt idx="7196">
                  <c:v>0</c:v>
                </c:pt>
                <c:pt idx="7197">
                  <c:v>0</c:v>
                </c:pt>
                <c:pt idx="7198">
                  <c:v>0</c:v>
                </c:pt>
                <c:pt idx="7199">
                  <c:v>0</c:v>
                </c:pt>
                <c:pt idx="7200">
                  <c:v>0</c:v>
                </c:pt>
                <c:pt idx="7201">
                  <c:v>0</c:v>
                </c:pt>
                <c:pt idx="7202">
                  <c:v>0</c:v>
                </c:pt>
                <c:pt idx="7203">
                  <c:v>0</c:v>
                </c:pt>
                <c:pt idx="7204">
                  <c:v>0</c:v>
                </c:pt>
                <c:pt idx="7205">
                  <c:v>0</c:v>
                </c:pt>
                <c:pt idx="7206">
                  <c:v>0</c:v>
                </c:pt>
                <c:pt idx="7207">
                  <c:v>0</c:v>
                </c:pt>
                <c:pt idx="7208">
                  <c:v>0</c:v>
                </c:pt>
                <c:pt idx="7209">
                  <c:v>0</c:v>
                </c:pt>
                <c:pt idx="7210">
                  <c:v>0</c:v>
                </c:pt>
                <c:pt idx="7211">
                  <c:v>0</c:v>
                </c:pt>
                <c:pt idx="7212">
                  <c:v>0</c:v>
                </c:pt>
                <c:pt idx="7213">
                  <c:v>0</c:v>
                </c:pt>
                <c:pt idx="7214">
                  <c:v>0</c:v>
                </c:pt>
                <c:pt idx="7215">
                  <c:v>0</c:v>
                </c:pt>
                <c:pt idx="7216">
                  <c:v>0</c:v>
                </c:pt>
                <c:pt idx="7217">
                  <c:v>0</c:v>
                </c:pt>
                <c:pt idx="7218">
                  <c:v>0</c:v>
                </c:pt>
                <c:pt idx="7219">
                  <c:v>0</c:v>
                </c:pt>
                <c:pt idx="7220">
                  <c:v>0</c:v>
                </c:pt>
                <c:pt idx="7221">
                  <c:v>0</c:v>
                </c:pt>
                <c:pt idx="7222">
                  <c:v>0</c:v>
                </c:pt>
                <c:pt idx="7223">
                  <c:v>0</c:v>
                </c:pt>
                <c:pt idx="7224">
                  <c:v>0</c:v>
                </c:pt>
                <c:pt idx="7225">
                  <c:v>0</c:v>
                </c:pt>
                <c:pt idx="7226">
                  <c:v>0</c:v>
                </c:pt>
                <c:pt idx="7227">
                  <c:v>0</c:v>
                </c:pt>
                <c:pt idx="7228">
                  <c:v>0</c:v>
                </c:pt>
                <c:pt idx="7229">
                  <c:v>0</c:v>
                </c:pt>
                <c:pt idx="7230">
                  <c:v>0</c:v>
                </c:pt>
                <c:pt idx="7231">
                  <c:v>0</c:v>
                </c:pt>
                <c:pt idx="7232">
                  <c:v>0</c:v>
                </c:pt>
                <c:pt idx="7233">
                  <c:v>0</c:v>
                </c:pt>
                <c:pt idx="7234">
                  <c:v>0</c:v>
                </c:pt>
                <c:pt idx="7235">
                  <c:v>0</c:v>
                </c:pt>
                <c:pt idx="7236">
                  <c:v>0</c:v>
                </c:pt>
                <c:pt idx="7237">
                  <c:v>0</c:v>
                </c:pt>
                <c:pt idx="7238">
                  <c:v>0</c:v>
                </c:pt>
                <c:pt idx="7239">
                  <c:v>0</c:v>
                </c:pt>
                <c:pt idx="7240">
                  <c:v>0</c:v>
                </c:pt>
                <c:pt idx="7241">
                  <c:v>0</c:v>
                </c:pt>
                <c:pt idx="7242">
                  <c:v>0</c:v>
                </c:pt>
                <c:pt idx="7243">
                  <c:v>0</c:v>
                </c:pt>
                <c:pt idx="7244">
                  <c:v>0</c:v>
                </c:pt>
                <c:pt idx="7245">
                  <c:v>0</c:v>
                </c:pt>
                <c:pt idx="7246">
                  <c:v>0</c:v>
                </c:pt>
                <c:pt idx="7247">
                  <c:v>0</c:v>
                </c:pt>
                <c:pt idx="7248">
                  <c:v>0</c:v>
                </c:pt>
                <c:pt idx="7249">
                  <c:v>0</c:v>
                </c:pt>
                <c:pt idx="7250">
                  <c:v>0</c:v>
                </c:pt>
                <c:pt idx="7251">
                  <c:v>0</c:v>
                </c:pt>
                <c:pt idx="7252">
                  <c:v>0</c:v>
                </c:pt>
                <c:pt idx="7253">
                  <c:v>0</c:v>
                </c:pt>
                <c:pt idx="7254">
                  <c:v>0</c:v>
                </c:pt>
                <c:pt idx="7255">
                  <c:v>0</c:v>
                </c:pt>
                <c:pt idx="7256">
                  <c:v>0</c:v>
                </c:pt>
                <c:pt idx="7257">
                  <c:v>0</c:v>
                </c:pt>
                <c:pt idx="7258">
                  <c:v>0</c:v>
                </c:pt>
                <c:pt idx="7259">
                  <c:v>0</c:v>
                </c:pt>
                <c:pt idx="7260">
                  <c:v>0</c:v>
                </c:pt>
                <c:pt idx="7261">
                  <c:v>0</c:v>
                </c:pt>
                <c:pt idx="7262">
                  <c:v>0</c:v>
                </c:pt>
                <c:pt idx="7263">
                  <c:v>0</c:v>
                </c:pt>
                <c:pt idx="7264">
                  <c:v>0</c:v>
                </c:pt>
                <c:pt idx="7265">
                  <c:v>0</c:v>
                </c:pt>
                <c:pt idx="7266">
                  <c:v>0</c:v>
                </c:pt>
                <c:pt idx="7267">
                  <c:v>0</c:v>
                </c:pt>
                <c:pt idx="7268">
                  <c:v>0</c:v>
                </c:pt>
                <c:pt idx="7269">
                  <c:v>0</c:v>
                </c:pt>
                <c:pt idx="7270">
                  <c:v>0</c:v>
                </c:pt>
                <c:pt idx="7271">
                  <c:v>0</c:v>
                </c:pt>
                <c:pt idx="7272">
                  <c:v>0</c:v>
                </c:pt>
                <c:pt idx="7273">
                  <c:v>0</c:v>
                </c:pt>
                <c:pt idx="7274">
                  <c:v>0</c:v>
                </c:pt>
                <c:pt idx="7275">
                  <c:v>0</c:v>
                </c:pt>
                <c:pt idx="7276">
                  <c:v>0</c:v>
                </c:pt>
                <c:pt idx="7277">
                  <c:v>0</c:v>
                </c:pt>
                <c:pt idx="7278">
                  <c:v>0</c:v>
                </c:pt>
                <c:pt idx="7279">
                  <c:v>0</c:v>
                </c:pt>
                <c:pt idx="7280">
                  <c:v>0</c:v>
                </c:pt>
                <c:pt idx="7281">
                  <c:v>0</c:v>
                </c:pt>
                <c:pt idx="7282">
                  <c:v>0</c:v>
                </c:pt>
                <c:pt idx="7283">
                  <c:v>0</c:v>
                </c:pt>
                <c:pt idx="7284">
                  <c:v>0</c:v>
                </c:pt>
                <c:pt idx="7285">
                  <c:v>0</c:v>
                </c:pt>
                <c:pt idx="7286">
                  <c:v>0</c:v>
                </c:pt>
                <c:pt idx="7287">
                  <c:v>0</c:v>
                </c:pt>
                <c:pt idx="7288">
                  <c:v>0</c:v>
                </c:pt>
                <c:pt idx="7289">
                  <c:v>0</c:v>
                </c:pt>
                <c:pt idx="7290">
                  <c:v>0</c:v>
                </c:pt>
                <c:pt idx="7291">
                  <c:v>0</c:v>
                </c:pt>
                <c:pt idx="7292">
                  <c:v>0</c:v>
                </c:pt>
                <c:pt idx="7293">
                  <c:v>0</c:v>
                </c:pt>
                <c:pt idx="7294">
                  <c:v>0</c:v>
                </c:pt>
                <c:pt idx="7295">
                  <c:v>0</c:v>
                </c:pt>
                <c:pt idx="7296">
                  <c:v>0</c:v>
                </c:pt>
                <c:pt idx="7297">
                  <c:v>0</c:v>
                </c:pt>
                <c:pt idx="7298">
                  <c:v>0</c:v>
                </c:pt>
                <c:pt idx="7299">
                  <c:v>0</c:v>
                </c:pt>
                <c:pt idx="7300">
                  <c:v>0</c:v>
                </c:pt>
                <c:pt idx="7301">
                  <c:v>0</c:v>
                </c:pt>
                <c:pt idx="7302">
                  <c:v>0</c:v>
                </c:pt>
                <c:pt idx="7303">
                  <c:v>0</c:v>
                </c:pt>
                <c:pt idx="7304">
                  <c:v>0</c:v>
                </c:pt>
                <c:pt idx="7305">
                  <c:v>0</c:v>
                </c:pt>
                <c:pt idx="7306">
                  <c:v>0</c:v>
                </c:pt>
                <c:pt idx="7307">
                  <c:v>0</c:v>
                </c:pt>
                <c:pt idx="7308">
                  <c:v>0</c:v>
                </c:pt>
                <c:pt idx="7309">
                  <c:v>0</c:v>
                </c:pt>
                <c:pt idx="7310">
                  <c:v>0</c:v>
                </c:pt>
                <c:pt idx="7311">
                  <c:v>0</c:v>
                </c:pt>
                <c:pt idx="7312">
                  <c:v>0</c:v>
                </c:pt>
                <c:pt idx="7313">
                  <c:v>0</c:v>
                </c:pt>
                <c:pt idx="7314">
                  <c:v>0</c:v>
                </c:pt>
                <c:pt idx="7315">
                  <c:v>0</c:v>
                </c:pt>
                <c:pt idx="7316">
                  <c:v>0</c:v>
                </c:pt>
                <c:pt idx="7317">
                  <c:v>0</c:v>
                </c:pt>
                <c:pt idx="7318">
                  <c:v>0</c:v>
                </c:pt>
                <c:pt idx="7319">
                  <c:v>0</c:v>
                </c:pt>
                <c:pt idx="7320">
                  <c:v>0</c:v>
                </c:pt>
                <c:pt idx="7321">
                  <c:v>0</c:v>
                </c:pt>
                <c:pt idx="7322">
                  <c:v>0</c:v>
                </c:pt>
                <c:pt idx="7323">
                  <c:v>0</c:v>
                </c:pt>
                <c:pt idx="7324">
                  <c:v>0</c:v>
                </c:pt>
                <c:pt idx="7325">
                  <c:v>0</c:v>
                </c:pt>
                <c:pt idx="7326">
                  <c:v>0</c:v>
                </c:pt>
                <c:pt idx="7327">
                  <c:v>0</c:v>
                </c:pt>
                <c:pt idx="7328">
                  <c:v>0</c:v>
                </c:pt>
                <c:pt idx="7329">
                  <c:v>0</c:v>
                </c:pt>
                <c:pt idx="7330">
                  <c:v>0</c:v>
                </c:pt>
                <c:pt idx="7331">
                  <c:v>0</c:v>
                </c:pt>
                <c:pt idx="7332">
                  <c:v>0</c:v>
                </c:pt>
                <c:pt idx="7333">
                  <c:v>0</c:v>
                </c:pt>
                <c:pt idx="7334">
                  <c:v>0</c:v>
                </c:pt>
                <c:pt idx="7335">
                  <c:v>0</c:v>
                </c:pt>
                <c:pt idx="7336">
                  <c:v>0</c:v>
                </c:pt>
                <c:pt idx="7337">
                  <c:v>0</c:v>
                </c:pt>
                <c:pt idx="7338">
                  <c:v>0</c:v>
                </c:pt>
                <c:pt idx="7339">
                  <c:v>0</c:v>
                </c:pt>
                <c:pt idx="7340">
                  <c:v>0</c:v>
                </c:pt>
                <c:pt idx="7341">
                  <c:v>0</c:v>
                </c:pt>
                <c:pt idx="7342">
                  <c:v>0</c:v>
                </c:pt>
                <c:pt idx="7343">
                  <c:v>0</c:v>
                </c:pt>
                <c:pt idx="7344">
                  <c:v>0</c:v>
                </c:pt>
                <c:pt idx="7345">
                  <c:v>0</c:v>
                </c:pt>
                <c:pt idx="7346">
                  <c:v>0</c:v>
                </c:pt>
                <c:pt idx="7347">
                  <c:v>0</c:v>
                </c:pt>
                <c:pt idx="7348">
                  <c:v>0</c:v>
                </c:pt>
                <c:pt idx="7349">
                  <c:v>0</c:v>
                </c:pt>
                <c:pt idx="7350">
                  <c:v>0</c:v>
                </c:pt>
                <c:pt idx="7351">
                  <c:v>0</c:v>
                </c:pt>
                <c:pt idx="7352">
                  <c:v>0</c:v>
                </c:pt>
                <c:pt idx="7353">
                  <c:v>0</c:v>
                </c:pt>
                <c:pt idx="7354">
                  <c:v>0</c:v>
                </c:pt>
                <c:pt idx="7355">
                  <c:v>0</c:v>
                </c:pt>
                <c:pt idx="7356">
                  <c:v>0</c:v>
                </c:pt>
                <c:pt idx="7357">
                  <c:v>0</c:v>
                </c:pt>
                <c:pt idx="7358">
                  <c:v>0</c:v>
                </c:pt>
                <c:pt idx="7359">
                  <c:v>0</c:v>
                </c:pt>
                <c:pt idx="7360">
                  <c:v>0</c:v>
                </c:pt>
                <c:pt idx="7361">
                  <c:v>0</c:v>
                </c:pt>
                <c:pt idx="7362">
                  <c:v>0</c:v>
                </c:pt>
                <c:pt idx="7363">
                  <c:v>0</c:v>
                </c:pt>
                <c:pt idx="7364">
                  <c:v>0</c:v>
                </c:pt>
                <c:pt idx="7365">
                  <c:v>0</c:v>
                </c:pt>
                <c:pt idx="7366">
                  <c:v>0</c:v>
                </c:pt>
                <c:pt idx="7367">
                  <c:v>0</c:v>
                </c:pt>
                <c:pt idx="7368">
                  <c:v>0</c:v>
                </c:pt>
                <c:pt idx="7369">
                  <c:v>0</c:v>
                </c:pt>
                <c:pt idx="7370">
                  <c:v>0</c:v>
                </c:pt>
                <c:pt idx="7371">
                  <c:v>0</c:v>
                </c:pt>
                <c:pt idx="7372">
                  <c:v>0</c:v>
                </c:pt>
                <c:pt idx="7373">
                  <c:v>0</c:v>
                </c:pt>
                <c:pt idx="7374">
                  <c:v>0</c:v>
                </c:pt>
                <c:pt idx="7375">
                  <c:v>0</c:v>
                </c:pt>
                <c:pt idx="7376">
                  <c:v>0</c:v>
                </c:pt>
                <c:pt idx="7377">
                  <c:v>0</c:v>
                </c:pt>
                <c:pt idx="7378">
                  <c:v>0</c:v>
                </c:pt>
                <c:pt idx="7379">
                  <c:v>0</c:v>
                </c:pt>
                <c:pt idx="7380">
                  <c:v>0</c:v>
                </c:pt>
                <c:pt idx="7381">
                  <c:v>0</c:v>
                </c:pt>
                <c:pt idx="7382">
                  <c:v>0</c:v>
                </c:pt>
                <c:pt idx="7383">
                  <c:v>0</c:v>
                </c:pt>
                <c:pt idx="7384">
                  <c:v>0</c:v>
                </c:pt>
                <c:pt idx="7385">
                  <c:v>0</c:v>
                </c:pt>
                <c:pt idx="7386">
                  <c:v>0</c:v>
                </c:pt>
                <c:pt idx="7387">
                  <c:v>0</c:v>
                </c:pt>
                <c:pt idx="7388">
                  <c:v>0</c:v>
                </c:pt>
                <c:pt idx="7389">
                  <c:v>0</c:v>
                </c:pt>
                <c:pt idx="7390">
                  <c:v>0</c:v>
                </c:pt>
                <c:pt idx="7391">
                  <c:v>0</c:v>
                </c:pt>
                <c:pt idx="7392">
                  <c:v>0</c:v>
                </c:pt>
                <c:pt idx="7393">
                  <c:v>0</c:v>
                </c:pt>
                <c:pt idx="7394">
                  <c:v>0</c:v>
                </c:pt>
                <c:pt idx="7395">
                  <c:v>0</c:v>
                </c:pt>
                <c:pt idx="7396">
                  <c:v>0</c:v>
                </c:pt>
                <c:pt idx="7397">
                  <c:v>0</c:v>
                </c:pt>
                <c:pt idx="7398">
                  <c:v>0</c:v>
                </c:pt>
                <c:pt idx="7399">
                  <c:v>0</c:v>
                </c:pt>
                <c:pt idx="7400">
                  <c:v>0</c:v>
                </c:pt>
                <c:pt idx="7401">
                  <c:v>0</c:v>
                </c:pt>
                <c:pt idx="7402">
                  <c:v>0</c:v>
                </c:pt>
                <c:pt idx="7403">
                  <c:v>0</c:v>
                </c:pt>
                <c:pt idx="7404">
                  <c:v>0</c:v>
                </c:pt>
                <c:pt idx="7405">
                  <c:v>0</c:v>
                </c:pt>
                <c:pt idx="7406">
                  <c:v>0</c:v>
                </c:pt>
                <c:pt idx="7407">
                  <c:v>0</c:v>
                </c:pt>
                <c:pt idx="7408">
                  <c:v>0</c:v>
                </c:pt>
                <c:pt idx="7409">
                  <c:v>0</c:v>
                </c:pt>
                <c:pt idx="7410">
                  <c:v>0</c:v>
                </c:pt>
                <c:pt idx="7411">
                  <c:v>0</c:v>
                </c:pt>
                <c:pt idx="7412">
                  <c:v>0</c:v>
                </c:pt>
                <c:pt idx="7413">
                  <c:v>0</c:v>
                </c:pt>
                <c:pt idx="7414">
                  <c:v>0</c:v>
                </c:pt>
                <c:pt idx="7415">
                  <c:v>0</c:v>
                </c:pt>
                <c:pt idx="7416">
                  <c:v>0</c:v>
                </c:pt>
                <c:pt idx="7417">
                  <c:v>0</c:v>
                </c:pt>
                <c:pt idx="7418">
                  <c:v>0</c:v>
                </c:pt>
                <c:pt idx="7419">
                  <c:v>0</c:v>
                </c:pt>
                <c:pt idx="7420">
                  <c:v>0</c:v>
                </c:pt>
                <c:pt idx="7421">
                  <c:v>0</c:v>
                </c:pt>
                <c:pt idx="7422">
                  <c:v>0</c:v>
                </c:pt>
                <c:pt idx="7423">
                  <c:v>0</c:v>
                </c:pt>
                <c:pt idx="7424">
                  <c:v>0</c:v>
                </c:pt>
                <c:pt idx="7425">
                  <c:v>0</c:v>
                </c:pt>
                <c:pt idx="7426">
                  <c:v>0</c:v>
                </c:pt>
                <c:pt idx="7427">
                  <c:v>0</c:v>
                </c:pt>
                <c:pt idx="7428">
                  <c:v>0</c:v>
                </c:pt>
                <c:pt idx="7429">
                  <c:v>0</c:v>
                </c:pt>
                <c:pt idx="7430">
                  <c:v>0</c:v>
                </c:pt>
                <c:pt idx="7431">
                  <c:v>0</c:v>
                </c:pt>
                <c:pt idx="7432">
                  <c:v>0</c:v>
                </c:pt>
                <c:pt idx="7433">
                  <c:v>0</c:v>
                </c:pt>
                <c:pt idx="7434">
                  <c:v>0</c:v>
                </c:pt>
                <c:pt idx="7435">
                  <c:v>0</c:v>
                </c:pt>
                <c:pt idx="7436">
                  <c:v>0</c:v>
                </c:pt>
                <c:pt idx="7437">
                  <c:v>0</c:v>
                </c:pt>
                <c:pt idx="7438">
                  <c:v>0</c:v>
                </c:pt>
                <c:pt idx="7439">
                  <c:v>0</c:v>
                </c:pt>
                <c:pt idx="7440">
                  <c:v>0</c:v>
                </c:pt>
                <c:pt idx="7441">
                  <c:v>0</c:v>
                </c:pt>
                <c:pt idx="7442">
                  <c:v>0</c:v>
                </c:pt>
                <c:pt idx="7443">
                  <c:v>0</c:v>
                </c:pt>
                <c:pt idx="7444">
                  <c:v>0</c:v>
                </c:pt>
                <c:pt idx="7445">
                  <c:v>0</c:v>
                </c:pt>
                <c:pt idx="7446">
                  <c:v>0</c:v>
                </c:pt>
                <c:pt idx="7447">
                  <c:v>0</c:v>
                </c:pt>
                <c:pt idx="7448">
                  <c:v>0</c:v>
                </c:pt>
                <c:pt idx="7449">
                  <c:v>0</c:v>
                </c:pt>
                <c:pt idx="7450">
                  <c:v>0</c:v>
                </c:pt>
                <c:pt idx="7451">
                  <c:v>0</c:v>
                </c:pt>
                <c:pt idx="7452">
                  <c:v>0</c:v>
                </c:pt>
                <c:pt idx="7453">
                  <c:v>0</c:v>
                </c:pt>
                <c:pt idx="7454">
                  <c:v>0</c:v>
                </c:pt>
                <c:pt idx="7455">
                  <c:v>0</c:v>
                </c:pt>
                <c:pt idx="7456">
                  <c:v>0</c:v>
                </c:pt>
                <c:pt idx="7457">
                  <c:v>0</c:v>
                </c:pt>
                <c:pt idx="7458">
                  <c:v>0</c:v>
                </c:pt>
                <c:pt idx="7459">
                  <c:v>0</c:v>
                </c:pt>
                <c:pt idx="7460">
                  <c:v>0</c:v>
                </c:pt>
                <c:pt idx="7461">
                  <c:v>0</c:v>
                </c:pt>
                <c:pt idx="7462">
                  <c:v>0</c:v>
                </c:pt>
                <c:pt idx="7463">
                  <c:v>0</c:v>
                </c:pt>
                <c:pt idx="7464">
                  <c:v>0</c:v>
                </c:pt>
                <c:pt idx="7465">
                  <c:v>0</c:v>
                </c:pt>
                <c:pt idx="7466">
                  <c:v>0</c:v>
                </c:pt>
                <c:pt idx="7467">
                  <c:v>0</c:v>
                </c:pt>
                <c:pt idx="7468">
                  <c:v>0</c:v>
                </c:pt>
                <c:pt idx="7469">
                  <c:v>0</c:v>
                </c:pt>
                <c:pt idx="7470">
                  <c:v>0</c:v>
                </c:pt>
                <c:pt idx="7471">
                  <c:v>0</c:v>
                </c:pt>
                <c:pt idx="7472">
                  <c:v>0</c:v>
                </c:pt>
                <c:pt idx="7473">
                  <c:v>0</c:v>
                </c:pt>
                <c:pt idx="7474">
                  <c:v>0</c:v>
                </c:pt>
                <c:pt idx="7475">
                  <c:v>0</c:v>
                </c:pt>
                <c:pt idx="7476">
                  <c:v>0</c:v>
                </c:pt>
                <c:pt idx="7477">
                  <c:v>0</c:v>
                </c:pt>
                <c:pt idx="7478">
                  <c:v>0</c:v>
                </c:pt>
                <c:pt idx="7479">
                  <c:v>0</c:v>
                </c:pt>
                <c:pt idx="7480">
                  <c:v>0</c:v>
                </c:pt>
                <c:pt idx="7481">
                  <c:v>0</c:v>
                </c:pt>
                <c:pt idx="7482">
                  <c:v>0</c:v>
                </c:pt>
                <c:pt idx="7483">
                  <c:v>0</c:v>
                </c:pt>
                <c:pt idx="7484">
                  <c:v>0</c:v>
                </c:pt>
                <c:pt idx="7485">
                  <c:v>0</c:v>
                </c:pt>
                <c:pt idx="7486">
                  <c:v>0</c:v>
                </c:pt>
                <c:pt idx="7487">
                  <c:v>0</c:v>
                </c:pt>
                <c:pt idx="7488">
                  <c:v>0</c:v>
                </c:pt>
                <c:pt idx="7489">
                  <c:v>0</c:v>
                </c:pt>
                <c:pt idx="7490">
                  <c:v>0</c:v>
                </c:pt>
                <c:pt idx="7491">
                  <c:v>0</c:v>
                </c:pt>
                <c:pt idx="7492">
                  <c:v>0</c:v>
                </c:pt>
                <c:pt idx="7493">
                  <c:v>0</c:v>
                </c:pt>
                <c:pt idx="7494">
                  <c:v>0</c:v>
                </c:pt>
                <c:pt idx="7495">
                  <c:v>0</c:v>
                </c:pt>
                <c:pt idx="7496">
                  <c:v>0</c:v>
                </c:pt>
                <c:pt idx="7497">
                  <c:v>0</c:v>
                </c:pt>
                <c:pt idx="7498">
                  <c:v>0</c:v>
                </c:pt>
                <c:pt idx="7499">
                  <c:v>0</c:v>
                </c:pt>
                <c:pt idx="7500">
                  <c:v>0</c:v>
                </c:pt>
                <c:pt idx="7501">
                  <c:v>0</c:v>
                </c:pt>
                <c:pt idx="7502">
                  <c:v>0</c:v>
                </c:pt>
                <c:pt idx="7503">
                  <c:v>0</c:v>
                </c:pt>
                <c:pt idx="7504">
                  <c:v>0</c:v>
                </c:pt>
                <c:pt idx="7505">
                  <c:v>0</c:v>
                </c:pt>
                <c:pt idx="7506">
                  <c:v>0</c:v>
                </c:pt>
                <c:pt idx="7507">
                  <c:v>0</c:v>
                </c:pt>
                <c:pt idx="7508">
                  <c:v>0</c:v>
                </c:pt>
                <c:pt idx="7509">
                  <c:v>0</c:v>
                </c:pt>
                <c:pt idx="7510">
                  <c:v>0</c:v>
                </c:pt>
                <c:pt idx="7511">
                  <c:v>0</c:v>
                </c:pt>
                <c:pt idx="7512">
                  <c:v>0</c:v>
                </c:pt>
                <c:pt idx="7513">
                  <c:v>0</c:v>
                </c:pt>
                <c:pt idx="7514">
                  <c:v>0</c:v>
                </c:pt>
                <c:pt idx="7515">
                  <c:v>0</c:v>
                </c:pt>
                <c:pt idx="7516">
                  <c:v>0</c:v>
                </c:pt>
                <c:pt idx="7517">
                  <c:v>0</c:v>
                </c:pt>
                <c:pt idx="7518">
                  <c:v>0</c:v>
                </c:pt>
                <c:pt idx="7519">
                  <c:v>0</c:v>
                </c:pt>
                <c:pt idx="7520">
                  <c:v>0</c:v>
                </c:pt>
                <c:pt idx="7521">
                  <c:v>0</c:v>
                </c:pt>
                <c:pt idx="7522">
                  <c:v>0</c:v>
                </c:pt>
                <c:pt idx="7523">
                  <c:v>0</c:v>
                </c:pt>
                <c:pt idx="7524">
                  <c:v>0</c:v>
                </c:pt>
                <c:pt idx="7525">
                  <c:v>0</c:v>
                </c:pt>
                <c:pt idx="7526">
                  <c:v>0</c:v>
                </c:pt>
                <c:pt idx="7527">
                  <c:v>0</c:v>
                </c:pt>
                <c:pt idx="7528">
                  <c:v>0</c:v>
                </c:pt>
                <c:pt idx="7529">
                  <c:v>0</c:v>
                </c:pt>
                <c:pt idx="7530">
                  <c:v>0</c:v>
                </c:pt>
                <c:pt idx="7531">
                  <c:v>0</c:v>
                </c:pt>
                <c:pt idx="7532">
                  <c:v>0</c:v>
                </c:pt>
                <c:pt idx="7533">
                  <c:v>0</c:v>
                </c:pt>
                <c:pt idx="7534">
                  <c:v>0</c:v>
                </c:pt>
                <c:pt idx="7535">
                  <c:v>0</c:v>
                </c:pt>
                <c:pt idx="7536">
                  <c:v>0</c:v>
                </c:pt>
                <c:pt idx="7537">
                  <c:v>0</c:v>
                </c:pt>
                <c:pt idx="7538">
                  <c:v>0</c:v>
                </c:pt>
                <c:pt idx="7539">
                  <c:v>0</c:v>
                </c:pt>
                <c:pt idx="7540">
                  <c:v>0</c:v>
                </c:pt>
                <c:pt idx="7541">
                  <c:v>0</c:v>
                </c:pt>
                <c:pt idx="7542">
                  <c:v>0</c:v>
                </c:pt>
                <c:pt idx="7543">
                  <c:v>0</c:v>
                </c:pt>
                <c:pt idx="7544">
                  <c:v>0</c:v>
                </c:pt>
                <c:pt idx="7545">
                  <c:v>0</c:v>
                </c:pt>
                <c:pt idx="7546">
                  <c:v>0</c:v>
                </c:pt>
                <c:pt idx="7547">
                  <c:v>0</c:v>
                </c:pt>
                <c:pt idx="7548">
                  <c:v>0</c:v>
                </c:pt>
                <c:pt idx="7549">
                  <c:v>0</c:v>
                </c:pt>
                <c:pt idx="7550">
                  <c:v>0</c:v>
                </c:pt>
                <c:pt idx="7551">
                  <c:v>0</c:v>
                </c:pt>
                <c:pt idx="7552">
                  <c:v>0</c:v>
                </c:pt>
                <c:pt idx="7553">
                  <c:v>0</c:v>
                </c:pt>
                <c:pt idx="7554">
                  <c:v>0</c:v>
                </c:pt>
                <c:pt idx="7555">
                  <c:v>0</c:v>
                </c:pt>
                <c:pt idx="7556">
                  <c:v>0</c:v>
                </c:pt>
                <c:pt idx="7557">
                  <c:v>0</c:v>
                </c:pt>
                <c:pt idx="7558">
                  <c:v>0</c:v>
                </c:pt>
                <c:pt idx="7559">
                  <c:v>0</c:v>
                </c:pt>
                <c:pt idx="7560">
                  <c:v>0</c:v>
                </c:pt>
                <c:pt idx="7561">
                  <c:v>0</c:v>
                </c:pt>
                <c:pt idx="7562">
                  <c:v>0</c:v>
                </c:pt>
                <c:pt idx="7563">
                  <c:v>0</c:v>
                </c:pt>
                <c:pt idx="7564">
                  <c:v>0</c:v>
                </c:pt>
                <c:pt idx="7565">
                  <c:v>0</c:v>
                </c:pt>
                <c:pt idx="7566">
                  <c:v>0</c:v>
                </c:pt>
                <c:pt idx="7567">
                  <c:v>0</c:v>
                </c:pt>
                <c:pt idx="7568">
                  <c:v>0</c:v>
                </c:pt>
                <c:pt idx="7569">
                  <c:v>0</c:v>
                </c:pt>
                <c:pt idx="7570">
                  <c:v>0</c:v>
                </c:pt>
                <c:pt idx="7571">
                  <c:v>0</c:v>
                </c:pt>
                <c:pt idx="7572">
                  <c:v>0</c:v>
                </c:pt>
                <c:pt idx="7573">
                  <c:v>0</c:v>
                </c:pt>
                <c:pt idx="7574">
                  <c:v>0</c:v>
                </c:pt>
                <c:pt idx="7575">
                  <c:v>0</c:v>
                </c:pt>
                <c:pt idx="7576">
                  <c:v>0</c:v>
                </c:pt>
                <c:pt idx="7577">
                  <c:v>0</c:v>
                </c:pt>
                <c:pt idx="7578">
                  <c:v>0</c:v>
                </c:pt>
                <c:pt idx="7579">
                  <c:v>0</c:v>
                </c:pt>
                <c:pt idx="7580">
                  <c:v>0</c:v>
                </c:pt>
                <c:pt idx="7581">
                  <c:v>0</c:v>
                </c:pt>
                <c:pt idx="7582">
                  <c:v>0</c:v>
                </c:pt>
                <c:pt idx="7583">
                  <c:v>0</c:v>
                </c:pt>
                <c:pt idx="7584">
                  <c:v>0</c:v>
                </c:pt>
                <c:pt idx="7585">
                  <c:v>0</c:v>
                </c:pt>
                <c:pt idx="7586">
                  <c:v>0</c:v>
                </c:pt>
                <c:pt idx="7587">
                  <c:v>0</c:v>
                </c:pt>
                <c:pt idx="7588">
                  <c:v>0</c:v>
                </c:pt>
                <c:pt idx="7589">
                  <c:v>0</c:v>
                </c:pt>
                <c:pt idx="7590">
                  <c:v>0</c:v>
                </c:pt>
                <c:pt idx="7591">
                  <c:v>0</c:v>
                </c:pt>
                <c:pt idx="7592">
                  <c:v>0</c:v>
                </c:pt>
                <c:pt idx="7593">
                  <c:v>0</c:v>
                </c:pt>
                <c:pt idx="7594">
                  <c:v>0</c:v>
                </c:pt>
                <c:pt idx="7595">
                  <c:v>0</c:v>
                </c:pt>
                <c:pt idx="7596">
                  <c:v>0</c:v>
                </c:pt>
                <c:pt idx="7597">
                  <c:v>0</c:v>
                </c:pt>
                <c:pt idx="7598">
                  <c:v>0</c:v>
                </c:pt>
                <c:pt idx="7599">
                  <c:v>0</c:v>
                </c:pt>
                <c:pt idx="7600">
                  <c:v>0</c:v>
                </c:pt>
                <c:pt idx="7601">
                  <c:v>0</c:v>
                </c:pt>
                <c:pt idx="7602">
                  <c:v>0</c:v>
                </c:pt>
                <c:pt idx="7603">
                  <c:v>0</c:v>
                </c:pt>
                <c:pt idx="7604">
                  <c:v>0</c:v>
                </c:pt>
                <c:pt idx="7605">
                  <c:v>0</c:v>
                </c:pt>
                <c:pt idx="7606">
                  <c:v>0</c:v>
                </c:pt>
                <c:pt idx="7607">
                  <c:v>0</c:v>
                </c:pt>
                <c:pt idx="7608">
                  <c:v>0</c:v>
                </c:pt>
                <c:pt idx="7609">
                  <c:v>0</c:v>
                </c:pt>
                <c:pt idx="7610">
                  <c:v>0</c:v>
                </c:pt>
                <c:pt idx="7611">
                  <c:v>0</c:v>
                </c:pt>
                <c:pt idx="7612">
                  <c:v>0</c:v>
                </c:pt>
                <c:pt idx="7613">
                  <c:v>0</c:v>
                </c:pt>
                <c:pt idx="7614">
                  <c:v>0</c:v>
                </c:pt>
                <c:pt idx="7615">
                  <c:v>0</c:v>
                </c:pt>
                <c:pt idx="7616">
                  <c:v>0</c:v>
                </c:pt>
                <c:pt idx="7617">
                  <c:v>0</c:v>
                </c:pt>
                <c:pt idx="7618">
                  <c:v>0</c:v>
                </c:pt>
                <c:pt idx="7619">
                  <c:v>0</c:v>
                </c:pt>
                <c:pt idx="7620">
                  <c:v>0</c:v>
                </c:pt>
                <c:pt idx="7621">
                  <c:v>0</c:v>
                </c:pt>
                <c:pt idx="7622">
                  <c:v>0</c:v>
                </c:pt>
                <c:pt idx="7623">
                  <c:v>0</c:v>
                </c:pt>
                <c:pt idx="7624">
                  <c:v>0</c:v>
                </c:pt>
                <c:pt idx="7625">
                  <c:v>0</c:v>
                </c:pt>
                <c:pt idx="7626">
                  <c:v>0</c:v>
                </c:pt>
                <c:pt idx="7627">
                  <c:v>0</c:v>
                </c:pt>
                <c:pt idx="7628">
                  <c:v>0</c:v>
                </c:pt>
                <c:pt idx="7629">
                  <c:v>0</c:v>
                </c:pt>
                <c:pt idx="7630">
                  <c:v>0</c:v>
                </c:pt>
                <c:pt idx="7631">
                  <c:v>0</c:v>
                </c:pt>
                <c:pt idx="7632">
                  <c:v>0</c:v>
                </c:pt>
                <c:pt idx="7633">
                  <c:v>0</c:v>
                </c:pt>
                <c:pt idx="7634">
                  <c:v>0</c:v>
                </c:pt>
                <c:pt idx="7635">
                  <c:v>0</c:v>
                </c:pt>
                <c:pt idx="7636">
                  <c:v>0</c:v>
                </c:pt>
                <c:pt idx="7637">
                  <c:v>0</c:v>
                </c:pt>
                <c:pt idx="7638">
                  <c:v>0</c:v>
                </c:pt>
                <c:pt idx="7639">
                  <c:v>0</c:v>
                </c:pt>
                <c:pt idx="7640">
                  <c:v>0</c:v>
                </c:pt>
                <c:pt idx="7641">
                  <c:v>0</c:v>
                </c:pt>
                <c:pt idx="7642">
                  <c:v>0</c:v>
                </c:pt>
                <c:pt idx="7643">
                  <c:v>0</c:v>
                </c:pt>
                <c:pt idx="7644">
                  <c:v>0</c:v>
                </c:pt>
                <c:pt idx="7645">
                  <c:v>0</c:v>
                </c:pt>
                <c:pt idx="7646">
                  <c:v>0</c:v>
                </c:pt>
                <c:pt idx="7647">
                  <c:v>0</c:v>
                </c:pt>
                <c:pt idx="7648">
                  <c:v>0</c:v>
                </c:pt>
                <c:pt idx="7649">
                  <c:v>0</c:v>
                </c:pt>
                <c:pt idx="7650">
                  <c:v>0</c:v>
                </c:pt>
                <c:pt idx="7651">
                  <c:v>0</c:v>
                </c:pt>
                <c:pt idx="7652">
                  <c:v>0</c:v>
                </c:pt>
                <c:pt idx="7653">
                  <c:v>0</c:v>
                </c:pt>
                <c:pt idx="7654">
                  <c:v>0</c:v>
                </c:pt>
                <c:pt idx="7655">
                  <c:v>0</c:v>
                </c:pt>
                <c:pt idx="7656">
                  <c:v>0</c:v>
                </c:pt>
                <c:pt idx="7657">
                  <c:v>0</c:v>
                </c:pt>
                <c:pt idx="7658">
                  <c:v>0</c:v>
                </c:pt>
                <c:pt idx="7659">
                  <c:v>0</c:v>
                </c:pt>
                <c:pt idx="7660">
                  <c:v>0</c:v>
                </c:pt>
                <c:pt idx="7661">
                  <c:v>0</c:v>
                </c:pt>
                <c:pt idx="7662">
                  <c:v>0</c:v>
                </c:pt>
                <c:pt idx="7663">
                  <c:v>0</c:v>
                </c:pt>
                <c:pt idx="7664">
                  <c:v>0</c:v>
                </c:pt>
                <c:pt idx="7665">
                  <c:v>0</c:v>
                </c:pt>
                <c:pt idx="7666">
                  <c:v>0</c:v>
                </c:pt>
                <c:pt idx="7667">
                  <c:v>0</c:v>
                </c:pt>
                <c:pt idx="7668">
                  <c:v>0</c:v>
                </c:pt>
                <c:pt idx="7669">
                  <c:v>0</c:v>
                </c:pt>
                <c:pt idx="7670">
                  <c:v>0</c:v>
                </c:pt>
                <c:pt idx="7671">
                  <c:v>0</c:v>
                </c:pt>
                <c:pt idx="7672">
                  <c:v>0</c:v>
                </c:pt>
                <c:pt idx="7673">
                  <c:v>0</c:v>
                </c:pt>
                <c:pt idx="7674">
                  <c:v>0</c:v>
                </c:pt>
                <c:pt idx="7675">
                  <c:v>0</c:v>
                </c:pt>
                <c:pt idx="7676">
                  <c:v>0</c:v>
                </c:pt>
                <c:pt idx="7677">
                  <c:v>0</c:v>
                </c:pt>
                <c:pt idx="7678">
                  <c:v>0</c:v>
                </c:pt>
                <c:pt idx="7679">
                  <c:v>0</c:v>
                </c:pt>
                <c:pt idx="7680">
                  <c:v>0</c:v>
                </c:pt>
                <c:pt idx="7681">
                  <c:v>0</c:v>
                </c:pt>
                <c:pt idx="7682">
                  <c:v>0</c:v>
                </c:pt>
                <c:pt idx="7683">
                  <c:v>0</c:v>
                </c:pt>
                <c:pt idx="7684">
                  <c:v>0</c:v>
                </c:pt>
                <c:pt idx="7685">
                  <c:v>0</c:v>
                </c:pt>
                <c:pt idx="7686">
                  <c:v>0</c:v>
                </c:pt>
                <c:pt idx="7687">
                  <c:v>0</c:v>
                </c:pt>
                <c:pt idx="7688">
                  <c:v>0</c:v>
                </c:pt>
                <c:pt idx="7689">
                  <c:v>0</c:v>
                </c:pt>
                <c:pt idx="7690">
                  <c:v>0</c:v>
                </c:pt>
                <c:pt idx="7691">
                  <c:v>0</c:v>
                </c:pt>
                <c:pt idx="7692">
                  <c:v>0</c:v>
                </c:pt>
                <c:pt idx="7693">
                  <c:v>0</c:v>
                </c:pt>
                <c:pt idx="7694">
                  <c:v>0</c:v>
                </c:pt>
                <c:pt idx="7695">
                  <c:v>0</c:v>
                </c:pt>
                <c:pt idx="7696">
                  <c:v>0</c:v>
                </c:pt>
                <c:pt idx="7697">
                  <c:v>0</c:v>
                </c:pt>
                <c:pt idx="7698">
                  <c:v>0</c:v>
                </c:pt>
                <c:pt idx="7699">
                  <c:v>0</c:v>
                </c:pt>
                <c:pt idx="7700">
                  <c:v>0</c:v>
                </c:pt>
                <c:pt idx="7701">
                  <c:v>0</c:v>
                </c:pt>
                <c:pt idx="7702">
                  <c:v>0</c:v>
                </c:pt>
                <c:pt idx="7703">
                  <c:v>0</c:v>
                </c:pt>
                <c:pt idx="7704">
                  <c:v>0</c:v>
                </c:pt>
                <c:pt idx="7705">
                  <c:v>0</c:v>
                </c:pt>
                <c:pt idx="7706">
                  <c:v>0</c:v>
                </c:pt>
                <c:pt idx="7707">
                  <c:v>0</c:v>
                </c:pt>
                <c:pt idx="7708">
                  <c:v>0</c:v>
                </c:pt>
                <c:pt idx="7709">
                  <c:v>0</c:v>
                </c:pt>
                <c:pt idx="7710">
                  <c:v>0</c:v>
                </c:pt>
                <c:pt idx="7711">
                  <c:v>0</c:v>
                </c:pt>
                <c:pt idx="7712">
                  <c:v>0</c:v>
                </c:pt>
                <c:pt idx="7713">
                  <c:v>0</c:v>
                </c:pt>
                <c:pt idx="7714">
                  <c:v>0</c:v>
                </c:pt>
                <c:pt idx="7715">
                  <c:v>0</c:v>
                </c:pt>
                <c:pt idx="7716">
                  <c:v>0</c:v>
                </c:pt>
                <c:pt idx="7717">
                  <c:v>0</c:v>
                </c:pt>
                <c:pt idx="7718">
                  <c:v>0</c:v>
                </c:pt>
                <c:pt idx="7719">
                  <c:v>0</c:v>
                </c:pt>
                <c:pt idx="7720">
                  <c:v>0</c:v>
                </c:pt>
                <c:pt idx="7721">
                  <c:v>0</c:v>
                </c:pt>
                <c:pt idx="7722">
                  <c:v>0</c:v>
                </c:pt>
                <c:pt idx="7723">
                  <c:v>0</c:v>
                </c:pt>
                <c:pt idx="7724">
                  <c:v>0</c:v>
                </c:pt>
                <c:pt idx="7725">
                  <c:v>0</c:v>
                </c:pt>
                <c:pt idx="7726">
                  <c:v>0</c:v>
                </c:pt>
                <c:pt idx="7727">
                  <c:v>0</c:v>
                </c:pt>
                <c:pt idx="7728">
                  <c:v>0</c:v>
                </c:pt>
                <c:pt idx="7729">
                  <c:v>0</c:v>
                </c:pt>
                <c:pt idx="7730">
                  <c:v>0</c:v>
                </c:pt>
                <c:pt idx="7731">
                  <c:v>0</c:v>
                </c:pt>
                <c:pt idx="7732">
                  <c:v>0</c:v>
                </c:pt>
                <c:pt idx="7733">
                  <c:v>0</c:v>
                </c:pt>
                <c:pt idx="7734">
                  <c:v>0</c:v>
                </c:pt>
                <c:pt idx="7735">
                  <c:v>0</c:v>
                </c:pt>
                <c:pt idx="7736">
                  <c:v>0</c:v>
                </c:pt>
                <c:pt idx="7737">
                  <c:v>0</c:v>
                </c:pt>
                <c:pt idx="7738">
                  <c:v>0</c:v>
                </c:pt>
                <c:pt idx="7739">
                  <c:v>0</c:v>
                </c:pt>
                <c:pt idx="7740">
                  <c:v>0</c:v>
                </c:pt>
                <c:pt idx="7741">
                  <c:v>0</c:v>
                </c:pt>
                <c:pt idx="7742">
                  <c:v>0</c:v>
                </c:pt>
                <c:pt idx="7743">
                  <c:v>0</c:v>
                </c:pt>
                <c:pt idx="7744">
                  <c:v>0</c:v>
                </c:pt>
                <c:pt idx="7745">
                  <c:v>0</c:v>
                </c:pt>
                <c:pt idx="7746">
                  <c:v>0</c:v>
                </c:pt>
                <c:pt idx="7747">
                  <c:v>0</c:v>
                </c:pt>
                <c:pt idx="7748">
                  <c:v>0</c:v>
                </c:pt>
                <c:pt idx="7749">
                  <c:v>0</c:v>
                </c:pt>
                <c:pt idx="7750">
                  <c:v>0</c:v>
                </c:pt>
                <c:pt idx="7751">
                  <c:v>0</c:v>
                </c:pt>
                <c:pt idx="7752">
                  <c:v>0</c:v>
                </c:pt>
                <c:pt idx="7753">
                  <c:v>0</c:v>
                </c:pt>
                <c:pt idx="7754">
                  <c:v>0</c:v>
                </c:pt>
                <c:pt idx="7755">
                  <c:v>0</c:v>
                </c:pt>
                <c:pt idx="7756">
                  <c:v>0</c:v>
                </c:pt>
                <c:pt idx="7757">
                  <c:v>0</c:v>
                </c:pt>
                <c:pt idx="7758">
                  <c:v>0</c:v>
                </c:pt>
                <c:pt idx="7759">
                  <c:v>0</c:v>
                </c:pt>
                <c:pt idx="7760">
                  <c:v>0</c:v>
                </c:pt>
                <c:pt idx="7761">
                  <c:v>0</c:v>
                </c:pt>
                <c:pt idx="7762">
                  <c:v>0</c:v>
                </c:pt>
                <c:pt idx="7763">
                  <c:v>0</c:v>
                </c:pt>
                <c:pt idx="7764">
                  <c:v>0</c:v>
                </c:pt>
                <c:pt idx="7765">
                  <c:v>0</c:v>
                </c:pt>
                <c:pt idx="7766">
                  <c:v>0</c:v>
                </c:pt>
                <c:pt idx="7767">
                  <c:v>0</c:v>
                </c:pt>
                <c:pt idx="7768">
                  <c:v>0</c:v>
                </c:pt>
                <c:pt idx="7769">
                  <c:v>0</c:v>
                </c:pt>
                <c:pt idx="7770">
                  <c:v>0</c:v>
                </c:pt>
                <c:pt idx="7771">
                  <c:v>0</c:v>
                </c:pt>
                <c:pt idx="7772">
                  <c:v>0</c:v>
                </c:pt>
                <c:pt idx="7773">
                  <c:v>0</c:v>
                </c:pt>
                <c:pt idx="7774">
                  <c:v>0</c:v>
                </c:pt>
                <c:pt idx="7775">
                  <c:v>0</c:v>
                </c:pt>
                <c:pt idx="7776">
                  <c:v>0</c:v>
                </c:pt>
                <c:pt idx="7777">
                  <c:v>0</c:v>
                </c:pt>
                <c:pt idx="7778">
                  <c:v>0</c:v>
                </c:pt>
                <c:pt idx="7779">
                  <c:v>0</c:v>
                </c:pt>
                <c:pt idx="7780">
                  <c:v>0</c:v>
                </c:pt>
                <c:pt idx="7781">
                  <c:v>0</c:v>
                </c:pt>
                <c:pt idx="7782">
                  <c:v>0</c:v>
                </c:pt>
                <c:pt idx="7783">
                  <c:v>0</c:v>
                </c:pt>
                <c:pt idx="7784">
                  <c:v>0</c:v>
                </c:pt>
                <c:pt idx="7785">
                  <c:v>0</c:v>
                </c:pt>
                <c:pt idx="7786">
                  <c:v>0</c:v>
                </c:pt>
                <c:pt idx="7787">
                  <c:v>0</c:v>
                </c:pt>
                <c:pt idx="7788">
                  <c:v>0</c:v>
                </c:pt>
                <c:pt idx="7789">
                  <c:v>0</c:v>
                </c:pt>
                <c:pt idx="7790">
                  <c:v>0</c:v>
                </c:pt>
                <c:pt idx="7791">
                  <c:v>0</c:v>
                </c:pt>
                <c:pt idx="7792">
                  <c:v>0</c:v>
                </c:pt>
                <c:pt idx="7793">
                  <c:v>0</c:v>
                </c:pt>
                <c:pt idx="7794">
                  <c:v>0</c:v>
                </c:pt>
                <c:pt idx="7795">
                  <c:v>0</c:v>
                </c:pt>
                <c:pt idx="7796">
                  <c:v>0</c:v>
                </c:pt>
                <c:pt idx="7797">
                  <c:v>0</c:v>
                </c:pt>
                <c:pt idx="7798">
                  <c:v>0</c:v>
                </c:pt>
                <c:pt idx="7799">
                  <c:v>0</c:v>
                </c:pt>
                <c:pt idx="7800">
                  <c:v>0</c:v>
                </c:pt>
                <c:pt idx="7801">
                  <c:v>0</c:v>
                </c:pt>
                <c:pt idx="7802">
                  <c:v>0</c:v>
                </c:pt>
                <c:pt idx="7803">
                  <c:v>0</c:v>
                </c:pt>
                <c:pt idx="7804">
                  <c:v>0</c:v>
                </c:pt>
                <c:pt idx="7805">
                  <c:v>0</c:v>
                </c:pt>
                <c:pt idx="7806">
                  <c:v>0</c:v>
                </c:pt>
                <c:pt idx="7807">
                  <c:v>0</c:v>
                </c:pt>
                <c:pt idx="7808">
                  <c:v>0</c:v>
                </c:pt>
                <c:pt idx="7809">
                  <c:v>0</c:v>
                </c:pt>
                <c:pt idx="7810">
                  <c:v>0</c:v>
                </c:pt>
                <c:pt idx="7811">
                  <c:v>0</c:v>
                </c:pt>
                <c:pt idx="7812">
                  <c:v>0</c:v>
                </c:pt>
                <c:pt idx="7813">
                  <c:v>0</c:v>
                </c:pt>
                <c:pt idx="7814">
                  <c:v>0</c:v>
                </c:pt>
                <c:pt idx="7815">
                  <c:v>0</c:v>
                </c:pt>
                <c:pt idx="7816">
                  <c:v>0</c:v>
                </c:pt>
                <c:pt idx="7817">
                  <c:v>0</c:v>
                </c:pt>
                <c:pt idx="7818">
                  <c:v>0</c:v>
                </c:pt>
                <c:pt idx="7819">
                  <c:v>0</c:v>
                </c:pt>
                <c:pt idx="7820">
                  <c:v>0</c:v>
                </c:pt>
                <c:pt idx="7821">
                  <c:v>0</c:v>
                </c:pt>
                <c:pt idx="7822">
                  <c:v>0</c:v>
                </c:pt>
                <c:pt idx="7823">
                  <c:v>0</c:v>
                </c:pt>
                <c:pt idx="7824">
                  <c:v>0</c:v>
                </c:pt>
                <c:pt idx="7825">
                  <c:v>0</c:v>
                </c:pt>
                <c:pt idx="7826">
                  <c:v>0</c:v>
                </c:pt>
                <c:pt idx="7827">
                  <c:v>0</c:v>
                </c:pt>
                <c:pt idx="7828">
                  <c:v>0</c:v>
                </c:pt>
                <c:pt idx="7829">
                  <c:v>0</c:v>
                </c:pt>
                <c:pt idx="7830">
                  <c:v>0</c:v>
                </c:pt>
                <c:pt idx="7831">
                  <c:v>0</c:v>
                </c:pt>
                <c:pt idx="7832">
                  <c:v>0</c:v>
                </c:pt>
                <c:pt idx="7833">
                  <c:v>0</c:v>
                </c:pt>
                <c:pt idx="7834">
                  <c:v>0</c:v>
                </c:pt>
                <c:pt idx="7835">
                  <c:v>0</c:v>
                </c:pt>
                <c:pt idx="7836">
                  <c:v>0</c:v>
                </c:pt>
                <c:pt idx="7837">
                  <c:v>0</c:v>
                </c:pt>
                <c:pt idx="7838">
                  <c:v>0</c:v>
                </c:pt>
                <c:pt idx="7839">
                  <c:v>0</c:v>
                </c:pt>
                <c:pt idx="7840">
                  <c:v>0</c:v>
                </c:pt>
                <c:pt idx="7841">
                  <c:v>0</c:v>
                </c:pt>
                <c:pt idx="7842">
                  <c:v>0</c:v>
                </c:pt>
                <c:pt idx="7843">
                  <c:v>0</c:v>
                </c:pt>
                <c:pt idx="7844">
                  <c:v>0</c:v>
                </c:pt>
                <c:pt idx="7845">
                  <c:v>0</c:v>
                </c:pt>
                <c:pt idx="7846">
                  <c:v>0</c:v>
                </c:pt>
                <c:pt idx="7847">
                  <c:v>0</c:v>
                </c:pt>
                <c:pt idx="7848">
                  <c:v>0</c:v>
                </c:pt>
                <c:pt idx="7849">
                  <c:v>0</c:v>
                </c:pt>
                <c:pt idx="7850">
                  <c:v>0</c:v>
                </c:pt>
                <c:pt idx="7851">
                  <c:v>0</c:v>
                </c:pt>
                <c:pt idx="7852">
                  <c:v>0</c:v>
                </c:pt>
                <c:pt idx="7853">
                  <c:v>0</c:v>
                </c:pt>
                <c:pt idx="7854">
                  <c:v>0</c:v>
                </c:pt>
                <c:pt idx="7855">
                  <c:v>0</c:v>
                </c:pt>
                <c:pt idx="7856">
                  <c:v>0</c:v>
                </c:pt>
                <c:pt idx="7857">
                  <c:v>0</c:v>
                </c:pt>
                <c:pt idx="7858">
                  <c:v>0</c:v>
                </c:pt>
                <c:pt idx="7859">
                  <c:v>0</c:v>
                </c:pt>
                <c:pt idx="7860">
                  <c:v>0</c:v>
                </c:pt>
                <c:pt idx="7861">
                  <c:v>0</c:v>
                </c:pt>
                <c:pt idx="7862">
                  <c:v>0</c:v>
                </c:pt>
                <c:pt idx="7863">
                  <c:v>0</c:v>
                </c:pt>
                <c:pt idx="7864">
                  <c:v>0</c:v>
                </c:pt>
                <c:pt idx="7865">
                  <c:v>0</c:v>
                </c:pt>
                <c:pt idx="7866">
                  <c:v>0</c:v>
                </c:pt>
                <c:pt idx="7867">
                  <c:v>0</c:v>
                </c:pt>
                <c:pt idx="7868">
                  <c:v>0</c:v>
                </c:pt>
                <c:pt idx="7869">
                  <c:v>0</c:v>
                </c:pt>
                <c:pt idx="7870">
                  <c:v>0</c:v>
                </c:pt>
                <c:pt idx="7871">
                  <c:v>0</c:v>
                </c:pt>
                <c:pt idx="7872">
                  <c:v>0</c:v>
                </c:pt>
                <c:pt idx="7873">
                  <c:v>0</c:v>
                </c:pt>
                <c:pt idx="7874">
                  <c:v>0</c:v>
                </c:pt>
                <c:pt idx="7875">
                  <c:v>0</c:v>
                </c:pt>
                <c:pt idx="7876">
                  <c:v>0</c:v>
                </c:pt>
                <c:pt idx="7877">
                  <c:v>0</c:v>
                </c:pt>
                <c:pt idx="7878">
                  <c:v>0</c:v>
                </c:pt>
                <c:pt idx="7879">
                  <c:v>0</c:v>
                </c:pt>
                <c:pt idx="7880">
                  <c:v>0</c:v>
                </c:pt>
                <c:pt idx="7881">
                  <c:v>0</c:v>
                </c:pt>
                <c:pt idx="7882">
                  <c:v>0</c:v>
                </c:pt>
                <c:pt idx="7883">
                  <c:v>0</c:v>
                </c:pt>
                <c:pt idx="7884">
                  <c:v>0</c:v>
                </c:pt>
                <c:pt idx="7885">
                  <c:v>0</c:v>
                </c:pt>
                <c:pt idx="7886">
                  <c:v>0</c:v>
                </c:pt>
                <c:pt idx="7887">
                  <c:v>0</c:v>
                </c:pt>
                <c:pt idx="7888">
                  <c:v>0</c:v>
                </c:pt>
                <c:pt idx="7889">
                  <c:v>0</c:v>
                </c:pt>
                <c:pt idx="7890">
                  <c:v>0</c:v>
                </c:pt>
                <c:pt idx="7891">
                  <c:v>0</c:v>
                </c:pt>
                <c:pt idx="7892">
                  <c:v>0</c:v>
                </c:pt>
                <c:pt idx="7893">
                  <c:v>0</c:v>
                </c:pt>
                <c:pt idx="7894">
                  <c:v>0</c:v>
                </c:pt>
                <c:pt idx="7895">
                  <c:v>0</c:v>
                </c:pt>
                <c:pt idx="7896">
                  <c:v>0</c:v>
                </c:pt>
                <c:pt idx="7897">
                  <c:v>0</c:v>
                </c:pt>
                <c:pt idx="7898">
                  <c:v>0</c:v>
                </c:pt>
                <c:pt idx="7899">
                  <c:v>0</c:v>
                </c:pt>
                <c:pt idx="7900">
                  <c:v>0</c:v>
                </c:pt>
                <c:pt idx="7901">
                  <c:v>0</c:v>
                </c:pt>
                <c:pt idx="7902">
                  <c:v>0</c:v>
                </c:pt>
                <c:pt idx="7903">
                  <c:v>0</c:v>
                </c:pt>
                <c:pt idx="7904">
                  <c:v>0</c:v>
                </c:pt>
                <c:pt idx="7905">
                  <c:v>0</c:v>
                </c:pt>
                <c:pt idx="7906">
                  <c:v>0</c:v>
                </c:pt>
                <c:pt idx="7907">
                  <c:v>0</c:v>
                </c:pt>
                <c:pt idx="7908">
                  <c:v>0</c:v>
                </c:pt>
                <c:pt idx="7909">
                  <c:v>0</c:v>
                </c:pt>
                <c:pt idx="7910">
                  <c:v>0</c:v>
                </c:pt>
                <c:pt idx="7911">
                  <c:v>0</c:v>
                </c:pt>
                <c:pt idx="7912">
                  <c:v>0</c:v>
                </c:pt>
                <c:pt idx="7913">
                  <c:v>0</c:v>
                </c:pt>
                <c:pt idx="7914">
                  <c:v>0</c:v>
                </c:pt>
                <c:pt idx="7915">
                  <c:v>0</c:v>
                </c:pt>
                <c:pt idx="7916">
                  <c:v>0</c:v>
                </c:pt>
                <c:pt idx="7917">
                  <c:v>0</c:v>
                </c:pt>
                <c:pt idx="7918">
                  <c:v>0</c:v>
                </c:pt>
                <c:pt idx="7919">
                  <c:v>0</c:v>
                </c:pt>
                <c:pt idx="7920">
                  <c:v>0</c:v>
                </c:pt>
                <c:pt idx="7921">
                  <c:v>0</c:v>
                </c:pt>
                <c:pt idx="7922">
                  <c:v>0</c:v>
                </c:pt>
                <c:pt idx="7923">
                  <c:v>0</c:v>
                </c:pt>
                <c:pt idx="7924">
                  <c:v>0</c:v>
                </c:pt>
                <c:pt idx="7925">
                  <c:v>0</c:v>
                </c:pt>
                <c:pt idx="7926">
                  <c:v>0</c:v>
                </c:pt>
                <c:pt idx="7927">
                  <c:v>0</c:v>
                </c:pt>
                <c:pt idx="7928">
                  <c:v>0</c:v>
                </c:pt>
                <c:pt idx="7929">
                  <c:v>0</c:v>
                </c:pt>
                <c:pt idx="7930">
                  <c:v>0</c:v>
                </c:pt>
                <c:pt idx="7931">
                  <c:v>0</c:v>
                </c:pt>
                <c:pt idx="7932">
                  <c:v>0</c:v>
                </c:pt>
                <c:pt idx="7933">
                  <c:v>0</c:v>
                </c:pt>
                <c:pt idx="7934">
                  <c:v>0</c:v>
                </c:pt>
                <c:pt idx="7935">
                  <c:v>0</c:v>
                </c:pt>
                <c:pt idx="7936">
                  <c:v>0</c:v>
                </c:pt>
                <c:pt idx="7937">
                  <c:v>0</c:v>
                </c:pt>
                <c:pt idx="7938">
                  <c:v>0</c:v>
                </c:pt>
                <c:pt idx="7939">
                  <c:v>0</c:v>
                </c:pt>
                <c:pt idx="7940">
                  <c:v>0</c:v>
                </c:pt>
                <c:pt idx="7941">
                  <c:v>0</c:v>
                </c:pt>
                <c:pt idx="7942">
                  <c:v>0</c:v>
                </c:pt>
                <c:pt idx="7943">
                  <c:v>0</c:v>
                </c:pt>
                <c:pt idx="7944">
                  <c:v>0</c:v>
                </c:pt>
                <c:pt idx="7945">
                  <c:v>0</c:v>
                </c:pt>
                <c:pt idx="7946">
                  <c:v>0</c:v>
                </c:pt>
                <c:pt idx="7947">
                  <c:v>0</c:v>
                </c:pt>
                <c:pt idx="7948">
                  <c:v>0</c:v>
                </c:pt>
                <c:pt idx="7949">
                  <c:v>0</c:v>
                </c:pt>
                <c:pt idx="7950">
                  <c:v>0</c:v>
                </c:pt>
                <c:pt idx="7951">
                  <c:v>0</c:v>
                </c:pt>
                <c:pt idx="7952">
                  <c:v>0</c:v>
                </c:pt>
                <c:pt idx="7953">
                  <c:v>0</c:v>
                </c:pt>
                <c:pt idx="7954">
                  <c:v>0</c:v>
                </c:pt>
                <c:pt idx="7955">
                  <c:v>0</c:v>
                </c:pt>
                <c:pt idx="7956">
                  <c:v>0</c:v>
                </c:pt>
                <c:pt idx="7957">
                  <c:v>0</c:v>
                </c:pt>
                <c:pt idx="7958">
                  <c:v>0</c:v>
                </c:pt>
                <c:pt idx="7959">
                  <c:v>0</c:v>
                </c:pt>
                <c:pt idx="7960">
                  <c:v>0</c:v>
                </c:pt>
                <c:pt idx="7961">
                  <c:v>0</c:v>
                </c:pt>
                <c:pt idx="7962">
                  <c:v>0</c:v>
                </c:pt>
                <c:pt idx="7963">
                  <c:v>0</c:v>
                </c:pt>
                <c:pt idx="7964">
                  <c:v>0</c:v>
                </c:pt>
                <c:pt idx="7965">
                  <c:v>0</c:v>
                </c:pt>
                <c:pt idx="7966">
                  <c:v>0</c:v>
                </c:pt>
                <c:pt idx="7967">
                  <c:v>0</c:v>
                </c:pt>
                <c:pt idx="7968">
                  <c:v>0</c:v>
                </c:pt>
                <c:pt idx="7969">
                  <c:v>0</c:v>
                </c:pt>
                <c:pt idx="7970">
                  <c:v>0</c:v>
                </c:pt>
                <c:pt idx="7971">
                  <c:v>0</c:v>
                </c:pt>
                <c:pt idx="7972">
                  <c:v>0</c:v>
                </c:pt>
                <c:pt idx="7973">
                  <c:v>0</c:v>
                </c:pt>
                <c:pt idx="7974">
                  <c:v>0</c:v>
                </c:pt>
                <c:pt idx="7975">
                  <c:v>0</c:v>
                </c:pt>
                <c:pt idx="7976">
                  <c:v>0</c:v>
                </c:pt>
                <c:pt idx="7977">
                  <c:v>0</c:v>
                </c:pt>
                <c:pt idx="7978">
                  <c:v>0</c:v>
                </c:pt>
                <c:pt idx="7979">
                  <c:v>0</c:v>
                </c:pt>
                <c:pt idx="7980">
                  <c:v>0</c:v>
                </c:pt>
                <c:pt idx="7981">
                  <c:v>0</c:v>
                </c:pt>
                <c:pt idx="7982">
                  <c:v>0</c:v>
                </c:pt>
                <c:pt idx="7983">
                  <c:v>0</c:v>
                </c:pt>
                <c:pt idx="7984">
                  <c:v>0</c:v>
                </c:pt>
                <c:pt idx="7985">
                  <c:v>0</c:v>
                </c:pt>
                <c:pt idx="7986">
                  <c:v>0</c:v>
                </c:pt>
                <c:pt idx="7987">
                  <c:v>0</c:v>
                </c:pt>
                <c:pt idx="7988">
                  <c:v>0</c:v>
                </c:pt>
                <c:pt idx="7989">
                  <c:v>0</c:v>
                </c:pt>
                <c:pt idx="7990">
                  <c:v>0</c:v>
                </c:pt>
                <c:pt idx="7991">
                  <c:v>0</c:v>
                </c:pt>
                <c:pt idx="7992">
                  <c:v>0</c:v>
                </c:pt>
                <c:pt idx="7993">
                  <c:v>0</c:v>
                </c:pt>
                <c:pt idx="7994">
                  <c:v>0</c:v>
                </c:pt>
                <c:pt idx="7995">
                  <c:v>0</c:v>
                </c:pt>
                <c:pt idx="7996">
                  <c:v>0</c:v>
                </c:pt>
                <c:pt idx="7997">
                  <c:v>0</c:v>
                </c:pt>
                <c:pt idx="7998">
                  <c:v>0</c:v>
                </c:pt>
                <c:pt idx="7999">
                  <c:v>0</c:v>
                </c:pt>
                <c:pt idx="8000">
                  <c:v>0</c:v>
                </c:pt>
                <c:pt idx="8001">
                  <c:v>0</c:v>
                </c:pt>
                <c:pt idx="8002">
                  <c:v>0</c:v>
                </c:pt>
                <c:pt idx="8003">
                  <c:v>0</c:v>
                </c:pt>
                <c:pt idx="8004">
                  <c:v>0</c:v>
                </c:pt>
                <c:pt idx="8005">
                  <c:v>0</c:v>
                </c:pt>
                <c:pt idx="8006">
                  <c:v>0</c:v>
                </c:pt>
                <c:pt idx="8007">
                  <c:v>0</c:v>
                </c:pt>
                <c:pt idx="8008">
                  <c:v>0</c:v>
                </c:pt>
                <c:pt idx="8009">
                  <c:v>0</c:v>
                </c:pt>
                <c:pt idx="8010">
                  <c:v>0</c:v>
                </c:pt>
                <c:pt idx="8011">
                  <c:v>0</c:v>
                </c:pt>
                <c:pt idx="8012">
                  <c:v>0</c:v>
                </c:pt>
                <c:pt idx="8013">
                  <c:v>0</c:v>
                </c:pt>
                <c:pt idx="8014">
                  <c:v>0</c:v>
                </c:pt>
                <c:pt idx="8015">
                  <c:v>0</c:v>
                </c:pt>
                <c:pt idx="8016">
                  <c:v>0</c:v>
                </c:pt>
                <c:pt idx="8017">
                  <c:v>0</c:v>
                </c:pt>
                <c:pt idx="8018">
                  <c:v>0</c:v>
                </c:pt>
                <c:pt idx="8019">
                  <c:v>0</c:v>
                </c:pt>
                <c:pt idx="8020">
                  <c:v>0</c:v>
                </c:pt>
                <c:pt idx="8021">
                  <c:v>0</c:v>
                </c:pt>
                <c:pt idx="8022">
                  <c:v>0</c:v>
                </c:pt>
                <c:pt idx="8023">
                  <c:v>0</c:v>
                </c:pt>
                <c:pt idx="8024">
                  <c:v>0</c:v>
                </c:pt>
                <c:pt idx="8025">
                  <c:v>0</c:v>
                </c:pt>
                <c:pt idx="8026">
                  <c:v>0</c:v>
                </c:pt>
                <c:pt idx="8027">
                  <c:v>0</c:v>
                </c:pt>
                <c:pt idx="8028">
                  <c:v>0</c:v>
                </c:pt>
                <c:pt idx="8029">
                  <c:v>0</c:v>
                </c:pt>
                <c:pt idx="8030">
                  <c:v>0</c:v>
                </c:pt>
                <c:pt idx="8031">
                  <c:v>0</c:v>
                </c:pt>
                <c:pt idx="8032">
                  <c:v>0</c:v>
                </c:pt>
                <c:pt idx="8033">
                  <c:v>0</c:v>
                </c:pt>
                <c:pt idx="8034">
                  <c:v>0</c:v>
                </c:pt>
                <c:pt idx="8035">
                  <c:v>0</c:v>
                </c:pt>
                <c:pt idx="8036">
                  <c:v>0</c:v>
                </c:pt>
                <c:pt idx="8037">
                  <c:v>0</c:v>
                </c:pt>
                <c:pt idx="8038">
                  <c:v>0</c:v>
                </c:pt>
                <c:pt idx="8039">
                  <c:v>0</c:v>
                </c:pt>
                <c:pt idx="8040">
                  <c:v>0</c:v>
                </c:pt>
                <c:pt idx="8041">
                  <c:v>0</c:v>
                </c:pt>
                <c:pt idx="8042">
                  <c:v>0</c:v>
                </c:pt>
                <c:pt idx="8043">
                  <c:v>0</c:v>
                </c:pt>
                <c:pt idx="8044">
                  <c:v>0</c:v>
                </c:pt>
                <c:pt idx="8045">
                  <c:v>0</c:v>
                </c:pt>
                <c:pt idx="8046">
                  <c:v>0</c:v>
                </c:pt>
                <c:pt idx="8047">
                  <c:v>0</c:v>
                </c:pt>
                <c:pt idx="8048">
                  <c:v>0</c:v>
                </c:pt>
                <c:pt idx="8049">
                  <c:v>0</c:v>
                </c:pt>
                <c:pt idx="8050">
                  <c:v>0</c:v>
                </c:pt>
                <c:pt idx="8051">
                  <c:v>0</c:v>
                </c:pt>
                <c:pt idx="8052">
                  <c:v>0</c:v>
                </c:pt>
                <c:pt idx="8053">
                  <c:v>0</c:v>
                </c:pt>
                <c:pt idx="8054">
                  <c:v>0</c:v>
                </c:pt>
                <c:pt idx="8055">
                  <c:v>0</c:v>
                </c:pt>
                <c:pt idx="8056">
                  <c:v>0</c:v>
                </c:pt>
                <c:pt idx="8057">
                  <c:v>0</c:v>
                </c:pt>
                <c:pt idx="8058">
                  <c:v>0</c:v>
                </c:pt>
                <c:pt idx="8059">
                  <c:v>0</c:v>
                </c:pt>
                <c:pt idx="8060">
                  <c:v>0</c:v>
                </c:pt>
                <c:pt idx="8061">
                  <c:v>0</c:v>
                </c:pt>
                <c:pt idx="8062">
                  <c:v>0</c:v>
                </c:pt>
                <c:pt idx="8063">
                  <c:v>0</c:v>
                </c:pt>
                <c:pt idx="8064">
                  <c:v>0</c:v>
                </c:pt>
                <c:pt idx="8065">
                  <c:v>0</c:v>
                </c:pt>
                <c:pt idx="8066">
                  <c:v>0</c:v>
                </c:pt>
                <c:pt idx="8067">
                  <c:v>0</c:v>
                </c:pt>
                <c:pt idx="8068">
                  <c:v>0</c:v>
                </c:pt>
                <c:pt idx="8069">
                  <c:v>0</c:v>
                </c:pt>
                <c:pt idx="8070">
                  <c:v>0</c:v>
                </c:pt>
                <c:pt idx="8071">
                  <c:v>0</c:v>
                </c:pt>
                <c:pt idx="8072">
                  <c:v>0</c:v>
                </c:pt>
                <c:pt idx="8073">
                  <c:v>0</c:v>
                </c:pt>
                <c:pt idx="8074">
                  <c:v>0</c:v>
                </c:pt>
                <c:pt idx="8075">
                  <c:v>0</c:v>
                </c:pt>
                <c:pt idx="8076">
                  <c:v>0</c:v>
                </c:pt>
                <c:pt idx="8077">
                  <c:v>0</c:v>
                </c:pt>
                <c:pt idx="8078">
                  <c:v>0</c:v>
                </c:pt>
                <c:pt idx="8079">
                  <c:v>0</c:v>
                </c:pt>
                <c:pt idx="8080">
                  <c:v>0</c:v>
                </c:pt>
                <c:pt idx="8081">
                  <c:v>0</c:v>
                </c:pt>
                <c:pt idx="8082">
                  <c:v>0</c:v>
                </c:pt>
                <c:pt idx="8083">
                  <c:v>0</c:v>
                </c:pt>
                <c:pt idx="8084">
                  <c:v>0</c:v>
                </c:pt>
                <c:pt idx="8085">
                  <c:v>0</c:v>
                </c:pt>
                <c:pt idx="8086">
                  <c:v>0</c:v>
                </c:pt>
                <c:pt idx="8087">
                  <c:v>0</c:v>
                </c:pt>
                <c:pt idx="8088">
                  <c:v>0</c:v>
                </c:pt>
                <c:pt idx="8089">
                  <c:v>0</c:v>
                </c:pt>
                <c:pt idx="8090">
                  <c:v>0</c:v>
                </c:pt>
                <c:pt idx="8091">
                  <c:v>0</c:v>
                </c:pt>
                <c:pt idx="8092">
                  <c:v>0</c:v>
                </c:pt>
                <c:pt idx="8093">
                  <c:v>0</c:v>
                </c:pt>
                <c:pt idx="8094">
                  <c:v>0</c:v>
                </c:pt>
                <c:pt idx="8095">
                  <c:v>0</c:v>
                </c:pt>
                <c:pt idx="8096">
                  <c:v>0</c:v>
                </c:pt>
                <c:pt idx="8097">
                  <c:v>0</c:v>
                </c:pt>
                <c:pt idx="8098">
                  <c:v>0</c:v>
                </c:pt>
                <c:pt idx="8099">
                  <c:v>0</c:v>
                </c:pt>
                <c:pt idx="8100">
                  <c:v>0</c:v>
                </c:pt>
                <c:pt idx="8101">
                  <c:v>0</c:v>
                </c:pt>
                <c:pt idx="8102">
                  <c:v>0</c:v>
                </c:pt>
                <c:pt idx="8103">
                  <c:v>0</c:v>
                </c:pt>
                <c:pt idx="8104">
                  <c:v>0</c:v>
                </c:pt>
                <c:pt idx="8105">
                  <c:v>0</c:v>
                </c:pt>
                <c:pt idx="8106">
                  <c:v>0</c:v>
                </c:pt>
                <c:pt idx="8107">
                  <c:v>0</c:v>
                </c:pt>
                <c:pt idx="8108">
                  <c:v>0</c:v>
                </c:pt>
                <c:pt idx="8109">
                  <c:v>0</c:v>
                </c:pt>
                <c:pt idx="8110">
                  <c:v>0</c:v>
                </c:pt>
                <c:pt idx="8111">
                  <c:v>0</c:v>
                </c:pt>
                <c:pt idx="8112">
                  <c:v>0</c:v>
                </c:pt>
                <c:pt idx="8113">
                  <c:v>0</c:v>
                </c:pt>
                <c:pt idx="8114">
                  <c:v>0</c:v>
                </c:pt>
                <c:pt idx="8115">
                  <c:v>0</c:v>
                </c:pt>
                <c:pt idx="8116">
                  <c:v>0</c:v>
                </c:pt>
                <c:pt idx="8117">
                  <c:v>0</c:v>
                </c:pt>
                <c:pt idx="8118">
                  <c:v>0</c:v>
                </c:pt>
                <c:pt idx="8119">
                  <c:v>0</c:v>
                </c:pt>
                <c:pt idx="8120">
                  <c:v>0</c:v>
                </c:pt>
                <c:pt idx="8121">
                  <c:v>0</c:v>
                </c:pt>
                <c:pt idx="8122">
                  <c:v>0</c:v>
                </c:pt>
                <c:pt idx="8123">
                  <c:v>0</c:v>
                </c:pt>
                <c:pt idx="8124">
                  <c:v>0</c:v>
                </c:pt>
                <c:pt idx="8125">
                  <c:v>0</c:v>
                </c:pt>
                <c:pt idx="8126">
                  <c:v>0</c:v>
                </c:pt>
                <c:pt idx="8127">
                  <c:v>0</c:v>
                </c:pt>
                <c:pt idx="8128">
                  <c:v>0</c:v>
                </c:pt>
                <c:pt idx="8129">
                  <c:v>0</c:v>
                </c:pt>
                <c:pt idx="8130">
                  <c:v>0</c:v>
                </c:pt>
                <c:pt idx="8131">
                  <c:v>0</c:v>
                </c:pt>
                <c:pt idx="8132">
                  <c:v>0</c:v>
                </c:pt>
                <c:pt idx="8133">
                  <c:v>0</c:v>
                </c:pt>
                <c:pt idx="8134">
                  <c:v>0</c:v>
                </c:pt>
                <c:pt idx="8135">
                  <c:v>0</c:v>
                </c:pt>
                <c:pt idx="8136">
                  <c:v>0</c:v>
                </c:pt>
                <c:pt idx="8137">
                  <c:v>0</c:v>
                </c:pt>
                <c:pt idx="8138">
                  <c:v>0</c:v>
                </c:pt>
                <c:pt idx="8139">
                  <c:v>0</c:v>
                </c:pt>
                <c:pt idx="8140">
                  <c:v>0</c:v>
                </c:pt>
                <c:pt idx="8141">
                  <c:v>0</c:v>
                </c:pt>
                <c:pt idx="8142">
                  <c:v>0</c:v>
                </c:pt>
                <c:pt idx="8143">
                  <c:v>0</c:v>
                </c:pt>
                <c:pt idx="8144">
                  <c:v>0</c:v>
                </c:pt>
                <c:pt idx="8145">
                  <c:v>0</c:v>
                </c:pt>
                <c:pt idx="8146">
                  <c:v>0</c:v>
                </c:pt>
                <c:pt idx="8147">
                  <c:v>0</c:v>
                </c:pt>
                <c:pt idx="8148">
                  <c:v>0</c:v>
                </c:pt>
                <c:pt idx="8149">
                  <c:v>0</c:v>
                </c:pt>
                <c:pt idx="8150">
                  <c:v>0</c:v>
                </c:pt>
                <c:pt idx="8151">
                  <c:v>0</c:v>
                </c:pt>
                <c:pt idx="8152">
                  <c:v>0</c:v>
                </c:pt>
                <c:pt idx="8153">
                  <c:v>0</c:v>
                </c:pt>
                <c:pt idx="8154">
                  <c:v>0</c:v>
                </c:pt>
                <c:pt idx="8155">
                  <c:v>0</c:v>
                </c:pt>
                <c:pt idx="8156">
                  <c:v>0</c:v>
                </c:pt>
                <c:pt idx="8157">
                  <c:v>0</c:v>
                </c:pt>
                <c:pt idx="8158">
                  <c:v>0</c:v>
                </c:pt>
                <c:pt idx="8159">
                  <c:v>0</c:v>
                </c:pt>
                <c:pt idx="8160">
                  <c:v>0</c:v>
                </c:pt>
                <c:pt idx="8161">
                  <c:v>0</c:v>
                </c:pt>
                <c:pt idx="8162">
                  <c:v>0</c:v>
                </c:pt>
                <c:pt idx="8163">
                  <c:v>0</c:v>
                </c:pt>
                <c:pt idx="8164">
                  <c:v>0</c:v>
                </c:pt>
                <c:pt idx="8165">
                  <c:v>0</c:v>
                </c:pt>
                <c:pt idx="8166">
                  <c:v>0</c:v>
                </c:pt>
                <c:pt idx="8167">
                  <c:v>0</c:v>
                </c:pt>
                <c:pt idx="8168">
                  <c:v>0</c:v>
                </c:pt>
                <c:pt idx="8169">
                  <c:v>0</c:v>
                </c:pt>
                <c:pt idx="8170">
                  <c:v>0</c:v>
                </c:pt>
                <c:pt idx="8171">
                  <c:v>0</c:v>
                </c:pt>
                <c:pt idx="8172">
                  <c:v>0</c:v>
                </c:pt>
                <c:pt idx="8173">
                  <c:v>0</c:v>
                </c:pt>
                <c:pt idx="8174">
                  <c:v>0</c:v>
                </c:pt>
                <c:pt idx="8175">
                  <c:v>0</c:v>
                </c:pt>
                <c:pt idx="8176">
                  <c:v>0</c:v>
                </c:pt>
                <c:pt idx="8177">
                  <c:v>0</c:v>
                </c:pt>
                <c:pt idx="8178">
                  <c:v>0</c:v>
                </c:pt>
                <c:pt idx="8179">
                  <c:v>0</c:v>
                </c:pt>
                <c:pt idx="8180">
                  <c:v>0</c:v>
                </c:pt>
                <c:pt idx="8181">
                  <c:v>0</c:v>
                </c:pt>
                <c:pt idx="8182">
                  <c:v>0</c:v>
                </c:pt>
                <c:pt idx="8183">
                  <c:v>0</c:v>
                </c:pt>
                <c:pt idx="8184">
                  <c:v>0</c:v>
                </c:pt>
                <c:pt idx="8185">
                  <c:v>0</c:v>
                </c:pt>
                <c:pt idx="8186">
                  <c:v>0</c:v>
                </c:pt>
                <c:pt idx="8187">
                  <c:v>0</c:v>
                </c:pt>
                <c:pt idx="8188">
                  <c:v>0</c:v>
                </c:pt>
                <c:pt idx="8189">
                  <c:v>0</c:v>
                </c:pt>
                <c:pt idx="8190">
                  <c:v>0</c:v>
                </c:pt>
                <c:pt idx="8191">
                  <c:v>0</c:v>
                </c:pt>
                <c:pt idx="8192">
                  <c:v>0</c:v>
                </c:pt>
                <c:pt idx="8193">
                  <c:v>0</c:v>
                </c:pt>
                <c:pt idx="8194">
                  <c:v>0</c:v>
                </c:pt>
                <c:pt idx="8195">
                  <c:v>0</c:v>
                </c:pt>
                <c:pt idx="8196">
                  <c:v>0</c:v>
                </c:pt>
                <c:pt idx="8197">
                  <c:v>0</c:v>
                </c:pt>
                <c:pt idx="8198">
                  <c:v>0</c:v>
                </c:pt>
                <c:pt idx="8199">
                  <c:v>0</c:v>
                </c:pt>
                <c:pt idx="8200">
                  <c:v>0</c:v>
                </c:pt>
                <c:pt idx="8201">
                  <c:v>0</c:v>
                </c:pt>
                <c:pt idx="8202">
                  <c:v>0</c:v>
                </c:pt>
                <c:pt idx="8203">
                  <c:v>0</c:v>
                </c:pt>
                <c:pt idx="8204">
                  <c:v>0</c:v>
                </c:pt>
                <c:pt idx="8205">
                  <c:v>0</c:v>
                </c:pt>
                <c:pt idx="8206">
                  <c:v>0</c:v>
                </c:pt>
                <c:pt idx="8207">
                  <c:v>0</c:v>
                </c:pt>
                <c:pt idx="8208">
                  <c:v>0</c:v>
                </c:pt>
                <c:pt idx="8209">
                  <c:v>0</c:v>
                </c:pt>
                <c:pt idx="8210">
                  <c:v>0</c:v>
                </c:pt>
                <c:pt idx="8211">
                  <c:v>0</c:v>
                </c:pt>
                <c:pt idx="8212">
                  <c:v>0</c:v>
                </c:pt>
                <c:pt idx="8213">
                  <c:v>0</c:v>
                </c:pt>
                <c:pt idx="8214">
                  <c:v>0</c:v>
                </c:pt>
                <c:pt idx="8215">
                  <c:v>0</c:v>
                </c:pt>
                <c:pt idx="8216">
                  <c:v>0</c:v>
                </c:pt>
                <c:pt idx="8217">
                  <c:v>0</c:v>
                </c:pt>
                <c:pt idx="8218">
                  <c:v>0</c:v>
                </c:pt>
                <c:pt idx="8219">
                  <c:v>0</c:v>
                </c:pt>
                <c:pt idx="8220">
                  <c:v>0</c:v>
                </c:pt>
                <c:pt idx="8221">
                  <c:v>0</c:v>
                </c:pt>
                <c:pt idx="8222">
                  <c:v>0</c:v>
                </c:pt>
                <c:pt idx="8223">
                  <c:v>0</c:v>
                </c:pt>
                <c:pt idx="8224">
                  <c:v>0</c:v>
                </c:pt>
                <c:pt idx="8225">
                  <c:v>0</c:v>
                </c:pt>
                <c:pt idx="8226">
                  <c:v>0</c:v>
                </c:pt>
                <c:pt idx="8227">
                  <c:v>0</c:v>
                </c:pt>
                <c:pt idx="8228">
                  <c:v>0</c:v>
                </c:pt>
                <c:pt idx="8229">
                  <c:v>0</c:v>
                </c:pt>
                <c:pt idx="8230">
                  <c:v>0</c:v>
                </c:pt>
                <c:pt idx="8231">
                  <c:v>0</c:v>
                </c:pt>
                <c:pt idx="8232">
                  <c:v>0</c:v>
                </c:pt>
                <c:pt idx="8233">
                  <c:v>0</c:v>
                </c:pt>
                <c:pt idx="8234">
                  <c:v>0</c:v>
                </c:pt>
                <c:pt idx="8235">
                  <c:v>0</c:v>
                </c:pt>
                <c:pt idx="8236">
                  <c:v>0</c:v>
                </c:pt>
                <c:pt idx="8237">
                  <c:v>0</c:v>
                </c:pt>
                <c:pt idx="8238">
                  <c:v>0</c:v>
                </c:pt>
                <c:pt idx="8239">
                  <c:v>0</c:v>
                </c:pt>
                <c:pt idx="8240">
                  <c:v>0</c:v>
                </c:pt>
                <c:pt idx="8241">
                  <c:v>0</c:v>
                </c:pt>
                <c:pt idx="8242">
                  <c:v>0</c:v>
                </c:pt>
                <c:pt idx="8243">
                  <c:v>0</c:v>
                </c:pt>
                <c:pt idx="8244">
                  <c:v>0</c:v>
                </c:pt>
                <c:pt idx="8245">
                  <c:v>0</c:v>
                </c:pt>
                <c:pt idx="8246">
                  <c:v>0</c:v>
                </c:pt>
                <c:pt idx="8247">
                  <c:v>0</c:v>
                </c:pt>
                <c:pt idx="8248">
                  <c:v>0</c:v>
                </c:pt>
                <c:pt idx="8249">
                  <c:v>0</c:v>
                </c:pt>
                <c:pt idx="8250">
                  <c:v>0</c:v>
                </c:pt>
                <c:pt idx="8251">
                  <c:v>0</c:v>
                </c:pt>
                <c:pt idx="8252">
                  <c:v>0</c:v>
                </c:pt>
                <c:pt idx="8253">
                  <c:v>0</c:v>
                </c:pt>
                <c:pt idx="8254">
                  <c:v>0</c:v>
                </c:pt>
                <c:pt idx="8255">
                  <c:v>0</c:v>
                </c:pt>
                <c:pt idx="8256">
                  <c:v>0</c:v>
                </c:pt>
                <c:pt idx="8257">
                  <c:v>0</c:v>
                </c:pt>
                <c:pt idx="8258">
                  <c:v>0</c:v>
                </c:pt>
                <c:pt idx="8259">
                  <c:v>0</c:v>
                </c:pt>
                <c:pt idx="8260">
                  <c:v>0</c:v>
                </c:pt>
                <c:pt idx="8261">
                  <c:v>0</c:v>
                </c:pt>
                <c:pt idx="8262">
                  <c:v>0</c:v>
                </c:pt>
                <c:pt idx="8263">
                  <c:v>0</c:v>
                </c:pt>
                <c:pt idx="8264">
                  <c:v>0</c:v>
                </c:pt>
                <c:pt idx="8265">
                  <c:v>0</c:v>
                </c:pt>
                <c:pt idx="8266">
                  <c:v>0</c:v>
                </c:pt>
                <c:pt idx="8267">
                  <c:v>0</c:v>
                </c:pt>
                <c:pt idx="8268">
                  <c:v>0</c:v>
                </c:pt>
                <c:pt idx="8269">
                  <c:v>0</c:v>
                </c:pt>
                <c:pt idx="8270">
                  <c:v>0</c:v>
                </c:pt>
                <c:pt idx="8271">
                  <c:v>0</c:v>
                </c:pt>
                <c:pt idx="8272">
                  <c:v>0</c:v>
                </c:pt>
                <c:pt idx="8273">
                  <c:v>0</c:v>
                </c:pt>
                <c:pt idx="8274">
                  <c:v>0</c:v>
                </c:pt>
                <c:pt idx="8275">
                  <c:v>0</c:v>
                </c:pt>
                <c:pt idx="8276">
                  <c:v>0</c:v>
                </c:pt>
                <c:pt idx="8277">
                  <c:v>0</c:v>
                </c:pt>
                <c:pt idx="8278">
                  <c:v>0</c:v>
                </c:pt>
                <c:pt idx="8279">
                  <c:v>0</c:v>
                </c:pt>
                <c:pt idx="8280">
                  <c:v>0</c:v>
                </c:pt>
                <c:pt idx="8281">
                  <c:v>0</c:v>
                </c:pt>
                <c:pt idx="8282">
                  <c:v>0</c:v>
                </c:pt>
                <c:pt idx="8283">
                  <c:v>0</c:v>
                </c:pt>
                <c:pt idx="8284">
                  <c:v>0</c:v>
                </c:pt>
                <c:pt idx="8285">
                  <c:v>0</c:v>
                </c:pt>
                <c:pt idx="8286">
                  <c:v>0</c:v>
                </c:pt>
                <c:pt idx="8287">
                  <c:v>0</c:v>
                </c:pt>
                <c:pt idx="8288">
                  <c:v>0</c:v>
                </c:pt>
                <c:pt idx="8289">
                  <c:v>0</c:v>
                </c:pt>
                <c:pt idx="8290">
                  <c:v>0</c:v>
                </c:pt>
                <c:pt idx="8291">
                  <c:v>0</c:v>
                </c:pt>
                <c:pt idx="8292">
                  <c:v>0</c:v>
                </c:pt>
                <c:pt idx="8293">
                  <c:v>0</c:v>
                </c:pt>
                <c:pt idx="8294">
                  <c:v>0</c:v>
                </c:pt>
                <c:pt idx="8295">
                  <c:v>0</c:v>
                </c:pt>
                <c:pt idx="8296">
                  <c:v>0</c:v>
                </c:pt>
                <c:pt idx="8297">
                  <c:v>0</c:v>
                </c:pt>
                <c:pt idx="8298">
                  <c:v>0</c:v>
                </c:pt>
                <c:pt idx="8299">
                  <c:v>0</c:v>
                </c:pt>
                <c:pt idx="8300">
                  <c:v>0</c:v>
                </c:pt>
                <c:pt idx="8301">
                  <c:v>0</c:v>
                </c:pt>
                <c:pt idx="8302">
                  <c:v>0</c:v>
                </c:pt>
                <c:pt idx="8303">
                  <c:v>0</c:v>
                </c:pt>
                <c:pt idx="8304">
                  <c:v>0</c:v>
                </c:pt>
                <c:pt idx="8305">
                  <c:v>0</c:v>
                </c:pt>
                <c:pt idx="8306">
                  <c:v>0</c:v>
                </c:pt>
                <c:pt idx="8307">
                  <c:v>0</c:v>
                </c:pt>
                <c:pt idx="8308">
                  <c:v>0</c:v>
                </c:pt>
                <c:pt idx="8309">
                  <c:v>0</c:v>
                </c:pt>
                <c:pt idx="8310">
                  <c:v>0</c:v>
                </c:pt>
                <c:pt idx="8311">
                  <c:v>0</c:v>
                </c:pt>
                <c:pt idx="8312">
                  <c:v>0</c:v>
                </c:pt>
                <c:pt idx="8313">
                  <c:v>0</c:v>
                </c:pt>
                <c:pt idx="8314">
                  <c:v>0</c:v>
                </c:pt>
                <c:pt idx="8315">
                  <c:v>0</c:v>
                </c:pt>
                <c:pt idx="8316">
                  <c:v>0</c:v>
                </c:pt>
                <c:pt idx="8317">
                  <c:v>0</c:v>
                </c:pt>
                <c:pt idx="8318">
                  <c:v>0</c:v>
                </c:pt>
                <c:pt idx="8319">
                  <c:v>0</c:v>
                </c:pt>
                <c:pt idx="8320">
                  <c:v>0</c:v>
                </c:pt>
                <c:pt idx="8321">
                  <c:v>0</c:v>
                </c:pt>
                <c:pt idx="8322">
                  <c:v>0</c:v>
                </c:pt>
                <c:pt idx="8323">
                  <c:v>0</c:v>
                </c:pt>
                <c:pt idx="8324">
                  <c:v>0</c:v>
                </c:pt>
                <c:pt idx="8325">
                  <c:v>0</c:v>
                </c:pt>
                <c:pt idx="8326">
                  <c:v>0</c:v>
                </c:pt>
                <c:pt idx="8327">
                  <c:v>0</c:v>
                </c:pt>
                <c:pt idx="8328">
                  <c:v>0</c:v>
                </c:pt>
                <c:pt idx="8329">
                  <c:v>0</c:v>
                </c:pt>
                <c:pt idx="8330">
                  <c:v>0</c:v>
                </c:pt>
                <c:pt idx="8331">
                  <c:v>0</c:v>
                </c:pt>
                <c:pt idx="8332">
                  <c:v>0</c:v>
                </c:pt>
                <c:pt idx="8333">
                  <c:v>0</c:v>
                </c:pt>
                <c:pt idx="8334">
                  <c:v>0</c:v>
                </c:pt>
                <c:pt idx="8335">
                  <c:v>0</c:v>
                </c:pt>
                <c:pt idx="8336">
                  <c:v>0</c:v>
                </c:pt>
                <c:pt idx="8337">
                  <c:v>0</c:v>
                </c:pt>
                <c:pt idx="8338">
                  <c:v>0</c:v>
                </c:pt>
                <c:pt idx="8339">
                  <c:v>0</c:v>
                </c:pt>
                <c:pt idx="8340">
                  <c:v>0</c:v>
                </c:pt>
                <c:pt idx="8341">
                  <c:v>0</c:v>
                </c:pt>
                <c:pt idx="8342">
                  <c:v>0</c:v>
                </c:pt>
                <c:pt idx="8343">
                  <c:v>0</c:v>
                </c:pt>
                <c:pt idx="8344">
                  <c:v>0</c:v>
                </c:pt>
                <c:pt idx="8345">
                  <c:v>0</c:v>
                </c:pt>
                <c:pt idx="8346">
                  <c:v>0</c:v>
                </c:pt>
                <c:pt idx="8347">
                  <c:v>0</c:v>
                </c:pt>
                <c:pt idx="8348">
                  <c:v>0</c:v>
                </c:pt>
                <c:pt idx="8349">
                  <c:v>0</c:v>
                </c:pt>
                <c:pt idx="8350">
                  <c:v>0</c:v>
                </c:pt>
                <c:pt idx="8351">
                  <c:v>0</c:v>
                </c:pt>
                <c:pt idx="8352">
                  <c:v>0</c:v>
                </c:pt>
                <c:pt idx="8353">
                  <c:v>0</c:v>
                </c:pt>
                <c:pt idx="8354">
                  <c:v>0</c:v>
                </c:pt>
                <c:pt idx="8355">
                  <c:v>0</c:v>
                </c:pt>
                <c:pt idx="8356">
                  <c:v>0</c:v>
                </c:pt>
                <c:pt idx="8357">
                  <c:v>0</c:v>
                </c:pt>
                <c:pt idx="8358">
                  <c:v>0</c:v>
                </c:pt>
                <c:pt idx="8359">
                  <c:v>0</c:v>
                </c:pt>
                <c:pt idx="8360">
                  <c:v>0</c:v>
                </c:pt>
                <c:pt idx="8361">
                  <c:v>0</c:v>
                </c:pt>
                <c:pt idx="8362">
                  <c:v>0</c:v>
                </c:pt>
                <c:pt idx="8363">
                  <c:v>0</c:v>
                </c:pt>
                <c:pt idx="8364">
                  <c:v>0</c:v>
                </c:pt>
                <c:pt idx="8365">
                  <c:v>0</c:v>
                </c:pt>
                <c:pt idx="8366">
                  <c:v>0</c:v>
                </c:pt>
                <c:pt idx="8367">
                  <c:v>0</c:v>
                </c:pt>
                <c:pt idx="8368">
                  <c:v>0</c:v>
                </c:pt>
                <c:pt idx="8369">
                  <c:v>0</c:v>
                </c:pt>
                <c:pt idx="8370">
                  <c:v>0</c:v>
                </c:pt>
                <c:pt idx="8371">
                  <c:v>0</c:v>
                </c:pt>
                <c:pt idx="8372">
                  <c:v>0</c:v>
                </c:pt>
                <c:pt idx="8373">
                  <c:v>0</c:v>
                </c:pt>
                <c:pt idx="8374">
                  <c:v>0</c:v>
                </c:pt>
                <c:pt idx="8375">
                  <c:v>0</c:v>
                </c:pt>
                <c:pt idx="8376">
                  <c:v>0</c:v>
                </c:pt>
                <c:pt idx="8377">
                  <c:v>0</c:v>
                </c:pt>
                <c:pt idx="8378">
                  <c:v>0</c:v>
                </c:pt>
                <c:pt idx="8379">
                  <c:v>0</c:v>
                </c:pt>
                <c:pt idx="8380">
                  <c:v>0</c:v>
                </c:pt>
                <c:pt idx="8381">
                  <c:v>0</c:v>
                </c:pt>
                <c:pt idx="8382">
                  <c:v>0</c:v>
                </c:pt>
                <c:pt idx="8383">
                  <c:v>0</c:v>
                </c:pt>
                <c:pt idx="8384">
                  <c:v>0</c:v>
                </c:pt>
                <c:pt idx="8385">
                  <c:v>0</c:v>
                </c:pt>
                <c:pt idx="8386">
                  <c:v>0</c:v>
                </c:pt>
                <c:pt idx="8387">
                  <c:v>0</c:v>
                </c:pt>
                <c:pt idx="8388">
                  <c:v>0</c:v>
                </c:pt>
                <c:pt idx="8389">
                  <c:v>0</c:v>
                </c:pt>
                <c:pt idx="8390">
                  <c:v>0</c:v>
                </c:pt>
                <c:pt idx="8391">
                  <c:v>0</c:v>
                </c:pt>
                <c:pt idx="8392">
                  <c:v>0</c:v>
                </c:pt>
                <c:pt idx="8393">
                  <c:v>0</c:v>
                </c:pt>
                <c:pt idx="8394">
                  <c:v>0</c:v>
                </c:pt>
                <c:pt idx="8395">
                  <c:v>0</c:v>
                </c:pt>
                <c:pt idx="8396">
                  <c:v>0</c:v>
                </c:pt>
                <c:pt idx="8397">
                  <c:v>0</c:v>
                </c:pt>
                <c:pt idx="8398">
                  <c:v>0</c:v>
                </c:pt>
                <c:pt idx="8399">
                  <c:v>0</c:v>
                </c:pt>
                <c:pt idx="8400">
                  <c:v>0</c:v>
                </c:pt>
                <c:pt idx="8401">
                  <c:v>0</c:v>
                </c:pt>
                <c:pt idx="8402">
                  <c:v>0</c:v>
                </c:pt>
                <c:pt idx="8403">
                  <c:v>0</c:v>
                </c:pt>
                <c:pt idx="8404">
                  <c:v>0</c:v>
                </c:pt>
                <c:pt idx="8405">
                  <c:v>0</c:v>
                </c:pt>
                <c:pt idx="8406">
                  <c:v>0</c:v>
                </c:pt>
                <c:pt idx="8407">
                  <c:v>0</c:v>
                </c:pt>
                <c:pt idx="8408">
                  <c:v>0</c:v>
                </c:pt>
                <c:pt idx="8409">
                  <c:v>0</c:v>
                </c:pt>
                <c:pt idx="8410">
                  <c:v>0</c:v>
                </c:pt>
                <c:pt idx="8411">
                  <c:v>0</c:v>
                </c:pt>
                <c:pt idx="8412">
                  <c:v>0</c:v>
                </c:pt>
                <c:pt idx="8413">
                  <c:v>0</c:v>
                </c:pt>
                <c:pt idx="8414">
                  <c:v>0</c:v>
                </c:pt>
                <c:pt idx="8415">
                  <c:v>0</c:v>
                </c:pt>
                <c:pt idx="8416">
                  <c:v>0</c:v>
                </c:pt>
                <c:pt idx="8417">
                  <c:v>0</c:v>
                </c:pt>
                <c:pt idx="8418">
                  <c:v>0</c:v>
                </c:pt>
                <c:pt idx="8419">
                  <c:v>0</c:v>
                </c:pt>
                <c:pt idx="8420">
                  <c:v>0</c:v>
                </c:pt>
                <c:pt idx="8421">
                  <c:v>0</c:v>
                </c:pt>
                <c:pt idx="8422">
                  <c:v>0</c:v>
                </c:pt>
                <c:pt idx="8423">
                  <c:v>0</c:v>
                </c:pt>
                <c:pt idx="8424">
                  <c:v>0</c:v>
                </c:pt>
                <c:pt idx="8425">
                  <c:v>0</c:v>
                </c:pt>
                <c:pt idx="8426">
                  <c:v>0</c:v>
                </c:pt>
                <c:pt idx="8427">
                  <c:v>0</c:v>
                </c:pt>
                <c:pt idx="8428">
                  <c:v>0</c:v>
                </c:pt>
                <c:pt idx="8429">
                  <c:v>0</c:v>
                </c:pt>
                <c:pt idx="8430">
                  <c:v>0</c:v>
                </c:pt>
                <c:pt idx="8431">
                  <c:v>0</c:v>
                </c:pt>
                <c:pt idx="8432">
                  <c:v>0</c:v>
                </c:pt>
                <c:pt idx="8433">
                  <c:v>0</c:v>
                </c:pt>
                <c:pt idx="8434">
                  <c:v>0</c:v>
                </c:pt>
                <c:pt idx="8435">
                  <c:v>0</c:v>
                </c:pt>
                <c:pt idx="8436">
                  <c:v>0</c:v>
                </c:pt>
                <c:pt idx="8437">
                  <c:v>0</c:v>
                </c:pt>
                <c:pt idx="8438">
                  <c:v>0</c:v>
                </c:pt>
                <c:pt idx="8439">
                  <c:v>0</c:v>
                </c:pt>
                <c:pt idx="8440">
                  <c:v>0</c:v>
                </c:pt>
                <c:pt idx="8441">
                  <c:v>0</c:v>
                </c:pt>
                <c:pt idx="8442">
                  <c:v>0</c:v>
                </c:pt>
                <c:pt idx="8443">
                  <c:v>0</c:v>
                </c:pt>
                <c:pt idx="8444">
                  <c:v>0</c:v>
                </c:pt>
                <c:pt idx="8445">
                  <c:v>0</c:v>
                </c:pt>
                <c:pt idx="8446">
                  <c:v>0</c:v>
                </c:pt>
                <c:pt idx="8447">
                  <c:v>0</c:v>
                </c:pt>
                <c:pt idx="8448">
                  <c:v>0</c:v>
                </c:pt>
                <c:pt idx="8449">
                  <c:v>0</c:v>
                </c:pt>
                <c:pt idx="8450">
                  <c:v>0</c:v>
                </c:pt>
                <c:pt idx="8451">
                  <c:v>0</c:v>
                </c:pt>
                <c:pt idx="8452">
                  <c:v>0</c:v>
                </c:pt>
                <c:pt idx="8453">
                  <c:v>0</c:v>
                </c:pt>
                <c:pt idx="8454">
                  <c:v>0</c:v>
                </c:pt>
                <c:pt idx="8455">
                  <c:v>0</c:v>
                </c:pt>
                <c:pt idx="8456">
                  <c:v>0</c:v>
                </c:pt>
                <c:pt idx="8457">
                  <c:v>0</c:v>
                </c:pt>
                <c:pt idx="8458">
                  <c:v>0</c:v>
                </c:pt>
                <c:pt idx="8459">
                  <c:v>0</c:v>
                </c:pt>
                <c:pt idx="8460">
                  <c:v>0</c:v>
                </c:pt>
                <c:pt idx="8461">
                  <c:v>0</c:v>
                </c:pt>
                <c:pt idx="8462">
                  <c:v>0</c:v>
                </c:pt>
                <c:pt idx="8463">
                  <c:v>0</c:v>
                </c:pt>
                <c:pt idx="8464">
                  <c:v>0</c:v>
                </c:pt>
                <c:pt idx="8465">
                  <c:v>0</c:v>
                </c:pt>
                <c:pt idx="8466">
                  <c:v>0</c:v>
                </c:pt>
                <c:pt idx="8467">
                  <c:v>0</c:v>
                </c:pt>
                <c:pt idx="8468">
                  <c:v>0</c:v>
                </c:pt>
                <c:pt idx="8469">
                  <c:v>0</c:v>
                </c:pt>
                <c:pt idx="8470">
                  <c:v>0</c:v>
                </c:pt>
                <c:pt idx="8471">
                  <c:v>0</c:v>
                </c:pt>
                <c:pt idx="8472">
                  <c:v>0</c:v>
                </c:pt>
                <c:pt idx="8473">
                  <c:v>0</c:v>
                </c:pt>
                <c:pt idx="8474">
                  <c:v>0</c:v>
                </c:pt>
                <c:pt idx="8475">
                  <c:v>0</c:v>
                </c:pt>
                <c:pt idx="8476">
                  <c:v>0</c:v>
                </c:pt>
                <c:pt idx="8477">
                  <c:v>0</c:v>
                </c:pt>
                <c:pt idx="8478">
                  <c:v>0</c:v>
                </c:pt>
                <c:pt idx="8479">
                  <c:v>0</c:v>
                </c:pt>
                <c:pt idx="8480">
                  <c:v>0</c:v>
                </c:pt>
                <c:pt idx="8481">
                  <c:v>0</c:v>
                </c:pt>
                <c:pt idx="8482">
                  <c:v>0</c:v>
                </c:pt>
                <c:pt idx="8483">
                  <c:v>0</c:v>
                </c:pt>
                <c:pt idx="8484">
                  <c:v>0</c:v>
                </c:pt>
                <c:pt idx="8485">
                  <c:v>0</c:v>
                </c:pt>
                <c:pt idx="8486">
                  <c:v>0</c:v>
                </c:pt>
                <c:pt idx="8487">
                  <c:v>0</c:v>
                </c:pt>
                <c:pt idx="8488">
                  <c:v>0</c:v>
                </c:pt>
                <c:pt idx="8489">
                  <c:v>0</c:v>
                </c:pt>
                <c:pt idx="8490">
                  <c:v>0</c:v>
                </c:pt>
                <c:pt idx="8491">
                  <c:v>0</c:v>
                </c:pt>
                <c:pt idx="8492">
                  <c:v>0</c:v>
                </c:pt>
                <c:pt idx="8493">
                  <c:v>0</c:v>
                </c:pt>
                <c:pt idx="8494">
                  <c:v>0</c:v>
                </c:pt>
                <c:pt idx="8495">
                  <c:v>0</c:v>
                </c:pt>
                <c:pt idx="8496">
                  <c:v>0</c:v>
                </c:pt>
                <c:pt idx="8497">
                  <c:v>0</c:v>
                </c:pt>
                <c:pt idx="8498">
                  <c:v>0</c:v>
                </c:pt>
                <c:pt idx="8499">
                  <c:v>0</c:v>
                </c:pt>
                <c:pt idx="8500">
                  <c:v>0</c:v>
                </c:pt>
                <c:pt idx="8501">
                  <c:v>0</c:v>
                </c:pt>
                <c:pt idx="8502">
                  <c:v>0</c:v>
                </c:pt>
                <c:pt idx="8503">
                  <c:v>0</c:v>
                </c:pt>
                <c:pt idx="8504">
                  <c:v>0</c:v>
                </c:pt>
                <c:pt idx="8505">
                  <c:v>0</c:v>
                </c:pt>
                <c:pt idx="8506">
                  <c:v>0</c:v>
                </c:pt>
                <c:pt idx="8507">
                  <c:v>0</c:v>
                </c:pt>
                <c:pt idx="8508">
                  <c:v>0</c:v>
                </c:pt>
                <c:pt idx="8509">
                  <c:v>0</c:v>
                </c:pt>
                <c:pt idx="8510">
                  <c:v>0</c:v>
                </c:pt>
                <c:pt idx="8511">
                  <c:v>0</c:v>
                </c:pt>
                <c:pt idx="8512">
                  <c:v>0</c:v>
                </c:pt>
                <c:pt idx="8513">
                  <c:v>0</c:v>
                </c:pt>
                <c:pt idx="8514">
                  <c:v>0</c:v>
                </c:pt>
                <c:pt idx="8515">
                  <c:v>0</c:v>
                </c:pt>
                <c:pt idx="8516">
                  <c:v>0</c:v>
                </c:pt>
                <c:pt idx="8517">
                  <c:v>0</c:v>
                </c:pt>
                <c:pt idx="8518">
                  <c:v>0</c:v>
                </c:pt>
                <c:pt idx="8519">
                  <c:v>0</c:v>
                </c:pt>
                <c:pt idx="8520">
                  <c:v>0</c:v>
                </c:pt>
                <c:pt idx="8521">
                  <c:v>0</c:v>
                </c:pt>
                <c:pt idx="8522">
                  <c:v>0</c:v>
                </c:pt>
                <c:pt idx="8523">
                  <c:v>0</c:v>
                </c:pt>
                <c:pt idx="8524">
                  <c:v>0</c:v>
                </c:pt>
                <c:pt idx="8525">
                  <c:v>0</c:v>
                </c:pt>
                <c:pt idx="8526">
                  <c:v>0</c:v>
                </c:pt>
                <c:pt idx="8527">
                  <c:v>0</c:v>
                </c:pt>
                <c:pt idx="8528">
                  <c:v>0</c:v>
                </c:pt>
                <c:pt idx="8529">
                  <c:v>0</c:v>
                </c:pt>
                <c:pt idx="8530">
                  <c:v>0</c:v>
                </c:pt>
                <c:pt idx="8531">
                  <c:v>0</c:v>
                </c:pt>
                <c:pt idx="8532">
                  <c:v>0</c:v>
                </c:pt>
                <c:pt idx="8533">
                  <c:v>0</c:v>
                </c:pt>
                <c:pt idx="8534">
                  <c:v>0</c:v>
                </c:pt>
                <c:pt idx="8535">
                  <c:v>0</c:v>
                </c:pt>
                <c:pt idx="8536">
                  <c:v>0</c:v>
                </c:pt>
                <c:pt idx="8537">
                  <c:v>0</c:v>
                </c:pt>
                <c:pt idx="8538">
                  <c:v>0</c:v>
                </c:pt>
                <c:pt idx="8539">
                  <c:v>0</c:v>
                </c:pt>
                <c:pt idx="8540">
                  <c:v>0</c:v>
                </c:pt>
                <c:pt idx="8541">
                  <c:v>0</c:v>
                </c:pt>
                <c:pt idx="8542">
                  <c:v>0</c:v>
                </c:pt>
                <c:pt idx="8543">
                  <c:v>0</c:v>
                </c:pt>
                <c:pt idx="8544">
                  <c:v>0</c:v>
                </c:pt>
                <c:pt idx="8545">
                  <c:v>0</c:v>
                </c:pt>
                <c:pt idx="8546">
                  <c:v>0</c:v>
                </c:pt>
                <c:pt idx="8547">
                  <c:v>0</c:v>
                </c:pt>
                <c:pt idx="8548">
                  <c:v>0</c:v>
                </c:pt>
                <c:pt idx="8549">
                  <c:v>0</c:v>
                </c:pt>
                <c:pt idx="8550">
                  <c:v>0</c:v>
                </c:pt>
                <c:pt idx="8551">
                  <c:v>0</c:v>
                </c:pt>
                <c:pt idx="8552">
                  <c:v>0</c:v>
                </c:pt>
                <c:pt idx="8553">
                  <c:v>0</c:v>
                </c:pt>
                <c:pt idx="8554">
                  <c:v>0</c:v>
                </c:pt>
                <c:pt idx="8555">
                  <c:v>0</c:v>
                </c:pt>
                <c:pt idx="8556">
                  <c:v>0</c:v>
                </c:pt>
                <c:pt idx="8557">
                  <c:v>0</c:v>
                </c:pt>
                <c:pt idx="8558">
                  <c:v>0</c:v>
                </c:pt>
                <c:pt idx="8559">
                  <c:v>0</c:v>
                </c:pt>
                <c:pt idx="8560">
                  <c:v>0</c:v>
                </c:pt>
                <c:pt idx="8561">
                  <c:v>0</c:v>
                </c:pt>
                <c:pt idx="8562">
                  <c:v>0</c:v>
                </c:pt>
                <c:pt idx="8563">
                  <c:v>0</c:v>
                </c:pt>
                <c:pt idx="8564">
                  <c:v>0</c:v>
                </c:pt>
                <c:pt idx="8565">
                  <c:v>0</c:v>
                </c:pt>
                <c:pt idx="8566">
                  <c:v>0</c:v>
                </c:pt>
                <c:pt idx="8567">
                  <c:v>0</c:v>
                </c:pt>
                <c:pt idx="8568">
                  <c:v>0</c:v>
                </c:pt>
                <c:pt idx="8569">
                  <c:v>0</c:v>
                </c:pt>
                <c:pt idx="8570">
                  <c:v>0</c:v>
                </c:pt>
                <c:pt idx="8571">
                  <c:v>0</c:v>
                </c:pt>
                <c:pt idx="8572">
                  <c:v>0</c:v>
                </c:pt>
                <c:pt idx="8573">
                  <c:v>0</c:v>
                </c:pt>
                <c:pt idx="8574">
                  <c:v>0</c:v>
                </c:pt>
                <c:pt idx="8575">
                  <c:v>0</c:v>
                </c:pt>
                <c:pt idx="8576">
                  <c:v>0</c:v>
                </c:pt>
                <c:pt idx="8577">
                  <c:v>0</c:v>
                </c:pt>
                <c:pt idx="8578">
                  <c:v>0</c:v>
                </c:pt>
                <c:pt idx="8579">
                  <c:v>0</c:v>
                </c:pt>
                <c:pt idx="8580">
                  <c:v>0</c:v>
                </c:pt>
                <c:pt idx="8581">
                  <c:v>0</c:v>
                </c:pt>
                <c:pt idx="8582">
                  <c:v>0</c:v>
                </c:pt>
                <c:pt idx="8583">
                  <c:v>0</c:v>
                </c:pt>
                <c:pt idx="8584">
                  <c:v>0</c:v>
                </c:pt>
                <c:pt idx="8585">
                  <c:v>0</c:v>
                </c:pt>
                <c:pt idx="8586">
                  <c:v>0</c:v>
                </c:pt>
                <c:pt idx="8587">
                  <c:v>0</c:v>
                </c:pt>
                <c:pt idx="8588">
                  <c:v>0</c:v>
                </c:pt>
                <c:pt idx="8589">
                  <c:v>0</c:v>
                </c:pt>
                <c:pt idx="8590">
                  <c:v>0</c:v>
                </c:pt>
                <c:pt idx="8591">
                  <c:v>0</c:v>
                </c:pt>
                <c:pt idx="8592">
                  <c:v>0</c:v>
                </c:pt>
                <c:pt idx="8593">
                  <c:v>0</c:v>
                </c:pt>
                <c:pt idx="8594">
                  <c:v>0</c:v>
                </c:pt>
                <c:pt idx="8595">
                  <c:v>0</c:v>
                </c:pt>
                <c:pt idx="8596">
                  <c:v>0</c:v>
                </c:pt>
                <c:pt idx="8597">
                  <c:v>0</c:v>
                </c:pt>
                <c:pt idx="8598">
                  <c:v>0</c:v>
                </c:pt>
                <c:pt idx="8599">
                  <c:v>0</c:v>
                </c:pt>
                <c:pt idx="8600">
                  <c:v>0</c:v>
                </c:pt>
                <c:pt idx="8601">
                  <c:v>0</c:v>
                </c:pt>
                <c:pt idx="8602">
                  <c:v>0</c:v>
                </c:pt>
                <c:pt idx="8603">
                  <c:v>0</c:v>
                </c:pt>
                <c:pt idx="8604">
                  <c:v>0</c:v>
                </c:pt>
                <c:pt idx="8605">
                  <c:v>0</c:v>
                </c:pt>
                <c:pt idx="8606">
                  <c:v>0</c:v>
                </c:pt>
                <c:pt idx="8607">
                  <c:v>0</c:v>
                </c:pt>
                <c:pt idx="8608">
                  <c:v>0</c:v>
                </c:pt>
                <c:pt idx="8609">
                  <c:v>0</c:v>
                </c:pt>
                <c:pt idx="8610">
                  <c:v>0</c:v>
                </c:pt>
                <c:pt idx="8611">
                  <c:v>0</c:v>
                </c:pt>
                <c:pt idx="8612">
                  <c:v>0</c:v>
                </c:pt>
                <c:pt idx="8613">
                  <c:v>0</c:v>
                </c:pt>
                <c:pt idx="8614">
                  <c:v>0</c:v>
                </c:pt>
                <c:pt idx="8615">
                  <c:v>0</c:v>
                </c:pt>
                <c:pt idx="8616">
                  <c:v>0</c:v>
                </c:pt>
                <c:pt idx="8617">
                  <c:v>0</c:v>
                </c:pt>
                <c:pt idx="8618">
                  <c:v>0</c:v>
                </c:pt>
                <c:pt idx="8619">
                  <c:v>0</c:v>
                </c:pt>
                <c:pt idx="8620">
                  <c:v>0</c:v>
                </c:pt>
                <c:pt idx="8621">
                  <c:v>0</c:v>
                </c:pt>
                <c:pt idx="8622">
                  <c:v>0</c:v>
                </c:pt>
                <c:pt idx="8623">
                  <c:v>0</c:v>
                </c:pt>
                <c:pt idx="8624">
                  <c:v>0</c:v>
                </c:pt>
                <c:pt idx="8625">
                  <c:v>0</c:v>
                </c:pt>
                <c:pt idx="8626">
                  <c:v>0</c:v>
                </c:pt>
                <c:pt idx="8627">
                  <c:v>0</c:v>
                </c:pt>
                <c:pt idx="8628">
                  <c:v>0</c:v>
                </c:pt>
                <c:pt idx="8629">
                  <c:v>0</c:v>
                </c:pt>
                <c:pt idx="8630">
                  <c:v>0</c:v>
                </c:pt>
                <c:pt idx="8631">
                  <c:v>0</c:v>
                </c:pt>
                <c:pt idx="8632">
                  <c:v>0</c:v>
                </c:pt>
                <c:pt idx="8633">
                  <c:v>0</c:v>
                </c:pt>
                <c:pt idx="8634">
                  <c:v>0</c:v>
                </c:pt>
                <c:pt idx="8635">
                  <c:v>0</c:v>
                </c:pt>
                <c:pt idx="8636">
                  <c:v>0</c:v>
                </c:pt>
                <c:pt idx="8637">
                  <c:v>0</c:v>
                </c:pt>
                <c:pt idx="8638">
                  <c:v>0</c:v>
                </c:pt>
                <c:pt idx="8639">
                  <c:v>0</c:v>
                </c:pt>
                <c:pt idx="8640">
                  <c:v>0</c:v>
                </c:pt>
                <c:pt idx="8641">
                  <c:v>0</c:v>
                </c:pt>
                <c:pt idx="8642">
                  <c:v>0</c:v>
                </c:pt>
                <c:pt idx="8643">
                  <c:v>0</c:v>
                </c:pt>
                <c:pt idx="8644">
                  <c:v>0</c:v>
                </c:pt>
                <c:pt idx="8645">
                  <c:v>0</c:v>
                </c:pt>
                <c:pt idx="8646">
                  <c:v>0</c:v>
                </c:pt>
                <c:pt idx="8647">
                  <c:v>0</c:v>
                </c:pt>
                <c:pt idx="8648">
                  <c:v>0</c:v>
                </c:pt>
                <c:pt idx="8649">
                  <c:v>0</c:v>
                </c:pt>
                <c:pt idx="8650">
                  <c:v>0</c:v>
                </c:pt>
                <c:pt idx="8651">
                  <c:v>0</c:v>
                </c:pt>
                <c:pt idx="8652">
                  <c:v>0</c:v>
                </c:pt>
                <c:pt idx="8653">
                  <c:v>0</c:v>
                </c:pt>
                <c:pt idx="8654">
                  <c:v>0</c:v>
                </c:pt>
                <c:pt idx="8655">
                  <c:v>0</c:v>
                </c:pt>
                <c:pt idx="8656">
                  <c:v>0</c:v>
                </c:pt>
                <c:pt idx="8657">
                  <c:v>0</c:v>
                </c:pt>
                <c:pt idx="8658">
                  <c:v>0</c:v>
                </c:pt>
                <c:pt idx="8659">
                  <c:v>0</c:v>
                </c:pt>
                <c:pt idx="8660">
                  <c:v>0</c:v>
                </c:pt>
                <c:pt idx="8661">
                  <c:v>0</c:v>
                </c:pt>
                <c:pt idx="8662">
                  <c:v>0</c:v>
                </c:pt>
                <c:pt idx="8663">
                  <c:v>0</c:v>
                </c:pt>
                <c:pt idx="8664">
                  <c:v>0</c:v>
                </c:pt>
                <c:pt idx="8665">
                  <c:v>0</c:v>
                </c:pt>
                <c:pt idx="8666">
                  <c:v>0</c:v>
                </c:pt>
                <c:pt idx="8667">
                  <c:v>0</c:v>
                </c:pt>
                <c:pt idx="8668">
                  <c:v>0</c:v>
                </c:pt>
                <c:pt idx="8669">
                  <c:v>0</c:v>
                </c:pt>
                <c:pt idx="8670">
                  <c:v>0</c:v>
                </c:pt>
                <c:pt idx="8671">
                  <c:v>0</c:v>
                </c:pt>
                <c:pt idx="8672">
                  <c:v>0</c:v>
                </c:pt>
                <c:pt idx="8673">
                  <c:v>0</c:v>
                </c:pt>
                <c:pt idx="8674">
                  <c:v>0</c:v>
                </c:pt>
                <c:pt idx="8675">
                  <c:v>0</c:v>
                </c:pt>
                <c:pt idx="8676">
                  <c:v>0</c:v>
                </c:pt>
                <c:pt idx="8677">
                  <c:v>0</c:v>
                </c:pt>
                <c:pt idx="8678">
                  <c:v>0</c:v>
                </c:pt>
                <c:pt idx="8679">
                  <c:v>0</c:v>
                </c:pt>
                <c:pt idx="8680">
                  <c:v>0</c:v>
                </c:pt>
                <c:pt idx="8681">
                  <c:v>0</c:v>
                </c:pt>
                <c:pt idx="8682">
                  <c:v>0</c:v>
                </c:pt>
                <c:pt idx="8683">
                  <c:v>0</c:v>
                </c:pt>
                <c:pt idx="8684">
                  <c:v>0</c:v>
                </c:pt>
                <c:pt idx="8685">
                  <c:v>0</c:v>
                </c:pt>
                <c:pt idx="8686">
                  <c:v>0</c:v>
                </c:pt>
                <c:pt idx="8687">
                  <c:v>0</c:v>
                </c:pt>
                <c:pt idx="8688">
                  <c:v>0</c:v>
                </c:pt>
                <c:pt idx="8689">
                  <c:v>0</c:v>
                </c:pt>
                <c:pt idx="8690">
                  <c:v>0</c:v>
                </c:pt>
                <c:pt idx="8691">
                  <c:v>0</c:v>
                </c:pt>
                <c:pt idx="8692">
                  <c:v>0</c:v>
                </c:pt>
                <c:pt idx="8693">
                  <c:v>0</c:v>
                </c:pt>
                <c:pt idx="8694">
                  <c:v>0</c:v>
                </c:pt>
                <c:pt idx="8695">
                  <c:v>0</c:v>
                </c:pt>
                <c:pt idx="8696">
                  <c:v>0</c:v>
                </c:pt>
                <c:pt idx="8697">
                  <c:v>0</c:v>
                </c:pt>
                <c:pt idx="8698">
                  <c:v>0</c:v>
                </c:pt>
                <c:pt idx="8699">
                  <c:v>0</c:v>
                </c:pt>
                <c:pt idx="8700">
                  <c:v>0</c:v>
                </c:pt>
                <c:pt idx="8701">
                  <c:v>0</c:v>
                </c:pt>
                <c:pt idx="8702">
                  <c:v>0</c:v>
                </c:pt>
                <c:pt idx="8703">
                  <c:v>0</c:v>
                </c:pt>
                <c:pt idx="8704">
                  <c:v>0</c:v>
                </c:pt>
                <c:pt idx="8705">
                  <c:v>0</c:v>
                </c:pt>
                <c:pt idx="8706">
                  <c:v>0</c:v>
                </c:pt>
                <c:pt idx="8707">
                  <c:v>0</c:v>
                </c:pt>
                <c:pt idx="8708">
                  <c:v>0</c:v>
                </c:pt>
                <c:pt idx="8709">
                  <c:v>0</c:v>
                </c:pt>
                <c:pt idx="8710">
                  <c:v>0</c:v>
                </c:pt>
                <c:pt idx="8711">
                  <c:v>0</c:v>
                </c:pt>
                <c:pt idx="8712">
                  <c:v>0</c:v>
                </c:pt>
                <c:pt idx="8713">
                  <c:v>0</c:v>
                </c:pt>
                <c:pt idx="8714">
                  <c:v>0</c:v>
                </c:pt>
                <c:pt idx="8715">
                  <c:v>0</c:v>
                </c:pt>
                <c:pt idx="8716">
                  <c:v>0</c:v>
                </c:pt>
                <c:pt idx="8717">
                  <c:v>0</c:v>
                </c:pt>
                <c:pt idx="8718">
                  <c:v>0</c:v>
                </c:pt>
                <c:pt idx="8719">
                  <c:v>0</c:v>
                </c:pt>
                <c:pt idx="8720">
                  <c:v>0</c:v>
                </c:pt>
                <c:pt idx="8721">
                  <c:v>0</c:v>
                </c:pt>
                <c:pt idx="8722">
                  <c:v>0</c:v>
                </c:pt>
                <c:pt idx="8723">
                  <c:v>0</c:v>
                </c:pt>
                <c:pt idx="8724">
                  <c:v>0</c:v>
                </c:pt>
                <c:pt idx="8725">
                  <c:v>0</c:v>
                </c:pt>
                <c:pt idx="8726">
                  <c:v>0</c:v>
                </c:pt>
                <c:pt idx="8727">
                  <c:v>0</c:v>
                </c:pt>
                <c:pt idx="8728">
                  <c:v>0</c:v>
                </c:pt>
                <c:pt idx="8729">
                  <c:v>0</c:v>
                </c:pt>
                <c:pt idx="8730">
                  <c:v>0</c:v>
                </c:pt>
                <c:pt idx="8731">
                  <c:v>0</c:v>
                </c:pt>
                <c:pt idx="8732">
                  <c:v>0</c:v>
                </c:pt>
                <c:pt idx="8733">
                  <c:v>0</c:v>
                </c:pt>
                <c:pt idx="8734">
                  <c:v>0</c:v>
                </c:pt>
                <c:pt idx="8735">
                  <c:v>0</c:v>
                </c:pt>
                <c:pt idx="8736">
                  <c:v>0</c:v>
                </c:pt>
                <c:pt idx="8737">
                  <c:v>0</c:v>
                </c:pt>
                <c:pt idx="8738">
                  <c:v>0</c:v>
                </c:pt>
                <c:pt idx="8739">
                  <c:v>0</c:v>
                </c:pt>
                <c:pt idx="8740">
                  <c:v>0</c:v>
                </c:pt>
                <c:pt idx="8741">
                  <c:v>0</c:v>
                </c:pt>
                <c:pt idx="8742">
                  <c:v>0</c:v>
                </c:pt>
                <c:pt idx="8743">
                  <c:v>0</c:v>
                </c:pt>
                <c:pt idx="8744">
                  <c:v>0</c:v>
                </c:pt>
                <c:pt idx="8745">
                  <c:v>0</c:v>
                </c:pt>
                <c:pt idx="8746">
                  <c:v>0</c:v>
                </c:pt>
                <c:pt idx="8747">
                  <c:v>0</c:v>
                </c:pt>
                <c:pt idx="8748">
                  <c:v>0</c:v>
                </c:pt>
                <c:pt idx="8749">
                  <c:v>0</c:v>
                </c:pt>
                <c:pt idx="8750">
                  <c:v>0</c:v>
                </c:pt>
                <c:pt idx="8751">
                  <c:v>0</c:v>
                </c:pt>
                <c:pt idx="8752">
                  <c:v>0</c:v>
                </c:pt>
                <c:pt idx="8753">
                  <c:v>0</c:v>
                </c:pt>
                <c:pt idx="8754">
                  <c:v>0</c:v>
                </c:pt>
                <c:pt idx="8755">
                  <c:v>0</c:v>
                </c:pt>
                <c:pt idx="8756">
                  <c:v>0</c:v>
                </c:pt>
                <c:pt idx="8757">
                  <c:v>0</c:v>
                </c:pt>
                <c:pt idx="8758">
                  <c:v>0</c:v>
                </c:pt>
                <c:pt idx="8759">
                  <c:v>0</c:v>
                </c:pt>
                <c:pt idx="8760">
                  <c:v>0</c:v>
                </c:pt>
                <c:pt idx="8761">
                  <c:v>0</c:v>
                </c:pt>
                <c:pt idx="8762">
                  <c:v>0</c:v>
                </c:pt>
                <c:pt idx="8763">
                  <c:v>0</c:v>
                </c:pt>
                <c:pt idx="8764">
                  <c:v>0</c:v>
                </c:pt>
                <c:pt idx="8765">
                  <c:v>0</c:v>
                </c:pt>
                <c:pt idx="8766">
                  <c:v>0</c:v>
                </c:pt>
                <c:pt idx="8767">
                  <c:v>0</c:v>
                </c:pt>
                <c:pt idx="8768">
                  <c:v>0</c:v>
                </c:pt>
                <c:pt idx="8769">
                  <c:v>0</c:v>
                </c:pt>
                <c:pt idx="8770">
                  <c:v>0</c:v>
                </c:pt>
                <c:pt idx="8771">
                  <c:v>0</c:v>
                </c:pt>
                <c:pt idx="8772">
                  <c:v>0</c:v>
                </c:pt>
                <c:pt idx="8773">
                  <c:v>0</c:v>
                </c:pt>
                <c:pt idx="8774">
                  <c:v>0</c:v>
                </c:pt>
                <c:pt idx="8775">
                  <c:v>0</c:v>
                </c:pt>
                <c:pt idx="8776">
                  <c:v>0</c:v>
                </c:pt>
                <c:pt idx="8777">
                  <c:v>0</c:v>
                </c:pt>
                <c:pt idx="8778">
                  <c:v>0</c:v>
                </c:pt>
                <c:pt idx="8779">
                  <c:v>0</c:v>
                </c:pt>
                <c:pt idx="8780">
                  <c:v>0</c:v>
                </c:pt>
                <c:pt idx="8781">
                  <c:v>0</c:v>
                </c:pt>
                <c:pt idx="8782">
                  <c:v>0</c:v>
                </c:pt>
                <c:pt idx="8783">
                  <c:v>0</c:v>
                </c:pt>
                <c:pt idx="8784">
                  <c:v>0</c:v>
                </c:pt>
                <c:pt idx="8785">
                  <c:v>0</c:v>
                </c:pt>
                <c:pt idx="8786">
                  <c:v>0</c:v>
                </c:pt>
                <c:pt idx="8787">
                  <c:v>0</c:v>
                </c:pt>
                <c:pt idx="8788">
                  <c:v>0</c:v>
                </c:pt>
                <c:pt idx="8789">
                  <c:v>0</c:v>
                </c:pt>
                <c:pt idx="8790">
                  <c:v>0</c:v>
                </c:pt>
                <c:pt idx="8791">
                  <c:v>0</c:v>
                </c:pt>
                <c:pt idx="8792">
                  <c:v>0</c:v>
                </c:pt>
                <c:pt idx="8793">
                  <c:v>0</c:v>
                </c:pt>
                <c:pt idx="8794">
                  <c:v>0</c:v>
                </c:pt>
                <c:pt idx="8795">
                  <c:v>0</c:v>
                </c:pt>
                <c:pt idx="8796">
                  <c:v>0</c:v>
                </c:pt>
                <c:pt idx="8797">
                  <c:v>0</c:v>
                </c:pt>
                <c:pt idx="8798">
                  <c:v>0</c:v>
                </c:pt>
                <c:pt idx="8799">
                  <c:v>0</c:v>
                </c:pt>
                <c:pt idx="8800">
                  <c:v>0</c:v>
                </c:pt>
                <c:pt idx="8801">
                  <c:v>0</c:v>
                </c:pt>
                <c:pt idx="8802">
                  <c:v>0</c:v>
                </c:pt>
                <c:pt idx="8803">
                  <c:v>0</c:v>
                </c:pt>
                <c:pt idx="8804">
                  <c:v>0</c:v>
                </c:pt>
                <c:pt idx="8805">
                  <c:v>0</c:v>
                </c:pt>
                <c:pt idx="8806">
                  <c:v>0</c:v>
                </c:pt>
                <c:pt idx="8807">
                  <c:v>0</c:v>
                </c:pt>
                <c:pt idx="8808">
                  <c:v>0</c:v>
                </c:pt>
                <c:pt idx="8809">
                  <c:v>0</c:v>
                </c:pt>
                <c:pt idx="8810">
                  <c:v>0</c:v>
                </c:pt>
                <c:pt idx="8811">
                  <c:v>0</c:v>
                </c:pt>
                <c:pt idx="8812">
                  <c:v>0</c:v>
                </c:pt>
                <c:pt idx="8813">
                  <c:v>0</c:v>
                </c:pt>
                <c:pt idx="8814">
                  <c:v>0</c:v>
                </c:pt>
                <c:pt idx="8815">
                  <c:v>0</c:v>
                </c:pt>
                <c:pt idx="8816">
                  <c:v>0</c:v>
                </c:pt>
                <c:pt idx="8817">
                  <c:v>0</c:v>
                </c:pt>
                <c:pt idx="8818">
                  <c:v>0</c:v>
                </c:pt>
                <c:pt idx="8819">
                  <c:v>0</c:v>
                </c:pt>
                <c:pt idx="8820">
                  <c:v>0</c:v>
                </c:pt>
                <c:pt idx="8821">
                  <c:v>0</c:v>
                </c:pt>
                <c:pt idx="8822">
                  <c:v>0</c:v>
                </c:pt>
                <c:pt idx="8823">
                  <c:v>0</c:v>
                </c:pt>
                <c:pt idx="8824">
                  <c:v>0</c:v>
                </c:pt>
                <c:pt idx="8825">
                  <c:v>0</c:v>
                </c:pt>
                <c:pt idx="8826">
                  <c:v>0</c:v>
                </c:pt>
                <c:pt idx="8827">
                  <c:v>0</c:v>
                </c:pt>
                <c:pt idx="8828">
                  <c:v>0</c:v>
                </c:pt>
                <c:pt idx="8829">
                  <c:v>0</c:v>
                </c:pt>
                <c:pt idx="8830">
                  <c:v>0</c:v>
                </c:pt>
                <c:pt idx="8831">
                  <c:v>0</c:v>
                </c:pt>
                <c:pt idx="8832">
                  <c:v>0</c:v>
                </c:pt>
                <c:pt idx="8833">
                  <c:v>0</c:v>
                </c:pt>
                <c:pt idx="8834">
                  <c:v>0</c:v>
                </c:pt>
                <c:pt idx="8835">
                  <c:v>0</c:v>
                </c:pt>
                <c:pt idx="8836">
                  <c:v>0</c:v>
                </c:pt>
                <c:pt idx="8837">
                  <c:v>0</c:v>
                </c:pt>
                <c:pt idx="8838">
                  <c:v>0</c:v>
                </c:pt>
                <c:pt idx="8839">
                  <c:v>0</c:v>
                </c:pt>
                <c:pt idx="8840">
                  <c:v>0</c:v>
                </c:pt>
                <c:pt idx="8841">
                  <c:v>0</c:v>
                </c:pt>
                <c:pt idx="8842">
                  <c:v>0</c:v>
                </c:pt>
                <c:pt idx="8843">
                  <c:v>0</c:v>
                </c:pt>
                <c:pt idx="8844">
                  <c:v>0</c:v>
                </c:pt>
                <c:pt idx="8845">
                  <c:v>0</c:v>
                </c:pt>
                <c:pt idx="8846">
                  <c:v>0</c:v>
                </c:pt>
                <c:pt idx="8847">
                  <c:v>0</c:v>
                </c:pt>
                <c:pt idx="8848">
                  <c:v>0</c:v>
                </c:pt>
                <c:pt idx="8849">
                  <c:v>0</c:v>
                </c:pt>
                <c:pt idx="8850">
                  <c:v>0</c:v>
                </c:pt>
                <c:pt idx="8851">
                  <c:v>0</c:v>
                </c:pt>
                <c:pt idx="8852">
                  <c:v>0</c:v>
                </c:pt>
                <c:pt idx="8853">
                  <c:v>0</c:v>
                </c:pt>
                <c:pt idx="8854">
                  <c:v>0</c:v>
                </c:pt>
                <c:pt idx="8855">
                  <c:v>0</c:v>
                </c:pt>
                <c:pt idx="8856">
                  <c:v>0</c:v>
                </c:pt>
                <c:pt idx="8857">
                  <c:v>0</c:v>
                </c:pt>
                <c:pt idx="8858">
                  <c:v>0</c:v>
                </c:pt>
                <c:pt idx="8859">
                  <c:v>0</c:v>
                </c:pt>
                <c:pt idx="8860">
                  <c:v>0</c:v>
                </c:pt>
                <c:pt idx="8861">
                  <c:v>0</c:v>
                </c:pt>
                <c:pt idx="8862">
                  <c:v>0</c:v>
                </c:pt>
                <c:pt idx="8863">
                  <c:v>0</c:v>
                </c:pt>
                <c:pt idx="8864">
                  <c:v>0</c:v>
                </c:pt>
                <c:pt idx="8865">
                  <c:v>0</c:v>
                </c:pt>
                <c:pt idx="8866">
                  <c:v>0</c:v>
                </c:pt>
                <c:pt idx="8867">
                  <c:v>0</c:v>
                </c:pt>
                <c:pt idx="8868">
                  <c:v>0</c:v>
                </c:pt>
                <c:pt idx="8869">
                  <c:v>0</c:v>
                </c:pt>
                <c:pt idx="8870">
                  <c:v>0</c:v>
                </c:pt>
                <c:pt idx="8871">
                  <c:v>0</c:v>
                </c:pt>
                <c:pt idx="8872">
                  <c:v>0</c:v>
                </c:pt>
                <c:pt idx="8873">
                  <c:v>0</c:v>
                </c:pt>
                <c:pt idx="8874">
                  <c:v>0</c:v>
                </c:pt>
                <c:pt idx="8875">
                  <c:v>0</c:v>
                </c:pt>
                <c:pt idx="8876">
                  <c:v>0</c:v>
                </c:pt>
                <c:pt idx="8877">
                  <c:v>0</c:v>
                </c:pt>
                <c:pt idx="8878">
                  <c:v>0</c:v>
                </c:pt>
                <c:pt idx="8879">
                  <c:v>0</c:v>
                </c:pt>
                <c:pt idx="8880">
                  <c:v>0</c:v>
                </c:pt>
                <c:pt idx="8881">
                  <c:v>0</c:v>
                </c:pt>
                <c:pt idx="8882">
                  <c:v>0</c:v>
                </c:pt>
                <c:pt idx="8883">
                  <c:v>0</c:v>
                </c:pt>
                <c:pt idx="8884">
                  <c:v>0</c:v>
                </c:pt>
                <c:pt idx="8885">
                  <c:v>0</c:v>
                </c:pt>
                <c:pt idx="8886">
                  <c:v>0</c:v>
                </c:pt>
                <c:pt idx="8887">
                  <c:v>0</c:v>
                </c:pt>
                <c:pt idx="8888">
                  <c:v>0</c:v>
                </c:pt>
                <c:pt idx="8889">
                  <c:v>0</c:v>
                </c:pt>
                <c:pt idx="8890">
                  <c:v>0</c:v>
                </c:pt>
                <c:pt idx="8891">
                  <c:v>0</c:v>
                </c:pt>
                <c:pt idx="8892">
                  <c:v>0</c:v>
                </c:pt>
                <c:pt idx="8893">
                  <c:v>0</c:v>
                </c:pt>
                <c:pt idx="8894">
                  <c:v>0</c:v>
                </c:pt>
                <c:pt idx="8895">
                  <c:v>0</c:v>
                </c:pt>
                <c:pt idx="8896">
                  <c:v>0</c:v>
                </c:pt>
                <c:pt idx="8897">
                  <c:v>0</c:v>
                </c:pt>
                <c:pt idx="8898">
                  <c:v>0</c:v>
                </c:pt>
                <c:pt idx="8899">
                  <c:v>0</c:v>
                </c:pt>
                <c:pt idx="8900">
                  <c:v>0</c:v>
                </c:pt>
                <c:pt idx="8901">
                  <c:v>0</c:v>
                </c:pt>
                <c:pt idx="8902">
                  <c:v>0</c:v>
                </c:pt>
                <c:pt idx="8903">
                  <c:v>0</c:v>
                </c:pt>
                <c:pt idx="8904">
                  <c:v>0</c:v>
                </c:pt>
                <c:pt idx="8905">
                  <c:v>0</c:v>
                </c:pt>
                <c:pt idx="8906">
                  <c:v>0</c:v>
                </c:pt>
                <c:pt idx="8907">
                  <c:v>0</c:v>
                </c:pt>
                <c:pt idx="8908">
                  <c:v>0</c:v>
                </c:pt>
                <c:pt idx="8909">
                  <c:v>0</c:v>
                </c:pt>
                <c:pt idx="8910">
                  <c:v>0</c:v>
                </c:pt>
                <c:pt idx="8911">
                  <c:v>0</c:v>
                </c:pt>
                <c:pt idx="8912">
                  <c:v>0</c:v>
                </c:pt>
                <c:pt idx="8913">
                  <c:v>0</c:v>
                </c:pt>
                <c:pt idx="8914">
                  <c:v>0</c:v>
                </c:pt>
                <c:pt idx="8915">
                  <c:v>0</c:v>
                </c:pt>
                <c:pt idx="8916">
                  <c:v>0</c:v>
                </c:pt>
                <c:pt idx="8917">
                  <c:v>0</c:v>
                </c:pt>
                <c:pt idx="8918">
                  <c:v>0</c:v>
                </c:pt>
                <c:pt idx="8919">
                  <c:v>0</c:v>
                </c:pt>
                <c:pt idx="8920">
                  <c:v>0</c:v>
                </c:pt>
                <c:pt idx="8921">
                  <c:v>0</c:v>
                </c:pt>
                <c:pt idx="8922">
                  <c:v>0</c:v>
                </c:pt>
                <c:pt idx="8923">
                  <c:v>0</c:v>
                </c:pt>
                <c:pt idx="8924">
                  <c:v>0</c:v>
                </c:pt>
                <c:pt idx="8925">
                  <c:v>0</c:v>
                </c:pt>
                <c:pt idx="8926">
                  <c:v>0</c:v>
                </c:pt>
                <c:pt idx="8927">
                  <c:v>0</c:v>
                </c:pt>
                <c:pt idx="8928">
                  <c:v>0</c:v>
                </c:pt>
                <c:pt idx="8929">
                  <c:v>0</c:v>
                </c:pt>
                <c:pt idx="8930">
                  <c:v>0</c:v>
                </c:pt>
                <c:pt idx="8931">
                  <c:v>0</c:v>
                </c:pt>
                <c:pt idx="8932">
                  <c:v>0</c:v>
                </c:pt>
                <c:pt idx="8933">
                  <c:v>0</c:v>
                </c:pt>
                <c:pt idx="8934">
                  <c:v>0</c:v>
                </c:pt>
                <c:pt idx="8935">
                  <c:v>0</c:v>
                </c:pt>
                <c:pt idx="8936">
                  <c:v>0</c:v>
                </c:pt>
                <c:pt idx="8937">
                  <c:v>0</c:v>
                </c:pt>
                <c:pt idx="8938">
                  <c:v>0</c:v>
                </c:pt>
                <c:pt idx="8939">
                  <c:v>0</c:v>
                </c:pt>
                <c:pt idx="8940">
                  <c:v>0</c:v>
                </c:pt>
                <c:pt idx="8941">
                  <c:v>0</c:v>
                </c:pt>
                <c:pt idx="8942">
                  <c:v>0</c:v>
                </c:pt>
                <c:pt idx="8943">
                  <c:v>0</c:v>
                </c:pt>
                <c:pt idx="8944">
                  <c:v>0</c:v>
                </c:pt>
                <c:pt idx="8945">
                  <c:v>0</c:v>
                </c:pt>
                <c:pt idx="8946">
                  <c:v>0</c:v>
                </c:pt>
                <c:pt idx="8947">
                  <c:v>0</c:v>
                </c:pt>
                <c:pt idx="8948">
                  <c:v>0</c:v>
                </c:pt>
                <c:pt idx="8949">
                  <c:v>0</c:v>
                </c:pt>
                <c:pt idx="8950">
                  <c:v>0</c:v>
                </c:pt>
                <c:pt idx="8951">
                  <c:v>0</c:v>
                </c:pt>
                <c:pt idx="8952">
                  <c:v>0</c:v>
                </c:pt>
                <c:pt idx="8953">
                  <c:v>0</c:v>
                </c:pt>
                <c:pt idx="8954">
                  <c:v>0</c:v>
                </c:pt>
                <c:pt idx="8955">
                  <c:v>0</c:v>
                </c:pt>
                <c:pt idx="8956">
                  <c:v>0</c:v>
                </c:pt>
                <c:pt idx="8957">
                  <c:v>0</c:v>
                </c:pt>
                <c:pt idx="8958">
                  <c:v>0</c:v>
                </c:pt>
                <c:pt idx="8959">
                  <c:v>0</c:v>
                </c:pt>
                <c:pt idx="8960">
                  <c:v>0</c:v>
                </c:pt>
                <c:pt idx="8961">
                  <c:v>0</c:v>
                </c:pt>
                <c:pt idx="8962">
                  <c:v>0</c:v>
                </c:pt>
                <c:pt idx="8963">
                  <c:v>0</c:v>
                </c:pt>
                <c:pt idx="8964">
                  <c:v>0</c:v>
                </c:pt>
                <c:pt idx="8965">
                  <c:v>0</c:v>
                </c:pt>
                <c:pt idx="8966">
                  <c:v>0</c:v>
                </c:pt>
                <c:pt idx="8967">
                  <c:v>0</c:v>
                </c:pt>
                <c:pt idx="8968">
                  <c:v>0</c:v>
                </c:pt>
                <c:pt idx="8969">
                  <c:v>0</c:v>
                </c:pt>
                <c:pt idx="8970">
                  <c:v>0</c:v>
                </c:pt>
                <c:pt idx="8971">
                  <c:v>0</c:v>
                </c:pt>
                <c:pt idx="8972">
                  <c:v>0</c:v>
                </c:pt>
                <c:pt idx="8973">
                  <c:v>0</c:v>
                </c:pt>
                <c:pt idx="8974">
                  <c:v>0</c:v>
                </c:pt>
                <c:pt idx="8975">
                  <c:v>0</c:v>
                </c:pt>
                <c:pt idx="8976">
                  <c:v>0</c:v>
                </c:pt>
                <c:pt idx="8977">
                  <c:v>0</c:v>
                </c:pt>
                <c:pt idx="8978">
                  <c:v>0</c:v>
                </c:pt>
                <c:pt idx="8979">
                  <c:v>0</c:v>
                </c:pt>
                <c:pt idx="8980">
                  <c:v>0</c:v>
                </c:pt>
                <c:pt idx="8981">
                  <c:v>0</c:v>
                </c:pt>
                <c:pt idx="8982">
                  <c:v>0</c:v>
                </c:pt>
                <c:pt idx="8983">
                  <c:v>0</c:v>
                </c:pt>
                <c:pt idx="8984">
                  <c:v>0</c:v>
                </c:pt>
                <c:pt idx="8985">
                  <c:v>0</c:v>
                </c:pt>
                <c:pt idx="8986">
                  <c:v>0</c:v>
                </c:pt>
                <c:pt idx="8987">
                  <c:v>0</c:v>
                </c:pt>
                <c:pt idx="8988">
                  <c:v>0</c:v>
                </c:pt>
                <c:pt idx="8989">
                  <c:v>0</c:v>
                </c:pt>
                <c:pt idx="8990">
                  <c:v>0</c:v>
                </c:pt>
                <c:pt idx="8991">
                  <c:v>0</c:v>
                </c:pt>
                <c:pt idx="8992">
                  <c:v>0</c:v>
                </c:pt>
                <c:pt idx="8993">
                  <c:v>0</c:v>
                </c:pt>
                <c:pt idx="8994">
                  <c:v>0</c:v>
                </c:pt>
                <c:pt idx="8995">
                  <c:v>0</c:v>
                </c:pt>
                <c:pt idx="8996">
                  <c:v>0</c:v>
                </c:pt>
                <c:pt idx="8997">
                  <c:v>0</c:v>
                </c:pt>
                <c:pt idx="8998">
                  <c:v>0</c:v>
                </c:pt>
                <c:pt idx="8999">
                  <c:v>0</c:v>
                </c:pt>
                <c:pt idx="9000">
                  <c:v>0</c:v>
                </c:pt>
                <c:pt idx="9001">
                  <c:v>0</c:v>
                </c:pt>
                <c:pt idx="9002">
                  <c:v>0</c:v>
                </c:pt>
                <c:pt idx="9003">
                  <c:v>0</c:v>
                </c:pt>
                <c:pt idx="9004">
                  <c:v>0</c:v>
                </c:pt>
                <c:pt idx="9005">
                  <c:v>0</c:v>
                </c:pt>
                <c:pt idx="9006">
                  <c:v>0</c:v>
                </c:pt>
                <c:pt idx="9007">
                  <c:v>0</c:v>
                </c:pt>
                <c:pt idx="9008">
                  <c:v>0</c:v>
                </c:pt>
                <c:pt idx="9009">
                  <c:v>0</c:v>
                </c:pt>
                <c:pt idx="9010">
                  <c:v>0</c:v>
                </c:pt>
                <c:pt idx="9011">
                  <c:v>0</c:v>
                </c:pt>
                <c:pt idx="9012">
                  <c:v>0</c:v>
                </c:pt>
                <c:pt idx="9013">
                  <c:v>0</c:v>
                </c:pt>
                <c:pt idx="9014">
                  <c:v>0</c:v>
                </c:pt>
                <c:pt idx="9015">
                  <c:v>0</c:v>
                </c:pt>
                <c:pt idx="9016">
                  <c:v>0</c:v>
                </c:pt>
                <c:pt idx="9017">
                  <c:v>0</c:v>
                </c:pt>
                <c:pt idx="9018">
                  <c:v>0</c:v>
                </c:pt>
                <c:pt idx="9019">
                  <c:v>0</c:v>
                </c:pt>
                <c:pt idx="9020">
                  <c:v>0</c:v>
                </c:pt>
                <c:pt idx="9021">
                  <c:v>0</c:v>
                </c:pt>
                <c:pt idx="9022">
                  <c:v>0</c:v>
                </c:pt>
                <c:pt idx="9023">
                  <c:v>0</c:v>
                </c:pt>
                <c:pt idx="9024">
                  <c:v>0</c:v>
                </c:pt>
                <c:pt idx="9025">
                  <c:v>0</c:v>
                </c:pt>
                <c:pt idx="9026">
                  <c:v>0</c:v>
                </c:pt>
                <c:pt idx="9027">
                  <c:v>0</c:v>
                </c:pt>
                <c:pt idx="9028">
                  <c:v>0</c:v>
                </c:pt>
                <c:pt idx="9029">
                  <c:v>0</c:v>
                </c:pt>
                <c:pt idx="9030">
                  <c:v>0</c:v>
                </c:pt>
                <c:pt idx="9031">
                  <c:v>0</c:v>
                </c:pt>
                <c:pt idx="9032">
                  <c:v>0</c:v>
                </c:pt>
                <c:pt idx="9033">
                  <c:v>0</c:v>
                </c:pt>
                <c:pt idx="9034">
                  <c:v>0</c:v>
                </c:pt>
                <c:pt idx="9035">
                  <c:v>0</c:v>
                </c:pt>
                <c:pt idx="9036">
                  <c:v>0</c:v>
                </c:pt>
                <c:pt idx="9037">
                  <c:v>0</c:v>
                </c:pt>
                <c:pt idx="9038">
                  <c:v>0</c:v>
                </c:pt>
                <c:pt idx="9039">
                  <c:v>0</c:v>
                </c:pt>
                <c:pt idx="9040">
                  <c:v>0</c:v>
                </c:pt>
                <c:pt idx="9041">
                  <c:v>0</c:v>
                </c:pt>
                <c:pt idx="9042">
                  <c:v>0</c:v>
                </c:pt>
                <c:pt idx="9043">
                  <c:v>0</c:v>
                </c:pt>
                <c:pt idx="9044">
                  <c:v>0</c:v>
                </c:pt>
                <c:pt idx="9045">
                  <c:v>0</c:v>
                </c:pt>
                <c:pt idx="9046">
                  <c:v>0</c:v>
                </c:pt>
                <c:pt idx="9047">
                  <c:v>0</c:v>
                </c:pt>
                <c:pt idx="9048">
                  <c:v>0</c:v>
                </c:pt>
                <c:pt idx="9049">
                  <c:v>0</c:v>
                </c:pt>
                <c:pt idx="9050">
                  <c:v>0</c:v>
                </c:pt>
                <c:pt idx="9051">
                  <c:v>0</c:v>
                </c:pt>
                <c:pt idx="9052">
                  <c:v>0</c:v>
                </c:pt>
                <c:pt idx="9053">
                  <c:v>0</c:v>
                </c:pt>
                <c:pt idx="9054">
                  <c:v>0</c:v>
                </c:pt>
                <c:pt idx="9055">
                  <c:v>0</c:v>
                </c:pt>
                <c:pt idx="9056">
                  <c:v>0</c:v>
                </c:pt>
                <c:pt idx="9057">
                  <c:v>0</c:v>
                </c:pt>
                <c:pt idx="9058">
                  <c:v>0</c:v>
                </c:pt>
                <c:pt idx="9059">
                  <c:v>0</c:v>
                </c:pt>
                <c:pt idx="9060">
                  <c:v>0</c:v>
                </c:pt>
                <c:pt idx="9061">
                  <c:v>0</c:v>
                </c:pt>
                <c:pt idx="9062">
                  <c:v>0</c:v>
                </c:pt>
                <c:pt idx="9063">
                  <c:v>0</c:v>
                </c:pt>
                <c:pt idx="9064">
                  <c:v>0</c:v>
                </c:pt>
                <c:pt idx="9065">
                  <c:v>0</c:v>
                </c:pt>
                <c:pt idx="9066">
                  <c:v>0</c:v>
                </c:pt>
                <c:pt idx="9067">
                  <c:v>0</c:v>
                </c:pt>
                <c:pt idx="9068">
                  <c:v>0</c:v>
                </c:pt>
                <c:pt idx="9069">
                  <c:v>0</c:v>
                </c:pt>
                <c:pt idx="9070">
                  <c:v>0</c:v>
                </c:pt>
                <c:pt idx="9071">
                  <c:v>0</c:v>
                </c:pt>
                <c:pt idx="9072">
                  <c:v>0</c:v>
                </c:pt>
                <c:pt idx="9073">
                  <c:v>0</c:v>
                </c:pt>
                <c:pt idx="9074">
                  <c:v>0</c:v>
                </c:pt>
                <c:pt idx="9075">
                  <c:v>0</c:v>
                </c:pt>
                <c:pt idx="9076">
                  <c:v>0</c:v>
                </c:pt>
                <c:pt idx="9077">
                  <c:v>0</c:v>
                </c:pt>
                <c:pt idx="9078">
                  <c:v>0</c:v>
                </c:pt>
                <c:pt idx="9079">
                  <c:v>0</c:v>
                </c:pt>
                <c:pt idx="9080">
                  <c:v>0</c:v>
                </c:pt>
                <c:pt idx="9081">
                  <c:v>0</c:v>
                </c:pt>
                <c:pt idx="9082">
                  <c:v>0</c:v>
                </c:pt>
                <c:pt idx="9083">
                  <c:v>0</c:v>
                </c:pt>
                <c:pt idx="9084">
                  <c:v>0</c:v>
                </c:pt>
                <c:pt idx="9085">
                  <c:v>0</c:v>
                </c:pt>
                <c:pt idx="9086">
                  <c:v>0</c:v>
                </c:pt>
                <c:pt idx="9087">
                  <c:v>0</c:v>
                </c:pt>
                <c:pt idx="9088">
                  <c:v>0</c:v>
                </c:pt>
                <c:pt idx="9089">
                  <c:v>0</c:v>
                </c:pt>
                <c:pt idx="9090">
                  <c:v>0</c:v>
                </c:pt>
                <c:pt idx="9091">
                  <c:v>0</c:v>
                </c:pt>
                <c:pt idx="9092">
                  <c:v>0</c:v>
                </c:pt>
                <c:pt idx="9093">
                  <c:v>0</c:v>
                </c:pt>
                <c:pt idx="9094">
                  <c:v>0</c:v>
                </c:pt>
                <c:pt idx="9095">
                  <c:v>0</c:v>
                </c:pt>
                <c:pt idx="9096">
                  <c:v>0</c:v>
                </c:pt>
                <c:pt idx="9097">
                  <c:v>0</c:v>
                </c:pt>
                <c:pt idx="9098">
                  <c:v>0</c:v>
                </c:pt>
                <c:pt idx="9099">
                  <c:v>0</c:v>
                </c:pt>
                <c:pt idx="9100">
                  <c:v>0</c:v>
                </c:pt>
                <c:pt idx="9101">
                  <c:v>0</c:v>
                </c:pt>
                <c:pt idx="9102">
                  <c:v>0</c:v>
                </c:pt>
                <c:pt idx="9103">
                  <c:v>0</c:v>
                </c:pt>
                <c:pt idx="9104">
                  <c:v>0</c:v>
                </c:pt>
                <c:pt idx="9105">
                  <c:v>0</c:v>
                </c:pt>
                <c:pt idx="9106">
                  <c:v>0</c:v>
                </c:pt>
                <c:pt idx="9107">
                  <c:v>0</c:v>
                </c:pt>
                <c:pt idx="9108">
                  <c:v>0</c:v>
                </c:pt>
                <c:pt idx="9109">
                  <c:v>0</c:v>
                </c:pt>
                <c:pt idx="9110">
                  <c:v>0</c:v>
                </c:pt>
                <c:pt idx="9111">
                  <c:v>0</c:v>
                </c:pt>
                <c:pt idx="9112">
                  <c:v>0</c:v>
                </c:pt>
                <c:pt idx="9113">
                  <c:v>0</c:v>
                </c:pt>
                <c:pt idx="9114">
                  <c:v>0</c:v>
                </c:pt>
                <c:pt idx="9115">
                  <c:v>0</c:v>
                </c:pt>
                <c:pt idx="9116">
                  <c:v>0</c:v>
                </c:pt>
                <c:pt idx="9117">
                  <c:v>0</c:v>
                </c:pt>
                <c:pt idx="9118">
                  <c:v>0</c:v>
                </c:pt>
                <c:pt idx="9119">
                  <c:v>0</c:v>
                </c:pt>
                <c:pt idx="9120">
                  <c:v>0</c:v>
                </c:pt>
                <c:pt idx="9121">
                  <c:v>0</c:v>
                </c:pt>
                <c:pt idx="9122">
                  <c:v>0</c:v>
                </c:pt>
                <c:pt idx="9123">
                  <c:v>0</c:v>
                </c:pt>
                <c:pt idx="9124">
                  <c:v>0</c:v>
                </c:pt>
                <c:pt idx="9125">
                  <c:v>0</c:v>
                </c:pt>
                <c:pt idx="9126">
                  <c:v>0</c:v>
                </c:pt>
                <c:pt idx="9127">
                  <c:v>0</c:v>
                </c:pt>
                <c:pt idx="9128">
                  <c:v>0</c:v>
                </c:pt>
                <c:pt idx="9129">
                  <c:v>0</c:v>
                </c:pt>
                <c:pt idx="9130">
                  <c:v>0</c:v>
                </c:pt>
                <c:pt idx="9131">
                  <c:v>0</c:v>
                </c:pt>
                <c:pt idx="9132">
                  <c:v>0</c:v>
                </c:pt>
                <c:pt idx="9133">
                  <c:v>0</c:v>
                </c:pt>
                <c:pt idx="9134">
                  <c:v>0</c:v>
                </c:pt>
                <c:pt idx="9135">
                  <c:v>0</c:v>
                </c:pt>
                <c:pt idx="9136">
                  <c:v>0</c:v>
                </c:pt>
                <c:pt idx="9137">
                  <c:v>0</c:v>
                </c:pt>
                <c:pt idx="9138">
                  <c:v>0</c:v>
                </c:pt>
                <c:pt idx="9139">
                  <c:v>0</c:v>
                </c:pt>
                <c:pt idx="9140">
                  <c:v>0</c:v>
                </c:pt>
                <c:pt idx="9141">
                  <c:v>0</c:v>
                </c:pt>
                <c:pt idx="9142">
                  <c:v>0</c:v>
                </c:pt>
                <c:pt idx="9143">
                  <c:v>0</c:v>
                </c:pt>
                <c:pt idx="9144">
                  <c:v>0</c:v>
                </c:pt>
                <c:pt idx="9145">
                  <c:v>0</c:v>
                </c:pt>
                <c:pt idx="9146">
                  <c:v>0</c:v>
                </c:pt>
                <c:pt idx="9147">
                  <c:v>0</c:v>
                </c:pt>
                <c:pt idx="9148">
                  <c:v>0</c:v>
                </c:pt>
                <c:pt idx="9149">
                  <c:v>0</c:v>
                </c:pt>
                <c:pt idx="9150">
                  <c:v>0</c:v>
                </c:pt>
                <c:pt idx="9151">
                  <c:v>0</c:v>
                </c:pt>
                <c:pt idx="9152">
                  <c:v>0</c:v>
                </c:pt>
                <c:pt idx="9153">
                  <c:v>0</c:v>
                </c:pt>
                <c:pt idx="9154">
                  <c:v>0</c:v>
                </c:pt>
                <c:pt idx="9155">
                  <c:v>0</c:v>
                </c:pt>
                <c:pt idx="9156">
                  <c:v>0</c:v>
                </c:pt>
                <c:pt idx="9157">
                  <c:v>0</c:v>
                </c:pt>
                <c:pt idx="9158">
                  <c:v>0</c:v>
                </c:pt>
                <c:pt idx="9159">
                  <c:v>0</c:v>
                </c:pt>
                <c:pt idx="9160">
                  <c:v>0</c:v>
                </c:pt>
                <c:pt idx="9161">
                  <c:v>0</c:v>
                </c:pt>
                <c:pt idx="9162">
                  <c:v>0</c:v>
                </c:pt>
                <c:pt idx="9163">
                  <c:v>0</c:v>
                </c:pt>
                <c:pt idx="9164">
                  <c:v>0</c:v>
                </c:pt>
                <c:pt idx="9165">
                  <c:v>0</c:v>
                </c:pt>
                <c:pt idx="9166">
                  <c:v>0</c:v>
                </c:pt>
                <c:pt idx="9167">
                  <c:v>0</c:v>
                </c:pt>
                <c:pt idx="9168">
                  <c:v>0</c:v>
                </c:pt>
                <c:pt idx="9169">
                  <c:v>0</c:v>
                </c:pt>
                <c:pt idx="9170">
                  <c:v>0</c:v>
                </c:pt>
                <c:pt idx="9171">
                  <c:v>0</c:v>
                </c:pt>
                <c:pt idx="9172">
                  <c:v>0</c:v>
                </c:pt>
                <c:pt idx="9173">
                  <c:v>0</c:v>
                </c:pt>
                <c:pt idx="9174">
                  <c:v>0</c:v>
                </c:pt>
                <c:pt idx="9175">
                  <c:v>0</c:v>
                </c:pt>
                <c:pt idx="9176">
                  <c:v>0</c:v>
                </c:pt>
                <c:pt idx="9177">
                  <c:v>0</c:v>
                </c:pt>
                <c:pt idx="9178">
                  <c:v>0</c:v>
                </c:pt>
                <c:pt idx="9179">
                  <c:v>0</c:v>
                </c:pt>
                <c:pt idx="9180">
                  <c:v>0</c:v>
                </c:pt>
                <c:pt idx="9181">
                  <c:v>0</c:v>
                </c:pt>
                <c:pt idx="9182">
                  <c:v>0</c:v>
                </c:pt>
                <c:pt idx="9183">
                  <c:v>0</c:v>
                </c:pt>
                <c:pt idx="9184">
                  <c:v>0</c:v>
                </c:pt>
                <c:pt idx="9185">
                  <c:v>0</c:v>
                </c:pt>
                <c:pt idx="9186">
                  <c:v>0</c:v>
                </c:pt>
                <c:pt idx="9187">
                  <c:v>0</c:v>
                </c:pt>
                <c:pt idx="9188">
                  <c:v>0</c:v>
                </c:pt>
                <c:pt idx="9189">
                  <c:v>0</c:v>
                </c:pt>
                <c:pt idx="9190">
                  <c:v>0</c:v>
                </c:pt>
                <c:pt idx="9191">
                  <c:v>0</c:v>
                </c:pt>
                <c:pt idx="9192">
                  <c:v>0</c:v>
                </c:pt>
                <c:pt idx="9193">
                  <c:v>0</c:v>
                </c:pt>
                <c:pt idx="9194">
                  <c:v>0</c:v>
                </c:pt>
                <c:pt idx="9195">
                  <c:v>0</c:v>
                </c:pt>
                <c:pt idx="9196">
                  <c:v>0</c:v>
                </c:pt>
                <c:pt idx="9197">
                  <c:v>0</c:v>
                </c:pt>
                <c:pt idx="9198">
                  <c:v>0</c:v>
                </c:pt>
                <c:pt idx="9199">
                  <c:v>0</c:v>
                </c:pt>
                <c:pt idx="9200">
                  <c:v>0</c:v>
                </c:pt>
                <c:pt idx="9201">
                  <c:v>0</c:v>
                </c:pt>
                <c:pt idx="9202">
                  <c:v>0</c:v>
                </c:pt>
                <c:pt idx="9203">
                  <c:v>0</c:v>
                </c:pt>
                <c:pt idx="9204">
                  <c:v>0</c:v>
                </c:pt>
                <c:pt idx="9205">
                  <c:v>0</c:v>
                </c:pt>
                <c:pt idx="9206">
                  <c:v>0</c:v>
                </c:pt>
                <c:pt idx="9207">
                  <c:v>0</c:v>
                </c:pt>
                <c:pt idx="9208">
                  <c:v>0</c:v>
                </c:pt>
                <c:pt idx="9209">
                  <c:v>0</c:v>
                </c:pt>
                <c:pt idx="9210">
                  <c:v>0</c:v>
                </c:pt>
                <c:pt idx="9211">
                  <c:v>0</c:v>
                </c:pt>
                <c:pt idx="9212">
                  <c:v>0</c:v>
                </c:pt>
                <c:pt idx="9213">
                  <c:v>0</c:v>
                </c:pt>
                <c:pt idx="9214">
                  <c:v>0</c:v>
                </c:pt>
                <c:pt idx="9215">
                  <c:v>0</c:v>
                </c:pt>
                <c:pt idx="9216">
                  <c:v>0</c:v>
                </c:pt>
                <c:pt idx="9217">
                  <c:v>0</c:v>
                </c:pt>
                <c:pt idx="9218">
                  <c:v>0</c:v>
                </c:pt>
                <c:pt idx="9219">
                  <c:v>0</c:v>
                </c:pt>
                <c:pt idx="9220">
                  <c:v>0</c:v>
                </c:pt>
                <c:pt idx="9221">
                  <c:v>0</c:v>
                </c:pt>
                <c:pt idx="9222">
                  <c:v>0</c:v>
                </c:pt>
                <c:pt idx="9223">
                  <c:v>0</c:v>
                </c:pt>
                <c:pt idx="9224">
                  <c:v>0</c:v>
                </c:pt>
                <c:pt idx="9225">
                  <c:v>0</c:v>
                </c:pt>
                <c:pt idx="9226">
                  <c:v>0</c:v>
                </c:pt>
                <c:pt idx="9227">
                  <c:v>0</c:v>
                </c:pt>
                <c:pt idx="9228">
                  <c:v>0</c:v>
                </c:pt>
                <c:pt idx="9229">
                  <c:v>0</c:v>
                </c:pt>
                <c:pt idx="9230">
                  <c:v>0</c:v>
                </c:pt>
                <c:pt idx="9231">
                  <c:v>0</c:v>
                </c:pt>
                <c:pt idx="9232">
                  <c:v>0</c:v>
                </c:pt>
                <c:pt idx="9233">
                  <c:v>0</c:v>
                </c:pt>
                <c:pt idx="9234">
                  <c:v>0</c:v>
                </c:pt>
                <c:pt idx="9235">
                  <c:v>0</c:v>
                </c:pt>
                <c:pt idx="9236">
                  <c:v>0</c:v>
                </c:pt>
                <c:pt idx="9237">
                  <c:v>0</c:v>
                </c:pt>
                <c:pt idx="9238">
                  <c:v>0</c:v>
                </c:pt>
                <c:pt idx="9239">
                  <c:v>0</c:v>
                </c:pt>
                <c:pt idx="9240">
                  <c:v>0</c:v>
                </c:pt>
                <c:pt idx="9241">
                  <c:v>0</c:v>
                </c:pt>
                <c:pt idx="9242">
                  <c:v>0</c:v>
                </c:pt>
                <c:pt idx="9243">
                  <c:v>0</c:v>
                </c:pt>
                <c:pt idx="9244">
                  <c:v>0</c:v>
                </c:pt>
                <c:pt idx="9245">
                  <c:v>0</c:v>
                </c:pt>
                <c:pt idx="9246">
                  <c:v>0</c:v>
                </c:pt>
                <c:pt idx="9247">
                  <c:v>0</c:v>
                </c:pt>
                <c:pt idx="9248">
                  <c:v>0</c:v>
                </c:pt>
                <c:pt idx="9249">
                  <c:v>0</c:v>
                </c:pt>
                <c:pt idx="9250">
                  <c:v>0</c:v>
                </c:pt>
                <c:pt idx="9251">
                  <c:v>0</c:v>
                </c:pt>
                <c:pt idx="9252">
                  <c:v>0</c:v>
                </c:pt>
                <c:pt idx="9253">
                  <c:v>0</c:v>
                </c:pt>
                <c:pt idx="9254">
                  <c:v>0</c:v>
                </c:pt>
                <c:pt idx="9255">
                  <c:v>0</c:v>
                </c:pt>
                <c:pt idx="9256">
                  <c:v>0</c:v>
                </c:pt>
                <c:pt idx="9257">
                  <c:v>0</c:v>
                </c:pt>
                <c:pt idx="9258">
                  <c:v>0</c:v>
                </c:pt>
                <c:pt idx="9259">
                  <c:v>0</c:v>
                </c:pt>
                <c:pt idx="9260">
                  <c:v>0</c:v>
                </c:pt>
                <c:pt idx="9261">
                  <c:v>0</c:v>
                </c:pt>
                <c:pt idx="9262">
                  <c:v>0</c:v>
                </c:pt>
                <c:pt idx="9263">
                  <c:v>0</c:v>
                </c:pt>
                <c:pt idx="9264">
                  <c:v>0</c:v>
                </c:pt>
                <c:pt idx="9265">
                  <c:v>0</c:v>
                </c:pt>
                <c:pt idx="9266">
                  <c:v>0</c:v>
                </c:pt>
                <c:pt idx="9267">
                  <c:v>0</c:v>
                </c:pt>
                <c:pt idx="9268">
                  <c:v>0</c:v>
                </c:pt>
                <c:pt idx="9269">
                  <c:v>0</c:v>
                </c:pt>
                <c:pt idx="9270">
                  <c:v>0</c:v>
                </c:pt>
                <c:pt idx="9271">
                  <c:v>0</c:v>
                </c:pt>
                <c:pt idx="9272">
                  <c:v>0</c:v>
                </c:pt>
                <c:pt idx="9273">
                  <c:v>0</c:v>
                </c:pt>
                <c:pt idx="9274">
                  <c:v>0</c:v>
                </c:pt>
                <c:pt idx="9275">
                  <c:v>0</c:v>
                </c:pt>
                <c:pt idx="9276">
                  <c:v>0</c:v>
                </c:pt>
                <c:pt idx="9277">
                  <c:v>0</c:v>
                </c:pt>
                <c:pt idx="9278">
                  <c:v>0</c:v>
                </c:pt>
                <c:pt idx="9279">
                  <c:v>0</c:v>
                </c:pt>
                <c:pt idx="9280">
                  <c:v>0</c:v>
                </c:pt>
                <c:pt idx="9281">
                  <c:v>0</c:v>
                </c:pt>
                <c:pt idx="9282">
                  <c:v>0</c:v>
                </c:pt>
                <c:pt idx="9283">
                  <c:v>0</c:v>
                </c:pt>
                <c:pt idx="9284">
                  <c:v>0</c:v>
                </c:pt>
                <c:pt idx="9285">
                  <c:v>0</c:v>
                </c:pt>
                <c:pt idx="9286">
                  <c:v>0</c:v>
                </c:pt>
                <c:pt idx="9287">
                  <c:v>0</c:v>
                </c:pt>
                <c:pt idx="9288">
                  <c:v>0</c:v>
                </c:pt>
                <c:pt idx="9289">
                  <c:v>0</c:v>
                </c:pt>
                <c:pt idx="9290">
                  <c:v>0</c:v>
                </c:pt>
                <c:pt idx="9291">
                  <c:v>0</c:v>
                </c:pt>
                <c:pt idx="9292">
                  <c:v>0</c:v>
                </c:pt>
                <c:pt idx="9293">
                  <c:v>0</c:v>
                </c:pt>
                <c:pt idx="9294">
                  <c:v>0</c:v>
                </c:pt>
                <c:pt idx="9295">
                  <c:v>0</c:v>
                </c:pt>
                <c:pt idx="9296">
                  <c:v>0</c:v>
                </c:pt>
                <c:pt idx="9297">
                  <c:v>0</c:v>
                </c:pt>
                <c:pt idx="9298">
                  <c:v>0</c:v>
                </c:pt>
                <c:pt idx="9299">
                  <c:v>0</c:v>
                </c:pt>
                <c:pt idx="9300">
                  <c:v>0</c:v>
                </c:pt>
                <c:pt idx="9301">
                  <c:v>0</c:v>
                </c:pt>
                <c:pt idx="9302">
                  <c:v>0</c:v>
                </c:pt>
                <c:pt idx="9303">
                  <c:v>0</c:v>
                </c:pt>
                <c:pt idx="9304">
                  <c:v>0</c:v>
                </c:pt>
                <c:pt idx="9305">
                  <c:v>0</c:v>
                </c:pt>
                <c:pt idx="9306">
                  <c:v>0</c:v>
                </c:pt>
                <c:pt idx="9307">
                  <c:v>0</c:v>
                </c:pt>
                <c:pt idx="9308">
                  <c:v>0</c:v>
                </c:pt>
                <c:pt idx="9309">
                  <c:v>0</c:v>
                </c:pt>
                <c:pt idx="9310">
                  <c:v>0</c:v>
                </c:pt>
                <c:pt idx="9311">
                  <c:v>0</c:v>
                </c:pt>
                <c:pt idx="9312">
                  <c:v>0</c:v>
                </c:pt>
                <c:pt idx="9313">
                  <c:v>0</c:v>
                </c:pt>
                <c:pt idx="9314">
                  <c:v>0</c:v>
                </c:pt>
                <c:pt idx="9315">
                  <c:v>0</c:v>
                </c:pt>
                <c:pt idx="9316">
                  <c:v>0</c:v>
                </c:pt>
                <c:pt idx="9317">
                  <c:v>0</c:v>
                </c:pt>
                <c:pt idx="9318">
                  <c:v>0</c:v>
                </c:pt>
                <c:pt idx="9319">
                  <c:v>0</c:v>
                </c:pt>
                <c:pt idx="9320">
                  <c:v>0</c:v>
                </c:pt>
                <c:pt idx="9321">
                  <c:v>0</c:v>
                </c:pt>
                <c:pt idx="9322">
                  <c:v>0</c:v>
                </c:pt>
                <c:pt idx="9323">
                  <c:v>0</c:v>
                </c:pt>
                <c:pt idx="9324">
                  <c:v>0</c:v>
                </c:pt>
                <c:pt idx="9325">
                  <c:v>0</c:v>
                </c:pt>
                <c:pt idx="9326">
                  <c:v>0</c:v>
                </c:pt>
                <c:pt idx="9327">
                  <c:v>0</c:v>
                </c:pt>
                <c:pt idx="9328">
                  <c:v>0</c:v>
                </c:pt>
                <c:pt idx="9329">
                  <c:v>0</c:v>
                </c:pt>
                <c:pt idx="9330">
                  <c:v>0</c:v>
                </c:pt>
                <c:pt idx="9331">
                  <c:v>0</c:v>
                </c:pt>
                <c:pt idx="9332">
                  <c:v>0</c:v>
                </c:pt>
                <c:pt idx="9333">
                  <c:v>0</c:v>
                </c:pt>
                <c:pt idx="9334">
                  <c:v>0</c:v>
                </c:pt>
                <c:pt idx="9335">
                  <c:v>0</c:v>
                </c:pt>
                <c:pt idx="9336">
                  <c:v>0</c:v>
                </c:pt>
                <c:pt idx="9337">
                  <c:v>0</c:v>
                </c:pt>
                <c:pt idx="9338">
                  <c:v>0</c:v>
                </c:pt>
                <c:pt idx="9339">
                  <c:v>0</c:v>
                </c:pt>
                <c:pt idx="9340">
                  <c:v>0</c:v>
                </c:pt>
                <c:pt idx="9341">
                  <c:v>0</c:v>
                </c:pt>
                <c:pt idx="9342">
                  <c:v>0</c:v>
                </c:pt>
                <c:pt idx="9343">
                  <c:v>0</c:v>
                </c:pt>
                <c:pt idx="9344">
                  <c:v>0</c:v>
                </c:pt>
                <c:pt idx="9345">
                  <c:v>0</c:v>
                </c:pt>
                <c:pt idx="9346">
                  <c:v>0</c:v>
                </c:pt>
                <c:pt idx="9347">
                  <c:v>0</c:v>
                </c:pt>
                <c:pt idx="9348">
                  <c:v>0</c:v>
                </c:pt>
                <c:pt idx="9349">
                  <c:v>0</c:v>
                </c:pt>
                <c:pt idx="9350">
                  <c:v>0</c:v>
                </c:pt>
                <c:pt idx="9351">
                  <c:v>0</c:v>
                </c:pt>
                <c:pt idx="9352">
                  <c:v>0</c:v>
                </c:pt>
                <c:pt idx="9353">
                  <c:v>0</c:v>
                </c:pt>
                <c:pt idx="9354">
                  <c:v>0</c:v>
                </c:pt>
                <c:pt idx="9355">
                  <c:v>0</c:v>
                </c:pt>
                <c:pt idx="9356">
                  <c:v>0</c:v>
                </c:pt>
                <c:pt idx="9357">
                  <c:v>0</c:v>
                </c:pt>
                <c:pt idx="9358">
                  <c:v>0</c:v>
                </c:pt>
                <c:pt idx="9359">
                  <c:v>0</c:v>
                </c:pt>
                <c:pt idx="9360">
                  <c:v>0</c:v>
                </c:pt>
                <c:pt idx="9361">
                  <c:v>0</c:v>
                </c:pt>
                <c:pt idx="9362">
                  <c:v>0</c:v>
                </c:pt>
                <c:pt idx="9363">
                  <c:v>0</c:v>
                </c:pt>
                <c:pt idx="9364">
                  <c:v>0</c:v>
                </c:pt>
                <c:pt idx="9365">
                  <c:v>0</c:v>
                </c:pt>
                <c:pt idx="9366">
                  <c:v>0</c:v>
                </c:pt>
                <c:pt idx="9367">
                  <c:v>0</c:v>
                </c:pt>
                <c:pt idx="9368">
                  <c:v>0</c:v>
                </c:pt>
                <c:pt idx="9369">
                  <c:v>0</c:v>
                </c:pt>
                <c:pt idx="9370">
                  <c:v>0</c:v>
                </c:pt>
                <c:pt idx="9371">
                  <c:v>0</c:v>
                </c:pt>
                <c:pt idx="9372">
                  <c:v>0</c:v>
                </c:pt>
                <c:pt idx="9373">
                  <c:v>0</c:v>
                </c:pt>
                <c:pt idx="9374">
                  <c:v>0</c:v>
                </c:pt>
                <c:pt idx="9375">
                  <c:v>0</c:v>
                </c:pt>
                <c:pt idx="9376">
                  <c:v>0</c:v>
                </c:pt>
                <c:pt idx="9377">
                  <c:v>0</c:v>
                </c:pt>
                <c:pt idx="9378">
                  <c:v>0</c:v>
                </c:pt>
                <c:pt idx="9379">
                  <c:v>0</c:v>
                </c:pt>
                <c:pt idx="9380">
                  <c:v>0</c:v>
                </c:pt>
                <c:pt idx="9381">
                  <c:v>0</c:v>
                </c:pt>
                <c:pt idx="9382">
                  <c:v>0</c:v>
                </c:pt>
                <c:pt idx="9383">
                  <c:v>0</c:v>
                </c:pt>
                <c:pt idx="9384">
                  <c:v>0</c:v>
                </c:pt>
                <c:pt idx="9385">
                  <c:v>0</c:v>
                </c:pt>
                <c:pt idx="9386">
                  <c:v>0</c:v>
                </c:pt>
                <c:pt idx="9387">
                  <c:v>0</c:v>
                </c:pt>
                <c:pt idx="9388">
                  <c:v>0</c:v>
                </c:pt>
                <c:pt idx="9389">
                  <c:v>0</c:v>
                </c:pt>
                <c:pt idx="9390">
                  <c:v>0</c:v>
                </c:pt>
                <c:pt idx="9391">
                  <c:v>0</c:v>
                </c:pt>
                <c:pt idx="9392">
                  <c:v>0</c:v>
                </c:pt>
                <c:pt idx="9393">
                  <c:v>0</c:v>
                </c:pt>
                <c:pt idx="9394">
                  <c:v>0</c:v>
                </c:pt>
                <c:pt idx="9395">
                  <c:v>0</c:v>
                </c:pt>
                <c:pt idx="9396">
                  <c:v>0</c:v>
                </c:pt>
                <c:pt idx="9397">
                  <c:v>0</c:v>
                </c:pt>
                <c:pt idx="9398">
                  <c:v>0</c:v>
                </c:pt>
                <c:pt idx="9399">
                  <c:v>0</c:v>
                </c:pt>
                <c:pt idx="9400">
                  <c:v>0</c:v>
                </c:pt>
                <c:pt idx="9401">
                  <c:v>0</c:v>
                </c:pt>
                <c:pt idx="9402">
                  <c:v>0</c:v>
                </c:pt>
                <c:pt idx="9403">
                  <c:v>0</c:v>
                </c:pt>
                <c:pt idx="9404">
                  <c:v>0</c:v>
                </c:pt>
                <c:pt idx="9405">
                  <c:v>0</c:v>
                </c:pt>
                <c:pt idx="9406">
                  <c:v>0</c:v>
                </c:pt>
                <c:pt idx="9407">
                  <c:v>0</c:v>
                </c:pt>
                <c:pt idx="9408">
                  <c:v>0</c:v>
                </c:pt>
                <c:pt idx="9409">
                  <c:v>0</c:v>
                </c:pt>
                <c:pt idx="9410">
                  <c:v>0</c:v>
                </c:pt>
                <c:pt idx="9411">
                  <c:v>0</c:v>
                </c:pt>
                <c:pt idx="9412">
                  <c:v>0</c:v>
                </c:pt>
                <c:pt idx="9413">
                  <c:v>0</c:v>
                </c:pt>
                <c:pt idx="9414">
                  <c:v>0</c:v>
                </c:pt>
                <c:pt idx="9415">
                  <c:v>0</c:v>
                </c:pt>
                <c:pt idx="9416">
                  <c:v>0</c:v>
                </c:pt>
                <c:pt idx="9417">
                  <c:v>0</c:v>
                </c:pt>
                <c:pt idx="9418">
                  <c:v>0</c:v>
                </c:pt>
                <c:pt idx="9419">
                  <c:v>0</c:v>
                </c:pt>
                <c:pt idx="9420">
                  <c:v>0</c:v>
                </c:pt>
                <c:pt idx="9421">
                  <c:v>0</c:v>
                </c:pt>
                <c:pt idx="9422">
                  <c:v>0</c:v>
                </c:pt>
                <c:pt idx="9423">
                  <c:v>0</c:v>
                </c:pt>
                <c:pt idx="9424">
                  <c:v>0</c:v>
                </c:pt>
                <c:pt idx="9425">
                  <c:v>0</c:v>
                </c:pt>
                <c:pt idx="9426">
                  <c:v>0</c:v>
                </c:pt>
                <c:pt idx="9427">
                  <c:v>0</c:v>
                </c:pt>
                <c:pt idx="9428">
                  <c:v>0</c:v>
                </c:pt>
                <c:pt idx="9429">
                  <c:v>0</c:v>
                </c:pt>
                <c:pt idx="9430">
                  <c:v>0</c:v>
                </c:pt>
                <c:pt idx="9431">
                  <c:v>0</c:v>
                </c:pt>
                <c:pt idx="9432">
                  <c:v>0</c:v>
                </c:pt>
                <c:pt idx="9433">
                  <c:v>0</c:v>
                </c:pt>
                <c:pt idx="9434">
                  <c:v>0</c:v>
                </c:pt>
                <c:pt idx="9435">
                  <c:v>0</c:v>
                </c:pt>
                <c:pt idx="9436">
                  <c:v>0</c:v>
                </c:pt>
                <c:pt idx="9437">
                  <c:v>0</c:v>
                </c:pt>
                <c:pt idx="9438">
                  <c:v>0</c:v>
                </c:pt>
                <c:pt idx="9439">
                  <c:v>0</c:v>
                </c:pt>
                <c:pt idx="9440">
                  <c:v>0</c:v>
                </c:pt>
                <c:pt idx="9441">
                  <c:v>0</c:v>
                </c:pt>
                <c:pt idx="9442">
                  <c:v>0</c:v>
                </c:pt>
                <c:pt idx="9443">
                  <c:v>0</c:v>
                </c:pt>
                <c:pt idx="9444">
                  <c:v>0</c:v>
                </c:pt>
                <c:pt idx="9445">
                  <c:v>0</c:v>
                </c:pt>
                <c:pt idx="9446">
                  <c:v>0</c:v>
                </c:pt>
                <c:pt idx="9447">
                  <c:v>0</c:v>
                </c:pt>
                <c:pt idx="9448">
                  <c:v>0</c:v>
                </c:pt>
                <c:pt idx="9449">
                  <c:v>0</c:v>
                </c:pt>
                <c:pt idx="9450">
                  <c:v>0</c:v>
                </c:pt>
                <c:pt idx="9451">
                  <c:v>0</c:v>
                </c:pt>
                <c:pt idx="9452">
                  <c:v>0</c:v>
                </c:pt>
                <c:pt idx="9453">
                  <c:v>0</c:v>
                </c:pt>
                <c:pt idx="9454">
                  <c:v>0</c:v>
                </c:pt>
                <c:pt idx="9455">
                  <c:v>0</c:v>
                </c:pt>
                <c:pt idx="9456">
                  <c:v>0</c:v>
                </c:pt>
                <c:pt idx="9457">
                  <c:v>0</c:v>
                </c:pt>
                <c:pt idx="9458">
                  <c:v>0</c:v>
                </c:pt>
                <c:pt idx="9459">
                  <c:v>0</c:v>
                </c:pt>
                <c:pt idx="9460">
                  <c:v>0</c:v>
                </c:pt>
                <c:pt idx="9461">
                  <c:v>0</c:v>
                </c:pt>
                <c:pt idx="9462">
                  <c:v>0</c:v>
                </c:pt>
                <c:pt idx="9463">
                  <c:v>0</c:v>
                </c:pt>
                <c:pt idx="9464">
                  <c:v>0</c:v>
                </c:pt>
                <c:pt idx="9465">
                  <c:v>0</c:v>
                </c:pt>
                <c:pt idx="9466">
                  <c:v>0</c:v>
                </c:pt>
                <c:pt idx="9467">
                  <c:v>0</c:v>
                </c:pt>
                <c:pt idx="9468">
                  <c:v>0</c:v>
                </c:pt>
                <c:pt idx="9469">
                  <c:v>0</c:v>
                </c:pt>
                <c:pt idx="9470">
                  <c:v>0</c:v>
                </c:pt>
                <c:pt idx="9471">
                  <c:v>0</c:v>
                </c:pt>
                <c:pt idx="9472">
                  <c:v>0</c:v>
                </c:pt>
                <c:pt idx="9473">
                  <c:v>0</c:v>
                </c:pt>
                <c:pt idx="9474">
                  <c:v>0</c:v>
                </c:pt>
                <c:pt idx="9475">
                  <c:v>0</c:v>
                </c:pt>
                <c:pt idx="9476">
                  <c:v>0</c:v>
                </c:pt>
                <c:pt idx="9477">
                  <c:v>0</c:v>
                </c:pt>
                <c:pt idx="9478">
                  <c:v>0</c:v>
                </c:pt>
                <c:pt idx="9479">
                  <c:v>0</c:v>
                </c:pt>
                <c:pt idx="9480">
                  <c:v>0</c:v>
                </c:pt>
                <c:pt idx="9481">
                  <c:v>0</c:v>
                </c:pt>
                <c:pt idx="9482">
                  <c:v>0</c:v>
                </c:pt>
                <c:pt idx="9483">
                  <c:v>0</c:v>
                </c:pt>
                <c:pt idx="9484">
                  <c:v>0</c:v>
                </c:pt>
                <c:pt idx="9485">
                  <c:v>0</c:v>
                </c:pt>
                <c:pt idx="9486">
                  <c:v>0</c:v>
                </c:pt>
                <c:pt idx="9487">
                  <c:v>0</c:v>
                </c:pt>
                <c:pt idx="9488">
                  <c:v>0</c:v>
                </c:pt>
                <c:pt idx="9489">
                  <c:v>0</c:v>
                </c:pt>
                <c:pt idx="9490">
                  <c:v>0</c:v>
                </c:pt>
                <c:pt idx="9491">
                  <c:v>0</c:v>
                </c:pt>
                <c:pt idx="9492">
                  <c:v>0</c:v>
                </c:pt>
                <c:pt idx="9493">
                  <c:v>0</c:v>
                </c:pt>
                <c:pt idx="9494">
                  <c:v>0</c:v>
                </c:pt>
                <c:pt idx="9495">
                  <c:v>0</c:v>
                </c:pt>
                <c:pt idx="9496">
                  <c:v>0</c:v>
                </c:pt>
                <c:pt idx="9497">
                  <c:v>0</c:v>
                </c:pt>
                <c:pt idx="9498">
                  <c:v>0</c:v>
                </c:pt>
                <c:pt idx="9499">
                  <c:v>0</c:v>
                </c:pt>
                <c:pt idx="9500">
                  <c:v>0</c:v>
                </c:pt>
                <c:pt idx="9501">
                  <c:v>0</c:v>
                </c:pt>
                <c:pt idx="9502">
                  <c:v>0</c:v>
                </c:pt>
                <c:pt idx="9503">
                  <c:v>0</c:v>
                </c:pt>
                <c:pt idx="9504">
                  <c:v>0</c:v>
                </c:pt>
                <c:pt idx="9505">
                  <c:v>0</c:v>
                </c:pt>
                <c:pt idx="9506">
                  <c:v>0</c:v>
                </c:pt>
                <c:pt idx="9507">
                  <c:v>0</c:v>
                </c:pt>
                <c:pt idx="9508">
                  <c:v>0</c:v>
                </c:pt>
                <c:pt idx="9509">
                  <c:v>0</c:v>
                </c:pt>
                <c:pt idx="9510">
                  <c:v>0</c:v>
                </c:pt>
                <c:pt idx="9511">
                  <c:v>0</c:v>
                </c:pt>
                <c:pt idx="9512">
                  <c:v>0</c:v>
                </c:pt>
                <c:pt idx="9513">
                  <c:v>0</c:v>
                </c:pt>
                <c:pt idx="9514">
                  <c:v>0</c:v>
                </c:pt>
                <c:pt idx="9515">
                  <c:v>0</c:v>
                </c:pt>
                <c:pt idx="9516">
                  <c:v>0</c:v>
                </c:pt>
                <c:pt idx="9517">
                  <c:v>0</c:v>
                </c:pt>
                <c:pt idx="9518">
                  <c:v>0</c:v>
                </c:pt>
                <c:pt idx="9519">
                  <c:v>0</c:v>
                </c:pt>
                <c:pt idx="9520">
                  <c:v>0</c:v>
                </c:pt>
                <c:pt idx="9521">
                  <c:v>0</c:v>
                </c:pt>
                <c:pt idx="9522">
                  <c:v>0</c:v>
                </c:pt>
                <c:pt idx="9523">
                  <c:v>0</c:v>
                </c:pt>
                <c:pt idx="9524">
                  <c:v>0</c:v>
                </c:pt>
                <c:pt idx="9525">
                  <c:v>0</c:v>
                </c:pt>
                <c:pt idx="9526">
                  <c:v>0</c:v>
                </c:pt>
                <c:pt idx="9527">
                  <c:v>0</c:v>
                </c:pt>
                <c:pt idx="9528">
                  <c:v>0</c:v>
                </c:pt>
                <c:pt idx="9529">
                  <c:v>0</c:v>
                </c:pt>
                <c:pt idx="9530">
                  <c:v>0</c:v>
                </c:pt>
                <c:pt idx="9531">
                  <c:v>0</c:v>
                </c:pt>
                <c:pt idx="9532">
                  <c:v>0</c:v>
                </c:pt>
                <c:pt idx="9533">
                  <c:v>0</c:v>
                </c:pt>
                <c:pt idx="9534">
                  <c:v>0</c:v>
                </c:pt>
                <c:pt idx="9535">
                  <c:v>0</c:v>
                </c:pt>
                <c:pt idx="9536">
                  <c:v>0</c:v>
                </c:pt>
                <c:pt idx="9537">
                  <c:v>0</c:v>
                </c:pt>
                <c:pt idx="9538">
                  <c:v>0</c:v>
                </c:pt>
                <c:pt idx="9539">
                  <c:v>0</c:v>
                </c:pt>
                <c:pt idx="9540">
                  <c:v>0</c:v>
                </c:pt>
                <c:pt idx="9541">
                  <c:v>0</c:v>
                </c:pt>
                <c:pt idx="9542">
                  <c:v>0</c:v>
                </c:pt>
                <c:pt idx="9543">
                  <c:v>0</c:v>
                </c:pt>
                <c:pt idx="9544">
                  <c:v>0</c:v>
                </c:pt>
                <c:pt idx="9545">
                  <c:v>0</c:v>
                </c:pt>
                <c:pt idx="9546">
                  <c:v>0</c:v>
                </c:pt>
                <c:pt idx="9547">
                  <c:v>0</c:v>
                </c:pt>
                <c:pt idx="9548">
                  <c:v>0</c:v>
                </c:pt>
                <c:pt idx="9549">
                  <c:v>0</c:v>
                </c:pt>
                <c:pt idx="9550">
                  <c:v>0</c:v>
                </c:pt>
                <c:pt idx="9551">
                  <c:v>0</c:v>
                </c:pt>
                <c:pt idx="9552">
                  <c:v>0</c:v>
                </c:pt>
                <c:pt idx="9553">
                  <c:v>0</c:v>
                </c:pt>
                <c:pt idx="9554">
                  <c:v>0</c:v>
                </c:pt>
                <c:pt idx="9555">
                  <c:v>0</c:v>
                </c:pt>
                <c:pt idx="9556">
                  <c:v>0</c:v>
                </c:pt>
                <c:pt idx="9557">
                  <c:v>0</c:v>
                </c:pt>
                <c:pt idx="9558">
                  <c:v>0</c:v>
                </c:pt>
                <c:pt idx="9559">
                  <c:v>0</c:v>
                </c:pt>
                <c:pt idx="9560">
                  <c:v>0</c:v>
                </c:pt>
                <c:pt idx="9561">
                  <c:v>0</c:v>
                </c:pt>
                <c:pt idx="9562">
                  <c:v>0</c:v>
                </c:pt>
                <c:pt idx="9563">
                  <c:v>0</c:v>
                </c:pt>
                <c:pt idx="9564">
                  <c:v>0</c:v>
                </c:pt>
                <c:pt idx="9565">
                  <c:v>0</c:v>
                </c:pt>
                <c:pt idx="9566">
                  <c:v>0</c:v>
                </c:pt>
                <c:pt idx="9567">
                  <c:v>0</c:v>
                </c:pt>
                <c:pt idx="9568">
                  <c:v>0</c:v>
                </c:pt>
                <c:pt idx="9569">
                  <c:v>0</c:v>
                </c:pt>
                <c:pt idx="9570">
                  <c:v>0</c:v>
                </c:pt>
                <c:pt idx="9571">
                  <c:v>0</c:v>
                </c:pt>
                <c:pt idx="9572">
                  <c:v>0</c:v>
                </c:pt>
                <c:pt idx="9573">
                  <c:v>0</c:v>
                </c:pt>
                <c:pt idx="9574">
                  <c:v>0</c:v>
                </c:pt>
                <c:pt idx="9575">
                  <c:v>0</c:v>
                </c:pt>
                <c:pt idx="9576">
                  <c:v>0</c:v>
                </c:pt>
                <c:pt idx="9577">
                  <c:v>0</c:v>
                </c:pt>
                <c:pt idx="9578">
                  <c:v>0</c:v>
                </c:pt>
                <c:pt idx="9579">
                  <c:v>0</c:v>
                </c:pt>
                <c:pt idx="9580">
                  <c:v>0</c:v>
                </c:pt>
                <c:pt idx="9581">
                  <c:v>0</c:v>
                </c:pt>
                <c:pt idx="9582">
                  <c:v>0</c:v>
                </c:pt>
                <c:pt idx="9583">
                  <c:v>0</c:v>
                </c:pt>
                <c:pt idx="9584">
                  <c:v>0</c:v>
                </c:pt>
                <c:pt idx="9585">
                  <c:v>0</c:v>
                </c:pt>
                <c:pt idx="9586">
                  <c:v>0</c:v>
                </c:pt>
                <c:pt idx="9587">
                  <c:v>0</c:v>
                </c:pt>
                <c:pt idx="9588">
                  <c:v>0</c:v>
                </c:pt>
                <c:pt idx="9589">
                  <c:v>0</c:v>
                </c:pt>
                <c:pt idx="9590">
                  <c:v>0</c:v>
                </c:pt>
                <c:pt idx="9591">
                  <c:v>0</c:v>
                </c:pt>
                <c:pt idx="9592">
                  <c:v>0</c:v>
                </c:pt>
                <c:pt idx="9593">
                  <c:v>0</c:v>
                </c:pt>
                <c:pt idx="9594">
                  <c:v>0</c:v>
                </c:pt>
                <c:pt idx="9595">
                  <c:v>0</c:v>
                </c:pt>
                <c:pt idx="9596">
                  <c:v>0</c:v>
                </c:pt>
                <c:pt idx="9597">
                  <c:v>0</c:v>
                </c:pt>
                <c:pt idx="9598">
                  <c:v>0</c:v>
                </c:pt>
                <c:pt idx="9599">
                  <c:v>0</c:v>
                </c:pt>
                <c:pt idx="9600">
                  <c:v>0</c:v>
                </c:pt>
                <c:pt idx="9601">
                  <c:v>0</c:v>
                </c:pt>
                <c:pt idx="9602">
                  <c:v>0</c:v>
                </c:pt>
                <c:pt idx="9603">
                  <c:v>0</c:v>
                </c:pt>
                <c:pt idx="9604">
                  <c:v>0</c:v>
                </c:pt>
                <c:pt idx="9605">
                  <c:v>0</c:v>
                </c:pt>
                <c:pt idx="9606">
                  <c:v>0</c:v>
                </c:pt>
                <c:pt idx="9607">
                  <c:v>0</c:v>
                </c:pt>
                <c:pt idx="9608">
                  <c:v>0</c:v>
                </c:pt>
                <c:pt idx="9609">
                  <c:v>0</c:v>
                </c:pt>
                <c:pt idx="9610">
                  <c:v>0</c:v>
                </c:pt>
                <c:pt idx="9611">
                  <c:v>0</c:v>
                </c:pt>
                <c:pt idx="9612">
                  <c:v>0</c:v>
                </c:pt>
                <c:pt idx="9613">
                  <c:v>0</c:v>
                </c:pt>
                <c:pt idx="9614">
                  <c:v>0</c:v>
                </c:pt>
                <c:pt idx="9615">
                  <c:v>0</c:v>
                </c:pt>
                <c:pt idx="9616">
                  <c:v>0</c:v>
                </c:pt>
                <c:pt idx="9617">
                  <c:v>0</c:v>
                </c:pt>
                <c:pt idx="9618">
                  <c:v>0</c:v>
                </c:pt>
                <c:pt idx="9619">
                  <c:v>0</c:v>
                </c:pt>
                <c:pt idx="9620">
                  <c:v>0</c:v>
                </c:pt>
                <c:pt idx="9621">
                  <c:v>0</c:v>
                </c:pt>
                <c:pt idx="9622">
                  <c:v>0</c:v>
                </c:pt>
                <c:pt idx="9623">
                  <c:v>0</c:v>
                </c:pt>
                <c:pt idx="9624">
                  <c:v>0</c:v>
                </c:pt>
                <c:pt idx="9625">
                  <c:v>0</c:v>
                </c:pt>
                <c:pt idx="9626">
                  <c:v>0</c:v>
                </c:pt>
                <c:pt idx="9627">
                  <c:v>0</c:v>
                </c:pt>
                <c:pt idx="9628">
                  <c:v>0</c:v>
                </c:pt>
                <c:pt idx="9629">
                  <c:v>0</c:v>
                </c:pt>
                <c:pt idx="9630">
                  <c:v>0</c:v>
                </c:pt>
                <c:pt idx="9631">
                  <c:v>0</c:v>
                </c:pt>
                <c:pt idx="9632">
                  <c:v>0</c:v>
                </c:pt>
                <c:pt idx="9633">
                  <c:v>0</c:v>
                </c:pt>
                <c:pt idx="9634">
                  <c:v>0</c:v>
                </c:pt>
                <c:pt idx="9635">
                  <c:v>0</c:v>
                </c:pt>
                <c:pt idx="9636">
                  <c:v>0</c:v>
                </c:pt>
                <c:pt idx="9637">
                  <c:v>0</c:v>
                </c:pt>
                <c:pt idx="9638">
                  <c:v>0</c:v>
                </c:pt>
                <c:pt idx="9639">
                  <c:v>0</c:v>
                </c:pt>
                <c:pt idx="9640">
                  <c:v>0</c:v>
                </c:pt>
                <c:pt idx="9641">
                  <c:v>0</c:v>
                </c:pt>
                <c:pt idx="9642">
                  <c:v>0</c:v>
                </c:pt>
                <c:pt idx="9643">
                  <c:v>0</c:v>
                </c:pt>
                <c:pt idx="9644">
                  <c:v>0</c:v>
                </c:pt>
                <c:pt idx="9645">
                  <c:v>0</c:v>
                </c:pt>
                <c:pt idx="9646">
                  <c:v>0</c:v>
                </c:pt>
                <c:pt idx="9647">
                  <c:v>0</c:v>
                </c:pt>
                <c:pt idx="9648">
                  <c:v>0</c:v>
                </c:pt>
                <c:pt idx="9649">
                  <c:v>0</c:v>
                </c:pt>
                <c:pt idx="9650">
                  <c:v>0</c:v>
                </c:pt>
                <c:pt idx="9651">
                  <c:v>0</c:v>
                </c:pt>
                <c:pt idx="9652">
                  <c:v>0</c:v>
                </c:pt>
                <c:pt idx="9653">
                  <c:v>0</c:v>
                </c:pt>
                <c:pt idx="9654">
                  <c:v>0</c:v>
                </c:pt>
                <c:pt idx="9655">
                  <c:v>0</c:v>
                </c:pt>
                <c:pt idx="9656">
                  <c:v>0</c:v>
                </c:pt>
                <c:pt idx="9657">
                  <c:v>0</c:v>
                </c:pt>
                <c:pt idx="9658">
                  <c:v>0</c:v>
                </c:pt>
                <c:pt idx="9659">
                  <c:v>0</c:v>
                </c:pt>
                <c:pt idx="9660">
                  <c:v>0</c:v>
                </c:pt>
                <c:pt idx="9661">
                  <c:v>0</c:v>
                </c:pt>
                <c:pt idx="9662">
                  <c:v>0</c:v>
                </c:pt>
                <c:pt idx="9663">
                  <c:v>0</c:v>
                </c:pt>
                <c:pt idx="9664">
                  <c:v>0</c:v>
                </c:pt>
                <c:pt idx="9665">
                  <c:v>0</c:v>
                </c:pt>
                <c:pt idx="9666">
                  <c:v>0</c:v>
                </c:pt>
                <c:pt idx="9667">
                  <c:v>0</c:v>
                </c:pt>
                <c:pt idx="9668">
                  <c:v>0</c:v>
                </c:pt>
                <c:pt idx="9669">
                  <c:v>0</c:v>
                </c:pt>
                <c:pt idx="9670">
                  <c:v>0</c:v>
                </c:pt>
                <c:pt idx="9671">
                  <c:v>0</c:v>
                </c:pt>
                <c:pt idx="9672">
                  <c:v>0</c:v>
                </c:pt>
                <c:pt idx="9673">
                  <c:v>0</c:v>
                </c:pt>
                <c:pt idx="9674">
                  <c:v>0</c:v>
                </c:pt>
                <c:pt idx="9675">
                  <c:v>0</c:v>
                </c:pt>
                <c:pt idx="9676">
                  <c:v>0</c:v>
                </c:pt>
                <c:pt idx="9677">
                  <c:v>0</c:v>
                </c:pt>
                <c:pt idx="9678">
                  <c:v>0</c:v>
                </c:pt>
                <c:pt idx="9679">
                  <c:v>0</c:v>
                </c:pt>
                <c:pt idx="9680">
                  <c:v>0</c:v>
                </c:pt>
                <c:pt idx="9681">
                  <c:v>0</c:v>
                </c:pt>
                <c:pt idx="9682">
                  <c:v>0</c:v>
                </c:pt>
                <c:pt idx="9683">
                  <c:v>0</c:v>
                </c:pt>
                <c:pt idx="9684">
                  <c:v>0</c:v>
                </c:pt>
                <c:pt idx="9685">
                  <c:v>0</c:v>
                </c:pt>
                <c:pt idx="9686">
                  <c:v>0</c:v>
                </c:pt>
                <c:pt idx="9687">
                  <c:v>0</c:v>
                </c:pt>
                <c:pt idx="9688">
                  <c:v>0</c:v>
                </c:pt>
                <c:pt idx="9689">
                  <c:v>0</c:v>
                </c:pt>
                <c:pt idx="9690">
                  <c:v>0</c:v>
                </c:pt>
                <c:pt idx="9691">
                  <c:v>0</c:v>
                </c:pt>
                <c:pt idx="9692">
                  <c:v>0</c:v>
                </c:pt>
                <c:pt idx="9693">
                  <c:v>0</c:v>
                </c:pt>
                <c:pt idx="9694">
                  <c:v>0</c:v>
                </c:pt>
                <c:pt idx="9695">
                  <c:v>0</c:v>
                </c:pt>
                <c:pt idx="9696">
                  <c:v>0</c:v>
                </c:pt>
                <c:pt idx="9697">
                  <c:v>0</c:v>
                </c:pt>
                <c:pt idx="9698">
                  <c:v>0</c:v>
                </c:pt>
                <c:pt idx="9699">
                  <c:v>0</c:v>
                </c:pt>
                <c:pt idx="9700">
                  <c:v>0</c:v>
                </c:pt>
                <c:pt idx="9701">
                  <c:v>0</c:v>
                </c:pt>
                <c:pt idx="9702">
                  <c:v>0</c:v>
                </c:pt>
                <c:pt idx="9703">
                  <c:v>0</c:v>
                </c:pt>
                <c:pt idx="9704">
                  <c:v>0</c:v>
                </c:pt>
                <c:pt idx="9705">
                  <c:v>0</c:v>
                </c:pt>
                <c:pt idx="9706">
                  <c:v>0</c:v>
                </c:pt>
                <c:pt idx="9707">
                  <c:v>0</c:v>
                </c:pt>
                <c:pt idx="9708">
                  <c:v>0</c:v>
                </c:pt>
                <c:pt idx="9709">
                  <c:v>0</c:v>
                </c:pt>
                <c:pt idx="9710">
                  <c:v>0</c:v>
                </c:pt>
                <c:pt idx="9711">
                  <c:v>0</c:v>
                </c:pt>
                <c:pt idx="9712">
                  <c:v>0</c:v>
                </c:pt>
                <c:pt idx="9713">
                  <c:v>0</c:v>
                </c:pt>
                <c:pt idx="9714">
                  <c:v>0</c:v>
                </c:pt>
                <c:pt idx="9715">
                  <c:v>0</c:v>
                </c:pt>
                <c:pt idx="9716">
                  <c:v>0</c:v>
                </c:pt>
                <c:pt idx="9717">
                  <c:v>0</c:v>
                </c:pt>
                <c:pt idx="9718">
                  <c:v>0</c:v>
                </c:pt>
                <c:pt idx="9719">
                  <c:v>0</c:v>
                </c:pt>
                <c:pt idx="9720">
                  <c:v>0</c:v>
                </c:pt>
                <c:pt idx="9721">
                  <c:v>0</c:v>
                </c:pt>
                <c:pt idx="9722">
                  <c:v>0</c:v>
                </c:pt>
                <c:pt idx="9723">
                  <c:v>0</c:v>
                </c:pt>
                <c:pt idx="9724">
                  <c:v>0</c:v>
                </c:pt>
                <c:pt idx="9725">
                  <c:v>0</c:v>
                </c:pt>
                <c:pt idx="9726">
                  <c:v>0</c:v>
                </c:pt>
                <c:pt idx="9727">
                  <c:v>0</c:v>
                </c:pt>
                <c:pt idx="9728">
                  <c:v>0</c:v>
                </c:pt>
                <c:pt idx="9729">
                  <c:v>0</c:v>
                </c:pt>
                <c:pt idx="9730">
                  <c:v>0</c:v>
                </c:pt>
                <c:pt idx="9731">
                  <c:v>0</c:v>
                </c:pt>
                <c:pt idx="9732">
                  <c:v>0</c:v>
                </c:pt>
                <c:pt idx="9733">
                  <c:v>0</c:v>
                </c:pt>
                <c:pt idx="9734">
                  <c:v>0</c:v>
                </c:pt>
                <c:pt idx="9735">
                  <c:v>0</c:v>
                </c:pt>
                <c:pt idx="9736">
                  <c:v>0</c:v>
                </c:pt>
                <c:pt idx="9737">
                  <c:v>0</c:v>
                </c:pt>
                <c:pt idx="9738">
                  <c:v>0</c:v>
                </c:pt>
                <c:pt idx="9739">
                  <c:v>0</c:v>
                </c:pt>
                <c:pt idx="9740">
                  <c:v>0</c:v>
                </c:pt>
                <c:pt idx="9741">
                  <c:v>0</c:v>
                </c:pt>
                <c:pt idx="9742">
                  <c:v>0</c:v>
                </c:pt>
                <c:pt idx="9743">
                  <c:v>0</c:v>
                </c:pt>
                <c:pt idx="9744">
                  <c:v>0</c:v>
                </c:pt>
                <c:pt idx="9745">
                  <c:v>0</c:v>
                </c:pt>
                <c:pt idx="9746">
                  <c:v>0</c:v>
                </c:pt>
                <c:pt idx="9747">
                  <c:v>0</c:v>
                </c:pt>
                <c:pt idx="9748">
                  <c:v>0</c:v>
                </c:pt>
                <c:pt idx="9749">
                  <c:v>0</c:v>
                </c:pt>
                <c:pt idx="9750">
                  <c:v>0</c:v>
                </c:pt>
                <c:pt idx="9751">
                  <c:v>0</c:v>
                </c:pt>
                <c:pt idx="9752">
                  <c:v>0</c:v>
                </c:pt>
                <c:pt idx="9753">
                  <c:v>0</c:v>
                </c:pt>
                <c:pt idx="9754">
                  <c:v>0</c:v>
                </c:pt>
                <c:pt idx="9755">
                  <c:v>0</c:v>
                </c:pt>
                <c:pt idx="9756">
                  <c:v>0</c:v>
                </c:pt>
                <c:pt idx="9757">
                  <c:v>0</c:v>
                </c:pt>
                <c:pt idx="9758">
                  <c:v>0</c:v>
                </c:pt>
                <c:pt idx="9759">
                  <c:v>0</c:v>
                </c:pt>
                <c:pt idx="9760">
                  <c:v>0</c:v>
                </c:pt>
                <c:pt idx="9761">
                  <c:v>0</c:v>
                </c:pt>
                <c:pt idx="9762">
                  <c:v>0</c:v>
                </c:pt>
                <c:pt idx="9763">
                  <c:v>0</c:v>
                </c:pt>
                <c:pt idx="9764">
                  <c:v>0</c:v>
                </c:pt>
                <c:pt idx="9765">
                  <c:v>0</c:v>
                </c:pt>
                <c:pt idx="9766">
                  <c:v>0</c:v>
                </c:pt>
                <c:pt idx="9767">
                  <c:v>0</c:v>
                </c:pt>
                <c:pt idx="9768">
                  <c:v>0</c:v>
                </c:pt>
                <c:pt idx="9769">
                  <c:v>0</c:v>
                </c:pt>
                <c:pt idx="9770">
                  <c:v>0</c:v>
                </c:pt>
                <c:pt idx="9771">
                  <c:v>0</c:v>
                </c:pt>
                <c:pt idx="9772">
                  <c:v>0</c:v>
                </c:pt>
                <c:pt idx="9773">
                  <c:v>0</c:v>
                </c:pt>
                <c:pt idx="9774">
                  <c:v>0</c:v>
                </c:pt>
                <c:pt idx="9775">
                  <c:v>0</c:v>
                </c:pt>
                <c:pt idx="9776">
                  <c:v>0</c:v>
                </c:pt>
                <c:pt idx="9777">
                  <c:v>0</c:v>
                </c:pt>
                <c:pt idx="9778">
                  <c:v>0</c:v>
                </c:pt>
                <c:pt idx="9779">
                  <c:v>0</c:v>
                </c:pt>
                <c:pt idx="9780">
                  <c:v>0</c:v>
                </c:pt>
                <c:pt idx="9781">
                  <c:v>0</c:v>
                </c:pt>
                <c:pt idx="9782">
                  <c:v>0</c:v>
                </c:pt>
                <c:pt idx="9783">
                  <c:v>0</c:v>
                </c:pt>
                <c:pt idx="9784">
                  <c:v>0</c:v>
                </c:pt>
                <c:pt idx="9785">
                  <c:v>0</c:v>
                </c:pt>
                <c:pt idx="9786">
                  <c:v>0</c:v>
                </c:pt>
                <c:pt idx="9787">
                  <c:v>0</c:v>
                </c:pt>
                <c:pt idx="9788">
                  <c:v>0</c:v>
                </c:pt>
                <c:pt idx="9789">
                  <c:v>0</c:v>
                </c:pt>
                <c:pt idx="9790">
                  <c:v>0</c:v>
                </c:pt>
                <c:pt idx="9791">
                  <c:v>0</c:v>
                </c:pt>
                <c:pt idx="9792">
                  <c:v>0</c:v>
                </c:pt>
                <c:pt idx="9793">
                  <c:v>0</c:v>
                </c:pt>
                <c:pt idx="9794">
                  <c:v>0</c:v>
                </c:pt>
                <c:pt idx="9795">
                  <c:v>0</c:v>
                </c:pt>
                <c:pt idx="9796">
                  <c:v>0</c:v>
                </c:pt>
                <c:pt idx="9797">
                  <c:v>0</c:v>
                </c:pt>
                <c:pt idx="9798">
                  <c:v>0</c:v>
                </c:pt>
                <c:pt idx="9799">
                  <c:v>0</c:v>
                </c:pt>
                <c:pt idx="9800">
                  <c:v>0</c:v>
                </c:pt>
                <c:pt idx="9801">
                  <c:v>0</c:v>
                </c:pt>
                <c:pt idx="9802">
                  <c:v>0</c:v>
                </c:pt>
                <c:pt idx="9803">
                  <c:v>0</c:v>
                </c:pt>
                <c:pt idx="9804">
                  <c:v>0</c:v>
                </c:pt>
                <c:pt idx="9805">
                  <c:v>0</c:v>
                </c:pt>
                <c:pt idx="9806">
                  <c:v>0</c:v>
                </c:pt>
                <c:pt idx="9807">
                  <c:v>0</c:v>
                </c:pt>
                <c:pt idx="9808">
                  <c:v>0</c:v>
                </c:pt>
                <c:pt idx="9809">
                  <c:v>0</c:v>
                </c:pt>
                <c:pt idx="9810">
                  <c:v>0</c:v>
                </c:pt>
                <c:pt idx="9811">
                  <c:v>0</c:v>
                </c:pt>
                <c:pt idx="9812">
                  <c:v>0</c:v>
                </c:pt>
                <c:pt idx="9813">
                  <c:v>0</c:v>
                </c:pt>
                <c:pt idx="9814">
                  <c:v>0</c:v>
                </c:pt>
                <c:pt idx="9815">
                  <c:v>0</c:v>
                </c:pt>
                <c:pt idx="9816">
                  <c:v>0</c:v>
                </c:pt>
                <c:pt idx="9817">
                  <c:v>0</c:v>
                </c:pt>
                <c:pt idx="9818">
                  <c:v>0</c:v>
                </c:pt>
                <c:pt idx="9819">
                  <c:v>0</c:v>
                </c:pt>
                <c:pt idx="9820">
                  <c:v>0</c:v>
                </c:pt>
                <c:pt idx="9821">
                  <c:v>0</c:v>
                </c:pt>
                <c:pt idx="9822">
                  <c:v>0</c:v>
                </c:pt>
                <c:pt idx="9823">
                  <c:v>0</c:v>
                </c:pt>
                <c:pt idx="9824">
                  <c:v>0</c:v>
                </c:pt>
                <c:pt idx="9825">
                  <c:v>0</c:v>
                </c:pt>
                <c:pt idx="9826">
                  <c:v>0</c:v>
                </c:pt>
                <c:pt idx="9827">
                  <c:v>0</c:v>
                </c:pt>
                <c:pt idx="9828">
                  <c:v>0</c:v>
                </c:pt>
                <c:pt idx="9829">
                  <c:v>0</c:v>
                </c:pt>
                <c:pt idx="9830">
                  <c:v>0</c:v>
                </c:pt>
                <c:pt idx="9831">
                  <c:v>0</c:v>
                </c:pt>
                <c:pt idx="9832">
                  <c:v>0</c:v>
                </c:pt>
                <c:pt idx="9833">
                  <c:v>0</c:v>
                </c:pt>
                <c:pt idx="9834">
                  <c:v>0</c:v>
                </c:pt>
                <c:pt idx="9835">
                  <c:v>0</c:v>
                </c:pt>
                <c:pt idx="9836">
                  <c:v>0</c:v>
                </c:pt>
                <c:pt idx="9837">
                  <c:v>0</c:v>
                </c:pt>
                <c:pt idx="9838">
                  <c:v>0</c:v>
                </c:pt>
                <c:pt idx="9839">
                  <c:v>0</c:v>
                </c:pt>
                <c:pt idx="9840">
                  <c:v>0</c:v>
                </c:pt>
                <c:pt idx="9841">
                  <c:v>0</c:v>
                </c:pt>
                <c:pt idx="9842">
                  <c:v>0</c:v>
                </c:pt>
                <c:pt idx="9843">
                  <c:v>0</c:v>
                </c:pt>
                <c:pt idx="9844">
                  <c:v>0</c:v>
                </c:pt>
                <c:pt idx="9845">
                  <c:v>0</c:v>
                </c:pt>
                <c:pt idx="9846">
                  <c:v>0</c:v>
                </c:pt>
                <c:pt idx="9847">
                  <c:v>0</c:v>
                </c:pt>
                <c:pt idx="9848">
                  <c:v>0</c:v>
                </c:pt>
                <c:pt idx="9849">
                  <c:v>0</c:v>
                </c:pt>
                <c:pt idx="9850">
                  <c:v>0</c:v>
                </c:pt>
                <c:pt idx="9851">
                  <c:v>0</c:v>
                </c:pt>
                <c:pt idx="9852">
                  <c:v>0</c:v>
                </c:pt>
                <c:pt idx="9853">
                  <c:v>0</c:v>
                </c:pt>
                <c:pt idx="9854">
                  <c:v>0</c:v>
                </c:pt>
                <c:pt idx="9855">
                  <c:v>0</c:v>
                </c:pt>
                <c:pt idx="9856">
                  <c:v>0</c:v>
                </c:pt>
                <c:pt idx="9857">
                  <c:v>0</c:v>
                </c:pt>
                <c:pt idx="9858">
                  <c:v>0</c:v>
                </c:pt>
                <c:pt idx="9859">
                  <c:v>0</c:v>
                </c:pt>
                <c:pt idx="9860">
                  <c:v>0</c:v>
                </c:pt>
                <c:pt idx="9861">
                  <c:v>0</c:v>
                </c:pt>
                <c:pt idx="9862">
                  <c:v>0</c:v>
                </c:pt>
                <c:pt idx="9863">
                  <c:v>0</c:v>
                </c:pt>
                <c:pt idx="9864">
                  <c:v>0</c:v>
                </c:pt>
                <c:pt idx="9865">
                  <c:v>0</c:v>
                </c:pt>
                <c:pt idx="9866">
                  <c:v>0</c:v>
                </c:pt>
                <c:pt idx="9867">
                  <c:v>0</c:v>
                </c:pt>
                <c:pt idx="9868">
                  <c:v>0</c:v>
                </c:pt>
                <c:pt idx="9869">
                  <c:v>0</c:v>
                </c:pt>
                <c:pt idx="9870">
                  <c:v>0</c:v>
                </c:pt>
                <c:pt idx="9871">
                  <c:v>0</c:v>
                </c:pt>
                <c:pt idx="9872">
                  <c:v>0</c:v>
                </c:pt>
                <c:pt idx="9873">
                  <c:v>0</c:v>
                </c:pt>
                <c:pt idx="9874">
                  <c:v>0</c:v>
                </c:pt>
                <c:pt idx="9875">
                  <c:v>0</c:v>
                </c:pt>
                <c:pt idx="9876">
                  <c:v>0</c:v>
                </c:pt>
                <c:pt idx="9877">
                  <c:v>0</c:v>
                </c:pt>
                <c:pt idx="9878">
                  <c:v>0</c:v>
                </c:pt>
                <c:pt idx="9879">
                  <c:v>0</c:v>
                </c:pt>
                <c:pt idx="9880">
                  <c:v>0</c:v>
                </c:pt>
                <c:pt idx="9881">
                  <c:v>0</c:v>
                </c:pt>
                <c:pt idx="9882">
                  <c:v>0</c:v>
                </c:pt>
                <c:pt idx="9883">
                  <c:v>0</c:v>
                </c:pt>
                <c:pt idx="9884">
                  <c:v>0</c:v>
                </c:pt>
                <c:pt idx="9885">
                  <c:v>0</c:v>
                </c:pt>
                <c:pt idx="9886">
                  <c:v>0</c:v>
                </c:pt>
                <c:pt idx="9887">
                  <c:v>0</c:v>
                </c:pt>
                <c:pt idx="9888">
                  <c:v>0</c:v>
                </c:pt>
                <c:pt idx="9889">
                  <c:v>0</c:v>
                </c:pt>
                <c:pt idx="9890">
                  <c:v>0</c:v>
                </c:pt>
                <c:pt idx="9891">
                  <c:v>0</c:v>
                </c:pt>
                <c:pt idx="9892">
                  <c:v>0</c:v>
                </c:pt>
                <c:pt idx="9893">
                  <c:v>0</c:v>
                </c:pt>
                <c:pt idx="9894">
                  <c:v>0</c:v>
                </c:pt>
                <c:pt idx="9895">
                  <c:v>0</c:v>
                </c:pt>
                <c:pt idx="9896">
                  <c:v>0</c:v>
                </c:pt>
                <c:pt idx="9897">
                  <c:v>0</c:v>
                </c:pt>
                <c:pt idx="9898">
                  <c:v>0</c:v>
                </c:pt>
                <c:pt idx="9899">
                  <c:v>0</c:v>
                </c:pt>
                <c:pt idx="9900">
                  <c:v>0</c:v>
                </c:pt>
                <c:pt idx="9901">
                  <c:v>0</c:v>
                </c:pt>
                <c:pt idx="9902">
                  <c:v>0</c:v>
                </c:pt>
                <c:pt idx="9903">
                  <c:v>0</c:v>
                </c:pt>
                <c:pt idx="9904">
                  <c:v>0</c:v>
                </c:pt>
                <c:pt idx="9905">
                  <c:v>0</c:v>
                </c:pt>
                <c:pt idx="9906">
                  <c:v>0</c:v>
                </c:pt>
                <c:pt idx="9907">
                  <c:v>0</c:v>
                </c:pt>
                <c:pt idx="9908">
                  <c:v>0</c:v>
                </c:pt>
                <c:pt idx="9909">
                  <c:v>0</c:v>
                </c:pt>
                <c:pt idx="9910">
                  <c:v>0</c:v>
                </c:pt>
                <c:pt idx="9911">
                  <c:v>0</c:v>
                </c:pt>
                <c:pt idx="9912">
                  <c:v>0</c:v>
                </c:pt>
                <c:pt idx="9913">
                  <c:v>0</c:v>
                </c:pt>
                <c:pt idx="9914">
                  <c:v>0</c:v>
                </c:pt>
                <c:pt idx="9915">
                  <c:v>0</c:v>
                </c:pt>
                <c:pt idx="9916">
                  <c:v>0</c:v>
                </c:pt>
                <c:pt idx="9917">
                  <c:v>0</c:v>
                </c:pt>
                <c:pt idx="9918">
                  <c:v>0</c:v>
                </c:pt>
                <c:pt idx="9919">
                  <c:v>0</c:v>
                </c:pt>
                <c:pt idx="9920">
                  <c:v>0</c:v>
                </c:pt>
                <c:pt idx="9921">
                  <c:v>0</c:v>
                </c:pt>
                <c:pt idx="9922">
                  <c:v>0</c:v>
                </c:pt>
                <c:pt idx="9923">
                  <c:v>0</c:v>
                </c:pt>
                <c:pt idx="9924">
                  <c:v>0</c:v>
                </c:pt>
                <c:pt idx="9925">
                  <c:v>0</c:v>
                </c:pt>
                <c:pt idx="9926">
                  <c:v>0</c:v>
                </c:pt>
                <c:pt idx="9927">
                  <c:v>0</c:v>
                </c:pt>
                <c:pt idx="9928">
                  <c:v>0</c:v>
                </c:pt>
                <c:pt idx="9929">
                  <c:v>0</c:v>
                </c:pt>
                <c:pt idx="9930">
                  <c:v>0</c:v>
                </c:pt>
                <c:pt idx="9931">
                  <c:v>0</c:v>
                </c:pt>
                <c:pt idx="9932">
                  <c:v>0</c:v>
                </c:pt>
                <c:pt idx="9933">
                  <c:v>0</c:v>
                </c:pt>
                <c:pt idx="9934">
                  <c:v>0</c:v>
                </c:pt>
                <c:pt idx="9935">
                  <c:v>0</c:v>
                </c:pt>
                <c:pt idx="9936">
                  <c:v>0</c:v>
                </c:pt>
                <c:pt idx="9937">
                  <c:v>0</c:v>
                </c:pt>
                <c:pt idx="9938">
                  <c:v>0</c:v>
                </c:pt>
                <c:pt idx="9939">
                  <c:v>0</c:v>
                </c:pt>
                <c:pt idx="9940">
                  <c:v>0</c:v>
                </c:pt>
                <c:pt idx="9941">
                  <c:v>0</c:v>
                </c:pt>
                <c:pt idx="9942">
                  <c:v>0</c:v>
                </c:pt>
                <c:pt idx="9943">
                  <c:v>0</c:v>
                </c:pt>
                <c:pt idx="9944">
                  <c:v>0</c:v>
                </c:pt>
                <c:pt idx="9945">
                  <c:v>0</c:v>
                </c:pt>
                <c:pt idx="9946">
                  <c:v>0</c:v>
                </c:pt>
                <c:pt idx="9947">
                  <c:v>0</c:v>
                </c:pt>
                <c:pt idx="9948">
                  <c:v>0</c:v>
                </c:pt>
                <c:pt idx="9949">
                  <c:v>0</c:v>
                </c:pt>
                <c:pt idx="9950">
                  <c:v>0</c:v>
                </c:pt>
                <c:pt idx="9951">
                  <c:v>0</c:v>
                </c:pt>
                <c:pt idx="9952">
                  <c:v>0</c:v>
                </c:pt>
                <c:pt idx="9953">
                  <c:v>0</c:v>
                </c:pt>
                <c:pt idx="9954">
                  <c:v>0</c:v>
                </c:pt>
                <c:pt idx="9955">
                  <c:v>0</c:v>
                </c:pt>
                <c:pt idx="9956">
                  <c:v>0</c:v>
                </c:pt>
                <c:pt idx="9957">
                  <c:v>0</c:v>
                </c:pt>
                <c:pt idx="9958">
                  <c:v>0</c:v>
                </c:pt>
                <c:pt idx="9959">
                  <c:v>0</c:v>
                </c:pt>
                <c:pt idx="9960">
                  <c:v>0</c:v>
                </c:pt>
                <c:pt idx="9961">
                  <c:v>0</c:v>
                </c:pt>
                <c:pt idx="9962">
                  <c:v>0</c:v>
                </c:pt>
                <c:pt idx="9963">
                  <c:v>0</c:v>
                </c:pt>
                <c:pt idx="9964">
                  <c:v>0</c:v>
                </c:pt>
                <c:pt idx="9965">
                  <c:v>0</c:v>
                </c:pt>
                <c:pt idx="9966">
                  <c:v>0</c:v>
                </c:pt>
                <c:pt idx="9967">
                  <c:v>0</c:v>
                </c:pt>
                <c:pt idx="9968">
                  <c:v>0</c:v>
                </c:pt>
                <c:pt idx="9969">
                  <c:v>0</c:v>
                </c:pt>
                <c:pt idx="9970">
                  <c:v>0</c:v>
                </c:pt>
                <c:pt idx="9971">
                  <c:v>0</c:v>
                </c:pt>
                <c:pt idx="9972">
                  <c:v>0</c:v>
                </c:pt>
                <c:pt idx="9973">
                  <c:v>0</c:v>
                </c:pt>
                <c:pt idx="9974">
                  <c:v>0</c:v>
                </c:pt>
                <c:pt idx="9975">
                  <c:v>0</c:v>
                </c:pt>
                <c:pt idx="9976">
                  <c:v>0</c:v>
                </c:pt>
                <c:pt idx="9977">
                  <c:v>0</c:v>
                </c:pt>
                <c:pt idx="9978">
                  <c:v>0</c:v>
                </c:pt>
                <c:pt idx="9979">
                  <c:v>0</c:v>
                </c:pt>
                <c:pt idx="9980">
                  <c:v>0</c:v>
                </c:pt>
                <c:pt idx="9981">
                  <c:v>0</c:v>
                </c:pt>
                <c:pt idx="9982">
                  <c:v>0</c:v>
                </c:pt>
                <c:pt idx="9983">
                  <c:v>0</c:v>
                </c:pt>
                <c:pt idx="9984">
                  <c:v>0</c:v>
                </c:pt>
                <c:pt idx="9985">
                  <c:v>0</c:v>
                </c:pt>
                <c:pt idx="9986">
                  <c:v>0</c:v>
                </c:pt>
                <c:pt idx="9987">
                  <c:v>0</c:v>
                </c:pt>
                <c:pt idx="9988">
                  <c:v>0</c:v>
                </c:pt>
                <c:pt idx="9989">
                  <c:v>0</c:v>
                </c:pt>
                <c:pt idx="9990">
                  <c:v>0</c:v>
                </c:pt>
                <c:pt idx="9991">
                  <c:v>0</c:v>
                </c:pt>
                <c:pt idx="9992">
                  <c:v>0</c:v>
                </c:pt>
                <c:pt idx="9993">
                  <c:v>0</c:v>
                </c:pt>
                <c:pt idx="9994">
                  <c:v>0</c:v>
                </c:pt>
                <c:pt idx="9995">
                  <c:v>0</c:v>
                </c:pt>
                <c:pt idx="9996">
                  <c:v>0</c:v>
                </c:pt>
                <c:pt idx="9997">
                  <c:v>0</c:v>
                </c:pt>
                <c:pt idx="9998">
                  <c:v>0</c:v>
                </c:pt>
                <c:pt idx="9999">
                  <c:v>0</c:v>
                </c:pt>
                <c:pt idx="10000">
                  <c:v>0</c:v>
                </c:pt>
                <c:pt idx="10001">
                  <c:v>0</c:v>
                </c:pt>
                <c:pt idx="10002">
                  <c:v>0</c:v>
                </c:pt>
                <c:pt idx="10003">
                  <c:v>0</c:v>
                </c:pt>
                <c:pt idx="10004">
                  <c:v>0</c:v>
                </c:pt>
                <c:pt idx="10005">
                  <c:v>0</c:v>
                </c:pt>
                <c:pt idx="10006">
                  <c:v>0</c:v>
                </c:pt>
                <c:pt idx="10007">
                  <c:v>0</c:v>
                </c:pt>
                <c:pt idx="10008">
                  <c:v>0</c:v>
                </c:pt>
                <c:pt idx="10009">
                  <c:v>0</c:v>
                </c:pt>
                <c:pt idx="10010">
                  <c:v>0</c:v>
                </c:pt>
                <c:pt idx="10011">
                  <c:v>0</c:v>
                </c:pt>
                <c:pt idx="10012">
                  <c:v>0</c:v>
                </c:pt>
                <c:pt idx="10013">
                  <c:v>0</c:v>
                </c:pt>
                <c:pt idx="10014">
                  <c:v>0</c:v>
                </c:pt>
                <c:pt idx="10015">
                  <c:v>0</c:v>
                </c:pt>
                <c:pt idx="10016">
                  <c:v>0</c:v>
                </c:pt>
                <c:pt idx="10017">
                  <c:v>0</c:v>
                </c:pt>
                <c:pt idx="10018">
                  <c:v>0</c:v>
                </c:pt>
                <c:pt idx="10019">
                  <c:v>0</c:v>
                </c:pt>
                <c:pt idx="10020">
                  <c:v>0</c:v>
                </c:pt>
                <c:pt idx="10021">
                  <c:v>0</c:v>
                </c:pt>
                <c:pt idx="10022">
                  <c:v>0</c:v>
                </c:pt>
                <c:pt idx="10023">
                  <c:v>0</c:v>
                </c:pt>
                <c:pt idx="10024">
                  <c:v>0</c:v>
                </c:pt>
                <c:pt idx="10025">
                  <c:v>0</c:v>
                </c:pt>
                <c:pt idx="10026">
                  <c:v>0</c:v>
                </c:pt>
                <c:pt idx="10027">
                  <c:v>0</c:v>
                </c:pt>
                <c:pt idx="10028">
                  <c:v>0</c:v>
                </c:pt>
                <c:pt idx="10029">
                  <c:v>0</c:v>
                </c:pt>
                <c:pt idx="10030">
                  <c:v>0</c:v>
                </c:pt>
                <c:pt idx="10031">
                  <c:v>0</c:v>
                </c:pt>
                <c:pt idx="10032">
                  <c:v>0</c:v>
                </c:pt>
                <c:pt idx="10033">
                  <c:v>0</c:v>
                </c:pt>
                <c:pt idx="10034">
                  <c:v>0</c:v>
                </c:pt>
                <c:pt idx="10035">
                  <c:v>0</c:v>
                </c:pt>
                <c:pt idx="10036">
                  <c:v>0</c:v>
                </c:pt>
                <c:pt idx="10037">
                  <c:v>0</c:v>
                </c:pt>
                <c:pt idx="10038">
                  <c:v>0</c:v>
                </c:pt>
                <c:pt idx="10039">
                  <c:v>0</c:v>
                </c:pt>
                <c:pt idx="10040">
                  <c:v>0</c:v>
                </c:pt>
                <c:pt idx="10041">
                  <c:v>0</c:v>
                </c:pt>
                <c:pt idx="10042">
                  <c:v>0</c:v>
                </c:pt>
                <c:pt idx="10043">
                  <c:v>0</c:v>
                </c:pt>
                <c:pt idx="10044">
                  <c:v>0</c:v>
                </c:pt>
                <c:pt idx="10045">
                  <c:v>0</c:v>
                </c:pt>
                <c:pt idx="10046">
                  <c:v>0</c:v>
                </c:pt>
                <c:pt idx="10047">
                  <c:v>0</c:v>
                </c:pt>
                <c:pt idx="10048">
                  <c:v>0</c:v>
                </c:pt>
                <c:pt idx="10049">
                  <c:v>0</c:v>
                </c:pt>
                <c:pt idx="10050">
                  <c:v>0</c:v>
                </c:pt>
                <c:pt idx="10051">
                  <c:v>0</c:v>
                </c:pt>
                <c:pt idx="10052">
                  <c:v>0</c:v>
                </c:pt>
                <c:pt idx="10053">
                  <c:v>0</c:v>
                </c:pt>
                <c:pt idx="10054">
                  <c:v>0</c:v>
                </c:pt>
                <c:pt idx="10055">
                  <c:v>0</c:v>
                </c:pt>
                <c:pt idx="10056">
                  <c:v>0</c:v>
                </c:pt>
                <c:pt idx="10057">
                  <c:v>0</c:v>
                </c:pt>
                <c:pt idx="10058">
                  <c:v>0</c:v>
                </c:pt>
                <c:pt idx="10059">
                  <c:v>0</c:v>
                </c:pt>
                <c:pt idx="10060">
                  <c:v>0</c:v>
                </c:pt>
                <c:pt idx="10061">
                  <c:v>0</c:v>
                </c:pt>
                <c:pt idx="10062">
                  <c:v>0</c:v>
                </c:pt>
                <c:pt idx="10063">
                  <c:v>0</c:v>
                </c:pt>
                <c:pt idx="10064">
                  <c:v>0</c:v>
                </c:pt>
                <c:pt idx="10065">
                  <c:v>0</c:v>
                </c:pt>
                <c:pt idx="10066">
                  <c:v>0</c:v>
                </c:pt>
                <c:pt idx="10067">
                  <c:v>0</c:v>
                </c:pt>
                <c:pt idx="10068">
                  <c:v>0</c:v>
                </c:pt>
                <c:pt idx="10069">
                  <c:v>0</c:v>
                </c:pt>
                <c:pt idx="10070">
                  <c:v>0</c:v>
                </c:pt>
                <c:pt idx="10071">
                  <c:v>0</c:v>
                </c:pt>
                <c:pt idx="10072">
                  <c:v>0</c:v>
                </c:pt>
                <c:pt idx="10073">
                  <c:v>0</c:v>
                </c:pt>
                <c:pt idx="10074">
                  <c:v>0</c:v>
                </c:pt>
                <c:pt idx="10075">
                  <c:v>0</c:v>
                </c:pt>
                <c:pt idx="10076">
                  <c:v>0</c:v>
                </c:pt>
                <c:pt idx="10077">
                  <c:v>0</c:v>
                </c:pt>
                <c:pt idx="10078">
                  <c:v>0</c:v>
                </c:pt>
                <c:pt idx="10079">
                  <c:v>0</c:v>
                </c:pt>
                <c:pt idx="10080">
                  <c:v>0</c:v>
                </c:pt>
                <c:pt idx="10081">
                  <c:v>0</c:v>
                </c:pt>
                <c:pt idx="10082">
                  <c:v>0</c:v>
                </c:pt>
                <c:pt idx="10083">
                  <c:v>0</c:v>
                </c:pt>
                <c:pt idx="10084">
                  <c:v>0</c:v>
                </c:pt>
                <c:pt idx="10085">
                  <c:v>0</c:v>
                </c:pt>
                <c:pt idx="10086">
                  <c:v>0</c:v>
                </c:pt>
                <c:pt idx="10087">
                  <c:v>0</c:v>
                </c:pt>
                <c:pt idx="10088">
                  <c:v>0</c:v>
                </c:pt>
                <c:pt idx="10089">
                  <c:v>0</c:v>
                </c:pt>
                <c:pt idx="10090">
                  <c:v>0</c:v>
                </c:pt>
                <c:pt idx="10091">
                  <c:v>0</c:v>
                </c:pt>
                <c:pt idx="10092">
                  <c:v>0</c:v>
                </c:pt>
                <c:pt idx="10093">
                  <c:v>0</c:v>
                </c:pt>
                <c:pt idx="10094">
                  <c:v>0</c:v>
                </c:pt>
                <c:pt idx="10095">
                  <c:v>0</c:v>
                </c:pt>
                <c:pt idx="10096">
                  <c:v>0</c:v>
                </c:pt>
                <c:pt idx="10097">
                  <c:v>0</c:v>
                </c:pt>
                <c:pt idx="10098">
                  <c:v>0</c:v>
                </c:pt>
                <c:pt idx="10099">
                  <c:v>0</c:v>
                </c:pt>
                <c:pt idx="10100">
                  <c:v>0</c:v>
                </c:pt>
                <c:pt idx="10101">
                  <c:v>0</c:v>
                </c:pt>
                <c:pt idx="10102">
                  <c:v>0</c:v>
                </c:pt>
                <c:pt idx="10103">
                  <c:v>0</c:v>
                </c:pt>
                <c:pt idx="10104">
                  <c:v>0</c:v>
                </c:pt>
                <c:pt idx="10105">
                  <c:v>0</c:v>
                </c:pt>
                <c:pt idx="10106">
                  <c:v>0</c:v>
                </c:pt>
                <c:pt idx="10107">
                  <c:v>0</c:v>
                </c:pt>
                <c:pt idx="10108">
                  <c:v>0</c:v>
                </c:pt>
                <c:pt idx="10109">
                  <c:v>0</c:v>
                </c:pt>
                <c:pt idx="10110">
                  <c:v>0</c:v>
                </c:pt>
                <c:pt idx="10111">
                  <c:v>0</c:v>
                </c:pt>
                <c:pt idx="10112">
                  <c:v>0</c:v>
                </c:pt>
                <c:pt idx="10113">
                  <c:v>0</c:v>
                </c:pt>
                <c:pt idx="10114">
                  <c:v>0</c:v>
                </c:pt>
                <c:pt idx="10115">
                  <c:v>0</c:v>
                </c:pt>
                <c:pt idx="10116">
                  <c:v>0</c:v>
                </c:pt>
                <c:pt idx="10117">
                  <c:v>0</c:v>
                </c:pt>
                <c:pt idx="10118">
                  <c:v>0</c:v>
                </c:pt>
                <c:pt idx="10119">
                  <c:v>0</c:v>
                </c:pt>
                <c:pt idx="10120">
                  <c:v>0</c:v>
                </c:pt>
                <c:pt idx="10121">
                  <c:v>0</c:v>
                </c:pt>
                <c:pt idx="10122">
                  <c:v>0</c:v>
                </c:pt>
                <c:pt idx="10123">
                  <c:v>0</c:v>
                </c:pt>
                <c:pt idx="10124">
                  <c:v>0</c:v>
                </c:pt>
                <c:pt idx="10125">
                  <c:v>0</c:v>
                </c:pt>
                <c:pt idx="10126">
                  <c:v>0</c:v>
                </c:pt>
                <c:pt idx="10127">
                  <c:v>0</c:v>
                </c:pt>
                <c:pt idx="10128">
                  <c:v>0</c:v>
                </c:pt>
                <c:pt idx="10129">
                  <c:v>0</c:v>
                </c:pt>
                <c:pt idx="10130">
                  <c:v>0</c:v>
                </c:pt>
                <c:pt idx="10131">
                  <c:v>0</c:v>
                </c:pt>
                <c:pt idx="10132">
                  <c:v>0</c:v>
                </c:pt>
                <c:pt idx="10133">
                  <c:v>0</c:v>
                </c:pt>
                <c:pt idx="10134">
                  <c:v>0</c:v>
                </c:pt>
                <c:pt idx="10135">
                  <c:v>0</c:v>
                </c:pt>
                <c:pt idx="10136">
                  <c:v>0</c:v>
                </c:pt>
                <c:pt idx="10137">
                  <c:v>0</c:v>
                </c:pt>
                <c:pt idx="10138">
                  <c:v>0</c:v>
                </c:pt>
                <c:pt idx="10139">
                  <c:v>0</c:v>
                </c:pt>
                <c:pt idx="10140">
                  <c:v>0</c:v>
                </c:pt>
                <c:pt idx="10141">
                  <c:v>0</c:v>
                </c:pt>
                <c:pt idx="10142">
                  <c:v>0</c:v>
                </c:pt>
                <c:pt idx="10143">
                  <c:v>0</c:v>
                </c:pt>
                <c:pt idx="10144">
                  <c:v>0</c:v>
                </c:pt>
                <c:pt idx="10145">
                  <c:v>0</c:v>
                </c:pt>
                <c:pt idx="10146">
                  <c:v>0</c:v>
                </c:pt>
                <c:pt idx="10147">
                  <c:v>0</c:v>
                </c:pt>
                <c:pt idx="10148">
                  <c:v>0</c:v>
                </c:pt>
                <c:pt idx="10149">
                  <c:v>0</c:v>
                </c:pt>
                <c:pt idx="10150">
                  <c:v>0</c:v>
                </c:pt>
                <c:pt idx="10151">
                  <c:v>0</c:v>
                </c:pt>
                <c:pt idx="10152">
                  <c:v>0</c:v>
                </c:pt>
                <c:pt idx="10153">
                  <c:v>0</c:v>
                </c:pt>
                <c:pt idx="10154">
                  <c:v>0</c:v>
                </c:pt>
                <c:pt idx="10155">
                  <c:v>0</c:v>
                </c:pt>
                <c:pt idx="10156">
                  <c:v>0</c:v>
                </c:pt>
                <c:pt idx="10157">
                  <c:v>0</c:v>
                </c:pt>
                <c:pt idx="10158">
                  <c:v>0</c:v>
                </c:pt>
                <c:pt idx="10159">
                  <c:v>0</c:v>
                </c:pt>
                <c:pt idx="10160">
                  <c:v>0</c:v>
                </c:pt>
                <c:pt idx="10161">
                  <c:v>0</c:v>
                </c:pt>
                <c:pt idx="10162">
                  <c:v>0</c:v>
                </c:pt>
                <c:pt idx="10163">
                  <c:v>0</c:v>
                </c:pt>
                <c:pt idx="10164">
                  <c:v>0</c:v>
                </c:pt>
                <c:pt idx="10165">
                  <c:v>0</c:v>
                </c:pt>
                <c:pt idx="10166">
                  <c:v>0</c:v>
                </c:pt>
                <c:pt idx="10167">
                  <c:v>0</c:v>
                </c:pt>
                <c:pt idx="10168">
                  <c:v>0</c:v>
                </c:pt>
                <c:pt idx="10169">
                  <c:v>0</c:v>
                </c:pt>
                <c:pt idx="10170">
                  <c:v>0</c:v>
                </c:pt>
                <c:pt idx="10171">
                  <c:v>0</c:v>
                </c:pt>
                <c:pt idx="10172">
                  <c:v>0</c:v>
                </c:pt>
                <c:pt idx="10173">
                  <c:v>0</c:v>
                </c:pt>
                <c:pt idx="10174">
                  <c:v>0</c:v>
                </c:pt>
                <c:pt idx="10175">
                  <c:v>0</c:v>
                </c:pt>
                <c:pt idx="10176">
                  <c:v>0</c:v>
                </c:pt>
                <c:pt idx="10177">
                  <c:v>0</c:v>
                </c:pt>
                <c:pt idx="10178">
                  <c:v>0</c:v>
                </c:pt>
                <c:pt idx="10179">
                  <c:v>0</c:v>
                </c:pt>
                <c:pt idx="10180">
                  <c:v>0</c:v>
                </c:pt>
                <c:pt idx="10181">
                  <c:v>0</c:v>
                </c:pt>
                <c:pt idx="10182">
                  <c:v>0</c:v>
                </c:pt>
                <c:pt idx="10183">
                  <c:v>0</c:v>
                </c:pt>
                <c:pt idx="10184">
                  <c:v>0</c:v>
                </c:pt>
                <c:pt idx="10185">
                  <c:v>0</c:v>
                </c:pt>
                <c:pt idx="10186">
                  <c:v>0</c:v>
                </c:pt>
                <c:pt idx="10187">
                  <c:v>0</c:v>
                </c:pt>
                <c:pt idx="10188">
                  <c:v>0</c:v>
                </c:pt>
                <c:pt idx="10189">
                  <c:v>0</c:v>
                </c:pt>
                <c:pt idx="10190">
                  <c:v>0</c:v>
                </c:pt>
                <c:pt idx="10191">
                  <c:v>0</c:v>
                </c:pt>
                <c:pt idx="10192">
                  <c:v>0</c:v>
                </c:pt>
                <c:pt idx="10193">
                  <c:v>0</c:v>
                </c:pt>
                <c:pt idx="10194">
                  <c:v>0</c:v>
                </c:pt>
                <c:pt idx="10195">
                  <c:v>0</c:v>
                </c:pt>
                <c:pt idx="10196">
                  <c:v>0</c:v>
                </c:pt>
                <c:pt idx="10197">
                  <c:v>0</c:v>
                </c:pt>
                <c:pt idx="10198">
                  <c:v>0</c:v>
                </c:pt>
                <c:pt idx="10199">
                  <c:v>0</c:v>
                </c:pt>
                <c:pt idx="10200">
                  <c:v>0</c:v>
                </c:pt>
                <c:pt idx="10201">
                  <c:v>0</c:v>
                </c:pt>
                <c:pt idx="10202">
                  <c:v>0</c:v>
                </c:pt>
                <c:pt idx="10203">
                  <c:v>0</c:v>
                </c:pt>
                <c:pt idx="10204">
                  <c:v>0</c:v>
                </c:pt>
                <c:pt idx="10205">
                  <c:v>0</c:v>
                </c:pt>
                <c:pt idx="10206">
                  <c:v>0</c:v>
                </c:pt>
                <c:pt idx="10207">
                  <c:v>0</c:v>
                </c:pt>
                <c:pt idx="10208">
                  <c:v>0</c:v>
                </c:pt>
                <c:pt idx="10209">
                  <c:v>0</c:v>
                </c:pt>
                <c:pt idx="10210">
                  <c:v>0</c:v>
                </c:pt>
                <c:pt idx="10211">
                  <c:v>0</c:v>
                </c:pt>
                <c:pt idx="10212">
                  <c:v>0</c:v>
                </c:pt>
                <c:pt idx="10213">
                  <c:v>0</c:v>
                </c:pt>
                <c:pt idx="10214">
                  <c:v>0</c:v>
                </c:pt>
                <c:pt idx="10215">
                  <c:v>0</c:v>
                </c:pt>
                <c:pt idx="10216">
                  <c:v>0</c:v>
                </c:pt>
                <c:pt idx="10217">
                  <c:v>0</c:v>
                </c:pt>
                <c:pt idx="10218">
                  <c:v>0</c:v>
                </c:pt>
                <c:pt idx="10219">
                  <c:v>0</c:v>
                </c:pt>
                <c:pt idx="10220">
                  <c:v>0</c:v>
                </c:pt>
                <c:pt idx="10221">
                  <c:v>0</c:v>
                </c:pt>
                <c:pt idx="10222">
                  <c:v>0</c:v>
                </c:pt>
                <c:pt idx="10223">
                  <c:v>0</c:v>
                </c:pt>
                <c:pt idx="10224">
                  <c:v>0</c:v>
                </c:pt>
                <c:pt idx="10225">
                  <c:v>0</c:v>
                </c:pt>
                <c:pt idx="10226">
                  <c:v>0</c:v>
                </c:pt>
                <c:pt idx="10227">
                  <c:v>0</c:v>
                </c:pt>
                <c:pt idx="10228">
                  <c:v>0</c:v>
                </c:pt>
                <c:pt idx="10229">
                  <c:v>0</c:v>
                </c:pt>
                <c:pt idx="10230">
                  <c:v>0</c:v>
                </c:pt>
                <c:pt idx="10231">
                  <c:v>0</c:v>
                </c:pt>
                <c:pt idx="10232">
                  <c:v>0</c:v>
                </c:pt>
                <c:pt idx="10233">
                  <c:v>0</c:v>
                </c:pt>
                <c:pt idx="10234">
                  <c:v>0</c:v>
                </c:pt>
                <c:pt idx="10235">
                  <c:v>0</c:v>
                </c:pt>
                <c:pt idx="10236">
                  <c:v>0</c:v>
                </c:pt>
                <c:pt idx="10237">
                  <c:v>0</c:v>
                </c:pt>
                <c:pt idx="10238">
                  <c:v>0</c:v>
                </c:pt>
                <c:pt idx="10239">
                  <c:v>0</c:v>
                </c:pt>
                <c:pt idx="10240">
                  <c:v>0</c:v>
                </c:pt>
                <c:pt idx="10241">
                  <c:v>0</c:v>
                </c:pt>
                <c:pt idx="10242">
                  <c:v>0</c:v>
                </c:pt>
                <c:pt idx="10243">
                  <c:v>0</c:v>
                </c:pt>
                <c:pt idx="10244">
                  <c:v>0</c:v>
                </c:pt>
                <c:pt idx="10245">
                  <c:v>0</c:v>
                </c:pt>
                <c:pt idx="10246">
                  <c:v>0</c:v>
                </c:pt>
                <c:pt idx="10247">
                  <c:v>0</c:v>
                </c:pt>
                <c:pt idx="10248">
                  <c:v>0</c:v>
                </c:pt>
                <c:pt idx="10249">
                  <c:v>0</c:v>
                </c:pt>
                <c:pt idx="10250">
                  <c:v>0</c:v>
                </c:pt>
                <c:pt idx="10251">
                  <c:v>0</c:v>
                </c:pt>
                <c:pt idx="10252">
                  <c:v>0</c:v>
                </c:pt>
                <c:pt idx="10253">
                  <c:v>0</c:v>
                </c:pt>
                <c:pt idx="10254">
                  <c:v>0</c:v>
                </c:pt>
                <c:pt idx="10255">
                  <c:v>0</c:v>
                </c:pt>
                <c:pt idx="10256">
                  <c:v>0</c:v>
                </c:pt>
                <c:pt idx="10257">
                  <c:v>0</c:v>
                </c:pt>
                <c:pt idx="10258">
                  <c:v>0</c:v>
                </c:pt>
                <c:pt idx="10259">
                  <c:v>0</c:v>
                </c:pt>
                <c:pt idx="10260">
                  <c:v>0</c:v>
                </c:pt>
                <c:pt idx="10261">
                  <c:v>0</c:v>
                </c:pt>
                <c:pt idx="10262">
                  <c:v>0</c:v>
                </c:pt>
                <c:pt idx="10263">
                  <c:v>0</c:v>
                </c:pt>
                <c:pt idx="10264">
                  <c:v>0</c:v>
                </c:pt>
                <c:pt idx="10265">
                  <c:v>0</c:v>
                </c:pt>
                <c:pt idx="10266">
                  <c:v>0</c:v>
                </c:pt>
                <c:pt idx="10267">
                  <c:v>0</c:v>
                </c:pt>
                <c:pt idx="10268">
                  <c:v>0</c:v>
                </c:pt>
                <c:pt idx="10269">
                  <c:v>0</c:v>
                </c:pt>
                <c:pt idx="10270">
                  <c:v>0</c:v>
                </c:pt>
                <c:pt idx="10271">
                  <c:v>0</c:v>
                </c:pt>
                <c:pt idx="10272">
                  <c:v>0</c:v>
                </c:pt>
                <c:pt idx="10273">
                  <c:v>0</c:v>
                </c:pt>
                <c:pt idx="10274">
                  <c:v>0</c:v>
                </c:pt>
                <c:pt idx="10275">
                  <c:v>0</c:v>
                </c:pt>
                <c:pt idx="10276">
                  <c:v>0</c:v>
                </c:pt>
                <c:pt idx="10277">
                  <c:v>0</c:v>
                </c:pt>
                <c:pt idx="10278">
                  <c:v>0</c:v>
                </c:pt>
                <c:pt idx="10279">
                  <c:v>0</c:v>
                </c:pt>
                <c:pt idx="10280">
                  <c:v>0</c:v>
                </c:pt>
                <c:pt idx="10281">
                  <c:v>0</c:v>
                </c:pt>
                <c:pt idx="10282">
                  <c:v>0</c:v>
                </c:pt>
                <c:pt idx="10283">
                  <c:v>0</c:v>
                </c:pt>
                <c:pt idx="10284">
                  <c:v>0</c:v>
                </c:pt>
                <c:pt idx="10285">
                  <c:v>0</c:v>
                </c:pt>
                <c:pt idx="10286">
                  <c:v>0</c:v>
                </c:pt>
                <c:pt idx="10287">
                  <c:v>0</c:v>
                </c:pt>
                <c:pt idx="10288">
                  <c:v>0</c:v>
                </c:pt>
                <c:pt idx="10289">
                  <c:v>0</c:v>
                </c:pt>
                <c:pt idx="10290">
                  <c:v>0</c:v>
                </c:pt>
                <c:pt idx="10291">
                  <c:v>0</c:v>
                </c:pt>
                <c:pt idx="10292">
                  <c:v>0</c:v>
                </c:pt>
                <c:pt idx="10293">
                  <c:v>0</c:v>
                </c:pt>
                <c:pt idx="10294">
                  <c:v>0</c:v>
                </c:pt>
                <c:pt idx="10295">
                  <c:v>0</c:v>
                </c:pt>
                <c:pt idx="10296">
                  <c:v>0</c:v>
                </c:pt>
                <c:pt idx="10297">
                  <c:v>0</c:v>
                </c:pt>
                <c:pt idx="10298">
                  <c:v>0</c:v>
                </c:pt>
                <c:pt idx="10299">
                  <c:v>0</c:v>
                </c:pt>
                <c:pt idx="10300">
                  <c:v>0</c:v>
                </c:pt>
                <c:pt idx="10301">
                  <c:v>0</c:v>
                </c:pt>
                <c:pt idx="10302">
                  <c:v>0</c:v>
                </c:pt>
                <c:pt idx="10303">
                  <c:v>0</c:v>
                </c:pt>
                <c:pt idx="10304">
                  <c:v>0</c:v>
                </c:pt>
                <c:pt idx="10305">
                  <c:v>0</c:v>
                </c:pt>
                <c:pt idx="10306">
                  <c:v>0</c:v>
                </c:pt>
                <c:pt idx="10307">
                  <c:v>0</c:v>
                </c:pt>
                <c:pt idx="10308">
                  <c:v>0</c:v>
                </c:pt>
                <c:pt idx="10309">
                  <c:v>0</c:v>
                </c:pt>
                <c:pt idx="10310">
                  <c:v>0</c:v>
                </c:pt>
                <c:pt idx="10311">
                  <c:v>0</c:v>
                </c:pt>
                <c:pt idx="10312">
                  <c:v>0</c:v>
                </c:pt>
                <c:pt idx="10313">
                  <c:v>0</c:v>
                </c:pt>
                <c:pt idx="10314">
                  <c:v>0</c:v>
                </c:pt>
                <c:pt idx="10315">
                  <c:v>0</c:v>
                </c:pt>
                <c:pt idx="10316">
                  <c:v>0</c:v>
                </c:pt>
                <c:pt idx="10317">
                  <c:v>0</c:v>
                </c:pt>
                <c:pt idx="10318">
                  <c:v>0</c:v>
                </c:pt>
                <c:pt idx="10319">
                  <c:v>0</c:v>
                </c:pt>
                <c:pt idx="10320">
                  <c:v>0</c:v>
                </c:pt>
                <c:pt idx="10321">
                  <c:v>0</c:v>
                </c:pt>
                <c:pt idx="10322">
                  <c:v>0</c:v>
                </c:pt>
                <c:pt idx="10323">
                  <c:v>0</c:v>
                </c:pt>
                <c:pt idx="10324">
                  <c:v>0</c:v>
                </c:pt>
                <c:pt idx="10325">
                  <c:v>0</c:v>
                </c:pt>
                <c:pt idx="10326">
                  <c:v>0</c:v>
                </c:pt>
                <c:pt idx="10327">
                  <c:v>0</c:v>
                </c:pt>
                <c:pt idx="10328">
                  <c:v>0</c:v>
                </c:pt>
                <c:pt idx="10329">
                  <c:v>0</c:v>
                </c:pt>
                <c:pt idx="10330">
                  <c:v>0</c:v>
                </c:pt>
                <c:pt idx="10331">
                  <c:v>0</c:v>
                </c:pt>
                <c:pt idx="10332">
                  <c:v>0</c:v>
                </c:pt>
                <c:pt idx="10333">
                  <c:v>0</c:v>
                </c:pt>
                <c:pt idx="10334">
                  <c:v>0</c:v>
                </c:pt>
                <c:pt idx="10335">
                  <c:v>0</c:v>
                </c:pt>
                <c:pt idx="10336">
                  <c:v>0</c:v>
                </c:pt>
                <c:pt idx="10337">
                  <c:v>0</c:v>
                </c:pt>
                <c:pt idx="10338">
                  <c:v>0</c:v>
                </c:pt>
                <c:pt idx="10339">
                  <c:v>0</c:v>
                </c:pt>
                <c:pt idx="10340">
                  <c:v>0</c:v>
                </c:pt>
                <c:pt idx="10341">
                  <c:v>0</c:v>
                </c:pt>
                <c:pt idx="10342">
                  <c:v>0</c:v>
                </c:pt>
                <c:pt idx="10343">
                  <c:v>0</c:v>
                </c:pt>
                <c:pt idx="10344">
                  <c:v>0</c:v>
                </c:pt>
                <c:pt idx="10345">
                  <c:v>0</c:v>
                </c:pt>
                <c:pt idx="10346">
                  <c:v>0</c:v>
                </c:pt>
                <c:pt idx="10347">
                  <c:v>0</c:v>
                </c:pt>
                <c:pt idx="10348">
                  <c:v>0</c:v>
                </c:pt>
                <c:pt idx="10349">
                  <c:v>0</c:v>
                </c:pt>
                <c:pt idx="10350">
                  <c:v>0</c:v>
                </c:pt>
                <c:pt idx="10351">
                  <c:v>0</c:v>
                </c:pt>
                <c:pt idx="10352">
                  <c:v>0</c:v>
                </c:pt>
                <c:pt idx="10353">
                  <c:v>0</c:v>
                </c:pt>
                <c:pt idx="10354">
                  <c:v>0</c:v>
                </c:pt>
                <c:pt idx="10355">
                  <c:v>0</c:v>
                </c:pt>
                <c:pt idx="10356">
                  <c:v>0</c:v>
                </c:pt>
                <c:pt idx="10357">
                  <c:v>0</c:v>
                </c:pt>
                <c:pt idx="10358">
                  <c:v>0</c:v>
                </c:pt>
                <c:pt idx="10359">
                  <c:v>0</c:v>
                </c:pt>
                <c:pt idx="10360">
                  <c:v>0</c:v>
                </c:pt>
                <c:pt idx="10361">
                  <c:v>0</c:v>
                </c:pt>
                <c:pt idx="10362">
                  <c:v>0</c:v>
                </c:pt>
                <c:pt idx="10363">
                  <c:v>0</c:v>
                </c:pt>
                <c:pt idx="10364">
                  <c:v>0</c:v>
                </c:pt>
                <c:pt idx="10365">
                  <c:v>0</c:v>
                </c:pt>
                <c:pt idx="10366">
                  <c:v>0</c:v>
                </c:pt>
                <c:pt idx="10367">
                  <c:v>0</c:v>
                </c:pt>
                <c:pt idx="10368">
                  <c:v>0</c:v>
                </c:pt>
                <c:pt idx="10369">
                  <c:v>0</c:v>
                </c:pt>
                <c:pt idx="10370">
                  <c:v>0</c:v>
                </c:pt>
                <c:pt idx="10371">
                  <c:v>0</c:v>
                </c:pt>
                <c:pt idx="10372">
                  <c:v>0</c:v>
                </c:pt>
                <c:pt idx="10373">
                  <c:v>0</c:v>
                </c:pt>
                <c:pt idx="10374">
                  <c:v>0</c:v>
                </c:pt>
                <c:pt idx="10375">
                  <c:v>0</c:v>
                </c:pt>
                <c:pt idx="10376">
                  <c:v>0</c:v>
                </c:pt>
                <c:pt idx="10377">
                  <c:v>0</c:v>
                </c:pt>
                <c:pt idx="10378">
                  <c:v>0</c:v>
                </c:pt>
                <c:pt idx="10379">
                  <c:v>0</c:v>
                </c:pt>
                <c:pt idx="10380">
                  <c:v>0</c:v>
                </c:pt>
                <c:pt idx="10381">
                  <c:v>0</c:v>
                </c:pt>
                <c:pt idx="10382">
                  <c:v>0</c:v>
                </c:pt>
                <c:pt idx="10383">
                  <c:v>0</c:v>
                </c:pt>
                <c:pt idx="10384">
                  <c:v>0</c:v>
                </c:pt>
                <c:pt idx="10385">
                  <c:v>0</c:v>
                </c:pt>
                <c:pt idx="10386">
                  <c:v>0</c:v>
                </c:pt>
                <c:pt idx="10387">
                  <c:v>0</c:v>
                </c:pt>
                <c:pt idx="10388">
                  <c:v>0</c:v>
                </c:pt>
                <c:pt idx="10389">
                  <c:v>0</c:v>
                </c:pt>
                <c:pt idx="10390">
                  <c:v>0</c:v>
                </c:pt>
                <c:pt idx="10391">
                  <c:v>0</c:v>
                </c:pt>
                <c:pt idx="10392">
                  <c:v>0</c:v>
                </c:pt>
                <c:pt idx="10393">
                  <c:v>0</c:v>
                </c:pt>
                <c:pt idx="10394">
                  <c:v>0</c:v>
                </c:pt>
                <c:pt idx="10395">
                  <c:v>0</c:v>
                </c:pt>
                <c:pt idx="10396">
                  <c:v>0</c:v>
                </c:pt>
                <c:pt idx="10397">
                  <c:v>0</c:v>
                </c:pt>
                <c:pt idx="10398">
                  <c:v>0</c:v>
                </c:pt>
                <c:pt idx="10399">
                  <c:v>0</c:v>
                </c:pt>
                <c:pt idx="10400">
                  <c:v>0</c:v>
                </c:pt>
                <c:pt idx="10401">
                  <c:v>0</c:v>
                </c:pt>
                <c:pt idx="10402">
                  <c:v>0</c:v>
                </c:pt>
                <c:pt idx="10403">
                  <c:v>0</c:v>
                </c:pt>
                <c:pt idx="10404">
                  <c:v>0</c:v>
                </c:pt>
                <c:pt idx="10405">
                  <c:v>0</c:v>
                </c:pt>
                <c:pt idx="10406">
                  <c:v>0</c:v>
                </c:pt>
                <c:pt idx="10407">
                  <c:v>0</c:v>
                </c:pt>
                <c:pt idx="10408">
                  <c:v>0</c:v>
                </c:pt>
                <c:pt idx="10409">
                  <c:v>0</c:v>
                </c:pt>
                <c:pt idx="10410">
                  <c:v>0</c:v>
                </c:pt>
                <c:pt idx="10411">
                  <c:v>0</c:v>
                </c:pt>
                <c:pt idx="10412">
                  <c:v>0</c:v>
                </c:pt>
                <c:pt idx="10413">
                  <c:v>0</c:v>
                </c:pt>
                <c:pt idx="10414">
                  <c:v>0</c:v>
                </c:pt>
                <c:pt idx="10415">
                  <c:v>0</c:v>
                </c:pt>
                <c:pt idx="10416">
                  <c:v>0</c:v>
                </c:pt>
                <c:pt idx="10417">
                  <c:v>0</c:v>
                </c:pt>
                <c:pt idx="10418">
                  <c:v>0</c:v>
                </c:pt>
                <c:pt idx="10419">
                  <c:v>0</c:v>
                </c:pt>
                <c:pt idx="10420">
                  <c:v>0</c:v>
                </c:pt>
                <c:pt idx="10421">
                  <c:v>0</c:v>
                </c:pt>
                <c:pt idx="10422">
                  <c:v>0</c:v>
                </c:pt>
                <c:pt idx="10423">
                  <c:v>0</c:v>
                </c:pt>
                <c:pt idx="10424">
                  <c:v>0</c:v>
                </c:pt>
                <c:pt idx="10425">
                  <c:v>0</c:v>
                </c:pt>
                <c:pt idx="10426">
                  <c:v>0</c:v>
                </c:pt>
                <c:pt idx="10427">
                  <c:v>0</c:v>
                </c:pt>
                <c:pt idx="10428">
                  <c:v>0</c:v>
                </c:pt>
                <c:pt idx="10429">
                  <c:v>0</c:v>
                </c:pt>
                <c:pt idx="10430">
                  <c:v>0</c:v>
                </c:pt>
                <c:pt idx="10431">
                  <c:v>0</c:v>
                </c:pt>
                <c:pt idx="10432">
                  <c:v>0</c:v>
                </c:pt>
                <c:pt idx="10433">
                  <c:v>0</c:v>
                </c:pt>
                <c:pt idx="10434">
                  <c:v>0</c:v>
                </c:pt>
                <c:pt idx="10435">
                  <c:v>0</c:v>
                </c:pt>
                <c:pt idx="10436">
                  <c:v>0</c:v>
                </c:pt>
                <c:pt idx="10437">
                  <c:v>0</c:v>
                </c:pt>
                <c:pt idx="10438">
                  <c:v>0</c:v>
                </c:pt>
                <c:pt idx="10439">
                  <c:v>0</c:v>
                </c:pt>
                <c:pt idx="10440">
                  <c:v>0</c:v>
                </c:pt>
                <c:pt idx="10441">
                  <c:v>0</c:v>
                </c:pt>
                <c:pt idx="10442">
                  <c:v>0</c:v>
                </c:pt>
                <c:pt idx="10443">
                  <c:v>0</c:v>
                </c:pt>
                <c:pt idx="10444">
                  <c:v>0</c:v>
                </c:pt>
                <c:pt idx="10445">
                  <c:v>0</c:v>
                </c:pt>
                <c:pt idx="10446">
                  <c:v>0</c:v>
                </c:pt>
                <c:pt idx="10447">
                  <c:v>0</c:v>
                </c:pt>
                <c:pt idx="10448">
                  <c:v>0</c:v>
                </c:pt>
                <c:pt idx="10449">
                  <c:v>0</c:v>
                </c:pt>
                <c:pt idx="10450">
                  <c:v>0</c:v>
                </c:pt>
                <c:pt idx="10451">
                  <c:v>0</c:v>
                </c:pt>
                <c:pt idx="10452">
                  <c:v>0</c:v>
                </c:pt>
                <c:pt idx="10453">
                  <c:v>0</c:v>
                </c:pt>
                <c:pt idx="10454">
                  <c:v>0</c:v>
                </c:pt>
                <c:pt idx="10455">
                  <c:v>0</c:v>
                </c:pt>
                <c:pt idx="10456">
                  <c:v>0</c:v>
                </c:pt>
                <c:pt idx="10457">
                  <c:v>0</c:v>
                </c:pt>
                <c:pt idx="10458">
                  <c:v>0</c:v>
                </c:pt>
                <c:pt idx="10459">
                  <c:v>0</c:v>
                </c:pt>
                <c:pt idx="10460">
                  <c:v>0</c:v>
                </c:pt>
                <c:pt idx="10461">
                  <c:v>0</c:v>
                </c:pt>
                <c:pt idx="10462">
                  <c:v>0</c:v>
                </c:pt>
                <c:pt idx="10463">
                  <c:v>0</c:v>
                </c:pt>
                <c:pt idx="10464">
                  <c:v>0</c:v>
                </c:pt>
                <c:pt idx="10465">
                  <c:v>0</c:v>
                </c:pt>
                <c:pt idx="10466">
                  <c:v>0</c:v>
                </c:pt>
                <c:pt idx="10467">
                  <c:v>0</c:v>
                </c:pt>
                <c:pt idx="10468">
                  <c:v>0</c:v>
                </c:pt>
                <c:pt idx="10469">
                  <c:v>0</c:v>
                </c:pt>
                <c:pt idx="10470">
                  <c:v>0</c:v>
                </c:pt>
                <c:pt idx="10471">
                  <c:v>0</c:v>
                </c:pt>
                <c:pt idx="10472">
                  <c:v>0</c:v>
                </c:pt>
                <c:pt idx="10473">
                  <c:v>0</c:v>
                </c:pt>
                <c:pt idx="10474">
                  <c:v>0</c:v>
                </c:pt>
                <c:pt idx="10475">
                  <c:v>0</c:v>
                </c:pt>
                <c:pt idx="10476">
                  <c:v>0</c:v>
                </c:pt>
                <c:pt idx="10477">
                  <c:v>0</c:v>
                </c:pt>
                <c:pt idx="10478">
                  <c:v>0</c:v>
                </c:pt>
                <c:pt idx="10479">
                  <c:v>0</c:v>
                </c:pt>
                <c:pt idx="10480">
                  <c:v>0</c:v>
                </c:pt>
                <c:pt idx="10481">
                  <c:v>0</c:v>
                </c:pt>
                <c:pt idx="10482">
                  <c:v>0</c:v>
                </c:pt>
                <c:pt idx="10483">
                  <c:v>0</c:v>
                </c:pt>
                <c:pt idx="10484">
                  <c:v>0</c:v>
                </c:pt>
                <c:pt idx="10485">
                  <c:v>0</c:v>
                </c:pt>
                <c:pt idx="10486">
                  <c:v>0</c:v>
                </c:pt>
                <c:pt idx="10487">
                  <c:v>0</c:v>
                </c:pt>
                <c:pt idx="10488">
                  <c:v>0</c:v>
                </c:pt>
                <c:pt idx="10489">
                  <c:v>0</c:v>
                </c:pt>
                <c:pt idx="10490">
                  <c:v>0</c:v>
                </c:pt>
                <c:pt idx="10491">
                  <c:v>0</c:v>
                </c:pt>
                <c:pt idx="10492">
                  <c:v>0</c:v>
                </c:pt>
                <c:pt idx="10493">
                  <c:v>0</c:v>
                </c:pt>
                <c:pt idx="10494">
                  <c:v>0</c:v>
                </c:pt>
                <c:pt idx="10495">
                  <c:v>0</c:v>
                </c:pt>
                <c:pt idx="10496">
                  <c:v>0</c:v>
                </c:pt>
                <c:pt idx="10497">
                  <c:v>0</c:v>
                </c:pt>
                <c:pt idx="10498">
                  <c:v>0</c:v>
                </c:pt>
                <c:pt idx="10499">
                  <c:v>0</c:v>
                </c:pt>
                <c:pt idx="10500">
                  <c:v>0</c:v>
                </c:pt>
                <c:pt idx="10501">
                  <c:v>0</c:v>
                </c:pt>
                <c:pt idx="10502">
                  <c:v>0</c:v>
                </c:pt>
                <c:pt idx="10503">
                  <c:v>0</c:v>
                </c:pt>
                <c:pt idx="10504">
                  <c:v>0</c:v>
                </c:pt>
                <c:pt idx="10505">
                  <c:v>0</c:v>
                </c:pt>
                <c:pt idx="10506">
                  <c:v>0</c:v>
                </c:pt>
                <c:pt idx="10507">
                  <c:v>0</c:v>
                </c:pt>
                <c:pt idx="10508">
                  <c:v>0</c:v>
                </c:pt>
                <c:pt idx="10509">
                  <c:v>0</c:v>
                </c:pt>
                <c:pt idx="10510">
                  <c:v>0</c:v>
                </c:pt>
                <c:pt idx="10511">
                  <c:v>0</c:v>
                </c:pt>
                <c:pt idx="10512">
                  <c:v>0</c:v>
                </c:pt>
                <c:pt idx="10513">
                  <c:v>0</c:v>
                </c:pt>
                <c:pt idx="10514">
                  <c:v>0</c:v>
                </c:pt>
                <c:pt idx="10515">
                  <c:v>0</c:v>
                </c:pt>
                <c:pt idx="10516">
                  <c:v>0</c:v>
                </c:pt>
                <c:pt idx="10517">
                  <c:v>0</c:v>
                </c:pt>
                <c:pt idx="10518">
                  <c:v>0</c:v>
                </c:pt>
                <c:pt idx="10519">
                  <c:v>0</c:v>
                </c:pt>
                <c:pt idx="10520">
                  <c:v>0</c:v>
                </c:pt>
                <c:pt idx="10521">
                  <c:v>0</c:v>
                </c:pt>
                <c:pt idx="10522">
                  <c:v>0</c:v>
                </c:pt>
                <c:pt idx="10523">
                  <c:v>0</c:v>
                </c:pt>
                <c:pt idx="10524">
                  <c:v>0</c:v>
                </c:pt>
                <c:pt idx="10525">
                  <c:v>0</c:v>
                </c:pt>
                <c:pt idx="10526">
                  <c:v>0</c:v>
                </c:pt>
                <c:pt idx="10527">
                  <c:v>0</c:v>
                </c:pt>
                <c:pt idx="10528">
                  <c:v>0</c:v>
                </c:pt>
                <c:pt idx="10529">
                  <c:v>0</c:v>
                </c:pt>
                <c:pt idx="10530">
                  <c:v>0</c:v>
                </c:pt>
                <c:pt idx="10531">
                  <c:v>0</c:v>
                </c:pt>
                <c:pt idx="10532">
                  <c:v>0</c:v>
                </c:pt>
                <c:pt idx="10533">
                  <c:v>0</c:v>
                </c:pt>
                <c:pt idx="10534">
                  <c:v>0</c:v>
                </c:pt>
                <c:pt idx="10535">
                  <c:v>0</c:v>
                </c:pt>
                <c:pt idx="10536">
                  <c:v>0</c:v>
                </c:pt>
                <c:pt idx="10537">
                  <c:v>0</c:v>
                </c:pt>
                <c:pt idx="10538">
                  <c:v>0</c:v>
                </c:pt>
                <c:pt idx="10539">
                  <c:v>0</c:v>
                </c:pt>
                <c:pt idx="10540">
                  <c:v>0</c:v>
                </c:pt>
                <c:pt idx="10541">
                  <c:v>0</c:v>
                </c:pt>
                <c:pt idx="10542">
                  <c:v>0</c:v>
                </c:pt>
                <c:pt idx="10543">
                  <c:v>0</c:v>
                </c:pt>
                <c:pt idx="10544">
                  <c:v>0</c:v>
                </c:pt>
                <c:pt idx="10545">
                  <c:v>0</c:v>
                </c:pt>
                <c:pt idx="10546">
                  <c:v>0</c:v>
                </c:pt>
                <c:pt idx="10547">
                  <c:v>0</c:v>
                </c:pt>
                <c:pt idx="10548">
                  <c:v>0</c:v>
                </c:pt>
                <c:pt idx="10549">
                  <c:v>0</c:v>
                </c:pt>
                <c:pt idx="10550">
                  <c:v>0</c:v>
                </c:pt>
                <c:pt idx="10551">
                  <c:v>0</c:v>
                </c:pt>
                <c:pt idx="10552">
                  <c:v>0</c:v>
                </c:pt>
                <c:pt idx="10553">
                  <c:v>0</c:v>
                </c:pt>
                <c:pt idx="10554">
                  <c:v>0</c:v>
                </c:pt>
                <c:pt idx="10555">
                  <c:v>0</c:v>
                </c:pt>
                <c:pt idx="10556">
                  <c:v>0</c:v>
                </c:pt>
                <c:pt idx="10557">
                  <c:v>0</c:v>
                </c:pt>
                <c:pt idx="10558">
                  <c:v>0</c:v>
                </c:pt>
                <c:pt idx="10559">
                  <c:v>0</c:v>
                </c:pt>
                <c:pt idx="10560">
                  <c:v>0</c:v>
                </c:pt>
                <c:pt idx="10561">
                  <c:v>0</c:v>
                </c:pt>
                <c:pt idx="10562">
                  <c:v>0</c:v>
                </c:pt>
                <c:pt idx="10563">
                  <c:v>0</c:v>
                </c:pt>
                <c:pt idx="10564">
                  <c:v>0</c:v>
                </c:pt>
                <c:pt idx="10565">
                  <c:v>0</c:v>
                </c:pt>
                <c:pt idx="10566">
                  <c:v>0</c:v>
                </c:pt>
                <c:pt idx="10567">
                  <c:v>0</c:v>
                </c:pt>
                <c:pt idx="10568">
                  <c:v>0</c:v>
                </c:pt>
                <c:pt idx="10569">
                  <c:v>0</c:v>
                </c:pt>
                <c:pt idx="10570">
                  <c:v>0</c:v>
                </c:pt>
                <c:pt idx="10571">
                  <c:v>0</c:v>
                </c:pt>
                <c:pt idx="10572">
                  <c:v>0</c:v>
                </c:pt>
                <c:pt idx="10573">
                  <c:v>0</c:v>
                </c:pt>
                <c:pt idx="10574">
                  <c:v>0</c:v>
                </c:pt>
                <c:pt idx="10575">
                  <c:v>0</c:v>
                </c:pt>
                <c:pt idx="10576">
                  <c:v>0</c:v>
                </c:pt>
                <c:pt idx="10577">
                  <c:v>0</c:v>
                </c:pt>
                <c:pt idx="10578">
                  <c:v>0</c:v>
                </c:pt>
                <c:pt idx="10579">
                  <c:v>0</c:v>
                </c:pt>
                <c:pt idx="10580">
                  <c:v>0</c:v>
                </c:pt>
                <c:pt idx="10581">
                  <c:v>0</c:v>
                </c:pt>
                <c:pt idx="10582">
                  <c:v>0</c:v>
                </c:pt>
                <c:pt idx="10583">
                  <c:v>0</c:v>
                </c:pt>
                <c:pt idx="10584">
                  <c:v>0</c:v>
                </c:pt>
                <c:pt idx="10585">
                  <c:v>0</c:v>
                </c:pt>
                <c:pt idx="10586">
                  <c:v>0</c:v>
                </c:pt>
                <c:pt idx="10587">
                  <c:v>0</c:v>
                </c:pt>
                <c:pt idx="10588">
                  <c:v>0</c:v>
                </c:pt>
                <c:pt idx="10589">
                  <c:v>0</c:v>
                </c:pt>
                <c:pt idx="10590">
                  <c:v>0</c:v>
                </c:pt>
                <c:pt idx="10591">
                  <c:v>0</c:v>
                </c:pt>
                <c:pt idx="10592">
                  <c:v>0</c:v>
                </c:pt>
                <c:pt idx="10593">
                  <c:v>0</c:v>
                </c:pt>
                <c:pt idx="10594">
                  <c:v>0</c:v>
                </c:pt>
                <c:pt idx="10595">
                  <c:v>0</c:v>
                </c:pt>
                <c:pt idx="10596">
                  <c:v>0</c:v>
                </c:pt>
                <c:pt idx="10597">
                  <c:v>0</c:v>
                </c:pt>
                <c:pt idx="10598">
                  <c:v>0</c:v>
                </c:pt>
                <c:pt idx="10599">
                  <c:v>0</c:v>
                </c:pt>
                <c:pt idx="10600">
                  <c:v>0</c:v>
                </c:pt>
                <c:pt idx="10601">
                  <c:v>0</c:v>
                </c:pt>
                <c:pt idx="10602">
                  <c:v>0</c:v>
                </c:pt>
                <c:pt idx="10603">
                  <c:v>0</c:v>
                </c:pt>
                <c:pt idx="10604">
                  <c:v>0</c:v>
                </c:pt>
                <c:pt idx="10605">
                  <c:v>0</c:v>
                </c:pt>
                <c:pt idx="10606">
                  <c:v>0</c:v>
                </c:pt>
                <c:pt idx="10607">
                  <c:v>0</c:v>
                </c:pt>
                <c:pt idx="10608">
                  <c:v>0</c:v>
                </c:pt>
                <c:pt idx="10609">
                  <c:v>0</c:v>
                </c:pt>
                <c:pt idx="10610">
                  <c:v>0</c:v>
                </c:pt>
                <c:pt idx="10611">
                  <c:v>0</c:v>
                </c:pt>
                <c:pt idx="10612">
                  <c:v>0</c:v>
                </c:pt>
                <c:pt idx="10613">
                  <c:v>0</c:v>
                </c:pt>
                <c:pt idx="10614">
                  <c:v>0</c:v>
                </c:pt>
                <c:pt idx="10615">
                  <c:v>0</c:v>
                </c:pt>
                <c:pt idx="10616">
                  <c:v>0</c:v>
                </c:pt>
                <c:pt idx="10617">
                  <c:v>0</c:v>
                </c:pt>
                <c:pt idx="10618">
                  <c:v>0</c:v>
                </c:pt>
                <c:pt idx="10619">
                  <c:v>0</c:v>
                </c:pt>
                <c:pt idx="10620">
                  <c:v>0</c:v>
                </c:pt>
                <c:pt idx="10621">
                  <c:v>0</c:v>
                </c:pt>
                <c:pt idx="10622">
                  <c:v>0</c:v>
                </c:pt>
                <c:pt idx="10623">
                  <c:v>0</c:v>
                </c:pt>
                <c:pt idx="10624">
                  <c:v>0</c:v>
                </c:pt>
                <c:pt idx="10625">
                  <c:v>0</c:v>
                </c:pt>
                <c:pt idx="10626">
                  <c:v>0</c:v>
                </c:pt>
                <c:pt idx="10627">
                  <c:v>0</c:v>
                </c:pt>
                <c:pt idx="10628">
                  <c:v>0</c:v>
                </c:pt>
                <c:pt idx="10629">
                  <c:v>0</c:v>
                </c:pt>
                <c:pt idx="10630">
                  <c:v>0</c:v>
                </c:pt>
                <c:pt idx="10631">
                  <c:v>0</c:v>
                </c:pt>
                <c:pt idx="10632">
                  <c:v>0</c:v>
                </c:pt>
                <c:pt idx="10633">
                  <c:v>0</c:v>
                </c:pt>
                <c:pt idx="10634">
                  <c:v>0</c:v>
                </c:pt>
                <c:pt idx="10635">
                  <c:v>0</c:v>
                </c:pt>
                <c:pt idx="10636">
                  <c:v>0</c:v>
                </c:pt>
                <c:pt idx="10637">
                  <c:v>0</c:v>
                </c:pt>
                <c:pt idx="10638">
                  <c:v>0</c:v>
                </c:pt>
                <c:pt idx="10639">
                  <c:v>0</c:v>
                </c:pt>
                <c:pt idx="10640">
                  <c:v>0</c:v>
                </c:pt>
                <c:pt idx="10641">
                  <c:v>0</c:v>
                </c:pt>
                <c:pt idx="10642">
                  <c:v>0</c:v>
                </c:pt>
                <c:pt idx="10643">
                  <c:v>0</c:v>
                </c:pt>
                <c:pt idx="10644">
                  <c:v>0</c:v>
                </c:pt>
                <c:pt idx="10645">
                  <c:v>0</c:v>
                </c:pt>
                <c:pt idx="10646">
                  <c:v>0</c:v>
                </c:pt>
                <c:pt idx="10647">
                  <c:v>0</c:v>
                </c:pt>
                <c:pt idx="10648">
                  <c:v>0</c:v>
                </c:pt>
                <c:pt idx="10649">
                  <c:v>0</c:v>
                </c:pt>
                <c:pt idx="10650">
                  <c:v>0</c:v>
                </c:pt>
                <c:pt idx="10651">
                  <c:v>0</c:v>
                </c:pt>
                <c:pt idx="10652">
                  <c:v>0</c:v>
                </c:pt>
                <c:pt idx="10653">
                  <c:v>0</c:v>
                </c:pt>
                <c:pt idx="10654">
                  <c:v>0</c:v>
                </c:pt>
                <c:pt idx="10655">
                  <c:v>0</c:v>
                </c:pt>
                <c:pt idx="10656">
                  <c:v>0</c:v>
                </c:pt>
                <c:pt idx="10657">
                  <c:v>0</c:v>
                </c:pt>
                <c:pt idx="10658">
                  <c:v>0</c:v>
                </c:pt>
                <c:pt idx="10659">
                  <c:v>0</c:v>
                </c:pt>
                <c:pt idx="10660">
                  <c:v>0</c:v>
                </c:pt>
                <c:pt idx="10661">
                  <c:v>0</c:v>
                </c:pt>
                <c:pt idx="10662">
                  <c:v>0</c:v>
                </c:pt>
                <c:pt idx="10663">
                  <c:v>0</c:v>
                </c:pt>
                <c:pt idx="10664">
                  <c:v>0</c:v>
                </c:pt>
                <c:pt idx="10665">
                  <c:v>0</c:v>
                </c:pt>
                <c:pt idx="10666">
                  <c:v>0</c:v>
                </c:pt>
                <c:pt idx="10667">
                  <c:v>0</c:v>
                </c:pt>
                <c:pt idx="10668">
                  <c:v>0</c:v>
                </c:pt>
                <c:pt idx="10669">
                  <c:v>0</c:v>
                </c:pt>
                <c:pt idx="10670">
                  <c:v>0</c:v>
                </c:pt>
                <c:pt idx="10671">
                  <c:v>0</c:v>
                </c:pt>
                <c:pt idx="10672">
                  <c:v>0</c:v>
                </c:pt>
                <c:pt idx="10673">
                  <c:v>0</c:v>
                </c:pt>
                <c:pt idx="10674">
                  <c:v>0</c:v>
                </c:pt>
                <c:pt idx="10675">
                  <c:v>0</c:v>
                </c:pt>
                <c:pt idx="10676">
                  <c:v>0</c:v>
                </c:pt>
                <c:pt idx="10677">
                  <c:v>0</c:v>
                </c:pt>
                <c:pt idx="10678">
                  <c:v>0</c:v>
                </c:pt>
                <c:pt idx="10679">
                  <c:v>0</c:v>
                </c:pt>
                <c:pt idx="10680">
                  <c:v>0</c:v>
                </c:pt>
                <c:pt idx="10681">
                  <c:v>0</c:v>
                </c:pt>
                <c:pt idx="10682">
                  <c:v>0</c:v>
                </c:pt>
                <c:pt idx="10683">
                  <c:v>0</c:v>
                </c:pt>
                <c:pt idx="10684">
                  <c:v>0</c:v>
                </c:pt>
                <c:pt idx="10685">
                  <c:v>0</c:v>
                </c:pt>
                <c:pt idx="10686">
                  <c:v>0</c:v>
                </c:pt>
                <c:pt idx="10687">
                  <c:v>0</c:v>
                </c:pt>
                <c:pt idx="10688">
                  <c:v>0</c:v>
                </c:pt>
                <c:pt idx="10689">
                  <c:v>0</c:v>
                </c:pt>
                <c:pt idx="10690">
                  <c:v>0</c:v>
                </c:pt>
                <c:pt idx="10691">
                  <c:v>0</c:v>
                </c:pt>
                <c:pt idx="10692">
                  <c:v>0</c:v>
                </c:pt>
                <c:pt idx="10693">
                  <c:v>0</c:v>
                </c:pt>
                <c:pt idx="10694">
                  <c:v>0</c:v>
                </c:pt>
                <c:pt idx="10695">
                  <c:v>0</c:v>
                </c:pt>
                <c:pt idx="10696">
                  <c:v>0</c:v>
                </c:pt>
                <c:pt idx="10697">
                  <c:v>0</c:v>
                </c:pt>
                <c:pt idx="10698">
                  <c:v>0</c:v>
                </c:pt>
                <c:pt idx="10699">
                  <c:v>0</c:v>
                </c:pt>
                <c:pt idx="10700">
                  <c:v>0</c:v>
                </c:pt>
                <c:pt idx="10701">
                  <c:v>0</c:v>
                </c:pt>
                <c:pt idx="10702">
                  <c:v>0</c:v>
                </c:pt>
                <c:pt idx="10703">
                  <c:v>0</c:v>
                </c:pt>
                <c:pt idx="10704">
                  <c:v>0</c:v>
                </c:pt>
                <c:pt idx="10705">
                  <c:v>0</c:v>
                </c:pt>
                <c:pt idx="10706">
                  <c:v>0</c:v>
                </c:pt>
                <c:pt idx="10707">
                  <c:v>0</c:v>
                </c:pt>
                <c:pt idx="10708">
                  <c:v>0</c:v>
                </c:pt>
                <c:pt idx="10709">
                  <c:v>0</c:v>
                </c:pt>
                <c:pt idx="10710">
                  <c:v>0</c:v>
                </c:pt>
                <c:pt idx="10711">
                  <c:v>0</c:v>
                </c:pt>
                <c:pt idx="10712">
                  <c:v>0</c:v>
                </c:pt>
                <c:pt idx="10713">
                  <c:v>0</c:v>
                </c:pt>
                <c:pt idx="10714">
                  <c:v>0</c:v>
                </c:pt>
                <c:pt idx="10715">
                  <c:v>0</c:v>
                </c:pt>
                <c:pt idx="10716">
                  <c:v>0</c:v>
                </c:pt>
                <c:pt idx="10717">
                  <c:v>0</c:v>
                </c:pt>
                <c:pt idx="10718">
                  <c:v>0</c:v>
                </c:pt>
                <c:pt idx="10719">
                  <c:v>0</c:v>
                </c:pt>
                <c:pt idx="10720">
                  <c:v>0</c:v>
                </c:pt>
                <c:pt idx="10721">
                  <c:v>0</c:v>
                </c:pt>
                <c:pt idx="10722">
                  <c:v>0</c:v>
                </c:pt>
                <c:pt idx="10723">
                  <c:v>0</c:v>
                </c:pt>
                <c:pt idx="10724">
                  <c:v>0</c:v>
                </c:pt>
                <c:pt idx="10725">
                  <c:v>0</c:v>
                </c:pt>
                <c:pt idx="10726">
                  <c:v>0</c:v>
                </c:pt>
                <c:pt idx="10727">
                  <c:v>0</c:v>
                </c:pt>
                <c:pt idx="10728">
                  <c:v>0</c:v>
                </c:pt>
                <c:pt idx="10729">
                  <c:v>0</c:v>
                </c:pt>
                <c:pt idx="10730">
                  <c:v>0</c:v>
                </c:pt>
                <c:pt idx="10731">
                  <c:v>0</c:v>
                </c:pt>
                <c:pt idx="10732">
                  <c:v>0</c:v>
                </c:pt>
                <c:pt idx="10733">
                  <c:v>0</c:v>
                </c:pt>
                <c:pt idx="10734">
                  <c:v>0</c:v>
                </c:pt>
                <c:pt idx="10735">
                  <c:v>0</c:v>
                </c:pt>
                <c:pt idx="10736">
                  <c:v>0</c:v>
                </c:pt>
                <c:pt idx="10737">
                  <c:v>0</c:v>
                </c:pt>
                <c:pt idx="10738">
                  <c:v>0</c:v>
                </c:pt>
                <c:pt idx="10739">
                  <c:v>0</c:v>
                </c:pt>
                <c:pt idx="10740">
                  <c:v>0</c:v>
                </c:pt>
                <c:pt idx="10741">
                  <c:v>0</c:v>
                </c:pt>
                <c:pt idx="10742">
                  <c:v>0</c:v>
                </c:pt>
                <c:pt idx="10743">
                  <c:v>0</c:v>
                </c:pt>
                <c:pt idx="10744">
                  <c:v>0</c:v>
                </c:pt>
                <c:pt idx="10745">
                  <c:v>0</c:v>
                </c:pt>
                <c:pt idx="10746">
                  <c:v>0</c:v>
                </c:pt>
                <c:pt idx="10747">
                  <c:v>0</c:v>
                </c:pt>
                <c:pt idx="10748">
                  <c:v>0</c:v>
                </c:pt>
                <c:pt idx="10749">
                  <c:v>0</c:v>
                </c:pt>
                <c:pt idx="10750">
                  <c:v>0</c:v>
                </c:pt>
                <c:pt idx="10751">
                  <c:v>0</c:v>
                </c:pt>
                <c:pt idx="10752">
                  <c:v>0</c:v>
                </c:pt>
                <c:pt idx="10753">
                  <c:v>0</c:v>
                </c:pt>
                <c:pt idx="10754">
                  <c:v>0</c:v>
                </c:pt>
                <c:pt idx="10755">
                  <c:v>0</c:v>
                </c:pt>
                <c:pt idx="10756">
                  <c:v>0</c:v>
                </c:pt>
                <c:pt idx="10757">
                  <c:v>0</c:v>
                </c:pt>
                <c:pt idx="10758">
                  <c:v>0</c:v>
                </c:pt>
                <c:pt idx="10759">
                  <c:v>0</c:v>
                </c:pt>
                <c:pt idx="10760">
                  <c:v>0</c:v>
                </c:pt>
                <c:pt idx="10761">
                  <c:v>0</c:v>
                </c:pt>
                <c:pt idx="10762">
                  <c:v>0</c:v>
                </c:pt>
                <c:pt idx="10763">
                  <c:v>0</c:v>
                </c:pt>
                <c:pt idx="10764">
                  <c:v>0</c:v>
                </c:pt>
                <c:pt idx="10765">
                  <c:v>0</c:v>
                </c:pt>
                <c:pt idx="10766">
                  <c:v>0</c:v>
                </c:pt>
                <c:pt idx="10767">
                  <c:v>0</c:v>
                </c:pt>
                <c:pt idx="10768">
                  <c:v>0</c:v>
                </c:pt>
                <c:pt idx="10769">
                  <c:v>0</c:v>
                </c:pt>
                <c:pt idx="10770">
                  <c:v>0</c:v>
                </c:pt>
                <c:pt idx="10771">
                  <c:v>0</c:v>
                </c:pt>
                <c:pt idx="10772">
                  <c:v>0</c:v>
                </c:pt>
                <c:pt idx="10773">
                  <c:v>0</c:v>
                </c:pt>
                <c:pt idx="10774">
                  <c:v>0</c:v>
                </c:pt>
                <c:pt idx="10775">
                  <c:v>0</c:v>
                </c:pt>
                <c:pt idx="10776">
                  <c:v>0</c:v>
                </c:pt>
                <c:pt idx="10777">
                  <c:v>0</c:v>
                </c:pt>
                <c:pt idx="10778">
                  <c:v>0</c:v>
                </c:pt>
                <c:pt idx="10779">
                  <c:v>0</c:v>
                </c:pt>
                <c:pt idx="10780">
                  <c:v>0</c:v>
                </c:pt>
                <c:pt idx="10781">
                  <c:v>0</c:v>
                </c:pt>
                <c:pt idx="10782">
                  <c:v>0</c:v>
                </c:pt>
                <c:pt idx="10783">
                  <c:v>0</c:v>
                </c:pt>
                <c:pt idx="10784">
                  <c:v>0</c:v>
                </c:pt>
                <c:pt idx="10785">
                  <c:v>0</c:v>
                </c:pt>
                <c:pt idx="10786">
                  <c:v>0</c:v>
                </c:pt>
                <c:pt idx="10787">
                  <c:v>0</c:v>
                </c:pt>
                <c:pt idx="10788">
                  <c:v>0</c:v>
                </c:pt>
                <c:pt idx="10789">
                  <c:v>0</c:v>
                </c:pt>
                <c:pt idx="10790">
                  <c:v>0</c:v>
                </c:pt>
                <c:pt idx="10791">
                  <c:v>0</c:v>
                </c:pt>
                <c:pt idx="10792">
                  <c:v>0</c:v>
                </c:pt>
                <c:pt idx="10793">
                  <c:v>0</c:v>
                </c:pt>
                <c:pt idx="10794">
                  <c:v>0</c:v>
                </c:pt>
                <c:pt idx="10795">
                  <c:v>0</c:v>
                </c:pt>
                <c:pt idx="10796">
                  <c:v>0</c:v>
                </c:pt>
                <c:pt idx="10797">
                  <c:v>0</c:v>
                </c:pt>
                <c:pt idx="10798">
                  <c:v>0</c:v>
                </c:pt>
                <c:pt idx="10799">
                  <c:v>0</c:v>
                </c:pt>
                <c:pt idx="10800">
                  <c:v>0</c:v>
                </c:pt>
                <c:pt idx="10801">
                  <c:v>0</c:v>
                </c:pt>
                <c:pt idx="10802">
                  <c:v>0</c:v>
                </c:pt>
                <c:pt idx="10803">
                  <c:v>0</c:v>
                </c:pt>
                <c:pt idx="10804">
                  <c:v>0</c:v>
                </c:pt>
                <c:pt idx="10805">
                  <c:v>0</c:v>
                </c:pt>
                <c:pt idx="10806">
                  <c:v>0</c:v>
                </c:pt>
                <c:pt idx="10807">
                  <c:v>0</c:v>
                </c:pt>
                <c:pt idx="10808">
                  <c:v>0</c:v>
                </c:pt>
                <c:pt idx="10809">
                  <c:v>0</c:v>
                </c:pt>
                <c:pt idx="10810">
                  <c:v>0</c:v>
                </c:pt>
                <c:pt idx="10811">
                  <c:v>0</c:v>
                </c:pt>
                <c:pt idx="10812">
                  <c:v>0</c:v>
                </c:pt>
                <c:pt idx="10813">
                  <c:v>0</c:v>
                </c:pt>
                <c:pt idx="10814">
                  <c:v>0</c:v>
                </c:pt>
                <c:pt idx="10815">
                  <c:v>0</c:v>
                </c:pt>
                <c:pt idx="10816">
                  <c:v>0</c:v>
                </c:pt>
                <c:pt idx="10817">
                  <c:v>0</c:v>
                </c:pt>
                <c:pt idx="10818">
                  <c:v>0</c:v>
                </c:pt>
                <c:pt idx="10819">
                  <c:v>0</c:v>
                </c:pt>
                <c:pt idx="10820">
                  <c:v>0</c:v>
                </c:pt>
                <c:pt idx="10821">
                  <c:v>0</c:v>
                </c:pt>
                <c:pt idx="10822">
                  <c:v>0</c:v>
                </c:pt>
                <c:pt idx="10823">
                  <c:v>0</c:v>
                </c:pt>
                <c:pt idx="10824">
                  <c:v>0</c:v>
                </c:pt>
                <c:pt idx="10825">
                  <c:v>0</c:v>
                </c:pt>
                <c:pt idx="10826">
                  <c:v>0</c:v>
                </c:pt>
                <c:pt idx="10827">
                  <c:v>0</c:v>
                </c:pt>
                <c:pt idx="10828">
                  <c:v>0</c:v>
                </c:pt>
                <c:pt idx="10829">
                  <c:v>0</c:v>
                </c:pt>
                <c:pt idx="10830">
                  <c:v>0</c:v>
                </c:pt>
                <c:pt idx="10831">
                  <c:v>0</c:v>
                </c:pt>
                <c:pt idx="10832">
                  <c:v>0</c:v>
                </c:pt>
                <c:pt idx="10833">
                  <c:v>0</c:v>
                </c:pt>
                <c:pt idx="10834">
                  <c:v>0</c:v>
                </c:pt>
                <c:pt idx="10835">
                  <c:v>0</c:v>
                </c:pt>
                <c:pt idx="10836">
                  <c:v>0</c:v>
                </c:pt>
                <c:pt idx="10837">
                  <c:v>0</c:v>
                </c:pt>
                <c:pt idx="10838">
                  <c:v>0</c:v>
                </c:pt>
                <c:pt idx="10839">
                  <c:v>0</c:v>
                </c:pt>
                <c:pt idx="10840">
                  <c:v>0</c:v>
                </c:pt>
                <c:pt idx="10841">
                  <c:v>0</c:v>
                </c:pt>
                <c:pt idx="10842">
                  <c:v>0</c:v>
                </c:pt>
                <c:pt idx="10843">
                  <c:v>0</c:v>
                </c:pt>
                <c:pt idx="10844">
                  <c:v>0</c:v>
                </c:pt>
                <c:pt idx="10845">
                  <c:v>0</c:v>
                </c:pt>
                <c:pt idx="10846">
                  <c:v>0</c:v>
                </c:pt>
                <c:pt idx="10847">
                  <c:v>0</c:v>
                </c:pt>
                <c:pt idx="10848">
                  <c:v>0</c:v>
                </c:pt>
                <c:pt idx="10849">
                  <c:v>0</c:v>
                </c:pt>
                <c:pt idx="10850">
                  <c:v>0</c:v>
                </c:pt>
                <c:pt idx="10851">
                  <c:v>0</c:v>
                </c:pt>
                <c:pt idx="10852">
                  <c:v>0</c:v>
                </c:pt>
                <c:pt idx="10853">
                  <c:v>0</c:v>
                </c:pt>
                <c:pt idx="10854">
                  <c:v>0</c:v>
                </c:pt>
                <c:pt idx="10855">
                  <c:v>0</c:v>
                </c:pt>
                <c:pt idx="10856">
                  <c:v>0</c:v>
                </c:pt>
                <c:pt idx="10857">
                  <c:v>0</c:v>
                </c:pt>
                <c:pt idx="10858">
                  <c:v>0</c:v>
                </c:pt>
                <c:pt idx="10859">
                  <c:v>0</c:v>
                </c:pt>
                <c:pt idx="10860">
                  <c:v>0</c:v>
                </c:pt>
                <c:pt idx="10861">
                  <c:v>0</c:v>
                </c:pt>
                <c:pt idx="10862">
                  <c:v>0</c:v>
                </c:pt>
                <c:pt idx="10863">
                  <c:v>0</c:v>
                </c:pt>
                <c:pt idx="10864">
                  <c:v>0</c:v>
                </c:pt>
                <c:pt idx="10865">
                  <c:v>0</c:v>
                </c:pt>
                <c:pt idx="10866">
                  <c:v>0</c:v>
                </c:pt>
                <c:pt idx="10867">
                  <c:v>0</c:v>
                </c:pt>
                <c:pt idx="10868">
                  <c:v>0</c:v>
                </c:pt>
                <c:pt idx="10869">
                  <c:v>0</c:v>
                </c:pt>
                <c:pt idx="10870">
                  <c:v>0</c:v>
                </c:pt>
                <c:pt idx="10871">
                  <c:v>0</c:v>
                </c:pt>
                <c:pt idx="10872">
                  <c:v>0</c:v>
                </c:pt>
                <c:pt idx="10873">
                  <c:v>0</c:v>
                </c:pt>
                <c:pt idx="10874">
                  <c:v>0</c:v>
                </c:pt>
                <c:pt idx="10875">
                  <c:v>0</c:v>
                </c:pt>
                <c:pt idx="10876">
                  <c:v>0</c:v>
                </c:pt>
                <c:pt idx="10877">
                  <c:v>0</c:v>
                </c:pt>
                <c:pt idx="10878">
                  <c:v>0</c:v>
                </c:pt>
                <c:pt idx="10879">
                  <c:v>0</c:v>
                </c:pt>
                <c:pt idx="10880">
                  <c:v>0</c:v>
                </c:pt>
                <c:pt idx="10881">
                  <c:v>0</c:v>
                </c:pt>
                <c:pt idx="10882">
                  <c:v>0</c:v>
                </c:pt>
                <c:pt idx="10883">
                  <c:v>0</c:v>
                </c:pt>
                <c:pt idx="10884">
                  <c:v>0</c:v>
                </c:pt>
                <c:pt idx="10885">
                  <c:v>0</c:v>
                </c:pt>
                <c:pt idx="10886">
                  <c:v>0</c:v>
                </c:pt>
                <c:pt idx="10887">
                  <c:v>0</c:v>
                </c:pt>
                <c:pt idx="10888">
                  <c:v>0</c:v>
                </c:pt>
                <c:pt idx="10889">
                  <c:v>0</c:v>
                </c:pt>
                <c:pt idx="10890">
                  <c:v>0</c:v>
                </c:pt>
                <c:pt idx="10891">
                  <c:v>0</c:v>
                </c:pt>
                <c:pt idx="10892">
                  <c:v>0</c:v>
                </c:pt>
                <c:pt idx="10893">
                  <c:v>0</c:v>
                </c:pt>
                <c:pt idx="10894">
                  <c:v>0</c:v>
                </c:pt>
                <c:pt idx="10895">
                  <c:v>0</c:v>
                </c:pt>
                <c:pt idx="10896">
                  <c:v>0</c:v>
                </c:pt>
                <c:pt idx="10897">
                  <c:v>0</c:v>
                </c:pt>
                <c:pt idx="10898">
                  <c:v>0</c:v>
                </c:pt>
                <c:pt idx="10899">
                  <c:v>0</c:v>
                </c:pt>
                <c:pt idx="10900">
                  <c:v>0</c:v>
                </c:pt>
                <c:pt idx="10901">
                  <c:v>0</c:v>
                </c:pt>
                <c:pt idx="10902">
                  <c:v>0</c:v>
                </c:pt>
                <c:pt idx="10903">
                  <c:v>0</c:v>
                </c:pt>
                <c:pt idx="10904">
                  <c:v>0</c:v>
                </c:pt>
                <c:pt idx="10905">
                  <c:v>0</c:v>
                </c:pt>
                <c:pt idx="10906">
                  <c:v>0</c:v>
                </c:pt>
                <c:pt idx="10907">
                  <c:v>0</c:v>
                </c:pt>
                <c:pt idx="10908">
                  <c:v>0</c:v>
                </c:pt>
                <c:pt idx="10909">
                  <c:v>0</c:v>
                </c:pt>
                <c:pt idx="10910">
                  <c:v>0</c:v>
                </c:pt>
                <c:pt idx="10911">
                  <c:v>0</c:v>
                </c:pt>
                <c:pt idx="10912">
                  <c:v>0</c:v>
                </c:pt>
                <c:pt idx="10913">
                  <c:v>0</c:v>
                </c:pt>
                <c:pt idx="10914">
                  <c:v>0</c:v>
                </c:pt>
                <c:pt idx="10915">
                  <c:v>0</c:v>
                </c:pt>
                <c:pt idx="10916">
                  <c:v>0</c:v>
                </c:pt>
                <c:pt idx="10917">
                  <c:v>0</c:v>
                </c:pt>
                <c:pt idx="10918">
                  <c:v>0</c:v>
                </c:pt>
                <c:pt idx="10919">
                  <c:v>0</c:v>
                </c:pt>
                <c:pt idx="10920">
                  <c:v>0</c:v>
                </c:pt>
                <c:pt idx="10921">
                  <c:v>0</c:v>
                </c:pt>
                <c:pt idx="10922">
                  <c:v>0</c:v>
                </c:pt>
                <c:pt idx="10923">
                  <c:v>0</c:v>
                </c:pt>
                <c:pt idx="10924">
                  <c:v>0</c:v>
                </c:pt>
                <c:pt idx="10925">
                  <c:v>0</c:v>
                </c:pt>
                <c:pt idx="10926">
                  <c:v>0</c:v>
                </c:pt>
                <c:pt idx="10927">
                  <c:v>0</c:v>
                </c:pt>
                <c:pt idx="10928">
                  <c:v>0</c:v>
                </c:pt>
                <c:pt idx="10929">
                  <c:v>0</c:v>
                </c:pt>
                <c:pt idx="10930">
                  <c:v>0</c:v>
                </c:pt>
                <c:pt idx="10931">
                  <c:v>0</c:v>
                </c:pt>
                <c:pt idx="10932">
                  <c:v>0</c:v>
                </c:pt>
                <c:pt idx="10933">
                  <c:v>0</c:v>
                </c:pt>
                <c:pt idx="10934">
                  <c:v>0</c:v>
                </c:pt>
                <c:pt idx="10935">
                  <c:v>0</c:v>
                </c:pt>
                <c:pt idx="10936">
                  <c:v>0</c:v>
                </c:pt>
                <c:pt idx="10937">
                  <c:v>0</c:v>
                </c:pt>
                <c:pt idx="10938">
                  <c:v>0</c:v>
                </c:pt>
                <c:pt idx="10939">
                  <c:v>0</c:v>
                </c:pt>
                <c:pt idx="10940">
                  <c:v>0</c:v>
                </c:pt>
                <c:pt idx="10941">
                  <c:v>0</c:v>
                </c:pt>
                <c:pt idx="10942">
                  <c:v>0</c:v>
                </c:pt>
                <c:pt idx="10943">
                  <c:v>0</c:v>
                </c:pt>
                <c:pt idx="10944">
                  <c:v>0</c:v>
                </c:pt>
                <c:pt idx="10945">
                  <c:v>0</c:v>
                </c:pt>
                <c:pt idx="10946">
                  <c:v>0</c:v>
                </c:pt>
                <c:pt idx="10947">
                  <c:v>0</c:v>
                </c:pt>
                <c:pt idx="10948">
                  <c:v>0</c:v>
                </c:pt>
                <c:pt idx="10949">
                  <c:v>0</c:v>
                </c:pt>
                <c:pt idx="10950">
                  <c:v>0</c:v>
                </c:pt>
                <c:pt idx="10951">
                  <c:v>0</c:v>
                </c:pt>
                <c:pt idx="10952">
                  <c:v>0</c:v>
                </c:pt>
                <c:pt idx="10953">
                  <c:v>0</c:v>
                </c:pt>
                <c:pt idx="10954">
                  <c:v>0</c:v>
                </c:pt>
                <c:pt idx="10955">
                  <c:v>0</c:v>
                </c:pt>
                <c:pt idx="10956">
                  <c:v>0</c:v>
                </c:pt>
                <c:pt idx="10957">
                  <c:v>0</c:v>
                </c:pt>
                <c:pt idx="10958">
                  <c:v>0</c:v>
                </c:pt>
                <c:pt idx="10959">
                  <c:v>0</c:v>
                </c:pt>
                <c:pt idx="10960">
                  <c:v>0</c:v>
                </c:pt>
                <c:pt idx="10961">
                  <c:v>0</c:v>
                </c:pt>
                <c:pt idx="10962">
                  <c:v>0</c:v>
                </c:pt>
                <c:pt idx="10963">
                  <c:v>0</c:v>
                </c:pt>
                <c:pt idx="10964">
                  <c:v>0</c:v>
                </c:pt>
                <c:pt idx="10965">
                  <c:v>0</c:v>
                </c:pt>
                <c:pt idx="10966">
                  <c:v>0</c:v>
                </c:pt>
                <c:pt idx="10967">
                  <c:v>0</c:v>
                </c:pt>
                <c:pt idx="10968">
                  <c:v>0</c:v>
                </c:pt>
                <c:pt idx="10969">
                  <c:v>0</c:v>
                </c:pt>
                <c:pt idx="10970">
                  <c:v>0</c:v>
                </c:pt>
                <c:pt idx="10971">
                  <c:v>0</c:v>
                </c:pt>
                <c:pt idx="10972">
                  <c:v>0</c:v>
                </c:pt>
                <c:pt idx="10973">
                  <c:v>0</c:v>
                </c:pt>
                <c:pt idx="10974">
                  <c:v>0</c:v>
                </c:pt>
                <c:pt idx="10975">
                  <c:v>0</c:v>
                </c:pt>
                <c:pt idx="10976">
                  <c:v>0</c:v>
                </c:pt>
                <c:pt idx="10977">
                  <c:v>0</c:v>
                </c:pt>
                <c:pt idx="10978">
                  <c:v>0</c:v>
                </c:pt>
                <c:pt idx="10979">
                  <c:v>0</c:v>
                </c:pt>
                <c:pt idx="10980">
                  <c:v>0</c:v>
                </c:pt>
                <c:pt idx="10981">
                  <c:v>0</c:v>
                </c:pt>
                <c:pt idx="10982">
                  <c:v>0</c:v>
                </c:pt>
                <c:pt idx="10983">
                  <c:v>0</c:v>
                </c:pt>
                <c:pt idx="10984">
                  <c:v>0</c:v>
                </c:pt>
                <c:pt idx="10985">
                  <c:v>0</c:v>
                </c:pt>
                <c:pt idx="10986">
                  <c:v>0</c:v>
                </c:pt>
                <c:pt idx="10987">
                  <c:v>0</c:v>
                </c:pt>
                <c:pt idx="10988">
                  <c:v>0</c:v>
                </c:pt>
                <c:pt idx="10989">
                  <c:v>0</c:v>
                </c:pt>
                <c:pt idx="10990">
                  <c:v>0</c:v>
                </c:pt>
                <c:pt idx="10991">
                  <c:v>0</c:v>
                </c:pt>
                <c:pt idx="10992">
                  <c:v>0</c:v>
                </c:pt>
                <c:pt idx="10993">
                  <c:v>0</c:v>
                </c:pt>
                <c:pt idx="10994">
                  <c:v>0</c:v>
                </c:pt>
                <c:pt idx="10995">
                  <c:v>0</c:v>
                </c:pt>
                <c:pt idx="10996">
                  <c:v>0</c:v>
                </c:pt>
                <c:pt idx="10997">
                  <c:v>0</c:v>
                </c:pt>
                <c:pt idx="10998">
                  <c:v>0</c:v>
                </c:pt>
                <c:pt idx="10999">
                  <c:v>0</c:v>
                </c:pt>
                <c:pt idx="11000">
                  <c:v>0</c:v>
                </c:pt>
                <c:pt idx="11001">
                  <c:v>0</c:v>
                </c:pt>
                <c:pt idx="11002">
                  <c:v>0</c:v>
                </c:pt>
                <c:pt idx="11003">
                  <c:v>0</c:v>
                </c:pt>
                <c:pt idx="11004">
                  <c:v>0</c:v>
                </c:pt>
                <c:pt idx="11005">
                  <c:v>0</c:v>
                </c:pt>
                <c:pt idx="11006">
                  <c:v>0</c:v>
                </c:pt>
                <c:pt idx="11007">
                  <c:v>0</c:v>
                </c:pt>
                <c:pt idx="11008">
                  <c:v>0</c:v>
                </c:pt>
                <c:pt idx="11009">
                  <c:v>0</c:v>
                </c:pt>
                <c:pt idx="11010">
                  <c:v>0</c:v>
                </c:pt>
                <c:pt idx="11011">
                  <c:v>0</c:v>
                </c:pt>
                <c:pt idx="11012">
                  <c:v>0</c:v>
                </c:pt>
                <c:pt idx="11013">
                  <c:v>0</c:v>
                </c:pt>
                <c:pt idx="11014">
                  <c:v>0</c:v>
                </c:pt>
                <c:pt idx="11015">
                  <c:v>0</c:v>
                </c:pt>
                <c:pt idx="11016">
                  <c:v>0</c:v>
                </c:pt>
                <c:pt idx="11017">
                  <c:v>0</c:v>
                </c:pt>
                <c:pt idx="11018">
                  <c:v>0</c:v>
                </c:pt>
                <c:pt idx="11019">
                  <c:v>0</c:v>
                </c:pt>
                <c:pt idx="11020">
                  <c:v>0</c:v>
                </c:pt>
                <c:pt idx="11021">
                  <c:v>0</c:v>
                </c:pt>
                <c:pt idx="11022">
                  <c:v>0</c:v>
                </c:pt>
                <c:pt idx="11023">
                  <c:v>0</c:v>
                </c:pt>
                <c:pt idx="11024">
                  <c:v>0</c:v>
                </c:pt>
                <c:pt idx="11025">
                  <c:v>0</c:v>
                </c:pt>
                <c:pt idx="11026">
                  <c:v>0</c:v>
                </c:pt>
                <c:pt idx="11027">
                  <c:v>0</c:v>
                </c:pt>
                <c:pt idx="11028">
                  <c:v>0</c:v>
                </c:pt>
                <c:pt idx="11029">
                  <c:v>0</c:v>
                </c:pt>
                <c:pt idx="11030">
                  <c:v>0</c:v>
                </c:pt>
                <c:pt idx="11031">
                  <c:v>0</c:v>
                </c:pt>
                <c:pt idx="11032">
                  <c:v>0</c:v>
                </c:pt>
                <c:pt idx="11033">
                  <c:v>0</c:v>
                </c:pt>
                <c:pt idx="11034">
                  <c:v>0</c:v>
                </c:pt>
                <c:pt idx="11035">
                  <c:v>0</c:v>
                </c:pt>
                <c:pt idx="11036">
                  <c:v>0</c:v>
                </c:pt>
                <c:pt idx="11037">
                  <c:v>0</c:v>
                </c:pt>
                <c:pt idx="11038">
                  <c:v>0</c:v>
                </c:pt>
                <c:pt idx="11039">
                  <c:v>0</c:v>
                </c:pt>
                <c:pt idx="11040">
                  <c:v>0</c:v>
                </c:pt>
                <c:pt idx="11041">
                  <c:v>0</c:v>
                </c:pt>
                <c:pt idx="11042">
                  <c:v>0</c:v>
                </c:pt>
                <c:pt idx="11043">
                  <c:v>0</c:v>
                </c:pt>
                <c:pt idx="11044">
                  <c:v>0</c:v>
                </c:pt>
                <c:pt idx="11045">
                  <c:v>0</c:v>
                </c:pt>
                <c:pt idx="11046">
                  <c:v>0</c:v>
                </c:pt>
                <c:pt idx="11047">
                  <c:v>0</c:v>
                </c:pt>
                <c:pt idx="11048">
                  <c:v>0</c:v>
                </c:pt>
                <c:pt idx="11049">
                  <c:v>0</c:v>
                </c:pt>
                <c:pt idx="11050">
                  <c:v>0</c:v>
                </c:pt>
                <c:pt idx="11051">
                  <c:v>0</c:v>
                </c:pt>
                <c:pt idx="11052">
                  <c:v>0</c:v>
                </c:pt>
                <c:pt idx="11053">
                  <c:v>0</c:v>
                </c:pt>
                <c:pt idx="11054">
                  <c:v>0</c:v>
                </c:pt>
                <c:pt idx="11055">
                  <c:v>0</c:v>
                </c:pt>
                <c:pt idx="11056">
                  <c:v>0</c:v>
                </c:pt>
                <c:pt idx="11057">
                  <c:v>0</c:v>
                </c:pt>
                <c:pt idx="11058">
                  <c:v>0</c:v>
                </c:pt>
                <c:pt idx="11059">
                  <c:v>0</c:v>
                </c:pt>
                <c:pt idx="11060">
                  <c:v>0</c:v>
                </c:pt>
                <c:pt idx="11061">
                  <c:v>0</c:v>
                </c:pt>
                <c:pt idx="11062">
                  <c:v>0</c:v>
                </c:pt>
                <c:pt idx="11063">
                  <c:v>0</c:v>
                </c:pt>
                <c:pt idx="11064">
                  <c:v>0</c:v>
                </c:pt>
                <c:pt idx="11065">
                  <c:v>0</c:v>
                </c:pt>
                <c:pt idx="11066">
                  <c:v>0</c:v>
                </c:pt>
                <c:pt idx="11067">
                  <c:v>0</c:v>
                </c:pt>
                <c:pt idx="11068">
                  <c:v>0</c:v>
                </c:pt>
                <c:pt idx="11069">
                  <c:v>0</c:v>
                </c:pt>
                <c:pt idx="11070">
                  <c:v>0</c:v>
                </c:pt>
                <c:pt idx="11071">
                  <c:v>0</c:v>
                </c:pt>
                <c:pt idx="11072">
                  <c:v>0</c:v>
                </c:pt>
                <c:pt idx="11073">
                  <c:v>0</c:v>
                </c:pt>
                <c:pt idx="11074">
                  <c:v>0</c:v>
                </c:pt>
                <c:pt idx="11075">
                  <c:v>0</c:v>
                </c:pt>
                <c:pt idx="11076">
                  <c:v>0</c:v>
                </c:pt>
                <c:pt idx="11077">
                  <c:v>0</c:v>
                </c:pt>
                <c:pt idx="11078">
                  <c:v>0</c:v>
                </c:pt>
                <c:pt idx="11079">
                  <c:v>0</c:v>
                </c:pt>
                <c:pt idx="11080">
                  <c:v>0</c:v>
                </c:pt>
                <c:pt idx="11081">
                  <c:v>0</c:v>
                </c:pt>
                <c:pt idx="11082">
                  <c:v>0</c:v>
                </c:pt>
                <c:pt idx="11083">
                  <c:v>0</c:v>
                </c:pt>
                <c:pt idx="11084">
                  <c:v>0</c:v>
                </c:pt>
                <c:pt idx="11085">
                  <c:v>0</c:v>
                </c:pt>
                <c:pt idx="11086">
                  <c:v>0</c:v>
                </c:pt>
                <c:pt idx="11087">
                  <c:v>0</c:v>
                </c:pt>
                <c:pt idx="11088">
                  <c:v>0</c:v>
                </c:pt>
                <c:pt idx="11089">
                  <c:v>0</c:v>
                </c:pt>
                <c:pt idx="11090">
                  <c:v>0</c:v>
                </c:pt>
                <c:pt idx="11091">
                  <c:v>0</c:v>
                </c:pt>
                <c:pt idx="11092">
                  <c:v>0</c:v>
                </c:pt>
                <c:pt idx="11093">
                  <c:v>0</c:v>
                </c:pt>
                <c:pt idx="11094">
                  <c:v>0</c:v>
                </c:pt>
                <c:pt idx="11095">
                  <c:v>0</c:v>
                </c:pt>
                <c:pt idx="11096">
                  <c:v>0</c:v>
                </c:pt>
                <c:pt idx="11097">
                  <c:v>0</c:v>
                </c:pt>
                <c:pt idx="11098">
                  <c:v>0</c:v>
                </c:pt>
                <c:pt idx="11099">
                  <c:v>0</c:v>
                </c:pt>
                <c:pt idx="11100">
                  <c:v>0</c:v>
                </c:pt>
                <c:pt idx="11101">
                  <c:v>0</c:v>
                </c:pt>
                <c:pt idx="11102">
                  <c:v>0</c:v>
                </c:pt>
                <c:pt idx="11103">
                  <c:v>0</c:v>
                </c:pt>
                <c:pt idx="11104">
                  <c:v>0</c:v>
                </c:pt>
                <c:pt idx="11105">
                  <c:v>0</c:v>
                </c:pt>
                <c:pt idx="11106">
                  <c:v>0</c:v>
                </c:pt>
                <c:pt idx="11107">
                  <c:v>0</c:v>
                </c:pt>
                <c:pt idx="11108">
                  <c:v>0</c:v>
                </c:pt>
                <c:pt idx="11109">
                  <c:v>0</c:v>
                </c:pt>
                <c:pt idx="11110">
                  <c:v>0</c:v>
                </c:pt>
                <c:pt idx="11111">
                  <c:v>0</c:v>
                </c:pt>
                <c:pt idx="11112">
                  <c:v>0</c:v>
                </c:pt>
                <c:pt idx="11113">
                  <c:v>0</c:v>
                </c:pt>
                <c:pt idx="11114">
                  <c:v>0</c:v>
                </c:pt>
                <c:pt idx="11115">
                  <c:v>0</c:v>
                </c:pt>
                <c:pt idx="11116">
                  <c:v>0</c:v>
                </c:pt>
                <c:pt idx="11117">
                  <c:v>0</c:v>
                </c:pt>
                <c:pt idx="11118">
                  <c:v>0</c:v>
                </c:pt>
                <c:pt idx="11119">
                  <c:v>0</c:v>
                </c:pt>
                <c:pt idx="11120">
                  <c:v>0</c:v>
                </c:pt>
                <c:pt idx="11121">
                  <c:v>0</c:v>
                </c:pt>
                <c:pt idx="11122">
                  <c:v>0</c:v>
                </c:pt>
                <c:pt idx="11123">
                  <c:v>0</c:v>
                </c:pt>
                <c:pt idx="11124">
                  <c:v>0</c:v>
                </c:pt>
                <c:pt idx="11125">
                  <c:v>0</c:v>
                </c:pt>
                <c:pt idx="11126">
                  <c:v>0</c:v>
                </c:pt>
                <c:pt idx="11127">
                  <c:v>0</c:v>
                </c:pt>
                <c:pt idx="11128">
                  <c:v>0</c:v>
                </c:pt>
                <c:pt idx="11129">
                  <c:v>0</c:v>
                </c:pt>
                <c:pt idx="11130">
                  <c:v>0</c:v>
                </c:pt>
                <c:pt idx="11131">
                  <c:v>0</c:v>
                </c:pt>
                <c:pt idx="11132">
                  <c:v>0</c:v>
                </c:pt>
                <c:pt idx="11133">
                  <c:v>0</c:v>
                </c:pt>
                <c:pt idx="11134">
                  <c:v>0</c:v>
                </c:pt>
                <c:pt idx="11135">
                  <c:v>0</c:v>
                </c:pt>
                <c:pt idx="11136">
                  <c:v>0</c:v>
                </c:pt>
                <c:pt idx="11137">
                  <c:v>0</c:v>
                </c:pt>
                <c:pt idx="11138">
                  <c:v>0</c:v>
                </c:pt>
                <c:pt idx="11139">
                  <c:v>0</c:v>
                </c:pt>
                <c:pt idx="11140">
                  <c:v>0</c:v>
                </c:pt>
                <c:pt idx="11141">
                  <c:v>0</c:v>
                </c:pt>
                <c:pt idx="11142">
                  <c:v>0</c:v>
                </c:pt>
                <c:pt idx="11143">
                  <c:v>0</c:v>
                </c:pt>
                <c:pt idx="11144">
                  <c:v>0</c:v>
                </c:pt>
                <c:pt idx="11145">
                  <c:v>0</c:v>
                </c:pt>
                <c:pt idx="11146">
                  <c:v>0</c:v>
                </c:pt>
                <c:pt idx="11147">
                  <c:v>0</c:v>
                </c:pt>
                <c:pt idx="11148">
                  <c:v>0</c:v>
                </c:pt>
                <c:pt idx="11149">
                  <c:v>0</c:v>
                </c:pt>
                <c:pt idx="11150">
                  <c:v>0</c:v>
                </c:pt>
                <c:pt idx="11151">
                  <c:v>0</c:v>
                </c:pt>
                <c:pt idx="11152">
                  <c:v>0</c:v>
                </c:pt>
                <c:pt idx="11153">
                  <c:v>0</c:v>
                </c:pt>
                <c:pt idx="11154">
                  <c:v>0</c:v>
                </c:pt>
                <c:pt idx="11155">
                  <c:v>0</c:v>
                </c:pt>
                <c:pt idx="11156">
                  <c:v>0</c:v>
                </c:pt>
                <c:pt idx="11157">
                  <c:v>0</c:v>
                </c:pt>
                <c:pt idx="11158">
                  <c:v>0</c:v>
                </c:pt>
                <c:pt idx="11159">
                  <c:v>0</c:v>
                </c:pt>
                <c:pt idx="11160">
                  <c:v>0</c:v>
                </c:pt>
                <c:pt idx="11161">
                  <c:v>0</c:v>
                </c:pt>
                <c:pt idx="11162">
                  <c:v>0</c:v>
                </c:pt>
                <c:pt idx="11163">
                  <c:v>0</c:v>
                </c:pt>
                <c:pt idx="11164">
                  <c:v>0</c:v>
                </c:pt>
                <c:pt idx="11165">
                  <c:v>0</c:v>
                </c:pt>
                <c:pt idx="11166">
                  <c:v>0</c:v>
                </c:pt>
                <c:pt idx="11167">
                  <c:v>0</c:v>
                </c:pt>
                <c:pt idx="11168">
                  <c:v>0</c:v>
                </c:pt>
                <c:pt idx="11169">
                  <c:v>0</c:v>
                </c:pt>
                <c:pt idx="11170">
                  <c:v>0</c:v>
                </c:pt>
                <c:pt idx="11171">
                  <c:v>0</c:v>
                </c:pt>
                <c:pt idx="11172">
                  <c:v>0</c:v>
                </c:pt>
                <c:pt idx="11173">
                  <c:v>0</c:v>
                </c:pt>
                <c:pt idx="11174">
                  <c:v>0</c:v>
                </c:pt>
                <c:pt idx="11175">
                  <c:v>0</c:v>
                </c:pt>
                <c:pt idx="11176">
                  <c:v>0</c:v>
                </c:pt>
                <c:pt idx="11177">
                  <c:v>0</c:v>
                </c:pt>
                <c:pt idx="11178">
                  <c:v>0</c:v>
                </c:pt>
                <c:pt idx="11179">
                  <c:v>0</c:v>
                </c:pt>
                <c:pt idx="11180">
                  <c:v>0</c:v>
                </c:pt>
                <c:pt idx="11181">
                  <c:v>0</c:v>
                </c:pt>
                <c:pt idx="11182">
                  <c:v>0</c:v>
                </c:pt>
                <c:pt idx="11183">
                  <c:v>0</c:v>
                </c:pt>
                <c:pt idx="11184">
                  <c:v>0</c:v>
                </c:pt>
                <c:pt idx="11185">
                  <c:v>0</c:v>
                </c:pt>
                <c:pt idx="11186">
                  <c:v>0</c:v>
                </c:pt>
                <c:pt idx="11187">
                  <c:v>0</c:v>
                </c:pt>
                <c:pt idx="11188">
                  <c:v>0</c:v>
                </c:pt>
                <c:pt idx="11189">
                  <c:v>0</c:v>
                </c:pt>
                <c:pt idx="11190">
                  <c:v>0</c:v>
                </c:pt>
                <c:pt idx="11191">
                  <c:v>0</c:v>
                </c:pt>
                <c:pt idx="11192">
                  <c:v>0</c:v>
                </c:pt>
                <c:pt idx="11193">
                  <c:v>0</c:v>
                </c:pt>
                <c:pt idx="11194">
                  <c:v>0</c:v>
                </c:pt>
                <c:pt idx="11195">
                  <c:v>0</c:v>
                </c:pt>
                <c:pt idx="11196">
                  <c:v>0</c:v>
                </c:pt>
                <c:pt idx="11197">
                  <c:v>0</c:v>
                </c:pt>
                <c:pt idx="11198">
                  <c:v>0</c:v>
                </c:pt>
                <c:pt idx="11199">
                  <c:v>0</c:v>
                </c:pt>
                <c:pt idx="11200">
                  <c:v>0</c:v>
                </c:pt>
                <c:pt idx="11201">
                  <c:v>0</c:v>
                </c:pt>
                <c:pt idx="11202">
                  <c:v>0</c:v>
                </c:pt>
                <c:pt idx="11203">
                  <c:v>0</c:v>
                </c:pt>
                <c:pt idx="11204">
                  <c:v>0</c:v>
                </c:pt>
                <c:pt idx="11205">
                  <c:v>0</c:v>
                </c:pt>
                <c:pt idx="11206">
                  <c:v>0</c:v>
                </c:pt>
                <c:pt idx="11207">
                  <c:v>0</c:v>
                </c:pt>
                <c:pt idx="11208">
                  <c:v>0</c:v>
                </c:pt>
                <c:pt idx="11209">
                  <c:v>0</c:v>
                </c:pt>
                <c:pt idx="11210">
                  <c:v>0</c:v>
                </c:pt>
                <c:pt idx="11211">
                  <c:v>0</c:v>
                </c:pt>
                <c:pt idx="11212">
                  <c:v>0</c:v>
                </c:pt>
                <c:pt idx="11213">
                  <c:v>0</c:v>
                </c:pt>
                <c:pt idx="11214">
                  <c:v>0</c:v>
                </c:pt>
                <c:pt idx="11215">
                  <c:v>0</c:v>
                </c:pt>
                <c:pt idx="11216">
                  <c:v>0</c:v>
                </c:pt>
                <c:pt idx="11217">
                  <c:v>0</c:v>
                </c:pt>
                <c:pt idx="11218">
                  <c:v>0</c:v>
                </c:pt>
                <c:pt idx="11219">
                  <c:v>0</c:v>
                </c:pt>
                <c:pt idx="11220">
                  <c:v>0</c:v>
                </c:pt>
                <c:pt idx="11221">
                  <c:v>0</c:v>
                </c:pt>
                <c:pt idx="11222">
                  <c:v>0</c:v>
                </c:pt>
                <c:pt idx="11223">
                  <c:v>0</c:v>
                </c:pt>
                <c:pt idx="11224">
                  <c:v>0</c:v>
                </c:pt>
                <c:pt idx="11225">
                  <c:v>0</c:v>
                </c:pt>
                <c:pt idx="11226">
                  <c:v>0</c:v>
                </c:pt>
                <c:pt idx="11227">
                  <c:v>0</c:v>
                </c:pt>
                <c:pt idx="11228">
                  <c:v>0</c:v>
                </c:pt>
                <c:pt idx="11229">
                  <c:v>0</c:v>
                </c:pt>
                <c:pt idx="11230">
                  <c:v>0</c:v>
                </c:pt>
                <c:pt idx="11231">
                  <c:v>0</c:v>
                </c:pt>
                <c:pt idx="11232">
                  <c:v>0</c:v>
                </c:pt>
                <c:pt idx="11233">
                  <c:v>0</c:v>
                </c:pt>
                <c:pt idx="11234">
                  <c:v>0</c:v>
                </c:pt>
                <c:pt idx="11235">
                  <c:v>0</c:v>
                </c:pt>
                <c:pt idx="11236">
                  <c:v>0</c:v>
                </c:pt>
                <c:pt idx="11237">
                  <c:v>0</c:v>
                </c:pt>
                <c:pt idx="11238">
                  <c:v>0</c:v>
                </c:pt>
                <c:pt idx="11239">
                  <c:v>0</c:v>
                </c:pt>
                <c:pt idx="11240">
                  <c:v>0</c:v>
                </c:pt>
                <c:pt idx="11241">
                  <c:v>0</c:v>
                </c:pt>
                <c:pt idx="11242">
                  <c:v>0</c:v>
                </c:pt>
                <c:pt idx="11243">
                  <c:v>0</c:v>
                </c:pt>
                <c:pt idx="11244">
                  <c:v>0</c:v>
                </c:pt>
                <c:pt idx="11245">
                  <c:v>0</c:v>
                </c:pt>
                <c:pt idx="11246">
                  <c:v>0</c:v>
                </c:pt>
                <c:pt idx="11247">
                  <c:v>0</c:v>
                </c:pt>
                <c:pt idx="11248">
                  <c:v>0</c:v>
                </c:pt>
                <c:pt idx="11249">
                  <c:v>0</c:v>
                </c:pt>
                <c:pt idx="11250">
                  <c:v>0</c:v>
                </c:pt>
                <c:pt idx="11251">
                  <c:v>0</c:v>
                </c:pt>
                <c:pt idx="11252">
                  <c:v>0</c:v>
                </c:pt>
                <c:pt idx="11253">
                  <c:v>0</c:v>
                </c:pt>
                <c:pt idx="11254">
                  <c:v>0</c:v>
                </c:pt>
                <c:pt idx="11255">
                  <c:v>0</c:v>
                </c:pt>
                <c:pt idx="11256">
                  <c:v>0</c:v>
                </c:pt>
                <c:pt idx="11257">
                  <c:v>0</c:v>
                </c:pt>
                <c:pt idx="11258">
                  <c:v>0</c:v>
                </c:pt>
                <c:pt idx="11259">
                  <c:v>0</c:v>
                </c:pt>
                <c:pt idx="11260">
                  <c:v>0</c:v>
                </c:pt>
                <c:pt idx="11261">
                  <c:v>0</c:v>
                </c:pt>
                <c:pt idx="11262">
                  <c:v>0</c:v>
                </c:pt>
                <c:pt idx="11263">
                  <c:v>0</c:v>
                </c:pt>
                <c:pt idx="11264">
                  <c:v>0</c:v>
                </c:pt>
                <c:pt idx="11265">
                  <c:v>0</c:v>
                </c:pt>
                <c:pt idx="11266">
                  <c:v>0</c:v>
                </c:pt>
                <c:pt idx="11267">
                  <c:v>0</c:v>
                </c:pt>
                <c:pt idx="11268">
                  <c:v>0</c:v>
                </c:pt>
                <c:pt idx="11269">
                  <c:v>0</c:v>
                </c:pt>
                <c:pt idx="11270">
                  <c:v>0</c:v>
                </c:pt>
                <c:pt idx="11271">
                  <c:v>0</c:v>
                </c:pt>
                <c:pt idx="11272">
                  <c:v>0</c:v>
                </c:pt>
                <c:pt idx="11273">
                  <c:v>0</c:v>
                </c:pt>
                <c:pt idx="11274">
                  <c:v>0</c:v>
                </c:pt>
                <c:pt idx="11275">
                  <c:v>0</c:v>
                </c:pt>
                <c:pt idx="11276">
                  <c:v>0</c:v>
                </c:pt>
                <c:pt idx="11277">
                  <c:v>0</c:v>
                </c:pt>
                <c:pt idx="11278">
                  <c:v>0</c:v>
                </c:pt>
                <c:pt idx="11279">
                  <c:v>0</c:v>
                </c:pt>
                <c:pt idx="11280">
                  <c:v>0</c:v>
                </c:pt>
                <c:pt idx="11281">
                  <c:v>0</c:v>
                </c:pt>
                <c:pt idx="11282">
                  <c:v>0</c:v>
                </c:pt>
                <c:pt idx="11283">
                  <c:v>0</c:v>
                </c:pt>
                <c:pt idx="11284">
                  <c:v>0</c:v>
                </c:pt>
                <c:pt idx="11285">
                  <c:v>0</c:v>
                </c:pt>
                <c:pt idx="11286">
                  <c:v>0</c:v>
                </c:pt>
                <c:pt idx="11287">
                  <c:v>0</c:v>
                </c:pt>
                <c:pt idx="11288">
                  <c:v>0</c:v>
                </c:pt>
                <c:pt idx="11289">
                  <c:v>0</c:v>
                </c:pt>
                <c:pt idx="11290">
                  <c:v>0</c:v>
                </c:pt>
                <c:pt idx="11291">
                  <c:v>0</c:v>
                </c:pt>
                <c:pt idx="11292">
                  <c:v>0</c:v>
                </c:pt>
                <c:pt idx="11293">
                  <c:v>0</c:v>
                </c:pt>
                <c:pt idx="11294">
                  <c:v>0</c:v>
                </c:pt>
                <c:pt idx="11295">
                  <c:v>0</c:v>
                </c:pt>
                <c:pt idx="11296">
                  <c:v>0</c:v>
                </c:pt>
                <c:pt idx="11297">
                  <c:v>0</c:v>
                </c:pt>
                <c:pt idx="11298">
                  <c:v>0</c:v>
                </c:pt>
                <c:pt idx="11299">
                  <c:v>0</c:v>
                </c:pt>
                <c:pt idx="11300">
                  <c:v>0</c:v>
                </c:pt>
                <c:pt idx="11301">
                  <c:v>0</c:v>
                </c:pt>
                <c:pt idx="11302">
                  <c:v>0</c:v>
                </c:pt>
                <c:pt idx="11303">
                  <c:v>0</c:v>
                </c:pt>
                <c:pt idx="11304">
                  <c:v>0</c:v>
                </c:pt>
                <c:pt idx="11305">
                  <c:v>0</c:v>
                </c:pt>
                <c:pt idx="11306">
                  <c:v>0</c:v>
                </c:pt>
                <c:pt idx="11307">
                  <c:v>0</c:v>
                </c:pt>
                <c:pt idx="11308">
                  <c:v>0</c:v>
                </c:pt>
                <c:pt idx="11309">
                  <c:v>0</c:v>
                </c:pt>
                <c:pt idx="11310">
                  <c:v>0</c:v>
                </c:pt>
                <c:pt idx="11311">
                  <c:v>0</c:v>
                </c:pt>
                <c:pt idx="11312">
                  <c:v>0</c:v>
                </c:pt>
                <c:pt idx="11313">
                  <c:v>0</c:v>
                </c:pt>
                <c:pt idx="11314">
                  <c:v>0</c:v>
                </c:pt>
                <c:pt idx="11315">
                  <c:v>0</c:v>
                </c:pt>
                <c:pt idx="11316">
                  <c:v>0</c:v>
                </c:pt>
                <c:pt idx="11317">
                  <c:v>0</c:v>
                </c:pt>
                <c:pt idx="11318">
                  <c:v>0</c:v>
                </c:pt>
                <c:pt idx="11319">
                  <c:v>0</c:v>
                </c:pt>
                <c:pt idx="11320">
                  <c:v>0</c:v>
                </c:pt>
                <c:pt idx="11321">
                  <c:v>0</c:v>
                </c:pt>
                <c:pt idx="11322">
                  <c:v>0</c:v>
                </c:pt>
                <c:pt idx="11323">
                  <c:v>0</c:v>
                </c:pt>
                <c:pt idx="11324">
                  <c:v>0</c:v>
                </c:pt>
                <c:pt idx="11325">
                  <c:v>0</c:v>
                </c:pt>
                <c:pt idx="11326">
                  <c:v>0</c:v>
                </c:pt>
                <c:pt idx="11327">
                  <c:v>0</c:v>
                </c:pt>
                <c:pt idx="11328">
                  <c:v>0</c:v>
                </c:pt>
                <c:pt idx="11329">
                  <c:v>0</c:v>
                </c:pt>
                <c:pt idx="11330">
                  <c:v>0</c:v>
                </c:pt>
                <c:pt idx="11331">
                  <c:v>0</c:v>
                </c:pt>
                <c:pt idx="11332">
                  <c:v>0</c:v>
                </c:pt>
                <c:pt idx="11333">
                  <c:v>0</c:v>
                </c:pt>
                <c:pt idx="11334">
                  <c:v>0</c:v>
                </c:pt>
                <c:pt idx="11335">
                  <c:v>0</c:v>
                </c:pt>
                <c:pt idx="11336">
                  <c:v>0</c:v>
                </c:pt>
                <c:pt idx="11337">
                  <c:v>0</c:v>
                </c:pt>
                <c:pt idx="11338">
                  <c:v>0</c:v>
                </c:pt>
                <c:pt idx="11339">
                  <c:v>0</c:v>
                </c:pt>
                <c:pt idx="11340">
                  <c:v>0</c:v>
                </c:pt>
                <c:pt idx="11341">
                  <c:v>0</c:v>
                </c:pt>
                <c:pt idx="11342">
                  <c:v>0</c:v>
                </c:pt>
                <c:pt idx="11343">
                  <c:v>0</c:v>
                </c:pt>
                <c:pt idx="11344">
                  <c:v>0</c:v>
                </c:pt>
                <c:pt idx="11345">
                  <c:v>0</c:v>
                </c:pt>
                <c:pt idx="11346">
                  <c:v>0</c:v>
                </c:pt>
                <c:pt idx="11347">
                  <c:v>0</c:v>
                </c:pt>
                <c:pt idx="11348">
                  <c:v>0</c:v>
                </c:pt>
                <c:pt idx="11349">
                  <c:v>0</c:v>
                </c:pt>
                <c:pt idx="11350">
                  <c:v>0</c:v>
                </c:pt>
                <c:pt idx="11351">
                  <c:v>0</c:v>
                </c:pt>
                <c:pt idx="11352">
                  <c:v>0</c:v>
                </c:pt>
                <c:pt idx="11353">
                  <c:v>0</c:v>
                </c:pt>
                <c:pt idx="11354">
                  <c:v>0</c:v>
                </c:pt>
                <c:pt idx="11355">
                  <c:v>0</c:v>
                </c:pt>
                <c:pt idx="11356">
                  <c:v>0</c:v>
                </c:pt>
                <c:pt idx="11357">
                  <c:v>0</c:v>
                </c:pt>
                <c:pt idx="11358">
                  <c:v>0</c:v>
                </c:pt>
                <c:pt idx="11359">
                  <c:v>0</c:v>
                </c:pt>
                <c:pt idx="11360">
                  <c:v>0</c:v>
                </c:pt>
                <c:pt idx="11361">
                  <c:v>0</c:v>
                </c:pt>
                <c:pt idx="11362">
                  <c:v>0</c:v>
                </c:pt>
                <c:pt idx="11363">
                  <c:v>0</c:v>
                </c:pt>
                <c:pt idx="11364">
                  <c:v>0</c:v>
                </c:pt>
                <c:pt idx="11365">
                  <c:v>0</c:v>
                </c:pt>
                <c:pt idx="11366">
                  <c:v>0</c:v>
                </c:pt>
                <c:pt idx="11367">
                  <c:v>0</c:v>
                </c:pt>
                <c:pt idx="11368">
                  <c:v>0</c:v>
                </c:pt>
                <c:pt idx="11369">
                  <c:v>0</c:v>
                </c:pt>
                <c:pt idx="11370">
                  <c:v>0</c:v>
                </c:pt>
                <c:pt idx="11371">
                  <c:v>0</c:v>
                </c:pt>
                <c:pt idx="11372">
                  <c:v>0</c:v>
                </c:pt>
                <c:pt idx="11373">
                  <c:v>0</c:v>
                </c:pt>
                <c:pt idx="11374">
                  <c:v>0</c:v>
                </c:pt>
                <c:pt idx="11375">
                  <c:v>0</c:v>
                </c:pt>
                <c:pt idx="11376">
                  <c:v>0</c:v>
                </c:pt>
                <c:pt idx="11377">
                  <c:v>0</c:v>
                </c:pt>
                <c:pt idx="11378">
                  <c:v>0</c:v>
                </c:pt>
                <c:pt idx="11379">
                  <c:v>0</c:v>
                </c:pt>
                <c:pt idx="11380">
                  <c:v>0</c:v>
                </c:pt>
                <c:pt idx="11381">
                  <c:v>0</c:v>
                </c:pt>
                <c:pt idx="11382">
                  <c:v>0</c:v>
                </c:pt>
                <c:pt idx="11383">
                  <c:v>0</c:v>
                </c:pt>
                <c:pt idx="11384">
                  <c:v>0</c:v>
                </c:pt>
                <c:pt idx="11385">
                  <c:v>0</c:v>
                </c:pt>
                <c:pt idx="11386">
                  <c:v>0</c:v>
                </c:pt>
                <c:pt idx="11387">
                  <c:v>0</c:v>
                </c:pt>
                <c:pt idx="11388">
                  <c:v>0</c:v>
                </c:pt>
                <c:pt idx="11389">
                  <c:v>0</c:v>
                </c:pt>
                <c:pt idx="11390">
                  <c:v>0</c:v>
                </c:pt>
                <c:pt idx="11391">
                  <c:v>0</c:v>
                </c:pt>
                <c:pt idx="11392">
                  <c:v>0</c:v>
                </c:pt>
                <c:pt idx="11393">
                  <c:v>0</c:v>
                </c:pt>
                <c:pt idx="11394">
                  <c:v>0</c:v>
                </c:pt>
                <c:pt idx="11395">
                  <c:v>0</c:v>
                </c:pt>
                <c:pt idx="11396">
                  <c:v>0</c:v>
                </c:pt>
                <c:pt idx="11397">
                  <c:v>0</c:v>
                </c:pt>
                <c:pt idx="11398">
                  <c:v>0</c:v>
                </c:pt>
                <c:pt idx="11399">
                  <c:v>0</c:v>
                </c:pt>
                <c:pt idx="11400">
                  <c:v>0</c:v>
                </c:pt>
                <c:pt idx="11401">
                  <c:v>0</c:v>
                </c:pt>
                <c:pt idx="11402">
                  <c:v>0</c:v>
                </c:pt>
                <c:pt idx="11403">
                  <c:v>0</c:v>
                </c:pt>
                <c:pt idx="11404">
                  <c:v>0</c:v>
                </c:pt>
                <c:pt idx="11405">
                  <c:v>0</c:v>
                </c:pt>
                <c:pt idx="11406">
                  <c:v>0</c:v>
                </c:pt>
                <c:pt idx="11407">
                  <c:v>0</c:v>
                </c:pt>
                <c:pt idx="11408">
                  <c:v>0</c:v>
                </c:pt>
                <c:pt idx="11409">
                  <c:v>0</c:v>
                </c:pt>
                <c:pt idx="11410">
                  <c:v>0</c:v>
                </c:pt>
                <c:pt idx="11411">
                  <c:v>0</c:v>
                </c:pt>
                <c:pt idx="11412">
                  <c:v>0</c:v>
                </c:pt>
                <c:pt idx="11413">
                  <c:v>0</c:v>
                </c:pt>
                <c:pt idx="11414">
                  <c:v>0</c:v>
                </c:pt>
                <c:pt idx="11415">
                  <c:v>0</c:v>
                </c:pt>
                <c:pt idx="11416">
                  <c:v>0</c:v>
                </c:pt>
                <c:pt idx="11417">
                  <c:v>0</c:v>
                </c:pt>
                <c:pt idx="11418">
                  <c:v>0</c:v>
                </c:pt>
                <c:pt idx="11419">
                  <c:v>0</c:v>
                </c:pt>
                <c:pt idx="11420">
                  <c:v>0</c:v>
                </c:pt>
                <c:pt idx="11421">
                  <c:v>0</c:v>
                </c:pt>
                <c:pt idx="11422">
                  <c:v>0</c:v>
                </c:pt>
                <c:pt idx="11423">
                  <c:v>0</c:v>
                </c:pt>
                <c:pt idx="11424">
                  <c:v>0</c:v>
                </c:pt>
                <c:pt idx="11425">
                  <c:v>0</c:v>
                </c:pt>
                <c:pt idx="11426">
                  <c:v>0</c:v>
                </c:pt>
                <c:pt idx="11427">
                  <c:v>0</c:v>
                </c:pt>
                <c:pt idx="11428">
                  <c:v>0</c:v>
                </c:pt>
                <c:pt idx="11429">
                  <c:v>0</c:v>
                </c:pt>
                <c:pt idx="11430">
                  <c:v>0</c:v>
                </c:pt>
                <c:pt idx="11431">
                  <c:v>0</c:v>
                </c:pt>
                <c:pt idx="11432">
                  <c:v>0</c:v>
                </c:pt>
                <c:pt idx="11433">
                  <c:v>0</c:v>
                </c:pt>
                <c:pt idx="11434">
                  <c:v>0</c:v>
                </c:pt>
                <c:pt idx="11435">
                  <c:v>0</c:v>
                </c:pt>
                <c:pt idx="11436">
                  <c:v>0</c:v>
                </c:pt>
                <c:pt idx="11437">
                  <c:v>0</c:v>
                </c:pt>
                <c:pt idx="11438">
                  <c:v>0</c:v>
                </c:pt>
                <c:pt idx="11439">
                  <c:v>0</c:v>
                </c:pt>
                <c:pt idx="11440">
                  <c:v>0</c:v>
                </c:pt>
                <c:pt idx="11441">
                  <c:v>0</c:v>
                </c:pt>
                <c:pt idx="11442">
                  <c:v>0</c:v>
                </c:pt>
                <c:pt idx="11443">
                  <c:v>0</c:v>
                </c:pt>
                <c:pt idx="11444">
                  <c:v>0</c:v>
                </c:pt>
                <c:pt idx="11445">
                  <c:v>0</c:v>
                </c:pt>
                <c:pt idx="11446">
                  <c:v>0</c:v>
                </c:pt>
                <c:pt idx="11447">
                  <c:v>0</c:v>
                </c:pt>
                <c:pt idx="11448">
                  <c:v>0</c:v>
                </c:pt>
                <c:pt idx="11449">
                  <c:v>0</c:v>
                </c:pt>
                <c:pt idx="11450">
                  <c:v>0</c:v>
                </c:pt>
                <c:pt idx="11451">
                  <c:v>0</c:v>
                </c:pt>
                <c:pt idx="11452">
                  <c:v>0</c:v>
                </c:pt>
                <c:pt idx="11453">
                  <c:v>0</c:v>
                </c:pt>
                <c:pt idx="11454">
                  <c:v>0</c:v>
                </c:pt>
                <c:pt idx="11455">
                  <c:v>0</c:v>
                </c:pt>
                <c:pt idx="11456">
                  <c:v>0</c:v>
                </c:pt>
                <c:pt idx="11457">
                  <c:v>0</c:v>
                </c:pt>
                <c:pt idx="11458">
                  <c:v>0</c:v>
                </c:pt>
                <c:pt idx="11459">
                  <c:v>0</c:v>
                </c:pt>
                <c:pt idx="11460">
                  <c:v>0</c:v>
                </c:pt>
                <c:pt idx="11461">
                  <c:v>0</c:v>
                </c:pt>
                <c:pt idx="11462">
                  <c:v>0</c:v>
                </c:pt>
                <c:pt idx="11463">
                  <c:v>0</c:v>
                </c:pt>
                <c:pt idx="11464">
                  <c:v>0</c:v>
                </c:pt>
                <c:pt idx="11465">
                  <c:v>0</c:v>
                </c:pt>
                <c:pt idx="11466">
                  <c:v>0</c:v>
                </c:pt>
                <c:pt idx="11467">
                  <c:v>0</c:v>
                </c:pt>
                <c:pt idx="11468">
                  <c:v>0</c:v>
                </c:pt>
                <c:pt idx="11469">
                  <c:v>0</c:v>
                </c:pt>
                <c:pt idx="11470">
                  <c:v>0</c:v>
                </c:pt>
                <c:pt idx="11471">
                  <c:v>0</c:v>
                </c:pt>
                <c:pt idx="11472">
                  <c:v>0</c:v>
                </c:pt>
                <c:pt idx="11473">
                  <c:v>0</c:v>
                </c:pt>
                <c:pt idx="11474">
                  <c:v>0</c:v>
                </c:pt>
                <c:pt idx="11475">
                  <c:v>0</c:v>
                </c:pt>
                <c:pt idx="11476">
                  <c:v>0</c:v>
                </c:pt>
                <c:pt idx="11477">
                  <c:v>0</c:v>
                </c:pt>
                <c:pt idx="11478">
                  <c:v>0</c:v>
                </c:pt>
                <c:pt idx="11479">
                  <c:v>0</c:v>
                </c:pt>
                <c:pt idx="11480">
                  <c:v>0</c:v>
                </c:pt>
                <c:pt idx="11481">
                  <c:v>0</c:v>
                </c:pt>
                <c:pt idx="11482">
                  <c:v>0</c:v>
                </c:pt>
                <c:pt idx="11483">
                  <c:v>0</c:v>
                </c:pt>
                <c:pt idx="11484">
                  <c:v>0</c:v>
                </c:pt>
                <c:pt idx="11485">
                  <c:v>0</c:v>
                </c:pt>
                <c:pt idx="11486">
                  <c:v>0</c:v>
                </c:pt>
                <c:pt idx="11487">
                  <c:v>0</c:v>
                </c:pt>
                <c:pt idx="11488">
                  <c:v>0</c:v>
                </c:pt>
                <c:pt idx="11489">
                  <c:v>0</c:v>
                </c:pt>
                <c:pt idx="11490">
                  <c:v>0</c:v>
                </c:pt>
                <c:pt idx="11491">
                  <c:v>0</c:v>
                </c:pt>
                <c:pt idx="11492">
                  <c:v>0</c:v>
                </c:pt>
                <c:pt idx="11493">
                  <c:v>0</c:v>
                </c:pt>
                <c:pt idx="11494">
                  <c:v>0</c:v>
                </c:pt>
                <c:pt idx="11495">
                  <c:v>0</c:v>
                </c:pt>
                <c:pt idx="11496">
                  <c:v>0</c:v>
                </c:pt>
                <c:pt idx="11497">
                  <c:v>0</c:v>
                </c:pt>
                <c:pt idx="11498">
                  <c:v>0</c:v>
                </c:pt>
                <c:pt idx="11499">
                  <c:v>0</c:v>
                </c:pt>
                <c:pt idx="11500">
                  <c:v>0</c:v>
                </c:pt>
                <c:pt idx="11501">
                  <c:v>0</c:v>
                </c:pt>
                <c:pt idx="11502">
                  <c:v>0</c:v>
                </c:pt>
                <c:pt idx="11503">
                  <c:v>0</c:v>
                </c:pt>
                <c:pt idx="11504">
                  <c:v>0</c:v>
                </c:pt>
                <c:pt idx="11505">
                  <c:v>0</c:v>
                </c:pt>
                <c:pt idx="11506">
                  <c:v>0</c:v>
                </c:pt>
                <c:pt idx="11507">
                  <c:v>0</c:v>
                </c:pt>
                <c:pt idx="11508">
                  <c:v>0</c:v>
                </c:pt>
                <c:pt idx="11509">
                  <c:v>0</c:v>
                </c:pt>
                <c:pt idx="11510">
                  <c:v>0</c:v>
                </c:pt>
                <c:pt idx="11511">
                  <c:v>0</c:v>
                </c:pt>
                <c:pt idx="11512">
                  <c:v>0</c:v>
                </c:pt>
                <c:pt idx="11513">
                  <c:v>0</c:v>
                </c:pt>
                <c:pt idx="11514">
                  <c:v>0</c:v>
                </c:pt>
                <c:pt idx="11515">
                  <c:v>0</c:v>
                </c:pt>
                <c:pt idx="11516">
                  <c:v>0</c:v>
                </c:pt>
                <c:pt idx="11517">
                  <c:v>0</c:v>
                </c:pt>
                <c:pt idx="11518">
                  <c:v>0</c:v>
                </c:pt>
                <c:pt idx="11519">
                  <c:v>0</c:v>
                </c:pt>
                <c:pt idx="11520">
                  <c:v>0</c:v>
                </c:pt>
                <c:pt idx="11521">
                  <c:v>0</c:v>
                </c:pt>
                <c:pt idx="11522">
                  <c:v>0</c:v>
                </c:pt>
                <c:pt idx="11523">
                  <c:v>0</c:v>
                </c:pt>
                <c:pt idx="11524">
                  <c:v>0</c:v>
                </c:pt>
                <c:pt idx="11525">
                  <c:v>0</c:v>
                </c:pt>
                <c:pt idx="11526">
                  <c:v>0</c:v>
                </c:pt>
                <c:pt idx="11527">
                  <c:v>0</c:v>
                </c:pt>
                <c:pt idx="11528">
                  <c:v>0</c:v>
                </c:pt>
                <c:pt idx="11529">
                  <c:v>0</c:v>
                </c:pt>
                <c:pt idx="11530">
                  <c:v>0</c:v>
                </c:pt>
                <c:pt idx="11531">
                  <c:v>0</c:v>
                </c:pt>
                <c:pt idx="11532">
                  <c:v>0</c:v>
                </c:pt>
                <c:pt idx="11533">
                  <c:v>0</c:v>
                </c:pt>
                <c:pt idx="11534">
                  <c:v>0</c:v>
                </c:pt>
                <c:pt idx="11535">
                  <c:v>0</c:v>
                </c:pt>
                <c:pt idx="11536">
                  <c:v>0</c:v>
                </c:pt>
                <c:pt idx="11537">
                  <c:v>0</c:v>
                </c:pt>
                <c:pt idx="11538">
                  <c:v>0</c:v>
                </c:pt>
                <c:pt idx="11539">
                  <c:v>0</c:v>
                </c:pt>
                <c:pt idx="11540">
                  <c:v>0</c:v>
                </c:pt>
                <c:pt idx="11541">
                  <c:v>0</c:v>
                </c:pt>
                <c:pt idx="11542">
                  <c:v>0</c:v>
                </c:pt>
                <c:pt idx="11543">
                  <c:v>0</c:v>
                </c:pt>
                <c:pt idx="11544">
                  <c:v>0</c:v>
                </c:pt>
                <c:pt idx="11545">
                  <c:v>0</c:v>
                </c:pt>
                <c:pt idx="11546">
                  <c:v>0</c:v>
                </c:pt>
                <c:pt idx="11547">
                  <c:v>0</c:v>
                </c:pt>
                <c:pt idx="11548">
                  <c:v>0</c:v>
                </c:pt>
                <c:pt idx="11549">
                  <c:v>0</c:v>
                </c:pt>
                <c:pt idx="11550">
                  <c:v>0</c:v>
                </c:pt>
                <c:pt idx="11551">
                  <c:v>0</c:v>
                </c:pt>
                <c:pt idx="11552">
                  <c:v>0</c:v>
                </c:pt>
                <c:pt idx="11553">
                  <c:v>0</c:v>
                </c:pt>
                <c:pt idx="11554">
                  <c:v>0</c:v>
                </c:pt>
                <c:pt idx="11555">
                  <c:v>0</c:v>
                </c:pt>
                <c:pt idx="11556">
                  <c:v>0</c:v>
                </c:pt>
                <c:pt idx="11557">
                  <c:v>0</c:v>
                </c:pt>
                <c:pt idx="11558">
                  <c:v>0</c:v>
                </c:pt>
                <c:pt idx="11559">
                  <c:v>0</c:v>
                </c:pt>
                <c:pt idx="11560">
                  <c:v>0</c:v>
                </c:pt>
                <c:pt idx="11561">
                  <c:v>0</c:v>
                </c:pt>
                <c:pt idx="11562">
                  <c:v>0</c:v>
                </c:pt>
                <c:pt idx="11563">
                  <c:v>0</c:v>
                </c:pt>
                <c:pt idx="11564">
                  <c:v>0</c:v>
                </c:pt>
                <c:pt idx="11565">
                  <c:v>0</c:v>
                </c:pt>
                <c:pt idx="11566">
                  <c:v>0</c:v>
                </c:pt>
                <c:pt idx="11567">
                  <c:v>0</c:v>
                </c:pt>
                <c:pt idx="11568">
                  <c:v>0</c:v>
                </c:pt>
                <c:pt idx="11569">
                  <c:v>0</c:v>
                </c:pt>
                <c:pt idx="11570">
                  <c:v>0</c:v>
                </c:pt>
                <c:pt idx="11571">
                  <c:v>0</c:v>
                </c:pt>
                <c:pt idx="11572">
                  <c:v>0</c:v>
                </c:pt>
                <c:pt idx="11573">
                  <c:v>0</c:v>
                </c:pt>
                <c:pt idx="11574">
                  <c:v>0</c:v>
                </c:pt>
                <c:pt idx="11575">
                  <c:v>0</c:v>
                </c:pt>
                <c:pt idx="11576">
                  <c:v>0</c:v>
                </c:pt>
                <c:pt idx="11577">
                  <c:v>0</c:v>
                </c:pt>
                <c:pt idx="11578">
                  <c:v>0</c:v>
                </c:pt>
                <c:pt idx="11579">
                  <c:v>0</c:v>
                </c:pt>
                <c:pt idx="11580">
                  <c:v>0</c:v>
                </c:pt>
                <c:pt idx="11581">
                  <c:v>0</c:v>
                </c:pt>
                <c:pt idx="11582">
                  <c:v>0</c:v>
                </c:pt>
                <c:pt idx="11583">
                  <c:v>0</c:v>
                </c:pt>
                <c:pt idx="11584">
                  <c:v>0</c:v>
                </c:pt>
                <c:pt idx="11585">
                  <c:v>0</c:v>
                </c:pt>
                <c:pt idx="11586">
                  <c:v>0</c:v>
                </c:pt>
                <c:pt idx="11587">
                  <c:v>0</c:v>
                </c:pt>
                <c:pt idx="11588">
                  <c:v>0</c:v>
                </c:pt>
                <c:pt idx="11589">
                  <c:v>0</c:v>
                </c:pt>
                <c:pt idx="11590">
                  <c:v>0</c:v>
                </c:pt>
                <c:pt idx="11591">
                  <c:v>0</c:v>
                </c:pt>
                <c:pt idx="11592">
                  <c:v>0</c:v>
                </c:pt>
                <c:pt idx="11593">
                  <c:v>0</c:v>
                </c:pt>
                <c:pt idx="11594">
                  <c:v>0</c:v>
                </c:pt>
                <c:pt idx="11595">
                  <c:v>0</c:v>
                </c:pt>
                <c:pt idx="11596">
                  <c:v>0</c:v>
                </c:pt>
                <c:pt idx="11597">
                  <c:v>0</c:v>
                </c:pt>
                <c:pt idx="11598">
                  <c:v>0</c:v>
                </c:pt>
                <c:pt idx="11599">
                  <c:v>0</c:v>
                </c:pt>
                <c:pt idx="11600">
                  <c:v>0</c:v>
                </c:pt>
                <c:pt idx="11601">
                  <c:v>0</c:v>
                </c:pt>
                <c:pt idx="11602">
                  <c:v>0</c:v>
                </c:pt>
                <c:pt idx="11603">
                  <c:v>0</c:v>
                </c:pt>
                <c:pt idx="11604">
                  <c:v>0</c:v>
                </c:pt>
                <c:pt idx="11605">
                  <c:v>0</c:v>
                </c:pt>
                <c:pt idx="11606">
                  <c:v>0</c:v>
                </c:pt>
                <c:pt idx="11607">
                  <c:v>0</c:v>
                </c:pt>
                <c:pt idx="11608">
                  <c:v>0</c:v>
                </c:pt>
                <c:pt idx="11609">
                  <c:v>0</c:v>
                </c:pt>
                <c:pt idx="11610">
                  <c:v>0</c:v>
                </c:pt>
                <c:pt idx="11611">
                  <c:v>0</c:v>
                </c:pt>
                <c:pt idx="11612">
                  <c:v>0</c:v>
                </c:pt>
                <c:pt idx="11613">
                  <c:v>0</c:v>
                </c:pt>
                <c:pt idx="11614">
                  <c:v>0</c:v>
                </c:pt>
                <c:pt idx="11615">
                  <c:v>0</c:v>
                </c:pt>
                <c:pt idx="11616">
                  <c:v>0</c:v>
                </c:pt>
                <c:pt idx="11617">
                  <c:v>0</c:v>
                </c:pt>
                <c:pt idx="11618">
                  <c:v>0</c:v>
                </c:pt>
                <c:pt idx="11619">
                  <c:v>0</c:v>
                </c:pt>
                <c:pt idx="11620">
                  <c:v>0</c:v>
                </c:pt>
                <c:pt idx="11621">
                  <c:v>0</c:v>
                </c:pt>
                <c:pt idx="11622">
                  <c:v>0</c:v>
                </c:pt>
                <c:pt idx="11623">
                  <c:v>0</c:v>
                </c:pt>
                <c:pt idx="11624">
                  <c:v>0</c:v>
                </c:pt>
                <c:pt idx="11625">
                  <c:v>0</c:v>
                </c:pt>
                <c:pt idx="11626">
                  <c:v>0</c:v>
                </c:pt>
                <c:pt idx="11627">
                  <c:v>0</c:v>
                </c:pt>
                <c:pt idx="11628">
                  <c:v>0</c:v>
                </c:pt>
                <c:pt idx="11629">
                  <c:v>0</c:v>
                </c:pt>
                <c:pt idx="11630">
                  <c:v>0</c:v>
                </c:pt>
                <c:pt idx="11631">
                  <c:v>0</c:v>
                </c:pt>
                <c:pt idx="11632">
                  <c:v>0</c:v>
                </c:pt>
                <c:pt idx="11633">
                  <c:v>0</c:v>
                </c:pt>
                <c:pt idx="11634">
                  <c:v>0</c:v>
                </c:pt>
                <c:pt idx="11635">
                  <c:v>0</c:v>
                </c:pt>
                <c:pt idx="11636">
                  <c:v>0</c:v>
                </c:pt>
                <c:pt idx="11637">
                  <c:v>0</c:v>
                </c:pt>
                <c:pt idx="11638">
                  <c:v>0</c:v>
                </c:pt>
                <c:pt idx="11639">
                  <c:v>0</c:v>
                </c:pt>
                <c:pt idx="11640">
                  <c:v>0</c:v>
                </c:pt>
                <c:pt idx="11641">
                  <c:v>0</c:v>
                </c:pt>
                <c:pt idx="11642">
                  <c:v>0</c:v>
                </c:pt>
                <c:pt idx="11643">
                  <c:v>0</c:v>
                </c:pt>
                <c:pt idx="11644">
                  <c:v>0</c:v>
                </c:pt>
                <c:pt idx="11645">
                  <c:v>0</c:v>
                </c:pt>
                <c:pt idx="11646">
                  <c:v>0</c:v>
                </c:pt>
                <c:pt idx="11647">
                  <c:v>0</c:v>
                </c:pt>
                <c:pt idx="11648">
                  <c:v>0</c:v>
                </c:pt>
                <c:pt idx="11649">
                  <c:v>0</c:v>
                </c:pt>
                <c:pt idx="11650">
                  <c:v>0</c:v>
                </c:pt>
                <c:pt idx="11651">
                  <c:v>0</c:v>
                </c:pt>
                <c:pt idx="11652">
                  <c:v>0</c:v>
                </c:pt>
                <c:pt idx="11653">
                  <c:v>0</c:v>
                </c:pt>
                <c:pt idx="11654">
                  <c:v>0</c:v>
                </c:pt>
                <c:pt idx="11655">
                  <c:v>0</c:v>
                </c:pt>
                <c:pt idx="11656">
                  <c:v>0</c:v>
                </c:pt>
                <c:pt idx="11657">
                  <c:v>0</c:v>
                </c:pt>
                <c:pt idx="11658">
                  <c:v>0</c:v>
                </c:pt>
                <c:pt idx="11659">
                  <c:v>0</c:v>
                </c:pt>
                <c:pt idx="11660">
                  <c:v>0</c:v>
                </c:pt>
                <c:pt idx="11661">
                  <c:v>0</c:v>
                </c:pt>
                <c:pt idx="11662">
                  <c:v>0</c:v>
                </c:pt>
                <c:pt idx="11663">
                  <c:v>0</c:v>
                </c:pt>
                <c:pt idx="11664">
                  <c:v>0</c:v>
                </c:pt>
                <c:pt idx="11665">
                  <c:v>0</c:v>
                </c:pt>
                <c:pt idx="11666">
                  <c:v>0</c:v>
                </c:pt>
                <c:pt idx="11667">
                  <c:v>0</c:v>
                </c:pt>
                <c:pt idx="11668">
                  <c:v>0</c:v>
                </c:pt>
                <c:pt idx="11669">
                  <c:v>0</c:v>
                </c:pt>
                <c:pt idx="11670">
                  <c:v>0</c:v>
                </c:pt>
                <c:pt idx="11671">
                  <c:v>0</c:v>
                </c:pt>
                <c:pt idx="11672">
                  <c:v>0</c:v>
                </c:pt>
                <c:pt idx="11673">
                  <c:v>0</c:v>
                </c:pt>
                <c:pt idx="11674">
                  <c:v>0</c:v>
                </c:pt>
                <c:pt idx="11675">
                  <c:v>0</c:v>
                </c:pt>
                <c:pt idx="11676">
                  <c:v>0</c:v>
                </c:pt>
                <c:pt idx="11677">
                  <c:v>0</c:v>
                </c:pt>
                <c:pt idx="11678">
                  <c:v>0</c:v>
                </c:pt>
                <c:pt idx="11679">
                  <c:v>0</c:v>
                </c:pt>
                <c:pt idx="11680">
                  <c:v>0</c:v>
                </c:pt>
                <c:pt idx="11681">
                  <c:v>0</c:v>
                </c:pt>
                <c:pt idx="11682">
                  <c:v>0</c:v>
                </c:pt>
                <c:pt idx="11683">
                  <c:v>0</c:v>
                </c:pt>
                <c:pt idx="11684">
                  <c:v>0</c:v>
                </c:pt>
                <c:pt idx="11685">
                  <c:v>0</c:v>
                </c:pt>
                <c:pt idx="11686">
                  <c:v>0</c:v>
                </c:pt>
                <c:pt idx="11687">
                  <c:v>0</c:v>
                </c:pt>
                <c:pt idx="11688">
                  <c:v>0</c:v>
                </c:pt>
                <c:pt idx="11689">
                  <c:v>0</c:v>
                </c:pt>
                <c:pt idx="11690">
                  <c:v>0</c:v>
                </c:pt>
                <c:pt idx="11691">
                  <c:v>0</c:v>
                </c:pt>
                <c:pt idx="11692">
                  <c:v>0</c:v>
                </c:pt>
                <c:pt idx="11693">
                  <c:v>0</c:v>
                </c:pt>
                <c:pt idx="11694">
                  <c:v>0</c:v>
                </c:pt>
                <c:pt idx="11695">
                  <c:v>0</c:v>
                </c:pt>
                <c:pt idx="11696">
                  <c:v>0</c:v>
                </c:pt>
                <c:pt idx="11697">
                  <c:v>0</c:v>
                </c:pt>
                <c:pt idx="11698">
                  <c:v>0</c:v>
                </c:pt>
                <c:pt idx="11699">
                  <c:v>0</c:v>
                </c:pt>
                <c:pt idx="11700">
                  <c:v>0</c:v>
                </c:pt>
                <c:pt idx="11701">
                  <c:v>0</c:v>
                </c:pt>
                <c:pt idx="11702">
                  <c:v>0</c:v>
                </c:pt>
                <c:pt idx="11703">
                  <c:v>0</c:v>
                </c:pt>
                <c:pt idx="11704">
                  <c:v>0</c:v>
                </c:pt>
                <c:pt idx="11705">
                  <c:v>0</c:v>
                </c:pt>
                <c:pt idx="11706">
                  <c:v>0</c:v>
                </c:pt>
                <c:pt idx="11707">
                  <c:v>0</c:v>
                </c:pt>
                <c:pt idx="11708">
                  <c:v>0</c:v>
                </c:pt>
                <c:pt idx="11709">
                  <c:v>0</c:v>
                </c:pt>
                <c:pt idx="11710">
                  <c:v>0</c:v>
                </c:pt>
                <c:pt idx="11711">
                  <c:v>0</c:v>
                </c:pt>
                <c:pt idx="11712">
                  <c:v>0</c:v>
                </c:pt>
                <c:pt idx="11713">
                  <c:v>0</c:v>
                </c:pt>
                <c:pt idx="11714">
                  <c:v>0</c:v>
                </c:pt>
                <c:pt idx="11715">
                  <c:v>0</c:v>
                </c:pt>
                <c:pt idx="11716">
                  <c:v>0</c:v>
                </c:pt>
                <c:pt idx="11717">
                  <c:v>0</c:v>
                </c:pt>
                <c:pt idx="11718">
                  <c:v>0</c:v>
                </c:pt>
                <c:pt idx="11719">
                  <c:v>0</c:v>
                </c:pt>
                <c:pt idx="11720">
                  <c:v>0</c:v>
                </c:pt>
                <c:pt idx="11721">
                  <c:v>0</c:v>
                </c:pt>
                <c:pt idx="11722">
                  <c:v>0</c:v>
                </c:pt>
                <c:pt idx="11723">
                  <c:v>0</c:v>
                </c:pt>
                <c:pt idx="11724">
                  <c:v>0</c:v>
                </c:pt>
                <c:pt idx="11725">
                  <c:v>0</c:v>
                </c:pt>
                <c:pt idx="11726">
                  <c:v>0</c:v>
                </c:pt>
                <c:pt idx="11727">
                  <c:v>0</c:v>
                </c:pt>
                <c:pt idx="11728">
                  <c:v>0</c:v>
                </c:pt>
                <c:pt idx="11729">
                  <c:v>0</c:v>
                </c:pt>
                <c:pt idx="11730">
                  <c:v>0</c:v>
                </c:pt>
                <c:pt idx="11731">
                  <c:v>0</c:v>
                </c:pt>
                <c:pt idx="11732">
                  <c:v>0</c:v>
                </c:pt>
                <c:pt idx="11733">
                  <c:v>0</c:v>
                </c:pt>
                <c:pt idx="11734">
                  <c:v>0</c:v>
                </c:pt>
                <c:pt idx="11735">
                  <c:v>0</c:v>
                </c:pt>
                <c:pt idx="11736">
                  <c:v>0</c:v>
                </c:pt>
                <c:pt idx="11737">
                  <c:v>0</c:v>
                </c:pt>
                <c:pt idx="11738">
                  <c:v>0</c:v>
                </c:pt>
                <c:pt idx="11739">
                  <c:v>0</c:v>
                </c:pt>
                <c:pt idx="11740">
                  <c:v>0</c:v>
                </c:pt>
                <c:pt idx="11741">
                  <c:v>0</c:v>
                </c:pt>
                <c:pt idx="11742">
                  <c:v>0</c:v>
                </c:pt>
                <c:pt idx="11743">
                  <c:v>0</c:v>
                </c:pt>
                <c:pt idx="11744">
                  <c:v>0</c:v>
                </c:pt>
                <c:pt idx="11745">
                  <c:v>0</c:v>
                </c:pt>
                <c:pt idx="11746">
                  <c:v>0</c:v>
                </c:pt>
                <c:pt idx="11747">
                  <c:v>0</c:v>
                </c:pt>
                <c:pt idx="11748">
                  <c:v>0</c:v>
                </c:pt>
                <c:pt idx="11749">
                  <c:v>0</c:v>
                </c:pt>
                <c:pt idx="11750">
                  <c:v>0</c:v>
                </c:pt>
                <c:pt idx="11751">
                  <c:v>0</c:v>
                </c:pt>
                <c:pt idx="11752">
                  <c:v>0</c:v>
                </c:pt>
                <c:pt idx="11753">
                  <c:v>0</c:v>
                </c:pt>
                <c:pt idx="11754">
                  <c:v>0</c:v>
                </c:pt>
                <c:pt idx="11755">
                  <c:v>0</c:v>
                </c:pt>
                <c:pt idx="11756">
                  <c:v>0</c:v>
                </c:pt>
                <c:pt idx="11757">
                  <c:v>0</c:v>
                </c:pt>
                <c:pt idx="11758">
                  <c:v>0</c:v>
                </c:pt>
                <c:pt idx="11759">
                  <c:v>0</c:v>
                </c:pt>
                <c:pt idx="11760">
                  <c:v>0</c:v>
                </c:pt>
                <c:pt idx="11761">
                  <c:v>0</c:v>
                </c:pt>
                <c:pt idx="11762">
                  <c:v>0</c:v>
                </c:pt>
                <c:pt idx="11763">
                  <c:v>0</c:v>
                </c:pt>
                <c:pt idx="11764">
                  <c:v>0</c:v>
                </c:pt>
                <c:pt idx="11765">
                  <c:v>0</c:v>
                </c:pt>
                <c:pt idx="11766">
                  <c:v>0</c:v>
                </c:pt>
                <c:pt idx="11767">
                  <c:v>0</c:v>
                </c:pt>
                <c:pt idx="11768">
                  <c:v>0</c:v>
                </c:pt>
                <c:pt idx="11769">
                  <c:v>0</c:v>
                </c:pt>
                <c:pt idx="11770">
                  <c:v>0</c:v>
                </c:pt>
                <c:pt idx="11771">
                  <c:v>0</c:v>
                </c:pt>
                <c:pt idx="11772">
                  <c:v>0</c:v>
                </c:pt>
                <c:pt idx="11773">
                  <c:v>0</c:v>
                </c:pt>
                <c:pt idx="11774">
                  <c:v>0</c:v>
                </c:pt>
                <c:pt idx="11775">
                  <c:v>0</c:v>
                </c:pt>
                <c:pt idx="11776">
                  <c:v>0</c:v>
                </c:pt>
                <c:pt idx="11777">
                  <c:v>0</c:v>
                </c:pt>
                <c:pt idx="11778">
                  <c:v>0</c:v>
                </c:pt>
                <c:pt idx="11779">
                  <c:v>0</c:v>
                </c:pt>
                <c:pt idx="11780">
                  <c:v>0</c:v>
                </c:pt>
                <c:pt idx="11781">
                  <c:v>0</c:v>
                </c:pt>
                <c:pt idx="11782">
                  <c:v>0</c:v>
                </c:pt>
                <c:pt idx="11783">
                  <c:v>0</c:v>
                </c:pt>
                <c:pt idx="11784">
                  <c:v>0</c:v>
                </c:pt>
                <c:pt idx="11785">
                  <c:v>0</c:v>
                </c:pt>
                <c:pt idx="11786">
                  <c:v>0</c:v>
                </c:pt>
                <c:pt idx="11787">
                  <c:v>0</c:v>
                </c:pt>
                <c:pt idx="11788">
                  <c:v>0</c:v>
                </c:pt>
                <c:pt idx="11789">
                  <c:v>0</c:v>
                </c:pt>
                <c:pt idx="11790">
                  <c:v>0</c:v>
                </c:pt>
                <c:pt idx="11791">
                  <c:v>0</c:v>
                </c:pt>
                <c:pt idx="11792">
                  <c:v>0</c:v>
                </c:pt>
                <c:pt idx="11793">
                  <c:v>0</c:v>
                </c:pt>
                <c:pt idx="11794">
                  <c:v>0</c:v>
                </c:pt>
                <c:pt idx="11795">
                  <c:v>0</c:v>
                </c:pt>
                <c:pt idx="11796">
                  <c:v>0</c:v>
                </c:pt>
                <c:pt idx="11797">
                  <c:v>0</c:v>
                </c:pt>
                <c:pt idx="11798">
                  <c:v>0</c:v>
                </c:pt>
                <c:pt idx="11799">
                  <c:v>0</c:v>
                </c:pt>
                <c:pt idx="11800">
                  <c:v>0</c:v>
                </c:pt>
                <c:pt idx="11801">
                  <c:v>0</c:v>
                </c:pt>
                <c:pt idx="11802">
                  <c:v>0</c:v>
                </c:pt>
                <c:pt idx="11803">
                  <c:v>0</c:v>
                </c:pt>
                <c:pt idx="11804">
                  <c:v>0</c:v>
                </c:pt>
                <c:pt idx="11805">
                  <c:v>0</c:v>
                </c:pt>
                <c:pt idx="11806">
                  <c:v>0</c:v>
                </c:pt>
                <c:pt idx="11807">
                  <c:v>0</c:v>
                </c:pt>
                <c:pt idx="11808">
                  <c:v>0</c:v>
                </c:pt>
                <c:pt idx="11809">
                  <c:v>0</c:v>
                </c:pt>
                <c:pt idx="11810">
                  <c:v>0</c:v>
                </c:pt>
                <c:pt idx="11811">
                  <c:v>0</c:v>
                </c:pt>
                <c:pt idx="11812">
                  <c:v>0</c:v>
                </c:pt>
                <c:pt idx="11813">
                  <c:v>0</c:v>
                </c:pt>
                <c:pt idx="11814">
                  <c:v>0</c:v>
                </c:pt>
                <c:pt idx="11815">
                  <c:v>0</c:v>
                </c:pt>
                <c:pt idx="11816">
                  <c:v>0</c:v>
                </c:pt>
                <c:pt idx="11817">
                  <c:v>0</c:v>
                </c:pt>
                <c:pt idx="11818">
                  <c:v>0</c:v>
                </c:pt>
                <c:pt idx="11819">
                  <c:v>0</c:v>
                </c:pt>
                <c:pt idx="11820">
                  <c:v>0</c:v>
                </c:pt>
                <c:pt idx="11821">
                  <c:v>0</c:v>
                </c:pt>
                <c:pt idx="11822">
                  <c:v>0</c:v>
                </c:pt>
                <c:pt idx="11823">
                  <c:v>0</c:v>
                </c:pt>
                <c:pt idx="11824">
                  <c:v>0</c:v>
                </c:pt>
                <c:pt idx="11825">
                  <c:v>0</c:v>
                </c:pt>
                <c:pt idx="11826">
                  <c:v>0</c:v>
                </c:pt>
                <c:pt idx="11827">
                  <c:v>0</c:v>
                </c:pt>
                <c:pt idx="11828">
                  <c:v>0</c:v>
                </c:pt>
                <c:pt idx="11829">
                  <c:v>0</c:v>
                </c:pt>
                <c:pt idx="11830">
                  <c:v>0</c:v>
                </c:pt>
                <c:pt idx="11831">
                  <c:v>0</c:v>
                </c:pt>
                <c:pt idx="11832">
                  <c:v>0</c:v>
                </c:pt>
                <c:pt idx="11833">
                  <c:v>0</c:v>
                </c:pt>
                <c:pt idx="11834">
                  <c:v>0</c:v>
                </c:pt>
                <c:pt idx="11835">
                  <c:v>0</c:v>
                </c:pt>
                <c:pt idx="11836">
                  <c:v>0</c:v>
                </c:pt>
                <c:pt idx="11837">
                  <c:v>0</c:v>
                </c:pt>
                <c:pt idx="11838">
                  <c:v>0</c:v>
                </c:pt>
                <c:pt idx="11839">
                  <c:v>0</c:v>
                </c:pt>
                <c:pt idx="11840">
                  <c:v>0</c:v>
                </c:pt>
                <c:pt idx="11841">
                  <c:v>0</c:v>
                </c:pt>
                <c:pt idx="11842">
                  <c:v>0</c:v>
                </c:pt>
                <c:pt idx="11843">
                  <c:v>0</c:v>
                </c:pt>
                <c:pt idx="11844">
                  <c:v>0</c:v>
                </c:pt>
                <c:pt idx="11845">
                  <c:v>0</c:v>
                </c:pt>
                <c:pt idx="11846">
                  <c:v>0</c:v>
                </c:pt>
                <c:pt idx="11847">
                  <c:v>0</c:v>
                </c:pt>
                <c:pt idx="11848">
                  <c:v>0</c:v>
                </c:pt>
                <c:pt idx="11849">
                  <c:v>0</c:v>
                </c:pt>
                <c:pt idx="11850">
                  <c:v>0</c:v>
                </c:pt>
                <c:pt idx="11851">
                  <c:v>0</c:v>
                </c:pt>
                <c:pt idx="11852">
                  <c:v>0</c:v>
                </c:pt>
                <c:pt idx="11853">
                  <c:v>0</c:v>
                </c:pt>
                <c:pt idx="11854">
                  <c:v>0</c:v>
                </c:pt>
                <c:pt idx="11855">
                  <c:v>0</c:v>
                </c:pt>
                <c:pt idx="11856">
                  <c:v>0</c:v>
                </c:pt>
                <c:pt idx="11857">
                  <c:v>0</c:v>
                </c:pt>
                <c:pt idx="11858">
                  <c:v>0</c:v>
                </c:pt>
                <c:pt idx="11859">
                  <c:v>0</c:v>
                </c:pt>
                <c:pt idx="11860">
                  <c:v>0</c:v>
                </c:pt>
                <c:pt idx="11861">
                  <c:v>0</c:v>
                </c:pt>
                <c:pt idx="11862">
                  <c:v>0</c:v>
                </c:pt>
                <c:pt idx="11863">
                  <c:v>0</c:v>
                </c:pt>
                <c:pt idx="11864">
                  <c:v>0</c:v>
                </c:pt>
                <c:pt idx="11865">
                  <c:v>0</c:v>
                </c:pt>
                <c:pt idx="11866">
                  <c:v>0</c:v>
                </c:pt>
                <c:pt idx="11867">
                  <c:v>0</c:v>
                </c:pt>
                <c:pt idx="11868">
                  <c:v>0</c:v>
                </c:pt>
                <c:pt idx="11869">
                  <c:v>0</c:v>
                </c:pt>
                <c:pt idx="11870">
                  <c:v>0</c:v>
                </c:pt>
                <c:pt idx="11871">
                  <c:v>0</c:v>
                </c:pt>
                <c:pt idx="11872">
                  <c:v>0</c:v>
                </c:pt>
                <c:pt idx="11873">
                  <c:v>0</c:v>
                </c:pt>
                <c:pt idx="11874">
                  <c:v>0</c:v>
                </c:pt>
                <c:pt idx="11875">
                  <c:v>0</c:v>
                </c:pt>
                <c:pt idx="11876">
                  <c:v>0</c:v>
                </c:pt>
                <c:pt idx="11877">
                  <c:v>0</c:v>
                </c:pt>
                <c:pt idx="11878">
                  <c:v>0</c:v>
                </c:pt>
                <c:pt idx="11879">
                  <c:v>0</c:v>
                </c:pt>
                <c:pt idx="11880">
                  <c:v>0</c:v>
                </c:pt>
                <c:pt idx="11881">
                  <c:v>0</c:v>
                </c:pt>
                <c:pt idx="11882">
                  <c:v>0</c:v>
                </c:pt>
                <c:pt idx="11883">
                  <c:v>0</c:v>
                </c:pt>
                <c:pt idx="11884">
                  <c:v>0</c:v>
                </c:pt>
                <c:pt idx="11885">
                  <c:v>0</c:v>
                </c:pt>
                <c:pt idx="11886">
                  <c:v>0</c:v>
                </c:pt>
                <c:pt idx="11887">
                  <c:v>0</c:v>
                </c:pt>
                <c:pt idx="11888">
                  <c:v>0</c:v>
                </c:pt>
                <c:pt idx="11889">
                  <c:v>0</c:v>
                </c:pt>
                <c:pt idx="11890">
                  <c:v>0</c:v>
                </c:pt>
                <c:pt idx="11891">
                  <c:v>0</c:v>
                </c:pt>
                <c:pt idx="11892">
                  <c:v>0</c:v>
                </c:pt>
                <c:pt idx="11893">
                  <c:v>0</c:v>
                </c:pt>
                <c:pt idx="11894">
                  <c:v>0</c:v>
                </c:pt>
                <c:pt idx="11895">
                  <c:v>0</c:v>
                </c:pt>
                <c:pt idx="11896">
                  <c:v>0</c:v>
                </c:pt>
                <c:pt idx="11897">
                  <c:v>0</c:v>
                </c:pt>
                <c:pt idx="11898">
                  <c:v>0</c:v>
                </c:pt>
                <c:pt idx="11899">
                  <c:v>0</c:v>
                </c:pt>
                <c:pt idx="11900">
                  <c:v>0</c:v>
                </c:pt>
                <c:pt idx="11901">
                  <c:v>0</c:v>
                </c:pt>
                <c:pt idx="11902">
                  <c:v>0</c:v>
                </c:pt>
                <c:pt idx="11903">
                  <c:v>0</c:v>
                </c:pt>
                <c:pt idx="11904">
                  <c:v>0</c:v>
                </c:pt>
                <c:pt idx="11905">
                  <c:v>0</c:v>
                </c:pt>
                <c:pt idx="11906">
                  <c:v>0</c:v>
                </c:pt>
                <c:pt idx="11907">
                  <c:v>0</c:v>
                </c:pt>
                <c:pt idx="11908">
                  <c:v>0</c:v>
                </c:pt>
                <c:pt idx="11909">
                  <c:v>0</c:v>
                </c:pt>
                <c:pt idx="11910">
                  <c:v>0</c:v>
                </c:pt>
                <c:pt idx="11911">
                  <c:v>0</c:v>
                </c:pt>
                <c:pt idx="11912">
                  <c:v>0</c:v>
                </c:pt>
                <c:pt idx="11913">
                  <c:v>0</c:v>
                </c:pt>
                <c:pt idx="11914">
                  <c:v>0</c:v>
                </c:pt>
                <c:pt idx="11915">
                  <c:v>0</c:v>
                </c:pt>
                <c:pt idx="11916">
                  <c:v>0</c:v>
                </c:pt>
                <c:pt idx="11917">
                  <c:v>0</c:v>
                </c:pt>
                <c:pt idx="11918">
                  <c:v>0</c:v>
                </c:pt>
                <c:pt idx="11919">
                  <c:v>0</c:v>
                </c:pt>
                <c:pt idx="11920">
                  <c:v>0</c:v>
                </c:pt>
                <c:pt idx="11921">
                  <c:v>0</c:v>
                </c:pt>
                <c:pt idx="11922">
                  <c:v>0</c:v>
                </c:pt>
                <c:pt idx="11923">
                  <c:v>0</c:v>
                </c:pt>
                <c:pt idx="11924">
                  <c:v>0</c:v>
                </c:pt>
                <c:pt idx="11925">
                  <c:v>0</c:v>
                </c:pt>
                <c:pt idx="11926">
                  <c:v>0</c:v>
                </c:pt>
                <c:pt idx="11927">
                  <c:v>0</c:v>
                </c:pt>
                <c:pt idx="11928">
                  <c:v>0</c:v>
                </c:pt>
                <c:pt idx="11929">
                  <c:v>0</c:v>
                </c:pt>
                <c:pt idx="11930">
                  <c:v>0</c:v>
                </c:pt>
                <c:pt idx="11931">
                  <c:v>0</c:v>
                </c:pt>
                <c:pt idx="11932">
                  <c:v>0</c:v>
                </c:pt>
                <c:pt idx="11933">
                  <c:v>0</c:v>
                </c:pt>
                <c:pt idx="11934">
                  <c:v>0</c:v>
                </c:pt>
                <c:pt idx="11935">
                  <c:v>0</c:v>
                </c:pt>
                <c:pt idx="11936">
                  <c:v>0</c:v>
                </c:pt>
                <c:pt idx="11937">
                  <c:v>0</c:v>
                </c:pt>
                <c:pt idx="11938">
                  <c:v>0</c:v>
                </c:pt>
                <c:pt idx="11939">
                  <c:v>0</c:v>
                </c:pt>
                <c:pt idx="11940">
                  <c:v>0</c:v>
                </c:pt>
                <c:pt idx="11941">
                  <c:v>0</c:v>
                </c:pt>
                <c:pt idx="11942">
                  <c:v>0</c:v>
                </c:pt>
                <c:pt idx="11943">
                  <c:v>0</c:v>
                </c:pt>
                <c:pt idx="11944">
                  <c:v>0</c:v>
                </c:pt>
                <c:pt idx="11945">
                  <c:v>0</c:v>
                </c:pt>
                <c:pt idx="11946">
                  <c:v>0</c:v>
                </c:pt>
                <c:pt idx="11947">
                  <c:v>0</c:v>
                </c:pt>
                <c:pt idx="11948">
                  <c:v>0</c:v>
                </c:pt>
                <c:pt idx="11949">
                  <c:v>0</c:v>
                </c:pt>
                <c:pt idx="11950">
                  <c:v>0</c:v>
                </c:pt>
                <c:pt idx="11951">
                  <c:v>0</c:v>
                </c:pt>
                <c:pt idx="11952">
                  <c:v>0</c:v>
                </c:pt>
                <c:pt idx="11953">
                  <c:v>0</c:v>
                </c:pt>
                <c:pt idx="11954">
                  <c:v>0</c:v>
                </c:pt>
                <c:pt idx="11955">
                  <c:v>0</c:v>
                </c:pt>
                <c:pt idx="11956">
                  <c:v>0</c:v>
                </c:pt>
                <c:pt idx="11957">
                  <c:v>0</c:v>
                </c:pt>
                <c:pt idx="11958">
                  <c:v>0</c:v>
                </c:pt>
                <c:pt idx="11959">
                  <c:v>0</c:v>
                </c:pt>
                <c:pt idx="11960">
                  <c:v>0</c:v>
                </c:pt>
                <c:pt idx="11961">
                  <c:v>0</c:v>
                </c:pt>
                <c:pt idx="11962">
                  <c:v>0</c:v>
                </c:pt>
                <c:pt idx="11963">
                  <c:v>0</c:v>
                </c:pt>
                <c:pt idx="11964">
                  <c:v>0</c:v>
                </c:pt>
                <c:pt idx="11965">
                  <c:v>0</c:v>
                </c:pt>
                <c:pt idx="11966">
                  <c:v>0</c:v>
                </c:pt>
                <c:pt idx="11967">
                  <c:v>0</c:v>
                </c:pt>
                <c:pt idx="11968">
                  <c:v>0</c:v>
                </c:pt>
                <c:pt idx="11969">
                  <c:v>0</c:v>
                </c:pt>
                <c:pt idx="11970">
                  <c:v>0</c:v>
                </c:pt>
                <c:pt idx="11971">
                  <c:v>0</c:v>
                </c:pt>
                <c:pt idx="11972">
                  <c:v>0</c:v>
                </c:pt>
                <c:pt idx="11973">
                  <c:v>0</c:v>
                </c:pt>
                <c:pt idx="11974">
                  <c:v>0</c:v>
                </c:pt>
                <c:pt idx="11975">
                  <c:v>0</c:v>
                </c:pt>
                <c:pt idx="11976">
                  <c:v>0</c:v>
                </c:pt>
                <c:pt idx="11977">
                  <c:v>0</c:v>
                </c:pt>
                <c:pt idx="11978">
                  <c:v>0</c:v>
                </c:pt>
                <c:pt idx="11979">
                  <c:v>0</c:v>
                </c:pt>
                <c:pt idx="11980">
                  <c:v>0</c:v>
                </c:pt>
                <c:pt idx="11981">
                  <c:v>0</c:v>
                </c:pt>
                <c:pt idx="11982">
                  <c:v>0</c:v>
                </c:pt>
                <c:pt idx="11983">
                  <c:v>0</c:v>
                </c:pt>
                <c:pt idx="11984">
                  <c:v>0</c:v>
                </c:pt>
                <c:pt idx="11985">
                  <c:v>0</c:v>
                </c:pt>
                <c:pt idx="11986">
                  <c:v>0</c:v>
                </c:pt>
                <c:pt idx="11987">
                  <c:v>0</c:v>
                </c:pt>
                <c:pt idx="11988">
                  <c:v>0</c:v>
                </c:pt>
                <c:pt idx="11989">
                  <c:v>0</c:v>
                </c:pt>
                <c:pt idx="11990">
                  <c:v>0</c:v>
                </c:pt>
                <c:pt idx="11991">
                  <c:v>0</c:v>
                </c:pt>
                <c:pt idx="11992">
                  <c:v>0</c:v>
                </c:pt>
                <c:pt idx="11993">
                  <c:v>0</c:v>
                </c:pt>
                <c:pt idx="11994">
                  <c:v>0</c:v>
                </c:pt>
                <c:pt idx="11995">
                  <c:v>0</c:v>
                </c:pt>
                <c:pt idx="11996">
                  <c:v>0</c:v>
                </c:pt>
                <c:pt idx="11997">
                  <c:v>0</c:v>
                </c:pt>
                <c:pt idx="11998">
                  <c:v>0</c:v>
                </c:pt>
                <c:pt idx="11999">
                  <c:v>0</c:v>
                </c:pt>
                <c:pt idx="12000">
                  <c:v>0</c:v>
                </c:pt>
                <c:pt idx="12001">
                  <c:v>0</c:v>
                </c:pt>
                <c:pt idx="12002">
                  <c:v>0</c:v>
                </c:pt>
                <c:pt idx="12003">
                  <c:v>0</c:v>
                </c:pt>
                <c:pt idx="12004">
                  <c:v>0</c:v>
                </c:pt>
                <c:pt idx="12005">
                  <c:v>0</c:v>
                </c:pt>
                <c:pt idx="12006">
                  <c:v>0</c:v>
                </c:pt>
                <c:pt idx="12007">
                  <c:v>0</c:v>
                </c:pt>
                <c:pt idx="12008">
                  <c:v>0</c:v>
                </c:pt>
                <c:pt idx="12009">
                  <c:v>0</c:v>
                </c:pt>
                <c:pt idx="12010">
                  <c:v>0</c:v>
                </c:pt>
                <c:pt idx="12011">
                  <c:v>0</c:v>
                </c:pt>
                <c:pt idx="12012">
                  <c:v>0</c:v>
                </c:pt>
                <c:pt idx="12013">
                  <c:v>0</c:v>
                </c:pt>
                <c:pt idx="12014">
                  <c:v>0</c:v>
                </c:pt>
                <c:pt idx="12015">
                  <c:v>0</c:v>
                </c:pt>
                <c:pt idx="12016">
                  <c:v>0</c:v>
                </c:pt>
                <c:pt idx="12017">
                  <c:v>0</c:v>
                </c:pt>
                <c:pt idx="12018">
                  <c:v>0</c:v>
                </c:pt>
                <c:pt idx="12019">
                  <c:v>0</c:v>
                </c:pt>
                <c:pt idx="12020">
                  <c:v>0</c:v>
                </c:pt>
                <c:pt idx="12021">
                  <c:v>0</c:v>
                </c:pt>
                <c:pt idx="12022">
                  <c:v>0</c:v>
                </c:pt>
                <c:pt idx="12023">
                  <c:v>0</c:v>
                </c:pt>
                <c:pt idx="12024">
                  <c:v>0</c:v>
                </c:pt>
                <c:pt idx="12025">
                  <c:v>0</c:v>
                </c:pt>
                <c:pt idx="12026">
                  <c:v>0</c:v>
                </c:pt>
                <c:pt idx="12027">
                  <c:v>0</c:v>
                </c:pt>
                <c:pt idx="12028">
                  <c:v>0</c:v>
                </c:pt>
                <c:pt idx="12029">
                  <c:v>0</c:v>
                </c:pt>
                <c:pt idx="12030">
                  <c:v>0</c:v>
                </c:pt>
                <c:pt idx="12031">
                  <c:v>0</c:v>
                </c:pt>
                <c:pt idx="12032">
                  <c:v>0</c:v>
                </c:pt>
                <c:pt idx="12033">
                  <c:v>0</c:v>
                </c:pt>
                <c:pt idx="12034">
                  <c:v>0</c:v>
                </c:pt>
                <c:pt idx="12035">
                  <c:v>0</c:v>
                </c:pt>
                <c:pt idx="12036">
                  <c:v>0</c:v>
                </c:pt>
                <c:pt idx="12037">
                  <c:v>0</c:v>
                </c:pt>
                <c:pt idx="12038">
                  <c:v>0</c:v>
                </c:pt>
                <c:pt idx="12039">
                  <c:v>0</c:v>
                </c:pt>
                <c:pt idx="12040">
                  <c:v>0</c:v>
                </c:pt>
                <c:pt idx="12041">
                  <c:v>0</c:v>
                </c:pt>
                <c:pt idx="12042">
                  <c:v>0</c:v>
                </c:pt>
                <c:pt idx="12043">
                  <c:v>0</c:v>
                </c:pt>
                <c:pt idx="12044">
                  <c:v>0</c:v>
                </c:pt>
                <c:pt idx="12045">
                  <c:v>0</c:v>
                </c:pt>
                <c:pt idx="12046">
                  <c:v>0</c:v>
                </c:pt>
                <c:pt idx="12047">
                  <c:v>0</c:v>
                </c:pt>
                <c:pt idx="12048">
                  <c:v>0</c:v>
                </c:pt>
                <c:pt idx="12049">
                  <c:v>0</c:v>
                </c:pt>
                <c:pt idx="12050">
                  <c:v>0</c:v>
                </c:pt>
                <c:pt idx="12051">
                  <c:v>0</c:v>
                </c:pt>
                <c:pt idx="12052">
                  <c:v>0</c:v>
                </c:pt>
                <c:pt idx="12053">
                  <c:v>0</c:v>
                </c:pt>
                <c:pt idx="12054">
                  <c:v>0</c:v>
                </c:pt>
                <c:pt idx="12055">
                  <c:v>0</c:v>
                </c:pt>
                <c:pt idx="12056">
                  <c:v>0</c:v>
                </c:pt>
                <c:pt idx="12057">
                  <c:v>0</c:v>
                </c:pt>
                <c:pt idx="12058">
                  <c:v>0</c:v>
                </c:pt>
                <c:pt idx="12059">
                  <c:v>0</c:v>
                </c:pt>
                <c:pt idx="12060">
                  <c:v>0</c:v>
                </c:pt>
                <c:pt idx="12061">
                  <c:v>0</c:v>
                </c:pt>
                <c:pt idx="12062">
                  <c:v>0</c:v>
                </c:pt>
                <c:pt idx="12063">
                  <c:v>0</c:v>
                </c:pt>
                <c:pt idx="12064">
                  <c:v>0</c:v>
                </c:pt>
                <c:pt idx="12065">
                  <c:v>0</c:v>
                </c:pt>
                <c:pt idx="12066">
                  <c:v>0</c:v>
                </c:pt>
                <c:pt idx="12067">
                  <c:v>0</c:v>
                </c:pt>
                <c:pt idx="12068">
                  <c:v>0</c:v>
                </c:pt>
                <c:pt idx="12069">
                  <c:v>0</c:v>
                </c:pt>
                <c:pt idx="12070">
                  <c:v>0</c:v>
                </c:pt>
                <c:pt idx="12071">
                  <c:v>0</c:v>
                </c:pt>
                <c:pt idx="12072">
                  <c:v>0</c:v>
                </c:pt>
                <c:pt idx="12073">
                  <c:v>0</c:v>
                </c:pt>
                <c:pt idx="12074">
                  <c:v>0</c:v>
                </c:pt>
                <c:pt idx="12075">
                  <c:v>0</c:v>
                </c:pt>
                <c:pt idx="12076">
                  <c:v>0</c:v>
                </c:pt>
                <c:pt idx="12077">
                  <c:v>0</c:v>
                </c:pt>
                <c:pt idx="12078">
                  <c:v>0</c:v>
                </c:pt>
                <c:pt idx="12079">
                  <c:v>0</c:v>
                </c:pt>
                <c:pt idx="12080">
                  <c:v>0</c:v>
                </c:pt>
                <c:pt idx="12081">
                  <c:v>0</c:v>
                </c:pt>
                <c:pt idx="12082">
                  <c:v>0</c:v>
                </c:pt>
                <c:pt idx="12083">
                  <c:v>0</c:v>
                </c:pt>
                <c:pt idx="12084">
                  <c:v>0</c:v>
                </c:pt>
                <c:pt idx="12085">
                  <c:v>0</c:v>
                </c:pt>
                <c:pt idx="12086">
                  <c:v>0</c:v>
                </c:pt>
                <c:pt idx="12087">
                  <c:v>0</c:v>
                </c:pt>
                <c:pt idx="12088">
                  <c:v>0</c:v>
                </c:pt>
                <c:pt idx="12089">
                  <c:v>0</c:v>
                </c:pt>
                <c:pt idx="12090">
                  <c:v>0</c:v>
                </c:pt>
                <c:pt idx="12091">
                  <c:v>0</c:v>
                </c:pt>
                <c:pt idx="12092">
                  <c:v>0</c:v>
                </c:pt>
                <c:pt idx="12093">
                  <c:v>0</c:v>
                </c:pt>
                <c:pt idx="12094">
                  <c:v>0</c:v>
                </c:pt>
                <c:pt idx="12095">
                  <c:v>0</c:v>
                </c:pt>
                <c:pt idx="12096">
                  <c:v>0</c:v>
                </c:pt>
                <c:pt idx="12097">
                  <c:v>0</c:v>
                </c:pt>
                <c:pt idx="12098">
                  <c:v>0</c:v>
                </c:pt>
                <c:pt idx="12099">
                  <c:v>0</c:v>
                </c:pt>
                <c:pt idx="12100">
                  <c:v>0</c:v>
                </c:pt>
                <c:pt idx="12101">
                  <c:v>0</c:v>
                </c:pt>
                <c:pt idx="12102">
                  <c:v>0</c:v>
                </c:pt>
                <c:pt idx="12103">
                  <c:v>0</c:v>
                </c:pt>
                <c:pt idx="12104">
                  <c:v>0</c:v>
                </c:pt>
                <c:pt idx="12105">
                  <c:v>0</c:v>
                </c:pt>
                <c:pt idx="12106">
                  <c:v>0</c:v>
                </c:pt>
                <c:pt idx="12107">
                  <c:v>0</c:v>
                </c:pt>
                <c:pt idx="12108">
                  <c:v>0</c:v>
                </c:pt>
                <c:pt idx="12109">
                  <c:v>0</c:v>
                </c:pt>
                <c:pt idx="12110">
                  <c:v>0</c:v>
                </c:pt>
                <c:pt idx="12111">
                  <c:v>0</c:v>
                </c:pt>
                <c:pt idx="12112">
                  <c:v>0</c:v>
                </c:pt>
                <c:pt idx="12113">
                  <c:v>0</c:v>
                </c:pt>
                <c:pt idx="12114">
                  <c:v>0</c:v>
                </c:pt>
                <c:pt idx="12115">
                  <c:v>0</c:v>
                </c:pt>
                <c:pt idx="12116">
                  <c:v>0</c:v>
                </c:pt>
                <c:pt idx="12117">
                  <c:v>0</c:v>
                </c:pt>
                <c:pt idx="12118">
                  <c:v>0</c:v>
                </c:pt>
                <c:pt idx="12119">
                  <c:v>0</c:v>
                </c:pt>
                <c:pt idx="12120">
                  <c:v>0</c:v>
                </c:pt>
                <c:pt idx="12121">
                  <c:v>0</c:v>
                </c:pt>
                <c:pt idx="12122">
                  <c:v>0</c:v>
                </c:pt>
                <c:pt idx="12123">
                  <c:v>0</c:v>
                </c:pt>
                <c:pt idx="12124">
                  <c:v>0</c:v>
                </c:pt>
                <c:pt idx="12125">
                  <c:v>0</c:v>
                </c:pt>
                <c:pt idx="12126">
                  <c:v>0</c:v>
                </c:pt>
                <c:pt idx="12127">
                  <c:v>0</c:v>
                </c:pt>
                <c:pt idx="12128">
                  <c:v>0</c:v>
                </c:pt>
                <c:pt idx="12129">
                  <c:v>0</c:v>
                </c:pt>
                <c:pt idx="12130">
                  <c:v>0</c:v>
                </c:pt>
                <c:pt idx="12131">
                  <c:v>0</c:v>
                </c:pt>
                <c:pt idx="12132">
                  <c:v>0</c:v>
                </c:pt>
                <c:pt idx="12133">
                  <c:v>0</c:v>
                </c:pt>
                <c:pt idx="12134">
                  <c:v>0</c:v>
                </c:pt>
                <c:pt idx="12135">
                  <c:v>0</c:v>
                </c:pt>
                <c:pt idx="12136">
                  <c:v>0</c:v>
                </c:pt>
                <c:pt idx="12137">
                  <c:v>0</c:v>
                </c:pt>
                <c:pt idx="12138">
                  <c:v>0</c:v>
                </c:pt>
                <c:pt idx="12139">
                  <c:v>0</c:v>
                </c:pt>
                <c:pt idx="12140">
                  <c:v>0</c:v>
                </c:pt>
                <c:pt idx="12141">
                  <c:v>0</c:v>
                </c:pt>
                <c:pt idx="12142">
                  <c:v>0</c:v>
                </c:pt>
                <c:pt idx="12143">
                  <c:v>0</c:v>
                </c:pt>
                <c:pt idx="12144">
                  <c:v>0</c:v>
                </c:pt>
                <c:pt idx="12145">
                  <c:v>0</c:v>
                </c:pt>
                <c:pt idx="12146">
                  <c:v>0</c:v>
                </c:pt>
                <c:pt idx="12147">
                  <c:v>0</c:v>
                </c:pt>
                <c:pt idx="12148">
                  <c:v>0</c:v>
                </c:pt>
                <c:pt idx="12149">
                  <c:v>0</c:v>
                </c:pt>
                <c:pt idx="12150">
                  <c:v>0</c:v>
                </c:pt>
                <c:pt idx="12151">
                  <c:v>0</c:v>
                </c:pt>
                <c:pt idx="12152">
                  <c:v>0</c:v>
                </c:pt>
                <c:pt idx="12153">
                  <c:v>0</c:v>
                </c:pt>
                <c:pt idx="12154">
                  <c:v>0</c:v>
                </c:pt>
                <c:pt idx="12155">
                  <c:v>0</c:v>
                </c:pt>
                <c:pt idx="12156">
                  <c:v>0</c:v>
                </c:pt>
                <c:pt idx="12157">
                  <c:v>0</c:v>
                </c:pt>
                <c:pt idx="12158">
                  <c:v>0</c:v>
                </c:pt>
                <c:pt idx="12159">
                  <c:v>0</c:v>
                </c:pt>
                <c:pt idx="12160">
                  <c:v>0</c:v>
                </c:pt>
                <c:pt idx="12161">
                  <c:v>0</c:v>
                </c:pt>
                <c:pt idx="12162">
                  <c:v>0</c:v>
                </c:pt>
                <c:pt idx="12163">
                  <c:v>0</c:v>
                </c:pt>
                <c:pt idx="12164">
                  <c:v>0</c:v>
                </c:pt>
                <c:pt idx="12165">
                  <c:v>0</c:v>
                </c:pt>
                <c:pt idx="12166">
                  <c:v>0</c:v>
                </c:pt>
                <c:pt idx="12167">
                  <c:v>0</c:v>
                </c:pt>
                <c:pt idx="12168">
                  <c:v>0</c:v>
                </c:pt>
                <c:pt idx="12169">
                  <c:v>0</c:v>
                </c:pt>
                <c:pt idx="12170">
                  <c:v>0</c:v>
                </c:pt>
                <c:pt idx="12171">
                  <c:v>0</c:v>
                </c:pt>
                <c:pt idx="12172">
                  <c:v>0</c:v>
                </c:pt>
                <c:pt idx="12173">
                  <c:v>0</c:v>
                </c:pt>
                <c:pt idx="12174">
                  <c:v>0</c:v>
                </c:pt>
                <c:pt idx="12175">
                  <c:v>0</c:v>
                </c:pt>
                <c:pt idx="12176">
                  <c:v>0</c:v>
                </c:pt>
                <c:pt idx="12177">
                  <c:v>0</c:v>
                </c:pt>
                <c:pt idx="12178">
                  <c:v>0</c:v>
                </c:pt>
                <c:pt idx="12179">
                  <c:v>0</c:v>
                </c:pt>
                <c:pt idx="12180">
                  <c:v>0</c:v>
                </c:pt>
                <c:pt idx="12181">
                  <c:v>0</c:v>
                </c:pt>
                <c:pt idx="12182">
                  <c:v>0</c:v>
                </c:pt>
                <c:pt idx="12183">
                  <c:v>0</c:v>
                </c:pt>
                <c:pt idx="12184">
                  <c:v>0</c:v>
                </c:pt>
                <c:pt idx="12185">
                  <c:v>0</c:v>
                </c:pt>
                <c:pt idx="12186">
                  <c:v>0</c:v>
                </c:pt>
                <c:pt idx="12187">
                  <c:v>0</c:v>
                </c:pt>
                <c:pt idx="12188">
                  <c:v>0</c:v>
                </c:pt>
                <c:pt idx="12189">
                  <c:v>0</c:v>
                </c:pt>
                <c:pt idx="12190">
                  <c:v>0</c:v>
                </c:pt>
                <c:pt idx="12191">
                  <c:v>0</c:v>
                </c:pt>
                <c:pt idx="12192">
                  <c:v>0</c:v>
                </c:pt>
                <c:pt idx="12193">
                  <c:v>0</c:v>
                </c:pt>
                <c:pt idx="12194">
                  <c:v>0</c:v>
                </c:pt>
                <c:pt idx="12195">
                  <c:v>0</c:v>
                </c:pt>
                <c:pt idx="12196">
                  <c:v>0</c:v>
                </c:pt>
                <c:pt idx="12197">
                  <c:v>0</c:v>
                </c:pt>
                <c:pt idx="12198">
                  <c:v>0</c:v>
                </c:pt>
                <c:pt idx="12199">
                  <c:v>0</c:v>
                </c:pt>
                <c:pt idx="12200">
                  <c:v>0</c:v>
                </c:pt>
                <c:pt idx="12201">
                  <c:v>0</c:v>
                </c:pt>
                <c:pt idx="12202">
                  <c:v>0</c:v>
                </c:pt>
                <c:pt idx="12203">
                  <c:v>0</c:v>
                </c:pt>
                <c:pt idx="12204">
                  <c:v>0</c:v>
                </c:pt>
                <c:pt idx="12205">
                  <c:v>0</c:v>
                </c:pt>
                <c:pt idx="12206">
                  <c:v>0</c:v>
                </c:pt>
                <c:pt idx="12207">
                  <c:v>0</c:v>
                </c:pt>
                <c:pt idx="12208">
                  <c:v>0</c:v>
                </c:pt>
                <c:pt idx="12209">
                  <c:v>0</c:v>
                </c:pt>
                <c:pt idx="12210">
                  <c:v>0</c:v>
                </c:pt>
                <c:pt idx="12211">
                  <c:v>0</c:v>
                </c:pt>
                <c:pt idx="12212">
                  <c:v>0</c:v>
                </c:pt>
                <c:pt idx="12213">
                  <c:v>0</c:v>
                </c:pt>
                <c:pt idx="12214">
                  <c:v>0</c:v>
                </c:pt>
                <c:pt idx="12215">
                  <c:v>0</c:v>
                </c:pt>
                <c:pt idx="12216">
                  <c:v>0</c:v>
                </c:pt>
                <c:pt idx="12217">
                  <c:v>0</c:v>
                </c:pt>
                <c:pt idx="12218">
                  <c:v>0</c:v>
                </c:pt>
                <c:pt idx="12219">
                  <c:v>0</c:v>
                </c:pt>
                <c:pt idx="12220">
                  <c:v>0</c:v>
                </c:pt>
                <c:pt idx="12221">
                  <c:v>0</c:v>
                </c:pt>
                <c:pt idx="12222">
                  <c:v>0</c:v>
                </c:pt>
                <c:pt idx="12223">
                  <c:v>0</c:v>
                </c:pt>
                <c:pt idx="12224">
                  <c:v>0</c:v>
                </c:pt>
                <c:pt idx="12225">
                  <c:v>0</c:v>
                </c:pt>
                <c:pt idx="12226">
                  <c:v>0</c:v>
                </c:pt>
                <c:pt idx="12227">
                  <c:v>0</c:v>
                </c:pt>
                <c:pt idx="12228">
                  <c:v>0</c:v>
                </c:pt>
                <c:pt idx="12229">
                  <c:v>0</c:v>
                </c:pt>
                <c:pt idx="12230">
                  <c:v>0</c:v>
                </c:pt>
                <c:pt idx="12231">
                  <c:v>0</c:v>
                </c:pt>
                <c:pt idx="12232">
                  <c:v>0</c:v>
                </c:pt>
                <c:pt idx="12233">
                  <c:v>0</c:v>
                </c:pt>
                <c:pt idx="12234">
                  <c:v>0</c:v>
                </c:pt>
                <c:pt idx="12235">
                  <c:v>0</c:v>
                </c:pt>
                <c:pt idx="12236">
                  <c:v>0</c:v>
                </c:pt>
                <c:pt idx="12237">
                  <c:v>0</c:v>
                </c:pt>
                <c:pt idx="12238">
                  <c:v>0</c:v>
                </c:pt>
                <c:pt idx="12239">
                  <c:v>0</c:v>
                </c:pt>
                <c:pt idx="12240">
                  <c:v>0</c:v>
                </c:pt>
                <c:pt idx="12241">
                  <c:v>0</c:v>
                </c:pt>
                <c:pt idx="12242">
                  <c:v>0</c:v>
                </c:pt>
                <c:pt idx="12243">
                  <c:v>0</c:v>
                </c:pt>
                <c:pt idx="12244">
                  <c:v>0</c:v>
                </c:pt>
                <c:pt idx="12245">
                  <c:v>0</c:v>
                </c:pt>
                <c:pt idx="12246">
                  <c:v>0</c:v>
                </c:pt>
                <c:pt idx="12247">
                  <c:v>0</c:v>
                </c:pt>
                <c:pt idx="12248">
                  <c:v>0</c:v>
                </c:pt>
                <c:pt idx="12249">
                  <c:v>0</c:v>
                </c:pt>
                <c:pt idx="12250">
                  <c:v>0</c:v>
                </c:pt>
                <c:pt idx="12251">
                  <c:v>0</c:v>
                </c:pt>
                <c:pt idx="12252">
                  <c:v>0</c:v>
                </c:pt>
                <c:pt idx="12253">
                  <c:v>0</c:v>
                </c:pt>
                <c:pt idx="12254">
                  <c:v>0</c:v>
                </c:pt>
                <c:pt idx="12255">
                  <c:v>0</c:v>
                </c:pt>
                <c:pt idx="12256">
                  <c:v>0</c:v>
                </c:pt>
                <c:pt idx="12257">
                  <c:v>0</c:v>
                </c:pt>
                <c:pt idx="12258">
                  <c:v>0</c:v>
                </c:pt>
                <c:pt idx="12259">
                  <c:v>0</c:v>
                </c:pt>
                <c:pt idx="12260">
                  <c:v>0</c:v>
                </c:pt>
                <c:pt idx="12261">
                  <c:v>0</c:v>
                </c:pt>
                <c:pt idx="12262">
                  <c:v>0</c:v>
                </c:pt>
                <c:pt idx="12263">
                  <c:v>0</c:v>
                </c:pt>
                <c:pt idx="12264">
                  <c:v>0</c:v>
                </c:pt>
                <c:pt idx="12265">
                  <c:v>0</c:v>
                </c:pt>
                <c:pt idx="12266">
                  <c:v>0</c:v>
                </c:pt>
                <c:pt idx="12267">
                  <c:v>0</c:v>
                </c:pt>
                <c:pt idx="12268">
                  <c:v>0</c:v>
                </c:pt>
                <c:pt idx="12269">
                  <c:v>0</c:v>
                </c:pt>
                <c:pt idx="12270">
                  <c:v>0</c:v>
                </c:pt>
                <c:pt idx="12271">
                  <c:v>0</c:v>
                </c:pt>
                <c:pt idx="12272">
                  <c:v>0</c:v>
                </c:pt>
                <c:pt idx="12273">
                  <c:v>0</c:v>
                </c:pt>
                <c:pt idx="12274">
                  <c:v>0</c:v>
                </c:pt>
                <c:pt idx="12275">
                  <c:v>0</c:v>
                </c:pt>
                <c:pt idx="12276">
                  <c:v>0</c:v>
                </c:pt>
                <c:pt idx="12277">
                  <c:v>0</c:v>
                </c:pt>
                <c:pt idx="12278">
                  <c:v>0</c:v>
                </c:pt>
                <c:pt idx="12279">
                  <c:v>0</c:v>
                </c:pt>
                <c:pt idx="12280">
                  <c:v>0</c:v>
                </c:pt>
                <c:pt idx="12281">
                  <c:v>0</c:v>
                </c:pt>
                <c:pt idx="12282">
                  <c:v>0</c:v>
                </c:pt>
                <c:pt idx="12283">
                  <c:v>0</c:v>
                </c:pt>
                <c:pt idx="12284">
                  <c:v>0</c:v>
                </c:pt>
                <c:pt idx="12285">
                  <c:v>0</c:v>
                </c:pt>
                <c:pt idx="12286">
                  <c:v>0</c:v>
                </c:pt>
                <c:pt idx="12287">
                  <c:v>0</c:v>
                </c:pt>
                <c:pt idx="12288">
                  <c:v>0</c:v>
                </c:pt>
                <c:pt idx="12289">
                  <c:v>0</c:v>
                </c:pt>
                <c:pt idx="12290">
                  <c:v>0</c:v>
                </c:pt>
                <c:pt idx="12291">
                  <c:v>0</c:v>
                </c:pt>
                <c:pt idx="12292">
                  <c:v>0</c:v>
                </c:pt>
                <c:pt idx="12293">
                  <c:v>0</c:v>
                </c:pt>
                <c:pt idx="12294">
                  <c:v>0</c:v>
                </c:pt>
                <c:pt idx="12295">
                  <c:v>0</c:v>
                </c:pt>
                <c:pt idx="12296">
                  <c:v>0</c:v>
                </c:pt>
                <c:pt idx="12297">
                  <c:v>0</c:v>
                </c:pt>
                <c:pt idx="12298">
                  <c:v>0</c:v>
                </c:pt>
                <c:pt idx="12299">
                  <c:v>0</c:v>
                </c:pt>
                <c:pt idx="12300">
                  <c:v>0</c:v>
                </c:pt>
                <c:pt idx="12301">
                  <c:v>0</c:v>
                </c:pt>
                <c:pt idx="12302">
                  <c:v>0</c:v>
                </c:pt>
                <c:pt idx="12303">
                  <c:v>0</c:v>
                </c:pt>
                <c:pt idx="12304">
                  <c:v>0</c:v>
                </c:pt>
                <c:pt idx="12305">
                  <c:v>0</c:v>
                </c:pt>
                <c:pt idx="12306">
                  <c:v>0</c:v>
                </c:pt>
                <c:pt idx="12307">
                  <c:v>0</c:v>
                </c:pt>
                <c:pt idx="12308">
                  <c:v>0</c:v>
                </c:pt>
                <c:pt idx="12309">
                  <c:v>0</c:v>
                </c:pt>
                <c:pt idx="12310">
                  <c:v>0</c:v>
                </c:pt>
                <c:pt idx="12311">
                  <c:v>0</c:v>
                </c:pt>
                <c:pt idx="12312">
                  <c:v>0</c:v>
                </c:pt>
                <c:pt idx="12313">
                  <c:v>0</c:v>
                </c:pt>
                <c:pt idx="12314">
                  <c:v>0</c:v>
                </c:pt>
                <c:pt idx="12315">
                  <c:v>0</c:v>
                </c:pt>
                <c:pt idx="12316">
                  <c:v>0</c:v>
                </c:pt>
                <c:pt idx="12317">
                  <c:v>0</c:v>
                </c:pt>
                <c:pt idx="12318">
                  <c:v>0</c:v>
                </c:pt>
                <c:pt idx="12319">
                  <c:v>0</c:v>
                </c:pt>
                <c:pt idx="12320">
                  <c:v>0</c:v>
                </c:pt>
                <c:pt idx="12321">
                  <c:v>0</c:v>
                </c:pt>
                <c:pt idx="12322">
                  <c:v>0</c:v>
                </c:pt>
                <c:pt idx="12323">
                  <c:v>0</c:v>
                </c:pt>
                <c:pt idx="12324">
                  <c:v>0</c:v>
                </c:pt>
                <c:pt idx="12325">
                  <c:v>0</c:v>
                </c:pt>
                <c:pt idx="12326">
                  <c:v>0</c:v>
                </c:pt>
                <c:pt idx="12327">
                  <c:v>0</c:v>
                </c:pt>
                <c:pt idx="12328">
                  <c:v>0</c:v>
                </c:pt>
                <c:pt idx="12329">
                  <c:v>0</c:v>
                </c:pt>
                <c:pt idx="12330">
                  <c:v>0</c:v>
                </c:pt>
                <c:pt idx="12331">
                  <c:v>0</c:v>
                </c:pt>
                <c:pt idx="12332">
                  <c:v>0</c:v>
                </c:pt>
                <c:pt idx="12333">
                  <c:v>0</c:v>
                </c:pt>
                <c:pt idx="12334">
                  <c:v>0</c:v>
                </c:pt>
                <c:pt idx="12335">
                  <c:v>0</c:v>
                </c:pt>
                <c:pt idx="12336">
                  <c:v>0</c:v>
                </c:pt>
                <c:pt idx="12337">
                  <c:v>0</c:v>
                </c:pt>
                <c:pt idx="12338">
                  <c:v>0</c:v>
                </c:pt>
                <c:pt idx="12339">
                  <c:v>0</c:v>
                </c:pt>
                <c:pt idx="12340">
                  <c:v>0</c:v>
                </c:pt>
                <c:pt idx="12341">
                  <c:v>0</c:v>
                </c:pt>
                <c:pt idx="12342">
                  <c:v>0</c:v>
                </c:pt>
                <c:pt idx="12343">
                  <c:v>0</c:v>
                </c:pt>
                <c:pt idx="12344">
                  <c:v>0</c:v>
                </c:pt>
                <c:pt idx="12345">
                  <c:v>0</c:v>
                </c:pt>
                <c:pt idx="12346">
                  <c:v>0</c:v>
                </c:pt>
                <c:pt idx="12347">
                  <c:v>0</c:v>
                </c:pt>
                <c:pt idx="12348">
                  <c:v>0</c:v>
                </c:pt>
                <c:pt idx="12349">
                  <c:v>0</c:v>
                </c:pt>
                <c:pt idx="12350">
                  <c:v>0</c:v>
                </c:pt>
                <c:pt idx="12351">
                  <c:v>0</c:v>
                </c:pt>
                <c:pt idx="12352">
                  <c:v>0</c:v>
                </c:pt>
                <c:pt idx="12353">
                  <c:v>0</c:v>
                </c:pt>
                <c:pt idx="12354">
                  <c:v>0</c:v>
                </c:pt>
                <c:pt idx="12355">
                  <c:v>0</c:v>
                </c:pt>
                <c:pt idx="12356">
                  <c:v>0</c:v>
                </c:pt>
                <c:pt idx="12357">
                  <c:v>0</c:v>
                </c:pt>
                <c:pt idx="12358">
                  <c:v>0</c:v>
                </c:pt>
                <c:pt idx="12359">
                  <c:v>0</c:v>
                </c:pt>
                <c:pt idx="12360">
                  <c:v>0</c:v>
                </c:pt>
                <c:pt idx="12361">
                  <c:v>0</c:v>
                </c:pt>
                <c:pt idx="12362">
                  <c:v>0</c:v>
                </c:pt>
                <c:pt idx="12363">
                  <c:v>0</c:v>
                </c:pt>
                <c:pt idx="12364">
                  <c:v>0</c:v>
                </c:pt>
                <c:pt idx="12365">
                  <c:v>0</c:v>
                </c:pt>
                <c:pt idx="12366">
                  <c:v>0</c:v>
                </c:pt>
                <c:pt idx="12367">
                  <c:v>0</c:v>
                </c:pt>
                <c:pt idx="12368">
                  <c:v>0</c:v>
                </c:pt>
                <c:pt idx="12369">
                  <c:v>0</c:v>
                </c:pt>
                <c:pt idx="12370">
                  <c:v>0</c:v>
                </c:pt>
                <c:pt idx="12371">
                  <c:v>0</c:v>
                </c:pt>
                <c:pt idx="12372">
                  <c:v>0</c:v>
                </c:pt>
                <c:pt idx="12373">
                  <c:v>0</c:v>
                </c:pt>
                <c:pt idx="12374">
                  <c:v>0</c:v>
                </c:pt>
                <c:pt idx="12375">
                  <c:v>0</c:v>
                </c:pt>
                <c:pt idx="12376">
                  <c:v>0</c:v>
                </c:pt>
                <c:pt idx="12377">
                  <c:v>0</c:v>
                </c:pt>
                <c:pt idx="12378">
                  <c:v>0</c:v>
                </c:pt>
                <c:pt idx="12379">
                  <c:v>0</c:v>
                </c:pt>
                <c:pt idx="12380">
                  <c:v>0</c:v>
                </c:pt>
                <c:pt idx="12381">
                  <c:v>0</c:v>
                </c:pt>
                <c:pt idx="12382">
                  <c:v>0</c:v>
                </c:pt>
                <c:pt idx="12383">
                  <c:v>0</c:v>
                </c:pt>
                <c:pt idx="12384">
                  <c:v>0</c:v>
                </c:pt>
                <c:pt idx="12385">
                  <c:v>0</c:v>
                </c:pt>
                <c:pt idx="12386">
                  <c:v>0</c:v>
                </c:pt>
                <c:pt idx="12387">
                  <c:v>0</c:v>
                </c:pt>
                <c:pt idx="12388">
                  <c:v>0</c:v>
                </c:pt>
                <c:pt idx="12389">
                  <c:v>0</c:v>
                </c:pt>
                <c:pt idx="12390">
                  <c:v>0</c:v>
                </c:pt>
                <c:pt idx="12391">
                  <c:v>0</c:v>
                </c:pt>
                <c:pt idx="12392">
                  <c:v>0</c:v>
                </c:pt>
                <c:pt idx="12393">
                  <c:v>0</c:v>
                </c:pt>
                <c:pt idx="12394">
                  <c:v>0</c:v>
                </c:pt>
                <c:pt idx="12395">
                  <c:v>0</c:v>
                </c:pt>
                <c:pt idx="12396">
                  <c:v>0</c:v>
                </c:pt>
                <c:pt idx="12397">
                  <c:v>0</c:v>
                </c:pt>
                <c:pt idx="12398">
                  <c:v>0</c:v>
                </c:pt>
                <c:pt idx="12399">
                  <c:v>0</c:v>
                </c:pt>
                <c:pt idx="12400">
                  <c:v>0</c:v>
                </c:pt>
                <c:pt idx="12401">
                  <c:v>0</c:v>
                </c:pt>
                <c:pt idx="12402">
                  <c:v>0</c:v>
                </c:pt>
                <c:pt idx="12403">
                  <c:v>0</c:v>
                </c:pt>
                <c:pt idx="12404">
                  <c:v>0</c:v>
                </c:pt>
                <c:pt idx="12405">
                  <c:v>0</c:v>
                </c:pt>
                <c:pt idx="12406">
                  <c:v>0</c:v>
                </c:pt>
                <c:pt idx="12407">
                  <c:v>0</c:v>
                </c:pt>
                <c:pt idx="12408">
                  <c:v>0</c:v>
                </c:pt>
                <c:pt idx="12409">
                  <c:v>0</c:v>
                </c:pt>
                <c:pt idx="12410">
                  <c:v>0</c:v>
                </c:pt>
                <c:pt idx="12411">
                  <c:v>0</c:v>
                </c:pt>
                <c:pt idx="12412">
                  <c:v>0</c:v>
                </c:pt>
                <c:pt idx="12413">
                  <c:v>0</c:v>
                </c:pt>
                <c:pt idx="12414">
                  <c:v>0</c:v>
                </c:pt>
                <c:pt idx="12415">
                  <c:v>0</c:v>
                </c:pt>
                <c:pt idx="12416">
                  <c:v>0</c:v>
                </c:pt>
                <c:pt idx="12417">
                  <c:v>0</c:v>
                </c:pt>
                <c:pt idx="12418">
                  <c:v>0</c:v>
                </c:pt>
                <c:pt idx="12419">
                  <c:v>0</c:v>
                </c:pt>
                <c:pt idx="12420">
                  <c:v>0</c:v>
                </c:pt>
                <c:pt idx="12421">
                  <c:v>0</c:v>
                </c:pt>
                <c:pt idx="12422">
                  <c:v>0</c:v>
                </c:pt>
                <c:pt idx="12423">
                  <c:v>0</c:v>
                </c:pt>
                <c:pt idx="12424">
                  <c:v>0</c:v>
                </c:pt>
                <c:pt idx="12425">
                  <c:v>0</c:v>
                </c:pt>
                <c:pt idx="12426">
                  <c:v>0</c:v>
                </c:pt>
                <c:pt idx="12427">
                  <c:v>0</c:v>
                </c:pt>
                <c:pt idx="12428">
                  <c:v>0</c:v>
                </c:pt>
                <c:pt idx="12429">
                  <c:v>0</c:v>
                </c:pt>
                <c:pt idx="12430">
                  <c:v>0</c:v>
                </c:pt>
                <c:pt idx="12431">
                  <c:v>0</c:v>
                </c:pt>
                <c:pt idx="12432">
                  <c:v>0</c:v>
                </c:pt>
                <c:pt idx="12433">
                  <c:v>0</c:v>
                </c:pt>
                <c:pt idx="12434">
                  <c:v>0</c:v>
                </c:pt>
                <c:pt idx="12435">
                  <c:v>0</c:v>
                </c:pt>
                <c:pt idx="12436">
                  <c:v>0</c:v>
                </c:pt>
                <c:pt idx="12437">
                  <c:v>0</c:v>
                </c:pt>
                <c:pt idx="12438">
                  <c:v>0</c:v>
                </c:pt>
                <c:pt idx="12439">
                  <c:v>0</c:v>
                </c:pt>
                <c:pt idx="12440">
                  <c:v>0</c:v>
                </c:pt>
                <c:pt idx="12441">
                  <c:v>0</c:v>
                </c:pt>
                <c:pt idx="12442">
                  <c:v>0</c:v>
                </c:pt>
                <c:pt idx="12443">
                  <c:v>0</c:v>
                </c:pt>
                <c:pt idx="12444">
                  <c:v>0</c:v>
                </c:pt>
                <c:pt idx="12445">
                  <c:v>0</c:v>
                </c:pt>
                <c:pt idx="12446">
                  <c:v>0</c:v>
                </c:pt>
                <c:pt idx="12447">
                  <c:v>0</c:v>
                </c:pt>
                <c:pt idx="12448">
                  <c:v>0</c:v>
                </c:pt>
                <c:pt idx="12449">
                  <c:v>0</c:v>
                </c:pt>
                <c:pt idx="12450">
                  <c:v>0</c:v>
                </c:pt>
                <c:pt idx="12451">
                  <c:v>0</c:v>
                </c:pt>
                <c:pt idx="12452">
                  <c:v>0</c:v>
                </c:pt>
                <c:pt idx="12453">
                  <c:v>0</c:v>
                </c:pt>
                <c:pt idx="12454">
                  <c:v>0</c:v>
                </c:pt>
                <c:pt idx="12455">
                  <c:v>0</c:v>
                </c:pt>
                <c:pt idx="12456">
                  <c:v>0</c:v>
                </c:pt>
                <c:pt idx="12457">
                  <c:v>0</c:v>
                </c:pt>
                <c:pt idx="12458">
                  <c:v>0</c:v>
                </c:pt>
                <c:pt idx="12459">
                  <c:v>0</c:v>
                </c:pt>
                <c:pt idx="12460">
                  <c:v>0</c:v>
                </c:pt>
                <c:pt idx="12461">
                  <c:v>0</c:v>
                </c:pt>
                <c:pt idx="12462">
                  <c:v>0</c:v>
                </c:pt>
                <c:pt idx="12463">
                  <c:v>0</c:v>
                </c:pt>
                <c:pt idx="12464">
                  <c:v>0</c:v>
                </c:pt>
                <c:pt idx="12465">
                  <c:v>0</c:v>
                </c:pt>
                <c:pt idx="12466">
                  <c:v>0</c:v>
                </c:pt>
                <c:pt idx="12467">
                  <c:v>0</c:v>
                </c:pt>
                <c:pt idx="12468">
                  <c:v>0</c:v>
                </c:pt>
                <c:pt idx="12469">
                  <c:v>0</c:v>
                </c:pt>
                <c:pt idx="12470">
                  <c:v>0</c:v>
                </c:pt>
                <c:pt idx="12471">
                  <c:v>0</c:v>
                </c:pt>
                <c:pt idx="12472">
                  <c:v>0</c:v>
                </c:pt>
                <c:pt idx="12473">
                  <c:v>0</c:v>
                </c:pt>
                <c:pt idx="12474">
                  <c:v>0</c:v>
                </c:pt>
                <c:pt idx="12475">
                  <c:v>0</c:v>
                </c:pt>
                <c:pt idx="12476">
                  <c:v>0</c:v>
                </c:pt>
                <c:pt idx="12477">
                  <c:v>0</c:v>
                </c:pt>
                <c:pt idx="12478">
                  <c:v>0</c:v>
                </c:pt>
                <c:pt idx="12479">
                  <c:v>0</c:v>
                </c:pt>
                <c:pt idx="12480">
                  <c:v>0</c:v>
                </c:pt>
                <c:pt idx="12481">
                  <c:v>0</c:v>
                </c:pt>
                <c:pt idx="12482">
                  <c:v>0</c:v>
                </c:pt>
                <c:pt idx="12483">
                  <c:v>0</c:v>
                </c:pt>
                <c:pt idx="12484">
                  <c:v>0</c:v>
                </c:pt>
                <c:pt idx="12485">
                  <c:v>0</c:v>
                </c:pt>
                <c:pt idx="12486">
                  <c:v>0</c:v>
                </c:pt>
                <c:pt idx="12487">
                  <c:v>0</c:v>
                </c:pt>
                <c:pt idx="12488">
                  <c:v>0</c:v>
                </c:pt>
                <c:pt idx="12489">
                  <c:v>0</c:v>
                </c:pt>
                <c:pt idx="12490">
                  <c:v>0</c:v>
                </c:pt>
                <c:pt idx="12491">
                  <c:v>0</c:v>
                </c:pt>
                <c:pt idx="12492">
                  <c:v>0</c:v>
                </c:pt>
                <c:pt idx="12493">
                  <c:v>0</c:v>
                </c:pt>
                <c:pt idx="12494">
                  <c:v>0</c:v>
                </c:pt>
                <c:pt idx="12495">
                  <c:v>0</c:v>
                </c:pt>
                <c:pt idx="12496">
                  <c:v>0</c:v>
                </c:pt>
                <c:pt idx="12497">
                  <c:v>0</c:v>
                </c:pt>
                <c:pt idx="12498">
                  <c:v>0</c:v>
                </c:pt>
                <c:pt idx="12499">
                  <c:v>0</c:v>
                </c:pt>
                <c:pt idx="12500">
                  <c:v>0</c:v>
                </c:pt>
                <c:pt idx="12501">
                  <c:v>0</c:v>
                </c:pt>
                <c:pt idx="12502">
                  <c:v>0</c:v>
                </c:pt>
                <c:pt idx="12503">
                  <c:v>0</c:v>
                </c:pt>
                <c:pt idx="12504">
                  <c:v>0</c:v>
                </c:pt>
                <c:pt idx="12505">
                  <c:v>0</c:v>
                </c:pt>
                <c:pt idx="12506">
                  <c:v>0</c:v>
                </c:pt>
                <c:pt idx="12507">
                  <c:v>0</c:v>
                </c:pt>
                <c:pt idx="12508">
                  <c:v>0</c:v>
                </c:pt>
                <c:pt idx="12509">
                  <c:v>0</c:v>
                </c:pt>
                <c:pt idx="12510">
                  <c:v>0</c:v>
                </c:pt>
                <c:pt idx="12511">
                  <c:v>0</c:v>
                </c:pt>
                <c:pt idx="12512">
                  <c:v>0</c:v>
                </c:pt>
                <c:pt idx="12513">
                  <c:v>0</c:v>
                </c:pt>
                <c:pt idx="12514">
                  <c:v>0</c:v>
                </c:pt>
                <c:pt idx="12515">
                  <c:v>0</c:v>
                </c:pt>
                <c:pt idx="12516">
                  <c:v>0</c:v>
                </c:pt>
                <c:pt idx="12517">
                  <c:v>0</c:v>
                </c:pt>
                <c:pt idx="12518">
                  <c:v>0</c:v>
                </c:pt>
                <c:pt idx="12519">
                  <c:v>0</c:v>
                </c:pt>
                <c:pt idx="12520">
                  <c:v>0</c:v>
                </c:pt>
                <c:pt idx="12521">
                  <c:v>0</c:v>
                </c:pt>
                <c:pt idx="12522">
                  <c:v>0</c:v>
                </c:pt>
                <c:pt idx="12523">
                  <c:v>0</c:v>
                </c:pt>
                <c:pt idx="12524">
                  <c:v>0</c:v>
                </c:pt>
                <c:pt idx="12525">
                  <c:v>0</c:v>
                </c:pt>
                <c:pt idx="12526">
                  <c:v>0</c:v>
                </c:pt>
                <c:pt idx="12527">
                  <c:v>0</c:v>
                </c:pt>
                <c:pt idx="12528">
                  <c:v>0</c:v>
                </c:pt>
                <c:pt idx="12529">
                  <c:v>0</c:v>
                </c:pt>
                <c:pt idx="12530">
                  <c:v>0</c:v>
                </c:pt>
                <c:pt idx="12531">
                  <c:v>0</c:v>
                </c:pt>
                <c:pt idx="12532">
                  <c:v>0</c:v>
                </c:pt>
                <c:pt idx="12533">
                  <c:v>0</c:v>
                </c:pt>
                <c:pt idx="12534">
                  <c:v>0</c:v>
                </c:pt>
                <c:pt idx="12535">
                  <c:v>0</c:v>
                </c:pt>
                <c:pt idx="12536">
                  <c:v>0</c:v>
                </c:pt>
                <c:pt idx="12537">
                  <c:v>0</c:v>
                </c:pt>
                <c:pt idx="12538">
                  <c:v>0</c:v>
                </c:pt>
                <c:pt idx="12539">
                  <c:v>0</c:v>
                </c:pt>
                <c:pt idx="12540">
                  <c:v>0</c:v>
                </c:pt>
                <c:pt idx="12541">
                  <c:v>0</c:v>
                </c:pt>
                <c:pt idx="12542">
                  <c:v>0</c:v>
                </c:pt>
                <c:pt idx="12543">
                  <c:v>0</c:v>
                </c:pt>
                <c:pt idx="12544">
                  <c:v>0</c:v>
                </c:pt>
                <c:pt idx="12545">
                  <c:v>0</c:v>
                </c:pt>
                <c:pt idx="12546">
                  <c:v>0</c:v>
                </c:pt>
                <c:pt idx="12547">
                  <c:v>0</c:v>
                </c:pt>
                <c:pt idx="12548">
                  <c:v>0</c:v>
                </c:pt>
                <c:pt idx="12549">
                  <c:v>0</c:v>
                </c:pt>
                <c:pt idx="12550">
                  <c:v>0</c:v>
                </c:pt>
                <c:pt idx="12551">
                  <c:v>0</c:v>
                </c:pt>
                <c:pt idx="12552">
                  <c:v>0</c:v>
                </c:pt>
                <c:pt idx="12553">
                  <c:v>0</c:v>
                </c:pt>
                <c:pt idx="12554">
                  <c:v>0</c:v>
                </c:pt>
                <c:pt idx="12555">
                  <c:v>0</c:v>
                </c:pt>
                <c:pt idx="12556">
                  <c:v>0</c:v>
                </c:pt>
                <c:pt idx="12557">
                  <c:v>0</c:v>
                </c:pt>
                <c:pt idx="12558">
                  <c:v>0</c:v>
                </c:pt>
                <c:pt idx="12559">
                  <c:v>0</c:v>
                </c:pt>
                <c:pt idx="12560">
                  <c:v>0</c:v>
                </c:pt>
                <c:pt idx="12561">
                  <c:v>0</c:v>
                </c:pt>
                <c:pt idx="12562">
                  <c:v>0</c:v>
                </c:pt>
                <c:pt idx="12563">
                  <c:v>0</c:v>
                </c:pt>
                <c:pt idx="12564">
                  <c:v>0</c:v>
                </c:pt>
                <c:pt idx="12565">
                  <c:v>0</c:v>
                </c:pt>
                <c:pt idx="12566">
                  <c:v>0</c:v>
                </c:pt>
                <c:pt idx="12567">
                  <c:v>0</c:v>
                </c:pt>
                <c:pt idx="12568">
                  <c:v>0</c:v>
                </c:pt>
                <c:pt idx="12569">
                  <c:v>0</c:v>
                </c:pt>
                <c:pt idx="12570">
                  <c:v>0</c:v>
                </c:pt>
                <c:pt idx="12571">
                  <c:v>0</c:v>
                </c:pt>
                <c:pt idx="12572">
                  <c:v>0</c:v>
                </c:pt>
                <c:pt idx="12573">
                  <c:v>0</c:v>
                </c:pt>
                <c:pt idx="12574">
                  <c:v>0</c:v>
                </c:pt>
                <c:pt idx="12575">
                  <c:v>0</c:v>
                </c:pt>
                <c:pt idx="12576">
                  <c:v>0</c:v>
                </c:pt>
                <c:pt idx="12577">
                  <c:v>0</c:v>
                </c:pt>
                <c:pt idx="12578">
                  <c:v>0</c:v>
                </c:pt>
                <c:pt idx="12579">
                  <c:v>0</c:v>
                </c:pt>
                <c:pt idx="12580">
                  <c:v>0</c:v>
                </c:pt>
                <c:pt idx="12581">
                  <c:v>0</c:v>
                </c:pt>
                <c:pt idx="12582">
                  <c:v>0</c:v>
                </c:pt>
                <c:pt idx="12583">
                  <c:v>0</c:v>
                </c:pt>
                <c:pt idx="12584">
                  <c:v>0</c:v>
                </c:pt>
                <c:pt idx="12585">
                  <c:v>0</c:v>
                </c:pt>
                <c:pt idx="12586">
                  <c:v>0</c:v>
                </c:pt>
                <c:pt idx="12587">
                  <c:v>0</c:v>
                </c:pt>
                <c:pt idx="12588">
                  <c:v>0</c:v>
                </c:pt>
                <c:pt idx="12589">
                  <c:v>0</c:v>
                </c:pt>
                <c:pt idx="12590">
                  <c:v>0</c:v>
                </c:pt>
                <c:pt idx="12591">
                  <c:v>0</c:v>
                </c:pt>
                <c:pt idx="12592">
                  <c:v>0</c:v>
                </c:pt>
                <c:pt idx="12593">
                  <c:v>0</c:v>
                </c:pt>
                <c:pt idx="12594">
                  <c:v>0</c:v>
                </c:pt>
                <c:pt idx="12595">
                  <c:v>0</c:v>
                </c:pt>
                <c:pt idx="12596">
                  <c:v>0</c:v>
                </c:pt>
                <c:pt idx="12597">
                  <c:v>0</c:v>
                </c:pt>
                <c:pt idx="12598">
                  <c:v>0</c:v>
                </c:pt>
                <c:pt idx="12599">
                  <c:v>0</c:v>
                </c:pt>
                <c:pt idx="12600">
                  <c:v>0</c:v>
                </c:pt>
                <c:pt idx="12601">
                  <c:v>0</c:v>
                </c:pt>
                <c:pt idx="12602">
                  <c:v>0</c:v>
                </c:pt>
                <c:pt idx="12603">
                  <c:v>0</c:v>
                </c:pt>
                <c:pt idx="12604">
                  <c:v>0</c:v>
                </c:pt>
                <c:pt idx="12605">
                  <c:v>0</c:v>
                </c:pt>
                <c:pt idx="12606">
                  <c:v>0</c:v>
                </c:pt>
                <c:pt idx="12607">
                  <c:v>0</c:v>
                </c:pt>
                <c:pt idx="12608">
                  <c:v>0</c:v>
                </c:pt>
                <c:pt idx="12609">
                  <c:v>0</c:v>
                </c:pt>
                <c:pt idx="12610">
                  <c:v>0</c:v>
                </c:pt>
                <c:pt idx="12611">
                  <c:v>0</c:v>
                </c:pt>
                <c:pt idx="12612">
                  <c:v>0</c:v>
                </c:pt>
                <c:pt idx="12613">
                  <c:v>0</c:v>
                </c:pt>
                <c:pt idx="12614">
                  <c:v>0</c:v>
                </c:pt>
                <c:pt idx="12615">
                  <c:v>0</c:v>
                </c:pt>
                <c:pt idx="12616">
                  <c:v>0</c:v>
                </c:pt>
                <c:pt idx="12617">
                  <c:v>0</c:v>
                </c:pt>
                <c:pt idx="12618">
                  <c:v>0</c:v>
                </c:pt>
                <c:pt idx="12619">
                  <c:v>0</c:v>
                </c:pt>
                <c:pt idx="12620">
                  <c:v>0</c:v>
                </c:pt>
                <c:pt idx="12621">
                  <c:v>0</c:v>
                </c:pt>
                <c:pt idx="12622">
                  <c:v>0</c:v>
                </c:pt>
                <c:pt idx="12623">
                  <c:v>0</c:v>
                </c:pt>
                <c:pt idx="12624">
                  <c:v>0</c:v>
                </c:pt>
                <c:pt idx="12625">
                  <c:v>0</c:v>
                </c:pt>
                <c:pt idx="12626">
                  <c:v>0</c:v>
                </c:pt>
                <c:pt idx="12627">
                  <c:v>0</c:v>
                </c:pt>
                <c:pt idx="12628">
                  <c:v>0</c:v>
                </c:pt>
                <c:pt idx="12629">
                  <c:v>0</c:v>
                </c:pt>
                <c:pt idx="12630">
                  <c:v>0</c:v>
                </c:pt>
                <c:pt idx="12631">
                  <c:v>0</c:v>
                </c:pt>
                <c:pt idx="12632">
                  <c:v>0</c:v>
                </c:pt>
                <c:pt idx="12633">
                  <c:v>0</c:v>
                </c:pt>
                <c:pt idx="12634">
                  <c:v>0</c:v>
                </c:pt>
                <c:pt idx="12635">
                  <c:v>0</c:v>
                </c:pt>
                <c:pt idx="12636">
                  <c:v>0</c:v>
                </c:pt>
                <c:pt idx="12637">
                  <c:v>0</c:v>
                </c:pt>
                <c:pt idx="12638">
                  <c:v>0</c:v>
                </c:pt>
                <c:pt idx="12639">
                  <c:v>0</c:v>
                </c:pt>
                <c:pt idx="12640">
                  <c:v>0</c:v>
                </c:pt>
                <c:pt idx="12641">
                  <c:v>0</c:v>
                </c:pt>
                <c:pt idx="12642">
                  <c:v>0</c:v>
                </c:pt>
                <c:pt idx="12643">
                  <c:v>0</c:v>
                </c:pt>
                <c:pt idx="12644">
                  <c:v>0</c:v>
                </c:pt>
                <c:pt idx="12645">
                  <c:v>0</c:v>
                </c:pt>
                <c:pt idx="12646">
                  <c:v>0</c:v>
                </c:pt>
                <c:pt idx="12647">
                  <c:v>0</c:v>
                </c:pt>
                <c:pt idx="12648">
                  <c:v>0</c:v>
                </c:pt>
                <c:pt idx="12649">
                  <c:v>0</c:v>
                </c:pt>
                <c:pt idx="12650">
                  <c:v>0</c:v>
                </c:pt>
                <c:pt idx="12651">
                  <c:v>0</c:v>
                </c:pt>
                <c:pt idx="12652">
                  <c:v>0</c:v>
                </c:pt>
                <c:pt idx="12653">
                  <c:v>0</c:v>
                </c:pt>
                <c:pt idx="12654">
                  <c:v>0</c:v>
                </c:pt>
                <c:pt idx="12655">
                  <c:v>0</c:v>
                </c:pt>
                <c:pt idx="12656">
                  <c:v>0</c:v>
                </c:pt>
                <c:pt idx="12657">
                  <c:v>0</c:v>
                </c:pt>
                <c:pt idx="12658">
                  <c:v>0</c:v>
                </c:pt>
                <c:pt idx="12659">
                  <c:v>0</c:v>
                </c:pt>
                <c:pt idx="12660">
                  <c:v>0</c:v>
                </c:pt>
                <c:pt idx="12661">
                  <c:v>0</c:v>
                </c:pt>
                <c:pt idx="12662">
                  <c:v>0</c:v>
                </c:pt>
                <c:pt idx="12663">
                  <c:v>0</c:v>
                </c:pt>
                <c:pt idx="12664">
                  <c:v>0</c:v>
                </c:pt>
                <c:pt idx="12665">
                  <c:v>0</c:v>
                </c:pt>
                <c:pt idx="12666">
                  <c:v>0</c:v>
                </c:pt>
                <c:pt idx="12667">
                  <c:v>0</c:v>
                </c:pt>
                <c:pt idx="12668">
                  <c:v>0</c:v>
                </c:pt>
                <c:pt idx="12669">
                  <c:v>0</c:v>
                </c:pt>
                <c:pt idx="12670">
                  <c:v>0</c:v>
                </c:pt>
                <c:pt idx="12671">
                  <c:v>0</c:v>
                </c:pt>
                <c:pt idx="12672">
                  <c:v>0</c:v>
                </c:pt>
                <c:pt idx="12673">
                  <c:v>0</c:v>
                </c:pt>
                <c:pt idx="12674">
                  <c:v>0</c:v>
                </c:pt>
                <c:pt idx="12675">
                  <c:v>0</c:v>
                </c:pt>
                <c:pt idx="12676">
                  <c:v>0</c:v>
                </c:pt>
                <c:pt idx="12677">
                  <c:v>0</c:v>
                </c:pt>
                <c:pt idx="12678">
                  <c:v>0</c:v>
                </c:pt>
                <c:pt idx="12679">
                  <c:v>0</c:v>
                </c:pt>
                <c:pt idx="12680">
                  <c:v>0</c:v>
                </c:pt>
                <c:pt idx="12681">
                  <c:v>0</c:v>
                </c:pt>
                <c:pt idx="12682">
                  <c:v>0</c:v>
                </c:pt>
                <c:pt idx="12683">
                  <c:v>0</c:v>
                </c:pt>
                <c:pt idx="12684">
                  <c:v>0</c:v>
                </c:pt>
                <c:pt idx="12685">
                  <c:v>0</c:v>
                </c:pt>
                <c:pt idx="12686">
                  <c:v>0</c:v>
                </c:pt>
                <c:pt idx="12687">
                  <c:v>0</c:v>
                </c:pt>
                <c:pt idx="12688">
                  <c:v>0</c:v>
                </c:pt>
                <c:pt idx="12689">
                  <c:v>0</c:v>
                </c:pt>
                <c:pt idx="12690">
                  <c:v>0</c:v>
                </c:pt>
                <c:pt idx="12691">
                  <c:v>0</c:v>
                </c:pt>
                <c:pt idx="12692">
                  <c:v>0</c:v>
                </c:pt>
                <c:pt idx="12693">
                  <c:v>0</c:v>
                </c:pt>
                <c:pt idx="12694">
                  <c:v>0</c:v>
                </c:pt>
                <c:pt idx="12695">
                  <c:v>0</c:v>
                </c:pt>
                <c:pt idx="12696">
                  <c:v>0</c:v>
                </c:pt>
                <c:pt idx="12697">
                  <c:v>0</c:v>
                </c:pt>
                <c:pt idx="12698">
                  <c:v>0</c:v>
                </c:pt>
                <c:pt idx="12699">
                  <c:v>0</c:v>
                </c:pt>
                <c:pt idx="12700">
                  <c:v>0</c:v>
                </c:pt>
                <c:pt idx="12701">
                  <c:v>0</c:v>
                </c:pt>
                <c:pt idx="12702">
                  <c:v>0</c:v>
                </c:pt>
                <c:pt idx="12703">
                  <c:v>0</c:v>
                </c:pt>
                <c:pt idx="12704">
                  <c:v>0</c:v>
                </c:pt>
                <c:pt idx="12705">
                  <c:v>0</c:v>
                </c:pt>
                <c:pt idx="12706">
                  <c:v>0</c:v>
                </c:pt>
                <c:pt idx="12707">
                  <c:v>0</c:v>
                </c:pt>
                <c:pt idx="12708">
                  <c:v>0</c:v>
                </c:pt>
                <c:pt idx="12709">
                  <c:v>0</c:v>
                </c:pt>
                <c:pt idx="12710">
                  <c:v>0</c:v>
                </c:pt>
                <c:pt idx="12711">
                  <c:v>0</c:v>
                </c:pt>
                <c:pt idx="12712">
                  <c:v>0</c:v>
                </c:pt>
                <c:pt idx="12713">
                  <c:v>0</c:v>
                </c:pt>
                <c:pt idx="12714">
                  <c:v>0</c:v>
                </c:pt>
                <c:pt idx="12715">
                  <c:v>0</c:v>
                </c:pt>
                <c:pt idx="12716">
                  <c:v>0</c:v>
                </c:pt>
                <c:pt idx="12717">
                  <c:v>0</c:v>
                </c:pt>
                <c:pt idx="12718">
                  <c:v>0</c:v>
                </c:pt>
                <c:pt idx="12719">
                  <c:v>0</c:v>
                </c:pt>
                <c:pt idx="12720">
                  <c:v>0</c:v>
                </c:pt>
                <c:pt idx="12721">
                  <c:v>0</c:v>
                </c:pt>
                <c:pt idx="12722">
                  <c:v>0</c:v>
                </c:pt>
                <c:pt idx="12723">
                  <c:v>0</c:v>
                </c:pt>
                <c:pt idx="12724">
                  <c:v>0</c:v>
                </c:pt>
                <c:pt idx="12725">
                  <c:v>0</c:v>
                </c:pt>
                <c:pt idx="12726">
                  <c:v>0</c:v>
                </c:pt>
                <c:pt idx="12727">
                  <c:v>0</c:v>
                </c:pt>
                <c:pt idx="12728">
                  <c:v>0</c:v>
                </c:pt>
                <c:pt idx="12729">
                  <c:v>0</c:v>
                </c:pt>
                <c:pt idx="12730">
                  <c:v>0</c:v>
                </c:pt>
                <c:pt idx="12731">
                  <c:v>0</c:v>
                </c:pt>
                <c:pt idx="12732">
                  <c:v>0</c:v>
                </c:pt>
                <c:pt idx="12733">
                  <c:v>0</c:v>
                </c:pt>
                <c:pt idx="12734">
                  <c:v>0</c:v>
                </c:pt>
                <c:pt idx="12735">
                  <c:v>0</c:v>
                </c:pt>
                <c:pt idx="12736">
                  <c:v>0</c:v>
                </c:pt>
                <c:pt idx="12737">
                  <c:v>0</c:v>
                </c:pt>
                <c:pt idx="12738">
                  <c:v>0</c:v>
                </c:pt>
                <c:pt idx="12739">
                  <c:v>0</c:v>
                </c:pt>
                <c:pt idx="12740">
                  <c:v>0</c:v>
                </c:pt>
                <c:pt idx="12741">
                  <c:v>0</c:v>
                </c:pt>
                <c:pt idx="12742">
                  <c:v>0</c:v>
                </c:pt>
                <c:pt idx="12743">
                  <c:v>0</c:v>
                </c:pt>
                <c:pt idx="12744">
                  <c:v>0</c:v>
                </c:pt>
                <c:pt idx="12745">
                  <c:v>0</c:v>
                </c:pt>
                <c:pt idx="12746">
                  <c:v>0</c:v>
                </c:pt>
                <c:pt idx="12747">
                  <c:v>0</c:v>
                </c:pt>
                <c:pt idx="12748">
                  <c:v>0</c:v>
                </c:pt>
                <c:pt idx="12749">
                  <c:v>0</c:v>
                </c:pt>
                <c:pt idx="12750">
                  <c:v>0</c:v>
                </c:pt>
                <c:pt idx="12751">
                  <c:v>0</c:v>
                </c:pt>
                <c:pt idx="12752">
                  <c:v>0</c:v>
                </c:pt>
                <c:pt idx="12753">
                  <c:v>0</c:v>
                </c:pt>
                <c:pt idx="12754">
                  <c:v>0</c:v>
                </c:pt>
                <c:pt idx="12755">
                  <c:v>0</c:v>
                </c:pt>
                <c:pt idx="12756">
                  <c:v>0</c:v>
                </c:pt>
                <c:pt idx="12757">
                  <c:v>0</c:v>
                </c:pt>
                <c:pt idx="12758">
                  <c:v>0</c:v>
                </c:pt>
                <c:pt idx="12759">
                  <c:v>0</c:v>
                </c:pt>
                <c:pt idx="12760">
                  <c:v>0</c:v>
                </c:pt>
                <c:pt idx="12761">
                  <c:v>0</c:v>
                </c:pt>
                <c:pt idx="12762">
                  <c:v>0</c:v>
                </c:pt>
                <c:pt idx="12763">
                  <c:v>0</c:v>
                </c:pt>
                <c:pt idx="12764">
                  <c:v>0</c:v>
                </c:pt>
                <c:pt idx="12765">
                  <c:v>0</c:v>
                </c:pt>
                <c:pt idx="12766">
                  <c:v>0</c:v>
                </c:pt>
                <c:pt idx="12767">
                  <c:v>0</c:v>
                </c:pt>
                <c:pt idx="12768">
                  <c:v>0</c:v>
                </c:pt>
                <c:pt idx="12769">
                  <c:v>0</c:v>
                </c:pt>
                <c:pt idx="12770">
                  <c:v>0</c:v>
                </c:pt>
                <c:pt idx="12771">
                  <c:v>0</c:v>
                </c:pt>
                <c:pt idx="12772">
                  <c:v>0</c:v>
                </c:pt>
                <c:pt idx="12773">
                  <c:v>0</c:v>
                </c:pt>
                <c:pt idx="12774">
                  <c:v>0</c:v>
                </c:pt>
                <c:pt idx="12775">
                  <c:v>0</c:v>
                </c:pt>
                <c:pt idx="12776">
                  <c:v>0</c:v>
                </c:pt>
                <c:pt idx="12777">
                  <c:v>0</c:v>
                </c:pt>
                <c:pt idx="12778">
                  <c:v>0</c:v>
                </c:pt>
                <c:pt idx="12779">
                  <c:v>0</c:v>
                </c:pt>
                <c:pt idx="12780">
                  <c:v>0</c:v>
                </c:pt>
                <c:pt idx="12781">
                  <c:v>0</c:v>
                </c:pt>
                <c:pt idx="12782">
                  <c:v>0</c:v>
                </c:pt>
                <c:pt idx="12783">
                  <c:v>0</c:v>
                </c:pt>
                <c:pt idx="12784">
                  <c:v>0</c:v>
                </c:pt>
                <c:pt idx="12785">
                  <c:v>0</c:v>
                </c:pt>
                <c:pt idx="12786">
                  <c:v>0</c:v>
                </c:pt>
                <c:pt idx="12787">
                  <c:v>0</c:v>
                </c:pt>
                <c:pt idx="12788">
                  <c:v>0</c:v>
                </c:pt>
                <c:pt idx="12789">
                  <c:v>0</c:v>
                </c:pt>
                <c:pt idx="12790">
                  <c:v>0</c:v>
                </c:pt>
                <c:pt idx="12791">
                  <c:v>0</c:v>
                </c:pt>
                <c:pt idx="12792">
                  <c:v>0</c:v>
                </c:pt>
                <c:pt idx="12793">
                  <c:v>0</c:v>
                </c:pt>
                <c:pt idx="12794">
                  <c:v>0</c:v>
                </c:pt>
                <c:pt idx="12795">
                  <c:v>0</c:v>
                </c:pt>
                <c:pt idx="12796">
                  <c:v>0</c:v>
                </c:pt>
                <c:pt idx="12797">
                  <c:v>0</c:v>
                </c:pt>
                <c:pt idx="12798">
                  <c:v>0</c:v>
                </c:pt>
                <c:pt idx="12799">
                  <c:v>0</c:v>
                </c:pt>
                <c:pt idx="12800">
                  <c:v>0</c:v>
                </c:pt>
                <c:pt idx="12801">
                  <c:v>0</c:v>
                </c:pt>
                <c:pt idx="12802">
                  <c:v>0</c:v>
                </c:pt>
                <c:pt idx="12803">
                  <c:v>0</c:v>
                </c:pt>
                <c:pt idx="12804">
                  <c:v>0</c:v>
                </c:pt>
                <c:pt idx="12805">
                  <c:v>0</c:v>
                </c:pt>
                <c:pt idx="12806">
                  <c:v>0</c:v>
                </c:pt>
                <c:pt idx="12807">
                  <c:v>0</c:v>
                </c:pt>
                <c:pt idx="12808">
                  <c:v>0</c:v>
                </c:pt>
                <c:pt idx="12809">
                  <c:v>0</c:v>
                </c:pt>
                <c:pt idx="12810">
                  <c:v>0</c:v>
                </c:pt>
                <c:pt idx="12811">
                  <c:v>0</c:v>
                </c:pt>
                <c:pt idx="12812">
                  <c:v>0</c:v>
                </c:pt>
                <c:pt idx="12813">
                  <c:v>0</c:v>
                </c:pt>
                <c:pt idx="12814">
                  <c:v>0</c:v>
                </c:pt>
                <c:pt idx="12815">
                  <c:v>0</c:v>
                </c:pt>
                <c:pt idx="12816">
                  <c:v>0</c:v>
                </c:pt>
                <c:pt idx="12817">
                  <c:v>0</c:v>
                </c:pt>
                <c:pt idx="12818">
                  <c:v>0</c:v>
                </c:pt>
                <c:pt idx="12819">
                  <c:v>0</c:v>
                </c:pt>
                <c:pt idx="12820">
                  <c:v>0</c:v>
                </c:pt>
                <c:pt idx="12821">
                  <c:v>0</c:v>
                </c:pt>
                <c:pt idx="12822">
                  <c:v>0</c:v>
                </c:pt>
                <c:pt idx="12823">
                  <c:v>0</c:v>
                </c:pt>
                <c:pt idx="12824">
                  <c:v>0</c:v>
                </c:pt>
                <c:pt idx="12825">
                  <c:v>0</c:v>
                </c:pt>
                <c:pt idx="12826">
                  <c:v>0</c:v>
                </c:pt>
                <c:pt idx="12827">
                  <c:v>0</c:v>
                </c:pt>
                <c:pt idx="12828">
                  <c:v>0</c:v>
                </c:pt>
                <c:pt idx="12829">
                  <c:v>0</c:v>
                </c:pt>
                <c:pt idx="12830">
                  <c:v>0</c:v>
                </c:pt>
                <c:pt idx="12831">
                  <c:v>0</c:v>
                </c:pt>
                <c:pt idx="12832">
                  <c:v>0</c:v>
                </c:pt>
                <c:pt idx="12833">
                  <c:v>0</c:v>
                </c:pt>
                <c:pt idx="12834">
                  <c:v>0</c:v>
                </c:pt>
                <c:pt idx="12835">
                  <c:v>0</c:v>
                </c:pt>
                <c:pt idx="12836">
                  <c:v>0</c:v>
                </c:pt>
                <c:pt idx="12837">
                  <c:v>0</c:v>
                </c:pt>
                <c:pt idx="12838">
                  <c:v>0</c:v>
                </c:pt>
                <c:pt idx="12839">
                  <c:v>0</c:v>
                </c:pt>
                <c:pt idx="12840">
                  <c:v>0</c:v>
                </c:pt>
                <c:pt idx="12841">
                  <c:v>0</c:v>
                </c:pt>
                <c:pt idx="12842">
                  <c:v>0</c:v>
                </c:pt>
                <c:pt idx="12843">
                  <c:v>0</c:v>
                </c:pt>
                <c:pt idx="12844">
                  <c:v>0</c:v>
                </c:pt>
                <c:pt idx="12845">
                  <c:v>0</c:v>
                </c:pt>
                <c:pt idx="12846">
                  <c:v>0</c:v>
                </c:pt>
                <c:pt idx="12847">
                  <c:v>0</c:v>
                </c:pt>
                <c:pt idx="12848">
                  <c:v>0</c:v>
                </c:pt>
                <c:pt idx="12849">
                  <c:v>0</c:v>
                </c:pt>
                <c:pt idx="12850">
                  <c:v>0</c:v>
                </c:pt>
                <c:pt idx="12851">
                  <c:v>0</c:v>
                </c:pt>
                <c:pt idx="12852">
                  <c:v>0</c:v>
                </c:pt>
                <c:pt idx="12853">
                  <c:v>0</c:v>
                </c:pt>
                <c:pt idx="12854">
                  <c:v>0</c:v>
                </c:pt>
                <c:pt idx="12855">
                  <c:v>0</c:v>
                </c:pt>
                <c:pt idx="12856">
                  <c:v>0</c:v>
                </c:pt>
                <c:pt idx="12857">
                  <c:v>0</c:v>
                </c:pt>
                <c:pt idx="12858">
                  <c:v>0</c:v>
                </c:pt>
                <c:pt idx="12859">
                  <c:v>0</c:v>
                </c:pt>
                <c:pt idx="12860">
                  <c:v>0</c:v>
                </c:pt>
                <c:pt idx="12861">
                  <c:v>0</c:v>
                </c:pt>
                <c:pt idx="12862">
                  <c:v>0</c:v>
                </c:pt>
                <c:pt idx="12863">
                  <c:v>0</c:v>
                </c:pt>
                <c:pt idx="12864">
                  <c:v>0</c:v>
                </c:pt>
                <c:pt idx="12865">
                  <c:v>0</c:v>
                </c:pt>
                <c:pt idx="12866">
                  <c:v>0</c:v>
                </c:pt>
                <c:pt idx="12867">
                  <c:v>0</c:v>
                </c:pt>
                <c:pt idx="12868">
                  <c:v>0</c:v>
                </c:pt>
                <c:pt idx="12869">
                  <c:v>0</c:v>
                </c:pt>
                <c:pt idx="12870">
                  <c:v>0</c:v>
                </c:pt>
                <c:pt idx="12871">
                  <c:v>0</c:v>
                </c:pt>
                <c:pt idx="12872">
                  <c:v>0</c:v>
                </c:pt>
                <c:pt idx="12873">
                  <c:v>0</c:v>
                </c:pt>
                <c:pt idx="12874">
                  <c:v>0</c:v>
                </c:pt>
                <c:pt idx="12875">
                  <c:v>0</c:v>
                </c:pt>
                <c:pt idx="12876">
                  <c:v>0</c:v>
                </c:pt>
                <c:pt idx="12877">
                  <c:v>0</c:v>
                </c:pt>
                <c:pt idx="12878">
                  <c:v>0</c:v>
                </c:pt>
                <c:pt idx="12879">
                  <c:v>0</c:v>
                </c:pt>
                <c:pt idx="12880">
                  <c:v>0</c:v>
                </c:pt>
                <c:pt idx="12881">
                  <c:v>0</c:v>
                </c:pt>
                <c:pt idx="12882">
                  <c:v>0</c:v>
                </c:pt>
                <c:pt idx="12883">
                  <c:v>0</c:v>
                </c:pt>
                <c:pt idx="12884">
                  <c:v>0</c:v>
                </c:pt>
                <c:pt idx="12885">
                  <c:v>0</c:v>
                </c:pt>
                <c:pt idx="12886">
                  <c:v>0</c:v>
                </c:pt>
                <c:pt idx="12887">
                  <c:v>0</c:v>
                </c:pt>
                <c:pt idx="12888">
                  <c:v>0</c:v>
                </c:pt>
                <c:pt idx="12889">
                  <c:v>0</c:v>
                </c:pt>
                <c:pt idx="12890">
                  <c:v>0</c:v>
                </c:pt>
                <c:pt idx="12891">
                  <c:v>0</c:v>
                </c:pt>
                <c:pt idx="12892">
                  <c:v>0</c:v>
                </c:pt>
                <c:pt idx="12893">
                  <c:v>0</c:v>
                </c:pt>
                <c:pt idx="12894">
                  <c:v>0</c:v>
                </c:pt>
                <c:pt idx="12895">
                  <c:v>0</c:v>
                </c:pt>
                <c:pt idx="12896">
                  <c:v>0</c:v>
                </c:pt>
                <c:pt idx="12897">
                  <c:v>0</c:v>
                </c:pt>
                <c:pt idx="12898">
                  <c:v>0</c:v>
                </c:pt>
                <c:pt idx="12899">
                  <c:v>0</c:v>
                </c:pt>
                <c:pt idx="12900">
                  <c:v>0</c:v>
                </c:pt>
                <c:pt idx="12901">
                  <c:v>0</c:v>
                </c:pt>
                <c:pt idx="12902">
                  <c:v>0</c:v>
                </c:pt>
                <c:pt idx="12903">
                  <c:v>0</c:v>
                </c:pt>
                <c:pt idx="12904">
                  <c:v>0</c:v>
                </c:pt>
                <c:pt idx="12905">
                  <c:v>0</c:v>
                </c:pt>
                <c:pt idx="12906">
                  <c:v>0</c:v>
                </c:pt>
                <c:pt idx="12907">
                  <c:v>0</c:v>
                </c:pt>
                <c:pt idx="12908">
                  <c:v>0</c:v>
                </c:pt>
                <c:pt idx="12909">
                  <c:v>0</c:v>
                </c:pt>
                <c:pt idx="12910">
                  <c:v>0</c:v>
                </c:pt>
                <c:pt idx="12911">
                  <c:v>0</c:v>
                </c:pt>
                <c:pt idx="12912">
                  <c:v>0</c:v>
                </c:pt>
                <c:pt idx="12913">
                  <c:v>0</c:v>
                </c:pt>
                <c:pt idx="12914">
                  <c:v>0</c:v>
                </c:pt>
                <c:pt idx="12915">
                  <c:v>0</c:v>
                </c:pt>
                <c:pt idx="12916">
                  <c:v>0</c:v>
                </c:pt>
                <c:pt idx="12917">
                  <c:v>0</c:v>
                </c:pt>
                <c:pt idx="12918">
                  <c:v>0</c:v>
                </c:pt>
                <c:pt idx="12919">
                  <c:v>0</c:v>
                </c:pt>
                <c:pt idx="12920">
                  <c:v>0</c:v>
                </c:pt>
                <c:pt idx="12921">
                  <c:v>0</c:v>
                </c:pt>
                <c:pt idx="12922">
                  <c:v>0</c:v>
                </c:pt>
                <c:pt idx="12923">
                  <c:v>0</c:v>
                </c:pt>
                <c:pt idx="12924">
                  <c:v>0</c:v>
                </c:pt>
                <c:pt idx="12925">
                  <c:v>0</c:v>
                </c:pt>
                <c:pt idx="12926">
                  <c:v>0</c:v>
                </c:pt>
                <c:pt idx="12927">
                  <c:v>0</c:v>
                </c:pt>
                <c:pt idx="12928">
                  <c:v>0</c:v>
                </c:pt>
                <c:pt idx="12929">
                  <c:v>0</c:v>
                </c:pt>
                <c:pt idx="12930">
                  <c:v>0</c:v>
                </c:pt>
                <c:pt idx="12931">
                  <c:v>0</c:v>
                </c:pt>
                <c:pt idx="12932">
                  <c:v>0</c:v>
                </c:pt>
                <c:pt idx="12933">
                  <c:v>0</c:v>
                </c:pt>
                <c:pt idx="12934">
                  <c:v>0</c:v>
                </c:pt>
                <c:pt idx="12935">
                  <c:v>0</c:v>
                </c:pt>
                <c:pt idx="12936">
                  <c:v>0</c:v>
                </c:pt>
                <c:pt idx="12937">
                  <c:v>0</c:v>
                </c:pt>
                <c:pt idx="12938">
                  <c:v>0</c:v>
                </c:pt>
                <c:pt idx="12939">
                  <c:v>0</c:v>
                </c:pt>
                <c:pt idx="12940">
                  <c:v>0</c:v>
                </c:pt>
                <c:pt idx="12941">
                  <c:v>0</c:v>
                </c:pt>
                <c:pt idx="12942">
                  <c:v>0</c:v>
                </c:pt>
                <c:pt idx="12943">
                  <c:v>0</c:v>
                </c:pt>
                <c:pt idx="12944">
                  <c:v>0</c:v>
                </c:pt>
                <c:pt idx="12945">
                  <c:v>0</c:v>
                </c:pt>
                <c:pt idx="12946">
                  <c:v>0</c:v>
                </c:pt>
                <c:pt idx="12947">
                  <c:v>0</c:v>
                </c:pt>
                <c:pt idx="12948">
                  <c:v>0</c:v>
                </c:pt>
                <c:pt idx="12949">
                  <c:v>0</c:v>
                </c:pt>
                <c:pt idx="12950">
                  <c:v>0</c:v>
                </c:pt>
                <c:pt idx="12951">
                  <c:v>0</c:v>
                </c:pt>
                <c:pt idx="12952">
                  <c:v>0</c:v>
                </c:pt>
                <c:pt idx="12953">
                  <c:v>0</c:v>
                </c:pt>
                <c:pt idx="12954">
                  <c:v>0</c:v>
                </c:pt>
                <c:pt idx="12955">
                  <c:v>0</c:v>
                </c:pt>
                <c:pt idx="12956">
                  <c:v>0</c:v>
                </c:pt>
                <c:pt idx="12957">
                  <c:v>0</c:v>
                </c:pt>
                <c:pt idx="12958">
                  <c:v>0</c:v>
                </c:pt>
                <c:pt idx="12959">
                  <c:v>0</c:v>
                </c:pt>
                <c:pt idx="12960">
                  <c:v>0</c:v>
                </c:pt>
                <c:pt idx="12961">
                  <c:v>0</c:v>
                </c:pt>
                <c:pt idx="12962">
                  <c:v>0</c:v>
                </c:pt>
                <c:pt idx="12963">
                  <c:v>0</c:v>
                </c:pt>
                <c:pt idx="12964">
                  <c:v>0</c:v>
                </c:pt>
                <c:pt idx="12965">
                  <c:v>0</c:v>
                </c:pt>
                <c:pt idx="12966">
                  <c:v>0</c:v>
                </c:pt>
                <c:pt idx="12967">
                  <c:v>0</c:v>
                </c:pt>
                <c:pt idx="12968">
                  <c:v>0</c:v>
                </c:pt>
                <c:pt idx="12969">
                  <c:v>0</c:v>
                </c:pt>
                <c:pt idx="12970">
                  <c:v>0</c:v>
                </c:pt>
                <c:pt idx="12971">
                  <c:v>0</c:v>
                </c:pt>
                <c:pt idx="12972">
                  <c:v>0</c:v>
                </c:pt>
                <c:pt idx="12973">
                  <c:v>0</c:v>
                </c:pt>
                <c:pt idx="12974">
                  <c:v>0</c:v>
                </c:pt>
                <c:pt idx="12975">
                  <c:v>0</c:v>
                </c:pt>
                <c:pt idx="12976">
                  <c:v>0</c:v>
                </c:pt>
                <c:pt idx="12977">
                  <c:v>0</c:v>
                </c:pt>
                <c:pt idx="12978">
                  <c:v>0</c:v>
                </c:pt>
                <c:pt idx="12979">
                  <c:v>0</c:v>
                </c:pt>
                <c:pt idx="12980">
                  <c:v>0</c:v>
                </c:pt>
                <c:pt idx="12981">
                  <c:v>0</c:v>
                </c:pt>
                <c:pt idx="12982">
                  <c:v>0</c:v>
                </c:pt>
                <c:pt idx="12983">
                  <c:v>0</c:v>
                </c:pt>
                <c:pt idx="12984">
                  <c:v>0</c:v>
                </c:pt>
                <c:pt idx="12985">
                  <c:v>0</c:v>
                </c:pt>
                <c:pt idx="12986">
                  <c:v>0</c:v>
                </c:pt>
                <c:pt idx="12987">
                  <c:v>0</c:v>
                </c:pt>
                <c:pt idx="12988">
                  <c:v>0</c:v>
                </c:pt>
                <c:pt idx="12989">
                  <c:v>0</c:v>
                </c:pt>
                <c:pt idx="12990">
                  <c:v>0</c:v>
                </c:pt>
                <c:pt idx="12991">
                  <c:v>0</c:v>
                </c:pt>
                <c:pt idx="12992">
                  <c:v>0</c:v>
                </c:pt>
                <c:pt idx="12993">
                  <c:v>0</c:v>
                </c:pt>
                <c:pt idx="12994">
                  <c:v>0</c:v>
                </c:pt>
                <c:pt idx="12995">
                  <c:v>0</c:v>
                </c:pt>
                <c:pt idx="12996">
                  <c:v>0</c:v>
                </c:pt>
                <c:pt idx="12997">
                  <c:v>0</c:v>
                </c:pt>
                <c:pt idx="12998">
                  <c:v>0</c:v>
                </c:pt>
                <c:pt idx="12999">
                  <c:v>0</c:v>
                </c:pt>
                <c:pt idx="13000">
                  <c:v>0</c:v>
                </c:pt>
                <c:pt idx="13001">
                  <c:v>0</c:v>
                </c:pt>
                <c:pt idx="13002">
                  <c:v>0</c:v>
                </c:pt>
                <c:pt idx="13003">
                  <c:v>0</c:v>
                </c:pt>
                <c:pt idx="13004">
                  <c:v>0</c:v>
                </c:pt>
                <c:pt idx="13005">
                  <c:v>0</c:v>
                </c:pt>
                <c:pt idx="13006">
                  <c:v>0</c:v>
                </c:pt>
                <c:pt idx="13007">
                  <c:v>0</c:v>
                </c:pt>
                <c:pt idx="13008">
                  <c:v>0</c:v>
                </c:pt>
                <c:pt idx="13009">
                  <c:v>0</c:v>
                </c:pt>
                <c:pt idx="13010">
                  <c:v>0</c:v>
                </c:pt>
                <c:pt idx="13011">
                  <c:v>0</c:v>
                </c:pt>
                <c:pt idx="13012">
                  <c:v>0</c:v>
                </c:pt>
                <c:pt idx="13013">
                  <c:v>0</c:v>
                </c:pt>
                <c:pt idx="13014">
                  <c:v>0</c:v>
                </c:pt>
                <c:pt idx="13015">
                  <c:v>0</c:v>
                </c:pt>
                <c:pt idx="13016">
                  <c:v>0</c:v>
                </c:pt>
                <c:pt idx="13017">
                  <c:v>0</c:v>
                </c:pt>
                <c:pt idx="13018">
                  <c:v>0</c:v>
                </c:pt>
                <c:pt idx="13019">
                  <c:v>0</c:v>
                </c:pt>
                <c:pt idx="13020">
                  <c:v>0</c:v>
                </c:pt>
                <c:pt idx="13021">
                  <c:v>0</c:v>
                </c:pt>
                <c:pt idx="13022">
                  <c:v>0</c:v>
                </c:pt>
                <c:pt idx="13023">
                  <c:v>0</c:v>
                </c:pt>
                <c:pt idx="13024">
                  <c:v>0</c:v>
                </c:pt>
                <c:pt idx="13025">
                  <c:v>0</c:v>
                </c:pt>
                <c:pt idx="13026">
                  <c:v>0</c:v>
                </c:pt>
                <c:pt idx="13027">
                  <c:v>0</c:v>
                </c:pt>
                <c:pt idx="13028">
                  <c:v>0</c:v>
                </c:pt>
                <c:pt idx="13029">
                  <c:v>0</c:v>
                </c:pt>
                <c:pt idx="13030">
                  <c:v>0</c:v>
                </c:pt>
                <c:pt idx="13031">
                  <c:v>0</c:v>
                </c:pt>
                <c:pt idx="13032">
                  <c:v>0</c:v>
                </c:pt>
                <c:pt idx="13033">
                  <c:v>0</c:v>
                </c:pt>
                <c:pt idx="13034">
                  <c:v>0</c:v>
                </c:pt>
                <c:pt idx="13035">
                  <c:v>0</c:v>
                </c:pt>
                <c:pt idx="13036">
                  <c:v>0</c:v>
                </c:pt>
                <c:pt idx="13037">
                  <c:v>0</c:v>
                </c:pt>
                <c:pt idx="13038">
                  <c:v>0</c:v>
                </c:pt>
                <c:pt idx="13039">
                  <c:v>0</c:v>
                </c:pt>
                <c:pt idx="13040">
                  <c:v>0</c:v>
                </c:pt>
                <c:pt idx="13041">
                  <c:v>0</c:v>
                </c:pt>
                <c:pt idx="13042">
                  <c:v>0</c:v>
                </c:pt>
                <c:pt idx="13043">
                  <c:v>0</c:v>
                </c:pt>
                <c:pt idx="13044">
                  <c:v>0</c:v>
                </c:pt>
                <c:pt idx="13045">
                  <c:v>0</c:v>
                </c:pt>
                <c:pt idx="13046">
                  <c:v>0</c:v>
                </c:pt>
                <c:pt idx="13047">
                  <c:v>0</c:v>
                </c:pt>
                <c:pt idx="13048">
                  <c:v>0</c:v>
                </c:pt>
                <c:pt idx="13049">
                  <c:v>0</c:v>
                </c:pt>
                <c:pt idx="13050">
                  <c:v>0</c:v>
                </c:pt>
                <c:pt idx="13051">
                  <c:v>0</c:v>
                </c:pt>
                <c:pt idx="13052">
                  <c:v>0</c:v>
                </c:pt>
                <c:pt idx="13053">
                  <c:v>0</c:v>
                </c:pt>
                <c:pt idx="13054">
                  <c:v>0</c:v>
                </c:pt>
                <c:pt idx="13055">
                  <c:v>0</c:v>
                </c:pt>
                <c:pt idx="13056">
                  <c:v>0</c:v>
                </c:pt>
                <c:pt idx="13057">
                  <c:v>0</c:v>
                </c:pt>
                <c:pt idx="13058">
                  <c:v>0</c:v>
                </c:pt>
                <c:pt idx="13059">
                  <c:v>0</c:v>
                </c:pt>
                <c:pt idx="13060">
                  <c:v>0</c:v>
                </c:pt>
                <c:pt idx="13061">
                  <c:v>0</c:v>
                </c:pt>
                <c:pt idx="13062">
                  <c:v>0</c:v>
                </c:pt>
                <c:pt idx="13063">
                  <c:v>0</c:v>
                </c:pt>
                <c:pt idx="13064">
                  <c:v>0</c:v>
                </c:pt>
                <c:pt idx="13065">
                  <c:v>0</c:v>
                </c:pt>
                <c:pt idx="13066">
                  <c:v>0</c:v>
                </c:pt>
                <c:pt idx="13067">
                  <c:v>0</c:v>
                </c:pt>
                <c:pt idx="13068">
                  <c:v>0</c:v>
                </c:pt>
                <c:pt idx="13069">
                  <c:v>0</c:v>
                </c:pt>
                <c:pt idx="13070">
                  <c:v>0</c:v>
                </c:pt>
                <c:pt idx="13071">
                  <c:v>0</c:v>
                </c:pt>
                <c:pt idx="13072">
                  <c:v>0</c:v>
                </c:pt>
                <c:pt idx="13073">
                  <c:v>0</c:v>
                </c:pt>
                <c:pt idx="13074">
                  <c:v>0</c:v>
                </c:pt>
                <c:pt idx="13075">
                  <c:v>0</c:v>
                </c:pt>
                <c:pt idx="13076">
                  <c:v>0</c:v>
                </c:pt>
                <c:pt idx="13077">
                  <c:v>0</c:v>
                </c:pt>
                <c:pt idx="13078">
                  <c:v>0</c:v>
                </c:pt>
                <c:pt idx="13079">
                  <c:v>0</c:v>
                </c:pt>
                <c:pt idx="13080">
                  <c:v>0</c:v>
                </c:pt>
                <c:pt idx="13081">
                  <c:v>0</c:v>
                </c:pt>
                <c:pt idx="13082">
                  <c:v>0</c:v>
                </c:pt>
                <c:pt idx="13083">
                  <c:v>0</c:v>
                </c:pt>
                <c:pt idx="13084">
                  <c:v>0</c:v>
                </c:pt>
                <c:pt idx="13085">
                  <c:v>0</c:v>
                </c:pt>
                <c:pt idx="13086">
                  <c:v>0</c:v>
                </c:pt>
                <c:pt idx="13087">
                  <c:v>0</c:v>
                </c:pt>
                <c:pt idx="13088">
                  <c:v>0</c:v>
                </c:pt>
                <c:pt idx="13089">
                  <c:v>0</c:v>
                </c:pt>
                <c:pt idx="13090">
                  <c:v>0</c:v>
                </c:pt>
                <c:pt idx="13091">
                  <c:v>0</c:v>
                </c:pt>
                <c:pt idx="13092">
                  <c:v>0</c:v>
                </c:pt>
                <c:pt idx="13093">
                  <c:v>0</c:v>
                </c:pt>
                <c:pt idx="13094">
                  <c:v>0</c:v>
                </c:pt>
                <c:pt idx="13095">
                  <c:v>0</c:v>
                </c:pt>
                <c:pt idx="13096">
                  <c:v>0</c:v>
                </c:pt>
                <c:pt idx="13097">
                  <c:v>0</c:v>
                </c:pt>
                <c:pt idx="13098">
                  <c:v>0</c:v>
                </c:pt>
                <c:pt idx="13099">
                  <c:v>0</c:v>
                </c:pt>
                <c:pt idx="13100">
                  <c:v>0</c:v>
                </c:pt>
                <c:pt idx="13101">
                  <c:v>0</c:v>
                </c:pt>
                <c:pt idx="13102">
                  <c:v>0</c:v>
                </c:pt>
                <c:pt idx="13103">
                  <c:v>0</c:v>
                </c:pt>
                <c:pt idx="13104">
                  <c:v>0</c:v>
                </c:pt>
                <c:pt idx="13105">
                  <c:v>0</c:v>
                </c:pt>
                <c:pt idx="13106">
                  <c:v>0</c:v>
                </c:pt>
                <c:pt idx="13107">
                  <c:v>0</c:v>
                </c:pt>
                <c:pt idx="13108">
                  <c:v>0</c:v>
                </c:pt>
                <c:pt idx="13109">
                  <c:v>0</c:v>
                </c:pt>
                <c:pt idx="13110">
                  <c:v>0</c:v>
                </c:pt>
                <c:pt idx="13111">
                  <c:v>0</c:v>
                </c:pt>
                <c:pt idx="13112">
                  <c:v>0</c:v>
                </c:pt>
                <c:pt idx="13113">
                  <c:v>0</c:v>
                </c:pt>
                <c:pt idx="13114">
                  <c:v>0</c:v>
                </c:pt>
                <c:pt idx="13115">
                  <c:v>0</c:v>
                </c:pt>
                <c:pt idx="13116">
                  <c:v>0</c:v>
                </c:pt>
                <c:pt idx="13117">
                  <c:v>0</c:v>
                </c:pt>
                <c:pt idx="13118">
                  <c:v>0</c:v>
                </c:pt>
                <c:pt idx="13119">
                  <c:v>0</c:v>
                </c:pt>
                <c:pt idx="13120">
                  <c:v>0</c:v>
                </c:pt>
                <c:pt idx="13121">
                  <c:v>0</c:v>
                </c:pt>
                <c:pt idx="13122">
                  <c:v>0</c:v>
                </c:pt>
                <c:pt idx="13123">
                  <c:v>0</c:v>
                </c:pt>
                <c:pt idx="13124">
                  <c:v>0</c:v>
                </c:pt>
                <c:pt idx="13125">
                  <c:v>0</c:v>
                </c:pt>
                <c:pt idx="13126">
                  <c:v>0</c:v>
                </c:pt>
                <c:pt idx="13127">
                  <c:v>0</c:v>
                </c:pt>
                <c:pt idx="13128">
                  <c:v>0</c:v>
                </c:pt>
                <c:pt idx="13129">
                  <c:v>0</c:v>
                </c:pt>
                <c:pt idx="13130">
                  <c:v>0</c:v>
                </c:pt>
                <c:pt idx="13131">
                  <c:v>0</c:v>
                </c:pt>
                <c:pt idx="13132">
                  <c:v>0</c:v>
                </c:pt>
                <c:pt idx="13133">
                  <c:v>0</c:v>
                </c:pt>
                <c:pt idx="13134">
                  <c:v>0</c:v>
                </c:pt>
                <c:pt idx="13135">
                  <c:v>0</c:v>
                </c:pt>
                <c:pt idx="13136">
                  <c:v>0</c:v>
                </c:pt>
                <c:pt idx="13137">
                  <c:v>0</c:v>
                </c:pt>
                <c:pt idx="13138">
                  <c:v>0</c:v>
                </c:pt>
                <c:pt idx="13139">
                  <c:v>0</c:v>
                </c:pt>
                <c:pt idx="13140">
                  <c:v>0</c:v>
                </c:pt>
                <c:pt idx="13141">
                  <c:v>0</c:v>
                </c:pt>
                <c:pt idx="13142">
                  <c:v>0</c:v>
                </c:pt>
                <c:pt idx="13143">
                  <c:v>0</c:v>
                </c:pt>
                <c:pt idx="13144">
                  <c:v>0</c:v>
                </c:pt>
                <c:pt idx="13145">
                  <c:v>0</c:v>
                </c:pt>
                <c:pt idx="13146">
                  <c:v>0</c:v>
                </c:pt>
                <c:pt idx="13147">
                  <c:v>0</c:v>
                </c:pt>
                <c:pt idx="13148">
                  <c:v>0</c:v>
                </c:pt>
                <c:pt idx="13149">
                  <c:v>0</c:v>
                </c:pt>
                <c:pt idx="13150">
                  <c:v>0</c:v>
                </c:pt>
                <c:pt idx="13151">
                  <c:v>0</c:v>
                </c:pt>
                <c:pt idx="13152">
                  <c:v>0</c:v>
                </c:pt>
                <c:pt idx="13153">
                  <c:v>0</c:v>
                </c:pt>
                <c:pt idx="13154">
                  <c:v>0</c:v>
                </c:pt>
                <c:pt idx="13155">
                  <c:v>0</c:v>
                </c:pt>
                <c:pt idx="13156">
                  <c:v>0</c:v>
                </c:pt>
                <c:pt idx="13157">
                  <c:v>0</c:v>
                </c:pt>
                <c:pt idx="13158">
                  <c:v>0</c:v>
                </c:pt>
                <c:pt idx="13159">
                  <c:v>0</c:v>
                </c:pt>
                <c:pt idx="13160">
                  <c:v>0</c:v>
                </c:pt>
                <c:pt idx="13161">
                  <c:v>0</c:v>
                </c:pt>
                <c:pt idx="13162">
                  <c:v>0</c:v>
                </c:pt>
                <c:pt idx="13163">
                  <c:v>0</c:v>
                </c:pt>
                <c:pt idx="13164">
                  <c:v>0</c:v>
                </c:pt>
                <c:pt idx="13165">
                  <c:v>0</c:v>
                </c:pt>
                <c:pt idx="13166">
                  <c:v>0</c:v>
                </c:pt>
                <c:pt idx="13167">
                  <c:v>0</c:v>
                </c:pt>
                <c:pt idx="13168">
                  <c:v>0</c:v>
                </c:pt>
                <c:pt idx="13169">
                  <c:v>0</c:v>
                </c:pt>
                <c:pt idx="13170">
                  <c:v>0</c:v>
                </c:pt>
                <c:pt idx="13171">
                  <c:v>0</c:v>
                </c:pt>
                <c:pt idx="13172">
                  <c:v>0</c:v>
                </c:pt>
                <c:pt idx="13173">
                  <c:v>0</c:v>
                </c:pt>
                <c:pt idx="13174">
                  <c:v>0</c:v>
                </c:pt>
                <c:pt idx="13175">
                  <c:v>0</c:v>
                </c:pt>
                <c:pt idx="13176">
                  <c:v>0</c:v>
                </c:pt>
                <c:pt idx="13177">
                  <c:v>0</c:v>
                </c:pt>
                <c:pt idx="13178">
                  <c:v>0</c:v>
                </c:pt>
                <c:pt idx="13179">
                  <c:v>0</c:v>
                </c:pt>
                <c:pt idx="13180">
                  <c:v>0</c:v>
                </c:pt>
                <c:pt idx="13181">
                  <c:v>0</c:v>
                </c:pt>
                <c:pt idx="13182">
                  <c:v>0</c:v>
                </c:pt>
                <c:pt idx="13183">
                  <c:v>0</c:v>
                </c:pt>
                <c:pt idx="13184">
                  <c:v>0</c:v>
                </c:pt>
                <c:pt idx="13185">
                  <c:v>0</c:v>
                </c:pt>
                <c:pt idx="13186">
                  <c:v>0</c:v>
                </c:pt>
                <c:pt idx="13187">
                  <c:v>0</c:v>
                </c:pt>
                <c:pt idx="13188">
                  <c:v>0</c:v>
                </c:pt>
                <c:pt idx="13189">
                  <c:v>0</c:v>
                </c:pt>
                <c:pt idx="13190">
                  <c:v>0</c:v>
                </c:pt>
                <c:pt idx="13191">
                  <c:v>0</c:v>
                </c:pt>
                <c:pt idx="13192">
                  <c:v>0</c:v>
                </c:pt>
                <c:pt idx="13193">
                  <c:v>0</c:v>
                </c:pt>
                <c:pt idx="13194">
                  <c:v>0</c:v>
                </c:pt>
                <c:pt idx="13195">
                  <c:v>0</c:v>
                </c:pt>
                <c:pt idx="13196">
                  <c:v>0</c:v>
                </c:pt>
                <c:pt idx="13197">
                  <c:v>0</c:v>
                </c:pt>
                <c:pt idx="13198">
                  <c:v>0</c:v>
                </c:pt>
                <c:pt idx="13199">
                  <c:v>0</c:v>
                </c:pt>
                <c:pt idx="13200">
                  <c:v>0</c:v>
                </c:pt>
                <c:pt idx="13201">
                  <c:v>0</c:v>
                </c:pt>
                <c:pt idx="13202">
                  <c:v>0</c:v>
                </c:pt>
                <c:pt idx="13203">
                  <c:v>0</c:v>
                </c:pt>
                <c:pt idx="13204">
                  <c:v>0</c:v>
                </c:pt>
                <c:pt idx="13205">
                  <c:v>0</c:v>
                </c:pt>
                <c:pt idx="13206">
                  <c:v>0</c:v>
                </c:pt>
                <c:pt idx="13207">
                  <c:v>0</c:v>
                </c:pt>
                <c:pt idx="13208">
                  <c:v>0</c:v>
                </c:pt>
                <c:pt idx="13209">
                  <c:v>0</c:v>
                </c:pt>
                <c:pt idx="13210">
                  <c:v>0</c:v>
                </c:pt>
                <c:pt idx="13211">
                  <c:v>0</c:v>
                </c:pt>
                <c:pt idx="13212">
                  <c:v>0</c:v>
                </c:pt>
                <c:pt idx="13213">
                  <c:v>0</c:v>
                </c:pt>
                <c:pt idx="13214">
                  <c:v>0</c:v>
                </c:pt>
                <c:pt idx="13215">
                  <c:v>0</c:v>
                </c:pt>
                <c:pt idx="13216">
                  <c:v>0</c:v>
                </c:pt>
                <c:pt idx="13217">
                  <c:v>0</c:v>
                </c:pt>
                <c:pt idx="13218">
                  <c:v>0</c:v>
                </c:pt>
                <c:pt idx="13219">
                  <c:v>0</c:v>
                </c:pt>
                <c:pt idx="13220">
                  <c:v>0</c:v>
                </c:pt>
                <c:pt idx="13221">
                  <c:v>0</c:v>
                </c:pt>
                <c:pt idx="13222">
                  <c:v>0</c:v>
                </c:pt>
                <c:pt idx="13223">
                  <c:v>0</c:v>
                </c:pt>
                <c:pt idx="13224">
                  <c:v>0</c:v>
                </c:pt>
                <c:pt idx="13225">
                  <c:v>0</c:v>
                </c:pt>
                <c:pt idx="13226">
                  <c:v>0</c:v>
                </c:pt>
                <c:pt idx="13227">
                  <c:v>0</c:v>
                </c:pt>
                <c:pt idx="13228">
                  <c:v>0</c:v>
                </c:pt>
                <c:pt idx="13229">
                  <c:v>0</c:v>
                </c:pt>
                <c:pt idx="13230">
                  <c:v>0</c:v>
                </c:pt>
                <c:pt idx="13231">
                  <c:v>0</c:v>
                </c:pt>
                <c:pt idx="13232">
                  <c:v>0</c:v>
                </c:pt>
                <c:pt idx="13233">
                  <c:v>0</c:v>
                </c:pt>
                <c:pt idx="13234">
                  <c:v>0</c:v>
                </c:pt>
                <c:pt idx="13235">
                  <c:v>0</c:v>
                </c:pt>
                <c:pt idx="13236">
                  <c:v>0</c:v>
                </c:pt>
                <c:pt idx="13237">
                  <c:v>0</c:v>
                </c:pt>
                <c:pt idx="13238">
                  <c:v>0</c:v>
                </c:pt>
                <c:pt idx="13239">
                  <c:v>0</c:v>
                </c:pt>
                <c:pt idx="13240">
                  <c:v>0</c:v>
                </c:pt>
                <c:pt idx="13241">
                  <c:v>0</c:v>
                </c:pt>
                <c:pt idx="13242">
                  <c:v>0</c:v>
                </c:pt>
                <c:pt idx="13243">
                  <c:v>0</c:v>
                </c:pt>
                <c:pt idx="13244">
                  <c:v>0</c:v>
                </c:pt>
                <c:pt idx="13245">
                  <c:v>0</c:v>
                </c:pt>
                <c:pt idx="13246">
                  <c:v>0</c:v>
                </c:pt>
                <c:pt idx="13247">
                  <c:v>0</c:v>
                </c:pt>
                <c:pt idx="13248">
                  <c:v>0</c:v>
                </c:pt>
                <c:pt idx="13249">
                  <c:v>0</c:v>
                </c:pt>
                <c:pt idx="13250">
                  <c:v>0</c:v>
                </c:pt>
                <c:pt idx="13251">
                  <c:v>0</c:v>
                </c:pt>
                <c:pt idx="13252">
                  <c:v>0</c:v>
                </c:pt>
                <c:pt idx="13253">
                  <c:v>0</c:v>
                </c:pt>
                <c:pt idx="13254">
                  <c:v>0</c:v>
                </c:pt>
                <c:pt idx="13255">
                  <c:v>0</c:v>
                </c:pt>
                <c:pt idx="13256">
                  <c:v>0</c:v>
                </c:pt>
                <c:pt idx="13257">
                  <c:v>0</c:v>
                </c:pt>
                <c:pt idx="13258">
                  <c:v>0</c:v>
                </c:pt>
                <c:pt idx="13259">
                  <c:v>0</c:v>
                </c:pt>
                <c:pt idx="13260">
                  <c:v>0</c:v>
                </c:pt>
                <c:pt idx="13261">
                  <c:v>0</c:v>
                </c:pt>
                <c:pt idx="13262">
                  <c:v>0</c:v>
                </c:pt>
                <c:pt idx="13263">
                  <c:v>0</c:v>
                </c:pt>
                <c:pt idx="13264">
                  <c:v>0</c:v>
                </c:pt>
                <c:pt idx="13265">
                  <c:v>0</c:v>
                </c:pt>
                <c:pt idx="13266">
                  <c:v>0</c:v>
                </c:pt>
                <c:pt idx="13267">
                  <c:v>0</c:v>
                </c:pt>
                <c:pt idx="13268">
                  <c:v>0</c:v>
                </c:pt>
                <c:pt idx="13269">
                  <c:v>0</c:v>
                </c:pt>
                <c:pt idx="13270">
                  <c:v>0</c:v>
                </c:pt>
                <c:pt idx="13271">
                  <c:v>0</c:v>
                </c:pt>
                <c:pt idx="13272">
                  <c:v>0</c:v>
                </c:pt>
                <c:pt idx="13273">
                  <c:v>0</c:v>
                </c:pt>
                <c:pt idx="13274">
                  <c:v>0</c:v>
                </c:pt>
                <c:pt idx="13275">
                  <c:v>0</c:v>
                </c:pt>
                <c:pt idx="13276">
                  <c:v>0</c:v>
                </c:pt>
                <c:pt idx="13277">
                  <c:v>0</c:v>
                </c:pt>
                <c:pt idx="13278">
                  <c:v>0</c:v>
                </c:pt>
                <c:pt idx="13279">
                  <c:v>0</c:v>
                </c:pt>
                <c:pt idx="13280">
                  <c:v>0</c:v>
                </c:pt>
                <c:pt idx="13281">
                  <c:v>0</c:v>
                </c:pt>
                <c:pt idx="13282">
                  <c:v>0</c:v>
                </c:pt>
                <c:pt idx="13283">
                  <c:v>0</c:v>
                </c:pt>
                <c:pt idx="13284">
                  <c:v>0</c:v>
                </c:pt>
                <c:pt idx="13285">
                  <c:v>0</c:v>
                </c:pt>
                <c:pt idx="13286">
                  <c:v>0</c:v>
                </c:pt>
                <c:pt idx="13287">
                  <c:v>0</c:v>
                </c:pt>
                <c:pt idx="13288">
                  <c:v>0</c:v>
                </c:pt>
                <c:pt idx="13289">
                  <c:v>0</c:v>
                </c:pt>
                <c:pt idx="13290">
                  <c:v>0</c:v>
                </c:pt>
                <c:pt idx="13291">
                  <c:v>0</c:v>
                </c:pt>
                <c:pt idx="13292">
                  <c:v>0</c:v>
                </c:pt>
                <c:pt idx="13293">
                  <c:v>0</c:v>
                </c:pt>
                <c:pt idx="13294">
                  <c:v>0</c:v>
                </c:pt>
                <c:pt idx="13295">
                  <c:v>0</c:v>
                </c:pt>
                <c:pt idx="13296">
                  <c:v>0</c:v>
                </c:pt>
                <c:pt idx="13297">
                  <c:v>0</c:v>
                </c:pt>
                <c:pt idx="13298">
                  <c:v>0</c:v>
                </c:pt>
                <c:pt idx="13299">
                  <c:v>0</c:v>
                </c:pt>
                <c:pt idx="13300">
                  <c:v>0</c:v>
                </c:pt>
                <c:pt idx="13301">
                  <c:v>0</c:v>
                </c:pt>
                <c:pt idx="13302">
                  <c:v>0</c:v>
                </c:pt>
                <c:pt idx="13303">
                  <c:v>0</c:v>
                </c:pt>
                <c:pt idx="13304">
                  <c:v>0</c:v>
                </c:pt>
                <c:pt idx="13305">
                  <c:v>0</c:v>
                </c:pt>
                <c:pt idx="13306">
                  <c:v>0</c:v>
                </c:pt>
                <c:pt idx="13307">
                  <c:v>0</c:v>
                </c:pt>
                <c:pt idx="13308">
                  <c:v>0</c:v>
                </c:pt>
                <c:pt idx="13309">
                  <c:v>0</c:v>
                </c:pt>
                <c:pt idx="13310">
                  <c:v>0</c:v>
                </c:pt>
                <c:pt idx="13311">
                  <c:v>0</c:v>
                </c:pt>
                <c:pt idx="13312">
                  <c:v>0</c:v>
                </c:pt>
                <c:pt idx="13313">
                  <c:v>0</c:v>
                </c:pt>
                <c:pt idx="13314">
                  <c:v>0</c:v>
                </c:pt>
                <c:pt idx="13315">
                  <c:v>0</c:v>
                </c:pt>
                <c:pt idx="13316">
                  <c:v>0</c:v>
                </c:pt>
                <c:pt idx="13317">
                  <c:v>0</c:v>
                </c:pt>
                <c:pt idx="13318">
                  <c:v>0</c:v>
                </c:pt>
                <c:pt idx="13319">
                  <c:v>0</c:v>
                </c:pt>
                <c:pt idx="13320">
                  <c:v>0</c:v>
                </c:pt>
                <c:pt idx="13321">
                  <c:v>0</c:v>
                </c:pt>
                <c:pt idx="13322">
                  <c:v>0</c:v>
                </c:pt>
                <c:pt idx="13323">
                  <c:v>0</c:v>
                </c:pt>
                <c:pt idx="13324">
                  <c:v>0</c:v>
                </c:pt>
                <c:pt idx="13325">
                  <c:v>0</c:v>
                </c:pt>
                <c:pt idx="13326">
                  <c:v>0</c:v>
                </c:pt>
                <c:pt idx="13327">
                  <c:v>0</c:v>
                </c:pt>
                <c:pt idx="13328">
                  <c:v>0</c:v>
                </c:pt>
                <c:pt idx="13329">
                  <c:v>0</c:v>
                </c:pt>
                <c:pt idx="13330">
                  <c:v>0</c:v>
                </c:pt>
                <c:pt idx="13331">
                  <c:v>0</c:v>
                </c:pt>
                <c:pt idx="13332">
                  <c:v>0</c:v>
                </c:pt>
                <c:pt idx="13333">
                  <c:v>0</c:v>
                </c:pt>
                <c:pt idx="13334">
                  <c:v>0</c:v>
                </c:pt>
                <c:pt idx="13335">
                  <c:v>0</c:v>
                </c:pt>
                <c:pt idx="13336">
                  <c:v>0</c:v>
                </c:pt>
                <c:pt idx="13337">
                  <c:v>0</c:v>
                </c:pt>
                <c:pt idx="13338">
                  <c:v>0</c:v>
                </c:pt>
                <c:pt idx="13339">
                  <c:v>0</c:v>
                </c:pt>
                <c:pt idx="13340">
                  <c:v>0</c:v>
                </c:pt>
                <c:pt idx="13341">
                  <c:v>0</c:v>
                </c:pt>
                <c:pt idx="13342">
                  <c:v>0</c:v>
                </c:pt>
                <c:pt idx="13343">
                  <c:v>0</c:v>
                </c:pt>
                <c:pt idx="13344">
                  <c:v>0</c:v>
                </c:pt>
                <c:pt idx="13345">
                  <c:v>0</c:v>
                </c:pt>
                <c:pt idx="13346">
                  <c:v>0</c:v>
                </c:pt>
                <c:pt idx="13347">
                  <c:v>0</c:v>
                </c:pt>
                <c:pt idx="13348">
                  <c:v>0</c:v>
                </c:pt>
                <c:pt idx="13349">
                  <c:v>0</c:v>
                </c:pt>
                <c:pt idx="13350">
                  <c:v>0</c:v>
                </c:pt>
                <c:pt idx="13351">
                  <c:v>0</c:v>
                </c:pt>
                <c:pt idx="13352">
                  <c:v>0</c:v>
                </c:pt>
                <c:pt idx="13353">
                  <c:v>0</c:v>
                </c:pt>
                <c:pt idx="13354">
                  <c:v>0</c:v>
                </c:pt>
                <c:pt idx="13355">
                  <c:v>0</c:v>
                </c:pt>
                <c:pt idx="13356">
                  <c:v>0</c:v>
                </c:pt>
                <c:pt idx="13357">
                  <c:v>0</c:v>
                </c:pt>
                <c:pt idx="13358">
                  <c:v>0</c:v>
                </c:pt>
                <c:pt idx="13359">
                  <c:v>0</c:v>
                </c:pt>
                <c:pt idx="13360">
                  <c:v>0</c:v>
                </c:pt>
                <c:pt idx="13361">
                  <c:v>0</c:v>
                </c:pt>
                <c:pt idx="13362">
                  <c:v>0</c:v>
                </c:pt>
                <c:pt idx="13363">
                  <c:v>0</c:v>
                </c:pt>
                <c:pt idx="13364">
                  <c:v>0</c:v>
                </c:pt>
                <c:pt idx="13365">
                  <c:v>0</c:v>
                </c:pt>
                <c:pt idx="13366">
                  <c:v>0</c:v>
                </c:pt>
                <c:pt idx="13367">
                  <c:v>0</c:v>
                </c:pt>
                <c:pt idx="13368">
                  <c:v>0</c:v>
                </c:pt>
                <c:pt idx="13369">
                  <c:v>0</c:v>
                </c:pt>
                <c:pt idx="13370">
                  <c:v>0</c:v>
                </c:pt>
                <c:pt idx="13371">
                  <c:v>0</c:v>
                </c:pt>
                <c:pt idx="13372">
                  <c:v>0</c:v>
                </c:pt>
                <c:pt idx="13373">
                  <c:v>0</c:v>
                </c:pt>
                <c:pt idx="13374">
                  <c:v>0</c:v>
                </c:pt>
                <c:pt idx="13375">
                  <c:v>0</c:v>
                </c:pt>
                <c:pt idx="13376">
                  <c:v>0</c:v>
                </c:pt>
                <c:pt idx="13377">
                  <c:v>0</c:v>
                </c:pt>
                <c:pt idx="13378">
                  <c:v>0</c:v>
                </c:pt>
                <c:pt idx="13379">
                  <c:v>0</c:v>
                </c:pt>
                <c:pt idx="13380">
                  <c:v>0</c:v>
                </c:pt>
                <c:pt idx="13381">
                  <c:v>0</c:v>
                </c:pt>
                <c:pt idx="13382">
                  <c:v>0</c:v>
                </c:pt>
                <c:pt idx="13383">
                  <c:v>0</c:v>
                </c:pt>
                <c:pt idx="13384">
                  <c:v>0</c:v>
                </c:pt>
                <c:pt idx="13385">
                  <c:v>0</c:v>
                </c:pt>
                <c:pt idx="13386">
                  <c:v>0</c:v>
                </c:pt>
                <c:pt idx="13387">
                  <c:v>0</c:v>
                </c:pt>
                <c:pt idx="13388">
                  <c:v>0</c:v>
                </c:pt>
                <c:pt idx="13389">
                  <c:v>0</c:v>
                </c:pt>
                <c:pt idx="13390">
                  <c:v>0</c:v>
                </c:pt>
                <c:pt idx="13391">
                  <c:v>0</c:v>
                </c:pt>
                <c:pt idx="13392">
                  <c:v>0</c:v>
                </c:pt>
                <c:pt idx="13393">
                  <c:v>0</c:v>
                </c:pt>
                <c:pt idx="13394">
                  <c:v>0</c:v>
                </c:pt>
                <c:pt idx="13395">
                  <c:v>0</c:v>
                </c:pt>
                <c:pt idx="13396">
                  <c:v>0</c:v>
                </c:pt>
                <c:pt idx="13397">
                  <c:v>0</c:v>
                </c:pt>
                <c:pt idx="13398">
                  <c:v>0</c:v>
                </c:pt>
                <c:pt idx="13399">
                  <c:v>0</c:v>
                </c:pt>
                <c:pt idx="13400">
                  <c:v>0</c:v>
                </c:pt>
                <c:pt idx="13401">
                  <c:v>0</c:v>
                </c:pt>
                <c:pt idx="13402">
                  <c:v>0</c:v>
                </c:pt>
                <c:pt idx="13403">
                  <c:v>0</c:v>
                </c:pt>
                <c:pt idx="13404">
                  <c:v>0</c:v>
                </c:pt>
                <c:pt idx="13405">
                  <c:v>0</c:v>
                </c:pt>
                <c:pt idx="13406">
                  <c:v>0</c:v>
                </c:pt>
                <c:pt idx="13407">
                  <c:v>0</c:v>
                </c:pt>
                <c:pt idx="13408">
                  <c:v>0</c:v>
                </c:pt>
                <c:pt idx="13409">
                  <c:v>0</c:v>
                </c:pt>
                <c:pt idx="13410">
                  <c:v>0</c:v>
                </c:pt>
                <c:pt idx="13411">
                  <c:v>0</c:v>
                </c:pt>
                <c:pt idx="13412">
                  <c:v>0</c:v>
                </c:pt>
                <c:pt idx="13413">
                  <c:v>0</c:v>
                </c:pt>
                <c:pt idx="13414">
                  <c:v>0</c:v>
                </c:pt>
                <c:pt idx="13415">
                  <c:v>0</c:v>
                </c:pt>
                <c:pt idx="13416">
                  <c:v>0</c:v>
                </c:pt>
                <c:pt idx="13417">
                  <c:v>0</c:v>
                </c:pt>
                <c:pt idx="13418">
                  <c:v>0</c:v>
                </c:pt>
                <c:pt idx="13419">
                  <c:v>0</c:v>
                </c:pt>
                <c:pt idx="13420">
                  <c:v>0</c:v>
                </c:pt>
                <c:pt idx="13421">
                  <c:v>0</c:v>
                </c:pt>
                <c:pt idx="13422">
                  <c:v>0</c:v>
                </c:pt>
                <c:pt idx="13423">
                  <c:v>0</c:v>
                </c:pt>
                <c:pt idx="13424">
                  <c:v>0</c:v>
                </c:pt>
                <c:pt idx="13425">
                  <c:v>0</c:v>
                </c:pt>
                <c:pt idx="13426">
                  <c:v>0</c:v>
                </c:pt>
                <c:pt idx="13427">
                  <c:v>0</c:v>
                </c:pt>
                <c:pt idx="13428">
                  <c:v>0</c:v>
                </c:pt>
                <c:pt idx="13429">
                  <c:v>0</c:v>
                </c:pt>
                <c:pt idx="13430">
                  <c:v>0</c:v>
                </c:pt>
                <c:pt idx="13431">
                  <c:v>0</c:v>
                </c:pt>
                <c:pt idx="13432">
                  <c:v>0</c:v>
                </c:pt>
                <c:pt idx="13433">
                  <c:v>0</c:v>
                </c:pt>
                <c:pt idx="13434">
                  <c:v>0</c:v>
                </c:pt>
                <c:pt idx="13435">
                  <c:v>0</c:v>
                </c:pt>
                <c:pt idx="13436">
                  <c:v>0</c:v>
                </c:pt>
                <c:pt idx="13437">
                  <c:v>0</c:v>
                </c:pt>
                <c:pt idx="13438">
                  <c:v>0</c:v>
                </c:pt>
                <c:pt idx="13439">
                  <c:v>0</c:v>
                </c:pt>
                <c:pt idx="13440">
                  <c:v>0</c:v>
                </c:pt>
                <c:pt idx="13441">
                  <c:v>0</c:v>
                </c:pt>
                <c:pt idx="13442">
                  <c:v>0</c:v>
                </c:pt>
                <c:pt idx="13443">
                  <c:v>0</c:v>
                </c:pt>
                <c:pt idx="13444">
                  <c:v>0</c:v>
                </c:pt>
                <c:pt idx="13445">
                  <c:v>0</c:v>
                </c:pt>
                <c:pt idx="13446">
                  <c:v>0</c:v>
                </c:pt>
                <c:pt idx="13447">
                  <c:v>0</c:v>
                </c:pt>
                <c:pt idx="13448">
                  <c:v>0</c:v>
                </c:pt>
                <c:pt idx="13449">
                  <c:v>0</c:v>
                </c:pt>
                <c:pt idx="13450">
                  <c:v>0</c:v>
                </c:pt>
                <c:pt idx="13451">
                  <c:v>0</c:v>
                </c:pt>
                <c:pt idx="13452">
                  <c:v>0</c:v>
                </c:pt>
                <c:pt idx="13453">
                  <c:v>0</c:v>
                </c:pt>
                <c:pt idx="13454">
                  <c:v>0</c:v>
                </c:pt>
                <c:pt idx="13455">
                  <c:v>0</c:v>
                </c:pt>
                <c:pt idx="13456">
                  <c:v>0</c:v>
                </c:pt>
                <c:pt idx="13457">
                  <c:v>0</c:v>
                </c:pt>
                <c:pt idx="13458">
                  <c:v>0</c:v>
                </c:pt>
                <c:pt idx="13459">
                  <c:v>0</c:v>
                </c:pt>
                <c:pt idx="13460">
                  <c:v>0</c:v>
                </c:pt>
                <c:pt idx="13461">
                  <c:v>0</c:v>
                </c:pt>
                <c:pt idx="13462">
                  <c:v>0</c:v>
                </c:pt>
                <c:pt idx="13463">
                  <c:v>0</c:v>
                </c:pt>
                <c:pt idx="13464">
                  <c:v>0</c:v>
                </c:pt>
                <c:pt idx="13465">
                  <c:v>0</c:v>
                </c:pt>
                <c:pt idx="13466">
                  <c:v>0</c:v>
                </c:pt>
                <c:pt idx="13467">
                  <c:v>0</c:v>
                </c:pt>
                <c:pt idx="13468">
                  <c:v>0</c:v>
                </c:pt>
                <c:pt idx="13469">
                  <c:v>0</c:v>
                </c:pt>
                <c:pt idx="13470">
                  <c:v>0</c:v>
                </c:pt>
                <c:pt idx="13471">
                  <c:v>0</c:v>
                </c:pt>
                <c:pt idx="13472">
                  <c:v>0</c:v>
                </c:pt>
                <c:pt idx="13473">
                  <c:v>0</c:v>
                </c:pt>
                <c:pt idx="13474">
                  <c:v>0</c:v>
                </c:pt>
                <c:pt idx="13475">
                  <c:v>0</c:v>
                </c:pt>
                <c:pt idx="13476">
                  <c:v>0</c:v>
                </c:pt>
                <c:pt idx="13477">
                  <c:v>0</c:v>
                </c:pt>
                <c:pt idx="13478">
                  <c:v>0</c:v>
                </c:pt>
                <c:pt idx="13479">
                  <c:v>0</c:v>
                </c:pt>
                <c:pt idx="13480">
                  <c:v>0</c:v>
                </c:pt>
                <c:pt idx="13481">
                  <c:v>0</c:v>
                </c:pt>
                <c:pt idx="13482">
                  <c:v>0</c:v>
                </c:pt>
                <c:pt idx="13483">
                  <c:v>0</c:v>
                </c:pt>
                <c:pt idx="13484">
                  <c:v>0</c:v>
                </c:pt>
                <c:pt idx="13485">
                  <c:v>0</c:v>
                </c:pt>
                <c:pt idx="13486">
                  <c:v>0</c:v>
                </c:pt>
                <c:pt idx="13487">
                  <c:v>0</c:v>
                </c:pt>
                <c:pt idx="13488">
                  <c:v>0</c:v>
                </c:pt>
                <c:pt idx="13489">
                  <c:v>0</c:v>
                </c:pt>
                <c:pt idx="13490">
                  <c:v>0</c:v>
                </c:pt>
                <c:pt idx="13491">
                  <c:v>0</c:v>
                </c:pt>
                <c:pt idx="13492">
                  <c:v>0</c:v>
                </c:pt>
                <c:pt idx="13493">
                  <c:v>0</c:v>
                </c:pt>
                <c:pt idx="13494">
                  <c:v>0</c:v>
                </c:pt>
                <c:pt idx="13495">
                  <c:v>0</c:v>
                </c:pt>
                <c:pt idx="13496">
                  <c:v>0</c:v>
                </c:pt>
                <c:pt idx="13497">
                  <c:v>0</c:v>
                </c:pt>
                <c:pt idx="13498">
                  <c:v>0</c:v>
                </c:pt>
                <c:pt idx="13499">
                  <c:v>0</c:v>
                </c:pt>
                <c:pt idx="13500">
                  <c:v>0</c:v>
                </c:pt>
                <c:pt idx="13501">
                  <c:v>0</c:v>
                </c:pt>
                <c:pt idx="13502">
                  <c:v>0</c:v>
                </c:pt>
                <c:pt idx="13503">
                  <c:v>0</c:v>
                </c:pt>
                <c:pt idx="13504">
                  <c:v>0</c:v>
                </c:pt>
                <c:pt idx="13505">
                  <c:v>0</c:v>
                </c:pt>
                <c:pt idx="13506">
                  <c:v>0</c:v>
                </c:pt>
                <c:pt idx="13507">
                  <c:v>0</c:v>
                </c:pt>
                <c:pt idx="13508">
                  <c:v>0</c:v>
                </c:pt>
                <c:pt idx="13509">
                  <c:v>0</c:v>
                </c:pt>
                <c:pt idx="13510">
                  <c:v>0</c:v>
                </c:pt>
                <c:pt idx="13511">
                  <c:v>0</c:v>
                </c:pt>
                <c:pt idx="13512">
                  <c:v>0</c:v>
                </c:pt>
                <c:pt idx="13513">
                  <c:v>0</c:v>
                </c:pt>
                <c:pt idx="13514">
                  <c:v>0</c:v>
                </c:pt>
                <c:pt idx="13515">
                  <c:v>0</c:v>
                </c:pt>
                <c:pt idx="13516">
                  <c:v>0</c:v>
                </c:pt>
                <c:pt idx="13517">
                  <c:v>0</c:v>
                </c:pt>
                <c:pt idx="13518">
                  <c:v>0</c:v>
                </c:pt>
                <c:pt idx="13519">
                  <c:v>0</c:v>
                </c:pt>
                <c:pt idx="13520">
                  <c:v>0</c:v>
                </c:pt>
                <c:pt idx="13521">
                  <c:v>0</c:v>
                </c:pt>
                <c:pt idx="13522">
                  <c:v>0</c:v>
                </c:pt>
                <c:pt idx="13523">
                  <c:v>0</c:v>
                </c:pt>
                <c:pt idx="13524">
                  <c:v>0</c:v>
                </c:pt>
                <c:pt idx="13525">
                  <c:v>0</c:v>
                </c:pt>
                <c:pt idx="13526">
                  <c:v>0</c:v>
                </c:pt>
                <c:pt idx="13527">
                  <c:v>0</c:v>
                </c:pt>
                <c:pt idx="13528">
                  <c:v>0</c:v>
                </c:pt>
                <c:pt idx="13529">
                  <c:v>0</c:v>
                </c:pt>
                <c:pt idx="13530">
                  <c:v>0</c:v>
                </c:pt>
                <c:pt idx="13531">
                  <c:v>0</c:v>
                </c:pt>
                <c:pt idx="13532">
                  <c:v>0</c:v>
                </c:pt>
                <c:pt idx="13533">
                  <c:v>0</c:v>
                </c:pt>
                <c:pt idx="13534">
                  <c:v>0</c:v>
                </c:pt>
                <c:pt idx="13535">
                  <c:v>0</c:v>
                </c:pt>
                <c:pt idx="13536">
                  <c:v>0</c:v>
                </c:pt>
                <c:pt idx="13537">
                  <c:v>0</c:v>
                </c:pt>
                <c:pt idx="13538">
                  <c:v>0</c:v>
                </c:pt>
                <c:pt idx="13539">
                  <c:v>0</c:v>
                </c:pt>
                <c:pt idx="13540">
                  <c:v>0</c:v>
                </c:pt>
                <c:pt idx="13541">
                  <c:v>0</c:v>
                </c:pt>
                <c:pt idx="13542">
                  <c:v>0</c:v>
                </c:pt>
                <c:pt idx="13543">
                  <c:v>0</c:v>
                </c:pt>
                <c:pt idx="13544">
                  <c:v>0</c:v>
                </c:pt>
                <c:pt idx="13545">
                  <c:v>0</c:v>
                </c:pt>
                <c:pt idx="13546">
                  <c:v>0</c:v>
                </c:pt>
                <c:pt idx="13547">
                  <c:v>0</c:v>
                </c:pt>
                <c:pt idx="13548">
                  <c:v>0</c:v>
                </c:pt>
                <c:pt idx="13549">
                  <c:v>0</c:v>
                </c:pt>
                <c:pt idx="13550">
                  <c:v>0</c:v>
                </c:pt>
                <c:pt idx="13551">
                  <c:v>0</c:v>
                </c:pt>
                <c:pt idx="13552">
                  <c:v>0</c:v>
                </c:pt>
                <c:pt idx="13553">
                  <c:v>0</c:v>
                </c:pt>
                <c:pt idx="13554">
                  <c:v>0</c:v>
                </c:pt>
                <c:pt idx="13555">
                  <c:v>0</c:v>
                </c:pt>
                <c:pt idx="13556">
                  <c:v>0</c:v>
                </c:pt>
                <c:pt idx="13557">
                  <c:v>0</c:v>
                </c:pt>
                <c:pt idx="13558">
                  <c:v>0</c:v>
                </c:pt>
                <c:pt idx="13559">
                  <c:v>0</c:v>
                </c:pt>
                <c:pt idx="13560">
                  <c:v>0</c:v>
                </c:pt>
                <c:pt idx="13561">
                  <c:v>0</c:v>
                </c:pt>
                <c:pt idx="13562">
                  <c:v>0</c:v>
                </c:pt>
                <c:pt idx="13563">
                  <c:v>0</c:v>
                </c:pt>
                <c:pt idx="13564">
                  <c:v>0</c:v>
                </c:pt>
                <c:pt idx="13565">
                  <c:v>0</c:v>
                </c:pt>
                <c:pt idx="13566">
                  <c:v>0</c:v>
                </c:pt>
                <c:pt idx="13567">
                  <c:v>0</c:v>
                </c:pt>
                <c:pt idx="13568">
                  <c:v>0</c:v>
                </c:pt>
                <c:pt idx="13569">
                  <c:v>0</c:v>
                </c:pt>
                <c:pt idx="13570">
                  <c:v>0</c:v>
                </c:pt>
                <c:pt idx="13571">
                  <c:v>0</c:v>
                </c:pt>
                <c:pt idx="13572">
                  <c:v>0</c:v>
                </c:pt>
                <c:pt idx="13573">
                  <c:v>0</c:v>
                </c:pt>
                <c:pt idx="13574">
                  <c:v>0</c:v>
                </c:pt>
                <c:pt idx="13575">
                  <c:v>0</c:v>
                </c:pt>
                <c:pt idx="13576">
                  <c:v>0</c:v>
                </c:pt>
                <c:pt idx="13577">
                  <c:v>0</c:v>
                </c:pt>
                <c:pt idx="13578">
                  <c:v>0</c:v>
                </c:pt>
                <c:pt idx="13579">
                  <c:v>0</c:v>
                </c:pt>
                <c:pt idx="13580">
                  <c:v>0</c:v>
                </c:pt>
                <c:pt idx="13581">
                  <c:v>0</c:v>
                </c:pt>
                <c:pt idx="13582">
                  <c:v>0</c:v>
                </c:pt>
                <c:pt idx="13583">
                  <c:v>0</c:v>
                </c:pt>
                <c:pt idx="13584">
                  <c:v>0</c:v>
                </c:pt>
                <c:pt idx="13585">
                  <c:v>0</c:v>
                </c:pt>
                <c:pt idx="13586">
                  <c:v>0</c:v>
                </c:pt>
                <c:pt idx="13587">
                  <c:v>0</c:v>
                </c:pt>
                <c:pt idx="13588">
                  <c:v>0</c:v>
                </c:pt>
                <c:pt idx="13589">
                  <c:v>0</c:v>
                </c:pt>
                <c:pt idx="13590">
                  <c:v>0</c:v>
                </c:pt>
                <c:pt idx="13591">
                  <c:v>0</c:v>
                </c:pt>
                <c:pt idx="13592">
                  <c:v>0</c:v>
                </c:pt>
                <c:pt idx="13593">
                  <c:v>0</c:v>
                </c:pt>
                <c:pt idx="13594">
                  <c:v>0</c:v>
                </c:pt>
                <c:pt idx="13595">
                  <c:v>0</c:v>
                </c:pt>
                <c:pt idx="13596">
                  <c:v>0</c:v>
                </c:pt>
                <c:pt idx="13597">
                  <c:v>0</c:v>
                </c:pt>
                <c:pt idx="13598">
                  <c:v>0</c:v>
                </c:pt>
                <c:pt idx="13599">
                  <c:v>0</c:v>
                </c:pt>
                <c:pt idx="13600">
                  <c:v>0</c:v>
                </c:pt>
                <c:pt idx="13601">
                  <c:v>0</c:v>
                </c:pt>
                <c:pt idx="13602">
                  <c:v>0</c:v>
                </c:pt>
                <c:pt idx="13603">
                  <c:v>0</c:v>
                </c:pt>
                <c:pt idx="13604">
                  <c:v>0</c:v>
                </c:pt>
                <c:pt idx="13605">
                  <c:v>0</c:v>
                </c:pt>
                <c:pt idx="13606">
                  <c:v>0</c:v>
                </c:pt>
                <c:pt idx="13607">
                  <c:v>0</c:v>
                </c:pt>
                <c:pt idx="13608">
                  <c:v>0</c:v>
                </c:pt>
                <c:pt idx="13609">
                  <c:v>0</c:v>
                </c:pt>
                <c:pt idx="13610">
                  <c:v>0</c:v>
                </c:pt>
                <c:pt idx="13611">
                  <c:v>0</c:v>
                </c:pt>
                <c:pt idx="13612">
                  <c:v>0</c:v>
                </c:pt>
                <c:pt idx="13613">
                  <c:v>0</c:v>
                </c:pt>
                <c:pt idx="13614">
                  <c:v>0</c:v>
                </c:pt>
                <c:pt idx="13615">
                  <c:v>0</c:v>
                </c:pt>
                <c:pt idx="13616">
                  <c:v>0</c:v>
                </c:pt>
                <c:pt idx="13617">
                  <c:v>0</c:v>
                </c:pt>
                <c:pt idx="13618">
                  <c:v>0</c:v>
                </c:pt>
                <c:pt idx="13619">
                  <c:v>0</c:v>
                </c:pt>
                <c:pt idx="13620">
                  <c:v>0</c:v>
                </c:pt>
                <c:pt idx="13621">
                  <c:v>0</c:v>
                </c:pt>
                <c:pt idx="13622">
                  <c:v>0</c:v>
                </c:pt>
                <c:pt idx="13623">
                  <c:v>0</c:v>
                </c:pt>
                <c:pt idx="13624">
                  <c:v>0</c:v>
                </c:pt>
                <c:pt idx="13625">
                  <c:v>0</c:v>
                </c:pt>
                <c:pt idx="13626">
                  <c:v>0</c:v>
                </c:pt>
                <c:pt idx="13627">
                  <c:v>0</c:v>
                </c:pt>
                <c:pt idx="13628">
                  <c:v>0</c:v>
                </c:pt>
                <c:pt idx="13629">
                  <c:v>0</c:v>
                </c:pt>
                <c:pt idx="13630">
                  <c:v>0</c:v>
                </c:pt>
                <c:pt idx="13631">
                  <c:v>0</c:v>
                </c:pt>
                <c:pt idx="13632">
                  <c:v>0</c:v>
                </c:pt>
                <c:pt idx="13633">
                  <c:v>0</c:v>
                </c:pt>
                <c:pt idx="13634">
                  <c:v>0</c:v>
                </c:pt>
                <c:pt idx="13635">
                  <c:v>0</c:v>
                </c:pt>
                <c:pt idx="13636">
                  <c:v>0</c:v>
                </c:pt>
                <c:pt idx="13637">
                  <c:v>0</c:v>
                </c:pt>
                <c:pt idx="13638">
                  <c:v>0</c:v>
                </c:pt>
                <c:pt idx="13639">
                  <c:v>0</c:v>
                </c:pt>
                <c:pt idx="13640">
                  <c:v>0</c:v>
                </c:pt>
                <c:pt idx="13641">
                  <c:v>0</c:v>
                </c:pt>
                <c:pt idx="13642">
                  <c:v>0</c:v>
                </c:pt>
                <c:pt idx="13643">
                  <c:v>0</c:v>
                </c:pt>
                <c:pt idx="13644">
                  <c:v>0</c:v>
                </c:pt>
                <c:pt idx="13645">
                  <c:v>0</c:v>
                </c:pt>
                <c:pt idx="13646">
                  <c:v>0</c:v>
                </c:pt>
                <c:pt idx="13647">
                  <c:v>0</c:v>
                </c:pt>
                <c:pt idx="13648">
                  <c:v>0</c:v>
                </c:pt>
                <c:pt idx="13649">
                  <c:v>0</c:v>
                </c:pt>
                <c:pt idx="13650">
                  <c:v>0</c:v>
                </c:pt>
                <c:pt idx="13651">
                  <c:v>0</c:v>
                </c:pt>
                <c:pt idx="13652">
                  <c:v>0</c:v>
                </c:pt>
                <c:pt idx="13653">
                  <c:v>0</c:v>
                </c:pt>
                <c:pt idx="13654">
                  <c:v>0</c:v>
                </c:pt>
                <c:pt idx="13655">
                  <c:v>0</c:v>
                </c:pt>
                <c:pt idx="13656">
                  <c:v>0</c:v>
                </c:pt>
                <c:pt idx="13657">
                  <c:v>0</c:v>
                </c:pt>
                <c:pt idx="13658">
                  <c:v>0</c:v>
                </c:pt>
                <c:pt idx="13659">
                  <c:v>0</c:v>
                </c:pt>
                <c:pt idx="13660">
                  <c:v>0</c:v>
                </c:pt>
                <c:pt idx="13661">
                  <c:v>0</c:v>
                </c:pt>
                <c:pt idx="13662">
                  <c:v>0</c:v>
                </c:pt>
                <c:pt idx="13663">
                  <c:v>0</c:v>
                </c:pt>
                <c:pt idx="13664">
                  <c:v>0</c:v>
                </c:pt>
                <c:pt idx="13665">
                  <c:v>0</c:v>
                </c:pt>
                <c:pt idx="13666">
                  <c:v>0</c:v>
                </c:pt>
                <c:pt idx="13667">
                  <c:v>0</c:v>
                </c:pt>
                <c:pt idx="13668">
                  <c:v>0</c:v>
                </c:pt>
                <c:pt idx="13669">
                  <c:v>0</c:v>
                </c:pt>
                <c:pt idx="13670">
                  <c:v>0</c:v>
                </c:pt>
                <c:pt idx="13671">
                  <c:v>0</c:v>
                </c:pt>
                <c:pt idx="13672">
                  <c:v>0</c:v>
                </c:pt>
                <c:pt idx="13673">
                  <c:v>0</c:v>
                </c:pt>
                <c:pt idx="13674">
                  <c:v>0</c:v>
                </c:pt>
                <c:pt idx="13675">
                  <c:v>0</c:v>
                </c:pt>
                <c:pt idx="13676">
                  <c:v>0</c:v>
                </c:pt>
                <c:pt idx="13677">
                  <c:v>0</c:v>
                </c:pt>
                <c:pt idx="13678">
                  <c:v>0</c:v>
                </c:pt>
                <c:pt idx="13679">
                  <c:v>0</c:v>
                </c:pt>
                <c:pt idx="13680">
                  <c:v>0</c:v>
                </c:pt>
                <c:pt idx="13681">
                  <c:v>0</c:v>
                </c:pt>
                <c:pt idx="13682">
                  <c:v>0</c:v>
                </c:pt>
                <c:pt idx="13683">
                  <c:v>0</c:v>
                </c:pt>
                <c:pt idx="13684">
                  <c:v>0</c:v>
                </c:pt>
                <c:pt idx="13685">
                  <c:v>0</c:v>
                </c:pt>
                <c:pt idx="13686">
                  <c:v>0</c:v>
                </c:pt>
                <c:pt idx="13687">
                  <c:v>0</c:v>
                </c:pt>
                <c:pt idx="13688">
                  <c:v>0</c:v>
                </c:pt>
                <c:pt idx="13689">
                  <c:v>0</c:v>
                </c:pt>
                <c:pt idx="13690">
                  <c:v>0</c:v>
                </c:pt>
                <c:pt idx="13691">
                  <c:v>0</c:v>
                </c:pt>
                <c:pt idx="13692">
                  <c:v>0</c:v>
                </c:pt>
                <c:pt idx="13693">
                  <c:v>0</c:v>
                </c:pt>
                <c:pt idx="13694">
                  <c:v>0</c:v>
                </c:pt>
                <c:pt idx="13695">
                  <c:v>0</c:v>
                </c:pt>
                <c:pt idx="13696">
                  <c:v>0</c:v>
                </c:pt>
                <c:pt idx="13697">
                  <c:v>0</c:v>
                </c:pt>
                <c:pt idx="13698">
                  <c:v>0</c:v>
                </c:pt>
                <c:pt idx="13699">
                  <c:v>0</c:v>
                </c:pt>
                <c:pt idx="13700">
                  <c:v>0</c:v>
                </c:pt>
                <c:pt idx="13701">
                  <c:v>0</c:v>
                </c:pt>
                <c:pt idx="13702">
                  <c:v>0</c:v>
                </c:pt>
                <c:pt idx="13703">
                  <c:v>0</c:v>
                </c:pt>
                <c:pt idx="13704">
                  <c:v>0</c:v>
                </c:pt>
                <c:pt idx="13705">
                  <c:v>0</c:v>
                </c:pt>
                <c:pt idx="13706">
                  <c:v>0</c:v>
                </c:pt>
                <c:pt idx="13707">
                  <c:v>0</c:v>
                </c:pt>
                <c:pt idx="13708">
                  <c:v>0</c:v>
                </c:pt>
                <c:pt idx="13709">
                  <c:v>0</c:v>
                </c:pt>
                <c:pt idx="13710">
                  <c:v>0</c:v>
                </c:pt>
                <c:pt idx="13711">
                  <c:v>0</c:v>
                </c:pt>
                <c:pt idx="13712">
                  <c:v>0</c:v>
                </c:pt>
                <c:pt idx="13713">
                  <c:v>0</c:v>
                </c:pt>
                <c:pt idx="13714">
                  <c:v>0</c:v>
                </c:pt>
                <c:pt idx="13715">
                  <c:v>0</c:v>
                </c:pt>
                <c:pt idx="13716">
                  <c:v>0</c:v>
                </c:pt>
                <c:pt idx="13717">
                  <c:v>0</c:v>
                </c:pt>
                <c:pt idx="13718">
                  <c:v>0</c:v>
                </c:pt>
                <c:pt idx="13719">
                  <c:v>0</c:v>
                </c:pt>
                <c:pt idx="13720">
                  <c:v>0</c:v>
                </c:pt>
                <c:pt idx="13721">
                  <c:v>0</c:v>
                </c:pt>
                <c:pt idx="13722">
                  <c:v>0</c:v>
                </c:pt>
                <c:pt idx="13723">
                  <c:v>0</c:v>
                </c:pt>
                <c:pt idx="13724">
                  <c:v>0</c:v>
                </c:pt>
                <c:pt idx="13725">
                  <c:v>0</c:v>
                </c:pt>
                <c:pt idx="13726">
                  <c:v>0</c:v>
                </c:pt>
                <c:pt idx="13727">
                  <c:v>0</c:v>
                </c:pt>
                <c:pt idx="13728">
                  <c:v>0</c:v>
                </c:pt>
                <c:pt idx="13729">
                  <c:v>0</c:v>
                </c:pt>
                <c:pt idx="13730">
                  <c:v>0</c:v>
                </c:pt>
                <c:pt idx="13731">
                  <c:v>0</c:v>
                </c:pt>
                <c:pt idx="13732">
                  <c:v>0</c:v>
                </c:pt>
                <c:pt idx="13733">
                  <c:v>0</c:v>
                </c:pt>
                <c:pt idx="13734">
                  <c:v>0</c:v>
                </c:pt>
                <c:pt idx="13735">
                  <c:v>0</c:v>
                </c:pt>
                <c:pt idx="13736">
                  <c:v>0</c:v>
                </c:pt>
                <c:pt idx="13737">
                  <c:v>0</c:v>
                </c:pt>
                <c:pt idx="13738">
                  <c:v>0</c:v>
                </c:pt>
                <c:pt idx="13739">
                  <c:v>0</c:v>
                </c:pt>
                <c:pt idx="13740">
                  <c:v>0</c:v>
                </c:pt>
                <c:pt idx="13741">
                  <c:v>0</c:v>
                </c:pt>
                <c:pt idx="13742">
                  <c:v>0</c:v>
                </c:pt>
                <c:pt idx="13743">
                  <c:v>0</c:v>
                </c:pt>
                <c:pt idx="13744">
                  <c:v>0</c:v>
                </c:pt>
                <c:pt idx="13745">
                  <c:v>0</c:v>
                </c:pt>
                <c:pt idx="13746">
                  <c:v>0</c:v>
                </c:pt>
                <c:pt idx="13747">
                  <c:v>0</c:v>
                </c:pt>
                <c:pt idx="13748">
                  <c:v>0</c:v>
                </c:pt>
                <c:pt idx="13749">
                  <c:v>0</c:v>
                </c:pt>
                <c:pt idx="13750">
                  <c:v>0</c:v>
                </c:pt>
                <c:pt idx="13751">
                  <c:v>0</c:v>
                </c:pt>
                <c:pt idx="13752">
                  <c:v>0</c:v>
                </c:pt>
                <c:pt idx="13753">
                  <c:v>0</c:v>
                </c:pt>
                <c:pt idx="13754">
                  <c:v>0</c:v>
                </c:pt>
                <c:pt idx="13755">
                  <c:v>0</c:v>
                </c:pt>
                <c:pt idx="13756">
                  <c:v>0</c:v>
                </c:pt>
                <c:pt idx="13757">
                  <c:v>0</c:v>
                </c:pt>
                <c:pt idx="13758">
                  <c:v>0</c:v>
                </c:pt>
                <c:pt idx="13759">
                  <c:v>0</c:v>
                </c:pt>
                <c:pt idx="13760">
                  <c:v>0</c:v>
                </c:pt>
                <c:pt idx="13761">
                  <c:v>0</c:v>
                </c:pt>
                <c:pt idx="13762">
                  <c:v>0</c:v>
                </c:pt>
                <c:pt idx="13763">
                  <c:v>0</c:v>
                </c:pt>
                <c:pt idx="13764">
                  <c:v>0</c:v>
                </c:pt>
                <c:pt idx="13765">
                  <c:v>0</c:v>
                </c:pt>
                <c:pt idx="13766">
                  <c:v>0</c:v>
                </c:pt>
                <c:pt idx="13767">
                  <c:v>0</c:v>
                </c:pt>
                <c:pt idx="13768">
                  <c:v>0</c:v>
                </c:pt>
                <c:pt idx="13769">
                  <c:v>0</c:v>
                </c:pt>
                <c:pt idx="13770">
                  <c:v>0</c:v>
                </c:pt>
                <c:pt idx="13771">
                  <c:v>0</c:v>
                </c:pt>
                <c:pt idx="13772">
                  <c:v>0</c:v>
                </c:pt>
                <c:pt idx="13773">
                  <c:v>0</c:v>
                </c:pt>
                <c:pt idx="13774">
                  <c:v>0</c:v>
                </c:pt>
                <c:pt idx="13775">
                  <c:v>0</c:v>
                </c:pt>
                <c:pt idx="13776">
                  <c:v>0</c:v>
                </c:pt>
                <c:pt idx="13777">
                  <c:v>0</c:v>
                </c:pt>
                <c:pt idx="13778">
                  <c:v>0</c:v>
                </c:pt>
                <c:pt idx="13779">
                  <c:v>0</c:v>
                </c:pt>
                <c:pt idx="13780">
                  <c:v>0</c:v>
                </c:pt>
                <c:pt idx="13781">
                  <c:v>0</c:v>
                </c:pt>
                <c:pt idx="13782">
                  <c:v>0</c:v>
                </c:pt>
                <c:pt idx="13783">
                  <c:v>0</c:v>
                </c:pt>
                <c:pt idx="13784">
                  <c:v>0</c:v>
                </c:pt>
                <c:pt idx="13785">
                  <c:v>0</c:v>
                </c:pt>
                <c:pt idx="13786">
                  <c:v>0</c:v>
                </c:pt>
                <c:pt idx="13787">
                  <c:v>0</c:v>
                </c:pt>
                <c:pt idx="13788">
                  <c:v>0</c:v>
                </c:pt>
                <c:pt idx="13789">
                  <c:v>0</c:v>
                </c:pt>
                <c:pt idx="13790">
                  <c:v>0</c:v>
                </c:pt>
                <c:pt idx="13791">
                  <c:v>0</c:v>
                </c:pt>
                <c:pt idx="13792">
                  <c:v>0</c:v>
                </c:pt>
                <c:pt idx="13793">
                  <c:v>0</c:v>
                </c:pt>
                <c:pt idx="13794">
                  <c:v>0</c:v>
                </c:pt>
                <c:pt idx="13795">
                  <c:v>0</c:v>
                </c:pt>
                <c:pt idx="13796">
                  <c:v>0</c:v>
                </c:pt>
                <c:pt idx="13797">
                  <c:v>0</c:v>
                </c:pt>
                <c:pt idx="13798">
                  <c:v>0</c:v>
                </c:pt>
                <c:pt idx="13799">
                  <c:v>0</c:v>
                </c:pt>
                <c:pt idx="13800">
                  <c:v>0</c:v>
                </c:pt>
                <c:pt idx="13801">
                  <c:v>0</c:v>
                </c:pt>
                <c:pt idx="13802">
                  <c:v>0</c:v>
                </c:pt>
                <c:pt idx="13803">
                  <c:v>0</c:v>
                </c:pt>
                <c:pt idx="13804">
                  <c:v>0</c:v>
                </c:pt>
                <c:pt idx="13805">
                  <c:v>0</c:v>
                </c:pt>
                <c:pt idx="13806">
                  <c:v>0</c:v>
                </c:pt>
                <c:pt idx="13807">
                  <c:v>0</c:v>
                </c:pt>
                <c:pt idx="13808">
                  <c:v>0</c:v>
                </c:pt>
                <c:pt idx="13809">
                  <c:v>0</c:v>
                </c:pt>
                <c:pt idx="13810">
                  <c:v>0</c:v>
                </c:pt>
                <c:pt idx="13811">
                  <c:v>0</c:v>
                </c:pt>
                <c:pt idx="13812">
                  <c:v>0</c:v>
                </c:pt>
                <c:pt idx="13813">
                  <c:v>0</c:v>
                </c:pt>
                <c:pt idx="13814">
                  <c:v>0</c:v>
                </c:pt>
                <c:pt idx="13815">
                  <c:v>0</c:v>
                </c:pt>
                <c:pt idx="13816">
                  <c:v>0</c:v>
                </c:pt>
                <c:pt idx="13817">
                  <c:v>0</c:v>
                </c:pt>
                <c:pt idx="13818">
                  <c:v>0</c:v>
                </c:pt>
                <c:pt idx="13819">
                  <c:v>0</c:v>
                </c:pt>
                <c:pt idx="13820">
                  <c:v>0</c:v>
                </c:pt>
                <c:pt idx="13821">
                  <c:v>0</c:v>
                </c:pt>
                <c:pt idx="13822">
                  <c:v>0</c:v>
                </c:pt>
                <c:pt idx="13823">
                  <c:v>0</c:v>
                </c:pt>
                <c:pt idx="13824">
                  <c:v>0</c:v>
                </c:pt>
                <c:pt idx="13825">
                  <c:v>0</c:v>
                </c:pt>
                <c:pt idx="13826">
                  <c:v>0</c:v>
                </c:pt>
                <c:pt idx="13827">
                  <c:v>0</c:v>
                </c:pt>
                <c:pt idx="13828">
                  <c:v>0</c:v>
                </c:pt>
                <c:pt idx="13829">
                  <c:v>0</c:v>
                </c:pt>
                <c:pt idx="13830">
                  <c:v>0</c:v>
                </c:pt>
                <c:pt idx="13831">
                  <c:v>0</c:v>
                </c:pt>
                <c:pt idx="13832">
                  <c:v>0</c:v>
                </c:pt>
                <c:pt idx="13833">
                  <c:v>0</c:v>
                </c:pt>
                <c:pt idx="13834">
                  <c:v>0</c:v>
                </c:pt>
                <c:pt idx="13835">
                  <c:v>0</c:v>
                </c:pt>
                <c:pt idx="13836">
                  <c:v>0</c:v>
                </c:pt>
                <c:pt idx="13837">
                  <c:v>0</c:v>
                </c:pt>
                <c:pt idx="13838">
                  <c:v>0</c:v>
                </c:pt>
                <c:pt idx="13839">
                  <c:v>0</c:v>
                </c:pt>
                <c:pt idx="13840">
                  <c:v>0</c:v>
                </c:pt>
                <c:pt idx="13841">
                  <c:v>0</c:v>
                </c:pt>
                <c:pt idx="13842">
                  <c:v>0</c:v>
                </c:pt>
                <c:pt idx="13843">
                  <c:v>0</c:v>
                </c:pt>
                <c:pt idx="13844">
                  <c:v>0</c:v>
                </c:pt>
                <c:pt idx="13845">
                  <c:v>0</c:v>
                </c:pt>
                <c:pt idx="13846">
                  <c:v>0</c:v>
                </c:pt>
                <c:pt idx="13847">
                  <c:v>0</c:v>
                </c:pt>
                <c:pt idx="13848">
                  <c:v>0</c:v>
                </c:pt>
                <c:pt idx="13849">
                  <c:v>0</c:v>
                </c:pt>
                <c:pt idx="13850">
                  <c:v>0</c:v>
                </c:pt>
                <c:pt idx="13851">
                  <c:v>0</c:v>
                </c:pt>
                <c:pt idx="13852">
                  <c:v>0</c:v>
                </c:pt>
                <c:pt idx="13853">
                  <c:v>0</c:v>
                </c:pt>
                <c:pt idx="13854">
                  <c:v>0</c:v>
                </c:pt>
                <c:pt idx="13855">
                  <c:v>0</c:v>
                </c:pt>
                <c:pt idx="13856">
                  <c:v>0</c:v>
                </c:pt>
                <c:pt idx="13857">
                  <c:v>0</c:v>
                </c:pt>
                <c:pt idx="13858">
                  <c:v>0</c:v>
                </c:pt>
                <c:pt idx="13859">
                  <c:v>0</c:v>
                </c:pt>
                <c:pt idx="13860">
                  <c:v>0</c:v>
                </c:pt>
                <c:pt idx="13861">
                  <c:v>0</c:v>
                </c:pt>
                <c:pt idx="13862">
                  <c:v>0</c:v>
                </c:pt>
                <c:pt idx="13863">
                  <c:v>0</c:v>
                </c:pt>
                <c:pt idx="13864">
                  <c:v>0</c:v>
                </c:pt>
                <c:pt idx="13865">
                  <c:v>0</c:v>
                </c:pt>
                <c:pt idx="13866">
                  <c:v>0</c:v>
                </c:pt>
                <c:pt idx="13867">
                  <c:v>0</c:v>
                </c:pt>
                <c:pt idx="13868">
                  <c:v>0</c:v>
                </c:pt>
                <c:pt idx="13869">
                  <c:v>0</c:v>
                </c:pt>
                <c:pt idx="13870">
                  <c:v>0</c:v>
                </c:pt>
                <c:pt idx="13871">
                  <c:v>0</c:v>
                </c:pt>
                <c:pt idx="13872">
                  <c:v>0</c:v>
                </c:pt>
                <c:pt idx="13873">
                  <c:v>0</c:v>
                </c:pt>
                <c:pt idx="13874">
                  <c:v>0</c:v>
                </c:pt>
                <c:pt idx="13875">
                  <c:v>0</c:v>
                </c:pt>
                <c:pt idx="13876">
                  <c:v>0</c:v>
                </c:pt>
                <c:pt idx="13877">
                  <c:v>0</c:v>
                </c:pt>
                <c:pt idx="13878">
                  <c:v>0</c:v>
                </c:pt>
                <c:pt idx="13879">
                  <c:v>0</c:v>
                </c:pt>
                <c:pt idx="13880">
                  <c:v>0</c:v>
                </c:pt>
                <c:pt idx="13881">
                  <c:v>0</c:v>
                </c:pt>
                <c:pt idx="13882">
                  <c:v>0</c:v>
                </c:pt>
                <c:pt idx="13883">
                  <c:v>0</c:v>
                </c:pt>
                <c:pt idx="13884">
                  <c:v>0</c:v>
                </c:pt>
                <c:pt idx="13885">
                  <c:v>0</c:v>
                </c:pt>
                <c:pt idx="13886">
                  <c:v>0</c:v>
                </c:pt>
                <c:pt idx="13887">
                  <c:v>0</c:v>
                </c:pt>
                <c:pt idx="13888">
                  <c:v>0</c:v>
                </c:pt>
                <c:pt idx="13889">
                  <c:v>0</c:v>
                </c:pt>
                <c:pt idx="13890">
                  <c:v>0</c:v>
                </c:pt>
                <c:pt idx="13891">
                  <c:v>0</c:v>
                </c:pt>
                <c:pt idx="13892">
                  <c:v>0</c:v>
                </c:pt>
                <c:pt idx="13893">
                  <c:v>0</c:v>
                </c:pt>
                <c:pt idx="13894">
                  <c:v>0</c:v>
                </c:pt>
                <c:pt idx="13895">
                  <c:v>0</c:v>
                </c:pt>
                <c:pt idx="13896">
                  <c:v>0</c:v>
                </c:pt>
                <c:pt idx="13897">
                  <c:v>0</c:v>
                </c:pt>
                <c:pt idx="13898">
                  <c:v>0</c:v>
                </c:pt>
                <c:pt idx="13899">
                  <c:v>0</c:v>
                </c:pt>
                <c:pt idx="13900">
                  <c:v>0</c:v>
                </c:pt>
                <c:pt idx="13901">
                  <c:v>0</c:v>
                </c:pt>
                <c:pt idx="13902">
                  <c:v>0</c:v>
                </c:pt>
                <c:pt idx="13903">
                  <c:v>0</c:v>
                </c:pt>
                <c:pt idx="13904">
                  <c:v>0</c:v>
                </c:pt>
                <c:pt idx="13905">
                  <c:v>0</c:v>
                </c:pt>
                <c:pt idx="13906">
                  <c:v>0</c:v>
                </c:pt>
                <c:pt idx="13907">
                  <c:v>0</c:v>
                </c:pt>
                <c:pt idx="13908">
                  <c:v>0</c:v>
                </c:pt>
                <c:pt idx="13909">
                  <c:v>0</c:v>
                </c:pt>
                <c:pt idx="13910">
                  <c:v>0</c:v>
                </c:pt>
                <c:pt idx="13911">
                  <c:v>0</c:v>
                </c:pt>
                <c:pt idx="13912">
                  <c:v>0</c:v>
                </c:pt>
                <c:pt idx="13913">
                  <c:v>0</c:v>
                </c:pt>
                <c:pt idx="13914">
                  <c:v>0</c:v>
                </c:pt>
                <c:pt idx="13915">
                  <c:v>0</c:v>
                </c:pt>
                <c:pt idx="13916">
                  <c:v>0</c:v>
                </c:pt>
                <c:pt idx="13917">
                  <c:v>0</c:v>
                </c:pt>
                <c:pt idx="13918">
                  <c:v>0</c:v>
                </c:pt>
                <c:pt idx="13919">
                  <c:v>0</c:v>
                </c:pt>
                <c:pt idx="13920">
                  <c:v>0</c:v>
                </c:pt>
                <c:pt idx="13921">
                  <c:v>0</c:v>
                </c:pt>
                <c:pt idx="13922">
                  <c:v>0</c:v>
                </c:pt>
                <c:pt idx="13923">
                  <c:v>0</c:v>
                </c:pt>
                <c:pt idx="13924">
                  <c:v>0</c:v>
                </c:pt>
                <c:pt idx="13925">
                  <c:v>0</c:v>
                </c:pt>
                <c:pt idx="13926">
                  <c:v>0</c:v>
                </c:pt>
                <c:pt idx="13927">
                  <c:v>0</c:v>
                </c:pt>
                <c:pt idx="13928">
                  <c:v>0</c:v>
                </c:pt>
                <c:pt idx="13929">
                  <c:v>0</c:v>
                </c:pt>
                <c:pt idx="13930">
                  <c:v>0</c:v>
                </c:pt>
                <c:pt idx="13931">
                  <c:v>0</c:v>
                </c:pt>
                <c:pt idx="13932">
                  <c:v>0</c:v>
                </c:pt>
                <c:pt idx="13933">
                  <c:v>0</c:v>
                </c:pt>
                <c:pt idx="13934">
                  <c:v>0</c:v>
                </c:pt>
                <c:pt idx="13935">
                  <c:v>0</c:v>
                </c:pt>
                <c:pt idx="13936">
                  <c:v>0</c:v>
                </c:pt>
                <c:pt idx="13937">
                  <c:v>0</c:v>
                </c:pt>
                <c:pt idx="13938">
                  <c:v>0</c:v>
                </c:pt>
                <c:pt idx="13939">
                  <c:v>0</c:v>
                </c:pt>
                <c:pt idx="13940">
                  <c:v>0</c:v>
                </c:pt>
                <c:pt idx="13941">
                  <c:v>0</c:v>
                </c:pt>
                <c:pt idx="13942">
                  <c:v>0</c:v>
                </c:pt>
                <c:pt idx="13943">
                  <c:v>0</c:v>
                </c:pt>
                <c:pt idx="13944">
                  <c:v>0</c:v>
                </c:pt>
                <c:pt idx="13945">
                  <c:v>0</c:v>
                </c:pt>
                <c:pt idx="13946">
                  <c:v>0</c:v>
                </c:pt>
                <c:pt idx="13947">
                  <c:v>0</c:v>
                </c:pt>
                <c:pt idx="13948">
                  <c:v>0</c:v>
                </c:pt>
                <c:pt idx="13949">
                  <c:v>0</c:v>
                </c:pt>
                <c:pt idx="13950">
                  <c:v>0</c:v>
                </c:pt>
                <c:pt idx="13951">
                  <c:v>0</c:v>
                </c:pt>
                <c:pt idx="13952">
                  <c:v>0</c:v>
                </c:pt>
                <c:pt idx="13953">
                  <c:v>0</c:v>
                </c:pt>
                <c:pt idx="13954">
                  <c:v>0</c:v>
                </c:pt>
                <c:pt idx="13955">
                  <c:v>0</c:v>
                </c:pt>
                <c:pt idx="13956">
                  <c:v>0</c:v>
                </c:pt>
                <c:pt idx="13957">
                  <c:v>0</c:v>
                </c:pt>
                <c:pt idx="13958">
                  <c:v>0</c:v>
                </c:pt>
                <c:pt idx="13959">
                  <c:v>0</c:v>
                </c:pt>
                <c:pt idx="13960">
                  <c:v>0</c:v>
                </c:pt>
                <c:pt idx="13961">
                  <c:v>0</c:v>
                </c:pt>
                <c:pt idx="13962">
                  <c:v>0</c:v>
                </c:pt>
                <c:pt idx="13963">
                  <c:v>0</c:v>
                </c:pt>
                <c:pt idx="13964">
                  <c:v>0</c:v>
                </c:pt>
                <c:pt idx="13965">
                  <c:v>0</c:v>
                </c:pt>
                <c:pt idx="13966">
                  <c:v>0</c:v>
                </c:pt>
                <c:pt idx="13967">
                  <c:v>0</c:v>
                </c:pt>
                <c:pt idx="13968">
                  <c:v>0</c:v>
                </c:pt>
                <c:pt idx="13969">
                  <c:v>0</c:v>
                </c:pt>
                <c:pt idx="13970">
                  <c:v>0</c:v>
                </c:pt>
                <c:pt idx="13971">
                  <c:v>0</c:v>
                </c:pt>
                <c:pt idx="13972">
                  <c:v>0</c:v>
                </c:pt>
                <c:pt idx="13973">
                  <c:v>0</c:v>
                </c:pt>
                <c:pt idx="13974">
                  <c:v>0</c:v>
                </c:pt>
                <c:pt idx="13975">
                  <c:v>0</c:v>
                </c:pt>
                <c:pt idx="13976">
                  <c:v>0</c:v>
                </c:pt>
                <c:pt idx="13977">
                  <c:v>0</c:v>
                </c:pt>
                <c:pt idx="13978">
                  <c:v>0</c:v>
                </c:pt>
                <c:pt idx="13979">
                  <c:v>0</c:v>
                </c:pt>
                <c:pt idx="13980">
                  <c:v>0</c:v>
                </c:pt>
                <c:pt idx="13981">
                  <c:v>0</c:v>
                </c:pt>
                <c:pt idx="13982">
                  <c:v>0</c:v>
                </c:pt>
                <c:pt idx="13983">
                  <c:v>0</c:v>
                </c:pt>
                <c:pt idx="13984">
                  <c:v>0</c:v>
                </c:pt>
                <c:pt idx="13985">
                  <c:v>0</c:v>
                </c:pt>
                <c:pt idx="13986">
                  <c:v>0</c:v>
                </c:pt>
                <c:pt idx="13987">
                  <c:v>0</c:v>
                </c:pt>
                <c:pt idx="13988">
                  <c:v>0</c:v>
                </c:pt>
                <c:pt idx="13989">
                  <c:v>0</c:v>
                </c:pt>
                <c:pt idx="13990">
                  <c:v>0</c:v>
                </c:pt>
                <c:pt idx="13991">
                  <c:v>0</c:v>
                </c:pt>
                <c:pt idx="13992">
                  <c:v>0</c:v>
                </c:pt>
                <c:pt idx="13993">
                  <c:v>0</c:v>
                </c:pt>
                <c:pt idx="13994">
                  <c:v>0</c:v>
                </c:pt>
                <c:pt idx="13995">
                  <c:v>0</c:v>
                </c:pt>
                <c:pt idx="13996">
                  <c:v>0</c:v>
                </c:pt>
                <c:pt idx="13997">
                  <c:v>0</c:v>
                </c:pt>
                <c:pt idx="13998">
                  <c:v>0</c:v>
                </c:pt>
                <c:pt idx="13999">
                  <c:v>0</c:v>
                </c:pt>
                <c:pt idx="14000">
                  <c:v>0</c:v>
                </c:pt>
                <c:pt idx="14001">
                  <c:v>0</c:v>
                </c:pt>
                <c:pt idx="14002">
                  <c:v>0</c:v>
                </c:pt>
                <c:pt idx="14003">
                  <c:v>0</c:v>
                </c:pt>
                <c:pt idx="14004">
                  <c:v>0</c:v>
                </c:pt>
                <c:pt idx="14005">
                  <c:v>0</c:v>
                </c:pt>
                <c:pt idx="14006">
                  <c:v>0</c:v>
                </c:pt>
                <c:pt idx="14007">
                  <c:v>0</c:v>
                </c:pt>
                <c:pt idx="14008">
                  <c:v>0</c:v>
                </c:pt>
                <c:pt idx="14009">
                  <c:v>0</c:v>
                </c:pt>
                <c:pt idx="14010">
                  <c:v>0</c:v>
                </c:pt>
                <c:pt idx="14011">
                  <c:v>0</c:v>
                </c:pt>
                <c:pt idx="14012">
                  <c:v>0</c:v>
                </c:pt>
                <c:pt idx="14013">
                  <c:v>0</c:v>
                </c:pt>
                <c:pt idx="14014">
                  <c:v>0</c:v>
                </c:pt>
                <c:pt idx="14015">
                  <c:v>0</c:v>
                </c:pt>
                <c:pt idx="14016">
                  <c:v>0</c:v>
                </c:pt>
                <c:pt idx="14017">
                  <c:v>0</c:v>
                </c:pt>
                <c:pt idx="14018">
                  <c:v>0</c:v>
                </c:pt>
                <c:pt idx="14019">
                  <c:v>0</c:v>
                </c:pt>
                <c:pt idx="14020">
                  <c:v>0</c:v>
                </c:pt>
                <c:pt idx="14021">
                  <c:v>0</c:v>
                </c:pt>
                <c:pt idx="14022">
                  <c:v>0</c:v>
                </c:pt>
                <c:pt idx="14023">
                  <c:v>0</c:v>
                </c:pt>
                <c:pt idx="14024">
                  <c:v>0</c:v>
                </c:pt>
                <c:pt idx="14025">
                  <c:v>0</c:v>
                </c:pt>
                <c:pt idx="14026">
                  <c:v>0</c:v>
                </c:pt>
                <c:pt idx="14027">
                  <c:v>0</c:v>
                </c:pt>
                <c:pt idx="14028">
                  <c:v>0</c:v>
                </c:pt>
                <c:pt idx="14029">
                  <c:v>0</c:v>
                </c:pt>
                <c:pt idx="14030">
                  <c:v>0</c:v>
                </c:pt>
                <c:pt idx="14031">
                  <c:v>0</c:v>
                </c:pt>
                <c:pt idx="14032">
                  <c:v>0</c:v>
                </c:pt>
                <c:pt idx="14033">
                  <c:v>0</c:v>
                </c:pt>
                <c:pt idx="14034">
                  <c:v>0</c:v>
                </c:pt>
                <c:pt idx="14035">
                  <c:v>0</c:v>
                </c:pt>
                <c:pt idx="14036">
                  <c:v>0</c:v>
                </c:pt>
                <c:pt idx="14037">
                  <c:v>0</c:v>
                </c:pt>
                <c:pt idx="14038">
                  <c:v>0</c:v>
                </c:pt>
                <c:pt idx="14039">
                  <c:v>0</c:v>
                </c:pt>
                <c:pt idx="14040">
                  <c:v>0</c:v>
                </c:pt>
                <c:pt idx="14041">
                  <c:v>0</c:v>
                </c:pt>
                <c:pt idx="14042">
                  <c:v>0</c:v>
                </c:pt>
                <c:pt idx="14043">
                  <c:v>0</c:v>
                </c:pt>
                <c:pt idx="14044">
                  <c:v>0</c:v>
                </c:pt>
                <c:pt idx="14045">
                  <c:v>0</c:v>
                </c:pt>
                <c:pt idx="14046">
                  <c:v>0</c:v>
                </c:pt>
                <c:pt idx="14047">
                  <c:v>0</c:v>
                </c:pt>
                <c:pt idx="14048">
                  <c:v>0</c:v>
                </c:pt>
                <c:pt idx="14049">
                  <c:v>0</c:v>
                </c:pt>
                <c:pt idx="14050">
                  <c:v>0</c:v>
                </c:pt>
                <c:pt idx="14051">
                  <c:v>0</c:v>
                </c:pt>
                <c:pt idx="14052">
                  <c:v>0</c:v>
                </c:pt>
                <c:pt idx="14053">
                  <c:v>0</c:v>
                </c:pt>
                <c:pt idx="14054">
                  <c:v>0</c:v>
                </c:pt>
                <c:pt idx="14055">
                  <c:v>0</c:v>
                </c:pt>
                <c:pt idx="14056">
                  <c:v>0</c:v>
                </c:pt>
                <c:pt idx="14057">
                  <c:v>0</c:v>
                </c:pt>
                <c:pt idx="14058">
                  <c:v>0</c:v>
                </c:pt>
                <c:pt idx="14059">
                  <c:v>0</c:v>
                </c:pt>
                <c:pt idx="14060">
                  <c:v>0</c:v>
                </c:pt>
                <c:pt idx="14061">
                  <c:v>0</c:v>
                </c:pt>
                <c:pt idx="14062">
                  <c:v>0</c:v>
                </c:pt>
                <c:pt idx="14063">
                  <c:v>0</c:v>
                </c:pt>
                <c:pt idx="14064">
                  <c:v>0</c:v>
                </c:pt>
                <c:pt idx="14065">
                  <c:v>0</c:v>
                </c:pt>
                <c:pt idx="14066">
                  <c:v>0</c:v>
                </c:pt>
                <c:pt idx="14067">
                  <c:v>0</c:v>
                </c:pt>
                <c:pt idx="14068">
                  <c:v>0</c:v>
                </c:pt>
                <c:pt idx="14069">
                  <c:v>0</c:v>
                </c:pt>
                <c:pt idx="14070">
                  <c:v>0</c:v>
                </c:pt>
                <c:pt idx="14071">
                  <c:v>0</c:v>
                </c:pt>
                <c:pt idx="14072">
                  <c:v>0</c:v>
                </c:pt>
                <c:pt idx="14073">
                  <c:v>0</c:v>
                </c:pt>
                <c:pt idx="14074">
                  <c:v>0</c:v>
                </c:pt>
                <c:pt idx="14075">
                  <c:v>0</c:v>
                </c:pt>
                <c:pt idx="14076">
                  <c:v>0</c:v>
                </c:pt>
                <c:pt idx="14077">
                  <c:v>0</c:v>
                </c:pt>
                <c:pt idx="14078">
                  <c:v>0</c:v>
                </c:pt>
                <c:pt idx="14079">
                  <c:v>0</c:v>
                </c:pt>
                <c:pt idx="14080">
                  <c:v>0</c:v>
                </c:pt>
                <c:pt idx="14081">
                  <c:v>0</c:v>
                </c:pt>
                <c:pt idx="14082">
                  <c:v>0</c:v>
                </c:pt>
                <c:pt idx="14083">
                  <c:v>0</c:v>
                </c:pt>
                <c:pt idx="14084">
                  <c:v>0</c:v>
                </c:pt>
                <c:pt idx="14085">
                  <c:v>0</c:v>
                </c:pt>
                <c:pt idx="14086">
                  <c:v>0</c:v>
                </c:pt>
                <c:pt idx="14087">
                  <c:v>0</c:v>
                </c:pt>
                <c:pt idx="14088">
                  <c:v>0</c:v>
                </c:pt>
                <c:pt idx="14089">
                  <c:v>0</c:v>
                </c:pt>
                <c:pt idx="14090">
                  <c:v>0</c:v>
                </c:pt>
                <c:pt idx="14091">
                  <c:v>0</c:v>
                </c:pt>
                <c:pt idx="14092">
                  <c:v>0</c:v>
                </c:pt>
                <c:pt idx="14093">
                  <c:v>0</c:v>
                </c:pt>
                <c:pt idx="14094">
                  <c:v>0</c:v>
                </c:pt>
                <c:pt idx="14095">
                  <c:v>0</c:v>
                </c:pt>
                <c:pt idx="14096">
                  <c:v>0</c:v>
                </c:pt>
                <c:pt idx="14097">
                  <c:v>0</c:v>
                </c:pt>
                <c:pt idx="14098">
                  <c:v>0</c:v>
                </c:pt>
                <c:pt idx="14099">
                  <c:v>0</c:v>
                </c:pt>
                <c:pt idx="14100">
                  <c:v>0</c:v>
                </c:pt>
                <c:pt idx="14101">
                  <c:v>0</c:v>
                </c:pt>
                <c:pt idx="14102">
                  <c:v>0</c:v>
                </c:pt>
                <c:pt idx="14103">
                  <c:v>0</c:v>
                </c:pt>
                <c:pt idx="14104">
                  <c:v>0</c:v>
                </c:pt>
                <c:pt idx="14105">
                  <c:v>0</c:v>
                </c:pt>
                <c:pt idx="14106">
                  <c:v>0</c:v>
                </c:pt>
                <c:pt idx="14107">
                  <c:v>0</c:v>
                </c:pt>
                <c:pt idx="14108">
                  <c:v>0</c:v>
                </c:pt>
                <c:pt idx="14109">
                  <c:v>0</c:v>
                </c:pt>
                <c:pt idx="14110">
                  <c:v>0</c:v>
                </c:pt>
                <c:pt idx="14111">
                  <c:v>0</c:v>
                </c:pt>
                <c:pt idx="14112">
                  <c:v>0</c:v>
                </c:pt>
                <c:pt idx="14113">
                  <c:v>0</c:v>
                </c:pt>
                <c:pt idx="14114">
                  <c:v>0</c:v>
                </c:pt>
                <c:pt idx="14115">
                  <c:v>0</c:v>
                </c:pt>
                <c:pt idx="14116">
                  <c:v>0</c:v>
                </c:pt>
                <c:pt idx="14117">
                  <c:v>0</c:v>
                </c:pt>
                <c:pt idx="14118">
                  <c:v>0</c:v>
                </c:pt>
                <c:pt idx="14119">
                  <c:v>0</c:v>
                </c:pt>
                <c:pt idx="14120">
                  <c:v>0</c:v>
                </c:pt>
                <c:pt idx="14121">
                  <c:v>0</c:v>
                </c:pt>
                <c:pt idx="14122">
                  <c:v>0</c:v>
                </c:pt>
                <c:pt idx="14123">
                  <c:v>0</c:v>
                </c:pt>
                <c:pt idx="14124">
                  <c:v>0</c:v>
                </c:pt>
                <c:pt idx="14125">
                  <c:v>0</c:v>
                </c:pt>
                <c:pt idx="14126">
                  <c:v>0</c:v>
                </c:pt>
                <c:pt idx="14127">
                  <c:v>0</c:v>
                </c:pt>
                <c:pt idx="14128">
                  <c:v>0</c:v>
                </c:pt>
                <c:pt idx="14129">
                  <c:v>0</c:v>
                </c:pt>
                <c:pt idx="14130">
                  <c:v>0</c:v>
                </c:pt>
                <c:pt idx="14131">
                  <c:v>0</c:v>
                </c:pt>
                <c:pt idx="14132">
                  <c:v>0</c:v>
                </c:pt>
                <c:pt idx="14133">
                  <c:v>0</c:v>
                </c:pt>
                <c:pt idx="14134">
                  <c:v>0</c:v>
                </c:pt>
                <c:pt idx="14135">
                  <c:v>0</c:v>
                </c:pt>
                <c:pt idx="14136">
                  <c:v>0</c:v>
                </c:pt>
                <c:pt idx="14137">
                  <c:v>0</c:v>
                </c:pt>
                <c:pt idx="14138">
                  <c:v>0</c:v>
                </c:pt>
                <c:pt idx="14139">
                  <c:v>0</c:v>
                </c:pt>
                <c:pt idx="14140">
                  <c:v>0</c:v>
                </c:pt>
                <c:pt idx="14141">
                  <c:v>0</c:v>
                </c:pt>
                <c:pt idx="14142">
                  <c:v>0</c:v>
                </c:pt>
                <c:pt idx="14143">
                  <c:v>0</c:v>
                </c:pt>
                <c:pt idx="14144">
                  <c:v>0</c:v>
                </c:pt>
                <c:pt idx="14145">
                  <c:v>0</c:v>
                </c:pt>
                <c:pt idx="14146">
                  <c:v>0</c:v>
                </c:pt>
                <c:pt idx="14147">
                  <c:v>0</c:v>
                </c:pt>
                <c:pt idx="14148">
                  <c:v>0</c:v>
                </c:pt>
                <c:pt idx="14149">
                  <c:v>0</c:v>
                </c:pt>
                <c:pt idx="14150">
                  <c:v>0</c:v>
                </c:pt>
                <c:pt idx="14151">
                  <c:v>0</c:v>
                </c:pt>
                <c:pt idx="14152">
                  <c:v>0</c:v>
                </c:pt>
                <c:pt idx="14153">
                  <c:v>0</c:v>
                </c:pt>
                <c:pt idx="14154">
                  <c:v>0</c:v>
                </c:pt>
                <c:pt idx="14155">
                  <c:v>0</c:v>
                </c:pt>
                <c:pt idx="14156">
                  <c:v>0</c:v>
                </c:pt>
                <c:pt idx="14157">
                  <c:v>0</c:v>
                </c:pt>
                <c:pt idx="14158">
                  <c:v>0</c:v>
                </c:pt>
                <c:pt idx="14159">
                  <c:v>0</c:v>
                </c:pt>
                <c:pt idx="14160">
                  <c:v>0</c:v>
                </c:pt>
                <c:pt idx="14161">
                  <c:v>0</c:v>
                </c:pt>
                <c:pt idx="14162">
                  <c:v>0</c:v>
                </c:pt>
                <c:pt idx="14163">
                  <c:v>0</c:v>
                </c:pt>
                <c:pt idx="14164">
                  <c:v>0</c:v>
                </c:pt>
                <c:pt idx="14165">
                  <c:v>0</c:v>
                </c:pt>
                <c:pt idx="14166">
                  <c:v>0</c:v>
                </c:pt>
                <c:pt idx="14167">
                  <c:v>0</c:v>
                </c:pt>
                <c:pt idx="14168">
                  <c:v>0</c:v>
                </c:pt>
                <c:pt idx="14169">
                  <c:v>0</c:v>
                </c:pt>
                <c:pt idx="14170">
                  <c:v>0</c:v>
                </c:pt>
                <c:pt idx="14171">
                  <c:v>0</c:v>
                </c:pt>
                <c:pt idx="14172">
                  <c:v>0</c:v>
                </c:pt>
                <c:pt idx="14173">
                  <c:v>0</c:v>
                </c:pt>
                <c:pt idx="14174">
                  <c:v>0</c:v>
                </c:pt>
                <c:pt idx="14175">
                  <c:v>0</c:v>
                </c:pt>
                <c:pt idx="14176">
                  <c:v>0</c:v>
                </c:pt>
                <c:pt idx="14177">
                  <c:v>0</c:v>
                </c:pt>
                <c:pt idx="14178">
                  <c:v>0</c:v>
                </c:pt>
                <c:pt idx="14179">
                  <c:v>0</c:v>
                </c:pt>
                <c:pt idx="14180">
                  <c:v>0</c:v>
                </c:pt>
                <c:pt idx="14181">
                  <c:v>0</c:v>
                </c:pt>
                <c:pt idx="14182">
                  <c:v>0</c:v>
                </c:pt>
                <c:pt idx="14183">
                  <c:v>0</c:v>
                </c:pt>
                <c:pt idx="14184">
                  <c:v>0</c:v>
                </c:pt>
                <c:pt idx="14185">
                  <c:v>0</c:v>
                </c:pt>
                <c:pt idx="14186">
                  <c:v>0</c:v>
                </c:pt>
                <c:pt idx="14187">
                  <c:v>0</c:v>
                </c:pt>
                <c:pt idx="14188">
                  <c:v>0</c:v>
                </c:pt>
                <c:pt idx="14189">
                  <c:v>0</c:v>
                </c:pt>
                <c:pt idx="14190">
                  <c:v>0</c:v>
                </c:pt>
                <c:pt idx="14191">
                  <c:v>0</c:v>
                </c:pt>
                <c:pt idx="14192">
                  <c:v>0</c:v>
                </c:pt>
                <c:pt idx="14193">
                  <c:v>0</c:v>
                </c:pt>
                <c:pt idx="14194">
                  <c:v>0</c:v>
                </c:pt>
                <c:pt idx="14195">
                  <c:v>0</c:v>
                </c:pt>
                <c:pt idx="14196">
                  <c:v>0</c:v>
                </c:pt>
                <c:pt idx="14197">
                  <c:v>0</c:v>
                </c:pt>
                <c:pt idx="14198">
                  <c:v>0</c:v>
                </c:pt>
                <c:pt idx="14199">
                  <c:v>0</c:v>
                </c:pt>
                <c:pt idx="14200">
                  <c:v>0</c:v>
                </c:pt>
                <c:pt idx="14201">
                  <c:v>0</c:v>
                </c:pt>
                <c:pt idx="14202">
                  <c:v>0</c:v>
                </c:pt>
                <c:pt idx="14203">
                  <c:v>0</c:v>
                </c:pt>
                <c:pt idx="14204">
                  <c:v>0</c:v>
                </c:pt>
                <c:pt idx="14205">
                  <c:v>0</c:v>
                </c:pt>
                <c:pt idx="14206">
                  <c:v>0</c:v>
                </c:pt>
                <c:pt idx="14207">
                  <c:v>0</c:v>
                </c:pt>
                <c:pt idx="14208">
                  <c:v>0</c:v>
                </c:pt>
                <c:pt idx="14209">
                  <c:v>0</c:v>
                </c:pt>
                <c:pt idx="14210">
                  <c:v>0</c:v>
                </c:pt>
                <c:pt idx="14211">
                  <c:v>0</c:v>
                </c:pt>
                <c:pt idx="14212">
                  <c:v>0</c:v>
                </c:pt>
                <c:pt idx="14213">
                  <c:v>0</c:v>
                </c:pt>
                <c:pt idx="14214">
                  <c:v>0</c:v>
                </c:pt>
                <c:pt idx="14215">
                  <c:v>0</c:v>
                </c:pt>
                <c:pt idx="14216">
                  <c:v>0</c:v>
                </c:pt>
                <c:pt idx="14217">
                  <c:v>0</c:v>
                </c:pt>
                <c:pt idx="14218">
                  <c:v>0</c:v>
                </c:pt>
                <c:pt idx="14219">
                  <c:v>0</c:v>
                </c:pt>
                <c:pt idx="14220">
                  <c:v>0</c:v>
                </c:pt>
                <c:pt idx="14221">
                  <c:v>0</c:v>
                </c:pt>
                <c:pt idx="14222">
                  <c:v>0</c:v>
                </c:pt>
                <c:pt idx="14223">
                  <c:v>0</c:v>
                </c:pt>
                <c:pt idx="14224">
                  <c:v>0</c:v>
                </c:pt>
                <c:pt idx="14225">
                  <c:v>0</c:v>
                </c:pt>
                <c:pt idx="14226">
                  <c:v>0</c:v>
                </c:pt>
                <c:pt idx="14227">
                  <c:v>0</c:v>
                </c:pt>
                <c:pt idx="14228">
                  <c:v>0</c:v>
                </c:pt>
                <c:pt idx="14229">
                  <c:v>0</c:v>
                </c:pt>
                <c:pt idx="14230">
                  <c:v>0</c:v>
                </c:pt>
                <c:pt idx="14231">
                  <c:v>0</c:v>
                </c:pt>
                <c:pt idx="14232">
                  <c:v>0</c:v>
                </c:pt>
                <c:pt idx="14233">
                  <c:v>0</c:v>
                </c:pt>
                <c:pt idx="14234">
                  <c:v>0</c:v>
                </c:pt>
                <c:pt idx="14235">
                  <c:v>0</c:v>
                </c:pt>
                <c:pt idx="14236">
                  <c:v>0</c:v>
                </c:pt>
                <c:pt idx="14237">
                  <c:v>0</c:v>
                </c:pt>
                <c:pt idx="14238">
                  <c:v>0</c:v>
                </c:pt>
                <c:pt idx="14239">
                  <c:v>0</c:v>
                </c:pt>
                <c:pt idx="14240">
                  <c:v>0</c:v>
                </c:pt>
                <c:pt idx="14241">
                  <c:v>0</c:v>
                </c:pt>
                <c:pt idx="14242">
                  <c:v>0</c:v>
                </c:pt>
                <c:pt idx="14243">
                  <c:v>0</c:v>
                </c:pt>
                <c:pt idx="14244">
                  <c:v>0</c:v>
                </c:pt>
                <c:pt idx="14245">
                  <c:v>0</c:v>
                </c:pt>
                <c:pt idx="14246">
                  <c:v>0</c:v>
                </c:pt>
                <c:pt idx="14247">
                  <c:v>0</c:v>
                </c:pt>
                <c:pt idx="14248">
                  <c:v>0</c:v>
                </c:pt>
                <c:pt idx="14249">
                  <c:v>0</c:v>
                </c:pt>
                <c:pt idx="14250">
                  <c:v>0</c:v>
                </c:pt>
                <c:pt idx="14251">
                  <c:v>0</c:v>
                </c:pt>
                <c:pt idx="14252">
                  <c:v>0</c:v>
                </c:pt>
                <c:pt idx="14253">
                  <c:v>0</c:v>
                </c:pt>
                <c:pt idx="14254">
                  <c:v>0</c:v>
                </c:pt>
                <c:pt idx="14255">
                  <c:v>0</c:v>
                </c:pt>
                <c:pt idx="14256">
                  <c:v>0</c:v>
                </c:pt>
                <c:pt idx="14257">
                  <c:v>0</c:v>
                </c:pt>
                <c:pt idx="14258">
                  <c:v>0</c:v>
                </c:pt>
                <c:pt idx="14259">
                  <c:v>0</c:v>
                </c:pt>
                <c:pt idx="14260">
                  <c:v>0</c:v>
                </c:pt>
                <c:pt idx="14261">
                  <c:v>0</c:v>
                </c:pt>
                <c:pt idx="14262">
                  <c:v>0</c:v>
                </c:pt>
                <c:pt idx="14263">
                  <c:v>0</c:v>
                </c:pt>
                <c:pt idx="14264">
                  <c:v>0</c:v>
                </c:pt>
                <c:pt idx="14265">
                  <c:v>0</c:v>
                </c:pt>
                <c:pt idx="14266">
                  <c:v>0</c:v>
                </c:pt>
                <c:pt idx="14267">
                  <c:v>0</c:v>
                </c:pt>
                <c:pt idx="14268">
                  <c:v>0</c:v>
                </c:pt>
                <c:pt idx="14269">
                  <c:v>0</c:v>
                </c:pt>
                <c:pt idx="14270">
                  <c:v>0</c:v>
                </c:pt>
                <c:pt idx="14271">
                  <c:v>0</c:v>
                </c:pt>
                <c:pt idx="14272">
                  <c:v>0</c:v>
                </c:pt>
                <c:pt idx="14273">
                  <c:v>0</c:v>
                </c:pt>
                <c:pt idx="14274">
                  <c:v>0</c:v>
                </c:pt>
                <c:pt idx="14275">
                  <c:v>0</c:v>
                </c:pt>
                <c:pt idx="14276">
                  <c:v>0</c:v>
                </c:pt>
                <c:pt idx="14277">
                  <c:v>0</c:v>
                </c:pt>
                <c:pt idx="14278">
                  <c:v>0</c:v>
                </c:pt>
                <c:pt idx="14279">
                  <c:v>0</c:v>
                </c:pt>
                <c:pt idx="14280">
                  <c:v>0</c:v>
                </c:pt>
                <c:pt idx="14281">
                  <c:v>0</c:v>
                </c:pt>
                <c:pt idx="14282">
                  <c:v>0</c:v>
                </c:pt>
                <c:pt idx="14283">
                  <c:v>0</c:v>
                </c:pt>
                <c:pt idx="14284">
                  <c:v>0</c:v>
                </c:pt>
                <c:pt idx="14285">
                  <c:v>0</c:v>
                </c:pt>
                <c:pt idx="14286">
                  <c:v>0</c:v>
                </c:pt>
                <c:pt idx="14287">
                  <c:v>0</c:v>
                </c:pt>
                <c:pt idx="14288">
                  <c:v>0</c:v>
                </c:pt>
                <c:pt idx="14289">
                  <c:v>0</c:v>
                </c:pt>
                <c:pt idx="14290">
                  <c:v>0</c:v>
                </c:pt>
                <c:pt idx="14291">
                  <c:v>0</c:v>
                </c:pt>
                <c:pt idx="14292">
                  <c:v>0</c:v>
                </c:pt>
                <c:pt idx="14293">
                  <c:v>0</c:v>
                </c:pt>
                <c:pt idx="14294">
                  <c:v>0</c:v>
                </c:pt>
                <c:pt idx="14295">
                  <c:v>0</c:v>
                </c:pt>
                <c:pt idx="14296">
                  <c:v>0</c:v>
                </c:pt>
                <c:pt idx="14297">
                  <c:v>0</c:v>
                </c:pt>
                <c:pt idx="14298">
                  <c:v>0</c:v>
                </c:pt>
                <c:pt idx="14299">
                  <c:v>0</c:v>
                </c:pt>
                <c:pt idx="14300">
                  <c:v>0</c:v>
                </c:pt>
                <c:pt idx="14301">
                  <c:v>0</c:v>
                </c:pt>
                <c:pt idx="14302">
                  <c:v>0</c:v>
                </c:pt>
                <c:pt idx="14303">
                  <c:v>0</c:v>
                </c:pt>
                <c:pt idx="14304">
                  <c:v>0</c:v>
                </c:pt>
                <c:pt idx="14305">
                  <c:v>0</c:v>
                </c:pt>
                <c:pt idx="14306">
                  <c:v>0</c:v>
                </c:pt>
                <c:pt idx="14307">
                  <c:v>0</c:v>
                </c:pt>
                <c:pt idx="14308">
                  <c:v>0</c:v>
                </c:pt>
                <c:pt idx="14309">
                  <c:v>0</c:v>
                </c:pt>
                <c:pt idx="14310">
                  <c:v>0</c:v>
                </c:pt>
                <c:pt idx="14311">
                  <c:v>0</c:v>
                </c:pt>
                <c:pt idx="14312">
                  <c:v>0</c:v>
                </c:pt>
                <c:pt idx="14313">
                  <c:v>0</c:v>
                </c:pt>
                <c:pt idx="14314">
                  <c:v>0</c:v>
                </c:pt>
                <c:pt idx="14315">
                  <c:v>0</c:v>
                </c:pt>
                <c:pt idx="14316">
                  <c:v>0</c:v>
                </c:pt>
                <c:pt idx="14317">
                  <c:v>0</c:v>
                </c:pt>
                <c:pt idx="14318">
                  <c:v>0</c:v>
                </c:pt>
                <c:pt idx="14319">
                  <c:v>0</c:v>
                </c:pt>
                <c:pt idx="14320">
                  <c:v>0</c:v>
                </c:pt>
                <c:pt idx="14321">
                  <c:v>0</c:v>
                </c:pt>
                <c:pt idx="14322">
                  <c:v>0</c:v>
                </c:pt>
                <c:pt idx="14323">
                  <c:v>0</c:v>
                </c:pt>
                <c:pt idx="14324">
                  <c:v>0</c:v>
                </c:pt>
                <c:pt idx="14325">
                  <c:v>0</c:v>
                </c:pt>
                <c:pt idx="14326">
                  <c:v>0</c:v>
                </c:pt>
                <c:pt idx="14327">
                  <c:v>0</c:v>
                </c:pt>
                <c:pt idx="14328">
                  <c:v>0</c:v>
                </c:pt>
                <c:pt idx="14329">
                  <c:v>0</c:v>
                </c:pt>
                <c:pt idx="14330">
                  <c:v>0</c:v>
                </c:pt>
                <c:pt idx="14331">
                  <c:v>0</c:v>
                </c:pt>
                <c:pt idx="14332">
                  <c:v>0</c:v>
                </c:pt>
                <c:pt idx="14333">
                  <c:v>0</c:v>
                </c:pt>
                <c:pt idx="14334">
                  <c:v>0</c:v>
                </c:pt>
                <c:pt idx="14335">
                  <c:v>0</c:v>
                </c:pt>
                <c:pt idx="14336">
                  <c:v>0</c:v>
                </c:pt>
                <c:pt idx="14337">
                  <c:v>0</c:v>
                </c:pt>
                <c:pt idx="14338">
                  <c:v>0</c:v>
                </c:pt>
                <c:pt idx="14339">
                  <c:v>0</c:v>
                </c:pt>
                <c:pt idx="14340">
                  <c:v>0</c:v>
                </c:pt>
                <c:pt idx="14341">
                  <c:v>0</c:v>
                </c:pt>
                <c:pt idx="14342">
                  <c:v>0</c:v>
                </c:pt>
                <c:pt idx="14343">
                  <c:v>0</c:v>
                </c:pt>
                <c:pt idx="14344">
                  <c:v>0</c:v>
                </c:pt>
                <c:pt idx="14345">
                  <c:v>0</c:v>
                </c:pt>
                <c:pt idx="14346">
                  <c:v>0</c:v>
                </c:pt>
                <c:pt idx="14347">
                  <c:v>0</c:v>
                </c:pt>
                <c:pt idx="14348">
                  <c:v>0</c:v>
                </c:pt>
                <c:pt idx="14349">
                  <c:v>0</c:v>
                </c:pt>
                <c:pt idx="14350">
                  <c:v>0</c:v>
                </c:pt>
                <c:pt idx="14351">
                  <c:v>0</c:v>
                </c:pt>
                <c:pt idx="14352">
                  <c:v>0</c:v>
                </c:pt>
                <c:pt idx="14353">
                  <c:v>0</c:v>
                </c:pt>
                <c:pt idx="14354">
                  <c:v>0</c:v>
                </c:pt>
                <c:pt idx="14355">
                  <c:v>0</c:v>
                </c:pt>
                <c:pt idx="14356">
                  <c:v>0</c:v>
                </c:pt>
                <c:pt idx="14357">
                  <c:v>0</c:v>
                </c:pt>
                <c:pt idx="14358">
                  <c:v>0</c:v>
                </c:pt>
                <c:pt idx="14359">
                  <c:v>0</c:v>
                </c:pt>
                <c:pt idx="14360">
                  <c:v>0</c:v>
                </c:pt>
                <c:pt idx="14361">
                  <c:v>0</c:v>
                </c:pt>
                <c:pt idx="14362">
                  <c:v>0</c:v>
                </c:pt>
                <c:pt idx="14363">
                  <c:v>0</c:v>
                </c:pt>
                <c:pt idx="14364">
                  <c:v>0</c:v>
                </c:pt>
                <c:pt idx="14365">
                  <c:v>0</c:v>
                </c:pt>
                <c:pt idx="14366">
                  <c:v>0</c:v>
                </c:pt>
                <c:pt idx="14367">
                  <c:v>0</c:v>
                </c:pt>
                <c:pt idx="14368">
                  <c:v>0</c:v>
                </c:pt>
                <c:pt idx="14369">
                  <c:v>0</c:v>
                </c:pt>
                <c:pt idx="14370">
                  <c:v>0</c:v>
                </c:pt>
                <c:pt idx="14371">
                  <c:v>0</c:v>
                </c:pt>
                <c:pt idx="14372">
                  <c:v>0</c:v>
                </c:pt>
                <c:pt idx="14373">
                  <c:v>0</c:v>
                </c:pt>
                <c:pt idx="14374">
                  <c:v>0</c:v>
                </c:pt>
                <c:pt idx="14375">
                  <c:v>0</c:v>
                </c:pt>
                <c:pt idx="14376">
                  <c:v>0</c:v>
                </c:pt>
                <c:pt idx="14377">
                  <c:v>0</c:v>
                </c:pt>
                <c:pt idx="14378">
                  <c:v>0</c:v>
                </c:pt>
                <c:pt idx="14379">
                  <c:v>0</c:v>
                </c:pt>
                <c:pt idx="14380">
                  <c:v>0</c:v>
                </c:pt>
                <c:pt idx="14381">
                  <c:v>0</c:v>
                </c:pt>
                <c:pt idx="14382">
                  <c:v>0</c:v>
                </c:pt>
                <c:pt idx="14383">
                  <c:v>0</c:v>
                </c:pt>
                <c:pt idx="14384">
                  <c:v>0</c:v>
                </c:pt>
                <c:pt idx="14385">
                  <c:v>0</c:v>
                </c:pt>
                <c:pt idx="14386">
                  <c:v>0</c:v>
                </c:pt>
                <c:pt idx="14387">
                  <c:v>0</c:v>
                </c:pt>
                <c:pt idx="14388">
                  <c:v>0</c:v>
                </c:pt>
                <c:pt idx="14389">
                  <c:v>0</c:v>
                </c:pt>
                <c:pt idx="14390">
                  <c:v>0</c:v>
                </c:pt>
                <c:pt idx="14391">
                  <c:v>0</c:v>
                </c:pt>
                <c:pt idx="14392">
                  <c:v>0</c:v>
                </c:pt>
                <c:pt idx="14393">
                  <c:v>0</c:v>
                </c:pt>
                <c:pt idx="14394">
                  <c:v>0</c:v>
                </c:pt>
                <c:pt idx="14395">
                  <c:v>0</c:v>
                </c:pt>
                <c:pt idx="14396">
                  <c:v>0</c:v>
                </c:pt>
                <c:pt idx="14397">
                  <c:v>0</c:v>
                </c:pt>
                <c:pt idx="14398">
                  <c:v>0</c:v>
                </c:pt>
                <c:pt idx="14399">
                  <c:v>0</c:v>
                </c:pt>
                <c:pt idx="14400">
                  <c:v>0</c:v>
                </c:pt>
                <c:pt idx="14401">
                  <c:v>0</c:v>
                </c:pt>
                <c:pt idx="14402">
                  <c:v>0</c:v>
                </c:pt>
                <c:pt idx="14403">
                  <c:v>0</c:v>
                </c:pt>
                <c:pt idx="14404">
                  <c:v>0</c:v>
                </c:pt>
                <c:pt idx="14405">
                  <c:v>0</c:v>
                </c:pt>
                <c:pt idx="14406">
                  <c:v>0</c:v>
                </c:pt>
                <c:pt idx="14407">
                  <c:v>0</c:v>
                </c:pt>
                <c:pt idx="14408">
                  <c:v>0</c:v>
                </c:pt>
                <c:pt idx="14409">
                  <c:v>0</c:v>
                </c:pt>
                <c:pt idx="14410">
                  <c:v>0</c:v>
                </c:pt>
                <c:pt idx="14411">
                  <c:v>0</c:v>
                </c:pt>
                <c:pt idx="14412">
                  <c:v>0</c:v>
                </c:pt>
                <c:pt idx="14413">
                  <c:v>0</c:v>
                </c:pt>
                <c:pt idx="14414">
                  <c:v>0</c:v>
                </c:pt>
                <c:pt idx="14415">
                  <c:v>0</c:v>
                </c:pt>
                <c:pt idx="14416">
                  <c:v>0</c:v>
                </c:pt>
                <c:pt idx="14417">
                  <c:v>0</c:v>
                </c:pt>
                <c:pt idx="14418">
                  <c:v>0</c:v>
                </c:pt>
                <c:pt idx="14419">
                  <c:v>0</c:v>
                </c:pt>
                <c:pt idx="14420">
                  <c:v>0</c:v>
                </c:pt>
                <c:pt idx="14421">
                  <c:v>0</c:v>
                </c:pt>
                <c:pt idx="14422">
                  <c:v>0</c:v>
                </c:pt>
                <c:pt idx="14423">
                  <c:v>0</c:v>
                </c:pt>
                <c:pt idx="14424">
                  <c:v>0</c:v>
                </c:pt>
                <c:pt idx="14425">
                  <c:v>0</c:v>
                </c:pt>
                <c:pt idx="14426">
                  <c:v>0</c:v>
                </c:pt>
                <c:pt idx="14427">
                  <c:v>0</c:v>
                </c:pt>
                <c:pt idx="14428">
                  <c:v>0</c:v>
                </c:pt>
                <c:pt idx="14429">
                  <c:v>0</c:v>
                </c:pt>
                <c:pt idx="14430">
                  <c:v>0</c:v>
                </c:pt>
                <c:pt idx="14431">
                  <c:v>0</c:v>
                </c:pt>
                <c:pt idx="14432">
                  <c:v>0</c:v>
                </c:pt>
                <c:pt idx="14433">
                  <c:v>0</c:v>
                </c:pt>
                <c:pt idx="14434">
                  <c:v>0</c:v>
                </c:pt>
                <c:pt idx="14435">
                  <c:v>0</c:v>
                </c:pt>
                <c:pt idx="14436">
                  <c:v>0</c:v>
                </c:pt>
                <c:pt idx="14437">
                  <c:v>0</c:v>
                </c:pt>
                <c:pt idx="14438">
                  <c:v>0</c:v>
                </c:pt>
                <c:pt idx="14439">
                  <c:v>0</c:v>
                </c:pt>
                <c:pt idx="14440">
                  <c:v>0</c:v>
                </c:pt>
                <c:pt idx="14441">
                  <c:v>0</c:v>
                </c:pt>
                <c:pt idx="14442">
                  <c:v>0</c:v>
                </c:pt>
                <c:pt idx="14443">
                  <c:v>0</c:v>
                </c:pt>
                <c:pt idx="14444">
                  <c:v>0</c:v>
                </c:pt>
                <c:pt idx="14445">
                  <c:v>0</c:v>
                </c:pt>
                <c:pt idx="14446">
                  <c:v>0</c:v>
                </c:pt>
                <c:pt idx="14447">
                  <c:v>0</c:v>
                </c:pt>
                <c:pt idx="14448">
                  <c:v>0</c:v>
                </c:pt>
                <c:pt idx="14449">
                  <c:v>0</c:v>
                </c:pt>
                <c:pt idx="14450">
                  <c:v>0</c:v>
                </c:pt>
                <c:pt idx="14451">
                  <c:v>0</c:v>
                </c:pt>
                <c:pt idx="14452">
                  <c:v>0</c:v>
                </c:pt>
                <c:pt idx="14453">
                  <c:v>0</c:v>
                </c:pt>
                <c:pt idx="14454">
                  <c:v>0</c:v>
                </c:pt>
                <c:pt idx="14455">
                  <c:v>0</c:v>
                </c:pt>
                <c:pt idx="14456">
                  <c:v>0</c:v>
                </c:pt>
                <c:pt idx="14457">
                  <c:v>0</c:v>
                </c:pt>
                <c:pt idx="14458">
                  <c:v>0</c:v>
                </c:pt>
                <c:pt idx="14459">
                  <c:v>0</c:v>
                </c:pt>
                <c:pt idx="14460">
                  <c:v>0</c:v>
                </c:pt>
                <c:pt idx="14461">
                  <c:v>0</c:v>
                </c:pt>
                <c:pt idx="14462">
                  <c:v>0</c:v>
                </c:pt>
                <c:pt idx="14463">
                  <c:v>0</c:v>
                </c:pt>
                <c:pt idx="14464">
                  <c:v>0</c:v>
                </c:pt>
                <c:pt idx="14465">
                  <c:v>0</c:v>
                </c:pt>
                <c:pt idx="14466">
                  <c:v>0</c:v>
                </c:pt>
                <c:pt idx="14467">
                  <c:v>0</c:v>
                </c:pt>
                <c:pt idx="14468">
                  <c:v>0</c:v>
                </c:pt>
                <c:pt idx="14469">
                  <c:v>0</c:v>
                </c:pt>
                <c:pt idx="14470">
                  <c:v>0</c:v>
                </c:pt>
                <c:pt idx="14471">
                  <c:v>0</c:v>
                </c:pt>
                <c:pt idx="14472">
                  <c:v>0</c:v>
                </c:pt>
                <c:pt idx="14473">
                  <c:v>0</c:v>
                </c:pt>
                <c:pt idx="14474">
                  <c:v>0</c:v>
                </c:pt>
                <c:pt idx="14475">
                  <c:v>0</c:v>
                </c:pt>
                <c:pt idx="14476">
                  <c:v>0</c:v>
                </c:pt>
                <c:pt idx="14477">
                  <c:v>0</c:v>
                </c:pt>
                <c:pt idx="14478">
                  <c:v>0</c:v>
                </c:pt>
                <c:pt idx="14479">
                  <c:v>0</c:v>
                </c:pt>
                <c:pt idx="14480">
                  <c:v>0</c:v>
                </c:pt>
                <c:pt idx="14481">
                  <c:v>0</c:v>
                </c:pt>
                <c:pt idx="14482">
                  <c:v>0</c:v>
                </c:pt>
                <c:pt idx="14483">
                  <c:v>0</c:v>
                </c:pt>
                <c:pt idx="14484">
                  <c:v>0</c:v>
                </c:pt>
                <c:pt idx="14485">
                  <c:v>0</c:v>
                </c:pt>
                <c:pt idx="14486">
                  <c:v>0</c:v>
                </c:pt>
                <c:pt idx="14487">
                  <c:v>0</c:v>
                </c:pt>
                <c:pt idx="14488">
                  <c:v>0</c:v>
                </c:pt>
                <c:pt idx="14489">
                  <c:v>0</c:v>
                </c:pt>
                <c:pt idx="14490">
                  <c:v>0</c:v>
                </c:pt>
                <c:pt idx="14491">
                  <c:v>0</c:v>
                </c:pt>
                <c:pt idx="14492">
                  <c:v>0</c:v>
                </c:pt>
                <c:pt idx="14493">
                  <c:v>0</c:v>
                </c:pt>
                <c:pt idx="14494">
                  <c:v>0</c:v>
                </c:pt>
                <c:pt idx="14495">
                  <c:v>0</c:v>
                </c:pt>
                <c:pt idx="14496">
                  <c:v>0</c:v>
                </c:pt>
                <c:pt idx="14497">
                  <c:v>0</c:v>
                </c:pt>
                <c:pt idx="14498">
                  <c:v>0</c:v>
                </c:pt>
                <c:pt idx="14499">
                  <c:v>0</c:v>
                </c:pt>
                <c:pt idx="14500">
                  <c:v>0</c:v>
                </c:pt>
                <c:pt idx="14501">
                  <c:v>0</c:v>
                </c:pt>
                <c:pt idx="14502">
                  <c:v>0</c:v>
                </c:pt>
                <c:pt idx="14503">
                  <c:v>0</c:v>
                </c:pt>
                <c:pt idx="14504">
                  <c:v>0</c:v>
                </c:pt>
                <c:pt idx="14505">
                  <c:v>0</c:v>
                </c:pt>
                <c:pt idx="14506">
                  <c:v>0</c:v>
                </c:pt>
                <c:pt idx="14507">
                  <c:v>0</c:v>
                </c:pt>
                <c:pt idx="14508">
                  <c:v>0</c:v>
                </c:pt>
                <c:pt idx="14509">
                  <c:v>0</c:v>
                </c:pt>
                <c:pt idx="14510">
                  <c:v>0</c:v>
                </c:pt>
                <c:pt idx="14511">
                  <c:v>0</c:v>
                </c:pt>
                <c:pt idx="14512">
                  <c:v>0</c:v>
                </c:pt>
                <c:pt idx="14513">
                  <c:v>0</c:v>
                </c:pt>
                <c:pt idx="14514">
                  <c:v>0</c:v>
                </c:pt>
                <c:pt idx="14515">
                  <c:v>0</c:v>
                </c:pt>
                <c:pt idx="14516">
                  <c:v>0</c:v>
                </c:pt>
                <c:pt idx="14517">
                  <c:v>0</c:v>
                </c:pt>
                <c:pt idx="14518">
                  <c:v>0</c:v>
                </c:pt>
                <c:pt idx="14519">
                  <c:v>0</c:v>
                </c:pt>
                <c:pt idx="14520">
                  <c:v>0</c:v>
                </c:pt>
                <c:pt idx="14521">
                  <c:v>0</c:v>
                </c:pt>
                <c:pt idx="14522">
                  <c:v>0</c:v>
                </c:pt>
                <c:pt idx="14523">
                  <c:v>0</c:v>
                </c:pt>
                <c:pt idx="14524">
                  <c:v>0</c:v>
                </c:pt>
                <c:pt idx="14525">
                  <c:v>0</c:v>
                </c:pt>
                <c:pt idx="14526">
                  <c:v>0</c:v>
                </c:pt>
                <c:pt idx="14527">
                  <c:v>0</c:v>
                </c:pt>
                <c:pt idx="14528">
                  <c:v>0</c:v>
                </c:pt>
                <c:pt idx="14529">
                  <c:v>0</c:v>
                </c:pt>
                <c:pt idx="14530">
                  <c:v>0</c:v>
                </c:pt>
                <c:pt idx="14531">
                  <c:v>0</c:v>
                </c:pt>
                <c:pt idx="14532">
                  <c:v>0</c:v>
                </c:pt>
                <c:pt idx="14533">
                  <c:v>0</c:v>
                </c:pt>
                <c:pt idx="14534">
                  <c:v>0</c:v>
                </c:pt>
                <c:pt idx="14535">
                  <c:v>0</c:v>
                </c:pt>
                <c:pt idx="14536">
                  <c:v>0</c:v>
                </c:pt>
                <c:pt idx="14537">
                  <c:v>0</c:v>
                </c:pt>
                <c:pt idx="14538">
                  <c:v>0</c:v>
                </c:pt>
                <c:pt idx="14539">
                  <c:v>0</c:v>
                </c:pt>
                <c:pt idx="14540">
                  <c:v>0</c:v>
                </c:pt>
                <c:pt idx="14541">
                  <c:v>0</c:v>
                </c:pt>
                <c:pt idx="14542">
                  <c:v>0</c:v>
                </c:pt>
                <c:pt idx="14543">
                  <c:v>0</c:v>
                </c:pt>
                <c:pt idx="14544">
                  <c:v>0</c:v>
                </c:pt>
                <c:pt idx="14545">
                  <c:v>0</c:v>
                </c:pt>
                <c:pt idx="14546">
                  <c:v>0</c:v>
                </c:pt>
                <c:pt idx="14547">
                  <c:v>0</c:v>
                </c:pt>
                <c:pt idx="14548">
                  <c:v>0</c:v>
                </c:pt>
                <c:pt idx="14549">
                  <c:v>0</c:v>
                </c:pt>
                <c:pt idx="14550">
                  <c:v>0</c:v>
                </c:pt>
                <c:pt idx="14551">
                  <c:v>0</c:v>
                </c:pt>
                <c:pt idx="14552">
                  <c:v>0</c:v>
                </c:pt>
                <c:pt idx="14553">
                  <c:v>0</c:v>
                </c:pt>
                <c:pt idx="14554">
                  <c:v>0</c:v>
                </c:pt>
                <c:pt idx="14555">
                  <c:v>0</c:v>
                </c:pt>
                <c:pt idx="14556">
                  <c:v>0</c:v>
                </c:pt>
                <c:pt idx="14557">
                  <c:v>0</c:v>
                </c:pt>
                <c:pt idx="14558">
                  <c:v>0</c:v>
                </c:pt>
                <c:pt idx="14559">
                  <c:v>0</c:v>
                </c:pt>
                <c:pt idx="14560">
                  <c:v>0</c:v>
                </c:pt>
                <c:pt idx="14561">
                  <c:v>0</c:v>
                </c:pt>
                <c:pt idx="14562">
                  <c:v>0</c:v>
                </c:pt>
                <c:pt idx="14563">
                  <c:v>0</c:v>
                </c:pt>
                <c:pt idx="14564">
                  <c:v>0</c:v>
                </c:pt>
                <c:pt idx="14565">
                  <c:v>0</c:v>
                </c:pt>
                <c:pt idx="14566">
                  <c:v>0</c:v>
                </c:pt>
                <c:pt idx="14567">
                  <c:v>0</c:v>
                </c:pt>
                <c:pt idx="14568">
                  <c:v>0</c:v>
                </c:pt>
                <c:pt idx="14569">
                  <c:v>0</c:v>
                </c:pt>
                <c:pt idx="14570">
                  <c:v>0</c:v>
                </c:pt>
                <c:pt idx="14571">
                  <c:v>0</c:v>
                </c:pt>
                <c:pt idx="14572">
                  <c:v>0</c:v>
                </c:pt>
                <c:pt idx="14573">
                  <c:v>0</c:v>
                </c:pt>
                <c:pt idx="14574">
                  <c:v>0</c:v>
                </c:pt>
                <c:pt idx="14575">
                  <c:v>0</c:v>
                </c:pt>
                <c:pt idx="14576">
                  <c:v>0</c:v>
                </c:pt>
                <c:pt idx="14577">
                  <c:v>0</c:v>
                </c:pt>
                <c:pt idx="14578">
                  <c:v>0</c:v>
                </c:pt>
                <c:pt idx="14579">
                  <c:v>0</c:v>
                </c:pt>
                <c:pt idx="14580">
                  <c:v>0</c:v>
                </c:pt>
                <c:pt idx="14581">
                  <c:v>0</c:v>
                </c:pt>
                <c:pt idx="14582">
                  <c:v>0</c:v>
                </c:pt>
                <c:pt idx="14583">
                  <c:v>0</c:v>
                </c:pt>
                <c:pt idx="14584">
                  <c:v>0</c:v>
                </c:pt>
                <c:pt idx="14585">
                  <c:v>0</c:v>
                </c:pt>
                <c:pt idx="14586">
                  <c:v>0</c:v>
                </c:pt>
                <c:pt idx="14587">
                  <c:v>0</c:v>
                </c:pt>
                <c:pt idx="14588">
                  <c:v>0</c:v>
                </c:pt>
                <c:pt idx="14589">
                  <c:v>0</c:v>
                </c:pt>
                <c:pt idx="14590">
                  <c:v>0</c:v>
                </c:pt>
                <c:pt idx="14591">
                  <c:v>0</c:v>
                </c:pt>
                <c:pt idx="14592">
                  <c:v>0</c:v>
                </c:pt>
                <c:pt idx="14593">
                  <c:v>0</c:v>
                </c:pt>
                <c:pt idx="14594">
                  <c:v>0</c:v>
                </c:pt>
                <c:pt idx="14595">
                  <c:v>0</c:v>
                </c:pt>
                <c:pt idx="14596">
                  <c:v>0</c:v>
                </c:pt>
                <c:pt idx="14597">
                  <c:v>0</c:v>
                </c:pt>
                <c:pt idx="14598">
                  <c:v>0</c:v>
                </c:pt>
                <c:pt idx="14599">
                  <c:v>0</c:v>
                </c:pt>
                <c:pt idx="14600">
                  <c:v>0</c:v>
                </c:pt>
                <c:pt idx="14601">
                  <c:v>0</c:v>
                </c:pt>
                <c:pt idx="14602">
                  <c:v>0</c:v>
                </c:pt>
                <c:pt idx="14603">
                  <c:v>0</c:v>
                </c:pt>
                <c:pt idx="14604">
                  <c:v>0</c:v>
                </c:pt>
                <c:pt idx="14605">
                  <c:v>0</c:v>
                </c:pt>
                <c:pt idx="14606">
                  <c:v>0</c:v>
                </c:pt>
                <c:pt idx="14607">
                  <c:v>0</c:v>
                </c:pt>
                <c:pt idx="14608">
                  <c:v>0</c:v>
                </c:pt>
                <c:pt idx="14609">
                  <c:v>0</c:v>
                </c:pt>
                <c:pt idx="14610">
                  <c:v>0</c:v>
                </c:pt>
                <c:pt idx="14611">
                  <c:v>0</c:v>
                </c:pt>
                <c:pt idx="14612">
                  <c:v>0</c:v>
                </c:pt>
                <c:pt idx="14613">
                  <c:v>0</c:v>
                </c:pt>
                <c:pt idx="14614">
                  <c:v>0</c:v>
                </c:pt>
                <c:pt idx="14615">
                  <c:v>0</c:v>
                </c:pt>
                <c:pt idx="14616">
                  <c:v>0</c:v>
                </c:pt>
                <c:pt idx="14617">
                  <c:v>0</c:v>
                </c:pt>
                <c:pt idx="14618">
                  <c:v>0</c:v>
                </c:pt>
                <c:pt idx="14619">
                  <c:v>0</c:v>
                </c:pt>
                <c:pt idx="14620">
                  <c:v>0</c:v>
                </c:pt>
                <c:pt idx="14621">
                  <c:v>0</c:v>
                </c:pt>
                <c:pt idx="14622">
                  <c:v>0</c:v>
                </c:pt>
                <c:pt idx="14623">
                  <c:v>0</c:v>
                </c:pt>
                <c:pt idx="14624">
                  <c:v>0</c:v>
                </c:pt>
                <c:pt idx="14625">
                  <c:v>0</c:v>
                </c:pt>
                <c:pt idx="14626">
                  <c:v>0</c:v>
                </c:pt>
                <c:pt idx="14627">
                  <c:v>0</c:v>
                </c:pt>
                <c:pt idx="14628">
                  <c:v>0</c:v>
                </c:pt>
                <c:pt idx="14629">
                  <c:v>0</c:v>
                </c:pt>
                <c:pt idx="14630">
                  <c:v>0</c:v>
                </c:pt>
                <c:pt idx="14631">
                  <c:v>0</c:v>
                </c:pt>
                <c:pt idx="14632">
                  <c:v>0</c:v>
                </c:pt>
                <c:pt idx="14633">
                  <c:v>0</c:v>
                </c:pt>
                <c:pt idx="14634">
                  <c:v>0</c:v>
                </c:pt>
                <c:pt idx="14635">
                  <c:v>0</c:v>
                </c:pt>
                <c:pt idx="14636">
                  <c:v>0</c:v>
                </c:pt>
                <c:pt idx="14637">
                  <c:v>0</c:v>
                </c:pt>
                <c:pt idx="14638">
                  <c:v>0</c:v>
                </c:pt>
                <c:pt idx="14639">
                  <c:v>0</c:v>
                </c:pt>
                <c:pt idx="14640">
                  <c:v>0</c:v>
                </c:pt>
                <c:pt idx="14641">
                  <c:v>0</c:v>
                </c:pt>
                <c:pt idx="14642">
                  <c:v>0</c:v>
                </c:pt>
                <c:pt idx="14643">
                  <c:v>0</c:v>
                </c:pt>
                <c:pt idx="14644">
                  <c:v>0</c:v>
                </c:pt>
                <c:pt idx="14645">
                  <c:v>0</c:v>
                </c:pt>
                <c:pt idx="14646">
                  <c:v>0</c:v>
                </c:pt>
                <c:pt idx="14647">
                  <c:v>0</c:v>
                </c:pt>
                <c:pt idx="14648">
                  <c:v>0</c:v>
                </c:pt>
                <c:pt idx="14649">
                  <c:v>0</c:v>
                </c:pt>
                <c:pt idx="14650">
                  <c:v>0</c:v>
                </c:pt>
                <c:pt idx="14651">
                  <c:v>0</c:v>
                </c:pt>
                <c:pt idx="14652">
                  <c:v>0</c:v>
                </c:pt>
                <c:pt idx="14653">
                  <c:v>0</c:v>
                </c:pt>
                <c:pt idx="14654">
                  <c:v>0</c:v>
                </c:pt>
                <c:pt idx="14655">
                  <c:v>0</c:v>
                </c:pt>
                <c:pt idx="14656">
                  <c:v>0</c:v>
                </c:pt>
                <c:pt idx="14657">
                  <c:v>0</c:v>
                </c:pt>
                <c:pt idx="14658">
                  <c:v>0</c:v>
                </c:pt>
                <c:pt idx="14659">
                  <c:v>0</c:v>
                </c:pt>
                <c:pt idx="14660">
                  <c:v>0</c:v>
                </c:pt>
                <c:pt idx="14661">
                  <c:v>0</c:v>
                </c:pt>
                <c:pt idx="14662">
                  <c:v>0</c:v>
                </c:pt>
                <c:pt idx="14663">
                  <c:v>0</c:v>
                </c:pt>
                <c:pt idx="14664">
                  <c:v>0</c:v>
                </c:pt>
                <c:pt idx="14665">
                  <c:v>0</c:v>
                </c:pt>
                <c:pt idx="14666">
                  <c:v>0</c:v>
                </c:pt>
                <c:pt idx="14667">
                  <c:v>0</c:v>
                </c:pt>
                <c:pt idx="14668">
                  <c:v>0</c:v>
                </c:pt>
                <c:pt idx="14669">
                  <c:v>0</c:v>
                </c:pt>
                <c:pt idx="14670">
                  <c:v>0</c:v>
                </c:pt>
                <c:pt idx="14671">
                  <c:v>0</c:v>
                </c:pt>
                <c:pt idx="14672">
                  <c:v>0</c:v>
                </c:pt>
                <c:pt idx="14673">
                  <c:v>0</c:v>
                </c:pt>
                <c:pt idx="14674">
                  <c:v>0</c:v>
                </c:pt>
                <c:pt idx="14675">
                  <c:v>0</c:v>
                </c:pt>
                <c:pt idx="14676">
                  <c:v>0</c:v>
                </c:pt>
                <c:pt idx="14677">
                  <c:v>0</c:v>
                </c:pt>
                <c:pt idx="14678">
                  <c:v>0</c:v>
                </c:pt>
                <c:pt idx="14679">
                  <c:v>0</c:v>
                </c:pt>
                <c:pt idx="14680">
                  <c:v>0</c:v>
                </c:pt>
                <c:pt idx="14681">
                  <c:v>0</c:v>
                </c:pt>
                <c:pt idx="14682">
                  <c:v>0</c:v>
                </c:pt>
                <c:pt idx="14683">
                  <c:v>0</c:v>
                </c:pt>
                <c:pt idx="14684">
                  <c:v>0</c:v>
                </c:pt>
                <c:pt idx="14685">
                  <c:v>0</c:v>
                </c:pt>
                <c:pt idx="14686">
                  <c:v>0</c:v>
                </c:pt>
                <c:pt idx="14687">
                  <c:v>0</c:v>
                </c:pt>
                <c:pt idx="14688">
                  <c:v>0</c:v>
                </c:pt>
                <c:pt idx="14689">
                  <c:v>0</c:v>
                </c:pt>
                <c:pt idx="14690">
                  <c:v>0</c:v>
                </c:pt>
                <c:pt idx="14691">
                  <c:v>0</c:v>
                </c:pt>
                <c:pt idx="14692">
                  <c:v>0</c:v>
                </c:pt>
                <c:pt idx="14693">
                  <c:v>0</c:v>
                </c:pt>
                <c:pt idx="14694">
                  <c:v>0</c:v>
                </c:pt>
                <c:pt idx="14695">
                  <c:v>0</c:v>
                </c:pt>
                <c:pt idx="14696">
                  <c:v>0</c:v>
                </c:pt>
                <c:pt idx="14697">
                  <c:v>0</c:v>
                </c:pt>
                <c:pt idx="14698">
                  <c:v>0</c:v>
                </c:pt>
                <c:pt idx="14699">
                  <c:v>0</c:v>
                </c:pt>
                <c:pt idx="14700">
                  <c:v>0</c:v>
                </c:pt>
                <c:pt idx="14701">
                  <c:v>0</c:v>
                </c:pt>
                <c:pt idx="14702">
                  <c:v>0</c:v>
                </c:pt>
                <c:pt idx="14703">
                  <c:v>0</c:v>
                </c:pt>
                <c:pt idx="14704">
                  <c:v>0</c:v>
                </c:pt>
                <c:pt idx="14705">
                  <c:v>0</c:v>
                </c:pt>
                <c:pt idx="14706">
                  <c:v>0</c:v>
                </c:pt>
                <c:pt idx="14707">
                  <c:v>0</c:v>
                </c:pt>
                <c:pt idx="14708">
                  <c:v>0</c:v>
                </c:pt>
                <c:pt idx="14709">
                  <c:v>0</c:v>
                </c:pt>
                <c:pt idx="14710">
                  <c:v>0</c:v>
                </c:pt>
                <c:pt idx="14711">
                  <c:v>0</c:v>
                </c:pt>
                <c:pt idx="14712">
                  <c:v>0</c:v>
                </c:pt>
                <c:pt idx="14713">
                  <c:v>0</c:v>
                </c:pt>
                <c:pt idx="14714">
                  <c:v>0</c:v>
                </c:pt>
                <c:pt idx="14715">
                  <c:v>0</c:v>
                </c:pt>
                <c:pt idx="14716">
                  <c:v>0</c:v>
                </c:pt>
                <c:pt idx="14717">
                  <c:v>0</c:v>
                </c:pt>
                <c:pt idx="14718">
                  <c:v>0</c:v>
                </c:pt>
                <c:pt idx="14719">
                  <c:v>0</c:v>
                </c:pt>
                <c:pt idx="14720">
                  <c:v>0</c:v>
                </c:pt>
                <c:pt idx="14721">
                  <c:v>0</c:v>
                </c:pt>
                <c:pt idx="14722">
                  <c:v>0</c:v>
                </c:pt>
                <c:pt idx="14723">
                  <c:v>0</c:v>
                </c:pt>
                <c:pt idx="14724">
                  <c:v>0</c:v>
                </c:pt>
                <c:pt idx="14725">
                  <c:v>0</c:v>
                </c:pt>
                <c:pt idx="14726">
                  <c:v>0</c:v>
                </c:pt>
                <c:pt idx="14727">
                  <c:v>0</c:v>
                </c:pt>
                <c:pt idx="14728">
                  <c:v>0</c:v>
                </c:pt>
                <c:pt idx="14729">
                  <c:v>0</c:v>
                </c:pt>
                <c:pt idx="14730">
                  <c:v>0</c:v>
                </c:pt>
                <c:pt idx="14731">
                  <c:v>0</c:v>
                </c:pt>
                <c:pt idx="14732">
                  <c:v>0</c:v>
                </c:pt>
                <c:pt idx="14733">
                  <c:v>0</c:v>
                </c:pt>
                <c:pt idx="14734">
                  <c:v>0</c:v>
                </c:pt>
                <c:pt idx="14735">
                  <c:v>0</c:v>
                </c:pt>
                <c:pt idx="14736">
                  <c:v>0</c:v>
                </c:pt>
                <c:pt idx="14737">
                  <c:v>0</c:v>
                </c:pt>
                <c:pt idx="14738">
                  <c:v>0</c:v>
                </c:pt>
                <c:pt idx="14739">
                  <c:v>0</c:v>
                </c:pt>
                <c:pt idx="14740">
                  <c:v>0</c:v>
                </c:pt>
                <c:pt idx="14741">
                  <c:v>0</c:v>
                </c:pt>
                <c:pt idx="14742">
                  <c:v>0</c:v>
                </c:pt>
                <c:pt idx="14743">
                  <c:v>0</c:v>
                </c:pt>
                <c:pt idx="14744">
                  <c:v>0</c:v>
                </c:pt>
                <c:pt idx="14745">
                  <c:v>0</c:v>
                </c:pt>
                <c:pt idx="14746">
                  <c:v>0</c:v>
                </c:pt>
                <c:pt idx="14747">
                  <c:v>0</c:v>
                </c:pt>
                <c:pt idx="14748">
                  <c:v>0</c:v>
                </c:pt>
                <c:pt idx="14749">
                  <c:v>0</c:v>
                </c:pt>
                <c:pt idx="14750">
                  <c:v>0</c:v>
                </c:pt>
                <c:pt idx="14751">
                  <c:v>0</c:v>
                </c:pt>
                <c:pt idx="14752">
                  <c:v>0</c:v>
                </c:pt>
                <c:pt idx="14753">
                  <c:v>0</c:v>
                </c:pt>
                <c:pt idx="14754">
                  <c:v>0</c:v>
                </c:pt>
                <c:pt idx="14755">
                  <c:v>0</c:v>
                </c:pt>
                <c:pt idx="14756">
                  <c:v>0</c:v>
                </c:pt>
                <c:pt idx="14757">
                  <c:v>0</c:v>
                </c:pt>
                <c:pt idx="14758">
                  <c:v>0</c:v>
                </c:pt>
                <c:pt idx="14759">
                  <c:v>0</c:v>
                </c:pt>
                <c:pt idx="14760">
                  <c:v>0</c:v>
                </c:pt>
                <c:pt idx="14761">
                  <c:v>0</c:v>
                </c:pt>
                <c:pt idx="14762">
                  <c:v>0</c:v>
                </c:pt>
                <c:pt idx="14763">
                  <c:v>0</c:v>
                </c:pt>
                <c:pt idx="14764">
                  <c:v>0</c:v>
                </c:pt>
                <c:pt idx="14765">
                  <c:v>0</c:v>
                </c:pt>
                <c:pt idx="14766">
                  <c:v>0</c:v>
                </c:pt>
                <c:pt idx="14767">
                  <c:v>0</c:v>
                </c:pt>
                <c:pt idx="14768">
                  <c:v>0</c:v>
                </c:pt>
                <c:pt idx="14769">
                  <c:v>0</c:v>
                </c:pt>
                <c:pt idx="14770">
                  <c:v>0</c:v>
                </c:pt>
                <c:pt idx="14771">
                  <c:v>0</c:v>
                </c:pt>
                <c:pt idx="14772">
                  <c:v>0</c:v>
                </c:pt>
                <c:pt idx="14773">
                  <c:v>0</c:v>
                </c:pt>
                <c:pt idx="14774">
                  <c:v>0</c:v>
                </c:pt>
                <c:pt idx="14775">
                  <c:v>0</c:v>
                </c:pt>
                <c:pt idx="14776">
                  <c:v>0</c:v>
                </c:pt>
                <c:pt idx="14777">
                  <c:v>0</c:v>
                </c:pt>
                <c:pt idx="14778">
                  <c:v>0</c:v>
                </c:pt>
                <c:pt idx="14779">
                  <c:v>0</c:v>
                </c:pt>
                <c:pt idx="14780">
                  <c:v>0</c:v>
                </c:pt>
                <c:pt idx="14781">
                  <c:v>0</c:v>
                </c:pt>
                <c:pt idx="14782">
                  <c:v>0</c:v>
                </c:pt>
                <c:pt idx="14783">
                  <c:v>0</c:v>
                </c:pt>
                <c:pt idx="14784">
                  <c:v>0</c:v>
                </c:pt>
                <c:pt idx="14785">
                  <c:v>0</c:v>
                </c:pt>
                <c:pt idx="14786">
                  <c:v>0</c:v>
                </c:pt>
                <c:pt idx="14787">
                  <c:v>0</c:v>
                </c:pt>
                <c:pt idx="14788">
                  <c:v>0</c:v>
                </c:pt>
                <c:pt idx="14789">
                  <c:v>0</c:v>
                </c:pt>
                <c:pt idx="14790">
                  <c:v>0</c:v>
                </c:pt>
                <c:pt idx="14791">
                  <c:v>0</c:v>
                </c:pt>
                <c:pt idx="14792">
                  <c:v>0</c:v>
                </c:pt>
                <c:pt idx="14793">
                  <c:v>0</c:v>
                </c:pt>
                <c:pt idx="14794">
                  <c:v>0</c:v>
                </c:pt>
                <c:pt idx="14795">
                  <c:v>0</c:v>
                </c:pt>
                <c:pt idx="14796">
                  <c:v>0</c:v>
                </c:pt>
                <c:pt idx="14797">
                  <c:v>0</c:v>
                </c:pt>
                <c:pt idx="14798">
                  <c:v>0</c:v>
                </c:pt>
                <c:pt idx="14799">
                  <c:v>0</c:v>
                </c:pt>
                <c:pt idx="14800">
                  <c:v>0</c:v>
                </c:pt>
                <c:pt idx="14801">
                  <c:v>0</c:v>
                </c:pt>
                <c:pt idx="14802">
                  <c:v>0</c:v>
                </c:pt>
                <c:pt idx="14803">
                  <c:v>0</c:v>
                </c:pt>
                <c:pt idx="14804">
                  <c:v>0</c:v>
                </c:pt>
                <c:pt idx="14805">
                  <c:v>0</c:v>
                </c:pt>
                <c:pt idx="14806">
                  <c:v>0</c:v>
                </c:pt>
                <c:pt idx="14807">
                  <c:v>0</c:v>
                </c:pt>
                <c:pt idx="14808">
                  <c:v>0</c:v>
                </c:pt>
                <c:pt idx="14809">
                  <c:v>0</c:v>
                </c:pt>
                <c:pt idx="14810">
                  <c:v>0</c:v>
                </c:pt>
                <c:pt idx="14811">
                  <c:v>0</c:v>
                </c:pt>
                <c:pt idx="14812">
                  <c:v>0</c:v>
                </c:pt>
                <c:pt idx="14813">
                  <c:v>0</c:v>
                </c:pt>
                <c:pt idx="14814">
                  <c:v>0</c:v>
                </c:pt>
                <c:pt idx="14815">
                  <c:v>0</c:v>
                </c:pt>
                <c:pt idx="14816">
                  <c:v>0</c:v>
                </c:pt>
                <c:pt idx="14817">
                  <c:v>0</c:v>
                </c:pt>
                <c:pt idx="14818">
                  <c:v>0</c:v>
                </c:pt>
                <c:pt idx="14819">
                  <c:v>0</c:v>
                </c:pt>
                <c:pt idx="14820">
                  <c:v>0</c:v>
                </c:pt>
                <c:pt idx="14821">
                  <c:v>0</c:v>
                </c:pt>
                <c:pt idx="14822">
                  <c:v>0</c:v>
                </c:pt>
                <c:pt idx="14823">
                  <c:v>0</c:v>
                </c:pt>
                <c:pt idx="14824">
                  <c:v>0</c:v>
                </c:pt>
                <c:pt idx="14825">
                  <c:v>0</c:v>
                </c:pt>
                <c:pt idx="14826">
                  <c:v>0</c:v>
                </c:pt>
                <c:pt idx="14827">
                  <c:v>0</c:v>
                </c:pt>
                <c:pt idx="14828">
                  <c:v>0</c:v>
                </c:pt>
                <c:pt idx="14829">
                  <c:v>0</c:v>
                </c:pt>
                <c:pt idx="14830">
                  <c:v>0</c:v>
                </c:pt>
                <c:pt idx="14831">
                  <c:v>0</c:v>
                </c:pt>
                <c:pt idx="14832">
                  <c:v>0</c:v>
                </c:pt>
                <c:pt idx="14833">
                  <c:v>0</c:v>
                </c:pt>
                <c:pt idx="14834">
                  <c:v>0</c:v>
                </c:pt>
                <c:pt idx="14835">
                  <c:v>0</c:v>
                </c:pt>
                <c:pt idx="14836">
                  <c:v>0</c:v>
                </c:pt>
                <c:pt idx="14837">
                  <c:v>0</c:v>
                </c:pt>
                <c:pt idx="14838">
                  <c:v>0</c:v>
                </c:pt>
                <c:pt idx="14839">
                  <c:v>0</c:v>
                </c:pt>
                <c:pt idx="14840">
                  <c:v>0</c:v>
                </c:pt>
                <c:pt idx="14841">
                  <c:v>0</c:v>
                </c:pt>
                <c:pt idx="14842">
                  <c:v>0</c:v>
                </c:pt>
                <c:pt idx="14843">
                  <c:v>0</c:v>
                </c:pt>
                <c:pt idx="14844">
                  <c:v>0</c:v>
                </c:pt>
                <c:pt idx="14845">
                  <c:v>0</c:v>
                </c:pt>
                <c:pt idx="14846">
                  <c:v>0</c:v>
                </c:pt>
                <c:pt idx="14847">
                  <c:v>0</c:v>
                </c:pt>
                <c:pt idx="14848">
                  <c:v>0</c:v>
                </c:pt>
                <c:pt idx="14849">
                  <c:v>0</c:v>
                </c:pt>
                <c:pt idx="14850">
                  <c:v>0</c:v>
                </c:pt>
                <c:pt idx="14851">
                  <c:v>0</c:v>
                </c:pt>
                <c:pt idx="14852">
                  <c:v>0</c:v>
                </c:pt>
                <c:pt idx="14853">
                  <c:v>0</c:v>
                </c:pt>
                <c:pt idx="14854">
                  <c:v>0</c:v>
                </c:pt>
                <c:pt idx="14855">
                  <c:v>0</c:v>
                </c:pt>
                <c:pt idx="14856">
                  <c:v>0</c:v>
                </c:pt>
                <c:pt idx="14857">
                  <c:v>0</c:v>
                </c:pt>
                <c:pt idx="14858">
                  <c:v>0</c:v>
                </c:pt>
                <c:pt idx="14859">
                  <c:v>0</c:v>
                </c:pt>
                <c:pt idx="14860">
                  <c:v>0</c:v>
                </c:pt>
                <c:pt idx="14861">
                  <c:v>0</c:v>
                </c:pt>
                <c:pt idx="14862">
                  <c:v>0</c:v>
                </c:pt>
                <c:pt idx="14863">
                  <c:v>0</c:v>
                </c:pt>
                <c:pt idx="14864">
                  <c:v>0</c:v>
                </c:pt>
                <c:pt idx="14865">
                  <c:v>0</c:v>
                </c:pt>
                <c:pt idx="14866">
                  <c:v>0</c:v>
                </c:pt>
                <c:pt idx="14867">
                  <c:v>0</c:v>
                </c:pt>
                <c:pt idx="14868">
                  <c:v>0</c:v>
                </c:pt>
                <c:pt idx="14869">
                  <c:v>0</c:v>
                </c:pt>
                <c:pt idx="14870">
                  <c:v>0</c:v>
                </c:pt>
                <c:pt idx="14871">
                  <c:v>0</c:v>
                </c:pt>
                <c:pt idx="14872">
                  <c:v>0</c:v>
                </c:pt>
                <c:pt idx="14873">
                  <c:v>0</c:v>
                </c:pt>
                <c:pt idx="14874">
                  <c:v>0</c:v>
                </c:pt>
                <c:pt idx="14875">
                  <c:v>0</c:v>
                </c:pt>
                <c:pt idx="14876">
                  <c:v>0</c:v>
                </c:pt>
                <c:pt idx="14877">
                  <c:v>0</c:v>
                </c:pt>
                <c:pt idx="14878">
                  <c:v>0</c:v>
                </c:pt>
                <c:pt idx="14879">
                  <c:v>0</c:v>
                </c:pt>
                <c:pt idx="14880">
                  <c:v>0</c:v>
                </c:pt>
                <c:pt idx="14881">
                  <c:v>0</c:v>
                </c:pt>
                <c:pt idx="14882">
                  <c:v>0</c:v>
                </c:pt>
                <c:pt idx="14883">
                  <c:v>0</c:v>
                </c:pt>
                <c:pt idx="14884">
                  <c:v>0</c:v>
                </c:pt>
                <c:pt idx="14885">
                  <c:v>0</c:v>
                </c:pt>
                <c:pt idx="14886">
                  <c:v>0</c:v>
                </c:pt>
                <c:pt idx="14887">
                  <c:v>0</c:v>
                </c:pt>
                <c:pt idx="14888">
                  <c:v>0</c:v>
                </c:pt>
                <c:pt idx="14889">
                  <c:v>0</c:v>
                </c:pt>
                <c:pt idx="14890">
                  <c:v>0</c:v>
                </c:pt>
                <c:pt idx="14891">
                  <c:v>0</c:v>
                </c:pt>
                <c:pt idx="14892">
                  <c:v>0</c:v>
                </c:pt>
                <c:pt idx="14893">
                  <c:v>0</c:v>
                </c:pt>
                <c:pt idx="14894">
                  <c:v>0</c:v>
                </c:pt>
                <c:pt idx="14895">
                  <c:v>0</c:v>
                </c:pt>
                <c:pt idx="14896">
                  <c:v>0</c:v>
                </c:pt>
                <c:pt idx="14897">
                  <c:v>0</c:v>
                </c:pt>
                <c:pt idx="14898">
                  <c:v>0</c:v>
                </c:pt>
                <c:pt idx="14899">
                  <c:v>0</c:v>
                </c:pt>
                <c:pt idx="14900">
                  <c:v>0</c:v>
                </c:pt>
                <c:pt idx="14901">
                  <c:v>0</c:v>
                </c:pt>
                <c:pt idx="14902">
                  <c:v>0</c:v>
                </c:pt>
                <c:pt idx="14903">
                  <c:v>0</c:v>
                </c:pt>
                <c:pt idx="14904">
                  <c:v>0</c:v>
                </c:pt>
                <c:pt idx="14905">
                  <c:v>0</c:v>
                </c:pt>
                <c:pt idx="14906">
                  <c:v>0</c:v>
                </c:pt>
                <c:pt idx="14907">
                  <c:v>0</c:v>
                </c:pt>
                <c:pt idx="14908">
                  <c:v>0</c:v>
                </c:pt>
                <c:pt idx="14909">
                  <c:v>0</c:v>
                </c:pt>
                <c:pt idx="14910">
                  <c:v>0</c:v>
                </c:pt>
                <c:pt idx="14911">
                  <c:v>0</c:v>
                </c:pt>
                <c:pt idx="14912">
                  <c:v>0</c:v>
                </c:pt>
                <c:pt idx="14913">
                  <c:v>0</c:v>
                </c:pt>
                <c:pt idx="14914">
                  <c:v>0</c:v>
                </c:pt>
                <c:pt idx="14915">
                  <c:v>0</c:v>
                </c:pt>
                <c:pt idx="14916">
                  <c:v>0</c:v>
                </c:pt>
                <c:pt idx="14917">
                  <c:v>0</c:v>
                </c:pt>
                <c:pt idx="14918">
                  <c:v>0</c:v>
                </c:pt>
                <c:pt idx="14919">
                  <c:v>0</c:v>
                </c:pt>
                <c:pt idx="14920">
                  <c:v>0</c:v>
                </c:pt>
                <c:pt idx="14921">
                  <c:v>0</c:v>
                </c:pt>
                <c:pt idx="14922">
                  <c:v>0</c:v>
                </c:pt>
                <c:pt idx="14923">
                  <c:v>0</c:v>
                </c:pt>
                <c:pt idx="14924">
                  <c:v>0</c:v>
                </c:pt>
                <c:pt idx="14925">
                  <c:v>0</c:v>
                </c:pt>
                <c:pt idx="14926">
                  <c:v>0</c:v>
                </c:pt>
                <c:pt idx="14927">
                  <c:v>0</c:v>
                </c:pt>
                <c:pt idx="14928">
                  <c:v>0</c:v>
                </c:pt>
                <c:pt idx="14929">
                  <c:v>0</c:v>
                </c:pt>
                <c:pt idx="14930">
                  <c:v>0</c:v>
                </c:pt>
                <c:pt idx="14931">
                  <c:v>0</c:v>
                </c:pt>
                <c:pt idx="14932">
                  <c:v>0</c:v>
                </c:pt>
                <c:pt idx="14933">
                  <c:v>0</c:v>
                </c:pt>
                <c:pt idx="14934">
                  <c:v>0</c:v>
                </c:pt>
                <c:pt idx="14935">
                  <c:v>0</c:v>
                </c:pt>
                <c:pt idx="14936">
                  <c:v>0</c:v>
                </c:pt>
                <c:pt idx="14937">
                  <c:v>0</c:v>
                </c:pt>
                <c:pt idx="14938">
                  <c:v>0</c:v>
                </c:pt>
                <c:pt idx="14939">
                  <c:v>0</c:v>
                </c:pt>
                <c:pt idx="14940">
                  <c:v>0</c:v>
                </c:pt>
                <c:pt idx="14941">
                  <c:v>0</c:v>
                </c:pt>
                <c:pt idx="14942">
                  <c:v>0</c:v>
                </c:pt>
                <c:pt idx="14943">
                  <c:v>0</c:v>
                </c:pt>
                <c:pt idx="14944">
                  <c:v>0</c:v>
                </c:pt>
                <c:pt idx="14945">
                  <c:v>0</c:v>
                </c:pt>
                <c:pt idx="14946">
                  <c:v>0</c:v>
                </c:pt>
                <c:pt idx="14947">
                  <c:v>0</c:v>
                </c:pt>
                <c:pt idx="14948">
                  <c:v>0</c:v>
                </c:pt>
                <c:pt idx="14949">
                  <c:v>0</c:v>
                </c:pt>
                <c:pt idx="14950">
                  <c:v>0</c:v>
                </c:pt>
                <c:pt idx="14951">
                  <c:v>0</c:v>
                </c:pt>
                <c:pt idx="14952">
                  <c:v>0</c:v>
                </c:pt>
                <c:pt idx="14953">
                  <c:v>0</c:v>
                </c:pt>
                <c:pt idx="14954">
                  <c:v>0</c:v>
                </c:pt>
                <c:pt idx="14955">
                  <c:v>0</c:v>
                </c:pt>
                <c:pt idx="14956">
                  <c:v>0</c:v>
                </c:pt>
                <c:pt idx="14957">
                  <c:v>0</c:v>
                </c:pt>
                <c:pt idx="14958">
                  <c:v>0</c:v>
                </c:pt>
                <c:pt idx="14959">
                  <c:v>0</c:v>
                </c:pt>
                <c:pt idx="14960">
                  <c:v>0</c:v>
                </c:pt>
                <c:pt idx="14961">
                  <c:v>0</c:v>
                </c:pt>
                <c:pt idx="14962">
                  <c:v>0</c:v>
                </c:pt>
                <c:pt idx="14963">
                  <c:v>0</c:v>
                </c:pt>
                <c:pt idx="14964">
                  <c:v>0</c:v>
                </c:pt>
                <c:pt idx="14965">
                  <c:v>0</c:v>
                </c:pt>
                <c:pt idx="14966">
                  <c:v>0</c:v>
                </c:pt>
                <c:pt idx="14967">
                  <c:v>0</c:v>
                </c:pt>
                <c:pt idx="14968">
                  <c:v>0</c:v>
                </c:pt>
                <c:pt idx="14969">
                  <c:v>0</c:v>
                </c:pt>
                <c:pt idx="14970">
                  <c:v>0</c:v>
                </c:pt>
                <c:pt idx="14971">
                  <c:v>0</c:v>
                </c:pt>
                <c:pt idx="14972">
                  <c:v>0</c:v>
                </c:pt>
                <c:pt idx="14973">
                  <c:v>0</c:v>
                </c:pt>
                <c:pt idx="14974">
                  <c:v>0</c:v>
                </c:pt>
                <c:pt idx="14975">
                  <c:v>0</c:v>
                </c:pt>
                <c:pt idx="14976">
                  <c:v>0</c:v>
                </c:pt>
                <c:pt idx="14977">
                  <c:v>0</c:v>
                </c:pt>
                <c:pt idx="14978">
                  <c:v>0</c:v>
                </c:pt>
                <c:pt idx="14979">
                  <c:v>0</c:v>
                </c:pt>
                <c:pt idx="14980">
                  <c:v>0</c:v>
                </c:pt>
                <c:pt idx="14981">
                  <c:v>0</c:v>
                </c:pt>
                <c:pt idx="14982">
                  <c:v>0</c:v>
                </c:pt>
                <c:pt idx="14983">
                  <c:v>0</c:v>
                </c:pt>
                <c:pt idx="14984">
                  <c:v>0</c:v>
                </c:pt>
                <c:pt idx="14985">
                  <c:v>0</c:v>
                </c:pt>
                <c:pt idx="14986">
                  <c:v>0</c:v>
                </c:pt>
                <c:pt idx="14987">
                  <c:v>0</c:v>
                </c:pt>
                <c:pt idx="14988">
                  <c:v>0</c:v>
                </c:pt>
                <c:pt idx="14989">
                  <c:v>0</c:v>
                </c:pt>
                <c:pt idx="14990">
                  <c:v>0</c:v>
                </c:pt>
                <c:pt idx="14991">
                  <c:v>0</c:v>
                </c:pt>
                <c:pt idx="14992">
                  <c:v>0</c:v>
                </c:pt>
                <c:pt idx="14993">
                  <c:v>0</c:v>
                </c:pt>
                <c:pt idx="14994">
                  <c:v>0</c:v>
                </c:pt>
                <c:pt idx="14995">
                  <c:v>0</c:v>
                </c:pt>
                <c:pt idx="14996">
                  <c:v>0</c:v>
                </c:pt>
                <c:pt idx="14997">
                  <c:v>0</c:v>
                </c:pt>
                <c:pt idx="14998">
                  <c:v>0</c:v>
                </c:pt>
                <c:pt idx="14999">
                  <c:v>0</c:v>
                </c:pt>
                <c:pt idx="15000">
                  <c:v>0</c:v>
                </c:pt>
                <c:pt idx="15001">
                  <c:v>0</c:v>
                </c:pt>
                <c:pt idx="15002">
                  <c:v>0</c:v>
                </c:pt>
                <c:pt idx="15003">
                  <c:v>0</c:v>
                </c:pt>
                <c:pt idx="15004">
                  <c:v>0</c:v>
                </c:pt>
                <c:pt idx="15005">
                  <c:v>0</c:v>
                </c:pt>
                <c:pt idx="15006">
                  <c:v>0</c:v>
                </c:pt>
                <c:pt idx="15007">
                  <c:v>0</c:v>
                </c:pt>
                <c:pt idx="15008">
                  <c:v>0</c:v>
                </c:pt>
                <c:pt idx="15009">
                  <c:v>0</c:v>
                </c:pt>
                <c:pt idx="15010">
                  <c:v>0</c:v>
                </c:pt>
                <c:pt idx="15011">
                  <c:v>0</c:v>
                </c:pt>
                <c:pt idx="15012">
                  <c:v>0</c:v>
                </c:pt>
                <c:pt idx="15013">
                  <c:v>0</c:v>
                </c:pt>
                <c:pt idx="15014">
                  <c:v>0</c:v>
                </c:pt>
                <c:pt idx="15015">
                  <c:v>0</c:v>
                </c:pt>
                <c:pt idx="15016">
                  <c:v>0</c:v>
                </c:pt>
                <c:pt idx="15017">
                  <c:v>0</c:v>
                </c:pt>
                <c:pt idx="15018">
                  <c:v>0</c:v>
                </c:pt>
                <c:pt idx="15019">
                  <c:v>0</c:v>
                </c:pt>
                <c:pt idx="15020">
                  <c:v>0</c:v>
                </c:pt>
                <c:pt idx="15021">
                  <c:v>0</c:v>
                </c:pt>
                <c:pt idx="15022">
                  <c:v>0</c:v>
                </c:pt>
                <c:pt idx="15023">
                  <c:v>0</c:v>
                </c:pt>
                <c:pt idx="15024">
                  <c:v>0</c:v>
                </c:pt>
                <c:pt idx="15025">
                  <c:v>0</c:v>
                </c:pt>
                <c:pt idx="15026">
                  <c:v>0</c:v>
                </c:pt>
                <c:pt idx="15027">
                  <c:v>0</c:v>
                </c:pt>
                <c:pt idx="15028">
                  <c:v>0</c:v>
                </c:pt>
                <c:pt idx="15029">
                  <c:v>0</c:v>
                </c:pt>
                <c:pt idx="15030">
                  <c:v>0</c:v>
                </c:pt>
                <c:pt idx="15031">
                  <c:v>0</c:v>
                </c:pt>
                <c:pt idx="15032">
                  <c:v>0</c:v>
                </c:pt>
                <c:pt idx="15033">
                  <c:v>0</c:v>
                </c:pt>
                <c:pt idx="15034">
                  <c:v>0</c:v>
                </c:pt>
                <c:pt idx="15035">
                  <c:v>0</c:v>
                </c:pt>
                <c:pt idx="15036">
                  <c:v>0</c:v>
                </c:pt>
                <c:pt idx="15037">
                  <c:v>0</c:v>
                </c:pt>
                <c:pt idx="15038">
                  <c:v>0</c:v>
                </c:pt>
                <c:pt idx="15039">
                  <c:v>0</c:v>
                </c:pt>
                <c:pt idx="15040">
                  <c:v>0</c:v>
                </c:pt>
                <c:pt idx="15041">
                  <c:v>0</c:v>
                </c:pt>
                <c:pt idx="15042">
                  <c:v>0</c:v>
                </c:pt>
                <c:pt idx="15043">
                  <c:v>0</c:v>
                </c:pt>
                <c:pt idx="15044">
                  <c:v>0</c:v>
                </c:pt>
                <c:pt idx="15045">
                  <c:v>0</c:v>
                </c:pt>
                <c:pt idx="15046">
                  <c:v>0</c:v>
                </c:pt>
                <c:pt idx="15047">
                  <c:v>0</c:v>
                </c:pt>
                <c:pt idx="15048">
                  <c:v>0</c:v>
                </c:pt>
                <c:pt idx="15049">
                  <c:v>0</c:v>
                </c:pt>
                <c:pt idx="15050">
                  <c:v>0</c:v>
                </c:pt>
                <c:pt idx="15051">
                  <c:v>0</c:v>
                </c:pt>
                <c:pt idx="15052">
                  <c:v>0</c:v>
                </c:pt>
                <c:pt idx="15053">
                  <c:v>0</c:v>
                </c:pt>
                <c:pt idx="15054">
                  <c:v>0</c:v>
                </c:pt>
                <c:pt idx="15055">
                  <c:v>0</c:v>
                </c:pt>
                <c:pt idx="15056">
                  <c:v>0</c:v>
                </c:pt>
                <c:pt idx="15057">
                  <c:v>0</c:v>
                </c:pt>
                <c:pt idx="15058">
                  <c:v>0</c:v>
                </c:pt>
                <c:pt idx="15059">
                  <c:v>0</c:v>
                </c:pt>
                <c:pt idx="15060">
                  <c:v>0</c:v>
                </c:pt>
                <c:pt idx="15061">
                  <c:v>0</c:v>
                </c:pt>
                <c:pt idx="15062">
                  <c:v>0</c:v>
                </c:pt>
                <c:pt idx="15063">
                  <c:v>0</c:v>
                </c:pt>
                <c:pt idx="15064">
                  <c:v>0</c:v>
                </c:pt>
                <c:pt idx="15065">
                  <c:v>0</c:v>
                </c:pt>
                <c:pt idx="15066">
                  <c:v>0</c:v>
                </c:pt>
                <c:pt idx="15067">
                  <c:v>0</c:v>
                </c:pt>
                <c:pt idx="15068">
                  <c:v>0</c:v>
                </c:pt>
                <c:pt idx="15069">
                  <c:v>0</c:v>
                </c:pt>
                <c:pt idx="15070">
                  <c:v>0</c:v>
                </c:pt>
                <c:pt idx="15071">
                  <c:v>0</c:v>
                </c:pt>
                <c:pt idx="15072">
                  <c:v>0</c:v>
                </c:pt>
                <c:pt idx="15073">
                  <c:v>0</c:v>
                </c:pt>
                <c:pt idx="15074">
                  <c:v>0</c:v>
                </c:pt>
                <c:pt idx="15075">
                  <c:v>0</c:v>
                </c:pt>
                <c:pt idx="15076">
                  <c:v>0</c:v>
                </c:pt>
                <c:pt idx="15077">
                  <c:v>0</c:v>
                </c:pt>
                <c:pt idx="15078">
                  <c:v>0</c:v>
                </c:pt>
                <c:pt idx="15079">
                  <c:v>0</c:v>
                </c:pt>
                <c:pt idx="15080">
                  <c:v>0</c:v>
                </c:pt>
                <c:pt idx="15081">
                  <c:v>0</c:v>
                </c:pt>
                <c:pt idx="15082">
                  <c:v>0</c:v>
                </c:pt>
                <c:pt idx="15083">
                  <c:v>0</c:v>
                </c:pt>
                <c:pt idx="15084">
                  <c:v>0</c:v>
                </c:pt>
                <c:pt idx="15085">
                  <c:v>0</c:v>
                </c:pt>
                <c:pt idx="15086">
                  <c:v>0</c:v>
                </c:pt>
                <c:pt idx="15087">
                  <c:v>0</c:v>
                </c:pt>
                <c:pt idx="15088">
                  <c:v>0</c:v>
                </c:pt>
                <c:pt idx="15089">
                  <c:v>0</c:v>
                </c:pt>
                <c:pt idx="15090">
                  <c:v>0</c:v>
                </c:pt>
                <c:pt idx="15091">
                  <c:v>0</c:v>
                </c:pt>
                <c:pt idx="15092">
                  <c:v>0</c:v>
                </c:pt>
                <c:pt idx="15093">
                  <c:v>0</c:v>
                </c:pt>
                <c:pt idx="15094">
                  <c:v>0</c:v>
                </c:pt>
                <c:pt idx="15095">
                  <c:v>0</c:v>
                </c:pt>
                <c:pt idx="15096">
                  <c:v>0</c:v>
                </c:pt>
                <c:pt idx="15097">
                  <c:v>0</c:v>
                </c:pt>
                <c:pt idx="15098">
                  <c:v>0</c:v>
                </c:pt>
                <c:pt idx="15099">
                  <c:v>0</c:v>
                </c:pt>
                <c:pt idx="15100">
                  <c:v>0</c:v>
                </c:pt>
                <c:pt idx="15101">
                  <c:v>0</c:v>
                </c:pt>
                <c:pt idx="15102">
                  <c:v>0</c:v>
                </c:pt>
                <c:pt idx="15103">
                  <c:v>0</c:v>
                </c:pt>
                <c:pt idx="15104">
                  <c:v>0</c:v>
                </c:pt>
                <c:pt idx="15105">
                  <c:v>0</c:v>
                </c:pt>
                <c:pt idx="15106">
                  <c:v>0</c:v>
                </c:pt>
                <c:pt idx="15107">
                  <c:v>0</c:v>
                </c:pt>
                <c:pt idx="15108">
                  <c:v>0</c:v>
                </c:pt>
                <c:pt idx="15109">
                  <c:v>0</c:v>
                </c:pt>
                <c:pt idx="15110">
                  <c:v>0</c:v>
                </c:pt>
                <c:pt idx="15111">
                  <c:v>0</c:v>
                </c:pt>
                <c:pt idx="15112">
                  <c:v>0</c:v>
                </c:pt>
                <c:pt idx="15113">
                  <c:v>0</c:v>
                </c:pt>
                <c:pt idx="15114">
                  <c:v>0</c:v>
                </c:pt>
                <c:pt idx="15115">
                  <c:v>0</c:v>
                </c:pt>
                <c:pt idx="15116">
                  <c:v>0</c:v>
                </c:pt>
                <c:pt idx="15117">
                  <c:v>0</c:v>
                </c:pt>
                <c:pt idx="15118">
                  <c:v>0</c:v>
                </c:pt>
                <c:pt idx="15119">
                  <c:v>0</c:v>
                </c:pt>
                <c:pt idx="15120">
                  <c:v>0</c:v>
                </c:pt>
                <c:pt idx="15121">
                  <c:v>0</c:v>
                </c:pt>
                <c:pt idx="15122">
                  <c:v>0</c:v>
                </c:pt>
                <c:pt idx="15123">
                  <c:v>0</c:v>
                </c:pt>
                <c:pt idx="15124">
                  <c:v>0</c:v>
                </c:pt>
                <c:pt idx="15125">
                  <c:v>0</c:v>
                </c:pt>
                <c:pt idx="15126">
                  <c:v>0</c:v>
                </c:pt>
                <c:pt idx="15127">
                  <c:v>0</c:v>
                </c:pt>
                <c:pt idx="15128">
                  <c:v>0</c:v>
                </c:pt>
                <c:pt idx="15129">
                  <c:v>0</c:v>
                </c:pt>
                <c:pt idx="15130">
                  <c:v>0</c:v>
                </c:pt>
                <c:pt idx="15131">
                  <c:v>0</c:v>
                </c:pt>
                <c:pt idx="15132">
                  <c:v>0</c:v>
                </c:pt>
                <c:pt idx="15133">
                  <c:v>0</c:v>
                </c:pt>
                <c:pt idx="15134">
                  <c:v>0</c:v>
                </c:pt>
                <c:pt idx="15135">
                  <c:v>0</c:v>
                </c:pt>
                <c:pt idx="15136">
                  <c:v>0</c:v>
                </c:pt>
                <c:pt idx="15137">
                  <c:v>0</c:v>
                </c:pt>
                <c:pt idx="15138">
                  <c:v>0</c:v>
                </c:pt>
                <c:pt idx="15139">
                  <c:v>0</c:v>
                </c:pt>
                <c:pt idx="15140">
                  <c:v>0</c:v>
                </c:pt>
                <c:pt idx="15141">
                  <c:v>0</c:v>
                </c:pt>
                <c:pt idx="15142">
                  <c:v>0</c:v>
                </c:pt>
                <c:pt idx="15143">
                  <c:v>0</c:v>
                </c:pt>
                <c:pt idx="15144">
                  <c:v>0</c:v>
                </c:pt>
                <c:pt idx="15145">
                  <c:v>0</c:v>
                </c:pt>
                <c:pt idx="15146">
                  <c:v>0</c:v>
                </c:pt>
                <c:pt idx="15147">
                  <c:v>0</c:v>
                </c:pt>
                <c:pt idx="15148">
                  <c:v>0</c:v>
                </c:pt>
                <c:pt idx="15149">
                  <c:v>0</c:v>
                </c:pt>
                <c:pt idx="15150">
                  <c:v>0</c:v>
                </c:pt>
                <c:pt idx="15151">
                  <c:v>0</c:v>
                </c:pt>
                <c:pt idx="15152">
                  <c:v>0</c:v>
                </c:pt>
                <c:pt idx="15153">
                  <c:v>0</c:v>
                </c:pt>
                <c:pt idx="15154">
                  <c:v>0</c:v>
                </c:pt>
                <c:pt idx="15155">
                  <c:v>0</c:v>
                </c:pt>
                <c:pt idx="15156">
                  <c:v>0</c:v>
                </c:pt>
                <c:pt idx="15157">
                  <c:v>0</c:v>
                </c:pt>
                <c:pt idx="15158">
                  <c:v>0</c:v>
                </c:pt>
                <c:pt idx="15159">
                  <c:v>0</c:v>
                </c:pt>
                <c:pt idx="15160">
                  <c:v>0</c:v>
                </c:pt>
                <c:pt idx="15161">
                  <c:v>0</c:v>
                </c:pt>
                <c:pt idx="15162">
                  <c:v>0</c:v>
                </c:pt>
                <c:pt idx="15163">
                  <c:v>0</c:v>
                </c:pt>
                <c:pt idx="15164">
                  <c:v>0</c:v>
                </c:pt>
                <c:pt idx="15165">
                  <c:v>0</c:v>
                </c:pt>
                <c:pt idx="15166">
                  <c:v>0</c:v>
                </c:pt>
                <c:pt idx="15167">
                  <c:v>0</c:v>
                </c:pt>
                <c:pt idx="15168">
                  <c:v>0</c:v>
                </c:pt>
                <c:pt idx="15169">
                  <c:v>0</c:v>
                </c:pt>
                <c:pt idx="15170">
                  <c:v>0</c:v>
                </c:pt>
                <c:pt idx="15171">
                  <c:v>0</c:v>
                </c:pt>
                <c:pt idx="15172">
                  <c:v>0</c:v>
                </c:pt>
                <c:pt idx="15173">
                  <c:v>0</c:v>
                </c:pt>
                <c:pt idx="15174">
                  <c:v>0</c:v>
                </c:pt>
                <c:pt idx="15175">
                  <c:v>0</c:v>
                </c:pt>
                <c:pt idx="15176">
                  <c:v>0</c:v>
                </c:pt>
                <c:pt idx="15177">
                  <c:v>0</c:v>
                </c:pt>
                <c:pt idx="15178">
                  <c:v>0</c:v>
                </c:pt>
                <c:pt idx="15179">
                  <c:v>0</c:v>
                </c:pt>
                <c:pt idx="15180">
                  <c:v>0</c:v>
                </c:pt>
                <c:pt idx="15181">
                  <c:v>0</c:v>
                </c:pt>
                <c:pt idx="15182">
                  <c:v>0</c:v>
                </c:pt>
                <c:pt idx="15183">
                  <c:v>0</c:v>
                </c:pt>
                <c:pt idx="15184">
                  <c:v>0</c:v>
                </c:pt>
                <c:pt idx="15185">
                  <c:v>0</c:v>
                </c:pt>
                <c:pt idx="15186">
                  <c:v>0</c:v>
                </c:pt>
                <c:pt idx="15187">
                  <c:v>0</c:v>
                </c:pt>
                <c:pt idx="15188">
                  <c:v>0</c:v>
                </c:pt>
                <c:pt idx="15189">
                  <c:v>0</c:v>
                </c:pt>
                <c:pt idx="15190">
                  <c:v>0</c:v>
                </c:pt>
                <c:pt idx="15191">
                  <c:v>0</c:v>
                </c:pt>
                <c:pt idx="15192">
                  <c:v>0</c:v>
                </c:pt>
                <c:pt idx="15193">
                  <c:v>0</c:v>
                </c:pt>
                <c:pt idx="15194">
                  <c:v>0</c:v>
                </c:pt>
                <c:pt idx="15195">
                  <c:v>0</c:v>
                </c:pt>
                <c:pt idx="15196">
                  <c:v>0</c:v>
                </c:pt>
                <c:pt idx="15197">
                  <c:v>0</c:v>
                </c:pt>
                <c:pt idx="15198">
                  <c:v>0</c:v>
                </c:pt>
                <c:pt idx="15199">
                  <c:v>0</c:v>
                </c:pt>
                <c:pt idx="15200">
                  <c:v>0</c:v>
                </c:pt>
                <c:pt idx="15201">
                  <c:v>0</c:v>
                </c:pt>
                <c:pt idx="15202">
                  <c:v>0</c:v>
                </c:pt>
                <c:pt idx="15203">
                  <c:v>0</c:v>
                </c:pt>
                <c:pt idx="15204">
                  <c:v>0</c:v>
                </c:pt>
                <c:pt idx="15205">
                  <c:v>0</c:v>
                </c:pt>
                <c:pt idx="15206">
                  <c:v>0</c:v>
                </c:pt>
                <c:pt idx="15207">
                  <c:v>0</c:v>
                </c:pt>
                <c:pt idx="15208">
                  <c:v>0</c:v>
                </c:pt>
                <c:pt idx="15209">
                  <c:v>0</c:v>
                </c:pt>
                <c:pt idx="15210">
                  <c:v>0</c:v>
                </c:pt>
                <c:pt idx="15211">
                  <c:v>0</c:v>
                </c:pt>
                <c:pt idx="15212">
                  <c:v>0</c:v>
                </c:pt>
                <c:pt idx="15213">
                  <c:v>0</c:v>
                </c:pt>
                <c:pt idx="15214">
                  <c:v>0</c:v>
                </c:pt>
                <c:pt idx="15215">
                  <c:v>0</c:v>
                </c:pt>
                <c:pt idx="15216">
                  <c:v>0</c:v>
                </c:pt>
                <c:pt idx="15217">
                  <c:v>0</c:v>
                </c:pt>
                <c:pt idx="15218">
                  <c:v>0</c:v>
                </c:pt>
                <c:pt idx="15219">
                  <c:v>0</c:v>
                </c:pt>
                <c:pt idx="15220">
                  <c:v>0</c:v>
                </c:pt>
                <c:pt idx="15221">
                  <c:v>0</c:v>
                </c:pt>
                <c:pt idx="15222">
                  <c:v>0</c:v>
                </c:pt>
                <c:pt idx="15223">
                  <c:v>0</c:v>
                </c:pt>
                <c:pt idx="15224">
                  <c:v>0</c:v>
                </c:pt>
                <c:pt idx="15225">
                  <c:v>0</c:v>
                </c:pt>
                <c:pt idx="15226">
                  <c:v>0</c:v>
                </c:pt>
                <c:pt idx="15227">
                  <c:v>0</c:v>
                </c:pt>
                <c:pt idx="15228">
                  <c:v>0</c:v>
                </c:pt>
                <c:pt idx="15229">
                  <c:v>0</c:v>
                </c:pt>
                <c:pt idx="15230">
                  <c:v>0</c:v>
                </c:pt>
                <c:pt idx="15231">
                  <c:v>0</c:v>
                </c:pt>
                <c:pt idx="15232">
                  <c:v>0</c:v>
                </c:pt>
                <c:pt idx="15233">
                  <c:v>0</c:v>
                </c:pt>
                <c:pt idx="15234">
                  <c:v>0</c:v>
                </c:pt>
                <c:pt idx="15235">
                  <c:v>0</c:v>
                </c:pt>
                <c:pt idx="15236">
                  <c:v>0</c:v>
                </c:pt>
                <c:pt idx="15237">
                  <c:v>0</c:v>
                </c:pt>
                <c:pt idx="15238">
                  <c:v>0</c:v>
                </c:pt>
                <c:pt idx="15239">
                  <c:v>0</c:v>
                </c:pt>
                <c:pt idx="15240">
                  <c:v>0</c:v>
                </c:pt>
                <c:pt idx="15241">
                  <c:v>0</c:v>
                </c:pt>
                <c:pt idx="15242">
                  <c:v>0</c:v>
                </c:pt>
                <c:pt idx="15243">
                  <c:v>0</c:v>
                </c:pt>
                <c:pt idx="15244">
                  <c:v>0</c:v>
                </c:pt>
                <c:pt idx="15245">
                  <c:v>0</c:v>
                </c:pt>
                <c:pt idx="15246">
                  <c:v>0</c:v>
                </c:pt>
                <c:pt idx="15247">
                  <c:v>0</c:v>
                </c:pt>
                <c:pt idx="15248">
                  <c:v>0</c:v>
                </c:pt>
                <c:pt idx="15249">
                  <c:v>0</c:v>
                </c:pt>
                <c:pt idx="15250">
                  <c:v>0</c:v>
                </c:pt>
                <c:pt idx="15251">
                  <c:v>0</c:v>
                </c:pt>
                <c:pt idx="15252">
                  <c:v>0</c:v>
                </c:pt>
                <c:pt idx="15253">
                  <c:v>0</c:v>
                </c:pt>
                <c:pt idx="15254">
                  <c:v>0</c:v>
                </c:pt>
                <c:pt idx="15255">
                  <c:v>0</c:v>
                </c:pt>
                <c:pt idx="15256">
                  <c:v>0</c:v>
                </c:pt>
                <c:pt idx="15257">
                  <c:v>0</c:v>
                </c:pt>
                <c:pt idx="15258">
                  <c:v>0</c:v>
                </c:pt>
                <c:pt idx="15259">
                  <c:v>0</c:v>
                </c:pt>
                <c:pt idx="15260">
                  <c:v>0</c:v>
                </c:pt>
                <c:pt idx="15261">
                  <c:v>0</c:v>
                </c:pt>
                <c:pt idx="15262">
                  <c:v>0</c:v>
                </c:pt>
                <c:pt idx="15263">
                  <c:v>0</c:v>
                </c:pt>
                <c:pt idx="15264">
                  <c:v>0</c:v>
                </c:pt>
                <c:pt idx="15265">
                  <c:v>0</c:v>
                </c:pt>
                <c:pt idx="15266">
                  <c:v>0</c:v>
                </c:pt>
                <c:pt idx="15267">
                  <c:v>0</c:v>
                </c:pt>
                <c:pt idx="15268">
                  <c:v>0</c:v>
                </c:pt>
                <c:pt idx="15269">
                  <c:v>0</c:v>
                </c:pt>
                <c:pt idx="15270">
                  <c:v>0</c:v>
                </c:pt>
                <c:pt idx="15271">
                  <c:v>0</c:v>
                </c:pt>
                <c:pt idx="15272">
                  <c:v>0</c:v>
                </c:pt>
                <c:pt idx="15273">
                  <c:v>0</c:v>
                </c:pt>
                <c:pt idx="15274">
                  <c:v>0</c:v>
                </c:pt>
                <c:pt idx="15275">
                  <c:v>0</c:v>
                </c:pt>
                <c:pt idx="15276">
                  <c:v>0</c:v>
                </c:pt>
                <c:pt idx="15277">
                  <c:v>0</c:v>
                </c:pt>
                <c:pt idx="15278">
                  <c:v>0</c:v>
                </c:pt>
                <c:pt idx="15279">
                  <c:v>0</c:v>
                </c:pt>
                <c:pt idx="15280">
                  <c:v>0</c:v>
                </c:pt>
                <c:pt idx="15281">
                  <c:v>0</c:v>
                </c:pt>
                <c:pt idx="15282">
                  <c:v>0</c:v>
                </c:pt>
                <c:pt idx="15283">
                  <c:v>0</c:v>
                </c:pt>
                <c:pt idx="15284">
                  <c:v>0</c:v>
                </c:pt>
                <c:pt idx="15285">
                  <c:v>0</c:v>
                </c:pt>
                <c:pt idx="15286">
                  <c:v>0</c:v>
                </c:pt>
                <c:pt idx="15287">
                  <c:v>0</c:v>
                </c:pt>
                <c:pt idx="15288">
                  <c:v>0</c:v>
                </c:pt>
                <c:pt idx="15289">
                  <c:v>0</c:v>
                </c:pt>
                <c:pt idx="15290">
                  <c:v>0</c:v>
                </c:pt>
                <c:pt idx="15291">
                  <c:v>0</c:v>
                </c:pt>
                <c:pt idx="15292">
                  <c:v>0</c:v>
                </c:pt>
                <c:pt idx="15293">
                  <c:v>0</c:v>
                </c:pt>
                <c:pt idx="15294">
                  <c:v>0</c:v>
                </c:pt>
                <c:pt idx="15295">
                  <c:v>0</c:v>
                </c:pt>
                <c:pt idx="15296">
                  <c:v>0</c:v>
                </c:pt>
                <c:pt idx="15297">
                  <c:v>0</c:v>
                </c:pt>
                <c:pt idx="15298">
                  <c:v>0</c:v>
                </c:pt>
                <c:pt idx="15299">
                  <c:v>0</c:v>
                </c:pt>
                <c:pt idx="15300">
                  <c:v>0</c:v>
                </c:pt>
                <c:pt idx="15301">
                  <c:v>0</c:v>
                </c:pt>
                <c:pt idx="15302">
                  <c:v>0</c:v>
                </c:pt>
                <c:pt idx="15303">
                  <c:v>0</c:v>
                </c:pt>
                <c:pt idx="15304">
                  <c:v>0</c:v>
                </c:pt>
                <c:pt idx="15305">
                  <c:v>0</c:v>
                </c:pt>
                <c:pt idx="15306">
                  <c:v>0</c:v>
                </c:pt>
                <c:pt idx="15307">
                  <c:v>0</c:v>
                </c:pt>
                <c:pt idx="15308">
                  <c:v>0</c:v>
                </c:pt>
                <c:pt idx="15309">
                  <c:v>0</c:v>
                </c:pt>
                <c:pt idx="15310">
                  <c:v>0</c:v>
                </c:pt>
                <c:pt idx="15311">
                  <c:v>0</c:v>
                </c:pt>
                <c:pt idx="15312">
                  <c:v>0</c:v>
                </c:pt>
                <c:pt idx="15313">
                  <c:v>0</c:v>
                </c:pt>
                <c:pt idx="15314">
                  <c:v>0</c:v>
                </c:pt>
                <c:pt idx="15315">
                  <c:v>0</c:v>
                </c:pt>
                <c:pt idx="15316">
                  <c:v>0</c:v>
                </c:pt>
                <c:pt idx="15317">
                  <c:v>0</c:v>
                </c:pt>
                <c:pt idx="15318">
                  <c:v>0</c:v>
                </c:pt>
                <c:pt idx="15319">
                  <c:v>0</c:v>
                </c:pt>
                <c:pt idx="15320">
                  <c:v>0</c:v>
                </c:pt>
                <c:pt idx="15321">
                  <c:v>0</c:v>
                </c:pt>
                <c:pt idx="15322">
                  <c:v>0</c:v>
                </c:pt>
                <c:pt idx="15323">
                  <c:v>0</c:v>
                </c:pt>
                <c:pt idx="15324">
                  <c:v>0</c:v>
                </c:pt>
                <c:pt idx="15325">
                  <c:v>0</c:v>
                </c:pt>
                <c:pt idx="15326">
                  <c:v>0</c:v>
                </c:pt>
                <c:pt idx="15327">
                  <c:v>0</c:v>
                </c:pt>
                <c:pt idx="15328">
                  <c:v>0</c:v>
                </c:pt>
                <c:pt idx="15329">
                  <c:v>0</c:v>
                </c:pt>
                <c:pt idx="15330">
                  <c:v>0</c:v>
                </c:pt>
                <c:pt idx="15331">
                  <c:v>0</c:v>
                </c:pt>
                <c:pt idx="15332">
                  <c:v>0</c:v>
                </c:pt>
                <c:pt idx="15333">
                  <c:v>0</c:v>
                </c:pt>
                <c:pt idx="15334">
                  <c:v>0</c:v>
                </c:pt>
                <c:pt idx="15335">
                  <c:v>0</c:v>
                </c:pt>
                <c:pt idx="15336">
                  <c:v>0</c:v>
                </c:pt>
                <c:pt idx="15337">
                  <c:v>0</c:v>
                </c:pt>
                <c:pt idx="15338">
                  <c:v>0</c:v>
                </c:pt>
                <c:pt idx="15339">
                  <c:v>0</c:v>
                </c:pt>
                <c:pt idx="15340">
                  <c:v>0</c:v>
                </c:pt>
                <c:pt idx="15341">
                  <c:v>0</c:v>
                </c:pt>
                <c:pt idx="15342">
                  <c:v>0</c:v>
                </c:pt>
                <c:pt idx="15343">
                  <c:v>0</c:v>
                </c:pt>
                <c:pt idx="15344">
                  <c:v>0</c:v>
                </c:pt>
                <c:pt idx="15345">
                  <c:v>0</c:v>
                </c:pt>
                <c:pt idx="15346">
                  <c:v>0</c:v>
                </c:pt>
                <c:pt idx="15347">
                  <c:v>0</c:v>
                </c:pt>
                <c:pt idx="15348">
                  <c:v>0</c:v>
                </c:pt>
                <c:pt idx="15349">
                  <c:v>0</c:v>
                </c:pt>
                <c:pt idx="15350">
                  <c:v>0</c:v>
                </c:pt>
                <c:pt idx="15351">
                  <c:v>0</c:v>
                </c:pt>
                <c:pt idx="15352">
                  <c:v>0</c:v>
                </c:pt>
                <c:pt idx="15353">
                  <c:v>0</c:v>
                </c:pt>
                <c:pt idx="15354">
                  <c:v>0</c:v>
                </c:pt>
                <c:pt idx="15355">
                  <c:v>0</c:v>
                </c:pt>
                <c:pt idx="15356">
                  <c:v>0</c:v>
                </c:pt>
                <c:pt idx="15357">
                  <c:v>0</c:v>
                </c:pt>
                <c:pt idx="15358">
                  <c:v>0</c:v>
                </c:pt>
                <c:pt idx="15359">
                  <c:v>0</c:v>
                </c:pt>
                <c:pt idx="15360">
                  <c:v>0</c:v>
                </c:pt>
                <c:pt idx="15361">
                  <c:v>0</c:v>
                </c:pt>
                <c:pt idx="15362">
                  <c:v>0</c:v>
                </c:pt>
                <c:pt idx="15363">
                  <c:v>0</c:v>
                </c:pt>
                <c:pt idx="15364">
                  <c:v>0</c:v>
                </c:pt>
                <c:pt idx="15365">
                  <c:v>0</c:v>
                </c:pt>
                <c:pt idx="15366">
                  <c:v>0</c:v>
                </c:pt>
                <c:pt idx="15367">
                  <c:v>0</c:v>
                </c:pt>
                <c:pt idx="15368">
                  <c:v>0</c:v>
                </c:pt>
                <c:pt idx="15369">
                  <c:v>0</c:v>
                </c:pt>
                <c:pt idx="15370">
                  <c:v>0</c:v>
                </c:pt>
                <c:pt idx="15371">
                  <c:v>0</c:v>
                </c:pt>
                <c:pt idx="15372">
                  <c:v>0</c:v>
                </c:pt>
                <c:pt idx="15373">
                  <c:v>0</c:v>
                </c:pt>
                <c:pt idx="15374">
                  <c:v>0</c:v>
                </c:pt>
                <c:pt idx="15375">
                  <c:v>0</c:v>
                </c:pt>
                <c:pt idx="15376">
                  <c:v>0</c:v>
                </c:pt>
                <c:pt idx="15377">
                  <c:v>0</c:v>
                </c:pt>
                <c:pt idx="15378">
                  <c:v>0</c:v>
                </c:pt>
                <c:pt idx="15379">
                  <c:v>0</c:v>
                </c:pt>
                <c:pt idx="15380">
                  <c:v>0</c:v>
                </c:pt>
                <c:pt idx="15381">
                  <c:v>0</c:v>
                </c:pt>
                <c:pt idx="15382">
                  <c:v>0</c:v>
                </c:pt>
                <c:pt idx="15383">
                  <c:v>0</c:v>
                </c:pt>
                <c:pt idx="15384">
                  <c:v>0</c:v>
                </c:pt>
                <c:pt idx="15385">
                  <c:v>0</c:v>
                </c:pt>
                <c:pt idx="15386">
                  <c:v>0</c:v>
                </c:pt>
                <c:pt idx="15387">
                  <c:v>0</c:v>
                </c:pt>
                <c:pt idx="15388">
                  <c:v>0</c:v>
                </c:pt>
                <c:pt idx="15389">
                  <c:v>0</c:v>
                </c:pt>
                <c:pt idx="15390">
                  <c:v>0</c:v>
                </c:pt>
                <c:pt idx="15391">
                  <c:v>0</c:v>
                </c:pt>
                <c:pt idx="15392">
                  <c:v>0</c:v>
                </c:pt>
                <c:pt idx="15393">
                  <c:v>0</c:v>
                </c:pt>
                <c:pt idx="15394">
                  <c:v>0</c:v>
                </c:pt>
                <c:pt idx="15395">
                  <c:v>0</c:v>
                </c:pt>
                <c:pt idx="15396">
                  <c:v>0</c:v>
                </c:pt>
                <c:pt idx="15397">
                  <c:v>0</c:v>
                </c:pt>
                <c:pt idx="15398">
                  <c:v>0</c:v>
                </c:pt>
                <c:pt idx="15399">
                  <c:v>0</c:v>
                </c:pt>
                <c:pt idx="15400">
                  <c:v>0</c:v>
                </c:pt>
                <c:pt idx="15401">
                  <c:v>0</c:v>
                </c:pt>
                <c:pt idx="15402">
                  <c:v>0</c:v>
                </c:pt>
                <c:pt idx="15403">
                  <c:v>0</c:v>
                </c:pt>
                <c:pt idx="15404">
                  <c:v>0</c:v>
                </c:pt>
                <c:pt idx="15405">
                  <c:v>0</c:v>
                </c:pt>
                <c:pt idx="15406">
                  <c:v>0</c:v>
                </c:pt>
                <c:pt idx="15407">
                  <c:v>0</c:v>
                </c:pt>
                <c:pt idx="15408">
                  <c:v>0</c:v>
                </c:pt>
                <c:pt idx="15409">
                  <c:v>0</c:v>
                </c:pt>
                <c:pt idx="15410">
                  <c:v>0</c:v>
                </c:pt>
                <c:pt idx="15411">
                  <c:v>0</c:v>
                </c:pt>
                <c:pt idx="15412">
                  <c:v>0</c:v>
                </c:pt>
                <c:pt idx="15413">
                  <c:v>0</c:v>
                </c:pt>
                <c:pt idx="15414">
                  <c:v>0</c:v>
                </c:pt>
                <c:pt idx="15415">
                  <c:v>0</c:v>
                </c:pt>
                <c:pt idx="15416">
                  <c:v>0</c:v>
                </c:pt>
                <c:pt idx="15417">
                  <c:v>0</c:v>
                </c:pt>
                <c:pt idx="15418">
                  <c:v>0</c:v>
                </c:pt>
                <c:pt idx="15419">
                  <c:v>0</c:v>
                </c:pt>
                <c:pt idx="15420">
                  <c:v>0</c:v>
                </c:pt>
                <c:pt idx="15421">
                  <c:v>0</c:v>
                </c:pt>
                <c:pt idx="15422">
                  <c:v>0</c:v>
                </c:pt>
                <c:pt idx="15423">
                  <c:v>0</c:v>
                </c:pt>
                <c:pt idx="15424">
                  <c:v>0</c:v>
                </c:pt>
                <c:pt idx="15425">
                  <c:v>0</c:v>
                </c:pt>
                <c:pt idx="15426">
                  <c:v>0</c:v>
                </c:pt>
                <c:pt idx="15427">
                  <c:v>0</c:v>
                </c:pt>
                <c:pt idx="15428">
                  <c:v>0</c:v>
                </c:pt>
                <c:pt idx="15429">
                  <c:v>0</c:v>
                </c:pt>
                <c:pt idx="15430">
                  <c:v>0</c:v>
                </c:pt>
                <c:pt idx="15431">
                  <c:v>0</c:v>
                </c:pt>
                <c:pt idx="15432">
                  <c:v>0</c:v>
                </c:pt>
                <c:pt idx="15433">
                  <c:v>0</c:v>
                </c:pt>
                <c:pt idx="15434">
                  <c:v>0</c:v>
                </c:pt>
                <c:pt idx="15435">
                  <c:v>0</c:v>
                </c:pt>
                <c:pt idx="15436">
                  <c:v>0</c:v>
                </c:pt>
                <c:pt idx="15437">
                  <c:v>0</c:v>
                </c:pt>
                <c:pt idx="15438">
                  <c:v>0</c:v>
                </c:pt>
                <c:pt idx="15439">
                  <c:v>0</c:v>
                </c:pt>
                <c:pt idx="15440">
                  <c:v>0</c:v>
                </c:pt>
                <c:pt idx="15441">
                  <c:v>0</c:v>
                </c:pt>
                <c:pt idx="15442">
                  <c:v>0</c:v>
                </c:pt>
                <c:pt idx="15443">
                  <c:v>0</c:v>
                </c:pt>
                <c:pt idx="15444">
                  <c:v>0</c:v>
                </c:pt>
                <c:pt idx="15445">
                  <c:v>0</c:v>
                </c:pt>
                <c:pt idx="15446">
                  <c:v>0</c:v>
                </c:pt>
                <c:pt idx="15447">
                  <c:v>0</c:v>
                </c:pt>
                <c:pt idx="15448">
                  <c:v>0</c:v>
                </c:pt>
                <c:pt idx="15449">
                  <c:v>0</c:v>
                </c:pt>
                <c:pt idx="15450">
                  <c:v>0</c:v>
                </c:pt>
                <c:pt idx="15451">
                  <c:v>0</c:v>
                </c:pt>
                <c:pt idx="15452">
                  <c:v>0</c:v>
                </c:pt>
                <c:pt idx="15453">
                  <c:v>0</c:v>
                </c:pt>
                <c:pt idx="15454">
                  <c:v>0</c:v>
                </c:pt>
                <c:pt idx="15455">
                  <c:v>0</c:v>
                </c:pt>
                <c:pt idx="15456">
                  <c:v>0</c:v>
                </c:pt>
                <c:pt idx="15457">
                  <c:v>0</c:v>
                </c:pt>
                <c:pt idx="15458">
                  <c:v>0</c:v>
                </c:pt>
                <c:pt idx="15459">
                  <c:v>0</c:v>
                </c:pt>
                <c:pt idx="15460">
                  <c:v>0</c:v>
                </c:pt>
                <c:pt idx="15461">
                  <c:v>0</c:v>
                </c:pt>
                <c:pt idx="15462">
                  <c:v>0</c:v>
                </c:pt>
                <c:pt idx="15463">
                  <c:v>0</c:v>
                </c:pt>
                <c:pt idx="15464">
                  <c:v>0</c:v>
                </c:pt>
                <c:pt idx="15465">
                  <c:v>0</c:v>
                </c:pt>
                <c:pt idx="15466">
                  <c:v>0</c:v>
                </c:pt>
                <c:pt idx="15467">
                  <c:v>0</c:v>
                </c:pt>
                <c:pt idx="15468">
                  <c:v>0</c:v>
                </c:pt>
                <c:pt idx="15469">
                  <c:v>0</c:v>
                </c:pt>
                <c:pt idx="15470">
                  <c:v>0</c:v>
                </c:pt>
                <c:pt idx="15471">
                  <c:v>0</c:v>
                </c:pt>
                <c:pt idx="15472">
                  <c:v>0</c:v>
                </c:pt>
                <c:pt idx="15473">
                  <c:v>0</c:v>
                </c:pt>
                <c:pt idx="15474">
                  <c:v>0</c:v>
                </c:pt>
                <c:pt idx="15475">
                  <c:v>0</c:v>
                </c:pt>
                <c:pt idx="15476">
                  <c:v>0</c:v>
                </c:pt>
                <c:pt idx="15477">
                  <c:v>0</c:v>
                </c:pt>
                <c:pt idx="15478">
                  <c:v>0</c:v>
                </c:pt>
                <c:pt idx="15479">
                  <c:v>0</c:v>
                </c:pt>
                <c:pt idx="15480">
                  <c:v>0</c:v>
                </c:pt>
                <c:pt idx="15481">
                  <c:v>0</c:v>
                </c:pt>
                <c:pt idx="15482">
                  <c:v>0</c:v>
                </c:pt>
                <c:pt idx="15483">
                  <c:v>0</c:v>
                </c:pt>
                <c:pt idx="15484">
                  <c:v>0</c:v>
                </c:pt>
                <c:pt idx="15485">
                  <c:v>0</c:v>
                </c:pt>
                <c:pt idx="15486">
                  <c:v>0</c:v>
                </c:pt>
                <c:pt idx="15487">
                  <c:v>0</c:v>
                </c:pt>
                <c:pt idx="15488">
                  <c:v>0</c:v>
                </c:pt>
                <c:pt idx="15489">
                  <c:v>0</c:v>
                </c:pt>
                <c:pt idx="15490">
                  <c:v>0</c:v>
                </c:pt>
                <c:pt idx="15491">
                  <c:v>0</c:v>
                </c:pt>
                <c:pt idx="15492">
                  <c:v>0</c:v>
                </c:pt>
                <c:pt idx="15493">
                  <c:v>0</c:v>
                </c:pt>
                <c:pt idx="15494">
                  <c:v>0</c:v>
                </c:pt>
                <c:pt idx="15495">
                  <c:v>0</c:v>
                </c:pt>
                <c:pt idx="15496">
                  <c:v>0</c:v>
                </c:pt>
                <c:pt idx="15497">
                  <c:v>0</c:v>
                </c:pt>
                <c:pt idx="15498">
                  <c:v>0</c:v>
                </c:pt>
                <c:pt idx="15499">
                  <c:v>0</c:v>
                </c:pt>
                <c:pt idx="15500">
                  <c:v>0</c:v>
                </c:pt>
                <c:pt idx="15501">
                  <c:v>0</c:v>
                </c:pt>
                <c:pt idx="15502">
                  <c:v>0</c:v>
                </c:pt>
                <c:pt idx="15503">
                  <c:v>0</c:v>
                </c:pt>
                <c:pt idx="15504">
                  <c:v>0</c:v>
                </c:pt>
                <c:pt idx="15505">
                  <c:v>0</c:v>
                </c:pt>
                <c:pt idx="15506">
                  <c:v>0</c:v>
                </c:pt>
                <c:pt idx="15507">
                  <c:v>0</c:v>
                </c:pt>
                <c:pt idx="15508">
                  <c:v>0</c:v>
                </c:pt>
                <c:pt idx="15509">
                  <c:v>0</c:v>
                </c:pt>
                <c:pt idx="15510">
                  <c:v>0</c:v>
                </c:pt>
                <c:pt idx="15511">
                  <c:v>0</c:v>
                </c:pt>
                <c:pt idx="15512">
                  <c:v>0</c:v>
                </c:pt>
                <c:pt idx="15513">
                  <c:v>0</c:v>
                </c:pt>
                <c:pt idx="15514">
                  <c:v>0</c:v>
                </c:pt>
                <c:pt idx="15515">
                  <c:v>0</c:v>
                </c:pt>
                <c:pt idx="15516">
                  <c:v>0</c:v>
                </c:pt>
                <c:pt idx="15517">
                  <c:v>0</c:v>
                </c:pt>
                <c:pt idx="15518">
                  <c:v>0</c:v>
                </c:pt>
                <c:pt idx="15519">
                  <c:v>0</c:v>
                </c:pt>
                <c:pt idx="15520">
                  <c:v>0</c:v>
                </c:pt>
                <c:pt idx="15521">
                  <c:v>0</c:v>
                </c:pt>
                <c:pt idx="15522">
                  <c:v>0</c:v>
                </c:pt>
                <c:pt idx="15523">
                  <c:v>0</c:v>
                </c:pt>
                <c:pt idx="15524">
                  <c:v>0</c:v>
                </c:pt>
                <c:pt idx="15525">
                  <c:v>0</c:v>
                </c:pt>
                <c:pt idx="15526">
                  <c:v>0</c:v>
                </c:pt>
                <c:pt idx="15527">
                  <c:v>0</c:v>
                </c:pt>
                <c:pt idx="15528">
                  <c:v>0</c:v>
                </c:pt>
                <c:pt idx="15529">
                  <c:v>0</c:v>
                </c:pt>
                <c:pt idx="15530">
                  <c:v>0</c:v>
                </c:pt>
                <c:pt idx="15531">
                  <c:v>0</c:v>
                </c:pt>
                <c:pt idx="15532">
                  <c:v>0</c:v>
                </c:pt>
                <c:pt idx="15533">
                  <c:v>0</c:v>
                </c:pt>
                <c:pt idx="15534">
                  <c:v>0</c:v>
                </c:pt>
                <c:pt idx="15535">
                  <c:v>0</c:v>
                </c:pt>
                <c:pt idx="15536">
                  <c:v>0</c:v>
                </c:pt>
                <c:pt idx="15537">
                  <c:v>0</c:v>
                </c:pt>
                <c:pt idx="15538">
                  <c:v>0</c:v>
                </c:pt>
                <c:pt idx="15539">
                  <c:v>0</c:v>
                </c:pt>
                <c:pt idx="15540">
                  <c:v>0</c:v>
                </c:pt>
                <c:pt idx="15541">
                  <c:v>0</c:v>
                </c:pt>
                <c:pt idx="15542">
                  <c:v>0</c:v>
                </c:pt>
                <c:pt idx="15543">
                  <c:v>0</c:v>
                </c:pt>
                <c:pt idx="15544">
                  <c:v>0</c:v>
                </c:pt>
                <c:pt idx="15545">
                  <c:v>0</c:v>
                </c:pt>
                <c:pt idx="15546">
                  <c:v>0</c:v>
                </c:pt>
                <c:pt idx="15547">
                  <c:v>0</c:v>
                </c:pt>
                <c:pt idx="15548">
                  <c:v>0</c:v>
                </c:pt>
                <c:pt idx="15549">
                  <c:v>0</c:v>
                </c:pt>
                <c:pt idx="15550">
                  <c:v>0</c:v>
                </c:pt>
                <c:pt idx="15551">
                  <c:v>0</c:v>
                </c:pt>
                <c:pt idx="15552">
                  <c:v>0</c:v>
                </c:pt>
                <c:pt idx="15553">
                  <c:v>0</c:v>
                </c:pt>
                <c:pt idx="15554">
                  <c:v>0</c:v>
                </c:pt>
                <c:pt idx="15555">
                  <c:v>0</c:v>
                </c:pt>
                <c:pt idx="15556">
                  <c:v>0</c:v>
                </c:pt>
                <c:pt idx="15557">
                  <c:v>0</c:v>
                </c:pt>
                <c:pt idx="15558">
                  <c:v>0</c:v>
                </c:pt>
                <c:pt idx="15559">
                  <c:v>0</c:v>
                </c:pt>
                <c:pt idx="15560">
                  <c:v>0</c:v>
                </c:pt>
                <c:pt idx="15561">
                  <c:v>0</c:v>
                </c:pt>
                <c:pt idx="15562">
                  <c:v>0</c:v>
                </c:pt>
                <c:pt idx="15563">
                  <c:v>0</c:v>
                </c:pt>
                <c:pt idx="15564">
                  <c:v>0</c:v>
                </c:pt>
                <c:pt idx="15565">
                  <c:v>0</c:v>
                </c:pt>
                <c:pt idx="15566">
                  <c:v>0</c:v>
                </c:pt>
                <c:pt idx="15567">
                  <c:v>0</c:v>
                </c:pt>
                <c:pt idx="15568">
                  <c:v>0</c:v>
                </c:pt>
                <c:pt idx="15569">
                  <c:v>0</c:v>
                </c:pt>
                <c:pt idx="15570">
                  <c:v>0</c:v>
                </c:pt>
                <c:pt idx="15571">
                  <c:v>0</c:v>
                </c:pt>
                <c:pt idx="15572">
                  <c:v>0</c:v>
                </c:pt>
                <c:pt idx="15573">
                  <c:v>0</c:v>
                </c:pt>
                <c:pt idx="15574">
                  <c:v>0</c:v>
                </c:pt>
                <c:pt idx="15575">
                  <c:v>0</c:v>
                </c:pt>
                <c:pt idx="15576">
                  <c:v>0</c:v>
                </c:pt>
                <c:pt idx="15577">
                  <c:v>0</c:v>
                </c:pt>
                <c:pt idx="15578">
                  <c:v>0</c:v>
                </c:pt>
                <c:pt idx="15579">
                  <c:v>0</c:v>
                </c:pt>
                <c:pt idx="15580">
                  <c:v>0</c:v>
                </c:pt>
                <c:pt idx="15581">
                  <c:v>0</c:v>
                </c:pt>
                <c:pt idx="15582">
                  <c:v>0</c:v>
                </c:pt>
                <c:pt idx="15583">
                  <c:v>0</c:v>
                </c:pt>
                <c:pt idx="15584">
                  <c:v>0</c:v>
                </c:pt>
                <c:pt idx="15585">
                  <c:v>0</c:v>
                </c:pt>
                <c:pt idx="15586">
                  <c:v>0</c:v>
                </c:pt>
                <c:pt idx="15587">
                  <c:v>0</c:v>
                </c:pt>
                <c:pt idx="15588">
                  <c:v>0</c:v>
                </c:pt>
                <c:pt idx="15589">
                  <c:v>0</c:v>
                </c:pt>
                <c:pt idx="15590">
                  <c:v>0</c:v>
                </c:pt>
                <c:pt idx="15591">
                  <c:v>0</c:v>
                </c:pt>
                <c:pt idx="15592">
                  <c:v>0</c:v>
                </c:pt>
                <c:pt idx="15593">
                  <c:v>0</c:v>
                </c:pt>
                <c:pt idx="15594">
                  <c:v>0</c:v>
                </c:pt>
                <c:pt idx="15595">
                  <c:v>0</c:v>
                </c:pt>
                <c:pt idx="15596">
                  <c:v>0</c:v>
                </c:pt>
                <c:pt idx="15597">
                  <c:v>0</c:v>
                </c:pt>
                <c:pt idx="15598">
                  <c:v>0</c:v>
                </c:pt>
                <c:pt idx="15599">
                  <c:v>0</c:v>
                </c:pt>
                <c:pt idx="15600">
                  <c:v>0</c:v>
                </c:pt>
                <c:pt idx="15601">
                  <c:v>0</c:v>
                </c:pt>
                <c:pt idx="15602">
                  <c:v>0</c:v>
                </c:pt>
                <c:pt idx="15603">
                  <c:v>0</c:v>
                </c:pt>
                <c:pt idx="15604">
                  <c:v>0</c:v>
                </c:pt>
                <c:pt idx="15605">
                  <c:v>0</c:v>
                </c:pt>
                <c:pt idx="15606">
                  <c:v>0</c:v>
                </c:pt>
                <c:pt idx="15607">
                  <c:v>0</c:v>
                </c:pt>
                <c:pt idx="15608">
                  <c:v>0</c:v>
                </c:pt>
                <c:pt idx="15609">
                  <c:v>0</c:v>
                </c:pt>
                <c:pt idx="15610">
                  <c:v>0</c:v>
                </c:pt>
                <c:pt idx="15611">
                  <c:v>0</c:v>
                </c:pt>
                <c:pt idx="15612">
                  <c:v>0</c:v>
                </c:pt>
                <c:pt idx="15613">
                  <c:v>0</c:v>
                </c:pt>
                <c:pt idx="15614">
                  <c:v>0</c:v>
                </c:pt>
                <c:pt idx="15615">
                  <c:v>0</c:v>
                </c:pt>
                <c:pt idx="15616">
                  <c:v>0</c:v>
                </c:pt>
                <c:pt idx="15617">
                  <c:v>0</c:v>
                </c:pt>
                <c:pt idx="15618">
                  <c:v>0</c:v>
                </c:pt>
                <c:pt idx="15619">
                  <c:v>0</c:v>
                </c:pt>
                <c:pt idx="15620">
                  <c:v>0</c:v>
                </c:pt>
                <c:pt idx="15621">
                  <c:v>0</c:v>
                </c:pt>
                <c:pt idx="15622">
                  <c:v>0</c:v>
                </c:pt>
                <c:pt idx="15623">
                  <c:v>0</c:v>
                </c:pt>
                <c:pt idx="15624">
                  <c:v>0</c:v>
                </c:pt>
                <c:pt idx="15625">
                  <c:v>0</c:v>
                </c:pt>
                <c:pt idx="15626">
                  <c:v>0</c:v>
                </c:pt>
                <c:pt idx="15627">
                  <c:v>0</c:v>
                </c:pt>
                <c:pt idx="15628">
                  <c:v>0</c:v>
                </c:pt>
                <c:pt idx="15629">
                  <c:v>0</c:v>
                </c:pt>
                <c:pt idx="15630">
                  <c:v>0</c:v>
                </c:pt>
                <c:pt idx="15631">
                  <c:v>0</c:v>
                </c:pt>
                <c:pt idx="15632">
                  <c:v>0</c:v>
                </c:pt>
                <c:pt idx="15633">
                  <c:v>0</c:v>
                </c:pt>
                <c:pt idx="15634">
                  <c:v>0</c:v>
                </c:pt>
                <c:pt idx="15635">
                  <c:v>0</c:v>
                </c:pt>
                <c:pt idx="15636">
                  <c:v>0</c:v>
                </c:pt>
                <c:pt idx="15637">
                  <c:v>0</c:v>
                </c:pt>
                <c:pt idx="15638">
                  <c:v>0</c:v>
                </c:pt>
                <c:pt idx="15639">
                  <c:v>0</c:v>
                </c:pt>
                <c:pt idx="15640">
                  <c:v>0</c:v>
                </c:pt>
                <c:pt idx="15641">
                  <c:v>0</c:v>
                </c:pt>
                <c:pt idx="15642">
                  <c:v>0</c:v>
                </c:pt>
                <c:pt idx="15643">
                  <c:v>0</c:v>
                </c:pt>
                <c:pt idx="15644">
                  <c:v>0</c:v>
                </c:pt>
                <c:pt idx="15645">
                  <c:v>0</c:v>
                </c:pt>
                <c:pt idx="15646">
                  <c:v>0</c:v>
                </c:pt>
                <c:pt idx="15647">
                  <c:v>0</c:v>
                </c:pt>
                <c:pt idx="15648">
                  <c:v>0</c:v>
                </c:pt>
                <c:pt idx="15649">
                  <c:v>0</c:v>
                </c:pt>
                <c:pt idx="15650">
                  <c:v>0</c:v>
                </c:pt>
                <c:pt idx="15651">
                  <c:v>0</c:v>
                </c:pt>
                <c:pt idx="15652">
                  <c:v>0</c:v>
                </c:pt>
                <c:pt idx="15653">
                  <c:v>0</c:v>
                </c:pt>
                <c:pt idx="15654">
                  <c:v>0</c:v>
                </c:pt>
                <c:pt idx="15655">
                  <c:v>0</c:v>
                </c:pt>
                <c:pt idx="15656">
                  <c:v>0</c:v>
                </c:pt>
                <c:pt idx="15657">
                  <c:v>0</c:v>
                </c:pt>
                <c:pt idx="15658">
                  <c:v>0</c:v>
                </c:pt>
                <c:pt idx="15659">
                  <c:v>0</c:v>
                </c:pt>
                <c:pt idx="15660">
                  <c:v>0</c:v>
                </c:pt>
                <c:pt idx="15661">
                  <c:v>0</c:v>
                </c:pt>
                <c:pt idx="15662">
                  <c:v>0</c:v>
                </c:pt>
                <c:pt idx="15663">
                  <c:v>0</c:v>
                </c:pt>
                <c:pt idx="15664">
                  <c:v>0</c:v>
                </c:pt>
                <c:pt idx="15665">
                  <c:v>0</c:v>
                </c:pt>
                <c:pt idx="15666">
                  <c:v>0</c:v>
                </c:pt>
                <c:pt idx="15667">
                  <c:v>0</c:v>
                </c:pt>
                <c:pt idx="15668">
                  <c:v>0</c:v>
                </c:pt>
                <c:pt idx="15669">
                  <c:v>0</c:v>
                </c:pt>
                <c:pt idx="15670">
                  <c:v>0</c:v>
                </c:pt>
                <c:pt idx="15671">
                  <c:v>0</c:v>
                </c:pt>
                <c:pt idx="15672">
                  <c:v>0</c:v>
                </c:pt>
                <c:pt idx="15673">
                  <c:v>0</c:v>
                </c:pt>
                <c:pt idx="15674">
                  <c:v>0</c:v>
                </c:pt>
                <c:pt idx="15675">
                  <c:v>0</c:v>
                </c:pt>
                <c:pt idx="15676">
                  <c:v>0</c:v>
                </c:pt>
                <c:pt idx="15677">
                  <c:v>0</c:v>
                </c:pt>
                <c:pt idx="15678">
                  <c:v>0</c:v>
                </c:pt>
                <c:pt idx="15679">
                  <c:v>0</c:v>
                </c:pt>
                <c:pt idx="15680">
                  <c:v>0</c:v>
                </c:pt>
                <c:pt idx="15681">
                  <c:v>0</c:v>
                </c:pt>
                <c:pt idx="15682">
                  <c:v>0</c:v>
                </c:pt>
                <c:pt idx="15683">
                  <c:v>0</c:v>
                </c:pt>
                <c:pt idx="15684">
                  <c:v>0</c:v>
                </c:pt>
                <c:pt idx="15685">
                  <c:v>0</c:v>
                </c:pt>
                <c:pt idx="15686">
                  <c:v>0</c:v>
                </c:pt>
                <c:pt idx="15687">
                  <c:v>0</c:v>
                </c:pt>
                <c:pt idx="15688">
                  <c:v>0</c:v>
                </c:pt>
                <c:pt idx="15689">
                  <c:v>0</c:v>
                </c:pt>
                <c:pt idx="15690">
                  <c:v>0</c:v>
                </c:pt>
                <c:pt idx="15691">
                  <c:v>0</c:v>
                </c:pt>
                <c:pt idx="15692">
                  <c:v>0</c:v>
                </c:pt>
                <c:pt idx="15693">
                  <c:v>0</c:v>
                </c:pt>
                <c:pt idx="15694">
                  <c:v>0</c:v>
                </c:pt>
                <c:pt idx="15695">
                  <c:v>0</c:v>
                </c:pt>
                <c:pt idx="15696">
                  <c:v>0</c:v>
                </c:pt>
                <c:pt idx="15697">
                  <c:v>0</c:v>
                </c:pt>
                <c:pt idx="15698">
                  <c:v>0</c:v>
                </c:pt>
                <c:pt idx="15699">
                  <c:v>0</c:v>
                </c:pt>
                <c:pt idx="15700">
                  <c:v>0</c:v>
                </c:pt>
                <c:pt idx="15701">
                  <c:v>0</c:v>
                </c:pt>
                <c:pt idx="15702">
                  <c:v>0</c:v>
                </c:pt>
                <c:pt idx="15703">
                  <c:v>0</c:v>
                </c:pt>
                <c:pt idx="15704">
                  <c:v>0</c:v>
                </c:pt>
                <c:pt idx="15705">
                  <c:v>0</c:v>
                </c:pt>
                <c:pt idx="15706">
                  <c:v>0</c:v>
                </c:pt>
                <c:pt idx="15707">
                  <c:v>0</c:v>
                </c:pt>
                <c:pt idx="15708">
                  <c:v>0</c:v>
                </c:pt>
                <c:pt idx="15709">
                  <c:v>0</c:v>
                </c:pt>
                <c:pt idx="15710">
                  <c:v>0</c:v>
                </c:pt>
                <c:pt idx="15711">
                  <c:v>0</c:v>
                </c:pt>
                <c:pt idx="15712">
                  <c:v>0</c:v>
                </c:pt>
                <c:pt idx="15713">
                  <c:v>0</c:v>
                </c:pt>
                <c:pt idx="15714">
                  <c:v>0</c:v>
                </c:pt>
                <c:pt idx="15715">
                  <c:v>0</c:v>
                </c:pt>
                <c:pt idx="15716">
                  <c:v>0</c:v>
                </c:pt>
                <c:pt idx="15717">
                  <c:v>0</c:v>
                </c:pt>
                <c:pt idx="15718">
                  <c:v>0</c:v>
                </c:pt>
                <c:pt idx="15719">
                  <c:v>0</c:v>
                </c:pt>
                <c:pt idx="15720">
                  <c:v>0</c:v>
                </c:pt>
                <c:pt idx="15721">
                  <c:v>0</c:v>
                </c:pt>
                <c:pt idx="15722">
                  <c:v>0</c:v>
                </c:pt>
                <c:pt idx="15723">
                  <c:v>0</c:v>
                </c:pt>
                <c:pt idx="15724">
                  <c:v>0</c:v>
                </c:pt>
                <c:pt idx="15725">
                  <c:v>0</c:v>
                </c:pt>
                <c:pt idx="15726">
                  <c:v>0</c:v>
                </c:pt>
                <c:pt idx="15727">
                  <c:v>0</c:v>
                </c:pt>
                <c:pt idx="15728">
                  <c:v>0</c:v>
                </c:pt>
                <c:pt idx="15729">
                  <c:v>0</c:v>
                </c:pt>
                <c:pt idx="15730">
                  <c:v>0</c:v>
                </c:pt>
                <c:pt idx="15731">
                  <c:v>0</c:v>
                </c:pt>
                <c:pt idx="15732">
                  <c:v>0</c:v>
                </c:pt>
                <c:pt idx="15733">
                  <c:v>0</c:v>
                </c:pt>
                <c:pt idx="15734">
                  <c:v>0</c:v>
                </c:pt>
                <c:pt idx="15735">
                  <c:v>0</c:v>
                </c:pt>
                <c:pt idx="15736">
                  <c:v>0</c:v>
                </c:pt>
                <c:pt idx="15737">
                  <c:v>0</c:v>
                </c:pt>
                <c:pt idx="15738">
                  <c:v>0</c:v>
                </c:pt>
                <c:pt idx="15739">
                  <c:v>0</c:v>
                </c:pt>
                <c:pt idx="15740">
                  <c:v>0</c:v>
                </c:pt>
                <c:pt idx="15741">
                  <c:v>0</c:v>
                </c:pt>
                <c:pt idx="15742">
                  <c:v>0</c:v>
                </c:pt>
                <c:pt idx="15743">
                  <c:v>0</c:v>
                </c:pt>
                <c:pt idx="15744">
                  <c:v>0</c:v>
                </c:pt>
                <c:pt idx="15745">
                  <c:v>0</c:v>
                </c:pt>
                <c:pt idx="15746">
                  <c:v>0</c:v>
                </c:pt>
                <c:pt idx="15747">
                  <c:v>0</c:v>
                </c:pt>
                <c:pt idx="15748">
                  <c:v>0</c:v>
                </c:pt>
                <c:pt idx="15749">
                  <c:v>0</c:v>
                </c:pt>
                <c:pt idx="15750">
                  <c:v>0</c:v>
                </c:pt>
                <c:pt idx="15751">
                  <c:v>0</c:v>
                </c:pt>
                <c:pt idx="15752">
                  <c:v>0</c:v>
                </c:pt>
                <c:pt idx="15753">
                  <c:v>0</c:v>
                </c:pt>
                <c:pt idx="15754">
                  <c:v>0</c:v>
                </c:pt>
                <c:pt idx="15755">
                  <c:v>0</c:v>
                </c:pt>
                <c:pt idx="15756">
                  <c:v>0</c:v>
                </c:pt>
                <c:pt idx="15757">
                  <c:v>0</c:v>
                </c:pt>
                <c:pt idx="15758">
                  <c:v>0</c:v>
                </c:pt>
                <c:pt idx="15759">
                  <c:v>0</c:v>
                </c:pt>
                <c:pt idx="15760">
                  <c:v>0</c:v>
                </c:pt>
                <c:pt idx="15761">
                  <c:v>0</c:v>
                </c:pt>
                <c:pt idx="15762">
                  <c:v>0</c:v>
                </c:pt>
                <c:pt idx="15763">
                  <c:v>0</c:v>
                </c:pt>
                <c:pt idx="15764">
                  <c:v>0</c:v>
                </c:pt>
                <c:pt idx="15765">
                  <c:v>0</c:v>
                </c:pt>
                <c:pt idx="15766">
                  <c:v>0</c:v>
                </c:pt>
                <c:pt idx="15767">
                  <c:v>0</c:v>
                </c:pt>
                <c:pt idx="15768">
                  <c:v>0</c:v>
                </c:pt>
                <c:pt idx="15769">
                  <c:v>0</c:v>
                </c:pt>
                <c:pt idx="15770">
                  <c:v>0</c:v>
                </c:pt>
                <c:pt idx="15771">
                  <c:v>0</c:v>
                </c:pt>
                <c:pt idx="15772">
                  <c:v>0</c:v>
                </c:pt>
                <c:pt idx="15773">
                  <c:v>0</c:v>
                </c:pt>
                <c:pt idx="15774">
                  <c:v>0</c:v>
                </c:pt>
                <c:pt idx="15775">
                  <c:v>0</c:v>
                </c:pt>
                <c:pt idx="15776">
                  <c:v>0</c:v>
                </c:pt>
                <c:pt idx="15777">
                  <c:v>0</c:v>
                </c:pt>
                <c:pt idx="15778">
                  <c:v>0</c:v>
                </c:pt>
                <c:pt idx="15779">
                  <c:v>0</c:v>
                </c:pt>
                <c:pt idx="15780">
                  <c:v>0</c:v>
                </c:pt>
                <c:pt idx="15781">
                  <c:v>0</c:v>
                </c:pt>
                <c:pt idx="15782">
                  <c:v>0</c:v>
                </c:pt>
                <c:pt idx="15783">
                  <c:v>0</c:v>
                </c:pt>
                <c:pt idx="15784">
                  <c:v>0</c:v>
                </c:pt>
                <c:pt idx="15785">
                  <c:v>0</c:v>
                </c:pt>
                <c:pt idx="15786">
                  <c:v>0</c:v>
                </c:pt>
                <c:pt idx="15787">
                  <c:v>0</c:v>
                </c:pt>
                <c:pt idx="15788">
                  <c:v>0</c:v>
                </c:pt>
                <c:pt idx="15789">
                  <c:v>0</c:v>
                </c:pt>
                <c:pt idx="15790">
                  <c:v>0</c:v>
                </c:pt>
                <c:pt idx="15791">
                  <c:v>0</c:v>
                </c:pt>
                <c:pt idx="15792">
                  <c:v>0</c:v>
                </c:pt>
                <c:pt idx="15793">
                  <c:v>0</c:v>
                </c:pt>
                <c:pt idx="15794">
                  <c:v>0</c:v>
                </c:pt>
                <c:pt idx="15795">
                  <c:v>0</c:v>
                </c:pt>
                <c:pt idx="15796">
                  <c:v>0</c:v>
                </c:pt>
                <c:pt idx="15797">
                  <c:v>0</c:v>
                </c:pt>
                <c:pt idx="15798">
                  <c:v>0</c:v>
                </c:pt>
                <c:pt idx="15799">
                  <c:v>0</c:v>
                </c:pt>
                <c:pt idx="15800">
                  <c:v>0</c:v>
                </c:pt>
                <c:pt idx="15801">
                  <c:v>0</c:v>
                </c:pt>
                <c:pt idx="15802">
                  <c:v>0</c:v>
                </c:pt>
                <c:pt idx="15803">
                  <c:v>0</c:v>
                </c:pt>
                <c:pt idx="15804">
                  <c:v>0</c:v>
                </c:pt>
                <c:pt idx="15805">
                  <c:v>0</c:v>
                </c:pt>
                <c:pt idx="15806">
                  <c:v>0</c:v>
                </c:pt>
                <c:pt idx="15807">
                  <c:v>0</c:v>
                </c:pt>
                <c:pt idx="15808">
                  <c:v>0</c:v>
                </c:pt>
                <c:pt idx="15809">
                  <c:v>0</c:v>
                </c:pt>
                <c:pt idx="15810">
                  <c:v>0</c:v>
                </c:pt>
                <c:pt idx="15811">
                  <c:v>0</c:v>
                </c:pt>
                <c:pt idx="15812">
                  <c:v>0</c:v>
                </c:pt>
                <c:pt idx="15813">
                  <c:v>0</c:v>
                </c:pt>
                <c:pt idx="15814">
                  <c:v>0</c:v>
                </c:pt>
                <c:pt idx="15815">
                  <c:v>0</c:v>
                </c:pt>
                <c:pt idx="15816">
                  <c:v>0</c:v>
                </c:pt>
                <c:pt idx="15817">
                  <c:v>0</c:v>
                </c:pt>
                <c:pt idx="15818">
                  <c:v>0</c:v>
                </c:pt>
                <c:pt idx="15819">
                  <c:v>0</c:v>
                </c:pt>
                <c:pt idx="15820">
                  <c:v>0</c:v>
                </c:pt>
                <c:pt idx="15821">
                  <c:v>0</c:v>
                </c:pt>
                <c:pt idx="15822">
                  <c:v>0</c:v>
                </c:pt>
                <c:pt idx="15823">
                  <c:v>0</c:v>
                </c:pt>
                <c:pt idx="15824">
                  <c:v>0</c:v>
                </c:pt>
                <c:pt idx="15825">
                  <c:v>0</c:v>
                </c:pt>
                <c:pt idx="15826">
                  <c:v>0</c:v>
                </c:pt>
                <c:pt idx="15827">
                  <c:v>0</c:v>
                </c:pt>
                <c:pt idx="15828">
                  <c:v>0</c:v>
                </c:pt>
                <c:pt idx="15829">
                  <c:v>0</c:v>
                </c:pt>
                <c:pt idx="15830">
                  <c:v>0</c:v>
                </c:pt>
                <c:pt idx="15831">
                  <c:v>0</c:v>
                </c:pt>
                <c:pt idx="15832">
                  <c:v>0</c:v>
                </c:pt>
                <c:pt idx="15833">
                  <c:v>0</c:v>
                </c:pt>
                <c:pt idx="15834">
                  <c:v>0</c:v>
                </c:pt>
                <c:pt idx="15835">
                  <c:v>0</c:v>
                </c:pt>
                <c:pt idx="15836">
                  <c:v>0</c:v>
                </c:pt>
                <c:pt idx="15837">
                  <c:v>0</c:v>
                </c:pt>
                <c:pt idx="15838">
                  <c:v>0</c:v>
                </c:pt>
                <c:pt idx="15839">
                  <c:v>0</c:v>
                </c:pt>
                <c:pt idx="15840">
                  <c:v>0</c:v>
                </c:pt>
                <c:pt idx="15841">
                  <c:v>0</c:v>
                </c:pt>
                <c:pt idx="15842">
                  <c:v>0</c:v>
                </c:pt>
                <c:pt idx="15843">
                  <c:v>0</c:v>
                </c:pt>
                <c:pt idx="15844">
                  <c:v>0</c:v>
                </c:pt>
                <c:pt idx="15845">
                  <c:v>0</c:v>
                </c:pt>
                <c:pt idx="15846">
                  <c:v>0</c:v>
                </c:pt>
                <c:pt idx="15847">
                  <c:v>0</c:v>
                </c:pt>
                <c:pt idx="15848">
                  <c:v>0</c:v>
                </c:pt>
                <c:pt idx="15849">
                  <c:v>0</c:v>
                </c:pt>
                <c:pt idx="15850">
                  <c:v>0</c:v>
                </c:pt>
                <c:pt idx="15851">
                  <c:v>0</c:v>
                </c:pt>
                <c:pt idx="15852">
                  <c:v>0</c:v>
                </c:pt>
                <c:pt idx="15853">
                  <c:v>0</c:v>
                </c:pt>
                <c:pt idx="15854">
                  <c:v>0</c:v>
                </c:pt>
                <c:pt idx="15855">
                  <c:v>0</c:v>
                </c:pt>
                <c:pt idx="15856">
                  <c:v>0</c:v>
                </c:pt>
                <c:pt idx="15857">
                  <c:v>0</c:v>
                </c:pt>
                <c:pt idx="15858">
                  <c:v>0</c:v>
                </c:pt>
                <c:pt idx="15859">
                  <c:v>0</c:v>
                </c:pt>
                <c:pt idx="15860">
                  <c:v>0</c:v>
                </c:pt>
                <c:pt idx="15861">
                  <c:v>0</c:v>
                </c:pt>
                <c:pt idx="15862">
                  <c:v>0</c:v>
                </c:pt>
                <c:pt idx="15863">
                  <c:v>0</c:v>
                </c:pt>
                <c:pt idx="15864">
                  <c:v>0</c:v>
                </c:pt>
                <c:pt idx="15865">
                  <c:v>0</c:v>
                </c:pt>
                <c:pt idx="15866">
                  <c:v>0</c:v>
                </c:pt>
                <c:pt idx="15867">
                  <c:v>0</c:v>
                </c:pt>
                <c:pt idx="15868">
                  <c:v>0</c:v>
                </c:pt>
                <c:pt idx="15869">
                  <c:v>0</c:v>
                </c:pt>
                <c:pt idx="15870">
                  <c:v>0</c:v>
                </c:pt>
                <c:pt idx="15871">
                  <c:v>0</c:v>
                </c:pt>
                <c:pt idx="15872">
                  <c:v>0</c:v>
                </c:pt>
                <c:pt idx="15873">
                  <c:v>0</c:v>
                </c:pt>
                <c:pt idx="15874">
                  <c:v>0</c:v>
                </c:pt>
                <c:pt idx="15875">
                  <c:v>0</c:v>
                </c:pt>
                <c:pt idx="15876">
                  <c:v>0</c:v>
                </c:pt>
                <c:pt idx="15877">
                  <c:v>0</c:v>
                </c:pt>
                <c:pt idx="15878">
                  <c:v>0</c:v>
                </c:pt>
                <c:pt idx="15879">
                  <c:v>0</c:v>
                </c:pt>
                <c:pt idx="15880">
                  <c:v>0</c:v>
                </c:pt>
                <c:pt idx="15881">
                  <c:v>0</c:v>
                </c:pt>
                <c:pt idx="15882">
                  <c:v>0</c:v>
                </c:pt>
                <c:pt idx="15883">
                  <c:v>0</c:v>
                </c:pt>
                <c:pt idx="15884">
                  <c:v>0</c:v>
                </c:pt>
                <c:pt idx="15885">
                  <c:v>0</c:v>
                </c:pt>
                <c:pt idx="15886">
                  <c:v>0</c:v>
                </c:pt>
                <c:pt idx="15887">
                  <c:v>0</c:v>
                </c:pt>
                <c:pt idx="15888">
                  <c:v>0</c:v>
                </c:pt>
                <c:pt idx="15889">
                  <c:v>0</c:v>
                </c:pt>
                <c:pt idx="15890">
                  <c:v>0</c:v>
                </c:pt>
                <c:pt idx="15891">
                  <c:v>0</c:v>
                </c:pt>
                <c:pt idx="15892">
                  <c:v>0</c:v>
                </c:pt>
                <c:pt idx="15893">
                  <c:v>0</c:v>
                </c:pt>
                <c:pt idx="15894">
                  <c:v>0</c:v>
                </c:pt>
                <c:pt idx="15895">
                  <c:v>0</c:v>
                </c:pt>
                <c:pt idx="15896">
                  <c:v>0</c:v>
                </c:pt>
                <c:pt idx="15897">
                  <c:v>0</c:v>
                </c:pt>
                <c:pt idx="15898">
                  <c:v>0</c:v>
                </c:pt>
                <c:pt idx="15899">
                  <c:v>0</c:v>
                </c:pt>
                <c:pt idx="15900">
                  <c:v>0</c:v>
                </c:pt>
                <c:pt idx="15901">
                  <c:v>0</c:v>
                </c:pt>
                <c:pt idx="15902">
                  <c:v>0</c:v>
                </c:pt>
                <c:pt idx="15903">
                  <c:v>0</c:v>
                </c:pt>
                <c:pt idx="15904">
                  <c:v>0</c:v>
                </c:pt>
                <c:pt idx="15905">
                  <c:v>0</c:v>
                </c:pt>
                <c:pt idx="15906">
                  <c:v>0</c:v>
                </c:pt>
                <c:pt idx="15907">
                  <c:v>0</c:v>
                </c:pt>
                <c:pt idx="15908">
                  <c:v>0</c:v>
                </c:pt>
                <c:pt idx="15909">
                  <c:v>0</c:v>
                </c:pt>
                <c:pt idx="15910">
                  <c:v>0</c:v>
                </c:pt>
                <c:pt idx="15911">
                  <c:v>0</c:v>
                </c:pt>
                <c:pt idx="15912">
                  <c:v>0</c:v>
                </c:pt>
                <c:pt idx="15913">
                  <c:v>0</c:v>
                </c:pt>
                <c:pt idx="15914">
                  <c:v>0</c:v>
                </c:pt>
                <c:pt idx="15915">
                  <c:v>0</c:v>
                </c:pt>
                <c:pt idx="15916">
                  <c:v>0</c:v>
                </c:pt>
                <c:pt idx="15917">
                  <c:v>0</c:v>
                </c:pt>
                <c:pt idx="15918">
                  <c:v>0</c:v>
                </c:pt>
                <c:pt idx="15919">
                  <c:v>0</c:v>
                </c:pt>
                <c:pt idx="15920">
                  <c:v>0</c:v>
                </c:pt>
                <c:pt idx="15921">
                  <c:v>0</c:v>
                </c:pt>
                <c:pt idx="15922">
                  <c:v>0</c:v>
                </c:pt>
                <c:pt idx="15923">
                  <c:v>0</c:v>
                </c:pt>
                <c:pt idx="15924">
                  <c:v>0</c:v>
                </c:pt>
                <c:pt idx="15925">
                  <c:v>0</c:v>
                </c:pt>
                <c:pt idx="15926">
                  <c:v>0</c:v>
                </c:pt>
                <c:pt idx="15927">
                  <c:v>0</c:v>
                </c:pt>
                <c:pt idx="15928">
                  <c:v>0</c:v>
                </c:pt>
                <c:pt idx="15929">
                  <c:v>0</c:v>
                </c:pt>
                <c:pt idx="15930">
                  <c:v>0</c:v>
                </c:pt>
                <c:pt idx="15931">
                  <c:v>0</c:v>
                </c:pt>
                <c:pt idx="15932">
                  <c:v>0</c:v>
                </c:pt>
                <c:pt idx="15933">
                  <c:v>0</c:v>
                </c:pt>
                <c:pt idx="15934">
                  <c:v>0</c:v>
                </c:pt>
                <c:pt idx="15935">
                  <c:v>0</c:v>
                </c:pt>
                <c:pt idx="15936">
                  <c:v>0</c:v>
                </c:pt>
                <c:pt idx="15937">
                  <c:v>0</c:v>
                </c:pt>
                <c:pt idx="15938">
                  <c:v>0</c:v>
                </c:pt>
                <c:pt idx="15939">
                  <c:v>0</c:v>
                </c:pt>
                <c:pt idx="15940">
                  <c:v>0</c:v>
                </c:pt>
                <c:pt idx="15941">
                  <c:v>0</c:v>
                </c:pt>
                <c:pt idx="15942">
                  <c:v>0</c:v>
                </c:pt>
                <c:pt idx="15943">
                  <c:v>0</c:v>
                </c:pt>
                <c:pt idx="15944">
                  <c:v>0</c:v>
                </c:pt>
                <c:pt idx="15945">
                  <c:v>0</c:v>
                </c:pt>
                <c:pt idx="15946">
                  <c:v>0</c:v>
                </c:pt>
                <c:pt idx="15947">
                  <c:v>0</c:v>
                </c:pt>
                <c:pt idx="15948">
                  <c:v>0</c:v>
                </c:pt>
                <c:pt idx="15949">
                  <c:v>0</c:v>
                </c:pt>
                <c:pt idx="15950">
                  <c:v>0</c:v>
                </c:pt>
                <c:pt idx="15951">
                  <c:v>0</c:v>
                </c:pt>
                <c:pt idx="15952">
                  <c:v>0</c:v>
                </c:pt>
                <c:pt idx="15953">
                  <c:v>0</c:v>
                </c:pt>
                <c:pt idx="15954">
                  <c:v>0</c:v>
                </c:pt>
                <c:pt idx="15955">
                  <c:v>0</c:v>
                </c:pt>
                <c:pt idx="15956">
                  <c:v>0</c:v>
                </c:pt>
                <c:pt idx="15957">
                  <c:v>0</c:v>
                </c:pt>
                <c:pt idx="15958">
                  <c:v>0</c:v>
                </c:pt>
                <c:pt idx="15959">
                  <c:v>0</c:v>
                </c:pt>
                <c:pt idx="15960">
                  <c:v>0</c:v>
                </c:pt>
                <c:pt idx="15961">
                  <c:v>0</c:v>
                </c:pt>
                <c:pt idx="15962">
                  <c:v>0</c:v>
                </c:pt>
                <c:pt idx="15963">
                  <c:v>0</c:v>
                </c:pt>
                <c:pt idx="15964">
                  <c:v>0</c:v>
                </c:pt>
                <c:pt idx="15965">
                  <c:v>0</c:v>
                </c:pt>
                <c:pt idx="15966">
                  <c:v>0</c:v>
                </c:pt>
                <c:pt idx="15967">
                  <c:v>0</c:v>
                </c:pt>
                <c:pt idx="15968">
                  <c:v>0</c:v>
                </c:pt>
                <c:pt idx="15969">
                  <c:v>0</c:v>
                </c:pt>
                <c:pt idx="15970">
                  <c:v>0</c:v>
                </c:pt>
                <c:pt idx="15971">
                  <c:v>0</c:v>
                </c:pt>
                <c:pt idx="15972">
                  <c:v>0</c:v>
                </c:pt>
                <c:pt idx="15973">
                  <c:v>0</c:v>
                </c:pt>
                <c:pt idx="15974">
                  <c:v>0</c:v>
                </c:pt>
                <c:pt idx="15975">
                  <c:v>0</c:v>
                </c:pt>
                <c:pt idx="15976">
                  <c:v>0</c:v>
                </c:pt>
                <c:pt idx="15977">
                  <c:v>0</c:v>
                </c:pt>
                <c:pt idx="15978">
                  <c:v>0</c:v>
                </c:pt>
                <c:pt idx="15979">
                  <c:v>0</c:v>
                </c:pt>
                <c:pt idx="15980">
                  <c:v>0</c:v>
                </c:pt>
                <c:pt idx="15981">
                  <c:v>0</c:v>
                </c:pt>
                <c:pt idx="15982">
                  <c:v>0</c:v>
                </c:pt>
                <c:pt idx="15983">
                  <c:v>0</c:v>
                </c:pt>
                <c:pt idx="15984">
                  <c:v>0</c:v>
                </c:pt>
                <c:pt idx="15985">
                  <c:v>0</c:v>
                </c:pt>
                <c:pt idx="15986">
                  <c:v>0</c:v>
                </c:pt>
                <c:pt idx="15987">
                  <c:v>0</c:v>
                </c:pt>
                <c:pt idx="15988">
                  <c:v>0</c:v>
                </c:pt>
                <c:pt idx="15989">
                  <c:v>0</c:v>
                </c:pt>
                <c:pt idx="15990">
                  <c:v>0</c:v>
                </c:pt>
                <c:pt idx="15991">
                  <c:v>0</c:v>
                </c:pt>
                <c:pt idx="15992">
                  <c:v>0</c:v>
                </c:pt>
                <c:pt idx="15993">
                  <c:v>0</c:v>
                </c:pt>
                <c:pt idx="15994">
                  <c:v>0</c:v>
                </c:pt>
                <c:pt idx="15995">
                  <c:v>0</c:v>
                </c:pt>
                <c:pt idx="15996">
                  <c:v>0</c:v>
                </c:pt>
                <c:pt idx="15997">
                  <c:v>0</c:v>
                </c:pt>
                <c:pt idx="15998">
                  <c:v>0</c:v>
                </c:pt>
                <c:pt idx="15999">
                  <c:v>0</c:v>
                </c:pt>
                <c:pt idx="16000">
                  <c:v>0</c:v>
                </c:pt>
                <c:pt idx="16001">
                  <c:v>0</c:v>
                </c:pt>
                <c:pt idx="16002">
                  <c:v>0</c:v>
                </c:pt>
                <c:pt idx="16003">
                  <c:v>0</c:v>
                </c:pt>
                <c:pt idx="16004">
                  <c:v>0</c:v>
                </c:pt>
                <c:pt idx="16005">
                  <c:v>0</c:v>
                </c:pt>
                <c:pt idx="16006">
                  <c:v>0</c:v>
                </c:pt>
                <c:pt idx="16007">
                  <c:v>0</c:v>
                </c:pt>
                <c:pt idx="16008">
                  <c:v>0</c:v>
                </c:pt>
                <c:pt idx="16009">
                  <c:v>0</c:v>
                </c:pt>
                <c:pt idx="16010">
                  <c:v>0</c:v>
                </c:pt>
                <c:pt idx="16011">
                  <c:v>0</c:v>
                </c:pt>
                <c:pt idx="16012">
                  <c:v>0</c:v>
                </c:pt>
                <c:pt idx="16013">
                  <c:v>0</c:v>
                </c:pt>
                <c:pt idx="16014">
                  <c:v>0</c:v>
                </c:pt>
                <c:pt idx="16015">
                  <c:v>0</c:v>
                </c:pt>
                <c:pt idx="16016">
                  <c:v>0</c:v>
                </c:pt>
                <c:pt idx="16017">
                  <c:v>0</c:v>
                </c:pt>
                <c:pt idx="16018">
                  <c:v>0</c:v>
                </c:pt>
                <c:pt idx="16019">
                  <c:v>0</c:v>
                </c:pt>
                <c:pt idx="16020">
                  <c:v>0</c:v>
                </c:pt>
                <c:pt idx="16021">
                  <c:v>0</c:v>
                </c:pt>
                <c:pt idx="16022">
                  <c:v>0</c:v>
                </c:pt>
                <c:pt idx="16023">
                  <c:v>0</c:v>
                </c:pt>
                <c:pt idx="16024">
                  <c:v>0</c:v>
                </c:pt>
                <c:pt idx="16025">
                  <c:v>0</c:v>
                </c:pt>
                <c:pt idx="16026">
                  <c:v>0</c:v>
                </c:pt>
                <c:pt idx="16027">
                  <c:v>0</c:v>
                </c:pt>
                <c:pt idx="16028">
                  <c:v>0</c:v>
                </c:pt>
                <c:pt idx="16029">
                  <c:v>0</c:v>
                </c:pt>
                <c:pt idx="16030">
                  <c:v>0</c:v>
                </c:pt>
                <c:pt idx="16031">
                  <c:v>0</c:v>
                </c:pt>
                <c:pt idx="16032">
                  <c:v>0</c:v>
                </c:pt>
                <c:pt idx="16033">
                  <c:v>0</c:v>
                </c:pt>
                <c:pt idx="16034">
                  <c:v>0</c:v>
                </c:pt>
                <c:pt idx="16035">
                  <c:v>0</c:v>
                </c:pt>
                <c:pt idx="16036">
                  <c:v>0</c:v>
                </c:pt>
                <c:pt idx="16037">
                  <c:v>0</c:v>
                </c:pt>
                <c:pt idx="16038">
                  <c:v>0</c:v>
                </c:pt>
                <c:pt idx="16039">
                  <c:v>0</c:v>
                </c:pt>
                <c:pt idx="16040">
                  <c:v>0</c:v>
                </c:pt>
                <c:pt idx="16041">
                  <c:v>0</c:v>
                </c:pt>
                <c:pt idx="16042">
                  <c:v>0</c:v>
                </c:pt>
                <c:pt idx="16043">
                  <c:v>0</c:v>
                </c:pt>
                <c:pt idx="16044">
                  <c:v>0</c:v>
                </c:pt>
                <c:pt idx="16045">
                  <c:v>0</c:v>
                </c:pt>
                <c:pt idx="16046">
                  <c:v>0</c:v>
                </c:pt>
                <c:pt idx="16047">
                  <c:v>0</c:v>
                </c:pt>
                <c:pt idx="16048">
                  <c:v>0</c:v>
                </c:pt>
                <c:pt idx="16049">
                  <c:v>0</c:v>
                </c:pt>
                <c:pt idx="16050">
                  <c:v>0</c:v>
                </c:pt>
                <c:pt idx="16051">
                  <c:v>0</c:v>
                </c:pt>
                <c:pt idx="16052">
                  <c:v>0</c:v>
                </c:pt>
                <c:pt idx="16053">
                  <c:v>0</c:v>
                </c:pt>
                <c:pt idx="16054">
                  <c:v>0</c:v>
                </c:pt>
                <c:pt idx="16055">
                  <c:v>0</c:v>
                </c:pt>
                <c:pt idx="16056">
                  <c:v>0</c:v>
                </c:pt>
                <c:pt idx="16057">
                  <c:v>0</c:v>
                </c:pt>
                <c:pt idx="16058">
                  <c:v>0</c:v>
                </c:pt>
                <c:pt idx="16059">
                  <c:v>0</c:v>
                </c:pt>
                <c:pt idx="16060">
                  <c:v>0</c:v>
                </c:pt>
                <c:pt idx="16061">
                  <c:v>0</c:v>
                </c:pt>
                <c:pt idx="16062">
                  <c:v>0</c:v>
                </c:pt>
                <c:pt idx="16063">
                  <c:v>0</c:v>
                </c:pt>
                <c:pt idx="16064">
                  <c:v>0</c:v>
                </c:pt>
                <c:pt idx="16065">
                  <c:v>0</c:v>
                </c:pt>
                <c:pt idx="16066">
                  <c:v>0</c:v>
                </c:pt>
                <c:pt idx="16067">
                  <c:v>0</c:v>
                </c:pt>
                <c:pt idx="16068">
                  <c:v>0</c:v>
                </c:pt>
                <c:pt idx="16069">
                  <c:v>0</c:v>
                </c:pt>
                <c:pt idx="16070">
                  <c:v>0</c:v>
                </c:pt>
                <c:pt idx="16071">
                  <c:v>0</c:v>
                </c:pt>
                <c:pt idx="16072">
                  <c:v>0</c:v>
                </c:pt>
                <c:pt idx="16073">
                  <c:v>0</c:v>
                </c:pt>
                <c:pt idx="16074">
                  <c:v>0</c:v>
                </c:pt>
                <c:pt idx="16075">
                  <c:v>0</c:v>
                </c:pt>
                <c:pt idx="16076">
                  <c:v>0</c:v>
                </c:pt>
                <c:pt idx="16077">
                  <c:v>0</c:v>
                </c:pt>
                <c:pt idx="16078">
                  <c:v>0</c:v>
                </c:pt>
                <c:pt idx="16079">
                  <c:v>0</c:v>
                </c:pt>
                <c:pt idx="16080">
                  <c:v>0</c:v>
                </c:pt>
                <c:pt idx="16081">
                  <c:v>0</c:v>
                </c:pt>
                <c:pt idx="16082">
                  <c:v>0</c:v>
                </c:pt>
                <c:pt idx="16083">
                  <c:v>0</c:v>
                </c:pt>
                <c:pt idx="16084">
                  <c:v>0</c:v>
                </c:pt>
                <c:pt idx="16085">
                  <c:v>0</c:v>
                </c:pt>
                <c:pt idx="16086">
                  <c:v>0</c:v>
                </c:pt>
                <c:pt idx="16087">
                  <c:v>0</c:v>
                </c:pt>
                <c:pt idx="16088">
                  <c:v>0</c:v>
                </c:pt>
                <c:pt idx="16089">
                  <c:v>0</c:v>
                </c:pt>
                <c:pt idx="16090">
                  <c:v>0</c:v>
                </c:pt>
                <c:pt idx="16091">
                  <c:v>0</c:v>
                </c:pt>
                <c:pt idx="16092">
                  <c:v>0</c:v>
                </c:pt>
                <c:pt idx="16093">
                  <c:v>0</c:v>
                </c:pt>
                <c:pt idx="16094">
                  <c:v>0</c:v>
                </c:pt>
                <c:pt idx="16095">
                  <c:v>0</c:v>
                </c:pt>
                <c:pt idx="16096">
                  <c:v>0</c:v>
                </c:pt>
                <c:pt idx="16097">
                  <c:v>0</c:v>
                </c:pt>
                <c:pt idx="16098">
                  <c:v>0</c:v>
                </c:pt>
                <c:pt idx="16099">
                  <c:v>0</c:v>
                </c:pt>
                <c:pt idx="16100">
                  <c:v>0</c:v>
                </c:pt>
                <c:pt idx="16101">
                  <c:v>0</c:v>
                </c:pt>
                <c:pt idx="16102">
                  <c:v>0</c:v>
                </c:pt>
                <c:pt idx="16103">
                  <c:v>0</c:v>
                </c:pt>
                <c:pt idx="16104">
                  <c:v>0</c:v>
                </c:pt>
                <c:pt idx="16105">
                  <c:v>0</c:v>
                </c:pt>
                <c:pt idx="16106">
                  <c:v>0</c:v>
                </c:pt>
                <c:pt idx="16107">
                  <c:v>0</c:v>
                </c:pt>
                <c:pt idx="16108">
                  <c:v>0</c:v>
                </c:pt>
                <c:pt idx="16109">
                  <c:v>0</c:v>
                </c:pt>
                <c:pt idx="16110">
                  <c:v>0</c:v>
                </c:pt>
                <c:pt idx="16111">
                  <c:v>0</c:v>
                </c:pt>
                <c:pt idx="16112">
                  <c:v>0</c:v>
                </c:pt>
                <c:pt idx="16113">
                  <c:v>0</c:v>
                </c:pt>
                <c:pt idx="16114">
                  <c:v>0</c:v>
                </c:pt>
                <c:pt idx="16115">
                  <c:v>0</c:v>
                </c:pt>
                <c:pt idx="16116">
                  <c:v>0</c:v>
                </c:pt>
                <c:pt idx="16117">
                  <c:v>0</c:v>
                </c:pt>
                <c:pt idx="16118">
                  <c:v>0</c:v>
                </c:pt>
                <c:pt idx="16119">
                  <c:v>0</c:v>
                </c:pt>
                <c:pt idx="16120">
                  <c:v>0</c:v>
                </c:pt>
                <c:pt idx="16121">
                  <c:v>0</c:v>
                </c:pt>
                <c:pt idx="16122">
                  <c:v>0</c:v>
                </c:pt>
                <c:pt idx="16123">
                  <c:v>0</c:v>
                </c:pt>
                <c:pt idx="16124">
                  <c:v>0</c:v>
                </c:pt>
                <c:pt idx="16125">
                  <c:v>0</c:v>
                </c:pt>
                <c:pt idx="16126">
                  <c:v>0</c:v>
                </c:pt>
                <c:pt idx="16127">
                  <c:v>0</c:v>
                </c:pt>
                <c:pt idx="16128">
                  <c:v>0</c:v>
                </c:pt>
                <c:pt idx="16129">
                  <c:v>0</c:v>
                </c:pt>
                <c:pt idx="16130">
                  <c:v>0</c:v>
                </c:pt>
                <c:pt idx="16131">
                  <c:v>0</c:v>
                </c:pt>
                <c:pt idx="16132">
                  <c:v>0</c:v>
                </c:pt>
                <c:pt idx="16133">
                  <c:v>0</c:v>
                </c:pt>
                <c:pt idx="16134">
                  <c:v>0</c:v>
                </c:pt>
                <c:pt idx="16135">
                  <c:v>0</c:v>
                </c:pt>
                <c:pt idx="16136">
                  <c:v>0</c:v>
                </c:pt>
                <c:pt idx="16137">
                  <c:v>0</c:v>
                </c:pt>
                <c:pt idx="16138">
                  <c:v>0</c:v>
                </c:pt>
                <c:pt idx="16139">
                  <c:v>0</c:v>
                </c:pt>
                <c:pt idx="16140">
                  <c:v>0</c:v>
                </c:pt>
                <c:pt idx="16141">
                  <c:v>0</c:v>
                </c:pt>
                <c:pt idx="16142">
                  <c:v>0</c:v>
                </c:pt>
                <c:pt idx="16143">
                  <c:v>0</c:v>
                </c:pt>
                <c:pt idx="16144">
                  <c:v>0</c:v>
                </c:pt>
                <c:pt idx="16145">
                  <c:v>0</c:v>
                </c:pt>
                <c:pt idx="16146">
                  <c:v>0</c:v>
                </c:pt>
                <c:pt idx="16147">
                  <c:v>0</c:v>
                </c:pt>
                <c:pt idx="16148">
                  <c:v>0</c:v>
                </c:pt>
                <c:pt idx="16149">
                  <c:v>0</c:v>
                </c:pt>
                <c:pt idx="16150">
                  <c:v>0</c:v>
                </c:pt>
                <c:pt idx="16151">
                  <c:v>0</c:v>
                </c:pt>
                <c:pt idx="16152">
                  <c:v>0</c:v>
                </c:pt>
                <c:pt idx="16153">
                  <c:v>0</c:v>
                </c:pt>
                <c:pt idx="16154">
                  <c:v>0</c:v>
                </c:pt>
                <c:pt idx="16155">
                  <c:v>0</c:v>
                </c:pt>
                <c:pt idx="16156">
                  <c:v>0</c:v>
                </c:pt>
                <c:pt idx="16157">
                  <c:v>0</c:v>
                </c:pt>
                <c:pt idx="16158">
                  <c:v>0</c:v>
                </c:pt>
                <c:pt idx="16159">
                  <c:v>0</c:v>
                </c:pt>
                <c:pt idx="16160">
                  <c:v>0</c:v>
                </c:pt>
                <c:pt idx="16161">
                  <c:v>0</c:v>
                </c:pt>
                <c:pt idx="16162">
                  <c:v>0</c:v>
                </c:pt>
                <c:pt idx="16163">
                  <c:v>0</c:v>
                </c:pt>
                <c:pt idx="16164">
                  <c:v>0</c:v>
                </c:pt>
                <c:pt idx="16165">
                  <c:v>0</c:v>
                </c:pt>
                <c:pt idx="16166">
                  <c:v>0</c:v>
                </c:pt>
                <c:pt idx="16167">
                  <c:v>0</c:v>
                </c:pt>
                <c:pt idx="16168">
                  <c:v>0</c:v>
                </c:pt>
                <c:pt idx="16169">
                  <c:v>0</c:v>
                </c:pt>
                <c:pt idx="16170">
                  <c:v>0</c:v>
                </c:pt>
                <c:pt idx="16171">
                  <c:v>0</c:v>
                </c:pt>
                <c:pt idx="16172">
                  <c:v>0</c:v>
                </c:pt>
                <c:pt idx="16173">
                  <c:v>0</c:v>
                </c:pt>
                <c:pt idx="16174">
                  <c:v>0</c:v>
                </c:pt>
                <c:pt idx="16175">
                  <c:v>0</c:v>
                </c:pt>
                <c:pt idx="16176">
                  <c:v>0</c:v>
                </c:pt>
                <c:pt idx="16177">
                  <c:v>0</c:v>
                </c:pt>
                <c:pt idx="16178">
                  <c:v>0</c:v>
                </c:pt>
                <c:pt idx="16179">
                  <c:v>0</c:v>
                </c:pt>
                <c:pt idx="16180">
                  <c:v>0</c:v>
                </c:pt>
                <c:pt idx="16181">
                  <c:v>0</c:v>
                </c:pt>
                <c:pt idx="16182">
                  <c:v>0</c:v>
                </c:pt>
                <c:pt idx="16183">
                  <c:v>0</c:v>
                </c:pt>
                <c:pt idx="16184">
                  <c:v>0</c:v>
                </c:pt>
                <c:pt idx="16185">
                  <c:v>0</c:v>
                </c:pt>
                <c:pt idx="16186">
                  <c:v>0</c:v>
                </c:pt>
                <c:pt idx="16187">
                  <c:v>0</c:v>
                </c:pt>
                <c:pt idx="16188">
                  <c:v>0</c:v>
                </c:pt>
                <c:pt idx="16189">
                  <c:v>0</c:v>
                </c:pt>
                <c:pt idx="16190">
                  <c:v>0</c:v>
                </c:pt>
                <c:pt idx="16191">
                  <c:v>0</c:v>
                </c:pt>
                <c:pt idx="16192">
                  <c:v>0</c:v>
                </c:pt>
                <c:pt idx="16193">
                  <c:v>0</c:v>
                </c:pt>
                <c:pt idx="16194">
                  <c:v>0</c:v>
                </c:pt>
                <c:pt idx="16195">
                  <c:v>0</c:v>
                </c:pt>
                <c:pt idx="16196">
                  <c:v>0</c:v>
                </c:pt>
                <c:pt idx="16197">
                  <c:v>0</c:v>
                </c:pt>
                <c:pt idx="16198">
                  <c:v>0</c:v>
                </c:pt>
                <c:pt idx="16199">
                  <c:v>0</c:v>
                </c:pt>
                <c:pt idx="16200">
                  <c:v>0</c:v>
                </c:pt>
                <c:pt idx="16201">
                  <c:v>0</c:v>
                </c:pt>
                <c:pt idx="16202">
                  <c:v>0</c:v>
                </c:pt>
                <c:pt idx="16203">
                  <c:v>0</c:v>
                </c:pt>
                <c:pt idx="16204">
                  <c:v>0</c:v>
                </c:pt>
                <c:pt idx="16205">
                  <c:v>0</c:v>
                </c:pt>
                <c:pt idx="16206">
                  <c:v>0</c:v>
                </c:pt>
                <c:pt idx="16207">
                  <c:v>0</c:v>
                </c:pt>
                <c:pt idx="16208">
                  <c:v>0</c:v>
                </c:pt>
                <c:pt idx="16209">
                  <c:v>0</c:v>
                </c:pt>
                <c:pt idx="16210">
                  <c:v>0</c:v>
                </c:pt>
                <c:pt idx="16211">
                  <c:v>0</c:v>
                </c:pt>
                <c:pt idx="16212">
                  <c:v>0</c:v>
                </c:pt>
                <c:pt idx="16213">
                  <c:v>0</c:v>
                </c:pt>
                <c:pt idx="16214">
                  <c:v>0</c:v>
                </c:pt>
                <c:pt idx="16215">
                  <c:v>0</c:v>
                </c:pt>
                <c:pt idx="16216">
                  <c:v>0</c:v>
                </c:pt>
                <c:pt idx="16217">
                  <c:v>0</c:v>
                </c:pt>
                <c:pt idx="16218">
                  <c:v>0</c:v>
                </c:pt>
                <c:pt idx="16219">
                  <c:v>0</c:v>
                </c:pt>
                <c:pt idx="16220">
                  <c:v>0</c:v>
                </c:pt>
                <c:pt idx="16221">
                  <c:v>0</c:v>
                </c:pt>
                <c:pt idx="16222">
                  <c:v>0</c:v>
                </c:pt>
                <c:pt idx="16223">
                  <c:v>0</c:v>
                </c:pt>
                <c:pt idx="16224">
                  <c:v>0</c:v>
                </c:pt>
                <c:pt idx="16225">
                  <c:v>0</c:v>
                </c:pt>
                <c:pt idx="16226">
                  <c:v>0</c:v>
                </c:pt>
                <c:pt idx="16227">
                  <c:v>0</c:v>
                </c:pt>
                <c:pt idx="16228">
                  <c:v>0</c:v>
                </c:pt>
                <c:pt idx="16229">
                  <c:v>0</c:v>
                </c:pt>
                <c:pt idx="16230">
                  <c:v>0</c:v>
                </c:pt>
                <c:pt idx="16231">
                  <c:v>0</c:v>
                </c:pt>
                <c:pt idx="16232">
                  <c:v>0</c:v>
                </c:pt>
                <c:pt idx="16233">
                  <c:v>0</c:v>
                </c:pt>
                <c:pt idx="16234">
                  <c:v>0</c:v>
                </c:pt>
                <c:pt idx="16235">
                  <c:v>0</c:v>
                </c:pt>
                <c:pt idx="16236">
                  <c:v>0</c:v>
                </c:pt>
                <c:pt idx="16237">
                  <c:v>0</c:v>
                </c:pt>
                <c:pt idx="16238">
                  <c:v>0</c:v>
                </c:pt>
                <c:pt idx="16239">
                  <c:v>0</c:v>
                </c:pt>
                <c:pt idx="16240">
                  <c:v>0</c:v>
                </c:pt>
                <c:pt idx="16241">
                  <c:v>0</c:v>
                </c:pt>
                <c:pt idx="16242">
                  <c:v>0</c:v>
                </c:pt>
                <c:pt idx="16243">
                  <c:v>0</c:v>
                </c:pt>
                <c:pt idx="16244">
                  <c:v>0</c:v>
                </c:pt>
                <c:pt idx="16245">
                  <c:v>0</c:v>
                </c:pt>
                <c:pt idx="16246">
                  <c:v>0</c:v>
                </c:pt>
                <c:pt idx="16247">
                  <c:v>0</c:v>
                </c:pt>
                <c:pt idx="16248">
                  <c:v>0</c:v>
                </c:pt>
                <c:pt idx="16249">
                  <c:v>0</c:v>
                </c:pt>
                <c:pt idx="16250">
                  <c:v>0</c:v>
                </c:pt>
                <c:pt idx="16251">
                  <c:v>0</c:v>
                </c:pt>
                <c:pt idx="16252">
                  <c:v>0</c:v>
                </c:pt>
                <c:pt idx="16253">
                  <c:v>0</c:v>
                </c:pt>
                <c:pt idx="16254">
                  <c:v>0</c:v>
                </c:pt>
                <c:pt idx="16255">
                  <c:v>0</c:v>
                </c:pt>
                <c:pt idx="16256">
                  <c:v>0</c:v>
                </c:pt>
                <c:pt idx="16257">
                  <c:v>0</c:v>
                </c:pt>
                <c:pt idx="16258">
                  <c:v>0</c:v>
                </c:pt>
                <c:pt idx="16259">
                  <c:v>0</c:v>
                </c:pt>
                <c:pt idx="16260">
                  <c:v>0</c:v>
                </c:pt>
                <c:pt idx="16261">
                  <c:v>0</c:v>
                </c:pt>
                <c:pt idx="16262">
                  <c:v>0</c:v>
                </c:pt>
                <c:pt idx="16263">
                  <c:v>0</c:v>
                </c:pt>
                <c:pt idx="16264">
                  <c:v>0</c:v>
                </c:pt>
                <c:pt idx="16265">
                  <c:v>0</c:v>
                </c:pt>
                <c:pt idx="16266">
                  <c:v>0</c:v>
                </c:pt>
                <c:pt idx="16267">
                  <c:v>0</c:v>
                </c:pt>
                <c:pt idx="16268">
                  <c:v>0</c:v>
                </c:pt>
                <c:pt idx="16269">
                  <c:v>0</c:v>
                </c:pt>
                <c:pt idx="16270">
                  <c:v>0</c:v>
                </c:pt>
                <c:pt idx="16271">
                  <c:v>0</c:v>
                </c:pt>
                <c:pt idx="16272">
                  <c:v>0</c:v>
                </c:pt>
                <c:pt idx="16273">
                  <c:v>0</c:v>
                </c:pt>
                <c:pt idx="16274">
                  <c:v>0</c:v>
                </c:pt>
                <c:pt idx="16275">
                  <c:v>0</c:v>
                </c:pt>
                <c:pt idx="16276">
                  <c:v>0</c:v>
                </c:pt>
                <c:pt idx="16277">
                  <c:v>0</c:v>
                </c:pt>
                <c:pt idx="16278">
                  <c:v>0</c:v>
                </c:pt>
                <c:pt idx="16279">
                  <c:v>0</c:v>
                </c:pt>
                <c:pt idx="16280">
                  <c:v>0</c:v>
                </c:pt>
                <c:pt idx="16281">
                  <c:v>0</c:v>
                </c:pt>
                <c:pt idx="16282">
                  <c:v>0</c:v>
                </c:pt>
                <c:pt idx="16283">
                  <c:v>0</c:v>
                </c:pt>
                <c:pt idx="16284">
                  <c:v>0</c:v>
                </c:pt>
                <c:pt idx="16285">
                  <c:v>0</c:v>
                </c:pt>
                <c:pt idx="16286">
                  <c:v>0</c:v>
                </c:pt>
                <c:pt idx="16287">
                  <c:v>0</c:v>
                </c:pt>
                <c:pt idx="16288">
                  <c:v>0</c:v>
                </c:pt>
                <c:pt idx="16289">
                  <c:v>0</c:v>
                </c:pt>
                <c:pt idx="16290">
                  <c:v>0</c:v>
                </c:pt>
                <c:pt idx="16291">
                  <c:v>0</c:v>
                </c:pt>
                <c:pt idx="16292">
                  <c:v>0</c:v>
                </c:pt>
                <c:pt idx="16293">
                  <c:v>0</c:v>
                </c:pt>
                <c:pt idx="16294">
                  <c:v>0</c:v>
                </c:pt>
                <c:pt idx="16295">
                  <c:v>0</c:v>
                </c:pt>
                <c:pt idx="16296">
                  <c:v>0</c:v>
                </c:pt>
                <c:pt idx="16297">
                  <c:v>0</c:v>
                </c:pt>
                <c:pt idx="16298">
                  <c:v>0</c:v>
                </c:pt>
                <c:pt idx="16299">
                  <c:v>0</c:v>
                </c:pt>
                <c:pt idx="16300">
                  <c:v>0</c:v>
                </c:pt>
                <c:pt idx="16301">
                  <c:v>0</c:v>
                </c:pt>
                <c:pt idx="16302">
                  <c:v>0</c:v>
                </c:pt>
                <c:pt idx="16303">
                  <c:v>0</c:v>
                </c:pt>
                <c:pt idx="16304">
                  <c:v>0</c:v>
                </c:pt>
                <c:pt idx="16305">
                  <c:v>0</c:v>
                </c:pt>
                <c:pt idx="16306">
                  <c:v>0</c:v>
                </c:pt>
                <c:pt idx="16307">
                  <c:v>0</c:v>
                </c:pt>
                <c:pt idx="16308">
                  <c:v>0</c:v>
                </c:pt>
                <c:pt idx="16309">
                  <c:v>0</c:v>
                </c:pt>
                <c:pt idx="16310">
                  <c:v>0</c:v>
                </c:pt>
                <c:pt idx="16311">
                  <c:v>0</c:v>
                </c:pt>
                <c:pt idx="16312">
                  <c:v>0</c:v>
                </c:pt>
                <c:pt idx="16313">
                  <c:v>0</c:v>
                </c:pt>
                <c:pt idx="16314">
                  <c:v>0</c:v>
                </c:pt>
                <c:pt idx="16315">
                  <c:v>0</c:v>
                </c:pt>
                <c:pt idx="16316">
                  <c:v>0</c:v>
                </c:pt>
                <c:pt idx="16317">
                  <c:v>0</c:v>
                </c:pt>
                <c:pt idx="16318">
                  <c:v>0</c:v>
                </c:pt>
                <c:pt idx="16319">
                  <c:v>0</c:v>
                </c:pt>
                <c:pt idx="16320">
                  <c:v>0</c:v>
                </c:pt>
                <c:pt idx="16321">
                  <c:v>0</c:v>
                </c:pt>
                <c:pt idx="16322">
                  <c:v>0</c:v>
                </c:pt>
                <c:pt idx="16323">
                  <c:v>0</c:v>
                </c:pt>
                <c:pt idx="16324">
                  <c:v>0</c:v>
                </c:pt>
                <c:pt idx="16325">
                  <c:v>0</c:v>
                </c:pt>
                <c:pt idx="16326">
                  <c:v>0</c:v>
                </c:pt>
                <c:pt idx="16327">
                  <c:v>0</c:v>
                </c:pt>
                <c:pt idx="16328">
                  <c:v>0</c:v>
                </c:pt>
                <c:pt idx="16329">
                  <c:v>0</c:v>
                </c:pt>
                <c:pt idx="16330">
                  <c:v>0</c:v>
                </c:pt>
                <c:pt idx="16331">
                  <c:v>0</c:v>
                </c:pt>
                <c:pt idx="16332">
                  <c:v>0</c:v>
                </c:pt>
                <c:pt idx="16333">
                  <c:v>0</c:v>
                </c:pt>
                <c:pt idx="16334">
                  <c:v>0</c:v>
                </c:pt>
                <c:pt idx="16335">
                  <c:v>0</c:v>
                </c:pt>
                <c:pt idx="16336">
                  <c:v>0</c:v>
                </c:pt>
                <c:pt idx="16337">
                  <c:v>0</c:v>
                </c:pt>
                <c:pt idx="16338">
                  <c:v>0</c:v>
                </c:pt>
                <c:pt idx="16339">
                  <c:v>0</c:v>
                </c:pt>
                <c:pt idx="16340">
                  <c:v>0</c:v>
                </c:pt>
                <c:pt idx="16341">
                  <c:v>0</c:v>
                </c:pt>
                <c:pt idx="16342">
                  <c:v>0</c:v>
                </c:pt>
                <c:pt idx="16343">
                  <c:v>0</c:v>
                </c:pt>
                <c:pt idx="16344">
                  <c:v>0</c:v>
                </c:pt>
                <c:pt idx="16345">
                  <c:v>0</c:v>
                </c:pt>
                <c:pt idx="16346">
                  <c:v>0</c:v>
                </c:pt>
                <c:pt idx="16347">
                  <c:v>0</c:v>
                </c:pt>
                <c:pt idx="16348">
                  <c:v>0</c:v>
                </c:pt>
                <c:pt idx="16349">
                  <c:v>0</c:v>
                </c:pt>
                <c:pt idx="16350">
                  <c:v>0</c:v>
                </c:pt>
                <c:pt idx="16351">
                  <c:v>0</c:v>
                </c:pt>
                <c:pt idx="16352">
                  <c:v>0</c:v>
                </c:pt>
                <c:pt idx="16353">
                  <c:v>0</c:v>
                </c:pt>
                <c:pt idx="16354">
                  <c:v>0</c:v>
                </c:pt>
                <c:pt idx="16355">
                  <c:v>0</c:v>
                </c:pt>
                <c:pt idx="16356">
                  <c:v>0</c:v>
                </c:pt>
                <c:pt idx="16357">
                  <c:v>0</c:v>
                </c:pt>
                <c:pt idx="16358">
                  <c:v>0</c:v>
                </c:pt>
                <c:pt idx="16359">
                  <c:v>0</c:v>
                </c:pt>
                <c:pt idx="16360">
                  <c:v>0</c:v>
                </c:pt>
                <c:pt idx="16361">
                  <c:v>0</c:v>
                </c:pt>
                <c:pt idx="16362">
                  <c:v>0</c:v>
                </c:pt>
                <c:pt idx="16363">
                  <c:v>0</c:v>
                </c:pt>
                <c:pt idx="16364">
                  <c:v>0</c:v>
                </c:pt>
                <c:pt idx="16365">
                  <c:v>0</c:v>
                </c:pt>
                <c:pt idx="16366">
                  <c:v>0</c:v>
                </c:pt>
                <c:pt idx="16367">
                  <c:v>0</c:v>
                </c:pt>
                <c:pt idx="16368">
                  <c:v>0</c:v>
                </c:pt>
                <c:pt idx="16369">
                  <c:v>0</c:v>
                </c:pt>
                <c:pt idx="16370">
                  <c:v>0</c:v>
                </c:pt>
                <c:pt idx="16371">
                  <c:v>0</c:v>
                </c:pt>
                <c:pt idx="16372">
                  <c:v>0</c:v>
                </c:pt>
                <c:pt idx="16373">
                  <c:v>0</c:v>
                </c:pt>
                <c:pt idx="16374">
                  <c:v>0</c:v>
                </c:pt>
                <c:pt idx="16375">
                  <c:v>0</c:v>
                </c:pt>
                <c:pt idx="16376">
                  <c:v>0</c:v>
                </c:pt>
                <c:pt idx="16377">
                  <c:v>0</c:v>
                </c:pt>
                <c:pt idx="16378">
                  <c:v>0</c:v>
                </c:pt>
                <c:pt idx="16379">
                  <c:v>0</c:v>
                </c:pt>
                <c:pt idx="16380">
                  <c:v>0</c:v>
                </c:pt>
                <c:pt idx="16381">
                  <c:v>0</c:v>
                </c:pt>
                <c:pt idx="16382">
                  <c:v>0</c:v>
                </c:pt>
                <c:pt idx="16383">
                  <c:v>0</c:v>
                </c:pt>
                <c:pt idx="16384">
                  <c:v>0</c:v>
                </c:pt>
                <c:pt idx="16385">
                  <c:v>0</c:v>
                </c:pt>
                <c:pt idx="16386">
                  <c:v>0</c:v>
                </c:pt>
                <c:pt idx="16387">
                  <c:v>0</c:v>
                </c:pt>
                <c:pt idx="16388">
                  <c:v>0</c:v>
                </c:pt>
                <c:pt idx="16389">
                  <c:v>0</c:v>
                </c:pt>
                <c:pt idx="16390">
                  <c:v>0</c:v>
                </c:pt>
                <c:pt idx="16391">
                  <c:v>0</c:v>
                </c:pt>
                <c:pt idx="16392">
                  <c:v>0</c:v>
                </c:pt>
                <c:pt idx="16393">
                  <c:v>0</c:v>
                </c:pt>
                <c:pt idx="16394">
                  <c:v>0</c:v>
                </c:pt>
                <c:pt idx="16395">
                  <c:v>0</c:v>
                </c:pt>
                <c:pt idx="16396">
                  <c:v>0</c:v>
                </c:pt>
                <c:pt idx="16397">
                  <c:v>0</c:v>
                </c:pt>
                <c:pt idx="16398">
                  <c:v>0</c:v>
                </c:pt>
                <c:pt idx="16399">
                  <c:v>0</c:v>
                </c:pt>
                <c:pt idx="16400">
                  <c:v>0</c:v>
                </c:pt>
                <c:pt idx="16401">
                  <c:v>0</c:v>
                </c:pt>
                <c:pt idx="16402">
                  <c:v>0</c:v>
                </c:pt>
                <c:pt idx="16403">
                  <c:v>0</c:v>
                </c:pt>
                <c:pt idx="16404">
                  <c:v>0</c:v>
                </c:pt>
                <c:pt idx="16405">
                  <c:v>0</c:v>
                </c:pt>
                <c:pt idx="16406">
                  <c:v>0</c:v>
                </c:pt>
                <c:pt idx="16407">
                  <c:v>0</c:v>
                </c:pt>
                <c:pt idx="16408">
                  <c:v>0</c:v>
                </c:pt>
                <c:pt idx="16409">
                  <c:v>0</c:v>
                </c:pt>
                <c:pt idx="16410">
                  <c:v>0</c:v>
                </c:pt>
                <c:pt idx="16411">
                  <c:v>0</c:v>
                </c:pt>
                <c:pt idx="16412">
                  <c:v>0</c:v>
                </c:pt>
                <c:pt idx="16413">
                  <c:v>0</c:v>
                </c:pt>
                <c:pt idx="16414">
                  <c:v>0</c:v>
                </c:pt>
                <c:pt idx="16415">
                  <c:v>0</c:v>
                </c:pt>
                <c:pt idx="16416">
                  <c:v>0</c:v>
                </c:pt>
                <c:pt idx="16417">
                  <c:v>0</c:v>
                </c:pt>
                <c:pt idx="16418">
                  <c:v>0</c:v>
                </c:pt>
                <c:pt idx="16419">
                  <c:v>0</c:v>
                </c:pt>
                <c:pt idx="16420">
                  <c:v>0</c:v>
                </c:pt>
                <c:pt idx="16421">
                  <c:v>0</c:v>
                </c:pt>
                <c:pt idx="16422">
                  <c:v>0</c:v>
                </c:pt>
                <c:pt idx="16423">
                  <c:v>0</c:v>
                </c:pt>
                <c:pt idx="16424">
                  <c:v>0</c:v>
                </c:pt>
                <c:pt idx="16425">
                  <c:v>0</c:v>
                </c:pt>
                <c:pt idx="16426">
                  <c:v>0</c:v>
                </c:pt>
                <c:pt idx="16427">
                  <c:v>0</c:v>
                </c:pt>
                <c:pt idx="16428">
                  <c:v>0</c:v>
                </c:pt>
                <c:pt idx="16429">
                  <c:v>0</c:v>
                </c:pt>
                <c:pt idx="16430">
                  <c:v>0</c:v>
                </c:pt>
                <c:pt idx="16431">
                  <c:v>0</c:v>
                </c:pt>
                <c:pt idx="16432">
                  <c:v>0</c:v>
                </c:pt>
                <c:pt idx="16433">
                  <c:v>0</c:v>
                </c:pt>
                <c:pt idx="16434">
                  <c:v>0</c:v>
                </c:pt>
                <c:pt idx="16435">
                  <c:v>0</c:v>
                </c:pt>
                <c:pt idx="16436">
                  <c:v>0</c:v>
                </c:pt>
                <c:pt idx="16437">
                  <c:v>0</c:v>
                </c:pt>
                <c:pt idx="16438">
                  <c:v>0</c:v>
                </c:pt>
                <c:pt idx="16439">
                  <c:v>0</c:v>
                </c:pt>
                <c:pt idx="16440">
                  <c:v>0</c:v>
                </c:pt>
                <c:pt idx="16441">
                  <c:v>0</c:v>
                </c:pt>
                <c:pt idx="16442">
                  <c:v>0</c:v>
                </c:pt>
                <c:pt idx="16443">
                  <c:v>0</c:v>
                </c:pt>
                <c:pt idx="16444">
                  <c:v>0</c:v>
                </c:pt>
                <c:pt idx="16445">
                  <c:v>0</c:v>
                </c:pt>
                <c:pt idx="16446">
                  <c:v>0</c:v>
                </c:pt>
                <c:pt idx="16447">
                  <c:v>0</c:v>
                </c:pt>
                <c:pt idx="16448">
                  <c:v>0</c:v>
                </c:pt>
                <c:pt idx="16449">
                  <c:v>0</c:v>
                </c:pt>
                <c:pt idx="16450">
                  <c:v>0</c:v>
                </c:pt>
                <c:pt idx="16451">
                  <c:v>0</c:v>
                </c:pt>
                <c:pt idx="16452">
                  <c:v>0</c:v>
                </c:pt>
                <c:pt idx="16453">
                  <c:v>0</c:v>
                </c:pt>
                <c:pt idx="16454">
                  <c:v>0</c:v>
                </c:pt>
                <c:pt idx="16455">
                  <c:v>0</c:v>
                </c:pt>
                <c:pt idx="16456">
                  <c:v>0</c:v>
                </c:pt>
                <c:pt idx="16457">
                  <c:v>0</c:v>
                </c:pt>
                <c:pt idx="16458">
                  <c:v>0</c:v>
                </c:pt>
                <c:pt idx="16459">
                  <c:v>0</c:v>
                </c:pt>
                <c:pt idx="16460">
                  <c:v>0</c:v>
                </c:pt>
                <c:pt idx="16461">
                  <c:v>0</c:v>
                </c:pt>
                <c:pt idx="16462">
                  <c:v>0</c:v>
                </c:pt>
                <c:pt idx="16463">
                  <c:v>0</c:v>
                </c:pt>
                <c:pt idx="16464">
                  <c:v>0</c:v>
                </c:pt>
                <c:pt idx="16465">
                  <c:v>0</c:v>
                </c:pt>
                <c:pt idx="16466">
                  <c:v>0</c:v>
                </c:pt>
                <c:pt idx="16467">
                  <c:v>0</c:v>
                </c:pt>
                <c:pt idx="16468">
                  <c:v>0</c:v>
                </c:pt>
                <c:pt idx="16469">
                  <c:v>0</c:v>
                </c:pt>
                <c:pt idx="16470">
                  <c:v>0</c:v>
                </c:pt>
                <c:pt idx="16471">
                  <c:v>0</c:v>
                </c:pt>
                <c:pt idx="16472">
                  <c:v>0</c:v>
                </c:pt>
                <c:pt idx="16473">
                  <c:v>0</c:v>
                </c:pt>
                <c:pt idx="16474">
                  <c:v>0</c:v>
                </c:pt>
                <c:pt idx="16475">
                  <c:v>0</c:v>
                </c:pt>
                <c:pt idx="16476">
                  <c:v>0</c:v>
                </c:pt>
                <c:pt idx="16477">
                  <c:v>0</c:v>
                </c:pt>
                <c:pt idx="16478">
                  <c:v>0</c:v>
                </c:pt>
                <c:pt idx="16479">
                  <c:v>0</c:v>
                </c:pt>
                <c:pt idx="16480">
                  <c:v>0</c:v>
                </c:pt>
                <c:pt idx="16481">
                  <c:v>0</c:v>
                </c:pt>
                <c:pt idx="16482">
                  <c:v>0</c:v>
                </c:pt>
                <c:pt idx="16483">
                  <c:v>0</c:v>
                </c:pt>
                <c:pt idx="16484">
                  <c:v>0</c:v>
                </c:pt>
                <c:pt idx="16485">
                  <c:v>0</c:v>
                </c:pt>
                <c:pt idx="16486">
                  <c:v>0</c:v>
                </c:pt>
                <c:pt idx="16487">
                  <c:v>0</c:v>
                </c:pt>
                <c:pt idx="16488">
                  <c:v>0</c:v>
                </c:pt>
                <c:pt idx="16489">
                  <c:v>0</c:v>
                </c:pt>
                <c:pt idx="16490">
                  <c:v>0</c:v>
                </c:pt>
                <c:pt idx="16491">
                  <c:v>0</c:v>
                </c:pt>
                <c:pt idx="16492">
                  <c:v>0</c:v>
                </c:pt>
                <c:pt idx="16493">
                  <c:v>0</c:v>
                </c:pt>
                <c:pt idx="16494">
                  <c:v>0</c:v>
                </c:pt>
                <c:pt idx="16495">
                  <c:v>0</c:v>
                </c:pt>
                <c:pt idx="16496">
                  <c:v>0</c:v>
                </c:pt>
                <c:pt idx="16497">
                  <c:v>0</c:v>
                </c:pt>
                <c:pt idx="16498">
                  <c:v>0</c:v>
                </c:pt>
                <c:pt idx="16499">
                  <c:v>0</c:v>
                </c:pt>
                <c:pt idx="16500">
                  <c:v>0</c:v>
                </c:pt>
                <c:pt idx="16501">
                  <c:v>0</c:v>
                </c:pt>
                <c:pt idx="16502">
                  <c:v>0</c:v>
                </c:pt>
                <c:pt idx="16503">
                  <c:v>0</c:v>
                </c:pt>
                <c:pt idx="16504">
                  <c:v>0</c:v>
                </c:pt>
                <c:pt idx="16505">
                  <c:v>0</c:v>
                </c:pt>
                <c:pt idx="16506">
                  <c:v>0</c:v>
                </c:pt>
                <c:pt idx="16507">
                  <c:v>0</c:v>
                </c:pt>
                <c:pt idx="16508">
                  <c:v>0</c:v>
                </c:pt>
                <c:pt idx="16509">
                  <c:v>0</c:v>
                </c:pt>
                <c:pt idx="16510">
                  <c:v>0</c:v>
                </c:pt>
                <c:pt idx="16511">
                  <c:v>0</c:v>
                </c:pt>
                <c:pt idx="16512">
                  <c:v>0</c:v>
                </c:pt>
                <c:pt idx="16513">
                  <c:v>0</c:v>
                </c:pt>
                <c:pt idx="16514">
                  <c:v>0</c:v>
                </c:pt>
                <c:pt idx="16515">
                  <c:v>0</c:v>
                </c:pt>
                <c:pt idx="16516">
                  <c:v>0</c:v>
                </c:pt>
                <c:pt idx="16517">
                  <c:v>0</c:v>
                </c:pt>
                <c:pt idx="16518">
                  <c:v>0</c:v>
                </c:pt>
                <c:pt idx="16519">
                  <c:v>0</c:v>
                </c:pt>
                <c:pt idx="16520">
                  <c:v>0</c:v>
                </c:pt>
                <c:pt idx="16521">
                  <c:v>0</c:v>
                </c:pt>
                <c:pt idx="16522">
                  <c:v>0</c:v>
                </c:pt>
                <c:pt idx="16523">
                  <c:v>0</c:v>
                </c:pt>
                <c:pt idx="16524">
                  <c:v>0</c:v>
                </c:pt>
                <c:pt idx="16525">
                  <c:v>0</c:v>
                </c:pt>
                <c:pt idx="16526">
                  <c:v>0</c:v>
                </c:pt>
                <c:pt idx="16527">
                  <c:v>0</c:v>
                </c:pt>
                <c:pt idx="16528">
                  <c:v>0</c:v>
                </c:pt>
                <c:pt idx="16529">
                  <c:v>0</c:v>
                </c:pt>
                <c:pt idx="16530">
                  <c:v>0</c:v>
                </c:pt>
                <c:pt idx="16531">
                  <c:v>0</c:v>
                </c:pt>
                <c:pt idx="16532">
                  <c:v>0</c:v>
                </c:pt>
                <c:pt idx="16533">
                  <c:v>0</c:v>
                </c:pt>
                <c:pt idx="16534">
                  <c:v>0</c:v>
                </c:pt>
                <c:pt idx="16535">
                  <c:v>0</c:v>
                </c:pt>
                <c:pt idx="16536">
                  <c:v>0</c:v>
                </c:pt>
                <c:pt idx="16537">
                  <c:v>0</c:v>
                </c:pt>
                <c:pt idx="16538">
                  <c:v>0</c:v>
                </c:pt>
                <c:pt idx="16539">
                  <c:v>0</c:v>
                </c:pt>
                <c:pt idx="16540">
                  <c:v>0</c:v>
                </c:pt>
                <c:pt idx="16541">
                  <c:v>0</c:v>
                </c:pt>
                <c:pt idx="16542">
                  <c:v>0</c:v>
                </c:pt>
                <c:pt idx="16543">
                  <c:v>0</c:v>
                </c:pt>
                <c:pt idx="16544">
                  <c:v>0</c:v>
                </c:pt>
                <c:pt idx="16545">
                  <c:v>0</c:v>
                </c:pt>
                <c:pt idx="16546">
                  <c:v>0</c:v>
                </c:pt>
                <c:pt idx="16547">
                  <c:v>0</c:v>
                </c:pt>
                <c:pt idx="16548">
                  <c:v>0</c:v>
                </c:pt>
                <c:pt idx="16549">
                  <c:v>0</c:v>
                </c:pt>
                <c:pt idx="16550">
                  <c:v>0</c:v>
                </c:pt>
                <c:pt idx="16551">
                  <c:v>0</c:v>
                </c:pt>
                <c:pt idx="16552">
                  <c:v>0</c:v>
                </c:pt>
                <c:pt idx="16553">
                  <c:v>0</c:v>
                </c:pt>
                <c:pt idx="16554">
                  <c:v>0</c:v>
                </c:pt>
                <c:pt idx="16555">
                  <c:v>0</c:v>
                </c:pt>
                <c:pt idx="16556">
                  <c:v>0</c:v>
                </c:pt>
                <c:pt idx="16557">
                  <c:v>0</c:v>
                </c:pt>
                <c:pt idx="16558">
                  <c:v>0</c:v>
                </c:pt>
                <c:pt idx="16559">
                  <c:v>0</c:v>
                </c:pt>
                <c:pt idx="16560">
                  <c:v>0</c:v>
                </c:pt>
                <c:pt idx="16561">
                  <c:v>0</c:v>
                </c:pt>
                <c:pt idx="16562">
                  <c:v>0</c:v>
                </c:pt>
                <c:pt idx="16563">
                  <c:v>0</c:v>
                </c:pt>
                <c:pt idx="16564">
                  <c:v>0</c:v>
                </c:pt>
                <c:pt idx="16565">
                  <c:v>0</c:v>
                </c:pt>
                <c:pt idx="16566">
                  <c:v>0</c:v>
                </c:pt>
                <c:pt idx="16567">
                  <c:v>0</c:v>
                </c:pt>
                <c:pt idx="16568">
                  <c:v>0</c:v>
                </c:pt>
                <c:pt idx="16569">
                  <c:v>0</c:v>
                </c:pt>
                <c:pt idx="16570">
                  <c:v>0</c:v>
                </c:pt>
                <c:pt idx="16571">
                  <c:v>0</c:v>
                </c:pt>
                <c:pt idx="16572">
                  <c:v>0</c:v>
                </c:pt>
                <c:pt idx="16573">
                  <c:v>0</c:v>
                </c:pt>
                <c:pt idx="16574">
                  <c:v>0</c:v>
                </c:pt>
                <c:pt idx="16575">
                  <c:v>0</c:v>
                </c:pt>
                <c:pt idx="16576">
                  <c:v>0</c:v>
                </c:pt>
                <c:pt idx="16577">
                  <c:v>0</c:v>
                </c:pt>
                <c:pt idx="16578">
                  <c:v>0</c:v>
                </c:pt>
                <c:pt idx="16579">
                  <c:v>0</c:v>
                </c:pt>
                <c:pt idx="16580">
                  <c:v>0</c:v>
                </c:pt>
                <c:pt idx="16581">
                  <c:v>0</c:v>
                </c:pt>
                <c:pt idx="16582">
                  <c:v>0</c:v>
                </c:pt>
                <c:pt idx="16583">
                  <c:v>0</c:v>
                </c:pt>
                <c:pt idx="16584">
                  <c:v>0</c:v>
                </c:pt>
                <c:pt idx="16585">
                  <c:v>0</c:v>
                </c:pt>
                <c:pt idx="16586">
                  <c:v>0</c:v>
                </c:pt>
                <c:pt idx="16587">
                  <c:v>0</c:v>
                </c:pt>
                <c:pt idx="16588">
                  <c:v>0</c:v>
                </c:pt>
                <c:pt idx="16589">
                  <c:v>0</c:v>
                </c:pt>
                <c:pt idx="16590">
                  <c:v>0</c:v>
                </c:pt>
                <c:pt idx="16591">
                  <c:v>0</c:v>
                </c:pt>
                <c:pt idx="16592">
                  <c:v>0</c:v>
                </c:pt>
                <c:pt idx="16593">
                  <c:v>0</c:v>
                </c:pt>
                <c:pt idx="16594">
                  <c:v>0</c:v>
                </c:pt>
                <c:pt idx="16595">
                  <c:v>0</c:v>
                </c:pt>
                <c:pt idx="16596">
                  <c:v>0</c:v>
                </c:pt>
                <c:pt idx="16597">
                  <c:v>0</c:v>
                </c:pt>
                <c:pt idx="16598">
                  <c:v>0</c:v>
                </c:pt>
                <c:pt idx="16599">
                  <c:v>0</c:v>
                </c:pt>
                <c:pt idx="16600">
                  <c:v>0</c:v>
                </c:pt>
                <c:pt idx="16601">
                  <c:v>0</c:v>
                </c:pt>
                <c:pt idx="16602">
                  <c:v>0</c:v>
                </c:pt>
                <c:pt idx="16603">
                  <c:v>0</c:v>
                </c:pt>
                <c:pt idx="16604">
                  <c:v>0</c:v>
                </c:pt>
                <c:pt idx="16605">
                  <c:v>0</c:v>
                </c:pt>
                <c:pt idx="16606">
                  <c:v>0</c:v>
                </c:pt>
                <c:pt idx="16607">
                  <c:v>0</c:v>
                </c:pt>
                <c:pt idx="16608">
                  <c:v>0</c:v>
                </c:pt>
                <c:pt idx="16609">
                  <c:v>0</c:v>
                </c:pt>
                <c:pt idx="16610">
                  <c:v>0</c:v>
                </c:pt>
                <c:pt idx="16611">
                  <c:v>0</c:v>
                </c:pt>
                <c:pt idx="16612">
                  <c:v>0</c:v>
                </c:pt>
                <c:pt idx="16613">
                  <c:v>0</c:v>
                </c:pt>
                <c:pt idx="16614">
                  <c:v>0</c:v>
                </c:pt>
                <c:pt idx="16615">
                  <c:v>0</c:v>
                </c:pt>
                <c:pt idx="16616">
                  <c:v>0</c:v>
                </c:pt>
                <c:pt idx="16617">
                  <c:v>0</c:v>
                </c:pt>
                <c:pt idx="16618">
                  <c:v>0</c:v>
                </c:pt>
                <c:pt idx="16619">
                  <c:v>0</c:v>
                </c:pt>
                <c:pt idx="16620">
                  <c:v>0</c:v>
                </c:pt>
                <c:pt idx="16621">
                  <c:v>0</c:v>
                </c:pt>
                <c:pt idx="16622">
                  <c:v>0</c:v>
                </c:pt>
                <c:pt idx="16623">
                  <c:v>0</c:v>
                </c:pt>
                <c:pt idx="16624">
                  <c:v>0</c:v>
                </c:pt>
                <c:pt idx="16625">
                  <c:v>0</c:v>
                </c:pt>
                <c:pt idx="16626">
                  <c:v>0</c:v>
                </c:pt>
                <c:pt idx="16627">
                  <c:v>0</c:v>
                </c:pt>
                <c:pt idx="16628">
                  <c:v>0</c:v>
                </c:pt>
                <c:pt idx="16629">
                  <c:v>0</c:v>
                </c:pt>
                <c:pt idx="16630">
                  <c:v>0</c:v>
                </c:pt>
                <c:pt idx="16631">
                  <c:v>0</c:v>
                </c:pt>
                <c:pt idx="16632">
                  <c:v>0</c:v>
                </c:pt>
                <c:pt idx="16633">
                  <c:v>0</c:v>
                </c:pt>
                <c:pt idx="16634">
                  <c:v>0</c:v>
                </c:pt>
                <c:pt idx="16635">
                  <c:v>0</c:v>
                </c:pt>
                <c:pt idx="16636">
                  <c:v>0</c:v>
                </c:pt>
                <c:pt idx="16637">
                  <c:v>0</c:v>
                </c:pt>
                <c:pt idx="16638">
                  <c:v>0</c:v>
                </c:pt>
                <c:pt idx="16639">
                  <c:v>0</c:v>
                </c:pt>
                <c:pt idx="16640">
                  <c:v>0</c:v>
                </c:pt>
                <c:pt idx="16641">
                  <c:v>0</c:v>
                </c:pt>
                <c:pt idx="16642">
                  <c:v>0</c:v>
                </c:pt>
                <c:pt idx="16643">
                  <c:v>0</c:v>
                </c:pt>
                <c:pt idx="16644">
                  <c:v>0</c:v>
                </c:pt>
                <c:pt idx="16645">
                  <c:v>0</c:v>
                </c:pt>
                <c:pt idx="16646">
                  <c:v>0</c:v>
                </c:pt>
                <c:pt idx="16647">
                  <c:v>0</c:v>
                </c:pt>
                <c:pt idx="16648">
                  <c:v>0</c:v>
                </c:pt>
                <c:pt idx="16649">
                  <c:v>0</c:v>
                </c:pt>
                <c:pt idx="16650">
                  <c:v>0</c:v>
                </c:pt>
                <c:pt idx="16651">
                  <c:v>0</c:v>
                </c:pt>
                <c:pt idx="16652">
                  <c:v>0</c:v>
                </c:pt>
                <c:pt idx="16653">
                  <c:v>0</c:v>
                </c:pt>
                <c:pt idx="16654">
                  <c:v>0</c:v>
                </c:pt>
                <c:pt idx="16655">
                  <c:v>0</c:v>
                </c:pt>
                <c:pt idx="16656">
                  <c:v>0</c:v>
                </c:pt>
                <c:pt idx="16657">
                  <c:v>0</c:v>
                </c:pt>
                <c:pt idx="16658">
                  <c:v>0</c:v>
                </c:pt>
                <c:pt idx="16659">
                  <c:v>0</c:v>
                </c:pt>
                <c:pt idx="16660">
                  <c:v>0</c:v>
                </c:pt>
                <c:pt idx="16661">
                  <c:v>0</c:v>
                </c:pt>
                <c:pt idx="16662">
                  <c:v>0</c:v>
                </c:pt>
                <c:pt idx="16663">
                  <c:v>0</c:v>
                </c:pt>
                <c:pt idx="16664">
                  <c:v>0</c:v>
                </c:pt>
                <c:pt idx="16665">
                  <c:v>0</c:v>
                </c:pt>
                <c:pt idx="16666">
                  <c:v>0</c:v>
                </c:pt>
                <c:pt idx="16667">
                  <c:v>0</c:v>
                </c:pt>
                <c:pt idx="16668">
                  <c:v>0</c:v>
                </c:pt>
                <c:pt idx="16669">
                  <c:v>0</c:v>
                </c:pt>
                <c:pt idx="16670">
                  <c:v>0</c:v>
                </c:pt>
                <c:pt idx="16671">
                  <c:v>0</c:v>
                </c:pt>
                <c:pt idx="16672">
                  <c:v>0</c:v>
                </c:pt>
                <c:pt idx="16673">
                  <c:v>0</c:v>
                </c:pt>
                <c:pt idx="16674">
                  <c:v>0</c:v>
                </c:pt>
                <c:pt idx="16675">
                  <c:v>0</c:v>
                </c:pt>
                <c:pt idx="16676">
                  <c:v>0</c:v>
                </c:pt>
                <c:pt idx="16677">
                  <c:v>0</c:v>
                </c:pt>
                <c:pt idx="16678">
                  <c:v>0</c:v>
                </c:pt>
                <c:pt idx="16679">
                  <c:v>0</c:v>
                </c:pt>
                <c:pt idx="16680">
                  <c:v>0</c:v>
                </c:pt>
                <c:pt idx="16681">
                  <c:v>0</c:v>
                </c:pt>
                <c:pt idx="16682">
                  <c:v>0</c:v>
                </c:pt>
                <c:pt idx="16683">
                  <c:v>0</c:v>
                </c:pt>
                <c:pt idx="16684">
                  <c:v>0</c:v>
                </c:pt>
                <c:pt idx="16685">
                  <c:v>0</c:v>
                </c:pt>
                <c:pt idx="16686">
                  <c:v>0</c:v>
                </c:pt>
                <c:pt idx="16687">
                  <c:v>0</c:v>
                </c:pt>
                <c:pt idx="16688">
                  <c:v>0</c:v>
                </c:pt>
                <c:pt idx="16689">
                  <c:v>0</c:v>
                </c:pt>
                <c:pt idx="16690">
                  <c:v>0</c:v>
                </c:pt>
                <c:pt idx="16691">
                  <c:v>0</c:v>
                </c:pt>
                <c:pt idx="16692">
                  <c:v>0</c:v>
                </c:pt>
                <c:pt idx="16693">
                  <c:v>0</c:v>
                </c:pt>
                <c:pt idx="16694">
                  <c:v>0</c:v>
                </c:pt>
                <c:pt idx="16695">
                  <c:v>0</c:v>
                </c:pt>
                <c:pt idx="16696">
                  <c:v>0</c:v>
                </c:pt>
                <c:pt idx="16697">
                  <c:v>0</c:v>
                </c:pt>
                <c:pt idx="16698">
                  <c:v>0</c:v>
                </c:pt>
                <c:pt idx="16699">
                  <c:v>0</c:v>
                </c:pt>
                <c:pt idx="16700">
                  <c:v>0</c:v>
                </c:pt>
                <c:pt idx="16701">
                  <c:v>0</c:v>
                </c:pt>
                <c:pt idx="16702">
                  <c:v>0</c:v>
                </c:pt>
                <c:pt idx="16703">
                  <c:v>0</c:v>
                </c:pt>
                <c:pt idx="16704">
                  <c:v>0</c:v>
                </c:pt>
                <c:pt idx="16705">
                  <c:v>0</c:v>
                </c:pt>
                <c:pt idx="16706">
                  <c:v>0</c:v>
                </c:pt>
                <c:pt idx="16707">
                  <c:v>0</c:v>
                </c:pt>
                <c:pt idx="16708">
                  <c:v>0</c:v>
                </c:pt>
                <c:pt idx="16709">
                  <c:v>0</c:v>
                </c:pt>
                <c:pt idx="16710">
                  <c:v>0</c:v>
                </c:pt>
                <c:pt idx="16711">
                  <c:v>0</c:v>
                </c:pt>
                <c:pt idx="16712">
                  <c:v>0</c:v>
                </c:pt>
                <c:pt idx="16713">
                  <c:v>0</c:v>
                </c:pt>
                <c:pt idx="16714">
                  <c:v>0</c:v>
                </c:pt>
                <c:pt idx="16715">
                  <c:v>0</c:v>
                </c:pt>
                <c:pt idx="16716">
                  <c:v>0</c:v>
                </c:pt>
                <c:pt idx="16717">
                  <c:v>0</c:v>
                </c:pt>
                <c:pt idx="16718">
                  <c:v>0</c:v>
                </c:pt>
                <c:pt idx="16719">
                  <c:v>0</c:v>
                </c:pt>
                <c:pt idx="16720">
                  <c:v>0</c:v>
                </c:pt>
                <c:pt idx="16721">
                  <c:v>0</c:v>
                </c:pt>
                <c:pt idx="16722">
                  <c:v>0</c:v>
                </c:pt>
                <c:pt idx="16723">
                  <c:v>0</c:v>
                </c:pt>
                <c:pt idx="16724">
                  <c:v>0</c:v>
                </c:pt>
                <c:pt idx="16725">
                  <c:v>0</c:v>
                </c:pt>
                <c:pt idx="16726">
                  <c:v>0</c:v>
                </c:pt>
                <c:pt idx="16727">
                  <c:v>0</c:v>
                </c:pt>
                <c:pt idx="16728">
                  <c:v>0</c:v>
                </c:pt>
                <c:pt idx="16729">
                  <c:v>0</c:v>
                </c:pt>
                <c:pt idx="16730">
                  <c:v>0</c:v>
                </c:pt>
                <c:pt idx="16731">
                  <c:v>0</c:v>
                </c:pt>
                <c:pt idx="16732">
                  <c:v>0</c:v>
                </c:pt>
                <c:pt idx="16733">
                  <c:v>0</c:v>
                </c:pt>
                <c:pt idx="16734">
                  <c:v>0</c:v>
                </c:pt>
                <c:pt idx="16735">
                  <c:v>0</c:v>
                </c:pt>
                <c:pt idx="16736">
                  <c:v>0</c:v>
                </c:pt>
                <c:pt idx="16737">
                  <c:v>0</c:v>
                </c:pt>
                <c:pt idx="16738">
                  <c:v>0</c:v>
                </c:pt>
                <c:pt idx="16739">
                  <c:v>0</c:v>
                </c:pt>
                <c:pt idx="16740">
                  <c:v>0</c:v>
                </c:pt>
                <c:pt idx="16741">
                  <c:v>0</c:v>
                </c:pt>
                <c:pt idx="16742">
                  <c:v>0</c:v>
                </c:pt>
                <c:pt idx="16743">
                  <c:v>0</c:v>
                </c:pt>
                <c:pt idx="16744">
                  <c:v>0</c:v>
                </c:pt>
                <c:pt idx="16745">
                  <c:v>0</c:v>
                </c:pt>
                <c:pt idx="16746">
                  <c:v>0</c:v>
                </c:pt>
                <c:pt idx="16747">
                  <c:v>0</c:v>
                </c:pt>
                <c:pt idx="16748">
                  <c:v>0</c:v>
                </c:pt>
                <c:pt idx="16749">
                  <c:v>0</c:v>
                </c:pt>
                <c:pt idx="16750">
                  <c:v>0</c:v>
                </c:pt>
                <c:pt idx="16751">
                  <c:v>0</c:v>
                </c:pt>
                <c:pt idx="16752">
                  <c:v>0</c:v>
                </c:pt>
                <c:pt idx="16753">
                  <c:v>0</c:v>
                </c:pt>
                <c:pt idx="16754">
                  <c:v>0</c:v>
                </c:pt>
                <c:pt idx="16755">
                  <c:v>0</c:v>
                </c:pt>
                <c:pt idx="16756">
                  <c:v>0</c:v>
                </c:pt>
                <c:pt idx="16757">
                  <c:v>0</c:v>
                </c:pt>
                <c:pt idx="16758">
                  <c:v>0</c:v>
                </c:pt>
                <c:pt idx="16759">
                  <c:v>0</c:v>
                </c:pt>
                <c:pt idx="16760">
                  <c:v>0</c:v>
                </c:pt>
                <c:pt idx="16761">
                  <c:v>0</c:v>
                </c:pt>
                <c:pt idx="16762">
                  <c:v>0</c:v>
                </c:pt>
                <c:pt idx="16763">
                  <c:v>0</c:v>
                </c:pt>
                <c:pt idx="16764">
                  <c:v>0</c:v>
                </c:pt>
                <c:pt idx="16765">
                  <c:v>0</c:v>
                </c:pt>
                <c:pt idx="16766">
                  <c:v>0</c:v>
                </c:pt>
                <c:pt idx="16767">
                  <c:v>0</c:v>
                </c:pt>
                <c:pt idx="16768">
                  <c:v>0</c:v>
                </c:pt>
                <c:pt idx="16769">
                  <c:v>0</c:v>
                </c:pt>
                <c:pt idx="16770">
                  <c:v>0</c:v>
                </c:pt>
                <c:pt idx="16771">
                  <c:v>0</c:v>
                </c:pt>
                <c:pt idx="16772">
                  <c:v>0</c:v>
                </c:pt>
                <c:pt idx="16773">
                  <c:v>0</c:v>
                </c:pt>
                <c:pt idx="16774">
                  <c:v>0</c:v>
                </c:pt>
                <c:pt idx="16775">
                  <c:v>0</c:v>
                </c:pt>
                <c:pt idx="16776">
                  <c:v>0</c:v>
                </c:pt>
                <c:pt idx="16777">
                  <c:v>0</c:v>
                </c:pt>
                <c:pt idx="16778">
                  <c:v>0</c:v>
                </c:pt>
                <c:pt idx="16779">
                  <c:v>0</c:v>
                </c:pt>
                <c:pt idx="16780">
                  <c:v>0</c:v>
                </c:pt>
                <c:pt idx="16781">
                  <c:v>0</c:v>
                </c:pt>
                <c:pt idx="16782">
                  <c:v>0</c:v>
                </c:pt>
                <c:pt idx="16783">
                  <c:v>0</c:v>
                </c:pt>
                <c:pt idx="16784">
                  <c:v>0</c:v>
                </c:pt>
                <c:pt idx="16785">
                  <c:v>0</c:v>
                </c:pt>
                <c:pt idx="16786">
                  <c:v>0</c:v>
                </c:pt>
                <c:pt idx="16787">
                  <c:v>0</c:v>
                </c:pt>
                <c:pt idx="16788">
                  <c:v>0</c:v>
                </c:pt>
                <c:pt idx="16789">
                  <c:v>0</c:v>
                </c:pt>
                <c:pt idx="16790">
                  <c:v>0</c:v>
                </c:pt>
                <c:pt idx="16791">
                  <c:v>0</c:v>
                </c:pt>
                <c:pt idx="16792">
                  <c:v>0</c:v>
                </c:pt>
                <c:pt idx="16793">
                  <c:v>0</c:v>
                </c:pt>
                <c:pt idx="16794">
                  <c:v>0</c:v>
                </c:pt>
                <c:pt idx="16795">
                  <c:v>0</c:v>
                </c:pt>
                <c:pt idx="16796">
                  <c:v>0</c:v>
                </c:pt>
                <c:pt idx="16797">
                  <c:v>0</c:v>
                </c:pt>
                <c:pt idx="16798">
                  <c:v>0</c:v>
                </c:pt>
                <c:pt idx="16799">
                  <c:v>0</c:v>
                </c:pt>
                <c:pt idx="16800">
                  <c:v>0</c:v>
                </c:pt>
                <c:pt idx="16801">
                  <c:v>0</c:v>
                </c:pt>
                <c:pt idx="16802">
                  <c:v>0</c:v>
                </c:pt>
                <c:pt idx="16803">
                  <c:v>0</c:v>
                </c:pt>
                <c:pt idx="16804">
                  <c:v>0</c:v>
                </c:pt>
                <c:pt idx="16805">
                  <c:v>0</c:v>
                </c:pt>
                <c:pt idx="16806">
                  <c:v>0</c:v>
                </c:pt>
                <c:pt idx="16807">
                  <c:v>0</c:v>
                </c:pt>
                <c:pt idx="16808">
                  <c:v>0</c:v>
                </c:pt>
                <c:pt idx="16809">
                  <c:v>0</c:v>
                </c:pt>
                <c:pt idx="16810">
                  <c:v>0</c:v>
                </c:pt>
                <c:pt idx="16811">
                  <c:v>0</c:v>
                </c:pt>
                <c:pt idx="16812">
                  <c:v>0</c:v>
                </c:pt>
                <c:pt idx="16813">
                  <c:v>0</c:v>
                </c:pt>
                <c:pt idx="16814">
                  <c:v>0</c:v>
                </c:pt>
                <c:pt idx="16815">
                  <c:v>0</c:v>
                </c:pt>
                <c:pt idx="16816">
                  <c:v>0</c:v>
                </c:pt>
                <c:pt idx="16817">
                  <c:v>0</c:v>
                </c:pt>
                <c:pt idx="16818">
                  <c:v>0</c:v>
                </c:pt>
                <c:pt idx="16819">
                  <c:v>0</c:v>
                </c:pt>
                <c:pt idx="16820">
                  <c:v>0</c:v>
                </c:pt>
                <c:pt idx="16821">
                  <c:v>0</c:v>
                </c:pt>
                <c:pt idx="16822">
                  <c:v>0</c:v>
                </c:pt>
                <c:pt idx="16823">
                  <c:v>0</c:v>
                </c:pt>
                <c:pt idx="16824">
                  <c:v>0</c:v>
                </c:pt>
                <c:pt idx="16825">
                  <c:v>0</c:v>
                </c:pt>
                <c:pt idx="16826">
                  <c:v>0</c:v>
                </c:pt>
                <c:pt idx="16827">
                  <c:v>0</c:v>
                </c:pt>
                <c:pt idx="16828">
                  <c:v>0</c:v>
                </c:pt>
                <c:pt idx="16829">
                  <c:v>0</c:v>
                </c:pt>
                <c:pt idx="16830">
                  <c:v>0</c:v>
                </c:pt>
                <c:pt idx="16831">
                  <c:v>0</c:v>
                </c:pt>
                <c:pt idx="16832">
                  <c:v>0</c:v>
                </c:pt>
                <c:pt idx="16833">
                  <c:v>0</c:v>
                </c:pt>
                <c:pt idx="16834">
                  <c:v>0</c:v>
                </c:pt>
                <c:pt idx="16835">
                  <c:v>0</c:v>
                </c:pt>
                <c:pt idx="16836">
                  <c:v>0</c:v>
                </c:pt>
                <c:pt idx="16837">
                  <c:v>0</c:v>
                </c:pt>
                <c:pt idx="16838">
                  <c:v>0</c:v>
                </c:pt>
                <c:pt idx="16839">
                  <c:v>0</c:v>
                </c:pt>
                <c:pt idx="16840">
                  <c:v>0</c:v>
                </c:pt>
                <c:pt idx="16841">
                  <c:v>0</c:v>
                </c:pt>
                <c:pt idx="16842">
                  <c:v>0</c:v>
                </c:pt>
                <c:pt idx="16843">
                  <c:v>0</c:v>
                </c:pt>
                <c:pt idx="16844">
                  <c:v>0</c:v>
                </c:pt>
                <c:pt idx="16845">
                  <c:v>0</c:v>
                </c:pt>
                <c:pt idx="16846">
                  <c:v>0</c:v>
                </c:pt>
                <c:pt idx="16847">
                  <c:v>0</c:v>
                </c:pt>
                <c:pt idx="16848">
                  <c:v>0</c:v>
                </c:pt>
                <c:pt idx="16849">
                  <c:v>0</c:v>
                </c:pt>
                <c:pt idx="16850">
                  <c:v>0</c:v>
                </c:pt>
                <c:pt idx="16851">
                  <c:v>0</c:v>
                </c:pt>
                <c:pt idx="16852">
                  <c:v>0</c:v>
                </c:pt>
                <c:pt idx="16853">
                  <c:v>0</c:v>
                </c:pt>
                <c:pt idx="16854">
                  <c:v>0</c:v>
                </c:pt>
                <c:pt idx="16855">
                  <c:v>0</c:v>
                </c:pt>
                <c:pt idx="16856">
                  <c:v>0</c:v>
                </c:pt>
                <c:pt idx="16857">
                  <c:v>0</c:v>
                </c:pt>
                <c:pt idx="16858">
                  <c:v>0</c:v>
                </c:pt>
                <c:pt idx="16859">
                  <c:v>0</c:v>
                </c:pt>
                <c:pt idx="16860">
                  <c:v>0</c:v>
                </c:pt>
                <c:pt idx="16861">
                  <c:v>0</c:v>
                </c:pt>
                <c:pt idx="16862">
                  <c:v>0</c:v>
                </c:pt>
                <c:pt idx="16863">
                  <c:v>0</c:v>
                </c:pt>
                <c:pt idx="16864">
                  <c:v>0</c:v>
                </c:pt>
                <c:pt idx="16865">
                  <c:v>0</c:v>
                </c:pt>
                <c:pt idx="16866">
                  <c:v>0</c:v>
                </c:pt>
                <c:pt idx="16867">
                  <c:v>0</c:v>
                </c:pt>
                <c:pt idx="16868">
                  <c:v>0</c:v>
                </c:pt>
                <c:pt idx="16869">
                  <c:v>0</c:v>
                </c:pt>
                <c:pt idx="16870">
                  <c:v>0</c:v>
                </c:pt>
                <c:pt idx="16871">
                  <c:v>0</c:v>
                </c:pt>
                <c:pt idx="16872">
                  <c:v>0</c:v>
                </c:pt>
                <c:pt idx="16873">
                  <c:v>0</c:v>
                </c:pt>
                <c:pt idx="16874">
                  <c:v>0</c:v>
                </c:pt>
                <c:pt idx="16875">
                  <c:v>0</c:v>
                </c:pt>
                <c:pt idx="16876">
                  <c:v>0</c:v>
                </c:pt>
                <c:pt idx="16877">
                  <c:v>0</c:v>
                </c:pt>
                <c:pt idx="16878">
                  <c:v>0</c:v>
                </c:pt>
                <c:pt idx="16879">
                  <c:v>0</c:v>
                </c:pt>
                <c:pt idx="16880">
                  <c:v>0</c:v>
                </c:pt>
                <c:pt idx="16881">
                  <c:v>0</c:v>
                </c:pt>
                <c:pt idx="16882">
                  <c:v>0</c:v>
                </c:pt>
                <c:pt idx="16883">
                  <c:v>0</c:v>
                </c:pt>
                <c:pt idx="16884">
                  <c:v>0</c:v>
                </c:pt>
                <c:pt idx="16885">
                  <c:v>0</c:v>
                </c:pt>
                <c:pt idx="16886">
                  <c:v>0</c:v>
                </c:pt>
                <c:pt idx="16887">
                  <c:v>0</c:v>
                </c:pt>
                <c:pt idx="16888">
                  <c:v>0</c:v>
                </c:pt>
                <c:pt idx="16889">
                  <c:v>0</c:v>
                </c:pt>
                <c:pt idx="16890">
                  <c:v>0</c:v>
                </c:pt>
                <c:pt idx="16891">
                  <c:v>0</c:v>
                </c:pt>
                <c:pt idx="16892">
                  <c:v>0</c:v>
                </c:pt>
                <c:pt idx="16893">
                  <c:v>0</c:v>
                </c:pt>
                <c:pt idx="16894">
                  <c:v>0</c:v>
                </c:pt>
                <c:pt idx="16895">
                  <c:v>0</c:v>
                </c:pt>
                <c:pt idx="16896">
                  <c:v>0</c:v>
                </c:pt>
                <c:pt idx="16897">
                  <c:v>0</c:v>
                </c:pt>
                <c:pt idx="16898">
                  <c:v>0</c:v>
                </c:pt>
                <c:pt idx="16899">
                  <c:v>0</c:v>
                </c:pt>
                <c:pt idx="16900">
                  <c:v>0</c:v>
                </c:pt>
                <c:pt idx="16901">
                  <c:v>0</c:v>
                </c:pt>
                <c:pt idx="16902">
                  <c:v>0</c:v>
                </c:pt>
                <c:pt idx="16903">
                  <c:v>0</c:v>
                </c:pt>
                <c:pt idx="16904">
                  <c:v>0</c:v>
                </c:pt>
                <c:pt idx="16905">
                  <c:v>0</c:v>
                </c:pt>
                <c:pt idx="16906">
                  <c:v>0</c:v>
                </c:pt>
                <c:pt idx="16907">
                  <c:v>0</c:v>
                </c:pt>
                <c:pt idx="16908">
                  <c:v>0</c:v>
                </c:pt>
                <c:pt idx="16909">
                  <c:v>0</c:v>
                </c:pt>
                <c:pt idx="16910">
                  <c:v>0</c:v>
                </c:pt>
                <c:pt idx="16911">
                  <c:v>0</c:v>
                </c:pt>
                <c:pt idx="16912">
                  <c:v>0</c:v>
                </c:pt>
                <c:pt idx="16913">
                  <c:v>0</c:v>
                </c:pt>
                <c:pt idx="16914">
                  <c:v>0</c:v>
                </c:pt>
                <c:pt idx="16915">
                  <c:v>0</c:v>
                </c:pt>
                <c:pt idx="16916">
                  <c:v>0</c:v>
                </c:pt>
                <c:pt idx="16917">
                  <c:v>0</c:v>
                </c:pt>
                <c:pt idx="16918">
                  <c:v>0</c:v>
                </c:pt>
                <c:pt idx="16919">
                  <c:v>0</c:v>
                </c:pt>
                <c:pt idx="16920">
                  <c:v>0</c:v>
                </c:pt>
                <c:pt idx="16921">
                  <c:v>0</c:v>
                </c:pt>
                <c:pt idx="16922">
                  <c:v>0</c:v>
                </c:pt>
                <c:pt idx="16923">
                  <c:v>0</c:v>
                </c:pt>
                <c:pt idx="16924">
                  <c:v>0</c:v>
                </c:pt>
                <c:pt idx="16925">
                  <c:v>0</c:v>
                </c:pt>
                <c:pt idx="16926">
                  <c:v>0</c:v>
                </c:pt>
                <c:pt idx="16927">
                  <c:v>0</c:v>
                </c:pt>
                <c:pt idx="16928">
                  <c:v>0</c:v>
                </c:pt>
                <c:pt idx="16929">
                  <c:v>0</c:v>
                </c:pt>
                <c:pt idx="16930">
                  <c:v>0</c:v>
                </c:pt>
                <c:pt idx="16931">
                  <c:v>0</c:v>
                </c:pt>
                <c:pt idx="16932">
                  <c:v>0</c:v>
                </c:pt>
                <c:pt idx="16933">
                  <c:v>0</c:v>
                </c:pt>
                <c:pt idx="16934">
                  <c:v>0</c:v>
                </c:pt>
                <c:pt idx="16935">
                  <c:v>0</c:v>
                </c:pt>
                <c:pt idx="16936">
                  <c:v>0</c:v>
                </c:pt>
                <c:pt idx="16937">
                  <c:v>0</c:v>
                </c:pt>
                <c:pt idx="16938">
                  <c:v>0</c:v>
                </c:pt>
                <c:pt idx="16939">
                  <c:v>0</c:v>
                </c:pt>
                <c:pt idx="16940">
                  <c:v>0</c:v>
                </c:pt>
                <c:pt idx="16941">
                  <c:v>0</c:v>
                </c:pt>
                <c:pt idx="16942">
                  <c:v>0</c:v>
                </c:pt>
                <c:pt idx="16943">
                  <c:v>0</c:v>
                </c:pt>
                <c:pt idx="16944">
                  <c:v>0</c:v>
                </c:pt>
                <c:pt idx="16945">
                  <c:v>0</c:v>
                </c:pt>
                <c:pt idx="16946">
                  <c:v>0</c:v>
                </c:pt>
                <c:pt idx="16947">
                  <c:v>0</c:v>
                </c:pt>
                <c:pt idx="16948">
                  <c:v>0</c:v>
                </c:pt>
                <c:pt idx="16949">
                  <c:v>0</c:v>
                </c:pt>
                <c:pt idx="16950">
                  <c:v>0</c:v>
                </c:pt>
                <c:pt idx="16951">
                  <c:v>0</c:v>
                </c:pt>
                <c:pt idx="16952">
                  <c:v>0</c:v>
                </c:pt>
                <c:pt idx="16953">
                  <c:v>0</c:v>
                </c:pt>
                <c:pt idx="16954">
                  <c:v>0</c:v>
                </c:pt>
                <c:pt idx="16955">
                  <c:v>0</c:v>
                </c:pt>
                <c:pt idx="16956">
                  <c:v>0</c:v>
                </c:pt>
                <c:pt idx="16957">
                  <c:v>0</c:v>
                </c:pt>
                <c:pt idx="16958">
                  <c:v>0</c:v>
                </c:pt>
                <c:pt idx="16959">
                  <c:v>0</c:v>
                </c:pt>
                <c:pt idx="16960">
                  <c:v>0</c:v>
                </c:pt>
                <c:pt idx="16961">
                  <c:v>0</c:v>
                </c:pt>
                <c:pt idx="16962">
                  <c:v>0</c:v>
                </c:pt>
                <c:pt idx="16963">
                  <c:v>0</c:v>
                </c:pt>
                <c:pt idx="16964">
                  <c:v>0</c:v>
                </c:pt>
                <c:pt idx="16965">
                  <c:v>0</c:v>
                </c:pt>
                <c:pt idx="16966">
                  <c:v>0</c:v>
                </c:pt>
                <c:pt idx="16967">
                  <c:v>0</c:v>
                </c:pt>
                <c:pt idx="16968">
                  <c:v>0</c:v>
                </c:pt>
                <c:pt idx="16969">
                  <c:v>0</c:v>
                </c:pt>
                <c:pt idx="16970">
                  <c:v>0</c:v>
                </c:pt>
                <c:pt idx="16971">
                  <c:v>0</c:v>
                </c:pt>
                <c:pt idx="16972">
                  <c:v>0</c:v>
                </c:pt>
                <c:pt idx="16973">
                  <c:v>0</c:v>
                </c:pt>
                <c:pt idx="16974">
                  <c:v>0</c:v>
                </c:pt>
                <c:pt idx="16975">
                  <c:v>0</c:v>
                </c:pt>
                <c:pt idx="16976">
                  <c:v>0</c:v>
                </c:pt>
                <c:pt idx="16977">
                  <c:v>0</c:v>
                </c:pt>
                <c:pt idx="16978">
                  <c:v>0</c:v>
                </c:pt>
                <c:pt idx="16979">
                  <c:v>0</c:v>
                </c:pt>
                <c:pt idx="16980">
                  <c:v>0</c:v>
                </c:pt>
                <c:pt idx="16981">
                  <c:v>0</c:v>
                </c:pt>
                <c:pt idx="16982">
                  <c:v>0</c:v>
                </c:pt>
                <c:pt idx="16983">
                  <c:v>0</c:v>
                </c:pt>
                <c:pt idx="16984">
                  <c:v>0</c:v>
                </c:pt>
                <c:pt idx="16985">
                  <c:v>0</c:v>
                </c:pt>
                <c:pt idx="16986">
                  <c:v>0</c:v>
                </c:pt>
                <c:pt idx="16987">
                  <c:v>0</c:v>
                </c:pt>
                <c:pt idx="16988">
                  <c:v>0</c:v>
                </c:pt>
                <c:pt idx="16989">
                  <c:v>0</c:v>
                </c:pt>
                <c:pt idx="16990">
                  <c:v>0</c:v>
                </c:pt>
                <c:pt idx="16991">
                  <c:v>0</c:v>
                </c:pt>
                <c:pt idx="16992">
                  <c:v>0</c:v>
                </c:pt>
                <c:pt idx="16993">
                  <c:v>0</c:v>
                </c:pt>
                <c:pt idx="16994">
                  <c:v>0</c:v>
                </c:pt>
                <c:pt idx="16995">
                  <c:v>0</c:v>
                </c:pt>
                <c:pt idx="16996">
                  <c:v>0</c:v>
                </c:pt>
                <c:pt idx="16997">
                  <c:v>0</c:v>
                </c:pt>
                <c:pt idx="16998">
                  <c:v>0</c:v>
                </c:pt>
                <c:pt idx="16999">
                  <c:v>0</c:v>
                </c:pt>
                <c:pt idx="17000">
                  <c:v>0</c:v>
                </c:pt>
                <c:pt idx="17001">
                  <c:v>0</c:v>
                </c:pt>
                <c:pt idx="17002">
                  <c:v>0</c:v>
                </c:pt>
                <c:pt idx="17003">
                  <c:v>0</c:v>
                </c:pt>
                <c:pt idx="17004">
                  <c:v>0</c:v>
                </c:pt>
                <c:pt idx="17005">
                  <c:v>0</c:v>
                </c:pt>
                <c:pt idx="17006">
                  <c:v>0</c:v>
                </c:pt>
                <c:pt idx="17007">
                  <c:v>0</c:v>
                </c:pt>
                <c:pt idx="17008">
                  <c:v>0</c:v>
                </c:pt>
                <c:pt idx="17009">
                  <c:v>0</c:v>
                </c:pt>
                <c:pt idx="17010">
                  <c:v>0</c:v>
                </c:pt>
                <c:pt idx="17011">
                  <c:v>0</c:v>
                </c:pt>
                <c:pt idx="17012">
                  <c:v>0</c:v>
                </c:pt>
                <c:pt idx="17013">
                  <c:v>0</c:v>
                </c:pt>
                <c:pt idx="17014">
                  <c:v>0</c:v>
                </c:pt>
                <c:pt idx="17015">
                  <c:v>0</c:v>
                </c:pt>
                <c:pt idx="17016">
                  <c:v>0</c:v>
                </c:pt>
                <c:pt idx="17017">
                  <c:v>0</c:v>
                </c:pt>
                <c:pt idx="17018">
                  <c:v>0</c:v>
                </c:pt>
                <c:pt idx="17019">
                  <c:v>0</c:v>
                </c:pt>
                <c:pt idx="17020">
                  <c:v>0</c:v>
                </c:pt>
                <c:pt idx="17021">
                  <c:v>0</c:v>
                </c:pt>
                <c:pt idx="17022">
                  <c:v>0</c:v>
                </c:pt>
                <c:pt idx="17023">
                  <c:v>0</c:v>
                </c:pt>
                <c:pt idx="17024">
                  <c:v>0</c:v>
                </c:pt>
                <c:pt idx="17025">
                  <c:v>0</c:v>
                </c:pt>
                <c:pt idx="17026">
                  <c:v>0</c:v>
                </c:pt>
                <c:pt idx="17027">
                  <c:v>0</c:v>
                </c:pt>
                <c:pt idx="17028">
                  <c:v>0</c:v>
                </c:pt>
                <c:pt idx="17029">
                  <c:v>0</c:v>
                </c:pt>
                <c:pt idx="17030">
                  <c:v>0</c:v>
                </c:pt>
                <c:pt idx="17031">
                  <c:v>0</c:v>
                </c:pt>
                <c:pt idx="17032">
                  <c:v>0</c:v>
                </c:pt>
                <c:pt idx="17033">
                  <c:v>0</c:v>
                </c:pt>
                <c:pt idx="17034">
                  <c:v>0</c:v>
                </c:pt>
                <c:pt idx="17035">
                  <c:v>0</c:v>
                </c:pt>
                <c:pt idx="17036">
                  <c:v>0</c:v>
                </c:pt>
                <c:pt idx="17037">
                  <c:v>0</c:v>
                </c:pt>
                <c:pt idx="17038">
                  <c:v>0</c:v>
                </c:pt>
                <c:pt idx="17039">
                  <c:v>0</c:v>
                </c:pt>
                <c:pt idx="17040">
                  <c:v>0</c:v>
                </c:pt>
                <c:pt idx="17041">
                  <c:v>0</c:v>
                </c:pt>
                <c:pt idx="17042">
                  <c:v>0</c:v>
                </c:pt>
                <c:pt idx="17043">
                  <c:v>0</c:v>
                </c:pt>
                <c:pt idx="17044">
                  <c:v>0</c:v>
                </c:pt>
                <c:pt idx="17045">
                  <c:v>0</c:v>
                </c:pt>
                <c:pt idx="17046">
                  <c:v>0</c:v>
                </c:pt>
                <c:pt idx="17047">
                  <c:v>0</c:v>
                </c:pt>
                <c:pt idx="17048">
                  <c:v>0</c:v>
                </c:pt>
                <c:pt idx="17049">
                  <c:v>0</c:v>
                </c:pt>
                <c:pt idx="17050">
                  <c:v>0</c:v>
                </c:pt>
                <c:pt idx="17051">
                  <c:v>0</c:v>
                </c:pt>
                <c:pt idx="17052">
                  <c:v>0</c:v>
                </c:pt>
                <c:pt idx="17053">
                  <c:v>0</c:v>
                </c:pt>
                <c:pt idx="17054">
                  <c:v>0</c:v>
                </c:pt>
                <c:pt idx="17055">
                  <c:v>0</c:v>
                </c:pt>
                <c:pt idx="17056">
                  <c:v>0</c:v>
                </c:pt>
                <c:pt idx="17057">
                  <c:v>0</c:v>
                </c:pt>
                <c:pt idx="17058">
                  <c:v>0</c:v>
                </c:pt>
                <c:pt idx="17059">
                  <c:v>0</c:v>
                </c:pt>
                <c:pt idx="17060">
                  <c:v>0</c:v>
                </c:pt>
                <c:pt idx="17061">
                  <c:v>0</c:v>
                </c:pt>
                <c:pt idx="17062">
                  <c:v>0</c:v>
                </c:pt>
                <c:pt idx="17063">
                  <c:v>0</c:v>
                </c:pt>
                <c:pt idx="17064">
                  <c:v>0</c:v>
                </c:pt>
                <c:pt idx="17065">
                  <c:v>0</c:v>
                </c:pt>
                <c:pt idx="17066">
                  <c:v>0</c:v>
                </c:pt>
                <c:pt idx="17067">
                  <c:v>0</c:v>
                </c:pt>
                <c:pt idx="17068">
                  <c:v>0</c:v>
                </c:pt>
                <c:pt idx="17069">
                  <c:v>0</c:v>
                </c:pt>
                <c:pt idx="17070">
                  <c:v>0</c:v>
                </c:pt>
                <c:pt idx="17071">
                  <c:v>0</c:v>
                </c:pt>
                <c:pt idx="17072">
                  <c:v>0</c:v>
                </c:pt>
                <c:pt idx="17073">
                  <c:v>0</c:v>
                </c:pt>
                <c:pt idx="17074">
                  <c:v>0</c:v>
                </c:pt>
                <c:pt idx="17075">
                  <c:v>0</c:v>
                </c:pt>
                <c:pt idx="17076">
                  <c:v>0</c:v>
                </c:pt>
                <c:pt idx="17077">
                  <c:v>0</c:v>
                </c:pt>
                <c:pt idx="17078">
                  <c:v>0</c:v>
                </c:pt>
                <c:pt idx="17079">
                  <c:v>0</c:v>
                </c:pt>
                <c:pt idx="17080">
                  <c:v>0</c:v>
                </c:pt>
                <c:pt idx="17081">
                  <c:v>0</c:v>
                </c:pt>
                <c:pt idx="17082">
                  <c:v>0</c:v>
                </c:pt>
                <c:pt idx="17083">
                  <c:v>0</c:v>
                </c:pt>
                <c:pt idx="17084">
                  <c:v>0</c:v>
                </c:pt>
                <c:pt idx="17085">
                  <c:v>0</c:v>
                </c:pt>
                <c:pt idx="17086">
                  <c:v>0</c:v>
                </c:pt>
                <c:pt idx="17087">
                  <c:v>0</c:v>
                </c:pt>
                <c:pt idx="17088">
                  <c:v>0</c:v>
                </c:pt>
                <c:pt idx="17089">
                  <c:v>0</c:v>
                </c:pt>
                <c:pt idx="17090">
                  <c:v>0</c:v>
                </c:pt>
                <c:pt idx="17091">
                  <c:v>0</c:v>
                </c:pt>
                <c:pt idx="17092">
                  <c:v>0</c:v>
                </c:pt>
                <c:pt idx="17093">
                  <c:v>0</c:v>
                </c:pt>
                <c:pt idx="17094">
                  <c:v>0</c:v>
                </c:pt>
                <c:pt idx="17095">
                  <c:v>0</c:v>
                </c:pt>
                <c:pt idx="17096">
                  <c:v>0</c:v>
                </c:pt>
                <c:pt idx="17097">
                  <c:v>0</c:v>
                </c:pt>
                <c:pt idx="17098">
                  <c:v>0</c:v>
                </c:pt>
                <c:pt idx="17099">
                  <c:v>0</c:v>
                </c:pt>
                <c:pt idx="17100">
                  <c:v>0</c:v>
                </c:pt>
                <c:pt idx="17101">
                  <c:v>0</c:v>
                </c:pt>
                <c:pt idx="17102">
                  <c:v>0</c:v>
                </c:pt>
                <c:pt idx="17103">
                  <c:v>0</c:v>
                </c:pt>
                <c:pt idx="17104">
                  <c:v>0</c:v>
                </c:pt>
                <c:pt idx="17105">
                  <c:v>0</c:v>
                </c:pt>
                <c:pt idx="17106">
                  <c:v>0</c:v>
                </c:pt>
                <c:pt idx="17107">
                  <c:v>0</c:v>
                </c:pt>
                <c:pt idx="17108">
                  <c:v>0</c:v>
                </c:pt>
                <c:pt idx="17109">
                  <c:v>0</c:v>
                </c:pt>
                <c:pt idx="17110">
                  <c:v>0</c:v>
                </c:pt>
                <c:pt idx="17111">
                  <c:v>0</c:v>
                </c:pt>
                <c:pt idx="17112">
                  <c:v>0</c:v>
                </c:pt>
                <c:pt idx="17113">
                  <c:v>0</c:v>
                </c:pt>
                <c:pt idx="17114">
                  <c:v>0</c:v>
                </c:pt>
                <c:pt idx="17115">
                  <c:v>0</c:v>
                </c:pt>
                <c:pt idx="17116">
                  <c:v>0</c:v>
                </c:pt>
                <c:pt idx="17117">
                  <c:v>0</c:v>
                </c:pt>
                <c:pt idx="17118">
                  <c:v>0</c:v>
                </c:pt>
                <c:pt idx="17119">
                  <c:v>0</c:v>
                </c:pt>
                <c:pt idx="17120">
                  <c:v>0</c:v>
                </c:pt>
                <c:pt idx="17121">
                  <c:v>0</c:v>
                </c:pt>
                <c:pt idx="17122">
                  <c:v>0</c:v>
                </c:pt>
                <c:pt idx="17123">
                  <c:v>0</c:v>
                </c:pt>
                <c:pt idx="17124">
                  <c:v>0</c:v>
                </c:pt>
                <c:pt idx="17125">
                  <c:v>0</c:v>
                </c:pt>
                <c:pt idx="17126">
                  <c:v>0</c:v>
                </c:pt>
                <c:pt idx="17127">
                  <c:v>0</c:v>
                </c:pt>
                <c:pt idx="17128">
                  <c:v>0</c:v>
                </c:pt>
                <c:pt idx="17129">
                  <c:v>0</c:v>
                </c:pt>
                <c:pt idx="17130">
                  <c:v>0</c:v>
                </c:pt>
                <c:pt idx="17131">
                  <c:v>0</c:v>
                </c:pt>
                <c:pt idx="17132">
                  <c:v>0</c:v>
                </c:pt>
                <c:pt idx="17133">
                  <c:v>0</c:v>
                </c:pt>
                <c:pt idx="17134">
                  <c:v>0</c:v>
                </c:pt>
                <c:pt idx="17135">
                  <c:v>0</c:v>
                </c:pt>
                <c:pt idx="17136">
                  <c:v>0</c:v>
                </c:pt>
                <c:pt idx="17137">
                  <c:v>0</c:v>
                </c:pt>
                <c:pt idx="17138">
                  <c:v>0</c:v>
                </c:pt>
                <c:pt idx="17139">
                  <c:v>0</c:v>
                </c:pt>
                <c:pt idx="17140">
                  <c:v>0</c:v>
                </c:pt>
                <c:pt idx="17141">
                  <c:v>0</c:v>
                </c:pt>
                <c:pt idx="17142">
                  <c:v>0</c:v>
                </c:pt>
                <c:pt idx="17143">
                  <c:v>0</c:v>
                </c:pt>
                <c:pt idx="17144">
                  <c:v>0</c:v>
                </c:pt>
                <c:pt idx="17145">
                  <c:v>0</c:v>
                </c:pt>
                <c:pt idx="17146">
                  <c:v>0</c:v>
                </c:pt>
                <c:pt idx="17147">
                  <c:v>0</c:v>
                </c:pt>
                <c:pt idx="17148">
                  <c:v>0</c:v>
                </c:pt>
                <c:pt idx="17149">
                  <c:v>0</c:v>
                </c:pt>
                <c:pt idx="17150">
                  <c:v>0</c:v>
                </c:pt>
                <c:pt idx="17151">
                  <c:v>0</c:v>
                </c:pt>
                <c:pt idx="17152">
                  <c:v>0</c:v>
                </c:pt>
                <c:pt idx="17153">
                  <c:v>0</c:v>
                </c:pt>
                <c:pt idx="17154">
                  <c:v>0</c:v>
                </c:pt>
                <c:pt idx="17155">
                  <c:v>0</c:v>
                </c:pt>
                <c:pt idx="17156">
                  <c:v>0</c:v>
                </c:pt>
                <c:pt idx="17157">
                  <c:v>0</c:v>
                </c:pt>
                <c:pt idx="17158">
                  <c:v>0</c:v>
                </c:pt>
                <c:pt idx="17159">
                  <c:v>0</c:v>
                </c:pt>
                <c:pt idx="17160">
                  <c:v>0</c:v>
                </c:pt>
                <c:pt idx="17161">
                  <c:v>0</c:v>
                </c:pt>
                <c:pt idx="17162">
                  <c:v>0</c:v>
                </c:pt>
                <c:pt idx="17163">
                  <c:v>0</c:v>
                </c:pt>
                <c:pt idx="17164">
                  <c:v>0</c:v>
                </c:pt>
                <c:pt idx="17165">
                  <c:v>0</c:v>
                </c:pt>
                <c:pt idx="17166">
                  <c:v>0</c:v>
                </c:pt>
                <c:pt idx="17167">
                  <c:v>0</c:v>
                </c:pt>
                <c:pt idx="17168">
                  <c:v>0</c:v>
                </c:pt>
                <c:pt idx="17169">
                  <c:v>0</c:v>
                </c:pt>
                <c:pt idx="17170">
                  <c:v>0</c:v>
                </c:pt>
                <c:pt idx="17171">
                  <c:v>0</c:v>
                </c:pt>
                <c:pt idx="17172">
                  <c:v>0</c:v>
                </c:pt>
                <c:pt idx="17173">
                  <c:v>0</c:v>
                </c:pt>
                <c:pt idx="17174">
                  <c:v>0</c:v>
                </c:pt>
                <c:pt idx="17175">
                  <c:v>0</c:v>
                </c:pt>
                <c:pt idx="17176">
                  <c:v>0</c:v>
                </c:pt>
                <c:pt idx="17177">
                  <c:v>0</c:v>
                </c:pt>
                <c:pt idx="17178">
                  <c:v>0</c:v>
                </c:pt>
                <c:pt idx="17179">
                  <c:v>0</c:v>
                </c:pt>
                <c:pt idx="17180">
                  <c:v>0</c:v>
                </c:pt>
                <c:pt idx="17181">
                  <c:v>0</c:v>
                </c:pt>
                <c:pt idx="17182">
                  <c:v>0</c:v>
                </c:pt>
                <c:pt idx="17183">
                  <c:v>0</c:v>
                </c:pt>
                <c:pt idx="17184">
                  <c:v>0</c:v>
                </c:pt>
                <c:pt idx="17185">
                  <c:v>0</c:v>
                </c:pt>
                <c:pt idx="17186">
                  <c:v>0</c:v>
                </c:pt>
                <c:pt idx="17187">
                  <c:v>0</c:v>
                </c:pt>
                <c:pt idx="17188">
                  <c:v>0</c:v>
                </c:pt>
                <c:pt idx="17189">
                  <c:v>0</c:v>
                </c:pt>
                <c:pt idx="17190">
                  <c:v>0</c:v>
                </c:pt>
                <c:pt idx="17191">
                  <c:v>0</c:v>
                </c:pt>
                <c:pt idx="17192">
                  <c:v>0</c:v>
                </c:pt>
                <c:pt idx="17193">
                  <c:v>0</c:v>
                </c:pt>
                <c:pt idx="17194">
                  <c:v>0</c:v>
                </c:pt>
                <c:pt idx="17195">
                  <c:v>0</c:v>
                </c:pt>
                <c:pt idx="17196">
                  <c:v>0</c:v>
                </c:pt>
                <c:pt idx="17197">
                  <c:v>0</c:v>
                </c:pt>
                <c:pt idx="17198">
                  <c:v>0</c:v>
                </c:pt>
                <c:pt idx="17199">
                  <c:v>0</c:v>
                </c:pt>
                <c:pt idx="17200">
                  <c:v>0</c:v>
                </c:pt>
                <c:pt idx="17201">
                  <c:v>0</c:v>
                </c:pt>
                <c:pt idx="17202">
                  <c:v>0</c:v>
                </c:pt>
                <c:pt idx="17203">
                  <c:v>0</c:v>
                </c:pt>
                <c:pt idx="17204">
                  <c:v>0</c:v>
                </c:pt>
                <c:pt idx="17205">
                  <c:v>0</c:v>
                </c:pt>
                <c:pt idx="17206">
                  <c:v>0</c:v>
                </c:pt>
                <c:pt idx="17207">
                  <c:v>0</c:v>
                </c:pt>
                <c:pt idx="17208">
                  <c:v>0</c:v>
                </c:pt>
                <c:pt idx="17209">
                  <c:v>0</c:v>
                </c:pt>
                <c:pt idx="17210">
                  <c:v>0</c:v>
                </c:pt>
                <c:pt idx="17211">
                  <c:v>0</c:v>
                </c:pt>
                <c:pt idx="17212">
                  <c:v>0</c:v>
                </c:pt>
                <c:pt idx="17213">
                  <c:v>0</c:v>
                </c:pt>
                <c:pt idx="17214">
                  <c:v>0</c:v>
                </c:pt>
                <c:pt idx="17215">
                  <c:v>0</c:v>
                </c:pt>
                <c:pt idx="17216">
                  <c:v>0</c:v>
                </c:pt>
                <c:pt idx="17217">
                  <c:v>0</c:v>
                </c:pt>
                <c:pt idx="17218">
                  <c:v>0</c:v>
                </c:pt>
                <c:pt idx="17219">
                  <c:v>0</c:v>
                </c:pt>
                <c:pt idx="17220">
                  <c:v>0</c:v>
                </c:pt>
                <c:pt idx="17221">
                  <c:v>0</c:v>
                </c:pt>
                <c:pt idx="17222">
                  <c:v>0</c:v>
                </c:pt>
                <c:pt idx="17223">
                  <c:v>0</c:v>
                </c:pt>
                <c:pt idx="17224">
                  <c:v>0</c:v>
                </c:pt>
                <c:pt idx="17225">
                  <c:v>0</c:v>
                </c:pt>
                <c:pt idx="17226">
                  <c:v>0</c:v>
                </c:pt>
                <c:pt idx="17227">
                  <c:v>0</c:v>
                </c:pt>
                <c:pt idx="17228">
                  <c:v>0</c:v>
                </c:pt>
                <c:pt idx="17229">
                  <c:v>0</c:v>
                </c:pt>
                <c:pt idx="17230">
                  <c:v>0</c:v>
                </c:pt>
                <c:pt idx="17231">
                  <c:v>0</c:v>
                </c:pt>
                <c:pt idx="17232">
                  <c:v>0</c:v>
                </c:pt>
                <c:pt idx="17233">
                  <c:v>0</c:v>
                </c:pt>
                <c:pt idx="17234">
                  <c:v>0</c:v>
                </c:pt>
                <c:pt idx="17235">
                  <c:v>0</c:v>
                </c:pt>
                <c:pt idx="17236">
                  <c:v>0</c:v>
                </c:pt>
                <c:pt idx="17237">
                  <c:v>0</c:v>
                </c:pt>
                <c:pt idx="17238">
                  <c:v>0</c:v>
                </c:pt>
                <c:pt idx="17239">
                  <c:v>0</c:v>
                </c:pt>
                <c:pt idx="17240">
                  <c:v>0</c:v>
                </c:pt>
                <c:pt idx="17241">
                  <c:v>0</c:v>
                </c:pt>
                <c:pt idx="17242">
                  <c:v>0</c:v>
                </c:pt>
                <c:pt idx="17243">
                  <c:v>0</c:v>
                </c:pt>
                <c:pt idx="17244">
                  <c:v>0</c:v>
                </c:pt>
                <c:pt idx="17245">
                  <c:v>0</c:v>
                </c:pt>
                <c:pt idx="17246">
                  <c:v>0</c:v>
                </c:pt>
                <c:pt idx="17247">
                  <c:v>0</c:v>
                </c:pt>
                <c:pt idx="17248">
                  <c:v>0</c:v>
                </c:pt>
                <c:pt idx="17249">
                  <c:v>0</c:v>
                </c:pt>
                <c:pt idx="17250">
                  <c:v>0</c:v>
                </c:pt>
                <c:pt idx="17251">
                  <c:v>0</c:v>
                </c:pt>
                <c:pt idx="17252">
                  <c:v>0</c:v>
                </c:pt>
                <c:pt idx="17253">
                  <c:v>0</c:v>
                </c:pt>
                <c:pt idx="17254">
                  <c:v>0</c:v>
                </c:pt>
                <c:pt idx="17255">
                  <c:v>0</c:v>
                </c:pt>
                <c:pt idx="17256">
                  <c:v>0</c:v>
                </c:pt>
                <c:pt idx="17257">
                  <c:v>0</c:v>
                </c:pt>
                <c:pt idx="17258">
                  <c:v>0</c:v>
                </c:pt>
                <c:pt idx="17259">
                  <c:v>0</c:v>
                </c:pt>
                <c:pt idx="17260">
                  <c:v>0</c:v>
                </c:pt>
                <c:pt idx="17261">
                  <c:v>0</c:v>
                </c:pt>
                <c:pt idx="17262">
                  <c:v>0</c:v>
                </c:pt>
                <c:pt idx="17263">
                  <c:v>0</c:v>
                </c:pt>
                <c:pt idx="17264">
                  <c:v>0</c:v>
                </c:pt>
                <c:pt idx="17265">
                  <c:v>0</c:v>
                </c:pt>
                <c:pt idx="17266">
                  <c:v>0</c:v>
                </c:pt>
                <c:pt idx="17267">
                  <c:v>0</c:v>
                </c:pt>
                <c:pt idx="17268">
                  <c:v>0</c:v>
                </c:pt>
                <c:pt idx="17269">
                  <c:v>0</c:v>
                </c:pt>
                <c:pt idx="17270">
                  <c:v>0</c:v>
                </c:pt>
                <c:pt idx="17271">
                  <c:v>0</c:v>
                </c:pt>
                <c:pt idx="17272">
                  <c:v>0</c:v>
                </c:pt>
                <c:pt idx="17273">
                  <c:v>0</c:v>
                </c:pt>
                <c:pt idx="17274">
                  <c:v>0</c:v>
                </c:pt>
                <c:pt idx="17275">
                  <c:v>0</c:v>
                </c:pt>
                <c:pt idx="17276">
                  <c:v>0</c:v>
                </c:pt>
                <c:pt idx="17277">
                  <c:v>0</c:v>
                </c:pt>
                <c:pt idx="17278">
                  <c:v>0</c:v>
                </c:pt>
                <c:pt idx="17279">
                  <c:v>0</c:v>
                </c:pt>
                <c:pt idx="17280">
                  <c:v>0</c:v>
                </c:pt>
                <c:pt idx="17281">
                  <c:v>0</c:v>
                </c:pt>
                <c:pt idx="17282">
                  <c:v>0</c:v>
                </c:pt>
                <c:pt idx="17283">
                  <c:v>0</c:v>
                </c:pt>
                <c:pt idx="17284">
                  <c:v>0</c:v>
                </c:pt>
                <c:pt idx="17285">
                  <c:v>0</c:v>
                </c:pt>
                <c:pt idx="17286">
                  <c:v>0</c:v>
                </c:pt>
                <c:pt idx="17287">
                  <c:v>0</c:v>
                </c:pt>
                <c:pt idx="17288">
                  <c:v>0</c:v>
                </c:pt>
                <c:pt idx="17289">
                  <c:v>0</c:v>
                </c:pt>
                <c:pt idx="17290">
                  <c:v>0</c:v>
                </c:pt>
                <c:pt idx="17291">
                  <c:v>0</c:v>
                </c:pt>
                <c:pt idx="17292">
                  <c:v>0</c:v>
                </c:pt>
                <c:pt idx="17293">
                  <c:v>0</c:v>
                </c:pt>
                <c:pt idx="17294">
                  <c:v>0</c:v>
                </c:pt>
                <c:pt idx="17295">
                  <c:v>0</c:v>
                </c:pt>
                <c:pt idx="17296">
                  <c:v>0</c:v>
                </c:pt>
                <c:pt idx="17297">
                  <c:v>0</c:v>
                </c:pt>
                <c:pt idx="17298">
                  <c:v>0</c:v>
                </c:pt>
                <c:pt idx="17299">
                  <c:v>0</c:v>
                </c:pt>
                <c:pt idx="17300">
                  <c:v>0</c:v>
                </c:pt>
                <c:pt idx="17301">
                  <c:v>0</c:v>
                </c:pt>
                <c:pt idx="17302">
                  <c:v>0</c:v>
                </c:pt>
                <c:pt idx="17303">
                  <c:v>0</c:v>
                </c:pt>
                <c:pt idx="17304">
                  <c:v>0</c:v>
                </c:pt>
                <c:pt idx="17305">
                  <c:v>0</c:v>
                </c:pt>
                <c:pt idx="17306">
                  <c:v>0</c:v>
                </c:pt>
                <c:pt idx="17307">
                  <c:v>0</c:v>
                </c:pt>
                <c:pt idx="17308">
                  <c:v>0</c:v>
                </c:pt>
                <c:pt idx="17309">
                  <c:v>0</c:v>
                </c:pt>
                <c:pt idx="17310">
                  <c:v>0</c:v>
                </c:pt>
                <c:pt idx="17311">
                  <c:v>0</c:v>
                </c:pt>
                <c:pt idx="17312">
                  <c:v>0</c:v>
                </c:pt>
                <c:pt idx="17313">
                  <c:v>0</c:v>
                </c:pt>
                <c:pt idx="17314">
                  <c:v>0</c:v>
                </c:pt>
                <c:pt idx="17315">
                  <c:v>0</c:v>
                </c:pt>
                <c:pt idx="17316">
                  <c:v>0</c:v>
                </c:pt>
                <c:pt idx="17317">
                  <c:v>0</c:v>
                </c:pt>
                <c:pt idx="17318">
                  <c:v>0</c:v>
                </c:pt>
                <c:pt idx="17319">
                  <c:v>0</c:v>
                </c:pt>
                <c:pt idx="17320">
                  <c:v>0</c:v>
                </c:pt>
                <c:pt idx="17321">
                  <c:v>0</c:v>
                </c:pt>
                <c:pt idx="17322">
                  <c:v>0</c:v>
                </c:pt>
                <c:pt idx="17323">
                  <c:v>0</c:v>
                </c:pt>
                <c:pt idx="17324">
                  <c:v>0</c:v>
                </c:pt>
                <c:pt idx="17325">
                  <c:v>0</c:v>
                </c:pt>
                <c:pt idx="17326">
                  <c:v>0</c:v>
                </c:pt>
                <c:pt idx="17327">
                  <c:v>0</c:v>
                </c:pt>
                <c:pt idx="17328">
                  <c:v>0</c:v>
                </c:pt>
                <c:pt idx="17329">
                  <c:v>0</c:v>
                </c:pt>
                <c:pt idx="17330">
                  <c:v>0</c:v>
                </c:pt>
                <c:pt idx="17331">
                  <c:v>0</c:v>
                </c:pt>
                <c:pt idx="17332">
                  <c:v>0</c:v>
                </c:pt>
                <c:pt idx="17333">
                  <c:v>0</c:v>
                </c:pt>
                <c:pt idx="17334">
                  <c:v>0</c:v>
                </c:pt>
                <c:pt idx="17335">
                  <c:v>0</c:v>
                </c:pt>
                <c:pt idx="17336">
                  <c:v>0</c:v>
                </c:pt>
                <c:pt idx="17337">
                  <c:v>0</c:v>
                </c:pt>
                <c:pt idx="17338">
                  <c:v>0</c:v>
                </c:pt>
                <c:pt idx="17339">
                  <c:v>0</c:v>
                </c:pt>
                <c:pt idx="17340">
                  <c:v>0</c:v>
                </c:pt>
                <c:pt idx="17341">
                  <c:v>0</c:v>
                </c:pt>
                <c:pt idx="17342">
                  <c:v>0</c:v>
                </c:pt>
                <c:pt idx="17343">
                  <c:v>0</c:v>
                </c:pt>
                <c:pt idx="17344">
                  <c:v>0</c:v>
                </c:pt>
                <c:pt idx="17345">
                  <c:v>0</c:v>
                </c:pt>
                <c:pt idx="17346">
                  <c:v>0</c:v>
                </c:pt>
                <c:pt idx="17347">
                  <c:v>0</c:v>
                </c:pt>
                <c:pt idx="17348">
                  <c:v>0</c:v>
                </c:pt>
                <c:pt idx="17349">
                  <c:v>0</c:v>
                </c:pt>
                <c:pt idx="17350">
                  <c:v>0</c:v>
                </c:pt>
                <c:pt idx="17351">
                  <c:v>0</c:v>
                </c:pt>
                <c:pt idx="17352">
                  <c:v>0</c:v>
                </c:pt>
                <c:pt idx="17353">
                  <c:v>0</c:v>
                </c:pt>
                <c:pt idx="17354">
                  <c:v>0</c:v>
                </c:pt>
                <c:pt idx="17355">
                  <c:v>0</c:v>
                </c:pt>
                <c:pt idx="17356">
                  <c:v>0</c:v>
                </c:pt>
                <c:pt idx="17357">
                  <c:v>0</c:v>
                </c:pt>
                <c:pt idx="17358">
                  <c:v>0</c:v>
                </c:pt>
                <c:pt idx="17359">
                  <c:v>0</c:v>
                </c:pt>
                <c:pt idx="17360">
                  <c:v>0</c:v>
                </c:pt>
                <c:pt idx="17361">
                  <c:v>0</c:v>
                </c:pt>
                <c:pt idx="17362">
                  <c:v>0</c:v>
                </c:pt>
                <c:pt idx="17363">
                  <c:v>0</c:v>
                </c:pt>
                <c:pt idx="17364">
                  <c:v>0</c:v>
                </c:pt>
                <c:pt idx="17365">
                  <c:v>0</c:v>
                </c:pt>
                <c:pt idx="17366">
                  <c:v>0</c:v>
                </c:pt>
                <c:pt idx="17367">
                  <c:v>0</c:v>
                </c:pt>
                <c:pt idx="17368">
                  <c:v>0</c:v>
                </c:pt>
                <c:pt idx="17369">
                  <c:v>0</c:v>
                </c:pt>
                <c:pt idx="17370">
                  <c:v>0</c:v>
                </c:pt>
                <c:pt idx="17371">
                  <c:v>0</c:v>
                </c:pt>
                <c:pt idx="17372">
                  <c:v>0</c:v>
                </c:pt>
                <c:pt idx="17373">
                  <c:v>0</c:v>
                </c:pt>
                <c:pt idx="17374">
                  <c:v>0</c:v>
                </c:pt>
                <c:pt idx="17375">
                  <c:v>0</c:v>
                </c:pt>
                <c:pt idx="17376">
                  <c:v>0</c:v>
                </c:pt>
                <c:pt idx="17377">
                  <c:v>0</c:v>
                </c:pt>
                <c:pt idx="17378">
                  <c:v>0</c:v>
                </c:pt>
                <c:pt idx="17379">
                  <c:v>0</c:v>
                </c:pt>
                <c:pt idx="17380">
                  <c:v>0</c:v>
                </c:pt>
                <c:pt idx="17381">
                  <c:v>0</c:v>
                </c:pt>
                <c:pt idx="17382">
                  <c:v>0</c:v>
                </c:pt>
                <c:pt idx="17383">
                  <c:v>0</c:v>
                </c:pt>
                <c:pt idx="17384">
                  <c:v>0</c:v>
                </c:pt>
                <c:pt idx="17385">
                  <c:v>0</c:v>
                </c:pt>
                <c:pt idx="17386">
                  <c:v>0</c:v>
                </c:pt>
                <c:pt idx="17387">
                  <c:v>0</c:v>
                </c:pt>
                <c:pt idx="17388">
                  <c:v>0</c:v>
                </c:pt>
                <c:pt idx="17389">
                  <c:v>0</c:v>
                </c:pt>
                <c:pt idx="17390">
                  <c:v>0</c:v>
                </c:pt>
                <c:pt idx="17391">
                  <c:v>0</c:v>
                </c:pt>
                <c:pt idx="17392">
                  <c:v>0</c:v>
                </c:pt>
                <c:pt idx="17393">
                  <c:v>0</c:v>
                </c:pt>
                <c:pt idx="17394">
                  <c:v>0</c:v>
                </c:pt>
                <c:pt idx="17395">
                  <c:v>0</c:v>
                </c:pt>
                <c:pt idx="17396">
                  <c:v>0</c:v>
                </c:pt>
                <c:pt idx="17397">
                  <c:v>0</c:v>
                </c:pt>
                <c:pt idx="17398">
                  <c:v>0</c:v>
                </c:pt>
                <c:pt idx="17399">
                  <c:v>0</c:v>
                </c:pt>
                <c:pt idx="17400">
                  <c:v>0</c:v>
                </c:pt>
                <c:pt idx="17401">
                  <c:v>0</c:v>
                </c:pt>
                <c:pt idx="17402">
                  <c:v>0</c:v>
                </c:pt>
                <c:pt idx="17403">
                  <c:v>0</c:v>
                </c:pt>
                <c:pt idx="17404">
                  <c:v>0</c:v>
                </c:pt>
                <c:pt idx="17405">
                  <c:v>0</c:v>
                </c:pt>
                <c:pt idx="17406">
                  <c:v>0</c:v>
                </c:pt>
                <c:pt idx="17407">
                  <c:v>0</c:v>
                </c:pt>
                <c:pt idx="17408">
                  <c:v>0</c:v>
                </c:pt>
                <c:pt idx="17409">
                  <c:v>0</c:v>
                </c:pt>
                <c:pt idx="17410">
                  <c:v>0</c:v>
                </c:pt>
                <c:pt idx="17411">
                  <c:v>0</c:v>
                </c:pt>
                <c:pt idx="17412">
                  <c:v>0</c:v>
                </c:pt>
                <c:pt idx="17413">
                  <c:v>0</c:v>
                </c:pt>
                <c:pt idx="17414">
                  <c:v>0</c:v>
                </c:pt>
                <c:pt idx="17415">
                  <c:v>0</c:v>
                </c:pt>
                <c:pt idx="17416">
                  <c:v>0</c:v>
                </c:pt>
                <c:pt idx="17417">
                  <c:v>0</c:v>
                </c:pt>
                <c:pt idx="17418">
                  <c:v>0</c:v>
                </c:pt>
                <c:pt idx="17419">
                  <c:v>0</c:v>
                </c:pt>
                <c:pt idx="17420">
                  <c:v>0</c:v>
                </c:pt>
                <c:pt idx="17421">
                  <c:v>0</c:v>
                </c:pt>
                <c:pt idx="17422">
                  <c:v>0</c:v>
                </c:pt>
                <c:pt idx="17423">
                  <c:v>0</c:v>
                </c:pt>
                <c:pt idx="17424">
                  <c:v>0</c:v>
                </c:pt>
                <c:pt idx="17425">
                  <c:v>0</c:v>
                </c:pt>
                <c:pt idx="17426">
                  <c:v>0</c:v>
                </c:pt>
                <c:pt idx="17427">
                  <c:v>0</c:v>
                </c:pt>
                <c:pt idx="17428">
                  <c:v>0</c:v>
                </c:pt>
                <c:pt idx="17429">
                  <c:v>0</c:v>
                </c:pt>
                <c:pt idx="17430">
                  <c:v>0</c:v>
                </c:pt>
                <c:pt idx="17431">
                  <c:v>0</c:v>
                </c:pt>
                <c:pt idx="17432">
                  <c:v>0</c:v>
                </c:pt>
                <c:pt idx="17433">
                  <c:v>0</c:v>
                </c:pt>
                <c:pt idx="17434">
                  <c:v>0</c:v>
                </c:pt>
                <c:pt idx="17435">
                  <c:v>0</c:v>
                </c:pt>
                <c:pt idx="17436">
                  <c:v>0</c:v>
                </c:pt>
                <c:pt idx="17437">
                  <c:v>0</c:v>
                </c:pt>
                <c:pt idx="17438">
                  <c:v>0</c:v>
                </c:pt>
                <c:pt idx="17439">
                  <c:v>0</c:v>
                </c:pt>
                <c:pt idx="17440">
                  <c:v>0</c:v>
                </c:pt>
                <c:pt idx="17441">
                  <c:v>0</c:v>
                </c:pt>
                <c:pt idx="17442">
                  <c:v>0</c:v>
                </c:pt>
                <c:pt idx="17443">
                  <c:v>0</c:v>
                </c:pt>
                <c:pt idx="17444">
                  <c:v>0</c:v>
                </c:pt>
                <c:pt idx="17445">
                  <c:v>0</c:v>
                </c:pt>
                <c:pt idx="17446">
                  <c:v>0</c:v>
                </c:pt>
                <c:pt idx="17447">
                  <c:v>0</c:v>
                </c:pt>
                <c:pt idx="17448">
                  <c:v>0</c:v>
                </c:pt>
                <c:pt idx="17449">
                  <c:v>0</c:v>
                </c:pt>
                <c:pt idx="17450">
                  <c:v>0</c:v>
                </c:pt>
                <c:pt idx="17451">
                  <c:v>0</c:v>
                </c:pt>
                <c:pt idx="17452">
                  <c:v>0</c:v>
                </c:pt>
                <c:pt idx="17453">
                  <c:v>0</c:v>
                </c:pt>
                <c:pt idx="17454">
                  <c:v>0</c:v>
                </c:pt>
                <c:pt idx="17455">
                  <c:v>0</c:v>
                </c:pt>
                <c:pt idx="17456">
                  <c:v>0</c:v>
                </c:pt>
                <c:pt idx="17457">
                  <c:v>0</c:v>
                </c:pt>
                <c:pt idx="17458">
                  <c:v>0</c:v>
                </c:pt>
                <c:pt idx="17459">
                  <c:v>0</c:v>
                </c:pt>
                <c:pt idx="17460">
                  <c:v>0</c:v>
                </c:pt>
                <c:pt idx="17461">
                  <c:v>0</c:v>
                </c:pt>
                <c:pt idx="17462">
                  <c:v>0</c:v>
                </c:pt>
                <c:pt idx="17463">
                  <c:v>0</c:v>
                </c:pt>
                <c:pt idx="17464">
                  <c:v>0</c:v>
                </c:pt>
                <c:pt idx="17465">
                  <c:v>0</c:v>
                </c:pt>
                <c:pt idx="17466">
                  <c:v>0</c:v>
                </c:pt>
                <c:pt idx="17467">
                  <c:v>0</c:v>
                </c:pt>
                <c:pt idx="17468">
                  <c:v>0</c:v>
                </c:pt>
                <c:pt idx="17469">
                  <c:v>0</c:v>
                </c:pt>
                <c:pt idx="17470">
                  <c:v>0</c:v>
                </c:pt>
                <c:pt idx="17471">
                  <c:v>0</c:v>
                </c:pt>
                <c:pt idx="17472">
                  <c:v>0</c:v>
                </c:pt>
                <c:pt idx="17473">
                  <c:v>0</c:v>
                </c:pt>
                <c:pt idx="17474">
                  <c:v>0</c:v>
                </c:pt>
                <c:pt idx="17475">
                  <c:v>0</c:v>
                </c:pt>
                <c:pt idx="17476">
                  <c:v>0</c:v>
                </c:pt>
                <c:pt idx="17477">
                  <c:v>0</c:v>
                </c:pt>
                <c:pt idx="17478">
                  <c:v>0</c:v>
                </c:pt>
                <c:pt idx="17479">
                  <c:v>0</c:v>
                </c:pt>
                <c:pt idx="17480">
                  <c:v>0</c:v>
                </c:pt>
                <c:pt idx="17481">
                  <c:v>0</c:v>
                </c:pt>
                <c:pt idx="17482">
                  <c:v>0</c:v>
                </c:pt>
                <c:pt idx="17483">
                  <c:v>0</c:v>
                </c:pt>
                <c:pt idx="17484">
                  <c:v>0</c:v>
                </c:pt>
                <c:pt idx="17485">
                  <c:v>0</c:v>
                </c:pt>
                <c:pt idx="17486">
                  <c:v>0</c:v>
                </c:pt>
                <c:pt idx="17487">
                  <c:v>0</c:v>
                </c:pt>
                <c:pt idx="17488">
                  <c:v>0</c:v>
                </c:pt>
                <c:pt idx="17489">
                  <c:v>0</c:v>
                </c:pt>
                <c:pt idx="17490">
                  <c:v>0</c:v>
                </c:pt>
                <c:pt idx="17491">
                  <c:v>0</c:v>
                </c:pt>
                <c:pt idx="17492">
                  <c:v>0</c:v>
                </c:pt>
                <c:pt idx="17493">
                  <c:v>0</c:v>
                </c:pt>
                <c:pt idx="17494">
                  <c:v>0</c:v>
                </c:pt>
                <c:pt idx="17495">
                  <c:v>0</c:v>
                </c:pt>
                <c:pt idx="17496">
                  <c:v>0</c:v>
                </c:pt>
                <c:pt idx="17497">
                  <c:v>0</c:v>
                </c:pt>
                <c:pt idx="17498">
                  <c:v>0</c:v>
                </c:pt>
                <c:pt idx="17499">
                  <c:v>0</c:v>
                </c:pt>
                <c:pt idx="17500">
                  <c:v>0</c:v>
                </c:pt>
                <c:pt idx="17501">
                  <c:v>0</c:v>
                </c:pt>
                <c:pt idx="17502">
                  <c:v>0</c:v>
                </c:pt>
                <c:pt idx="17503">
                  <c:v>0</c:v>
                </c:pt>
                <c:pt idx="17504">
                  <c:v>0</c:v>
                </c:pt>
                <c:pt idx="17505">
                  <c:v>0</c:v>
                </c:pt>
                <c:pt idx="17506">
                  <c:v>0</c:v>
                </c:pt>
                <c:pt idx="17507">
                  <c:v>0</c:v>
                </c:pt>
                <c:pt idx="17508">
                  <c:v>0</c:v>
                </c:pt>
                <c:pt idx="17509">
                  <c:v>0</c:v>
                </c:pt>
                <c:pt idx="17510">
                  <c:v>0</c:v>
                </c:pt>
                <c:pt idx="17511">
                  <c:v>0</c:v>
                </c:pt>
                <c:pt idx="17512">
                  <c:v>0</c:v>
                </c:pt>
                <c:pt idx="17513">
                  <c:v>0</c:v>
                </c:pt>
                <c:pt idx="17514">
                  <c:v>0</c:v>
                </c:pt>
                <c:pt idx="17515">
                  <c:v>0</c:v>
                </c:pt>
                <c:pt idx="17516">
                  <c:v>0</c:v>
                </c:pt>
                <c:pt idx="17517">
                  <c:v>0</c:v>
                </c:pt>
                <c:pt idx="17518">
                  <c:v>0</c:v>
                </c:pt>
                <c:pt idx="17519">
                  <c:v>0</c:v>
                </c:pt>
                <c:pt idx="17520">
                  <c:v>0</c:v>
                </c:pt>
                <c:pt idx="17521">
                  <c:v>0</c:v>
                </c:pt>
                <c:pt idx="17522">
                  <c:v>0</c:v>
                </c:pt>
                <c:pt idx="17523">
                  <c:v>0</c:v>
                </c:pt>
                <c:pt idx="17524">
                  <c:v>0</c:v>
                </c:pt>
                <c:pt idx="17525">
                  <c:v>0</c:v>
                </c:pt>
                <c:pt idx="17526">
                  <c:v>0</c:v>
                </c:pt>
                <c:pt idx="17527">
                  <c:v>0</c:v>
                </c:pt>
                <c:pt idx="17528">
                  <c:v>0</c:v>
                </c:pt>
                <c:pt idx="17529">
                  <c:v>0</c:v>
                </c:pt>
                <c:pt idx="17530">
                  <c:v>0</c:v>
                </c:pt>
                <c:pt idx="17531">
                  <c:v>0</c:v>
                </c:pt>
                <c:pt idx="17532">
                  <c:v>0</c:v>
                </c:pt>
                <c:pt idx="17533">
                  <c:v>0</c:v>
                </c:pt>
                <c:pt idx="17534">
                  <c:v>0</c:v>
                </c:pt>
                <c:pt idx="17535">
                  <c:v>0</c:v>
                </c:pt>
                <c:pt idx="17536">
                  <c:v>0</c:v>
                </c:pt>
                <c:pt idx="17537">
                  <c:v>0</c:v>
                </c:pt>
                <c:pt idx="17538">
                  <c:v>0</c:v>
                </c:pt>
                <c:pt idx="17539">
                  <c:v>0</c:v>
                </c:pt>
                <c:pt idx="17540">
                  <c:v>0</c:v>
                </c:pt>
                <c:pt idx="17541">
                  <c:v>0</c:v>
                </c:pt>
                <c:pt idx="17542">
                  <c:v>0</c:v>
                </c:pt>
                <c:pt idx="17543">
                  <c:v>0</c:v>
                </c:pt>
                <c:pt idx="17544">
                  <c:v>0</c:v>
                </c:pt>
                <c:pt idx="17545">
                  <c:v>0</c:v>
                </c:pt>
                <c:pt idx="17546">
                  <c:v>0</c:v>
                </c:pt>
                <c:pt idx="17547">
                  <c:v>0</c:v>
                </c:pt>
                <c:pt idx="17548">
                  <c:v>0</c:v>
                </c:pt>
                <c:pt idx="17549">
                  <c:v>0</c:v>
                </c:pt>
                <c:pt idx="17550">
                  <c:v>0</c:v>
                </c:pt>
                <c:pt idx="17551">
                  <c:v>0</c:v>
                </c:pt>
                <c:pt idx="17552">
                  <c:v>0</c:v>
                </c:pt>
                <c:pt idx="17553">
                  <c:v>0</c:v>
                </c:pt>
                <c:pt idx="17554">
                  <c:v>0</c:v>
                </c:pt>
                <c:pt idx="17555">
                  <c:v>0</c:v>
                </c:pt>
                <c:pt idx="17556">
                  <c:v>0</c:v>
                </c:pt>
                <c:pt idx="17557">
                  <c:v>0</c:v>
                </c:pt>
                <c:pt idx="17558">
                  <c:v>0</c:v>
                </c:pt>
                <c:pt idx="17559">
                  <c:v>0</c:v>
                </c:pt>
                <c:pt idx="17560">
                  <c:v>0</c:v>
                </c:pt>
                <c:pt idx="17561">
                  <c:v>0</c:v>
                </c:pt>
                <c:pt idx="17562">
                  <c:v>0</c:v>
                </c:pt>
                <c:pt idx="17563">
                  <c:v>0</c:v>
                </c:pt>
                <c:pt idx="17564">
                  <c:v>0</c:v>
                </c:pt>
                <c:pt idx="17565">
                  <c:v>0</c:v>
                </c:pt>
                <c:pt idx="17566">
                  <c:v>0</c:v>
                </c:pt>
                <c:pt idx="17567">
                  <c:v>0</c:v>
                </c:pt>
                <c:pt idx="17568">
                  <c:v>0</c:v>
                </c:pt>
                <c:pt idx="17569">
                  <c:v>0</c:v>
                </c:pt>
                <c:pt idx="17570">
                  <c:v>0</c:v>
                </c:pt>
                <c:pt idx="17571">
                  <c:v>0</c:v>
                </c:pt>
                <c:pt idx="17572">
                  <c:v>0</c:v>
                </c:pt>
                <c:pt idx="17573">
                  <c:v>0</c:v>
                </c:pt>
                <c:pt idx="17574">
                  <c:v>0</c:v>
                </c:pt>
                <c:pt idx="17575">
                  <c:v>0</c:v>
                </c:pt>
                <c:pt idx="17576">
                  <c:v>0</c:v>
                </c:pt>
                <c:pt idx="17577">
                  <c:v>0</c:v>
                </c:pt>
                <c:pt idx="17578">
                  <c:v>0</c:v>
                </c:pt>
                <c:pt idx="17579">
                  <c:v>0</c:v>
                </c:pt>
                <c:pt idx="17580">
                  <c:v>0</c:v>
                </c:pt>
                <c:pt idx="17581">
                  <c:v>0</c:v>
                </c:pt>
                <c:pt idx="17582">
                  <c:v>0</c:v>
                </c:pt>
                <c:pt idx="17583">
                  <c:v>0</c:v>
                </c:pt>
                <c:pt idx="17584">
                  <c:v>0</c:v>
                </c:pt>
                <c:pt idx="17585">
                  <c:v>0</c:v>
                </c:pt>
                <c:pt idx="17586">
                  <c:v>0</c:v>
                </c:pt>
                <c:pt idx="17587">
                  <c:v>0</c:v>
                </c:pt>
                <c:pt idx="17588">
                  <c:v>0</c:v>
                </c:pt>
                <c:pt idx="17589">
                  <c:v>0</c:v>
                </c:pt>
                <c:pt idx="17590">
                  <c:v>0</c:v>
                </c:pt>
                <c:pt idx="17591">
                  <c:v>0</c:v>
                </c:pt>
                <c:pt idx="17592">
                  <c:v>0</c:v>
                </c:pt>
                <c:pt idx="17593">
                  <c:v>0</c:v>
                </c:pt>
                <c:pt idx="17594">
                  <c:v>0</c:v>
                </c:pt>
                <c:pt idx="17595">
                  <c:v>0</c:v>
                </c:pt>
                <c:pt idx="17596">
                  <c:v>0</c:v>
                </c:pt>
                <c:pt idx="17597">
                  <c:v>0</c:v>
                </c:pt>
                <c:pt idx="17598">
                  <c:v>0</c:v>
                </c:pt>
                <c:pt idx="17599">
                  <c:v>0</c:v>
                </c:pt>
                <c:pt idx="17600">
                  <c:v>0</c:v>
                </c:pt>
                <c:pt idx="17601">
                  <c:v>0</c:v>
                </c:pt>
                <c:pt idx="17602">
                  <c:v>0</c:v>
                </c:pt>
                <c:pt idx="17603">
                  <c:v>0</c:v>
                </c:pt>
                <c:pt idx="17604">
                  <c:v>0</c:v>
                </c:pt>
                <c:pt idx="17605">
                  <c:v>0</c:v>
                </c:pt>
                <c:pt idx="17606">
                  <c:v>0</c:v>
                </c:pt>
                <c:pt idx="17607">
                  <c:v>0</c:v>
                </c:pt>
                <c:pt idx="17608">
                  <c:v>0</c:v>
                </c:pt>
                <c:pt idx="17609">
                  <c:v>0</c:v>
                </c:pt>
                <c:pt idx="17610">
                  <c:v>0</c:v>
                </c:pt>
                <c:pt idx="17611">
                  <c:v>0</c:v>
                </c:pt>
                <c:pt idx="17612">
                  <c:v>0</c:v>
                </c:pt>
                <c:pt idx="17613">
                  <c:v>0</c:v>
                </c:pt>
                <c:pt idx="17614">
                  <c:v>0</c:v>
                </c:pt>
                <c:pt idx="17615">
                  <c:v>0</c:v>
                </c:pt>
                <c:pt idx="17616">
                  <c:v>0</c:v>
                </c:pt>
                <c:pt idx="17617">
                  <c:v>0</c:v>
                </c:pt>
                <c:pt idx="17618">
                  <c:v>0</c:v>
                </c:pt>
                <c:pt idx="17619">
                  <c:v>0</c:v>
                </c:pt>
                <c:pt idx="17620">
                  <c:v>0</c:v>
                </c:pt>
                <c:pt idx="17621">
                  <c:v>0</c:v>
                </c:pt>
                <c:pt idx="17622">
                  <c:v>0</c:v>
                </c:pt>
                <c:pt idx="17623">
                  <c:v>0</c:v>
                </c:pt>
                <c:pt idx="17624">
                  <c:v>0</c:v>
                </c:pt>
                <c:pt idx="17625">
                  <c:v>0</c:v>
                </c:pt>
                <c:pt idx="17626">
                  <c:v>0</c:v>
                </c:pt>
                <c:pt idx="17627">
                  <c:v>0</c:v>
                </c:pt>
                <c:pt idx="17628">
                  <c:v>0</c:v>
                </c:pt>
                <c:pt idx="17629">
                  <c:v>0</c:v>
                </c:pt>
                <c:pt idx="17630">
                  <c:v>0</c:v>
                </c:pt>
                <c:pt idx="17631">
                  <c:v>0</c:v>
                </c:pt>
                <c:pt idx="17632">
                  <c:v>0</c:v>
                </c:pt>
                <c:pt idx="17633">
                  <c:v>0</c:v>
                </c:pt>
                <c:pt idx="17634">
                  <c:v>0</c:v>
                </c:pt>
                <c:pt idx="17635">
                  <c:v>0</c:v>
                </c:pt>
                <c:pt idx="17636">
                  <c:v>0</c:v>
                </c:pt>
                <c:pt idx="17637">
                  <c:v>0</c:v>
                </c:pt>
                <c:pt idx="17638">
                  <c:v>0</c:v>
                </c:pt>
                <c:pt idx="17639">
                  <c:v>0</c:v>
                </c:pt>
                <c:pt idx="17640">
                  <c:v>0</c:v>
                </c:pt>
                <c:pt idx="17641">
                  <c:v>0</c:v>
                </c:pt>
                <c:pt idx="17642">
                  <c:v>0</c:v>
                </c:pt>
                <c:pt idx="17643">
                  <c:v>0</c:v>
                </c:pt>
                <c:pt idx="17644">
                  <c:v>0</c:v>
                </c:pt>
                <c:pt idx="17645">
                  <c:v>0</c:v>
                </c:pt>
                <c:pt idx="17646">
                  <c:v>0</c:v>
                </c:pt>
                <c:pt idx="17647">
                  <c:v>0</c:v>
                </c:pt>
                <c:pt idx="17648">
                  <c:v>0</c:v>
                </c:pt>
                <c:pt idx="17649">
                  <c:v>0</c:v>
                </c:pt>
                <c:pt idx="17650">
                  <c:v>0</c:v>
                </c:pt>
                <c:pt idx="17651">
                  <c:v>0</c:v>
                </c:pt>
                <c:pt idx="17652">
                  <c:v>0</c:v>
                </c:pt>
                <c:pt idx="17653">
                  <c:v>0</c:v>
                </c:pt>
                <c:pt idx="17654">
                  <c:v>0</c:v>
                </c:pt>
                <c:pt idx="17655">
                  <c:v>0</c:v>
                </c:pt>
                <c:pt idx="17656">
                  <c:v>0</c:v>
                </c:pt>
                <c:pt idx="17657">
                  <c:v>0</c:v>
                </c:pt>
                <c:pt idx="17658">
                  <c:v>0</c:v>
                </c:pt>
                <c:pt idx="17659">
                  <c:v>0</c:v>
                </c:pt>
                <c:pt idx="17660">
                  <c:v>0</c:v>
                </c:pt>
                <c:pt idx="17661">
                  <c:v>0</c:v>
                </c:pt>
                <c:pt idx="17662">
                  <c:v>0</c:v>
                </c:pt>
                <c:pt idx="17663">
                  <c:v>0</c:v>
                </c:pt>
                <c:pt idx="17664">
                  <c:v>0</c:v>
                </c:pt>
                <c:pt idx="17665">
                  <c:v>0</c:v>
                </c:pt>
                <c:pt idx="17666">
                  <c:v>0</c:v>
                </c:pt>
                <c:pt idx="17667">
                  <c:v>0</c:v>
                </c:pt>
                <c:pt idx="17668">
                  <c:v>0</c:v>
                </c:pt>
                <c:pt idx="17669">
                  <c:v>0</c:v>
                </c:pt>
                <c:pt idx="17670">
                  <c:v>0</c:v>
                </c:pt>
                <c:pt idx="17671">
                  <c:v>0</c:v>
                </c:pt>
                <c:pt idx="17672">
                  <c:v>0</c:v>
                </c:pt>
                <c:pt idx="17673">
                  <c:v>0</c:v>
                </c:pt>
                <c:pt idx="17674">
                  <c:v>0</c:v>
                </c:pt>
                <c:pt idx="17675">
                  <c:v>0</c:v>
                </c:pt>
                <c:pt idx="17676">
                  <c:v>0</c:v>
                </c:pt>
                <c:pt idx="17677">
                  <c:v>0</c:v>
                </c:pt>
                <c:pt idx="17678">
                  <c:v>0</c:v>
                </c:pt>
                <c:pt idx="17679">
                  <c:v>0</c:v>
                </c:pt>
                <c:pt idx="17680">
                  <c:v>0</c:v>
                </c:pt>
                <c:pt idx="17681">
                  <c:v>0</c:v>
                </c:pt>
                <c:pt idx="17682">
                  <c:v>0</c:v>
                </c:pt>
                <c:pt idx="17683">
                  <c:v>0</c:v>
                </c:pt>
                <c:pt idx="17684">
                  <c:v>0</c:v>
                </c:pt>
                <c:pt idx="17685">
                  <c:v>0</c:v>
                </c:pt>
                <c:pt idx="17686">
                  <c:v>0</c:v>
                </c:pt>
                <c:pt idx="17687">
                  <c:v>0</c:v>
                </c:pt>
                <c:pt idx="17688">
                  <c:v>0</c:v>
                </c:pt>
                <c:pt idx="17689">
                  <c:v>0</c:v>
                </c:pt>
                <c:pt idx="17690">
                  <c:v>0</c:v>
                </c:pt>
                <c:pt idx="17691">
                  <c:v>0</c:v>
                </c:pt>
                <c:pt idx="17692">
                  <c:v>0</c:v>
                </c:pt>
                <c:pt idx="17693">
                  <c:v>0</c:v>
                </c:pt>
                <c:pt idx="17694">
                  <c:v>0</c:v>
                </c:pt>
                <c:pt idx="17695">
                  <c:v>0</c:v>
                </c:pt>
                <c:pt idx="17696">
                  <c:v>0</c:v>
                </c:pt>
                <c:pt idx="17697">
                  <c:v>0</c:v>
                </c:pt>
                <c:pt idx="17698">
                  <c:v>0</c:v>
                </c:pt>
                <c:pt idx="17699">
                  <c:v>0</c:v>
                </c:pt>
                <c:pt idx="17700">
                  <c:v>0</c:v>
                </c:pt>
                <c:pt idx="17701">
                  <c:v>0</c:v>
                </c:pt>
                <c:pt idx="17702">
                  <c:v>0</c:v>
                </c:pt>
                <c:pt idx="17703">
                  <c:v>0</c:v>
                </c:pt>
                <c:pt idx="17704">
                  <c:v>0</c:v>
                </c:pt>
                <c:pt idx="17705">
                  <c:v>0</c:v>
                </c:pt>
                <c:pt idx="17706">
                  <c:v>0</c:v>
                </c:pt>
                <c:pt idx="17707">
                  <c:v>0</c:v>
                </c:pt>
                <c:pt idx="17708">
                  <c:v>0</c:v>
                </c:pt>
                <c:pt idx="17709">
                  <c:v>0</c:v>
                </c:pt>
                <c:pt idx="17710">
                  <c:v>0</c:v>
                </c:pt>
                <c:pt idx="17711">
                  <c:v>0</c:v>
                </c:pt>
                <c:pt idx="17712">
                  <c:v>0</c:v>
                </c:pt>
                <c:pt idx="17713">
                  <c:v>0</c:v>
                </c:pt>
                <c:pt idx="17714">
                  <c:v>0</c:v>
                </c:pt>
                <c:pt idx="17715">
                  <c:v>0</c:v>
                </c:pt>
                <c:pt idx="17716">
                  <c:v>0</c:v>
                </c:pt>
                <c:pt idx="17717">
                  <c:v>0</c:v>
                </c:pt>
                <c:pt idx="17718">
                  <c:v>0</c:v>
                </c:pt>
                <c:pt idx="17719">
                  <c:v>0</c:v>
                </c:pt>
                <c:pt idx="17720">
                  <c:v>0</c:v>
                </c:pt>
                <c:pt idx="17721">
                  <c:v>0</c:v>
                </c:pt>
                <c:pt idx="17722">
                  <c:v>0</c:v>
                </c:pt>
                <c:pt idx="17723">
                  <c:v>0</c:v>
                </c:pt>
                <c:pt idx="17724">
                  <c:v>0</c:v>
                </c:pt>
                <c:pt idx="17725">
                  <c:v>0</c:v>
                </c:pt>
                <c:pt idx="17726">
                  <c:v>0</c:v>
                </c:pt>
                <c:pt idx="17727">
                  <c:v>0</c:v>
                </c:pt>
                <c:pt idx="17728">
                  <c:v>0</c:v>
                </c:pt>
                <c:pt idx="17729">
                  <c:v>0</c:v>
                </c:pt>
                <c:pt idx="17730">
                  <c:v>0</c:v>
                </c:pt>
                <c:pt idx="17731">
                  <c:v>0</c:v>
                </c:pt>
                <c:pt idx="17732">
                  <c:v>0</c:v>
                </c:pt>
                <c:pt idx="17733">
                  <c:v>0</c:v>
                </c:pt>
                <c:pt idx="17734">
                  <c:v>0</c:v>
                </c:pt>
                <c:pt idx="17735">
                  <c:v>0</c:v>
                </c:pt>
                <c:pt idx="17736">
                  <c:v>0</c:v>
                </c:pt>
                <c:pt idx="17737">
                  <c:v>0</c:v>
                </c:pt>
                <c:pt idx="17738">
                  <c:v>0</c:v>
                </c:pt>
                <c:pt idx="17739">
                  <c:v>0</c:v>
                </c:pt>
                <c:pt idx="17740">
                  <c:v>0</c:v>
                </c:pt>
                <c:pt idx="17741">
                  <c:v>0</c:v>
                </c:pt>
                <c:pt idx="17742">
                  <c:v>0</c:v>
                </c:pt>
                <c:pt idx="17743">
                  <c:v>0</c:v>
                </c:pt>
                <c:pt idx="17744">
                  <c:v>0</c:v>
                </c:pt>
                <c:pt idx="17745">
                  <c:v>0</c:v>
                </c:pt>
                <c:pt idx="17746">
                  <c:v>0</c:v>
                </c:pt>
                <c:pt idx="17747">
                  <c:v>0</c:v>
                </c:pt>
                <c:pt idx="17748">
                  <c:v>0</c:v>
                </c:pt>
                <c:pt idx="17749">
                  <c:v>0</c:v>
                </c:pt>
                <c:pt idx="17750">
                  <c:v>0</c:v>
                </c:pt>
                <c:pt idx="17751">
                  <c:v>0</c:v>
                </c:pt>
                <c:pt idx="17752">
                  <c:v>0</c:v>
                </c:pt>
                <c:pt idx="17753">
                  <c:v>0</c:v>
                </c:pt>
                <c:pt idx="17754">
                  <c:v>0</c:v>
                </c:pt>
                <c:pt idx="17755">
                  <c:v>0</c:v>
                </c:pt>
                <c:pt idx="17756">
                  <c:v>0</c:v>
                </c:pt>
                <c:pt idx="17757">
                  <c:v>0</c:v>
                </c:pt>
                <c:pt idx="17758">
                  <c:v>0</c:v>
                </c:pt>
                <c:pt idx="17759">
                  <c:v>0</c:v>
                </c:pt>
                <c:pt idx="17760">
                  <c:v>0</c:v>
                </c:pt>
                <c:pt idx="17761">
                  <c:v>0</c:v>
                </c:pt>
                <c:pt idx="17762">
                  <c:v>0</c:v>
                </c:pt>
                <c:pt idx="17763">
                  <c:v>0</c:v>
                </c:pt>
                <c:pt idx="17764">
                  <c:v>0</c:v>
                </c:pt>
                <c:pt idx="17765">
                  <c:v>0</c:v>
                </c:pt>
                <c:pt idx="17766">
                  <c:v>0</c:v>
                </c:pt>
                <c:pt idx="17767">
                  <c:v>0</c:v>
                </c:pt>
                <c:pt idx="17768">
                  <c:v>0</c:v>
                </c:pt>
                <c:pt idx="17769">
                  <c:v>0</c:v>
                </c:pt>
                <c:pt idx="17770">
                  <c:v>0</c:v>
                </c:pt>
                <c:pt idx="17771">
                  <c:v>0</c:v>
                </c:pt>
                <c:pt idx="17772">
                  <c:v>0</c:v>
                </c:pt>
                <c:pt idx="17773">
                  <c:v>0</c:v>
                </c:pt>
                <c:pt idx="17774">
                  <c:v>0</c:v>
                </c:pt>
                <c:pt idx="17775">
                  <c:v>0</c:v>
                </c:pt>
                <c:pt idx="17776">
                  <c:v>0</c:v>
                </c:pt>
                <c:pt idx="17777">
                  <c:v>0</c:v>
                </c:pt>
                <c:pt idx="17778">
                  <c:v>0</c:v>
                </c:pt>
                <c:pt idx="17779">
                  <c:v>0</c:v>
                </c:pt>
                <c:pt idx="17780">
                  <c:v>0</c:v>
                </c:pt>
                <c:pt idx="17781">
                  <c:v>0</c:v>
                </c:pt>
                <c:pt idx="17782">
                  <c:v>0</c:v>
                </c:pt>
                <c:pt idx="17783">
                  <c:v>0</c:v>
                </c:pt>
                <c:pt idx="17784">
                  <c:v>0</c:v>
                </c:pt>
                <c:pt idx="17785">
                  <c:v>0</c:v>
                </c:pt>
                <c:pt idx="17786">
                  <c:v>0</c:v>
                </c:pt>
                <c:pt idx="17787">
                  <c:v>0</c:v>
                </c:pt>
                <c:pt idx="17788">
                  <c:v>0</c:v>
                </c:pt>
                <c:pt idx="17789">
                  <c:v>0</c:v>
                </c:pt>
                <c:pt idx="17790">
                  <c:v>0</c:v>
                </c:pt>
                <c:pt idx="17791">
                  <c:v>0</c:v>
                </c:pt>
                <c:pt idx="17792">
                  <c:v>0</c:v>
                </c:pt>
                <c:pt idx="17793">
                  <c:v>0</c:v>
                </c:pt>
                <c:pt idx="17794">
                  <c:v>0</c:v>
                </c:pt>
                <c:pt idx="17795">
                  <c:v>0</c:v>
                </c:pt>
                <c:pt idx="17796">
                  <c:v>0</c:v>
                </c:pt>
                <c:pt idx="17797">
                  <c:v>0</c:v>
                </c:pt>
                <c:pt idx="17798">
                  <c:v>0</c:v>
                </c:pt>
                <c:pt idx="17799">
                  <c:v>0</c:v>
                </c:pt>
                <c:pt idx="17800">
                  <c:v>0</c:v>
                </c:pt>
                <c:pt idx="17801">
                  <c:v>0</c:v>
                </c:pt>
                <c:pt idx="17802">
                  <c:v>0</c:v>
                </c:pt>
                <c:pt idx="17803">
                  <c:v>0</c:v>
                </c:pt>
                <c:pt idx="17804">
                  <c:v>0</c:v>
                </c:pt>
                <c:pt idx="17805">
                  <c:v>0</c:v>
                </c:pt>
                <c:pt idx="17806">
                  <c:v>0</c:v>
                </c:pt>
                <c:pt idx="17807">
                  <c:v>0</c:v>
                </c:pt>
                <c:pt idx="17808">
                  <c:v>0</c:v>
                </c:pt>
                <c:pt idx="17809">
                  <c:v>0</c:v>
                </c:pt>
                <c:pt idx="17810">
                  <c:v>0</c:v>
                </c:pt>
                <c:pt idx="17811">
                  <c:v>0</c:v>
                </c:pt>
                <c:pt idx="17812">
                  <c:v>0</c:v>
                </c:pt>
                <c:pt idx="17813">
                  <c:v>0</c:v>
                </c:pt>
                <c:pt idx="17814">
                  <c:v>0</c:v>
                </c:pt>
                <c:pt idx="17815">
                  <c:v>0</c:v>
                </c:pt>
                <c:pt idx="17816">
                  <c:v>0</c:v>
                </c:pt>
                <c:pt idx="17817">
                  <c:v>0</c:v>
                </c:pt>
                <c:pt idx="17818">
                  <c:v>0</c:v>
                </c:pt>
                <c:pt idx="17819">
                  <c:v>0</c:v>
                </c:pt>
                <c:pt idx="17820">
                  <c:v>0</c:v>
                </c:pt>
                <c:pt idx="17821">
                  <c:v>0</c:v>
                </c:pt>
                <c:pt idx="17822">
                  <c:v>0</c:v>
                </c:pt>
                <c:pt idx="17823">
                  <c:v>0</c:v>
                </c:pt>
                <c:pt idx="17824">
                  <c:v>0</c:v>
                </c:pt>
                <c:pt idx="17825">
                  <c:v>0</c:v>
                </c:pt>
                <c:pt idx="17826">
                  <c:v>0</c:v>
                </c:pt>
                <c:pt idx="17827">
                  <c:v>0</c:v>
                </c:pt>
                <c:pt idx="17828">
                  <c:v>0</c:v>
                </c:pt>
                <c:pt idx="17829">
                  <c:v>0</c:v>
                </c:pt>
                <c:pt idx="17830">
                  <c:v>0</c:v>
                </c:pt>
                <c:pt idx="17831">
                  <c:v>0</c:v>
                </c:pt>
                <c:pt idx="17832">
                  <c:v>0</c:v>
                </c:pt>
                <c:pt idx="17833">
                  <c:v>0</c:v>
                </c:pt>
                <c:pt idx="17834">
                  <c:v>0</c:v>
                </c:pt>
                <c:pt idx="17835">
                  <c:v>0</c:v>
                </c:pt>
                <c:pt idx="17836">
                  <c:v>0</c:v>
                </c:pt>
                <c:pt idx="17837">
                  <c:v>0</c:v>
                </c:pt>
                <c:pt idx="17838">
                  <c:v>0</c:v>
                </c:pt>
                <c:pt idx="17839">
                  <c:v>0</c:v>
                </c:pt>
                <c:pt idx="17840">
                  <c:v>0</c:v>
                </c:pt>
                <c:pt idx="17841">
                  <c:v>0</c:v>
                </c:pt>
                <c:pt idx="17842">
                  <c:v>0</c:v>
                </c:pt>
                <c:pt idx="17843">
                  <c:v>0</c:v>
                </c:pt>
                <c:pt idx="17844">
                  <c:v>0</c:v>
                </c:pt>
                <c:pt idx="17845">
                  <c:v>0</c:v>
                </c:pt>
                <c:pt idx="17846">
                  <c:v>0</c:v>
                </c:pt>
                <c:pt idx="17847">
                  <c:v>0</c:v>
                </c:pt>
                <c:pt idx="17848">
                  <c:v>0</c:v>
                </c:pt>
                <c:pt idx="17849">
                  <c:v>0</c:v>
                </c:pt>
                <c:pt idx="17850">
                  <c:v>0</c:v>
                </c:pt>
                <c:pt idx="17851">
                  <c:v>0</c:v>
                </c:pt>
                <c:pt idx="17852">
                  <c:v>0</c:v>
                </c:pt>
                <c:pt idx="17853">
                  <c:v>0</c:v>
                </c:pt>
                <c:pt idx="17854">
                  <c:v>0</c:v>
                </c:pt>
                <c:pt idx="17855">
                  <c:v>0</c:v>
                </c:pt>
                <c:pt idx="17856">
                  <c:v>0</c:v>
                </c:pt>
                <c:pt idx="17857">
                  <c:v>0</c:v>
                </c:pt>
                <c:pt idx="17858">
                  <c:v>0</c:v>
                </c:pt>
                <c:pt idx="17859">
                  <c:v>0</c:v>
                </c:pt>
                <c:pt idx="17860">
                  <c:v>0</c:v>
                </c:pt>
                <c:pt idx="17861">
                  <c:v>0</c:v>
                </c:pt>
                <c:pt idx="17862">
                  <c:v>0</c:v>
                </c:pt>
                <c:pt idx="17863">
                  <c:v>0</c:v>
                </c:pt>
                <c:pt idx="17864">
                  <c:v>0</c:v>
                </c:pt>
                <c:pt idx="17865">
                  <c:v>0</c:v>
                </c:pt>
                <c:pt idx="17866">
                  <c:v>0</c:v>
                </c:pt>
                <c:pt idx="17867">
                  <c:v>0</c:v>
                </c:pt>
                <c:pt idx="17868">
                  <c:v>0</c:v>
                </c:pt>
                <c:pt idx="17869">
                  <c:v>0</c:v>
                </c:pt>
                <c:pt idx="17870">
                  <c:v>0</c:v>
                </c:pt>
                <c:pt idx="17871">
                  <c:v>0</c:v>
                </c:pt>
                <c:pt idx="17872">
                  <c:v>0</c:v>
                </c:pt>
                <c:pt idx="17873">
                  <c:v>0</c:v>
                </c:pt>
                <c:pt idx="17874">
                  <c:v>0</c:v>
                </c:pt>
                <c:pt idx="17875">
                  <c:v>0</c:v>
                </c:pt>
                <c:pt idx="17876">
                  <c:v>0</c:v>
                </c:pt>
                <c:pt idx="17877">
                  <c:v>0</c:v>
                </c:pt>
                <c:pt idx="17878">
                  <c:v>0</c:v>
                </c:pt>
                <c:pt idx="17879">
                  <c:v>0</c:v>
                </c:pt>
                <c:pt idx="17880">
                  <c:v>0</c:v>
                </c:pt>
                <c:pt idx="17881">
                  <c:v>0</c:v>
                </c:pt>
                <c:pt idx="17882">
                  <c:v>0</c:v>
                </c:pt>
                <c:pt idx="17883">
                  <c:v>0</c:v>
                </c:pt>
                <c:pt idx="17884">
                  <c:v>0</c:v>
                </c:pt>
                <c:pt idx="17885">
                  <c:v>0</c:v>
                </c:pt>
                <c:pt idx="17886">
                  <c:v>0</c:v>
                </c:pt>
                <c:pt idx="17887">
                  <c:v>0</c:v>
                </c:pt>
                <c:pt idx="17888">
                  <c:v>0</c:v>
                </c:pt>
                <c:pt idx="17889">
                  <c:v>0</c:v>
                </c:pt>
                <c:pt idx="17890">
                  <c:v>0</c:v>
                </c:pt>
                <c:pt idx="17891">
                  <c:v>0</c:v>
                </c:pt>
                <c:pt idx="17892">
                  <c:v>0</c:v>
                </c:pt>
                <c:pt idx="17893">
                  <c:v>0</c:v>
                </c:pt>
                <c:pt idx="17894">
                  <c:v>0</c:v>
                </c:pt>
                <c:pt idx="17895">
                  <c:v>0</c:v>
                </c:pt>
                <c:pt idx="17896">
                  <c:v>0</c:v>
                </c:pt>
                <c:pt idx="17897">
                  <c:v>0</c:v>
                </c:pt>
                <c:pt idx="17898">
                  <c:v>0</c:v>
                </c:pt>
                <c:pt idx="17899">
                  <c:v>0</c:v>
                </c:pt>
                <c:pt idx="17900">
                  <c:v>0</c:v>
                </c:pt>
                <c:pt idx="17901">
                  <c:v>0</c:v>
                </c:pt>
                <c:pt idx="17902">
                  <c:v>0</c:v>
                </c:pt>
                <c:pt idx="17903">
                  <c:v>0</c:v>
                </c:pt>
                <c:pt idx="17904">
                  <c:v>0</c:v>
                </c:pt>
                <c:pt idx="17905">
                  <c:v>0</c:v>
                </c:pt>
                <c:pt idx="17906">
                  <c:v>0</c:v>
                </c:pt>
                <c:pt idx="17907">
                  <c:v>0</c:v>
                </c:pt>
                <c:pt idx="17908">
                  <c:v>0</c:v>
                </c:pt>
                <c:pt idx="17909">
                  <c:v>0</c:v>
                </c:pt>
                <c:pt idx="17910">
                  <c:v>0</c:v>
                </c:pt>
                <c:pt idx="17911">
                  <c:v>0</c:v>
                </c:pt>
                <c:pt idx="17912">
                  <c:v>0</c:v>
                </c:pt>
                <c:pt idx="17913">
                  <c:v>0</c:v>
                </c:pt>
                <c:pt idx="17914">
                  <c:v>0</c:v>
                </c:pt>
                <c:pt idx="17915">
                  <c:v>0</c:v>
                </c:pt>
                <c:pt idx="17916">
                  <c:v>0</c:v>
                </c:pt>
                <c:pt idx="17917">
                  <c:v>0</c:v>
                </c:pt>
                <c:pt idx="17918">
                  <c:v>0</c:v>
                </c:pt>
                <c:pt idx="17919">
                  <c:v>0</c:v>
                </c:pt>
                <c:pt idx="17920">
                  <c:v>0</c:v>
                </c:pt>
                <c:pt idx="17921">
                  <c:v>0</c:v>
                </c:pt>
                <c:pt idx="17922">
                  <c:v>0</c:v>
                </c:pt>
                <c:pt idx="17923">
                  <c:v>0</c:v>
                </c:pt>
                <c:pt idx="17924">
                  <c:v>0</c:v>
                </c:pt>
                <c:pt idx="17925">
                  <c:v>0</c:v>
                </c:pt>
                <c:pt idx="17926">
                  <c:v>0</c:v>
                </c:pt>
                <c:pt idx="17927">
                  <c:v>0</c:v>
                </c:pt>
                <c:pt idx="17928">
                  <c:v>0</c:v>
                </c:pt>
                <c:pt idx="17929">
                  <c:v>0</c:v>
                </c:pt>
                <c:pt idx="17930">
                  <c:v>0</c:v>
                </c:pt>
                <c:pt idx="17931">
                  <c:v>0</c:v>
                </c:pt>
                <c:pt idx="17932">
                  <c:v>0</c:v>
                </c:pt>
                <c:pt idx="17933">
                  <c:v>0</c:v>
                </c:pt>
                <c:pt idx="17934">
                  <c:v>0</c:v>
                </c:pt>
                <c:pt idx="17935">
                  <c:v>0</c:v>
                </c:pt>
                <c:pt idx="17936">
                  <c:v>0</c:v>
                </c:pt>
                <c:pt idx="17937">
                  <c:v>0</c:v>
                </c:pt>
                <c:pt idx="17938">
                  <c:v>0</c:v>
                </c:pt>
                <c:pt idx="17939">
                  <c:v>0</c:v>
                </c:pt>
                <c:pt idx="17940">
                  <c:v>0</c:v>
                </c:pt>
                <c:pt idx="17941">
                  <c:v>0</c:v>
                </c:pt>
                <c:pt idx="17942">
                  <c:v>0</c:v>
                </c:pt>
                <c:pt idx="17943">
                  <c:v>0</c:v>
                </c:pt>
                <c:pt idx="17944">
                  <c:v>0</c:v>
                </c:pt>
                <c:pt idx="17945">
                  <c:v>0</c:v>
                </c:pt>
                <c:pt idx="17946">
                  <c:v>0</c:v>
                </c:pt>
                <c:pt idx="17947">
                  <c:v>0</c:v>
                </c:pt>
                <c:pt idx="17948">
                  <c:v>0</c:v>
                </c:pt>
                <c:pt idx="17949">
                  <c:v>0</c:v>
                </c:pt>
                <c:pt idx="17950">
                  <c:v>0</c:v>
                </c:pt>
                <c:pt idx="17951">
                  <c:v>0</c:v>
                </c:pt>
                <c:pt idx="17952">
                  <c:v>0</c:v>
                </c:pt>
                <c:pt idx="17953">
                  <c:v>0</c:v>
                </c:pt>
                <c:pt idx="17954">
                  <c:v>0</c:v>
                </c:pt>
                <c:pt idx="17955">
                  <c:v>0</c:v>
                </c:pt>
                <c:pt idx="17956">
                  <c:v>0</c:v>
                </c:pt>
                <c:pt idx="17957">
                  <c:v>0</c:v>
                </c:pt>
                <c:pt idx="17958">
                  <c:v>0</c:v>
                </c:pt>
                <c:pt idx="17959">
                  <c:v>0</c:v>
                </c:pt>
                <c:pt idx="17960">
                  <c:v>0</c:v>
                </c:pt>
                <c:pt idx="17961">
                  <c:v>0</c:v>
                </c:pt>
                <c:pt idx="17962">
                  <c:v>0</c:v>
                </c:pt>
                <c:pt idx="17963">
                  <c:v>0</c:v>
                </c:pt>
                <c:pt idx="17964">
                  <c:v>0</c:v>
                </c:pt>
                <c:pt idx="17965">
                  <c:v>0</c:v>
                </c:pt>
                <c:pt idx="17966">
                  <c:v>0</c:v>
                </c:pt>
                <c:pt idx="17967">
                  <c:v>0</c:v>
                </c:pt>
                <c:pt idx="17968">
                  <c:v>0</c:v>
                </c:pt>
                <c:pt idx="17969">
                  <c:v>0</c:v>
                </c:pt>
                <c:pt idx="17970">
                  <c:v>0</c:v>
                </c:pt>
                <c:pt idx="17971">
                  <c:v>0</c:v>
                </c:pt>
                <c:pt idx="17972">
                  <c:v>0</c:v>
                </c:pt>
                <c:pt idx="17973">
                  <c:v>0</c:v>
                </c:pt>
                <c:pt idx="17974">
                  <c:v>0</c:v>
                </c:pt>
                <c:pt idx="17975">
                  <c:v>0</c:v>
                </c:pt>
                <c:pt idx="17976">
                  <c:v>0</c:v>
                </c:pt>
                <c:pt idx="17977">
                  <c:v>0</c:v>
                </c:pt>
                <c:pt idx="17978">
                  <c:v>0</c:v>
                </c:pt>
                <c:pt idx="17979">
                  <c:v>0</c:v>
                </c:pt>
                <c:pt idx="17980">
                  <c:v>0</c:v>
                </c:pt>
                <c:pt idx="17981">
                  <c:v>0</c:v>
                </c:pt>
                <c:pt idx="17982">
                  <c:v>0</c:v>
                </c:pt>
                <c:pt idx="17983">
                  <c:v>0</c:v>
                </c:pt>
                <c:pt idx="17984">
                  <c:v>0</c:v>
                </c:pt>
                <c:pt idx="17985">
                  <c:v>0</c:v>
                </c:pt>
                <c:pt idx="17986">
                  <c:v>0</c:v>
                </c:pt>
                <c:pt idx="17987">
                  <c:v>0</c:v>
                </c:pt>
                <c:pt idx="17988">
                  <c:v>0</c:v>
                </c:pt>
                <c:pt idx="17989">
                  <c:v>0</c:v>
                </c:pt>
                <c:pt idx="17990">
                  <c:v>0</c:v>
                </c:pt>
                <c:pt idx="17991">
                  <c:v>0</c:v>
                </c:pt>
                <c:pt idx="17992">
                  <c:v>0</c:v>
                </c:pt>
                <c:pt idx="17993">
                  <c:v>0</c:v>
                </c:pt>
                <c:pt idx="17994">
                  <c:v>0</c:v>
                </c:pt>
                <c:pt idx="17995">
                  <c:v>0</c:v>
                </c:pt>
                <c:pt idx="17996">
                  <c:v>0</c:v>
                </c:pt>
                <c:pt idx="17997">
                  <c:v>0</c:v>
                </c:pt>
                <c:pt idx="17998">
                  <c:v>0</c:v>
                </c:pt>
                <c:pt idx="17999">
                  <c:v>0</c:v>
                </c:pt>
                <c:pt idx="18000">
                  <c:v>0</c:v>
                </c:pt>
                <c:pt idx="18001">
                  <c:v>0</c:v>
                </c:pt>
                <c:pt idx="18002">
                  <c:v>0</c:v>
                </c:pt>
                <c:pt idx="18003">
                  <c:v>0</c:v>
                </c:pt>
                <c:pt idx="18004">
                  <c:v>0</c:v>
                </c:pt>
                <c:pt idx="18005">
                  <c:v>0</c:v>
                </c:pt>
                <c:pt idx="18006">
                  <c:v>0</c:v>
                </c:pt>
                <c:pt idx="18007">
                  <c:v>0</c:v>
                </c:pt>
                <c:pt idx="18008">
                  <c:v>0</c:v>
                </c:pt>
                <c:pt idx="18009">
                  <c:v>0</c:v>
                </c:pt>
                <c:pt idx="18010">
                  <c:v>0</c:v>
                </c:pt>
                <c:pt idx="18011">
                  <c:v>0</c:v>
                </c:pt>
                <c:pt idx="18012">
                  <c:v>0</c:v>
                </c:pt>
                <c:pt idx="18013">
                  <c:v>0</c:v>
                </c:pt>
                <c:pt idx="18014">
                  <c:v>0</c:v>
                </c:pt>
                <c:pt idx="18015">
                  <c:v>0</c:v>
                </c:pt>
                <c:pt idx="18016">
                  <c:v>0</c:v>
                </c:pt>
                <c:pt idx="18017">
                  <c:v>0</c:v>
                </c:pt>
                <c:pt idx="18018">
                  <c:v>0</c:v>
                </c:pt>
                <c:pt idx="18019">
                  <c:v>0</c:v>
                </c:pt>
                <c:pt idx="18020">
                  <c:v>0</c:v>
                </c:pt>
                <c:pt idx="18021">
                  <c:v>0</c:v>
                </c:pt>
                <c:pt idx="18022">
                  <c:v>0</c:v>
                </c:pt>
                <c:pt idx="18023">
                  <c:v>0</c:v>
                </c:pt>
                <c:pt idx="18024">
                  <c:v>0</c:v>
                </c:pt>
                <c:pt idx="18025">
                  <c:v>0</c:v>
                </c:pt>
                <c:pt idx="18026">
                  <c:v>0</c:v>
                </c:pt>
                <c:pt idx="18027">
                  <c:v>0</c:v>
                </c:pt>
                <c:pt idx="18028">
                  <c:v>0</c:v>
                </c:pt>
                <c:pt idx="18029">
                  <c:v>0</c:v>
                </c:pt>
                <c:pt idx="18030">
                  <c:v>0</c:v>
                </c:pt>
                <c:pt idx="18031">
                  <c:v>0</c:v>
                </c:pt>
                <c:pt idx="18032">
                  <c:v>0</c:v>
                </c:pt>
                <c:pt idx="18033">
                  <c:v>0</c:v>
                </c:pt>
                <c:pt idx="18034">
                  <c:v>0</c:v>
                </c:pt>
                <c:pt idx="18035">
                  <c:v>0</c:v>
                </c:pt>
                <c:pt idx="18036">
                  <c:v>0</c:v>
                </c:pt>
                <c:pt idx="18037">
                  <c:v>0</c:v>
                </c:pt>
                <c:pt idx="18038">
                  <c:v>0</c:v>
                </c:pt>
                <c:pt idx="18039">
                  <c:v>0</c:v>
                </c:pt>
                <c:pt idx="18040">
                  <c:v>0</c:v>
                </c:pt>
                <c:pt idx="18041">
                  <c:v>0</c:v>
                </c:pt>
                <c:pt idx="18042">
                  <c:v>0</c:v>
                </c:pt>
                <c:pt idx="18043">
                  <c:v>0</c:v>
                </c:pt>
                <c:pt idx="18044">
                  <c:v>0</c:v>
                </c:pt>
                <c:pt idx="18045">
                  <c:v>0</c:v>
                </c:pt>
                <c:pt idx="18046">
                  <c:v>0</c:v>
                </c:pt>
                <c:pt idx="18047">
                  <c:v>0</c:v>
                </c:pt>
                <c:pt idx="18048">
                  <c:v>0</c:v>
                </c:pt>
                <c:pt idx="18049">
                  <c:v>0</c:v>
                </c:pt>
                <c:pt idx="18050">
                  <c:v>0</c:v>
                </c:pt>
                <c:pt idx="18051">
                  <c:v>0</c:v>
                </c:pt>
                <c:pt idx="18052">
                  <c:v>0</c:v>
                </c:pt>
                <c:pt idx="18053">
                  <c:v>0</c:v>
                </c:pt>
                <c:pt idx="18054">
                  <c:v>0</c:v>
                </c:pt>
                <c:pt idx="18055">
                  <c:v>0</c:v>
                </c:pt>
                <c:pt idx="18056">
                  <c:v>0</c:v>
                </c:pt>
                <c:pt idx="18057">
                  <c:v>0</c:v>
                </c:pt>
                <c:pt idx="18058">
                  <c:v>0</c:v>
                </c:pt>
                <c:pt idx="18059">
                  <c:v>0</c:v>
                </c:pt>
                <c:pt idx="18060">
                  <c:v>0</c:v>
                </c:pt>
                <c:pt idx="18061">
                  <c:v>0</c:v>
                </c:pt>
                <c:pt idx="18062">
                  <c:v>0</c:v>
                </c:pt>
                <c:pt idx="18063">
                  <c:v>0</c:v>
                </c:pt>
                <c:pt idx="18064">
                  <c:v>0</c:v>
                </c:pt>
                <c:pt idx="18065">
                  <c:v>0</c:v>
                </c:pt>
                <c:pt idx="18066">
                  <c:v>0</c:v>
                </c:pt>
                <c:pt idx="18067">
                  <c:v>0</c:v>
                </c:pt>
                <c:pt idx="18068">
                  <c:v>0</c:v>
                </c:pt>
                <c:pt idx="18069">
                  <c:v>0</c:v>
                </c:pt>
                <c:pt idx="18070">
                  <c:v>0</c:v>
                </c:pt>
                <c:pt idx="18071">
                  <c:v>0</c:v>
                </c:pt>
                <c:pt idx="18072">
                  <c:v>0</c:v>
                </c:pt>
                <c:pt idx="18073">
                  <c:v>0</c:v>
                </c:pt>
                <c:pt idx="18074">
                  <c:v>0</c:v>
                </c:pt>
                <c:pt idx="18075">
                  <c:v>0</c:v>
                </c:pt>
                <c:pt idx="18076">
                  <c:v>0</c:v>
                </c:pt>
                <c:pt idx="18077">
                  <c:v>0</c:v>
                </c:pt>
                <c:pt idx="18078">
                  <c:v>0</c:v>
                </c:pt>
                <c:pt idx="18079">
                  <c:v>0</c:v>
                </c:pt>
                <c:pt idx="18080">
                  <c:v>0</c:v>
                </c:pt>
                <c:pt idx="18081">
                  <c:v>0</c:v>
                </c:pt>
                <c:pt idx="18082">
                  <c:v>0</c:v>
                </c:pt>
                <c:pt idx="18083">
                  <c:v>0</c:v>
                </c:pt>
                <c:pt idx="18084">
                  <c:v>0</c:v>
                </c:pt>
                <c:pt idx="18085">
                  <c:v>0</c:v>
                </c:pt>
                <c:pt idx="18086">
                  <c:v>0</c:v>
                </c:pt>
                <c:pt idx="18087">
                  <c:v>0</c:v>
                </c:pt>
                <c:pt idx="18088">
                  <c:v>0</c:v>
                </c:pt>
                <c:pt idx="18089">
                  <c:v>0</c:v>
                </c:pt>
                <c:pt idx="18090">
                  <c:v>0</c:v>
                </c:pt>
                <c:pt idx="18091">
                  <c:v>0</c:v>
                </c:pt>
                <c:pt idx="18092">
                  <c:v>0</c:v>
                </c:pt>
                <c:pt idx="18093">
                  <c:v>0</c:v>
                </c:pt>
                <c:pt idx="18094">
                  <c:v>0</c:v>
                </c:pt>
                <c:pt idx="18095">
                  <c:v>0</c:v>
                </c:pt>
                <c:pt idx="18096">
                  <c:v>0</c:v>
                </c:pt>
                <c:pt idx="18097">
                  <c:v>0</c:v>
                </c:pt>
                <c:pt idx="18098">
                  <c:v>0</c:v>
                </c:pt>
                <c:pt idx="18099">
                  <c:v>0</c:v>
                </c:pt>
                <c:pt idx="18100">
                  <c:v>0</c:v>
                </c:pt>
                <c:pt idx="18101">
                  <c:v>0</c:v>
                </c:pt>
                <c:pt idx="18102">
                  <c:v>0</c:v>
                </c:pt>
                <c:pt idx="18103">
                  <c:v>0</c:v>
                </c:pt>
                <c:pt idx="18104">
                  <c:v>0</c:v>
                </c:pt>
                <c:pt idx="18105">
                  <c:v>0</c:v>
                </c:pt>
                <c:pt idx="18106">
                  <c:v>0</c:v>
                </c:pt>
                <c:pt idx="18107">
                  <c:v>0</c:v>
                </c:pt>
                <c:pt idx="18108">
                  <c:v>0</c:v>
                </c:pt>
                <c:pt idx="18109">
                  <c:v>0</c:v>
                </c:pt>
                <c:pt idx="18110">
                  <c:v>0</c:v>
                </c:pt>
                <c:pt idx="18111">
                  <c:v>0</c:v>
                </c:pt>
                <c:pt idx="18112">
                  <c:v>0</c:v>
                </c:pt>
                <c:pt idx="18113">
                  <c:v>0</c:v>
                </c:pt>
                <c:pt idx="18114">
                  <c:v>0</c:v>
                </c:pt>
                <c:pt idx="18115">
                  <c:v>0</c:v>
                </c:pt>
                <c:pt idx="18116">
                  <c:v>0</c:v>
                </c:pt>
                <c:pt idx="18117">
                  <c:v>0</c:v>
                </c:pt>
                <c:pt idx="18118">
                  <c:v>0</c:v>
                </c:pt>
                <c:pt idx="18119">
                  <c:v>0</c:v>
                </c:pt>
                <c:pt idx="18120">
                  <c:v>0</c:v>
                </c:pt>
                <c:pt idx="18121">
                  <c:v>0</c:v>
                </c:pt>
                <c:pt idx="18122">
                  <c:v>0</c:v>
                </c:pt>
                <c:pt idx="18123">
                  <c:v>0</c:v>
                </c:pt>
                <c:pt idx="18124">
                  <c:v>0</c:v>
                </c:pt>
                <c:pt idx="18125">
                  <c:v>0</c:v>
                </c:pt>
                <c:pt idx="18126">
                  <c:v>0</c:v>
                </c:pt>
                <c:pt idx="18127">
                  <c:v>0</c:v>
                </c:pt>
                <c:pt idx="18128">
                  <c:v>0</c:v>
                </c:pt>
                <c:pt idx="18129">
                  <c:v>0</c:v>
                </c:pt>
                <c:pt idx="18130">
                  <c:v>0</c:v>
                </c:pt>
                <c:pt idx="18131">
                  <c:v>0</c:v>
                </c:pt>
                <c:pt idx="18132">
                  <c:v>0</c:v>
                </c:pt>
                <c:pt idx="18133">
                  <c:v>0</c:v>
                </c:pt>
                <c:pt idx="18134">
                  <c:v>0</c:v>
                </c:pt>
                <c:pt idx="18135">
                  <c:v>0</c:v>
                </c:pt>
                <c:pt idx="18136">
                  <c:v>0</c:v>
                </c:pt>
                <c:pt idx="18137">
                  <c:v>0</c:v>
                </c:pt>
                <c:pt idx="18138">
                  <c:v>0</c:v>
                </c:pt>
                <c:pt idx="18139">
                  <c:v>0</c:v>
                </c:pt>
                <c:pt idx="18140">
                  <c:v>0</c:v>
                </c:pt>
                <c:pt idx="18141">
                  <c:v>0</c:v>
                </c:pt>
                <c:pt idx="18142">
                  <c:v>0</c:v>
                </c:pt>
                <c:pt idx="18143">
                  <c:v>0</c:v>
                </c:pt>
                <c:pt idx="18144">
                  <c:v>0</c:v>
                </c:pt>
                <c:pt idx="18145">
                  <c:v>0</c:v>
                </c:pt>
                <c:pt idx="18146">
                  <c:v>0</c:v>
                </c:pt>
                <c:pt idx="18147">
                  <c:v>0</c:v>
                </c:pt>
                <c:pt idx="18148">
                  <c:v>0</c:v>
                </c:pt>
                <c:pt idx="18149">
                  <c:v>0</c:v>
                </c:pt>
                <c:pt idx="18150">
                  <c:v>0</c:v>
                </c:pt>
                <c:pt idx="18151">
                  <c:v>0</c:v>
                </c:pt>
                <c:pt idx="18152">
                  <c:v>0</c:v>
                </c:pt>
                <c:pt idx="18153">
                  <c:v>0</c:v>
                </c:pt>
                <c:pt idx="18154">
                  <c:v>0</c:v>
                </c:pt>
                <c:pt idx="18155">
                  <c:v>0</c:v>
                </c:pt>
                <c:pt idx="18156">
                  <c:v>0</c:v>
                </c:pt>
                <c:pt idx="18157">
                  <c:v>0</c:v>
                </c:pt>
                <c:pt idx="18158">
                  <c:v>0</c:v>
                </c:pt>
                <c:pt idx="18159">
                  <c:v>0</c:v>
                </c:pt>
                <c:pt idx="18160">
                  <c:v>0</c:v>
                </c:pt>
                <c:pt idx="18161">
                  <c:v>0</c:v>
                </c:pt>
                <c:pt idx="18162">
                  <c:v>0</c:v>
                </c:pt>
                <c:pt idx="18163">
                  <c:v>0</c:v>
                </c:pt>
                <c:pt idx="18164">
                  <c:v>0</c:v>
                </c:pt>
                <c:pt idx="18165">
                  <c:v>0</c:v>
                </c:pt>
                <c:pt idx="18166">
                  <c:v>0</c:v>
                </c:pt>
                <c:pt idx="18167">
                  <c:v>0</c:v>
                </c:pt>
                <c:pt idx="18168">
                  <c:v>0</c:v>
                </c:pt>
                <c:pt idx="18169">
                  <c:v>0</c:v>
                </c:pt>
                <c:pt idx="18170">
                  <c:v>0</c:v>
                </c:pt>
                <c:pt idx="18171">
                  <c:v>0</c:v>
                </c:pt>
                <c:pt idx="18172">
                  <c:v>0</c:v>
                </c:pt>
                <c:pt idx="18173">
                  <c:v>0</c:v>
                </c:pt>
                <c:pt idx="18174">
                  <c:v>0</c:v>
                </c:pt>
                <c:pt idx="18175">
                  <c:v>0</c:v>
                </c:pt>
                <c:pt idx="18176">
                  <c:v>0</c:v>
                </c:pt>
                <c:pt idx="18177">
                  <c:v>0</c:v>
                </c:pt>
                <c:pt idx="18178">
                  <c:v>0</c:v>
                </c:pt>
                <c:pt idx="18179">
                  <c:v>0</c:v>
                </c:pt>
                <c:pt idx="18180">
                  <c:v>0</c:v>
                </c:pt>
                <c:pt idx="18181">
                  <c:v>0</c:v>
                </c:pt>
                <c:pt idx="18182">
                  <c:v>0</c:v>
                </c:pt>
                <c:pt idx="18183">
                  <c:v>0</c:v>
                </c:pt>
                <c:pt idx="18184">
                  <c:v>0</c:v>
                </c:pt>
                <c:pt idx="18185">
                  <c:v>0</c:v>
                </c:pt>
                <c:pt idx="18186">
                  <c:v>0</c:v>
                </c:pt>
                <c:pt idx="18187">
                  <c:v>0</c:v>
                </c:pt>
                <c:pt idx="18188">
                  <c:v>0</c:v>
                </c:pt>
                <c:pt idx="18189">
                  <c:v>0</c:v>
                </c:pt>
                <c:pt idx="18190">
                  <c:v>0</c:v>
                </c:pt>
                <c:pt idx="18191">
                  <c:v>0</c:v>
                </c:pt>
                <c:pt idx="18192">
                  <c:v>0</c:v>
                </c:pt>
                <c:pt idx="18193">
                  <c:v>0</c:v>
                </c:pt>
                <c:pt idx="18194">
                  <c:v>0</c:v>
                </c:pt>
                <c:pt idx="18195">
                  <c:v>0</c:v>
                </c:pt>
                <c:pt idx="18196">
                  <c:v>0</c:v>
                </c:pt>
                <c:pt idx="18197">
                  <c:v>0</c:v>
                </c:pt>
                <c:pt idx="18198">
                  <c:v>0</c:v>
                </c:pt>
                <c:pt idx="18199">
                  <c:v>0</c:v>
                </c:pt>
                <c:pt idx="18200">
                  <c:v>0</c:v>
                </c:pt>
                <c:pt idx="18201">
                  <c:v>0</c:v>
                </c:pt>
                <c:pt idx="18202">
                  <c:v>0</c:v>
                </c:pt>
                <c:pt idx="18203">
                  <c:v>0</c:v>
                </c:pt>
                <c:pt idx="18204">
                  <c:v>0</c:v>
                </c:pt>
                <c:pt idx="18205">
                  <c:v>0</c:v>
                </c:pt>
                <c:pt idx="18206">
                  <c:v>0</c:v>
                </c:pt>
                <c:pt idx="18207">
                  <c:v>0</c:v>
                </c:pt>
                <c:pt idx="18208">
                  <c:v>0</c:v>
                </c:pt>
                <c:pt idx="18209">
                  <c:v>0</c:v>
                </c:pt>
                <c:pt idx="18210">
                  <c:v>0</c:v>
                </c:pt>
                <c:pt idx="18211">
                  <c:v>0</c:v>
                </c:pt>
                <c:pt idx="18212">
                  <c:v>0</c:v>
                </c:pt>
                <c:pt idx="18213">
                  <c:v>0</c:v>
                </c:pt>
                <c:pt idx="18214">
                  <c:v>0</c:v>
                </c:pt>
                <c:pt idx="18215">
                  <c:v>0</c:v>
                </c:pt>
                <c:pt idx="18216">
                  <c:v>0</c:v>
                </c:pt>
                <c:pt idx="18217">
                  <c:v>0</c:v>
                </c:pt>
                <c:pt idx="18218">
                  <c:v>0</c:v>
                </c:pt>
                <c:pt idx="18219">
                  <c:v>0</c:v>
                </c:pt>
                <c:pt idx="18220">
                  <c:v>0</c:v>
                </c:pt>
                <c:pt idx="18221">
                  <c:v>0</c:v>
                </c:pt>
                <c:pt idx="18222">
                  <c:v>0</c:v>
                </c:pt>
                <c:pt idx="18223">
                  <c:v>0</c:v>
                </c:pt>
                <c:pt idx="18224">
                  <c:v>0</c:v>
                </c:pt>
                <c:pt idx="18225">
                  <c:v>0</c:v>
                </c:pt>
                <c:pt idx="18226">
                  <c:v>0</c:v>
                </c:pt>
                <c:pt idx="18227">
                  <c:v>0</c:v>
                </c:pt>
                <c:pt idx="18228">
                  <c:v>0</c:v>
                </c:pt>
                <c:pt idx="18229">
                  <c:v>0</c:v>
                </c:pt>
                <c:pt idx="18230">
                  <c:v>0</c:v>
                </c:pt>
                <c:pt idx="18231">
                  <c:v>0</c:v>
                </c:pt>
                <c:pt idx="18232">
                  <c:v>0</c:v>
                </c:pt>
                <c:pt idx="18233">
                  <c:v>0</c:v>
                </c:pt>
                <c:pt idx="18234">
                  <c:v>0</c:v>
                </c:pt>
                <c:pt idx="18235">
                  <c:v>0</c:v>
                </c:pt>
                <c:pt idx="18236">
                  <c:v>0</c:v>
                </c:pt>
                <c:pt idx="18237">
                  <c:v>0</c:v>
                </c:pt>
                <c:pt idx="18238">
                  <c:v>0</c:v>
                </c:pt>
                <c:pt idx="18239">
                  <c:v>0</c:v>
                </c:pt>
                <c:pt idx="18240">
                  <c:v>0</c:v>
                </c:pt>
                <c:pt idx="18241">
                  <c:v>0</c:v>
                </c:pt>
                <c:pt idx="18242">
                  <c:v>0</c:v>
                </c:pt>
                <c:pt idx="18243">
                  <c:v>0</c:v>
                </c:pt>
                <c:pt idx="18244">
                  <c:v>0</c:v>
                </c:pt>
                <c:pt idx="18245">
                  <c:v>0</c:v>
                </c:pt>
                <c:pt idx="18246">
                  <c:v>0</c:v>
                </c:pt>
                <c:pt idx="18247">
                  <c:v>0</c:v>
                </c:pt>
                <c:pt idx="18248">
                  <c:v>0</c:v>
                </c:pt>
                <c:pt idx="18249">
                  <c:v>0</c:v>
                </c:pt>
                <c:pt idx="18250">
                  <c:v>0</c:v>
                </c:pt>
                <c:pt idx="18251">
                  <c:v>0</c:v>
                </c:pt>
                <c:pt idx="18252">
                  <c:v>0</c:v>
                </c:pt>
                <c:pt idx="18253">
                  <c:v>0</c:v>
                </c:pt>
                <c:pt idx="18254">
                  <c:v>0</c:v>
                </c:pt>
                <c:pt idx="18255">
                  <c:v>0</c:v>
                </c:pt>
                <c:pt idx="18256">
                  <c:v>0</c:v>
                </c:pt>
                <c:pt idx="18257">
                  <c:v>0</c:v>
                </c:pt>
                <c:pt idx="18258">
                  <c:v>0</c:v>
                </c:pt>
                <c:pt idx="18259">
                  <c:v>0</c:v>
                </c:pt>
                <c:pt idx="18260">
                  <c:v>0</c:v>
                </c:pt>
                <c:pt idx="18261">
                  <c:v>0</c:v>
                </c:pt>
                <c:pt idx="18262">
                  <c:v>0</c:v>
                </c:pt>
                <c:pt idx="18263">
                  <c:v>0</c:v>
                </c:pt>
                <c:pt idx="18264">
                  <c:v>0</c:v>
                </c:pt>
                <c:pt idx="18265">
                  <c:v>0</c:v>
                </c:pt>
                <c:pt idx="18266">
                  <c:v>0</c:v>
                </c:pt>
                <c:pt idx="18267">
                  <c:v>0</c:v>
                </c:pt>
                <c:pt idx="18268">
                  <c:v>0</c:v>
                </c:pt>
                <c:pt idx="18269">
                  <c:v>0</c:v>
                </c:pt>
                <c:pt idx="18270">
                  <c:v>0</c:v>
                </c:pt>
                <c:pt idx="18271">
                  <c:v>0</c:v>
                </c:pt>
                <c:pt idx="18272">
                  <c:v>0</c:v>
                </c:pt>
                <c:pt idx="18273">
                  <c:v>0</c:v>
                </c:pt>
                <c:pt idx="18274">
                  <c:v>0</c:v>
                </c:pt>
                <c:pt idx="18275">
                  <c:v>0</c:v>
                </c:pt>
                <c:pt idx="18276">
                  <c:v>0</c:v>
                </c:pt>
                <c:pt idx="18277">
                  <c:v>0</c:v>
                </c:pt>
                <c:pt idx="18278">
                  <c:v>0</c:v>
                </c:pt>
                <c:pt idx="18279">
                  <c:v>0</c:v>
                </c:pt>
                <c:pt idx="18280">
                  <c:v>0</c:v>
                </c:pt>
                <c:pt idx="18281">
                  <c:v>0</c:v>
                </c:pt>
                <c:pt idx="18282">
                  <c:v>0</c:v>
                </c:pt>
                <c:pt idx="18283">
                  <c:v>0</c:v>
                </c:pt>
                <c:pt idx="18284">
                  <c:v>0</c:v>
                </c:pt>
                <c:pt idx="18285">
                  <c:v>0</c:v>
                </c:pt>
                <c:pt idx="18286">
                  <c:v>0</c:v>
                </c:pt>
                <c:pt idx="18287">
                  <c:v>0</c:v>
                </c:pt>
                <c:pt idx="18288">
                  <c:v>0</c:v>
                </c:pt>
                <c:pt idx="18289">
                  <c:v>0</c:v>
                </c:pt>
                <c:pt idx="18290">
                  <c:v>0</c:v>
                </c:pt>
                <c:pt idx="18291">
                  <c:v>0</c:v>
                </c:pt>
                <c:pt idx="18292">
                  <c:v>0</c:v>
                </c:pt>
                <c:pt idx="18293">
                  <c:v>0</c:v>
                </c:pt>
                <c:pt idx="18294">
                  <c:v>0</c:v>
                </c:pt>
                <c:pt idx="18295">
                  <c:v>0</c:v>
                </c:pt>
                <c:pt idx="18296">
                  <c:v>0</c:v>
                </c:pt>
                <c:pt idx="18297">
                  <c:v>0</c:v>
                </c:pt>
                <c:pt idx="18298">
                  <c:v>0</c:v>
                </c:pt>
                <c:pt idx="18299">
                  <c:v>0</c:v>
                </c:pt>
                <c:pt idx="18300">
                  <c:v>0</c:v>
                </c:pt>
                <c:pt idx="18301">
                  <c:v>0</c:v>
                </c:pt>
                <c:pt idx="18302">
                  <c:v>0</c:v>
                </c:pt>
                <c:pt idx="18303">
                  <c:v>0</c:v>
                </c:pt>
                <c:pt idx="18304">
                  <c:v>0</c:v>
                </c:pt>
                <c:pt idx="18305">
                  <c:v>0</c:v>
                </c:pt>
                <c:pt idx="18306">
                  <c:v>0</c:v>
                </c:pt>
                <c:pt idx="18307">
                  <c:v>0</c:v>
                </c:pt>
                <c:pt idx="18308">
                  <c:v>0</c:v>
                </c:pt>
                <c:pt idx="18309">
                  <c:v>0</c:v>
                </c:pt>
                <c:pt idx="18310">
                  <c:v>0</c:v>
                </c:pt>
                <c:pt idx="18311">
                  <c:v>0</c:v>
                </c:pt>
                <c:pt idx="18312">
                  <c:v>0</c:v>
                </c:pt>
                <c:pt idx="18313">
                  <c:v>0</c:v>
                </c:pt>
                <c:pt idx="18314">
                  <c:v>0</c:v>
                </c:pt>
                <c:pt idx="18315">
                  <c:v>0</c:v>
                </c:pt>
                <c:pt idx="18316">
                  <c:v>0</c:v>
                </c:pt>
                <c:pt idx="18317">
                  <c:v>0</c:v>
                </c:pt>
                <c:pt idx="18318">
                  <c:v>0</c:v>
                </c:pt>
                <c:pt idx="18319">
                  <c:v>0</c:v>
                </c:pt>
                <c:pt idx="18320">
                  <c:v>0</c:v>
                </c:pt>
                <c:pt idx="18321">
                  <c:v>0</c:v>
                </c:pt>
                <c:pt idx="18322">
                  <c:v>0</c:v>
                </c:pt>
                <c:pt idx="18323">
                  <c:v>0</c:v>
                </c:pt>
                <c:pt idx="18324">
                  <c:v>0</c:v>
                </c:pt>
                <c:pt idx="18325">
                  <c:v>0</c:v>
                </c:pt>
                <c:pt idx="18326">
                  <c:v>0</c:v>
                </c:pt>
                <c:pt idx="18327">
                  <c:v>0</c:v>
                </c:pt>
                <c:pt idx="18328">
                  <c:v>0</c:v>
                </c:pt>
                <c:pt idx="18329">
                  <c:v>0</c:v>
                </c:pt>
                <c:pt idx="18330">
                  <c:v>0</c:v>
                </c:pt>
                <c:pt idx="18331">
                  <c:v>0</c:v>
                </c:pt>
                <c:pt idx="18332">
                  <c:v>0</c:v>
                </c:pt>
                <c:pt idx="18333">
                  <c:v>0</c:v>
                </c:pt>
                <c:pt idx="18334">
                  <c:v>0</c:v>
                </c:pt>
                <c:pt idx="18335">
                  <c:v>0</c:v>
                </c:pt>
                <c:pt idx="18336">
                  <c:v>0</c:v>
                </c:pt>
                <c:pt idx="18337">
                  <c:v>0</c:v>
                </c:pt>
                <c:pt idx="18338">
                  <c:v>0</c:v>
                </c:pt>
                <c:pt idx="18339">
                  <c:v>0</c:v>
                </c:pt>
                <c:pt idx="18340">
                  <c:v>0</c:v>
                </c:pt>
                <c:pt idx="18341">
                  <c:v>0</c:v>
                </c:pt>
                <c:pt idx="18342">
                  <c:v>0</c:v>
                </c:pt>
                <c:pt idx="18343">
                  <c:v>0</c:v>
                </c:pt>
                <c:pt idx="18344">
                  <c:v>0</c:v>
                </c:pt>
                <c:pt idx="18345">
                  <c:v>0</c:v>
                </c:pt>
                <c:pt idx="18346">
                  <c:v>0</c:v>
                </c:pt>
                <c:pt idx="18347">
                  <c:v>0</c:v>
                </c:pt>
                <c:pt idx="18348">
                  <c:v>0</c:v>
                </c:pt>
                <c:pt idx="18349">
                  <c:v>0</c:v>
                </c:pt>
                <c:pt idx="18350">
                  <c:v>0</c:v>
                </c:pt>
                <c:pt idx="18351">
                  <c:v>0</c:v>
                </c:pt>
                <c:pt idx="18352">
                  <c:v>0</c:v>
                </c:pt>
                <c:pt idx="18353">
                  <c:v>0</c:v>
                </c:pt>
                <c:pt idx="18354">
                  <c:v>0</c:v>
                </c:pt>
                <c:pt idx="18355">
                  <c:v>0</c:v>
                </c:pt>
                <c:pt idx="18356">
                  <c:v>0</c:v>
                </c:pt>
                <c:pt idx="18357">
                  <c:v>0</c:v>
                </c:pt>
                <c:pt idx="18358">
                  <c:v>0</c:v>
                </c:pt>
                <c:pt idx="18359">
                  <c:v>0</c:v>
                </c:pt>
                <c:pt idx="18360">
                  <c:v>0</c:v>
                </c:pt>
                <c:pt idx="18361">
                  <c:v>0</c:v>
                </c:pt>
                <c:pt idx="18362">
                  <c:v>0</c:v>
                </c:pt>
                <c:pt idx="18363">
                  <c:v>0</c:v>
                </c:pt>
                <c:pt idx="18364">
                  <c:v>0</c:v>
                </c:pt>
                <c:pt idx="18365">
                  <c:v>0</c:v>
                </c:pt>
                <c:pt idx="18366">
                  <c:v>0</c:v>
                </c:pt>
                <c:pt idx="18367">
                  <c:v>0</c:v>
                </c:pt>
                <c:pt idx="18368">
                  <c:v>0</c:v>
                </c:pt>
                <c:pt idx="18369">
                  <c:v>0</c:v>
                </c:pt>
                <c:pt idx="18370">
                  <c:v>0</c:v>
                </c:pt>
                <c:pt idx="18371">
                  <c:v>0</c:v>
                </c:pt>
                <c:pt idx="18372">
                  <c:v>0</c:v>
                </c:pt>
                <c:pt idx="18373">
                  <c:v>0</c:v>
                </c:pt>
                <c:pt idx="18374">
                  <c:v>0</c:v>
                </c:pt>
                <c:pt idx="18375">
                  <c:v>0</c:v>
                </c:pt>
                <c:pt idx="18376">
                  <c:v>0</c:v>
                </c:pt>
                <c:pt idx="18377">
                  <c:v>0</c:v>
                </c:pt>
                <c:pt idx="18378">
                  <c:v>0</c:v>
                </c:pt>
                <c:pt idx="18379">
                  <c:v>0</c:v>
                </c:pt>
                <c:pt idx="18380">
                  <c:v>0</c:v>
                </c:pt>
                <c:pt idx="18381">
                  <c:v>0</c:v>
                </c:pt>
                <c:pt idx="18382">
                  <c:v>0</c:v>
                </c:pt>
                <c:pt idx="18383">
                  <c:v>0</c:v>
                </c:pt>
                <c:pt idx="18384">
                  <c:v>0</c:v>
                </c:pt>
                <c:pt idx="18385">
                  <c:v>0</c:v>
                </c:pt>
                <c:pt idx="18386">
                  <c:v>0</c:v>
                </c:pt>
                <c:pt idx="18387">
                  <c:v>0</c:v>
                </c:pt>
                <c:pt idx="18388">
                  <c:v>0</c:v>
                </c:pt>
                <c:pt idx="18389">
                  <c:v>0</c:v>
                </c:pt>
                <c:pt idx="18390">
                  <c:v>0</c:v>
                </c:pt>
                <c:pt idx="18391">
                  <c:v>0</c:v>
                </c:pt>
                <c:pt idx="18392">
                  <c:v>0</c:v>
                </c:pt>
                <c:pt idx="18393">
                  <c:v>0</c:v>
                </c:pt>
                <c:pt idx="18394">
                  <c:v>0</c:v>
                </c:pt>
                <c:pt idx="18395">
                  <c:v>0</c:v>
                </c:pt>
                <c:pt idx="18396">
                  <c:v>0</c:v>
                </c:pt>
                <c:pt idx="18397">
                  <c:v>0</c:v>
                </c:pt>
                <c:pt idx="18398">
                  <c:v>0</c:v>
                </c:pt>
                <c:pt idx="18399">
                  <c:v>0</c:v>
                </c:pt>
                <c:pt idx="18400">
                  <c:v>0</c:v>
                </c:pt>
                <c:pt idx="18401">
                  <c:v>0</c:v>
                </c:pt>
                <c:pt idx="18402">
                  <c:v>0</c:v>
                </c:pt>
                <c:pt idx="18403">
                  <c:v>0</c:v>
                </c:pt>
                <c:pt idx="18404">
                  <c:v>0</c:v>
                </c:pt>
                <c:pt idx="18405">
                  <c:v>0</c:v>
                </c:pt>
                <c:pt idx="18406">
                  <c:v>0</c:v>
                </c:pt>
                <c:pt idx="18407">
                  <c:v>0</c:v>
                </c:pt>
                <c:pt idx="18408">
                  <c:v>0</c:v>
                </c:pt>
                <c:pt idx="18409">
                  <c:v>0</c:v>
                </c:pt>
                <c:pt idx="18410">
                  <c:v>0</c:v>
                </c:pt>
                <c:pt idx="18411">
                  <c:v>0</c:v>
                </c:pt>
                <c:pt idx="18412">
                  <c:v>0</c:v>
                </c:pt>
                <c:pt idx="18413">
                  <c:v>0</c:v>
                </c:pt>
                <c:pt idx="18414">
                  <c:v>0</c:v>
                </c:pt>
                <c:pt idx="18415">
                  <c:v>0</c:v>
                </c:pt>
                <c:pt idx="18416">
                  <c:v>0</c:v>
                </c:pt>
                <c:pt idx="18417">
                  <c:v>0</c:v>
                </c:pt>
                <c:pt idx="18418">
                  <c:v>0</c:v>
                </c:pt>
                <c:pt idx="18419">
                  <c:v>0</c:v>
                </c:pt>
                <c:pt idx="18420">
                  <c:v>0</c:v>
                </c:pt>
                <c:pt idx="18421">
                  <c:v>0</c:v>
                </c:pt>
                <c:pt idx="18422">
                  <c:v>0</c:v>
                </c:pt>
                <c:pt idx="18423">
                  <c:v>0</c:v>
                </c:pt>
                <c:pt idx="18424">
                  <c:v>0</c:v>
                </c:pt>
                <c:pt idx="18425">
                  <c:v>0</c:v>
                </c:pt>
                <c:pt idx="18426">
                  <c:v>0</c:v>
                </c:pt>
                <c:pt idx="18427">
                  <c:v>0</c:v>
                </c:pt>
                <c:pt idx="18428">
                  <c:v>0</c:v>
                </c:pt>
                <c:pt idx="18429">
                  <c:v>0</c:v>
                </c:pt>
                <c:pt idx="18430">
                  <c:v>0</c:v>
                </c:pt>
                <c:pt idx="18431">
                  <c:v>0</c:v>
                </c:pt>
                <c:pt idx="18432">
                  <c:v>0</c:v>
                </c:pt>
                <c:pt idx="18433">
                  <c:v>0</c:v>
                </c:pt>
                <c:pt idx="18434">
                  <c:v>0</c:v>
                </c:pt>
                <c:pt idx="18435">
                  <c:v>0</c:v>
                </c:pt>
                <c:pt idx="18436">
                  <c:v>0</c:v>
                </c:pt>
                <c:pt idx="18437">
                  <c:v>0</c:v>
                </c:pt>
                <c:pt idx="18438">
                  <c:v>0</c:v>
                </c:pt>
                <c:pt idx="18439">
                  <c:v>0</c:v>
                </c:pt>
                <c:pt idx="18440">
                  <c:v>0</c:v>
                </c:pt>
                <c:pt idx="18441">
                  <c:v>0</c:v>
                </c:pt>
                <c:pt idx="18442">
                  <c:v>0</c:v>
                </c:pt>
                <c:pt idx="18443">
                  <c:v>0</c:v>
                </c:pt>
                <c:pt idx="18444">
                  <c:v>0</c:v>
                </c:pt>
                <c:pt idx="18445">
                  <c:v>0</c:v>
                </c:pt>
                <c:pt idx="18446">
                  <c:v>0</c:v>
                </c:pt>
                <c:pt idx="18447">
                  <c:v>0</c:v>
                </c:pt>
                <c:pt idx="18448">
                  <c:v>0</c:v>
                </c:pt>
                <c:pt idx="18449">
                  <c:v>0</c:v>
                </c:pt>
                <c:pt idx="18450">
                  <c:v>0</c:v>
                </c:pt>
                <c:pt idx="18451">
                  <c:v>0</c:v>
                </c:pt>
                <c:pt idx="18452">
                  <c:v>0</c:v>
                </c:pt>
                <c:pt idx="18453">
                  <c:v>0</c:v>
                </c:pt>
                <c:pt idx="18454">
                  <c:v>0</c:v>
                </c:pt>
                <c:pt idx="18455">
                  <c:v>0</c:v>
                </c:pt>
                <c:pt idx="18456">
                  <c:v>0</c:v>
                </c:pt>
                <c:pt idx="18457">
                  <c:v>0</c:v>
                </c:pt>
                <c:pt idx="18458">
                  <c:v>0</c:v>
                </c:pt>
                <c:pt idx="18459">
                  <c:v>0</c:v>
                </c:pt>
                <c:pt idx="18460">
                  <c:v>0</c:v>
                </c:pt>
                <c:pt idx="18461">
                  <c:v>0</c:v>
                </c:pt>
                <c:pt idx="18462">
                  <c:v>0</c:v>
                </c:pt>
                <c:pt idx="18463">
                  <c:v>0</c:v>
                </c:pt>
                <c:pt idx="18464">
                  <c:v>0</c:v>
                </c:pt>
                <c:pt idx="18465">
                  <c:v>0</c:v>
                </c:pt>
                <c:pt idx="18466">
                  <c:v>0</c:v>
                </c:pt>
                <c:pt idx="18467">
                  <c:v>0</c:v>
                </c:pt>
                <c:pt idx="18468">
                  <c:v>0</c:v>
                </c:pt>
                <c:pt idx="18469">
                  <c:v>0</c:v>
                </c:pt>
                <c:pt idx="18470">
                  <c:v>0</c:v>
                </c:pt>
                <c:pt idx="18471">
                  <c:v>0</c:v>
                </c:pt>
                <c:pt idx="18472">
                  <c:v>0</c:v>
                </c:pt>
                <c:pt idx="18473">
                  <c:v>0</c:v>
                </c:pt>
                <c:pt idx="18474">
                  <c:v>0</c:v>
                </c:pt>
                <c:pt idx="18475">
                  <c:v>0</c:v>
                </c:pt>
                <c:pt idx="18476">
                  <c:v>0</c:v>
                </c:pt>
                <c:pt idx="18477">
                  <c:v>0</c:v>
                </c:pt>
                <c:pt idx="18478">
                  <c:v>0</c:v>
                </c:pt>
                <c:pt idx="18479">
                  <c:v>0</c:v>
                </c:pt>
                <c:pt idx="18480">
                  <c:v>0</c:v>
                </c:pt>
                <c:pt idx="18481">
                  <c:v>0</c:v>
                </c:pt>
                <c:pt idx="18482">
                  <c:v>0</c:v>
                </c:pt>
                <c:pt idx="18483">
                  <c:v>0</c:v>
                </c:pt>
                <c:pt idx="18484">
                  <c:v>0</c:v>
                </c:pt>
                <c:pt idx="18485">
                  <c:v>0</c:v>
                </c:pt>
                <c:pt idx="18486">
                  <c:v>0</c:v>
                </c:pt>
                <c:pt idx="18487">
                  <c:v>0</c:v>
                </c:pt>
                <c:pt idx="18488">
                  <c:v>0</c:v>
                </c:pt>
                <c:pt idx="18489">
                  <c:v>0</c:v>
                </c:pt>
                <c:pt idx="18490">
                  <c:v>0</c:v>
                </c:pt>
                <c:pt idx="18491">
                  <c:v>0</c:v>
                </c:pt>
                <c:pt idx="18492">
                  <c:v>0</c:v>
                </c:pt>
                <c:pt idx="18493">
                  <c:v>0</c:v>
                </c:pt>
                <c:pt idx="18494">
                  <c:v>0</c:v>
                </c:pt>
                <c:pt idx="18495">
                  <c:v>0</c:v>
                </c:pt>
                <c:pt idx="18496">
                  <c:v>0</c:v>
                </c:pt>
                <c:pt idx="18497">
                  <c:v>0</c:v>
                </c:pt>
                <c:pt idx="18498">
                  <c:v>0</c:v>
                </c:pt>
                <c:pt idx="18499">
                  <c:v>0</c:v>
                </c:pt>
                <c:pt idx="18500">
                  <c:v>0</c:v>
                </c:pt>
                <c:pt idx="18501">
                  <c:v>0</c:v>
                </c:pt>
                <c:pt idx="18502">
                  <c:v>0</c:v>
                </c:pt>
                <c:pt idx="18503">
                  <c:v>0</c:v>
                </c:pt>
                <c:pt idx="18504">
                  <c:v>0</c:v>
                </c:pt>
                <c:pt idx="18505">
                  <c:v>0</c:v>
                </c:pt>
                <c:pt idx="18506">
                  <c:v>0</c:v>
                </c:pt>
                <c:pt idx="18507">
                  <c:v>0</c:v>
                </c:pt>
                <c:pt idx="18508">
                  <c:v>0</c:v>
                </c:pt>
                <c:pt idx="18509">
                  <c:v>0</c:v>
                </c:pt>
                <c:pt idx="18510">
                  <c:v>0</c:v>
                </c:pt>
                <c:pt idx="18511">
                  <c:v>0</c:v>
                </c:pt>
                <c:pt idx="18512">
                  <c:v>0</c:v>
                </c:pt>
                <c:pt idx="18513">
                  <c:v>0</c:v>
                </c:pt>
                <c:pt idx="18514">
                  <c:v>0</c:v>
                </c:pt>
                <c:pt idx="18515">
                  <c:v>0</c:v>
                </c:pt>
                <c:pt idx="18516">
                  <c:v>0</c:v>
                </c:pt>
                <c:pt idx="18517">
                  <c:v>0</c:v>
                </c:pt>
                <c:pt idx="18518">
                  <c:v>0</c:v>
                </c:pt>
                <c:pt idx="18519">
                  <c:v>0</c:v>
                </c:pt>
                <c:pt idx="18520">
                  <c:v>0</c:v>
                </c:pt>
                <c:pt idx="18521">
                  <c:v>0</c:v>
                </c:pt>
                <c:pt idx="18522">
                  <c:v>0</c:v>
                </c:pt>
                <c:pt idx="18523">
                  <c:v>0</c:v>
                </c:pt>
                <c:pt idx="18524">
                  <c:v>0</c:v>
                </c:pt>
                <c:pt idx="18525">
                  <c:v>0</c:v>
                </c:pt>
                <c:pt idx="18526">
                  <c:v>0</c:v>
                </c:pt>
                <c:pt idx="18527">
                  <c:v>0</c:v>
                </c:pt>
                <c:pt idx="18528">
                  <c:v>0</c:v>
                </c:pt>
                <c:pt idx="18529">
                  <c:v>0</c:v>
                </c:pt>
                <c:pt idx="18530">
                  <c:v>0</c:v>
                </c:pt>
                <c:pt idx="18531">
                  <c:v>0</c:v>
                </c:pt>
                <c:pt idx="18532">
                  <c:v>0</c:v>
                </c:pt>
                <c:pt idx="18533">
                  <c:v>0</c:v>
                </c:pt>
                <c:pt idx="18534">
                  <c:v>0</c:v>
                </c:pt>
                <c:pt idx="18535">
                  <c:v>0</c:v>
                </c:pt>
                <c:pt idx="18536">
                  <c:v>0</c:v>
                </c:pt>
                <c:pt idx="18537">
                  <c:v>0</c:v>
                </c:pt>
                <c:pt idx="18538">
                  <c:v>0</c:v>
                </c:pt>
                <c:pt idx="18539">
                  <c:v>0</c:v>
                </c:pt>
                <c:pt idx="18540">
                  <c:v>0</c:v>
                </c:pt>
                <c:pt idx="18541">
                  <c:v>0</c:v>
                </c:pt>
                <c:pt idx="18542">
                  <c:v>0</c:v>
                </c:pt>
                <c:pt idx="18543">
                  <c:v>0</c:v>
                </c:pt>
                <c:pt idx="18544">
                  <c:v>0</c:v>
                </c:pt>
                <c:pt idx="18545">
                  <c:v>0</c:v>
                </c:pt>
                <c:pt idx="18546">
                  <c:v>0</c:v>
                </c:pt>
                <c:pt idx="18547">
                  <c:v>0</c:v>
                </c:pt>
                <c:pt idx="18548">
                  <c:v>0</c:v>
                </c:pt>
                <c:pt idx="18549">
                  <c:v>0</c:v>
                </c:pt>
                <c:pt idx="18550">
                  <c:v>0</c:v>
                </c:pt>
                <c:pt idx="18551">
                  <c:v>0</c:v>
                </c:pt>
                <c:pt idx="18552">
                  <c:v>0</c:v>
                </c:pt>
                <c:pt idx="18553">
                  <c:v>0</c:v>
                </c:pt>
                <c:pt idx="18554">
                  <c:v>0</c:v>
                </c:pt>
                <c:pt idx="18555">
                  <c:v>0</c:v>
                </c:pt>
                <c:pt idx="18556">
                  <c:v>0</c:v>
                </c:pt>
                <c:pt idx="18557">
                  <c:v>0</c:v>
                </c:pt>
                <c:pt idx="18558">
                  <c:v>0</c:v>
                </c:pt>
                <c:pt idx="18559">
                  <c:v>0</c:v>
                </c:pt>
                <c:pt idx="18560">
                  <c:v>0</c:v>
                </c:pt>
                <c:pt idx="18561">
                  <c:v>0</c:v>
                </c:pt>
                <c:pt idx="18562">
                  <c:v>0</c:v>
                </c:pt>
                <c:pt idx="18563">
                  <c:v>0</c:v>
                </c:pt>
                <c:pt idx="18564">
                  <c:v>0</c:v>
                </c:pt>
                <c:pt idx="18565">
                  <c:v>0</c:v>
                </c:pt>
                <c:pt idx="18566">
                  <c:v>0</c:v>
                </c:pt>
                <c:pt idx="18567">
                  <c:v>0</c:v>
                </c:pt>
                <c:pt idx="18568">
                  <c:v>0</c:v>
                </c:pt>
                <c:pt idx="18569">
                  <c:v>0</c:v>
                </c:pt>
                <c:pt idx="18570">
                  <c:v>0</c:v>
                </c:pt>
                <c:pt idx="18571">
                  <c:v>0</c:v>
                </c:pt>
                <c:pt idx="18572">
                  <c:v>0</c:v>
                </c:pt>
                <c:pt idx="18573">
                  <c:v>0</c:v>
                </c:pt>
                <c:pt idx="18574">
                  <c:v>0</c:v>
                </c:pt>
                <c:pt idx="18575">
                  <c:v>0</c:v>
                </c:pt>
                <c:pt idx="18576">
                  <c:v>0</c:v>
                </c:pt>
                <c:pt idx="18577">
                  <c:v>0</c:v>
                </c:pt>
                <c:pt idx="18578">
                  <c:v>0</c:v>
                </c:pt>
                <c:pt idx="18579">
                  <c:v>0</c:v>
                </c:pt>
                <c:pt idx="18580">
                  <c:v>0</c:v>
                </c:pt>
                <c:pt idx="18581">
                  <c:v>0</c:v>
                </c:pt>
                <c:pt idx="18582">
                  <c:v>0</c:v>
                </c:pt>
                <c:pt idx="18583">
                  <c:v>0</c:v>
                </c:pt>
                <c:pt idx="18584">
                  <c:v>0</c:v>
                </c:pt>
                <c:pt idx="18585">
                  <c:v>0</c:v>
                </c:pt>
                <c:pt idx="18586">
                  <c:v>0</c:v>
                </c:pt>
                <c:pt idx="18587">
                  <c:v>0</c:v>
                </c:pt>
                <c:pt idx="18588">
                  <c:v>0</c:v>
                </c:pt>
                <c:pt idx="18589">
                  <c:v>0</c:v>
                </c:pt>
                <c:pt idx="18590">
                  <c:v>0</c:v>
                </c:pt>
                <c:pt idx="18591">
                  <c:v>0</c:v>
                </c:pt>
                <c:pt idx="18592">
                  <c:v>0</c:v>
                </c:pt>
                <c:pt idx="18593">
                  <c:v>0</c:v>
                </c:pt>
                <c:pt idx="18594">
                  <c:v>0</c:v>
                </c:pt>
                <c:pt idx="18595">
                  <c:v>0</c:v>
                </c:pt>
                <c:pt idx="18596">
                  <c:v>0</c:v>
                </c:pt>
                <c:pt idx="18597">
                  <c:v>0</c:v>
                </c:pt>
                <c:pt idx="18598">
                  <c:v>0</c:v>
                </c:pt>
                <c:pt idx="18599">
                  <c:v>0</c:v>
                </c:pt>
                <c:pt idx="18600">
                  <c:v>0</c:v>
                </c:pt>
                <c:pt idx="18601">
                  <c:v>0</c:v>
                </c:pt>
                <c:pt idx="18602">
                  <c:v>0</c:v>
                </c:pt>
                <c:pt idx="18603">
                  <c:v>0</c:v>
                </c:pt>
                <c:pt idx="18604">
                  <c:v>0</c:v>
                </c:pt>
                <c:pt idx="18605">
                  <c:v>0</c:v>
                </c:pt>
                <c:pt idx="18606">
                  <c:v>0</c:v>
                </c:pt>
                <c:pt idx="18607">
                  <c:v>0</c:v>
                </c:pt>
                <c:pt idx="18608">
                  <c:v>0</c:v>
                </c:pt>
                <c:pt idx="18609">
                  <c:v>0</c:v>
                </c:pt>
                <c:pt idx="18610">
                  <c:v>0</c:v>
                </c:pt>
                <c:pt idx="18611">
                  <c:v>0</c:v>
                </c:pt>
                <c:pt idx="18612">
                  <c:v>0</c:v>
                </c:pt>
                <c:pt idx="18613">
                  <c:v>0</c:v>
                </c:pt>
                <c:pt idx="18614">
                  <c:v>0</c:v>
                </c:pt>
                <c:pt idx="18615">
                  <c:v>0</c:v>
                </c:pt>
                <c:pt idx="18616">
                  <c:v>0</c:v>
                </c:pt>
                <c:pt idx="18617">
                  <c:v>0</c:v>
                </c:pt>
                <c:pt idx="18618">
                  <c:v>0</c:v>
                </c:pt>
                <c:pt idx="18619">
                  <c:v>0</c:v>
                </c:pt>
                <c:pt idx="18620">
                  <c:v>0</c:v>
                </c:pt>
                <c:pt idx="18621">
                  <c:v>0</c:v>
                </c:pt>
                <c:pt idx="18622">
                  <c:v>0</c:v>
                </c:pt>
                <c:pt idx="18623">
                  <c:v>0</c:v>
                </c:pt>
                <c:pt idx="18624">
                  <c:v>0</c:v>
                </c:pt>
                <c:pt idx="18625">
                  <c:v>0</c:v>
                </c:pt>
                <c:pt idx="18626">
                  <c:v>0</c:v>
                </c:pt>
                <c:pt idx="18627">
                  <c:v>0</c:v>
                </c:pt>
                <c:pt idx="18628">
                  <c:v>0</c:v>
                </c:pt>
                <c:pt idx="18629">
                  <c:v>0</c:v>
                </c:pt>
                <c:pt idx="18630">
                  <c:v>0</c:v>
                </c:pt>
                <c:pt idx="18631">
                  <c:v>0</c:v>
                </c:pt>
                <c:pt idx="18632">
                  <c:v>0</c:v>
                </c:pt>
                <c:pt idx="18633">
                  <c:v>0</c:v>
                </c:pt>
                <c:pt idx="18634">
                  <c:v>0</c:v>
                </c:pt>
                <c:pt idx="18635">
                  <c:v>0</c:v>
                </c:pt>
                <c:pt idx="18636">
                  <c:v>0</c:v>
                </c:pt>
                <c:pt idx="18637">
                  <c:v>0</c:v>
                </c:pt>
                <c:pt idx="18638">
                  <c:v>0</c:v>
                </c:pt>
                <c:pt idx="18639">
                  <c:v>0</c:v>
                </c:pt>
                <c:pt idx="18640">
                  <c:v>0</c:v>
                </c:pt>
                <c:pt idx="18641">
                  <c:v>0</c:v>
                </c:pt>
                <c:pt idx="18642">
                  <c:v>0</c:v>
                </c:pt>
                <c:pt idx="18643">
                  <c:v>0</c:v>
                </c:pt>
                <c:pt idx="18644">
                  <c:v>0</c:v>
                </c:pt>
                <c:pt idx="18645">
                  <c:v>0</c:v>
                </c:pt>
                <c:pt idx="18646">
                  <c:v>0</c:v>
                </c:pt>
                <c:pt idx="18647">
                  <c:v>0</c:v>
                </c:pt>
                <c:pt idx="18648">
                  <c:v>0</c:v>
                </c:pt>
                <c:pt idx="18649">
                  <c:v>0</c:v>
                </c:pt>
                <c:pt idx="18650">
                  <c:v>0</c:v>
                </c:pt>
                <c:pt idx="18651">
                  <c:v>0</c:v>
                </c:pt>
                <c:pt idx="18652">
                  <c:v>0</c:v>
                </c:pt>
                <c:pt idx="18653">
                  <c:v>0</c:v>
                </c:pt>
                <c:pt idx="18654">
                  <c:v>0</c:v>
                </c:pt>
                <c:pt idx="18655">
                  <c:v>0</c:v>
                </c:pt>
                <c:pt idx="18656">
                  <c:v>0</c:v>
                </c:pt>
                <c:pt idx="18657">
                  <c:v>0</c:v>
                </c:pt>
                <c:pt idx="18658">
                  <c:v>0</c:v>
                </c:pt>
                <c:pt idx="18659">
                  <c:v>0</c:v>
                </c:pt>
                <c:pt idx="18660">
                  <c:v>0</c:v>
                </c:pt>
                <c:pt idx="18661">
                  <c:v>0</c:v>
                </c:pt>
                <c:pt idx="18662">
                  <c:v>0</c:v>
                </c:pt>
                <c:pt idx="18663">
                  <c:v>0</c:v>
                </c:pt>
                <c:pt idx="18664">
                  <c:v>0</c:v>
                </c:pt>
                <c:pt idx="18665">
                  <c:v>0</c:v>
                </c:pt>
                <c:pt idx="18666">
                  <c:v>0</c:v>
                </c:pt>
                <c:pt idx="18667">
                  <c:v>0</c:v>
                </c:pt>
                <c:pt idx="18668">
                  <c:v>0</c:v>
                </c:pt>
                <c:pt idx="18669">
                  <c:v>0</c:v>
                </c:pt>
                <c:pt idx="18670">
                  <c:v>0</c:v>
                </c:pt>
                <c:pt idx="18671">
                  <c:v>0</c:v>
                </c:pt>
                <c:pt idx="18672">
                  <c:v>0</c:v>
                </c:pt>
                <c:pt idx="18673">
                  <c:v>0</c:v>
                </c:pt>
                <c:pt idx="18674">
                  <c:v>0</c:v>
                </c:pt>
                <c:pt idx="18675">
                  <c:v>0</c:v>
                </c:pt>
                <c:pt idx="18676">
                  <c:v>0</c:v>
                </c:pt>
                <c:pt idx="18677">
                  <c:v>0</c:v>
                </c:pt>
                <c:pt idx="18678">
                  <c:v>0</c:v>
                </c:pt>
                <c:pt idx="18679">
                  <c:v>0</c:v>
                </c:pt>
                <c:pt idx="18680">
                  <c:v>0</c:v>
                </c:pt>
                <c:pt idx="18681">
                  <c:v>0</c:v>
                </c:pt>
                <c:pt idx="18682">
                  <c:v>0</c:v>
                </c:pt>
                <c:pt idx="18683">
                  <c:v>0</c:v>
                </c:pt>
                <c:pt idx="18684">
                  <c:v>0</c:v>
                </c:pt>
                <c:pt idx="18685">
                  <c:v>0</c:v>
                </c:pt>
                <c:pt idx="18686">
                  <c:v>0</c:v>
                </c:pt>
                <c:pt idx="18687">
                  <c:v>0</c:v>
                </c:pt>
                <c:pt idx="18688">
                  <c:v>0</c:v>
                </c:pt>
                <c:pt idx="18689">
                  <c:v>0</c:v>
                </c:pt>
                <c:pt idx="18690">
                  <c:v>0</c:v>
                </c:pt>
                <c:pt idx="18691">
                  <c:v>0</c:v>
                </c:pt>
                <c:pt idx="18692">
                  <c:v>0</c:v>
                </c:pt>
                <c:pt idx="18693">
                  <c:v>0</c:v>
                </c:pt>
                <c:pt idx="18694">
                  <c:v>0</c:v>
                </c:pt>
                <c:pt idx="18695">
                  <c:v>0</c:v>
                </c:pt>
                <c:pt idx="18696">
                  <c:v>0</c:v>
                </c:pt>
                <c:pt idx="18697">
                  <c:v>0</c:v>
                </c:pt>
                <c:pt idx="18698">
                  <c:v>0</c:v>
                </c:pt>
                <c:pt idx="18699">
                  <c:v>0</c:v>
                </c:pt>
                <c:pt idx="18700">
                  <c:v>0</c:v>
                </c:pt>
                <c:pt idx="18701">
                  <c:v>0</c:v>
                </c:pt>
                <c:pt idx="18702">
                  <c:v>0</c:v>
                </c:pt>
                <c:pt idx="18703">
                  <c:v>0</c:v>
                </c:pt>
                <c:pt idx="18704">
                  <c:v>0</c:v>
                </c:pt>
                <c:pt idx="18705">
                  <c:v>0</c:v>
                </c:pt>
                <c:pt idx="18706">
                  <c:v>0</c:v>
                </c:pt>
                <c:pt idx="18707">
                  <c:v>0</c:v>
                </c:pt>
                <c:pt idx="18708">
                  <c:v>0</c:v>
                </c:pt>
                <c:pt idx="18709">
                  <c:v>0</c:v>
                </c:pt>
                <c:pt idx="18710">
                  <c:v>0</c:v>
                </c:pt>
                <c:pt idx="18711">
                  <c:v>0</c:v>
                </c:pt>
                <c:pt idx="18712">
                  <c:v>0</c:v>
                </c:pt>
                <c:pt idx="18713">
                  <c:v>0</c:v>
                </c:pt>
                <c:pt idx="18714">
                  <c:v>0</c:v>
                </c:pt>
                <c:pt idx="18715">
                  <c:v>0</c:v>
                </c:pt>
                <c:pt idx="18716">
                  <c:v>0</c:v>
                </c:pt>
                <c:pt idx="18717">
                  <c:v>0</c:v>
                </c:pt>
                <c:pt idx="18718">
                  <c:v>0</c:v>
                </c:pt>
                <c:pt idx="18719">
                  <c:v>0</c:v>
                </c:pt>
                <c:pt idx="18720">
                  <c:v>0</c:v>
                </c:pt>
                <c:pt idx="18721">
                  <c:v>0</c:v>
                </c:pt>
                <c:pt idx="18722">
                  <c:v>0</c:v>
                </c:pt>
                <c:pt idx="18723">
                  <c:v>0</c:v>
                </c:pt>
                <c:pt idx="18724">
                  <c:v>0</c:v>
                </c:pt>
                <c:pt idx="18725">
                  <c:v>0</c:v>
                </c:pt>
                <c:pt idx="18726">
                  <c:v>0</c:v>
                </c:pt>
                <c:pt idx="18727">
                  <c:v>0</c:v>
                </c:pt>
                <c:pt idx="18728">
                  <c:v>0</c:v>
                </c:pt>
                <c:pt idx="18729">
                  <c:v>0</c:v>
                </c:pt>
                <c:pt idx="18730">
                  <c:v>0</c:v>
                </c:pt>
                <c:pt idx="18731">
                  <c:v>0</c:v>
                </c:pt>
                <c:pt idx="18732">
                  <c:v>0</c:v>
                </c:pt>
                <c:pt idx="18733">
                  <c:v>0</c:v>
                </c:pt>
                <c:pt idx="18734">
                  <c:v>0</c:v>
                </c:pt>
                <c:pt idx="18735">
                  <c:v>0</c:v>
                </c:pt>
                <c:pt idx="18736">
                  <c:v>0</c:v>
                </c:pt>
                <c:pt idx="18737">
                  <c:v>0</c:v>
                </c:pt>
                <c:pt idx="18738">
                  <c:v>0</c:v>
                </c:pt>
                <c:pt idx="18739">
                  <c:v>0</c:v>
                </c:pt>
                <c:pt idx="18740">
                  <c:v>0</c:v>
                </c:pt>
                <c:pt idx="18741">
                  <c:v>0</c:v>
                </c:pt>
                <c:pt idx="18742">
                  <c:v>0</c:v>
                </c:pt>
                <c:pt idx="18743">
                  <c:v>0</c:v>
                </c:pt>
                <c:pt idx="18744">
                  <c:v>0</c:v>
                </c:pt>
                <c:pt idx="18745">
                  <c:v>0</c:v>
                </c:pt>
                <c:pt idx="18746">
                  <c:v>0</c:v>
                </c:pt>
                <c:pt idx="18747">
                  <c:v>0</c:v>
                </c:pt>
                <c:pt idx="18748">
                  <c:v>0</c:v>
                </c:pt>
                <c:pt idx="18749">
                  <c:v>0</c:v>
                </c:pt>
                <c:pt idx="18750">
                  <c:v>0</c:v>
                </c:pt>
                <c:pt idx="18751">
                  <c:v>0</c:v>
                </c:pt>
                <c:pt idx="18752">
                  <c:v>0</c:v>
                </c:pt>
                <c:pt idx="18753">
                  <c:v>0</c:v>
                </c:pt>
                <c:pt idx="18754">
                  <c:v>0</c:v>
                </c:pt>
                <c:pt idx="18755">
                  <c:v>0</c:v>
                </c:pt>
                <c:pt idx="18756">
                  <c:v>0</c:v>
                </c:pt>
                <c:pt idx="18757">
                  <c:v>0</c:v>
                </c:pt>
                <c:pt idx="18758">
                  <c:v>0</c:v>
                </c:pt>
                <c:pt idx="18759">
                  <c:v>0</c:v>
                </c:pt>
                <c:pt idx="18760">
                  <c:v>0</c:v>
                </c:pt>
                <c:pt idx="18761">
                  <c:v>0</c:v>
                </c:pt>
                <c:pt idx="18762">
                  <c:v>0</c:v>
                </c:pt>
                <c:pt idx="18763">
                  <c:v>0</c:v>
                </c:pt>
                <c:pt idx="18764">
                  <c:v>0</c:v>
                </c:pt>
                <c:pt idx="18765">
                  <c:v>0</c:v>
                </c:pt>
                <c:pt idx="18766">
                  <c:v>0</c:v>
                </c:pt>
                <c:pt idx="18767">
                  <c:v>0</c:v>
                </c:pt>
                <c:pt idx="18768">
                  <c:v>0</c:v>
                </c:pt>
                <c:pt idx="18769">
                  <c:v>0</c:v>
                </c:pt>
                <c:pt idx="18770">
                  <c:v>0</c:v>
                </c:pt>
                <c:pt idx="18771">
                  <c:v>0</c:v>
                </c:pt>
                <c:pt idx="18772">
                  <c:v>0</c:v>
                </c:pt>
                <c:pt idx="18773">
                  <c:v>0</c:v>
                </c:pt>
                <c:pt idx="18774">
                  <c:v>0</c:v>
                </c:pt>
                <c:pt idx="18775">
                  <c:v>0</c:v>
                </c:pt>
                <c:pt idx="18776">
                  <c:v>0</c:v>
                </c:pt>
                <c:pt idx="18777">
                  <c:v>0</c:v>
                </c:pt>
                <c:pt idx="18778">
                  <c:v>0</c:v>
                </c:pt>
                <c:pt idx="18779">
                  <c:v>0</c:v>
                </c:pt>
                <c:pt idx="18780">
                  <c:v>0</c:v>
                </c:pt>
                <c:pt idx="18781">
                  <c:v>0</c:v>
                </c:pt>
                <c:pt idx="18782">
                  <c:v>0</c:v>
                </c:pt>
                <c:pt idx="18783">
                  <c:v>0</c:v>
                </c:pt>
                <c:pt idx="18784">
                  <c:v>0</c:v>
                </c:pt>
                <c:pt idx="18785">
                  <c:v>0</c:v>
                </c:pt>
                <c:pt idx="18786">
                  <c:v>0</c:v>
                </c:pt>
                <c:pt idx="18787">
                  <c:v>0</c:v>
                </c:pt>
                <c:pt idx="18788">
                  <c:v>0</c:v>
                </c:pt>
                <c:pt idx="18789">
                  <c:v>0</c:v>
                </c:pt>
                <c:pt idx="18790">
                  <c:v>0</c:v>
                </c:pt>
                <c:pt idx="18791">
                  <c:v>0</c:v>
                </c:pt>
                <c:pt idx="18792">
                  <c:v>0</c:v>
                </c:pt>
                <c:pt idx="18793">
                  <c:v>0</c:v>
                </c:pt>
                <c:pt idx="18794">
                  <c:v>0</c:v>
                </c:pt>
                <c:pt idx="18795">
                  <c:v>0</c:v>
                </c:pt>
                <c:pt idx="18796">
                  <c:v>0</c:v>
                </c:pt>
                <c:pt idx="18797">
                  <c:v>0</c:v>
                </c:pt>
                <c:pt idx="18798">
                  <c:v>0</c:v>
                </c:pt>
                <c:pt idx="18799">
                  <c:v>0</c:v>
                </c:pt>
                <c:pt idx="18800">
                  <c:v>0</c:v>
                </c:pt>
                <c:pt idx="18801">
                  <c:v>0</c:v>
                </c:pt>
                <c:pt idx="18802">
                  <c:v>0</c:v>
                </c:pt>
                <c:pt idx="18803">
                  <c:v>0</c:v>
                </c:pt>
                <c:pt idx="18804">
                  <c:v>0</c:v>
                </c:pt>
                <c:pt idx="18805">
                  <c:v>0</c:v>
                </c:pt>
                <c:pt idx="18806">
                  <c:v>0</c:v>
                </c:pt>
                <c:pt idx="18807">
                  <c:v>0</c:v>
                </c:pt>
                <c:pt idx="18808">
                  <c:v>0</c:v>
                </c:pt>
                <c:pt idx="18809">
                  <c:v>0</c:v>
                </c:pt>
                <c:pt idx="18810">
                  <c:v>0</c:v>
                </c:pt>
                <c:pt idx="18811">
                  <c:v>0</c:v>
                </c:pt>
                <c:pt idx="18812">
                  <c:v>0</c:v>
                </c:pt>
                <c:pt idx="18813">
                  <c:v>0</c:v>
                </c:pt>
                <c:pt idx="18814">
                  <c:v>0</c:v>
                </c:pt>
                <c:pt idx="18815">
                  <c:v>0</c:v>
                </c:pt>
                <c:pt idx="18816">
                  <c:v>0</c:v>
                </c:pt>
                <c:pt idx="18817">
                  <c:v>0</c:v>
                </c:pt>
                <c:pt idx="18818">
                  <c:v>0</c:v>
                </c:pt>
                <c:pt idx="18819">
                  <c:v>0</c:v>
                </c:pt>
                <c:pt idx="18820">
                  <c:v>0</c:v>
                </c:pt>
                <c:pt idx="18821">
                  <c:v>0</c:v>
                </c:pt>
                <c:pt idx="18822">
                  <c:v>0</c:v>
                </c:pt>
                <c:pt idx="18823">
                  <c:v>0</c:v>
                </c:pt>
                <c:pt idx="18824">
                  <c:v>0</c:v>
                </c:pt>
                <c:pt idx="18825">
                  <c:v>0</c:v>
                </c:pt>
                <c:pt idx="18826">
                  <c:v>0</c:v>
                </c:pt>
                <c:pt idx="18827">
                  <c:v>0</c:v>
                </c:pt>
                <c:pt idx="18828">
                  <c:v>0</c:v>
                </c:pt>
                <c:pt idx="18829">
                  <c:v>0</c:v>
                </c:pt>
                <c:pt idx="18830">
                  <c:v>0</c:v>
                </c:pt>
                <c:pt idx="18831">
                  <c:v>0</c:v>
                </c:pt>
                <c:pt idx="18832">
                  <c:v>0</c:v>
                </c:pt>
                <c:pt idx="18833">
                  <c:v>0</c:v>
                </c:pt>
                <c:pt idx="18834">
                  <c:v>0</c:v>
                </c:pt>
                <c:pt idx="18835">
                  <c:v>0</c:v>
                </c:pt>
                <c:pt idx="18836">
                  <c:v>0</c:v>
                </c:pt>
                <c:pt idx="18837">
                  <c:v>0</c:v>
                </c:pt>
                <c:pt idx="18838">
                  <c:v>0</c:v>
                </c:pt>
                <c:pt idx="18839">
                  <c:v>0</c:v>
                </c:pt>
                <c:pt idx="18840">
                  <c:v>0</c:v>
                </c:pt>
                <c:pt idx="18841">
                  <c:v>0</c:v>
                </c:pt>
                <c:pt idx="18842">
                  <c:v>0</c:v>
                </c:pt>
                <c:pt idx="18843">
                  <c:v>0</c:v>
                </c:pt>
                <c:pt idx="18844">
                  <c:v>0</c:v>
                </c:pt>
                <c:pt idx="18845">
                  <c:v>0</c:v>
                </c:pt>
                <c:pt idx="18846">
                  <c:v>0</c:v>
                </c:pt>
                <c:pt idx="18847">
                  <c:v>0</c:v>
                </c:pt>
                <c:pt idx="18848">
                  <c:v>0</c:v>
                </c:pt>
                <c:pt idx="18849">
                  <c:v>0</c:v>
                </c:pt>
                <c:pt idx="18850">
                  <c:v>0</c:v>
                </c:pt>
                <c:pt idx="18851">
                  <c:v>0</c:v>
                </c:pt>
                <c:pt idx="18852">
                  <c:v>0</c:v>
                </c:pt>
                <c:pt idx="18853">
                  <c:v>0</c:v>
                </c:pt>
                <c:pt idx="18854">
                  <c:v>0</c:v>
                </c:pt>
                <c:pt idx="18855">
                  <c:v>0</c:v>
                </c:pt>
                <c:pt idx="18856">
                  <c:v>0</c:v>
                </c:pt>
                <c:pt idx="18857">
                  <c:v>0</c:v>
                </c:pt>
                <c:pt idx="18858">
                  <c:v>0</c:v>
                </c:pt>
                <c:pt idx="18859">
                  <c:v>0</c:v>
                </c:pt>
                <c:pt idx="18860">
                  <c:v>0</c:v>
                </c:pt>
                <c:pt idx="18861">
                  <c:v>0</c:v>
                </c:pt>
                <c:pt idx="18862">
                  <c:v>0</c:v>
                </c:pt>
                <c:pt idx="18863">
                  <c:v>0</c:v>
                </c:pt>
                <c:pt idx="18864">
                  <c:v>0</c:v>
                </c:pt>
                <c:pt idx="18865">
                  <c:v>0</c:v>
                </c:pt>
                <c:pt idx="18866">
                  <c:v>0</c:v>
                </c:pt>
                <c:pt idx="18867">
                  <c:v>0</c:v>
                </c:pt>
                <c:pt idx="18868">
                  <c:v>0</c:v>
                </c:pt>
                <c:pt idx="18869">
                  <c:v>0</c:v>
                </c:pt>
                <c:pt idx="18870">
                  <c:v>0</c:v>
                </c:pt>
                <c:pt idx="18871">
                  <c:v>0</c:v>
                </c:pt>
                <c:pt idx="18872">
                  <c:v>0</c:v>
                </c:pt>
                <c:pt idx="18873">
                  <c:v>0</c:v>
                </c:pt>
                <c:pt idx="18874">
                  <c:v>0</c:v>
                </c:pt>
                <c:pt idx="18875">
                  <c:v>0</c:v>
                </c:pt>
                <c:pt idx="18876">
                  <c:v>0</c:v>
                </c:pt>
                <c:pt idx="18877">
                  <c:v>0</c:v>
                </c:pt>
                <c:pt idx="18878">
                  <c:v>0</c:v>
                </c:pt>
                <c:pt idx="18879">
                  <c:v>0</c:v>
                </c:pt>
                <c:pt idx="18880">
                  <c:v>0</c:v>
                </c:pt>
                <c:pt idx="18881">
                  <c:v>0</c:v>
                </c:pt>
                <c:pt idx="18882">
                  <c:v>0</c:v>
                </c:pt>
                <c:pt idx="18883">
                  <c:v>0</c:v>
                </c:pt>
                <c:pt idx="18884">
                  <c:v>0</c:v>
                </c:pt>
                <c:pt idx="18885">
                  <c:v>0</c:v>
                </c:pt>
                <c:pt idx="18886">
                  <c:v>0</c:v>
                </c:pt>
                <c:pt idx="18887">
                  <c:v>0</c:v>
                </c:pt>
                <c:pt idx="18888">
                  <c:v>0</c:v>
                </c:pt>
                <c:pt idx="18889">
                  <c:v>0</c:v>
                </c:pt>
                <c:pt idx="18890">
                  <c:v>0</c:v>
                </c:pt>
                <c:pt idx="18891">
                  <c:v>0</c:v>
                </c:pt>
                <c:pt idx="18892">
                  <c:v>0</c:v>
                </c:pt>
                <c:pt idx="18893">
                  <c:v>0</c:v>
                </c:pt>
                <c:pt idx="18894">
                  <c:v>0</c:v>
                </c:pt>
                <c:pt idx="18895">
                  <c:v>0</c:v>
                </c:pt>
                <c:pt idx="18896">
                  <c:v>0</c:v>
                </c:pt>
                <c:pt idx="18897">
                  <c:v>0</c:v>
                </c:pt>
                <c:pt idx="18898">
                  <c:v>0</c:v>
                </c:pt>
                <c:pt idx="18899">
                  <c:v>0</c:v>
                </c:pt>
                <c:pt idx="18900">
                  <c:v>0</c:v>
                </c:pt>
                <c:pt idx="18901">
                  <c:v>0</c:v>
                </c:pt>
                <c:pt idx="18902">
                  <c:v>0</c:v>
                </c:pt>
                <c:pt idx="18903">
                  <c:v>0</c:v>
                </c:pt>
                <c:pt idx="18904">
                  <c:v>0</c:v>
                </c:pt>
                <c:pt idx="18905">
                  <c:v>0</c:v>
                </c:pt>
                <c:pt idx="18906">
                  <c:v>0</c:v>
                </c:pt>
                <c:pt idx="18907">
                  <c:v>0</c:v>
                </c:pt>
                <c:pt idx="18908">
                  <c:v>0</c:v>
                </c:pt>
                <c:pt idx="18909">
                  <c:v>0</c:v>
                </c:pt>
                <c:pt idx="18910">
                  <c:v>0</c:v>
                </c:pt>
                <c:pt idx="18911">
                  <c:v>0</c:v>
                </c:pt>
                <c:pt idx="18912">
                  <c:v>0</c:v>
                </c:pt>
                <c:pt idx="18913">
                  <c:v>0</c:v>
                </c:pt>
                <c:pt idx="18914">
                  <c:v>0</c:v>
                </c:pt>
                <c:pt idx="18915">
                  <c:v>0</c:v>
                </c:pt>
                <c:pt idx="18916">
                  <c:v>0</c:v>
                </c:pt>
                <c:pt idx="18917">
                  <c:v>0</c:v>
                </c:pt>
                <c:pt idx="18918">
                  <c:v>0</c:v>
                </c:pt>
                <c:pt idx="18919">
                  <c:v>0</c:v>
                </c:pt>
                <c:pt idx="18920">
                  <c:v>0</c:v>
                </c:pt>
                <c:pt idx="18921">
                  <c:v>0</c:v>
                </c:pt>
                <c:pt idx="18922">
                  <c:v>0</c:v>
                </c:pt>
                <c:pt idx="18923">
                  <c:v>0</c:v>
                </c:pt>
                <c:pt idx="18924">
                  <c:v>0</c:v>
                </c:pt>
                <c:pt idx="18925">
                  <c:v>0</c:v>
                </c:pt>
                <c:pt idx="18926">
                  <c:v>0</c:v>
                </c:pt>
                <c:pt idx="18927">
                  <c:v>0</c:v>
                </c:pt>
                <c:pt idx="18928">
                  <c:v>0</c:v>
                </c:pt>
                <c:pt idx="18929">
                  <c:v>0</c:v>
                </c:pt>
                <c:pt idx="18930">
                  <c:v>0</c:v>
                </c:pt>
                <c:pt idx="18931">
                  <c:v>0</c:v>
                </c:pt>
                <c:pt idx="18932">
                  <c:v>0</c:v>
                </c:pt>
                <c:pt idx="18933">
                  <c:v>0</c:v>
                </c:pt>
                <c:pt idx="18934">
                  <c:v>0</c:v>
                </c:pt>
                <c:pt idx="18935">
                  <c:v>0</c:v>
                </c:pt>
                <c:pt idx="18936">
                  <c:v>0</c:v>
                </c:pt>
                <c:pt idx="18937">
                  <c:v>0</c:v>
                </c:pt>
                <c:pt idx="18938">
                  <c:v>0</c:v>
                </c:pt>
                <c:pt idx="18939">
                  <c:v>0</c:v>
                </c:pt>
                <c:pt idx="18940">
                  <c:v>0</c:v>
                </c:pt>
                <c:pt idx="18941">
                  <c:v>0</c:v>
                </c:pt>
                <c:pt idx="18942">
                  <c:v>0</c:v>
                </c:pt>
                <c:pt idx="18943">
                  <c:v>0</c:v>
                </c:pt>
                <c:pt idx="18944">
                  <c:v>0</c:v>
                </c:pt>
                <c:pt idx="18945">
                  <c:v>0</c:v>
                </c:pt>
                <c:pt idx="18946">
                  <c:v>0</c:v>
                </c:pt>
                <c:pt idx="18947">
                  <c:v>0</c:v>
                </c:pt>
                <c:pt idx="18948">
                  <c:v>0</c:v>
                </c:pt>
                <c:pt idx="18949">
                  <c:v>0</c:v>
                </c:pt>
                <c:pt idx="18950">
                  <c:v>0</c:v>
                </c:pt>
                <c:pt idx="18951">
                  <c:v>0</c:v>
                </c:pt>
                <c:pt idx="18952">
                  <c:v>0</c:v>
                </c:pt>
                <c:pt idx="18953">
                  <c:v>0</c:v>
                </c:pt>
                <c:pt idx="18954">
                  <c:v>0</c:v>
                </c:pt>
                <c:pt idx="18955">
                  <c:v>0</c:v>
                </c:pt>
                <c:pt idx="18956">
                  <c:v>0</c:v>
                </c:pt>
                <c:pt idx="18957">
                  <c:v>0</c:v>
                </c:pt>
                <c:pt idx="18958">
                  <c:v>0</c:v>
                </c:pt>
                <c:pt idx="18959">
                  <c:v>0</c:v>
                </c:pt>
                <c:pt idx="18960">
                  <c:v>0</c:v>
                </c:pt>
                <c:pt idx="18961">
                  <c:v>0</c:v>
                </c:pt>
                <c:pt idx="18962">
                  <c:v>0</c:v>
                </c:pt>
                <c:pt idx="18963">
                  <c:v>0</c:v>
                </c:pt>
                <c:pt idx="18964">
                  <c:v>0</c:v>
                </c:pt>
                <c:pt idx="18965">
                  <c:v>0</c:v>
                </c:pt>
                <c:pt idx="18966">
                  <c:v>0</c:v>
                </c:pt>
                <c:pt idx="18967">
                  <c:v>0</c:v>
                </c:pt>
                <c:pt idx="18968">
                  <c:v>0</c:v>
                </c:pt>
                <c:pt idx="18969">
                  <c:v>0</c:v>
                </c:pt>
                <c:pt idx="18970">
                  <c:v>0</c:v>
                </c:pt>
                <c:pt idx="18971">
                  <c:v>0</c:v>
                </c:pt>
                <c:pt idx="18972">
                  <c:v>0</c:v>
                </c:pt>
                <c:pt idx="18973">
                  <c:v>0</c:v>
                </c:pt>
                <c:pt idx="18974">
                  <c:v>0</c:v>
                </c:pt>
                <c:pt idx="18975">
                  <c:v>0</c:v>
                </c:pt>
                <c:pt idx="18976">
                  <c:v>0</c:v>
                </c:pt>
                <c:pt idx="18977">
                  <c:v>0</c:v>
                </c:pt>
                <c:pt idx="18978">
                  <c:v>0</c:v>
                </c:pt>
                <c:pt idx="18979">
                  <c:v>0</c:v>
                </c:pt>
                <c:pt idx="18980">
                  <c:v>0</c:v>
                </c:pt>
                <c:pt idx="18981">
                  <c:v>0</c:v>
                </c:pt>
                <c:pt idx="18982">
                  <c:v>0</c:v>
                </c:pt>
                <c:pt idx="18983">
                  <c:v>0</c:v>
                </c:pt>
                <c:pt idx="18984">
                  <c:v>0</c:v>
                </c:pt>
                <c:pt idx="18985">
                  <c:v>0</c:v>
                </c:pt>
                <c:pt idx="18986">
                  <c:v>0</c:v>
                </c:pt>
                <c:pt idx="18987">
                  <c:v>0</c:v>
                </c:pt>
                <c:pt idx="18988">
                  <c:v>0</c:v>
                </c:pt>
                <c:pt idx="18989">
                  <c:v>0</c:v>
                </c:pt>
                <c:pt idx="18990">
                  <c:v>0</c:v>
                </c:pt>
                <c:pt idx="18991">
                  <c:v>0</c:v>
                </c:pt>
                <c:pt idx="18992">
                  <c:v>0</c:v>
                </c:pt>
                <c:pt idx="18993">
                  <c:v>0</c:v>
                </c:pt>
                <c:pt idx="18994">
                  <c:v>0</c:v>
                </c:pt>
                <c:pt idx="18995">
                  <c:v>0</c:v>
                </c:pt>
                <c:pt idx="18996">
                  <c:v>0</c:v>
                </c:pt>
                <c:pt idx="18997">
                  <c:v>0</c:v>
                </c:pt>
                <c:pt idx="18998">
                  <c:v>0</c:v>
                </c:pt>
                <c:pt idx="18999">
                  <c:v>0</c:v>
                </c:pt>
                <c:pt idx="19000">
                  <c:v>0</c:v>
                </c:pt>
                <c:pt idx="19001">
                  <c:v>0</c:v>
                </c:pt>
                <c:pt idx="19002">
                  <c:v>0</c:v>
                </c:pt>
                <c:pt idx="19003">
                  <c:v>0</c:v>
                </c:pt>
                <c:pt idx="19004">
                  <c:v>0</c:v>
                </c:pt>
                <c:pt idx="19005">
                  <c:v>0</c:v>
                </c:pt>
                <c:pt idx="19006">
                  <c:v>0</c:v>
                </c:pt>
                <c:pt idx="19007">
                  <c:v>0</c:v>
                </c:pt>
                <c:pt idx="19008">
                  <c:v>0</c:v>
                </c:pt>
                <c:pt idx="19009">
                  <c:v>0</c:v>
                </c:pt>
                <c:pt idx="19010">
                  <c:v>0</c:v>
                </c:pt>
                <c:pt idx="19011">
                  <c:v>0</c:v>
                </c:pt>
                <c:pt idx="19012">
                  <c:v>0</c:v>
                </c:pt>
                <c:pt idx="19013">
                  <c:v>0</c:v>
                </c:pt>
                <c:pt idx="19014">
                  <c:v>0</c:v>
                </c:pt>
                <c:pt idx="19015">
                  <c:v>0</c:v>
                </c:pt>
                <c:pt idx="19016">
                  <c:v>0</c:v>
                </c:pt>
                <c:pt idx="19017">
                  <c:v>0</c:v>
                </c:pt>
                <c:pt idx="19018">
                  <c:v>0</c:v>
                </c:pt>
                <c:pt idx="19019">
                  <c:v>0</c:v>
                </c:pt>
                <c:pt idx="19020">
                  <c:v>0</c:v>
                </c:pt>
                <c:pt idx="19021">
                  <c:v>0</c:v>
                </c:pt>
                <c:pt idx="19022">
                  <c:v>0</c:v>
                </c:pt>
                <c:pt idx="19023">
                  <c:v>0</c:v>
                </c:pt>
                <c:pt idx="19024">
                  <c:v>0</c:v>
                </c:pt>
                <c:pt idx="19025">
                  <c:v>0</c:v>
                </c:pt>
                <c:pt idx="19026">
                  <c:v>0</c:v>
                </c:pt>
                <c:pt idx="19027">
                  <c:v>0</c:v>
                </c:pt>
                <c:pt idx="19028">
                  <c:v>0</c:v>
                </c:pt>
                <c:pt idx="19029">
                  <c:v>0</c:v>
                </c:pt>
                <c:pt idx="19030">
                  <c:v>0</c:v>
                </c:pt>
                <c:pt idx="19031">
                  <c:v>0</c:v>
                </c:pt>
                <c:pt idx="19032">
                  <c:v>0</c:v>
                </c:pt>
                <c:pt idx="19033">
                  <c:v>0</c:v>
                </c:pt>
                <c:pt idx="19034">
                  <c:v>0</c:v>
                </c:pt>
                <c:pt idx="19035">
                  <c:v>0</c:v>
                </c:pt>
                <c:pt idx="19036">
                  <c:v>0</c:v>
                </c:pt>
                <c:pt idx="19037">
                  <c:v>0</c:v>
                </c:pt>
                <c:pt idx="19038">
                  <c:v>0</c:v>
                </c:pt>
                <c:pt idx="19039">
                  <c:v>0</c:v>
                </c:pt>
                <c:pt idx="19040">
                  <c:v>0</c:v>
                </c:pt>
                <c:pt idx="19041">
                  <c:v>0</c:v>
                </c:pt>
                <c:pt idx="19042">
                  <c:v>0</c:v>
                </c:pt>
                <c:pt idx="19043">
                  <c:v>0</c:v>
                </c:pt>
                <c:pt idx="19044">
                  <c:v>0</c:v>
                </c:pt>
                <c:pt idx="19045">
                  <c:v>0</c:v>
                </c:pt>
                <c:pt idx="19046">
                  <c:v>0</c:v>
                </c:pt>
                <c:pt idx="19047">
                  <c:v>0</c:v>
                </c:pt>
                <c:pt idx="19048">
                  <c:v>0</c:v>
                </c:pt>
                <c:pt idx="19049">
                  <c:v>0</c:v>
                </c:pt>
                <c:pt idx="19050">
                  <c:v>0</c:v>
                </c:pt>
                <c:pt idx="19051">
                  <c:v>0</c:v>
                </c:pt>
                <c:pt idx="19052">
                  <c:v>0</c:v>
                </c:pt>
                <c:pt idx="19053">
                  <c:v>0</c:v>
                </c:pt>
                <c:pt idx="19054">
                  <c:v>0</c:v>
                </c:pt>
                <c:pt idx="19055">
                  <c:v>0</c:v>
                </c:pt>
                <c:pt idx="19056">
                  <c:v>0</c:v>
                </c:pt>
                <c:pt idx="19057">
                  <c:v>0</c:v>
                </c:pt>
                <c:pt idx="19058">
                  <c:v>0</c:v>
                </c:pt>
                <c:pt idx="19059">
                  <c:v>0</c:v>
                </c:pt>
                <c:pt idx="19060">
                  <c:v>0</c:v>
                </c:pt>
                <c:pt idx="19061">
                  <c:v>0</c:v>
                </c:pt>
                <c:pt idx="19062">
                  <c:v>0</c:v>
                </c:pt>
                <c:pt idx="19063">
                  <c:v>0</c:v>
                </c:pt>
                <c:pt idx="19064">
                  <c:v>0</c:v>
                </c:pt>
                <c:pt idx="19065">
                  <c:v>0</c:v>
                </c:pt>
                <c:pt idx="19066">
                  <c:v>0</c:v>
                </c:pt>
                <c:pt idx="19067">
                  <c:v>0</c:v>
                </c:pt>
                <c:pt idx="19068">
                  <c:v>0</c:v>
                </c:pt>
                <c:pt idx="19069">
                  <c:v>0</c:v>
                </c:pt>
                <c:pt idx="19070">
                  <c:v>0</c:v>
                </c:pt>
                <c:pt idx="19071">
                  <c:v>0</c:v>
                </c:pt>
                <c:pt idx="19072">
                  <c:v>0</c:v>
                </c:pt>
                <c:pt idx="19073">
                  <c:v>0</c:v>
                </c:pt>
                <c:pt idx="19074">
                  <c:v>0</c:v>
                </c:pt>
                <c:pt idx="19075">
                  <c:v>0</c:v>
                </c:pt>
                <c:pt idx="19076">
                  <c:v>0</c:v>
                </c:pt>
                <c:pt idx="19077">
                  <c:v>0</c:v>
                </c:pt>
                <c:pt idx="19078">
                  <c:v>0</c:v>
                </c:pt>
                <c:pt idx="19079">
                  <c:v>0</c:v>
                </c:pt>
                <c:pt idx="19080">
                  <c:v>0</c:v>
                </c:pt>
                <c:pt idx="19081">
                  <c:v>0</c:v>
                </c:pt>
                <c:pt idx="19082">
                  <c:v>0</c:v>
                </c:pt>
                <c:pt idx="19083">
                  <c:v>0</c:v>
                </c:pt>
                <c:pt idx="19084">
                  <c:v>0</c:v>
                </c:pt>
                <c:pt idx="19085">
                  <c:v>0</c:v>
                </c:pt>
                <c:pt idx="19086">
                  <c:v>0</c:v>
                </c:pt>
                <c:pt idx="19087">
                  <c:v>0</c:v>
                </c:pt>
                <c:pt idx="19088">
                  <c:v>0</c:v>
                </c:pt>
                <c:pt idx="19089">
                  <c:v>0</c:v>
                </c:pt>
                <c:pt idx="19090">
                  <c:v>0</c:v>
                </c:pt>
                <c:pt idx="19091">
                  <c:v>0</c:v>
                </c:pt>
                <c:pt idx="19092">
                  <c:v>0</c:v>
                </c:pt>
                <c:pt idx="19093">
                  <c:v>0</c:v>
                </c:pt>
                <c:pt idx="19094">
                  <c:v>0</c:v>
                </c:pt>
                <c:pt idx="19095">
                  <c:v>0</c:v>
                </c:pt>
                <c:pt idx="19096">
                  <c:v>0</c:v>
                </c:pt>
                <c:pt idx="19097">
                  <c:v>0</c:v>
                </c:pt>
                <c:pt idx="19098">
                  <c:v>0</c:v>
                </c:pt>
                <c:pt idx="19099">
                  <c:v>0</c:v>
                </c:pt>
                <c:pt idx="19100">
                  <c:v>0</c:v>
                </c:pt>
                <c:pt idx="19101">
                  <c:v>0</c:v>
                </c:pt>
                <c:pt idx="19102">
                  <c:v>0</c:v>
                </c:pt>
                <c:pt idx="19103">
                  <c:v>0</c:v>
                </c:pt>
                <c:pt idx="19104">
                  <c:v>0</c:v>
                </c:pt>
                <c:pt idx="19105">
                  <c:v>0</c:v>
                </c:pt>
                <c:pt idx="19106">
                  <c:v>0</c:v>
                </c:pt>
                <c:pt idx="19107">
                  <c:v>0</c:v>
                </c:pt>
                <c:pt idx="19108">
                  <c:v>0</c:v>
                </c:pt>
                <c:pt idx="19109">
                  <c:v>0</c:v>
                </c:pt>
                <c:pt idx="19110">
                  <c:v>0</c:v>
                </c:pt>
                <c:pt idx="19111">
                  <c:v>0</c:v>
                </c:pt>
                <c:pt idx="19112">
                  <c:v>0</c:v>
                </c:pt>
                <c:pt idx="19113">
                  <c:v>0</c:v>
                </c:pt>
                <c:pt idx="19114">
                  <c:v>0</c:v>
                </c:pt>
                <c:pt idx="19115">
                  <c:v>0</c:v>
                </c:pt>
                <c:pt idx="19116">
                  <c:v>0</c:v>
                </c:pt>
                <c:pt idx="19117">
                  <c:v>0</c:v>
                </c:pt>
                <c:pt idx="19118">
                  <c:v>0</c:v>
                </c:pt>
                <c:pt idx="19119">
                  <c:v>0</c:v>
                </c:pt>
                <c:pt idx="19120">
                  <c:v>0</c:v>
                </c:pt>
                <c:pt idx="19121">
                  <c:v>0</c:v>
                </c:pt>
                <c:pt idx="19122">
                  <c:v>0</c:v>
                </c:pt>
                <c:pt idx="19123">
                  <c:v>0</c:v>
                </c:pt>
                <c:pt idx="19124">
                  <c:v>0</c:v>
                </c:pt>
                <c:pt idx="19125">
                  <c:v>0</c:v>
                </c:pt>
                <c:pt idx="19126">
                  <c:v>0</c:v>
                </c:pt>
                <c:pt idx="19127">
                  <c:v>0</c:v>
                </c:pt>
                <c:pt idx="19128">
                  <c:v>0</c:v>
                </c:pt>
                <c:pt idx="19129">
                  <c:v>0</c:v>
                </c:pt>
                <c:pt idx="19130">
                  <c:v>0</c:v>
                </c:pt>
                <c:pt idx="19131">
                  <c:v>0</c:v>
                </c:pt>
                <c:pt idx="19132">
                  <c:v>0</c:v>
                </c:pt>
                <c:pt idx="19133">
                  <c:v>0</c:v>
                </c:pt>
                <c:pt idx="19134">
                  <c:v>0</c:v>
                </c:pt>
                <c:pt idx="19135">
                  <c:v>0</c:v>
                </c:pt>
                <c:pt idx="19136">
                  <c:v>0</c:v>
                </c:pt>
                <c:pt idx="19137">
                  <c:v>0</c:v>
                </c:pt>
                <c:pt idx="19138">
                  <c:v>0</c:v>
                </c:pt>
                <c:pt idx="19139">
                  <c:v>0</c:v>
                </c:pt>
                <c:pt idx="19140">
                  <c:v>0</c:v>
                </c:pt>
                <c:pt idx="19141">
                  <c:v>0</c:v>
                </c:pt>
                <c:pt idx="19142">
                  <c:v>0</c:v>
                </c:pt>
                <c:pt idx="19143">
                  <c:v>0</c:v>
                </c:pt>
                <c:pt idx="19144">
                  <c:v>0</c:v>
                </c:pt>
                <c:pt idx="19145">
                  <c:v>0</c:v>
                </c:pt>
                <c:pt idx="19146">
                  <c:v>0</c:v>
                </c:pt>
                <c:pt idx="19147">
                  <c:v>0</c:v>
                </c:pt>
                <c:pt idx="19148">
                  <c:v>0</c:v>
                </c:pt>
                <c:pt idx="19149">
                  <c:v>0</c:v>
                </c:pt>
                <c:pt idx="19150">
                  <c:v>0</c:v>
                </c:pt>
                <c:pt idx="19151">
                  <c:v>0</c:v>
                </c:pt>
                <c:pt idx="19152">
                  <c:v>0</c:v>
                </c:pt>
                <c:pt idx="19153">
                  <c:v>0</c:v>
                </c:pt>
                <c:pt idx="19154">
                  <c:v>0</c:v>
                </c:pt>
                <c:pt idx="19155">
                  <c:v>0</c:v>
                </c:pt>
                <c:pt idx="19156">
                  <c:v>0</c:v>
                </c:pt>
                <c:pt idx="19157">
                  <c:v>0</c:v>
                </c:pt>
                <c:pt idx="19158">
                  <c:v>0</c:v>
                </c:pt>
                <c:pt idx="19159">
                  <c:v>0</c:v>
                </c:pt>
                <c:pt idx="19160">
                  <c:v>0</c:v>
                </c:pt>
                <c:pt idx="19161">
                  <c:v>0</c:v>
                </c:pt>
                <c:pt idx="19162">
                  <c:v>0</c:v>
                </c:pt>
                <c:pt idx="19163">
                  <c:v>0</c:v>
                </c:pt>
                <c:pt idx="19164">
                  <c:v>0</c:v>
                </c:pt>
                <c:pt idx="19165">
                  <c:v>0</c:v>
                </c:pt>
                <c:pt idx="19166">
                  <c:v>0</c:v>
                </c:pt>
                <c:pt idx="19167">
                  <c:v>0</c:v>
                </c:pt>
                <c:pt idx="19168">
                  <c:v>0</c:v>
                </c:pt>
                <c:pt idx="19169">
                  <c:v>0</c:v>
                </c:pt>
                <c:pt idx="19170">
                  <c:v>0</c:v>
                </c:pt>
                <c:pt idx="19171">
                  <c:v>0</c:v>
                </c:pt>
                <c:pt idx="19172">
                  <c:v>0</c:v>
                </c:pt>
                <c:pt idx="19173">
                  <c:v>0</c:v>
                </c:pt>
                <c:pt idx="19174">
                  <c:v>0</c:v>
                </c:pt>
                <c:pt idx="19175">
                  <c:v>0</c:v>
                </c:pt>
                <c:pt idx="19176">
                  <c:v>0</c:v>
                </c:pt>
                <c:pt idx="19177">
                  <c:v>0</c:v>
                </c:pt>
                <c:pt idx="19178">
                  <c:v>0</c:v>
                </c:pt>
                <c:pt idx="19179">
                  <c:v>0</c:v>
                </c:pt>
                <c:pt idx="19180">
                  <c:v>0</c:v>
                </c:pt>
                <c:pt idx="19181">
                  <c:v>0</c:v>
                </c:pt>
                <c:pt idx="19182">
                  <c:v>0</c:v>
                </c:pt>
                <c:pt idx="19183">
                  <c:v>0</c:v>
                </c:pt>
                <c:pt idx="19184">
                  <c:v>0</c:v>
                </c:pt>
                <c:pt idx="19185">
                  <c:v>0</c:v>
                </c:pt>
                <c:pt idx="19186">
                  <c:v>0</c:v>
                </c:pt>
                <c:pt idx="19187">
                  <c:v>0</c:v>
                </c:pt>
                <c:pt idx="19188">
                  <c:v>0</c:v>
                </c:pt>
                <c:pt idx="19189">
                  <c:v>0</c:v>
                </c:pt>
                <c:pt idx="19190">
                  <c:v>0</c:v>
                </c:pt>
                <c:pt idx="19191">
                  <c:v>0</c:v>
                </c:pt>
                <c:pt idx="19192">
                  <c:v>0</c:v>
                </c:pt>
                <c:pt idx="19193">
                  <c:v>0</c:v>
                </c:pt>
                <c:pt idx="19194">
                  <c:v>0</c:v>
                </c:pt>
                <c:pt idx="19195">
                  <c:v>0</c:v>
                </c:pt>
                <c:pt idx="19196">
                  <c:v>0</c:v>
                </c:pt>
                <c:pt idx="19197">
                  <c:v>0</c:v>
                </c:pt>
                <c:pt idx="19198">
                  <c:v>0</c:v>
                </c:pt>
                <c:pt idx="19199">
                  <c:v>0</c:v>
                </c:pt>
                <c:pt idx="19200">
                  <c:v>0</c:v>
                </c:pt>
                <c:pt idx="19201">
                  <c:v>0</c:v>
                </c:pt>
                <c:pt idx="19202">
                  <c:v>0</c:v>
                </c:pt>
                <c:pt idx="19203">
                  <c:v>0</c:v>
                </c:pt>
                <c:pt idx="19204">
                  <c:v>0</c:v>
                </c:pt>
                <c:pt idx="19205">
                  <c:v>0</c:v>
                </c:pt>
                <c:pt idx="19206">
                  <c:v>0</c:v>
                </c:pt>
                <c:pt idx="19207">
                  <c:v>0</c:v>
                </c:pt>
                <c:pt idx="19208">
                  <c:v>0</c:v>
                </c:pt>
                <c:pt idx="19209">
                  <c:v>0</c:v>
                </c:pt>
                <c:pt idx="19210">
                  <c:v>0</c:v>
                </c:pt>
                <c:pt idx="19211">
                  <c:v>0</c:v>
                </c:pt>
                <c:pt idx="19212">
                  <c:v>0</c:v>
                </c:pt>
                <c:pt idx="19213">
                  <c:v>0</c:v>
                </c:pt>
                <c:pt idx="19214">
                  <c:v>0</c:v>
                </c:pt>
                <c:pt idx="19215">
                  <c:v>0</c:v>
                </c:pt>
                <c:pt idx="19216">
                  <c:v>0</c:v>
                </c:pt>
                <c:pt idx="19217">
                  <c:v>0</c:v>
                </c:pt>
                <c:pt idx="19218">
                  <c:v>0</c:v>
                </c:pt>
                <c:pt idx="19219">
                  <c:v>0</c:v>
                </c:pt>
                <c:pt idx="19220">
                  <c:v>0</c:v>
                </c:pt>
                <c:pt idx="19221">
                  <c:v>0</c:v>
                </c:pt>
                <c:pt idx="19222">
                  <c:v>0</c:v>
                </c:pt>
                <c:pt idx="19223">
                  <c:v>0</c:v>
                </c:pt>
                <c:pt idx="19224">
                  <c:v>0</c:v>
                </c:pt>
                <c:pt idx="19225">
                  <c:v>0</c:v>
                </c:pt>
                <c:pt idx="19226">
                  <c:v>0</c:v>
                </c:pt>
                <c:pt idx="19227">
                  <c:v>0</c:v>
                </c:pt>
                <c:pt idx="19228">
                  <c:v>0</c:v>
                </c:pt>
                <c:pt idx="19229">
                  <c:v>0</c:v>
                </c:pt>
                <c:pt idx="19230">
                  <c:v>0</c:v>
                </c:pt>
                <c:pt idx="19231">
                  <c:v>0</c:v>
                </c:pt>
                <c:pt idx="19232">
                  <c:v>0</c:v>
                </c:pt>
                <c:pt idx="19233">
                  <c:v>0</c:v>
                </c:pt>
                <c:pt idx="19234">
                  <c:v>0</c:v>
                </c:pt>
                <c:pt idx="19235">
                  <c:v>0</c:v>
                </c:pt>
                <c:pt idx="19236">
                  <c:v>0</c:v>
                </c:pt>
                <c:pt idx="19237">
                  <c:v>0</c:v>
                </c:pt>
                <c:pt idx="19238">
                  <c:v>0</c:v>
                </c:pt>
                <c:pt idx="19239">
                  <c:v>0</c:v>
                </c:pt>
                <c:pt idx="19240">
                  <c:v>0</c:v>
                </c:pt>
                <c:pt idx="19241">
                  <c:v>0</c:v>
                </c:pt>
                <c:pt idx="19242">
                  <c:v>0</c:v>
                </c:pt>
                <c:pt idx="19243">
                  <c:v>0</c:v>
                </c:pt>
                <c:pt idx="19244">
                  <c:v>0</c:v>
                </c:pt>
                <c:pt idx="19245">
                  <c:v>0</c:v>
                </c:pt>
                <c:pt idx="19246">
                  <c:v>0</c:v>
                </c:pt>
                <c:pt idx="19247">
                  <c:v>0</c:v>
                </c:pt>
                <c:pt idx="19248">
                  <c:v>0</c:v>
                </c:pt>
                <c:pt idx="19249">
                  <c:v>0</c:v>
                </c:pt>
                <c:pt idx="19250">
                  <c:v>0</c:v>
                </c:pt>
                <c:pt idx="19251">
                  <c:v>0</c:v>
                </c:pt>
                <c:pt idx="19252">
                  <c:v>0</c:v>
                </c:pt>
                <c:pt idx="19253">
                  <c:v>0</c:v>
                </c:pt>
                <c:pt idx="19254">
                  <c:v>0</c:v>
                </c:pt>
                <c:pt idx="19255">
                  <c:v>0</c:v>
                </c:pt>
                <c:pt idx="19256">
                  <c:v>0</c:v>
                </c:pt>
                <c:pt idx="19257">
                  <c:v>0</c:v>
                </c:pt>
                <c:pt idx="19258">
                  <c:v>0</c:v>
                </c:pt>
                <c:pt idx="19259">
                  <c:v>0</c:v>
                </c:pt>
                <c:pt idx="19260">
                  <c:v>0</c:v>
                </c:pt>
                <c:pt idx="19261">
                  <c:v>0</c:v>
                </c:pt>
                <c:pt idx="19262">
                  <c:v>0</c:v>
                </c:pt>
                <c:pt idx="19263">
                  <c:v>0</c:v>
                </c:pt>
                <c:pt idx="19264">
                  <c:v>0</c:v>
                </c:pt>
                <c:pt idx="19265">
                  <c:v>0</c:v>
                </c:pt>
                <c:pt idx="19266">
                  <c:v>0</c:v>
                </c:pt>
                <c:pt idx="19267">
                  <c:v>0</c:v>
                </c:pt>
                <c:pt idx="19268">
                  <c:v>0</c:v>
                </c:pt>
                <c:pt idx="19269">
                  <c:v>0</c:v>
                </c:pt>
                <c:pt idx="19270">
                  <c:v>0</c:v>
                </c:pt>
                <c:pt idx="19271">
                  <c:v>0</c:v>
                </c:pt>
                <c:pt idx="19272">
                  <c:v>0</c:v>
                </c:pt>
                <c:pt idx="19273">
                  <c:v>0</c:v>
                </c:pt>
                <c:pt idx="19274">
                  <c:v>0</c:v>
                </c:pt>
                <c:pt idx="19275">
                  <c:v>0</c:v>
                </c:pt>
                <c:pt idx="19276">
                  <c:v>0</c:v>
                </c:pt>
                <c:pt idx="19277">
                  <c:v>0</c:v>
                </c:pt>
                <c:pt idx="19278">
                  <c:v>0</c:v>
                </c:pt>
                <c:pt idx="19279">
                  <c:v>0</c:v>
                </c:pt>
                <c:pt idx="19280">
                  <c:v>0</c:v>
                </c:pt>
                <c:pt idx="19281">
                  <c:v>0</c:v>
                </c:pt>
                <c:pt idx="19282">
                  <c:v>0</c:v>
                </c:pt>
                <c:pt idx="19283">
                  <c:v>0</c:v>
                </c:pt>
                <c:pt idx="19284">
                  <c:v>0</c:v>
                </c:pt>
                <c:pt idx="19285">
                  <c:v>0</c:v>
                </c:pt>
                <c:pt idx="19286">
                  <c:v>0</c:v>
                </c:pt>
                <c:pt idx="19287">
                  <c:v>0</c:v>
                </c:pt>
                <c:pt idx="19288">
                  <c:v>0</c:v>
                </c:pt>
                <c:pt idx="19289">
                  <c:v>0</c:v>
                </c:pt>
                <c:pt idx="19290">
                  <c:v>0</c:v>
                </c:pt>
                <c:pt idx="19291">
                  <c:v>0</c:v>
                </c:pt>
                <c:pt idx="19292">
                  <c:v>0</c:v>
                </c:pt>
                <c:pt idx="19293">
                  <c:v>0</c:v>
                </c:pt>
                <c:pt idx="19294">
                  <c:v>0</c:v>
                </c:pt>
                <c:pt idx="19295">
                  <c:v>0</c:v>
                </c:pt>
                <c:pt idx="19296">
                  <c:v>0</c:v>
                </c:pt>
                <c:pt idx="19297">
                  <c:v>0</c:v>
                </c:pt>
                <c:pt idx="19298">
                  <c:v>0</c:v>
                </c:pt>
                <c:pt idx="19299">
                  <c:v>0</c:v>
                </c:pt>
                <c:pt idx="19300">
                  <c:v>0</c:v>
                </c:pt>
                <c:pt idx="19301">
                  <c:v>0</c:v>
                </c:pt>
                <c:pt idx="19302">
                  <c:v>0</c:v>
                </c:pt>
                <c:pt idx="19303">
                  <c:v>0</c:v>
                </c:pt>
                <c:pt idx="19304">
                  <c:v>0</c:v>
                </c:pt>
                <c:pt idx="19305">
                  <c:v>0</c:v>
                </c:pt>
                <c:pt idx="19306">
                  <c:v>0</c:v>
                </c:pt>
                <c:pt idx="19307">
                  <c:v>0</c:v>
                </c:pt>
                <c:pt idx="19308">
                  <c:v>0</c:v>
                </c:pt>
                <c:pt idx="19309">
                  <c:v>0</c:v>
                </c:pt>
                <c:pt idx="19310">
                  <c:v>0</c:v>
                </c:pt>
                <c:pt idx="19311">
                  <c:v>0</c:v>
                </c:pt>
                <c:pt idx="19312">
                  <c:v>0</c:v>
                </c:pt>
                <c:pt idx="19313">
                  <c:v>0</c:v>
                </c:pt>
                <c:pt idx="19314">
                  <c:v>0</c:v>
                </c:pt>
                <c:pt idx="19315">
                  <c:v>0</c:v>
                </c:pt>
                <c:pt idx="19316">
                  <c:v>0</c:v>
                </c:pt>
                <c:pt idx="19317">
                  <c:v>0</c:v>
                </c:pt>
                <c:pt idx="19318">
                  <c:v>0</c:v>
                </c:pt>
                <c:pt idx="19319">
                  <c:v>0</c:v>
                </c:pt>
                <c:pt idx="19320">
                  <c:v>0</c:v>
                </c:pt>
                <c:pt idx="19321">
                  <c:v>0</c:v>
                </c:pt>
                <c:pt idx="19322">
                  <c:v>0</c:v>
                </c:pt>
                <c:pt idx="19323">
                  <c:v>0</c:v>
                </c:pt>
                <c:pt idx="19324">
                  <c:v>0</c:v>
                </c:pt>
                <c:pt idx="19325">
                  <c:v>0</c:v>
                </c:pt>
                <c:pt idx="19326">
                  <c:v>0</c:v>
                </c:pt>
                <c:pt idx="19327">
                  <c:v>0</c:v>
                </c:pt>
                <c:pt idx="19328">
                  <c:v>0</c:v>
                </c:pt>
                <c:pt idx="19329">
                  <c:v>0</c:v>
                </c:pt>
                <c:pt idx="19330">
                  <c:v>0</c:v>
                </c:pt>
                <c:pt idx="19331">
                  <c:v>0</c:v>
                </c:pt>
                <c:pt idx="19332">
                  <c:v>0</c:v>
                </c:pt>
                <c:pt idx="19333">
                  <c:v>0</c:v>
                </c:pt>
                <c:pt idx="19334">
                  <c:v>0</c:v>
                </c:pt>
                <c:pt idx="19335">
                  <c:v>0</c:v>
                </c:pt>
                <c:pt idx="19336">
                  <c:v>0</c:v>
                </c:pt>
                <c:pt idx="19337">
                  <c:v>0</c:v>
                </c:pt>
                <c:pt idx="19338">
                  <c:v>0</c:v>
                </c:pt>
                <c:pt idx="19339">
                  <c:v>0</c:v>
                </c:pt>
                <c:pt idx="19340">
                  <c:v>0</c:v>
                </c:pt>
                <c:pt idx="19341">
                  <c:v>0</c:v>
                </c:pt>
                <c:pt idx="19342">
                  <c:v>0</c:v>
                </c:pt>
                <c:pt idx="19343">
                  <c:v>0</c:v>
                </c:pt>
                <c:pt idx="19344">
                  <c:v>0</c:v>
                </c:pt>
                <c:pt idx="19345">
                  <c:v>0</c:v>
                </c:pt>
                <c:pt idx="19346">
                  <c:v>0</c:v>
                </c:pt>
                <c:pt idx="19347">
                  <c:v>0</c:v>
                </c:pt>
                <c:pt idx="19348">
                  <c:v>0</c:v>
                </c:pt>
                <c:pt idx="19349">
                  <c:v>0</c:v>
                </c:pt>
                <c:pt idx="19350">
                  <c:v>0</c:v>
                </c:pt>
                <c:pt idx="19351">
                  <c:v>0</c:v>
                </c:pt>
                <c:pt idx="19352">
                  <c:v>0</c:v>
                </c:pt>
                <c:pt idx="19353">
                  <c:v>0</c:v>
                </c:pt>
                <c:pt idx="19354">
                  <c:v>0</c:v>
                </c:pt>
                <c:pt idx="19355">
                  <c:v>0</c:v>
                </c:pt>
                <c:pt idx="19356">
                  <c:v>0</c:v>
                </c:pt>
                <c:pt idx="19357">
                  <c:v>0</c:v>
                </c:pt>
                <c:pt idx="19358">
                  <c:v>0</c:v>
                </c:pt>
                <c:pt idx="19359">
                  <c:v>0</c:v>
                </c:pt>
                <c:pt idx="19360">
                  <c:v>0</c:v>
                </c:pt>
                <c:pt idx="19361">
                  <c:v>0</c:v>
                </c:pt>
                <c:pt idx="19362">
                  <c:v>0</c:v>
                </c:pt>
                <c:pt idx="19363">
                  <c:v>0</c:v>
                </c:pt>
                <c:pt idx="19364">
                  <c:v>0</c:v>
                </c:pt>
                <c:pt idx="19365">
                  <c:v>0</c:v>
                </c:pt>
                <c:pt idx="19366">
                  <c:v>0</c:v>
                </c:pt>
                <c:pt idx="19367">
                  <c:v>0</c:v>
                </c:pt>
                <c:pt idx="19368">
                  <c:v>0</c:v>
                </c:pt>
                <c:pt idx="19369">
                  <c:v>0</c:v>
                </c:pt>
                <c:pt idx="19370">
                  <c:v>0</c:v>
                </c:pt>
                <c:pt idx="19371">
                  <c:v>0</c:v>
                </c:pt>
                <c:pt idx="19372">
                  <c:v>0</c:v>
                </c:pt>
                <c:pt idx="19373">
                  <c:v>0</c:v>
                </c:pt>
                <c:pt idx="19374">
                  <c:v>0</c:v>
                </c:pt>
                <c:pt idx="19375">
                  <c:v>0</c:v>
                </c:pt>
                <c:pt idx="19376">
                  <c:v>0</c:v>
                </c:pt>
                <c:pt idx="19377">
                  <c:v>0</c:v>
                </c:pt>
                <c:pt idx="19378">
                  <c:v>0</c:v>
                </c:pt>
                <c:pt idx="19379">
                  <c:v>0</c:v>
                </c:pt>
                <c:pt idx="19380">
                  <c:v>0</c:v>
                </c:pt>
                <c:pt idx="19381">
                  <c:v>0</c:v>
                </c:pt>
                <c:pt idx="19382">
                  <c:v>0</c:v>
                </c:pt>
                <c:pt idx="19383">
                  <c:v>0</c:v>
                </c:pt>
                <c:pt idx="19384">
                  <c:v>0</c:v>
                </c:pt>
                <c:pt idx="19385">
                  <c:v>0</c:v>
                </c:pt>
                <c:pt idx="19386">
                  <c:v>0</c:v>
                </c:pt>
                <c:pt idx="19387">
                  <c:v>0</c:v>
                </c:pt>
                <c:pt idx="19388">
                  <c:v>0</c:v>
                </c:pt>
                <c:pt idx="19389">
                  <c:v>0</c:v>
                </c:pt>
                <c:pt idx="19390">
                  <c:v>0</c:v>
                </c:pt>
                <c:pt idx="19391">
                  <c:v>0</c:v>
                </c:pt>
                <c:pt idx="19392">
                  <c:v>0</c:v>
                </c:pt>
                <c:pt idx="19393">
                  <c:v>0</c:v>
                </c:pt>
                <c:pt idx="19394">
                  <c:v>0</c:v>
                </c:pt>
                <c:pt idx="19395">
                  <c:v>0</c:v>
                </c:pt>
                <c:pt idx="19396">
                  <c:v>0</c:v>
                </c:pt>
                <c:pt idx="19397">
                  <c:v>0</c:v>
                </c:pt>
                <c:pt idx="19398">
                  <c:v>0</c:v>
                </c:pt>
                <c:pt idx="19399">
                  <c:v>0</c:v>
                </c:pt>
                <c:pt idx="19400">
                  <c:v>0</c:v>
                </c:pt>
                <c:pt idx="19401">
                  <c:v>0</c:v>
                </c:pt>
                <c:pt idx="19402">
                  <c:v>0</c:v>
                </c:pt>
                <c:pt idx="19403">
                  <c:v>0</c:v>
                </c:pt>
                <c:pt idx="19404">
                  <c:v>0</c:v>
                </c:pt>
                <c:pt idx="19405">
                  <c:v>0</c:v>
                </c:pt>
                <c:pt idx="19406">
                  <c:v>0</c:v>
                </c:pt>
                <c:pt idx="19407">
                  <c:v>0</c:v>
                </c:pt>
                <c:pt idx="19408">
                  <c:v>0</c:v>
                </c:pt>
                <c:pt idx="19409">
                  <c:v>0</c:v>
                </c:pt>
                <c:pt idx="19410">
                  <c:v>0</c:v>
                </c:pt>
                <c:pt idx="19411">
                  <c:v>0</c:v>
                </c:pt>
                <c:pt idx="19412">
                  <c:v>0</c:v>
                </c:pt>
                <c:pt idx="19413">
                  <c:v>0</c:v>
                </c:pt>
                <c:pt idx="19414">
                  <c:v>0</c:v>
                </c:pt>
                <c:pt idx="19415">
                  <c:v>0</c:v>
                </c:pt>
                <c:pt idx="19416">
                  <c:v>0</c:v>
                </c:pt>
                <c:pt idx="19417">
                  <c:v>0</c:v>
                </c:pt>
                <c:pt idx="19418">
                  <c:v>0</c:v>
                </c:pt>
                <c:pt idx="19419">
                  <c:v>0</c:v>
                </c:pt>
                <c:pt idx="19420">
                  <c:v>0</c:v>
                </c:pt>
                <c:pt idx="19421">
                  <c:v>0</c:v>
                </c:pt>
                <c:pt idx="19422">
                  <c:v>0</c:v>
                </c:pt>
                <c:pt idx="19423">
                  <c:v>0</c:v>
                </c:pt>
                <c:pt idx="19424">
                  <c:v>0</c:v>
                </c:pt>
                <c:pt idx="19425">
                  <c:v>0</c:v>
                </c:pt>
                <c:pt idx="19426">
                  <c:v>0</c:v>
                </c:pt>
                <c:pt idx="19427">
                  <c:v>0</c:v>
                </c:pt>
                <c:pt idx="19428">
                  <c:v>0</c:v>
                </c:pt>
                <c:pt idx="19429">
                  <c:v>0</c:v>
                </c:pt>
                <c:pt idx="19430">
                  <c:v>0</c:v>
                </c:pt>
                <c:pt idx="19431">
                  <c:v>0</c:v>
                </c:pt>
                <c:pt idx="19432">
                  <c:v>0</c:v>
                </c:pt>
                <c:pt idx="19433">
                  <c:v>0</c:v>
                </c:pt>
                <c:pt idx="19434">
                  <c:v>0</c:v>
                </c:pt>
                <c:pt idx="19435">
                  <c:v>0</c:v>
                </c:pt>
                <c:pt idx="19436">
                  <c:v>0</c:v>
                </c:pt>
                <c:pt idx="19437">
                  <c:v>0</c:v>
                </c:pt>
                <c:pt idx="19438">
                  <c:v>0</c:v>
                </c:pt>
                <c:pt idx="19439">
                  <c:v>0</c:v>
                </c:pt>
                <c:pt idx="19440">
                  <c:v>0</c:v>
                </c:pt>
                <c:pt idx="19441">
                  <c:v>0</c:v>
                </c:pt>
                <c:pt idx="19442">
                  <c:v>0</c:v>
                </c:pt>
                <c:pt idx="19443">
                  <c:v>0</c:v>
                </c:pt>
                <c:pt idx="19444">
                  <c:v>0</c:v>
                </c:pt>
                <c:pt idx="19445">
                  <c:v>0</c:v>
                </c:pt>
                <c:pt idx="19446">
                  <c:v>0</c:v>
                </c:pt>
                <c:pt idx="19447">
                  <c:v>0</c:v>
                </c:pt>
                <c:pt idx="19448">
                  <c:v>0</c:v>
                </c:pt>
                <c:pt idx="19449">
                  <c:v>0</c:v>
                </c:pt>
                <c:pt idx="19450">
                  <c:v>0</c:v>
                </c:pt>
                <c:pt idx="19451">
                  <c:v>0</c:v>
                </c:pt>
                <c:pt idx="19452">
                  <c:v>0</c:v>
                </c:pt>
                <c:pt idx="19453">
                  <c:v>0</c:v>
                </c:pt>
                <c:pt idx="19454">
                  <c:v>0</c:v>
                </c:pt>
                <c:pt idx="19455">
                  <c:v>0</c:v>
                </c:pt>
                <c:pt idx="19456">
                  <c:v>0</c:v>
                </c:pt>
                <c:pt idx="19457">
                  <c:v>0</c:v>
                </c:pt>
                <c:pt idx="19458">
                  <c:v>0</c:v>
                </c:pt>
                <c:pt idx="19459">
                  <c:v>0</c:v>
                </c:pt>
                <c:pt idx="19460">
                  <c:v>0</c:v>
                </c:pt>
                <c:pt idx="19461">
                  <c:v>0</c:v>
                </c:pt>
                <c:pt idx="19462">
                  <c:v>0</c:v>
                </c:pt>
                <c:pt idx="19463">
                  <c:v>0</c:v>
                </c:pt>
                <c:pt idx="19464">
                  <c:v>0</c:v>
                </c:pt>
                <c:pt idx="19465">
                  <c:v>0</c:v>
                </c:pt>
                <c:pt idx="19466">
                  <c:v>0</c:v>
                </c:pt>
                <c:pt idx="19467">
                  <c:v>0</c:v>
                </c:pt>
                <c:pt idx="19468">
                  <c:v>0</c:v>
                </c:pt>
                <c:pt idx="19469">
                  <c:v>0</c:v>
                </c:pt>
                <c:pt idx="19470">
                  <c:v>0</c:v>
                </c:pt>
                <c:pt idx="19471">
                  <c:v>0</c:v>
                </c:pt>
                <c:pt idx="19472">
                  <c:v>0</c:v>
                </c:pt>
                <c:pt idx="19473">
                  <c:v>0</c:v>
                </c:pt>
                <c:pt idx="19474">
                  <c:v>0</c:v>
                </c:pt>
                <c:pt idx="19475">
                  <c:v>0</c:v>
                </c:pt>
                <c:pt idx="19476">
                  <c:v>0</c:v>
                </c:pt>
                <c:pt idx="19477">
                  <c:v>0</c:v>
                </c:pt>
                <c:pt idx="19478">
                  <c:v>0</c:v>
                </c:pt>
                <c:pt idx="19479">
                  <c:v>0</c:v>
                </c:pt>
                <c:pt idx="19480">
                  <c:v>0</c:v>
                </c:pt>
                <c:pt idx="19481">
                  <c:v>0</c:v>
                </c:pt>
                <c:pt idx="19482">
                  <c:v>0</c:v>
                </c:pt>
                <c:pt idx="19483">
                  <c:v>0</c:v>
                </c:pt>
                <c:pt idx="19484">
                  <c:v>0</c:v>
                </c:pt>
                <c:pt idx="19485">
                  <c:v>0</c:v>
                </c:pt>
                <c:pt idx="19486">
                  <c:v>0</c:v>
                </c:pt>
                <c:pt idx="19487">
                  <c:v>0</c:v>
                </c:pt>
                <c:pt idx="19488">
                  <c:v>0</c:v>
                </c:pt>
                <c:pt idx="19489">
                  <c:v>0</c:v>
                </c:pt>
                <c:pt idx="19490">
                  <c:v>0</c:v>
                </c:pt>
                <c:pt idx="19491">
                  <c:v>0</c:v>
                </c:pt>
                <c:pt idx="19492">
                  <c:v>0</c:v>
                </c:pt>
                <c:pt idx="19493">
                  <c:v>0</c:v>
                </c:pt>
                <c:pt idx="19494">
                  <c:v>0</c:v>
                </c:pt>
                <c:pt idx="19495">
                  <c:v>0</c:v>
                </c:pt>
                <c:pt idx="19496">
                  <c:v>0</c:v>
                </c:pt>
                <c:pt idx="19497">
                  <c:v>0</c:v>
                </c:pt>
                <c:pt idx="19498">
                  <c:v>0</c:v>
                </c:pt>
                <c:pt idx="19499">
                  <c:v>0</c:v>
                </c:pt>
                <c:pt idx="19500">
                  <c:v>0</c:v>
                </c:pt>
                <c:pt idx="19501">
                  <c:v>0</c:v>
                </c:pt>
                <c:pt idx="19502">
                  <c:v>0</c:v>
                </c:pt>
                <c:pt idx="19503">
                  <c:v>0</c:v>
                </c:pt>
                <c:pt idx="19504">
                  <c:v>0</c:v>
                </c:pt>
                <c:pt idx="19505">
                  <c:v>0</c:v>
                </c:pt>
                <c:pt idx="19506">
                  <c:v>0</c:v>
                </c:pt>
                <c:pt idx="19507">
                  <c:v>0</c:v>
                </c:pt>
                <c:pt idx="19508">
                  <c:v>0</c:v>
                </c:pt>
                <c:pt idx="19509">
                  <c:v>0</c:v>
                </c:pt>
                <c:pt idx="19510">
                  <c:v>0</c:v>
                </c:pt>
                <c:pt idx="19511">
                  <c:v>0</c:v>
                </c:pt>
                <c:pt idx="19512">
                  <c:v>0</c:v>
                </c:pt>
                <c:pt idx="19513">
                  <c:v>0</c:v>
                </c:pt>
                <c:pt idx="19514">
                  <c:v>0</c:v>
                </c:pt>
                <c:pt idx="19515">
                  <c:v>0</c:v>
                </c:pt>
                <c:pt idx="19516">
                  <c:v>0</c:v>
                </c:pt>
                <c:pt idx="19517">
                  <c:v>0</c:v>
                </c:pt>
                <c:pt idx="19518">
                  <c:v>0</c:v>
                </c:pt>
                <c:pt idx="19519">
                  <c:v>0</c:v>
                </c:pt>
                <c:pt idx="19520">
                  <c:v>0</c:v>
                </c:pt>
                <c:pt idx="19521">
                  <c:v>0</c:v>
                </c:pt>
                <c:pt idx="19522">
                  <c:v>0</c:v>
                </c:pt>
                <c:pt idx="19523">
                  <c:v>0</c:v>
                </c:pt>
                <c:pt idx="19524">
                  <c:v>0</c:v>
                </c:pt>
                <c:pt idx="19525">
                  <c:v>0</c:v>
                </c:pt>
                <c:pt idx="19526">
                  <c:v>0</c:v>
                </c:pt>
                <c:pt idx="19527">
                  <c:v>0</c:v>
                </c:pt>
                <c:pt idx="19528">
                  <c:v>0</c:v>
                </c:pt>
                <c:pt idx="19529">
                  <c:v>0</c:v>
                </c:pt>
                <c:pt idx="19530">
                  <c:v>0</c:v>
                </c:pt>
                <c:pt idx="19531">
                  <c:v>0</c:v>
                </c:pt>
                <c:pt idx="19532">
                  <c:v>0</c:v>
                </c:pt>
                <c:pt idx="19533">
                  <c:v>0</c:v>
                </c:pt>
                <c:pt idx="19534">
                  <c:v>0</c:v>
                </c:pt>
                <c:pt idx="19535">
                  <c:v>0</c:v>
                </c:pt>
                <c:pt idx="19536">
                  <c:v>0</c:v>
                </c:pt>
                <c:pt idx="19537">
                  <c:v>0</c:v>
                </c:pt>
                <c:pt idx="19538">
                  <c:v>0</c:v>
                </c:pt>
                <c:pt idx="19539">
                  <c:v>0</c:v>
                </c:pt>
                <c:pt idx="19540">
                  <c:v>0</c:v>
                </c:pt>
                <c:pt idx="19541">
                  <c:v>0</c:v>
                </c:pt>
                <c:pt idx="19542">
                  <c:v>0</c:v>
                </c:pt>
                <c:pt idx="19543">
                  <c:v>0</c:v>
                </c:pt>
                <c:pt idx="19544">
                  <c:v>0</c:v>
                </c:pt>
                <c:pt idx="19545">
                  <c:v>0</c:v>
                </c:pt>
                <c:pt idx="19546">
                  <c:v>0</c:v>
                </c:pt>
                <c:pt idx="19547">
                  <c:v>0</c:v>
                </c:pt>
                <c:pt idx="19548">
                  <c:v>0</c:v>
                </c:pt>
                <c:pt idx="19549">
                  <c:v>0</c:v>
                </c:pt>
                <c:pt idx="19550">
                  <c:v>0</c:v>
                </c:pt>
                <c:pt idx="19551">
                  <c:v>0</c:v>
                </c:pt>
                <c:pt idx="19552">
                  <c:v>0</c:v>
                </c:pt>
                <c:pt idx="19553">
                  <c:v>0</c:v>
                </c:pt>
                <c:pt idx="19554">
                  <c:v>0</c:v>
                </c:pt>
                <c:pt idx="19555">
                  <c:v>0</c:v>
                </c:pt>
                <c:pt idx="19556">
                  <c:v>0</c:v>
                </c:pt>
                <c:pt idx="19557">
                  <c:v>0</c:v>
                </c:pt>
                <c:pt idx="19558">
                  <c:v>0</c:v>
                </c:pt>
                <c:pt idx="19559">
                  <c:v>0</c:v>
                </c:pt>
                <c:pt idx="19560">
                  <c:v>0</c:v>
                </c:pt>
                <c:pt idx="19561">
                  <c:v>0</c:v>
                </c:pt>
                <c:pt idx="19562">
                  <c:v>0</c:v>
                </c:pt>
                <c:pt idx="19563">
                  <c:v>0</c:v>
                </c:pt>
                <c:pt idx="19564">
                  <c:v>0</c:v>
                </c:pt>
                <c:pt idx="19565">
                  <c:v>0</c:v>
                </c:pt>
                <c:pt idx="19566">
                  <c:v>0</c:v>
                </c:pt>
                <c:pt idx="19567">
                  <c:v>0</c:v>
                </c:pt>
                <c:pt idx="19568">
                  <c:v>0</c:v>
                </c:pt>
                <c:pt idx="19569">
                  <c:v>0</c:v>
                </c:pt>
                <c:pt idx="19570">
                  <c:v>0</c:v>
                </c:pt>
                <c:pt idx="19571">
                  <c:v>0</c:v>
                </c:pt>
                <c:pt idx="19572">
                  <c:v>0</c:v>
                </c:pt>
                <c:pt idx="19573">
                  <c:v>0</c:v>
                </c:pt>
                <c:pt idx="19574">
                  <c:v>0</c:v>
                </c:pt>
                <c:pt idx="19575">
                  <c:v>0</c:v>
                </c:pt>
                <c:pt idx="19576">
                  <c:v>0</c:v>
                </c:pt>
                <c:pt idx="19577">
                  <c:v>0</c:v>
                </c:pt>
                <c:pt idx="19578">
                  <c:v>0</c:v>
                </c:pt>
                <c:pt idx="19579">
                  <c:v>0</c:v>
                </c:pt>
                <c:pt idx="19580">
                  <c:v>0</c:v>
                </c:pt>
                <c:pt idx="19581">
                  <c:v>0</c:v>
                </c:pt>
                <c:pt idx="19582">
                  <c:v>0</c:v>
                </c:pt>
                <c:pt idx="19583">
                  <c:v>0</c:v>
                </c:pt>
                <c:pt idx="19584">
                  <c:v>0</c:v>
                </c:pt>
                <c:pt idx="19585">
                  <c:v>0</c:v>
                </c:pt>
                <c:pt idx="19586">
                  <c:v>0</c:v>
                </c:pt>
                <c:pt idx="19587">
                  <c:v>0</c:v>
                </c:pt>
                <c:pt idx="19588">
                  <c:v>0</c:v>
                </c:pt>
                <c:pt idx="19589">
                  <c:v>0</c:v>
                </c:pt>
                <c:pt idx="19590">
                  <c:v>0</c:v>
                </c:pt>
                <c:pt idx="19591">
                  <c:v>0</c:v>
                </c:pt>
                <c:pt idx="19592">
                  <c:v>0</c:v>
                </c:pt>
                <c:pt idx="19593">
                  <c:v>0</c:v>
                </c:pt>
                <c:pt idx="19594">
                  <c:v>0</c:v>
                </c:pt>
                <c:pt idx="19595">
                  <c:v>0</c:v>
                </c:pt>
                <c:pt idx="19596">
                  <c:v>0</c:v>
                </c:pt>
                <c:pt idx="19597">
                  <c:v>0</c:v>
                </c:pt>
                <c:pt idx="19598">
                  <c:v>0</c:v>
                </c:pt>
                <c:pt idx="19599">
                  <c:v>0</c:v>
                </c:pt>
                <c:pt idx="19600">
                  <c:v>0</c:v>
                </c:pt>
                <c:pt idx="19601">
                  <c:v>0</c:v>
                </c:pt>
                <c:pt idx="19602">
                  <c:v>0</c:v>
                </c:pt>
                <c:pt idx="19603">
                  <c:v>0</c:v>
                </c:pt>
                <c:pt idx="19604">
                  <c:v>0</c:v>
                </c:pt>
                <c:pt idx="19605">
                  <c:v>0</c:v>
                </c:pt>
                <c:pt idx="19606">
                  <c:v>0</c:v>
                </c:pt>
                <c:pt idx="19607">
                  <c:v>0</c:v>
                </c:pt>
                <c:pt idx="19608">
                  <c:v>0</c:v>
                </c:pt>
                <c:pt idx="19609">
                  <c:v>0</c:v>
                </c:pt>
                <c:pt idx="19610">
                  <c:v>0</c:v>
                </c:pt>
                <c:pt idx="19611">
                  <c:v>0</c:v>
                </c:pt>
                <c:pt idx="19612">
                  <c:v>0</c:v>
                </c:pt>
                <c:pt idx="19613">
                  <c:v>0</c:v>
                </c:pt>
                <c:pt idx="19614">
                  <c:v>0</c:v>
                </c:pt>
                <c:pt idx="19615">
                  <c:v>0</c:v>
                </c:pt>
                <c:pt idx="19616">
                  <c:v>0</c:v>
                </c:pt>
                <c:pt idx="19617">
                  <c:v>0</c:v>
                </c:pt>
                <c:pt idx="19618">
                  <c:v>0</c:v>
                </c:pt>
                <c:pt idx="19619">
                  <c:v>0</c:v>
                </c:pt>
                <c:pt idx="19620">
                  <c:v>0</c:v>
                </c:pt>
                <c:pt idx="19621">
                  <c:v>0</c:v>
                </c:pt>
                <c:pt idx="19622">
                  <c:v>0</c:v>
                </c:pt>
                <c:pt idx="19623">
                  <c:v>0</c:v>
                </c:pt>
                <c:pt idx="19624">
                  <c:v>0</c:v>
                </c:pt>
                <c:pt idx="19625">
                  <c:v>0</c:v>
                </c:pt>
                <c:pt idx="19626">
                  <c:v>0</c:v>
                </c:pt>
                <c:pt idx="19627">
                  <c:v>0</c:v>
                </c:pt>
                <c:pt idx="19628">
                  <c:v>0</c:v>
                </c:pt>
                <c:pt idx="19629">
                  <c:v>0</c:v>
                </c:pt>
                <c:pt idx="19630">
                  <c:v>0</c:v>
                </c:pt>
                <c:pt idx="19631">
                  <c:v>0</c:v>
                </c:pt>
                <c:pt idx="19632">
                  <c:v>0</c:v>
                </c:pt>
                <c:pt idx="19633">
                  <c:v>0</c:v>
                </c:pt>
                <c:pt idx="19634">
                  <c:v>0</c:v>
                </c:pt>
                <c:pt idx="19635">
                  <c:v>0</c:v>
                </c:pt>
                <c:pt idx="19636">
                  <c:v>0</c:v>
                </c:pt>
                <c:pt idx="19637">
                  <c:v>0</c:v>
                </c:pt>
                <c:pt idx="19638">
                  <c:v>0</c:v>
                </c:pt>
                <c:pt idx="19639">
                  <c:v>0</c:v>
                </c:pt>
                <c:pt idx="19640">
                  <c:v>0</c:v>
                </c:pt>
                <c:pt idx="19641">
                  <c:v>0</c:v>
                </c:pt>
                <c:pt idx="19642">
                  <c:v>0</c:v>
                </c:pt>
                <c:pt idx="19643">
                  <c:v>0</c:v>
                </c:pt>
                <c:pt idx="19644">
                  <c:v>0</c:v>
                </c:pt>
                <c:pt idx="19645">
                  <c:v>0</c:v>
                </c:pt>
                <c:pt idx="19646">
                  <c:v>0</c:v>
                </c:pt>
                <c:pt idx="19647">
                  <c:v>0</c:v>
                </c:pt>
                <c:pt idx="19648">
                  <c:v>0</c:v>
                </c:pt>
                <c:pt idx="19649">
                  <c:v>0</c:v>
                </c:pt>
                <c:pt idx="19650">
                  <c:v>0</c:v>
                </c:pt>
                <c:pt idx="19651">
                  <c:v>0</c:v>
                </c:pt>
                <c:pt idx="19652">
                  <c:v>0</c:v>
                </c:pt>
                <c:pt idx="19653">
                  <c:v>0</c:v>
                </c:pt>
                <c:pt idx="19654">
                  <c:v>0</c:v>
                </c:pt>
                <c:pt idx="19655">
                  <c:v>0</c:v>
                </c:pt>
                <c:pt idx="19656">
                  <c:v>0</c:v>
                </c:pt>
                <c:pt idx="19657">
                  <c:v>0</c:v>
                </c:pt>
                <c:pt idx="19658">
                  <c:v>0</c:v>
                </c:pt>
                <c:pt idx="19659">
                  <c:v>0</c:v>
                </c:pt>
                <c:pt idx="19660">
                  <c:v>0</c:v>
                </c:pt>
                <c:pt idx="19661">
                  <c:v>0</c:v>
                </c:pt>
                <c:pt idx="19662">
                  <c:v>0</c:v>
                </c:pt>
                <c:pt idx="19663">
                  <c:v>0</c:v>
                </c:pt>
                <c:pt idx="19664">
                  <c:v>0</c:v>
                </c:pt>
                <c:pt idx="19665">
                  <c:v>0</c:v>
                </c:pt>
                <c:pt idx="19666">
                  <c:v>0</c:v>
                </c:pt>
                <c:pt idx="19667">
                  <c:v>0</c:v>
                </c:pt>
                <c:pt idx="19668">
                  <c:v>0</c:v>
                </c:pt>
                <c:pt idx="19669">
                  <c:v>0</c:v>
                </c:pt>
                <c:pt idx="19670">
                  <c:v>0</c:v>
                </c:pt>
                <c:pt idx="19671">
                  <c:v>0</c:v>
                </c:pt>
                <c:pt idx="19672">
                  <c:v>0</c:v>
                </c:pt>
                <c:pt idx="19673">
                  <c:v>0</c:v>
                </c:pt>
                <c:pt idx="19674">
                  <c:v>0</c:v>
                </c:pt>
                <c:pt idx="19675">
                  <c:v>0</c:v>
                </c:pt>
                <c:pt idx="19676">
                  <c:v>0</c:v>
                </c:pt>
                <c:pt idx="19677">
                  <c:v>0</c:v>
                </c:pt>
                <c:pt idx="19678">
                  <c:v>0</c:v>
                </c:pt>
                <c:pt idx="19679">
                  <c:v>0</c:v>
                </c:pt>
                <c:pt idx="19680">
                  <c:v>0</c:v>
                </c:pt>
                <c:pt idx="19681">
                  <c:v>0</c:v>
                </c:pt>
                <c:pt idx="19682">
                  <c:v>0</c:v>
                </c:pt>
                <c:pt idx="19683">
                  <c:v>0</c:v>
                </c:pt>
                <c:pt idx="19684">
                  <c:v>0</c:v>
                </c:pt>
                <c:pt idx="19685">
                  <c:v>0</c:v>
                </c:pt>
                <c:pt idx="19686">
                  <c:v>0</c:v>
                </c:pt>
                <c:pt idx="19687">
                  <c:v>0</c:v>
                </c:pt>
                <c:pt idx="19688">
                  <c:v>0</c:v>
                </c:pt>
                <c:pt idx="19689">
                  <c:v>0</c:v>
                </c:pt>
                <c:pt idx="19690">
                  <c:v>0</c:v>
                </c:pt>
                <c:pt idx="19691">
                  <c:v>0</c:v>
                </c:pt>
                <c:pt idx="19692">
                  <c:v>0</c:v>
                </c:pt>
                <c:pt idx="19693">
                  <c:v>0</c:v>
                </c:pt>
                <c:pt idx="19694">
                  <c:v>0</c:v>
                </c:pt>
                <c:pt idx="19695">
                  <c:v>0</c:v>
                </c:pt>
                <c:pt idx="19696">
                  <c:v>0</c:v>
                </c:pt>
                <c:pt idx="19697">
                  <c:v>0</c:v>
                </c:pt>
                <c:pt idx="19698">
                  <c:v>0</c:v>
                </c:pt>
                <c:pt idx="19699">
                  <c:v>0</c:v>
                </c:pt>
                <c:pt idx="19700">
                  <c:v>0</c:v>
                </c:pt>
                <c:pt idx="19701">
                  <c:v>0</c:v>
                </c:pt>
                <c:pt idx="19702">
                  <c:v>0</c:v>
                </c:pt>
                <c:pt idx="19703">
                  <c:v>0</c:v>
                </c:pt>
                <c:pt idx="19704">
                  <c:v>0</c:v>
                </c:pt>
                <c:pt idx="19705">
                  <c:v>0</c:v>
                </c:pt>
                <c:pt idx="19706">
                  <c:v>0</c:v>
                </c:pt>
                <c:pt idx="19707">
                  <c:v>0</c:v>
                </c:pt>
                <c:pt idx="19708">
                  <c:v>0</c:v>
                </c:pt>
                <c:pt idx="19709">
                  <c:v>0</c:v>
                </c:pt>
                <c:pt idx="19710">
                  <c:v>0</c:v>
                </c:pt>
                <c:pt idx="19711">
                  <c:v>0</c:v>
                </c:pt>
                <c:pt idx="19712">
                  <c:v>0</c:v>
                </c:pt>
                <c:pt idx="19713">
                  <c:v>0</c:v>
                </c:pt>
                <c:pt idx="19714">
                  <c:v>0</c:v>
                </c:pt>
                <c:pt idx="19715">
                  <c:v>0</c:v>
                </c:pt>
                <c:pt idx="19716">
                  <c:v>0</c:v>
                </c:pt>
                <c:pt idx="19717">
                  <c:v>0</c:v>
                </c:pt>
                <c:pt idx="19718">
                  <c:v>0</c:v>
                </c:pt>
                <c:pt idx="19719">
                  <c:v>0</c:v>
                </c:pt>
                <c:pt idx="19720">
                  <c:v>0</c:v>
                </c:pt>
                <c:pt idx="19721">
                  <c:v>0</c:v>
                </c:pt>
                <c:pt idx="19722">
                  <c:v>0</c:v>
                </c:pt>
                <c:pt idx="19723">
                  <c:v>0</c:v>
                </c:pt>
                <c:pt idx="19724">
                  <c:v>0</c:v>
                </c:pt>
                <c:pt idx="19725">
                  <c:v>0</c:v>
                </c:pt>
                <c:pt idx="19726">
                  <c:v>0</c:v>
                </c:pt>
                <c:pt idx="19727">
                  <c:v>0</c:v>
                </c:pt>
                <c:pt idx="19728">
                  <c:v>0</c:v>
                </c:pt>
                <c:pt idx="19729">
                  <c:v>0</c:v>
                </c:pt>
                <c:pt idx="19730">
                  <c:v>0</c:v>
                </c:pt>
                <c:pt idx="19731">
                  <c:v>0</c:v>
                </c:pt>
                <c:pt idx="19732">
                  <c:v>0</c:v>
                </c:pt>
                <c:pt idx="19733">
                  <c:v>0</c:v>
                </c:pt>
                <c:pt idx="19734">
                  <c:v>0</c:v>
                </c:pt>
                <c:pt idx="19735">
                  <c:v>0</c:v>
                </c:pt>
                <c:pt idx="19736">
                  <c:v>0</c:v>
                </c:pt>
                <c:pt idx="19737">
                  <c:v>0</c:v>
                </c:pt>
                <c:pt idx="19738">
                  <c:v>0</c:v>
                </c:pt>
                <c:pt idx="19739">
                  <c:v>0</c:v>
                </c:pt>
                <c:pt idx="19740">
                  <c:v>0</c:v>
                </c:pt>
                <c:pt idx="19741">
                  <c:v>0</c:v>
                </c:pt>
                <c:pt idx="19742">
                  <c:v>0</c:v>
                </c:pt>
                <c:pt idx="19743">
                  <c:v>0</c:v>
                </c:pt>
                <c:pt idx="19744">
                  <c:v>0</c:v>
                </c:pt>
                <c:pt idx="19745">
                  <c:v>0</c:v>
                </c:pt>
                <c:pt idx="19746">
                  <c:v>0</c:v>
                </c:pt>
                <c:pt idx="19747">
                  <c:v>0</c:v>
                </c:pt>
                <c:pt idx="19748">
                  <c:v>0</c:v>
                </c:pt>
                <c:pt idx="19749">
                  <c:v>0</c:v>
                </c:pt>
                <c:pt idx="19750">
                  <c:v>0</c:v>
                </c:pt>
                <c:pt idx="19751">
                  <c:v>0</c:v>
                </c:pt>
                <c:pt idx="19752">
                  <c:v>0</c:v>
                </c:pt>
                <c:pt idx="19753">
                  <c:v>0</c:v>
                </c:pt>
                <c:pt idx="19754">
                  <c:v>0</c:v>
                </c:pt>
                <c:pt idx="19755">
                  <c:v>0</c:v>
                </c:pt>
                <c:pt idx="19756">
                  <c:v>0</c:v>
                </c:pt>
                <c:pt idx="19757">
                  <c:v>0</c:v>
                </c:pt>
                <c:pt idx="19758">
                  <c:v>0</c:v>
                </c:pt>
                <c:pt idx="19759">
                  <c:v>0</c:v>
                </c:pt>
                <c:pt idx="19760">
                  <c:v>0</c:v>
                </c:pt>
                <c:pt idx="19761">
                  <c:v>0</c:v>
                </c:pt>
                <c:pt idx="19762">
                  <c:v>0</c:v>
                </c:pt>
                <c:pt idx="19763">
                  <c:v>0</c:v>
                </c:pt>
                <c:pt idx="19764">
                  <c:v>0</c:v>
                </c:pt>
                <c:pt idx="19765">
                  <c:v>0</c:v>
                </c:pt>
                <c:pt idx="19766">
                  <c:v>0</c:v>
                </c:pt>
                <c:pt idx="19767">
                  <c:v>0</c:v>
                </c:pt>
                <c:pt idx="19768">
                  <c:v>0</c:v>
                </c:pt>
                <c:pt idx="19769">
                  <c:v>0</c:v>
                </c:pt>
                <c:pt idx="19770">
                  <c:v>0</c:v>
                </c:pt>
                <c:pt idx="19771">
                  <c:v>0</c:v>
                </c:pt>
                <c:pt idx="19772">
                  <c:v>0</c:v>
                </c:pt>
                <c:pt idx="19773">
                  <c:v>0</c:v>
                </c:pt>
                <c:pt idx="19774">
                  <c:v>0</c:v>
                </c:pt>
                <c:pt idx="19775">
                  <c:v>0</c:v>
                </c:pt>
                <c:pt idx="19776">
                  <c:v>0</c:v>
                </c:pt>
                <c:pt idx="19777">
                  <c:v>0</c:v>
                </c:pt>
                <c:pt idx="19778">
                  <c:v>0</c:v>
                </c:pt>
                <c:pt idx="19779">
                  <c:v>0</c:v>
                </c:pt>
                <c:pt idx="19780">
                  <c:v>0</c:v>
                </c:pt>
                <c:pt idx="19781">
                  <c:v>0</c:v>
                </c:pt>
                <c:pt idx="19782">
                  <c:v>0</c:v>
                </c:pt>
                <c:pt idx="19783">
                  <c:v>0</c:v>
                </c:pt>
                <c:pt idx="19784">
                  <c:v>0</c:v>
                </c:pt>
                <c:pt idx="19785">
                  <c:v>0</c:v>
                </c:pt>
                <c:pt idx="19786">
                  <c:v>0</c:v>
                </c:pt>
                <c:pt idx="19787">
                  <c:v>0</c:v>
                </c:pt>
                <c:pt idx="19788">
                  <c:v>0</c:v>
                </c:pt>
                <c:pt idx="19789">
                  <c:v>0</c:v>
                </c:pt>
                <c:pt idx="19790">
                  <c:v>0</c:v>
                </c:pt>
                <c:pt idx="19791">
                  <c:v>0</c:v>
                </c:pt>
                <c:pt idx="19792">
                  <c:v>0</c:v>
                </c:pt>
                <c:pt idx="19793">
                  <c:v>0</c:v>
                </c:pt>
                <c:pt idx="19794">
                  <c:v>0</c:v>
                </c:pt>
                <c:pt idx="19795">
                  <c:v>0</c:v>
                </c:pt>
                <c:pt idx="19796">
                  <c:v>0</c:v>
                </c:pt>
                <c:pt idx="19797">
                  <c:v>0</c:v>
                </c:pt>
                <c:pt idx="19798">
                  <c:v>0</c:v>
                </c:pt>
                <c:pt idx="19799">
                  <c:v>0</c:v>
                </c:pt>
                <c:pt idx="19800">
                  <c:v>0</c:v>
                </c:pt>
                <c:pt idx="19801">
                  <c:v>0</c:v>
                </c:pt>
                <c:pt idx="19802">
                  <c:v>0</c:v>
                </c:pt>
                <c:pt idx="19803">
                  <c:v>0</c:v>
                </c:pt>
                <c:pt idx="19804">
                  <c:v>0</c:v>
                </c:pt>
                <c:pt idx="19805">
                  <c:v>0</c:v>
                </c:pt>
                <c:pt idx="19806">
                  <c:v>0</c:v>
                </c:pt>
                <c:pt idx="19807">
                  <c:v>0</c:v>
                </c:pt>
                <c:pt idx="19808">
                  <c:v>0</c:v>
                </c:pt>
                <c:pt idx="19809">
                  <c:v>0</c:v>
                </c:pt>
                <c:pt idx="19810">
                  <c:v>0</c:v>
                </c:pt>
                <c:pt idx="19811">
                  <c:v>0</c:v>
                </c:pt>
                <c:pt idx="19812">
                  <c:v>0</c:v>
                </c:pt>
                <c:pt idx="19813">
                  <c:v>0</c:v>
                </c:pt>
                <c:pt idx="19814">
                  <c:v>0</c:v>
                </c:pt>
                <c:pt idx="19815">
                  <c:v>0</c:v>
                </c:pt>
                <c:pt idx="19816">
                  <c:v>0</c:v>
                </c:pt>
                <c:pt idx="19817">
                  <c:v>0</c:v>
                </c:pt>
                <c:pt idx="19818">
                  <c:v>0</c:v>
                </c:pt>
                <c:pt idx="19819">
                  <c:v>0</c:v>
                </c:pt>
                <c:pt idx="19820">
                  <c:v>0</c:v>
                </c:pt>
                <c:pt idx="19821">
                  <c:v>0</c:v>
                </c:pt>
                <c:pt idx="19822">
                  <c:v>0</c:v>
                </c:pt>
                <c:pt idx="19823">
                  <c:v>0</c:v>
                </c:pt>
                <c:pt idx="19824">
                  <c:v>0</c:v>
                </c:pt>
                <c:pt idx="19825">
                  <c:v>0</c:v>
                </c:pt>
                <c:pt idx="19826">
                  <c:v>0</c:v>
                </c:pt>
                <c:pt idx="19827">
                  <c:v>0</c:v>
                </c:pt>
                <c:pt idx="19828">
                  <c:v>0</c:v>
                </c:pt>
                <c:pt idx="19829">
                  <c:v>0</c:v>
                </c:pt>
                <c:pt idx="19830">
                  <c:v>0</c:v>
                </c:pt>
                <c:pt idx="19831">
                  <c:v>0</c:v>
                </c:pt>
                <c:pt idx="19832">
                  <c:v>0</c:v>
                </c:pt>
                <c:pt idx="19833">
                  <c:v>0</c:v>
                </c:pt>
                <c:pt idx="19834">
                  <c:v>0</c:v>
                </c:pt>
                <c:pt idx="19835">
                  <c:v>0</c:v>
                </c:pt>
                <c:pt idx="19836">
                  <c:v>0</c:v>
                </c:pt>
                <c:pt idx="19837">
                  <c:v>0</c:v>
                </c:pt>
                <c:pt idx="19838">
                  <c:v>0</c:v>
                </c:pt>
                <c:pt idx="19839">
                  <c:v>0</c:v>
                </c:pt>
                <c:pt idx="19840">
                  <c:v>0</c:v>
                </c:pt>
                <c:pt idx="19841">
                  <c:v>0</c:v>
                </c:pt>
                <c:pt idx="19842">
                  <c:v>0</c:v>
                </c:pt>
                <c:pt idx="19843">
                  <c:v>0</c:v>
                </c:pt>
                <c:pt idx="19844">
                  <c:v>0</c:v>
                </c:pt>
                <c:pt idx="19845">
                  <c:v>0</c:v>
                </c:pt>
                <c:pt idx="19846">
                  <c:v>0</c:v>
                </c:pt>
                <c:pt idx="19847">
                  <c:v>0</c:v>
                </c:pt>
                <c:pt idx="19848">
                  <c:v>0</c:v>
                </c:pt>
                <c:pt idx="19849">
                  <c:v>0</c:v>
                </c:pt>
                <c:pt idx="19850">
                  <c:v>0</c:v>
                </c:pt>
                <c:pt idx="19851">
                  <c:v>0</c:v>
                </c:pt>
                <c:pt idx="19852">
                  <c:v>0</c:v>
                </c:pt>
                <c:pt idx="19853">
                  <c:v>0</c:v>
                </c:pt>
                <c:pt idx="19854">
                  <c:v>0</c:v>
                </c:pt>
                <c:pt idx="19855">
                  <c:v>0</c:v>
                </c:pt>
                <c:pt idx="19856">
                  <c:v>0</c:v>
                </c:pt>
                <c:pt idx="19857">
                  <c:v>0</c:v>
                </c:pt>
                <c:pt idx="19858">
                  <c:v>0</c:v>
                </c:pt>
                <c:pt idx="19859">
                  <c:v>0</c:v>
                </c:pt>
                <c:pt idx="19860">
                  <c:v>0</c:v>
                </c:pt>
                <c:pt idx="19861">
                  <c:v>0</c:v>
                </c:pt>
                <c:pt idx="19862">
                  <c:v>0</c:v>
                </c:pt>
                <c:pt idx="19863">
                  <c:v>0</c:v>
                </c:pt>
                <c:pt idx="19864">
                  <c:v>0</c:v>
                </c:pt>
                <c:pt idx="19865">
                  <c:v>0</c:v>
                </c:pt>
                <c:pt idx="19866">
                  <c:v>0</c:v>
                </c:pt>
                <c:pt idx="19867">
                  <c:v>0</c:v>
                </c:pt>
                <c:pt idx="19868">
                  <c:v>0</c:v>
                </c:pt>
                <c:pt idx="19869">
                  <c:v>0</c:v>
                </c:pt>
                <c:pt idx="19870">
                  <c:v>0</c:v>
                </c:pt>
                <c:pt idx="19871">
                  <c:v>0</c:v>
                </c:pt>
                <c:pt idx="19872">
                  <c:v>0</c:v>
                </c:pt>
                <c:pt idx="19873">
                  <c:v>0</c:v>
                </c:pt>
                <c:pt idx="19874">
                  <c:v>0</c:v>
                </c:pt>
                <c:pt idx="19875">
                  <c:v>0</c:v>
                </c:pt>
                <c:pt idx="19876">
                  <c:v>0</c:v>
                </c:pt>
                <c:pt idx="19877">
                  <c:v>0</c:v>
                </c:pt>
                <c:pt idx="19878">
                  <c:v>0</c:v>
                </c:pt>
                <c:pt idx="19879">
                  <c:v>0</c:v>
                </c:pt>
                <c:pt idx="19880">
                  <c:v>0</c:v>
                </c:pt>
                <c:pt idx="19881">
                  <c:v>0</c:v>
                </c:pt>
                <c:pt idx="19882">
                  <c:v>0</c:v>
                </c:pt>
                <c:pt idx="19883">
                  <c:v>0</c:v>
                </c:pt>
                <c:pt idx="19884">
                  <c:v>0</c:v>
                </c:pt>
                <c:pt idx="19885">
                  <c:v>0</c:v>
                </c:pt>
                <c:pt idx="19886">
                  <c:v>0</c:v>
                </c:pt>
                <c:pt idx="19887">
                  <c:v>0</c:v>
                </c:pt>
                <c:pt idx="19888">
                  <c:v>0</c:v>
                </c:pt>
                <c:pt idx="19889">
                  <c:v>0</c:v>
                </c:pt>
                <c:pt idx="19890">
                  <c:v>0</c:v>
                </c:pt>
                <c:pt idx="19891">
                  <c:v>0</c:v>
                </c:pt>
                <c:pt idx="19892">
                  <c:v>0</c:v>
                </c:pt>
                <c:pt idx="19893">
                  <c:v>0</c:v>
                </c:pt>
                <c:pt idx="19894">
                  <c:v>0</c:v>
                </c:pt>
                <c:pt idx="19895">
                  <c:v>0</c:v>
                </c:pt>
                <c:pt idx="19896">
                  <c:v>0</c:v>
                </c:pt>
                <c:pt idx="19897">
                  <c:v>0</c:v>
                </c:pt>
                <c:pt idx="19898">
                  <c:v>0</c:v>
                </c:pt>
                <c:pt idx="19899">
                  <c:v>0</c:v>
                </c:pt>
                <c:pt idx="19900">
                  <c:v>0</c:v>
                </c:pt>
                <c:pt idx="19901">
                  <c:v>0</c:v>
                </c:pt>
                <c:pt idx="19902">
                  <c:v>0</c:v>
                </c:pt>
                <c:pt idx="19903">
                  <c:v>0</c:v>
                </c:pt>
                <c:pt idx="19904">
                  <c:v>0</c:v>
                </c:pt>
                <c:pt idx="19905">
                  <c:v>0</c:v>
                </c:pt>
                <c:pt idx="19906">
                  <c:v>0</c:v>
                </c:pt>
                <c:pt idx="19907">
                  <c:v>0</c:v>
                </c:pt>
                <c:pt idx="19908">
                  <c:v>0</c:v>
                </c:pt>
                <c:pt idx="19909">
                  <c:v>0</c:v>
                </c:pt>
                <c:pt idx="19910">
                  <c:v>0</c:v>
                </c:pt>
                <c:pt idx="19911">
                  <c:v>0</c:v>
                </c:pt>
                <c:pt idx="19912">
                  <c:v>0</c:v>
                </c:pt>
                <c:pt idx="19913">
                  <c:v>0</c:v>
                </c:pt>
                <c:pt idx="19914">
                  <c:v>0</c:v>
                </c:pt>
                <c:pt idx="19915">
                  <c:v>0</c:v>
                </c:pt>
                <c:pt idx="19916">
                  <c:v>0</c:v>
                </c:pt>
                <c:pt idx="19917">
                  <c:v>0</c:v>
                </c:pt>
                <c:pt idx="19918">
                  <c:v>0</c:v>
                </c:pt>
                <c:pt idx="19919">
                  <c:v>0</c:v>
                </c:pt>
                <c:pt idx="19920">
                  <c:v>0</c:v>
                </c:pt>
                <c:pt idx="19921">
                  <c:v>0</c:v>
                </c:pt>
                <c:pt idx="19922">
                  <c:v>0</c:v>
                </c:pt>
                <c:pt idx="19923">
                  <c:v>0</c:v>
                </c:pt>
                <c:pt idx="19924">
                  <c:v>0</c:v>
                </c:pt>
                <c:pt idx="19925">
                  <c:v>0</c:v>
                </c:pt>
                <c:pt idx="19926">
                  <c:v>0</c:v>
                </c:pt>
                <c:pt idx="19927">
                  <c:v>0</c:v>
                </c:pt>
                <c:pt idx="19928">
                  <c:v>0</c:v>
                </c:pt>
                <c:pt idx="19929">
                  <c:v>0</c:v>
                </c:pt>
                <c:pt idx="19930">
                  <c:v>0</c:v>
                </c:pt>
                <c:pt idx="19931">
                  <c:v>0</c:v>
                </c:pt>
                <c:pt idx="19932">
                  <c:v>0</c:v>
                </c:pt>
                <c:pt idx="19933">
                  <c:v>0</c:v>
                </c:pt>
                <c:pt idx="19934">
                  <c:v>0</c:v>
                </c:pt>
                <c:pt idx="19935">
                  <c:v>0</c:v>
                </c:pt>
                <c:pt idx="19936">
                  <c:v>0</c:v>
                </c:pt>
                <c:pt idx="19937">
                  <c:v>0</c:v>
                </c:pt>
                <c:pt idx="19938">
                  <c:v>0</c:v>
                </c:pt>
                <c:pt idx="19939">
                  <c:v>0</c:v>
                </c:pt>
                <c:pt idx="19940">
                  <c:v>0</c:v>
                </c:pt>
                <c:pt idx="19941">
                  <c:v>0</c:v>
                </c:pt>
                <c:pt idx="19942">
                  <c:v>0</c:v>
                </c:pt>
                <c:pt idx="19943">
                  <c:v>0</c:v>
                </c:pt>
                <c:pt idx="19944">
                  <c:v>0</c:v>
                </c:pt>
                <c:pt idx="19945">
                  <c:v>0</c:v>
                </c:pt>
                <c:pt idx="19946">
                  <c:v>0</c:v>
                </c:pt>
                <c:pt idx="19947">
                  <c:v>0</c:v>
                </c:pt>
                <c:pt idx="19948">
                  <c:v>0</c:v>
                </c:pt>
                <c:pt idx="19949">
                  <c:v>0</c:v>
                </c:pt>
                <c:pt idx="19950">
                  <c:v>0</c:v>
                </c:pt>
                <c:pt idx="19951">
                  <c:v>0</c:v>
                </c:pt>
                <c:pt idx="19952">
                  <c:v>0</c:v>
                </c:pt>
                <c:pt idx="19953">
                  <c:v>0</c:v>
                </c:pt>
                <c:pt idx="19954">
                  <c:v>0</c:v>
                </c:pt>
                <c:pt idx="19955">
                  <c:v>0</c:v>
                </c:pt>
                <c:pt idx="19956">
                  <c:v>0</c:v>
                </c:pt>
                <c:pt idx="19957">
                  <c:v>0</c:v>
                </c:pt>
                <c:pt idx="19958">
                  <c:v>0</c:v>
                </c:pt>
                <c:pt idx="19959">
                  <c:v>0</c:v>
                </c:pt>
                <c:pt idx="19960">
                  <c:v>0</c:v>
                </c:pt>
                <c:pt idx="19961">
                  <c:v>0</c:v>
                </c:pt>
                <c:pt idx="19962">
                  <c:v>0</c:v>
                </c:pt>
                <c:pt idx="19963">
                  <c:v>0</c:v>
                </c:pt>
                <c:pt idx="19964">
                  <c:v>0</c:v>
                </c:pt>
                <c:pt idx="19965">
                  <c:v>0</c:v>
                </c:pt>
                <c:pt idx="19966">
                  <c:v>0</c:v>
                </c:pt>
                <c:pt idx="19967">
                  <c:v>0</c:v>
                </c:pt>
                <c:pt idx="19968">
                  <c:v>0</c:v>
                </c:pt>
                <c:pt idx="19969">
                  <c:v>0</c:v>
                </c:pt>
                <c:pt idx="19970">
                  <c:v>0</c:v>
                </c:pt>
                <c:pt idx="19971">
                  <c:v>0</c:v>
                </c:pt>
                <c:pt idx="19972">
                  <c:v>0</c:v>
                </c:pt>
                <c:pt idx="19973">
                  <c:v>0</c:v>
                </c:pt>
                <c:pt idx="19974">
                  <c:v>0</c:v>
                </c:pt>
                <c:pt idx="19975">
                  <c:v>0</c:v>
                </c:pt>
                <c:pt idx="19976">
                  <c:v>0</c:v>
                </c:pt>
                <c:pt idx="19977">
                  <c:v>0</c:v>
                </c:pt>
                <c:pt idx="19978">
                  <c:v>0</c:v>
                </c:pt>
                <c:pt idx="19979">
                  <c:v>0</c:v>
                </c:pt>
                <c:pt idx="19980">
                  <c:v>0</c:v>
                </c:pt>
                <c:pt idx="19981">
                  <c:v>0</c:v>
                </c:pt>
                <c:pt idx="19982">
                  <c:v>0</c:v>
                </c:pt>
                <c:pt idx="19983">
                  <c:v>0</c:v>
                </c:pt>
                <c:pt idx="19984">
                  <c:v>0</c:v>
                </c:pt>
                <c:pt idx="19985">
                  <c:v>0</c:v>
                </c:pt>
                <c:pt idx="19986">
                  <c:v>0</c:v>
                </c:pt>
                <c:pt idx="19987">
                  <c:v>0</c:v>
                </c:pt>
                <c:pt idx="19988">
                  <c:v>0</c:v>
                </c:pt>
                <c:pt idx="19989">
                  <c:v>0</c:v>
                </c:pt>
                <c:pt idx="19990">
                  <c:v>0</c:v>
                </c:pt>
                <c:pt idx="19991">
                  <c:v>0</c:v>
                </c:pt>
                <c:pt idx="19992">
                  <c:v>0</c:v>
                </c:pt>
                <c:pt idx="19993">
                  <c:v>0</c:v>
                </c:pt>
                <c:pt idx="19994">
                  <c:v>0</c:v>
                </c:pt>
                <c:pt idx="19995">
                  <c:v>0</c:v>
                </c:pt>
                <c:pt idx="19996">
                  <c:v>0</c:v>
                </c:pt>
                <c:pt idx="19997">
                  <c:v>0</c:v>
                </c:pt>
                <c:pt idx="19998">
                  <c:v>0</c:v>
                </c:pt>
                <c:pt idx="19999">
                  <c:v>0</c:v>
                </c:pt>
                <c:pt idx="20000">
                  <c:v>0</c:v>
                </c:pt>
                <c:pt idx="20001">
                  <c:v>0</c:v>
                </c:pt>
                <c:pt idx="20002">
                  <c:v>0</c:v>
                </c:pt>
                <c:pt idx="20003">
                  <c:v>0</c:v>
                </c:pt>
                <c:pt idx="20004">
                  <c:v>0</c:v>
                </c:pt>
                <c:pt idx="20005">
                  <c:v>0</c:v>
                </c:pt>
                <c:pt idx="20006">
                  <c:v>0</c:v>
                </c:pt>
                <c:pt idx="20007">
                  <c:v>0</c:v>
                </c:pt>
                <c:pt idx="20008">
                  <c:v>0</c:v>
                </c:pt>
                <c:pt idx="20009">
                  <c:v>0</c:v>
                </c:pt>
                <c:pt idx="20010">
                  <c:v>0</c:v>
                </c:pt>
                <c:pt idx="20011">
                  <c:v>0</c:v>
                </c:pt>
                <c:pt idx="20012">
                  <c:v>0</c:v>
                </c:pt>
                <c:pt idx="20013">
                  <c:v>0</c:v>
                </c:pt>
                <c:pt idx="20014">
                  <c:v>0</c:v>
                </c:pt>
                <c:pt idx="20015">
                  <c:v>0</c:v>
                </c:pt>
                <c:pt idx="20016">
                  <c:v>0</c:v>
                </c:pt>
                <c:pt idx="20017">
                  <c:v>0</c:v>
                </c:pt>
                <c:pt idx="20018">
                  <c:v>0</c:v>
                </c:pt>
                <c:pt idx="20019">
                  <c:v>0</c:v>
                </c:pt>
                <c:pt idx="20020">
                  <c:v>0</c:v>
                </c:pt>
                <c:pt idx="20021">
                  <c:v>0</c:v>
                </c:pt>
                <c:pt idx="20022">
                  <c:v>0</c:v>
                </c:pt>
                <c:pt idx="20023">
                  <c:v>0</c:v>
                </c:pt>
                <c:pt idx="20024">
                  <c:v>0</c:v>
                </c:pt>
                <c:pt idx="20025">
                  <c:v>0</c:v>
                </c:pt>
                <c:pt idx="20026">
                  <c:v>0</c:v>
                </c:pt>
                <c:pt idx="20027">
                  <c:v>0</c:v>
                </c:pt>
                <c:pt idx="20028">
                  <c:v>0</c:v>
                </c:pt>
                <c:pt idx="20029">
                  <c:v>0</c:v>
                </c:pt>
                <c:pt idx="20030">
                  <c:v>0</c:v>
                </c:pt>
                <c:pt idx="20031">
                  <c:v>0</c:v>
                </c:pt>
                <c:pt idx="20032">
                  <c:v>0</c:v>
                </c:pt>
                <c:pt idx="20033">
                  <c:v>0</c:v>
                </c:pt>
                <c:pt idx="20034">
                  <c:v>0</c:v>
                </c:pt>
                <c:pt idx="20035">
                  <c:v>0</c:v>
                </c:pt>
                <c:pt idx="20036">
                  <c:v>0</c:v>
                </c:pt>
                <c:pt idx="20037">
                  <c:v>0</c:v>
                </c:pt>
                <c:pt idx="20038">
                  <c:v>0</c:v>
                </c:pt>
                <c:pt idx="20039">
                  <c:v>0</c:v>
                </c:pt>
                <c:pt idx="20040">
                  <c:v>0</c:v>
                </c:pt>
                <c:pt idx="20041">
                  <c:v>0</c:v>
                </c:pt>
                <c:pt idx="20042">
                  <c:v>0</c:v>
                </c:pt>
                <c:pt idx="20043">
                  <c:v>0</c:v>
                </c:pt>
                <c:pt idx="20044">
                  <c:v>0</c:v>
                </c:pt>
                <c:pt idx="20045">
                  <c:v>0</c:v>
                </c:pt>
                <c:pt idx="20046">
                  <c:v>0</c:v>
                </c:pt>
                <c:pt idx="20047">
                  <c:v>0</c:v>
                </c:pt>
                <c:pt idx="20048">
                  <c:v>0</c:v>
                </c:pt>
                <c:pt idx="20049">
                  <c:v>0</c:v>
                </c:pt>
                <c:pt idx="20050">
                  <c:v>0</c:v>
                </c:pt>
                <c:pt idx="20051">
                  <c:v>0</c:v>
                </c:pt>
                <c:pt idx="20052">
                  <c:v>0</c:v>
                </c:pt>
                <c:pt idx="20053">
                  <c:v>0</c:v>
                </c:pt>
                <c:pt idx="20054">
                  <c:v>0</c:v>
                </c:pt>
                <c:pt idx="20055">
                  <c:v>0</c:v>
                </c:pt>
                <c:pt idx="20056">
                  <c:v>0</c:v>
                </c:pt>
                <c:pt idx="20057">
                  <c:v>0</c:v>
                </c:pt>
                <c:pt idx="20058">
                  <c:v>0</c:v>
                </c:pt>
                <c:pt idx="20059">
                  <c:v>0</c:v>
                </c:pt>
                <c:pt idx="20060">
                  <c:v>0</c:v>
                </c:pt>
                <c:pt idx="20061">
                  <c:v>0</c:v>
                </c:pt>
                <c:pt idx="20062">
                  <c:v>0</c:v>
                </c:pt>
                <c:pt idx="20063">
                  <c:v>0</c:v>
                </c:pt>
                <c:pt idx="20064">
                  <c:v>0</c:v>
                </c:pt>
                <c:pt idx="20065">
                  <c:v>0</c:v>
                </c:pt>
                <c:pt idx="20066">
                  <c:v>0</c:v>
                </c:pt>
                <c:pt idx="20067">
                  <c:v>0</c:v>
                </c:pt>
                <c:pt idx="20068">
                  <c:v>0</c:v>
                </c:pt>
                <c:pt idx="20069">
                  <c:v>0</c:v>
                </c:pt>
                <c:pt idx="20070">
                  <c:v>0</c:v>
                </c:pt>
                <c:pt idx="20071">
                  <c:v>0</c:v>
                </c:pt>
                <c:pt idx="20072">
                  <c:v>0</c:v>
                </c:pt>
                <c:pt idx="20073">
                  <c:v>0</c:v>
                </c:pt>
                <c:pt idx="20074">
                  <c:v>0</c:v>
                </c:pt>
                <c:pt idx="20075">
                  <c:v>0</c:v>
                </c:pt>
                <c:pt idx="20076">
                  <c:v>0</c:v>
                </c:pt>
                <c:pt idx="20077">
                  <c:v>0</c:v>
                </c:pt>
                <c:pt idx="20078">
                  <c:v>0</c:v>
                </c:pt>
                <c:pt idx="20079">
                  <c:v>0</c:v>
                </c:pt>
                <c:pt idx="20080">
                  <c:v>0</c:v>
                </c:pt>
                <c:pt idx="20081">
                  <c:v>0</c:v>
                </c:pt>
                <c:pt idx="20082">
                  <c:v>0</c:v>
                </c:pt>
                <c:pt idx="20083">
                  <c:v>0</c:v>
                </c:pt>
                <c:pt idx="20084">
                  <c:v>0</c:v>
                </c:pt>
                <c:pt idx="20085">
                  <c:v>0</c:v>
                </c:pt>
                <c:pt idx="20086">
                  <c:v>0</c:v>
                </c:pt>
                <c:pt idx="20087">
                  <c:v>0</c:v>
                </c:pt>
                <c:pt idx="20088">
                  <c:v>0</c:v>
                </c:pt>
                <c:pt idx="20089">
                  <c:v>0</c:v>
                </c:pt>
                <c:pt idx="20090">
                  <c:v>0</c:v>
                </c:pt>
                <c:pt idx="20091">
                  <c:v>0</c:v>
                </c:pt>
                <c:pt idx="20092">
                  <c:v>0</c:v>
                </c:pt>
                <c:pt idx="20093">
                  <c:v>0</c:v>
                </c:pt>
                <c:pt idx="20094">
                  <c:v>0</c:v>
                </c:pt>
                <c:pt idx="20095">
                  <c:v>0</c:v>
                </c:pt>
                <c:pt idx="20096">
                  <c:v>0</c:v>
                </c:pt>
                <c:pt idx="20097">
                  <c:v>0</c:v>
                </c:pt>
                <c:pt idx="20098">
                  <c:v>0</c:v>
                </c:pt>
                <c:pt idx="20099">
                  <c:v>0</c:v>
                </c:pt>
                <c:pt idx="20100">
                  <c:v>0</c:v>
                </c:pt>
                <c:pt idx="20101">
                  <c:v>0</c:v>
                </c:pt>
                <c:pt idx="20102">
                  <c:v>0</c:v>
                </c:pt>
                <c:pt idx="20103">
                  <c:v>0</c:v>
                </c:pt>
                <c:pt idx="20104">
                  <c:v>0</c:v>
                </c:pt>
                <c:pt idx="20105">
                  <c:v>0</c:v>
                </c:pt>
                <c:pt idx="20106">
                  <c:v>0</c:v>
                </c:pt>
                <c:pt idx="20107">
                  <c:v>0</c:v>
                </c:pt>
                <c:pt idx="20108">
                  <c:v>0</c:v>
                </c:pt>
                <c:pt idx="20109">
                  <c:v>0</c:v>
                </c:pt>
                <c:pt idx="20110">
                  <c:v>0</c:v>
                </c:pt>
                <c:pt idx="20111">
                  <c:v>0</c:v>
                </c:pt>
                <c:pt idx="20112">
                  <c:v>0</c:v>
                </c:pt>
                <c:pt idx="20113">
                  <c:v>0</c:v>
                </c:pt>
                <c:pt idx="20114">
                  <c:v>0</c:v>
                </c:pt>
                <c:pt idx="20115">
                  <c:v>0</c:v>
                </c:pt>
                <c:pt idx="20116">
                  <c:v>0</c:v>
                </c:pt>
                <c:pt idx="20117">
                  <c:v>0</c:v>
                </c:pt>
                <c:pt idx="20118">
                  <c:v>0</c:v>
                </c:pt>
                <c:pt idx="20119">
                  <c:v>0</c:v>
                </c:pt>
                <c:pt idx="20120">
                  <c:v>0</c:v>
                </c:pt>
                <c:pt idx="20121">
                  <c:v>0</c:v>
                </c:pt>
                <c:pt idx="20122">
                  <c:v>0</c:v>
                </c:pt>
                <c:pt idx="20123">
                  <c:v>0</c:v>
                </c:pt>
                <c:pt idx="20124">
                  <c:v>0</c:v>
                </c:pt>
                <c:pt idx="20125">
                  <c:v>0</c:v>
                </c:pt>
                <c:pt idx="20126">
                  <c:v>0</c:v>
                </c:pt>
                <c:pt idx="20127">
                  <c:v>0</c:v>
                </c:pt>
                <c:pt idx="20128">
                  <c:v>0</c:v>
                </c:pt>
                <c:pt idx="20129">
                  <c:v>0</c:v>
                </c:pt>
                <c:pt idx="20130">
                  <c:v>0</c:v>
                </c:pt>
                <c:pt idx="20131">
                  <c:v>0</c:v>
                </c:pt>
                <c:pt idx="20132">
                  <c:v>0</c:v>
                </c:pt>
                <c:pt idx="20133">
                  <c:v>0</c:v>
                </c:pt>
                <c:pt idx="20134">
                  <c:v>0</c:v>
                </c:pt>
                <c:pt idx="20135">
                  <c:v>0</c:v>
                </c:pt>
                <c:pt idx="20136">
                  <c:v>0</c:v>
                </c:pt>
                <c:pt idx="20137">
                  <c:v>0</c:v>
                </c:pt>
                <c:pt idx="20138">
                  <c:v>0</c:v>
                </c:pt>
                <c:pt idx="20139">
                  <c:v>0</c:v>
                </c:pt>
                <c:pt idx="20140">
                  <c:v>0</c:v>
                </c:pt>
                <c:pt idx="20141">
                  <c:v>0</c:v>
                </c:pt>
                <c:pt idx="20142">
                  <c:v>0</c:v>
                </c:pt>
                <c:pt idx="20143">
                  <c:v>0</c:v>
                </c:pt>
                <c:pt idx="20144">
                  <c:v>0</c:v>
                </c:pt>
                <c:pt idx="20145">
                  <c:v>0</c:v>
                </c:pt>
                <c:pt idx="20146">
                  <c:v>0</c:v>
                </c:pt>
                <c:pt idx="20147">
                  <c:v>0</c:v>
                </c:pt>
                <c:pt idx="20148">
                  <c:v>0</c:v>
                </c:pt>
                <c:pt idx="20149">
                  <c:v>0</c:v>
                </c:pt>
                <c:pt idx="20150">
                  <c:v>0</c:v>
                </c:pt>
                <c:pt idx="20151">
                  <c:v>0</c:v>
                </c:pt>
                <c:pt idx="20152">
                  <c:v>0</c:v>
                </c:pt>
                <c:pt idx="20153">
                  <c:v>0</c:v>
                </c:pt>
                <c:pt idx="20154">
                  <c:v>0</c:v>
                </c:pt>
                <c:pt idx="20155">
                  <c:v>0</c:v>
                </c:pt>
                <c:pt idx="20156">
                  <c:v>0</c:v>
                </c:pt>
                <c:pt idx="20157">
                  <c:v>0</c:v>
                </c:pt>
                <c:pt idx="20158">
                  <c:v>0</c:v>
                </c:pt>
                <c:pt idx="20159">
                  <c:v>0</c:v>
                </c:pt>
                <c:pt idx="20160">
                  <c:v>0</c:v>
                </c:pt>
                <c:pt idx="20161">
                  <c:v>0</c:v>
                </c:pt>
                <c:pt idx="20162">
                  <c:v>0</c:v>
                </c:pt>
                <c:pt idx="20163">
                  <c:v>0</c:v>
                </c:pt>
                <c:pt idx="20164">
                  <c:v>0</c:v>
                </c:pt>
                <c:pt idx="20165">
                  <c:v>0</c:v>
                </c:pt>
                <c:pt idx="20166">
                  <c:v>0</c:v>
                </c:pt>
                <c:pt idx="20167">
                  <c:v>0</c:v>
                </c:pt>
                <c:pt idx="20168">
                  <c:v>0</c:v>
                </c:pt>
                <c:pt idx="20169">
                  <c:v>0</c:v>
                </c:pt>
                <c:pt idx="20170">
                  <c:v>0</c:v>
                </c:pt>
                <c:pt idx="20171">
                  <c:v>0</c:v>
                </c:pt>
                <c:pt idx="20172">
                  <c:v>0</c:v>
                </c:pt>
                <c:pt idx="20173">
                  <c:v>0</c:v>
                </c:pt>
                <c:pt idx="20174">
                  <c:v>0</c:v>
                </c:pt>
                <c:pt idx="20175">
                  <c:v>0</c:v>
                </c:pt>
                <c:pt idx="20176">
                  <c:v>0</c:v>
                </c:pt>
                <c:pt idx="20177">
                  <c:v>0</c:v>
                </c:pt>
                <c:pt idx="20178">
                  <c:v>0</c:v>
                </c:pt>
                <c:pt idx="20179">
                  <c:v>0</c:v>
                </c:pt>
                <c:pt idx="20180">
                  <c:v>0</c:v>
                </c:pt>
                <c:pt idx="20181">
                  <c:v>0</c:v>
                </c:pt>
                <c:pt idx="20182">
                  <c:v>0</c:v>
                </c:pt>
                <c:pt idx="20183">
                  <c:v>0</c:v>
                </c:pt>
                <c:pt idx="20184">
                  <c:v>0</c:v>
                </c:pt>
                <c:pt idx="20185">
                  <c:v>0</c:v>
                </c:pt>
                <c:pt idx="20186">
                  <c:v>0</c:v>
                </c:pt>
                <c:pt idx="20187">
                  <c:v>0</c:v>
                </c:pt>
                <c:pt idx="20188">
                  <c:v>0</c:v>
                </c:pt>
                <c:pt idx="20189">
                  <c:v>0</c:v>
                </c:pt>
                <c:pt idx="20190">
                  <c:v>0</c:v>
                </c:pt>
                <c:pt idx="20191">
                  <c:v>0</c:v>
                </c:pt>
                <c:pt idx="20192">
                  <c:v>0</c:v>
                </c:pt>
                <c:pt idx="20193">
                  <c:v>0</c:v>
                </c:pt>
                <c:pt idx="20194">
                  <c:v>0</c:v>
                </c:pt>
                <c:pt idx="20195">
                  <c:v>0</c:v>
                </c:pt>
                <c:pt idx="20196">
                  <c:v>0</c:v>
                </c:pt>
                <c:pt idx="20197">
                  <c:v>0</c:v>
                </c:pt>
                <c:pt idx="20198">
                  <c:v>0</c:v>
                </c:pt>
                <c:pt idx="20199">
                  <c:v>0</c:v>
                </c:pt>
                <c:pt idx="20200">
                  <c:v>0</c:v>
                </c:pt>
                <c:pt idx="20201">
                  <c:v>0</c:v>
                </c:pt>
                <c:pt idx="20202">
                  <c:v>0</c:v>
                </c:pt>
                <c:pt idx="20203">
                  <c:v>0</c:v>
                </c:pt>
                <c:pt idx="20204">
                  <c:v>0</c:v>
                </c:pt>
                <c:pt idx="20205">
                  <c:v>0</c:v>
                </c:pt>
                <c:pt idx="20206">
                  <c:v>0</c:v>
                </c:pt>
                <c:pt idx="20207">
                  <c:v>0</c:v>
                </c:pt>
                <c:pt idx="20208">
                  <c:v>0</c:v>
                </c:pt>
                <c:pt idx="20209">
                  <c:v>0</c:v>
                </c:pt>
                <c:pt idx="20210">
                  <c:v>0</c:v>
                </c:pt>
                <c:pt idx="20211">
                  <c:v>0</c:v>
                </c:pt>
                <c:pt idx="20212">
                  <c:v>0</c:v>
                </c:pt>
                <c:pt idx="20213">
                  <c:v>0</c:v>
                </c:pt>
                <c:pt idx="20214">
                  <c:v>0</c:v>
                </c:pt>
                <c:pt idx="20215">
                  <c:v>0</c:v>
                </c:pt>
                <c:pt idx="20216">
                  <c:v>0</c:v>
                </c:pt>
                <c:pt idx="20217">
                  <c:v>0</c:v>
                </c:pt>
                <c:pt idx="20218">
                  <c:v>0</c:v>
                </c:pt>
                <c:pt idx="20219">
                  <c:v>0</c:v>
                </c:pt>
                <c:pt idx="20220">
                  <c:v>0</c:v>
                </c:pt>
                <c:pt idx="20221">
                  <c:v>0</c:v>
                </c:pt>
                <c:pt idx="20222">
                  <c:v>0</c:v>
                </c:pt>
                <c:pt idx="20223">
                  <c:v>0</c:v>
                </c:pt>
                <c:pt idx="20224">
                  <c:v>0</c:v>
                </c:pt>
                <c:pt idx="20225">
                  <c:v>0</c:v>
                </c:pt>
                <c:pt idx="20226">
                  <c:v>0</c:v>
                </c:pt>
                <c:pt idx="20227">
                  <c:v>0</c:v>
                </c:pt>
                <c:pt idx="20228">
                  <c:v>0</c:v>
                </c:pt>
                <c:pt idx="20229">
                  <c:v>0</c:v>
                </c:pt>
                <c:pt idx="20230">
                  <c:v>0</c:v>
                </c:pt>
                <c:pt idx="20231">
                  <c:v>0</c:v>
                </c:pt>
                <c:pt idx="20232">
                  <c:v>0</c:v>
                </c:pt>
                <c:pt idx="20233">
                  <c:v>0</c:v>
                </c:pt>
                <c:pt idx="20234">
                  <c:v>0</c:v>
                </c:pt>
                <c:pt idx="20235">
                  <c:v>0</c:v>
                </c:pt>
                <c:pt idx="20236">
                  <c:v>0</c:v>
                </c:pt>
                <c:pt idx="20237">
                  <c:v>0</c:v>
                </c:pt>
                <c:pt idx="20238">
                  <c:v>0</c:v>
                </c:pt>
                <c:pt idx="20239">
                  <c:v>0</c:v>
                </c:pt>
                <c:pt idx="20240">
                  <c:v>0</c:v>
                </c:pt>
                <c:pt idx="20241">
                  <c:v>0</c:v>
                </c:pt>
                <c:pt idx="20242">
                  <c:v>0</c:v>
                </c:pt>
                <c:pt idx="20243">
                  <c:v>0</c:v>
                </c:pt>
                <c:pt idx="20244">
                  <c:v>0</c:v>
                </c:pt>
                <c:pt idx="20245">
                  <c:v>0</c:v>
                </c:pt>
                <c:pt idx="20246">
                  <c:v>0</c:v>
                </c:pt>
                <c:pt idx="20247">
                  <c:v>0</c:v>
                </c:pt>
                <c:pt idx="20248">
                  <c:v>0</c:v>
                </c:pt>
                <c:pt idx="20249">
                  <c:v>0</c:v>
                </c:pt>
                <c:pt idx="20250">
                  <c:v>0</c:v>
                </c:pt>
                <c:pt idx="20251">
                  <c:v>0</c:v>
                </c:pt>
                <c:pt idx="20252">
                  <c:v>0</c:v>
                </c:pt>
                <c:pt idx="20253">
                  <c:v>0</c:v>
                </c:pt>
                <c:pt idx="20254">
                  <c:v>0</c:v>
                </c:pt>
                <c:pt idx="20255">
                  <c:v>0</c:v>
                </c:pt>
                <c:pt idx="20256">
                  <c:v>0</c:v>
                </c:pt>
                <c:pt idx="20257">
                  <c:v>0</c:v>
                </c:pt>
                <c:pt idx="20258">
                  <c:v>0</c:v>
                </c:pt>
                <c:pt idx="20259">
                  <c:v>0</c:v>
                </c:pt>
                <c:pt idx="20260">
                  <c:v>0</c:v>
                </c:pt>
                <c:pt idx="20261">
                  <c:v>0</c:v>
                </c:pt>
                <c:pt idx="20262">
                  <c:v>0</c:v>
                </c:pt>
                <c:pt idx="20263">
                  <c:v>0</c:v>
                </c:pt>
                <c:pt idx="20264">
                  <c:v>0</c:v>
                </c:pt>
                <c:pt idx="20265">
                  <c:v>0</c:v>
                </c:pt>
                <c:pt idx="20266">
                  <c:v>0</c:v>
                </c:pt>
                <c:pt idx="20267">
                  <c:v>0</c:v>
                </c:pt>
                <c:pt idx="20268">
                  <c:v>0</c:v>
                </c:pt>
                <c:pt idx="20269">
                  <c:v>0</c:v>
                </c:pt>
                <c:pt idx="20270">
                  <c:v>0</c:v>
                </c:pt>
                <c:pt idx="20271">
                  <c:v>0</c:v>
                </c:pt>
                <c:pt idx="20272">
                  <c:v>0</c:v>
                </c:pt>
                <c:pt idx="20273">
                  <c:v>0</c:v>
                </c:pt>
                <c:pt idx="20274">
                  <c:v>0</c:v>
                </c:pt>
                <c:pt idx="20275">
                  <c:v>0</c:v>
                </c:pt>
                <c:pt idx="20276">
                  <c:v>0</c:v>
                </c:pt>
                <c:pt idx="20277">
                  <c:v>0</c:v>
                </c:pt>
                <c:pt idx="20278">
                  <c:v>0</c:v>
                </c:pt>
                <c:pt idx="20279">
                  <c:v>0</c:v>
                </c:pt>
                <c:pt idx="20280">
                  <c:v>0</c:v>
                </c:pt>
                <c:pt idx="20281">
                  <c:v>0</c:v>
                </c:pt>
                <c:pt idx="20282">
                  <c:v>0</c:v>
                </c:pt>
                <c:pt idx="20283">
                  <c:v>0</c:v>
                </c:pt>
                <c:pt idx="20284">
                  <c:v>0</c:v>
                </c:pt>
                <c:pt idx="20285">
                  <c:v>0</c:v>
                </c:pt>
                <c:pt idx="20286">
                  <c:v>0</c:v>
                </c:pt>
                <c:pt idx="20287">
                  <c:v>0</c:v>
                </c:pt>
                <c:pt idx="20288">
                  <c:v>0</c:v>
                </c:pt>
                <c:pt idx="20289">
                  <c:v>0</c:v>
                </c:pt>
                <c:pt idx="20290">
                  <c:v>0</c:v>
                </c:pt>
                <c:pt idx="20291">
                  <c:v>0</c:v>
                </c:pt>
                <c:pt idx="20292">
                  <c:v>0</c:v>
                </c:pt>
                <c:pt idx="20293">
                  <c:v>0</c:v>
                </c:pt>
                <c:pt idx="20294">
                  <c:v>0</c:v>
                </c:pt>
                <c:pt idx="20295">
                  <c:v>0</c:v>
                </c:pt>
                <c:pt idx="20296">
                  <c:v>0</c:v>
                </c:pt>
                <c:pt idx="20297">
                  <c:v>0</c:v>
                </c:pt>
                <c:pt idx="20298">
                  <c:v>0</c:v>
                </c:pt>
                <c:pt idx="20299">
                  <c:v>0</c:v>
                </c:pt>
                <c:pt idx="20300">
                  <c:v>0</c:v>
                </c:pt>
                <c:pt idx="20301">
                  <c:v>0</c:v>
                </c:pt>
                <c:pt idx="20302">
                  <c:v>0</c:v>
                </c:pt>
                <c:pt idx="20303">
                  <c:v>0</c:v>
                </c:pt>
                <c:pt idx="20304">
                  <c:v>0</c:v>
                </c:pt>
                <c:pt idx="20305">
                  <c:v>0</c:v>
                </c:pt>
                <c:pt idx="20306">
                  <c:v>0</c:v>
                </c:pt>
                <c:pt idx="20307">
                  <c:v>0</c:v>
                </c:pt>
                <c:pt idx="20308">
                  <c:v>0</c:v>
                </c:pt>
                <c:pt idx="20309">
                  <c:v>0</c:v>
                </c:pt>
                <c:pt idx="20310">
                  <c:v>0</c:v>
                </c:pt>
                <c:pt idx="20311">
                  <c:v>0</c:v>
                </c:pt>
                <c:pt idx="20312">
                  <c:v>0</c:v>
                </c:pt>
                <c:pt idx="20313">
                  <c:v>0</c:v>
                </c:pt>
                <c:pt idx="20314">
                  <c:v>0</c:v>
                </c:pt>
                <c:pt idx="20315">
                  <c:v>0</c:v>
                </c:pt>
                <c:pt idx="20316">
                  <c:v>0</c:v>
                </c:pt>
                <c:pt idx="20317">
                  <c:v>0</c:v>
                </c:pt>
                <c:pt idx="20318">
                  <c:v>0</c:v>
                </c:pt>
                <c:pt idx="20319">
                  <c:v>0</c:v>
                </c:pt>
                <c:pt idx="20320">
                  <c:v>0</c:v>
                </c:pt>
                <c:pt idx="20321">
                  <c:v>0</c:v>
                </c:pt>
                <c:pt idx="20322">
                  <c:v>0</c:v>
                </c:pt>
                <c:pt idx="20323">
                  <c:v>0</c:v>
                </c:pt>
                <c:pt idx="20324">
                  <c:v>0</c:v>
                </c:pt>
                <c:pt idx="20325">
                  <c:v>0</c:v>
                </c:pt>
                <c:pt idx="20326">
                  <c:v>0</c:v>
                </c:pt>
                <c:pt idx="20327">
                  <c:v>0</c:v>
                </c:pt>
                <c:pt idx="20328">
                  <c:v>0</c:v>
                </c:pt>
                <c:pt idx="20329">
                  <c:v>0</c:v>
                </c:pt>
                <c:pt idx="20330">
                  <c:v>0</c:v>
                </c:pt>
                <c:pt idx="20331">
                  <c:v>0</c:v>
                </c:pt>
                <c:pt idx="20332">
                  <c:v>0</c:v>
                </c:pt>
                <c:pt idx="20333">
                  <c:v>0</c:v>
                </c:pt>
                <c:pt idx="20334">
                  <c:v>0</c:v>
                </c:pt>
                <c:pt idx="20335">
                  <c:v>0</c:v>
                </c:pt>
                <c:pt idx="20336">
                  <c:v>0</c:v>
                </c:pt>
                <c:pt idx="20337">
                  <c:v>0</c:v>
                </c:pt>
                <c:pt idx="20338">
                  <c:v>0</c:v>
                </c:pt>
                <c:pt idx="20339">
                  <c:v>0</c:v>
                </c:pt>
                <c:pt idx="20340">
                  <c:v>0</c:v>
                </c:pt>
                <c:pt idx="20341">
                  <c:v>0</c:v>
                </c:pt>
                <c:pt idx="20342">
                  <c:v>0</c:v>
                </c:pt>
                <c:pt idx="20343">
                  <c:v>0</c:v>
                </c:pt>
                <c:pt idx="20344">
                  <c:v>0</c:v>
                </c:pt>
                <c:pt idx="20345">
                  <c:v>0</c:v>
                </c:pt>
                <c:pt idx="20346">
                  <c:v>0</c:v>
                </c:pt>
                <c:pt idx="20347">
                  <c:v>0</c:v>
                </c:pt>
                <c:pt idx="20348">
                  <c:v>0</c:v>
                </c:pt>
                <c:pt idx="20349">
                  <c:v>0</c:v>
                </c:pt>
                <c:pt idx="20350">
                  <c:v>0</c:v>
                </c:pt>
                <c:pt idx="20351">
                  <c:v>0</c:v>
                </c:pt>
                <c:pt idx="20352">
                  <c:v>0</c:v>
                </c:pt>
                <c:pt idx="20353">
                  <c:v>0</c:v>
                </c:pt>
                <c:pt idx="20354">
                  <c:v>0</c:v>
                </c:pt>
                <c:pt idx="20355">
                  <c:v>0</c:v>
                </c:pt>
                <c:pt idx="20356">
                  <c:v>0</c:v>
                </c:pt>
                <c:pt idx="20357">
                  <c:v>0</c:v>
                </c:pt>
                <c:pt idx="20358">
                  <c:v>0</c:v>
                </c:pt>
                <c:pt idx="20359">
                  <c:v>0</c:v>
                </c:pt>
                <c:pt idx="20360">
                  <c:v>0</c:v>
                </c:pt>
                <c:pt idx="20361">
                  <c:v>0</c:v>
                </c:pt>
                <c:pt idx="20362">
                  <c:v>0</c:v>
                </c:pt>
                <c:pt idx="20363">
                  <c:v>0</c:v>
                </c:pt>
                <c:pt idx="20364">
                  <c:v>0</c:v>
                </c:pt>
                <c:pt idx="20365">
                  <c:v>0</c:v>
                </c:pt>
                <c:pt idx="20366">
                  <c:v>0</c:v>
                </c:pt>
                <c:pt idx="20367">
                  <c:v>0</c:v>
                </c:pt>
                <c:pt idx="20368">
                  <c:v>0</c:v>
                </c:pt>
                <c:pt idx="20369">
                  <c:v>0</c:v>
                </c:pt>
                <c:pt idx="20370">
                  <c:v>0</c:v>
                </c:pt>
                <c:pt idx="20371">
                  <c:v>0</c:v>
                </c:pt>
                <c:pt idx="20372">
                  <c:v>0</c:v>
                </c:pt>
                <c:pt idx="20373">
                  <c:v>0</c:v>
                </c:pt>
                <c:pt idx="20374">
                  <c:v>0</c:v>
                </c:pt>
                <c:pt idx="20375">
                  <c:v>0</c:v>
                </c:pt>
                <c:pt idx="20376">
                  <c:v>0</c:v>
                </c:pt>
                <c:pt idx="20377">
                  <c:v>0</c:v>
                </c:pt>
                <c:pt idx="20378">
                  <c:v>0</c:v>
                </c:pt>
                <c:pt idx="20379">
                  <c:v>0</c:v>
                </c:pt>
                <c:pt idx="20380">
                  <c:v>0</c:v>
                </c:pt>
                <c:pt idx="20381">
                  <c:v>0</c:v>
                </c:pt>
                <c:pt idx="20382">
                  <c:v>0</c:v>
                </c:pt>
                <c:pt idx="20383">
                  <c:v>0</c:v>
                </c:pt>
                <c:pt idx="20384">
                  <c:v>0</c:v>
                </c:pt>
                <c:pt idx="20385">
                  <c:v>0</c:v>
                </c:pt>
                <c:pt idx="20386">
                  <c:v>0</c:v>
                </c:pt>
                <c:pt idx="20387">
                  <c:v>0</c:v>
                </c:pt>
                <c:pt idx="20388">
                  <c:v>0</c:v>
                </c:pt>
                <c:pt idx="20389">
                  <c:v>0</c:v>
                </c:pt>
                <c:pt idx="20390">
                  <c:v>0</c:v>
                </c:pt>
                <c:pt idx="20391">
                  <c:v>0</c:v>
                </c:pt>
                <c:pt idx="20392">
                  <c:v>0</c:v>
                </c:pt>
                <c:pt idx="20393">
                  <c:v>0</c:v>
                </c:pt>
                <c:pt idx="20394">
                  <c:v>0</c:v>
                </c:pt>
                <c:pt idx="20395">
                  <c:v>0</c:v>
                </c:pt>
                <c:pt idx="20396">
                  <c:v>0</c:v>
                </c:pt>
                <c:pt idx="20397">
                  <c:v>0</c:v>
                </c:pt>
                <c:pt idx="20398">
                  <c:v>0</c:v>
                </c:pt>
                <c:pt idx="20399">
                  <c:v>0</c:v>
                </c:pt>
                <c:pt idx="20400">
                  <c:v>0</c:v>
                </c:pt>
                <c:pt idx="20401">
                  <c:v>0</c:v>
                </c:pt>
                <c:pt idx="20402">
                  <c:v>0</c:v>
                </c:pt>
                <c:pt idx="20403">
                  <c:v>0</c:v>
                </c:pt>
                <c:pt idx="20404">
                  <c:v>0</c:v>
                </c:pt>
                <c:pt idx="20405">
                  <c:v>0</c:v>
                </c:pt>
                <c:pt idx="20406">
                  <c:v>0</c:v>
                </c:pt>
                <c:pt idx="20407">
                  <c:v>0</c:v>
                </c:pt>
                <c:pt idx="20408">
                  <c:v>0</c:v>
                </c:pt>
                <c:pt idx="20409">
                  <c:v>0</c:v>
                </c:pt>
                <c:pt idx="20410">
                  <c:v>0</c:v>
                </c:pt>
                <c:pt idx="20411">
                  <c:v>0</c:v>
                </c:pt>
                <c:pt idx="20412">
                  <c:v>0</c:v>
                </c:pt>
                <c:pt idx="20413">
                  <c:v>0</c:v>
                </c:pt>
                <c:pt idx="20414">
                  <c:v>0</c:v>
                </c:pt>
                <c:pt idx="20415">
                  <c:v>0</c:v>
                </c:pt>
                <c:pt idx="20416">
                  <c:v>0</c:v>
                </c:pt>
                <c:pt idx="20417">
                  <c:v>0</c:v>
                </c:pt>
                <c:pt idx="20418">
                  <c:v>0</c:v>
                </c:pt>
                <c:pt idx="20419">
                  <c:v>0</c:v>
                </c:pt>
                <c:pt idx="20420">
                  <c:v>0</c:v>
                </c:pt>
                <c:pt idx="20421">
                  <c:v>0</c:v>
                </c:pt>
                <c:pt idx="20422">
                  <c:v>0</c:v>
                </c:pt>
                <c:pt idx="20423">
                  <c:v>0</c:v>
                </c:pt>
                <c:pt idx="20424">
                  <c:v>0</c:v>
                </c:pt>
                <c:pt idx="20425">
                  <c:v>0</c:v>
                </c:pt>
                <c:pt idx="20426">
                  <c:v>0</c:v>
                </c:pt>
                <c:pt idx="20427">
                  <c:v>0</c:v>
                </c:pt>
                <c:pt idx="20428">
                  <c:v>0</c:v>
                </c:pt>
                <c:pt idx="20429">
                  <c:v>0</c:v>
                </c:pt>
                <c:pt idx="20430">
                  <c:v>0</c:v>
                </c:pt>
                <c:pt idx="20431">
                  <c:v>0</c:v>
                </c:pt>
                <c:pt idx="20432">
                  <c:v>0</c:v>
                </c:pt>
                <c:pt idx="20433">
                  <c:v>0</c:v>
                </c:pt>
                <c:pt idx="20434">
                  <c:v>0</c:v>
                </c:pt>
                <c:pt idx="20435">
                  <c:v>0</c:v>
                </c:pt>
                <c:pt idx="20436">
                  <c:v>0</c:v>
                </c:pt>
                <c:pt idx="20437">
                  <c:v>0</c:v>
                </c:pt>
                <c:pt idx="20438">
                  <c:v>0</c:v>
                </c:pt>
                <c:pt idx="20439">
                  <c:v>0</c:v>
                </c:pt>
                <c:pt idx="20440">
                  <c:v>0</c:v>
                </c:pt>
                <c:pt idx="20441">
                  <c:v>0</c:v>
                </c:pt>
                <c:pt idx="20442">
                  <c:v>0</c:v>
                </c:pt>
                <c:pt idx="20443">
                  <c:v>0</c:v>
                </c:pt>
                <c:pt idx="20444">
                  <c:v>0</c:v>
                </c:pt>
                <c:pt idx="20445">
                  <c:v>0</c:v>
                </c:pt>
                <c:pt idx="20446">
                  <c:v>0</c:v>
                </c:pt>
                <c:pt idx="20447">
                  <c:v>0</c:v>
                </c:pt>
                <c:pt idx="20448">
                  <c:v>0</c:v>
                </c:pt>
                <c:pt idx="20449">
                  <c:v>0</c:v>
                </c:pt>
                <c:pt idx="20450">
                  <c:v>0</c:v>
                </c:pt>
                <c:pt idx="20451">
                  <c:v>0</c:v>
                </c:pt>
                <c:pt idx="20452">
                  <c:v>0</c:v>
                </c:pt>
                <c:pt idx="20453">
                  <c:v>0</c:v>
                </c:pt>
                <c:pt idx="20454">
                  <c:v>0</c:v>
                </c:pt>
                <c:pt idx="20455">
                  <c:v>0</c:v>
                </c:pt>
                <c:pt idx="20456">
                  <c:v>0</c:v>
                </c:pt>
                <c:pt idx="20457">
                  <c:v>0</c:v>
                </c:pt>
                <c:pt idx="20458">
                  <c:v>0</c:v>
                </c:pt>
                <c:pt idx="20459">
                  <c:v>0</c:v>
                </c:pt>
                <c:pt idx="20460">
                  <c:v>0</c:v>
                </c:pt>
                <c:pt idx="20461">
                  <c:v>0</c:v>
                </c:pt>
                <c:pt idx="20462">
                  <c:v>0</c:v>
                </c:pt>
                <c:pt idx="20463">
                  <c:v>0</c:v>
                </c:pt>
                <c:pt idx="20464">
                  <c:v>0</c:v>
                </c:pt>
                <c:pt idx="20465">
                  <c:v>0</c:v>
                </c:pt>
                <c:pt idx="20466">
                  <c:v>0</c:v>
                </c:pt>
                <c:pt idx="20467">
                  <c:v>0</c:v>
                </c:pt>
                <c:pt idx="20468">
                  <c:v>0</c:v>
                </c:pt>
                <c:pt idx="20469">
                  <c:v>0</c:v>
                </c:pt>
                <c:pt idx="20470">
                  <c:v>0</c:v>
                </c:pt>
                <c:pt idx="20471">
                  <c:v>0</c:v>
                </c:pt>
                <c:pt idx="20472">
                  <c:v>0</c:v>
                </c:pt>
                <c:pt idx="20473">
                  <c:v>0</c:v>
                </c:pt>
                <c:pt idx="20474">
                  <c:v>0</c:v>
                </c:pt>
                <c:pt idx="20475">
                  <c:v>0</c:v>
                </c:pt>
                <c:pt idx="20476">
                  <c:v>0</c:v>
                </c:pt>
                <c:pt idx="20477">
                  <c:v>0</c:v>
                </c:pt>
                <c:pt idx="20478">
                  <c:v>0</c:v>
                </c:pt>
                <c:pt idx="20479">
                  <c:v>0</c:v>
                </c:pt>
                <c:pt idx="20480">
                  <c:v>0</c:v>
                </c:pt>
                <c:pt idx="20481">
                  <c:v>0</c:v>
                </c:pt>
                <c:pt idx="20482">
                  <c:v>0</c:v>
                </c:pt>
                <c:pt idx="20483">
                  <c:v>0</c:v>
                </c:pt>
                <c:pt idx="20484">
                  <c:v>0</c:v>
                </c:pt>
                <c:pt idx="20485">
                  <c:v>0</c:v>
                </c:pt>
                <c:pt idx="20486">
                  <c:v>0</c:v>
                </c:pt>
                <c:pt idx="20487">
                  <c:v>0</c:v>
                </c:pt>
                <c:pt idx="20488">
                  <c:v>0</c:v>
                </c:pt>
                <c:pt idx="20489">
                  <c:v>0</c:v>
                </c:pt>
                <c:pt idx="20490">
                  <c:v>0</c:v>
                </c:pt>
                <c:pt idx="20491">
                  <c:v>0</c:v>
                </c:pt>
                <c:pt idx="20492">
                  <c:v>0</c:v>
                </c:pt>
                <c:pt idx="20493">
                  <c:v>0</c:v>
                </c:pt>
                <c:pt idx="20494">
                  <c:v>0</c:v>
                </c:pt>
                <c:pt idx="20495">
                  <c:v>0</c:v>
                </c:pt>
                <c:pt idx="20496">
                  <c:v>0</c:v>
                </c:pt>
                <c:pt idx="20497">
                  <c:v>0</c:v>
                </c:pt>
                <c:pt idx="20498">
                  <c:v>0</c:v>
                </c:pt>
                <c:pt idx="20499">
                  <c:v>0</c:v>
                </c:pt>
                <c:pt idx="20500">
                  <c:v>0</c:v>
                </c:pt>
                <c:pt idx="20501">
                  <c:v>0</c:v>
                </c:pt>
                <c:pt idx="20502">
                  <c:v>0</c:v>
                </c:pt>
                <c:pt idx="20503">
                  <c:v>0</c:v>
                </c:pt>
                <c:pt idx="20504">
                  <c:v>0</c:v>
                </c:pt>
                <c:pt idx="20505">
                  <c:v>0</c:v>
                </c:pt>
                <c:pt idx="20506">
                  <c:v>0</c:v>
                </c:pt>
                <c:pt idx="20507">
                  <c:v>0</c:v>
                </c:pt>
                <c:pt idx="20508">
                  <c:v>0</c:v>
                </c:pt>
                <c:pt idx="20509">
                  <c:v>0</c:v>
                </c:pt>
                <c:pt idx="20510">
                  <c:v>0</c:v>
                </c:pt>
                <c:pt idx="20511">
                  <c:v>0</c:v>
                </c:pt>
                <c:pt idx="20512">
                  <c:v>0</c:v>
                </c:pt>
                <c:pt idx="20513">
                  <c:v>0</c:v>
                </c:pt>
                <c:pt idx="20514">
                  <c:v>0</c:v>
                </c:pt>
                <c:pt idx="20515">
                  <c:v>0</c:v>
                </c:pt>
                <c:pt idx="20516">
                  <c:v>0</c:v>
                </c:pt>
                <c:pt idx="20517">
                  <c:v>0</c:v>
                </c:pt>
                <c:pt idx="20518">
                  <c:v>0</c:v>
                </c:pt>
                <c:pt idx="20519">
                  <c:v>0</c:v>
                </c:pt>
                <c:pt idx="20520">
                  <c:v>0</c:v>
                </c:pt>
                <c:pt idx="20521">
                  <c:v>0</c:v>
                </c:pt>
                <c:pt idx="20522">
                  <c:v>0</c:v>
                </c:pt>
                <c:pt idx="20523">
                  <c:v>0</c:v>
                </c:pt>
                <c:pt idx="20524">
                  <c:v>0</c:v>
                </c:pt>
                <c:pt idx="20525">
                  <c:v>0</c:v>
                </c:pt>
                <c:pt idx="20526">
                  <c:v>0</c:v>
                </c:pt>
                <c:pt idx="20527">
                  <c:v>0</c:v>
                </c:pt>
                <c:pt idx="20528">
                  <c:v>0</c:v>
                </c:pt>
                <c:pt idx="20529">
                  <c:v>0</c:v>
                </c:pt>
                <c:pt idx="20530">
                  <c:v>0</c:v>
                </c:pt>
                <c:pt idx="20531">
                  <c:v>0</c:v>
                </c:pt>
                <c:pt idx="20532">
                  <c:v>0</c:v>
                </c:pt>
                <c:pt idx="20533">
                  <c:v>0</c:v>
                </c:pt>
                <c:pt idx="20534">
                  <c:v>0</c:v>
                </c:pt>
                <c:pt idx="20535">
                  <c:v>0</c:v>
                </c:pt>
                <c:pt idx="20536">
                  <c:v>0</c:v>
                </c:pt>
                <c:pt idx="20537">
                  <c:v>0</c:v>
                </c:pt>
                <c:pt idx="20538">
                  <c:v>0</c:v>
                </c:pt>
                <c:pt idx="20539">
                  <c:v>0</c:v>
                </c:pt>
                <c:pt idx="20540">
                  <c:v>0</c:v>
                </c:pt>
                <c:pt idx="20541">
                  <c:v>0</c:v>
                </c:pt>
                <c:pt idx="20542">
                  <c:v>0</c:v>
                </c:pt>
                <c:pt idx="20543">
                  <c:v>0</c:v>
                </c:pt>
                <c:pt idx="20544">
                  <c:v>0</c:v>
                </c:pt>
                <c:pt idx="20545">
                  <c:v>0</c:v>
                </c:pt>
                <c:pt idx="20546">
                  <c:v>0</c:v>
                </c:pt>
                <c:pt idx="20547">
                  <c:v>0</c:v>
                </c:pt>
                <c:pt idx="20548">
                  <c:v>0</c:v>
                </c:pt>
                <c:pt idx="20549">
                  <c:v>0</c:v>
                </c:pt>
                <c:pt idx="20550">
                  <c:v>0</c:v>
                </c:pt>
                <c:pt idx="20551">
                  <c:v>0</c:v>
                </c:pt>
                <c:pt idx="20552">
                  <c:v>0</c:v>
                </c:pt>
                <c:pt idx="20553">
                  <c:v>0</c:v>
                </c:pt>
                <c:pt idx="20554">
                  <c:v>0</c:v>
                </c:pt>
                <c:pt idx="20555">
                  <c:v>0</c:v>
                </c:pt>
                <c:pt idx="20556">
                  <c:v>0</c:v>
                </c:pt>
                <c:pt idx="20557">
                  <c:v>0</c:v>
                </c:pt>
                <c:pt idx="20558">
                  <c:v>0</c:v>
                </c:pt>
                <c:pt idx="20559">
                  <c:v>0</c:v>
                </c:pt>
                <c:pt idx="20560">
                  <c:v>0</c:v>
                </c:pt>
                <c:pt idx="20561">
                  <c:v>0</c:v>
                </c:pt>
                <c:pt idx="20562">
                  <c:v>0</c:v>
                </c:pt>
                <c:pt idx="20563">
                  <c:v>0</c:v>
                </c:pt>
                <c:pt idx="20564">
                  <c:v>0</c:v>
                </c:pt>
                <c:pt idx="20565">
                  <c:v>0</c:v>
                </c:pt>
                <c:pt idx="20566">
                  <c:v>0</c:v>
                </c:pt>
                <c:pt idx="20567">
                  <c:v>0</c:v>
                </c:pt>
                <c:pt idx="20568">
                  <c:v>0</c:v>
                </c:pt>
                <c:pt idx="20569">
                  <c:v>0</c:v>
                </c:pt>
                <c:pt idx="20570">
                  <c:v>0</c:v>
                </c:pt>
                <c:pt idx="20571">
                  <c:v>0</c:v>
                </c:pt>
                <c:pt idx="20572">
                  <c:v>0</c:v>
                </c:pt>
                <c:pt idx="20573">
                  <c:v>0</c:v>
                </c:pt>
                <c:pt idx="20574">
                  <c:v>0</c:v>
                </c:pt>
                <c:pt idx="20575">
                  <c:v>0</c:v>
                </c:pt>
                <c:pt idx="20576">
                  <c:v>0</c:v>
                </c:pt>
                <c:pt idx="20577">
                  <c:v>0</c:v>
                </c:pt>
                <c:pt idx="20578">
                  <c:v>0</c:v>
                </c:pt>
                <c:pt idx="20579">
                  <c:v>0</c:v>
                </c:pt>
                <c:pt idx="20580">
                  <c:v>0</c:v>
                </c:pt>
                <c:pt idx="20581">
                  <c:v>0</c:v>
                </c:pt>
                <c:pt idx="20582">
                  <c:v>0</c:v>
                </c:pt>
                <c:pt idx="20583">
                  <c:v>0</c:v>
                </c:pt>
                <c:pt idx="20584">
                  <c:v>0</c:v>
                </c:pt>
                <c:pt idx="20585">
                  <c:v>0</c:v>
                </c:pt>
                <c:pt idx="20586">
                  <c:v>0</c:v>
                </c:pt>
                <c:pt idx="20587">
                  <c:v>0</c:v>
                </c:pt>
                <c:pt idx="20588">
                  <c:v>0</c:v>
                </c:pt>
                <c:pt idx="20589">
                  <c:v>0</c:v>
                </c:pt>
                <c:pt idx="20590">
                  <c:v>0</c:v>
                </c:pt>
                <c:pt idx="20591">
                  <c:v>0</c:v>
                </c:pt>
                <c:pt idx="20592">
                  <c:v>0</c:v>
                </c:pt>
                <c:pt idx="20593">
                  <c:v>0</c:v>
                </c:pt>
                <c:pt idx="20594">
                  <c:v>0</c:v>
                </c:pt>
                <c:pt idx="20595">
                  <c:v>0</c:v>
                </c:pt>
                <c:pt idx="20596">
                  <c:v>0</c:v>
                </c:pt>
                <c:pt idx="20597">
                  <c:v>0</c:v>
                </c:pt>
                <c:pt idx="20598">
                  <c:v>0</c:v>
                </c:pt>
                <c:pt idx="20599">
                  <c:v>0</c:v>
                </c:pt>
                <c:pt idx="20600">
                  <c:v>0</c:v>
                </c:pt>
                <c:pt idx="20601">
                  <c:v>0</c:v>
                </c:pt>
                <c:pt idx="20602">
                  <c:v>0</c:v>
                </c:pt>
                <c:pt idx="20603">
                  <c:v>0</c:v>
                </c:pt>
                <c:pt idx="20604">
                  <c:v>0</c:v>
                </c:pt>
                <c:pt idx="20605">
                  <c:v>0</c:v>
                </c:pt>
                <c:pt idx="20606">
                  <c:v>0</c:v>
                </c:pt>
                <c:pt idx="20607">
                  <c:v>0</c:v>
                </c:pt>
                <c:pt idx="20608">
                  <c:v>0</c:v>
                </c:pt>
                <c:pt idx="20609">
                  <c:v>0</c:v>
                </c:pt>
                <c:pt idx="20610">
                  <c:v>0</c:v>
                </c:pt>
                <c:pt idx="20611">
                  <c:v>0</c:v>
                </c:pt>
                <c:pt idx="20612">
                  <c:v>0</c:v>
                </c:pt>
                <c:pt idx="20613">
                  <c:v>0</c:v>
                </c:pt>
                <c:pt idx="20614">
                  <c:v>0</c:v>
                </c:pt>
                <c:pt idx="20615">
                  <c:v>0</c:v>
                </c:pt>
                <c:pt idx="20616">
                  <c:v>0</c:v>
                </c:pt>
                <c:pt idx="20617">
                  <c:v>0</c:v>
                </c:pt>
                <c:pt idx="20618">
                  <c:v>0</c:v>
                </c:pt>
                <c:pt idx="20619">
                  <c:v>0</c:v>
                </c:pt>
                <c:pt idx="20620">
                  <c:v>0</c:v>
                </c:pt>
                <c:pt idx="20621">
                  <c:v>0</c:v>
                </c:pt>
                <c:pt idx="20622">
                  <c:v>0</c:v>
                </c:pt>
                <c:pt idx="20623">
                  <c:v>0</c:v>
                </c:pt>
                <c:pt idx="20624">
                  <c:v>0</c:v>
                </c:pt>
                <c:pt idx="20625">
                  <c:v>0</c:v>
                </c:pt>
                <c:pt idx="20626">
                  <c:v>0</c:v>
                </c:pt>
                <c:pt idx="20627">
                  <c:v>0</c:v>
                </c:pt>
                <c:pt idx="20628">
                  <c:v>0</c:v>
                </c:pt>
                <c:pt idx="20629">
                  <c:v>0</c:v>
                </c:pt>
                <c:pt idx="20630">
                  <c:v>0</c:v>
                </c:pt>
                <c:pt idx="20631">
                  <c:v>0</c:v>
                </c:pt>
                <c:pt idx="20632">
                  <c:v>0</c:v>
                </c:pt>
                <c:pt idx="20633">
                  <c:v>0</c:v>
                </c:pt>
                <c:pt idx="20634">
                  <c:v>0</c:v>
                </c:pt>
                <c:pt idx="20635">
                  <c:v>0</c:v>
                </c:pt>
                <c:pt idx="20636">
                  <c:v>0</c:v>
                </c:pt>
                <c:pt idx="20637">
                  <c:v>0</c:v>
                </c:pt>
                <c:pt idx="20638">
                  <c:v>0</c:v>
                </c:pt>
                <c:pt idx="20639">
                  <c:v>0</c:v>
                </c:pt>
                <c:pt idx="20640">
                  <c:v>0</c:v>
                </c:pt>
                <c:pt idx="20641">
                  <c:v>0</c:v>
                </c:pt>
                <c:pt idx="20642">
                  <c:v>0</c:v>
                </c:pt>
                <c:pt idx="20643">
                  <c:v>0</c:v>
                </c:pt>
                <c:pt idx="20644">
                  <c:v>0</c:v>
                </c:pt>
                <c:pt idx="20645">
                  <c:v>0</c:v>
                </c:pt>
                <c:pt idx="20646">
                  <c:v>0</c:v>
                </c:pt>
                <c:pt idx="20647">
                  <c:v>0</c:v>
                </c:pt>
                <c:pt idx="20648">
                  <c:v>0</c:v>
                </c:pt>
                <c:pt idx="20649">
                  <c:v>0</c:v>
                </c:pt>
                <c:pt idx="20650">
                  <c:v>0</c:v>
                </c:pt>
                <c:pt idx="20651">
                  <c:v>0</c:v>
                </c:pt>
                <c:pt idx="20652">
                  <c:v>0</c:v>
                </c:pt>
                <c:pt idx="20653">
                  <c:v>0</c:v>
                </c:pt>
                <c:pt idx="20654">
                  <c:v>0</c:v>
                </c:pt>
                <c:pt idx="20655">
                  <c:v>0</c:v>
                </c:pt>
                <c:pt idx="20656">
                  <c:v>0</c:v>
                </c:pt>
                <c:pt idx="20657">
                  <c:v>0</c:v>
                </c:pt>
                <c:pt idx="20658">
                  <c:v>0</c:v>
                </c:pt>
                <c:pt idx="20659">
                  <c:v>0</c:v>
                </c:pt>
                <c:pt idx="20660">
                  <c:v>0</c:v>
                </c:pt>
                <c:pt idx="20661">
                  <c:v>0</c:v>
                </c:pt>
                <c:pt idx="20662">
                  <c:v>0</c:v>
                </c:pt>
                <c:pt idx="20663">
                  <c:v>0</c:v>
                </c:pt>
                <c:pt idx="20664">
                  <c:v>0</c:v>
                </c:pt>
                <c:pt idx="20665">
                  <c:v>0</c:v>
                </c:pt>
                <c:pt idx="20666">
                  <c:v>0</c:v>
                </c:pt>
                <c:pt idx="20667">
                  <c:v>0</c:v>
                </c:pt>
                <c:pt idx="20668">
                  <c:v>0</c:v>
                </c:pt>
                <c:pt idx="20669">
                  <c:v>0</c:v>
                </c:pt>
                <c:pt idx="20670">
                  <c:v>0</c:v>
                </c:pt>
                <c:pt idx="20671">
                  <c:v>0</c:v>
                </c:pt>
                <c:pt idx="20672">
                  <c:v>0</c:v>
                </c:pt>
                <c:pt idx="20673">
                  <c:v>0</c:v>
                </c:pt>
                <c:pt idx="20674">
                  <c:v>0</c:v>
                </c:pt>
                <c:pt idx="20675">
                  <c:v>0</c:v>
                </c:pt>
                <c:pt idx="20676">
                  <c:v>0</c:v>
                </c:pt>
                <c:pt idx="20677">
                  <c:v>0</c:v>
                </c:pt>
                <c:pt idx="20678">
                  <c:v>0</c:v>
                </c:pt>
                <c:pt idx="20679">
                  <c:v>0</c:v>
                </c:pt>
                <c:pt idx="20680">
                  <c:v>0</c:v>
                </c:pt>
                <c:pt idx="20681">
                  <c:v>0</c:v>
                </c:pt>
                <c:pt idx="20682">
                  <c:v>0</c:v>
                </c:pt>
                <c:pt idx="20683">
                  <c:v>0</c:v>
                </c:pt>
                <c:pt idx="20684">
                  <c:v>0</c:v>
                </c:pt>
                <c:pt idx="20685">
                  <c:v>0</c:v>
                </c:pt>
                <c:pt idx="20686">
                  <c:v>0</c:v>
                </c:pt>
                <c:pt idx="20687">
                  <c:v>0</c:v>
                </c:pt>
                <c:pt idx="20688">
                  <c:v>0</c:v>
                </c:pt>
                <c:pt idx="20689">
                  <c:v>0</c:v>
                </c:pt>
                <c:pt idx="20690">
                  <c:v>0</c:v>
                </c:pt>
                <c:pt idx="20691">
                  <c:v>0</c:v>
                </c:pt>
                <c:pt idx="20692">
                  <c:v>0</c:v>
                </c:pt>
                <c:pt idx="20693">
                  <c:v>0</c:v>
                </c:pt>
                <c:pt idx="20694">
                  <c:v>0</c:v>
                </c:pt>
                <c:pt idx="20695">
                  <c:v>0</c:v>
                </c:pt>
                <c:pt idx="20696">
                  <c:v>0</c:v>
                </c:pt>
                <c:pt idx="20697">
                  <c:v>0</c:v>
                </c:pt>
                <c:pt idx="20698">
                  <c:v>0</c:v>
                </c:pt>
                <c:pt idx="20699">
                  <c:v>0</c:v>
                </c:pt>
                <c:pt idx="20700">
                  <c:v>0</c:v>
                </c:pt>
                <c:pt idx="20701">
                  <c:v>0</c:v>
                </c:pt>
                <c:pt idx="20702">
                  <c:v>0</c:v>
                </c:pt>
                <c:pt idx="20703">
                  <c:v>0</c:v>
                </c:pt>
                <c:pt idx="20704">
                  <c:v>0</c:v>
                </c:pt>
                <c:pt idx="20705">
                  <c:v>0</c:v>
                </c:pt>
                <c:pt idx="20706">
                  <c:v>0</c:v>
                </c:pt>
                <c:pt idx="20707">
                  <c:v>0</c:v>
                </c:pt>
                <c:pt idx="20708">
                  <c:v>0</c:v>
                </c:pt>
                <c:pt idx="20709">
                  <c:v>0</c:v>
                </c:pt>
                <c:pt idx="20710">
                  <c:v>0</c:v>
                </c:pt>
                <c:pt idx="20711">
                  <c:v>0</c:v>
                </c:pt>
                <c:pt idx="20712">
                  <c:v>0</c:v>
                </c:pt>
                <c:pt idx="20713">
                  <c:v>0</c:v>
                </c:pt>
                <c:pt idx="20714">
                  <c:v>0</c:v>
                </c:pt>
                <c:pt idx="20715">
                  <c:v>0</c:v>
                </c:pt>
                <c:pt idx="20716">
                  <c:v>0</c:v>
                </c:pt>
                <c:pt idx="20717">
                  <c:v>0</c:v>
                </c:pt>
                <c:pt idx="20718">
                  <c:v>0</c:v>
                </c:pt>
                <c:pt idx="20719">
                  <c:v>0</c:v>
                </c:pt>
                <c:pt idx="20720">
                  <c:v>0</c:v>
                </c:pt>
                <c:pt idx="20721">
                  <c:v>0</c:v>
                </c:pt>
                <c:pt idx="20722">
                  <c:v>0</c:v>
                </c:pt>
                <c:pt idx="20723">
                  <c:v>0</c:v>
                </c:pt>
                <c:pt idx="20724">
                  <c:v>0</c:v>
                </c:pt>
                <c:pt idx="20725">
                  <c:v>0</c:v>
                </c:pt>
                <c:pt idx="20726">
                  <c:v>0</c:v>
                </c:pt>
                <c:pt idx="20727">
                  <c:v>0</c:v>
                </c:pt>
                <c:pt idx="20728">
                  <c:v>0</c:v>
                </c:pt>
                <c:pt idx="20729">
                  <c:v>0</c:v>
                </c:pt>
                <c:pt idx="20730">
                  <c:v>0</c:v>
                </c:pt>
                <c:pt idx="20731">
                  <c:v>0</c:v>
                </c:pt>
                <c:pt idx="20732">
                  <c:v>0</c:v>
                </c:pt>
                <c:pt idx="20733">
                  <c:v>0</c:v>
                </c:pt>
                <c:pt idx="20734">
                  <c:v>0</c:v>
                </c:pt>
                <c:pt idx="20735">
                  <c:v>0</c:v>
                </c:pt>
                <c:pt idx="20736">
                  <c:v>0</c:v>
                </c:pt>
                <c:pt idx="20737">
                  <c:v>0</c:v>
                </c:pt>
                <c:pt idx="20738">
                  <c:v>0</c:v>
                </c:pt>
                <c:pt idx="20739">
                  <c:v>0</c:v>
                </c:pt>
                <c:pt idx="20740">
                  <c:v>0</c:v>
                </c:pt>
                <c:pt idx="20741">
                  <c:v>0</c:v>
                </c:pt>
                <c:pt idx="20742">
                  <c:v>0</c:v>
                </c:pt>
                <c:pt idx="20743">
                  <c:v>0</c:v>
                </c:pt>
                <c:pt idx="20744">
                  <c:v>0</c:v>
                </c:pt>
                <c:pt idx="20745">
                  <c:v>0</c:v>
                </c:pt>
                <c:pt idx="20746">
                  <c:v>0</c:v>
                </c:pt>
                <c:pt idx="20747">
                  <c:v>0</c:v>
                </c:pt>
                <c:pt idx="20748">
                  <c:v>0</c:v>
                </c:pt>
                <c:pt idx="20749">
                  <c:v>0</c:v>
                </c:pt>
                <c:pt idx="20750">
                  <c:v>0</c:v>
                </c:pt>
                <c:pt idx="20751">
                  <c:v>0</c:v>
                </c:pt>
                <c:pt idx="20752">
                  <c:v>0</c:v>
                </c:pt>
                <c:pt idx="20753">
                  <c:v>0</c:v>
                </c:pt>
                <c:pt idx="20754">
                  <c:v>0</c:v>
                </c:pt>
                <c:pt idx="20755">
                  <c:v>0</c:v>
                </c:pt>
                <c:pt idx="20756">
                  <c:v>0</c:v>
                </c:pt>
                <c:pt idx="20757">
                  <c:v>0</c:v>
                </c:pt>
                <c:pt idx="20758">
                  <c:v>0</c:v>
                </c:pt>
                <c:pt idx="20759">
                  <c:v>0</c:v>
                </c:pt>
                <c:pt idx="20760">
                  <c:v>0</c:v>
                </c:pt>
                <c:pt idx="20761">
                  <c:v>0</c:v>
                </c:pt>
                <c:pt idx="20762">
                  <c:v>0</c:v>
                </c:pt>
                <c:pt idx="20763">
                  <c:v>0</c:v>
                </c:pt>
                <c:pt idx="20764">
                  <c:v>0</c:v>
                </c:pt>
                <c:pt idx="20765">
                  <c:v>0</c:v>
                </c:pt>
                <c:pt idx="20766">
                  <c:v>0</c:v>
                </c:pt>
                <c:pt idx="20767">
                  <c:v>0</c:v>
                </c:pt>
                <c:pt idx="20768">
                  <c:v>0</c:v>
                </c:pt>
                <c:pt idx="20769">
                  <c:v>0</c:v>
                </c:pt>
                <c:pt idx="20770">
                  <c:v>0</c:v>
                </c:pt>
                <c:pt idx="20771">
                  <c:v>0</c:v>
                </c:pt>
                <c:pt idx="20772">
                  <c:v>0</c:v>
                </c:pt>
                <c:pt idx="20773">
                  <c:v>0</c:v>
                </c:pt>
                <c:pt idx="20774">
                  <c:v>0</c:v>
                </c:pt>
                <c:pt idx="20775">
                  <c:v>0</c:v>
                </c:pt>
                <c:pt idx="20776">
                  <c:v>0</c:v>
                </c:pt>
                <c:pt idx="20777">
                  <c:v>0</c:v>
                </c:pt>
                <c:pt idx="20778">
                  <c:v>0</c:v>
                </c:pt>
                <c:pt idx="20779">
                  <c:v>0</c:v>
                </c:pt>
                <c:pt idx="20780">
                  <c:v>0</c:v>
                </c:pt>
                <c:pt idx="20781">
                  <c:v>0</c:v>
                </c:pt>
                <c:pt idx="20782">
                  <c:v>0</c:v>
                </c:pt>
                <c:pt idx="20783">
                  <c:v>0</c:v>
                </c:pt>
                <c:pt idx="20784">
                  <c:v>0</c:v>
                </c:pt>
                <c:pt idx="20785">
                  <c:v>0</c:v>
                </c:pt>
                <c:pt idx="20786">
                  <c:v>0</c:v>
                </c:pt>
                <c:pt idx="20787">
                  <c:v>0</c:v>
                </c:pt>
                <c:pt idx="20788">
                  <c:v>0</c:v>
                </c:pt>
                <c:pt idx="20789">
                  <c:v>0</c:v>
                </c:pt>
                <c:pt idx="20790">
                  <c:v>0</c:v>
                </c:pt>
                <c:pt idx="20791">
                  <c:v>0</c:v>
                </c:pt>
                <c:pt idx="20792">
                  <c:v>0</c:v>
                </c:pt>
                <c:pt idx="20793">
                  <c:v>0</c:v>
                </c:pt>
                <c:pt idx="20794">
                  <c:v>0</c:v>
                </c:pt>
                <c:pt idx="20795">
                  <c:v>0</c:v>
                </c:pt>
                <c:pt idx="20796">
                  <c:v>0</c:v>
                </c:pt>
                <c:pt idx="20797">
                  <c:v>0</c:v>
                </c:pt>
                <c:pt idx="20798">
                  <c:v>0</c:v>
                </c:pt>
                <c:pt idx="20799">
                  <c:v>0</c:v>
                </c:pt>
                <c:pt idx="20800">
                  <c:v>0</c:v>
                </c:pt>
                <c:pt idx="20801">
                  <c:v>0</c:v>
                </c:pt>
                <c:pt idx="20802">
                  <c:v>0</c:v>
                </c:pt>
                <c:pt idx="20803">
                  <c:v>0</c:v>
                </c:pt>
                <c:pt idx="20804">
                  <c:v>0</c:v>
                </c:pt>
                <c:pt idx="20805">
                  <c:v>0</c:v>
                </c:pt>
                <c:pt idx="20806">
                  <c:v>0</c:v>
                </c:pt>
                <c:pt idx="20807">
                  <c:v>0</c:v>
                </c:pt>
                <c:pt idx="20808">
                  <c:v>0</c:v>
                </c:pt>
                <c:pt idx="20809">
                  <c:v>0</c:v>
                </c:pt>
                <c:pt idx="20810">
                  <c:v>0</c:v>
                </c:pt>
                <c:pt idx="20811">
                  <c:v>0</c:v>
                </c:pt>
                <c:pt idx="20812">
                  <c:v>0</c:v>
                </c:pt>
                <c:pt idx="20813">
                  <c:v>0</c:v>
                </c:pt>
                <c:pt idx="20814">
                  <c:v>0</c:v>
                </c:pt>
                <c:pt idx="20815">
                  <c:v>0</c:v>
                </c:pt>
                <c:pt idx="20816">
                  <c:v>0</c:v>
                </c:pt>
                <c:pt idx="20817">
                  <c:v>0</c:v>
                </c:pt>
                <c:pt idx="20818">
                  <c:v>0</c:v>
                </c:pt>
                <c:pt idx="20819">
                  <c:v>0</c:v>
                </c:pt>
                <c:pt idx="20820">
                  <c:v>0</c:v>
                </c:pt>
                <c:pt idx="20821">
                  <c:v>0</c:v>
                </c:pt>
                <c:pt idx="20822">
                  <c:v>0</c:v>
                </c:pt>
                <c:pt idx="20823">
                  <c:v>0</c:v>
                </c:pt>
                <c:pt idx="20824">
                  <c:v>0</c:v>
                </c:pt>
                <c:pt idx="20825">
                  <c:v>0</c:v>
                </c:pt>
                <c:pt idx="20826">
                  <c:v>0</c:v>
                </c:pt>
                <c:pt idx="20827">
                  <c:v>0</c:v>
                </c:pt>
                <c:pt idx="20828">
                  <c:v>0</c:v>
                </c:pt>
                <c:pt idx="20829">
                  <c:v>0</c:v>
                </c:pt>
                <c:pt idx="20830">
                  <c:v>0</c:v>
                </c:pt>
                <c:pt idx="20831">
                  <c:v>0</c:v>
                </c:pt>
                <c:pt idx="20832">
                  <c:v>0</c:v>
                </c:pt>
                <c:pt idx="20833">
                  <c:v>0</c:v>
                </c:pt>
                <c:pt idx="20834">
                  <c:v>0</c:v>
                </c:pt>
                <c:pt idx="20835">
                  <c:v>0</c:v>
                </c:pt>
                <c:pt idx="20836">
                  <c:v>0</c:v>
                </c:pt>
                <c:pt idx="20837">
                  <c:v>0</c:v>
                </c:pt>
                <c:pt idx="20838">
                  <c:v>0</c:v>
                </c:pt>
                <c:pt idx="20839">
                  <c:v>0</c:v>
                </c:pt>
                <c:pt idx="20840">
                  <c:v>0</c:v>
                </c:pt>
                <c:pt idx="20841">
                  <c:v>0</c:v>
                </c:pt>
                <c:pt idx="20842">
                  <c:v>0</c:v>
                </c:pt>
                <c:pt idx="20843">
                  <c:v>0</c:v>
                </c:pt>
                <c:pt idx="20844">
                  <c:v>0</c:v>
                </c:pt>
                <c:pt idx="20845">
                  <c:v>0</c:v>
                </c:pt>
                <c:pt idx="20846">
                  <c:v>0</c:v>
                </c:pt>
                <c:pt idx="20847">
                  <c:v>0</c:v>
                </c:pt>
                <c:pt idx="20848">
                  <c:v>0</c:v>
                </c:pt>
                <c:pt idx="20849">
                  <c:v>0</c:v>
                </c:pt>
                <c:pt idx="20850">
                  <c:v>0</c:v>
                </c:pt>
                <c:pt idx="20851">
                  <c:v>0</c:v>
                </c:pt>
                <c:pt idx="20852">
                  <c:v>0</c:v>
                </c:pt>
                <c:pt idx="20853">
                  <c:v>0</c:v>
                </c:pt>
                <c:pt idx="20854">
                  <c:v>0</c:v>
                </c:pt>
                <c:pt idx="20855">
                  <c:v>0</c:v>
                </c:pt>
                <c:pt idx="20856">
                  <c:v>0</c:v>
                </c:pt>
                <c:pt idx="20857">
                  <c:v>0</c:v>
                </c:pt>
                <c:pt idx="20858">
                  <c:v>0</c:v>
                </c:pt>
                <c:pt idx="20859">
                  <c:v>0</c:v>
                </c:pt>
                <c:pt idx="20860">
                  <c:v>0</c:v>
                </c:pt>
                <c:pt idx="20861">
                  <c:v>0</c:v>
                </c:pt>
                <c:pt idx="20862">
                  <c:v>0</c:v>
                </c:pt>
                <c:pt idx="20863">
                  <c:v>0</c:v>
                </c:pt>
                <c:pt idx="20864">
                  <c:v>0</c:v>
                </c:pt>
                <c:pt idx="20865">
                  <c:v>0</c:v>
                </c:pt>
                <c:pt idx="20866">
                  <c:v>0</c:v>
                </c:pt>
                <c:pt idx="20867">
                  <c:v>0</c:v>
                </c:pt>
                <c:pt idx="20868">
                  <c:v>0</c:v>
                </c:pt>
                <c:pt idx="20869">
                  <c:v>0</c:v>
                </c:pt>
                <c:pt idx="20870">
                  <c:v>0</c:v>
                </c:pt>
                <c:pt idx="20871">
                  <c:v>0</c:v>
                </c:pt>
                <c:pt idx="20872">
                  <c:v>0</c:v>
                </c:pt>
                <c:pt idx="20873">
                  <c:v>0</c:v>
                </c:pt>
                <c:pt idx="20874">
                  <c:v>0</c:v>
                </c:pt>
                <c:pt idx="20875">
                  <c:v>0</c:v>
                </c:pt>
                <c:pt idx="20876">
                  <c:v>0</c:v>
                </c:pt>
                <c:pt idx="20877">
                  <c:v>0</c:v>
                </c:pt>
                <c:pt idx="20878">
                  <c:v>0</c:v>
                </c:pt>
                <c:pt idx="20879">
                  <c:v>0</c:v>
                </c:pt>
                <c:pt idx="20880">
                  <c:v>0</c:v>
                </c:pt>
                <c:pt idx="20881">
                  <c:v>0</c:v>
                </c:pt>
                <c:pt idx="20882">
                  <c:v>0</c:v>
                </c:pt>
                <c:pt idx="20883">
                  <c:v>0</c:v>
                </c:pt>
                <c:pt idx="20884">
                  <c:v>0</c:v>
                </c:pt>
                <c:pt idx="20885">
                  <c:v>0</c:v>
                </c:pt>
                <c:pt idx="20886">
                  <c:v>0</c:v>
                </c:pt>
                <c:pt idx="20887">
                  <c:v>0</c:v>
                </c:pt>
                <c:pt idx="20888">
                  <c:v>0</c:v>
                </c:pt>
                <c:pt idx="20889">
                  <c:v>0</c:v>
                </c:pt>
                <c:pt idx="20890">
                  <c:v>0</c:v>
                </c:pt>
                <c:pt idx="20891">
                  <c:v>0</c:v>
                </c:pt>
                <c:pt idx="20892">
                  <c:v>0</c:v>
                </c:pt>
                <c:pt idx="20893">
                  <c:v>0</c:v>
                </c:pt>
                <c:pt idx="20894">
                  <c:v>0</c:v>
                </c:pt>
                <c:pt idx="20895">
                  <c:v>0</c:v>
                </c:pt>
                <c:pt idx="20896">
                  <c:v>0</c:v>
                </c:pt>
                <c:pt idx="20897">
                  <c:v>0</c:v>
                </c:pt>
                <c:pt idx="20898">
                  <c:v>0</c:v>
                </c:pt>
                <c:pt idx="20899">
                  <c:v>0</c:v>
                </c:pt>
                <c:pt idx="20900">
                  <c:v>0</c:v>
                </c:pt>
                <c:pt idx="20901">
                  <c:v>0</c:v>
                </c:pt>
                <c:pt idx="20902">
                  <c:v>0</c:v>
                </c:pt>
                <c:pt idx="20903">
                  <c:v>0</c:v>
                </c:pt>
                <c:pt idx="20904">
                  <c:v>0</c:v>
                </c:pt>
                <c:pt idx="20905">
                  <c:v>0</c:v>
                </c:pt>
                <c:pt idx="20906">
                  <c:v>0</c:v>
                </c:pt>
                <c:pt idx="20907">
                  <c:v>0</c:v>
                </c:pt>
                <c:pt idx="20908">
                  <c:v>0</c:v>
                </c:pt>
                <c:pt idx="20909">
                  <c:v>0</c:v>
                </c:pt>
                <c:pt idx="20910">
                  <c:v>0</c:v>
                </c:pt>
                <c:pt idx="20911">
                  <c:v>0</c:v>
                </c:pt>
                <c:pt idx="20912">
                  <c:v>0</c:v>
                </c:pt>
                <c:pt idx="20913">
                  <c:v>0</c:v>
                </c:pt>
                <c:pt idx="20914">
                  <c:v>0</c:v>
                </c:pt>
                <c:pt idx="20915">
                  <c:v>0</c:v>
                </c:pt>
                <c:pt idx="20916">
                  <c:v>0</c:v>
                </c:pt>
                <c:pt idx="20917">
                  <c:v>0</c:v>
                </c:pt>
                <c:pt idx="20918">
                  <c:v>0</c:v>
                </c:pt>
                <c:pt idx="20919">
                  <c:v>0</c:v>
                </c:pt>
                <c:pt idx="20920">
                  <c:v>0</c:v>
                </c:pt>
                <c:pt idx="20921">
                  <c:v>0</c:v>
                </c:pt>
                <c:pt idx="20922">
                  <c:v>0</c:v>
                </c:pt>
                <c:pt idx="20923">
                  <c:v>0</c:v>
                </c:pt>
                <c:pt idx="20924">
                  <c:v>0</c:v>
                </c:pt>
                <c:pt idx="20925">
                  <c:v>0</c:v>
                </c:pt>
                <c:pt idx="20926">
                  <c:v>0</c:v>
                </c:pt>
                <c:pt idx="20927">
                  <c:v>0</c:v>
                </c:pt>
                <c:pt idx="20928">
                  <c:v>0</c:v>
                </c:pt>
                <c:pt idx="20929">
                  <c:v>0</c:v>
                </c:pt>
                <c:pt idx="20930">
                  <c:v>0</c:v>
                </c:pt>
                <c:pt idx="20931">
                  <c:v>0</c:v>
                </c:pt>
                <c:pt idx="20932">
                  <c:v>0</c:v>
                </c:pt>
                <c:pt idx="20933">
                  <c:v>0</c:v>
                </c:pt>
                <c:pt idx="20934">
                  <c:v>0</c:v>
                </c:pt>
                <c:pt idx="20935">
                  <c:v>0</c:v>
                </c:pt>
                <c:pt idx="20936">
                  <c:v>0</c:v>
                </c:pt>
                <c:pt idx="20937">
                  <c:v>0</c:v>
                </c:pt>
                <c:pt idx="20938">
                  <c:v>0</c:v>
                </c:pt>
                <c:pt idx="20939">
                  <c:v>0</c:v>
                </c:pt>
                <c:pt idx="20940">
                  <c:v>0</c:v>
                </c:pt>
                <c:pt idx="20941">
                  <c:v>0</c:v>
                </c:pt>
                <c:pt idx="20942">
                  <c:v>0</c:v>
                </c:pt>
                <c:pt idx="20943">
                  <c:v>0</c:v>
                </c:pt>
                <c:pt idx="20944">
                  <c:v>0</c:v>
                </c:pt>
                <c:pt idx="20945">
                  <c:v>0</c:v>
                </c:pt>
                <c:pt idx="20946">
                  <c:v>0</c:v>
                </c:pt>
                <c:pt idx="20947">
                  <c:v>0</c:v>
                </c:pt>
                <c:pt idx="20948">
                  <c:v>0</c:v>
                </c:pt>
                <c:pt idx="20949">
                  <c:v>0</c:v>
                </c:pt>
                <c:pt idx="20950">
                  <c:v>0</c:v>
                </c:pt>
                <c:pt idx="20951">
                  <c:v>0</c:v>
                </c:pt>
                <c:pt idx="20952">
                  <c:v>0</c:v>
                </c:pt>
                <c:pt idx="20953">
                  <c:v>0</c:v>
                </c:pt>
                <c:pt idx="20954">
                  <c:v>0</c:v>
                </c:pt>
                <c:pt idx="20955">
                  <c:v>0</c:v>
                </c:pt>
                <c:pt idx="20956">
                  <c:v>0</c:v>
                </c:pt>
                <c:pt idx="20957">
                  <c:v>0</c:v>
                </c:pt>
                <c:pt idx="20958">
                  <c:v>0</c:v>
                </c:pt>
                <c:pt idx="20959">
                  <c:v>0</c:v>
                </c:pt>
                <c:pt idx="20960">
                  <c:v>0</c:v>
                </c:pt>
                <c:pt idx="20961">
                  <c:v>0</c:v>
                </c:pt>
                <c:pt idx="20962">
                  <c:v>0</c:v>
                </c:pt>
                <c:pt idx="20963">
                  <c:v>0</c:v>
                </c:pt>
                <c:pt idx="20964">
                  <c:v>0</c:v>
                </c:pt>
                <c:pt idx="20965">
                  <c:v>0</c:v>
                </c:pt>
                <c:pt idx="20966">
                  <c:v>0</c:v>
                </c:pt>
                <c:pt idx="20967">
                  <c:v>0</c:v>
                </c:pt>
                <c:pt idx="20968">
                  <c:v>0</c:v>
                </c:pt>
                <c:pt idx="20969">
                  <c:v>0</c:v>
                </c:pt>
                <c:pt idx="20970">
                  <c:v>0</c:v>
                </c:pt>
                <c:pt idx="20971">
                  <c:v>0</c:v>
                </c:pt>
                <c:pt idx="20972">
                  <c:v>0</c:v>
                </c:pt>
                <c:pt idx="20973">
                  <c:v>0</c:v>
                </c:pt>
                <c:pt idx="20974">
                  <c:v>0</c:v>
                </c:pt>
                <c:pt idx="20975">
                  <c:v>0</c:v>
                </c:pt>
                <c:pt idx="20976">
                  <c:v>0</c:v>
                </c:pt>
                <c:pt idx="20977">
                  <c:v>0</c:v>
                </c:pt>
                <c:pt idx="20978">
                  <c:v>0</c:v>
                </c:pt>
                <c:pt idx="20979">
                  <c:v>0</c:v>
                </c:pt>
                <c:pt idx="20980">
                  <c:v>0</c:v>
                </c:pt>
                <c:pt idx="20981">
                  <c:v>0</c:v>
                </c:pt>
                <c:pt idx="20982">
                  <c:v>0</c:v>
                </c:pt>
                <c:pt idx="20983">
                  <c:v>0</c:v>
                </c:pt>
                <c:pt idx="20984">
                  <c:v>0</c:v>
                </c:pt>
                <c:pt idx="20985">
                  <c:v>0</c:v>
                </c:pt>
                <c:pt idx="20986">
                  <c:v>0</c:v>
                </c:pt>
                <c:pt idx="20987">
                  <c:v>0</c:v>
                </c:pt>
                <c:pt idx="20988">
                  <c:v>0</c:v>
                </c:pt>
                <c:pt idx="20989">
                  <c:v>0</c:v>
                </c:pt>
                <c:pt idx="20990">
                  <c:v>0</c:v>
                </c:pt>
                <c:pt idx="20991">
                  <c:v>0</c:v>
                </c:pt>
                <c:pt idx="20992">
                  <c:v>0</c:v>
                </c:pt>
                <c:pt idx="20993">
                  <c:v>0</c:v>
                </c:pt>
                <c:pt idx="20994">
                  <c:v>0</c:v>
                </c:pt>
                <c:pt idx="20995">
                  <c:v>0</c:v>
                </c:pt>
                <c:pt idx="20996">
                  <c:v>0</c:v>
                </c:pt>
                <c:pt idx="20997">
                  <c:v>0</c:v>
                </c:pt>
                <c:pt idx="20998">
                  <c:v>0</c:v>
                </c:pt>
                <c:pt idx="20999">
                  <c:v>0</c:v>
                </c:pt>
                <c:pt idx="21000">
                  <c:v>0</c:v>
                </c:pt>
                <c:pt idx="21001">
                  <c:v>0</c:v>
                </c:pt>
                <c:pt idx="21002">
                  <c:v>0</c:v>
                </c:pt>
                <c:pt idx="21003">
                  <c:v>0</c:v>
                </c:pt>
                <c:pt idx="21004">
                  <c:v>0</c:v>
                </c:pt>
                <c:pt idx="21005">
                  <c:v>0</c:v>
                </c:pt>
                <c:pt idx="21006">
                  <c:v>0</c:v>
                </c:pt>
                <c:pt idx="21007">
                  <c:v>0</c:v>
                </c:pt>
                <c:pt idx="21008">
                  <c:v>0</c:v>
                </c:pt>
                <c:pt idx="21009">
                  <c:v>0</c:v>
                </c:pt>
                <c:pt idx="21010">
                  <c:v>0</c:v>
                </c:pt>
                <c:pt idx="21011">
                  <c:v>0</c:v>
                </c:pt>
                <c:pt idx="21012">
                  <c:v>0</c:v>
                </c:pt>
                <c:pt idx="21013">
                  <c:v>0</c:v>
                </c:pt>
                <c:pt idx="21014">
                  <c:v>0</c:v>
                </c:pt>
                <c:pt idx="21015">
                  <c:v>0</c:v>
                </c:pt>
                <c:pt idx="21016">
                  <c:v>0</c:v>
                </c:pt>
                <c:pt idx="21017">
                  <c:v>0</c:v>
                </c:pt>
                <c:pt idx="21018">
                  <c:v>0</c:v>
                </c:pt>
                <c:pt idx="21019">
                  <c:v>0</c:v>
                </c:pt>
                <c:pt idx="21020">
                  <c:v>0</c:v>
                </c:pt>
                <c:pt idx="21021">
                  <c:v>0</c:v>
                </c:pt>
                <c:pt idx="21022">
                  <c:v>0</c:v>
                </c:pt>
                <c:pt idx="21023">
                  <c:v>0</c:v>
                </c:pt>
                <c:pt idx="21024">
                  <c:v>0</c:v>
                </c:pt>
                <c:pt idx="21025">
                  <c:v>0</c:v>
                </c:pt>
                <c:pt idx="21026">
                  <c:v>0</c:v>
                </c:pt>
                <c:pt idx="21027">
                  <c:v>0</c:v>
                </c:pt>
                <c:pt idx="21028">
                  <c:v>0</c:v>
                </c:pt>
                <c:pt idx="21029">
                  <c:v>0</c:v>
                </c:pt>
                <c:pt idx="21030">
                  <c:v>0</c:v>
                </c:pt>
                <c:pt idx="21031">
                  <c:v>0</c:v>
                </c:pt>
                <c:pt idx="21032">
                  <c:v>0</c:v>
                </c:pt>
                <c:pt idx="21033">
                  <c:v>0</c:v>
                </c:pt>
                <c:pt idx="21034">
                  <c:v>0</c:v>
                </c:pt>
                <c:pt idx="21035">
                  <c:v>0</c:v>
                </c:pt>
                <c:pt idx="21036">
                  <c:v>0</c:v>
                </c:pt>
                <c:pt idx="21037">
                  <c:v>0</c:v>
                </c:pt>
                <c:pt idx="21038">
                  <c:v>0</c:v>
                </c:pt>
                <c:pt idx="21039">
                  <c:v>0</c:v>
                </c:pt>
                <c:pt idx="21040">
                  <c:v>0</c:v>
                </c:pt>
                <c:pt idx="21041">
                  <c:v>0</c:v>
                </c:pt>
                <c:pt idx="21042">
                  <c:v>0</c:v>
                </c:pt>
                <c:pt idx="21043">
                  <c:v>0</c:v>
                </c:pt>
                <c:pt idx="21044">
                  <c:v>0</c:v>
                </c:pt>
                <c:pt idx="21045">
                  <c:v>0</c:v>
                </c:pt>
                <c:pt idx="21046">
                  <c:v>0</c:v>
                </c:pt>
                <c:pt idx="21047">
                  <c:v>0</c:v>
                </c:pt>
                <c:pt idx="21048">
                  <c:v>0</c:v>
                </c:pt>
                <c:pt idx="21049">
                  <c:v>0</c:v>
                </c:pt>
                <c:pt idx="21050">
                  <c:v>0</c:v>
                </c:pt>
                <c:pt idx="21051">
                  <c:v>0</c:v>
                </c:pt>
                <c:pt idx="21052">
                  <c:v>0</c:v>
                </c:pt>
                <c:pt idx="21053">
                  <c:v>0</c:v>
                </c:pt>
                <c:pt idx="21054">
                  <c:v>0</c:v>
                </c:pt>
                <c:pt idx="21055">
                  <c:v>0</c:v>
                </c:pt>
                <c:pt idx="21056">
                  <c:v>0</c:v>
                </c:pt>
                <c:pt idx="21057">
                  <c:v>0</c:v>
                </c:pt>
                <c:pt idx="21058">
                  <c:v>0</c:v>
                </c:pt>
                <c:pt idx="21059">
                  <c:v>0</c:v>
                </c:pt>
                <c:pt idx="21060">
                  <c:v>0</c:v>
                </c:pt>
                <c:pt idx="21061">
                  <c:v>0</c:v>
                </c:pt>
                <c:pt idx="21062">
                  <c:v>0</c:v>
                </c:pt>
                <c:pt idx="21063">
                  <c:v>0</c:v>
                </c:pt>
                <c:pt idx="21064">
                  <c:v>0</c:v>
                </c:pt>
                <c:pt idx="21065">
                  <c:v>0</c:v>
                </c:pt>
                <c:pt idx="21066">
                  <c:v>0</c:v>
                </c:pt>
                <c:pt idx="21067">
                  <c:v>0</c:v>
                </c:pt>
                <c:pt idx="21068">
                  <c:v>0</c:v>
                </c:pt>
                <c:pt idx="21069">
                  <c:v>0</c:v>
                </c:pt>
                <c:pt idx="21070">
                  <c:v>0</c:v>
                </c:pt>
                <c:pt idx="21071">
                  <c:v>0</c:v>
                </c:pt>
                <c:pt idx="21072">
                  <c:v>0</c:v>
                </c:pt>
                <c:pt idx="21073">
                  <c:v>0</c:v>
                </c:pt>
                <c:pt idx="21074">
                  <c:v>0</c:v>
                </c:pt>
                <c:pt idx="21075">
                  <c:v>0</c:v>
                </c:pt>
                <c:pt idx="21076">
                  <c:v>0</c:v>
                </c:pt>
                <c:pt idx="21077">
                  <c:v>0</c:v>
                </c:pt>
                <c:pt idx="21078">
                  <c:v>0</c:v>
                </c:pt>
                <c:pt idx="21079">
                  <c:v>0</c:v>
                </c:pt>
                <c:pt idx="21080">
                  <c:v>0</c:v>
                </c:pt>
                <c:pt idx="21081">
                  <c:v>0</c:v>
                </c:pt>
                <c:pt idx="21082">
                  <c:v>0</c:v>
                </c:pt>
                <c:pt idx="21083">
                  <c:v>0</c:v>
                </c:pt>
                <c:pt idx="21084">
                  <c:v>0</c:v>
                </c:pt>
                <c:pt idx="21085">
                  <c:v>0</c:v>
                </c:pt>
                <c:pt idx="21086">
                  <c:v>0</c:v>
                </c:pt>
                <c:pt idx="21087">
                  <c:v>0</c:v>
                </c:pt>
                <c:pt idx="21088">
                  <c:v>0</c:v>
                </c:pt>
                <c:pt idx="21089">
                  <c:v>0</c:v>
                </c:pt>
                <c:pt idx="21090">
                  <c:v>0</c:v>
                </c:pt>
                <c:pt idx="21091">
                  <c:v>0</c:v>
                </c:pt>
                <c:pt idx="21092">
                  <c:v>0</c:v>
                </c:pt>
                <c:pt idx="21093">
                  <c:v>0</c:v>
                </c:pt>
                <c:pt idx="21094">
                  <c:v>0</c:v>
                </c:pt>
                <c:pt idx="21095">
                  <c:v>0</c:v>
                </c:pt>
                <c:pt idx="21096">
                  <c:v>0</c:v>
                </c:pt>
                <c:pt idx="21097">
                  <c:v>0</c:v>
                </c:pt>
                <c:pt idx="21098">
                  <c:v>0</c:v>
                </c:pt>
                <c:pt idx="21099">
                  <c:v>0</c:v>
                </c:pt>
                <c:pt idx="21100">
                  <c:v>0</c:v>
                </c:pt>
                <c:pt idx="21101">
                  <c:v>0</c:v>
                </c:pt>
                <c:pt idx="21102">
                  <c:v>0</c:v>
                </c:pt>
                <c:pt idx="21103">
                  <c:v>0</c:v>
                </c:pt>
                <c:pt idx="21104">
                  <c:v>0</c:v>
                </c:pt>
                <c:pt idx="21105">
                  <c:v>0</c:v>
                </c:pt>
                <c:pt idx="21106">
                  <c:v>0</c:v>
                </c:pt>
                <c:pt idx="21107">
                  <c:v>0</c:v>
                </c:pt>
                <c:pt idx="21108">
                  <c:v>0</c:v>
                </c:pt>
                <c:pt idx="21109">
                  <c:v>0</c:v>
                </c:pt>
                <c:pt idx="21110">
                  <c:v>0</c:v>
                </c:pt>
                <c:pt idx="21111">
                  <c:v>0</c:v>
                </c:pt>
                <c:pt idx="21112">
                  <c:v>0</c:v>
                </c:pt>
                <c:pt idx="21113">
                  <c:v>0</c:v>
                </c:pt>
                <c:pt idx="21114">
                  <c:v>0</c:v>
                </c:pt>
                <c:pt idx="21115">
                  <c:v>0</c:v>
                </c:pt>
                <c:pt idx="21116">
                  <c:v>0</c:v>
                </c:pt>
                <c:pt idx="21117">
                  <c:v>0</c:v>
                </c:pt>
                <c:pt idx="21118">
                  <c:v>0</c:v>
                </c:pt>
                <c:pt idx="21119">
                  <c:v>0</c:v>
                </c:pt>
                <c:pt idx="21120">
                  <c:v>0</c:v>
                </c:pt>
                <c:pt idx="21121">
                  <c:v>0</c:v>
                </c:pt>
                <c:pt idx="21122">
                  <c:v>0</c:v>
                </c:pt>
                <c:pt idx="21123">
                  <c:v>0</c:v>
                </c:pt>
                <c:pt idx="21124">
                  <c:v>0</c:v>
                </c:pt>
                <c:pt idx="21125">
                  <c:v>0</c:v>
                </c:pt>
                <c:pt idx="21126">
                  <c:v>0</c:v>
                </c:pt>
                <c:pt idx="21127">
                  <c:v>0</c:v>
                </c:pt>
                <c:pt idx="21128">
                  <c:v>0</c:v>
                </c:pt>
                <c:pt idx="21129">
                  <c:v>0</c:v>
                </c:pt>
                <c:pt idx="21130">
                  <c:v>0</c:v>
                </c:pt>
                <c:pt idx="21131">
                  <c:v>0</c:v>
                </c:pt>
                <c:pt idx="21132">
                  <c:v>0</c:v>
                </c:pt>
                <c:pt idx="21133">
                  <c:v>0</c:v>
                </c:pt>
                <c:pt idx="21134">
                  <c:v>0</c:v>
                </c:pt>
                <c:pt idx="21135">
                  <c:v>0</c:v>
                </c:pt>
                <c:pt idx="21136">
                  <c:v>0</c:v>
                </c:pt>
                <c:pt idx="21137">
                  <c:v>0</c:v>
                </c:pt>
                <c:pt idx="21138">
                  <c:v>0</c:v>
                </c:pt>
                <c:pt idx="21139">
                  <c:v>0</c:v>
                </c:pt>
                <c:pt idx="21140">
                  <c:v>0</c:v>
                </c:pt>
                <c:pt idx="21141">
                  <c:v>0</c:v>
                </c:pt>
                <c:pt idx="21142">
                  <c:v>0</c:v>
                </c:pt>
                <c:pt idx="21143">
                  <c:v>0</c:v>
                </c:pt>
                <c:pt idx="21144">
                  <c:v>0</c:v>
                </c:pt>
                <c:pt idx="21145">
                  <c:v>0</c:v>
                </c:pt>
                <c:pt idx="21146">
                  <c:v>0</c:v>
                </c:pt>
                <c:pt idx="21147">
                  <c:v>0</c:v>
                </c:pt>
                <c:pt idx="21148">
                  <c:v>0</c:v>
                </c:pt>
                <c:pt idx="21149">
                  <c:v>0</c:v>
                </c:pt>
                <c:pt idx="21150">
                  <c:v>0</c:v>
                </c:pt>
                <c:pt idx="21151">
                  <c:v>0</c:v>
                </c:pt>
                <c:pt idx="21152">
                  <c:v>0</c:v>
                </c:pt>
                <c:pt idx="21153">
                  <c:v>0</c:v>
                </c:pt>
                <c:pt idx="21154">
                  <c:v>0</c:v>
                </c:pt>
                <c:pt idx="21155">
                  <c:v>0</c:v>
                </c:pt>
                <c:pt idx="21156">
                  <c:v>0</c:v>
                </c:pt>
                <c:pt idx="21157">
                  <c:v>0</c:v>
                </c:pt>
                <c:pt idx="21158">
                  <c:v>0</c:v>
                </c:pt>
                <c:pt idx="21159">
                  <c:v>0</c:v>
                </c:pt>
                <c:pt idx="21160">
                  <c:v>0</c:v>
                </c:pt>
                <c:pt idx="21161">
                  <c:v>0</c:v>
                </c:pt>
                <c:pt idx="21162">
                  <c:v>0</c:v>
                </c:pt>
                <c:pt idx="21163">
                  <c:v>0</c:v>
                </c:pt>
                <c:pt idx="21164">
                  <c:v>0</c:v>
                </c:pt>
                <c:pt idx="21165">
                  <c:v>0</c:v>
                </c:pt>
                <c:pt idx="21166">
                  <c:v>0</c:v>
                </c:pt>
                <c:pt idx="21167">
                  <c:v>0</c:v>
                </c:pt>
                <c:pt idx="21168">
                  <c:v>0</c:v>
                </c:pt>
                <c:pt idx="21169">
                  <c:v>0</c:v>
                </c:pt>
                <c:pt idx="21170">
                  <c:v>0</c:v>
                </c:pt>
                <c:pt idx="21171">
                  <c:v>0</c:v>
                </c:pt>
                <c:pt idx="21172">
                  <c:v>0</c:v>
                </c:pt>
                <c:pt idx="21173">
                  <c:v>0</c:v>
                </c:pt>
                <c:pt idx="21174">
                  <c:v>0</c:v>
                </c:pt>
                <c:pt idx="21175">
                  <c:v>0</c:v>
                </c:pt>
                <c:pt idx="21176">
                  <c:v>0</c:v>
                </c:pt>
                <c:pt idx="21177">
                  <c:v>0</c:v>
                </c:pt>
                <c:pt idx="21178">
                  <c:v>0</c:v>
                </c:pt>
                <c:pt idx="21179">
                  <c:v>0</c:v>
                </c:pt>
                <c:pt idx="21180">
                  <c:v>0</c:v>
                </c:pt>
                <c:pt idx="21181">
                  <c:v>0</c:v>
                </c:pt>
                <c:pt idx="21182">
                  <c:v>0</c:v>
                </c:pt>
                <c:pt idx="21183">
                  <c:v>0</c:v>
                </c:pt>
                <c:pt idx="21184">
                  <c:v>0</c:v>
                </c:pt>
                <c:pt idx="21185">
                  <c:v>0</c:v>
                </c:pt>
                <c:pt idx="21186">
                  <c:v>0</c:v>
                </c:pt>
                <c:pt idx="21187">
                  <c:v>0</c:v>
                </c:pt>
                <c:pt idx="21188">
                  <c:v>0</c:v>
                </c:pt>
                <c:pt idx="21189">
                  <c:v>0</c:v>
                </c:pt>
                <c:pt idx="21190">
                  <c:v>0</c:v>
                </c:pt>
                <c:pt idx="21191">
                  <c:v>0</c:v>
                </c:pt>
                <c:pt idx="21192">
                  <c:v>0</c:v>
                </c:pt>
                <c:pt idx="21193">
                  <c:v>0</c:v>
                </c:pt>
                <c:pt idx="21194">
                  <c:v>0</c:v>
                </c:pt>
                <c:pt idx="21195">
                  <c:v>0</c:v>
                </c:pt>
                <c:pt idx="21196">
                  <c:v>0</c:v>
                </c:pt>
                <c:pt idx="21197">
                  <c:v>0</c:v>
                </c:pt>
                <c:pt idx="21198">
                  <c:v>0</c:v>
                </c:pt>
                <c:pt idx="21199">
                  <c:v>0</c:v>
                </c:pt>
                <c:pt idx="21200">
                  <c:v>0</c:v>
                </c:pt>
                <c:pt idx="21201">
                  <c:v>0</c:v>
                </c:pt>
                <c:pt idx="21202">
                  <c:v>0</c:v>
                </c:pt>
                <c:pt idx="21203">
                  <c:v>0</c:v>
                </c:pt>
                <c:pt idx="21204">
                  <c:v>0</c:v>
                </c:pt>
                <c:pt idx="21205">
                  <c:v>0</c:v>
                </c:pt>
                <c:pt idx="21206">
                  <c:v>0</c:v>
                </c:pt>
                <c:pt idx="21207">
                  <c:v>0</c:v>
                </c:pt>
                <c:pt idx="21208">
                  <c:v>0</c:v>
                </c:pt>
                <c:pt idx="21209">
                  <c:v>0</c:v>
                </c:pt>
                <c:pt idx="21210">
                  <c:v>0</c:v>
                </c:pt>
                <c:pt idx="21211">
                  <c:v>0</c:v>
                </c:pt>
                <c:pt idx="21212">
                  <c:v>0</c:v>
                </c:pt>
                <c:pt idx="21213">
                  <c:v>0</c:v>
                </c:pt>
                <c:pt idx="21214">
                  <c:v>0</c:v>
                </c:pt>
                <c:pt idx="21215">
                  <c:v>0</c:v>
                </c:pt>
                <c:pt idx="21216">
                  <c:v>0</c:v>
                </c:pt>
                <c:pt idx="21217">
                  <c:v>0</c:v>
                </c:pt>
                <c:pt idx="21218">
                  <c:v>0</c:v>
                </c:pt>
                <c:pt idx="21219">
                  <c:v>0</c:v>
                </c:pt>
                <c:pt idx="21220">
                  <c:v>0</c:v>
                </c:pt>
                <c:pt idx="21221">
                  <c:v>0</c:v>
                </c:pt>
                <c:pt idx="21222">
                  <c:v>0</c:v>
                </c:pt>
                <c:pt idx="21223">
                  <c:v>0</c:v>
                </c:pt>
                <c:pt idx="21224">
                  <c:v>0</c:v>
                </c:pt>
                <c:pt idx="21225">
                  <c:v>0</c:v>
                </c:pt>
                <c:pt idx="21226">
                  <c:v>0</c:v>
                </c:pt>
                <c:pt idx="21227">
                  <c:v>0</c:v>
                </c:pt>
                <c:pt idx="21228">
                  <c:v>0</c:v>
                </c:pt>
                <c:pt idx="21229">
                  <c:v>0</c:v>
                </c:pt>
                <c:pt idx="21230">
                  <c:v>0</c:v>
                </c:pt>
                <c:pt idx="21231">
                  <c:v>0</c:v>
                </c:pt>
                <c:pt idx="21232">
                  <c:v>0</c:v>
                </c:pt>
                <c:pt idx="21233">
                  <c:v>0</c:v>
                </c:pt>
                <c:pt idx="21234">
                  <c:v>0</c:v>
                </c:pt>
                <c:pt idx="21235">
                  <c:v>0</c:v>
                </c:pt>
                <c:pt idx="21236">
                  <c:v>0</c:v>
                </c:pt>
                <c:pt idx="21237">
                  <c:v>0</c:v>
                </c:pt>
                <c:pt idx="21238">
                  <c:v>0</c:v>
                </c:pt>
                <c:pt idx="21239">
                  <c:v>0</c:v>
                </c:pt>
                <c:pt idx="21240">
                  <c:v>0</c:v>
                </c:pt>
                <c:pt idx="21241">
                  <c:v>0</c:v>
                </c:pt>
                <c:pt idx="21242">
                  <c:v>0</c:v>
                </c:pt>
                <c:pt idx="21243">
                  <c:v>0</c:v>
                </c:pt>
                <c:pt idx="21244">
                  <c:v>0</c:v>
                </c:pt>
                <c:pt idx="21245">
                  <c:v>0</c:v>
                </c:pt>
                <c:pt idx="21246">
                  <c:v>0</c:v>
                </c:pt>
                <c:pt idx="21247">
                  <c:v>0</c:v>
                </c:pt>
                <c:pt idx="21248">
                  <c:v>0</c:v>
                </c:pt>
                <c:pt idx="21249">
                  <c:v>0</c:v>
                </c:pt>
                <c:pt idx="21250">
                  <c:v>0</c:v>
                </c:pt>
                <c:pt idx="21251">
                  <c:v>0</c:v>
                </c:pt>
                <c:pt idx="21252">
                  <c:v>0</c:v>
                </c:pt>
                <c:pt idx="21253">
                  <c:v>0</c:v>
                </c:pt>
                <c:pt idx="21254">
                  <c:v>0</c:v>
                </c:pt>
                <c:pt idx="21255">
                  <c:v>0</c:v>
                </c:pt>
                <c:pt idx="21256">
                  <c:v>0</c:v>
                </c:pt>
                <c:pt idx="21257">
                  <c:v>0</c:v>
                </c:pt>
                <c:pt idx="21258">
                  <c:v>0</c:v>
                </c:pt>
                <c:pt idx="21259">
                  <c:v>0</c:v>
                </c:pt>
                <c:pt idx="21260">
                  <c:v>0</c:v>
                </c:pt>
                <c:pt idx="21261">
                  <c:v>0</c:v>
                </c:pt>
                <c:pt idx="21262">
                  <c:v>0</c:v>
                </c:pt>
                <c:pt idx="21263">
                  <c:v>0</c:v>
                </c:pt>
                <c:pt idx="21264">
                  <c:v>0</c:v>
                </c:pt>
                <c:pt idx="21265">
                  <c:v>0</c:v>
                </c:pt>
                <c:pt idx="21266">
                  <c:v>0</c:v>
                </c:pt>
                <c:pt idx="21267">
                  <c:v>0</c:v>
                </c:pt>
                <c:pt idx="21268">
                  <c:v>0</c:v>
                </c:pt>
                <c:pt idx="21269">
                  <c:v>0</c:v>
                </c:pt>
                <c:pt idx="21270">
                  <c:v>0</c:v>
                </c:pt>
                <c:pt idx="21271">
                  <c:v>0</c:v>
                </c:pt>
                <c:pt idx="21272">
                  <c:v>0</c:v>
                </c:pt>
                <c:pt idx="21273">
                  <c:v>0</c:v>
                </c:pt>
                <c:pt idx="21274">
                  <c:v>0</c:v>
                </c:pt>
                <c:pt idx="21275">
                  <c:v>0</c:v>
                </c:pt>
                <c:pt idx="21276">
                  <c:v>0</c:v>
                </c:pt>
                <c:pt idx="21277">
                  <c:v>0</c:v>
                </c:pt>
                <c:pt idx="21278">
                  <c:v>0</c:v>
                </c:pt>
                <c:pt idx="21279">
                  <c:v>0</c:v>
                </c:pt>
                <c:pt idx="21280">
                  <c:v>0</c:v>
                </c:pt>
                <c:pt idx="21281">
                  <c:v>0</c:v>
                </c:pt>
                <c:pt idx="21282">
                  <c:v>0</c:v>
                </c:pt>
                <c:pt idx="21283">
                  <c:v>0</c:v>
                </c:pt>
                <c:pt idx="21284">
                  <c:v>0</c:v>
                </c:pt>
                <c:pt idx="21285">
                  <c:v>0</c:v>
                </c:pt>
                <c:pt idx="21286">
                  <c:v>0</c:v>
                </c:pt>
                <c:pt idx="21287">
                  <c:v>0</c:v>
                </c:pt>
                <c:pt idx="21288">
                  <c:v>0</c:v>
                </c:pt>
                <c:pt idx="21289">
                  <c:v>0</c:v>
                </c:pt>
                <c:pt idx="21290">
                  <c:v>0</c:v>
                </c:pt>
                <c:pt idx="21291">
                  <c:v>0</c:v>
                </c:pt>
                <c:pt idx="21292">
                  <c:v>0</c:v>
                </c:pt>
                <c:pt idx="21293">
                  <c:v>0</c:v>
                </c:pt>
                <c:pt idx="21294">
                  <c:v>0</c:v>
                </c:pt>
                <c:pt idx="21295">
                  <c:v>0</c:v>
                </c:pt>
                <c:pt idx="21296">
                  <c:v>0</c:v>
                </c:pt>
                <c:pt idx="21297">
                  <c:v>0</c:v>
                </c:pt>
                <c:pt idx="21298">
                  <c:v>0</c:v>
                </c:pt>
                <c:pt idx="21299">
                  <c:v>0</c:v>
                </c:pt>
                <c:pt idx="21300">
                  <c:v>0</c:v>
                </c:pt>
                <c:pt idx="21301">
                  <c:v>0</c:v>
                </c:pt>
                <c:pt idx="21302">
                  <c:v>0</c:v>
                </c:pt>
                <c:pt idx="21303">
                  <c:v>0</c:v>
                </c:pt>
                <c:pt idx="21304">
                  <c:v>0</c:v>
                </c:pt>
                <c:pt idx="21305">
                  <c:v>0</c:v>
                </c:pt>
                <c:pt idx="21306">
                  <c:v>0</c:v>
                </c:pt>
                <c:pt idx="21307">
                  <c:v>0</c:v>
                </c:pt>
                <c:pt idx="21308">
                  <c:v>0</c:v>
                </c:pt>
                <c:pt idx="21309">
                  <c:v>0</c:v>
                </c:pt>
                <c:pt idx="21310">
                  <c:v>0</c:v>
                </c:pt>
                <c:pt idx="21311">
                  <c:v>0</c:v>
                </c:pt>
                <c:pt idx="21312">
                  <c:v>0</c:v>
                </c:pt>
                <c:pt idx="21313">
                  <c:v>0</c:v>
                </c:pt>
                <c:pt idx="21314">
                  <c:v>0</c:v>
                </c:pt>
                <c:pt idx="21315">
                  <c:v>0</c:v>
                </c:pt>
                <c:pt idx="21316">
                  <c:v>0</c:v>
                </c:pt>
                <c:pt idx="21317">
                  <c:v>0</c:v>
                </c:pt>
                <c:pt idx="21318">
                  <c:v>0</c:v>
                </c:pt>
                <c:pt idx="21319">
                  <c:v>0</c:v>
                </c:pt>
                <c:pt idx="21320">
                  <c:v>0</c:v>
                </c:pt>
                <c:pt idx="21321">
                  <c:v>0</c:v>
                </c:pt>
                <c:pt idx="21322">
                  <c:v>0</c:v>
                </c:pt>
                <c:pt idx="21323">
                  <c:v>0</c:v>
                </c:pt>
                <c:pt idx="21324">
                  <c:v>0</c:v>
                </c:pt>
                <c:pt idx="21325">
                  <c:v>0</c:v>
                </c:pt>
                <c:pt idx="21326">
                  <c:v>0</c:v>
                </c:pt>
                <c:pt idx="21327">
                  <c:v>0</c:v>
                </c:pt>
                <c:pt idx="21328">
                  <c:v>0</c:v>
                </c:pt>
                <c:pt idx="21329">
                  <c:v>0</c:v>
                </c:pt>
                <c:pt idx="21330">
                  <c:v>0</c:v>
                </c:pt>
                <c:pt idx="21331">
                  <c:v>0</c:v>
                </c:pt>
                <c:pt idx="21332">
                  <c:v>0</c:v>
                </c:pt>
                <c:pt idx="21333">
                  <c:v>0</c:v>
                </c:pt>
                <c:pt idx="21334">
                  <c:v>0</c:v>
                </c:pt>
                <c:pt idx="21335">
                  <c:v>0</c:v>
                </c:pt>
                <c:pt idx="21336">
                  <c:v>0</c:v>
                </c:pt>
                <c:pt idx="21337">
                  <c:v>0</c:v>
                </c:pt>
                <c:pt idx="21338">
                  <c:v>0</c:v>
                </c:pt>
                <c:pt idx="21339">
                  <c:v>0</c:v>
                </c:pt>
                <c:pt idx="21340">
                  <c:v>0</c:v>
                </c:pt>
                <c:pt idx="21341">
                  <c:v>0</c:v>
                </c:pt>
                <c:pt idx="21342">
                  <c:v>0</c:v>
                </c:pt>
                <c:pt idx="21343">
                  <c:v>0</c:v>
                </c:pt>
                <c:pt idx="21344">
                  <c:v>0</c:v>
                </c:pt>
                <c:pt idx="21345">
                  <c:v>0</c:v>
                </c:pt>
                <c:pt idx="21346">
                  <c:v>0</c:v>
                </c:pt>
                <c:pt idx="21347">
                  <c:v>0</c:v>
                </c:pt>
                <c:pt idx="21348">
                  <c:v>0</c:v>
                </c:pt>
                <c:pt idx="21349">
                  <c:v>0</c:v>
                </c:pt>
                <c:pt idx="21350">
                  <c:v>0</c:v>
                </c:pt>
                <c:pt idx="21351">
                  <c:v>0</c:v>
                </c:pt>
                <c:pt idx="21352">
                  <c:v>0</c:v>
                </c:pt>
                <c:pt idx="21353">
                  <c:v>0</c:v>
                </c:pt>
                <c:pt idx="21354">
                  <c:v>0</c:v>
                </c:pt>
                <c:pt idx="21355">
                  <c:v>0</c:v>
                </c:pt>
                <c:pt idx="21356">
                  <c:v>0</c:v>
                </c:pt>
                <c:pt idx="21357">
                  <c:v>0</c:v>
                </c:pt>
                <c:pt idx="21358">
                  <c:v>0</c:v>
                </c:pt>
                <c:pt idx="21359">
                  <c:v>0</c:v>
                </c:pt>
                <c:pt idx="21360">
                  <c:v>0</c:v>
                </c:pt>
                <c:pt idx="21361">
                  <c:v>0</c:v>
                </c:pt>
                <c:pt idx="21362">
                  <c:v>0</c:v>
                </c:pt>
                <c:pt idx="21363">
                  <c:v>0</c:v>
                </c:pt>
                <c:pt idx="21364">
                  <c:v>0</c:v>
                </c:pt>
                <c:pt idx="21365">
                  <c:v>0</c:v>
                </c:pt>
                <c:pt idx="21366">
                  <c:v>0</c:v>
                </c:pt>
                <c:pt idx="21367">
                  <c:v>0</c:v>
                </c:pt>
                <c:pt idx="21368">
                  <c:v>0</c:v>
                </c:pt>
                <c:pt idx="21369">
                  <c:v>0</c:v>
                </c:pt>
                <c:pt idx="21370">
                  <c:v>0</c:v>
                </c:pt>
                <c:pt idx="21371">
                  <c:v>0</c:v>
                </c:pt>
                <c:pt idx="21372">
                  <c:v>0</c:v>
                </c:pt>
                <c:pt idx="21373">
                  <c:v>0</c:v>
                </c:pt>
                <c:pt idx="21374">
                  <c:v>0</c:v>
                </c:pt>
                <c:pt idx="21375">
                  <c:v>0</c:v>
                </c:pt>
                <c:pt idx="21376">
                  <c:v>0</c:v>
                </c:pt>
                <c:pt idx="21377">
                  <c:v>0</c:v>
                </c:pt>
                <c:pt idx="21378">
                  <c:v>0</c:v>
                </c:pt>
                <c:pt idx="21379">
                  <c:v>0</c:v>
                </c:pt>
                <c:pt idx="21380">
                  <c:v>0</c:v>
                </c:pt>
                <c:pt idx="21381">
                  <c:v>0</c:v>
                </c:pt>
                <c:pt idx="21382">
                  <c:v>0</c:v>
                </c:pt>
                <c:pt idx="21383">
                  <c:v>0</c:v>
                </c:pt>
                <c:pt idx="21384">
                  <c:v>0</c:v>
                </c:pt>
                <c:pt idx="21385">
                  <c:v>0</c:v>
                </c:pt>
                <c:pt idx="21386">
                  <c:v>0</c:v>
                </c:pt>
                <c:pt idx="21387">
                  <c:v>0</c:v>
                </c:pt>
                <c:pt idx="21388">
                  <c:v>0</c:v>
                </c:pt>
                <c:pt idx="21389">
                  <c:v>0</c:v>
                </c:pt>
                <c:pt idx="21390">
                  <c:v>0</c:v>
                </c:pt>
                <c:pt idx="21391">
                  <c:v>0</c:v>
                </c:pt>
                <c:pt idx="21392">
                  <c:v>0</c:v>
                </c:pt>
                <c:pt idx="21393">
                  <c:v>0</c:v>
                </c:pt>
                <c:pt idx="21394">
                  <c:v>0</c:v>
                </c:pt>
                <c:pt idx="21395">
                  <c:v>0</c:v>
                </c:pt>
                <c:pt idx="21396">
                  <c:v>0</c:v>
                </c:pt>
                <c:pt idx="21397">
                  <c:v>0</c:v>
                </c:pt>
                <c:pt idx="21398">
                  <c:v>0</c:v>
                </c:pt>
                <c:pt idx="21399">
                  <c:v>0</c:v>
                </c:pt>
                <c:pt idx="21400">
                  <c:v>0</c:v>
                </c:pt>
                <c:pt idx="21401">
                  <c:v>0</c:v>
                </c:pt>
                <c:pt idx="21402">
                  <c:v>0</c:v>
                </c:pt>
                <c:pt idx="21403">
                  <c:v>0</c:v>
                </c:pt>
                <c:pt idx="21404">
                  <c:v>0</c:v>
                </c:pt>
                <c:pt idx="21405">
                  <c:v>0</c:v>
                </c:pt>
                <c:pt idx="21406">
                  <c:v>0</c:v>
                </c:pt>
                <c:pt idx="21407">
                  <c:v>0</c:v>
                </c:pt>
                <c:pt idx="21408">
                  <c:v>0</c:v>
                </c:pt>
                <c:pt idx="21409">
                  <c:v>0</c:v>
                </c:pt>
                <c:pt idx="21410">
                  <c:v>0</c:v>
                </c:pt>
                <c:pt idx="21411">
                  <c:v>0</c:v>
                </c:pt>
                <c:pt idx="21412">
                  <c:v>0</c:v>
                </c:pt>
                <c:pt idx="21413">
                  <c:v>0</c:v>
                </c:pt>
                <c:pt idx="21414">
                  <c:v>0</c:v>
                </c:pt>
                <c:pt idx="21415">
                  <c:v>0</c:v>
                </c:pt>
                <c:pt idx="21416">
                  <c:v>0</c:v>
                </c:pt>
                <c:pt idx="21417">
                  <c:v>0</c:v>
                </c:pt>
                <c:pt idx="21418">
                  <c:v>0</c:v>
                </c:pt>
                <c:pt idx="21419">
                  <c:v>0</c:v>
                </c:pt>
                <c:pt idx="21420">
                  <c:v>0</c:v>
                </c:pt>
                <c:pt idx="21421">
                  <c:v>0</c:v>
                </c:pt>
                <c:pt idx="21422">
                  <c:v>0</c:v>
                </c:pt>
                <c:pt idx="21423">
                  <c:v>0</c:v>
                </c:pt>
                <c:pt idx="21424">
                  <c:v>0</c:v>
                </c:pt>
                <c:pt idx="21425">
                  <c:v>0</c:v>
                </c:pt>
                <c:pt idx="21426">
                  <c:v>0</c:v>
                </c:pt>
                <c:pt idx="21427">
                  <c:v>0</c:v>
                </c:pt>
                <c:pt idx="21428">
                  <c:v>0</c:v>
                </c:pt>
                <c:pt idx="21429">
                  <c:v>0</c:v>
                </c:pt>
                <c:pt idx="21430">
                  <c:v>0</c:v>
                </c:pt>
                <c:pt idx="21431">
                  <c:v>0</c:v>
                </c:pt>
                <c:pt idx="21432">
                  <c:v>0</c:v>
                </c:pt>
                <c:pt idx="21433">
                  <c:v>0</c:v>
                </c:pt>
                <c:pt idx="21434">
                  <c:v>0</c:v>
                </c:pt>
                <c:pt idx="21435">
                  <c:v>0</c:v>
                </c:pt>
                <c:pt idx="21436">
                  <c:v>0</c:v>
                </c:pt>
                <c:pt idx="21437">
                  <c:v>0</c:v>
                </c:pt>
                <c:pt idx="21438">
                  <c:v>0</c:v>
                </c:pt>
                <c:pt idx="21439">
                  <c:v>0</c:v>
                </c:pt>
                <c:pt idx="21440">
                  <c:v>0</c:v>
                </c:pt>
                <c:pt idx="21441">
                  <c:v>0</c:v>
                </c:pt>
                <c:pt idx="21442">
                  <c:v>0</c:v>
                </c:pt>
                <c:pt idx="21443">
                  <c:v>0</c:v>
                </c:pt>
                <c:pt idx="21444">
                  <c:v>0</c:v>
                </c:pt>
                <c:pt idx="21445">
                  <c:v>0</c:v>
                </c:pt>
                <c:pt idx="21446">
                  <c:v>0</c:v>
                </c:pt>
                <c:pt idx="21447">
                  <c:v>0</c:v>
                </c:pt>
                <c:pt idx="21448">
                  <c:v>0</c:v>
                </c:pt>
                <c:pt idx="21449">
                  <c:v>0</c:v>
                </c:pt>
                <c:pt idx="21450">
                  <c:v>0</c:v>
                </c:pt>
                <c:pt idx="21451">
                  <c:v>0</c:v>
                </c:pt>
                <c:pt idx="21452">
                  <c:v>0</c:v>
                </c:pt>
                <c:pt idx="21453">
                  <c:v>0</c:v>
                </c:pt>
                <c:pt idx="21454">
                  <c:v>0</c:v>
                </c:pt>
                <c:pt idx="21455">
                  <c:v>0</c:v>
                </c:pt>
                <c:pt idx="21456">
                  <c:v>0</c:v>
                </c:pt>
                <c:pt idx="21457">
                  <c:v>0</c:v>
                </c:pt>
                <c:pt idx="21458">
                  <c:v>0</c:v>
                </c:pt>
                <c:pt idx="21459">
                  <c:v>0</c:v>
                </c:pt>
                <c:pt idx="21460">
                  <c:v>0</c:v>
                </c:pt>
                <c:pt idx="21461">
                  <c:v>0</c:v>
                </c:pt>
                <c:pt idx="21462">
                  <c:v>0</c:v>
                </c:pt>
                <c:pt idx="21463">
                  <c:v>0</c:v>
                </c:pt>
                <c:pt idx="21464">
                  <c:v>0</c:v>
                </c:pt>
                <c:pt idx="21465">
                  <c:v>0</c:v>
                </c:pt>
                <c:pt idx="21466">
                  <c:v>0</c:v>
                </c:pt>
                <c:pt idx="21467">
                  <c:v>0</c:v>
                </c:pt>
                <c:pt idx="21468">
                  <c:v>0</c:v>
                </c:pt>
                <c:pt idx="21469">
                  <c:v>0</c:v>
                </c:pt>
                <c:pt idx="21470">
                  <c:v>0</c:v>
                </c:pt>
                <c:pt idx="21471">
                  <c:v>0</c:v>
                </c:pt>
                <c:pt idx="21472">
                  <c:v>0</c:v>
                </c:pt>
                <c:pt idx="21473">
                  <c:v>0</c:v>
                </c:pt>
                <c:pt idx="21474">
                  <c:v>0</c:v>
                </c:pt>
                <c:pt idx="21475">
                  <c:v>0</c:v>
                </c:pt>
                <c:pt idx="21476">
                  <c:v>0</c:v>
                </c:pt>
                <c:pt idx="21477">
                  <c:v>0</c:v>
                </c:pt>
                <c:pt idx="21478">
                  <c:v>0</c:v>
                </c:pt>
                <c:pt idx="21479">
                  <c:v>0</c:v>
                </c:pt>
                <c:pt idx="21480">
                  <c:v>0</c:v>
                </c:pt>
                <c:pt idx="21481">
                  <c:v>0</c:v>
                </c:pt>
                <c:pt idx="21482">
                  <c:v>0</c:v>
                </c:pt>
                <c:pt idx="21483">
                  <c:v>0</c:v>
                </c:pt>
                <c:pt idx="21484">
                  <c:v>0</c:v>
                </c:pt>
                <c:pt idx="21485">
                  <c:v>0</c:v>
                </c:pt>
                <c:pt idx="21486">
                  <c:v>0</c:v>
                </c:pt>
                <c:pt idx="21487">
                  <c:v>0</c:v>
                </c:pt>
                <c:pt idx="21488">
                  <c:v>0</c:v>
                </c:pt>
                <c:pt idx="21489">
                  <c:v>0</c:v>
                </c:pt>
                <c:pt idx="21490">
                  <c:v>0</c:v>
                </c:pt>
                <c:pt idx="21491">
                  <c:v>0</c:v>
                </c:pt>
                <c:pt idx="21492">
                  <c:v>0</c:v>
                </c:pt>
                <c:pt idx="21493">
                  <c:v>0</c:v>
                </c:pt>
                <c:pt idx="21494">
                  <c:v>0</c:v>
                </c:pt>
                <c:pt idx="21495">
                  <c:v>0</c:v>
                </c:pt>
                <c:pt idx="21496">
                  <c:v>0</c:v>
                </c:pt>
                <c:pt idx="21497">
                  <c:v>0</c:v>
                </c:pt>
                <c:pt idx="21498">
                  <c:v>0</c:v>
                </c:pt>
                <c:pt idx="21499">
                  <c:v>0</c:v>
                </c:pt>
                <c:pt idx="21500">
                  <c:v>0</c:v>
                </c:pt>
                <c:pt idx="21501">
                  <c:v>0</c:v>
                </c:pt>
                <c:pt idx="21502">
                  <c:v>0</c:v>
                </c:pt>
                <c:pt idx="21503">
                  <c:v>0</c:v>
                </c:pt>
                <c:pt idx="21504">
                  <c:v>0</c:v>
                </c:pt>
                <c:pt idx="21505">
                  <c:v>0</c:v>
                </c:pt>
                <c:pt idx="21506">
                  <c:v>0</c:v>
                </c:pt>
                <c:pt idx="21507">
                  <c:v>0</c:v>
                </c:pt>
                <c:pt idx="21508">
                  <c:v>0</c:v>
                </c:pt>
                <c:pt idx="21509">
                  <c:v>0</c:v>
                </c:pt>
                <c:pt idx="21510">
                  <c:v>0</c:v>
                </c:pt>
                <c:pt idx="21511">
                  <c:v>0</c:v>
                </c:pt>
                <c:pt idx="21512">
                  <c:v>0</c:v>
                </c:pt>
                <c:pt idx="21513">
                  <c:v>0</c:v>
                </c:pt>
                <c:pt idx="21514">
                  <c:v>0</c:v>
                </c:pt>
                <c:pt idx="21515">
                  <c:v>0</c:v>
                </c:pt>
                <c:pt idx="21516">
                  <c:v>0</c:v>
                </c:pt>
                <c:pt idx="21517">
                  <c:v>0</c:v>
                </c:pt>
                <c:pt idx="21518">
                  <c:v>0</c:v>
                </c:pt>
                <c:pt idx="21519">
                  <c:v>0</c:v>
                </c:pt>
                <c:pt idx="21520">
                  <c:v>0</c:v>
                </c:pt>
                <c:pt idx="21521">
                  <c:v>0</c:v>
                </c:pt>
                <c:pt idx="21522">
                  <c:v>0</c:v>
                </c:pt>
                <c:pt idx="21523">
                  <c:v>0</c:v>
                </c:pt>
                <c:pt idx="21524">
                  <c:v>0</c:v>
                </c:pt>
                <c:pt idx="21525">
                  <c:v>0</c:v>
                </c:pt>
                <c:pt idx="21526">
                  <c:v>0</c:v>
                </c:pt>
                <c:pt idx="21527">
                  <c:v>0</c:v>
                </c:pt>
                <c:pt idx="21528">
                  <c:v>0</c:v>
                </c:pt>
                <c:pt idx="21529">
                  <c:v>0</c:v>
                </c:pt>
                <c:pt idx="21530">
                  <c:v>0</c:v>
                </c:pt>
                <c:pt idx="21531">
                  <c:v>0</c:v>
                </c:pt>
                <c:pt idx="21532">
                  <c:v>0</c:v>
                </c:pt>
                <c:pt idx="21533">
                  <c:v>0</c:v>
                </c:pt>
                <c:pt idx="21534">
                  <c:v>0</c:v>
                </c:pt>
                <c:pt idx="21535">
                  <c:v>0</c:v>
                </c:pt>
                <c:pt idx="21536">
                  <c:v>0</c:v>
                </c:pt>
                <c:pt idx="21537">
                  <c:v>0</c:v>
                </c:pt>
                <c:pt idx="21538">
                  <c:v>0</c:v>
                </c:pt>
                <c:pt idx="21539">
                  <c:v>0</c:v>
                </c:pt>
                <c:pt idx="21540">
                  <c:v>0</c:v>
                </c:pt>
                <c:pt idx="21541">
                  <c:v>0</c:v>
                </c:pt>
                <c:pt idx="21542">
                  <c:v>0</c:v>
                </c:pt>
                <c:pt idx="21543">
                  <c:v>0</c:v>
                </c:pt>
                <c:pt idx="21544">
                  <c:v>0</c:v>
                </c:pt>
                <c:pt idx="21545">
                  <c:v>0</c:v>
                </c:pt>
                <c:pt idx="21546">
                  <c:v>0</c:v>
                </c:pt>
                <c:pt idx="21547">
                  <c:v>0</c:v>
                </c:pt>
                <c:pt idx="21548">
                  <c:v>0</c:v>
                </c:pt>
                <c:pt idx="21549">
                  <c:v>0</c:v>
                </c:pt>
                <c:pt idx="21550">
                  <c:v>0</c:v>
                </c:pt>
                <c:pt idx="21551">
                  <c:v>0</c:v>
                </c:pt>
                <c:pt idx="21552">
                  <c:v>0</c:v>
                </c:pt>
                <c:pt idx="21553">
                  <c:v>0</c:v>
                </c:pt>
                <c:pt idx="21554">
                  <c:v>0</c:v>
                </c:pt>
                <c:pt idx="21555">
                  <c:v>0</c:v>
                </c:pt>
                <c:pt idx="21556">
                  <c:v>0</c:v>
                </c:pt>
                <c:pt idx="21557">
                  <c:v>0</c:v>
                </c:pt>
                <c:pt idx="21558">
                  <c:v>0</c:v>
                </c:pt>
                <c:pt idx="21559">
                  <c:v>0</c:v>
                </c:pt>
                <c:pt idx="21560">
                  <c:v>0</c:v>
                </c:pt>
                <c:pt idx="21561">
                  <c:v>0</c:v>
                </c:pt>
                <c:pt idx="21562">
                  <c:v>0</c:v>
                </c:pt>
                <c:pt idx="21563">
                  <c:v>0</c:v>
                </c:pt>
                <c:pt idx="21564">
                  <c:v>0</c:v>
                </c:pt>
                <c:pt idx="21565">
                  <c:v>0</c:v>
                </c:pt>
                <c:pt idx="21566">
                  <c:v>0</c:v>
                </c:pt>
                <c:pt idx="21567">
                  <c:v>0</c:v>
                </c:pt>
                <c:pt idx="21568">
                  <c:v>0</c:v>
                </c:pt>
                <c:pt idx="21569">
                  <c:v>0</c:v>
                </c:pt>
                <c:pt idx="21570">
                  <c:v>0</c:v>
                </c:pt>
                <c:pt idx="21571">
                  <c:v>0</c:v>
                </c:pt>
                <c:pt idx="21572">
                  <c:v>0</c:v>
                </c:pt>
                <c:pt idx="21573">
                  <c:v>0</c:v>
                </c:pt>
                <c:pt idx="21574">
                  <c:v>0</c:v>
                </c:pt>
                <c:pt idx="21575">
                  <c:v>0</c:v>
                </c:pt>
                <c:pt idx="21576">
                  <c:v>0</c:v>
                </c:pt>
                <c:pt idx="21577">
                  <c:v>0</c:v>
                </c:pt>
                <c:pt idx="21578">
                  <c:v>0</c:v>
                </c:pt>
                <c:pt idx="21579">
                  <c:v>0</c:v>
                </c:pt>
                <c:pt idx="21580">
                  <c:v>0</c:v>
                </c:pt>
                <c:pt idx="21581">
                  <c:v>0</c:v>
                </c:pt>
                <c:pt idx="21582">
                  <c:v>0</c:v>
                </c:pt>
                <c:pt idx="21583">
                  <c:v>0</c:v>
                </c:pt>
                <c:pt idx="21584">
                  <c:v>0</c:v>
                </c:pt>
                <c:pt idx="21585">
                  <c:v>0</c:v>
                </c:pt>
                <c:pt idx="21586">
                  <c:v>0</c:v>
                </c:pt>
                <c:pt idx="21587">
                  <c:v>0</c:v>
                </c:pt>
                <c:pt idx="21588">
                  <c:v>0</c:v>
                </c:pt>
                <c:pt idx="21589">
                  <c:v>0</c:v>
                </c:pt>
                <c:pt idx="21590">
                  <c:v>0</c:v>
                </c:pt>
                <c:pt idx="21591">
                  <c:v>0</c:v>
                </c:pt>
                <c:pt idx="21592">
                  <c:v>0</c:v>
                </c:pt>
                <c:pt idx="21593">
                  <c:v>0</c:v>
                </c:pt>
                <c:pt idx="21594">
                  <c:v>0</c:v>
                </c:pt>
                <c:pt idx="21595">
                  <c:v>0</c:v>
                </c:pt>
                <c:pt idx="21596">
                  <c:v>0</c:v>
                </c:pt>
                <c:pt idx="21597">
                  <c:v>0</c:v>
                </c:pt>
                <c:pt idx="21598">
                  <c:v>0</c:v>
                </c:pt>
                <c:pt idx="21599">
                  <c:v>0</c:v>
                </c:pt>
                <c:pt idx="21600">
                  <c:v>0</c:v>
                </c:pt>
                <c:pt idx="21601">
                  <c:v>0</c:v>
                </c:pt>
                <c:pt idx="21602">
                  <c:v>0</c:v>
                </c:pt>
                <c:pt idx="21603">
                  <c:v>0</c:v>
                </c:pt>
                <c:pt idx="21604">
                  <c:v>0</c:v>
                </c:pt>
                <c:pt idx="21605">
                  <c:v>0</c:v>
                </c:pt>
                <c:pt idx="21606">
                  <c:v>0</c:v>
                </c:pt>
                <c:pt idx="21607">
                  <c:v>0</c:v>
                </c:pt>
                <c:pt idx="21608">
                  <c:v>0</c:v>
                </c:pt>
                <c:pt idx="21609">
                  <c:v>0</c:v>
                </c:pt>
                <c:pt idx="21610">
                  <c:v>0</c:v>
                </c:pt>
                <c:pt idx="21611">
                  <c:v>0</c:v>
                </c:pt>
                <c:pt idx="21612">
                  <c:v>0</c:v>
                </c:pt>
                <c:pt idx="21613">
                  <c:v>0</c:v>
                </c:pt>
                <c:pt idx="21614">
                  <c:v>0</c:v>
                </c:pt>
                <c:pt idx="21615">
                  <c:v>0</c:v>
                </c:pt>
                <c:pt idx="21616">
                  <c:v>0</c:v>
                </c:pt>
                <c:pt idx="21617">
                  <c:v>0</c:v>
                </c:pt>
                <c:pt idx="21618">
                  <c:v>0</c:v>
                </c:pt>
                <c:pt idx="21619">
                  <c:v>0</c:v>
                </c:pt>
                <c:pt idx="21620">
                  <c:v>0</c:v>
                </c:pt>
                <c:pt idx="21621">
                  <c:v>0</c:v>
                </c:pt>
                <c:pt idx="21622">
                  <c:v>0</c:v>
                </c:pt>
                <c:pt idx="21623">
                  <c:v>0</c:v>
                </c:pt>
                <c:pt idx="21624">
                  <c:v>0</c:v>
                </c:pt>
                <c:pt idx="21625">
                  <c:v>0</c:v>
                </c:pt>
                <c:pt idx="21626">
                  <c:v>0</c:v>
                </c:pt>
                <c:pt idx="21627">
                  <c:v>0</c:v>
                </c:pt>
                <c:pt idx="21628">
                  <c:v>0</c:v>
                </c:pt>
                <c:pt idx="21629">
                  <c:v>0</c:v>
                </c:pt>
                <c:pt idx="21630">
                  <c:v>0</c:v>
                </c:pt>
                <c:pt idx="21631">
                  <c:v>0</c:v>
                </c:pt>
                <c:pt idx="21632">
                  <c:v>0</c:v>
                </c:pt>
                <c:pt idx="21633">
                  <c:v>0</c:v>
                </c:pt>
                <c:pt idx="21634">
                  <c:v>0</c:v>
                </c:pt>
                <c:pt idx="21635">
                  <c:v>0</c:v>
                </c:pt>
                <c:pt idx="21636">
                  <c:v>0</c:v>
                </c:pt>
                <c:pt idx="21637">
                  <c:v>0</c:v>
                </c:pt>
                <c:pt idx="21638">
                  <c:v>0</c:v>
                </c:pt>
                <c:pt idx="21639">
                  <c:v>0</c:v>
                </c:pt>
                <c:pt idx="21640">
                  <c:v>0</c:v>
                </c:pt>
                <c:pt idx="21641">
                  <c:v>0</c:v>
                </c:pt>
                <c:pt idx="21642">
                  <c:v>0</c:v>
                </c:pt>
                <c:pt idx="21643">
                  <c:v>0</c:v>
                </c:pt>
                <c:pt idx="21644">
                  <c:v>0</c:v>
                </c:pt>
                <c:pt idx="21645">
                  <c:v>0</c:v>
                </c:pt>
                <c:pt idx="21646">
                  <c:v>0</c:v>
                </c:pt>
                <c:pt idx="21647">
                  <c:v>0</c:v>
                </c:pt>
                <c:pt idx="21648">
                  <c:v>0</c:v>
                </c:pt>
                <c:pt idx="21649">
                  <c:v>0</c:v>
                </c:pt>
                <c:pt idx="21650">
                  <c:v>0</c:v>
                </c:pt>
                <c:pt idx="21651">
                  <c:v>0</c:v>
                </c:pt>
                <c:pt idx="21652">
                  <c:v>0</c:v>
                </c:pt>
                <c:pt idx="21653">
                  <c:v>0</c:v>
                </c:pt>
                <c:pt idx="21654">
                  <c:v>0</c:v>
                </c:pt>
                <c:pt idx="21655">
                  <c:v>0</c:v>
                </c:pt>
                <c:pt idx="21656">
                  <c:v>0</c:v>
                </c:pt>
                <c:pt idx="21657">
                  <c:v>0</c:v>
                </c:pt>
                <c:pt idx="21658">
                  <c:v>0</c:v>
                </c:pt>
                <c:pt idx="21659">
                  <c:v>0</c:v>
                </c:pt>
                <c:pt idx="21660">
                  <c:v>0</c:v>
                </c:pt>
                <c:pt idx="21661">
                  <c:v>0</c:v>
                </c:pt>
                <c:pt idx="21662">
                  <c:v>0</c:v>
                </c:pt>
                <c:pt idx="21663">
                  <c:v>0</c:v>
                </c:pt>
                <c:pt idx="21664">
                  <c:v>0</c:v>
                </c:pt>
                <c:pt idx="21665">
                  <c:v>0</c:v>
                </c:pt>
                <c:pt idx="21666">
                  <c:v>0</c:v>
                </c:pt>
                <c:pt idx="21667">
                  <c:v>0</c:v>
                </c:pt>
                <c:pt idx="21668">
                  <c:v>0</c:v>
                </c:pt>
                <c:pt idx="21669">
                  <c:v>0</c:v>
                </c:pt>
                <c:pt idx="21670">
                  <c:v>0</c:v>
                </c:pt>
                <c:pt idx="21671">
                  <c:v>0</c:v>
                </c:pt>
                <c:pt idx="21672">
                  <c:v>0</c:v>
                </c:pt>
                <c:pt idx="21673">
                  <c:v>0</c:v>
                </c:pt>
                <c:pt idx="21674">
                  <c:v>0</c:v>
                </c:pt>
                <c:pt idx="21675">
                  <c:v>0</c:v>
                </c:pt>
                <c:pt idx="21676">
                  <c:v>0</c:v>
                </c:pt>
                <c:pt idx="21677">
                  <c:v>0</c:v>
                </c:pt>
                <c:pt idx="21678">
                  <c:v>0</c:v>
                </c:pt>
                <c:pt idx="21679">
                  <c:v>0</c:v>
                </c:pt>
                <c:pt idx="21680">
                  <c:v>0</c:v>
                </c:pt>
                <c:pt idx="21681">
                  <c:v>0</c:v>
                </c:pt>
                <c:pt idx="21682">
                  <c:v>0</c:v>
                </c:pt>
                <c:pt idx="21683">
                  <c:v>0</c:v>
                </c:pt>
                <c:pt idx="21684">
                  <c:v>0</c:v>
                </c:pt>
                <c:pt idx="21685">
                  <c:v>0</c:v>
                </c:pt>
                <c:pt idx="21686">
                  <c:v>0</c:v>
                </c:pt>
                <c:pt idx="21687">
                  <c:v>0</c:v>
                </c:pt>
                <c:pt idx="21688">
                  <c:v>0</c:v>
                </c:pt>
                <c:pt idx="21689">
                  <c:v>0</c:v>
                </c:pt>
                <c:pt idx="21690">
                  <c:v>0</c:v>
                </c:pt>
                <c:pt idx="21691">
                  <c:v>0</c:v>
                </c:pt>
                <c:pt idx="21692">
                  <c:v>0</c:v>
                </c:pt>
                <c:pt idx="21693">
                  <c:v>0</c:v>
                </c:pt>
                <c:pt idx="21694">
                  <c:v>0</c:v>
                </c:pt>
                <c:pt idx="21695">
                  <c:v>0</c:v>
                </c:pt>
                <c:pt idx="21696">
                  <c:v>0</c:v>
                </c:pt>
                <c:pt idx="21697">
                  <c:v>0</c:v>
                </c:pt>
                <c:pt idx="21698">
                  <c:v>0</c:v>
                </c:pt>
                <c:pt idx="21699">
                  <c:v>0</c:v>
                </c:pt>
                <c:pt idx="21700">
                  <c:v>0</c:v>
                </c:pt>
                <c:pt idx="21701">
                  <c:v>0</c:v>
                </c:pt>
                <c:pt idx="21702">
                  <c:v>0</c:v>
                </c:pt>
                <c:pt idx="21703">
                  <c:v>0</c:v>
                </c:pt>
                <c:pt idx="21704">
                  <c:v>0</c:v>
                </c:pt>
                <c:pt idx="21705">
                  <c:v>0</c:v>
                </c:pt>
                <c:pt idx="21706">
                  <c:v>0</c:v>
                </c:pt>
                <c:pt idx="21707">
                  <c:v>0</c:v>
                </c:pt>
                <c:pt idx="21708">
                  <c:v>0</c:v>
                </c:pt>
                <c:pt idx="21709">
                  <c:v>0</c:v>
                </c:pt>
                <c:pt idx="21710">
                  <c:v>0</c:v>
                </c:pt>
                <c:pt idx="21711">
                  <c:v>0</c:v>
                </c:pt>
                <c:pt idx="21712">
                  <c:v>0</c:v>
                </c:pt>
                <c:pt idx="21713">
                  <c:v>0</c:v>
                </c:pt>
                <c:pt idx="21714">
                  <c:v>0</c:v>
                </c:pt>
                <c:pt idx="21715">
                  <c:v>0</c:v>
                </c:pt>
                <c:pt idx="21716">
                  <c:v>0</c:v>
                </c:pt>
                <c:pt idx="21717">
                  <c:v>0</c:v>
                </c:pt>
                <c:pt idx="21718">
                  <c:v>0</c:v>
                </c:pt>
                <c:pt idx="21719">
                  <c:v>0</c:v>
                </c:pt>
                <c:pt idx="21720">
                  <c:v>0</c:v>
                </c:pt>
                <c:pt idx="21721">
                  <c:v>0</c:v>
                </c:pt>
                <c:pt idx="21722">
                  <c:v>0</c:v>
                </c:pt>
                <c:pt idx="21723">
                  <c:v>0</c:v>
                </c:pt>
                <c:pt idx="21724">
                  <c:v>0</c:v>
                </c:pt>
                <c:pt idx="21725">
                  <c:v>0</c:v>
                </c:pt>
                <c:pt idx="21726">
                  <c:v>0</c:v>
                </c:pt>
                <c:pt idx="21727">
                  <c:v>0</c:v>
                </c:pt>
                <c:pt idx="21728">
                  <c:v>0</c:v>
                </c:pt>
                <c:pt idx="21729">
                  <c:v>0</c:v>
                </c:pt>
                <c:pt idx="21730">
                  <c:v>0</c:v>
                </c:pt>
                <c:pt idx="21731">
                  <c:v>0</c:v>
                </c:pt>
                <c:pt idx="21732">
                  <c:v>0</c:v>
                </c:pt>
                <c:pt idx="21733">
                  <c:v>0</c:v>
                </c:pt>
                <c:pt idx="21734">
                  <c:v>0</c:v>
                </c:pt>
                <c:pt idx="21735">
                  <c:v>0</c:v>
                </c:pt>
                <c:pt idx="21736">
                  <c:v>0</c:v>
                </c:pt>
                <c:pt idx="21737">
                  <c:v>0</c:v>
                </c:pt>
                <c:pt idx="21738">
                  <c:v>0</c:v>
                </c:pt>
                <c:pt idx="21739">
                  <c:v>0</c:v>
                </c:pt>
                <c:pt idx="21740">
                  <c:v>0</c:v>
                </c:pt>
                <c:pt idx="21741">
                  <c:v>0</c:v>
                </c:pt>
                <c:pt idx="21742">
                  <c:v>0</c:v>
                </c:pt>
                <c:pt idx="21743">
                  <c:v>0</c:v>
                </c:pt>
                <c:pt idx="21744">
                  <c:v>0</c:v>
                </c:pt>
                <c:pt idx="21745">
                  <c:v>0</c:v>
                </c:pt>
                <c:pt idx="21746">
                  <c:v>0</c:v>
                </c:pt>
                <c:pt idx="21747">
                  <c:v>0</c:v>
                </c:pt>
                <c:pt idx="21748">
                  <c:v>0</c:v>
                </c:pt>
                <c:pt idx="21749">
                  <c:v>0</c:v>
                </c:pt>
                <c:pt idx="21750">
                  <c:v>0</c:v>
                </c:pt>
                <c:pt idx="21751">
                  <c:v>0</c:v>
                </c:pt>
                <c:pt idx="21752">
                  <c:v>0</c:v>
                </c:pt>
                <c:pt idx="21753">
                  <c:v>0</c:v>
                </c:pt>
                <c:pt idx="21754">
                  <c:v>0</c:v>
                </c:pt>
                <c:pt idx="21755">
                  <c:v>0</c:v>
                </c:pt>
                <c:pt idx="21756">
                  <c:v>0</c:v>
                </c:pt>
                <c:pt idx="21757">
                  <c:v>0</c:v>
                </c:pt>
                <c:pt idx="21758">
                  <c:v>0</c:v>
                </c:pt>
                <c:pt idx="21759">
                  <c:v>0</c:v>
                </c:pt>
                <c:pt idx="21760">
                  <c:v>0</c:v>
                </c:pt>
                <c:pt idx="21761">
                  <c:v>0</c:v>
                </c:pt>
                <c:pt idx="21762">
                  <c:v>0</c:v>
                </c:pt>
                <c:pt idx="21763">
                  <c:v>0</c:v>
                </c:pt>
                <c:pt idx="21764">
                  <c:v>0</c:v>
                </c:pt>
                <c:pt idx="21765">
                  <c:v>0</c:v>
                </c:pt>
                <c:pt idx="21766">
                  <c:v>0</c:v>
                </c:pt>
                <c:pt idx="21767">
                  <c:v>0</c:v>
                </c:pt>
                <c:pt idx="21768">
                  <c:v>0</c:v>
                </c:pt>
                <c:pt idx="21769">
                  <c:v>0</c:v>
                </c:pt>
                <c:pt idx="21770">
                  <c:v>0</c:v>
                </c:pt>
                <c:pt idx="21771">
                  <c:v>0</c:v>
                </c:pt>
                <c:pt idx="21772">
                  <c:v>0</c:v>
                </c:pt>
                <c:pt idx="21773">
                  <c:v>0</c:v>
                </c:pt>
                <c:pt idx="21774">
                  <c:v>0</c:v>
                </c:pt>
                <c:pt idx="21775">
                  <c:v>0</c:v>
                </c:pt>
                <c:pt idx="21776">
                  <c:v>0</c:v>
                </c:pt>
                <c:pt idx="21777">
                  <c:v>0</c:v>
                </c:pt>
                <c:pt idx="21778">
                  <c:v>0</c:v>
                </c:pt>
                <c:pt idx="21779">
                  <c:v>0</c:v>
                </c:pt>
                <c:pt idx="21780">
                  <c:v>0</c:v>
                </c:pt>
                <c:pt idx="21781">
                  <c:v>0</c:v>
                </c:pt>
                <c:pt idx="21782">
                  <c:v>0</c:v>
                </c:pt>
                <c:pt idx="21783">
                  <c:v>0</c:v>
                </c:pt>
                <c:pt idx="21784">
                  <c:v>0</c:v>
                </c:pt>
                <c:pt idx="21785">
                  <c:v>0</c:v>
                </c:pt>
                <c:pt idx="21786">
                  <c:v>0</c:v>
                </c:pt>
                <c:pt idx="21787">
                  <c:v>0</c:v>
                </c:pt>
                <c:pt idx="21788">
                  <c:v>0</c:v>
                </c:pt>
                <c:pt idx="21789">
                  <c:v>0</c:v>
                </c:pt>
                <c:pt idx="21790">
                  <c:v>0</c:v>
                </c:pt>
                <c:pt idx="21791">
                  <c:v>0</c:v>
                </c:pt>
                <c:pt idx="21792">
                  <c:v>0</c:v>
                </c:pt>
                <c:pt idx="21793">
                  <c:v>0</c:v>
                </c:pt>
                <c:pt idx="21794">
                  <c:v>0</c:v>
                </c:pt>
                <c:pt idx="21795">
                  <c:v>0</c:v>
                </c:pt>
                <c:pt idx="21796">
                  <c:v>0</c:v>
                </c:pt>
                <c:pt idx="21797">
                  <c:v>0</c:v>
                </c:pt>
                <c:pt idx="21798">
                  <c:v>0</c:v>
                </c:pt>
                <c:pt idx="21799">
                  <c:v>0</c:v>
                </c:pt>
                <c:pt idx="21800">
                  <c:v>0</c:v>
                </c:pt>
                <c:pt idx="21801">
                  <c:v>0</c:v>
                </c:pt>
                <c:pt idx="21802">
                  <c:v>0</c:v>
                </c:pt>
                <c:pt idx="21803">
                  <c:v>0</c:v>
                </c:pt>
                <c:pt idx="21804">
                  <c:v>0</c:v>
                </c:pt>
                <c:pt idx="21805">
                  <c:v>0</c:v>
                </c:pt>
                <c:pt idx="21806">
                  <c:v>0</c:v>
                </c:pt>
                <c:pt idx="21807">
                  <c:v>0</c:v>
                </c:pt>
                <c:pt idx="21808">
                  <c:v>0</c:v>
                </c:pt>
                <c:pt idx="21809">
                  <c:v>0</c:v>
                </c:pt>
                <c:pt idx="21810">
                  <c:v>0</c:v>
                </c:pt>
                <c:pt idx="21811">
                  <c:v>0</c:v>
                </c:pt>
                <c:pt idx="21812">
                  <c:v>0</c:v>
                </c:pt>
                <c:pt idx="21813">
                  <c:v>0</c:v>
                </c:pt>
                <c:pt idx="21814">
                  <c:v>0</c:v>
                </c:pt>
                <c:pt idx="21815">
                  <c:v>0</c:v>
                </c:pt>
                <c:pt idx="21816">
                  <c:v>0</c:v>
                </c:pt>
                <c:pt idx="21817">
                  <c:v>0</c:v>
                </c:pt>
                <c:pt idx="21818">
                  <c:v>0</c:v>
                </c:pt>
                <c:pt idx="21819">
                  <c:v>0</c:v>
                </c:pt>
                <c:pt idx="21820">
                  <c:v>0</c:v>
                </c:pt>
                <c:pt idx="21821">
                  <c:v>0</c:v>
                </c:pt>
                <c:pt idx="21822">
                  <c:v>0</c:v>
                </c:pt>
                <c:pt idx="21823">
                  <c:v>0</c:v>
                </c:pt>
                <c:pt idx="21824">
                  <c:v>0</c:v>
                </c:pt>
                <c:pt idx="21825">
                  <c:v>0</c:v>
                </c:pt>
                <c:pt idx="21826">
                  <c:v>0</c:v>
                </c:pt>
                <c:pt idx="21827">
                  <c:v>0</c:v>
                </c:pt>
                <c:pt idx="21828">
                  <c:v>0</c:v>
                </c:pt>
                <c:pt idx="21829">
                  <c:v>0</c:v>
                </c:pt>
                <c:pt idx="21830">
                  <c:v>0</c:v>
                </c:pt>
                <c:pt idx="21831">
                  <c:v>0</c:v>
                </c:pt>
                <c:pt idx="21832">
                  <c:v>0</c:v>
                </c:pt>
                <c:pt idx="21833">
                  <c:v>0</c:v>
                </c:pt>
                <c:pt idx="21834">
                  <c:v>0</c:v>
                </c:pt>
                <c:pt idx="21835">
                  <c:v>0</c:v>
                </c:pt>
                <c:pt idx="21836">
                  <c:v>0</c:v>
                </c:pt>
                <c:pt idx="21837">
                  <c:v>0</c:v>
                </c:pt>
                <c:pt idx="21838">
                  <c:v>0</c:v>
                </c:pt>
                <c:pt idx="21839">
                  <c:v>0</c:v>
                </c:pt>
                <c:pt idx="21840">
                  <c:v>0</c:v>
                </c:pt>
                <c:pt idx="21841">
                  <c:v>0</c:v>
                </c:pt>
                <c:pt idx="21842">
                  <c:v>0</c:v>
                </c:pt>
                <c:pt idx="21843">
                  <c:v>0</c:v>
                </c:pt>
                <c:pt idx="21844">
                  <c:v>0</c:v>
                </c:pt>
                <c:pt idx="21845">
                  <c:v>0</c:v>
                </c:pt>
                <c:pt idx="21846">
                  <c:v>0</c:v>
                </c:pt>
                <c:pt idx="21847">
                  <c:v>0</c:v>
                </c:pt>
                <c:pt idx="21848">
                  <c:v>0</c:v>
                </c:pt>
                <c:pt idx="21849">
                  <c:v>0</c:v>
                </c:pt>
                <c:pt idx="21850">
                  <c:v>0</c:v>
                </c:pt>
                <c:pt idx="21851">
                  <c:v>0</c:v>
                </c:pt>
                <c:pt idx="21852">
                  <c:v>0</c:v>
                </c:pt>
                <c:pt idx="21853">
                  <c:v>0</c:v>
                </c:pt>
                <c:pt idx="21854">
                  <c:v>0</c:v>
                </c:pt>
                <c:pt idx="21855">
                  <c:v>0</c:v>
                </c:pt>
                <c:pt idx="21856">
                  <c:v>0</c:v>
                </c:pt>
                <c:pt idx="21857">
                  <c:v>0</c:v>
                </c:pt>
                <c:pt idx="21858">
                  <c:v>0</c:v>
                </c:pt>
                <c:pt idx="21859">
                  <c:v>0</c:v>
                </c:pt>
                <c:pt idx="21860">
                  <c:v>0</c:v>
                </c:pt>
                <c:pt idx="21861">
                  <c:v>0</c:v>
                </c:pt>
                <c:pt idx="21862">
                  <c:v>0</c:v>
                </c:pt>
                <c:pt idx="21863">
                  <c:v>0</c:v>
                </c:pt>
                <c:pt idx="21864">
                  <c:v>0</c:v>
                </c:pt>
                <c:pt idx="21865">
                  <c:v>0</c:v>
                </c:pt>
                <c:pt idx="21866">
                  <c:v>0</c:v>
                </c:pt>
                <c:pt idx="21867">
                  <c:v>0</c:v>
                </c:pt>
                <c:pt idx="21868">
                  <c:v>0</c:v>
                </c:pt>
                <c:pt idx="21869">
                  <c:v>0</c:v>
                </c:pt>
                <c:pt idx="21870">
                  <c:v>0</c:v>
                </c:pt>
                <c:pt idx="21871">
                  <c:v>0</c:v>
                </c:pt>
                <c:pt idx="21872">
                  <c:v>0</c:v>
                </c:pt>
                <c:pt idx="21873">
                  <c:v>0</c:v>
                </c:pt>
                <c:pt idx="21874">
                  <c:v>0</c:v>
                </c:pt>
                <c:pt idx="21875">
                  <c:v>0</c:v>
                </c:pt>
                <c:pt idx="21876">
                  <c:v>0</c:v>
                </c:pt>
                <c:pt idx="21877">
                  <c:v>0</c:v>
                </c:pt>
                <c:pt idx="21878">
                  <c:v>0</c:v>
                </c:pt>
                <c:pt idx="21879">
                  <c:v>0</c:v>
                </c:pt>
                <c:pt idx="21880">
                  <c:v>0</c:v>
                </c:pt>
                <c:pt idx="21881">
                  <c:v>0</c:v>
                </c:pt>
                <c:pt idx="21882">
                  <c:v>0</c:v>
                </c:pt>
                <c:pt idx="21883">
                  <c:v>0</c:v>
                </c:pt>
                <c:pt idx="21884">
                  <c:v>0</c:v>
                </c:pt>
                <c:pt idx="21885">
                  <c:v>0</c:v>
                </c:pt>
                <c:pt idx="21886">
                  <c:v>0</c:v>
                </c:pt>
                <c:pt idx="21887">
                  <c:v>0</c:v>
                </c:pt>
                <c:pt idx="21888">
                  <c:v>0</c:v>
                </c:pt>
                <c:pt idx="21889">
                  <c:v>0</c:v>
                </c:pt>
                <c:pt idx="21890">
                  <c:v>0</c:v>
                </c:pt>
                <c:pt idx="21891">
                  <c:v>0</c:v>
                </c:pt>
                <c:pt idx="21892">
                  <c:v>0</c:v>
                </c:pt>
                <c:pt idx="21893">
                  <c:v>0</c:v>
                </c:pt>
                <c:pt idx="21894">
                  <c:v>0</c:v>
                </c:pt>
                <c:pt idx="21895">
                  <c:v>0</c:v>
                </c:pt>
                <c:pt idx="21896">
                  <c:v>0</c:v>
                </c:pt>
                <c:pt idx="21897">
                  <c:v>0</c:v>
                </c:pt>
                <c:pt idx="21898">
                  <c:v>0</c:v>
                </c:pt>
                <c:pt idx="21899">
                  <c:v>0</c:v>
                </c:pt>
                <c:pt idx="21900">
                  <c:v>0</c:v>
                </c:pt>
                <c:pt idx="21901">
                  <c:v>0</c:v>
                </c:pt>
                <c:pt idx="21902">
                  <c:v>0</c:v>
                </c:pt>
                <c:pt idx="21903">
                  <c:v>0</c:v>
                </c:pt>
                <c:pt idx="21904">
                  <c:v>0</c:v>
                </c:pt>
                <c:pt idx="21905">
                  <c:v>0</c:v>
                </c:pt>
                <c:pt idx="21906">
                  <c:v>0</c:v>
                </c:pt>
                <c:pt idx="21907">
                  <c:v>0</c:v>
                </c:pt>
                <c:pt idx="21908">
                  <c:v>0</c:v>
                </c:pt>
                <c:pt idx="21909">
                  <c:v>0</c:v>
                </c:pt>
                <c:pt idx="21910">
                  <c:v>0</c:v>
                </c:pt>
                <c:pt idx="21911">
                  <c:v>0</c:v>
                </c:pt>
                <c:pt idx="21912">
                  <c:v>0</c:v>
                </c:pt>
                <c:pt idx="21913">
                  <c:v>0</c:v>
                </c:pt>
                <c:pt idx="21914">
                  <c:v>0</c:v>
                </c:pt>
                <c:pt idx="21915">
                  <c:v>0</c:v>
                </c:pt>
                <c:pt idx="21916">
                  <c:v>0</c:v>
                </c:pt>
                <c:pt idx="21917">
                  <c:v>0</c:v>
                </c:pt>
                <c:pt idx="21918">
                  <c:v>0</c:v>
                </c:pt>
                <c:pt idx="21919">
                  <c:v>0</c:v>
                </c:pt>
                <c:pt idx="21920">
                  <c:v>0</c:v>
                </c:pt>
                <c:pt idx="21921">
                  <c:v>0</c:v>
                </c:pt>
                <c:pt idx="21922">
                  <c:v>0</c:v>
                </c:pt>
                <c:pt idx="21923">
                  <c:v>0</c:v>
                </c:pt>
                <c:pt idx="21924">
                  <c:v>0</c:v>
                </c:pt>
                <c:pt idx="21925">
                  <c:v>0</c:v>
                </c:pt>
                <c:pt idx="21926">
                  <c:v>0</c:v>
                </c:pt>
                <c:pt idx="21927">
                  <c:v>0</c:v>
                </c:pt>
                <c:pt idx="21928">
                  <c:v>0</c:v>
                </c:pt>
                <c:pt idx="21929">
                  <c:v>0</c:v>
                </c:pt>
                <c:pt idx="21930">
                  <c:v>0</c:v>
                </c:pt>
                <c:pt idx="21931">
                  <c:v>0</c:v>
                </c:pt>
                <c:pt idx="21932">
                  <c:v>0</c:v>
                </c:pt>
                <c:pt idx="21933">
                  <c:v>0</c:v>
                </c:pt>
                <c:pt idx="21934">
                  <c:v>0</c:v>
                </c:pt>
                <c:pt idx="21935">
                  <c:v>0</c:v>
                </c:pt>
                <c:pt idx="21936">
                  <c:v>0</c:v>
                </c:pt>
                <c:pt idx="21937">
                  <c:v>0</c:v>
                </c:pt>
                <c:pt idx="21938">
                  <c:v>0</c:v>
                </c:pt>
                <c:pt idx="21939">
                  <c:v>0</c:v>
                </c:pt>
                <c:pt idx="21940">
                  <c:v>0</c:v>
                </c:pt>
                <c:pt idx="21941">
                  <c:v>0</c:v>
                </c:pt>
                <c:pt idx="21942">
                  <c:v>0</c:v>
                </c:pt>
                <c:pt idx="21943">
                  <c:v>0</c:v>
                </c:pt>
                <c:pt idx="21944">
                  <c:v>0</c:v>
                </c:pt>
                <c:pt idx="21945">
                  <c:v>0</c:v>
                </c:pt>
                <c:pt idx="21946">
                  <c:v>0</c:v>
                </c:pt>
                <c:pt idx="21947">
                  <c:v>0</c:v>
                </c:pt>
                <c:pt idx="21948">
                  <c:v>0</c:v>
                </c:pt>
                <c:pt idx="21949">
                  <c:v>0</c:v>
                </c:pt>
                <c:pt idx="21950">
                  <c:v>0</c:v>
                </c:pt>
                <c:pt idx="21951">
                  <c:v>0</c:v>
                </c:pt>
                <c:pt idx="21952">
                  <c:v>0</c:v>
                </c:pt>
                <c:pt idx="21953">
                  <c:v>0</c:v>
                </c:pt>
                <c:pt idx="21954">
                  <c:v>0</c:v>
                </c:pt>
                <c:pt idx="21955">
                  <c:v>0</c:v>
                </c:pt>
                <c:pt idx="21956">
                  <c:v>0</c:v>
                </c:pt>
                <c:pt idx="21957">
                  <c:v>0</c:v>
                </c:pt>
                <c:pt idx="21958">
                  <c:v>0</c:v>
                </c:pt>
                <c:pt idx="21959">
                  <c:v>0</c:v>
                </c:pt>
                <c:pt idx="21960">
                  <c:v>0</c:v>
                </c:pt>
                <c:pt idx="21961">
                  <c:v>0</c:v>
                </c:pt>
                <c:pt idx="21962">
                  <c:v>0</c:v>
                </c:pt>
                <c:pt idx="21963">
                  <c:v>0</c:v>
                </c:pt>
                <c:pt idx="21964">
                  <c:v>0</c:v>
                </c:pt>
                <c:pt idx="21965">
                  <c:v>0</c:v>
                </c:pt>
                <c:pt idx="21966">
                  <c:v>0</c:v>
                </c:pt>
                <c:pt idx="21967">
                  <c:v>0</c:v>
                </c:pt>
                <c:pt idx="21968">
                  <c:v>0</c:v>
                </c:pt>
                <c:pt idx="21969">
                  <c:v>0</c:v>
                </c:pt>
                <c:pt idx="21970">
                  <c:v>0</c:v>
                </c:pt>
                <c:pt idx="21971">
                  <c:v>0</c:v>
                </c:pt>
                <c:pt idx="21972">
                  <c:v>0</c:v>
                </c:pt>
                <c:pt idx="21973">
                  <c:v>0</c:v>
                </c:pt>
                <c:pt idx="21974">
                  <c:v>0</c:v>
                </c:pt>
                <c:pt idx="21975">
                  <c:v>0</c:v>
                </c:pt>
                <c:pt idx="21976">
                  <c:v>0</c:v>
                </c:pt>
                <c:pt idx="21977">
                  <c:v>0</c:v>
                </c:pt>
                <c:pt idx="21978">
                  <c:v>0</c:v>
                </c:pt>
                <c:pt idx="21979">
                  <c:v>0</c:v>
                </c:pt>
                <c:pt idx="21980">
                  <c:v>0</c:v>
                </c:pt>
                <c:pt idx="21981">
                  <c:v>0</c:v>
                </c:pt>
                <c:pt idx="21982">
                  <c:v>0</c:v>
                </c:pt>
                <c:pt idx="21983">
                  <c:v>0</c:v>
                </c:pt>
                <c:pt idx="21984">
                  <c:v>0</c:v>
                </c:pt>
                <c:pt idx="21985">
                  <c:v>0</c:v>
                </c:pt>
                <c:pt idx="21986">
                  <c:v>0</c:v>
                </c:pt>
                <c:pt idx="21987">
                  <c:v>0</c:v>
                </c:pt>
                <c:pt idx="21988">
                  <c:v>0</c:v>
                </c:pt>
                <c:pt idx="21989">
                  <c:v>0</c:v>
                </c:pt>
                <c:pt idx="21990">
                  <c:v>0</c:v>
                </c:pt>
                <c:pt idx="21991">
                  <c:v>0</c:v>
                </c:pt>
                <c:pt idx="21992">
                  <c:v>0</c:v>
                </c:pt>
                <c:pt idx="21993">
                  <c:v>0</c:v>
                </c:pt>
                <c:pt idx="21994">
                  <c:v>0</c:v>
                </c:pt>
                <c:pt idx="21995">
                  <c:v>0</c:v>
                </c:pt>
                <c:pt idx="21996">
                  <c:v>0</c:v>
                </c:pt>
                <c:pt idx="21997">
                  <c:v>0</c:v>
                </c:pt>
                <c:pt idx="21998">
                  <c:v>0</c:v>
                </c:pt>
                <c:pt idx="21999">
                  <c:v>0</c:v>
                </c:pt>
                <c:pt idx="22000">
                  <c:v>0</c:v>
                </c:pt>
                <c:pt idx="22001">
                  <c:v>0</c:v>
                </c:pt>
                <c:pt idx="22002">
                  <c:v>0</c:v>
                </c:pt>
                <c:pt idx="22003">
                  <c:v>0</c:v>
                </c:pt>
                <c:pt idx="22004">
                  <c:v>0</c:v>
                </c:pt>
                <c:pt idx="22005">
                  <c:v>0</c:v>
                </c:pt>
                <c:pt idx="22006">
                  <c:v>0</c:v>
                </c:pt>
                <c:pt idx="22007">
                  <c:v>0</c:v>
                </c:pt>
                <c:pt idx="22008">
                  <c:v>0</c:v>
                </c:pt>
                <c:pt idx="22009">
                  <c:v>0</c:v>
                </c:pt>
                <c:pt idx="22010">
                  <c:v>0</c:v>
                </c:pt>
                <c:pt idx="22011">
                  <c:v>0</c:v>
                </c:pt>
                <c:pt idx="22012">
                  <c:v>0</c:v>
                </c:pt>
                <c:pt idx="22013">
                  <c:v>0</c:v>
                </c:pt>
                <c:pt idx="22014">
                  <c:v>0</c:v>
                </c:pt>
                <c:pt idx="22015">
                  <c:v>0</c:v>
                </c:pt>
                <c:pt idx="22016">
                  <c:v>0</c:v>
                </c:pt>
                <c:pt idx="22017">
                  <c:v>0</c:v>
                </c:pt>
                <c:pt idx="22018">
                  <c:v>0</c:v>
                </c:pt>
                <c:pt idx="22019">
                  <c:v>0</c:v>
                </c:pt>
                <c:pt idx="22020">
                  <c:v>0</c:v>
                </c:pt>
                <c:pt idx="22021">
                  <c:v>0</c:v>
                </c:pt>
                <c:pt idx="22022">
                  <c:v>0</c:v>
                </c:pt>
                <c:pt idx="22023">
                  <c:v>0</c:v>
                </c:pt>
                <c:pt idx="22024">
                  <c:v>0</c:v>
                </c:pt>
                <c:pt idx="22025">
                  <c:v>0</c:v>
                </c:pt>
                <c:pt idx="22026">
                  <c:v>0</c:v>
                </c:pt>
                <c:pt idx="22027">
                  <c:v>0</c:v>
                </c:pt>
                <c:pt idx="22028">
                  <c:v>0</c:v>
                </c:pt>
                <c:pt idx="22029">
                  <c:v>0</c:v>
                </c:pt>
                <c:pt idx="22030">
                  <c:v>0</c:v>
                </c:pt>
                <c:pt idx="22031">
                  <c:v>0</c:v>
                </c:pt>
                <c:pt idx="22032">
                  <c:v>0</c:v>
                </c:pt>
                <c:pt idx="22033">
                  <c:v>0</c:v>
                </c:pt>
                <c:pt idx="22034">
                  <c:v>0</c:v>
                </c:pt>
                <c:pt idx="22035">
                  <c:v>0</c:v>
                </c:pt>
                <c:pt idx="22036">
                  <c:v>0</c:v>
                </c:pt>
                <c:pt idx="22037">
                  <c:v>0</c:v>
                </c:pt>
                <c:pt idx="22038">
                  <c:v>0</c:v>
                </c:pt>
                <c:pt idx="22039">
                  <c:v>0</c:v>
                </c:pt>
                <c:pt idx="22040">
                  <c:v>0</c:v>
                </c:pt>
                <c:pt idx="22041">
                  <c:v>0</c:v>
                </c:pt>
                <c:pt idx="22042">
                  <c:v>0</c:v>
                </c:pt>
                <c:pt idx="22043">
                  <c:v>0</c:v>
                </c:pt>
                <c:pt idx="22044">
                  <c:v>0</c:v>
                </c:pt>
                <c:pt idx="22045">
                  <c:v>0</c:v>
                </c:pt>
                <c:pt idx="22046">
                  <c:v>0</c:v>
                </c:pt>
                <c:pt idx="22047">
                  <c:v>0</c:v>
                </c:pt>
                <c:pt idx="22048">
                  <c:v>0</c:v>
                </c:pt>
                <c:pt idx="22049">
                  <c:v>0</c:v>
                </c:pt>
                <c:pt idx="22050">
                  <c:v>0</c:v>
                </c:pt>
                <c:pt idx="22051">
                  <c:v>0</c:v>
                </c:pt>
                <c:pt idx="22052">
                  <c:v>0</c:v>
                </c:pt>
                <c:pt idx="22053">
                  <c:v>0</c:v>
                </c:pt>
                <c:pt idx="22054">
                  <c:v>0</c:v>
                </c:pt>
                <c:pt idx="22055">
                  <c:v>0</c:v>
                </c:pt>
                <c:pt idx="22056">
                  <c:v>0</c:v>
                </c:pt>
                <c:pt idx="22057">
                  <c:v>0</c:v>
                </c:pt>
                <c:pt idx="22058">
                  <c:v>0</c:v>
                </c:pt>
                <c:pt idx="22059">
                  <c:v>0</c:v>
                </c:pt>
                <c:pt idx="22060">
                  <c:v>0</c:v>
                </c:pt>
                <c:pt idx="22061">
                  <c:v>0</c:v>
                </c:pt>
                <c:pt idx="22062">
                  <c:v>0</c:v>
                </c:pt>
                <c:pt idx="22063">
                  <c:v>0</c:v>
                </c:pt>
                <c:pt idx="22064">
                  <c:v>0</c:v>
                </c:pt>
                <c:pt idx="22065">
                  <c:v>0</c:v>
                </c:pt>
                <c:pt idx="22066">
                  <c:v>0</c:v>
                </c:pt>
                <c:pt idx="22067">
                  <c:v>0</c:v>
                </c:pt>
                <c:pt idx="22068">
                  <c:v>0</c:v>
                </c:pt>
                <c:pt idx="22069">
                  <c:v>0</c:v>
                </c:pt>
                <c:pt idx="22070">
                  <c:v>0</c:v>
                </c:pt>
                <c:pt idx="22071">
                  <c:v>0</c:v>
                </c:pt>
                <c:pt idx="22072">
                  <c:v>0</c:v>
                </c:pt>
                <c:pt idx="22073">
                  <c:v>0</c:v>
                </c:pt>
                <c:pt idx="22074">
                  <c:v>0</c:v>
                </c:pt>
                <c:pt idx="22075">
                  <c:v>0</c:v>
                </c:pt>
                <c:pt idx="22076">
                  <c:v>0</c:v>
                </c:pt>
                <c:pt idx="22077">
                  <c:v>0</c:v>
                </c:pt>
                <c:pt idx="22078">
                  <c:v>0</c:v>
                </c:pt>
                <c:pt idx="22079">
                  <c:v>0</c:v>
                </c:pt>
                <c:pt idx="22080">
                  <c:v>0</c:v>
                </c:pt>
                <c:pt idx="22081">
                  <c:v>0</c:v>
                </c:pt>
                <c:pt idx="22082">
                  <c:v>0</c:v>
                </c:pt>
                <c:pt idx="22083">
                  <c:v>0</c:v>
                </c:pt>
                <c:pt idx="22084">
                  <c:v>0</c:v>
                </c:pt>
                <c:pt idx="22085">
                  <c:v>0</c:v>
                </c:pt>
                <c:pt idx="22086">
                  <c:v>0</c:v>
                </c:pt>
                <c:pt idx="22087">
                  <c:v>0</c:v>
                </c:pt>
                <c:pt idx="22088">
                  <c:v>0</c:v>
                </c:pt>
                <c:pt idx="22089">
                  <c:v>0</c:v>
                </c:pt>
                <c:pt idx="22090">
                  <c:v>0</c:v>
                </c:pt>
                <c:pt idx="22091">
                  <c:v>0</c:v>
                </c:pt>
                <c:pt idx="22092">
                  <c:v>0</c:v>
                </c:pt>
                <c:pt idx="22093">
                  <c:v>0</c:v>
                </c:pt>
                <c:pt idx="22094">
                  <c:v>0</c:v>
                </c:pt>
                <c:pt idx="22095">
                  <c:v>0</c:v>
                </c:pt>
                <c:pt idx="22096">
                  <c:v>0</c:v>
                </c:pt>
                <c:pt idx="22097">
                  <c:v>0</c:v>
                </c:pt>
                <c:pt idx="22098">
                  <c:v>0</c:v>
                </c:pt>
                <c:pt idx="22099">
                  <c:v>0</c:v>
                </c:pt>
                <c:pt idx="22100">
                  <c:v>0</c:v>
                </c:pt>
                <c:pt idx="22101">
                  <c:v>0</c:v>
                </c:pt>
                <c:pt idx="22102">
                  <c:v>0</c:v>
                </c:pt>
                <c:pt idx="22103">
                  <c:v>0</c:v>
                </c:pt>
                <c:pt idx="22104">
                  <c:v>0</c:v>
                </c:pt>
                <c:pt idx="22105">
                  <c:v>0</c:v>
                </c:pt>
                <c:pt idx="22106">
                  <c:v>0</c:v>
                </c:pt>
                <c:pt idx="22107">
                  <c:v>0</c:v>
                </c:pt>
                <c:pt idx="22108">
                  <c:v>0</c:v>
                </c:pt>
                <c:pt idx="22109">
                  <c:v>0</c:v>
                </c:pt>
                <c:pt idx="22110">
                  <c:v>0</c:v>
                </c:pt>
                <c:pt idx="22111">
                  <c:v>0</c:v>
                </c:pt>
                <c:pt idx="22112">
                  <c:v>0</c:v>
                </c:pt>
                <c:pt idx="22113">
                  <c:v>0</c:v>
                </c:pt>
                <c:pt idx="22114">
                  <c:v>0</c:v>
                </c:pt>
                <c:pt idx="22115">
                  <c:v>0</c:v>
                </c:pt>
                <c:pt idx="22116">
                  <c:v>0</c:v>
                </c:pt>
                <c:pt idx="22117">
                  <c:v>0</c:v>
                </c:pt>
                <c:pt idx="22118">
                  <c:v>0</c:v>
                </c:pt>
                <c:pt idx="22119">
                  <c:v>0</c:v>
                </c:pt>
                <c:pt idx="22120">
                  <c:v>0</c:v>
                </c:pt>
                <c:pt idx="22121">
                  <c:v>0</c:v>
                </c:pt>
                <c:pt idx="22122">
                  <c:v>0</c:v>
                </c:pt>
                <c:pt idx="22123">
                  <c:v>0</c:v>
                </c:pt>
                <c:pt idx="22124">
                  <c:v>0</c:v>
                </c:pt>
                <c:pt idx="22125">
                  <c:v>0</c:v>
                </c:pt>
                <c:pt idx="22126">
                  <c:v>0</c:v>
                </c:pt>
                <c:pt idx="22127">
                  <c:v>0</c:v>
                </c:pt>
                <c:pt idx="22128">
                  <c:v>0</c:v>
                </c:pt>
                <c:pt idx="22129">
                  <c:v>0</c:v>
                </c:pt>
                <c:pt idx="22130">
                  <c:v>0</c:v>
                </c:pt>
                <c:pt idx="22131">
                  <c:v>0</c:v>
                </c:pt>
                <c:pt idx="22132">
                  <c:v>0</c:v>
                </c:pt>
                <c:pt idx="22133">
                  <c:v>0</c:v>
                </c:pt>
                <c:pt idx="22134">
                  <c:v>0</c:v>
                </c:pt>
                <c:pt idx="22135">
                  <c:v>0</c:v>
                </c:pt>
                <c:pt idx="22136">
                  <c:v>0</c:v>
                </c:pt>
                <c:pt idx="22137">
                  <c:v>0</c:v>
                </c:pt>
                <c:pt idx="22138">
                  <c:v>0</c:v>
                </c:pt>
                <c:pt idx="22139">
                  <c:v>0</c:v>
                </c:pt>
                <c:pt idx="22140">
                  <c:v>0</c:v>
                </c:pt>
                <c:pt idx="22141">
                  <c:v>0</c:v>
                </c:pt>
                <c:pt idx="22142">
                  <c:v>0</c:v>
                </c:pt>
                <c:pt idx="22143">
                  <c:v>0</c:v>
                </c:pt>
                <c:pt idx="22144">
                  <c:v>0</c:v>
                </c:pt>
                <c:pt idx="22145">
                  <c:v>0</c:v>
                </c:pt>
                <c:pt idx="22146">
                  <c:v>0</c:v>
                </c:pt>
                <c:pt idx="22147">
                  <c:v>0</c:v>
                </c:pt>
                <c:pt idx="22148">
                  <c:v>0</c:v>
                </c:pt>
                <c:pt idx="22149">
                  <c:v>0</c:v>
                </c:pt>
                <c:pt idx="22150">
                  <c:v>0</c:v>
                </c:pt>
                <c:pt idx="22151">
                  <c:v>0</c:v>
                </c:pt>
                <c:pt idx="22152">
                  <c:v>0</c:v>
                </c:pt>
                <c:pt idx="22153">
                  <c:v>0</c:v>
                </c:pt>
                <c:pt idx="22154">
                  <c:v>0</c:v>
                </c:pt>
                <c:pt idx="22155">
                  <c:v>0</c:v>
                </c:pt>
                <c:pt idx="22156">
                  <c:v>0</c:v>
                </c:pt>
                <c:pt idx="22157">
                  <c:v>0</c:v>
                </c:pt>
                <c:pt idx="22158">
                  <c:v>0</c:v>
                </c:pt>
                <c:pt idx="22159">
                  <c:v>0</c:v>
                </c:pt>
                <c:pt idx="22160">
                  <c:v>0</c:v>
                </c:pt>
                <c:pt idx="22161">
                  <c:v>0</c:v>
                </c:pt>
                <c:pt idx="22162">
                  <c:v>0</c:v>
                </c:pt>
                <c:pt idx="22163">
                  <c:v>0</c:v>
                </c:pt>
                <c:pt idx="22164">
                  <c:v>0</c:v>
                </c:pt>
                <c:pt idx="22165">
                  <c:v>0</c:v>
                </c:pt>
                <c:pt idx="22166">
                  <c:v>0</c:v>
                </c:pt>
                <c:pt idx="22167">
                  <c:v>0</c:v>
                </c:pt>
                <c:pt idx="22168">
                  <c:v>0</c:v>
                </c:pt>
                <c:pt idx="22169">
                  <c:v>0</c:v>
                </c:pt>
                <c:pt idx="22170">
                  <c:v>0</c:v>
                </c:pt>
                <c:pt idx="22171">
                  <c:v>0</c:v>
                </c:pt>
                <c:pt idx="22172">
                  <c:v>0</c:v>
                </c:pt>
                <c:pt idx="22173">
                  <c:v>0</c:v>
                </c:pt>
                <c:pt idx="22174">
                  <c:v>0</c:v>
                </c:pt>
                <c:pt idx="22175">
                  <c:v>0</c:v>
                </c:pt>
                <c:pt idx="22176">
                  <c:v>0</c:v>
                </c:pt>
                <c:pt idx="22177">
                  <c:v>0</c:v>
                </c:pt>
                <c:pt idx="22178">
                  <c:v>0</c:v>
                </c:pt>
                <c:pt idx="22179">
                  <c:v>0</c:v>
                </c:pt>
                <c:pt idx="22180">
                  <c:v>0</c:v>
                </c:pt>
                <c:pt idx="22181">
                  <c:v>0</c:v>
                </c:pt>
                <c:pt idx="22182">
                  <c:v>0</c:v>
                </c:pt>
                <c:pt idx="22183">
                  <c:v>0</c:v>
                </c:pt>
                <c:pt idx="22184">
                  <c:v>0</c:v>
                </c:pt>
                <c:pt idx="22185">
                  <c:v>0</c:v>
                </c:pt>
                <c:pt idx="22186">
                  <c:v>0</c:v>
                </c:pt>
                <c:pt idx="22187">
                  <c:v>0</c:v>
                </c:pt>
                <c:pt idx="22188">
                  <c:v>0</c:v>
                </c:pt>
                <c:pt idx="22189">
                  <c:v>0</c:v>
                </c:pt>
                <c:pt idx="22190">
                  <c:v>0</c:v>
                </c:pt>
                <c:pt idx="22191">
                  <c:v>0</c:v>
                </c:pt>
                <c:pt idx="22192">
                  <c:v>0</c:v>
                </c:pt>
                <c:pt idx="22193">
                  <c:v>0</c:v>
                </c:pt>
                <c:pt idx="22194">
                  <c:v>0</c:v>
                </c:pt>
                <c:pt idx="22195">
                  <c:v>0</c:v>
                </c:pt>
                <c:pt idx="22196">
                  <c:v>0</c:v>
                </c:pt>
                <c:pt idx="22197">
                  <c:v>0</c:v>
                </c:pt>
                <c:pt idx="22198">
                  <c:v>0</c:v>
                </c:pt>
                <c:pt idx="22199">
                  <c:v>0</c:v>
                </c:pt>
                <c:pt idx="22200">
                  <c:v>0</c:v>
                </c:pt>
                <c:pt idx="22201">
                  <c:v>0</c:v>
                </c:pt>
                <c:pt idx="22202">
                  <c:v>0</c:v>
                </c:pt>
                <c:pt idx="22203">
                  <c:v>0</c:v>
                </c:pt>
                <c:pt idx="22204">
                  <c:v>0</c:v>
                </c:pt>
                <c:pt idx="22205">
                  <c:v>0</c:v>
                </c:pt>
                <c:pt idx="22206">
                  <c:v>0</c:v>
                </c:pt>
                <c:pt idx="22207">
                  <c:v>0</c:v>
                </c:pt>
                <c:pt idx="22208">
                  <c:v>0</c:v>
                </c:pt>
                <c:pt idx="22209">
                  <c:v>0</c:v>
                </c:pt>
                <c:pt idx="22210">
                  <c:v>0</c:v>
                </c:pt>
                <c:pt idx="22211">
                  <c:v>0</c:v>
                </c:pt>
                <c:pt idx="22212">
                  <c:v>0</c:v>
                </c:pt>
                <c:pt idx="22213">
                  <c:v>0</c:v>
                </c:pt>
                <c:pt idx="22214">
                  <c:v>0</c:v>
                </c:pt>
                <c:pt idx="22215">
                  <c:v>0</c:v>
                </c:pt>
                <c:pt idx="22216">
                  <c:v>0</c:v>
                </c:pt>
                <c:pt idx="22217">
                  <c:v>0</c:v>
                </c:pt>
                <c:pt idx="22218">
                  <c:v>0</c:v>
                </c:pt>
                <c:pt idx="22219">
                  <c:v>0</c:v>
                </c:pt>
                <c:pt idx="22220">
                  <c:v>0</c:v>
                </c:pt>
                <c:pt idx="22221">
                  <c:v>0</c:v>
                </c:pt>
                <c:pt idx="22222">
                  <c:v>0</c:v>
                </c:pt>
                <c:pt idx="22223">
                  <c:v>0</c:v>
                </c:pt>
                <c:pt idx="22224">
                  <c:v>0</c:v>
                </c:pt>
                <c:pt idx="22225">
                  <c:v>0</c:v>
                </c:pt>
                <c:pt idx="22226">
                  <c:v>0</c:v>
                </c:pt>
                <c:pt idx="22227">
                  <c:v>0</c:v>
                </c:pt>
                <c:pt idx="22228">
                  <c:v>0</c:v>
                </c:pt>
                <c:pt idx="22229">
                  <c:v>0</c:v>
                </c:pt>
                <c:pt idx="22230">
                  <c:v>0</c:v>
                </c:pt>
                <c:pt idx="22231">
                  <c:v>0</c:v>
                </c:pt>
                <c:pt idx="22232">
                  <c:v>0</c:v>
                </c:pt>
                <c:pt idx="22233">
                  <c:v>0</c:v>
                </c:pt>
                <c:pt idx="22234">
                  <c:v>0</c:v>
                </c:pt>
                <c:pt idx="22235">
                  <c:v>0</c:v>
                </c:pt>
                <c:pt idx="22236">
                  <c:v>0</c:v>
                </c:pt>
                <c:pt idx="22237">
                  <c:v>0</c:v>
                </c:pt>
                <c:pt idx="22238">
                  <c:v>0</c:v>
                </c:pt>
                <c:pt idx="22239">
                  <c:v>0</c:v>
                </c:pt>
                <c:pt idx="22240">
                  <c:v>0</c:v>
                </c:pt>
                <c:pt idx="22241">
                  <c:v>0</c:v>
                </c:pt>
                <c:pt idx="22242">
                  <c:v>0</c:v>
                </c:pt>
                <c:pt idx="22243">
                  <c:v>0</c:v>
                </c:pt>
                <c:pt idx="22244">
                  <c:v>0</c:v>
                </c:pt>
                <c:pt idx="22245">
                  <c:v>0</c:v>
                </c:pt>
                <c:pt idx="22246">
                  <c:v>0</c:v>
                </c:pt>
                <c:pt idx="22247">
                  <c:v>0</c:v>
                </c:pt>
                <c:pt idx="22248">
                  <c:v>0</c:v>
                </c:pt>
                <c:pt idx="22249">
                  <c:v>0</c:v>
                </c:pt>
                <c:pt idx="22250">
                  <c:v>0</c:v>
                </c:pt>
                <c:pt idx="22251">
                  <c:v>0</c:v>
                </c:pt>
                <c:pt idx="22252">
                  <c:v>0</c:v>
                </c:pt>
                <c:pt idx="22253">
                  <c:v>0</c:v>
                </c:pt>
                <c:pt idx="22254">
                  <c:v>0</c:v>
                </c:pt>
                <c:pt idx="22255">
                  <c:v>0</c:v>
                </c:pt>
                <c:pt idx="22256">
                  <c:v>0</c:v>
                </c:pt>
                <c:pt idx="22257">
                  <c:v>0</c:v>
                </c:pt>
                <c:pt idx="22258">
                  <c:v>0</c:v>
                </c:pt>
                <c:pt idx="22259">
                  <c:v>0</c:v>
                </c:pt>
                <c:pt idx="22260">
                  <c:v>0</c:v>
                </c:pt>
                <c:pt idx="22261">
                  <c:v>0</c:v>
                </c:pt>
                <c:pt idx="22262">
                  <c:v>0</c:v>
                </c:pt>
                <c:pt idx="22263">
                  <c:v>0</c:v>
                </c:pt>
                <c:pt idx="22264">
                  <c:v>0</c:v>
                </c:pt>
                <c:pt idx="22265">
                  <c:v>0</c:v>
                </c:pt>
                <c:pt idx="22266">
                  <c:v>0</c:v>
                </c:pt>
                <c:pt idx="22267">
                  <c:v>0</c:v>
                </c:pt>
                <c:pt idx="22268">
                  <c:v>0</c:v>
                </c:pt>
                <c:pt idx="22269">
                  <c:v>0</c:v>
                </c:pt>
                <c:pt idx="22270">
                  <c:v>0</c:v>
                </c:pt>
                <c:pt idx="22271">
                  <c:v>0</c:v>
                </c:pt>
                <c:pt idx="22272">
                  <c:v>0</c:v>
                </c:pt>
                <c:pt idx="22273">
                  <c:v>0</c:v>
                </c:pt>
                <c:pt idx="22274">
                  <c:v>0</c:v>
                </c:pt>
                <c:pt idx="22275">
                  <c:v>0</c:v>
                </c:pt>
                <c:pt idx="22276">
                  <c:v>0</c:v>
                </c:pt>
                <c:pt idx="22277">
                  <c:v>0</c:v>
                </c:pt>
                <c:pt idx="22278">
                  <c:v>0</c:v>
                </c:pt>
                <c:pt idx="22279">
                  <c:v>0</c:v>
                </c:pt>
                <c:pt idx="22280">
                  <c:v>0</c:v>
                </c:pt>
                <c:pt idx="22281">
                  <c:v>0</c:v>
                </c:pt>
                <c:pt idx="22282">
                  <c:v>0</c:v>
                </c:pt>
                <c:pt idx="22283">
                  <c:v>0</c:v>
                </c:pt>
                <c:pt idx="22284">
                  <c:v>0</c:v>
                </c:pt>
                <c:pt idx="22285">
                  <c:v>0</c:v>
                </c:pt>
                <c:pt idx="22286">
                  <c:v>0</c:v>
                </c:pt>
                <c:pt idx="22287">
                  <c:v>0</c:v>
                </c:pt>
                <c:pt idx="22288">
                  <c:v>0</c:v>
                </c:pt>
                <c:pt idx="22289">
                  <c:v>0</c:v>
                </c:pt>
                <c:pt idx="22290">
                  <c:v>0</c:v>
                </c:pt>
                <c:pt idx="22291">
                  <c:v>0</c:v>
                </c:pt>
                <c:pt idx="22292">
                  <c:v>0</c:v>
                </c:pt>
                <c:pt idx="22293">
                  <c:v>0</c:v>
                </c:pt>
                <c:pt idx="22294">
                  <c:v>0</c:v>
                </c:pt>
                <c:pt idx="22295">
                  <c:v>0</c:v>
                </c:pt>
                <c:pt idx="22296">
                  <c:v>0</c:v>
                </c:pt>
                <c:pt idx="22297">
                  <c:v>0</c:v>
                </c:pt>
                <c:pt idx="22298">
                  <c:v>0</c:v>
                </c:pt>
                <c:pt idx="22299">
                  <c:v>0</c:v>
                </c:pt>
                <c:pt idx="22300">
                  <c:v>0</c:v>
                </c:pt>
                <c:pt idx="22301">
                  <c:v>0</c:v>
                </c:pt>
                <c:pt idx="22302">
                  <c:v>0</c:v>
                </c:pt>
                <c:pt idx="22303">
                  <c:v>0</c:v>
                </c:pt>
                <c:pt idx="22304">
                  <c:v>0</c:v>
                </c:pt>
                <c:pt idx="22305">
                  <c:v>0</c:v>
                </c:pt>
                <c:pt idx="22306">
                  <c:v>0</c:v>
                </c:pt>
                <c:pt idx="22307">
                  <c:v>0</c:v>
                </c:pt>
                <c:pt idx="22308">
                  <c:v>0</c:v>
                </c:pt>
                <c:pt idx="22309">
                  <c:v>0</c:v>
                </c:pt>
                <c:pt idx="22310">
                  <c:v>0</c:v>
                </c:pt>
                <c:pt idx="22311">
                  <c:v>0</c:v>
                </c:pt>
                <c:pt idx="22312">
                  <c:v>0</c:v>
                </c:pt>
                <c:pt idx="22313">
                  <c:v>0</c:v>
                </c:pt>
                <c:pt idx="22314">
                  <c:v>0</c:v>
                </c:pt>
                <c:pt idx="22315">
                  <c:v>0</c:v>
                </c:pt>
                <c:pt idx="22316">
                  <c:v>0</c:v>
                </c:pt>
                <c:pt idx="22317">
                  <c:v>0</c:v>
                </c:pt>
                <c:pt idx="22318">
                  <c:v>0</c:v>
                </c:pt>
                <c:pt idx="22319">
                  <c:v>0</c:v>
                </c:pt>
                <c:pt idx="22320">
                  <c:v>0</c:v>
                </c:pt>
                <c:pt idx="22321">
                  <c:v>0</c:v>
                </c:pt>
                <c:pt idx="22322">
                  <c:v>0</c:v>
                </c:pt>
                <c:pt idx="22323">
                  <c:v>0</c:v>
                </c:pt>
                <c:pt idx="22324">
                  <c:v>0</c:v>
                </c:pt>
                <c:pt idx="22325">
                  <c:v>0</c:v>
                </c:pt>
                <c:pt idx="22326">
                  <c:v>0</c:v>
                </c:pt>
                <c:pt idx="22327">
                  <c:v>0</c:v>
                </c:pt>
                <c:pt idx="22328">
                  <c:v>0</c:v>
                </c:pt>
                <c:pt idx="22329">
                  <c:v>0</c:v>
                </c:pt>
                <c:pt idx="22330">
                  <c:v>0</c:v>
                </c:pt>
                <c:pt idx="22331">
                  <c:v>0</c:v>
                </c:pt>
                <c:pt idx="22332">
                  <c:v>0</c:v>
                </c:pt>
                <c:pt idx="22333">
                  <c:v>0</c:v>
                </c:pt>
                <c:pt idx="22334">
                  <c:v>0</c:v>
                </c:pt>
                <c:pt idx="22335">
                  <c:v>0</c:v>
                </c:pt>
                <c:pt idx="22336">
                  <c:v>0</c:v>
                </c:pt>
                <c:pt idx="22337">
                  <c:v>0</c:v>
                </c:pt>
                <c:pt idx="22338">
                  <c:v>0</c:v>
                </c:pt>
                <c:pt idx="22339">
                  <c:v>0</c:v>
                </c:pt>
                <c:pt idx="22340">
                  <c:v>0</c:v>
                </c:pt>
                <c:pt idx="22341">
                  <c:v>0</c:v>
                </c:pt>
                <c:pt idx="22342">
                  <c:v>0</c:v>
                </c:pt>
                <c:pt idx="22343">
                  <c:v>0</c:v>
                </c:pt>
                <c:pt idx="22344">
                  <c:v>0</c:v>
                </c:pt>
                <c:pt idx="22345">
                  <c:v>0</c:v>
                </c:pt>
                <c:pt idx="22346">
                  <c:v>0</c:v>
                </c:pt>
                <c:pt idx="22347">
                  <c:v>0</c:v>
                </c:pt>
                <c:pt idx="22348">
                  <c:v>0</c:v>
                </c:pt>
                <c:pt idx="22349">
                  <c:v>0</c:v>
                </c:pt>
                <c:pt idx="22350">
                  <c:v>0</c:v>
                </c:pt>
                <c:pt idx="22351">
                  <c:v>0</c:v>
                </c:pt>
                <c:pt idx="22352">
                  <c:v>0</c:v>
                </c:pt>
                <c:pt idx="22353">
                  <c:v>0</c:v>
                </c:pt>
                <c:pt idx="22354">
                  <c:v>0</c:v>
                </c:pt>
                <c:pt idx="22355">
                  <c:v>0</c:v>
                </c:pt>
                <c:pt idx="22356">
                  <c:v>0</c:v>
                </c:pt>
                <c:pt idx="22357">
                  <c:v>0</c:v>
                </c:pt>
                <c:pt idx="22358">
                  <c:v>0</c:v>
                </c:pt>
                <c:pt idx="22359">
                  <c:v>0</c:v>
                </c:pt>
                <c:pt idx="22360">
                  <c:v>0</c:v>
                </c:pt>
                <c:pt idx="22361">
                  <c:v>0</c:v>
                </c:pt>
                <c:pt idx="22362">
                  <c:v>0</c:v>
                </c:pt>
                <c:pt idx="22363">
                  <c:v>0</c:v>
                </c:pt>
                <c:pt idx="22364">
                  <c:v>0</c:v>
                </c:pt>
                <c:pt idx="22365">
                  <c:v>0</c:v>
                </c:pt>
                <c:pt idx="22366">
                  <c:v>0</c:v>
                </c:pt>
                <c:pt idx="22367">
                  <c:v>0</c:v>
                </c:pt>
                <c:pt idx="22368">
                  <c:v>0</c:v>
                </c:pt>
                <c:pt idx="22369">
                  <c:v>0</c:v>
                </c:pt>
                <c:pt idx="22370">
                  <c:v>0</c:v>
                </c:pt>
                <c:pt idx="22371">
                  <c:v>0</c:v>
                </c:pt>
                <c:pt idx="22372">
                  <c:v>0</c:v>
                </c:pt>
                <c:pt idx="22373">
                  <c:v>0</c:v>
                </c:pt>
                <c:pt idx="22374">
                  <c:v>0</c:v>
                </c:pt>
                <c:pt idx="22375">
                  <c:v>0</c:v>
                </c:pt>
                <c:pt idx="22376">
                  <c:v>0</c:v>
                </c:pt>
                <c:pt idx="22377">
                  <c:v>0</c:v>
                </c:pt>
                <c:pt idx="22378">
                  <c:v>0</c:v>
                </c:pt>
                <c:pt idx="22379">
                  <c:v>0</c:v>
                </c:pt>
                <c:pt idx="22380">
                  <c:v>0</c:v>
                </c:pt>
                <c:pt idx="22381">
                  <c:v>0</c:v>
                </c:pt>
                <c:pt idx="22382">
                  <c:v>0</c:v>
                </c:pt>
                <c:pt idx="22383">
                  <c:v>0</c:v>
                </c:pt>
                <c:pt idx="22384">
                  <c:v>0</c:v>
                </c:pt>
                <c:pt idx="22385">
                  <c:v>0</c:v>
                </c:pt>
                <c:pt idx="22386">
                  <c:v>0</c:v>
                </c:pt>
                <c:pt idx="22387">
                  <c:v>0</c:v>
                </c:pt>
                <c:pt idx="22388">
                  <c:v>0</c:v>
                </c:pt>
                <c:pt idx="22389">
                  <c:v>0</c:v>
                </c:pt>
                <c:pt idx="22390">
                  <c:v>0</c:v>
                </c:pt>
                <c:pt idx="22391">
                  <c:v>0</c:v>
                </c:pt>
                <c:pt idx="22392">
                  <c:v>0</c:v>
                </c:pt>
                <c:pt idx="22393">
                  <c:v>0</c:v>
                </c:pt>
                <c:pt idx="22394">
                  <c:v>0</c:v>
                </c:pt>
                <c:pt idx="22395">
                  <c:v>0</c:v>
                </c:pt>
                <c:pt idx="22396">
                  <c:v>0</c:v>
                </c:pt>
                <c:pt idx="22397">
                  <c:v>0</c:v>
                </c:pt>
                <c:pt idx="22398">
                  <c:v>0</c:v>
                </c:pt>
                <c:pt idx="22399">
                  <c:v>0</c:v>
                </c:pt>
                <c:pt idx="22400">
                  <c:v>0</c:v>
                </c:pt>
                <c:pt idx="22401">
                  <c:v>0</c:v>
                </c:pt>
                <c:pt idx="22402">
                  <c:v>0</c:v>
                </c:pt>
                <c:pt idx="22403">
                  <c:v>0</c:v>
                </c:pt>
                <c:pt idx="22404">
                  <c:v>0</c:v>
                </c:pt>
                <c:pt idx="22405">
                  <c:v>0</c:v>
                </c:pt>
                <c:pt idx="22406">
                  <c:v>0</c:v>
                </c:pt>
                <c:pt idx="22407">
                  <c:v>0</c:v>
                </c:pt>
                <c:pt idx="22408">
                  <c:v>0</c:v>
                </c:pt>
                <c:pt idx="22409">
                  <c:v>0</c:v>
                </c:pt>
                <c:pt idx="22410">
                  <c:v>0</c:v>
                </c:pt>
                <c:pt idx="22411">
                  <c:v>0</c:v>
                </c:pt>
                <c:pt idx="22412">
                  <c:v>0</c:v>
                </c:pt>
                <c:pt idx="22413">
                  <c:v>0</c:v>
                </c:pt>
                <c:pt idx="22414">
                  <c:v>0</c:v>
                </c:pt>
                <c:pt idx="22415">
                  <c:v>0</c:v>
                </c:pt>
                <c:pt idx="22416">
                  <c:v>0</c:v>
                </c:pt>
                <c:pt idx="22417">
                  <c:v>0</c:v>
                </c:pt>
                <c:pt idx="22418">
                  <c:v>0</c:v>
                </c:pt>
                <c:pt idx="22419">
                  <c:v>0</c:v>
                </c:pt>
                <c:pt idx="22420">
                  <c:v>0</c:v>
                </c:pt>
                <c:pt idx="22421">
                  <c:v>0</c:v>
                </c:pt>
                <c:pt idx="22422">
                  <c:v>0</c:v>
                </c:pt>
                <c:pt idx="22423">
                  <c:v>0</c:v>
                </c:pt>
                <c:pt idx="22424">
                  <c:v>0</c:v>
                </c:pt>
                <c:pt idx="22425">
                  <c:v>0</c:v>
                </c:pt>
                <c:pt idx="22426">
                  <c:v>0</c:v>
                </c:pt>
                <c:pt idx="22427">
                  <c:v>0</c:v>
                </c:pt>
                <c:pt idx="22428">
                  <c:v>0</c:v>
                </c:pt>
                <c:pt idx="22429">
                  <c:v>0</c:v>
                </c:pt>
                <c:pt idx="22430">
                  <c:v>0</c:v>
                </c:pt>
                <c:pt idx="22431">
                  <c:v>0</c:v>
                </c:pt>
                <c:pt idx="22432">
                  <c:v>0</c:v>
                </c:pt>
                <c:pt idx="22433">
                  <c:v>0</c:v>
                </c:pt>
                <c:pt idx="22434">
                  <c:v>0</c:v>
                </c:pt>
                <c:pt idx="22435">
                  <c:v>0</c:v>
                </c:pt>
                <c:pt idx="22436">
                  <c:v>0</c:v>
                </c:pt>
                <c:pt idx="22437">
                  <c:v>0</c:v>
                </c:pt>
                <c:pt idx="22438">
                  <c:v>0</c:v>
                </c:pt>
                <c:pt idx="22439">
                  <c:v>0</c:v>
                </c:pt>
                <c:pt idx="22440">
                  <c:v>0</c:v>
                </c:pt>
                <c:pt idx="22441">
                  <c:v>0</c:v>
                </c:pt>
                <c:pt idx="22442">
                  <c:v>0</c:v>
                </c:pt>
                <c:pt idx="22443">
                  <c:v>0</c:v>
                </c:pt>
                <c:pt idx="22444">
                  <c:v>0</c:v>
                </c:pt>
                <c:pt idx="22445">
                  <c:v>0</c:v>
                </c:pt>
                <c:pt idx="22446">
                  <c:v>0</c:v>
                </c:pt>
                <c:pt idx="22447">
                  <c:v>0</c:v>
                </c:pt>
                <c:pt idx="22448">
                  <c:v>0</c:v>
                </c:pt>
                <c:pt idx="22449">
                  <c:v>0</c:v>
                </c:pt>
                <c:pt idx="22450">
                  <c:v>0</c:v>
                </c:pt>
                <c:pt idx="22451">
                  <c:v>0</c:v>
                </c:pt>
                <c:pt idx="22452">
                  <c:v>0</c:v>
                </c:pt>
                <c:pt idx="22453">
                  <c:v>0</c:v>
                </c:pt>
                <c:pt idx="22454">
                  <c:v>0</c:v>
                </c:pt>
                <c:pt idx="22455">
                  <c:v>0</c:v>
                </c:pt>
                <c:pt idx="22456">
                  <c:v>0</c:v>
                </c:pt>
                <c:pt idx="22457">
                  <c:v>0</c:v>
                </c:pt>
                <c:pt idx="22458">
                  <c:v>0</c:v>
                </c:pt>
                <c:pt idx="22459">
                  <c:v>0</c:v>
                </c:pt>
                <c:pt idx="22460">
                  <c:v>0</c:v>
                </c:pt>
                <c:pt idx="22461">
                  <c:v>0</c:v>
                </c:pt>
                <c:pt idx="22462">
                  <c:v>0</c:v>
                </c:pt>
                <c:pt idx="22463">
                  <c:v>0</c:v>
                </c:pt>
                <c:pt idx="22464">
                  <c:v>0</c:v>
                </c:pt>
                <c:pt idx="22465">
                  <c:v>0</c:v>
                </c:pt>
                <c:pt idx="22466">
                  <c:v>0</c:v>
                </c:pt>
                <c:pt idx="22467">
                  <c:v>0</c:v>
                </c:pt>
                <c:pt idx="22468">
                  <c:v>0</c:v>
                </c:pt>
                <c:pt idx="22469">
                  <c:v>0</c:v>
                </c:pt>
                <c:pt idx="22470">
                  <c:v>0</c:v>
                </c:pt>
                <c:pt idx="22471">
                  <c:v>0</c:v>
                </c:pt>
                <c:pt idx="22472">
                  <c:v>0</c:v>
                </c:pt>
                <c:pt idx="22473">
                  <c:v>0</c:v>
                </c:pt>
                <c:pt idx="22474">
                  <c:v>0</c:v>
                </c:pt>
                <c:pt idx="22475">
                  <c:v>0</c:v>
                </c:pt>
                <c:pt idx="22476">
                  <c:v>0</c:v>
                </c:pt>
                <c:pt idx="22477">
                  <c:v>0</c:v>
                </c:pt>
                <c:pt idx="22478">
                  <c:v>0</c:v>
                </c:pt>
                <c:pt idx="22479">
                  <c:v>0</c:v>
                </c:pt>
                <c:pt idx="22480">
                  <c:v>0</c:v>
                </c:pt>
                <c:pt idx="22481">
                  <c:v>0</c:v>
                </c:pt>
                <c:pt idx="22482">
                  <c:v>0</c:v>
                </c:pt>
                <c:pt idx="22483">
                  <c:v>0</c:v>
                </c:pt>
                <c:pt idx="22484">
                  <c:v>0</c:v>
                </c:pt>
                <c:pt idx="22485">
                  <c:v>0</c:v>
                </c:pt>
                <c:pt idx="22486">
                  <c:v>0</c:v>
                </c:pt>
                <c:pt idx="22487">
                  <c:v>0</c:v>
                </c:pt>
                <c:pt idx="22488">
                  <c:v>0</c:v>
                </c:pt>
                <c:pt idx="22489">
                  <c:v>0</c:v>
                </c:pt>
                <c:pt idx="22490">
                  <c:v>0</c:v>
                </c:pt>
                <c:pt idx="22491">
                  <c:v>0</c:v>
                </c:pt>
                <c:pt idx="22492">
                  <c:v>0</c:v>
                </c:pt>
                <c:pt idx="22493">
                  <c:v>0</c:v>
                </c:pt>
                <c:pt idx="22494">
                  <c:v>0</c:v>
                </c:pt>
                <c:pt idx="22495">
                  <c:v>0</c:v>
                </c:pt>
                <c:pt idx="22496">
                  <c:v>0</c:v>
                </c:pt>
                <c:pt idx="22497">
                  <c:v>0</c:v>
                </c:pt>
                <c:pt idx="22498">
                  <c:v>0</c:v>
                </c:pt>
                <c:pt idx="22499">
                  <c:v>0</c:v>
                </c:pt>
                <c:pt idx="22500">
                  <c:v>0</c:v>
                </c:pt>
                <c:pt idx="22501">
                  <c:v>0</c:v>
                </c:pt>
                <c:pt idx="22502">
                  <c:v>0</c:v>
                </c:pt>
                <c:pt idx="22503">
                  <c:v>0</c:v>
                </c:pt>
                <c:pt idx="22504">
                  <c:v>0</c:v>
                </c:pt>
                <c:pt idx="22505">
                  <c:v>0</c:v>
                </c:pt>
                <c:pt idx="22506">
                  <c:v>0</c:v>
                </c:pt>
                <c:pt idx="22507">
                  <c:v>0</c:v>
                </c:pt>
                <c:pt idx="22508">
                  <c:v>0</c:v>
                </c:pt>
                <c:pt idx="22509">
                  <c:v>0</c:v>
                </c:pt>
                <c:pt idx="22510">
                  <c:v>0</c:v>
                </c:pt>
                <c:pt idx="22511">
                  <c:v>0</c:v>
                </c:pt>
                <c:pt idx="22512">
                  <c:v>0</c:v>
                </c:pt>
                <c:pt idx="22513">
                  <c:v>0</c:v>
                </c:pt>
                <c:pt idx="22514">
                  <c:v>0</c:v>
                </c:pt>
                <c:pt idx="22515">
                  <c:v>0</c:v>
                </c:pt>
                <c:pt idx="22516">
                  <c:v>0</c:v>
                </c:pt>
                <c:pt idx="22517">
                  <c:v>0</c:v>
                </c:pt>
                <c:pt idx="22518">
                  <c:v>0</c:v>
                </c:pt>
                <c:pt idx="22519">
                  <c:v>0</c:v>
                </c:pt>
                <c:pt idx="22520">
                  <c:v>0</c:v>
                </c:pt>
                <c:pt idx="22521">
                  <c:v>0</c:v>
                </c:pt>
                <c:pt idx="22522">
                  <c:v>0</c:v>
                </c:pt>
                <c:pt idx="22523">
                  <c:v>0</c:v>
                </c:pt>
                <c:pt idx="22524">
                  <c:v>0</c:v>
                </c:pt>
                <c:pt idx="22525">
                  <c:v>0</c:v>
                </c:pt>
                <c:pt idx="22526">
                  <c:v>0</c:v>
                </c:pt>
                <c:pt idx="22527">
                  <c:v>0</c:v>
                </c:pt>
                <c:pt idx="22528">
                  <c:v>0</c:v>
                </c:pt>
                <c:pt idx="22529">
                  <c:v>0</c:v>
                </c:pt>
                <c:pt idx="22530">
                  <c:v>0</c:v>
                </c:pt>
                <c:pt idx="22531">
                  <c:v>0</c:v>
                </c:pt>
                <c:pt idx="22532">
                  <c:v>0</c:v>
                </c:pt>
                <c:pt idx="22533">
                  <c:v>0</c:v>
                </c:pt>
                <c:pt idx="22534">
                  <c:v>0</c:v>
                </c:pt>
                <c:pt idx="22535">
                  <c:v>0</c:v>
                </c:pt>
                <c:pt idx="22536">
                  <c:v>0</c:v>
                </c:pt>
                <c:pt idx="22537">
                  <c:v>0</c:v>
                </c:pt>
                <c:pt idx="22538">
                  <c:v>0</c:v>
                </c:pt>
                <c:pt idx="22539">
                  <c:v>0</c:v>
                </c:pt>
                <c:pt idx="22540">
                  <c:v>0</c:v>
                </c:pt>
                <c:pt idx="22541">
                  <c:v>0</c:v>
                </c:pt>
                <c:pt idx="22542">
                  <c:v>0</c:v>
                </c:pt>
                <c:pt idx="22543">
                  <c:v>0</c:v>
                </c:pt>
                <c:pt idx="22544">
                  <c:v>0</c:v>
                </c:pt>
                <c:pt idx="22545">
                  <c:v>0</c:v>
                </c:pt>
                <c:pt idx="22546">
                  <c:v>0</c:v>
                </c:pt>
                <c:pt idx="22547">
                  <c:v>0</c:v>
                </c:pt>
                <c:pt idx="22548">
                  <c:v>0</c:v>
                </c:pt>
                <c:pt idx="22549">
                  <c:v>0</c:v>
                </c:pt>
                <c:pt idx="22550">
                  <c:v>0</c:v>
                </c:pt>
                <c:pt idx="22551">
                  <c:v>0</c:v>
                </c:pt>
                <c:pt idx="22552">
                  <c:v>0</c:v>
                </c:pt>
                <c:pt idx="22553">
                  <c:v>0</c:v>
                </c:pt>
                <c:pt idx="22554">
                  <c:v>0</c:v>
                </c:pt>
                <c:pt idx="22555">
                  <c:v>0</c:v>
                </c:pt>
                <c:pt idx="22556">
                  <c:v>0</c:v>
                </c:pt>
                <c:pt idx="22557">
                  <c:v>0</c:v>
                </c:pt>
                <c:pt idx="22558">
                  <c:v>0</c:v>
                </c:pt>
                <c:pt idx="22559">
                  <c:v>0</c:v>
                </c:pt>
                <c:pt idx="22560">
                  <c:v>0</c:v>
                </c:pt>
                <c:pt idx="22561">
                  <c:v>0</c:v>
                </c:pt>
                <c:pt idx="22562">
                  <c:v>0</c:v>
                </c:pt>
                <c:pt idx="22563">
                  <c:v>0</c:v>
                </c:pt>
                <c:pt idx="22564">
                  <c:v>0</c:v>
                </c:pt>
                <c:pt idx="22565">
                  <c:v>0</c:v>
                </c:pt>
                <c:pt idx="22566">
                  <c:v>0</c:v>
                </c:pt>
                <c:pt idx="22567">
                  <c:v>0</c:v>
                </c:pt>
                <c:pt idx="22568">
                  <c:v>0</c:v>
                </c:pt>
                <c:pt idx="22569">
                  <c:v>0</c:v>
                </c:pt>
                <c:pt idx="22570">
                  <c:v>0</c:v>
                </c:pt>
                <c:pt idx="22571">
                  <c:v>0</c:v>
                </c:pt>
                <c:pt idx="22572">
                  <c:v>0</c:v>
                </c:pt>
                <c:pt idx="22573">
                  <c:v>0</c:v>
                </c:pt>
                <c:pt idx="22574">
                  <c:v>0</c:v>
                </c:pt>
                <c:pt idx="22575">
                  <c:v>0</c:v>
                </c:pt>
                <c:pt idx="22576">
                  <c:v>0</c:v>
                </c:pt>
                <c:pt idx="22577">
                  <c:v>0</c:v>
                </c:pt>
                <c:pt idx="22578">
                  <c:v>0</c:v>
                </c:pt>
                <c:pt idx="22579">
                  <c:v>0</c:v>
                </c:pt>
                <c:pt idx="22580">
                  <c:v>0</c:v>
                </c:pt>
                <c:pt idx="22581">
                  <c:v>0</c:v>
                </c:pt>
                <c:pt idx="22582">
                  <c:v>0</c:v>
                </c:pt>
                <c:pt idx="22583">
                  <c:v>0</c:v>
                </c:pt>
                <c:pt idx="22584">
                  <c:v>0</c:v>
                </c:pt>
                <c:pt idx="22585">
                  <c:v>0</c:v>
                </c:pt>
                <c:pt idx="22586">
                  <c:v>0</c:v>
                </c:pt>
                <c:pt idx="22587">
                  <c:v>0</c:v>
                </c:pt>
                <c:pt idx="22588">
                  <c:v>0</c:v>
                </c:pt>
                <c:pt idx="22589">
                  <c:v>0</c:v>
                </c:pt>
                <c:pt idx="22590">
                  <c:v>0</c:v>
                </c:pt>
                <c:pt idx="22591">
                  <c:v>0</c:v>
                </c:pt>
                <c:pt idx="22592">
                  <c:v>0</c:v>
                </c:pt>
                <c:pt idx="22593">
                  <c:v>0</c:v>
                </c:pt>
                <c:pt idx="22594">
                  <c:v>0</c:v>
                </c:pt>
                <c:pt idx="22595">
                  <c:v>0</c:v>
                </c:pt>
                <c:pt idx="22596">
                  <c:v>0</c:v>
                </c:pt>
                <c:pt idx="22597">
                  <c:v>0</c:v>
                </c:pt>
                <c:pt idx="22598">
                  <c:v>0</c:v>
                </c:pt>
                <c:pt idx="22599">
                  <c:v>0</c:v>
                </c:pt>
                <c:pt idx="22600">
                  <c:v>0</c:v>
                </c:pt>
                <c:pt idx="22601">
                  <c:v>0</c:v>
                </c:pt>
                <c:pt idx="22602">
                  <c:v>0</c:v>
                </c:pt>
                <c:pt idx="22603">
                  <c:v>0</c:v>
                </c:pt>
                <c:pt idx="22604">
                  <c:v>0</c:v>
                </c:pt>
                <c:pt idx="22605">
                  <c:v>0</c:v>
                </c:pt>
                <c:pt idx="22606">
                  <c:v>0</c:v>
                </c:pt>
                <c:pt idx="22607">
                  <c:v>0</c:v>
                </c:pt>
                <c:pt idx="22608">
                  <c:v>0</c:v>
                </c:pt>
                <c:pt idx="22609">
                  <c:v>0</c:v>
                </c:pt>
                <c:pt idx="22610">
                  <c:v>0</c:v>
                </c:pt>
                <c:pt idx="22611">
                  <c:v>0</c:v>
                </c:pt>
                <c:pt idx="22612">
                  <c:v>0</c:v>
                </c:pt>
                <c:pt idx="22613">
                  <c:v>0</c:v>
                </c:pt>
                <c:pt idx="22614">
                  <c:v>0</c:v>
                </c:pt>
                <c:pt idx="22615">
                  <c:v>0</c:v>
                </c:pt>
                <c:pt idx="22616">
                  <c:v>0</c:v>
                </c:pt>
                <c:pt idx="22617">
                  <c:v>0</c:v>
                </c:pt>
                <c:pt idx="22618">
                  <c:v>0</c:v>
                </c:pt>
                <c:pt idx="22619">
                  <c:v>0</c:v>
                </c:pt>
                <c:pt idx="22620">
                  <c:v>0</c:v>
                </c:pt>
                <c:pt idx="22621">
                  <c:v>0</c:v>
                </c:pt>
                <c:pt idx="22622">
                  <c:v>0</c:v>
                </c:pt>
                <c:pt idx="22623">
                  <c:v>0</c:v>
                </c:pt>
                <c:pt idx="22624">
                  <c:v>0</c:v>
                </c:pt>
                <c:pt idx="22625">
                  <c:v>0</c:v>
                </c:pt>
                <c:pt idx="22626">
                  <c:v>0</c:v>
                </c:pt>
                <c:pt idx="22627">
                  <c:v>0</c:v>
                </c:pt>
                <c:pt idx="22628">
                  <c:v>0</c:v>
                </c:pt>
                <c:pt idx="22629">
                  <c:v>0</c:v>
                </c:pt>
                <c:pt idx="22630">
                  <c:v>0</c:v>
                </c:pt>
                <c:pt idx="22631">
                  <c:v>0</c:v>
                </c:pt>
                <c:pt idx="22632">
                  <c:v>0</c:v>
                </c:pt>
                <c:pt idx="22633">
                  <c:v>0</c:v>
                </c:pt>
                <c:pt idx="22634">
                  <c:v>0</c:v>
                </c:pt>
                <c:pt idx="22635">
                  <c:v>0</c:v>
                </c:pt>
                <c:pt idx="22636">
                  <c:v>0</c:v>
                </c:pt>
                <c:pt idx="22637">
                  <c:v>0</c:v>
                </c:pt>
                <c:pt idx="22638">
                  <c:v>0</c:v>
                </c:pt>
                <c:pt idx="22639">
                  <c:v>0</c:v>
                </c:pt>
                <c:pt idx="22640">
                  <c:v>0</c:v>
                </c:pt>
                <c:pt idx="22641">
                  <c:v>0</c:v>
                </c:pt>
                <c:pt idx="22642">
                  <c:v>0</c:v>
                </c:pt>
                <c:pt idx="22643">
                  <c:v>0</c:v>
                </c:pt>
                <c:pt idx="22644">
                  <c:v>0</c:v>
                </c:pt>
                <c:pt idx="22645">
                  <c:v>0</c:v>
                </c:pt>
                <c:pt idx="22646">
                  <c:v>0</c:v>
                </c:pt>
                <c:pt idx="22647">
                  <c:v>0</c:v>
                </c:pt>
                <c:pt idx="22648">
                  <c:v>0</c:v>
                </c:pt>
                <c:pt idx="22649">
                  <c:v>0</c:v>
                </c:pt>
                <c:pt idx="22650">
                  <c:v>0</c:v>
                </c:pt>
                <c:pt idx="22651">
                  <c:v>0</c:v>
                </c:pt>
                <c:pt idx="22652">
                  <c:v>0</c:v>
                </c:pt>
                <c:pt idx="22653">
                  <c:v>0</c:v>
                </c:pt>
                <c:pt idx="22654">
                  <c:v>0</c:v>
                </c:pt>
                <c:pt idx="22655">
                  <c:v>0</c:v>
                </c:pt>
                <c:pt idx="22656">
                  <c:v>0</c:v>
                </c:pt>
                <c:pt idx="22657">
                  <c:v>0</c:v>
                </c:pt>
                <c:pt idx="22658">
                  <c:v>0</c:v>
                </c:pt>
                <c:pt idx="22659">
                  <c:v>0</c:v>
                </c:pt>
                <c:pt idx="22660">
                  <c:v>0</c:v>
                </c:pt>
                <c:pt idx="22661">
                  <c:v>0</c:v>
                </c:pt>
                <c:pt idx="22662">
                  <c:v>0</c:v>
                </c:pt>
                <c:pt idx="22663">
                  <c:v>0</c:v>
                </c:pt>
                <c:pt idx="22664">
                  <c:v>0</c:v>
                </c:pt>
                <c:pt idx="22665">
                  <c:v>0</c:v>
                </c:pt>
                <c:pt idx="22666">
                  <c:v>0</c:v>
                </c:pt>
                <c:pt idx="22667">
                  <c:v>0</c:v>
                </c:pt>
                <c:pt idx="22668">
                  <c:v>0</c:v>
                </c:pt>
                <c:pt idx="22669">
                  <c:v>0</c:v>
                </c:pt>
                <c:pt idx="22670">
                  <c:v>0</c:v>
                </c:pt>
                <c:pt idx="22671">
                  <c:v>0</c:v>
                </c:pt>
                <c:pt idx="22672">
                  <c:v>0</c:v>
                </c:pt>
                <c:pt idx="22673">
                  <c:v>0</c:v>
                </c:pt>
                <c:pt idx="22674">
                  <c:v>0</c:v>
                </c:pt>
                <c:pt idx="22675">
                  <c:v>0</c:v>
                </c:pt>
                <c:pt idx="22676">
                  <c:v>0</c:v>
                </c:pt>
                <c:pt idx="22677">
                  <c:v>0</c:v>
                </c:pt>
                <c:pt idx="22678">
                  <c:v>0</c:v>
                </c:pt>
                <c:pt idx="22679">
                  <c:v>0</c:v>
                </c:pt>
                <c:pt idx="22680">
                  <c:v>0</c:v>
                </c:pt>
                <c:pt idx="22681">
                  <c:v>0</c:v>
                </c:pt>
                <c:pt idx="22682">
                  <c:v>0</c:v>
                </c:pt>
                <c:pt idx="22683">
                  <c:v>0</c:v>
                </c:pt>
                <c:pt idx="22684">
                  <c:v>0</c:v>
                </c:pt>
                <c:pt idx="22685">
                  <c:v>0</c:v>
                </c:pt>
                <c:pt idx="22686">
                  <c:v>0</c:v>
                </c:pt>
                <c:pt idx="22687">
                  <c:v>0</c:v>
                </c:pt>
                <c:pt idx="22688">
                  <c:v>0</c:v>
                </c:pt>
                <c:pt idx="22689">
                  <c:v>0</c:v>
                </c:pt>
                <c:pt idx="22690">
                  <c:v>0</c:v>
                </c:pt>
                <c:pt idx="22691">
                  <c:v>0</c:v>
                </c:pt>
                <c:pt idx="22692">
                  <c:v>0</c:v>
                </c:pt>
                <c:pt idx="22693">
                  <c:v>0</c:v>
                </c:pt>
                <c:pt idx="22694">
                  <c:v>0</c:v>
                </c:pt>
                <c:pt idx="22695">
                  <c:v>0</c:v>
                </c:pt>
                <c:pt idx="22696">
                  <c:v>0</c:v>
                </c:pt>
                <c:pt idx="22697">
                  <c:v>0</c:v>
                </c:pt>
                <c:pt idx="22698">
                  <c:v>0</c:v>
                </c:pt>
                <c:pt idx="22699">
                  <c:v>0</c:v>
                </c:pt>
                <c:pt idx="22700">
                  <c:v>0</c:v>
                </c:pt>
                <c:pt idx="22701">
                  <c:v>0</c:v>
                </c:pt>
                <c:pt idx="22702">
                  <c:v>0</c:v>
                </c:pt>
                <c:pt idx="22703">
                  <c:v>0</c:v>
                </c:pt>
                <c:pt idx="22704">
                  <c:v>0</c:v>
                </c:pt>
                <c:pt idx="22705">
                  <c:v>0</c:v>
                </c:pt>
                <c:pt idx="22706">
                  <c:v>0</c:v>
                </c:pt>
                <c:pt idx="22707">
                  <c:v>0</c:v>
                </c:pt>
                <c:pt idx="22708">
                  <c:v>0</c:v>
                </c:pt>
                <c:pt idx="22709">
                  <c:v>0</c:v>
                </c:pt>
                <c:pt idx="22710">
                  <c:v>0</c:v>
                </c:pt>
                <c:pt idx="22711">
                  <c:v>0</c:v>
                </c:pt>
                <c:pt idx="22712">
                  <c:v>0</c:v>
                </c:pt>
                <c:pt idx="22713">
                  <c:v>0</c:v>
                </c:pt>
                <c:pt idx="22714">
                  <c:v>0</c:v>
                </c:pt>
                <c:pt idx="22715">
                  <c:v>0</c:v>
                </c:pt>
                <c:pt idx="22716">
                  <c:v>0</c:v>
                </c:pt>
                <c:pt idx="22717">
                  <c:v>0</c:v>
                </c:pt>
                <c:pt idx="22718">
                  <c:v>0</c:v>
                </c:pt>
                <c:pt idx="22719">
                  <c:v>0</c:v>
                </c:pt>
                <c:pt idx="22720">
                  <c:v>0</c:v>
                </c:pt>
                <c:pt idx="22721">
                  <c:v>0</c:v>
                </c:pt>
                <c:pt idx="22722">
                  <c:v>0</c:v>
                </c:pt>
                <c:pt idx="22723">
                  <c:v>0</c:v>
                </c:pt>
                <c:pt idx="22724">
                  <c:v>0</c:v>
                </c:pt>
                <c:pt idx="22725">
                  <c:v>0</c:v>
                </c:pt>
                <c:pt idx="22726">
                  <c:v>0</c:v>
                </c:pt>
                <c:pt idx="22727">
                  <c:v>0</c:v>
                </c:pt>
                <c:pt idx="22728">
                  <c:v>0</c:v>
                </c:pt>
                <c:pt idx="22729">
                  <c:v>0</c:v>
                </c:pt>
                <c:pt idx="22730">
                  <c:v>0</c:v>
                </c:pt>
                <c:pt idx="22731">
                  <c:v>0</c:v>
                </c:pt>
                <c:pt idx="22732">
                  <c:v>0</c:v>
                </c:pt>
                <c:pt idx="22733">
                  <c:v>0</c:v>
                </c:pt>
                <c:pt idx="22734">
                  <c:v>0</c:v>
                </c:pt>
                <c:pt idx="22735">
                  <c:v>0</c:v>
                </c:pt>
                <c:pt idx="22736">
                  <c:v>0</c:v>
                </c:pt>
                <c:pt idx="22737">
                  <c:v>0</c:v>
                </c:pt>
                <c:pt idx="22738">
                  <c:v>0</c:v>
                </c:pt>
                <c:pt idx="22739">
                  <c:v>0</c:v>
                </c:pt>
                <c:pt idx="22740">
                  <c:v>0</c:v>
                </c:pt>
                <c:pt idx="22741">
                  <c:v>0</c:v>
                </c:pt>
                <c:pt idx="22742">
                  <c:v>0</c:v>
                </c:pt>
                <c:pt idx="22743">
                  <c:v>0</c:v>
                </c:pt>
                <c:pt idx="22744">
                  <c:v>0</c:v>
                </c:pt>
                <c:pt idx="22745">
                  <c:v>0</c:v>
                </c:pt>
                <c:pt idx="22746">
                  <c:v>0</c:v>
                </c:pt>
                <c:pt idx="22747">
                  <c:v>0</c:v>
                </c:pt>
                <c:pt idx="22748">
                  <c:v>0</c:v>
                </c:pt>
                <c:pt idx="22749">
                  <c:v>0</c:v>
                </c:pt>
                <c:pt idx="22750">
                  <c:v>0</c:v>
                </c:pt>
                <c:pt idx="22751">
                  <c:v>0</c:v>
                </c:pt>
                <c:pt idx="22752">
                  <c:v>0</c:v>
                </c:pt>
                <c:pt idx="22753">
                  <c:v>0</c:v>
                </c:pt>
                <c:pt idx="22754">
                  <c:v>0</c:v>
                </c:pt>
                <c:pt idx="22755">
                  <c:v>0</c:v>
                </c:pt>
                <c:pt idx="22756">
                  <c:v>0</c:v>
                </c:pt>
                <c:pt idx="22757">
                  <c:v>0</c:v>
                </c:pt>
                <c:pt idx="22758">
                  <c:v>0</c:v>
                </c:pt>
                <c:pt idx="22759">
                  <c:v>0</c:v>
                </c:pt>
                <c:pt idx="22760">
                  <c:v>0</c:v>
                </c:pt>
                <c:pt idx="22761">
                  <c:v>0</c:v>
                </c:pt>
                <c:pt idx="22762">
                  <c:v>0</c:v>
                </c:pt>
                <c:pt idx="22763">
                  <c:v>0</c:v>
                </c:pt>
                <c:pt idx="22764">
                  <c:v>0</c:v>
                </c:pt>
                <c:pt idx="22765">
                  <c:v>0</c:v>
                </c:pt>
                <c:pt idx="22766">
                  <c:v>0</c:v>
                </c:pt>
                <c:pt idx="22767">
                  <c:v>0</c:v>
                </c:pt>
                <c:pt idx="22768">
                  <c:v>0</c:v>
                </c:pt>
                <c:pt idx="22769">
                  <c:v>0</c:v>
                </c:pt>
                <c:pt idx="22770">
                  <c:v>0</c:v>
                </c:pt>
                <c:pt idx="22771">
                  <c:v>0</c:v>
                </c:pt>
                <c:pt idx="22772">
                  <c:v>0</c:v>
                </c:pt>
                <c:pt idx="22773">
                  <c:v>0</c:v>
                </c:pt>
                <c:pt idx="22774">
                  <c:v>0</c:v>
                </c:pt>
                <c:pt idx="22775">
                  <c:v>0</c:v>
                </c:pt>
                <c:pt idx="22776">
                  <c:v>0</c:v>
                </c:pt>
                <c:pt idx="22777">
                  <c:v>0</c:v>
                </c:pt>
                <c:pt idx="22778">
                  <c:v>0</c:v>
                </c:pt>
                <c:pt idx="22779">
                  <c:v>0</c:v>
                </c:pt>
                <c:pt idx="22780">
                  <c:v>0</c:v>
                </c:pt>
                <c:pt idx="22781">
                  <c:v>0</c:v>
                </c:pt>
                <c:pt idx="22782">
                  <c:v>0</c:v>
                </c:pt>
                <c:pt idx="22783">
                  <c:v>0</c:v>
                </c:pt>
                <c:pt idx="22784">
                  <c:v>0</c:v>
                </c:pt>
                <c:pt idx="22785">
                  <c:v>0</c:v>
                </c:pt>
                <c:pt idx="22786">
                  <c:v>0</c:v>
                </c:pt>
                <c:pt idx="22787">
                  <c:v>0</c:v>
                </c:pt>
                <c:pt idx="22788">
                  <c:v>0</c:v>
                </c:pt>
                <c:pt idx="22789">
                  <c:v>0</c:v>
                </c:pt>
                <c:pt idx="22790">
                  <c:v>0</c:v>
                </c:pt>
                <c:pt idx="22791">
                  <c:v>0</c:v>
                </c:pt>
                <c:pt idx="22792">
                  <c:v>0</c:v>
                </c:pt>
                <c:pt idx="22793">
                  <c:v>0</c:v>
                </c:pt>
                <c:pt idx="22794">
                  <c:v>0</c:v>
                </c:pt>
                <c:pt idx="22795">
                  <c:v>0</c:v>
                </c:pt>
                <c:pt idx="22796">
                  <c:v>0</c:v>
                </c:pt>
                <c:pt idx="22797">
                  <c:v>0</c:v>
                </c:pt>
                <c:pt idx="22798">
                  <c:v>0</c:v>
                </c:pt>
                <c:pt idx="22799">
                  <c:v>0</c:v>
                </c:pt>
                <c:pt idx="22800">
                  <c:v>0</c:v>
                </c:pt>
                <c:pt idx="22801">
                  <c:v>0</c:v>
                </c:pt>
                <c:pt idx="22802">
                  <c:v>0</c:v>
                </c:pt>
                <c:pt idx="22803">
                  <c:v>0</c:v>
                </c:pt>
                <c:pt idx="22804">
                  <c:v>0</c:v>
                </c:pt>
                <c:pt idx="22805">
                  <c:v>0</c:v>
                </c:pt>
                <c:pt idx="22806">
                  <c:v>0</c:v>
                </c:pt>
                <c:pt idx="22807">
                  <c:v>0</c:v>
                </c:pt>
                <c:pt idx="22808">
                  <c:v>0</c:v>
                </c:pt>
                <c:pt idx="22809">
                  <c:v>0</c:v>
                </c:pt>
                <c:pt idx="22810">
                  <c:v>0</c:v>
                </c:pt>
                <c:pt idx="22811">
                  <c:v>0</c:v>
                </c:pt>
                <c:pt idx="22812">
                  <c:v>0</c:v>
                </c:pt>
                <c:pt idx="22813">
                  <c:v>0</c:v>
                </c:pt>
                <c:pt idx="22814">
                  <c:v>0</c:v>
                </c:pt>
                <c:pt idx="22815">
                  <c:v>0</c:v>
                </c:pt>
                <c:pt idx="22816">
                  <c:v>0</c:v>
                </c:pt>
                <c:pt idx="22817">
                  <c:v>0</c:v>
                </c:pt>
                <c:pt idx="22818">
                  <c:v>0</c:v>
                </c:pt>
                <c:pt idx="22819">
                  <c:v>0</c:v>
                </c:pt>
                <c:pt idx="22820">
                  <c:v>0</c:v>
                </c:pt>
                <c:pt idx="22821">
                  <c:v>0</c:v>
                </c:pt>
                <c:pt idx="22822">
                  <c:v>0</c:v>
                </c:pt>
                <c:pt idx="22823">
                  <c:v>0</c:v>
                </c:pt>
                <c:pt idx="22824">
                  <c:v>0</c:v>
                </c:pt>
                <c:pt idx="22825">
                  <c:v>0</c:v>
                </c:pt>
                <c:pt idx="22826">
                  <c:v>0</c:v>
                </c:pt>
                <c:pt idx="22827">
                  <c:v>0</c:v>
                </c:pt>
                <c:pt idx="22828">
                  <c:v>0</c:v>
                </c:pt>
                <c:pt idx="22829">
                  <c:v>0</c:v>
                </c:pt>
                <c:pt idx="22830">
                  <c:v>0</c:v>
                </c:pt>
                <c:pt idx="22831">
                  <c:v>0</c:v>
                </c:pt>
                <c:pt idx="22832">
                  <c:v>0</c:v>
                </c:pt>
                <c:pt idx="22833">
                  <c:v>0</c:v>
                </c:pt>
                <c:pt idx="22834">
                  <c:v>0</c:v>
                </c:pt>
                <c:pt idx="22835">
                  <c:v>0</c:v>
                </c:pt>
                <c:pt idx="22836">
                  <c:v>0</c:v>
                </c:pt>
                <c:pt idx="22837">
                  <c:v>0</c:v>
                </c:pt>
                <c:pt idx="22838">
                  <c:v>0</c:v>
                </c:pt>
                <c:pt idx="22839">
                  <c:v>0</c:v>
                </c:pt>
                <c:pt idx="22840">
                  <c:v>0</c:v>
                </c:pt>
                <c:pt idx="22841">
                  <c:v>0</c:v>
                </c:pt>
                <c:pt idx="22842">
                  <c:v>0</c:v>
                </c:pt>
                <c:pt idx="22843">
                  <c:v>0</c:v>
                </c:pt>
                <c:pt idx="22844">
                  <c:v>0</c:v>
                </c:pt>
                <c:pt idx="22845">
                  <c:v>0</c:v>
                </c:pt>
                <c:pt idx="22846">
                  <c:v>0</c:v>
                </c:pt>
                <c:pt idx="22847">
                  <c:v>0</c:v>
                </c:pt>
                <c:pt idx="22848">
                  <c:v>0</c:v>
                </c:pt>
                <c:pt idx="22849">
                  <c:v>0</c:v>
                </c:pt>
                <c:pt idx="22850">
                  <c:v>0</c:v>
                </c:pt>
                <c:pt idx="22851">
                  <c:v>0</c:v>
                </c:pt>
                <c:pt idx="22852">
                  <c:v>0</c:v>
                </c:pt>
                <c:pt idx="22853">
                  <c:v>0</c:v>
                </c:pt>
                <c:pt idx="22854">
                  <c:v>0</c:v>
                </c:pt>
                <c:pt idx="22855">
                  <c:v>0</c:v>
                </c:pt>
                <c:pt idx="22856">
                  <c:v>0</c:v>
                </c:pt>
                <c:pt idx="22857">
                  <c:v>0</c:v>
                </c:pt>
                <c:pt idx="22858">
                  <c:v>0</c:v>
                </c:pt>
                <c:pt idx="22859">
                  <c:v>0</c:v>
                </c:pt>
                <c:pt idx="22860">
                  <c:v>0</c:v>
                </c:pt>
                <c:pt idx="22861">
                  <c:v>0</c:v>
                </c:pt>
                <c:pt idx="22862">
                  <c:v>0</c:v>
                </c:pt>
                <c:pt idx="22863">
                  <c:v>0</c:v>
                </c:pt>
                <c:pt idx="22864">
                  <c:v>0</c:v>
                </c:pt>
                <c:pt idx="22865">
                  <c:v>0</c:v>
                </c:pt>
                <c:pt idx="22866">
                  <c:v>0</c:v>
                </c:pt>
                <c:pt idx="22867">
                  <c:v>0</c:v>
                </c:pt>
                <c:pt idx="22868">
                  <c:v>0</c:v>
                </c:pt>
                <c:pt idx="22869">
                  <c:v>0</c:v>
                </c:pt>
                <c:pt idx="22870">
                  <c:v>0</c:v>
                </c:pt>
                <c:pt idx="22871">
                  <c:v>0</c:v>
                </c:pt>
                <c:pt idx="22872">
                  <c:v>0</c:v>
                </c:pt>
                <c:pt idx="22873">
                  <c:v>0</c:v>
                </c:pt>
                <c:pt idx="22874">
                  <c:v>0</c:v>
                </c:pt>
                <c:pt idx="22875">
                  <c:v>0</c:v>
                </c:pt>
                <c:pt idx="22876">
                  <c:v>0</c:v>
                </c:pt>
                <c:pt idx="22877">
                  <c:v>0</c:v>
                </c:pt>
                <c:pt idx="22878">
                  <c:v>0</c:v>
                </c:pt>
                <c:pt idx="22879">
                  <c:v>0</c:v>
                </c:pt>
                <c:pt idx="22880">
                  <c:v>0</c:v>
                </c:pt>
                <c:pt idx="22881">
                  <c:v>0</c:v>
                </c:pt>
                <c:pt idx="22882">
                  <c:v>0</c:v>
                </c:pt>
                <c:pt idx="22883">
                  <c:v>0</c:v>
                </c:pt>
                <c:pt idx="22884">
                  <c:v>0</c:v>
                </c:pt>
                <c:pt idx="22885">
                  <c:v>0</c:v>
                </c:pt>
                <c:pt idx="22886">
                  <c:v>0</c:v>
                </c:pt>
                <c:pt idx="22887">
                  <c:v>0</c:v>
                </c:pt>
                <c:pt idx="22888">
                  <c:v>0</c:v>
                </c:pt>
                <c:pt idx="22889">
                  <c:v>0</c:v>
                </c:pt>
                <c:pt idx="22890">
                  <c:v>0</c:v>
                </c:pt>
                <c:pt idx="22891">
                  <c:v>0</c:v>
                </c:pt>
                <c:pt idx="22892">
                  <c:v>0</c:v>
                </c:pt>
                <c:pt idx="22893">
                  <c:v>0</c:v>
                </c:pt>
                <c:pt idx="22894">
                  <c:v>0</c:v>
                </c:pt>
                <c:pt idx="22895">
                  <c:v>0</c:v>
                </c:pt>
                <c:pt idx="22896">
                  <c:v>0</c:v>
                </c:pt>
                <c:pt idx="22897">
                  <c:v>0</c:v>
                </c:pt>
                <c:pt idx="22898">
                  <c:v>0</c:v>
                </c:pt>
                <c:pt idx="22899">
                  <c:v>0</c:v>
                </c:pt>
                <c:pt idx="22900">
                  <c:v>0</c:v>
                </c:pt>
                <c:pt idx="22901">
                  <c:v>0</c:v>
                </c:pt>
                <c:pt idx="22902">
                  <c:v>0</c:v>
                </c:pt>
                <c:pt idx="22903">
                  <c:v>0</c:v>
                </c:pt>
                <c:pt idx="22904">
                  <c:v>0</c:v>
                </c:pt>
                <c:pt idx="22905">
                  <c:v>0</c:v>
                </c:pt>
                <c:pt idx="22906">
                  <c:v>0</c:v>
                </c:pt>
                <c:pt idx="22907">
                  <c:v>0</c:v>
                </c:pt>
                <c:pt idx="22908">
                  <c:v>0</c:v>
                </c:pt>
                <c:pt idx="22909">
                  <c:v>0</c:v>
                </c:pt>
                <c:pt idx="22910">
                  <c:v>0</c:v>
                </c:pt>
                <c:pt idx="22911">
                  <c:v>0</c:v>
                </c:pt>
                <c:pt idx="22912">
                  <c:v>0</c:v>
                </c:pt>
                <c:pt idx="22913">
                  <c:v>0</c:v>
                </c:pt>
                <c:pt idx="22914">
                  <c:v>0</c:v>
                </c:pt>
                <c:pt idx="22915">
                  <c:v>0</c:v>
                </c:pt>
                <c:pt idx="22916">
                  <c:v>0</c:v>
                </c:pt>
                <c:pt idx="22917">
                  <c:v>0</c:v>
                </c:pt>
                <c:pt idx="22918">
                  <c:v>0</c:v>
                </c:pt>
                <c:pt idx="22919">
                  <c:v>0</c:v>
                </c:pt>
                <c:pt idx="22920">
                  <c:v>0</c:v>
                </c:pt>
                <c:pt idx="22921">
                  <c:v>0</c:v>
                </c:pt>
                <c:pt idx="22922">
                  <c:v>0</c:v>
                </c:pt>
                <c:pt idx="22923">
                  <c:v>0</c:v>
                </c:pt>
                <c:pt idx="22924">
                  <c:v>0</c:v>
                </c:pt>
                <c:pt idx="22925">
                  <c:v>0</c:v>
                </c:pt>
                <c:pt idx="22926">
                  <c:v>0</c:v>
                </c:pt>
                <c:pt idx="22927">
                  <c:v>0</c:v>
                </c:pt>
                <c:pt idx="22928">
                  <c:v>0</c:v>
                </c:pt>
                <c:pt idx="22929">
                  <c:v>0</c:v>
                </c:pt>
                <c:pt idx="22930">
                  <c:v>0</c:v>
                </c:pt>
                <c:pt idx="22931">
                  <c:v>0</c:v>
                </c:pt>
                <c:pt idx="22932">
                  <c:v>0</c:v>
                </c:pt>
                <c:pt idx="22933">
                  <c:v>0</c:v>
                </c:pt>
                <c:pt idx="22934">
                  <c:v>0</c:v>
                </c:pt>
                <c:pt idx="22935">
                  <c:v>0</c:v>
                </c:pt>
                <c:pt idx="22936">
                  <c:v>0</c:v>
                </c:pt>
                <c:pt idx="22937">
                  <c:v>0</c:v>
                </c:pt>
                <c:pt idx="22938">
                  <c:v>0</c:v>
                </c:pt>
                <c:pt idx="22939">
                  <c:v>0</c:v>
                </c:pt>
                <c:pt idx="22940">
                  <c:v>0</c:v>
                </c:pt>
                <c:pt idx="22941">
                  <c:v>0</c:v>
                </c:pt>
                <c:pt idx="22942">
                  <c:v>0</c:v>
                </c:pt>
                <c:pt idx="22943">
                  <c:v>0</c:v>
                </c:pt>
                <c:pt idx="22944">
                  <c:v>0</c:v>
                </c:pt>
                <c:pt idx="22945">
                  <c:v>0</c:v>
                </c:pt>
                <c:pt idx="22946">
                  <c:v>0</c:v>
                </c:pt>
                <c:pt idx="22947">
                  <c:v>0</c:v>
                </c:pt>
                <c:pt idx="22948">
                  <c:v>0</c:v>
                </c:pt>
                <c:pt idx="22949">
                  <c:v>0</c:v>
                </c:pt>
                <c:pt idx="22950">
                  <c:v>0</c:v>
                </c:pt>
                <c:pt idx="22951">
                  <c:v>0</c:v>
                </c:pt>
                <c:pt idx="22952">
                  <c:v>0</c:v>
                </c:pt>
                <c:pt idx="22953">
                  <c:v>0</c:v>
                </c:pt>
                <c:pt idx="22954">
                  <c:v>0</c:v>
                </c:pt>
                <c:pt idx="22955">
                  <c:v>0</c:v>
                </c:pt>
                <c:pt idx="22956">
                  <c:v>0</c:v>
                </c:pt>
                <c:pt idx="22957">
                  <c:v>0</c:v>
                </c:pt>
                <c:pt idx="22958">
                  <c:v>0</c:v>
                </c:pt>
                <c:pt idx="22959">
                  <c:v>0</c:v>
                </c:pt>
                <c:pt idx="22960">
                  <c:v>0</c:v>
                </c:pt>
                <c:pt idx="22961">
                  <c:v>0</c:v>
                </c:pt>
                <c:pt idx="22962">
                  <c:v>0</c:v>
                </c:pt>
                <c:pt idx="22963">
                  <c:v>0</c:v>
                </c:pt>
                <c:pt idx="22964">
                  <c:v>0</c:v>
                </c:pt>
                <c:pt idx="22965">
                  <c:v>0</c:v>
                </c:pt>
                <c:pt idx="22966">
                  <c:v>0</c:v>
                </c:pt>
                <c:pt idx="22967">
                  <c:v>0</c:v>
                </c:pt>
                <c:pt idx="22968">
                  <c:v>0</c:v>
                </c:pt>
                <c:pt idx="22969">
                  <c:v>0</c:v>
                </c:pt>
                <c:pt idx="22970">
                  <c:v>0</c:v>
                </c:pt>
                <c:pt idx="22971">
                  <c:v>0</c:v>
                </c:pt>
                <c:pt idx="22972">
                  <c:v>0</c:v>
                </c:pt>
                <c:pt idx="22973">
                  <c:v>0</c:v>
                </c:pt>
                <c:pt idx="22974">
                  <c:v>0</c:v>
                </c:pt>
                <c:pt idx="22975">
                  <c:v>0</c:v>
                </c:pt>
                <c:pt idx="22976">
                  <c:v>0</c:v>
                </c:pt>
                <c:pt idx="22977">
                  <c:v>0</c:v>
                </c:pt>
                <c:pt idx="22978">
                  <c:v>0</c:v>
                </c:pt>
                <c:pt idx="22979">
                  <c:v>0</c:v>
                </c:pt>
                <c:pt idx="22980">
                  <c:v>0</c:v>
                </c:pt>
                <c:pt idx="22981">
                  <c:v>0</c:v>
                </c:pt>
                <c:pt idx="22982">
                  <c:v>0</c:v>
                </c:pt>
                <c:pt idx="22983">
                  <c:v>0</c:v>
                </c:pt>
                <c:pt idx="22984">
                  <c:v>0</c:v>
                </c:pt>
                <c:pt idx="22985">
                  <c:v>0</c:v>
                </c:pt>
                <c:pt idx="22986">
                  <c:v>0</c:v>
                </c:pt>
                <c:pt idx="22987">
                  <c:v>0</c:v>
                </c:pt>
                <c:pt idx="22988">
                  <c:v>0</c:v>
                </c:pt>
                <c:pt idx="22989">
                  <c:v>0</c:v>
                </c:pt>
                <c:pt idx="22990">
                  <c:v>0</c:v>
                </c:pt>
                <c:pt idx="22991">
                  <c:v>0</c:v>
                </c:pt>
                <c:pt idx="22992">
                  <c:v>0</c:v>
                </c:pt>
                <c:pt idx="22993">
                  <c:v>0</c:v>
                </c:pt>
                <c:pt idx="22994">
                  <c:v>0</c:v>
                </c:pt>
                <c:pt idx="22995">
                  <c:v>0</c:v>
                </c:pt>
                <c:pt idx="22996">
                  <c:v>0</c:v>
                </c:pt>
                <c:pt idx="22997">
                  <c:v>0</c:v>
                </c:pt>
                <c:pt idx="22998">
                  <c:v>0</c:v>
                </c:pt>
                <c:pt idx="22999">
                  <c:v>0</c:v>
                </c:pt>
                <c:pt idx="23000">
                  <c:v>0</c:v>
                </c:pt>
                <c:pt idx="23001">
                  <c:v>0</c:v>
                </c:pt>
                <c:pt idx="23002">
                  <c:v>0</c:v>
                </c:pt>
                <c:pt idx="23003">
                  <c:v>0</c:v>
                </c:pt>
                <c:pt idx="23004">
                  <c:v>0</c:v>
                </c:pt>
                <c:pt idx="23005">
                  <c:v>0</c:v>
                </c:pt>
                <c:pt idx="23006">
                  <c:v>0</c:v>
                </c:pt>
                <c:pt idx="23007">
                  <c:v>0</c:v>
                </c:pt>
                <c:pt idx="23008">
                  <c:v>0</c:v>
                </c:pt>
                <c:pt idx="23009">
                  <c:v>0</c:v>
                </c:pt>
                <c:pt idx="23010">
                  <c:v>0</c:v>
                </c:pt>
                <c:pt idx="23011">
                  <c:v>0</c:v>
                </c:pt>
                <c:pt idx="23012">
                  <c:v>0</c:v>
                </c:pt>
                <c:pt idx="23013">
                  <c:v>0</c:v>
                </c:pt>
                <c:pt idx="23014">
                  <c:v>0</c:v>
                </c:pt>
                <c:pt idx="23015">
                  <c:v>0</c:v>
                </c:pt>
                <c:pt idx="23016">
                  <c:v>0</c:v>
                </c:pt>
                <c:pt idx="23017">
                  <c:v>0</c:v>
                </c:pt>
                <c:pt idx="23018">
                  <c:v>0</c:v>
                </c:pt>
                <c:pt idx="23019">
                  <c:v>0</c:v>
                </c:pt>
                <c:pt idx="23020">
                  <c:v>0</c:v>
                </c:pt>
                <c:pt idx="23021">
                  <c:v>0</c:v>
                </c:pt>
                <c:pt idx="23022">
                  <c:v>0</c:v>
                </c:pt>
                <c:pt idx="23023">
                  <c:v>0</c:v>
                </c:pt>
                <c:pt idx="23024">
                  <c:v>0</c:v>
                </c:pt>
                <c:pt idx="23025">
                  <c:v>0</c:v>
                </c:pt>
                <c:pt idx="23026">
                  <c:v>0</c:v>
                </c:pt>
                <c:pt idx="23027">
                  <c:v>0</c:v>
                </c:pt>
                <c:pt idx="23028">
                  <c:v>0</c:v>
                </c:pt>
                <c:pt idx="23029">
                  <c:v>0</c:v>
                </c:pt>
                <c:pt idx="23030">
                  <c:v>0</c:v>
                </c:pt>
                <c:pt idx="23031">
                  <c:v>0</c:v>
                </c:pt>
                <c:pt idx="23032">
                  <c:v>0</c:v>
                </c:pt>
                <c:pt idx="23033">
                  <c:v>0</c:v>
                </c:pt>
                <c:pt idx="23034">
                  <c:v>0</c:v>
                </c:pt>
                <c:pt idx="23035">
                  <c:v>0</c:v>
                </c:pt>
                <c:pt idx="23036">
                  <c:v>0</c:v>
                </c:pt>
                <c:pt idx="23037">
                  <c:v>0</c:v>
                </c:pt>
                <c:pt idx="23038">
                  <c:v>0</c:v>
                </c:pt>
                <c:pt idx="23039">
                  <c:v>0</c:v>
                </c:pt>
                <c:pt idx="23040">
                  <c:v>0</c:v>
                </c:pt>
                <c:pt idx="23041">
                  <c:v>0</c:v>
                </c:pt>
                <c:pt idx="23042">
                  <c:v>0</c:v>
                </c:pt>
                <c:pt idx="23043">
                  <c:v>0</c:v>
                </c:pt>
                <c:pt idx="23044">
                  <c:v>0</c:v>
                </c:pt>
                <c:pt idx="23045">
                  <c:v>0</c:v>
                </c:pt>
                <c:pt idx="23046">
                  <c:v>0</c:v>
                </c:pt>
                <c:pt idx="23047">
                  <c:v>0</c:v>
                </c:pt>
                <c:pt idx="23048">
                  <c:v>0</c:v>
                </c:pt>
                <c:pt idx="23049">
                  <c:v>0</c:v>
                </c:pt>
                <c:pt idx="23050">
                  <c:v>0</c:v>
                </c:pt>
                <c:pt idx="23051">
                  <c:v>0</c:v>
                </c:pt>
                <c:pt idx="23052">
                  <c:v>0</c:v>
                </c:pt>
                <c:pt idx="23053">
                  <c:v>0</c:v>
                </c:pt>
                <c:pt idx="23054">
                  <c:v>0</c:v>
                </c:pt>
                <c:pt idx="23055">
                  <c:v>0</c:v>
                </c:pt>
                <c:pt idx="23056">
                  <c:v>0</c:v>
                </c:pt>
                <c:pt idx="23057">
                  <c:v>0</c:v>
                </c:pt>
                <c:pt idx="23058">
                  <c:v>0</c:v>
                </c:pt>
                <c:pt idx="23059">
                  <c:v>0</c:v>
                </c:pt>
                <c:pt idx="23060">
                  <c:v>0</c:v>
                </c:pt>
                <c:pt idx="23061">
                  <c:v>0</c:v>
                </c:pt>
                <c:pt idx="23062">
                  <c:v>0</c:v>
                </c:pt>
                <c:pt idx="23063">
                  <c:v>0</c:v>
                </c:pt>
                <c:pt idx="23064">
                  <c:v>0</c:v>
                </c:pt>
                <c:pt idx="23065">
                  <c:v>0</c:v>
                </c:pt>
                <c:pt idx="23066">
                  <c:v>0</c:v>
                </c:pt>
                <c:pt idx="23067">
                  <c:v>0</c:v>
                </c:pt>
                <c:pt idx="23068">
                  <c:v>0</c:v>
                </c:pt>
                <c:pt idx="23069">
                  <c:v>0</c:v>
                </c:pt>
                <c:pt idx="23070">
                  <c:v>0</c:v>
                </c:pt>
                <c:pt idx="23071">
                  <c:v>0</c:v>
                </c:pt>
                <c:pt idx="23072">
                  <c:v>0</c:v>
                </c:pt>
                <c:pt idx="23073">
                  <c:v>0</c:v>
                </c:pt>
                <c:pt idx="23074">
                  <c:v>0</c:v>
                </c:pt>
                <c:pt idx="23075">
                  <c:v>0</c:v>
                </c:pt>
                <c:pt idx="23076">
                  <c:v>0</c:v>
                </c:pt>
                <c:pt idx="23077">
                  <c:v>0</c:v>
                </c:pt>
                <c:pt idx="23078">
                  <c:v>0</c:v>
                </c:pt>
                <c:pt idx="23079">
                  <c:v>0</c:v>
                </c:pt>
                <c:pt idx="23080">
                  <c:v>0</c:v>
                </c:pt>
                <c:pt idx="23081">
                  <c:v>0</c:v>
                </c:pt>
                <c:pt idx="23082">
                  <c:v>0</c:v>
                </c:pt>
                <c:pt idx="23083">
                  <c:v>0</c:v>
                </c:pt>
                <c:pt idx="23084">
                  <c:v>0</c:v>
                </c:pt>
                <c:pt idx="23085">
                  <c:v>0</c:v>
                </c:pt>
                <c:pt idx="23086">
                  <c:v>0</c:v>
                </c:pt>
                <c:pt idx="23087">
                  <c:v>0</c:v>
                </c:pt>
                <c:pt idx="23088">
                  <c:v>0</c:v>
                </c:pt>
                <c:pt idx="23089">
                  <c:v>0</c:v>
                </c:pt>
                <c:pt idx="23090">
                  <c:v>0</c:v>
                </c:pt>
                <c:pt idx="23091">
                  <c:v>0</c:v>
                </c:pt>
                <c:pt idx="23092">
                  <c:v>0</c:v>
                </c:pt>
                <c:pt idx="23093">
                  <c:v>0</c:v>
                </c:pt>
                <c:pt idx="23094">
                  <c:v>0</c:v>
                </c:pt>
                <c:pt idx="23095">
                  <c:v>0</c:v>
                </c:pt>
                <c:pt idx="23096">
                  <c:v>0</c:v>
                </c:pt>
                <c:pt idx="23097">
                  <c:v>0</c:v>
                </c:pt>
                <c:pt idx="23098">
                  <c:v>0</c:v>
                </c:pt>
                <c:pt idx="23099">
                  <c:v>0</c:v>
                </c:pt>
                <c:pt idx="23100">
                  <c:v>0</c:v>
                </c:pt>
                <c:pt idx="23101">
                  <c:v>0</c:v>
                </c:pt>
                <c:pt idx="23102">
                  <c:v>0</c:v>
                </c:pt>
                <c:pt idx="23103">
                  <c:v>0</c:v>
                </c:pt>
                <c:pt idx="23104">
                  <c:v>0</c:v>
                </c:pt>
                <c:pt idx="23105">
                  <c:v>0</c:v>
                </c:pt>
                <c:pt idx="23106">
                  <c:v>0</c:v>
                </c:pt>
                <c:pt idx="23107">
                  <c:v>0</c:v>
                </c:pt>
                <c:pt idx="23108">
                  <c:v>0</c:v>
                </c:pt>
                <c:pt idx="23109">
                  <c:v>0</c:v>
                </c:pt>
                <c:pt idx="23110">
                  <c:v>0</c:v>
                </c:pt>
                <c:pt idx="23111">
                  <c:v>0</c:v>
                </c:pt>
                <c:pt idx="23112">
                  <c:v>0</c:v>
                </c:pt>
                <c:pt idx="23113">
                  <c:v>0</c:v>
                </c:pt>
                <c:pt idx="23114">
                  <c:v>0</c:v>
                </c:pt>
                <c:pt idx="23115">
                  <c:v>0</c:v>
                </c:pt>
                <c:pt idx="23116">
                  <c:v>0</c:v>
                </c:pt>
                <c:pt idx="23117">
                  <c:v>0</c:v>
                </c:pt>
                <c:pt idx="23118">
                  <c:v>0</c:v>
                </c:pt>
                <c:pt idx="23119">
                  <c:v>0</c:v>
                </c:pt>
                <c:pt idx="23120">
                  <c:v>0</c:v>
                </c:pt>
                <c:pt idx="23121">
                  <c:v>0</c:v>
                </c:pt>
                <c:pt idx="23122">
                  <c:v>0</c:v>
                </c:pt>
                <c:pt idx="23123">
                  <c:v>0</c:v>
                </c:pt>
                <c:pt idx="23124">
                  <c:v>0</c:v>
                </c:pt>
                <c:pt idx="23125">
                  <c:v>0</c:v>
                </c:pt>
                <c:pt idx="23126">
                  <c:v>0</c:v>
                </c:pt>
                <c:pt idx="23127">
                  <c:v>0</c:v>
                </c:pt>
                <c:pt idx="23128">
                  <c:v>0</c:v>
                </c:pt>
                <c:pt idx="23129">
                  <c:v>0</c:v>
                </c:pt>
                <c:pt idx="23130">
                  <c:v>0</c:v>
                </c:pt>
                <c:pt idx="23131">
                  <c:v>0</c:v>
                </c:pt>
                <c:pt idx="23132">
                  <c:v>0</c:v>
                </c:pt>
                <c:pt idx="23133">
                  <c:v>0</c:v>
                </c:pt>
                <c:pt idx="23134">
                  <c:v>0</c:v>
                </c:pt>
                <c:pt idx="23135">
                  <c:v>0</c:v>
                </c:pt>
                <c:pt idx="23136">
                  <c:v>0</c:v>
                </c:pt>
                <c:pt idx="23137">
                  <c:v>0</c:v>
                </c:pt>
                <c:pt idx="23138">
                  <c:v>0</c:v>
                </c:pt>
                <c:pt idx="23139">
                  <c:v>0</c:v>
                </c:pt>
                <c:pt idx="23140">
                  <c:v>0</c:v>
                </c:pt>
                <c:pt idx="23141">
                  <c:v>0</c:v>
                </c:pt>
                <c:pt idx="23142">
                  <c:v>0</c:v>
                </c:pt>
                <c:pt idx="23143">
                  <c:v>0</c:v>
                </c:pt>
                <c:pt idx="23144">
                  <c:v>0</c:v>
                </c:pt>
                <c:pt idx="23145">
                  <c:v>0</c:v>
                </c:pt>
                <c:pt idx="23146">
                  <c:v>0</c:v>
                </c:pt>
                <c:pt idx="23147">
                  <c:v>0</c:v>
                </c:pt>
                <c:pt idx="23148">
                  <c:v>0</c:v>
                </c:pt>
                <c:pt idx="23149">
                  <c:v>0</c:v>
                </c:pt>
                <c:pt idx="23150">
                  <c:v>0</c:v>
                </c:pt>
                <c:pt idx="23151">
                  <c:v>0</c:v>
                </c:pt>
                <c:pt idx="23152">
                  <c:v>0</c:v>
                </c:pt>
                <c:pt idx="23153">
                  <c:v>0</c:v>
                </c:pt>
                <c:pt idx="23154">
                  <c:v>0</c:v>
                </c:pt>
                <c:pt idx="23155">
                  <c:v>0</c:v>
                </c:pt>
                <c:pt idx="23156">
                  <c:v>0</c:v>
                </c:pt>
                <c:pt idx="23157">
                  <c:v>0</c:v>
                </c:pt>
                <c:pt idx="23158">
                  <c:v>0</c:v>
                </c:pt>
                <c:pt idx="23159">
                  <c:v>0</c:v>
                </c:pt>
                <c:pt idx="23160">
                  <c:v>0</c:v>
                </c:pt>
                <c:pt idx="23161">
                  <c:v>0</c:v>
                </c:pt>
                <c:pt idx="23162">
                  <c:v>0</c:v>
                </c:pt>
                <c:pt idx="23163">
                  <c:v>0</c:v>
                </c:pt>
                <c:pt idx="23164">
                  <c:v>0</c:v>
                </c:pt>
                <c:pt idx="23165">
                  <c:v>0</c:v>
                </c:pt>
                <c:pt idx="23166">
                  <c:v>0</c:v>
                </c:pt>
                <c:pt idx="23167">
                  <c:v>0</c:v>
                </c:pt>
                <c:pt idx="23168">
                  <c:v>0</c:v>
                </c:pt>
                <c:pt idx="23169">
                  <c:v>0</c:v>
                </c:pt>
                <c:pt idx="23170">
                  <c:v>0</c:v>
                </c:pt>
                <c:pt idx="23171">
                  <c:v>0</c:v>
                </c:pt>
                <c:pt idx="23172">
                  <c:v>0</c:v>
                </c:pt>
                <c:pt idx="23173">
                  <c:v>0</c:v>
                </c:pt>
                <c:pt idx="23174">
                  <c:v>0</c:v>
                </c:pt>
                <c:pt idx="23175">
                  <c:v>0</c:v>
                </c:pt>
                <c:pt idx="23176">
                  <c:v>0</c:v>
                </c:pt>
                <c:pt idx="23177">
                  <c:v>0</c:v>
                </c:pt>
                <c:pt idx="23178">
                  <c:v>0</c:v>
                </c:pt>
                <c:pt idx="23179">
                  <c:v>0</c:v>
                </c:pt>
                <c:pt idx="23180">
                  <c:v>0</c:v>
                </c:pt>
                <c:pt idx="23181">
                  <c:v>0</c:v>
                </c:pt>
                <c:pt idx="23182">
                  <c:v>0</c:v>
                </c:pt>
                <c:pt idx="23183">
                  <c:v>0</c:v>
                </c:pt>
                <c:pt idx="23184">
                  <c:v>0</c:v>
                </c:pt>
                <c:pt idx="23185">
                  <c:v>0</c:v>
                </c:pt>
                <c:pt idx="23186">
                  <c:v>0</c:v>
                </c:pt>
                <c:pt idx="23187">
                  <c:v>0</c:v>
                </c:pt>
                <c:pt idx="23188">
                  <c:v>0</c:v>
                </c:pt>
                <c:pt idx="23189">
                  <c:v>0</c:v>
                </c:pt>
                <c:pt idx="23190">
                  <c:v>0</c:v>
                </c:pt>
                <c:pt idx="23191">
                  <c:v>0</c:v>
                </c:pt>
                <c:pt idx="23192">
                  <c:v>0</c:v>
                </c:pt>
                <c:pt idx="23193">
                  <c:v>0</c:v>
                </c:pt>
                <c:pt idx="23194">
                  <c:v>0</c:v>
                </c:pt>
                <c:pt idx="23195">
                  <c:v>0</c:v>
                </c:pt>
                <c:pt idx="23196">
                  <c:v>0</c:v>
                </c:pt>
                <c:pt idx="23197">
                  <c:v>0</c:v>
                </c:pt>
                <c:pt idx="23198">
                  <c:v>0</c:v>
                </c:pt>
                <c:pt idx="23199">
                  <c:v>0</c:v>
                </c:pt>
                <c:pt idx="23200">
                  <c:v>0</c:v>
                </c:pt>
                <c:pt idx="23201">
                  <c:v>0</c:v>
                </c:pt>
                <c:pt idx="23202">
                  <c:v>0</c:v>
                </c:pt>
                <c:pt idx="23203">
                  <c:v>0</c:v>
                </c:pt>
                <c:pt idx="23204">
                  <c:v>0</c:v>
                </c:pt>
                <c:pt idx="23205">
                  <c:v>0</c:v>
                </c:pt>
                <c:pt idx="23206">
                  <c:v>0</c:v>
                </c:pt>
                <c:pt idx="23207">
                  <c:v>0</c:v>
                </c:pt>
                <c:pt idx="23208">
                  <c:v>0</c:v>
                </c:pt>
                <c:pt idx="23209">
                  <c:v>0</c:v>
                </c:pt>
                <c:pt idx="23210">
                  <c:v>0</c:v>
                </c:pt>
                <c:pt idx="23211">
                  <c:v>0</c:v>
                </c:pt>
                <c:pt idx="23212">
                  <c:v>0</c:v>
                </c:pt>
                <c:pt idx="23213">
                  <c:v>0</c:v>
                </c:pt>
                <c:pt idx="23214">
                  <c:v>0</c:v>
                </c:pt>
                <c:pt idx="23215">
                  <c:v>0</c:v>
                </c:pt>
                <c:pt idx="23216">
                  <c:v>0</c:v>
                </c:pt>
                <c:pt idx="23217">
                  <c:v>0</c:v>
                </c:pt>
                <c:pt idx="23218">
                  <c:v>0</c:v>
                </c:pt>
                <c:pt idx="23219">
                  <c:v>0</c:v>
                </c:pt>
                <c:pt idx="23220">
                  <c:v>0</c:v>
                </c:pt>
                <c:pt idx="23221">
                  <c:v>0</c:v>
                </c:pt>
                <c:pt idx="23222">
                  <c:v>0</c:v>
                </c:pt>
                <c:pt idx="23223">
                  <c:v>0</c:v>
                </c:pt>
                <c:pt idx="23224">
                  <c:v>0</c:v>
                </c:pt>
                <c:pt idx="23225">
                  <c:v>0</c:v>
                </c:pt>
                <c:pt idx="23226">
                  <c:v>0</c:v>
                </c:pt>
                <c:pt idx="23227">
                  <c:v>0</c:v>
                </c:pt>
                <c:pt idx="23228">
                  <c:v>0</c:v>
                </c:pt>
                <c:pt idx="23229">
                  <c:v>0</c:v>
                </c:pt>
                <c:pt idx="23230">
                  <c:v>0</c:v>
                </c:pt>
                <c:pt idx="23231">
                  <c:v>0</c:v>
                </c:pt>
                <c:pt idx="23232">
                  <c:v>0</c:v>
                </c:pt>
                <c:pt idx="23233">
                  <c:v>0</c:v>
                </c:pt>
                <c:pt idx="23234">
                  <c:v>0</c:v>
                </c:pt>
                <c:pt idx="23235">
                  <c:v>0</c:v>
                </c:pt>
                <c:pt idx="23236">
                  <c:v>0</c:v>
                </c:pt>
                <c:pt idx="23237">
                  <c:v>0</c:v>
                </c:pt>
                <c:pt idx="23238">
                  <c:v>0</c:v>
                </c:pt>
                <c:pt idx="23239">
                  <c:v>0</c:v>
                </c:pt>
                <c:pt idx="23240">
                  <c:v>0</c:v>
                </c:pt>
                <c:pt idx="23241">
                  <c:v>0</c:v>
                </c:pt>
                <c:pt idx="23242">
                  <c:v>0</c:v>
                </c:pt>
                <c:pt idx="23243">
                  <c:v>0</c:v>
                </c:pt>
                <c:pt idx="23244">
                  <c:v>0</c:v>
                </c:pt>
                <c:pt idx="23245">
                  <c:v>0</c:v>
                </c:pt>
                <c:pt idx="23246">
                  <c:v>0</c:v>
                </c:pt>
                <c:pt idx="23247">
                  <c:v>0</c:v>
                </c:pt>
                <c:pt idx="23248">
                  <c:v>0</c:v>
                </c:pt>
                <c:pt idx="23249">
                  <c:v>0</c:v>
                </c:pt>
                <c:pt idx="23250">
                  <c:v>0</c:v>
                </c:pt>
                <c:pt idx="23251">
                  <c:v>0</c:v>
                </c:pt>
                <c:pt idx="23252">
                  <c:v>0</c:v>
                </c:pt>
                <c:pt idx="23253">
                  <c:v>0</c:v>
                </c:pt>
                <c:pt idx="23254">
                  <c:v>0</c:v>
                </c:pt>
                <c:pt idx="23255">
                  <c:v>0</c:v>
                </c:pt>
                <c:pt idx="23256">
                  <c:v>0</c:v>
                </c:pt>
                <c:pt idx="23257">
                  <c:v>0</c:v>
                </c:pt>
                <c:pt idx="23258">
                  <c:v>0</c:v>
                </c:pt>
                <c:pt idx="23259">
                  <c:v>0</c:v>
                </c:pt>
                <c:pt idx="23260">
                  <c:v>0</c:v>
                </c:pt>
                <c:pt idx="23261">
                  <c:v>0</c:v>
                </c:pt>
                <c:pt idx="23262">
                  <c:v>0</c:v>
                </c:pt>
                <c:pt idx="23263">
                  <c:v>0</c:v>
                </c:pt>
                <c:pt idx="23264">
                  <c:v>0</c:v>
                </c:pt>
                <c:pt idx="23265">
                  <c:v>0</c:v>
                </c:pt>
                <c:pt idx="23266">
                  <c:v>0</c:v>
                </c:pt>
                <c:pt idx="23267">
                  <c:v>0</c:v>
                </c:pt>
                <c:pt idx="23268">
                  <c:v>0</c:v>
                </c:pt>
                <c:pt idx="23269">
                  <c:v>0</c:v>
                </c:pt>
                <c:pt idx="23270">
                  <c:v>0</c:v>
                </c:pt>
                <c:pt idx="23271">
                  <c:v>0</c:v>
                </c:pt>
                <c:pt idx="23272">
                  <c:v>0</c:v>
                </c:pt>
                <c:pt idx="23273">
                  <c:v>0</c:v>
                </c:pt>
                <c:pt idx="23274">
                  <c:v>0</c:v>
                </c:pt>
                <c:pt idx="23275">
                  <c:v>0</c:v>
                </c:pt>
                <c:pt idx="23276">
                  <c:v>0</c:v>
                </c:pt>
                <c:pt idx="23277">
                  <c:v>0</c:v>
                </c:pt>
                <c:pt idx="23278">
                  <c:v>0</c:v>
                </c:pt>
                <c:pt idx="23279">
                  <c:v>0</c:v>
                </c:pt>
                <c:pt idx="23280">
                  <c:v>0</c:v>
                </c:pt>
                <c:pt idx="23281">
                  <c:v>0</c:v>
                </c:pt>
                <c:pt idx="23282">
                  <c:v>0</c:v>
                </c:pt>
                <c:pt idx="23283">
                  <c:v>0</c:v>
                </c:pt>
                <c:pt idx="23284">
                  <c:v>0</c:v>
                </c:pt>
                <c:pt idx="23285">
                  <c:v>0</c:v>
                </c:pt>
                <c:pt idx="23286">
                  <c:v>0</c:v>
                </c:pt>
                <c:pt idx="23287">
                  <c:v>0</c:v>
                </c:pt>
                <c:pt idx="23288">
                  <c:v>0</c:v>
                </c:pt>
                <c:pt idx="23289">
                  <c:v>0</c:v>
                </c:pt>
                <c:pt idx="23290">
                  <c:v>0</c:v>
                </c:pt>
                <c:pt idx="23291">
                  <c:v>0</c:v>
                </c:pt>
                <c:pt idx="23292">
                  <c:v>0</c:v>
                </c:pt>
                <c:pt idx="23293">
                  <c:v>0</c:v>
                </c:pt>
                <c:pt idx="23294">
                  <c:v>0</c:v>
                </c:pt>
                <c:pt idx="23295">
                  <c:v>0</c:v>
                </c:pt>
                <c:pt idx="23296">
                  <c:v>0</c:v>
                </c:pt>
                <c:pt idx="23297">
                  <c:v>0</c:v>
                </c:pt>
                <c:pt idx="23298">
                  <c:v>0</c:v>
                </c:pt>
                <c:pt idx="23299">
                  <c:v>0</c:v>
                </c:pt>
                <c:pt idx="23300">
                  <c:v>0</c:v>
                </c:pt>
                <c:pt idx="23301">
                  <c:v>0</c:v>
                </c:pt>
                <c:pt idx="23302">
                  <c:v>0</c:v>
                </c:pt>
                <c:pt idx="23303">
                  <c:v>0</c:v>
                </c:pt>
                <c:pt idx="23304">
                  <c:v>0</c:v>
                </c:pt>
                <c:pt idx="23305">
                  <c:v>0</c:v>
                </c:pt>
                <c:pt idx="23306">
                  <c:v>0</c:v>
                </c:pt>
                <c:pt idx="23307">
                  <c:v>0</c:v>
                </c:pt>
                <c:pt idx="23308">
                  <c:v>0</c:v>
                </c:pt>
                <c:pt idx="23309">
                  <c:v>0</c:v>
                </c:pt>
                <c:pt idx="23310">
                  <c:v>0</c:v>
                </c:pt>
                <c:pt idx="23311">
                  <c:v>0</c:v>
                </c:pt>
                <c:pt idx="23312">
                  <c:v>0</c:v>
                </c:pt>
                <c:pt idx="23313">
                  <c:v>0</c:v>
                </c:pt>
                <c:pt idx="23314">
                  <c:v>0</c:v>
                </c:pt>
                <c:pt idx="23315">
                  <c:v>0</c:v>
                </c:pt>
                <c:pt idx="23316">
                  <c:v>0</c:v>
                </c:pt>
                <c:pt idx="23317">
                  <c:v>0</c:v>
                </c:pt>
                <c:pt idx="23318">
                  <c:v>0</c:v>
                </c:pt>
                <c:pt idx="23319">
                  <c:v>0</c:v>
                </c:pt>
                <c:pt idx="23320">
                  <c:v>0</c:v>
                </c:pt>
                <c:pt idx="23321">
                  <c:v>0</c:v>
                </c:pt>
                <c:pt idx="23322">
                  <c:v>0</c:v>
                </c:pt>
                <c:pt idx="23323">
                  <c:v>0</c:v>
                </c:pt>
                <c:pt idx="23324">
                  <c:v>0</c:v>
                </c:pt>
                <c:pt idx="23325">
                  <c:v>0</c:v>
                </c:pt>
                <c:pt idx="23326">
                  <c:v>0</c:v>
                </c:pt>
                <c:pt idx="23327">
                  <c:v>0</c:v>
                </c:pt>
                <c:pt idx="23328">
                  <c:v>0</c:v>
                </c:pt>
                <c:pt idx="23329">
                  <c:v>0</c:v>
                </c:pt>
                <c:pt idx="23330">
                  <c:v>0</c:v>
                </c:pt>
                <c:pt idx="23331">
                  <c:v>0</c:v>
                </c:pt>
                <c:pt idx="23332">
                  <c:v>0</c:v>
                </c:pt>
                <c:pt idx="23333">
                  <c:v>0</c:v>
                </c:pt>
                <c:pt idx="23334">
                  <c:v>0</c:v>
                </c:pt>
                <c:pt idx="23335">
                  <c:v>0</c:v>
                </c:pt>
                <c:pt idx="23336">
                  <c:v>0</c:v>
                </c:pt>
                <c:pt idx="23337">
                  <c:v>0</c:v>
                </c:pt>
                <c:pt idx="23338">
                  <c:v>0</c:v>
                </c:pt>
                <c:pt idx="23339">
                  <c:v>0</c:v>
                </c:pt>
                <c:pt idx="23340">
                  <c:v>0</c:v>
                </c:pt>
                <c:pt idx="23341">
                  <c:v>0</c:v>
                </c:pt>
                <c:pt idx="23342">
                  <c:v>0</c:v>
                </c:pt>
                <c:pt idx="23343">
                  <c:v>0</c:v>
                </c:pt>
                <c:pt idx="23344">
                  <c:v>0</c:v>
                </c:pt>
                <c:pt idx="23345">
                  <c:v>0</c:v>
                </c:pt>
                <c:pt idx="23346">
                  <c:v>0</c:v>
                </c:pt>
                <c:pt idx="23347">
                  <c:v>0</c:v>
                </c:pt>
                <c:pt idx="23348">
                  <c:v>0</c:v>
                </c:pt>
                <c:pt idx="23349">
                  <c:v>0</c:v>
                </c:pt>
                <c:pt idx="23350">
                  <c:v>0</c:v>
                </c:pt>
                <c:pt idx="23351">
                  <c:v>0</c:v>
                </c:pt>
                <c:pt idx="23352">
                  <c:v>0</c:v>
                </c:pt>
                <c:pt idx="23353">
                  <c:v>0</c:v>
                </c:pt>
                <c:pt idx="23354">
                  <c:v>0</c:v>
                </c:pt>
                <c:pt idx="23355">
                  <c:v>0</c:v>
                </c:pt>
                <c:pt idx="23356">
                  <c:v>0</c:v>
                </c:pt>
                <c:pt idx="23357">
                  <c:v>0</c:v>
                </c:pt>
                <c:pt idx="23358">
                  <c:v>0</c:v>
                </c:pt>
                <c:pt idx="23359">
                  <c:v>0</c:v>
                </c:pt>
                <c:pt idx="23360">
                  <c:v>0</c:v>
                </c:pt>
                <c:pt idx="23361">
                  <c:v>0</c:v>
                </c:pt>
                <c:pt idx="23362">
                  <c:v>0</c:v>
                </c:pt>
                <c:pt idx="23363">
                  <c:v>0</c:v>
                </c:pt>
                <c:pt idx="23364">
                  <c:v>0</c:v>
                </c:pt>
                <c:pt idx="23365">
                  <c:v>0</c:v>
                </c:pt>
                <c:pt idx="23366">
                  <c:v>0</c:v>
                </c:pt>
                <c:pt idx="23367">
                  <c:v>0</c:v>
                </c:pt>
                <c:pt idx="23368">
                  <c:v>0</c:v>
                </c:pt>
                <c:pt idx="23369">
                  <c:v>0</c:v>
                </c:pt>
                <c:pt idx="23370">
                  <c:v>0</c:v>
                </c:pt>
                <c:pt idx="23371">
                  <c:v>0</c:v>
                </c:pt>
                <c:pt idx="23372">
                  <c:v>0</c:v>
                </c:pt>
                <c:pt idx="23373">
                  <c:v>0</c:v>
                </c:pt>
                <c:pt idx="23374">
                  <c:v>0</c:v>
                </c:pt>
                <c:pt idx="23375">
                  <c:v>0</c:v>
                </c:pt>
                <c:pt idx="23376">
                  <c:v>0</c:v>
                </c:pt>
                <c:pt idx="23377">
                  <c:v>0</c:v>
                </c:pt>
                <c:pt idx="23378">
                  <c:v>0</c:v>
                </c:pt>
                <c:pt idx="23379">
                  <c:v>0</c:v>
                </c:pt>
                <c:pt idx="23380">
                  <c:v>0</c:v>
                </c:pt>
                <c:pt idx="23381">
                  <c:v>0</c:v>
                </c:pt>
                <c:pt idx="23382">
                  <c:v>0</c:v>
                </c:pt>
                <c:pt idx="23383">
                  <c:v>0</c:v>
                </c:pt>
                <c:pt idx="23384">
                  <c:v>0</c:v>
                </c:pt>
                <c:pt idx="23385">
                  <c:v>0</c:v>
                </c:pt>
                <c:pt idx="23386">
                  <c:v>0</c:v>
                </c:pt>
                <c:pt idx="23387">
                  <c:v>0</c:v>
                </c:pt>
                <c:pt idx="23388">
                  <c:v>0</c:v>
                </c:pt>
                <c:pt idx="23389">
                  <c:v>0</c:v>
                </c:pt>
                <c:pt idx="23390">
                  <c:v>0</c:v>
                </c:pt>
                <c:pt idx="23391">
                  <c:v>0</c:v>
                </c:pt>
                <c:pt idx="23392">
                  <c:v>0</c:v>
                </c:pt>
                <c:pt idx="23393">
                  <c:v>0</c:v>
                </c:pt>
                <c:pt idx="23394">
                  <c:v>0</c:v>
                </c:pt>
                <c:pt idx="23395">
                  <c:v>0</c:v>
                </c:pt>
                <c:pt idx="23396">
                  <c:v>0</c:v>
                </c:pt>
                <c:pt idx="23397">
                  <c:v>0</c:v>
                </c:pt>
                <c:pt idx="23398">
                  <c:v>0</c:v>
                </c:pt>
                <c:pt idx="23399">
                  <c:v>0</c:v>
                </c:pt>
                <c:pt idx="23400">
                  <c:v>0</c:v>
                </c:pt>
                <c:pt idx="23401">
                  <c:v>0</c:v>
                </c:pt>
                <c:pt idx="23402">
                  <c:v>0</c:v>
                </c:pt>
                <c:pt idx="23403">
                  <c:v>0</c:v>
                </c:pt>
                <c:pt idx="23404">
                  <c:v>0</c:v>
                </c:pt>
                <c:pt idx="23405">
                  <c:v>0</c:v>
                </c:pt>
                <c:pt idx="23406">
                  <c:v>0</c:v>
                </c:pt>
                <c:pt idx="23407">
                  <c:v>0</c:v>
                </c:pt>
                <c:pt idx="23408">
                  <c:v>0</c:v>
                </c:pt>
                <c:pt idx="23409">
                  <c:v>0</c:v>
                </c:pt>
                <c:pt idx="23410">
                  <c:v>0</c:v>
                </c:pt>
                <c:pt idx="23411">
                  <c:v>0</c:v>
                </c:pt>
                <c:pt idx="23412">
                  <c:v>0</c:v>
                </c:pt>
                <c:pt idx="23413">
                  <c:v>0</c:v>
                </c:pt>
                <c:pt idx="23414">
                  <c:v>0</c:v>
                </c:pt>
                <c:pt idx="23415">
                  <c:v>0</c:v>
                </c:pt>
                <c:pt idx="23416">
                  <c:v>0</c:v>
                </c:pt>
                <c:pt idx="23417">
                  <c:v>0</c:v>
                </c:pt>
                <c:pt idx="23418">
                  <c:v>0</c:v>
                </c:pt>
                <c:pt idx="23419">
                  <c:v>0</c:v>
                </c:pt>
                <c:pt idx="23420">
                  <c:v>0</c:v>
                </c:pt>
                <c:pt idx="23421">
                  <c:v>0</c:v>
                </c:pt>
                <c:pt idx="23422">
                  <c:v>0</c:v>
                </c:pt>
                <c:pt idx="23423">
                  <c:v>0</c:v>
                </c:pt>
                <c:pt idx="23424">
                  <c:v>0</c:v>
                </c:pt>
                <c:pt idx="23425">
                  <c:v>0</c:v>
                </c:pt>
                <c:pt idx="23426">
                  <c:v>0</c:v>
                </c:pt>
                <c:pt idx="23427">
                  <c:v>0</c:v>
                </c:pt>
                <c:pt idx="23428">
                  <c:v>0</c:v>
                </c:pt>
                <c:pt idx="23429">
                  <c:v>0</c:v>
                </c:pt>
                <c:pt idx="23430">
                  <c:v>0</c:v>
                </c:pt>
                <c:pt idx="23431">
                  <c:v>0</c:v>
                </c:pt>
                <c:pt idx="23432">
                  <c:v>0</c:v>
                </c:pt>
                <c:pt idx="23433">
                  <c:v>0</c:v>
                </c:pt>
                <c:pt idx="23434">
                  <c:v>0</c:v>
                </c:pt>
                <c:pt idx="23435">
                  <c:v>0</c:v>
                </c:pt>
                <c:pt idx="23436">
                  <c:v>0</c:v>
                </c:pt>
                <c:pt idx="23437">
                  <c:v>0</c:v>
                </c:pt>
                <c:pt idx="23438">
                  <c:v>0</c:v>
                </c:pt>
                <c:pt idx="23439">
                  <c:v>0</c:v>
                </c:pt>
                <c:pt idx="23440">
                  <c:v>0</c:v>
                </c:pt>
                <c:pt idx="23441">
                  <c:v>0</c:v>
                </c:pt>
                <c:pt idx="23442">
                  <c:v>0</c:v>
                </c:pt>
                <c:pt idx="23443">
                  <c:v>0</c:v>
                </c:pt>
                <c:pt idx="23444">
                  <c:v>0</c:v>
                </c:pt>
                <c:pt idx="23445">
                  <c:v>0</c:v>
                </c:pt>
                <c:pt idx="23446">
                  <c:v>0</c:v>
                </c:pt>
                <c:pt idx="23447">
                  <c:v>0</c:v>
                </c:pt>
                <c:pt idx="23448">
                  <c:v>0</c:v>
                </c:pt>
                <c:pt idx="23449">
                  <c:v>0</c:v>
                </c:pt>
                <c:pt idx="23450">
                  <c:v>0</c:v>
                </c:pt>
                <c:pt idx="23451">
                  <c:v>0</c:v>
                </c:pt>
                <c:pt idx="23452">
                  <c:v>0</c:v>
                </c:pt>
                <c:pt idx="23453">
                  <c:v>0</c:v>
                </c:pt>
                <c:pt idx="23454">
                  <c:v>0</c:v>
                </c:pt>
                <c:pt idx="23455">
                  <c:v>0</c:v>
                </c:pt>
                <c:pt idx="23456">
                  <c:v>0</c:v>
                </c:pt>
                <c:pt idx="23457">
                  <c:v>0</c:v>
                </c:pt>
                <c:pt idx="23458">
                  <c:v>0</c:v>
                </c:pt>
                <c:pt idx="23459">
                  <c:v>0</c:v>
                </c:pt>
                <c:pt idx="23460">
                  <c:v>0</c:v>
                </c:pt>
                <c:pt idx="23461">
                  <c:v>0</c:v>
                </c:pt>
                <c:pt idx="23462">
                  <c:v>0</c:v>
                </c:pt>
                <c:pt idx="23463">
                  <c:v>0</c:v>
                </c:pt>
                <c:pt idx="23464">
                  <c:v>0</c:v>
                </c:pt>
                <c:pt idx="23465">
                  <c:v>0</c:v>
                </c:pt>
                <c:pt idx="23466">
                  <c:v>0</c:v>
                </c:pt>
                <c:pt idx="23467">
                  <c:v>0</c:v>
                </c:pt>
                <c:pt idx="23468">
                  <c:v>0</c:v>
                </c:pt>
                <c:pt idx="23469">
                  <c:v>0</c:v>
                </c:pt>
                <c:pt idx="23470">
                  <c:v>0</c:v>
                </c:pt>
                <c:pt idx="23471">
                  <c:v>0</c:v>
                </c:pt>
                <c:pt idx="23472">
                  <c:v>0</c:v>
                </c:pt>
                <c:pt idx="23473">
                  <c:v>0</c:v>
                </c:pt>
                <c:pt idx="23474">
                  <c:v>0</c:v>
                </c:pt>
                <c:pt idx="23475">
                  <c:v>0</c:v>
                </c:pt>
                <c:pt idx="23476">
                  <c:v>0</c:v>
                </c:pt>
                <c:pt idx="23477">
                  <c:v>0</c:v>
                </c:pt>
                <c:pt idx="23478">
                  <c:v>0</c:v>
                </c:pt>
                <c:pt idx="23479">
                  <c:v>0</c:v>
                </c:pt>
                <c:pt idx="23480">
                  <c:v>0</c:v>
                </c:pt>
                <c:pt idx="23481">
                  <c:v>0</c:v>
                </c:pt>
                <c:pt idx="23482">
                  <c:v>0</c:v>
                </c:pt>
                <c:pt idx="23483">
                  <c:v>0</c:v>
                </c:pt>
                <c:pt idx="23484">
                  <c:v>0</c:v>
                </c:pt>
                <c:pt idx="23485">
                  <c:v>0</c:v>
                </c:pt>
                <c:pt idx="23486">
                  <c:v>0</c:v>
                </c:pt>
                <c:pt idx="23487">
                  <c:v>0</c:v>
                </c:pt>
                <c:pt idx="23488">
                  <c:v>0</c:v>
                </c:pt>
                <c:pt idx="23489">
                  <c:v>0</c:v>
                </c:pt>
                <c:pt idx="23490">
                  <c:v>0</c:v>
                </c:pt>
                <c:pt idx="23491">
                  <c:v>0</c:v>
                </c:pt>
                <c:pt idx="23492">
                  <c:v>0</c:v>
                </c:pt>
                <c:pt idx="23493">
                  <c:v>0</c:v>
                </c:pt>
                <c:pt idx="23494">
                  <c:v>0</c:v>
                </c:pt>
                <c:pt idx="23495">
                  <c:v>0</c:v>
                </c:pt>
                <c:pt idx="23496">
                  <c:v>0</c:v>
                </c:pt>
                <c:pt idx="23497">
                  <c:v>0</c:v>
                </c:pt>
                <c:pt idx="23498">
                  <c:v>0</c:v>
                </c:pt>
                <c:pt idx="23499">
                  <c:v>0</c:v>
                </c:pt>
                <c:pt idx="23500">
                  <c:v>0</c:v>
                </c:pt>
                <c:pt idx="23501">
                  <c:v>0</c:v>
                </c:pt>
                <c:pt idx="23502">
                  <c:v>0</c:v>
                </c:pt>
                <c:pt idx="23503">
                  <c:v>0</c:v>
                </c:pt>
                <c:pt idx="23504">
                  <c:v>0</c:v>
                </c:pt>
                <c:pt idx="23505">
                  <c:v>0</c:v>
                </c:pt>
                <c:pt idx="23506">
                  <c:v>0</c:v>
                </c:pt>
                <c:pt idx="23507">
                  <c:v>0</c:v>
                </c:pt>
                <c:pt idx="23508">
                  <c:v>0</c:v>
                </c:pt>
                <c:pt idx="23509">
                  <c:v>0</c:v>
                </c:pt>
                <c:pt idx="23510">
                  <c:v>0</c:v>
                </c:pt>
                <c:pt idx="23511">
                  <c:v>0</c:v>
                </c:pt>
                <c:pt idx="23512">
                  <c:v>0</c:v>
                </c:pt>
                <c:pt idx="23513">
                  <c:v>0</c:v>
                </c:pt>
                <c:pt idx="23514">
                  <c:v>0</c:v>
                </c:pt>
                <c:pt idx="23515">
                  <c:v>0</c:v>
                </c:pt>
                <c:pt idx="23516">
                  <c:v>0</c:v>
                </c:pt>
                <c:pt idx="23517">
                  <c:v>0</c:v>
                </c:pt>
                <c:pt idx="23518">
                  <c:v>0</c:v>
                </c:pt>
                <c:pt idx="23519">
                  <c:v>0</c:v>
                </c:pt>
                <c:pt idx="23520">
                  <c:v>0</c:v>
                </c:pt>
                <c:pt idx="23521">
                  <c:v>0</c:v>
                </c:pt>
                <c:pt idx="23522">
                  <c:v>0</c:v>
                </c:pt>
                <c:pt idx="23523">
                  <c:v>0</c:v>
                </c:pt>
                <c:pt idx="23524">
                  <c:v>0</c:v>
                </c:pt>
                <c:pt idx="23525">
                  <c:v>0</c:v>
                </c:pt>
                <c:pt idx="23526">
                  <c:v>0</c:v>
                </c:pt>
                <c:pt idx="23527">
                  <c:v>0</c:v>
                </c:pt>
                <c:pt idx="23528">
                  <c:v>0</c:v>
                </c:pt>
                <c:pt idx="23529">
                  <c:v>0</c:v>
                </c:pt>
                <c:pt idx="23530">
                  <c:v>0</c:v>
                </c:pt>
                <c:pt idx="23531">
                  <c:v>0</c:v>
                </c:pt>
                <c:pt idx="23532">
                  <c:v>0</c:v>
                </c:pt>
                <c:pt idx="23533">
                  <c:v>0</c:v>
                </c:pt>
                <c:pt idx="23534">
                  <c:v>0</c:v>
                </c:pt>
                <c:pt idx="23535">
                  <c:v>0</c:v>
                </c:pt>
                <c:pt idx="23536">
                  <c:v>0</c:v>
                </c:pt>
                <c:pt idx="23537">
                  <c:v>0</c:v>
                </c:pt>
                <c:pt idx="23538">
                  <c:v>0</c:v>
                </c:pt>
                <c:pt idx="23539">
                  <c:v>0</c:v>
                </c:pt>
                <c:pt idx="23540">
                  <c:v>0</c:v>
                </c:pt>
                <c:pt idx="23541">
                  <c:v>0</c:v>
                </c:pt>
                <c:pt idx="23542">
                  <c:v>0</c:v>
                </c:pt>
                <c:pt idx="23543">
                  <c:v>0</c:v>
                </c:pt>
                <c:pt idx="23544">
                  <c:v>0</c:v>
                </c:pt>
                <c:pt idx="23545">
                  <c:v>0</c:v>
                </c:pt>
                <c:pt idx="23546">
                  <c:v>0</c:v>
                </c:pt>
                <c:pt idx="23547">
                  <c:v>0</c:v>
                </c:pt>
                <c:pt idx="23548">
                  <c:v>0</c:v>
                </c:pt>
                <c:pt idx="23549">
                  <c:v>0</c:v>
                </c:pt>
                <c:pt idx="23550">
                  <c:v>0</c:v>
                </c:pt>
                <c:pt idx="23551">
                  <c:v>0</c:v>
                </c:pt>
                <c:pt idx="23552">
                  <c:v>0</c:v>
                </c:pt>
                <c:pt idx="23553">
                  <c:v>0</c:v>
                </c:pt>
                <c:pt idx="23554">
                  <c:v>0</c:v>
                </c:pt>
                <c:pt idx="23555">
                  <c:v>0</c:v>
                </c:pt>
                <c:pt idx="23556">
                  <c:v>0</c:v>
                </c:pt>
                <c:pt idx="23557">
                  <c:v>0</c:v>
                </c:pt>
                <c:pt idx="23558">
                  <c:v>0</c:v>
                </c:pt>
                <c:pt idx="23559">
                  <c:v>0</c:v>
                </c:pt>
                <c:pt idx="23560">
                  <c:v>0</c:v>
                </c:pt>
                <c:pt idx="23561">
                  <c:v>0</c:v>
                </c:pt>
                <c:pt idx="23562">
                  <c:v>0</c:v>
                </c:pt>
                <c:pt idx="23563">
                  <c:v>0</c:v>
                </c:pt>
                <c:pt idx="23564">
                  <c:v>0</c:v>
                </c:pt>
                <c:pt idx="23565">
                  <c:v>0</c:v>
                </c:pt>
                <c:pt idx="23566">
                  <c:v>0</c:v>
                </c:pt>
                <c:pt idx="23567">
                  <c:v>0</c:v>
                </c:pt>
                <c:pt idx="23568">
                  <c:v>0</c:v>
                </c:pt>
                <c:pt idx="23569">
                  <c:v>0</c:v>
                </c:pt>
                <c:pt idx="23570">
                  <c:v>0</c:v>
                </c:pt>
                <c:pt idx="23571">
                  <c:v>0</c:v>
                </c:pt>
                <c:pt idx="23572">
                  <c:v>0</c:v>
                </c:pt>
                <c:pt idx="23573">
                  <c:v>0</c:v>
                </c:pt>
                <c:pt idx="23574">
                  <c:v>0</c:v>
                </c:pt>
                <c:pt idx="23575">
                  <c:v>0</c:v>
                </c:pt>
                <c:pt idx="23576">
                  <c:v>0</c:v>
                </c:pt>
                <c:pt idx="23577">
                  <c:v>0</c:v>
                </c:pt>
                <c:pt idx="23578">
                  <c:v>0</c:v>
                </c:pt>
                <c:pt idx="23579">
                  <c:v>0</c:v>
                </c:pt>
                <c:pt idx="23580">
                  <c:v>0</c:v>
                </c:pt>
                <c:pt idx="23581">
                  <c:v>0</c:v>
                </c:pt>
                <c:pt idx="23582">
                  <c:v>0</c:v>
                </c:pt>
                <c:pt idx="23583">
                  <c:v>0</c:v>
                </c:pt>
                <c:pt idx="23584">
                  <c:v>0</c:v>
                </c:pt>
                <c:pt idx="23585">
                  <c:v>0</c:v>
                </c:pt>
                <c:pt idx="23586">
                  <c:v>0</c:v>
                </c:pt>
                <c:pt idx="23587">
                  <c:v>0</c:v>
                </c:pt>
                <c:pt idx="23588">
                  <c:v>0</c:v>
                </c:pt>
                <c:pt idx="23589">
                  <c:v>0</c:v>
                </c:pt>
                <c:pt idx="23590">
                  <c:v>0</c:v>
                </c:pt>
                <c:pt idx="23591">
                  <c:v>0</c:v>
                </c:pt>
                <c:pt idx="23592">
                  <c:v>0</c:v>
                </c:pt>
                <c:pt idx="23593">
                  <c:v>0</c:v>
                </c:pt>
                <c:pt idx="23594">
                  <c:v>0</c:v>
                </c:pt>
                <c:pt idx="23595">
                  <c:v>0</c:v>
                </c:pt>
                <c:pt idx="23596">
                  <c:v>0</c:v>
                </c:pt>
                <c:pt idx="23597">
                  <c:v>0</c:v>
                </c:pt>
                <c:pt idx="23598">
                  <c:v>0</c:v>
                </c:pt>
                <c:pt idx="23599">
                  <c:v>0</c:v>
                </c:pt>
                <c:pt idx="23600">
                  <c:v>0</c:v>
                </c:pt>
                <c:pt idx="23601">
                  <c:v>0</c:v>
                </c:pt>
                <c:pt idx="23602">
                  <c:v>0</c:v>
                </c:pt>
                <c:pt idx="23603">
                  <c:v>0</c:v>
                </c:pt>
                <c:pt idx="23604">
                  <c:v>0</c:v>
                </c:pt>
                <c:pt idx="23605">
                  <c:v>0</c:v>
                </c:pt>
                <c:pt idx="23606">
                  <c:v>0</c:v>
                </c:pt>
                <c:pt idx="23607">
                  <c:v>0</c:v>
                </c:pt>
                <c:pt idx="23608">
                  <c:v>0</c:v>
                </c:pt>
                <c:pt idx="23609">
                  <c:v>0</c:v>
                </c:pt>
                <c:pt idx="23610">
                  <c:v>0</c:v>
                </c:pt>
                <c:pt idx="23611">
                  <c:v>0</c:v>
                </c:pt>
                <c:pt idx="23612">
                  <c:v>0</c:v>
                </c:pt>
                <c:pt idx="23613">
                  <c:v>0</c:v>
                </c:pt>
                <c:pt idx="23614">
                  <c:v>0</c:v>
                </c:pt>
                <c:pt idx="23615">
                  <c:v>0</c:v>
                </c:pt>
                <c:pt idx="23616">
                  <c:v>0</c:v>
                </c:pt>
                <c:pt idx="23617">
                  <c:v>0</c:v>
                </c:pt>
                <c:pt idx="23618">
                  <c:v>0</c:v>
                </c:pt>
                <c:pt idx="23619">
                  <c:v>0</c:v>
                </c:pt>
                <c:pt idx="23620">
                  <c:v>0</c:v>
                </c:pt>
                <c:pt idx="23621">
                  <c:v>0</c:v>
                </c:pt>
                <c:pt idx="23622">
                  <c:v>0</c:v>
                </c:pt>
                <c:pt idx="23623">
                  <c:v>0</c:v>
                </c:pt>
                <c:pt idx="23624">
                  <c:v>0</c:v>
                </c:pt>
                <c:pt idx="23625">
                  <c:v>0</c:v>
                </c:pt>
                <c:pt idx="23626">
                  <c:v>0</c:v>
                </c:pt>
                <c:pt idx="23627">
                  <c:v>0</c:v>
                </c:pt>
                <c:pt idx="23628">
                  <c:v>0</c:v>
                </c:pt>
                <c:pt idx="23629">
                  <c:v>0</c:v>
                </c:pt>
                <c:pt idx="23630">
                  <c:v>0</c:v>
                </c:pt>
                <c:pt idx="23631">
                  <c:v>0</c:v>
                </c:pt>
                <c:pt idx="23632">
                  <c:v>0</c:v>
                </c:pt>
                <c:pt idx="23633">
                  <c:v>0</c:v>
                </c:pt>
                <c:pt idx="23634">
                  <c:v>0</c:v>
                </c:pt>
                <c:pt idx="23635">
                  <c:v>0</c:v>
                </c:pt>
                <c:pt idx="23636">
                  <c:v>0</c:v>
                </c:pt>
                <c:pt idx="23637">
                  <c:v>0</c:v>
                </c:pt>
                <c:pt idx="23638">
                  <c:v>0</c:v>
                </c:pt>
                <c:pt idx="23639">
                  <c:v>0</c:v>
                </c:pt>
                <c:pt idx="23640">
                  <c:v>0</c:v>
                </c:pt>
                <c:pt idx="23641">
                  <c:v>0</c:v>
                </c:pt>
                <c:pt idx="23642">
                  <c:v>0</c:v>
                </c:pt>
                <c:pt idx="23643">
                  <c:v>0</c:v>
                </c:pt>
                <c:pt idx="23644">
                  <c:v>0</c:v>
                </c:pt>
                <c:pt idx="23645">
                  <c:v>0</c:v>
                </c:pt>
                <c:pt idx="23646">
                  <c:v>0</c:v>
                </c:pt>
                <c:pt idx="23647">
                  <c:v>0</c:v>
                </c:pt>
                <c:pt idx="23648">
                  <c:v>0</c:v>
                </c:pt>
                <c:pt idx="23649">
                  <c:v>0</c:v>
                </c:pt>
                <c:pt idx="23650">
                  <c:v>0</c:v>
                </c:pt>
                <c:pt idx="23651">
                  <c:v>0</c:v>
                </c:pt>
                <c:pt idx="23652">
                  <c:v>0</c:v>
                </c:pt>
                <c:pt idx="23653">
                  <c:v>0</c:v>
                </c:pt>
                <c:pt idx="23654">
                  <c:v>0</c:v>
                </c:pt>
                <c:pt idx="23655">
                  <c:v>0</c:v>
                </c:pt>
                <c:pt idx="23656">
                  <c:v>0</c:v>
                </c:pt>
                <c:pt idx="23657">
                  <c:v>0</c:v>
                </c:pt>
                <c:pt idx="23658">
                  <c:v>0</c:v>
                </c:pt>
                <c:pt idx="23659">
                  <c:v>0</c:v>
                </c:pt>
                <c:pt idx="23660">
                  <c:v>0</c:v>
                </c:pt>
                <c:pt idx="23661">
                  <c:v>0</c:v>
                </c:pt>
                <c:pt idx="23662">
                  <c:v>0</c:v>
                </c:pt>
                <c:pt idx="23663">
                  <c:v>0</c:v>
                </c:pt>
                <c:pt idx="23664">
                  <c:v>0</c:v>
                </c:pt>
                <c:pt idx="23665">
                  <c:v>0</c:v>
                </c:pt>
                <c:pt idx="23666">
                  <c:v>0</c:v>
                </c:pt>
                <c:pt idx="23667">
                  <c:v>0</c:v>
                </c:pt>
                <c:pt idx="23668">
                  <c:v>0</c:v>
                </c:pt>
                <c:pt idx="23669">
                  <c:v>0</c:v>
                </c:pt>
                <c:pt idx="23670">
                  <c:v>0</c:v>
                </c:pt>
                <c:pt idx="23671">
                  <c:v>0</c:v>
                </c:pt>
                <c:pt idx="23672">
                  <c:v>0</c:v>
                </c:pt>
                <c:pt idx="23673">
                  <c:v>0</c:v>
                </c:pt>
                <c:pt idx="23674">
                  <c:v>0</c:v>
                </c:pt>
                <c:pt idx="23675">
                  <c:v>0</c:v>
                </c:pt>
                <c:pt idx="23676">
                  <c:v>0</c:v>
                </c:pt>
                <c:pt idx="23677">
                  <c:v>0</c:v>
                </c:pt>
                <c:pt idx="23678">
                  <c:v>0</c:v>
                </c:pt>
                <c:pt idx="23679">
                  <c:v>0</c:v>
                </c:pt>
                <c:pt idx="23680">
                  <c:v>0</c:v>
                </c:pt>
                <c:pt idx="23681">
                  <c:v>0</c:v>
                </c:pt>
                <c:pt idx="23682">
                  <c:v>0</c:v>
                </c:pt>
                <c:pt idx="23683">
                  <c:v>0</c:v>
                </c:pt>
                <c:pt idx="23684">
                  <c:v>0</c:v>
                </c:pt>
                <c:pt idx="23685">
                  <c:v>0</c:v>
                </c:pt>
                <c:pt idx="23686">
                  <c:v>0</c:v>
                </c:pt>
                <c:pt idx="23687">
                  <c:v>0</c:v>
                </c:pt>
                <c:pt idx="23688">
                  <c:v>0</c:v>
                </c:pt>
                <c:pt idx="23689">
                  <c:v>0</c:v>
                </c:pt>
                <c:pt idx="23690">
                  <c:v>0</c:v>
                </c:pt>
                <c:pt idx="23691">
                  <c:v>0</c:v>
                </c:pt>
                <c:pt idx="23692">
                  <c:v>0</c:v>
                </c:pt>
                <c:pt idx="23693">
                  <c:v>0</c:v>
                </c:pt>
                <c:pt idx="23694">
                  <c:v>0</c:v>
                </c:pt>
                <c:pt idx="23695">
                  <c:v>0</c:v>
                </c:pt>
                <c:pt idx="23696">
                  <c:v>0</c:v>
                </c:pt>
                <c:pt idx="23697">
                  <c:v>0</c:v>
                </c:pt>
                <c:pt idx="23698">
                  <c:v>0</c:v>
                </c:pt>
                <c:pt idx="23699">
                  <c:v>0</c:v>
                </c:pt>
                <c:pt idx="23700">
                  <c:v>0</c:v>
                </c:pt>
                <c:pt idx="23701">
                  <c:v>0</c:v>
                </c:pt>
                <c:pt idx="23702">
                  <c:v>0</c:v>
                </c:pt>
                <c:pt idx="23703">
                  <c:v>0</c:v>
                </c:pt>
                <c:pt idx="23704">
                  <c:v>0</c:v>
                </c:pt>
                <c:pt idx="23705">
                  <c:v>0</c:v>
                </c:pt>
                <c:pt idx="23706">
                  <c:v>0</c:v>
                </c:pt>
                <c:pt idx="23707">
                  <c:v>0</c:v>
                </c:pt>
                <c:pt idx="23708">
                  <c:v>0</c:v>
                </c:pt>
                <c:pt idx="23709">
                  <c:v>0</c:v>
                </c:pt>
                <c:pt idx="23710">
                  <c:v>0</c:v>
                </c:pt>
                <c:pt idx="23711">
                  <c:v>0</c:v>
                </c:pt>
                <c:pt idx="23712">
                  <c:v>0</c:v>
                </c:pt>
                <c:pt idx="23713">
                  <c:v>0</c:v>
                </c:pt>
                <c:pt idx="23714">
                  <c:v>0</c:v>
                </c:pt>
                <c:pt idx="23715">
                  <c:v>0</c:v>
                </c:pt>
                <c:pt idx="23716">
                  <c:v>0</c:v>
                </c:pt>
                <c:pt idx="23717">
                  <c:v>0</c:v>
                </c:pt>
                <c:pt idx="23718">
                  <c:v>0</c:v>
                </c:pt>
                <c:pt idx="23719">
                  <c:v>0</c:v>
                </c:pt>
                <c:pt idx="23720">
                  <c:v>0</c:v>
                </c:pt>
                <c:pt idx="23721">
                  <c:v>0</c:v>
                </c:pt>
                <c:pt idx="23722">
                  <c:v>0</c:v>
                </c:pt>
                <c:pt idx="23723">
                  <c:v>0</c:v>
                </c:pt>
                <c:pt idx="23724">
                  <c:v>0</c:v>
                </c:pt>
                <c:pt idx="23725">
                  <c:v>0</c:v>
                </c:pt>
                <c:pt idx="23726">
                  <c:v>0</c:v>
                </c:pt>
                <c:pt idx="23727">
                  <c:v>0</c:v>
                </c:pt>
                <c:pt idx="23728">
                  <c:v>0</c:v>
                </c:pt>
                <c:pt idx="23729">
                  <c:v>0</c:v>
                </c:pt>
                <c:pt idx="23730">
                  <c:v>0</c:v>
                </c:pt>
                <c:pt idx="23731">
                  <c:v>0</c:v>
                </c:pt>
                <c:pt idx="23732">
                  <c:v>0</c:v>
                </c:pt>
                <c:pt idx="23733">
                  <c:v>0</c:v>
                </c:pt>
                <c:pt idx="23734">
                  <c:v>0</c:v>
                </c:pt>
                <c:pt idx="23735">
                  <c:v>0</c:v>
                </c:pt>
                <c:pt idx="23736">
                  <c:v>0</c:v>
                </c:pt>
                <c:pt idx="23737">
                  <c:v>0</c:v>
                </c:pt>
                <c:pt idx="23738">
                  <c:v>0</c:v>
                </c:pt>
                <c:pt idx="23739">
                  <c:v>0</c:v>
                </c:pt>
                <c:pt idx="23740">
                  <c:v>0</c:v>
                </c:pt>
                <c:pt idx="23741">
                  <c:v>0</c:v>
                </c:pt>
                <c:pt idx="23742">
                  <c:v>0</c:v>
                </c:pt>
                <c:pt idx="23743">
                  <c:v>0</c:v>
                </c:pt>
                <c:pt idx="23744">
                  <c:v>0</c:v>
                </c:pt>
                <c:pt idx="23745">
                  <c:v>0</c:v>
                </c:pt>
                <c:pt idx="23746">
                  <c:v>0</c:v>
                </c:pt>
                <c:pt idx="23747">
                  <c:v>0</c:v>
                </c:pt>
                <c:pt idx="23748">
                  <c:v>0</c:v>
                </c:pt>
                <c:pt idx="23749">
                  <c:v>0</c:v>
                </c:pt>
                <c:pt idx="23750">
                  <c:v>0</c:v>
                </c:pt>
                <c:pt idx="23751">
                  <c:v>0</c:v>
                </c:pt>
                <c:pt idx="23752">
                  <c:v>0</c:v>
                </c:pt>
                <c:pt idx="23753">
                  <c:v>0</c:v>
                </c:pt>
                <c:pt idx="23754">
                  <c:v>0</c:v>
                </c:pt>
                <c:pt idx="23755">
                  <c:v>0</c:v>
                </c:pt>
                <c:pt idx="23756">
                  <c:v>0</c:v>
                </c:pt>
                <c:pt idx="23757">
                  <c:v>0</c:v>
                </c:pt>
                <c:pt idx="23758">
                  <c:v>0</c:v>
                </c:pt>
                <c:pt idx="23759">
                  <c:v>0</c:v>
                </c:pt>
                <c:pt idx="23760">
                  <c:v>0</c:v>
                </c:pt>
                <c:pt idx="23761">
                  <c:v>0</c:v>
                </c:pt>
                <c:pt idx="23762">
                  <c:v>0</c:v>
                </c:pt>
                <c:pt idx="23763">
                  <c:v>0</c:v>
                </c:pt>
                <c:pt idx="23764">
                  <c:v>0</c:v>
                </c:pt>
                <c:pt idx="23765">
                  <c:v>0</c:v>
                </c:pt>
                <c:pt idx="23766">
                  <c:v>0</c:v>
                </c:pt>
                <c:pt idx="23767">
                  <c:v>0</c:v>
                </c:pt>
                <c:pt idx="23768">
                  <c:v>0</c:v>
                </c:pt>
                <c:pt idx="23769">
                  <c:v>0</c:v>
                </c:pt>
                <c:pt idx="23770">
                  <c:v>0</c:v>
                </c:pt>
                <c:pt idx="23771">
                  <c:v>0</c:v>
                </c:pt>
                <c:pt idx="23772">
                  <c:v>0</c:v>
                </c:pt>
                <c:pt idx="23773">
                  <c:v>0</c:v>
                </c:pt>
                <c:pt idx="23774">
                  <c:v>0</c:v>
                </c:pt>
                <c:pt idx="23775">
                  <c:v>0</c:v>
                </c:pt>
                <c:pt idx="23776">
                  <c:v>0</c:v>
                </c:pt>
                <c:pt idx="23777">
                  <c:v>0</c:v>
                </c:pt>
                <c:pt idx="23778">
                  <c:v>0</c:v>
                </c:pt>
                <c:pt idx="23779">
                  <c:v>0</c:v>
                </c:pt>
                <c:pt idx="23780">
                  <c:v>0</c:v>
                </c:pt>
                <c:pt idx="23781">
                  <c:v>0</c:v>
                </c:pt>
                <c:pt idx="23782">
                  <c:v>0</c:v>
                </c:pt>
                <c:pt idx="23783">
                  <c:v>0</c:v>
                </c:pt>
                <c:pt idx="23784">
                  <c:v>0</c:v>
                </c:pt>
                <c:pt idx="23785">
                  <c:v>0</c:v>
                </c:pt>
                <c:pt idx="23786">
                  <c:v>0</c:v>
                </c:pt>
                <c:pt idx="23787">
                  <c:v>0</c:v>
                </c:pt>
                <c:pt idx="23788">
                  <c:v>0</c:v>
                </c:pt>
                <c:pt idx="23789">
                  <c:v>0</c:v>
                </c:pt>
                <c:pt idx="23790">
                  <c:v>0</c:v>
                </c:pt>
                <c:pt idx="23791">
                  <c:v>0</c:v>
                </c:pt>
                <c:pt idx="23792">
                  <c:v>0</c:v>
                </c:pt>
                <c:pt idx="23793">
                  <c:v>0</c:v>
                </c:pt>
                <c:pt idx="23794">
                  <c:v>0</c:v>
                </c:pt>
                <c:pt idx="23795">
                  <c:v>0</c:v>
                </c:pt>
                <c:pt idx="23796">
                  <c:v>0</c:v>
                </c:pt>
                <c:pt idx="23797">
                  <c:v>0</c:v>
                </c:pt>
                <c:pt idx="23798">
                  <c:v>0</c:v>
                </c:pt>
                <c:pt idx="23799">
                  <c:v>0</c:v>
                </c:pt>
                <c:pt idx="23800">
                  <c:v>0</c:v>
                </c:pt>
                <c:pt idx="23801">
                  <c:v>0</c:v>
                </c:pt>
                <c:pt idx="23802">
                  <c:v>0</c:v>
                </c:pt>
                <c:pt idx="23803">
                  <c:v>0</c:v>
                </c:pt>
                <c:pt idx="23804">
                  <c:v>0</c:v>
                </c:pt>
                <c:pt idx="23805">
                  <c:v>0</c:v>
                </c:pt>
                <c:pt idx="23806">
                  <c:v>0</c:v>
                </c:pt>
                <c:pt idx="23807">
                  <c:v>0</c:v>
                </c:pt>
                <c:pt idx="23808">
                  <c:v>0</c:v>
                </c:pt>
                <c:pt idx="23809">
                  <c:v>0</c:v>
                </c:pt>
                <c:pt idx="23810">
                  <c:v>0</c:v>
                </c:pt>
                <c:pt idx="23811">
                  <c:v>0</c:v>
                </c:pt>
                <c:pt idx="23812">
                  <c:v>0</c:v>
                </c:pt>
                <c:pt idx="23813">
                  <c:v>0</c:v>
                </c:pt>
                <c:pt idx="23814">
                  <c:v>0</c:v>
                </c:pt>
                <c:pt idx="23815">
                  <c:v>0</c:v>
                </c:pt>
                <c:pt idx="23816">
                  <c:v>0</c:v>
                </c:pt>
                <c:pt idx="23817">
                  <c:v>0</c:v>
                </c:pt>
                <c:pt idx="23818">
                  <c:v>0</c:v>
                </c:pt>
                <c:pt idx="23819">
                  <c:v>0</c:v>
                </c:pt>
                <c:pt idx="23820">
                  <c:v>0</c:v>
                </c:pt>
                <c:pt idx="23821">
                  <c:v>0</c:v>
                </c:pt>
                <c:pt idx="23822">
                  <c:v>0</c:v>
                </c:pt>
                <c:pt idx="23823">
                  <c:v>0</c:v>
                </c:pt>
                <c:pt idx="23824">
                  <c:v>0</c:v>
                </c:pt>
                <c:pt idx="23825">
                  <c:v>0</c:v>
                </c:pt>
                <c:pt idx="23826">
                  <c:v>0</c:v>
                </c:pt>
                <c:pt idx="23827">
                  <c:v>0</c:v>
                </c:pt>
                <c:pt idx="23828">
                  <c:v>0</c:v>
                </c:pt>
                <c:pt idx="23829">
                  <c:v>0</c:v>
                </c:pt>
                <c:pt idx="23830">
                  <c:v>0</c:v>
                </c:pt>
                <c:pt idx="23831">
                  <c:v>0</c:v>
                </c:pt>
                <c:pt idx="23832">
                  <c:v>0</c:v>
                </c:pt>
                <c:pt idx="23833">
                  <c:v>0</c:v>
                </c:pt>
                <c:pt idx="23834">
                  <c:v>0</c:v>
                </c:pt>
                <c:pt idx="23835">
                  <c:v>0</c:v>
                </c:pt>
                <c:pt idx="23836">
                  <c:v>0</c:v>
                </c:pt>
                <c:pt idx="23837">
                  <c:v>0</c:v>
                </c:pt>
                <c:pt idx="23838">
                  <c:v>0</c:v>
                </c:pt>
                <c:pt idx="23839">
                  <c:v>0</c:v>
                </c:pt>
                <c:pt idx="23840">
                  <c:v>0</c:v>
                </c:pt>
                <c:pt idx="23841">
                  <c:v>0</c:v>
                </c:pt>
                <c:pt idx="23842">
                  <c:v>0</c:v>
                </c:pt>
                <c:pt idx="23843">
                  <c:v>0</c:v>
                </c:pt>
                <c:pt idx="23844">
                  <c:v>0</c:v>
                </c:pt>
                <c:pt idx="23845">
                  <c:v>0</c:v>
                </c:pt>
                <c:pt idx="23846">
                  <c:v>0</c:v>
                </c:pt>
                <c:pt idx="23847">
                  <c:v>0</c:v>
                </c:pt>
                <c:pt idx="23848">
                  <c:v>0</c:v>
                </c:pt>
                <c:pt idx="23849">
                  <c:v>0</c:v>
                </c:pt>
                <c:pt idx="23850">
                  <c:v>0</c:v>
                </c:pt>
                <c:pt idx="23851">
                  <c:v>0</c:v>
                </c:pt>
                <c:pt idx="23852">
                  <c:v>0</c:v>
                </c:pt>
                <c:pt idx="23853">
                  <c:v>0</c:v>
                </c:pt>
                <c:pt idx="23854">
                  <c:v>0</c:v>
                </c:pt>
                <c:pt idx="23855">
                  <c:v>0</c:v>
                </c:pt>
                <c:pt idx="23856">
                  <c:v>0</c:v>
                </c:pt>
                <c:pt idx="23857">
                  <c:v>0</c:v>
                </c:pt>
                <c:pt idx="23858">
                  <c:v>0</c:v>
                </c:pt>
                <c:pt idx="23859">
                  <c:v>0</c:v>
                </c:pt>
                <c:pt idx="23860">
                  <c:v>0</c:v>
                </c:pt>
                <c:pt idx="23861">
                  <c:v>0</c:v>
                </c:pt>
                <c:pt idx="23862">
                  <c:v>0</c:v>
                </c:pt>
                <c:pt idx="23863">
                  <c:v>0</c:v>
                </c:pt>
                <c:pt idx="23864">
                  <c:v>0</c:v>
                </c:pt>
                <c:pt idx="23865">
                  <c:v>0</c:v>
                </c:pt>
                <c:pt idx="23866">
                  <c:v>0</c:v>
                </c:pt>
                <c:pt idx="23867">
                  <c:v>0</c:v>
                </c:pt>
                <c:pt idx="23868">
                  <c:v>0</c:v>
                </c:pt>
                <c:pt idx="23869">
                  <c:v>0</c:v>
                </c:pt>
                <c:pt idx="23870">
                  <c:v>0</c:v>
                </c:pt>
                <c:pt idx="23871">
                  <c:v>0</c:v>
                </c:pt>
                <c:pt idx="23872">
                  <c:v>0</c:v>
                </c:pt>
                <c:pt idx="23873">
                  <c:v>0</c:v>
                </c:pt>
                <c:pt idx="23874">
                  <c:v>0</c:v>
                </c:pt>
                <c:pt idx="23875">
                  <c:v>0</c:v>
                </c:pt>
                <c:pt idx="23876">
                  <c:v>0</c:v>
                </c:pt>
                <c:pt idx="23877">
                  <c:v>0</c:v>
                </c:pt>
                <c:pt idx="23878">
                  <c:v>0</c:v>
                </c:pt>
                <c:pt idx="23879">
                  <c:v>0</c:v>
                </c:pt>
                <c:pt idx="23880">
                  <c:v>0</c:v>
                </c:pt>
                <c:pt idx="23881">
                  <c:v>0</c:v>
                </c:pt>
                <c:pt idx="23882">
                  <c:v>0</c:v>
                </c:pt>
                <c:pt idx="23883">
                  <c:v>0</c:v>
                </c:pt>
                <c:pt idx="23884">
                  <c:v>0</c:v>
                </c:pt>
                <c:pt idx="23885">
                  <c:v>0</c:v>
                </c:pt>
                <c:pt idx="23886">
                  <c:v>0</c:v>
                </c:pt>
                <c:pt idx="23887">
                  <c:v>0</c:v>
                </c:pt>
                <c:pt idx="23888">
                  <c:v>0</c:v>
                </c:pt>
                <c:pt idx="23889">
                  <c:v>0</c:v>
                </c:pt>
                <c:pt idx="23890">
                  <c:v>0</c:v>
                </c:pt>
                <c:pt idx="23891">
                  <c:v>0</c:v>
                </c:pt>
                <c:pt idx="23892">
                  <c:v>0</c:v>
                </c:pt>
                <c:pt idx="23893">
                  <c:v>0</c:v>
                </c:pt>
                <c:pt idx="23894">
                  <c:v>0</c:v>
                </c:pt>
                <c:pt idx="23895">
                  <c:v>0</c:v>
                </c:pt>
                <c:pt idx="23896">
                  <c:v>0</c:v>
                </c:pt>
                <c:pt idx="23897">
                  <c:v>0</c:v>
                </c:pt>
                <c:pt idx="23898">
                  <c:v>0</c:v>
                </c:pt>
                <c:pt idx="23899">
                  <c:v>0</c:v>
                </c:pt>
                <c:pt idx="23900">
                  <c:v>0</c:v>
                </c:pt>
                <c:pt idx="23901">
                  <c:v>0</c:v>
                </c:pt>
                <c:pt idx="23902">
                  <c:v>0</c:v>
                </c:pt>
                <c:pt idx="23903">
                  <c:v>0</c:v>
                </c:pt>
                <c:pt idx="23904">
                  <c:v>0</c:v>
                </c:pt>
                <c:pt idx="23905">
                  <c:v>0</c:v>
                </c:pt>
                <c:pt idx="23906">
                  <c:v>0</c:v>
                </c:pt>
                <c:pt idx="23907">
                  <c:v>0</c:v>
                </c:pt>
                <c:pt idx="23908">
                  <c:v>0</c:v>
                </c:pt>
                <c:pt idx="23909">
                  <c:v>0</c:v>
                </c:pt>
                <c:pt idx="23910">
                  <c:v>0</c:v>
                </c:pt>
                <c:pt idx="23911">
                  <c:v>0</c:v>
                </c:pt>
                <c:pt idx="23912">
                  <c:v>0</c:v>
                </c:pt>
                <c:pt idx="23913">
                  <c:v>0</c:v>
                </c:pt>
                <c:pt idx="23914">
                  <c:v>0</c:v>
                </c:pt>
                <c:pt idx="23915">
                  <c:v>0</c:v>
                </c:pt>
                <c:pt idx="23916">
                  <c:v>0</c:v>
                </c:pt>
                <c:pt idx="23917">
                  <c:v>0</c:v>
                </c:pt>
                <c:pt idx="23918">
                  <c:v>0</c:v>
                </c:pt>
                <c:pt idx="23919">
                  <c:v>0</c:v>
                </c:pt>
                <c:pt idx="23920">
                  <c:v>0</c:v>
                </c:pt>
                <c:pt idx="23921">
                  <c:v>0</c:v>
                </c:pt>
                <c:pt idx="23922">
                  <c:v>0</c:v>
                </c:pt>
                <c:pt idx="23923">
                  <c:v>0</c:v>
                </c:pt>
                <c:pt idx="23924">
                  <c:v>0</c:v>
                </c:pt>
                <c:pt idx="23925">
                  <c:v>0</c:v>
                </c:pt>
                <c:pt idx="23926">
                  <c:v>0</c:v>
                </c:pt>
                <c:pt idx="23927">
                  <c:v>0</c:v>
                </c:pt>
                <c:pt idx="23928">
                  <c:v>0</c:v>
                </c:pt>
                <c:pt idx="23929">
                  <c:v>0</c:v>
                </c:pt>
                <c:pt idx="23930">
                  <c:v>0</c:v>
                </c:pt>
                <c:pt idx="23931">
                  <c:v>0</c:v>
                </c:pt>
                <c:pt idx="23932">
                  <c:v>0</c:v>
                </c:pt>
                <c:pt idx="23933">
                  <c:v>0</c:v>
                </c:pt>
                <c:pt idx="23934">
                  <c:v>0</c:v>
                </c:pt>
                <c:pt idx="23935">
                  <c:v>0</c:v>
                </c:pt>
                <c:pt idx="23936">
                  <c:v>0</c:v>
                </c:pt>
                <c:pt idx="23937">
                  <c:v>0</c:v>
                </c:pt>
                <c:pt idx="23938">
                  <c:v>0</c:v>
                </c:pt>
                <c:pt idx="23939">
                  <c:v>0</c:v>
                </c:pt>
                <c:pt idx="23940">
                  <c:v>0</c:v>
                </c:pt>
                <c:pt idx="23941">
                  <c:v>0</c:v>
                </c:pt>
                <c:pt idx="23942">
                  <c:v>0</c:v>
                </c:pt>
                <c:pt idx="23943">
                  <c:v>0</c:v>
                </c:pt>
                <c:pt idx="23944">
                  <c:v>0</c:v>
                </c:pt>
                <c:pt idx="23945">
                  <c:v>0</c:v>
                </c:pt>
                <c:pt idx="23946">
                  <c:v>0</c:v>
                </c:pt>
                <c:pt idx="23947">
                  <c:v>0</c:v>
                </c:pt>
                <c:pt idx="23948">
                  <c:v>0</c:v>
                </c:pt>
                <c:pt idx="23949">
                  <c:v>0</c:v>
                </c:pt>
                <c:pt idx="23950">
                  <c:v>0</c:v>
                </c:pt>
                <c:pt idx="23951">
                  <c:v>0</c:v>
                </c:pt>
                <c:pt idx="23952">
                  <c:v>0</c:v>
                </c:pt>
                <c:pt idx="23953">
                  <c:v>0</c:v>
                </c:pt>
                <c:pt idx="23954">
                  <c:v>0</c:v>
                </c:pt>
                <c:pt idx="23955">
                  <c:v>0</c:v>
                </c:pt>
                <c:pt idx="23956">
                  <c:v>0</c:v>
                </c:pt>
                <c:pt idx="23957">
                  <c:v>0</c:v>
                </c:pt>
                <c:pt idx="23958">
                  <c:v>0</c:v>
                </c:pt>
                <c:pt idx="23959">
                  <c:v>0</c:v>
                </c:pt>
                <c:pt idx="23960">
                  <c:v>0</c:v>
                </c:pt>
                <c:pt idx="23961">
                  <c:v>0</c:v>
                </c:pt>
                <c:pt idx="23962">
                  <c:v>0</c:v>
                </c:pt>
                <c:pt idx="23963">
                  <c:v>0</c:v>
                </c:pt>
                <c:pt idx="23964">
                  <c:v>0</c:v>
                </c:pt>
                <c:pt idx="23965">
                  <c:v>0</c:v>
                </c:pt>
                <c:pt idx="23966">
                  <c:v>0</c:v>
                </c:pt>
                <c:pt idx="23967">
                  <c:v>0</c:v>
                </c:pt>
                <c:pt idx="23968">
                  <c:v>0</c:v>
                </c:pt>
                <c:pt idx="23969">
                  <c:v>0</c:v>
                </c:pt>
                <c:pt idx="23970">
                  <c:v>0</c:v>
                </c:pt>
                <c:pt idx="23971">
                  <c:v>0</c:v>
                </c:pt>
                <c:pt idx="23972">
                  <c:v>0</c:v>
                </c:pt>
                <c:pt idx="23973">
                  <c:v>0</c:v>
                </c:pt>
                <c:pt idx="23974">
                  <c:v>0</c:v>
                </c:pt>
                <c:pt idx="23975">
                  <c:v>0</c:v>
                </c:pt>
                <c:pt idx="23976">
                  <c:v>0</c:v>
                </c:pt>
                <c:pt idx="23977">
                  <c:v>0</c:v>
                </c:pt>
                <c:pt idx="23978">
                  <c:v>0</c:v>
                </c:pt>
                <c:pt idx="23979">
                  <c:v>0</c:v>
                </c:pt>
                <c:pt idx="23980">
                  <c:v>0</c:v>
                </c:pt>
                <c:pt idx="23981">
                  <c:v>0</c:v>
                </c:pt>
                <c:pt idx="23982">
                  <c:v>0</c:v>
                </c:pt>
                <c:pt idx="23983">
                  <c:v>0</c:v>
                </c:pt>
                <c:pt idx="23984">
                  <c:v>0</c:v>
                </c:pt>
                <c:pt idx="23985">
                  <c:v>0</c:v>
                </c:pt>
                <c:pt idx="23986">
                  <c:v>0</c:v>
                </c:pt>
                <c:pt idx="23987">
                  <c:v>0</c:v>
                </c:pt>
                <c:pt idx="23988">
                  <c:v>0</c:v>
                </c:pt>
                <c:pt idx="23989">
                  <c:v>0</c:v>
                </c:pt>
                <c:pt idx="23990">
                  <c:v>0</c:v>
                </c:pt>
                <c:pt idx="23991">
                  <c:v>0</c:v>
                </c:pt>
                <c:pt idx="23992">
                  <c:v>0</c:v>
                </c:pt>
                <c:pt idx="23993">
                  <c:v>0</c:v>
                </c:pt>
                <c:pt idx="23994">
                  <c:v>0</c:v>
                </c:pt>
                <c:pt idx="23995">
                  <c:v>0</c:v>
                </c:pt>
                <c:pt idx="23996">
                  <c:v>0</c:v>
                </c:pt>
                <c:pt idx="23997">
                  <c:v>0</c:v>
                </c:pt>
                <c:pt idx="23998">
                  <c:v>0</c:v>
                </c:pt>
                <c:pt idx="23999">
                  <c:v>0</c:v>
                </c:pt>
                <c:pt idx="24000">
                  <c:v>0</c:v>
                </c:pt>
                <c:pt idx="24001">
                  <c:v>0</c:v>
                </c:pt>
                <c:pt idx="24002">
                  <c:v>0</c:v>
                </c:pt>
                <c:pt idx="24003">
                  <c:v>0</c:v>
                </c:pt>
                <c:pt idx="24004">
                  <c:v>0</c:v>
                </c:pt>
                <c:pt idx="24005">
                  <c:v>0</c:v>
                </c:pt>
                <c:pt idx="24006">
                  <c:v>0</c:v>
                </c:pt>
                <c:pt idx="24007">
                  <c:v>0</c:v>
                </c:pt>
                <c:pt idx="24008">
                  <c:v>0</c:v>
                </c:pt>
                <c:pt idx="24009">
                  <c:v>0</c:v>
                </c:pt>
                <c:pt idx="24010">
                  <c:v>0</c:v>
                </c:pt>
                <c:pt idx="24011">
                  <c:v>0</c:v>
                </c:pt>
                <c:pt idx="24012">
                  <c:v>0</c:v>
                </c:pt>
                <c:pt idx="24013">
                  <c:v>0</c:v>
                </c:pt>
                <c:pt idx="24014">
                  <c:v>0</c:v>
                </c:pt>
                <c:pt idx="24015">
                  <c:v>0</c:v>
                </c:pt>
                <c:pt idx="24016">
                  <c:v>0</c:v>
                </c:pt>
                <c:pt idx="24017">
                  <c:v>0</c:v>
                </c:pt>
                <c:pt idx="24018">
                  <c:v>0</c:v>
                </c:pt>
                <c:pt idx="24019">
                  <c:v>0</c:v>
                </c:pt>
                <c:pt idx="24020">
                  <c:v>0</c:v>
                </c:pt>
                <c:pt idx="24021">
                  <c:v>0</c:v>
                </c:pt>
                <c:pt idx="24022">
                  <c:v>0</c:v>
                </c:pt>
                <c:pt idx="24023">
                  <c:v>0</c:v>
                </c:pt>
                <c:pt idx="24024">
                  <c:v>0</c:v>
                </c:pt>
                <c:pt idx="24025">
                  <c:v>0</c:v>
                </c:pt>
                <c:pt idx="24026">
                  <c:v>0</c:v>
                </c:pt>
                <c:pt idx="24027">
                  <c:v>0</c:v>
                </c:pt>
                <c:pt idx="24028">
                  <c:v>0</c:v>
                </c:pt>
                <c:pt idx="24029">
                  <c:v>0</c:v>
                </c:pt>
                <c:pt idx="24030">
                  <c:v>0</c:v>
                </c:pt>
                <c:pt idx="24031">
                  <c:v>0</c:v>
                </c:pt>
                <c:pt idx="24032">
                  <c:v>0</c:v>
                </c:pt>
                <c:pt idx="24033">
                  <c:v>0</c:v>
                </c:pt>
                <c:pt idx="24034">
                  <c:v>0</c:v>
                </c:pt>
                <c:pt idx="24035">
                  <c:v>0</c:v>
                </c:pt>
                <c:pt idx="24036">
                  <c:v>0</c:v>
                </c:pt>
                <c:pt idx="24037">
                  <c:v>0</c:v>
                </c:pt>
                <c:pt idx="24038">
                  <c:v>0</c:v>
                </c:pt>
                <c:pt idx="24039">
                  <c:v>0</c:v>
                </c:pt>
                <c:pt idx="24040">
                  <c:v>0</c:v>
                </c:pt>
                <c:pt idx="24041">
                  <c:v>0</c:v>
                </c:pt>
                <c:pt idx="24042">
                  <c:v>0</c:v>
                </c:pt>
                <c:pt idx="24043">
                  <c:v>0</c:v>
                </c:pt>
                <c:pt idx="24044">
                  <c:v>0</c:v>
                </c:pt>
                <c:pt idx="24045">
                  <c:v>0</c:v>
                </c:pt>
                <c:pt idx="24046">
                  <c:v>0</c:v>
                </c:pt>
                <c:pt idx="24047">
                  <c:v>0</c:v>
                </c:pt>
                <c:pt idx="24048">
                  <c:v>0</c:v>
                </c:pt>
                <c:pt idx="24049">
                  <c:v>0</c:v>
                </c:pt>
                <c:pt idx="24050">
                  <c:v>0</c:v>
                </c:pt>
                <c:pt idx="24051">
                  <c:v>0</c:v>
                </c:pt>
                <c:pt idx="24052">
                  <c:v>0</c:v>
                </c:pt>
                <c:pt idx="24053">
                  <c:v>0</c:v>
                </c:pt>
                <c:pt idx="24054">
                  <c:v>0</c:v>
                </c:pt>
                <c:pt idx="24055">
                  <c:v>0</c:v>
                </c:pt>
                <c:pt idx="24056">
                  <c:v>0</c:v>
                </c:pt>
                <c:pt idx="24057">
                  <c:v>0</c:v>
                </c:pt>
                <c:pt idx="24058">
                  <c:v>0</c:v>
                </c:pt>
                <c:pt idx="24059">
                  <c:v>0</c:v>
                </c:pt>
                <c:pt idx="24060">
                  <c:v>0</c:v>
                </c:pt>
                <c:pt idx="24061">
                  <c:v>0</c:v>
                </c:pt>
                <c:pt idx="24062">
                  <c:v>0</c:v>
                </c:pt>
                <c:pt idx="24063">
                  <c:v>0</c:v>
                </c:pt>
                <c:pt idx="24064">
                  <c:v>0</c:v>
                </c:pt>
                <c:pt idx="24065">
                  <c:v>0</c:v>
                </c:pt>
                <c:pt idx="24066">
                  <c:v>0</c:v>
                </c:pt>
                <c:pt idx="24067">
                  <c:v>0</c:v>
                </c:pt>
                <c:pt idx="24068">
                  <c:v>0</c:v>
                </c:pt>
                <c:pt idx="24069">
                  <c:v>0</c:v>
                </c:pt>
                <c:pt idx="24070">
                  <c:v>0</c:v>
                </c:pt>
                <c:pt idx="24071">
                  <c:v>0</c:v>
                </c:pt>
                <c:pt idx="24072">
                  <c:v>0</c:v>
                </c:pt>
                <c:pt idx="24073">
                  <c:v>0</c:v>
                </c:pt>
                <c:pt idx="24074">
                  <c:v>0</c:v>
                </c:pt>
                <c:pt idx="24075">
                  <c:v>0</c:v>
                </c:pt>
                <c:pt idx="24076">
                  <c:v>0</c:v>
                </c:pt>
                <c:pt idx="24077">
                  <c:v>0</c:v>
                </c:pt>
                <c:pt idx="24078">
                  <c:v>0</c:v>
                </c:pt>
                <c:pt idx="24079">
                  <c:v>0</c:v>
                </c:pt>
                <c:pt idx="24080">
                  <c:v>0</c:v>
                </c:pt>
                <c:pt idx="24081">
                  <c:v>0</c:v>
                </c:pt>
                <c:pt idx="24082">
                  <c:v>0</c:v>
                </c:pt>
                <c:pt idx="24083">
                  <c:v>0</c:v>
                </c:pt>
                <c:pt idx="24084">
                  <c:v>0</c:v>
                </c:pt>
                <c:pt idx="24085">
                  <c:v>0</c:v>
                </c:pt>
                <c:pt idx="24086">
                  <c:v>0</c:v>
                </c:pt>
                <c:pt idx="24087">
                  <c:v>0</c:v>
                </c:pt>
                <c:pt idx="24088">
                  <c:v>0</c:v>
                </c:pt>
                <c:pt idx="24089">
                  <c:v>0</c:v>
                </c:pt>
                <c:pt idx="24090">
                  <c:v>0</c:v>
                </c:pt>
                <c:pt idx="24091">
                  <c:v>0</c:v>
                </c:pt>
                <c:pt idx="24092">
                  <c:v>0</c:v>
                </c:pt>
                <c:pt idx="24093">
                  <c:v>0</c:v>
                </c:pt>
                <c:pt idx="24094">
                  <c:v>0</c:v>
                </c:pt>
                <c:pt idx="24095">
                  <c:v>0</c:v>
                </c:pt>
                <c:pt idx="24096">
                  <c:v>0</c:v>
                </c:pt>
                <c:pt idx="24097">
                  <c:v>0</c:v>
                </c:pt>
                <c:pt idx="24098">
                  <c:v>0</c:v>
                </c:pt>
                <c:pt idx="24099">
                  <c:v>0</c:v>
                </c:pt>
                <c:pt idx="24100">
                  <c:v>0</c:v>
                </c:pt>
                <c:pt idx="24101">
                  <c:v>0</c:v>
                </c:pt>
                <c:pt idx="24102">
                  <c:v>0</c:v>
                </c:pt>
                <c:pt idx="24103">
                  <c:v>0</c:v>
                </c:pt>
                <c:pt idx="24104">
                  <c:v>0</c:v>
                </c:pt>
                <c:pt idx="24105">
                  <c:v>0</c:v>
                </c:pt>
                <c:pt idx="24106">
                  <c:v>0</c:v>
                </c:pt>
                <c:pt idx="24107">
                  <c:v>0</c:v>
                </c:pt>
                <c:pt idx="24108">
                  <c:v>0</c:v>
                </c:pt>
                <c:pt idx="24109">
                  <c:v>0</c:v>
                </c:pt>
                <c:pt idx="24110">
                  <c:v>0</c:v>
                </c:pt>
                <c:pt idx="24111">
                  <c:v>0</c:v>
                </c:pt>
                <c:pt idx="24112">
                  <c:v>0</c:v>
                </c:pt>
                <c:pt idx="24113">
                  <c:v>0</c:v>
                </c:pt>
                <c:pt idx="24114">
                  <c:v>0</c:v>
                </c:pt>
                <c:pt idx="24115">
                  <c:v>0</c:v>
                </c:pt>
                <c:pt idx="24116">
                  <c:v>0</c:v>
                </c:pt>
                <c:pt idx="24117">
                  <c:v>0</c:v>
                </c:pt>
                <c:pt idx="24118">
                  <c:v>0</c:v>
                </c:pt>
                <c:pt idx="24119">
                  <c:v>0</c:v>
                </c:pt>
                <c:pt idx="24120">
                  <c:v>0</c:v>
                </c:pt>
                <c:pt idx="24121">
                  <c:v>0</c:v>
                </c:pt>
                <c:pt idx="24122">
                  <c:v>0</c:v>
                </c:pt>
                <c:pt idx="24123">
                  <c:v>0</c:v>
                </c:pt>
                <c:pt idx="24124">
                  <c:v>0</c:v>
                </c:pt>
                <c:pt idx="24125">
                  <c:v>0</c:v>
                </c:pt>
                <c:pt idx="24126">
                  <c:v>0</c:v>
                </c:pt>
                <c:pt idx="24127">
                  <c:v>0</c:v>
                </c:pt>
                <c:pt idx="24128">
                  <c:v>0</c:v>
                </c:pt>
                <c:pt idx="24129">
                  <c:v>0</c:v>
                </c:pt>
                <c:pt idx="24130">
                  <c:v>0</c:v>
                </c:pt>
                <c:pt idx="24131">
                  <c:v>0</c:v>
                </c:pt>
                <c:pt idx="24132">
                  <c:v>0</c:v>
                </c:pt>
                <c:pt idx="24133">
                  <c:v>0</c:v>
                </c:pt>
                <c:pt idx="24134">
                  <c:v>0</c:v>
                </c:pt>
                <c:pt idx="24135">
                  <c:v>0</c:v>
                </c:pt>
                <c:pt idx="24136">
                  <c:v>0</c:v>
                </c:pt>
                <c:pt idx="24137">
                  <c:v>0</c:v>
                </c:pt>
                <c:pt idx="24138">
                  <c:v>0</c:v>
                </c:pt>
                <c:pt idx="24139">
                  <c:v>0</c:v>
                </c:pt>
                <c:pt idx="24140">
                  <c:v>0</c:v>
                </c:pt>
                <c:pt idx="24141">
                  <c:v>0</c:v>
                </c:pt>
                <c:pt idx="24142">
                  <c:v>0</c:v>
                </c:pt>
                <c:pt idx="24143">
                  <c:v>0</c:v>
                </c:pt>
                <c:pt idx="24144">
                  <c:v>0</c:v>
                </c:pt>
                <c:pt idx="24145">
                  <c:v>0</c:v>
                </c:pt>
                <c:pt idx="24146">
                  <c:v>0</c:v>
                </c:pt>
                <c:pt idx="24147">
                  <c:v>0</c:v>
                </c:pt>
                <c:pt idx="24148">
                  <c:v>0</c:v>
                </c:pt>
                <c:pt idx="24149">
                  <c:v>0</c:v>
                </c:pt>
                <c:pt idx="24150">
                  <c:v>0</c:v>
                </c:pt>
                <c:pt idx="24151">
                  <c:v>0</c:v>
                </c:pt>
                <c:pt idx="24152">
                  <c:v>0</c:v>
                </c:pt>
                <c:pt idx="24153">
                  <c:v>0</c:v>
                </c:pt>
                <c:pt idx="24154">
                  <c:v>0</c:v>
                </c:pt>
                <c:pt idx="24155">
                  <c:v>0</c:v>
                </c:pt>
                <c:pt idx="24156">
                  <c:v>0</c:v>
                </c:pt>
                <c:pt idx="24157">
                  <c:v>0</c:v>
                </c:pt>
                <c:pt idx="24158">
                  <c:v>0</c:v>
                </c:pt>
                <c:pt idx="24159">
                  <c:v>0</c:v>
                </c:pt>
                <c:pt idx="24160">
                  <c:v>0</c:v>
                </c:pt>
                <c:pt idx="24161">
                  <c:v>0</c:v>
                </c:pt>
                <c:pt idx="24162">
                  <c:v>0</c:v>
                </c:pt>
                <c:pt idx="24163">
                  <c:v>0</c:v>
                </c:pt>
                <c:pt idx="24164">
                  <c:v>0</c:v>
                </c:pt>
                <c:pt idx="24165">
                  <c:v>0</c:v>
                </c:pt>
                <c:pt idx="24166">
                  <c:v>0</c:v>
                </c:pt>
                <c:pt idx="24167">
                  <c:v>0</c:v>
                </c:pt>
                <c:pt idx="24168">
                  <c:v>0</c:v>
                </c:pt>
                <c:pt idx="24169">
                  <c:v>0</c:v>
                </c:pt>
                <c:pt idx="24170">
                  <c:v>0</c:v>
                </c:pt>
                <c:pt idx="24171">
                  <c:v>0</c:v>
                </c:pt>
                <c:pt idx="24172">
                  <c:v>0</c:v>
                </c:pt>
                <c:pt idx="24173">
                  <c:v>0</c:v>
                </c:pt>
                <c:pt idx="24174">
                  <c:v>0</c:v>
                </c:pt>
                <c:pt idx="24175">
                  <c:v>0</c:v>
                </c:pt>
                <c:pt idx="24176">
                  <c:v>0</c:v>
                </c:pt>
                <c:pt idx="24177">
                  <c:v>0</c:v>
                </c:pt>
                <c:pt idx="24178">
                  <c:v>0</c:v>
                </c:pt>
                <c:pt idx="24179">
                  <c:v>0</c:v>
                </c:pt>
                <c:pt idx="24180">
                  <c:v>0</c:v>
                </c:pt>
                <c:pt idx="24181">
                  <c:v>0</c:v>
                </c:pt>
                <c:pt idx="24182">
                  <c:v>0</c:v>
                </c:pt>
                <c:pt idx="24183">
                  <c:v>0</c:v>
                </c:pt>
                <c:pt idx="24184">
                  <c:v>0</c:v>
                </c:pt>
                <c:pt idx="24185">
                  <c:v>0</c:v>
                </c:pt>
                <c:pt idx="24186">
                  <c:v>0</c:v>
                </c:pt>
                <c:pt idx="24187">
                  <c:v>0</c:v>
                </c:pt>
                <c:pt idx="24188">
                  <c:v>0</c:v>
                </c:pt>
                <c:pt idx="24189">
                  <c:v>0</c:v>
                </c:pt>
                <c:pt idx="24190">
                  <c:v>0</c:v>
                </c:pt>
                <c:pt idx="24191">
                  <c:v>0</c:v>
                </c:pt>
                <c:pt idx="24192">
                  <c:v>0</c:v>
                </c:pt>
                <c:pt idx="24193">
                  <c:v>0</c:v>
                </c:pt>
                <c:pt idx="24194">
                  <c:v>0</c:v>
                </c:pt>
                <c:pt idx="24195">
                  <c:v>0</c:v>
                </c:pt>
                <c:pt idx="24196">
                  <c:v>0</c:v>
                </c:pt>
                <c:pt idx="24197">
                  <c:v>0</c:v>
                </c:pt>
                <c:pt idx="24198">
                  <c:v>0</c:v>
                </c:pt>
                <c:pt idx="24199">
                  <c:v>0</c:v>
                </c:pt>
                <c:pt idx="24200">
                  <c:v>0</c:v>
                </c:pt>
                <c:pt idx="24201">
                  <c:v>0</c:v>
                </c:pt>
                <c:pt idx="24202">
                  <c:v>0</c:v>
                </c:pt>
                <c:pt idx="24203">
                  <c:v>0</c:v>
                </c:pt>
                <c:pt idx="24204">
                  <c:v>0</c:v>
                </c:pt>
                <c:pt idx="24205">
                  <c:v>0</c:v>
                </c:pt>
                <c:pt idx="24206">
                  <c:v>0</c:v>
                </c:pt>
                <c:pt idx="24207">
                  <c:v>0</c:v>
                </c:pt>
                <c:pt idx="24208">
                  <c:v>0</c:v>
                </c:pt>
                <c:pt idx="24209">
                  <c:v>0</c:v>
                </c:pt>
                <c:pt idx="24210">
                  <c:v>0</c:v>
                </c:pt>
                <c:pt idx="24211">
                  <c:v>0</c:v>
                </c:pt>
                <c:pt idx="24212">
                  <c:v>0</c:v>
                </c:pt>
                <c:pt idx="24213">
                  <c:v>0</c:v>
                </c:pt>
                <c:pt idx="24214">
                  <c:v>0</c:v>
                </c:pt>
                <c:pt idx="24215">
                  <c:v>0</c:v>
                </c:pt>
                <c:pt idx="24216">
                  <c:v>0</c:v>
                </c:pt>
                <c:pt idx="24217">
                  <c:v>0</c:v>
                </c:pt>
                <c:pt idx="24218">
                  <c:v>0</c:v>
                </c:pt>
                <c:pt idx="24219">
                  <c:v>0</c:v>
                </c:pt>
                <c:pt idx="24220">
                  <c:v>0</c:v>
                </c:pt>
                <c:pt idx="24221">
                  <c:v>0</c:v>
                </c:pt>
                <c:pt idx="24222">
                  <c:v>0</c:v>
                </c:pt>
                <c:pt idx="24223">
                  <c:v>0</c:v>
                </c:pt>
                <c:pt idx="24224">
                  <c:v>0</c:v>
                </c:pt>
                <c:pt idx="24225">
                  <c:v>0</c:v>
                </c:pt>
                <c:pt idx="24226">
                  <c:v>0</c:v>
                </c:pt>
                <c:pt idx="24227">
                  <c:v>0</c:v>
                </c:pt>
                <c:pt idx="24228">
                  <c:v>0</c:v>
                </c:pt>
                <c:pt idx="24229">
                  <c:v>0</c:v>
                </c:pt>
                <c:pt idx="24230">
                  <c:v>0</c:v>
                </c:pt>
                <c:pt idx="24231">
                  <c:v>0</c:v>
                </c:pt>
                <c:pt idx="24232">
                  <c:v>0</c:v>
                </c:pt>
                <c:pt idx="24233">
                  <c:v>0</c:v>
                </c:pt>
                <c:pt idx="24234">
                  <c:v>0</c:v>
                </c:pt>
                <c:pt idx="24235">
                  <c:v>0</c:v>
                </c:pt>
                <c:pt idx="24236">
                  <c:v>0</c:v>
                </c:pt>
                <c:pt idx="24237">
                  <c:v>0</c:v>
                </c:pt>
                <c:pt idx="24238">
                  <c:v>0</c:v>
                </c:pt>
                <c:pt idx="24239">
                  <c:v>0</c:v>
                </c:pt>
                <c:pt idx="24240">
                  <c:v>0</c:v>
                </c:pt>
                <c:pt idx="24241">
                  <c:v>0</c:v>
                </c:pt>
                <c:pt idx="24242">
                  <c:v>0</c:v>
                </c:pt>
                <c:pt idx="24243">
                  <c:v>0</c:v>
                </c:pt>
                <c:pt idx="24244">
                  <c:v>0</c:v>
                </c:pt>
                <c:pt idx="24245">
                  <c:v>0</c:v>
                </c:pt>
                <c:pt idx="24246">
                  <c:v>0</c:v>
                </c:pt>
                <c:pt idx="24247">
                  <c:v>0</c:v>
                </c:pt>
                <c:pt idx="24248">
                  <c:v>0</c:v>
                </c:pt>
                <c:pt idx="24249">
                  <c:v>0</c:v>
                </c:pt>
                <c:pt idx="24250">
                  <c:v>0</c:v>
                </c:pt>
                <c:pt idx="24251">
                  <c:v>0</c:v>
                </c:pt>
                <c:pt idx="24252">
                  <c:v>0</c:v>
                </c:pt>
                <c:pt idx="24253">
                  <c:v>0</c:v>
                </c:pt>
                <c:pt idx="24254">
                  <c:v>0</c:v>
                </c:pt>
                <c:pt idx="24255">
                  <c:v>0</c:v>
                </c:pt>
                <c:pt idx="24256">
                  <c:v>0</c:v>
                </c:pt>
                <c:pt idx="24257">
                  <c:v>0</c:v>
                </c:pt>
                <c:pt idx="24258">
                  <c:v>0</c:v>
                </c:pt>
                <c:pt idx="24259">
                  <c:v>0</c:v>
                </c:pt>
                <c:pt idx="24260">
                  <c:v>0</c:v>
                </c:pt>
                <c:pt idx="24261">
                  <c:v>0</c:v>
                </c:pt>
                <c:pt idx="24262">
                  <c:v>0</c:v>
                </c:pt>
                <c:pt idx="24263">
                  <c:v>0</c:v>
                </c:pt>
                <c:pt idx="24264">
                  <c:v>0</c:v>
                </c:pt>
                <c:pt idx="24265">
                  <c:v>0</c:v>
                </c:pt>
                <c:pt idx="24266">
                  <c:v>0</c:v>
                </c:pt>
                <c:pt idx="24267">
                  <c:v>0</c:v>
                </c:pt>
                <c:pt idx="24268">
                  <c:v>0</c:v>
                </c:pt>
                <c:pt idx="24269">
                  <c:v>0</c:v>
                </c:pt>
                <c:pt idx="24270">
                  <c:v>0</c:v>
                </c:pt>
                <c:pt idx="24271">
                  <c:v>0</c:v>
                </c:pt>
                <c:pt idx="24272">
                  <c:v>0</c:v>
                </c:pt>
                <c:pt idx="24273">
                  <c:v>0</c:v>
                </c:pt>
                <c:pt idx="24274">
                  <c:v>0</c:v>
                </c:pt>
                <c:pt idx="24275">
                  <c:v>0</c:v>
                </c:pt>
                <c:pt idx="24276">
                  <c:v>0</c:v>
                </c:pt>
                <c:pt idx="24277">
                  <c:v>0</c:v>
                </c:pt>
                <c:pt idx="24278">
                  <c:v>0</c:v>
                </c:pt>
                <c:pt idx="24279">
                  <c:v>0</c:v>
                </c:pt>
                <c:pt idx="24280">
                  <c:v>0</c:v>
                </c:pt>
                <c:pt idx="24281">
                  <c:v>0</c:v>
                </c:pt>
                <c:pt idx="24282">
                  <c:v>0</c:v>
                </c:pt>
                <c:pt idx="24283">
                  <c:v>0</c:v>
                </c:pt>
                <c:pt idx="24284">
                  <c:v>0</c:v>
                </c:pt>
                <c:pt idx="24285">
                  <c:v>0</c:v>
                </c:pt>
                <c:pt idx="24286">
                  <c:v>0</c:v>
                </c:pt>
                <c:pt idx="24287">
                  <c:v>0</c:v>
                </c:pt>
                <c:pt idx="24288">
                  <c:v>0</c:v>
                </c:pt>
                <c:pt idx="24289">
                  <c:v>0</c:v>
                </c:pt>
                <c:pt idx="24290">
                  <c:v>0</c:v>
                </c:pt>
                <c:pt idx="24291">
                  <c:v>0</c:v>
                </c:pt>
                <c:pt idx="24292">
                  <c:v>0</c:v>
                </c:pt>
                <c:pt idx="24293">
                  <c:v>0</c:v>
                </c:pt>
                <c:pt idx="24294">
                  <c:v>0</c:v>
                </c:pt>
                <c:pt idx="24295">
                  <c:v>0</c:v>
                </c:pt>
                <c:pt idx="24296">
                  <c:v>0</c:v>
                </c:pt>
                <c:pt idx="24297">
                  <c:v>0</c:v>
                </c:pt>
                <c:pt idx="24298">
                  <c:v>0</c:v>
                </c:pt>
                <c:pt idx="24299">
                  <c:v>0</c:v>
                </c:pt>
                <c:pt idx="24300">
                  <c:v>0</c:v>
                </c:pt>
                <c:pt idx="24301">
                  <c:v>0</c:v>
                </c:pt>
                <c:pt idx="24302">
                  <c:v>0</c:v>
                </c:pt>
                <c:pt idx="24303">
                  <c:v>0</c:v>
                </c:pt>
                <c:pt idx="24304">
                  <c:v>0</c:v>
                </c:pt>
                <c:pt idx="24305">
                  <c:v>0</c:v>
                </c:pt>
                <c:pt idx="24306">
                  <c:v>0</c:v>
                </c:pt>
                <c:pt idx="24307">
                  <c:v>0</c:v>
                </c:pt>
                <c:pt idx="24308">
                  <c:v>0</c:v>
                </c:pt>
                <c:pt idx="24309">
                  <c:v>0</c:v>
                </c:pt>
                <c:pt idx="24310">
                  <c:v>0</c:v>
                </c:pt>
                <c:pt idx="24311">
                  <c:v>0</c:v>
                </c:pt>
                <c:pt idx="24312">
                  <c:v>0</c:v>
                </c:pt>
                <c:pt idx="24313">
                  <c:v>0</c:v>
                </c:pt>
                <c:pt idx="24314">
                  <c:v>0</c:v>
                </c:pt>
                <c:pt idx="24315">
                  <c:v>0</c:v>
                </c:pt>
                <c:pt idx="24316">
                  <c:v>0</c:v>
                </c:pt>
                <c:pt idx="24317">
                  <c:v>0</c:v>
                </c:pt>
                <c:pt idx="24318">
                  <c:v>0</c:v>
                </c:pt>
                <c:pt idx="24319">
                  <c:v>0</c:v>
                </c:pt>
                <c:pt idx="24320">
                  <c:v>0</c:v>
                </c:pt>
                <c:pt idx="24321">
                  <c:v>0</c:v>
                </c:pt>
                <c:pt idx="24322">
                  <c:v>0</c:v>
                </c:pt>
                <c:pt idx="24323">
                  <c:v>0</c:v>
                </c:pt>
                <c:pt idx="24324">
                  <c:v>0</c:v>
                </c:pt>
                <c:pt idx="24325">
                  <c:v>0</c:v>
                </c:pt>
                <c:pt idx="24326">
                  <c:v>0</c:v>
                </c:pt>
                <c:pt idx="24327">
                  <c:v>0</c:v>
                </c:pt>
                <c:pt idx="24328">
                  <c:v>0</c:v>
                </c:pt>
                <c:pt idx="24329">
                  <c:v>0</c:v>
                </c:pt>
                <c:pt idx="24330">
                  <c:v>0</c:v>
                </c:pt>
                <c:pt idx="24331">
                  <c:v>0</c:v>
                </c:pt>
                <c:pt idx="24332">
                  <c:v>0</c:v>
                </c:pt>
                <c:pt idx="24333">
                  <c:v>0</c:v>
                </c:pt>
                <c:pt idx="24334">
                  <c:v>0</c:v>
                </c:pt>
                <c:pt idx="24335">
                  <c:v>0</c:v>
                </c:pt>
                <c:pt idx="24336">
                  <c:v>0</c:v>
                </c:pt>
                <c:pt idx="24337">
                  <c:v>0</c:v>
                </c:pt>
                <c:pt idx="24338">
                  <c:v>0</c:v>
                </c:pt>
                <c:pt idx="24339">
                  <c:v>0</c:v>
                </c:pt>
                <c:pt idx="24340">
                  <c:v>0</c:v>
                </c:pt>
                <c:pt idx="24341">
                  <c:v>0</c:v>
                </c:pt>
                <c:pt idx="24342">
                  <c:v>0</c:v>
                </c:pt>
                <c:pt idx="24343">
                  <c:v>0</c:v>
                </c:pt>
                <c:pt idx="24344">
                  <c:v>0</c:v>
                </c:pt>
                <c:pt idx="24345">
                  <c:v>0</c:v>
                </c:pt>
                <c:pt idx="24346">
                  <c:v>0</c:v>
                </c:pt>
                <c:pt idx="24347">
                  <c:v>0</c:v>
                </c:pt>
                <c:pt idx="24348">
                  <c:v>0</c:v>
                </c:pt>
                <c:pt idx="24349">
                  <c:v>0</c:v>
                </c:pt>
                <c:pt idx="24350">
                  <c:v>0</c:v>
                </c:pt>
                <c:pt idx="24351">
                  <c:v>0</c:v>
                </c:pt>
                <c:pt idx="24352">
                  <c:v>0</c:v>
                </c:pt>
                <c:pt idx="24353">
                  <c:v>0</c:v>
                </c:pt>
                <c:pt idx="24354">
                  <c:v>0</c:v>
                </c:pt>
                <c:pt idx="24355">
                  <c:v>0</c:v>
                </c:pt>
                <c:pt idx="24356">
                  <c:v>0</c:v>
                </c:pt>
                <c:pt idx="24357">
                  <c:v>0</c:v>
                </c:pt>
                <c:pt idx="24358">
                  <c:v>0</c:v>
                </c:pt>
                <c:pt idx="24359">
                  <c:v>0</c:v>
                </c:pt>
                <c:pt idx="24360">
                  <c:v>0</c:v>
                </c:pt>
                <c:pt idx="24361">
                  <c:v>0</c:v>
                </c:pt>
                <c:pt idx="24362">
                  <c:v>0</c:v>
                </c:pt>
                <c:pt idx="24363">
                  <c:v>0</c:v>
                </c:pt>
                <c:pt idx="24364">
                  <c:v>0</c:v>
                </c:pt>
                <c:pt idx="24365">
                  <c:v>0</c:v>
                </c:pt>
                <c:pt idx="24366">
                  <c:v>0</c:v>
                </c:pt>
                <c:pt idx="24367">
                  <c:v>0</c:v>
                </c:pt>
                <c:pt idx="24368">
                  <c:v>0</c:v>
                </c:pt>
                <c:pt idx="24369">
                  <c:v>0</c:v>
                </c:pt>
                <c:pt idx="24370">
                  <c:v>0</c:v>
                </c:pt>
                <c:pt idx="24371">
                  <c:v>0</c:v>
                </c:pt>
                <c:pt idx="24372">
                  <c:v>0</c:v>
                </c:pt>
                <c:pt idx="24373">
                  <c:v>0</c:v>
                </c:pt>
                <c:pt idx="24374">
                  <c:v>0</c:v>
                </c:pt>
                <c:pt idx="24375">
                  <c:v>0</c:v>
                </c:pt>
                <c:pt idx="24376">
                  <c:v>0</c:v>
                </c:pt>
                <c:pt idx="24377">
                  <c:v>0</c:v>
                </c:pt>
                <c:pt idx="24378">
                  <c:v>0</c:v>
                </c:pt>
                <c:pt idx="24379">
                  <c:v>0</c:v>
                </c:pt>
                <c:pt idx="24380">
                  <c:v>0</c:v>
                </c:pt>
                <c:pt idx="24381">
                  <c:v>0</c:v>
                </c:pt>
                <c:pt idx="24382">
                  <c:v>0</c:v>
                </c:pt>
                <c:pt idx="24383">
                  <c:v>0</c:v>
                </c:pt>
                <c:pt idx="24384">
                  <c:v>0</c:v>
                </c:pt>
                <c:pt idx="24385">
                  <c:v>0</c:v>
                </c:pt>
                <c:pt idx="24386">
                  <c:v>0</c:v>
                </c:pt>
                <c:pt idx="24387">
                  <c:v>0</c:v>
                </c:pt>
                <c:pt idx="24388">
                  <c:v>0</c:v>
                </c:pt>
                <c:pt idx="24389">
                  <c:v>0</c:v>
                </c:pt>
                <c:pt idx="24390">
                  <c:v>0</c:v>
                </c:pt>
                <c:pt idx="24391">
                  <c:v>0</c:v>
                </c:pt>
                <c:pt idx="24392">
                  <c:v>0</c:v>
                </c:pt>
                <c:pt idx="24393">
                  <c:v>0</c:v>
                </c:pt>
                <c:pt idx="24394">
                  <c:v>0</c:v>
                </c:pt>
                <c:pt idx="24395">
                  <c:v>0</c:v>
                </c:pt>
                <c:pt idx="24396">
                  <c:v>0</c:v>
                </c:pt>
                <c:pt idx="24397">
                  <c:v>0</c:v>
                </c:pt>
                <c:pt idx="24398">
                  <c:v>0</c:v>
                </c:pt>
                <c:pt idx="24399">
                  <c:v>0</c:v>
                </c:pt>
                <c:pt idx="24400">
                  <c:v>0</c:v>
                </c:pt>
                <c:pt idx="24401">
                  <c:v>0</c:v>
                </c:pt>
                <c:pt idx="24402">
                  <c:v>0</c:v>
                </c:pt>
                <c:pt idx="24403">
                  <c:v>0</c:v>
                </c:pt>
                <c:pt idx="24404">
                  <c:v>0</c:v>
                </c:pt>
                <c:pt idx="24405">
                  <c:v>0</c:v>
                </c:pt>
                <c:pt idx="24406">
                  <c:v>0</c:v>
                </c:pt>
                <c:pt idx="24407">
                  <c:v>0</c:v>
                </c:pt>
                <c:pt idx="24408">
                  <c:v>0</c:v>
                </c:pt>
                <c:pt idx="24409">
                  <c:v>0</c:v>
                </c:pt>
                <c:pt idx="24410">
                  <c:v>0</c:v>
                </c:pt>
                <c:pt idx="24411">
                  <c:v>0</c:v>
                </c:pt>
                <c:pt idx="24412">
                  <c:v>0</c:v>
                </c:pt>
                <c:pt idx="24413">
                  <c:v>0</c:v>
                </c:pt>
                <c:pt idx="24414">
                  <c:v>0</c:v>
                </c:pt>
                <c:pt idx="24415">
                  <c:v>0</c:v>
                </c:pt>
                <c:pt idx="24416">
                  <c:v>0</c:v>
                </c:pt>
                <c:pt idx="24417">
                  <c:v>0</c:v>
                </c:pt>
                <c:pt idx="24418">
                  <c:v>0</c:v>
                </c:pt>
                <c:pt idx="24419">
                  <c:v>0</c:v>
                </c:pt>
                <c:pt idx="24420">
                  <c:v>0</c:v>
                </c:pt>
                <c:pt idx="24421">
                  <c:v>0</c:v>
                </c:pt>
                <c:pt idx="24422">
                  <c:v>0</c:v>
                </c:pt>
                <c:pt idx="24423">
                  <c:v>0</c:v>
                </c:pt>
                <c:pt idx="24424">
                  <c:v>0</c:v>
                </c:pt>
                <c:pt idx="24425">
                  <c:v>0</c:v>
                </c:pt>
                <c:pt idx="24426">
                  <c:v>0</c:v>
                </c:pt>
                <c:pt idx="24427">
                  <c:v>0</c:v>
                </c:pt>
                <c:pt idx="24428">
                  <c:v>0</c:v>
                </c:pt>
                <c:pt idx="24429">
                  <c:v>0</c:v>
                </c:pt>
                <c:pt idx="24430">
                  <c:v>0</c:v>
                </c:pt>
                <c:pt idx="24431">
                  <c:v>0</c:v>
                </c:pt>
                <c:pt idx="24432">
                  <c:v>0</c:v>
                </c:pt>
                <c:pt idx="24433">
                  <c:v>0</c:v>
                </c:pt>
                <c:pt idx="24434">
                  <c:v>0</c:v>
                </c:pt>
                <c:pt idx="24435">
                  <c:v>0</c:v>
                </c:pt>
                <c:pt idx="24436">
                  <c:v>0</c:v>
                </c:pt>
                <c:pt idx="24437">
                  <c:v>0</c:v>
                </c:pt>
                <c:pt idx="24438">
                  <c:v>0</c:v>
                </c:pt>
                <c:pt idx="24439">
                  <c:v>0</c:v>
                </c:pt>
                <c:pt idx="24440">
                  <c:v>0</c:v>
                </c:pt>
                <c:pt idx="24441">
                  <c:v>0</c:v>
                </c:pt>
                <c:pt idx="24442">
                  <c:v>0</c:v>
                </c:pt>
                <c:pt idx="24443">
                  <c:v>0</c:v>
                </c:pt>
                <c:pt idx="24444">
                  <c:v>0</c:v>
                </c:pt>
                <c:pt idx="24445">
                  <c:v>0</c:v>
                </c:pt>
                <c:pt idx="24446">
                  <c:v>0</c:v>
                </c:pt>
                <c:pt idx="24447">
                  <c:v>0</c:v>
                </c:pt>
                <c:pt idx="24448">
                  <c:v>0</c:v>
                </c:pt>
                <c:pt idx="24449">
                  <c:v>0</c:v>
                </c:pt>
                <c:pt idx="24450">
                  <c:v>0</c:v>
                </c:pt>
                <c:pt idx="24451">
                  <c:v>0</c:v>
                </c:pt>
                <c:pt idx="24452">
                  <c:v>0</c:v>
                </c:pt>
                <c:pt idx="24453">
                  <c:v>0</c:v>
                </c:pt>
                <c:pt idx="24454">
                  <c:v>0</c:v>
                </c:pt>
                <c:pt idx="24455">
                  <c:v>0</c:v>
                </c:pt>
                <c:pt idx="24456">
                  <c:v>0</c:v>
                </c:pt>
                <c:pt idx="24457">
                  <c:v>0</c:v>
                </c:pt>
                <c:pt idx="24458">
                  <c:v>0</c:v>
                </c:pt>
                <c:pt idx="24459">
                  <c:v>0</c:v>
                </c:pt>
                <c:pt idx="24460">
                  <c:v>0</c:v>
                </c:pt>
                <c:pt idx="24461">
                  <c:v>0</c:v>
                </c:pt>
                <c:pt idx="24462">
                  <c:v>0</c:v>
                </c:pt>
                <c:pt idx="24463">
                  <c:v>0</c:v>
                </c:pt>
                <c:pt idx="24464">
                  <c:v>0</c:v>
                </c:pt>
                <c:pt idx="24465">
                  <c:v>0</c:v>
                </c:pt>
                <c:pt idx="24466">
                  <c:v>0</c:v>
                </c:pt>
                <c:pt idx="24467">
                  <c:v>0</c:v>
                </c:pt>
                <c:pt idx="24468">
                  <c:v>0</c:v>
                </c:pt>
                <c:pt idx="24469">
                  <c:v>0</c:v>
                </c:pt>
                <c:pt idx="24470">
                  <c:v>0</c:v>
                </c:pt>
                <c:pt idx="24471">
                  <c:v>0</c:v>
                </c:pt>
                <c:pt idx="24472">
                  <c:v>0</c:v>
                </c:pt>
                <c:pt idx="24473">
                  <c:v>0</c:v>
                </c:pt>
                <c:pt idx="24474">
                  <c:v>0</c:v>
                </c:pt>
                <c:pt idx="24475">
                  <c:v>0</c:v>
                </c:pt>
                <c:pt idx="24476">
                  <c:v>0</c:v>
                </c:pt>
                <c:pt idx="24477">
                  <c:v>0</c:v>
                </c:pt>
                <c:pt idx="24478">
                  <c:v>0</c:v>
                </c:pt>
                <c:pt idx="24479">
                  <c:v>0</c:v>
                </c:pt>
                <c:pt idx="24480">
                  <c:v>0</c:v>
                </c:pt>
                <c:pt idx="24481">
                  <c:v>0</c:v>
                </c:pt>
                <c:pt idx="24482">
                  <c:v>0</c:v>
                </c:pt>
                <c:pt idx="24483">
                  <c:v>0</c:v>
                </c:pt>
                <c:pt idx="24484">
                  <c:v>0</c:v>
                </c:pt>
                <c:pt idx="24485">
                  <c:v>0</c:v>
                </c:pt>
                <c:pt idx="24486">
                  <c:v>0</c:v>
                </c:pt>
                <c:pt idx="24487">
                  <c:v>0</c:v>
                </c:pt>
                <c:pt idx="24488">
                  <c:v>0</c:v>
                </c:pt>
                <c:pt idx="24489">
                  <c:v>0</c:v>
                </c:pt>
                <c:pt idx="24490">
                  <c:v>0</c:v>
                </c:pt>
                <c:pt idx="24491">
                  <c:v>0</c:v>
                </c:pt>
                <c:pt idx="24492">
                  <c:v>0</c:v>
                </c:pt>
                <c:pt idx="24493">
                  <c:v>0</c:v>
                </c:pt>
                <c:pt idx="24494">
                  <c:v>0</c:v>
                </c:pt>
                <c:pt idx="24495">
                  <c:v>0</c:v>
                </c:pt>
                <c:pt idx="24496">
                  <c:v>0</c:v>
                </c:pt>
                <c:pt idx="24497">
                  <c:v>0</c:v>
                </c:pt>
                <c:pt idx="24498">
                  <c:v>0</c:v>
                </c:pt>
                <c:pt idx="24499">
                  <c:v>0</c:v>
                </c:pt>
                <c:pt idx="24500">
                  <c:v>0</c:v>
                </c:pt>
                <c:pt idx="24501">
                  <c:v>0</c:v>
                </c:pt>
                <c:pt idx="24502">
                  <c:v>0</c:v>
                </c:pt>
                <c:pt idx="24503">
                  <c:v>0</c:v>
                </c:pt>
                <c:pt idx="24504">
                  <c:v>0</c:v>
                </c:pt>
                <c:pt idx="24505">
                  <c:v>0</c:v>
                </c:pt>
                <c:pt idx="24506">
                  <c:v>0</c:v>
                </c:pt>
                <c:pt idx="24507">
                  <c:v>0</c:v>
                </c:pt>
                <c:pt idx="24508">
                  <c:v>0</c:v>
                </c:pt>
                <c:pt idx="24509">
                  <c:v>0</c:v>
                </c:pt>
                <c:pt idx="24510">
                  <c:v>0</c:v>
                </c:pt>
                <c:pt idx="24511">
                  <c:v>0</c:v>
                </c:pt>
                <c:pt idx="24512">
                  <c:v>0</c:v>
                </c:pt>
                <c:pt idx="24513">
                  <c:v>0</c:v>
                </c:pt>
                <c:pt idx="24514">
                  <c:v>0</c:v>
                </c:pt>
                <c:pt idx="24515">
                  <c:v>0</c:v>
                </c:pt>
                <c:pt idx="24516">
                  <c:v>0</c:v>
                </c:pt>
                <c:pt idx="24517">
                  <c:v>0</c:v>
                </c:pt>
                <c:pt idx="24518">
                  <c:v>0</c:v>
                </c:pt>
                <c:pt idx="24519">
                  <c:v>0</c:v>
                </c:pt>
                <c:pt idx="24520">
                  <c:v>0</c:v>
                </c:pt>
                <c:pt idx="24521">
                  <c:v>0</c:v>
                </c:pt>
                <c:pt idx="24522">
                  <c:v>0</c:v>
                </c:pt>
                <c:pt idx="24523">
                  <c:v>0</c:v>
                </c:pt>
                <c:pt idx="24524">
                  <c:v>0</c:v>
                </c:pt>
                <c:pt idx="24525">
                  <c:v>0</c:v>
                </c:pt>
                <c:pt idx="24526">
                  <c:v>0</c:v>
                </c:pt>
                <c:pt idx="24527">
                  <c:v>0</c:v>
                </c:pt>
                <c:pt idx="24528">
                  <c:v>0</c:v>
                </c:pt>
                <c:pt idx="24529">
                  <c:v>0</c:v>
                </c:pt>
                <c:pt idx="24530">
                  <c:v>0</c:v>
                </c:pt>
                <c:pt idx="24531">
                  <c:v>0</c:v>
                </c:pt>
                <c:pt idx="24532">
                  <c:v>0</c:v>
                </c:pt>
                <c:pt idx="24533">
                  <c:v>0</c:v>
                </c:pt>
                <c:pt idx="24534">
                  <c:v>0</c:v>
                </c:pt>
                <c:pt idx="24535">
                  <c:v>0</c:v>
                </c:pt>
                <c:pt idx="24536">
                  <c:v>0</c:v>
                </c:pt>
                <c:pt idx="24537">
                  <c:v>0</c:v>
                </c:pt>
                <c:pt idx="24538">
                  <c:v>0</c:v>
                </c:pt>
                <c:pt idx="24539">
                  <c:v>0</c:v>
                </c:pt>
                <c:pt idx="24540">
                  <c:v>0</c:v>
                </c:pt>
                <c:pt idx="24541">
                  <c:v>0</c:v>
                </c:pt>
                <c:pt idx="24542">
                  <c:v>0</c:v>
                </c:pt>
                <c:pt idx="24543">
                  <c:v>0</c:v>
                </c:pt>
                <c:pt idx="24544">
                  <c:v>0</c:v>
                </c:pt>
                <c:pt idx="24545">
                  <c:v>0</c:v>
                </c:pt>
                <c:pt idx="24546">
                  <c:v>0</c:v>
                </c:pt>
                <c:pt idx="24547">
                  <c:v>0</c:v>
                </c:pt>
                <c:pt idx="24548">
                  <c:v>0</c:v>
                </c:pt>
                <c:pt idx="24549">
                  <c:v>0</c:v>
                </c:pt>
                <c:pt idx="24550">
                  <c:v>0</c:v>
                </c:pt>
                <c:pt idx="24551">
                  <c:v>0</c:v>
                </c:pt>
                <c:pt idx="24552">
                  <c:v>0</c:v>
                </c:pt>
                <c:pt idx="24553">
                  <c:v>0</c:v>
                </c:pt>
                <c:pt idx="24554">
                  <c:v>0</c:v>
                </c:pt>
                <c:pt idx="24555">
                  <c:v>0</c:v>
                </c:pt>
                <c:pt idx="24556">
                  <c:v>0</c:v>
                </c:pt>
                <c:pt idx="24557">
                  <c:v>0</c:v>
                </c:pt>
                <c:pt idx="24558">
                  <c:v>0</c:v>
                </c:pt>
                <c:pt idx="24559">
                  <c:v>0</c:v>
                </c:pt>
                <c:pt idx="24560">
                  <c:v>0</c:v>
                </c:pt>
                <c:pt idx="24561">
                  <c:v>0</c:v>
                </c:pt>
                <c:pt idx="24562">
                  <c:v>0</c:v>
                </c:pt>
                <c:pt idx="24563">
                  <c:v>0</c:v>
                </c:pt>
                <c:pt idx="24564">
                  <c:v>0</c:v>
                </c:pt>
                <c:pt idx="24565">
                  <c:v>0</c:v>
                </c:pt>
                <c:pt idx="24566">
                  <c:v>0</c:v>
                </c:pt>
                <c:pt idx="24567">
                  <c:v>0</c:v>
                </c:pt>
                <c:pt idx="24568">
                  <c:v>0</c:v>
                </c:pt>
                <c:pt idx="24569">
                  <c:v>0</c:v>
                </c:pt>
                <c:pt idx="24570">
                  <c:v>0</c:v>
                </c:pt>
                <c:pt idx="24571">
                  <c:v>0</c:v>
                </c:pt>
                <c:pt idx="24572">
                  <c:v>0</c:v>
                </c:pt>
                <c:pt idx="24573">
                  <c:v>0</c:v>
                </c:pt>
                <c:pt idx="24574">
                  <c:v>0</c:v>
                </c:pt>
                <c:pt idx="24575">
                  <c:v>0</c:v>
                </c:pt>
                <c:pt idx="24576">
                  <c:v>0</c:v>
                </c:pt>
                <c:pt idx="24577">
                  <c:v>0</c:v>
                </c:pt>
                <c:pt idx="24578">
                  <c:v>0</c:v>
                </c:pt>
                <c:pt idx="24579">
                  <c:v>0</c:v>
                </c:pt>
                <c:pt idx="24580">
                  <c:v>0</c:v>
                </c:pt>
                <c:pt idx="24581">
                  <c:v>0</c:v>
                </c:pt>
                <c:pt idx="24582">
                  <c:v>0</c:v>
                </c:pt>
                <c:pt idx="24583">
                  <c:v>0</c:v>
                </c:pt>
                <c:pt idx="24584">
                  <c:v>0</c:v>
                </c:pt>
                <c:pt idx="24585">
                  <c:v>0</c:v>
                </c:pt>
                <c:pt idx="24586">
                  <c:v>0</c:v>
                </c:pt>
                <c:pt idx="24587">
                  <c:v>0</c:v>
                </c:pt>
                <c:pt idx="24588">
                  <c:v>0</c:v>
                </c:pt>
                <c:pt idx="24589">
                  <c:v>0</c:v>
                </c:pt>
                <c:pt idx="24590">
                  <c:v>0</c:v>
                </c:pt>
                <c:pt idx="24591">
                  <c:v>0</c:v>
                </c:pt>
                <c:pt idx="24592">
                  <c:v>0</c:v>
                </c:pt>
                <c:pt idx="24593">
                  <c:v>0</c:v>
                </c:pt>
                <c:pt idx="24594">
                  <c:v>0</c:v>
                </c:pt>
                <c:pt idx="24595">
                  <c:v>0</c:v>
                </c:pt>
                <c:pt idx="24596">
                  <c:v>0</c:v>
                </c:pt>
                <c:pt idx="24597">
                  <c:v>0</c:v>
                </c:pt>
                <c:pt idx="24598">
                  <c:v>0</c:v>
                </c:pt>
                <c:pt idx="24599">
                  <c:v>0</c:v>
                </c:pt>
                <c:pt idx="24600">
                  <c:v>0</c:v>
                </c:pt>
                <c:pt idx="24601">
                  <c:v>0</c:v>
                </c:pt>
                <c:pt idx="24602">
                  <c:v>0</c:v>
                </c:pt>
                <c:pt idx="24603">
                  <c:v>0</c:v>
                </c:pt>
                <c:pt idx="24604">
                  <c:v>0</c:v>
                </c:pt>
                <c:pt idx="24605">
                  <c:v>0</c:v>
                </c:pt>
                <c:pt idx="24606">
                  <c:v>0</c:v>
                </c:pt>
                <c:pt idx="24607">
                  <c:v>0</c:v>
                </c:pt>
                <c:pt idx="24608">
                  <c:v>0</c:v>
                </c:pt>
                <c:pt idx="24609">
                  <c:v>0</c:v>
                </c:pt>
                <c:pt idx="24610">
                  <c:v>0</c:v>
                </c:pt>
                <c:pt idx="24611">
                  <c:v>0</c:v>
                </c:pt>
                <c:pt idx="24612">
                  <c:v>0</c:v>
                </c:pt>
                <c:pt idx="24613">
                  <c:v>0</c:v>
                </c:pt>
                <c:pt idx="24614">
                  <c:v>0</c:v>
                </c:pt>
                <c:pt idx="24615">
                  <c:v>0</c:v>
                </c:pt>
                <c:pt idx="24616">
                  <c:v>0</c:v>
                </c:pt>
                <c:pt idx="24617">
                  <c:v>0</c:v>
                </c:pt>
                <c:pt idx="24618">
                  <c:v>0</c:v>
                </c:pt>
                <c:pt idx="24619">
                  <c:v>0</c:v>
                </c:pt>
                <c:pt idx="24620">
                  <c:v>0</c:v>
                </c:pt>
                <c:pt idx="24621">
                  <c:v>0</c:v>
                </c:pt>
                <c:pt idx="24622">
                  <c:v>0</c:v>
                </c:pt>
                <c:pt idx="24623">
                  <c:v>0</c:v>
                </c:pt>
                <c:pt idx="24624">
                  <c:v>0</c:v>
                </c:pt>
                <c:pt idx="24625">
                  <c:v>0</c:v>
                </c:pt>
                <c:pt idx="24626">
                  <c:v>0</c:v>
                </c:pt>
                <c:pt idx="24627">
                  <c:v>0</c:v>
                </c:pt>
                <c:pt idx="24628">
                  <c:v>0</c:v>
                </c:pt>
                <c:pt idx="24629">
                  <c:v>0</c:v>
                </c:pt>
                <c:pt idx="24630">
                  <c:v>0</c:v>
                </c:pt>
                <c:pt idx="24631">
                  <c:v>0</c:v>
                </c:pt>
                <c:pt idx="24632">
                  <c:v>0</c:v>
                </c:pt>
                <c:pt idx="24633">
                  <c:v>0</c:v>
                </c:pt>
                <c:pt idx="24634">
                  <c:v>0</c:v>
                </c:pt>
                <c:pt idx="24635">
                  <c:v>0</c:v>
                </c:pt>
                <c:pt idx="24636">
                  <c:v>0</c:v>
                </c:pt>
                <c:pt idx="24637">
                  <c:v>0</c:v>
                </c:pt>
                <c:pt idx="24638">
                  <c:v>0</c:v>
                </c:pt>
                <c:pt idx="24639">
                  <c:v>0</c:v>
                </c:pt>
                <c:pt idx="24640">
                  <c:v>0</c:v>
                </c:pt>
                <c:pt idx="24641">
                  <c:v>0</c:v>
                </c:pt>
                <c:pt idx="24642">
                  <c:v>0</c:v>
                </c:pt>
                <c:pt idx="24643">
                  <c:v>0</c:v>
                </c:pt>
                <c:pt idx="24644">
                  <c:v>0</c:v>
                </c:pt>
                <c:pt idx="24645">
                  <c:v>0</c:v>
                </c:pt>
                <c:pt idx="24646">
                  <c:v>0</c:v>
                </c:pt>
                <c:pt idx="24647">
                  <c:v>0</c:v>
                </c:pt>
                <c:pt idx="24648">
                  <c:v>0</c:v>
                </c:pt>
                <c:pt idx="24649">
                  <c:v>0</c:v>
                </c:pt>
                <c:pt idx="24650">
                  <c:v>0</c:v>
                </c:pt>
                <c:pt idx="24651">
                  <c:v>0</c:v>
                </c:pt>
                <c:pt idx="24652">
                  <c:v>0</c:v>
                </c:pt>
                <c:pt idx="24653">
                  <c:v>0</c:v>
                </c:pt>
                <c:pt idx="24654">
                  <c:v>0</c:v>
                </c:pt>
                <c:pt idx="24655">
                  <c:v>0</c:v>
                </c:pt>
                <c:pt idx="24656">
                  <c:v>0</c:v>
                </c:pt>
                <c:pt idx="24657">
                  <c:v>0</c:v>
                </c:pt>
                <c:pt idx="24658">
                  <c:v>0</c:v>
                </c:pt>
                <c:pt idx="24659">
                  <c:v>0</c:v>
                </c:pt>
                <c:pt idx="24660">
                  <c:v>0</c:v>
                </c:pt>
                <c:pt idx="24661">
                  <c:v>0</c:v>
                </c:pt>
                <c:pt idx="24662">
                  <c:v>0</c:v>
                </c:pt>
                <c:pt idx="24663">
                  <c:v>0</c:v>
                </c:pt>
                <c:pt idx="24664">
                  <c:v>0</c:v>
                </c:pt>
                <c:pt idx="24665">
                  <c:v>0</c:v>
                </c:pt>
                <c:pt idx="24666">
                  <c:v>0</c:v>
                </c:pt>
                <c:pt idx="24667">
                  <c:v>0</c:v>
                </c:pt>
                <c:pt idx="24668">
                  <c:v>0</c:v>
                </c:pt>
                <c:pt idx="24669">
                  <c:v>0</c:v>
                </c:pt>
                <c:pt idx="24670">
                  <c:v>0</c:v>
                </c:pt>
                <c:pt idx="24671">
                  <c:v>0</c:v>
                </c:pt>
                <c:pt idx="24672">
                  <c:v>0</c:v>
                </c:pt>
                <c:pt idx="24673">
                  <c:v>0</c:v>
                </c:pt>
                <c:pt idx="24674">
                  <c:v>0</c:v>
                </c:pt>
                <c:pt idx="24675">
                  <c:v>0</c:v>
                </c:pt>
                <c:pt idx="24676">
                  <c:v>0</c:v>
                </c:pt>
                <c:pt idx="24677">
                  <c:v>0</c:v>
                </c:pt>
                <c:pt idx="24678">
                  <c:v>0</c:v>
                </c:pt>
                <c:pt idx="24679">
                  <c:v>0</c:v>
                </c:pt>
                <c:pt idx="24680">
                  <c:v>0</c:v>
                </c:pt>
                <c:pt idx="24681">
                  <c:v>0</c:v>
                </c:pt>
                <c:pt idx="24682">
                  <c:v>0</c:v>
                </c:pt>
                <c:pt idx="24683">
                  <c:v>0</c:v>
                </c:pt>
                <c:pt idx="24684">
                  <c:v>0</c:v>
                </c:pt>
                <c:pt idx="24685">
                  <c:v>0</c:v>
                </c:pt>
                <c:pt idx="24686">
                  <c:v>0</c:v>
                </c:pt>
                <c:pt idx="24687">
                  <c:v>0</c:v>
                </c:pt>
                <c:pt idx="24688">
                  <c:v>0</c:v>
                </c:pt>
                <c:pt idx="24689">
                  <c:v>0</c:v>
                </c:pt>
                <c:pt idx="24690">
                  <c:v>0</c:v>
                </c:pt>
                <c:pt idx="24691">
                  <c:v>0</c:v>
                </c:pt>
                <c:pt idx="24692">
                  <c:v>0</c:v>
                </c:pt>
                <c:pt idx="24693">
                  <c:v>0</c:v>
                </c:pt>
                <c:pt idx="24694">
                  <c:v>0</c:v>
                </c:pt>
                <c:pt idx="24695">
                  <c:v>0</c:v>
                </c:pt>
                <c:pt idx="24696">
                  <c:v>0</c:v>
                </c:pt>
                <c:pt idx="24697">
                  <c:v>0</c:v>
                </c:pt>
                <c:pt idx="24698">
                  <c:v>0</c:v>
                </c:pt>
                <c:pt idx="24699">
                  <c:v>0</c:v>
                </c:pt>
                <c:pt idx="24700">
                  <c:v>0</c:v>
                </c:pt>
                <c:pt idx="24701">
                  <c:v>0</c:v>
                </c:pt>
                <c:pt idx="24702">
                  <c:v>0</c:v>
                </c:pt>
                <c:pt idx="24703">
                  <c:v>0</c:v>
                </c:pt>
                <c:pt idx="24704">
                  <c:v>0</c:v>
                </c:pt>
                <c:pt idx="24705">
                  <c:v>0</c:v>
                </c:pt>
                <c:pt idx="24706">
                  <c:v>0</c:v>
                </c:pt>
                <c:pt idx="24707">
                  <c:v>0</c:v>
                </c:pt>
                <c:pt idx="24708">
                  <c:v>0</c:v>
                </c:pt>
                <c:pt idx="24709">
                  <c:v>0</c:v>
                </c:pt>
                <c:pt idx="24710">
                  <c:v>0</c:v>
                </c:pt>
                <c:pt idx="24711">
                  <c:v>0</c:v>
                </c:pt>
                <c:pt idx="24712">
                  <c:v>0</c:v>
                </c:pt>
                <c:pt idx="24713">
                  <c:v>0</c:v>
                </c:pt>
                <c:pt idx="24714">
                  <c:v>0</c:v>
                </c:pt>
                <c:pt idx="24715">
                  <c:v>0</c:v>
                </c:pt>
                <c:pt idx="24716">
                  <c:v>0</c:v>
                </c:pt>
                <c:pt idx="24717">
                  <c:v>0</c:v>
                </c:pt>
                <c:pt idx="24718">
                  <c:v>0</c:v>
                </c:pt>
                <c:pt idx="24719">
                  <c:v>0</c:v>
                </c:pt>
                <c:pt idx="24720">
                  <c:v>0</c:v>
                </c:pt>
                <c:pt idx="24721">
                  <c:v>0</c:v>
                </c:pt>
                <c:pt idx="24722">
                  <c:v>0</c:v>
                </c:pt>
                <c:pt idx="24723">
                  <c:v>0</c:v>
                </c:pt>
                <c:pt idx="24724">
                  <c:v>0</c:v>
                </c:pt>
                <c:pt idx="24725">
                  <c:v>0</c:v>
                </c:pt>
                <c:pt idx="24726">
                  <c:v>0</c:v>
                </c:pt>
                <c:pt idx="24727">
                  <c:v>0</c:v>
                </c:pt>
                <c:pt idx="24728">
                  <c:v>0</c:v>
                </c:pt>
                <c:pt idx="24729">
                  <c:v>0</c:v>
                </c:pt>
                <c:pt idx="24730">
                  <c:v>0</c:v>
                </c:pt>
                <c:pt idx="24731">
                  <c:v>0</c:v>
                </c:pt>
                <c:pt idx="24732">
                  <c:v>0</c:v>
                </c:pt>
                <c:pt idx="24733">
                  <c:v>0</c:v>
                </c:pt>
                <c:pt idx="24734">
                  <c:v>0</c:v>
                </c:pt>
                <c:pt idx="24735">
                  <c:v>0</c:v>
                </c:pt>
                <c:pt idx="24736">
                  <c:v>0</c:v>
                </c:pt>
                <c:pt idx="24737">
                  <c:v>0</c:v>
                </c:pt>
                <c:pt idx="24738">
                  <c:v>0</c:v>
                </c:pt>
                <c:pt idx="24739">
                  <c:v>0</c:v>
                </c:pt>
                <c:pt idx="24740">
                  <c:v>0</c:v>
                </c:pt>
                <c:pt idx="24741">
                  <c:v>0</c:v>
                </c:pt>
                <c:pt idx="24742">
                  <c:v>0</c:v>
                </c:pt>
                <c:pt idx="24743">
                  <c:v>0</c:v>
                </c:pt>
                <c:pt idx="24744">
                  <c:v>0</c:v>
                </c:pt>
                <c:pt idx="24745">
                  <c:v>0</c:v>
                </c:pt>
                <c:pt idx="24746">
                  <c:v>0</c:v>
                </c:pt>
                <c:pt idx="24747">
                  <c:v>0</c:v>
                </c:pt>
                <c:pt idx="24748">
                  <c:v>0</c:v>
                </c:pt>
                <c:pt idx="24749">
                  <c:v>0</c:v>
                </c:pt>
                <c:pt idx="24750">
                  <c:v>0</c:v>
                </c:pt>
                <c:pt idx="24751">
                  <c:v>0</c:v>
                </c:pt>
                <c:pt idx="24752">
                  <c:v>0</c:v>
                </c:pt>
                <c:pt idx="24753">
                  <c:v>0</c:v>
                </c:pt>
                <c:pt idx="24754">
                  <c:v>0</c:v>
                </c:pt>
                <c:pt idx="24755">
                  <c:v>0</c:v>
                </c:pt>
                <c:pt idx="24756">
                  <c:v>0</c:v>
                </c:pt>
                <c:pt idx="24757">
                  <c:v>0</c:v>
                </c:pt>
                <c:pt idx="24758">
                  <c:v>0</c:v>
                </c:pt>
                <c:pt idx="24759">
                  <c:v>0</c:v>
                </c:pt>
                <c:pt idx="24760">
                  <c:v>0</c:v>
                </c:pt>
                <c:pt idx="24761">
                  <c:v>0</c:v>
                </c:pt>
                <c:pt idx="24762">
                  <c:v>0</c:v>
                </c:pt>
                <c:pt idx="24763">
                  <c:v>0</c:v>
                </c:pt>
                <c:pt idx="24764">
                  <c:v>0</c:v>
                </c:pt>
                <c:pt idx="24765">
                  <c:v>0</c:v>
                </c:pt>
                <c:pt idx="24766">
                  <c:v>0</c:v>
                </c:pt>
                <c:pt idx="24767">
                  <c:v>0</c:v>
                </c:pt>
                <c:pt idx="24768">
                  <c:v>0</c:v>
                </c:pt>
                <c:pt idx="24769">
                  <c:v>0</c:v>
                </c:pt>
                <c:pt idx="24770">
                  <c:v>0</c:v>
                </c:pt>
                <c:pt idx="24771">
                  <c:v>0</c:v>
                </c:pt>
                <c:pt idx="24772">
                  <c:v>0</c:v>
                </c:pt>
                <c:pt idx="24773">
                  <c:v>0</c:v>
                </c:pt>
                <c:pt idx="24774">
                  <c:v>0</c:v>
                </c:pt>
                <c:pt idx="24775">
                  <c:v>0</c:v>
                </c:pt>
                <c:pt idx="24776">
                  <c:v>0</c:v>
                </c:pt>
                <c:pt idx="24777">
                  <c:v>0</c:v>
                </c:pt>
                <c:pt idx="24778">
                  <c:v>0</c:v>
                </c:pt>
                <c:pt idx="24779">
                  <c:v>0</c:v>
                </c:pt>
                <c:pt idx="24780">
                  <c:v>0</c:v>
                </c:pt>
                <c:pt idx="24781">
                  <c:v>0</c:v>
                </c:pt>
                <c:pt idx="24782">
                  <c:v>0</c:v>
                </c:pt>
                <c:pt idx="24783">
                  <c:v>0</c:v>
                </c:pt>
                <c:pt idx="24784">
                  <c:v>0</c:v>
                </c:pt>
                <c:pt idx="24785">
                  <c:v>0</c:v>
                </c:pt>
                <c:pt idx="24786">
                  <c:v>0</c:v>
                </c:pt>
                <c:pt idx="24787">
                  <c:v>0</c:v>
                </c:pt>
                <c:pt idx="24788">
                  <c:v>0</c:v>
                </c:pt>
                <c:pt idx="24789">
                  <c:v>0</c:v>
                </c:pt>
                <c:pt idx="24790">
                  <c:v>0</c:v>
                </c:pt>
                <c:pt idx="24791">
                  <c:v>0</c:v>
                </c:pt>
                <c:pt idx="24792">
                  <c:v>0</c:v>
                </c:pt>
                <c:pt idx="24793">
                  <c:v>0</c:v>
                </c:pt>
                <c:pt idx="24794">
                  <c:v>0</c:v>
                </c:pt>
                <c:pt idx="24795">
                  <c:v>0</c:v>
                </c:pt>
                <c:pt idx="24796">
                  <c:v>0</c:v>
                </c:pt>
                <c:pt idx="24797">
                  <c:v>0</c:v>
                </c:pt>
                <c:pt idx="24798">
                  <c:v>0</c:v>
                </c:pt>
                <c:pt idx="24799">
                  <c:v>0</c:v>
                </c:pt>
                <c:pt idx="24800">
                  <c:v>0</c:v>
                </c:pt>
                <c:pt idx="24801">
                  <c:v>0</c:v>
                </c:pt>
                <c:pt idx="24802">
                  <c:v>0</c:v>
                </c:pt>
                <c:pt idx="24803">
                  <c:v>0</c:v>
                </c:pt>
                <c:pt idx="24804">
                  <c:v>0</c:v>
                </c:pt>
                <c:pt idx="24805">
                  <c:v>0</c:v>
                </c:pt>
                <c:pt idx="24806">
                  <c:v>0</c:v>
                </c:pt>
                <c:pt idx="24807">
                  <c:v>0</c:v>
                </c:pt>
                <c:pt idx="24808">
                  <c:v>0</c:v>
                </c:pt>
                <c:pt idx="24809">
                  <c:v>0</c:v>
                </c:pt>
                <c:pt idx="24810">
                  <c:v>0</c:v>
                </c:pt>
                <c:pt idx="24811">
                  <c:v>0</c:v>
                </c:pt>
                <c:pt idx="24812">
                  <c:v>0</c:v>
                </c:pt>
                <c:pt idx="24813">
                  <c:v>0</c:v>
                </c:pt>
                <c:pt idx="24814">
                  <c:v>0</c:v>
                </c:pt>
                <c:pt idx="24815">
                  <c:v>0</c:v>
                </c:pt>
                <c:pt idx="24816">
                  <c:v>0</c:v>
                </c:pt>
                <c:pt idx="24817">
                  <c:v>0</c:v>
                </c:pt>
                <c:pt idx="24818">
                  <c:v>0</c:v>
                </c:pt>
                <c:pt idx="24819">
                  <c:v>0</c:v>
                </c:pt>
                <c:pt idx="24820">
                  <c:v>0</c:v>
                </c:pt>
                <c:pt idx="24821">
                  <c:v>0</c:v>
                </c:pt>
                <c:pt idx="24822">
                  <c:v>0</c:v>
                </c:pt>
                <c:pt idx="24823">
                  <c:v>0</c:v>
                </c:pt>
                <c:pt idx="24824">
                  <c:v>0</c:v>
                </c:pt>
                <c:pt idx="24825">
                  <c:v>0</c:v>
                </c:pt>
                <c:pt idx="24826">
                  <c:v>0</c:v>
                </c:pt>
                <c:pt idx="24827">
                  <c:v>0</c:v>
                </c:pt>
                <c:pt idx="24828">
                  <c:v>0</c:v>
                </c:pt>
                <c:pt idx="24829">
                  <c:v>0</c:v>
                </c:pt>
                <c:pt idx="24830">
                  <c:v>0</c:v>
                </c:pt>
                <c:pt idx="24831">
                  <c:v>0</c:v>
                </c:pt>
                <c:pt idx="24832">
                  <c:v>0</c:v>
                </c:pt>
                <c:pt idx="24833">
                  <c:v>0</c:v>
                </c:pt>
                <c:pt idx="24834">
                  <c:v>0</c:v>
                </c:pt>
                <c:pt idx="24835">
                  <c:v>0</c:v>
                </c:pt>
                <c:pt idx="24836">
                  <c:v>0</c:v>
                </c:pt>
                <c:pt idx="24837">
                  <c:v>0</c:v>
                </c:pt>
                <c:pt idx="24838">
                  <c:v>0</c:v>
                </c:pt>
                <c:pt idx="24839">
                  <c:v>0</c:v>
                </c:pt>
                <c:pt idx="24840">
                  <c:v>0</c:v>
                </c:pt>
                <c:pt idx="24841">
                  <c:v>0</c:v>
                </c:pt>
                <c:pt idx="24842">
                  <c:v>0</c:v>
                </c:pt>
                <c:pt idx="24843">
                  <c:v>0</c:v>
                </c:pt>
                <c:pt idx="24844">
                  <c:v>0</c:v>
                </c:pt>
                <c:pt idx="24845">
                  <c:v>0</c:v>
                </c:pt>
                <c:pt idx="24846">
                  <c:v>0</c:v>
                </c:pt>
                <c:pt idx="24847">
                  <c:v>0</c:v>
                </c:pt>
                <c:pt idx="24848">
                  <c:v>0</c:v>
                </c:pt>
                <c:pt idx="24849">
                  <c:v>0</c:v>
                </c:pt>
                <c:pt idx="24850">
                  <c:v>0</c:v>
                </c:pt>
                <c:pt idx="24851">
                  <c:v>0</c:v>
                </c:pt>
                <c:pt idx="24852">
                  <c:v>0</c:v>
                </c:pt>
                <c:pt idx="24853">
                  <c:v>0</c:v>
                </c:pt>
                <c:pt idx="24854">
                  <c:v>0</c:v>
                </c:pt>
                <c:pt idx="24855">
                  <c:v>0</c:v>
                </c:pt>
                <c:pt idx="24856">
                  <c:v>0</c:v>
                </c:pt>
                <c:pt idx="24857">
                  <c:v>0</c:v>
                </c:pt>
                <c:pt idx="24858">
                  <c:v>0</c:v>
                </c:pt>
                <c:pt idx="24859">
                  <c:v>0</c:v>
                </c:pt>
                <c:pt idx="24860">
                  <c:v>0</c:v>
                </c:pt>
                <c:pt idx="24861">
                  <c:v>0</c:v>
                </c:pt>
                <c:pt idx="24862">
                  <c:v>0</c:v>
                </c:pt>
                <c:pt idx="24863">
                  <c:v>0</c:v>
                </c:pt>
                <c:pt idx="24864">
                  <c:v>0</c:v>
                </c:pt>
                <c:pt idx="24865">
                  <c:v>0</c:v>
                </c:pt>
                <c:pt idx="24866">
                  <c:v>0</c:v>
                </c:pt>
                <c:pt idx="24867">
                  <c:v>0</c:v>
                </c:pt>
                <c:pt idx="24868">
                  <c:v>0</c:v>
                </c:pt>
                <c:pt idx="24869">
                  <c:v>0</c:v>
                </c:pt>
                <c:pt idx="24870">
                  <c:v>0</c:v>
                </c:pt>
                <c:pt idx="24871">
                  <c:v>0</c:v>
                </c:pt>
                <c:pt idx="24872">
                  <c:v>0</c:v>
                </c:pt>
                <c:pt idx="24873">
                  <c:v>0</c:v>
                </c:pt>
                <c:pt idx="24874">
                  <c:v>0</c:v>
                </c:pt>
                <c:pt idx="24875">
                  <c:v>0</c:v>
                </c:pt>
                <c:pt idx="24876">
                  <c:v>0</c:v>
                </c:pt>
                <c:pt idx="24877">
                  <c:v>0</c:v>
                </c:pt>
                <c:pt idx="24878">
                  <c:v>0</c:v>
                </c:pt>
                <c:pt idx="24879">
                  <c:v>0</c:v>
                </c:pt>
                <c:pt idx="24880">
                  <c:v>0</c:v>
                </c:pt>
                <c:pt idx="24881">
                  <c:v>0</c:v>
                </c:pt>
                <c:pt idx="24882">
                  <c:v>0</c:v>
                </c:pt>
                <c:pt idx="24883">
                  <c:v>0</c:v>
                </c:pt>
                <c:pt idx="24884">
                  <c:v>0</c:v>
                </c:pt>
                <c:pt idx="24885">
                  <c:v>0</c:v>
                </c:pt>
                <c:pt idx="24886">
                  <c:v>0</c:v>
                </c:pt>
                <c:pt idx="24887">
                  <c:v>0</c:v>
                </c:pt>
                <c:pt idx="24888">
                  <c:v>0</c:v>
                </c:pt>
                <c:pt idx="24889">
                  <c:v>0</c:v>
                </c:pt>
                <c:pt idx="24890">
                  <c:v>0</c:v>
                </c:pt>
                <c:pt idx="24891">
                  <c:v>0</c:v>
                </c:pt>
                <c:pt idx="24892">
                  <c:v>0</c:v>
                </c:pt>
                <c:pt idx="24893">
                  <c:v>0</c:v>
                </c:pt>
                <c:pt idx="24894">
                  <c:v>0</c:v>
                </c:pt>
                <c:pt idx="24895">
                  <c:v>0</c:v>
                </c:pt>
                <c:pt idx="24896">
                  <c:v>0</c:v>
                </c:pt>
                <c:pt idx="24897">
                  <c:v>0</c:v>
                </c:pt>
                <c:pt idx="24898">
                  <c:v>0</c:v>
                </c:pt>
                <c:pt idx="24899">
                  <c:v>0</c:v>
                </c:pt>
                <c:pt idx="24900">
                  <c:v>0</c:v>
                </c:pt>
                <c:pt idx="24901">
                  <c:v>0</c:v>
                </c:pt>
                <c:pt idx="24902">
                  <c:v>0</c:v>
                </c:pt>
                <c:pt idx="24903">
                  <c:v>0</c:v>
                </c:pt>
                <c:pt idx="24904">
                  <c:v>0</c:v>
                </c:pt>
                <c:pt idx="24905">
                  <c:v>0</c:v>
                </c:pt>
                <c:pt idx="24906">
                  <c:v>0</c:v>
                </c:pt>
                <c:pt idx="24907">
                  <c:v>0</c:v>
                </c:pt>
                <c:pt idx="24908">
                  <c:v>0</c:v>
                </c:pt>
                <c:pt idx="24909">
                  <c:v>0</c:v>
                </c:pt>
                <c:pt idx="24910">
                  <c:v>0</c:v>
                </c:pt>
                <c:pt idx="24911">
                  <c:v>0</c:v>
                </c:pt>
                <c:pt idx="24912">
                  <c:v>0</c:v>
                </c:pt>
                <c:pt idx="24913">
                  <c:v>0</c:v>
                </c:pt>
                <c:pt idx="24914">
                  <c:v>0</c:v>
                </c:pt>
                <c:pt idx="24915">
                  <c:v>0</c:v>
                </c:pt>
                <c:pt idx="24916">
                  <c:v>0</c:v>
                </c:pt>
                <c:pt idx="24917">
                  <c:v>0</c:v>
                </c:pt>
                <c:pt idx="24918">
                  <c:v>0</c:v>
                </c:pt>
                <c:pt idx="24919">
                  <c:v>0</c:v>
                </c:pt>
                <c:pt idx="24920">
                  <c:v>0</c:v>
                </c:pt>
                <c:pt idx="24921">
                  <c:v>0</c:v>
                </c:pt>
                <c:pt idx="24922">
                  <c:v>0</c:v>
                </c:pt>
                <c:pt idx="24923">
                  <c:v>0</c:v>
                </c:pt>
                <c:pt idx="24924">
                  <c:v>0</c:v>
                </c:pt>
                <c:pt idx="24925">
                  <c:v>0</c:v>
                </c:pt>
                <c:pt idx="24926">
                  <c:v>0</c:v>
                </c:pt>
                <c:pt idx="24927">
                  <c:v>0</c:v>
                </c:pt>
                <c:pt idx="24928">
                  <c:v>0</c:v>
                </c:pt>
                <c:pt idx="24929">
                  <c:v>0</c:v>
                </c:pt>
                <c:pt idx="24930">
                  <c:v>0</c:v>
                </c:pt>
                <c:pt idx="24931">
                  <c:v>0</c:v>
                </c:pt>
                <c:pt idx="24932">
                  <c:v>0</c:v>
                </c:pt>
                <c:pt idx="24933">
                  <c:v>0</c:v>
                </c:pt>
                <c:pt idx="24934">
                  <c:v>0</c:v>
                </c:pt>
                <c:pt idx="24935">
                  <c:v>0</c:v>
                </c:pt>
                <c:pt idx="24936">
                  <c:v>0</c:v>
                </c:pt>
                <c:pt idx="24937">
                  <c:v>0</c:v>
                </c:pt>
                <c:pt idx="24938">
                  <c:v>0</c:v>
                </c:pt>
                <c:pt idx="24939">
                  <c:v>0</c:v>
                </c:pt>
                <c:pt idx="24940">
                  <c:v>0</c:v>
                </c:pt>
                <c:pt idx="24941">
                  <c:v>0</c:v>
                </c:pt>
                <c:pt idx="24942">
                  <c:v>0</c:v>
                </c:pt>
                <c:pt idx="24943">
                  <c:v>0</c:v>
                </c:pt>
                <c:pt idx="24944">
                  <c:v>0</c:v>
                </c:pt>
                <c:pt idx="24945">
                  <c:v>0</c:v>
                </c:pt>
                <c:pt idx="24946">
                  <c:v>0</c:v>
                </c:pt>
                <c:pt idx="24947">
                  <c:v>0</c:v>
                </c:pt>
                <c:pt idx="24948">
                  <c:v>0</c:v>
                </c:pt>
                <c:pt idx="24949">
                  <c:v>0</c:v>
                </c:pt>
                <c:pt idx="24950">
                  <c:v>0</c:v>
                </c:pt>
                <c:pt idx="24951">
                  <c:v>0</c:v>
                </c:pt>
                <c:pt idx="24952">
                  <c:v>0</c:v>
                </c:pt>
                <c:pt idx="24953">
                  <c:v>0</c:v>
                </c:pt>
                <c:pt idx="24954">
                  <c:v>0</c:v>
                </c:pt>
                <c:pt idx="24955">
                  <c:v>0</c:v>
                </c:pt>
                <c:pt idx="24956">
                  <c:v>0</c:v>
                </c:pt>
                <c:pt idx="24957">
                  <c:v>0</c:v>
                </c:pt>
                <c:pt idx="24958">
                  <c:v>0</c:v>
                </c:pt>
                <c:pt idx="24959">
                  <c:v>0</c:v>
                </c:pt>
                <c:pt idx="24960">
                  <c:v>0</c:v>
                </c:pt>
                <c:pt idx="24961">
                  <c:v>0</c:v>
                </c:pt>
                <c:pt idx="24962">
                  <c:v>0</c:v>
                </c:pt>
                <c:pt idx="24963">
                  <c:v>0</c:v>
                </c:pt>
                <c:pt idx="24964">
                  <c:v>0</c:v>
                </c:pt>
                <c:pt idx="24965">
                  <c:v>0</c:v>
                </c:pt>
                <c:pt idx="24966">
                  <c:v>0</c:v>
                </c:pt>
                <c:pt idx="24967">
                  <c:v>0</c:v>
                </c:pt>
                <c:pt idx="24968">
                  <c:v>0</c:v>
                </c:pt>
                <c:pt idx="24969">
                  <c:v>0</c:v>
                </c:pt>
                <c:pt idx="24970">
                  <c:v>0</c:v>
                </c:pt>
                <c:pt idx="24971">
                  <c:v>0</c:v>
                </c:pt>
                <c:pt idx="24972">
                  <c:v>0</c:v>
                </c:pt>
                <c:pt idx="24973">
                  <c:v>0</c:v>
                </c:pt>
                <c:pt idx="24974">
                  <c:v>0</c:v>
                </c:pt>
                <c:pt idx="24975">
                  <c:v>0</c:v>
                </c:pt>
                <c:pt idx="24976">
                  <c:v>0</c:v>
                </c:pt>
                <c:pt idx="24977">
                  <c:v>0</c:v>
                </c:pt>
                <c:pt idx="24978">
                  <c:v>0</c:v>
                </c:pt>
                <c:pt idx="24979">
                  <c:v>0</c:v>
                </c:pt>
                <c:pt idx="24980">
                  <c:v>0</c:v>
                </c:pt>
                <c:pt idx="24981">
                  <c:v>0</c:v>
                </c:pt>
                <c:pt idx="24982">
                  <c:v>0</c:v>
                </c:pt>
                <c:pt idx="24983">
                  <c:v>0</c:v>
                </c:pt>
                <c:pt idx="24984">
                  <c:v>0</c:v>
                </c:pt>
                <c:pt idx="24985">
                  <c:v>0</c:v>
                </c:pt>
                <c:pt idx="24986">
                  <c:v>0</c:v>
                </c:pt>
                <c:pt idx="24987">
                  <c:v>0</c:v>
                </c:pt>
                <c:pt idx="24988">
                  <c:v>0</c:v>
                </c:pt>
                <c:pt idx="24989">
                  <c:v>0</c:v>
                </c:pt>
                <c:pt idx="24990">
                  <c:v>0</c:v>
                </c:pt>
                <c:pt idx="24991">
                  <c:v>0</c:v>
                </c:pt>
                <c:pt idx="24992">
                  <c:v>0</c:v>
                </c:pt>
                <c:pt idx="24993">
                  <c:v>0</c:v>
                </c:pt>
                <c:pt idx="24994">
                  <c:v>0</c:v>
                </c:pt>
                <c:pt idx="24995">
                  <c:v>0</c:v>
                </c:pt>
                <c:pt idx="24996">
                  <c:v>0</c:v>
                </c:pt>
                <c:pt idx="24997">
                  <c:v>0</c:v>
                </c:pt>
                <c:pt idx="24998">
                  <c:v>0</c:v>
                </c:pt>
                <c:pt idx="24999">
                  <c:v>0</c:v>
                </c:pt>
                <c:pt idx="25000">
                  <c:v>0</c:v>
                </c:pt>
                <c:pt idx="25001">
                  <c:v>0</c:v>
                </c:pt>
                <c:pt idx="25002">
                  <c:v>0</c:v>
                </c:pt>
                <c:pt idx="25003">
                  <c:v>0</c:v>
                </c:pt>
                <c:pt idx="25004">
                  <c:v>0</c:v>
                </c:pt>
                <c:pt idx="25005">
                  <c:v>0</c:v>
                </c:pt>
                <c:pt idx="25006">
                  <c:v>0</c:v>
                </c:pt>
                <c:pt idx="25007">
                  <c:v>0</c:v>
                </c:pt>
                <c:pt idx="25008">
                  <c:v>0</c:v>
                </c:pt>
                <c:pt idx="25009">
                  <c:v>0</c:v>
                </c:pt>
                <c:pt idx="25010">
                  <c:v>0</c:v>
                </c:pt>
                <c:pt idx="25011">
                  <c:v>0</c:v>
                </c:pt>
                <c:pt idx="25012">
                  <c:v>0</c:v>
                </c:pt>
                <c:pt idx="25013">
                  <c:v>0</c:v>
                </c:pt>
                <c:pt idx="25014">
                  <c:v>0</c:v>
                </c:pt>
                <c:pt idx="25015">
                  <c:v>0</c:v>
                </c:pt>
                <c:pt idx="25016">
                  <c:v>0</c:v>
                </c:pt>
                <c:pt idx="25017">
                  <c:v>0</c:v>
                </c:pt>
                <c:pt idx="25018">
                  <c:v>0</c:v>
                </c:pt>
                <c:pt idx="25019">
                  <c:v>0</c:v>
                </c:pt>
                <c:pt idx="25020">
                  <c:v>0</c:v>
                </c:pt>
                <c:pt idx="25021">
                  <c:v>0</c:v>
                </c:pt>
                <c:pt idx="25022">
                  <c:v>0</c:v>
                </c:pt>
                <c:pt idx="25023">
                  <c:v>0</c:v>
                </c:pt>
                <c:pt idx="25024">
                  <c:v>0</c:v>
                </c:pt>
                <c:pt idx="25025">
                  <c:v>0</c:v>
                </c:pt>
                <c:pt idx="25026">
                  <c:v>0</c:v>
                </c:pt>
                <c:pt idx="25027">
                  <c:v>0</c:v>
                </c:pt>
                <c:pt idx="25028">
                  <c:v>0</c:v>
                </c:pt>
                <c:pt idx="25029">
                  <c:v>0</c:v>
                </c:pt>
                <c:pt idx="25030">
                  <c:v>0</c:v>
                </c:pt>
                <c:pt idx="25031">
                  <c:v>0</c:v>
                </c:pt>
                <c:pt idx="25032">
                  <c:v>0</c:v>
                </c:pt>
                <c:pt idx="25033">
                  <c:v>0</c:v>
                </c:pt>
                <c:pt idx="25034">
                  <c:v>0</c:v>
                </c:pt>
                <c:pt idx="25035">
                  <c:v>0</c:v>
                </c:pt>
                <c:pt idx="25036">
                  <c:v>0</c:v>
                </c:pt>
                <c:pt idx="25037">
                  <c:v>0</c:v>
                </c:pt>
                <c:pt idx="25038">
                  <c:v>0</c:v>
                </c:pt>
                <c:pt idx="25039">
                  <c:v>0</c:v>
                </c:pt>
                <c:pt idx="25040">
                  <c:v>0</c:v>
                </c:pt>
                <c:pt idx="25041">
                  <c:v>0</c:v>
                </c:pt>
                <c:pt idx="25042">
                  <c:v>0</c:v>
                </c:pt>
                <c:pt idx="25043">
                  <c:v>0</c:v>
                </c:pt>
                <c:pt idx="25044">
                  <c:v>0</c:v>
                </c:pt>
                <c:pt idx="25045">
                  <c:v>0</c:v>
                </c:pt>
                <c:pt idx="25046">
                  <c:v>0</c:v>
                </c:pt>
                <c:pt idx="25047">
                  <c:v>0</c:v>
                </c:pt>
                <c:pt idx="25048">
                  <c:v>0</c:v>
                </c:pt>
                <c:pt idx="25049">
                  <c:v>0</c:v>
                </c:pt>
                <c:pt idx="25050">
                  <c:v>0</c:v>
                </c:pt>
                <c:pt idx="25051">
                  <c:v>0</c:v>
                </c:pt>
                <c:pt idx="25052">
                  <c:v>0</c:v>
                </c:pt>
                <c:pt idx="25053">
                  <c:v>0</c:v>
                </c:pt>
                <c:pt idx="25054">
                  <c:v>0</c:v>
                </c:pt>
                <c:pt idx="25055">
                  <c:v>0</c:v>
                </c:pt>
                <c:pt idx="25056">
                  <c:v>0</c:v>
                </c:pt>
                <c:pt idx="25057">
                  <c:v>0</c:v>
                </c:pt>
                <c:pt idx="25058">
                  <c:v>0</c:v>
                </c:pt>
                <c:pt idx="25059">
                  <c:v>0</c:v>
                </c:pt>
                <c:pt idx="25060">
                  <c:v>0</c:v>
                </c:pt>
                <c:pt idx="25061">
                  <c:v>0</c:v>
                </c:pt>
                <c:pt idx="25062">
                  <c:v>0</c:v>
                </c:pt>
                <c:pt idx="25063">
                  <c:v>0</c:v>
                </c:pt>
                <c:pt idx="25064">
                  <c:v>0</c:v>
                </c:pt>
                <c:pt idx="25065">
                  <c:v>0</c:v>
                </c:pt>
                <c:pt idx="25066">
                  <c:v>0</c:v>
                </c:pt>
                <c:pt idx="25067">
                  <c:v>0</c:v>
                </c:pt>
                <c:pt idx="25068">
                  <c:v>0</c:v>
                </c:pt>
                <c:pt idx="25069">
                  <c:v>0</c:v>
                </c:pt>
                <c:pt idx="25070">
                  <c:v>0</c:v>
                </c:pt>
                <c:pt idx="25071">
                  <c:v>0</c:v>
                </c:pt>
                <c:pt idx="25072">
                  <c:v>0</c:v>
                </c:pt>
                <c:pt idx="25073">
                  <c:v>0</c:v>
                </c:pt>
                <c:pt idx="25074">
                  <c:v>0</c:v>
                </c:pt>
                <c:pt idx="25075">
                  <c:v>0</c:v>
                </c:pt>
                <c:pt idx="25076">
                  <c:v>0</c:v>
                </c:pt>
                <c:pt idx="25077">
                  <c:v>0</c:v>
                </c:pt>
                <c:pt idx="25078">
                  <c:v>0</c:v>
                </c:pt>
                <c:pt idx="25079">
                  <c:v>0</c:v>
                </c:pt>
                <c:pt idx="25080">
                  <c:v>0</c:v>
                </c:pt>
                <c:pt idx="25081">
                  <c:v>0</c:v>
                </c:pt>
                <c:pt idx="25082">
                  <c:v>0</c:v>
                </c:pt>
                <c:pt idx="25083">
                  <c:v>0</c:v>
                </c:pt>
                <c:pt idx="25084">
                  <c:v>0</c:v>
                </c:pt>
                <c:pt idx="25085">
                  <c:v>0</c:v>
                </c:pt>
                <c:pt idx="25086">
                  <c:v>0</c:v>
                </c:pt>
                <c:pt idx="25087">
                  <c:v>0</c:v>
                </c:pt>
                <c:pt idx="25088">
                  <c:v>0</c:v>
                </c:pt>
                <c:pt idx="25089">
                  <c:v>0</c:v>
                </c:pt>
                <c:pt idx="25090">
                  <c:v>0</c:v>
                </c:pt>
                <c:pt idx="25091">
                  <c:v>0</c:v>
                </c:pt>
                <c:pt idx="25092">
                  <c:v>0</c:v>
                </c:pt>
                <c:pt idx="25093">
                  <c:v>0</c:v>
                </c:pt>
                <c:pt idx="25094">
                  <c:v>0</c:v>
                </c:pt>
                <c:pt idx="25095">
                  <c:v>0</c:v>
                </c:pt>
                <c:pt idx="25096">
                  <c:v>0</c:v>
                </c:pt>
                <c:pt idx="25097">
                  <c:v>0</c:v>
                </c:pt>
                <c:pt idx="25098">
                  <c:v>0</c:v>
                </c:pt>
                <c:pt idx="25099">
                  <c:v>0</c:v>
                </c:pt>
                <c:pt idx="25100">
                  <c:v>0</c:v>
                </c:pt>
                <c:pt idx="25101">
                  <c:v>0</c:v>
                </c:pt>
                <c:pt idx="25102">
                  <c:v>0</c:v>
                </c:pt>
                <c:pt idx="25103">
                  <c:v>0</c:v>
                </c:pt>
                <c:pt idx="25104">
                  <c:v>0</c:v>
                </c:pt>
                <c:pt idx="25105">
                  <c:v>0</c:v>
                </c:pt>
                <c:pt idx="25106">
                  <c:v>0</c:v>
                </c:pt>
                <c:pt idx="25107">
                  <c:v>0</c:v>
                </c:pt>
                <c:pt idx="25108">
                  <c:v>0</c:v>
                </c:pt>
                <c:pt idx="25109">
                  <c:v>0</c:v>
                </c:pt>
                <c:pt idx="25110">
                  <c:v>0</c:v>
                </c:pt>
                <c:pt idx="25111">
                  <c:v>0</c:v>
                </c:pt>
                <c:pt idx="25112">
                  <c:v>0</c:v>
                </c:pt>
                <c:pt idx="25113">
                  <c:v>0</c:v>
                </c:pt>
                <c:pt idx="25114">
                  <c:v>0</c:v>
                </c:pt>
                <c:pt idx="25115">
                  <c:v>0</c:v>
                </c:pt>
                <c:pt idx="25116">
                  <c:v>0</c:v>
                </c:pt>
                <c:pt idx="25117">
                  <c:v>0</c:v>
                </c:pt>
                <c:pt idx="25118">
                  <c:v>0</c:v>
                </c:pt>
                <c:pt idx="25119">
                  <c:v>0</c:v>
                </c:pt>
                <c:pt idx="25120">
                  <c:v>0</c:v>
                </c:pt>
                <c:pt idx="25121">
                  <c:v>0</c:v>
                </c:pt>
                <c:pt idx="25122">
                  <c:v>0</c:v>
                </c:pt>
                <c:pt idx="25123">
                  <c:v>0</c:v>
                </c:pt>
                <c:pt idx="25124">
                  <c:v>0</c:v>
                </c:pt>
                <c:pt idx="25125">
                  <c:v>0</c:v>
                </c:pt>
                <c:pt idx="25126">
                  <c:v>0</c:v>
                </c:pt>
                <c:pt idx="25127">
                  <c:v>0</c:v>
                </c:pt>
                <c:pt idx="25128">
                  <c:v>0</c:v>
                </c:pt>
                <c:pt idx="25129">
                  <c:v>0</c:v>
                </c:pt>
                <c:pt idx="25130">
                  <c:v>0</c:v>
                </c:pt>
                <c:pt idx="25131">
                  <c:v>0</c:v>
                </c:pt>
                <c:pt idx="25132">
                  <c:v>0</c:v>
                </c:pt>
                <c:pt idx="25133">
                  <c:v>0</c:v>
                </c:pt>
                <c:pt idx="25134">
                  <c:v>0</c:v>
                </c:pt>
                <c:pt idx="25135">
                  <c:v>0</c:v>
                </c:pt>
                <c:pt idx="25136">
                  <c:v>0</c:v>
                </c:pt>
                <c:pt idx="25137">
                  <c:v>0</c:v>
                </c:pt>
                <c:pt idx="25138">
                  <c:v>0</c:v>
                </c:pt>
                <c:pt idx="25139">
                  <c:v>0</c:v>
                </c:pt>
                <c:pt idx="25140">
                  <c:v>0</c:v>
                </c:pt>
                <c:pt idx="25141">
                  <c:v>0</c:v>
                </c:pt>
                <c:pt idx="25142">
                  <c:v>0</c:v>
                </c:pt>
                <c:pt idx="25143">
                  <c:v>0</c:v>
                </c:pt>
                <c:pt idx="25144">
                  <c:v>0</c:v>
                </c:pt>
                <c:pt idx="25145">
                  <c:v>0</c:v>
                </c:pt>
                <c:pt idx="25146">
                  <c:v>0</c:v>
                </c:pt>
                <c:pt idx="25147">
                  <c:v>0</c:v>
                </c:pt>
                <c:pt idx="25148">
                  <c:v>0</c:v>
                </c:pt>
                <c:pt idx="25149">
                  <c:v>0</c:v>
                </c:pt>
                <c:pt idx="25150">
                  <c:v>0</c:v>
                </c:pt>
                <c:pt idx="25151">
                  <c:v>0</c:v>
                </c:pt>
                <c:pt idx="25152">
                  <c:v>0</c:v>
                </c:pt>
                <c:pt idx="25153">
                  <c:v>0</c:v>
                </c:pt>
                <c:pt idx="25154">
                  <c:v>0</c:v>
                </c:pt>
                <c:pt idx="25155">
                  <c:v>0</c:v>
                </c:pt>
                <c:pt idx="25156">
                  <c:v>0</c:v>
                </c:pt>
                <c:pt idx="25157">
                  <c:v>0</c:v>
                </c:pt>
                <c:pt idx="25158">
                  <c:v>0</c:v>
                </c:pt>
                <c:pt idx="25159">
                  <c:v>0</c:v>
                </c:pt>
                <c:pt idx="25160">
                  <c:v>0</c:v>
                </c:pt>
                <c:pt idx="25161">
                  <c:v>0</c:v>
                </c:pt>
                <c:pt idx="25162">
                  <c:v>0</c:v>
                </c:pt>
                <c:pt idx="25163">
                  <c:v>0</c:v>
                </c:pt>
                <c:pt idx="25164">
                  <c:v>0</c:v>
                </c:pt>
                <c:pt idx="25165">
                  <c:v>0</c:v>
                </c:pt>
                <c:pt idx="25166">
                  <c:v>0</c:v>
                </c:pt>
                <c:pt idx="25167">
                  <c:v>0</c:v>
                </c:pt>
                <c:pt idx="25168">
                  <c:v>0</c:v>
                </c:pt>
                <c:pt idx="25169">
                  <c:v>0</c:v>
                </c:pt>
                <c:pt idx="25170">
                  <c:v>0</c:v>
                </c:pt>
                <c:pt idx="25171">
                  <c:v>0</c:v>
                </c:pt>
                <c:pt idx="25172">
                  <c:v>0</c:v>
                </c:pt>
                <c:pt idx="25173">
                  <c:v>0</c:v>
                </c:pt>
                <c:pt idx="25174">
                  <c:v>0</c:v>
                </c:pt>
                <c:pt idx="25175">
                  <c:v>0</c:v>
                </c:pt>
                <c:pt idx="25176">
                  <c:v>0</c:v>
                </c:pt>
                <c:pt idx="25177">
                  <c:v>0</c:v>
                </c:pt>
                <c:pt idx="25178">
                  <c:v>0</c:v>
                </c:pt>
                <c:pt idx="25179">
                  <c:v>0</c:v>
                </c:pt>
                <c:pt idx="25180">
                  <c:v>0</c:v>
                </c:pt>
                <c:pt idx="25181">
                  <c:v>0</c:v>
                </c:pt>
                <c:pt idx="25182">
                  <c:v>0</c:v>
                </c:pt>
                <c:pt idx="25183">
                  <c:v>0</c:v>
                </c:pt>
                <c:pt idx="25184">
                  <c:v>0</c:v>
                </c:pt>
                <c:pt idx="25185">
                  <c:v>0</c:v>
                </c:pt>
                <c:pt idx="25186">
                  <c:v>0</c:v>
                </c:pt>
                <c:pt idx="25187">
                  <c:v>0</c:v>
                </c:pt>
                <c:pt idx="25188">
                  <c:v>0</c:v>
                </c:pt>
                <c:pt idx="25189">
                  <c:v>0</c:v>
                </c:pt>
                <c:pt idx="25190">
                  <c:v>0</c:v>
                </c:pt>
                <c:pt idx="25191">
                  <c:v>0</c:v>
                </c:pt>
                <c:pt idx="25192">
                  <c:v>0</c:v>
                </c:pt>
                <c:pt idx="25193">
                  <c:v>0</c:v>
                </c:pt>
                <c:pt idx="25194">
                  <c:v>0</c:v>
                </c:pt>
                <c:pt idx="25195">
                  <c:v>0</c:v>
                </c:pt>
                <c:pt idx="25196">
                  <c:v>0</c:v>
                </c:pt>
                <c:pt idx="25197">
                  <c:v>0</c:v>
                </c:pt>
                <c:pt idx="25198">
                  <c:v>0</c:v>
                </c:pt>
                <c:pt idx="25199">
                  <c:v>0</c:v>
                </c:pt>
                <c:pt idx="25200">
                  <c:v>0</c:v>
                </c:pt>
                <c:pt idx="25201">
                  <c:v>0</c:v>
                </c:pt>
                <c:pt idx="25202">
                  <c:v>0</c:v>
                </c:pt>
                <c:pt idx="25203">
                  <c:v>0</c:v>
                </c:pt>
                <c:pt idx="25204">
                  <c:v>0</c:v>
                </c:pt>
                <c:pt idx="25205">
                  <c:v>0</c:v>
                </c:pt>
                <c:pt idx="25206">
                  <c:v>0</c:v>
                </c:pt>
                <c:pt idx="25207">
                  <c:v>0</c:v>
                </c:pt>
                <c:pt idx="25208">
                  <c:v>0</c:v>
                </c:pt>
                <c:pt idx="25209">
                  <c:v>0</c:v>
                </c:pt>
                <c:pt idx="25210">
                  <c:v>0</c:v>
                </c:pt>
                <c:pt idx="25211">
                  <c:v>0</c:v>
                </c:pt>
                <c:pt idx="25212">
                  <c:v>0</c:v>
                </c:pt>
                <c:pt idx="25213">
                  <c:v>0</c:v>
                </c:pt>
                <c:pt idx="25214">
                  <c:v>0</c:v>
                </c:pt>
                <c:pt idx="25215">
                  <c:v>0</c:v>
                </c:pt>
                <c:pt idx="25216">
                  <c:v>0</c:v>
                </c:pt>
                <c:pt idx="25217">
                  <c:v>0</c:v>
                </c:pt>
                <c:pt idx="25218">
                  <c:v>0</c:v>
                </c:pt>
                <c:pt idx="25219">
                  <c:v>0</c:v>
                </c:pt>
                <c:pt idx="25220">
                  <c:v>0</c:v>
                </c:pt>
                <c:pt idx="25221">
                  <c:v>0</c:v>
                </c:pt>
                <c:pt idx="25222">
                  <c:v>0</c:v>
                </c:pt>
                <c:pt idx="25223">
                  <c:v>0</c:v>
                </c:pt>
                <c:pt idx="25224">
                  <c:v>0</c:v>
                </c:pt>
                <c:pt idx="25225">
                  <c:v>0</c:v>
                </c:pt>
                <c:pt idx="25226">
                  <c:v>0</c:v>
                </c:pt>
                <c:pt idx="25227">
                  <c:v>0</c:v>
                </c:pt>
                <c:pt idx="25228">
                  <c:v>0</c:v>
                </c:pt>
                <c:pt idx="25229">
                  <c:v>0</c:v>
                </c:pt>
                <c:pt idx="25230">
                  <c:v>0</c:v>
                </c:pt>
                <c:pt idx="25231">
                  <c:v>0</c:v>
                </c:pt>
                <c:pt idx="25232">
                  <c:v>0</c:v>
                </c:pt>
                <c:pt idx="25233">
                  <c:v>0</c:v>
                </c:pt>
                <c:pt idx="25234">
                  <c:v>0</c:v>
                </c:pt>
                <c:pt idx="25235">
                  <c:v>0</c:v>
                </c:pt>
                <c:pt idx="25236">
                  <c:v>0</c:v>
                </c:pt>
                <c:pt idx="25237">
                  <c:v>0</c:v>
                </c:pt>
                <c:pt idx="25238">
                  <c:v>0</c:v>
                </c:pt>
                <c:pt idx="25239">
                  <c:v>0</c:v>
                </c:pt>
                <c:pt idx="25240">
                  <c:v>0</c:v>
                </c:pt>
                <c:pt idx="25241">
                  <c:v>0</c:v>
                </c:pt>
                <c:pt idx="25242">
                  <c:v>0</c:v>
                </c:pt>
                <c:pt idx="25243">
                  <c:v>0</c:v>
                </c:pt>
                <c:pt idx="25244">
                  <c:v>0</c:v>
                </c:pt>
                <c:pt idx="25245">
                  <c:v>0</c:v>
                </c:pt>
                <c:pt idx="25246">
                  <c:v>0</c:v>
                </c:pt>
                <c:pt idx="25247">
                  <c:v>0</c:v>
                </c:pt>
                <c:pt idx="25248">
                  <c:v>0</c:v>
                </c:pt>
                <c:pt idx="25249">
                  <c:v>0</c:v>
                </c:pt>
                <c:pt idx="25250">
                  <c:v>0</c:v>
                </c:pt>
                <c:pt idx="25251">
                  <c:v>0</c:v>
                </c:pt>
                <c:pt idx="25252">
                  <c:v>0</c:v>
                </c:pt>
                <c:pt idx="25253">
                  <c:v>0</c:v>
                </c:pt>
                <c:pt idx="25254">
                  <c:v>0</c:v>
                </c:pt>
                <c:pt idx="25255">
                  <c:v>0</c:v>
                </c:pt>
                <c:pt idx="25256">
                  <c:v>0</c:v>
                </c:pt>
                <c:pt idx="25257">
                  <c:v>0</c:v>
                </c:pt>
                <c:pt idx="25258">
                  <c:v>0</c:v>
                </c:pt>
                <c:pt idx="25259">
                  <c:v>0</c:v>
                </c:pt>
                <c:pt idx="25260">
                  <c:v>0</c:v>
                </c:pt>
                <c:pt idx="25261">
                  <c:v>0</c:v>
                </c:pt>
                <c:pt idx="25262">
                  <c:v>0</c:v>
                </c:pt>
                <c:pt idx="25263">
                  <c:v>0</c:v>
                </c:pt>
                <c:pt idx="25264">
                  <c:v>0</c:v>
                </c:pt>
                <c:pt idx="25265">
                  <c:v>0</c:v>
                </c:pt>
                <c:pt idx="25266">
                  <c:v>0</c:v>
                </c:pt>
                <c:pt idx="25267">
                  <c:v>0</c:v>
                </c:pt>
                <c:pt idx="25268">
                  <c:v>0</c:v>
                </c:pt>
                <c:pt idx="25269">
                  <c:v>0</c:v>
                </c:pt>
                <c:pt idx="25270">
                  <c:v>0</c:v>
                </c:pt>
                <c:pt idx="25271">
                  <c:v>0</c:v>
                </c:pt>
                <c:pt idx="25272">
                  <c:v>0</c:v>
                </c:pt>
                <c:pt idx="25273">
                  <c:v>0</c:v>
                </c:pt>
                <c:pt idx="25274">
                  <c:v>0</c:v>
                </c:pt>
                <c:pt idx="25275">
                  <c:v>0</c:v>
                </c:pt>
                <c:pt idx="25276">
                  <c:v>0</c:v>
                </c:pt>
                <c:pt idx="25277">
                  <c:v>0</c:v>
                </c:pt>
                <c:pt idx="25278">
                  <c:v>0</c:v>
                </c:pt>
                <c:pt idx="25279">
                  <c:v>0</c:v>
                </c:pt>
                <c:pt idx="25280">
                  <c:v>0</c:v>
                </c:pt>
                <c:pt idx="25281">
                  <c:v>0</c:v>
                </c:pt>
                <c:pt idx="25282">
                  <c:v>0</c:v>
                </c:pt>
                <c:pt idx="25283">
                  <c:v>0</c:v>
                </c:pt>
                <c:pt idx="25284">
                  <c:v>0</c:v>
                </c:pt>
                <c:pt idx="25285">
                  <c:v>0</c:v>
                </c:pt>
                <c:pt idx="25286">
                  <c:v>0</c:v>
                </c:pt>
                <c:pt idx="25287">
                  <c:v>0</c:v>
                </c:pt>
                <c:pt idx="25288">
                  <c:v>0</c:v>
                </c:pt>
                <c:pt idx="25289">
                  <c:v>0</c:v>
                </c:pt>
                <c:pt idx="25290">
                  <c:v>0</c:v>
                </c:pt>
                <c:pt idx="25291">
                  <c:v>0</c:v>
                </c:pt>
                <c:pt idx="25292">
                  <c:v>0</c:v>
                </c:pt>
                <c:pt idx="25293">
                  <c:v>0</c:v>
                </c:pt>
                <c:pt idx="25294">
                  <c:v>0</c:v>
                </c:pt>
                <c:pt idx="25295">
                  <c:v>0</c:v>
                </c:pt>
                <c:pt idx="25296">
                  <c:v>0</c:v>
                </c:pt>
                <c:pt idx="25297">
                  <c:v>0</c:v>
                </c:pt>
                <c:pt idx="25298">
                  <c:v>0</c:v>
                </c:pt>
                <c:pt idx="25299">
                  <c:v>0</c:v>
                </c:pt>
                <c:pt idx="25300">
                  <c:v>0</c:v>
                </c:pt>
                <c:pt idx="25301">
                  <c:v>0</c:v>
                </c:pt>
                <c:pt idx="25302">
                  <c:v>0</c:v>
                </c:pt>
                <c:pt idx="25303">
                  <c:v>0</c:v>
                </c:pt>
                <c:pt idx="25304">
                  <c:v>0</c:v>
                </c:pt>
                <c:pt idx="25305">
                  <c:v>0</c:v>
                </c:pt>
                <c:pt idx="25306">
                  <c:v>0</c:v>
                </c:pt>
                <c:pt idx="25307">
                  <c:v>0</c:v>
                </c:pt>
                <c:pt idx="25308">
                  <c:v>0</c:v>
                </c:pt>
                <c:pt idx="25309">
                  <c:v>0</c:v>
                </c:pt>
                <c:pt idx="25310">
                  <c:v>0</c:v>
                </c:pt>
                <c:pt idx="25311">
                  <c:v>0</c:v>
                </c:pt>
                <c:pt idx="25312">
                  <c:v>0</c:v>
                </c:pt>
                <c:pt idx="25313">
                  <c:v>0</c:v>
                </c:pt>
                <c:pt idx="25314">
                  <c:v>0</c:v>
                </c:pt>
                <c:pt idx="25315">
                  <c:v>0</c:v>
                </c:pt>
                <c:pt idx="25316">
                  <c:v>0</c:v>
                </c:pt>
                <c:pt idx="25317">
                  <c:v>0</c:v>
                </c:pt>
                <c:pt idx="25318">
                  <c:v>0</c:v>
                </c:pt>
                <c:pt idx="25319">
                  <c:v>0</c:v>
                </c:pt>
                <c:pt idx="25320">
                  <c:v>0</c:v>
                </c:pt>
                <c:pt idx="25321">
                  <c:v>0</c:v>
                </c:pt>
                <c:pt idx="25322">
                  <c:v>0</c:v>
                </c:pt>
                <c:pt idx="25323">
                  <c:v>0</c:v>
                </c:pt>
                <c:pt idx="25324">
                  <c:v>0</c:v>
                </c:pt>
                <c:pt idx="25325">
                  <c:v>0</c:v>
                </c:pt>
                <c:pt idx="25326">
                  <c:v>0</c:v>
                </c:pt>
                <c:pt idx="25327">
                  <c:v>0</c:v>
                </c:pt>
                <c:pt idx="25328">
                  <c:v>0</c:v>
                </c:pt>
                <c:pt idx="25329">
                  <c:v>0</c:v>
                </c:pt>
                <c:pt idx="25330">
                  <c:v>0</c:v>
                </c:pt>
                <c:pt idx="25331">
                  <c:v>0</c:v>
                </c:pt>
                <c:pt idx="25332">
                  <c:v>0</c:v>
                </c:pt>
                <c:pt idx="25333">
                  <c:v>0</c:v>
                </c:pt>
                <c:pt idx="25334">
                  <c:v>0</c:v>
                </c:pt>
                <c:pt idx="25335">
                  <c:v>0</c:v>
                </c:pt>
                <c:pt idx="25336">
                  <c:v>0</c:v>
                </c:pt>
                <c:pt idx="25337">
                  <c:v>0</c:v>
                </c:pt>
                <c:pt idx="25338">
                  <c:v>0</c:v>
                </c:pt>
                <c:pt idx="25339">
                  <c:v>0</c:v>
                </c:pt>
                <c:pt idx="25340">
                  <c:v>0</c:v>
                </c:pt>
                <c:pt idx="25341">
                  <c:v>0</c:v>
                </c:pt>
                <c:pt idx="25342">
                  <c:v>0</c:v>
                </c:pt>
                <c:pt idx="25343">
                  <c:v>0</c:v>
                </c:pt>
                <c:pt idx="25344">
                  <c:v>0</c:v>
                </c:pt>
                <c:pt idx="25345">
                  <c:v>0</c:v>
                </c:pt>
                <c:pt idx="25346">
                  <c:v>0</c:v>
                </c:pt>
                <c:pt idx="25347">
                  <c:v>0</c:v>
                </c:pt>
                <c:pt idx="25348">
                  <c:v>0</c:v>
                </c:pt>
                <c:pt idx="25349">
                  <c:v>0</c:v>
                </c:pt>
                <c:pt idx="25350">
                  <c:v>0</c:v>
                </c:pt>
                <c:pt idx="25351">
                  <c:v>0</c:v>
                </c:pt>
                <c:pt idx="25352">
                  <c:v>0</c:v>
                </c:pt>
                <c:pt idx="25353">
                  <c:v>0</c:v>
                </c:pt>
                <c:pt idx="25354">
                  <c:v>0</c:v>
                </c:pt>
                <c:pt idx="25355">
                  <c:v>0</c:v>
                </c:pt>
                <c:pt idx="25356">
                  <c:v>0</c:v>
                </c:pt>
                <c:pt idx="25357">
                  <c:v>0</c:v>
                </c:pt>
                <c:pt idx="25358">
                  <c:v>0</c:v>
                </c:pt>
                <c:pt idx="25359">
                  <c:v>0</c:v>
                </c:pt>
                <c:pt idx="25360">
                  <c:v>0</c:v>
                </c:pt>
                <c:pt idx="25361">
                  <c:v>0</c:v>
                </c:pt>
                <c:pt idx="25362">
                  <c:v>0</c:v>
                </c:pt>
                <c:pt idx="25363">
                  <c:v>0</c:v>
                </c:pt>
                <c:pt idx="25364">
                  <c:v>0</c:v>
                </c:pt>
                <c:pt idx="25365">
                  <c:v>0</c:v>
                </c:pt>
                <c:pt idx="25366">
                  <c:v>0</c:v>
                </c:pt>
                <c:pt idx="25367">
                  <c:v>0</c:v>
                </c:pt>
                <c:pt idx="25368">
                  <c:v>0</c:v>
                </c:pt>
                <c:pt idx="25369">
                  <c:v>0</c:v>
                </c:pt>
                <c:pt idx="25370">
                  <c:v>0</c:v>
                </c:pt>
                <c:pt idx="25371">
                  <c:v>0</c:v>
                </c:pt>
                <c:pt idx="25372">
                  <c:v>0</c:v>
                </c:pt>
                <c:pt idx="25373">
                  <c:v>0</c:v>
                </c:pt>
                <c:pt idx="25374">
                  <c:v>0</c:v>
                </c:pt>
                <c:pt idx="25375">
                  <c:v>0</c:v>
                </c:pt>
                <c:pt idx="25376">
                  <c:v>0</c:v>
                </c:pt>
                <c:pt idx="25377">
                  <c:v>0</c:v>
                </c:pt>
                <c:pt idx="25378">
                  <c:v>0</c:v>
                </c:pt>
                <c:pt idx="25379">
                  <c:v>0</c:v>
                </c:pt>
                <c:pt idx="25380">
                  <c:v>0</c:v>
                </c:pt>
                <c:pt idx="25381">
                  <c:v>0</c:v>
                </c:pt>
                <c:pt idx="25382">
                  <c:v>0</c:v>
                </c:pt>
                <c:pt idx="25383">
                  <c:v>0</c:v>
                </c:pt>
                <c:pt idx="25384">
                  <c:v>0</c:v>
                </c:pt>
                <c:pt idx="25385">
                  <c:v>0</c:v>
                </c:pt>
                <c:pt idx="25386">
                  <c:v>0</c:v>
                </c:pt>
                <c:pt idx="25387">
                  <c:v>0</c:v>
                </c:pt>
                <c:pt idx="25388">
                  <c:v>0</c:v>
                </c:pt>
                <c:pt idx="25389">
                  <c:v>0</c:v>
                </c:pt>
                <c:pt idx="25390">
                  <c:v>0</c:v>
                </c:pt>
                <c:pt idx="25391">
                  <c:v>0</c:v>
                </c:pt>
                <c:pt idx="25392">
                  <c:v>0</c:v>
                </c:pt>
                <c:pt idx="25393">
                  <c:v>0</c:v>
                </c:pt>
                <c:pt idx="25394">
                  <c:v>0</c:v>
                </c:pt>
                <c:pt idx="25395">
                  <c:v>0</c:v>
                </c:pt>
                <c:pt idx="25396">
                  <c:v>0</c:v>
                </c:pt>
                <c:pt idx="25397">
                  <c:v>0</c:v>
                </c:pt>
                <c:pt idx="25398">
                  <c:v>0</c:v>
                </c:pt>
                <c:pt idx="25399">
                  <c:v>0</c:v>
                </c:pt>
                <c:pt idx="25400">
                  <c:v>0</c:v>
                </c:pt>
                <c:pt idx="25401">
                  <c:v>0</c:v>
                </c:pt>
                <c:pt idx="25402">
                  <c:v>0</c:v>
                </c:pt>
                <c:pt idx="25403">
                  <c:v>0</c:v>
                </c:pt>
                <c:pt idx="25404">
                  <c:v>0</c:v>
                </c:pt>
                <c:pt idx="25405">
                  <c:v>0</c:v>
                </c:pt>
                <c:pt idx="25406">
                  <c:v>0</c:v>
                </c:pt>
                <c:pt idx="25407">
                  <c:v>0</c:v>
                </c:pt>
                <c:pt idx="25408">
                  <c:v>0</c:v>
                </c:pt>
                <c:pt idx="25409">
                  <c:v>0</c:v>
                </c:pt>
                <c:pt idx="25410">
                  <c:v>0</c:v>
                </c:pt>
                <c:pt idx="25411">
                  <c:v>0</c:v>
                </c:pt>
                <c:pt idx="25412">
                  <c:v>0</c:v>
                </c:pt>
                <c:pt idx="25413">
                  <c:v>0</c:v>
                </c:pt>
                <c:pt idx="25414">
                  <c:v>0</c:v>
                </c:pt>
                <c:pt idx="25415">
                  <c:v>0</c:v>
                </c:pt>
                <c:pt idx="25416">
                  <c:v>0</c:v>
                </c:pt>
                <c:pt idx="25417">
                  <c:v>0</c:v>
                </c:pt>
                <c:pt idx="25418">
                  <c:v>0</c:v>
                </c:pt>
                <c:pt idx="25419">
                  <c:v>0</c:v>
                </c:pt>
                <c:pt idx="25420">
                  <c:v>0</c:v>
                </c:pt>
                <c:pt idx="25421">
                  <c:v>0</c:v>
                </c:pt>
                <c:pt idx="25422">
                  <c:v>0</c:v>
                </c:pt>
                <c:pt idx="25423">
                  <c:v>0</c:v>
                </c:pt>
                <c:pt idx="25424">
                  <c:v>0</c:v>
                </c:pt>
                <c:pt idx="25425">
                  <c:v>0</c:v>
                </c:pt>
                <c:pt idx="25426">
                  <c:v>0</c:v>
                </c:pt>
                <c:pt idx="25427">
                  <c:v>0</c:v>
                </c:pt>
                <c:pt idx="25428">
                  <c:v>0</c:v>
                </c:pt>
                <c:pt idx="25429">
                  <c:v>0</c:v>
                </c:pt>
                <c:pt idx="25430">
                  <c:v>0</c:v>
                </c:pt>
                <c:pt idx="25431">
                  <c:v>0</c:v>
                </c:pt>
                <c:pt idx="25432">
                  <c:v>0</c:v>
                </c:pt>
                <c:pt idx="25433">
                  <c:v>0</c:v>
                </c:pt>
                <c:pt idx="25434">
                  <c:v>0</c:v>
                </c:pt>
                <c:pt idx="25435">
                  <c:v>0</c:v>
                </c:pt>
                <c:pt idx="25436">
                  <c:v>0</c:v>
                </c:pt>
                <c:pt idx="25437">
                  <c:v>0</c:v>
                </c:pt>
                <c:pt idx="25438">
                  <c:v>0</c:v>
                </c:pt>
                <c:pt idx="25439">
                  <c:v>0</c:v>
                </c:pt>
                <c:pt idx="25440">
                  <c:v>0</c:v>
                </c:pt>
                <c:pt idx="25441">
                  <c:v>0</c:v>
                </c:pt>
                <c:pt idx="25442">
                  <c:v>0</c:v>
                </c:pt>
                <c:pt idx="25443">
                  <c:v>0</c:v>
                </c:pt>
                <c:pt idx="25444">
                  <c:v>0</c:v>
                </c:pt>
                <c:pt idx="25445">
                  <c:v>0</c:v>
                </c:pt>
                <c:pt idx="25446">
                  <c:v>0</c:v>
                </c:pt>
                <c:pt idx="25447">
                  <c:v>0</c:v>
                </c:pt>
                <c:pt idx="25448">
                  <c:v>0</c:v>
                </c:pt>
                <c:pt idx="25449">
                  <c:v>0</c:v>
                </c:pt>
                <c:pt idx="25450">
                  <c:v>0</c:v>
                </c:pt>
                <c:pt idx="25451">
                  <c:v>0</c:v>
                </c:pt>
                <c:pt idx="25452">
                  <c:v>0</c:v>
                </c:pt>
                <c:pt idx="25453">
                  <c:v>0</c:v>
                </c:pt>
                <c:pt idx="25454">
                  <c:v>0</c:v>
                </c:pt>
                <c:pt idx="25455">
                  <c:v>0</c:v>
                </c:pt>
                <c:pt idx="25456">
                  <c:v>0</c:v>
                </c:pt>
                <c:pt idx="25457">
                  <c:v>0</c:v>
                </c:pt>
                <c:pt idx="25458">
                  <c:v>0</c:v>
                </c:pt>
                <c:pt idx="25459">
                  <c:v>0</c:v>
                </c:pt>
                <c:pt idx="25460">
                  <c:v>0</c:v>
                </c:pt>
                <c:pt idx="25461">
                  <c:v>0</c:v>
                </c:pt>
                <c:pt idx="25462">
                  <c:v>0</c:v>
                </c:pt>
                <c:pt idx="25463">
                  <c:v>0</c:v>
                </c:pt>
                <c:pt idx="25464">
                  <c:v>0</c:v>
                </c:pt>
                <c:pt idx="25465">
                  <c:v>0</c:v>
                </c:pt>
                <c:pt idx="25466">
                  <c:v>0</c:v>
                </c:pt>
                <c:pt idx="25467">
                  <c:v>0</c:v>
                </c:pt>
                <c:pt idx="25468">
                  <c:v>0</c:v>
                </c:pt>
                <c:pt idx="25469">
                  <c:v>0</c:v>
                </c:pt>
                <c:pt idx="25470">
                  <c:v>0</c:v>
                </c:pt>
                <c:pt idx="25471">
                  <c:v>0</c:v>
                </c:pt>
                <c:pt idx="25472">
                  <c:v>0</c:v>
                </c:pt>
                <c:pt idx="25473">
                  <c:v>0</c:v>
                </c:pt>
                <c:pt idx="25474">
                  <c:v>0</c:v>
                </c:pt>
                <c:pt idx="25475">
                  <c:v>0</c:v>
                </c:pt>
                <c:pt idx="25476">
                  <c:v>0</c:v>
                </c:pt>
                <c:pt idx="25477">
                  <c:v>0</c:v>
                </c:pt>
                <c:pt idx="25478">
                  <c:v>0</c:v>
                </c:pt>
                <c:pt idx="25479">
                  <c:v>0</c:v>
                </c:pt>
                <c:pt idx="25480">
                  <c:v>0</c:v>
                </c:pt>
                <c:pt idx="25481">
                  <c:v>0</c:v>
                </c:pt>
                <c:pt idx="25482">
                  <c:v>0</c:v>
                </c:pt>
                <c:pt idx="25483">
                  <c:v>0</c:v>
                </c:pt>
                <c:pt idx="25484">
                  <c:v>0</c:v>
                </c:pt>
                <c:pt idx="25485">
                  <c:v>0</c:v>
                </c:pt>
                <c:pt idx="25486">
                  <c:v>0</c:v>
                </c:pt>
                <c:pt idx="25487">
                  <c:v>0</c:v>
                </c:pt>
                <c:pt idx="25488">
                  <c:v>0</c:v>
                </c:pt>
                <c:pt idx="25489">
                  <c:v>0</c:v>
                </c:pt>
                <c:pt idx="25490">
                  <c:v>0</c:v>
                </c:pt>
                <c:pt idx="25491">
                  <c:v>0</c:v>
                </c:pt>
                <c:pt idx="25492">
                  <c:v>0</c:v>
                </c:pt>
                <c:pt idx="25493">
                  <c:v>0</c:v>
                </c:pt>
                <c:pt idx="25494">
                  <c:v>0</c:v>
                </c:pt>
                <c:pt idx="25495">
                  <c:v>0</c:v>
                </c:pt>
                <c:pt idx="25496">
                  <c:v>0</c:v>
                </c:pt>
                <c:pt idx="25497">
                  <c:v>0</c:v>
                </c:pt>
                <c:pt idx="25498">
                  <c:v>0</c:v>
                </c:pt>
                <c:pt idx="25499">
                  <c:v>0</c:v>
                </c:pt>
                <c:pt idx="25500">
                  <c:v>0</c:v>
                </c:pt>
                <c:pt idx="25501">
                  <c:v>0</c:v>
                </c:pt>
                <c:pt idx="25502">
                  <c:v>0</c:v>
                </c:pt>
                <c:pt idx="25503">
                  <c:v>0</c:v>
                </c:pt>
                <c:pt idx="25504">
                  <c:v>0</c:v>
                </c:pt>
                <c:pt idx="25505">
                  <c:v>0</c:v>
                </c:pt>
                <c:pt idx="25506">
                  <c:v>0</c:v>
                </c:pt>
                <c:pt idx="25507">
                  <c:v>0</c:v>
                </c:pt>
                <c:pt idx="25508">
                  <c:v>0</c:v>
                </c:pt>
                <c:pt idx="25509">
                  <c:v>0</c:v>
                </c:pt>
                <c:pt idx="25510">
                  <c:v>0</c:v>
                </c:pt>
                <c:pt idx="25511">
                  <c:v>0</c:v>
                </c:pt>
                <c:pt idx="25512">
                  <c:v>0</c:v>
                </c:pt>
                <c:pt idx="25513">
                  <c:v>0</c:v>
                </c:pt>
                <c:pt idx="25514">
                  <c:v>0</c:v>
                </c:pt>
                <c:pt idx="25515">
                  <c:v>0</c:v>
                </c:pt>
                <c:pt idx="25516">
                  <c:v>0</c:v>
                </c:pt>
                <c:pt idx="25517">
                  <c:v>0</c:v>
                </c:pt>
                <c:pt idx="25518">
                  <c:v>0</c:v>
                </c:pt>
                <c:pt idx="25519">
                  <c:v>0</c:v>
                </c:pt>
                <c:pt idx="25520">
                  <c:v>0</c:v>
                </c:pt>
                <c:pt idx="25521">
                  <c:v>0</c:v>
                </c:pt>
                <c:pt idx="25522">
                  <c:v>0</c:v>
                </c:pt>
                <c:pt idx="25523">
                  <c:v>0</c:v>
                </c:pt>
                <c:pt idx="25524">
                  <c:v>0</c:v>
                </c:pt>
                <c:pt idx="25525">
                  <c:v>0</c:v>
                </c:pt>
                <c:pt idx="25526">
                  <c:v>0</c:v>
                </c:pt>
                <c:pt idx="25527">
                  <c:v>0</c:v>
                </c:pt>
                <c:pt idx="25528">
                  <c:v>0</c:v>
                </c:pt>
                <c:pt idx="25529">
                  <c:v>0</c:v>
                </c:pt>
                <c:pt idx="25530">
                  <c:v>0</c:v>
                </c:pt>
                <c:pt idx="25531">
                  <c:v>0</c:v>
                </c:pt>
                <c:pt idx="25532">
                  <c:v>0</c:v>
                </c:pt>
                <c:pt idx="25533">
                  <c:v>0</c:v>
                </c:pt>
                <c:pt idx="25534">
                  <c:v>0</c:v>
                </c:pt>
                <c:pt idx="25535">
                  <c:v>0</c:v>
                </c:pt>
                <c:pt idx="25536">
                  <c:v>0</c:v>
                </c:pt>
                <c:pt idx="25537">
                  <c:v>0</c:v>
                </c:pt>
                <c:pt idx="25538">
                  <c:v>0</c:v>
                </c:pt>
                <c:pt idx="25539">
                  <c:v>0</c:v>
                </c:pt>
                <c:pt idx="25540">
                  <c:v>0</c:v>
                </c:pt>
                <c:pt idx="25541">
                  <c:v>0</c:v>
                </c:pt>
                <c:pt idx="25542">
                  <c:v>0</c:v>
                </c:pt>
                <c:pt idx="25543">
                  <c:v>0</c:v>
                </c:pt>
                <c:pt idx="25544">
                  <c:v>0</c:v>
                </c:pt>
                <c:pt idx="25545">
                  <c:v>0</c:v>
                </c:pt>
                <c:pt idx="25546">
                  <c:v>0</c:v>
                </c:pt>
                <c:pt idx="25547">
                  <c:v>0</c:v>
                </c:pt>
                <c:pt idx="25548">
                  <c:v>0</c:v>
                </c:pt>
                <c:pt idx="25549">
                  <c:v>0</c:v>
                </c:pt>
                <c:pt idx="25550">
                  <c:v>0</c:v>
                </c:pt>
                <c:pt idx="25551">
                  <c:v>0</c:v>
                </c:pt>
                <c:pt idx="25552">
                  <c:v>0</c:v>
                </c:pt>
                <c:pt idx="25553">
                  <c:v>0</c:v>
                </c:pt>
                <c:pt idx="25554">
                  <c:v>0</c:v>
                </c:pt>
                <c:pt idx="25555">
                  <c:v>0</c:v>
                </c:pt>
                <c:pt idx="25556">
                  <c:v>0</c:v>
                </c:pt>
                <c:pt idx="25557">
                  <c:v>0</c:v>
                </c:pt>
                <c:pt idx="25558">
                  <c:v>0</c:v>
                </c:pt>
                <c:pt idx="25559">
                  <c:v>0</c:v>
                </c:pt>
                <c:pt idx="25560">
                  <c:v>0</c:v>
                </c:pt>
                <c:pt idx="25561">
                  <c:v>0</c:v>
                </c:pt>
                <c:pt idx="25562">
                  <c:v>0</c:v>
                </c:pt>
                <c:pt idx="25563">
                  <c:v>0</c:v>
                </c:pt>
                <c:pt idx="25564">
                  <c:v>0</c:v>
                </c:pt>
                <c:pt idx="25565">
                  <c:v>0</c:v>
                </c:pt>
                <c:pt idx="25566">
                  <c:v>0</c:v>
                </c:pt>
                <c:pt idx="25567">
                  <c:v>0</c:v>
                </c:pt>
                <c:pt idx="25568">
                  <c:v>0</c:v>
                </c:pt>
                <c:pt idx="25569">
                  <c:v>0</c:v>
                </c:pt>
                <c:pt idx="25570">
                  <c:v>0</c:v>
                </c:pt>
                <c:pt idx="25571">
                  <c:v>0</c:v>
                </c:pt>
                <c:pt idx="25572">
                  <c:v>0</c:v>
                </c:pt>
                <c:pt idx="25573">
                  <c:v>0</c:v>
                </c:pt>
                <c:pt idx="25574">
                  <c:v>0</c:v>
                </c:pt>
                <c:pt idx="25575">
                  <c:v>0</c:v>
                </c:pt>
                <c:pt idx="25576">
                  <c:v>0</c:v>
                </c:pt>
                <c:pt idx="25577">
                  <c:v>0</c:v>
                </c:pt>
                <c:pt idx="25578">
                  <c:v>0</c:v>
                </c:pt>
                <c:pt idx="25579">
                  <c:v>0</c:v>
                </c:pt>
                <c:pt idx="25580">
                  <c:v>0</c:v>
                </c:pt>
                <c:pt idx="25581">
                  <c:v>0</c:v>
                </c:pt>
                <c:pt idx="25582">
                  <c:v>0</c:v>
                </c:pt>
                <c:pt idx="25583">
                  <c:v>0</c:v>
                </c:pt>
                <c:pt idx="25584">
                  <c:v>0</c:v>
                </c:pt>
                <c:pt idx="25585">
                  <c:v>0</c:v>
                </c:pt>
                <c:pt idx="25586">
                  <c:v>0</c:v>
                </c:pt>
                <c:pt idx="25587">
                  <c:v>0</c:v>
                </c:pt>
                <c:pt idx="25588">
                  <c:v>0</c:v>
                </c:pt>
                <c:pt idx="25589">
                  <c:v>0</c:v>
                </c:pt>
                <c:pt idx="25590">
                  <c:v>0</c:v>
                </c:pt>
                <c:pt idx="25591">
                  <c:v>0</c:v>
                </c:pt>
                <c:pt idx="25592">
                  <c:v>0</c:v>
                </c:pt>
                <c:pt idx="25593">
                  <c:v>0</c:v>
                </c:pt>
                <c:pt idx="25594">
                  <c:v>0</c:v>
                </c:pt>
                <c:pt idx="25595">
                  <c:v>0</c:v>
                </c:pt>
                <c:pt idx="25596">
                  <c:v>0</c:v>
                </c:pt>
                <c:pt idx="25597">
                  <c:v>0</c:v>
                </c:pt>
                <c:pt idx="25598">
                  <c:v>0</c:v>
                </c:pt>
                <c:pt idx="25599">
                  <c:v>0</c:v>
                </c:pt>
                <c:pt idx="25600">
                  <c:v>0</c:v>
                </c:pt>
                <c:pt idx="25601">
                  <c:v>0</c:v>
                </c:pt>
                <c:pt idx="25602">
                  <c:v>0</c:v>
                </c:pt>
                <c:pt idx="25603">
                  <c:v>0</c:v>
                </c:pt>
                <c:pt idx="25604">
                  <c:v>0</c:v>
                </c:pt>
                <c:pt idx="25605">
                  <c:v>0</c:v>
                </c:pt>
                <c:pt idx="25606">
                  <c:v>0</c:v>
                </c:pt>
                <c:pt idx="25607">
                  <c:v>0</c:v>
                </c:pt>
                <c:pt idx="25608">
                  <c:v>0</c:v>
                </c:pt>
                <c:pt idx="25609">
                  <c:v>0</c:v>
                </c:pt>
                <c:pt idx="25610">
                  <c:v>0</c:v>
                </c:pt>
                <c:pt idx="25611">
                  <c:v>0</c:v>
                </c:pt>
                <c:pt idx="25612">
                  <c:v>0</c:v>
                </c:pt>
                <c:pt idx="25613">
                  <c:v>0</c:v>
                </c:pt>
                <c:pt idx="25614">
                  <c:v>0</c:v>
                </c:pt>
                <c:pt idx="25615">
                  <c:v>0</c:v>
                </c:pt>
                <c:pt idx="25616">
                  <c:v>0</c:v>
                </c:pt>
                <c:pt idx="25617">
                  <c:v>0</c:v>
                </c:pt>
                <c:pt idx="25618">
                  <c:v>0</c:v>
                </c:pt>
                <c:pt idx="25619">
                  <c:v>0</c:v>
                </c:pt>
                <c:pt idx="25620">
                  <c:v>0</c:v>
                </c:pt>
                <c:pt idx="25621">
                  <c:v>0</c:v>
                </c:pt>
                <c:pt idx="25622">
                  <c:v>0</c:v>
                </c:pt>
                <c:pt idx="25623">
                  <c:v>0</c:v>
                </c:pt>
                <c:pt idx="25624">
                  <c:v>0</c:v>
                </c:pt>
                <c:pt idx="25625">
                  <c:v>0</c:v>
                </c:pt>
                <c:pt idx="25626">
                  <c:v>0</c:v>
                </c:pt>
                <c:pt idx="25627">
                  <c:v>0</c:v>
                </c:pt>
                <c:pt idx="25628">
                  <c:v>0</c:v>
                </c:pt>
                <c:pt idx="25629">
                  <c:v>0</c:v>
                </c:pt>
                <c:pt idx="25630">
                  <c:v>0</c:v>
                </c:pt>
                <c:pt idx="25631">
                  <c:v>0</c:v>
                </c:pt>
                <c:pt idx="25632">
                  <c:v>0</c:v>
                </c:pt>
                <c:pt idx="25633">
                  <c:v>0</c:v>
                </c:pt>
                <c:pt idx="25634">
                  <c:v>0</c:v>
                </c:pt>
                <c:pt idx="25635">
                  <c:v>0</c:v>
                </c:pt>
                <c:pt idx="25636">
                  <c:v>0</c:v>
                </c:pt>
                <c:pt idx="25637">
                  <c:v>0</c:v>
                </c:pt>
                <c:pt idx="25638">
                  <c:v>0</c:v>
                </c:pt>
                <c:pt idx="25639">
                  <c:v>0</c:v>
                </c:pt>
                <c:pt idx="25640">
                  <c:v>0</c:v>
                </c:pt>
                <c:pt idx="25641">
                  <c:v>0</c:v>
                </c:pt>
                <c:pt idx="25642">
                  <c:v>0</c:v>
                </c:pt>
                <c:pt idx="25643">
                  <c:v>0</c:v>
                </c:pt>
                <c:pt idx="25644">
                  <c:v>0</c:v>
                </c:pt>
                <c:pt idx="25645">
                  <c:v>0</c:v>
                </c:pt>
                <c:pt idx="25646">
                  <c:v>0</c:v>
                </c:pt>
                <c:pt idx="25647">
                  <c:v>0</c:v>
                </c:pt>
                <c:pt idx="25648">
                  <c:v>0</c:v>
                </c:pt>
                <c:pt idx="25649">
                  <c:v>0</c:v>
                </c:pt>
                <c:pt idx="25650">
                  <c:v>0</c:v>
                </c:pt>
                <c:pt idx="25651">
                  <c:v>0</c:v>
                </c:pt>
                <c:pt idx="25652">
                  <c:v>0</c:v>
                </c:pt>
                <c:pt idx="25653">
                  <c:v>0</c:v>
                </c:pt>
                <c:pt idx="25654">
                  <c:v>0</c:v>
                </c:pt>
                <c:pt idx="25655">
                  <c:v>0</c:v>
                </c:pt>
                <c:pt idx="25656">
                  <c:v>0</c:v>
                </c:pt>
                <c:pt idx="25657">
                  <c:v>0</c:v>
                </c:pt>
                <c:pt idx="25658">
                  <c:v>0</c:v>
                </c:pt>
                <c:pt idx="25659">
                  <c:v>0</c:v>
                </c:pt>
                <c:pt idx="25660">
                  <c:v>0</c:v>
                </c:pt>
                <c:pt idx="25661">
                  <c:v>0</c:v>
                </c:pt>
                <c:pt idx="25662">
                  <c:v>0</c:v>
                </c:pt>
                <c:pt idx="25663">
                  <c:v>0</c:v>
                </c:pt>
                <c:pt idx="25664">
                  <c:v>0</c:v>
                </c:pt>
                <c:pt idx="25665">
                  <c:v>0</c:v>
                </c:pt>
                <c:pt idx="25666">
                  <c:v>0</c:v>
                </c:pt>
                <c:pt idx="25667">
                  <c:v>0</c:v>
                </c:pt>
                <c:pt idx="25668">
                  <c:v>0</c:v>
                </c:pt>
                <c:pt idx="25669">
                  <c:v>0</c:v>
                </c:pt>
                <c:pt idx="25670">
                  <c:v>0</c:v>
                </c:pt>
                <c:pt idx="25671">
                  <c:v>0</c:v>
                </c:pt>
                <c:pt idx="25672">
                  <c:v>0</c:v>
                </c:pt>
                <c:pt idx="25673">
                  <c:v>0</c:v>
                </c:pt>
                <c:pt idx="25674">
                  <c:v>0</c:v>
                </c:pt>
                <c:pt idx="25675">
                  <c:v>0</c:v>
                </c:pt>
                <c:pt idx="25676">
                  <c:v>0</c:v>
                </c:pt>
                <c:pt idx="25677">
                  <c:v>0</c:v>
                </c:pt>
                <c:pt idx="25678">
                  <c:v>0</c:v>
                </c:pt>
                <c:pt idx="25679">
                  <c:v>0</c:v>
                </c:pt>
                <c:pt idx="25680">
                  <c:v>0</c:v>
                </c:pt>
                <c:pt idx="25681">
                  <c:v>0</c:v>
                </c:pt>
                <c:pt idx="25682">
                  <c:v>0</c:v>
                </c:pt>
                <c:pt idx="25683">
                  <c:v>0</c:v>
                </c:pt>
                <c:pt idx="25684">
                  <c:v>0</c:v>
                </c:pt>
                <c:pt idx="25685">
                  <c:v>0</c:v>
                </c:pt>
                <c:pt idx="25686">
                  <c:v>0</c:v>
                </c:pt>
                <c:pt idx="25687">
                  <c:v>0</c:v>
                </c:pt>
                <c:pt idx="25688">
                  <c:v>0</c:v>
                </c:pt>
                <c:pt idx="25689">
                  <c:v>0</c:v>
                </c:pt>
                <c:pt idx="25690">
                  <c:v>0</c:v>
                </c:pt>
                <c:pt idx="25691">
                  <c:v>0</c:v>
                </c:pt>
                <c:pt idx="25692">
                  <c:v>0</c:v>
                </c:pt>
                <c:pt idx="25693">
                  <c:v>0</c:v>
                </c:pt>
                <c:pt idx="25694">
                  <c:v>0</c:v>
                </c:pt>
                <c:pt idx="25695">
                  <c:v>0</c:v>
                </c:pt>
                <c:pt idx="25696">
                  <c:v>0</c:v>
                </c:pt>
                <c:pt idx="25697">
                  <c:v>0</c:v>
                </c:pt>
                <c:pt idx="25698">
                  <c:v>0</c:v>
                </c:pt>
                <c:pt idx="25699">
                  <c:v>0</c:v>
                </c:pt>
                <c:pt idx="25700">
                  <c:v>0</c:v>
                </c:pt>
                <c:pt idx="25701">
                  <c:v>0</c:v>
                </c:pt>
                <c:pt idx="25702">
                  <c:v>0</c:v>
                </c:pt>
                <c:pt idx="25703">
                  <c:v>0</c:v>
                </c:pt>
                <c:pt idx="25704">
                  <c:v>0</c:v>
                </c:pt>
                <c:pt idx="25705">
                  <c:v>0</c:v>
                </c:pt>
                <c:pt idx="25706">
                  <c:v>0</c:v>
                </c:pt>
                <c:pt idx="25707">
                  <c:v>0</c:v>
                </c:pt>
                <c:pt idx="25708">
                  <c:v>0</c:v>
                </c:pt>
                <c:pt idx="25709">
                  <c:v>0</c:v>
                </c:pt>
                <c:pt idx="25710">
                  <c:v>0</c:v>
                </c:pt>
                <c:pt idx="25711">
                  <c:v>0</c:v>
                </c:pt>
                <c:pt idx="25712">
                  <c:v>0</c:v>
                </c:pt>
                <c:pt idx="25713">
                  <c:v>0</c:v>
                </c:pt>
                <c:pt idx="25714">
                  <c:v>0</c:v>
                </c:pt>
                <c:pt idx="25715">
                  <c:v>0</c:v>
                </c:pt>
                <c:pt idx="25716">
                  <c:v>0</c:v>
                </c:pt>
                <c:pt idx="25717">
                  <c:v>0</c:v>
                </c:pt>
                <c:pt idx="25718">
                  <c:v>0</c:v>
                </c:pt>
                <c:pt idx="25719">
                  <c:v>0</c:v>
                </c:pt>
                <c:pt idx="25720">
                  <c:v>0</c:v>
                </c:pt>
                <c:pt idx="25721">
                  <c:v>0</c:v>
                </c:pt>
                <c:pt idx="25722">
                  <c:v>0</c:v>
                </c:pt>
                <c:pt idx="25723">
                  <c:v>0</c:v>
                </c:pt>
                <c:pt idx="25724">
                  <c:v>0</c:v>
                </c:pt>
                <c:pt idx="25725">
                  <c:v>0</c:v>
                </c:pt>
                <c:pt idx="25726">
                  <c:v>0</c:v>
                </c:pt>
                <c:pt idx="25727">
                  <c:v>0</c:v>
                </c:pt>
                <c:pt idx="25728">
                  <c:v>0</c:v>
                </c:pt>
                <c:pt idx="25729">
                  <c:v>0</c:v>
                </c:pt>
                <c:pt idx="25730">
                  <c:v>0</c:v>
                </c:pt>
                <c:pt idx="25731">
                  <c:v>0</c:v>
                </c:pt>
                <c:pt idx="25732">
                  <c:v>0</c:v>
                </c:pt>
                <c:pt idx="25733">
                  <c:v>0</c:v>
                </c:pt>
                <c:pt idx="25734">
                  <c:v>0</c:v>
                </c:pt>
                <c:pt idx="25735">
                  <c:v>0</c:v>
                </c:pt>
                <c:pt idx="25736">
                  <c:v>0</c:v>
                </c:pt>
                <c:pt idx="25737">
                  <c:v>0</c:v>
                </c:pt>
                <c:pt idx="25738">
                  <c:v>0</c:v>
                </c:pt>
                <c:pt idx="25739">
                  <c:v>0</c:v>
                </c:pt>
                <c:pt idx="25740">
                  <c:v>0</c:v>
                </c:pt>
                <c:pt idx="25741">
                  <c:v>0</c:v>
                </c:pt>
                <c:pt idx="25742">
                  <c:v>0</c:v>
                </c:pt>
                <c:pt idx="25743">
                  <c:v>0</c:v>
                </c:pt>
                <c:pt idx="25744">
                  <c:v>0</c:v>
                </c:pt>
                <c:pt idx="25745">
                  <c:v>0</c:v>
                </c:pt>
                <c:pt idx="25746">
                  <c:v>0</c:v>
                </c:pt>
                <c:pt idx="25747">
                  <c:v>0</c:v>
                </c:pt>
                <c:pt idx="25748">
                  <c:v>0</c:v>
                </c:pt>
                <c:pt idx="25749">
                  <c:v>0</c:v>
                </c:pt>
                <c:pt idx="25750">
                  <c:v>0</c:v>
                </c:pt>
                <c:pt idx="25751">
                  <c:v>0</c:v>
                </c:pt>
                <c:pt idx="25752">
                  <c:v>0</c:v>
                </c:pt>
                <c:pt idx="25753">
                  <c:v>0</c:v>
                </c:pt>
                <c:pt idx="25754">
                  <c:v>0</c:v>
                </c:pt>
                <c:pt idx="25755">
                  <c:v>0</c:v>
                </c:pt>
                <c:pt idx="25756">
                  <c:v>0</c:v>
                </c:pt>
                <c:pt idx="25757">
                  <c:v>0</c:v>
                </c:pt>
                <c:pt idx="25758">
                  <c:v>0</c:v>
                </c:pt>
                <c:pt idx="25759">
                  <c:v>0</c:v>
                </c:pt>
                <c:pt idx="25760">
                  <c:v>0</c:v>
                </c:pt>
                <c:pt idx="25761">
                  <c:v>0</c:v>
                </c:pt>
                <c:pt idx="25762">
                  <c:v>0</c:v>
                </c:pt>
                <c:pt idx="25763">
                  <c:v>0</c:v>
                </c:pt>
                <c:pt idx="25764">
                  <c:v>0</c:v>
                </c:pt>
                <c:pt idx="25765">
                  <c:v>0</c:v>
                </c:pt>
                <c:pt idx="25766">
                  <c:v>0</c:v>
                </c:pt>
                <c:pt idx="25767">
                  <c:v>0</c:v>
                </c:pt>
                <c:pt idx="25768">
                  <c:v>0</c:v>
                </c:pt>
                <c:pt idx="25769">
                  <c:v>0</c:v>
                </c:pt>
                <c:pt idx="25770">
                  <c:v>0</c:v>
                </c:pt>
                <c:pt idx="25771">
                  <c:v>0</c:v>
                </c:pt>
                <c:pt idx="25772">
                  <c:v>0</c:v>
                </c:pt>
                <c:pt idx="25773">
                  <c:v>0</c:v>
                </c:pt>
                <c:pt idx="25774">
                  <c:v>0</c:v>
                </c:pt>
                <c:pt idx="25775">
                  <c:v>0</c:v>
                </c:pt>
                <c:pt idx="25776">
                  <c:v>0</c:v>
                </c:pt>
                <c:pt idx="25777">
                  <c:v>0</c:v>
                </c:pt>
                <c:pt idx="25778">
                  <c:v>0</c:v>
                </c:pt>
                <c:pt idx="25779">
                  <c:v>0</c:v>
                </c:pt>
                <c:pt idx="25780">
                  <c:v>0</c:v>
                </c:pt>
                <c:pt idx="25781">
                  <c:v>0</c:v>
                </c:pt>
                <c:pt idx="25782">
                  <c:v>0</c:v>
                </c:pt>
                <c:pt idx="25783">
                  <c:v>0</c:v>
                </c:pt>
                <c:pt idx="25784">
                  <c:v>0</c:v>
                </c:pt>
                <c:pt idx="25785">
                  <c:v>0</c:v>
                </c:pt>
                <c:pt idx="25786">
                  <c:v>0</c:v>
                </c:pt>
                <c:pt idx="25787">
                  <c:v>0</c:v>
                </c:pt>
                <c:pt idx="25788">
                  <c:v>0</c:v>
                </c:pt>
                <c:pt idx="25789">
                  <c:v>0</c:v>
                </c:pt>
                <c:pt idx="25790">
                  <c:v>0</c:v>
                </c:pt>
                <c:pt idx="25791">
                  <c:v>0</c:v>
                </c:pt>
                <c:pt idx="25792">
                  <c:v>0</c:v>
                </c:pt>
                <c:pt idx="25793">
                  <c:v>0</c:v>
                </c:pt>
                <c:pt idx="25794">
                  <c:v>0</c:v>
                </c:pt>
                <c:pt idx="25795">
                  <c:v>0</c:v>
                </c:pt>
                <c:pt idx="25796">
                  <c:v>0</c:v>
                </c:pt>
                <c:pt idx="25797">
                  <c:v>0</c:v>
                </c:pt>
                <c:pt idx="25798">
                  <c:v>0</c:v>
                </c:pt>
                <c:pt idx="25799">
                  <c:v>0</c:v>
                </c:pt>
                <c:pt idx="25800">
                  <c:v>0</c:v>
                </c:pt>
                <c:pt idx="25801">
                  <c:v>0</c:v>
                </c:pt>
                <c:pt idx="25802">
                  <c:v>0</c:v>
                </c:pt>
                <c:pt idx="25803">
                  <c:v>0</c:v>
                </c:pt>
                <c:pt idx="25804">
                  <c:v>0</c:v>
                </c:pt>
                <c:pt idx="25805">
                  <c:v>0</c:v>
                </c:pt>
                <c:pt idx="25806">
                  <c:v>0</c:v>
                </c:pt>
                <c:pt idx="25807">
                  <c:v>0</c:v>
                </c:pt>
                <c:pt idx="25808">
                  <c:v>0</c:v>
                </c:pt>
                <c:pt idx="25809">
                  <c:v>0</c:v>
                </c:pt>
                <c:pt idx="25810">
                  <c:v>0</c:v>
                </c:pt>
                <c:pt idx="25811">
                  <c:v>0</c:v>
                </c:pt>
                <c:pt idx="25812">
                  <c:v>0</c:v>
                </c:pt>
                <c:pt idx="25813">
                  <c:v>0</c:v>
                </c:pt>
                <c:pt idx="25814">
                  <c:v>0</c:v>
                </c:pt>
                <c:pt idx="25815">
                  <c:v>0</c:v>
                </c:pt>
                <c:pt idx="25816">
                  <c:v>0</c:v>
                </c:pt>
                <c:pt idx="25817">
                  <c:v>0</c:v>
                </c:pt>
                <c:pt idx="25818">
                  <c:v>0</c:v>
                </c:pt>
                <c:pt idx="25819">
                  <c:v>0</c:v>
                </c:pt>
                <c:pt idx="25820">
                  <c:v>0</c:v>
                </c:pt>
                <c:pt idx="25821">
                  <c:v>0</c:v>
                </c:pt>
                <c:pt idx="25822">
                  <c:v>0</c:v>
                </c:pt>
                <c:pt idx="25823">
                  <c:v>0</c:v>
                </c:pt>
                <c:pt idx="25824">
                  <c:v>0</c:v>
                </c:pt>
                <c:pt idx="25825">
                  <c:v>0</c:v>
                </c:pt>
                <c:pt idx="25826">
                  <c:v>0</c:v>
                </c:pt>
                <c:pt idx="25827">
                  <c:v>0</c:v>
                </c:pt>
                <c:pt idx="25828">
                  <c:v>0</c:v>
                </c:pt>
                <c:pt idx="25829">
                  <c:v>0</c:v>
                </c:pt>
                <c:pt idx="25830">
                  <c:v>0</c:v>
                </c:pt>
                <c:pt idx="25831">
                  <c:v>0</c:v>
                </c:pt>
                <c:pt idx="25832">
                  <c:v>0</c:v>
                </c:pt>
                <c:pt idx="25833">
                  <c:v>0</c:v>
                </c:pt>
                <c:pt idx="25834">
                  <c:v>0</c:v>
                </c:pt>
                <c:pt idx="25835">
                  <c:v>0</c:v>
                </c:pt>
                <c:pt idx="25836">
                  <c:v>0</c:v>
                </c:pt>
                <c:pt idx="25837">
                  <c:v>0</c:v>
                </c:pt>
                <c:pt idx="25838">
                  <c:v>0</c:v>
                </c:pt>
                <c:pt idx="25839">
                  <c:v>0</c:v>
                </c:pt>
                <c:pt idx="25840">
                  <c:v>0</c:v>
                </c:pt>
                <c:pt idx="25841">
                  <c:v>0</c:v>
                </c:pt>
                <c:pt idx="25842">
                  <c:v>0</c:v>
                </c:pt>
                <c:pt idx="25843">
                  <c:v>0</c:v>
                </c:pt>
                <c:pt idx="25844">
                  <c:v>0</c:v>
                </c:pt>
                <c:pt idx="25845">
                  <c:v>0</c:v>
                </c:pt>
                <c:pt idx="25846">
                  <c:v>0</c:v>
                </c:pt>
                <c:pt idx="25847">
                  <c:v>0</c:v>
                </c:pt>
                <c:pt idx="25848">
                  <c:v>0</c:v>
                </c:pt>
                <c:pt idx="25849">
                  <c:v>0</c:v>
                </c:pt>
                <c:pt idx="25850">
                  <c:v>0</c:v>
                </c:pt>
                <c:pt idx="25851">
                  <c:v>0</c:v>
                </c:pt>
                <c:pt idx="25852">
                  <c:v>0</c:v>
                </c:pt>
                <c:pt idx="25853">
                  <c:v>0</c:v>
                </c:pt>
                <c:pt idx="25854">
                  <c:v>0</c:v>
                </c:pt>
                <c:pt idx="25855">
                  <c:v>0</c:v>
                </c:pt>
                <c:pt idx="25856">
                  <c:v>0</c:v>
                </c:pt>
                <c:pt idx="25857">
                  <c:v>0</c:v>
                </c:pt>
                <c:pt idx="25858">
                  <c:v>0</c:v>
                </c:pt>
                <c:pt idx="25859">
                  <c:v>0</c:v>
                </c:pt>
                <c:pt idx="25860">
                  <c:v>0</c:v>
                </c:pt>
                <c:pt idx="25861">
                  <c:v>0</c:v>
                </c:pt>
                <c:pt idx="25862">
                  <c:v>0</c:v>
                </c:pt>
                <c:pt idx="25863">
                  <c:v>0</c:v>
                </c:pt>
                <c:pt idx="25864">
                  <c:v>0</c:v>
                </c:pt>
                <c:pt idx="25865">
                  <c:v>0</c:v>
                </c:pt>
                <c:pt idx="25866">
                  <c:v>0</c:v>
                </c:pt>
                <c:pt idx="25867">
                  <c:v>0</c:v>
                </c:pt>
                <c:pt idx="25868">
                  <c:v>0</c:v>
                </c:pt>
                <c:pt idx="25869">
                  <c:v>0</c:v>
                </c:pt>
                <c:pt idx="25870">
                  <c:v>0</c:v>
                </c:pt>
                <c:pt idx="25871">
                  <c:v>0</c:v>
                </c:pt>
                <c:pt idx="25872">
                  <c:v>0</c:v>
                </c:pt>
                <c:pt idx="25873">
                  <c:v>0</c:v>
                </c:pt>
                <c:pt idx="25874">
                  <c:v>0</c:v>
                </c:pt>
                <c:pt idx="25875">
                  <c:v>0</c:v>
                </c:pt>
                <c:pt idx="25876">
                  <c:v>0</c:v>
                </c:pt>
                <c:pt idx="25877">
                  <c:v>0</c:v>
                </c:pt>
                <c:pt idx="25878">
                  <c:v>0</c:v>
                </c:pt>
                <c:pt idx="25879">
                  <c:v>0</c:v>
                </c:pt>
                <c:pt idx="25880">
                  <c:v>0</c:v>
                </c:pt>
                <c:pt idx="25881">
                  <c:v>0</c:v>
                </c:pt>
                <c:pt idx="25882">
                  <c:v>0</c:v>
                </c:pt>
                <c:pt idx="25883">
                  <c:v>0</c:v>
                </c:pt>
                <c:pt idx="25884">
                  <c:v>0</c:v>
                </c:pt>
                <c:pt idx="25885">
                  <c:v>0</c:v>
                </c:pt>
                <c:pt idx="25886">
                  <c:v>0</c:v>
                </c:pt>
                <c:pt idx="25887">
                  <c:v>0</c:v>
                </c:pt>
                <c:pt idx="25888">
                  <c:v>0</c:v>
                </c:pt>
                <c:pt idx="25889">
                  <c:v>0</c:v>
                </c:pt>
                <c:pt idx="25890">
                  <c:v>0</c:v>
                </c:pt>
                <c:pt idx="25891">
                  <c:v>0</c:v>
                </c:pt>
                <c:pt idx="25892">
                  <c:v>0</c:v>
                </c:pt>
                <c:pt idx="25893">
                  <c:v>0</c:v>
                </c:pt>
                <c:pt idx="25894">
                  <c:v>0</c:v>
                </c:pt>
                <c:pt idx="25895">
                  <c:v>0</c:v>
                </c:pt>
                <c:pt idx="25896">
                  <c:v>0</c:v>
                </c:pt>
                <c:pt idx="25897">
                  <c:v>0</c:v>
                </c:pt>
                <c:pt idx="25898">
                  <c:v>0</c:v>
                </c:pt>
                <c:pt idx="25899">
                  <c:v>0</c:v>
                </c:pt>
                <c:pt idx="25900">
                  <c:v>0</c:v>
                </c:pt>
                <c:pt idx="25901">
                  <c:v>0</c:v>
                </c:pt>
                <c:pt idx="25902">
                  <c:v>0</c:v>
                </c:pt>
                <c:pt idx="25903">
                  <c:v>0</c:v>
                </c:pt>
                <c:pt idx="25904">
                  <c:v>0</c:v>
                </c:pt>
                <c:pt idx="25905">
                  <c:v>0</c:v>
                </c:pt>
                <c:pt idx="25906">
                  <c:v>0</c:v>
                </c:pt>
                <c:pt idx="25907">
                  <c:v>0</c:v>
                </c:pt>
                <c:pt idx="25908">
                  <c:v>0</c:v>
                </c:pt>
                <c:pt idx="25909">
                  <c:v>0</c:v>
                </c:pt>
                <c:pt idx="25910">
                  <c:v>0</c:v>
                </c:pt>
                <c:pt idx="25911">
                  <c:v>0</c:v>
                </c:pt>
                <c:pt idx="25912">
                  <c:v>0</c:v>
                </c:pt>
                <c:pt idx="25913">
                  <c:v>0</c:v>
                </c:pt>
                <c:pt idx="25914">
                  <c:v>0</c:v>
                </c:pt>
                <c:pt idx="25915">
                  <c:v>0</c:v>
                </c:pt>
                <c:pt idx="25916">
                  <c:v>0</c:v>
                </c:pt>
                <c:pt idx="25917">
                  <c:v>0</c:v>
                </c:pt>
                <c:pt idx="25918">
                  <c:v>0</c:v>
                </c:pt>
                <c:pt idx="25919">
                  <c:v>0</c:v>
                </c:pt>
                <c:pt idx="25920">
                  <c:v>0</c:v>
                </c:pt>
                <c:pt idx="25921">
                  <c:v>0</c:v>
                </c:pt>
                <c:pt idx="25922">
                  <c:v>0</c:v>
                </c:pt>
                <c:pt idx="25923">
                  <c:v>0</c:v>
                </c:pt>
                <c:pt idx="25924">
                  <c:v>0</c:v>
                </c:pt>
                <c:pt idx="25925">
                  <c:v>0</c:v>
                </c:pt>
                <c:pt idx="25926">
                  <c:v>0</c:v>
                </c:pt>
                <c:pt idx="25927">
                  <c:v>0</c:v>
                </c:pt>
                <c:pt idx="25928">
                  <c:v>0</c:v>
                </c:pt>
                <c:pt idx="25929">
                  <c:v>0</c:v>
                </c:pt>
                <c:pt idx="25930">
                  <c:v>0</c:v>
                </c:pt>
                <c:pt idx="25931">
                  <c:v>0</c:v>
                </c:pt>
                <c:pt idx="25932">
                  <c:v>0</c:v>
                </c:pt>
                <c:pt idx="25933">
                  <c:v>0</c:v>
                </c:pt>
                <c:pt idx="25934">
                  <c:v>0</c:v>
                </c:pt>
                <c:pt idx="25935">
                  <c:v>0</c:v>
                </c:pt>
                <c:pt idx="25936">
                  <c:v>0</c:v>
                </c:pt>
                <c:pt idx="25937">
                  <c:v>0</c:v>
                </c:pt>
                <c:pt idx="25938">
                  <c:v>0</c:v>
                </c:pt>
                <c:pt idx="25939">
                  <c:v>0</c:v>
                </c:pt>
                <c:pt idx="25940">
                  <c:v>0</c:v>
                </c:pt>
                <c:pt idx="25941">
                  <c:v>0</c:v>
                </c:pt>
                <c:pt idx="25942">
                  <c:v>0</c:v>
                </c:pt>
                <c:pt idx="25943">
                  <c:v>0</c:v>
                </c:pt>
                <c:pt idx="25944">
                  <c:v>0</c:v>
                </c:pt>
                <c:pt idx="25945">
                  <c:v>0</c:v>
                </c:pt>
                <c:pt idx="25946">
                  <c:v>0</c:v>
                </c:pt>
                <c:pt idx="25947">
                  <c:v>0</c:v>
                </c:pt>
                <c:pt idx="25948">
                  <c:v>0</c:v>
                </c:pt>
                <c:pt idx="25949">
                  <c:v>0</c:v>
                </c:pt>
                <c:pt idx="25950">
                  <c:v>0</c:v>
                </c:pt>
                <c:pt idx="25951">
                  <c:v>0</c:v>
                </c:pt>
                <c:pt idx="25952">
                  <c:v>0</c:v>
                </c:pt>
                <c:pt idx="25953">
                  <c:v>0</c:v>
                </c:pt>
                <c:pt idx="25954">
                  <c:v>0</c:v>
                </c:pt>
                <c:pt idx="25955">
                  <c:v>0</c:v>
                </c:pt>
                <c:pt idx="25956">
                  <c:v>0</c:v>
                </c:pt>
                <c:pt idx="25957">
                  <c:v>0</c:v>
                </c:pt>
                <c:pt idx="25958">
                  <c:v>0</c:v>
                </c:pt>
                <c:pt idx="25959">
                  <c:v>0</c:v>
                </c:pt>
                <c:pt idx="25960">
                  <c:v>0</c:v>
                </c:pt>
                <c:pt idx="25961">
                  <c:v>0</c:v>
                </c:pt>
                <c:pt idx="25962">
                  <c:v>0</c:v>
                </c:pt>
                <c:pt idx="25963">
                  <c:v>0</c:v>
                </c:pt>
                <c:pt idx="25964">
                  <c:v>0</c:v>
                </c:pt>
                <c:pt idx="25965">
                  <c:v>0</c:v>
                </c:pt>
                <c:pt idx="25966">
                  <c:v>0</c:v>
                </c:pt>
                <c:pt idx="25967">
                  <c:v>0</c:v>
                </c:pt>
                <c:pt idx="25968">
                  <c:v>0</c:v>
                </c:pt>
                <c:pt idx="25969">
                  <c:v>0</c:v>
                </c:pt>
                <c:pt idx="25970">
                  <c:v>0</c:v>
                </c:pt>
                <c:pt idx="25971">
                  <c:v>0</c:v>
                </c:pt>
                <c:pt idx="25972">
                  <c:v>0</c:v>
                </c:pt>
                <c:pt idx="25973">
                  <c:v>0</c:v>
                </c:pt>
                <c:pt idx="25974">
                  <c:v>0</c:v>
                </c:pt>
                <c:pt idx="25975">
                  <c:v>0</c:v>
                </c:pt>
                <c:pt idx="25976">
                  <c:v>0</c:v>
                </c:pt>
                <c:pt idx="25977">
                  <c:v>0</c:v>
                </c:pt>
                <c:pt idx="25978">
                  <c:v>0</c:v>
                </c:pt>
                <c:pt idx="25979">
                  <c:v>0</c:v>
                </c:pt>
                <c:pt idx="25980">
                  <c:v>0</c:v>
                </c:pt>
                <c:pt idx="25981">
                  <c:v>0</c:v>
                </c:pt>
                <c:pt idx="25982">
                  <c:v>0</c:v>
                </c:pt>
                <c:pt idx="25983">
                  <c:v>0</c:v>
                </c:pt>
                <c:pt idx="25984">
                  <c:v>0</c:v>
                </c:pt>
                <c:pt idx="25985">
                  <c:v>0</c:v>
                </c:pt>
                <c:pt idx="25986">
                  <c:v>0</c:v>
                </c:pt>
                <c:pt idx="25987">
                  <c:v>0</c:v>
                </c:pt>
                <c:pt idx="25988">
                  <c:v>0</c:v>
                </c:pt>
                <c:pt idx="25989">
                  <c:v>0</c:v>
                </c:pt>
                <c:pt idx="25990">
                  <c:v>0</c:v>
                </c:pt>
                <c:pt idx="25991">
                  <c:v>0</c:v>
                </c:pt>
                <c:pt idx="25992">
                  <c:v>0</c:v>
                </c:pt>
                <c:pt idx="25993">
                  <c:v>0</c:v>
                </c:pt>
                <c:pt idx="25994">
                  <c:v>0</c:v>
                </c:pt>
                <c:pt idx="25995">
                  <c:v>0</c:v>
                </c:pt>
                <c:pt idx="25996">
                  <c:v>0</c:v>
                </c:pt>
                <c:pt idx="25997">
                  <c:v>0</c:v>
                </c:pt>
                <c:pt idx="25998">
                  <c:v>0</c:v>
                </c:pt>
                <c:pt idx="25999">
                  <c:v>0</c:v>
                </c:pt>
                <c:pt idx="26000">
                  <c:v>0</c:v>
                </c:pt>
                <c:pt idx="26001">
                  <c:v>0</c:v>
                </c:pt>
                <c:pt idx="26002">
                  <c:v>0</c:v>
                </c:pt>
                <c:pt idx="26003">
                  <c:v>0</c:v>
                </c:pt>
                <c:pt idx="26004">
                  <c:v>0</c:v>
                </c:pt>
                <c:pt idx="26005">
                  <c:v>0</c:v>
                </c:pt>
                <c:pt idx="26006">
                  <c:v>0</c:v>
                </c:pt>
                <c:pt idx="26007">
                  <c:v>0</c:v>
                </c:pt>
                <c:pt idx="26008">
                  <c:v>0</c:v>
                </c:pt>
                <c:pt idx="26009">
                  <c:v>0</c:v>
                </c:pt>
                <c:pt idx="26010">
                  <c:v>0</c:v>
                </c:pt>
                <c:pt idx="26011">
                  <c:v>0</c:v>
                </c:pt>
                <c:pt idx="26012">
                  <c:v>0</c:v>
                </c:pt>
                <c:pt idx="26013">
                  <c:v>0</c:v>
                </c:pt>
                <c:pt idx="26014">
                  <c:v>0</c:v>
                </c:pt>
                <c:pt idx="26015">
                  <c:v>0</c:v>
                </c:pt>
                <c:pt idx="26016">
                  <c:v>0</c:v>
                </c:pt>
                <c:pt idx="26017">
                  <c:v>0</c:v>
                </c:pt>
                <c:pt idx="26018">
                  <c:v>0</c:v>
                </c:pt>
                <c:pt idx="26019">
                  <c:v>0</c:v>
                </c:pt>
                <c:pt idx="26020">
                  <c:v>0</c:v>
                </c:pt>
                <c:pt idx="26021">
                  <c:v>0</c:v>
                </c:pt>
                <c:pt idx="26022">
                  <c:v>0</c:v>
                </c:pt>
                <c:pt idx="26023">
                  <c:v>0</c:v>
                </c:pt>
                <c:pt idx="26024">
                  <c:v>0</c:v>
                </c:pt>
                <c:pt idx="26025">
                  <c:v>0</c:v>
                </c:pt>
                <c:pt idx="26026">
                  <c:v>0</c:v>
                </c:pt>
                <c:pt idx="26027">
                  <c:v>0</c:v>
                </c:pt>
                <c:pt idx="26028">
                  <c:v>0</c:v>
                </c:pt>
                <c:pt idx="26029">
                  <c:v>0</c:v>
                </c:pt>
                <c:pt idx="26030">
                  <c:v>0</c:v>
                </c:pt>
                <c:pt idx="26031">
                  <c:v>0</c:v>
                </c:pt>
                <c:pt idx="26032">
                  <c:v>0</c:v>
                </c:pt>
                <c:pt idx="26033">
                  <c:v>0</c:v>
                </c:pt>
                <c:pt idx="26034">
                  <c:v>0</c:v>
                </c:pt>
                <c:pt idx="26035">
                  <c:v>0</c:v>
                </c:pt>
                <c:pt idx="26036">
                  <c:v>0</c:v>
                </c:pt>
                <c:pt idx="26037">
                  <c:v>0</c:v>
                </c:pt>
                <c:pt idx="26038">
                  <c:v>0</c:v>
                </c:pt>
                <c:pt idx="26039">
                  <c:v>0</c:v>
                </c:pt>
                <c:pt idx="26040">
                  <c:v>0</c:v>
                </c:pt>
                <c:pt idx="26041">
                  <c:v>0</c:v>
                </c:pt>
                <c:pt idx="26042">
                  <c:v>0</c:v>
                </c:pt>
                <c:pt idx="26043">
                  <c:v>0</c:v>
                </c:pt>
                <c:pt idx="26044">
                  <c:v>0</c:v>
                </c:pt>
                <c:pt idx="26045">
                  <c:v>0</c:v>
                </c:pt>
                <c:pt idx="26046">
                  <c:v>0</c:v>
                </c:pt>
                <c:pt idx="26047">
                  <c:v>0</c:v>
                </c:pt>
                <c:pt idx="26048">
                  <c:v>0</c:v>
                </c:pt>
                <c:pt idx="26049">
                  <c:v>0</c:v>
                </c:pt>
                <c:pt idx="26050">
                  <c:v>0</c:v>
                </c:pt>
                <c:pt idx="26051">
                  <c:v>0</c:v>
                </c:pt>
                <c:pt idx="26052">
                  <c:v>0</c:v>
                </c:pt>
                <c:pt idx="26053">
                  <c:v>0</c:v>
                </c:pt>
                <c:pt idx="26054">
                  <c:v>0</c:v>
                </c:pt>
                <c:pt idx="26055">
                  <c:v>0</c:v>
                </c:pt>
                <c:pt idx="26056">
                  <c:v>0</c:v>
                </c:pt>
                <c:pt idx="26057">
                  <c:v>0</c:v>
                </c:pt>
                <c:pt idx="26058">
                  <c:v>0</c:v>
                </c:pt>
                <c:pt idx="26059">
                  <c:v>0</c:v>
                </c:pt>
                <c:pt idx="26060">
                  <c:v>0</c:v>
                </c:pt>
                <c:pt idx="26061">
                  <c:v>0</c:v>
                </c:pt>
                <c:pt idx="26062">
                  <c:v>0</c:v>
                </c:pt>
                <c:pt idx="26063">
                  <c:v>0</c:v>
                </c:pt>
                <c:pt idx="26064">
                  <c:v>0</c:v>
                </c:pt>
                <c:pt idx="26065">
                  <c:v>0</c:v>
                </c:pt>
                <c:pt idx="26066">
                  <c:v>0</c:v>
                </c:pt>
                <c:pt idx="26067">
                  <c:v>0</c:v>
                </c:pt>
                <c:pt idx="26068">
                  <c:v>0</c:v>
                </c:pt>
                <c:pt idx="26069">
                  <c:v>0</c:v>
                </c:pt>
                <c:pt idx="26070">
                  <c:v>0</c:v>
                </c:pt>
                <c:pt idx="26071">
                  <c:v>0</c:v>
                </c:pt>
                <c:pt idx="26072">
                  <c:v>0</c:v>
                </c:pt>
                <c:pt idx="26073">
                  <c:v>0</c:v>
                </c:pt>
                <c:pt idx="26074">
                  <c:v>0</c:v>
                </c:pt>
                <c:pt idx="26075">
                  <c:v>0</c:v>
                </c:pt>
                <c:pt idx="26076">
                  <c:v>0</c:v>
                </c:pt>
                <c:pt idx="26077">
                  <c:v>0</c:v>
                </c:pt>
                <c:pt idx="26078">
                  <c:v>0</c:v>
                </c:pt>
                <c:pt idx="26079">
                  <c:v>0</c:v>
                </c:pt>
                <c:pt idx="26080">
                  <c:v>0</c:v>
                </c:pt>
                <c:pt idx="26081">
                  <c:v>0</c:v>
                </c:pt>
                <c:pt idx="26082">
                  <c:v>0</c:v>
                </c:pt>
                <c:pt idx="26083">
                  <c:v>0</c:v>
                </c:pt>
                <c:pt idx="26084">
                  <c:v>0</c:v>
                </c:pt>
                <c:pt idx="26085">
                  <c:v>0</c:v>
                </c:pt>
                <c:pt idx="26086">
                  <c:v>0</c:v>
                </c:pt>
                <c:pt idx="26087">
                  <c:v>0</c:v>
                </c:pt>
                <c:pt idx="26088">
                  <c:v>0</c:v>
                </c:pt>
                <c:pt idx="26089">
                  <c:v>0</c:v>
                </c:pt>
                <c:pt idx="26090">
                  <c:v>0</c:v>
                </c:pt>
                <c:pt idx="26091">
                  <c:v>0</c:v>
                </c:pt>
                <c:pt idx="26092">
                  <c:v>0</c:v>
                </c:pt>
                <c:pt idx="26093">
                  <c:v>0</c:v>
                </c:pt>
                <c:pt idx="26094">
                  <c:v>0</c:v>
                </c:pt>
                <c:pt idx="26095">
                  <c:v>0</c:v>
                </c:pt>
                <c:pt idx="26096">
                  <c:v>0</c:v>
                </c:pt>
                <c:pt idx="26097">
                  <c:v>0</c:v>
                </c:pt>
                <c:pt idx="26098">
                  <c:v>0</c:v>
                </c:pt>
                <c:pt idx="26099">
                  <c:v>0</c:v>
                </c:pt>
                <c:pt idx="26100">
                  <c:v>0</c:v>
                </c:pt>
                <c:pt idx="26101">
                  <c:v>0</c:v>
                </c:pt>
                <c:pt idx="26102">
                  <c:v>0</c:v>
                </c:pt>
                <c:pt idx="26103">
                  <c:v>0</c:v>
                </c:pt>
                <c:pt idx="26104">
                  <c:v>0</c:v>
                </c:pt>
                <c:pt idx="26105">
                  <c:v>0</c:v>
                </c:pt>
                <c:pt idx="26106">
                  <c:v>0</c:v>
                </c:pt>
                <c:pt idx="26107">
                  <c:v>0</c:v>
                </c:pt>
                <c:pt idx="26108">
                  <c:v>0</c:v>
                </c:pt>
                <c:pt idx="26109">
                  <c:v>0</c:v>
                </c:pt>
                <c:pt idx="26110">
                  <c:v>0</c:v>
                </c:pt>
                <c:pt idx="26111">
                  <c:v>0</c:v>
                </c:pt>
                <c:pt idx="26112">
                  <c:v>0</c:v>
                </c:pt>
                <c:pt idx="26113">
                  <c:v>0</c:v>
                </c:pt>
                <c:pt idx="26114">
                  <c:v>0</c:v>
                </c:pt>
                <c:pt idx="26115">
                  <c:v>0</c:v>
                </c:pt>
                <c:pt idx="26116">
                  <c:v>0</c:v>
                </c:pt>
                <c:pt idx="26117">
                  <c:v>0</c:v>
                </c:pt>
                <c:pt idx="26118">
                  <c:v>0</c:v>
                </c:pt>
                <c:pt idx="26119">
                  <c:v>0</c:v>
                </c:pt>
                <c:pt idx="26120">
                  <c:v>0</c:v>
                </c:pt>
                <c:pt idx="26121">
                  <c:v>0</c:v>
                </c:pt>
                <c:pt idx="26122">
                  <c:v>0</c:v>
                </c:pt>
                <c:pt idx="26123">
                  <c:v>0</c:v>
                </c:pt>
                <c:pt idx="26124">
                  <c:v>0</c:v>
                </c:pt>
                <c:pt idx="26125">
                  <c:v>0</c:v>
                </c:pt>
                <c:pt idx="26126">
                  <c:v>0</c:v>
                </c:pt>
                <c:pt idx="26127">
                  <c:v>0</c:v>
                </c:pt>
                <c:pt idx="26128">
                  <c:v>0</c:v>
                </c:pt>
                <c:pt idx="26129">
                  <c:v>0</c:v>
                </c:pt>
                <c:pt idx="26130">
                  <c:v>0</c:v>
                </c:pt>
                <c:pt idx="26131">
                  <c:v>0</c:v>
                </c:pt>
                <c:pt idx="26132">
                  <c:v>0</c:v>
                </c:pt>
                <c:pt idx="26133">
                  <c:v>0</c:v>
                </c:pt>
                <c:pt idx="26134">
                  <c:v>0</c:v>
                </c:pt>
                <c:pt idx="26135">
                  <c:v>0</c:v>
                </c:pt>
                <c:pt idx="26136">
                  <c:v>0</c:v>
                </c:pt>
                <c:pt idx="26137">
                  <c:v>0</c:v>
                </c:pt>
                <c:pt idx="26138">
                  <c:v>0</c:v>
                </c:pt>
                <c:pt idx="26139">
                  <c:v>0</c:v>
                </c:pt>
                <c:pt idx="26140">
                  <c:v>0</c:v>
                </c:pt>
                <c:pt idx="26141">
                  <c:v>0</c:v>
                </c:pt>
                <c:pt idx="26142">
                  <c:v>0</c:v>
                </c:pt>
                <c:pt idx="26143">
                  <c:v>0</c:v>
                </c:pt>
                <c:pt idx="26144">
                  <c:v>0</c:v>
                </c:pt>
                <c:pt idx="26145">
                  <c:v>0</c:v>
                </c:pt>
                <c:pt idx="26146">
                  <c:v>0</c:v>
                </c:pt>
                <c:pt idx="26147">
                  <c:v>0</c:v>
                </c:pt>
                <c:pt idx="26148">
                  <c:v>0</c:v>
                </c:pt>
                <c:pt idx="26149">
                  <c:v>0</c:v>
                </c:pt>
                <c:pt idx="26150">
                  <c:v>0</c:v>
                </c:pt>
                <c:pt idx="26151">
                  <c:v>0</c:v>
                </c:pt>
                <c:pt idx="26152">
                  <c:v>0</c:v>
                </c:pt>
                <c:pt idx="26153">
                  <c:v>0</c:v>
                </c:pt>
                <c:pt idx="26154">
                  <c:v>0</c:v>
                </c:pt>
                <c:pt idx="26155">
                  <c:v>0</c:v>
                </c:pt>
                <c:pt idx="26156">
                  <c:v>0</c:v>
                </c:pt>
                <c:pt idx="26157">
                  <c:v>0</c:v>
                </c:pt>
                <c:pt idx="26158">
                  <c:v>0</c:v>
                </c:pt>
                <c:pt idx="26159">
                  <c:v>0</c:v>
                </c:pt>
                <c:pt idx="26160">
                  <c:v>0</c:v>
                </c:pt>
                <c:pt idx="26161">
                  <c:v>0</c:v>
                </c:pt>
                <c:pt idx="26162">
                  <c:v>0</c:v>
                </c:pt>
                <c:pt idx="26163">
                  <c:v>0</c:v>
                </c:pt>
                <c:pt idx="26164">
                  <c:v>0</c:v>
                </c:pt>
                <c:pt idx="26165">
                  <c:v>0</c:v>
                </c:pt>
                <c:pt idx="26166">
                  <c:v>0</c:v>
                </c:pt>
                <c:pt idx="26167">
                  <c:v>0</c:v>
                </c:pt>
                <c:pt idx="26168">
                  <c:v>0</c:v>
                </c:pt>
                <c:pt idx="26169">
                  <c:v>0</c:v>
                </c:pt>
                <c:pt idx="26170">
                  <c:v>0</c:v>
                </c:pt>
                <c:pt idx="26171">
                  <c:v>0</c:v>
                </c:pt>
                <c:pt idx="26172">
                  <c:v>0</c:v>
                </c:pt>
                <c:pt idx="26173">
                  <c:v>0</c:v>
                </c:pt>
                <c:pt idx="26174">
                  <c:v>0</c:v>
                </c:pt>
                <c:pt idx="26175">
                  <c:v>0</c:v>
                </c:pt>
                <c:pt idx="26176">
                  <c:v>0</c:v>
                </c:pt>
                <c:pt idx="26177">
                  <c:v>0</c:v>
                </c:pt>
                <c:pt idx="26178">
                  <c:v>0</c:v>
                </c:pt>
                <c:pt idx="26179">
                  <c:v>0</c:v>
                </c:pt>
                <c:pt idx="26180">
                  <c:v>0</c:v>
                </c:pt>
                <c:pt idx="26181">
                  <c:v>0</c:v>
                </c:pt>
                <c:pt idx="26182">
                  <c:v>0</c:v>
                </c:pt>
                <c:pt idx="26183">
                  <c:v>0</c:v>
                </c:pt>
                <c:pt idx="26184">
                  <c:v>0</c:v>
                </c:pt>
                <c:pt idx="26185">
                  <c:v>0</c:v>
                </c:pt>
                <c:pt idx="26186">
                  <c:v>0</c:v>
                </c:pt>
                <c:pt idx="26187">
                  <c:v>0</c:v>
                </c:pt>
                <c:pt idx="26188">
                  <c:v>0</c:v>
                </c:pt>
                <c:pt idx="26189">
                  <c:v>0</c:v>
                </c:pt>
                <c:pt idx="26190">
                  <c:v>0</c:v>
                </c:pt>
                <c:pt idx="26191">
                  <c:v>0</c:v>
                </c:pt>
                <c:pt idx="26192">
                  <c:v>0</c:v>
                </c:pt>
                <c:pt idx="26193">
                  <c:v>0</c:v>
                </c:pt>
                <c:pt idx="26194">
                  <c:v>0</c:v>
                </c:pt>
                <c:pt idx="26195">
                  <c:v>0</c:v>
                </c:pt>
                <c:pt idx="26196">
                  <c:v>0</c:v>
                </c:pt>
                <c:pt idx="26197">
                  <c:v>0</c:v>
                </c:pt>
                <c:pt idx="26198">
                  <c:v>0</c:v>
                </c:pt>
                <c:pt idx="26199">
                  <c:v>0</c:v>
                </c:pt>
                <c:pt idx="26200">
                  <c:v>0</c:v>
                </c:pt>
                <c:pt idx="26201">
                  <c:v>0</c:v>
                </c:pt>
                <c:pt idx="26202">
                  <c:v>0</c:v>
                </c:pt>
                <c:pt idx="26203">
                  <c:v>0</c:v>
                </c:pt>
                <c:pt idx="26204">
                  <c:v>0</c:v>
                </c:pt>
                <c:pt idx="26205">
                  <c:v>0</c:v>
                </c:pt>
                <c:pt idx="26206">
                  <c:v>0</c:v>
                </c:pt>
                <c:pt idx="26207">
                  <c:v>0</c:v>
                </c:pt>
                <c:pt idx="26208">
                  <c:v>0</c:v>
                </c:pt>
                <c:pt idx="26209">
                  <c:v>0</c:v>
                </c:pt>
                <c:pt idx="26210">
                  <c:v>0</c:v>
                </c:pt>
                <c:pt idx="26211">
                  <c:v>0</c:v>
                </c:pt>
                <c:pt idx="26212">
                  <c:v>0</c:v>
                </c:pt>
                <c:pt idx="26213">
                  <c:v>0</c:v>
                </c:pt>
                <c:pt idx="26214">
                  <c:v>0</c:v>
                </c:pt>
                <c:pt idx="26215">
                  <c:v>0</c:v>
                </c:pt>
                <c:pt idx="26216">
                  <c:v>0</c:v>
                </c:pt>
                <c:pt idx="26217">
                  <c:v>0</c:v>
                </c:pt>
                <c:pt idx="26218">
                  <c:v>0</c:v>
                </c:pt>
                <c:pt idx="26219">
                  <c:v>0</c:v>
                </c:pt>
                <c:pt idx="26220">
                  <c:v>0</c:v>
                </c:pt>
                <c:pt idx="26221">
                  <c:v>0</c:v>
                </c:pt>
                <c:pt idx="26222">
                  <c:v>0</c:v>
                </c:pt>
                <c:pt idx="26223">
                  <c:v>0</c:v>
                </c:pt>
                <c:pt idx="26224">
                  <c:v>0</c:v>
                </c:pt>
                <c:pt idx="26225">
                  <c:v>0</c:v>
                </c:pt>
                <c:pt idx="26226">
                  <c:v>0</c:v>
                </c:pt>
                <c:pt idx="26227">
                  <c:v>0</c:v>
                </c:pt>
                <c:pt idx="26228">
                  <c:v>0</c:v>
                </c:pt>
                <c:pt idx="26229">
                  <c:v>0</c:v>
                </c:pt>
                <c:pt idx="26230">
                  <c:v>0</c:v>
                </c:pt>
                <c:pt idx="26231">
                  <c:v>0</c:v>
                </c:pt>
                <c:pt idx="26232">
                  <c:v>0</c:v>
                </c:pt>
                <c:pt idx="26233">
                  <c:v>0</c:v>
                </c:pt>
                <c:pt idx="26234">
                  <c:v>0</c:v>
                </c:pt>
                <c:pt idx="26235">
                  <c:v>0</c:v>
                </c:pt>
                <c:pt idx="26236">
                  <c:v>0</c:v>
                </c:pt>
                <c:pt idx="26237">
                  <c:v>0</c:v>
                </c:pt>
                <c:pt idx="26238">
                  <c:v>0</c:v>
                </c:pt>
                <c:pt idx="26239">
                  <c:v>0</c:v>
                </c:pt>
                <c:pt idx="26240">
                  <c:v>0</c:v>
                </c:pt>
                <c:pt idx="26241">
                  <c:v>0</c:v>
                </c:pt>
                <c:pt idx="26242">
                  <c:v>0</c:v>
                </c:pt>
                <c:pt idx="26243">
                  <c:v>0</c:v>
                </c:pt>
                <c:pt idx="26244">
                  <c:v>0</c:v>
                </c:pt>
                <c:pt idx="26245">
                  <c:v>0</c:v>
                </c:pt>
                <c:pt idx="26246">
                  <c:v>0</c:v>
                </c:pt>
                <c:pt idx="26247">
                  <c:v>0</c:v>
                </c:pt>
                <c:pt idx="26248">
                  <c:v>0</c:v>
                </c:pt>
                <c:pt idx="26249">
                  <c:v>0</c:v>
                </c:pt>
                <c:pt idx="26250">
                  <c:v>0</c:v>
                </c:pt>
                <c:pt idx="26251">
                  <c:v>0</c:v>
                </c:pt>
                <c:pt idx="26252">
                  <c:v>0</c:v>
                </c:pt>
                <c:pt idx="26253">
                  <c:v>0</c:v>
                </c:pt>
                <c:pt idx="26254">
                  <c:v>0</c:v>
                </c:pt>
                <c:pt idx="26255">
                  <c:v>0</c:v>
                </c:pt>
                <c:pt idx="26256">
                  <c:v>0</c:v>
                </c:pt>
                <c:pt idx="26257">
                  <c:v>0</c:v>
                </c:pt>
                <c:pt idx="26258">
                  <c:v>0</c:v>
                </c:pt>
                <c:pt idx="26259">
                  <c:v>0</c:v>
                </c:pt>
                <c:pt idx="26260">
                  <c:v>0</c:v>
                </c:pt>
                <c:pt idx="26261">
                  <c:v>0</c:v>
                </c:pt>
                <c:pt idx="26262">
                  <c:v>0</c:v>
                </c:pt>
                <c:pt idx="26263">
                  <c:v>0</c:v>
                </c:pt>
                <c:pt idx="26264">
                  <c:v>0</c:v>
                </c:pt>
                <c:pt idx="26265">
                  <c:v>0</c:v>
                </c:pt>
                <c:pt idx="26266">
                  <c:v>0</c:v>
                </c:pt>
                <c:pt idx="26267">
                  <c:v>0</c:v>
                </c:pt>
                <c:pt idx="26268">
                  <c:v>0</c:v>
                </c:pt>
                <c:pt idx="26269">
                  <c:v>0</c:v>
                </c:pt>
                <c:pt idx="26270">
                  <c:v>0</c:v>
                </c:pt>
                <c:pt idx="26271">
                  <c:v>0</c:v>
                </c:pt>
                <c:pt idx="26272">
                  <c:v>0</c:v>
                </c:pt>
                <c:pt idx="26273">
                  <c:v>0</c:v>
                </c:pt>
                <c:pt idx="26274">
                  <c:v>0</c:v>
                </c:pt>
                <c:pt idx="26275">
                  <c:v>0</c:v>
                </c:pt>
                <c:pt idx="26276">
                  <c:v>0</c:v>
                </c:pt>
                <c:pt idx="26277">
                  <c:v>0</c:v>
                </c:pt>
                <c:pt idx="26278">
                  <c:v>0</c:v>
                </c:pt>
                <c:pt idx="26279">
                  <c:v>0</c:v>
                </c:pt>
                <c:pt idx="26280">
                  <c:v>0</c:v>
                </c:pt>
                <c:pt idx="26281">
                  <c:v>0</c:v>
                </c:pt>
                <c:pt idx="26282">
                  <c:v>0</c:v>
                </c:pt>
                <c:pt idx="26283">
                  <c:v>0</c:v>
                </c:pt>
                <c:pt idx="26284">
                  <c:v>0</c:v>
                </c:pt>
                <c:pt idx="26285">
                  <c:v>0</c:v>
                </c:pt>
                <c:pt idx="26286">
                  <c:v>0</c:v>
                </c:pt>
                <c:pt idx="26287">
                  <c:v>0</c:v>
                </c:pt>
                <c:pt idx="26288">
                  <c:v>0</c:v>
                </c:pt>
                <c:pt idx="26289">
                  <c:v>0</c:v>
                </c:pt>
                <c:pt idx="26290">
                  <c:v>0</c:v>
                </c:pt>
                <c:pt idx="26291">
                  <c:v>0</c:v>
                </c:pt>
                <c:pt idx="26292">
                  <c:v>0</c:v>
                </c:pt>
                <c:pt idx="26293">
                  <c:v>0</c:v>
                </c:pt>
                <c:pt idx="26294">
                  <c:v>0</c:v>
                </c:pt>
                <c:pt idx="26295">
                  <c:v>0</c:v>
                </c:pt>
                <c:pt idx="26296">
                  <c:v>0</c:v>
                </c:pt>
                <c:pt idx="26297">
                  <c:v>0</c:v>
                </c:pt>
                <c:pt idx="26298">
                  <c:v>0</c:v>
                </c:pt>
                <c:pt idx="26299">
                  <c:v>0</c:v>
                </c:pt>
                <c:pt idx="26300">
                  <c:v>0</c:v>
                </c:pt>
                <c:pt idx="26301">
                  <c:v>0</c:v>
                </c:pt>
                <c:pt idx="26302">
                  <c:v>0</c:v>
                </c:pt>
                <c:pt idx="26303">
                  <c:v>0</c:v>
                </c:pt>
                <c:pt idx="26304">
                  <c:v>0</c:v>
                </c:pt>
                <c:pt idx="26305">
                  <c:v>0</c:v>
                </c:pt>
                <c:pt idx="26306">
                  <c:v>0</c:v>
                </c:pt>
                <c:pt idx="26307">
                  <c:v>0</c:v>
                </c:pt>
                <c:pt idx="26308">
                  <c:v>0</c:v>
                </c:pt>
                <c:pt idx="26309">
                  <c:v>0</c:v>
                </c:pt>
                <c:pt idx="26310">
                  <c:v>0</c:v>
                </c:pt>
                <c:pt idx="26311">
                  <c:v>0</c:v>
                </c:pt>
                <c:pt idx="26312">
                  <c:v>0</c:v>
                </c:pt>
                <c:pt idx="26313">
                  <c:v>0</c:v>
                </c:pt>
                <c:pt idx="26314">
                  <c:v>0</c:v>
                </c:pt>
                <c:pt idx="26315">
                  <c:v>0</c:v>
                </c:pt>
                <c:pt idx="26316">
                  <c:v>0</c:v>
                </c:pt>
                <c:pt idx="26317">
                  <c:v>0</c:v>
                </c:pt>
                <c:pt idx="26318">
                  <c:v>0</c:v>
                </c:pt>
                <c:pt idx="26319">
                  <c:v>0</c:v>
                </c:pt>
                <c:pt idx="26320">
                  <c:v>0</c:v>
                </c:pt>
                <c:pt idx="26321">
                  <c:v>0</c:v>
                </c:pt>
                <c:pt idx="26322">
                  <c:v>0</c:v>
                </c:pt>
                <c:pt idx="26323">
                  <c:v>0</c:v>
                </c:pt>
                <c:pt idx="26324">
                  <c:v>0</c:v>
                </c:pt>
                <c:pt idx="26325">
                  <c:v>0</c:v>
                </c:pt>
                <c:pt idx="26326">
                  <c:v>0</c:v>
                </c:pt>
                <c:pt idx="26327">
                  <c:v>0</c:v>
                </c:pt>
                <c:pt idx="26328">
                  <c:v>0</c:v>
                </c:pt>
                <c:pt idx="26329">
                  <c:v>0</c:v>
                </c:pt>
                <c:pt idx="26330">
                  <c:v>0</c:v>
                </c:pt>
                <c:pt idx="26331">
                  <c:v>0</c:v>
                </c:pt>
                <c:pt idx="26332">
                  <c:v>0</c:v>
                </c:pt>
                <c:pt idx="26333">
                  <c:v>0</c:v>
                </c:pt>
                <c:pt idx="26334">
                  <c:v>0</c:v>
                </c:pt>
                <c:pt idx="26335">
                  <c:v>0</c:v>
                </c:pt>
                <c:pt idx="26336">
                  <c:v>0</c:v>
                </c:pt>
                <c:pt idx="26337">
                  <c:v>0</c:v>
                </c:pt>
                <c:pt idx="26338">
                  <c:v>0</c:v>
                </c:pt>
                <c:pt idx="26339">
                  <c:v>0</c:v>
                </c:pt>
                <c:pt idx="26340">
                  <c:v>0</c:v>
                </c:pt>
                <c:pt idx="26341">
                  <c:v>0</c:v>
                </c:pt>
                <c:pt idx="26342">
                  <c:v>0</c:v>
                </c:pt>
                <c:pt idx="26343">
                  <c:v>0</c:v>
                </c:pt>
                <c:pt idx="26344">
                  <c:v>0</c:v>
                </c:pt>
                <c:pt idx="26345">
                  <c:v>0</c:v>
                </c:pt>
                <c:pt idx="26346">
                  <c:v>0</c:v>
                </c:pt>
                <c:pt idx="26347">
                  <c:v>0</c:v>
                </c:pt>
                <c:pt idx="26348">
                  <c:v>0</c:v>
                </c:pt>
                <c:pt idx="26349">
                  <c:v>0</c:v>
                </c:pt>
                <c:pt idx="26350">
                  <c:v>0</c:v>
                </c:pt>
                <c:pt idx="26351">
                  <c:v>0</c:v>
                </c:pt>
                <c:pt idx="26352">
                  <c:v>0</c:v>
                </c:pt>
                <c:pt idx="26353">
                  <c:v>0</c:v>
                </c:pt>
                <c:pt idx="26354">
                  <c:v>0</c:v>
                </c:pt>
                <c:pt idx="26355">
                  <c:v>0</c:v>
                </c:pt>
                <c:pt idx="26356">
                  <c:v>0</c:v>
                </c:pt>
                <c:pt idx="26357">
                  <c:v>0</c:v>
                </c:pt>
                <c:pt idx="26358">
                  <c:v>0</c:v>
                </c:pt>
                <c:pt idx="26359">
                  <c:v>0</c:v>
                </c:pt>
                <c:pt idx="26360">
                  <c:v>0</c:v>
                </c:pt>
                <c:pt idx="26361">
                  <c:v>0</c:v>
                </c:pt>
                <c:pt idx="26362">
                  <c:v>0</c:v>
                </c:pt>
                <c:pt idx="26363">
                  <c:v>0</c:v>
                </c:pt>
                <c:pt idx="26364">
                  <c:v>0</c:v>
                </c:pt>
                <c:pt idx="26365">
                  <c:v>0</c:v>
                </c:pt>
                <c:pt idx="26366">
                  <c:v>0</c:v>
                </c:pt>
                <c:pt idx="26367">
                  <c:v>0</c:v>
                </c:pt>
                <c:pt idx="26368">
                  <c:v>0</c:v>
                </c:pt>
                <c:pt idx="26369">
                  <c:v>0</c:v>
                </c:pt>
                <c:pt idx="26370">
                  <c:v>0</c:v>
                </c:pt>
                <c:pt idx="26371">
                  <c:v>0</c:v>
                </c:pt>
                <c:pt idx="26372">
                  <c:v>0</c:v>
                </c:pt>
                <c:pt idx="26373">
                  <c:v>0</c:v>
                </c:pt>
                <c:pt idx="26374">
                  <c:v>0</c:v>
                </c:pt>
                <c:pt idx="26375">
                  <c:v>0</c:v>
                </c:pt>
                <c:pt idx="26376">
                  <c:v>0</c:v>
                </c:pt>
                <c:pt idx="26377">
                  <c:v>0</c:v>
                </c:pt>
                <c:pt idx="26378">
                  <c:v>0</c:v>
                </c:pt>
                <c:pt idx="26379">
                  <c:v>0</c:v>
                </c:pt>
                <c:pt idx="26380">
                  <c:v>0</c:v>
                </c:pt>
                <c:pt idx="26381">
                  <c:v>0</c:v>
                </c:pt>
                <c:pt idx="26382">
                  <c:v>0</c:v>
                </c:pt>
                <c:pt idx="26383">
                  <c:v>0</c:v>
                </c:pt>
                <c:pt idx="26384">
                  <c:v>0</c:v>
                </c:pt>
                <c:pt idx="26385">
                  <c:v>0</c:v>
                </c:pt>
                <c:pt idx="26386">
                  <c:v>0</c:v>
                </c:pt>
                <c:pt idx="26387">
                  <c:v>0</c:v>
                </c:pt>
                <c:pt idx="26388">
                  <c:v>0</c:v>
                </c:pt>
                <c:pt idx="26389">
                  <c:v>0</c:v>
                </c:pt>
                <c:pt idx="26390">
                  <c:v>0</c:v>
                </c:pt>
                <c:pt idx="26391">
                  <c:v>0</c:v>
                </c:pt>
                <c:pt idx="26392">
                  <c:v>0</c:v>
                </c:pt>
                <c:pt idx="26393">
                  <c:v>0</c:v>
                </c:pt>
                <c:pt idx="26394">
                  <c:v>0</c:v>
                </c:pt>
                <c:pt idx="26395">
                  <c:v>0</c:v>
                </c:pt>
                <c:pt idx="26396">
                  <c:v>0</c:v>
                </c:pt>
                <c:pt idx="26397">
                  <c:v>0</c:v>
                </c:pt>
                <c:pt idx="26398">
                  <c:v>0</c:v>
                </c:pt>
                <c:pt idx="26399">
                  <c:v>0</c:v>
                </c:pt>
                <c:pt idx="26400">
                  <c:v>0</c:v>
                </c:pt>
                <c:pt idx="26401">
                  <c:v>0</c:v>
                </c:pt>
                <c:pt idx="26402">
                  <c:v>0</c:v>
                </c:pt>
                <c:pt idx="26403">
                  <c:v>0</c:v>
                </c:pt>
                <c:pt idx="26404">
                  <c:v>0</c:v>
                </c:pt>
                <c:pt idx="26405">
                  <c:v>0</c:v>
                </c:pt>
                <c:pt idx="26406">
                  <c:v>0</c:v>
                </c:pt>
                <c:pt idx="26407">
                  <c:v>0</c:v>
                </c:pt>
                <c:pt idx="26408">
                  <c:v>0</c:v>
                </c:pt>
                <c:pt idx="26409">
                  <c:v>0</c:v>
                </c:pt>
                <c:pt idx="26410">
                  <c:v>0</c:v>
                </c:pt>
                <c:pt idx="26411">
                  <c:v>0</c:v>
                </c:pt>
                <c:pt idx="26412">
                  <c:v>0</c:v>
                </c:pt>
                <c:pt idx="26413">
                  <c:v>0</c:v>
                </c:pt>
                <c:pt idx="26414">
                  <c:v>0</c:v>
                </c:pt>
                <c:pt idx="26415">
                  <c:v>0</c:v>
                </c:pt>
                <c:pt idx="26416">
                  <c:v>0</c:v>
                </c:pt>
                <c:pt idx="26417">
                  <c:v>0</c:v>
                </c:pt>
                <c:pt idx="26418">
                  <c:v>0</c:v>
                </c:pt>
                <c:pt idx="26419">
                  <c:v>0</c:v>
                </c:pt>
                <c:pt idx="26420">
                  <c:v>0</c:v>
                </c:pt>
                <c:pt idx="26421">
                  <c:v>0</c:v>
                </c:pt>
                <c:pt idx="26422">
                  <c:v>0</c:v>
                </c:pt>
                <c:pt idx="26423">
                  <c:v>0</c:v>
                </c:pt>
                <c:pt idx="26424">
                  <c:v>0</c:v>
                </c:pt>
                <c:pt idx="26425">
                  <c:v>0</c:v>
                </c:pt>
                <c:pt idx="26426">
                  <c:v>0</c:v>
                </c:pt>
                <c:pt idx="26427">
                  <c:v>0</c:v>
                </c:pt>
                <c:pt idx="26428">
                  <c:v>0</c:v>
                </c:pt>
                <c:pt idx="26429">
                  <c:v>0</c:v>
                </c:pt>
                <c:pt idx="26430">
                  <c:v>0</c:v>
                </c:pt>
                <c:pt idx="26431">
                  <c:v>0</c:v>
                </c:pt>
                <c:pt idx="26432">
                  <c:v>0</c:v>
                </c:pt>
                <c:pt idx="26433">
                  <c:v>0</c:v>
                </c:pt>
                <c:pt idx="26434">
                  <c:v>0</c:v>
                </c:pt>
                <c:pt idx="26435">
                  <c:v>0</c:v>
                </c:pt>
                <c:pt idx="26436">
                  <c:v>0</c:v>
                </c:pt>
                <c:pt idx="26437">
                  <c:v>0</c:v>
                </c:pt>
                <c:pt idx="26438">
                  <c:v>0</c:v>
                </c:pt>
                <c:pt idx="26439">
                  <c:v>0</c:v>
                </c:pt>
                <c:pt idx="26440">
                  <c:v>0</c:v>
                </c:pt>
                <c:pt idx="26441">
                  <c:v>0</c:v>
                </c:pt>
                <c:pt idx="26442">
                  <c:v>0</c:v>
                </c:pt>
                <c:pt idx="26443">
                  <c:v>0</c:v>
                </c:pt>
                <c:pt idx="26444">
                  <c:v>0</c:v>
                </c:pt>
                <c:pt idx="26445">
                  <c:v>0</c:v>
                </c:pt>
                <c:pt idx="26446">
                  <c:v>0</c:v>
                </c:pt>
                <c:pt idx="26447">
                  <c:v>0</c:v>
                </c:pt>
                <c:pt idx="26448">
                  <c:v>0</c:v>
                </c:pt>
                <c:pt idx="26449">
                  <c:v>0</c:v>
                </c:pt>
                <c:pt idx="26450">
                  <c:v>0</c:v>
                </c:pt>
                <c:pt idx="26451">
                  <c:v>0</c:v>
                </c:pt>
                <c:pt idx="26452">
                  <c:v>0</c:v>
                </c:pt>
                <c:pt idx="26453">
                  <c:v>0</c:v>
                </c:pt>
                <c:pt idx="26454">
                  <c:v>0</c:v>
                </c:pt>
                <c:pt idx="26455">
                  <c:v>0</c:v>
                </c:pt>
                <c:pt idx="26456">
                  <c:v>0</c:v>
                </c:pt>
                <c:pt idx="26457">
                  <c:v>0</c:v>
                </c:pt>
                <c:pt idx="26458">
                  <c:v>0</c:v>
                </c:pt>
                <c:pt idx="26459">
                  <c:v>0</c:v>
                </c:pt>
                <c:pt idx="26460">
                  <c:v>0</c:v>
                </c:pt>
                <c:pt idx="26461">
                  <c:v>0</c:v>
                </c:pt>
                <c:pt idx="26462">
                  <c:v>0</c:v>
                </c:pt>
                <c:pt idx="26463">
                  <c:v>0</c:v>
                </c:pt>
                <c:pt idx="26464">
                  <c:v>0</c:v>
                </c:pt>
                <c:pt idx="26465">
                  <c:v>0</c:v>
                </c:pt>
                <c:pt idx="26466">
                  <c:v>0</c:v>
                </c:pt>
                <c:pt idx="26467">
                  <c:v>0</c:v>
                </c:pt>
                <c:pt idx="26468">
                  <c:v>0</c:v>
                </c:pt>
                <c:pt idx="26469">
                  <c:v>0</c:v>
                </c:pt>
                <c:pt idx="26470">
                  <c:v>0</c:v>
                </c:pt>
                <c:pt idx="26471">
                  <c:v>0</c:v>
                </c:pt>
                <c:pt idx="26472">
                  <c:v>0</c:v>
                </c:pt>
                <c:pt idx="26473">
                  <c:v>0</c:v>
                </c:pt>
                <c:pt idx="26474">
                  <c:v>0</c:v>
                </c:pt>
                <c:pt idx="26475">
                  <c:v>0</c:v>
                </c:pt>
                <c:pt idx="26476">
                  <c:v>0</c:v>
                </c:pt>
                <c:pt idx="26477">
                  <c:v>0</c:v>
                </c:pt>
                <c:pt idx="26478">
                  <c:v>0</c:v>
                </c:pt>
                <c:pt idx="26479">
                  <c:v>0</c:v>
                </c:pt>
                <c:pt idx="26480">
                  <c:v>0</c:v>
                </c:pt>
                <c:pt idx="26481">
                  <c:v>0</c:v>
                </c:pt>
                <c:pt idx="26482">
                  <c:v>0</c:v>
                </c:pt>
                <c:pt idx="26483">
                  <c:v>0</c:v>
                </c:pt>
                <c:pt idx="26484">
                  <c:v>0</c:v>
                </c:pt>
                <c:pt idx="26485">
                  <c:v>0</c:v>
                </c:pt>
                <c:pt idx="26486">
                  <c:v>0</c:v>
                </c:pt>
                <c:pt idx="26487">
                  <c:v>0</c:v>
                </c:pt>
                <c:pt idx="26488">
                  <c:v>0</c:v>
                </c:pt>
                <c:pt idx="26489">
                  <c:v>0</c:v>
                </c:pt>
                <c:pt idx="26490">
                  <c:v>0</c:v>
                </c:pt>
                <c:pt idx="26491">
                  <c:v>0</c:v>
                </c:pt>
                <c:pt idx="26492">
                  <c:v>0</c:v>
                </c:pt>
                <c:pt idx="26493">
                  <c:v>0</c:v>
                </c:pt>
                <c:pt idx="26494">
                  <c:v>0</c:v>
                </c:pt>
                <c:pt idx="26495">
                  <c:v>0</c:v>
                </c:pt>
                <c:pt idx="26496">
                  <c:v>0</c:v>
                </c:pt>
                <c:pt idx="26497">
                  <c:v>0</c:v>
                </c:pt>
                <c:pt idx="26498">
                  <c:v>0</c:v>
                </c:pt>
                <c:pt idx="26499">
                  <c:v>0</c:v>
                </c:pt>
                <c:pt idx="26500">
                  <c:v>0</c:v>
                </c:pt>
                <c:pt idx="26501">
                  <c:v>0</c:v>
                </c:pt>
                <c:pt idx="26502">
                  <c:v>0</c:v>
                </c:pt>
                <c:pt idx="26503">
                  <c:v>0</c:v>
                </c:pt>
                <c:pt idx="26504">
                  <c:v>0</c:v>
                </c:pt>
                <c:pt idx="26505">
                  <c:v>0</c:v>
                </c:pt>
                <c:pt idx="26506">
                  <c:v>0</c:v>
                </c:pt>
                <c:pt idx="26507">
                  <c:v>0</c:v>
                </c:pt>
                <c:pt idx="26508">
                  <c:v>0</c:v>
                </c:pt>
                <c:pt idx="26509">
                  <c:v>0</c:v>
                </c:pt>
                <c:pt idx="26510">
                  <c:v>0</c:v>
                </c:pt>
                <c:pt idx="26511">
                  <c:v>0</c:v>
                </c:pt>
                <c:pt idx="26512">
                  <c:v>0</c:v>
                </c:pt>
                <c:pt idx="26513">
                  <c:v>0</c:v>
                </c:pt>
                <c:pt idx="26514">
                  <c:v>0</c:v>
                </c:pt>
                <c:pt idx="26515">
                  <c:v>0</c:v>
                </c:pt>
                <c:pt idx="26516">
                  <c:v>0</c:v>
                </c:pt>
                <c:pt idx="26517">
                  <c:v>0</c:v>
                </c:pt>
                <c:pt idx="26518">
                  <c:v>0</c:v>
                </c:pt>
                <c:pt idx="26519">
                  <c:v>0</c:v>
                </c:pt>
                <c:pt idx="26520">
                  <c:v>0</c:v>
                </c:pt>
                <c:pt idx="26521">
                  <c:v>0</c:v>
                </c:pt>
                <c:pt idx="26522">
                  <c:v>0</c:v>
                </c:pt>
                <c:pt idx="26523">
                  <c:v>0</c:v>
                </c:pt>
                <c:pt idx="26524">
                  <c:v>0</c:v>
                </c:pt>
                <c:pt idx="26525">
                  <c:v>0</c:v>
                </c:pt>
                <c:pt idx="26526">
                  <c:v>0</c:v>
                </c:pt>
                <c:pt idx="26527">
                  <c:v>0</c:v>
                </c:pt>
                <c:pt idx="26528">
                  <c:v>0</c:v>
                </c:pt>
                <c:pt idx="26529">
                  <c:v>0</c:v>
                </c:pt>
                <c:pt idx="26530">
                  <c:v>0</c:v>
                </c:pt>
                <c:pt idx="26531">
                  <c:v>0</c:v>
                </c:pt>
                <c:pt idx="26532">
                  <c:v>0</c:v>
                </c:pt>
                <c:pt idx="26533">
                  <c:v>0</c:v>
                </c:pt>
                <c:pt idx="26534">
                  <c:v>0</c:v>
                </c:pt>
                <c:pt idx="26535">
                  <c:v>0</c:v>
                </c:pt>
                <c:pt idx="26536">
                  <c:v>0</c:v>
                </c:pt>
                <c:pt idx="26537">
                  <c:v>0</c:v>
                </c:pt>
                <c:pt idx="26538">
                  <c:v>0</c:v>
                </c:pt>
                <c:pt idx="26539">
                  <c:v>0</c:v>
                </c:pt>
                <c:pt idx="26540">
                  <c:v>0</c:v>
                </c:pt>
                <c:pt idx="26541">
                  <c:v>0</c:v>
                </c:pt>
                <c:pt idx="26542">
                  <c:v>0</c:v>
                </c:pt>
                <c:pt idx="26543">
                  <c:v>0</c:v>
                </c:pt>
                <c:pt idx="26544">
                  <c:v>0</c:v>
                </c:pt>
                <c:pt idx="26545">
                  <c:v>0</c:v>
                </c:pt>
                <c:pt idx="26546">
                  <c:v>0</c:v>
                </c:pt>
                <c:pt idx="26547">
                  <c:v>0</c:v>
                </c:pt>
                <c:pt idx="26548">
                  <c:v>0</c:v>
                </c:pt>
                <c:pt idx="26549">
                  <c:v>0</c:v>
                </c:pt>
                <c:pt idx="26550">
                  <c:v>0</c:v>
                </c:pt>
                <c:pt idx="26551">
                  <c:v>0</c:v>
                </c:pt>
                <c:pt idx="26552">
                  <c:v>0</c:v>
                </c:pt>
                <c:pt idx="26553">
                  <c:v>0</c:v>
                </c:pt>
                <c:pt idx="26554">
                  <c:v>0</c:v>
                </c:pt>
                <c:pt idx="26555">
                  <c:v>0</c:v>
                </c:pt>
                <c:pt idx="26556">
                  <c:v>0</c:v>
                </c:pt>
                <c:pt idx="26557">
                  <c:v>0</c:v>
                </c:pt>
                <c:pt idx="26558">
                  <c:v>0</c:v>
                </c:pt>
                <c:pt idx="26559">
                  <c:v>0</c:v>
                </c:pt>
                <c:pt idx="26560">
                  <c:v>0</c:v>
                </c:pt>
                <c:pt idx="26561">
                  <c:v>0</c:v>
                </c:pt>
                <c:pt idx="26562">
                  <c:v>0</c:v>
                </c:pt>
                <c:pt idx="26563">
                  <c:v>0</c:v>
                </c:pt>
                <c:pt idx="26564">
                  <c:v>0</c:v>
                </c:pt>
                <c:pt idx="26565">
                  <c:v>0</c:v>
                </c:pt>
                <c:pt idx="26566">
                  <c:v>0</c:v>
                </c:pt>
                <c:pt idx="26567">
                  <c:v>0</c:v>
                </c:pt>
                <c:pt idx="26568">
                  <c:v>0</c:v>
                </c:pt>
                <c:pt idx="26569">
                  <c:v>0</c:v>
                </c:pt>
                <c:pt idx="26570">
                  <c:v>0</c:v>
                </c:pt>
                <c:pt idx="26571">
                  <c:v>0</c:v>
                </c:pt>
                <c:pt idx="26572">
                  <c:v>0</c:v>
                </c:pt>
                <c:pt idx="26573">
                  <c:v>0</c:v>
                </c:pt>
                <c:pt idx="26574">
                  <c:v>0</c:v>
                </c:pt>
                <c:pt idx="26575">
                  <c:v>0</c:v>
                </c:pt>
                <c:pt idx="26576">
                  <c:v>0</c:v>
                </c:pt>
                <c:pt idx="26577">
                  <c:v>0</c:v>
                </c:pt>
                <c:pt idx="26578">
                  <c:v>0</c:v>
                </c:pt>
                <c:pt idx="26579">
                  <c:v>0</c:v>
                </c:pt>
                <c:pt idx="26580">
                  <c:v>0</c:v>
                </c:pt>
                <c:pt idx="26581">
                  <c:v>0</c:v>
                </c:pt>
                <c:pt idx="26582">
                  <c:v>0</c:v>
                </c:pt>
                <c:pt idx="26583">
                  <c:v>0</c:v>
                </c:pt>
                <c:pt idx="26584">
                  <c:v>0</c:v>
                </c:pt>
                <c:pt idx="26585">
                  <c:v>0</c:v>
                </c:pt>
                <c:pt idx="26586">
                  <c:v>0</c:v>
                </c:pt>
                <c:pt idx="26587">
                  <c:v>0</c:v>
                </c:pt>
                <c:pt idx="26588">
                  <c:v>0</c:v>
                </c:pt>
                <c:pt idx="26589">
                  <c:v>0</c:v>
                </c:pt>
                <c:pt idx="26590">
                  <c:v>0</c:v>
                </c:pt>
                <c:pt idx="26591">
                  <c:v>0</c:v>
                </c:pt>
                <c:pt idx="26592">
                  <c:v>0</c:v>
                </c:pt>
                <c:pt idx="26593">
                  <c:v>0</c:v>
                </c:pt>
                <c:pt idx="26594">
                  <c:v>0</c:v>
                </c:pt>
                <c:pt idx="26595">
                  <c:v>0</c:v>
                </c:pt>
                <c:pt idx="26596">
                  <c:v>0</c:v>
                </c:pt>
                <c:pt idx="26597">
                  <c:v>0</c:v>
                </c:pt>
                <c:pt idx="26598">
                  <c:v>0</c:v>
                </c:pt>
                <c:pt idx="26599">
                  <c:v>0</c:v>
                </c:pt>
                <c:pt idx="26600">
                  <c:v>0</c:v>
                </c:pt>
                <c:pt idx="26601">
                  <c:v>0</c:v>
                </c:pt>
                <c:pt idx="26602">
                  <c:v>0</c:v>
                </c:pt>
                <c:pt idx="26603">
                  <c:v>0</c:v>
                </c:pt>
                <c:pt idx="26604">
                  <c:v>0</c:v>
                </c:pt>
                <c:pt idx="26605">
                  <c:v>0</c:v>
                </c:pt>
                <c:pt idx="26606">
                  <c:v>0</c:v>
                </c:pt>
                <c:pt idx="26607">
                  <c:v>0</c:v>
                </c:pt>
                <c:pt idx="26608">
                  <c:v>0</c:v>
                </c:pt>
                <c:pt idx="26609">
                  <c:v>0</c:v>
                </c:pt>
                <c:pt idx="26610">
                  <c:v>0</c:v>
                </c:pt>
                <c:pt idx="26611">
                  <c:v>0</c:v>
                </c:pt>
                <c:pt idx="26612">
                  <c:v>0</c:v>
                </c:pt>
                <c:pt idx="26613">
                  <c:v>0</c:v>
                </c:pt>
                <c:pt idx="26614">
                  <c:v>0</c:v>
                </c:pt>
                <c:pt idx="26615">
                  <c:v>0</c:v>
                </c:pt>
                <c:pt idx="26616">
                  <c:v>0</c:v>
                </c:pt>
                <c:pt idx="26617">
                  <c:v>0</c:v>
                </c:pt>
                <c:pt idx="26618">
                  <c:v>0</c:v>
                </c:pt>
                <c:pt idx="26619">
                  <c:v>0</c:v>
                </c:pt>
                <c:pt idx="26620">
                  <c:v>0</c:v>
                </c:pt>
                <c:pt idx="26621">
                  <c:v>0</c:v>
                </c:pt>
                <c:pt idx="26622">
                  <c:v>0</c:v>
                </c:pt>
                <c:pt idx="26623">
                  <c:v>0</c:v>
                </c:pt>
                <c:pt idx="26624">
                  <c:v>0</c:v>
                </c:pt>
                <c:pt idx="26625">
                  <c:v>0</c:v>
                </c:pt>
                <c:pt idx="26626">
                  <c:v>0</c:v>
                </c:pt>
                <c:pt idx="26627">
                  <c:v>0</c:v>
                </c:pt>
                <c:pt idx="26628">
                  <c:v>0</c:v>
                </c:pt>
                <c:pt idx="26629">
                  <c:v>0</c:v>
                </c:pt>
                <c:pt idx="26630">
                  <c:v>0</c:v>
                </c:pt>
                <c:pt idx="26631">
                  <c:v>0</c:v>
                </c:pt>
                <c:pt idx="26632">
                  <c:v>0</c:v>
                </c:pt>
                <c:pt idx="26633">
                  <c:v>0</c:v>
                </c:pt>
                <c:pt idx="26634">
                  <c:v>0</c:v>
                </c:pt>
                <c:pt idx="26635">
                  <c:v>0</c:v>
                </c:pt>
                <c:pt idx="26636">
                  <c:v>0</c:v>
                </c:pt>
                <c:pt idx="26637">
                  <c:v>0</c:v>
                </c:pt>
                <c:pt idx="26638">
                  <c:v>0</c:v>
                </c:pt>
                <c:pt idx="26639">
                  <c:v>0</c:v>
                </c:pt>
                <c:pt idx="26640">
                  <c:v>0</c:v>
                </c:pt>
                <c:pt idx="26641">
                  <c:v>0</c:v>
                </c:pt>
                <c:pt idx="26642">
                  <c:v>0</c:v>
                </c:pt>
                <c:pt idx="26643">
                  <c:v>0</c:v>
                </c:pt>
                <c:pt idx="26644">
                  <c:v>0</c:v>
                </c:pt>
                <c:pt idx="26645">
                  <c:v>0</c:v>
                </c:pt>
                <c:pt idx="26646">
                  <c:v>0</c:v>
                </c:pt>
                <c:pt idx="26647">
                  <c:v>0</c:v>
                </c:pt>
                <c:pt idx="26648">
                  <c:v>0</c:v>
                </c:pt>
                <c:pt idx="26649">
                  <c:v>0</c:v>
                </c:pt>
                <c:pt idx="26650">
                  <c:v>0</c:v>
                </c:pt>
                <c:pt idx="26651">
                  <c:v>0</c:v>
                </c:pt>
                <c:pt idx="26652">
                  <c:v>0</c:v>
                </c:pt>
                <c:pt idx="26653">
                  <c:v>0</c:v>
                </c:pt>
                <c:pt idx="26654">
                  <c:v>0</c:v>
                </c:pt>
                <c:pt idx="26655">
                  <c:v>0</c:v>
                </c:pt>
                <c:pt idx="26656">
                  <c:v>0</c:v>
                </c:pt>
                <c:pt idx="26657">
                  <c:v>0</c:v>
                </c:pt>
                <c:pt idx="26658">
                  <c:v>0</c:v>
                </c:pt>
                <c:pt idx="26659">
                  <c:v>0</c:v>
                </c:pt>
                <c:pt idx="26660">
                  <c:v>0</c:v>
                </c:pt>
                <c:pt idx="26661">
                  <c:v>0</c:v>
                </c:pt>
                <c:pt idx="26662">
                  <c:v>0</c:v>
                </c:pt>
                <c:pt idx="26663">
                  <c:v>0</c:v>
                </c:pt>
                <c:pt idx="26664">
                  <c:v>0</c:v>
                </c:pt>
                <c:pt idx="26665">
                  <c:v>0</c:v>
                </c:pt>
                <c:pt idx="26666">
                  <c:v>0</c:v>
                </c:pt>
                <c:pt idx="26667">
                  <c:v>0</c:v>
                </c:pt>
                <c:pt idx="26668">
                  <c:v>0</c:v>
                </c:pt>
                <c:pt idx="26669">
                  <c:v>0</c:v>
                </c:pt>
                <c:pt idx="26670">
                  <c:v>0</c:v>
                </c:pt>
                <c:pt idx="26671">
                  <c:v>0</c:v>
                </c:pt>
                <c:pt idx="26672">
                  <c:v>0</c:v>
                </c:pt>
                <c:pt idx="26673">
                  <c:v>0</c:v>
                </c:pt>
                <c:pt idx="26674">
                  <c:v>0</c:v>
                </c:pt>
                <c:pt idx="26675">
                  <c:v>0</c:v>
                </c:pt>
                <c:pt idx="26676">
                  <c:v>0</c:v>
                </c:pt>
                <c:pt idx="26677">
                  <c:v>0</c:v>
                </c:pt>
                <c:pt idx="26678">
                  <c:v>0</c:v>
                </c:pt>
                <c:pt idx="26679">
                  <c:v>0</c:v>
                </c:pt>
                <c:pt idx="26680">
                  <c:v>0</c:v>
                </c:pt>
                <c:pt idx="26681">
                  <c:v>0</c:v>
                </c:pt>
                <c:pt idx="26682">
                  <c:v>0</c:v>
                </c:pt>
                <c:pt idx="26683">
                  <c:v>0</c:v>
                </c:pt>
                <c:pt idx="26684">
                  <c:v>0</c:v>
                </c:pt>
                <c:pt idx="26685">
                  <c:v>0</c:v>
                </c:pt>
                <c:pt idx="26686">
                  <c:v>0</c:v>
                </c:pt>
                <c:pt idx="26687">
                  <c:v>0</c:v>
                </c:pt>
                <c:pt idx="26688">
                  <c:v>0</c:v>
                </c:pt>
                <c:pt idx="26689">
                  <c:v>0</c:v>
                </c:pt>
                <c:pt idx="26690">
                  <c:v>0</c:v>
                </c:pt>
                <c:pt idx="26691">
                  <c:v>0</c:v>
                </c:pt>
                <c:pt idx="26692">
                  <c:v>0</c:v>
                </c:pt>
                <c:pt idx="26693">
                  <c:v>0</c:v>
                </c:pt>
                <c:pt idx="26694">
                  <c:v>0</c:v>
                </c:pt>
                <c:pt idx="26695">
                  <c:v>0</c:v>
                </c:pt>
                <c:pt idx="26696">
                  <c:v>0</c:v>
                </c:pt>
                <c:pt idx="26697">
                  <c:v>0</c:v>
                </c:pt>
                <c:pt idx="26698">
                  <c:v>0</c:v>
                </c:pt>
                <c:pt idx="26699">
                  <c:v>0</c:v>
                </c:pt>
                <c:pt idx="26700">
                  <c:v>0</c:v>
                </c:pt>
                <c:pt idx="26701">
                  <c:v>0</c:v>
                </c:pt>
                <c:pt idx="26702">
                  <c:v>0</c:v>
                </c:pt>
                <c:pt idx="26703">
                  <c:v>0</c:v>
                </c:pt>
                <c:pt idx="26704">
                  <c:v>0</c:v>
                </c:pt>
                <c:pt idx="26705">
                  <c:v>0</c:v>
                </c:pt>
                <c:pt idx="26706">
                  <c:v>0</c:v>
                </c:pt>
                <c:pt idx="26707">
                  <c:v>0</c:v>
                </c:pt>
                <c:pt idx="26708">
                  <c:v>0</c:v>
                </c:pt>
                <c:pt idx="26709">
                  <c:v>0</c:v>
                </c:pt>
                <c:pt idx="26710">
                  <c:v>0</c:v>
                </c:pt>
                <c:pt idx="26711">
                  <c:v>0</c:v>
                </c:pt>
                <c:pt idx="26712">
                  <c:v>0</c:v>
                </c:pt>
                <c:pt idx="26713">
                  <c:v>0</c:v>
                </c:pt>
                <c:pt idx="26714">
                  <c:v>0</c:v>
                </c:pt>
                <c:pt idx="26715">
                  <c:v>0</c:v>
                </c:pt>
                <c:pt idx="26716">
                  <c:v>0</c:v>
                </c:pt>
                <c:pt idx="26717">
                  <c:v>0</c:v>
                </c:pt>
                <c:pt idx="26718">
                  <c:v>0</c:v>
                </c:pt>
                <c:pt idx="26719">
                  <c:v>0</c:v>
                </c:pt>
                <c:pt idx="26720">
                  <c:v>0</c:v>
                </c:pt>
                <c:pt idx="26721">
                  <c:v>0</c:v>
                </c:pt>
                <c:pt idx="26722">
                  <c:v>0</c:v>
                </c:pt>
                <c:pt idx="26723">
                  <c:v>0</c:v>
                </c:pt>
                <c:pt idx="26724">
                  <c:v>0</c:v>
                </c:pt>
                <c:pt idx="26725">
                  <c:v>0</c:v>
                </c:pt>
                <c:pt idx="26726">
                  <c:v>0</c:v>
                </c:pt>
                <c:pt idx="26727">
                  <c:v>0</c:v>
                </c:pt>
                <c:pt idx="26728">
                  <c:v>0</c:v>
                </c:pt>
                <c:pt idx="26729">
                  <c:v>0</c:v>
                </c:pt>
                <c:pt idx="26730">
                  <c:v>0</c:v>
                </c:pt>
                <c:pt idx="26731">
                  <c:v>0</c:v>
                </c:pt>
                <c:pt idx="26732">
                  <c:v>0</c:v>
                </c:pt>
                <c:pt idx="26733">
                  <c:v>0</c:v>
                </c:pt>
                <c:pt idx="26734">
                  <c:v>0</c:v>
                </c:pt>
                <c:pt idx="26735">
                  <c:v>0</c:v>
                </c:pt>
                <c:pt idx="26736">
                  <c:v>0</c:v>
                </c:pt>
                <c:pt idx="26737">
                  <c:v>0</c:v>
                </c:pt>
                <c:pt idx="26738">
                  <c:v>0</c:v>
                </c:pt>
                <c:pt idx="26739">
                  <c:v>0</c:v>
                </c:pt>
                <c:pt idx="26740">
                  <c:v>0</c:v>
                </c:pt>
                <c:pt idx="26741">
                  <c:v>0</c:v>
                </c:pt>
                <c:pt idx="26742">
                  <c:v>0</c:v>
                </c:pt>
                <c:pt idx="26743">
                  <c:v>0</c:v>
                </c:pt>
                <c:pt idx="26744">
                  <c:v>0</c:v>
                </c:pt>
                <c:pt idx="26745">
                  <c:v>0</c:v>
                </c:pt>
                <c:pt idx="26746">
                  <c:v>0</c:v>
                </c:pt>
                <c:pt idx="26747">
                  <c:v>0</c:v>
                </c:pt>
                <c:pt idx="26748">
                  <c:v>0</c:v>
                </c:pt>
                <c:pt idx="26749">
                  <c:v>0</c:v>
                </c:pt>
                <c:pt idx="26750">
                  <c:v>0</c:v>
                </c:pt>
                <c:pt idx="26751">
                  <c:v>0</c:v>
                </c:pt>
                <c:pt idx="26752">
                  <c:v>0</c:v>
                </c:pt>
                <c:pt idx="26753">
                  <c:v>0</c:v>
                </c:pt>
                <c:pt idx="26754">
                  <c:v>0</c:v>
                </c:pt>
                <c:pt idx="26755">
                  <c:v>0</c:v>
                </c:pt>
                <c:pt idx="26756">
                  <c:v>0</c:v>
                </c:pt>
                <c:pt idx="26757">
                  <c:v>0</c:v>
                </c:pt>
                <c:pt idx="26758">
                  <c:v>0</c:v>
                </c:pt>
                <c:pt idx="26759">
                  <c:v>0</c:v>
                </c:pt>
                <c:pt idx="26760">
                  <c:v>0</c:v>
                </c:pt>
                <c:pt idx="26761">
                  <c:v>0</c:v>
                </c:pt>
                <c:pt idx="26762">
                  <c:v>0</c:v>
                </c:pt>
                <c:pt idx="26763">
                  <c:v>0</c:v>
                </c:pt>
                <c:pt idx="26764">
                  <c:v>0</c:v>
                </c:pt>
                <c:pt idx="26765">
                  <c:v>0</c:v>
                </c:pt>
                <c:pt idx="26766">
                  <c:v>0</c:v>
                </c:pt>
                <c:pt idx="26767">
                  <c:v>0</c:v>
                </c:pt>
                <c:pt idx="26768">
                  <c:v>0</c:v>
                </c:pt>
                <c:pt idx="26769">
                  <c:v>0</c:v>
                </c:pt>
                <c:pt idx="26770">
                  <c:v>0</c:v>
                </c:pt>
                <c:pt idx="26771">
                  <c:v>0</c:v>
                </c:pt>
                <c:pt idx="26772">
                  <c:v>0</c:v>
                </c:pt>
                <c:pt idx="26773">
                  <c:v>0</c:v>
                </c:pt>
                <c:pt idx="26774">
                  <c:v>0</c:v>
                </c:pt>
                <c:pt idx="26775">
                  <c:v>0</c:v>
                </c:pt>
                <c:pt idx="26776">
                  <c:v>0</c:v>
                </c:pt>
                <c:pt idx="26777">
                  <c:v>0</c:v>
                </c:pt>
                <c:pt idx="26778">
                  <c:v>0</c:v>
                </c:pt>
                <c:pt idx="26779">
                  <c:v>0</c:v>
                </c:pt>
                <c:pt idx="26780">
                  <c:v>0</c:v>
                </c:pt>
                <c:pt idx="26781">
                  <c:v>0</c:v>
                </c:pt>
                <c:pt idx="26782">
                  <c:v>0</c:v>
                </c:pt>
                <c:pt idx="26783">
                  <c:v>0</c:v>
                </c:pt>
                <c:pt idx="26784">
                  <c:v>0</c:v>
                </c:pt>
                <c:pt idx="26785">
                  <c:v>0</c:v>
                </c:pt>
                <c:pt idx="26786">
                  <c:v>0</c:v>
                </c:pt>
                <c:pt idx="26787">
                  <c:v>0</c:v>
                </c:pt>
                <c:pt idx="26788">
                  <c:v>0</c:v>
                </c:pt>
                <c:pt idx="26789">
                  <c:v>0</c:v>
                </c:pt>
                <c:pt idx="26790">
                  <c:v>0</c:v>
                </c:pt>
                <c:pt idx="26791">
                  <c:v>0</c:v>
                </c:pt>
                <c:pt idx="26792">
                  <c:v>0</c:v>
                </c:pt>
                <c:pt idx="26793">
                  <c:v>0</c:v>
                </c:pt>
                <c:pt idx="26794">
                  <c:v>0</c:v>
                </c:pt>
                <c:pt idx="26795">
                  <c:v>0</c:v>
                </c:pt>
                <c:pt idx="26796">
                  <c:v>0</c:v>
                </c:pt>
                <c:pt idx="26797">
                  <c:v>0</c:v>
                </c:pt>
                <c:pt idx="26798">
                  <c:v>0</c:v>
                </c:pt>
                <c:pt idx="26799">
                  <c:v>0</c:v>
                </c:pt>
                <c:pt idx="26800">
                  <c:v>0</c:v>
                </c:pt>
                <c:pt idx="26801">
                  <c:v>0</c:v>
                </c:pt>
                <c:pt idx="26802">
                  <c:v>0</c:v>
                </c:pt>
                <c:pt idx="26803">
                  <c:v>0</c:v>
                </c:pt>
                <c:pt idx="26804">
                  <c:v>0</c:v>
                </c:pt>
                <c:pt idx="26805">
                  <c:v>0</c:v>
                </c:pt>
                <c:pt idx="26806">
                  <c:v>0</c:v>
                </c:pt>
                <c:pt idx="26807">
                  <c:v>0</c:v>
                </c:pt>
                <c:pt idx="26808">
                  <c:v>0</c:v>
                </c:pt>
                <c:pt idx="26809">
                  <c:v>0</c:v>
                </c:pt>
                <c:pt idx="26810">
                  <c:v>0</c:v>
                </c:pt>
                <c:pt idx="26811">
                  <c:v>0</c:v>
                </c:pt>
                <c:pt idx="26812">
                  <c:v>0</c:v>
                </c:pt>
                <c:pt idx="26813">
                  <c:v>0</c:v>
                </c:pt>
                <c:pt idx="26814">
                  <c:v>0</c:v>
                </c:pt>
                <c:pt idx="26815">
                  <c:v>0</c:v>
                </c:pt>
                <c:pt idx="26816">
                  <c:v>0</c:v>
                </c:pt>
                <c:pt idx="26817">
                  <c:v>0</c:v>
                </c:pt>
                <c:pt idx="26818">
                  <c:v>0</c:v>
                </c:pt>
                <c:pt idx="26819">
                  <c:v>0</c:v>
                </c:pt>
                <c:pt idx="26820">
                  <c:v>0</c:v>
                </c:pt>
                <c:pt idx="26821">
                  <c:v>0</c:v>
                </c:pt>
                <c:pt idx="26822">
                  <c:v>0</c:v>
                </c:pt>
                <c:pt idx="26823">
                  <c:v>0</c:v>
                </c:pt>
                <c:pt idx="26824">
                  <c:v>0</c:v>
                </c:pt>
                <c:pt idx="26825">
                  <c:v>0</c:v>
                </c:pt>
                <c:pt idx="26826">
                  <c:v>0</c:v>
                </c:pt>
                <c:pt idx="26827">
                  <c:v>0</c:v>
                </c:pt>
                <c:pt idx="26828">
                  <c:v>0</c:v>
                </c:pt>
                <c:pt idx="26829">
                  <c:v>0</c:v>
                </c:pt>
                <c:pt idx="26830">
                  <c:v>0</c:v>
                </c:pt>
                <c:pt idx="26831">
                  <c:v>0</c:v>
                </c:pt>
                <c:pt idx="26832">
                  <c:v>0</c:v>
                </c:pt>
                <c:pt idx="26833">
                  <c:v>0</c:v>
                </c:pt>
                <c:pt idx="26834">
                  <c:v>0</c:v>
                </c:pt>
                <c:pt idx="26835">
                  <c:v>0</c:v>
                </c:pt>
                <c:pt idx="26836">
                  <c:v>0</c:v>
                </c:pt>
                <c:pt idx="26837">
                  <c:v>0</c:v>
                </c:pt>
                <c:pt idx="26838">
                  <c:v>0</c:v>
                </c:pt>
                <c:pt idx="26839">
                  <c:v>0</c:v>
                </c:pt>
                <c:pt idx="26840">
                  <c:v>0</c:v>
                </c:pt>
                <c:pt idx="26841">
                  <c:v>0</c:v>
                </c:pt>
                <c:pt idx="26842">
                  <c:v>0</c:v>
                </c:pt>
                <c:pt idx="26843">
                  <c:v>0</c:v>
                </c:pt>
                <c:pt idx="26844">
                  <c:v>0</c:v>
                </c:pt>
                <c:pt idx="26845">
                  <c:v>0</c:v>
                </c:pt>
                <c:pt idx="26846">
                  <c:v>0</c:v>
                </c:pt>
                <c:pt idx="26847">
                  <c:v>0</c:v>
                </c:pt>
                <c:pt idx="26848">
                  <c:v>0</c:v>
                </c:pt>
                <c:pt idx="26849">
                  <c:v>0</c:v>
                </c:pt>
                <c:pt idx="26850">
                  <c:v>0</c:v>
                </c:pt>
                <c:pt idx="26851">
                  <c:v>0</c:v>
                </c:pt>
                <c:pt idx="26852">
                  <c:v>0</c:v>
                </c:pt>
                <c:pt idx="26853">
                  <c:v>0</c:v>
                </c:pt>
                <c:pt idx="26854">
                  <c:v>0</c:v>
                </c:pt>
                <c:pt idx="26855">
                  <c:v>0</c:v>
                </c:pt>
                <c:pt idx="26856">
                  <c:v>0</c:v>
                </c:pt>
                <c:pt idx="26857">
                  <c:v>0</c:v>
                </c:pt>
                <c:pt idx="26858">
                  <c:v>0</c:v>
                </c:pt>
                <c:pt idx="26859">
                  <c:v>0</c:v>
                </c:pt>
                <c:pt idx="26860">
                  <c:v>0</c:v>
                </c:pt>
                <c:pt idx="26861">
                  <c:v>0</c:v>
                </c:pt>
                <c:pt idx="26862">
                  <c:v>0</c:v>
                </c:pt>
                <c:pt idx="26863">
                  <c:v>0</c:v>
                </c:pt>
                <c:pt idx="26864">
                  <c:v>0</c:v>
                </c:pt>
                <c:pt idx="26865">
                  <c:v>0</c:v>
                </c:pt>
                <c:pt idx="26866">
                  <c:v>0</c:v>
                </c:pt>
                <c:pt idx="26867">
                  <c:v>0</c:v>
                </c:pt>
                <c:pt idx="26868">
                  <c:v>0</c:v>
                </c:pt>
                <c:pt idx="26869">
                  <c:v>0</c:v>
                </c:pt>
                <c:pt idx="26870">
                  <c:v>0</c:v>
                </c:pt>
                <c:pt idx="26871">
                  <c:v>0</c:v>
                </c:pt>
                <c:pt idx="26872">
                  <c:v>0</c:v>
                </c:pt>
                <c:pt idx="26873">
                  <c:v>0</c:v>
                </c:pt>
                <c:pt idx="26874">
                  <c:v>0</c:v>
                </c:pt>
                <c:pt idx="26875">
                  <c:v>0</c:v>
                </c:pt>
                <c:pt idx="26876">
                  <c:v>0</c:v>
                </c:pt>
                <c:pt idx="26877">
                  <c:v>0</c:v>
                </c:pt>
                <c:pt idx="26878">
                  <c:v>0</c:v>
                </c:pt>
                <c:pt idx="26879">
                  <c:v>0</c:v>
                </c:pt>
                <c:pt idx="26880">
                  <c:v>0</c:v>
                </c:pt>
                <c:pt idx="26881">
                  <c:v>0</c:v>
                </c:pt>
                <c:pt idx="26882">
                  <c:v>0</c:v>
                </c:pt>
                <c:pt idx="26883">
                  <c:v>0</c:v>
                </c:pt>
                <c:pt idx="26884">
                  <c:v>0</c:v>
                </c:pt>
                <c:pt idx="26885">
                  <c:v>0</c:v>
                </c:pt>
                <c:pt idx="26886">
                  <c:v>0</c:v>
                </c:pt>
                <c:pt idx="26887">
                  <c:v>0</c:v>
                </c:pt>
                <c:pt idx="26888">
                  <c:v>0</c:v>
                </c:pt>
                <c:pt idx="26889">
                  <c:v>0</c:v>
                </c:pt>
                <c:pt idx="26890">
                  <c:v>0</c:v>
                </c:pt>
                <c:pt idx="26891">
                  <c:v>0</c:v>
                </c:pt>
                <c:pt idx="26892">
                  <c:v>0</c:v>
                </c:pt>
                <c:pt idx="26893">
                  <c:v>0</c:v>
                </c:pt>
                <c:pt idx="26894">
                  <c:v>0</c:v>
                </c:pt>
                <c:pt idx="26895">
                  <c:v>0</c:v>
                </c:pt>
                <c:pt idx="26896">
                  <c:v>0</c:v>
                </c:pt>
                <c:pt idx="26897">
                  <c:v>0</c:v>
                </c:pt>
                <c:pt idx="26898">
                  <c:v>0</c:v>
                </c:pt>
                <c:pt idx="26899">
                  <c:v>0</c:v>
                </c:pt>
                <c:pt idx="26900">
                  <c:v>0</c:v>
                </c:pt>
                <c:pt idx="26901">
                  <c:v>0</c:v>
                </c:pt>
                <c:pt idx="26902">
                  <c:v>0</c:v>
                </c:pt>
                <c:pt idx="26903">
                  <c:v>0</c:v>
                </c:pt>
                <c:pt idx="26904">
                  <c:v>0</c:v>
                </c:pt>
                <c:pt idx="26905">
                  <c:v>0</c:v>
                </c:pt>
                <c:pt idx="26906">
                  <c:v>0</c:v>
                </c:pt>
                <c:pt idx="26907">
                  <c:v>0</c:v>
                </c:pt>
                <c:pt idx="26908">
                  <c:v>0</c:v>
                </c:pt>
                <c:pt idx="26909">
                  <c:v>0</c:v>
                </c:pt>
                <c:pt idx="26910">
                  <c:v>0</c:v>
                </c:pt>
                <c:pt idx="26911">
                  <c:v>0</c:v>
                </c:pt>
                <c:pt idx="26912">
                  <c:v>0</c:v>
                </c:pt>
                <c:pt idx="26913">
                  <c:v>0</c:v>
                </c:pt>
                <c:pt idx="26914">
                  <c:v>0</c:v>
                </c:pt>
                <c:pt idx="26915">
                  <c:v>0</c:v>
                </c:pt>
                <c:pt idx="26916">
                  <c:v>0</c:v>
                </c:pt>
                <c:pt idx="26917">
                  <c:v>0</c:v>
                </c:pt>
                <c:pt idx="26918">
                  <c:v>0</c:v>
                </c:pt>
                <c:pt idx="26919">
                  <c:v>0</c:v>
                </c:pt>
                <c:pt idx="26920">
                  <c:v>0</c:v>
                </c:pt>
                <c:pt idx="26921">
                  <c:v>0</c:v>
                </c:pt>
                <c:pt idx="26922">
                  <c:v>0</c:v>
                </c:pt>
                <c:pt idx="26923">
                  <c:v>0</c:v>
                </c:pt>
                <c:pt idx="26924">
                  <c:v>0</c:v>
                </c:pt>
                <c:pt idx="26925">
                  <c:v>0</c:v>
                </c:pt>
                <c:pt idx="26926">
                  <c:v>0</c:v>
                </c:pt>
                <c:pt idx="26927">
                  <c:v>0</c:v>
                </c:pt>
                <c:pt idx="26928">
                  <c:v>0</c:v>
                </c:pt>
                <c:pt idx="26929">
                  <c:v>0</c:v>
                </c:pt>
                <c:pt idx="26930">
                  <c:v>0</c:v>
                </c:pt>
                <c:pt idx="26931">
                  <c:v>0</c:v>
                </c:pt>
                <c:pt idx="26932">
                  <c:v>0</c:v>
                </c:pt>
                <c:pt idx="26933">
                  <c:v>0</c:v>
                </c:pt>
                <c:pt idx="26934">
                  <c:v>0</c:v>
                </c:pt>
                <c:pt idx="26935">
                  <c:v>0</c:v>
                </c:pt>
                <c:pt idx="26936">
                  <c:v>0</c:v>
                </c:pt>
                <c:pt idx="26937">
                  <c:v>0</c:v>
                </c:pt>
                <c:pt idx="26938">
                  <c:v>0</c:v>
                </c:pt>
                <c:pt idx="26939">
                  <c:v>0</c:v>
                </c:pt>
                <c:pt idx="26940">
                  <c:v>0</c:v>
                </c:pt>
                <c:pt idx="26941">
                  <c:v>0</c:v>
                </c:pt>
                <c:pt idx="26942">
                  <c:v>0</c:v>
                </c:pt>
                <c:pt idx="26943">
                  <c:v>0</c:v>
                </c:pt>
                <c:pt idx="26944">
                  <c:v>0</c:v>
                </c:pt>
                <c:pt idx="26945">
                  <c:v>0</c:v>
                </c:pt>
                <c:pt idx="26946">
                  <c:v>0</c:v>
                </c:pt>
                <c:pt idx="26947">
                  <c:v>0</c:v>
                </c:pt>
                <c:pt idx="26948">
                  <c:v>0</c:v>
                </c:pt>
                <c:pt idx="26949">
                  <c:v>0</c:v>
                </c:pt>
                <c:pt idx="26950">
                  <c:v>0</c:v>
                </c:pt>
                <c:pt idx="26951">
                  <c:v>0</c:v>
                </c:pt>
                <c:pt idx="26952">
                  <c:v>0</c:v>
                </c:pt>
                <c:pt idx="26953">
                  <c:v>0</c:v>
                </c:pt>
                <c:pt idx="26954">
                  <c:v>0</c:v>
                </c:pt>
                <c:pt idx="26955">
                  <c:v>0</c:v>
                </c:pt>
                <c:pt idx="26956">
                  <c:v>0</c:v>
                </c:pt>
                <c:pt idx="26957">
                  <c:v>0</c:v>
                </c:pt>
                <c:pt idx="26958">
                  <c:v>0</c:v>
                </c:pt>
                <c:pt idx="26959">
                  <c:v>0</c:v>
                </c:pt>
                <c:pt idx="26960">
                  <c:v>0</c:v>
                </c:pt>
                <c:pt idx="26961">
                  <c:v>0</c:v>
                </c:pt>
                <c:pt idx="26962">
                  <c:v>0</c:v>
                </c:pt>
                <c:pt idx="26963">
                  <c:v>0</c:v>
                </c:pt>
                <c:pt idx="26964">
                  <c:v>0</c:v>
                </c:pt>
                <c:pt idx="26965">
                  <c:v>0</c:v>
                </c:pt>
                <c:pt idx="26966">
                  <c:v>0</c:v>
                </c:pt>
                <c:pt idx="26967">
                  <c:v>0</c:v>
                </c:pt>
                <c:pt idx="26968">
                  <c:v>0</c:v>
                </c:pt>
                <c:pt idx="26969">
                  <c:v>0</c:v>
                </c:pt>
                <c:pt idx="26970">
                  <c:v>0</c:v>
                </c:pt>
                <c:pt idx="26971">
                  <c:v>0</c:v>
                </c:pt>
                <c:pt idx="26972">
                  <c:v>0</c:v>
                </c:pt>
                <c:pt idx="26973">
                  <c:v>0</c:v>
                </c:pt>
                <c:pt idx="26974">
                  <c:v>0</c:v>
                </c:pt>
                <c:pt idx="26975">
                  <c:v>0</c:v>
                </c:pt>
                <c:pt idx="26976">
                  <c:v>0</c:v>
                </c:pt>
                <c:pt idx="26977">
                  <c:v>0</c:v>
                </c:pt>
                <c:pt idx="26978">
                  <c:v>0</c:v>
                </c:pt>
                <c:pt idx="26979">
                  <c:v>0</c:v>
                </c:pt>
                <c:pt idx="26980">
                  <c:v>0</c:v>
                </c:pt>
                <c:pt idx="26981">
                  <c:v>0</c:v>
                </c:pt>
                <c:pt idx="26982">
                  <c:v>0</c:v>
                </c:pt>
                <c:pt idx="26983">
                  <c:v>0</c:v>
                </c:pt>
                <c:pt idx="26984">
                  <c:v>0</c:v>
                </c:pt>
                <c:pt idx="26985">
                  <c:v>0</c:v>
                </c:pt>
                <c:pt idx="26986">
                  <c:v>0</c:v>
                </c:pt>
                <c:pt idx="26987">
                  <c:v>0</c:v>
                </c:pt>
                <c:pt idx="26988">
                  <c:v>0</c:v>
                </c:pt>
                <c:pt idx="26989">
                  <c:v>0</c:v>
                </c:pt>
                <c:pt idx="26990">
                  <c:v>0</c:v>
                </c:pt>
                <c:pt idx="26991">
                  <c:v>0</c:v>
                </c:pt>
                <c:pt idx="26992">
                  <c:v>0</c:v>
                </c:pt>
                <c:pt idx="26993">
                  <c:v>0</c:v>
                </c:pt>
                <c:pt idx="26994">
                  <c:v>0</c:v>
                </c:pt>
                <c:pt idx="26995">
                  <c:v>0</c:v>
                </c:pt>
                <c:pt idx="26996">
                  <c:v>0</c:v>
                </c:pt>
                <c:pt idx="26997">
                  <c:v>0</c:v>
                </c:pt>
                <c:pt idx="26998">
                  <c:v>0</c:v>
                </c:pt>
                <c:pt idx="26999">
                  <c:v>0</c:v>
                </c:pt>
                <c:pt idx="27000">
                  <c:v>0</c:v>
                </c:pt>
                <c:pt idx="27001">
                  <c:v>0</c:v>
                </c:pt>
                <c:pt idx="27002">
                  <c:v>0</c:v>
                </c:pt>
                <c:pt idx="27003">
                  <c:v>0</c:v>
                </c:pt>
                <c:pt idx="27004">
                  <c:v>0</c:v>
                </c:pt>
                <c:pt idx="27005">
                  <c:v>0</c:v>
                </c:pt>
                <c:pt idx="27006">
                  <c:v>0</c:v>
                </c:pt>
                <c:pt idx="27007">
                  <c:v>0</c:v>
                </c:pt>
                <c:pt idx="27008">
                  <c:v>0</c:v>
                </c:pt>
                <c:pt idx="27009">
                  <c:v>0</c:v>
                </c:pt>
                <c:pt idx="27010">
                  <c:v>0</c:v>
                </c:pt>
                <c:pt idx="27011">
                  <c:v>0</c:v>
                </c:pt>
                <c:pt idx="27012">
                  <c:v>0</c:v>
                </c:pt>
                <c:pt idx="27013">
                  <c:v>0</c:v>
                </c:pt>
                <c:pt idx="27014">
                  <c:v>0</c:v>
                </c:pt>
                <c:pt idx="27015">
                  <c:v>0</c:v>
                </c:pt>
                <c:pt idx="27016">
                  <c:v>0</c:v>
                </c:pt>
                <c:pt idx="27017">
                  <c:v>0</c:v>
                </c:pt>
                <c:pt idx="27018">
                  <c:v>0</c:v>
                </c:pt>
                <c:pt idx="27019">
                  <c:v>0</c:v>
                </c:pt>
                <c:pt idx="27020">
                  <c:v>0</c:v>
                </c:pt>
                <c:pt idx="27021">
                  <c:v>0</c:v>
                </c:pt>
                <c:pt idx="27022">
                  <c:v>0</c:v>
                </c:pt>
                <c:pt idx="27023">
                  <c:v>0</c:v>
                </c:pt>
                <c:pt idx="27024">
                  <c:v>0</c:v>
                </c:pt>
                <c:pt idx="27025">
                  <c:v>0</c:v>
                </c:pt>
                <c:pt idx="27026">
                  <c:v>0</c:v>
                </c:pt>
                <c:pt idx="27027">
                  <c:v>0</c:v>
                </c:pt>
                <c:pt idx="27028">
                  <c:v>0</c:v>
                </c:pt>
                <c:pt idx="27029">
                  <c:v>0</c:v>
                </c:pt>
                <c:pt idx="27030">
                  <c:v>0</c:v>
                </c:pt>
                <c:pt idx="27031">
                  <c:v>0</c:v>
                </c:pt>
                <c:pt idx="27032">
                  <c:v>0</c:v>
                </c:pt>
                <c:pt idx="27033">
                  <c:v>0</c:v>
                </c:pt>
                <c:pt idx="27034">
                  <c:v>0</c:v>
                </c:pt>
                <c:pt idx="27035">
                  <c:v>0</c:v>
                </c:pt>
                <c:pt idx="27036">
                  <c:v>0</c:v>
                </c:pt>
                <c:pt idx="27037">
                  <c:v>0</c:v>
                </c:pt>
                <c:pt idx="27038">
                  <c:v>0</c:v>
                </c:pt>
                <c:pt idx="27039">
                  <c:v>0</c:v>
                </c:pt>
                <c:pt idx="27040">
                  <c:v>0</c:v>
                </c:pt>
                <c:pt idx="27041">
                  <c:v>0</c:v>
                </c:pt>
                <c:pt idx="27042">
                  <c:v>0</c:v>
                </c:pt>
                <c:pt idx="27043">
                  <c:v>0</c:v>
                </c:pt>
                <c:pt idx="27044">
                  <c:v>0</c:v>
                </c:pt>
                <c:pt idx="27045">
                  <c:v>0</c:v>
                </c:pt>
                <c:pt idx="27046">
                  <c:v>0</c:v>
                </c:pt>
                <c:pt idx="27047">
                  <c:v>0</c:v>
                </c:pt>
                <c:pt idx="27048">
                  <c:v>0</c:v>
                </c:pt>
                <c:pt idx="27049">
                  <c:v>0</c:v>
                </c:pt>
                <c:pt idx="27050">
                  <c:v>0</c:v>
                </c:pt>
                <c:pt idx="27051">
                  <c:v>0</c:v>
                </c:pt>
                <c:pt idx="27052">
                  <c:v>0</c:v>
                </c:pt>
                <c:pt idx="27053">
                  <c:v>0</c:v>
                </c:pt>
                <c:pt idx="27054">
                  <c:v>0</c:v>
                </c:pt>
                <c:pt idx="27055">
                  <c:v>0</c:v>
                </c:pt>
                <c:pt idx="27056">
                  <c:v>0</c:v>
                </c:pt>
                <c:pt idx="27057">
                  <c:v>0</c:v>
                </c:pt>
                <c:pt idx="27058">
                  <c:v>0</c:v>
                </c:pt>
                <c:pt idx="27059">
                  <c:v>0</c:v>
                </c:pt>
                <c:pt idx="27060">
                  <c:v>0</c:v>
                </c:pt>
                <c:pt idx="27061">
                  <c:v>0</c:v>
                </c:pt>
                <c:pt idx="27062">
                  <c:v>0</c:v>
                </c:pt>
                <c:pt idx="27063">
                  <c:v>0</c:v>
                </c:pt>
                <c:pt idx="27064">
                  <c:v>0</c:v>
                </c:pt>
                <c:pt idx="27065">
                  <c:v>0</c:v>
                </c:pt>
                <c:pt idx="27066">
                  <c:v>0</c:v>
                </c:pt>
                <c:pt idx="27067">
                  <c:v>0</c:v>
                </c:pt>
                <c:pt idx="27068">
                  <c:v>0</c:v>
                </c:pt>
                <c:pt idx="27069">
                  <c:v>0</c:v>
                </c:pt>
                <c:pt idx="27070">
                  <c:v>0</c:v>
                </c:pt>
                <c:pt idx="27071">
                  <c:v>0</c:v>
                </c:pt>
                <c:pt idx="27072">
                  <c:v>0</c:v>
                </c:pt>
                <c:pt idx="27073">
                  <c:v>0</c:v>
                </c:pt>
                <c:pt idx="27074">
                  <c:v>0</c:v>
                </c:pt>
                <c:pt idx="27075">
                  <c:v>0</c:v>
                </c:pt>
                <c:pt idx="27076">
                  <c:v>0</c:v>
                </c:pt>
                <c:pt idx="27077">
                  <c:v>0</c:v>
                </c:pt>
                <c:pt idx="27078">
                  <c:v>0</c:v>
                </c:pt>
                <c:pt idx="27079">
                  <c:v>0</c:v>
                </c:pt>
                <c:pt idx="27080">
                  <c:v>0</c:v>
                </c:pt>
                <c:pt idx="27081">
                  <c:v>0</c:v>
                </c:pt>
                <c:pt idx="27082">
                  <c:v>0</c:v>
                </c:pt>
                <c:pt idx="27083">
                  <c:v>0</c:v>
                </c:pt>
                <c:pt idx="27084">
                  <c:v>0</c:v>
                </c:pt>
                <c:pt idx="27085">
                  <c:v>0</c:v>
                </c:pt>
                <c:pt idx="27086">
                  <c:v>0</c:v>
                </c:pt>
                <c:pt idx="27087">
                  <c:v>0</c:v>
                </c:pt>
                <c:pt idx="27088">
                  <c:v>0</c:v>
                </c:pt>
                <c:pt idx="27089">
                  <c:v>0</c:v>
                </c:pt>
                <c:pt idx="27090">
                  <c:v>0</c:v>
                </c:pt>
                <c:pt idx="27091">
                  <c:v>0</c:v>
                </c:pt>
                <c:pt idx="27092">
                  <c:v>0</c:v>
                </c:pt>
                <c:pt idx="27093">
                  <c:v>0</c:v>
                </c:pt>
                <c:pt idx="27094">
                  <c:v>0</c:v>
                </c:pt>
                <c:pt idx="27095">
                  <c:v>0</c:v>
                </c:pt>
                <c:pt idx="27096">
                  <c:v>0</c:v>
                </c:pt>
                <c:pt idx="27097">
                  <c:v>0</c:v>
                </c:pt>
                <c:pt idx="27098">
                  <c:v>0</c:v>
                </c:pt>
                <c:pt idx="27099">
                  <c:v>0</c:v>
                </c:pt>
                <c:pt idx="27100">
                  <c:v>0</c:v>
                </c:pt>
                <c:pt idx="27101">
                  <c:v>0</c:v>
                </c:pt>
                <c:pt idx="27102">
                  <c:v>0</c:v>
                </c:pt>
                <c:pt idx="27103">
                  <c:v>0</c:v>
                </c:pt>
                <c:pt idx="27104">
                  <c:v>0</c:v>
                </c:pt>
                <c:pt idx="27105">
                  <c:v>0</c:v>
                </c:pt>
                <c:pt idx="27106">
                  <c:v>0</c:v>
                </c:pt>
                <c:pt idx="27107">
                  <c:v>0</c:v>
                </c:pt>
                <c:pt idx="27108">
                  <c:v>0</c:v>
                </c:pt>
                <c:pt idx="27109">
                  <c:v>0</c:v>
                </c:pt>
                <c:pt idx="27110">
                  <c:v>0</c:v>
                </c:pt>
                <c:pt idx="27111">
                  <c:v>0</c:v>
                </c:pt>
                <c:pt idx="27112">
                  <c:v>0</c:v>
                </c:pt>
                <c:pt idx="27113">
                  <c:v>0</c:v>
                </c:pt>
                <c:pt idx="27114">
                  <c:v>0</c:v>
                </c:pt>
                <c:pt idx="27115">
                  <c:v>0</c:v>
                </c:pt>
                <c:pt idx="27116">
                  <c:v>0</c:v>
                </c:pt>
                <c:pt idx="27117">
                  <c:v>0</c:v>
                </c:pt>
                <c:pt idx="27118">
                  <c:v>0</c:v>
                </c:pt>
                <c:pt idx="27119">
                  <c:v>0</c:v>
                </c:pt>
                <c:pt idx="27120">
                  <c:v>0</c:v>
                </c:pt>
                <c:pt idx="27121">
                  <c:v>0</c:v>
                </c:pt>
                <c:pt idx="27122">
                  <c:v>0</c:v>
                </c:pt>
                <c:pt idx="27123">
                  <c:v>0</c:v>
                </c:pt>
                <c:pt idx="27124">
                  <c:v>0</c:v>
                </c:pt>
                <c:pt idx="27125">
                  <c:v>0</c:v>
                </c:pt>
                <c:pt idx="27126">
                  <c:v>0</c:v>
                </c:pt>
                <c:pt idx="27127">
                  <c:v>0</c:v>
                </c:pt>
                <c:pt idx="27128">
                  <c:v>0</c:v>
                </c:pt>
                <c:pt idx="27129">
                  <c:v>0</c:v>
                </c:pt>
                <c:pt idx="27130">
                  <c:v>0</c:v>
                </c:pt>
                <c:pt idx="27131">
                  <c:v>0</c:v>
                </c:pt>
                <c:pt idx="27132">
                  <c:v>0</c:v>
                </c:pt>
                <c:pt idx="27133">
                  <c:v>0</c:v>
                </c:pt>
                <c:pt idx="27134">
                  <c:v>0</c:v>
                </c:pt>
                <c:pt idx="27135">
                  <c:v>0</c:v>
                </c:pt>
                <c:pt idx="27136">
                  <c:v>0</c:v>
                </c:pt>
                <c:pt idx="27137">
                  <c:v>0</c:v>
                </c:pt>
                <c:pt idx="27138">
                  <c:v>0</c:v>
                </c:pt>
                <c:pt idx="27139">
                  <c:v>0</c:v>
                </c:pt>
                <c:pt idx="27140">
                  <c:v>0</c:v>
                </c:pt>
                <c:pt idx="27141">
                  <c:v>0</c:v>
                </c:pt>
                <c:pt idx="27142">
                  <c:v>0</c:v>
                </c:pt>
                <c:pt idx="27143">
                  <c:v>0</c:v>
                </c:pt>
                <c:pt idx="27144">
                  <c:v>0</c:v>
                </c:pt>
                <c:pt idx="27145">
                  <c:v>0</c:v>
                </c:pt>
                <c:pt idx="27146">
                  <c:v>0</c:v>
                </c:pt>
                <c:pt idx="27147">
                  <c:v>0</c:v>
                </c:pt>
                <c:pt idx="27148">
                  <c:v>0</c:v>
                </c:pt>
                <c:pt idx="27149">
                  <c:v>0</c:v>
                </c:pt>
                <c:pt idx="27150">
                  <c:v>0</c:v>
                </c:pt>
                <c:pt idx="27151">
                  <c:v>0</c:v>
                </c:pt>
                <c:pt idx="27152">
                  <c:v>0</c:v>
                </c:pt>
                <c:pt idx="27153">
                  <c:v>0</c:v>
                </c:pt>
                <c:pt idx="27154">
                  <c:v>0</c:v>
                </c:pt>
                <c:pt idx="27155">
                  <c:v>0</c:v>
                </c:pt>
                <c:pt idx="27156">
                  <c:v>0</c:v>
                </c:pt>
                <c:pt idx="27157">
                  <c:v>0</c:v>
                </c:pt>
                <c:pt idx="27158">
                  <c:v>0</c:v>
                </c:pt>
                <c:pt idx="27159">
                  <c:v>0</c:v>
                </c:pt>
                <c:pt idx="27160">
                  <c:v>0</c:v>
                </c:pt>
                <c:pt idx="27161">
                  <c:v>0</c:v>
                </c:pt>
                <c:pt idx="27162">
                  <c:v>0</c:v>
                </c:pt>
                <c:pt idx="27163">
                  <c:v>0</c:v>
                </c:pt>
                <c:pt idx="27164">
                  <c:v>0</c:v>
                </c:pt>
                <c:pt idx="27165">
                  <c:v>0</c:v>
                </c:pt>
                <c:pt idx="27166">
                  <c:v>0</c:v>
                </c:pt>
                <c:pt idx="27167">
                  <c:v>0</c:v>
                </c:pt>
                <c:pt idx="27168">
                  <c:v>0</c:v>
                </c:pt>
                <c:pt idx="27169">
                  <c:v>0</c:v>
                </c:pt>
                <c:pt idx="27170">
                  <c:v>0</c:v>
                </c:pt>
                <c:pt idx="27171">
                  <c:v>0</c:v>
                </c:pt>
                <c:pt idx="27172">
                  <c:v>0</c:v>
                </c:pt>
                <c:pt idx="27173">
                  <c:v>0</c:v>
                </c:pt>
                <c:pt idx="27174">
                  <c:v>0</c:v>
                </c:pt>
                <c:pt idx="27175">
                  <c:v>0</c:v>
                </c:pt>
                <c:pt idx="27176">
                  <c:v>0</c:v>
                </c:pt>
                <c:pt idx="27177">
                  <c:v>0</c:v>
                </c:pt>
                <c:pt idx="27178">
                  <c:v>0</c:v>
                </c:pt>
                <c:pt idx="27179">
                  <c:v>0</c:v>
                </c:pt>
                <c:pt idx="27180">
                  <c:v>0</c:v>
                </c:pt>
                <c:pt idx="27181">
                  <c:v>0</c:v>
                </c:pt>
                <c:pt idx="27182">
                  <c:v>0</c:v>
                </c:pt>
                <c:pt idx="27183">
                  <c:v>0</c:v>
                </c:pt>
                <c:pt idx="27184">
                  <c:v>0</c:v>
                </c:pt>
                <c:pt idx="27185">
                  <c:v>0</c:v>
                </c:pt>
                <c:pt idx="27186">
                  <c:v>0</c:v>
                </c:pt>
                <c:pt idx="27187">
                  <c:v>0</c:v>
                </c:pt>
                <c:pt idx="27188">
                  <c:v>0</c:v>
                </c:pt>
                <c:pt idx="27189">
                  <c:v>0</c:v>
                </c:pt>
                <c:pt idx="27190">
                  <c:v>0</c:v>
                </c:pt>
                <c:pt idx="27191">
                  <c:v>0</c:v>
                </c:pt>
                <c:pt idx="27192">
                  <c:v>0</c:v>
                </c:pt>
                <c:pt idx="27193">
                  <c:v>0</c:v>
                </c:pt>
                <c:pt idx="27194">
                  <c:v>0</c:v>
                </c:pt>
                <c:pt idx="27195">
                  <c:v>0</c:v>
                </c:pt>
                <c:pt idx="27196">
                  <c:v>0</c:v>
                </c:pt>
                <c:pt idx="27197">
                  <c:v>0</c:v>
                </c:pt>
                <c:pt idx="27198">
                  <c:v>0</c:v>
                </c:pt>
                <c:pt idx="27199">
                  <c:v>0</c:v>
                </c:pt>
                <c:pt idx="27200">
                  <c:v>0</c:v>
                </c:pt>
                <c:pt idx="27201">
                  <c:v>0</c:v>
                </c:pt>
                <c:pt idx="27202">
                  <c:v>0</c:v>
                </c:pt>
                <c:pt idx="27203">
                  <c:v>0</c:v>
                </c:pt>
                <c:pt idx="27204">
                  <c:v>0</c:v>
                </c:pt>
                <c:pt idx="27205">
                  <c:v>0</c:v>
                </c:pt>
                <c:pt idx="27206">
                  <c:v>0</c:v>
                </c:pt>
                <c:pt idx="27207">
                  <c:v>0</c:v>
                </c:pt>
                <c:pt idx="27208">
                  <c:v>0</c:v>
                </c:pt>
                <c:pt idx="27209">
                  <c:v>0</c:v>
                </c:pt>
                <c:pt idx="27210">
                  <c:v>0</c:v>
                </c:pt>
                <c:pt idx="27211">
                  <c:v>0</c:v>
                </c:pt>
                <c:pt idx="27212">
                  <c:v>0</c:v>
                </c:pt>
                <c:pt idx="27213">
                  <c:v>0</c:v>
                </c:pt>
                <c:pt idx="27214">
                  <c:v>0</c:v>
                </c:pt>
                <c:pt idx="27215">
                  <c:v>0</c:v>
                </c:pt>
                <c:pt idx="27216">
                  <c:v>0</c:v>
                </c:pt>
                <c:pt idx="27217">
                  <c:v>0</c:v>
                </c:pt>
                <c:pt idx="27218">
                  <c:v>0</c:v>
                </c:pt>
                <c:pt idx="27219">
                  <c:v>0</c:v>
                </c:pt>
                <c:pt idx="27220">
                  <c:v>0</c:v>
                </c:pt>
                <c:pt idx="27221">
                  <c:v>0</c:v>
                </c:pt>
                <c:pt idx="27222">
                  <c:v>0</c:v>
                </c:pt>
                <c:pt idx="27223">
                  <c:v>0</c:v>
                </c:pt>
                <c:pt idx="27224">
                  <c:v>0</c:v>
                </c:pt>
                <c:pt idx="27225">
                  <c:v>0</c:v>
                </c:pt>
                <c:pt idx="27226">
                  <c:v>0</c:v>
                </c:pt>
                <c:pt idx="27227">
                  <c:v>0</c:v>
                </c:pt>
                <c:pt idx="27228">
                  <c:v>0</c:v>
                </c:pt>
                <c:pt idx="27229">
                  <c:v>0</c:v>
                </c:pt>
                <c:pt idx="27230">
                  <c:v>0</c:v>
                </c:pt>
                <c:pt idx="27231">
                  <c:v>0</c:v>
                </c:pt>
                <c:pt idx="27232">
                  <c:v>0</c:v>
                </c:pt>
                <c:pt idx="27233">
                  <c:v>0</c:v>
                </c:pt>
                <c:pt idx="27234">
                  <c:v>0</c:v>
                </c:pt>
                <c:pt idx="27235">
                  <c:v>0</c:v>
                </c:pt>
                <c:pt idx="27236">
                  <c:v>0</c:v>
                </c:pt>
                <c:pt idx="27237">
                  <c:v>0</c:v>
                </c:pt>
                <c:pt idx="27238">
                  <c:v>0</c:v>
                </c:pt>
                <c:pt idx="27239">
                  <c:v>0</c:v>
                </c:pt>
                <c:pt idx="27240">
                  <c:v>0</c:v>
                </c:pt>
                <c:pt idx="27241">
                  <c:v>0</c:v>
                </c:pt>
                <c:pt idx="27242">
                  <c:v>0</c:v>
                </c:pt>
                <c:pt idx="27243">
                  <c:v>0</c:v>
                </c:pt>
                <c:pt idx="27244">
                  <c:v>0</c:v>
                </c:pt>
                <c:pt idx="27245">
                  <c:v>0</c:v>
                </c:pt>
                <c:pt idx="27246">
                  <c:v>0</c:v>
                </c:pt>
                <c:pt idx="27247">
                  <c:v>0</c:v>
                </c:pt>
                <c:pt idx="27248">
                  <c:v>0</c:v>
                </c:pt>
                <c:pt idx="27249">
                  <c:v>0</c:v>
                </c:pt>
                <c:pt idx="27250">
                  <c:v>0</c:v>
                </c:pt>
                <c:pt idx="27251">
                  <c:v>0</c:v>
                </c:pt>
                <c:pt idx="27252">
                  <c:v>0</c:v>
                </c:pt>
                <c:pt idx="27253">
                  <c:v>0</c:v>
                </c:pt>
                <c:pt idx="27254">
                  <c:v>0</c:v>
                </c:pt>
                <c:pt idx="27255">
                  <c:v>0</c:v>
                </c:pt>
                <c:pt idx="27256">
                  <c:v>0</c:v>
                </c:pt>
                <c:pt idx="27257">
                  <c:v>0</c:v>
                </c:pt>
                <c:pt idx="27258">
                  <c:v>0</c:v>
                </c:pt>
                <c:pt idx="27259">
                  <c:v>0</c:v>
                </c:pt>
                <c:pt idx="27260">
                  <c:v>0</c:v>
                </c:pt>
                <c:pt idx="27261">
                  <c:v>0</c:v>
                </c:pt>
                <c:pt idx="27262">
                  <c:v>0</c:v>
                </c:pt>
                <c:pt idx="27263">
                  <c:v>0</c:v>
                </c:pt>
                <c:pt idx="27264">
                  <c:v>0</c:v>
                </c:pt>
                <c:pt idx="27265">
                  <c:v>0</c:v>
                </c:pt>
                <c:pt idx="27266">
                  <c:v>0</c:v>
                </c:pt>
                <c:pt idx="27267">
                  <c:v>0</c:v>
                </c:pt>
                <c:pt idx="27268">
                  <c:v>0</c:v>
                </c:pt>
                <c:pt idx="27269">
                  <c:v>0</c:v>
                </c:pt>
                <c:pt idx="27270">
                  <c:v>0</c:v>
                </c:pt>
                <c:pt idx="27271">
                  <c:v>0</c:v>
                </c:pt>
                <c:pt idx="27272">
                  <c:v>0</c:v>
                </c:pt>
                <c:pt idx="27273">
                  <c:v>0</c:v>
                </c:pt>
                <c:pt idx="27274">
                  <c:v>0</c:v>
                </c:pt>
                <c:pt idx="27275">
                  <c:v>0</c:v>
                </c:pt>
                <c:pt idx="27276">
                  <c:v>0</c:v>
                </c:pt>
                <c:pt idx="27277">
                  <c:v>0</c:v>
                </c:pt>
                <c:pt idx="27278">
                  <c:v>0</c:v>
                </c:pt>
                <c:pt idx="27279">
                  <c:v>0</c:v>
                </c:pt>
                <c:pt idx="27280">
                  <c:v>0</c:v>
                </c:pt>
                <c:pt idx="27281">
                  <c:v>0</c:v>
                </c:pt>
                <c:pt idx="27282">
                  <c:v>0</c:v>
                </c:pt>
                <c:pt idx="27283">
                  <c:v>0</c:v>
                </c:pt>
                <c:pt idx="27284">
                  <c:v>0</c:v>
                </c:pt>
                <c:pt idx="27285">
                  <c:v>0</c:v>
                </c:pt>
                <c:pt idx="27286">
                  <c:v>0</c:v>
                </c:pt>
                <c:pt idx="27287">
                  <c:v>0</c:v>
                </c:pt>
                <c:pt idx="27288">
                  <c:v>0</c:v>
                </c:pt>
                <c:pt idx="27289">
                  <c:v>0</c:v>
                </c:pt>
                <c:pt idx="27290">
                  <c:v>0</c:v>
                </c:pt>
                <c:pt idx="27291">
                  <c:v>0</c:v>
                </c:pt>
                <c:pt idx="27292">
                  <c:v>0</c:v>
                </c:pt>
                <c:pt idx="27293">
                  <c:v>0</c:v>
                </c:pt>
                <c:pt idx="27294">
                  <c:v>0</c:v>
                </c:pt>
                <c:pt idx="27295">
                  <c:v>0</c:v>
                </c:pt>
                <c:pt idx="27296">
                  <c:v>0</c:v>
                </c:pt>
                <c:pt idx="27297">
                  <c:v>0</c:v>
                </c:pt>
                <c:pt idx="27298">
                  <c:v>0</c:v>
                </c:pt>
                <c:pt idx="27299">
                  <c:v>0</c:v>
                </c:pt>
                <c:pt idx="27300">
                  <c:v>0</c:v>
                </c:pt>
                <c:pt idx="27301">
                  <c:v>0</c:v>
                </c:pt>
                <c:pt idx="27302">
                  <c:v>0</c:v>
                </c:pt>
                <c:pt idx="27303">
                  <c:v>0</c:v>
                </c:pt>
                <c:pt idx="27304">
                  <c:v>0</c:v>
                </c:pt>
                <c:pt idx="27305">
                  <c:v>0</c:v>
                </c:pt>
                <c:pt idx="27306">
                  <c:v>0</c:v>
                </c:pt>
                <c:pt idx="27307">
                  <c:v>0</c:v>
                </c:pt>
                <c:pt idx="27308">
                  <c:v>0</c:v>
                </c:pt>
                <c:pt idx="27309">
                  <c:v>0</c:v>
                </c:pt>
                <c:pt idx="27310">
                  <c:v>0</c:v>
                </c:pt>
                <c:pt idx="27311">
                  <c:v>0</c:v>
                </c:pt>
                <c:pt idx="27312">
                  <c:v>0</c:v>
                </c:pt>
                <c:pt idx="27313">
                  <c:v>0</c:v>
                </c:pt>
                <c:pt idx="27314">
                  <c:v>0</c:v>
                </c:pt>
                <c:pt idx="27315">
                  <c:v>0</c:v>
                </c:pt>
                <c:pt idx="27316">
                  <c:v>0</c:v>
                </c:pt>
                <c:pt idx="27317">
                  <c:v>0</c:v>
                </c:pt>
                <c:pt idx="27318">
                  <c:v>0</c:v>
                </c:pt>
                <c:pt idx="27319">
                  <c:v>0</c:v>
                </c:pt>
                <c:pt idx="27320">
                  <c:v>0</c:v>
                </c:pt>
                <c:pt idx="27321">
                  <c:v>0</c:v>
                </c:pt>
                <c:pt idx="27322">
                  <c:v>0</c:v>
                </c:pt>
                <c:pt idx="27323">
                  <c:v>0</c:v>
                </c:pt>
                <c:pt idx="27324">
                  <c:v>0</c:v>
                </c:pt>
                <c:pt idx="27325">
                  <c:v>0</c:v>
                </c:pt>
                <c:pt idx="27326">
                  <c:v>0</c:v>
                </c:pt>
                <c:pt idx="27327">
                  <c:v>0</c:v>
                </c:pt>
                <c:pt idx="27328">
                  <c:v>0</c:v>
                </c:pt>
                <c:pt idx="27329">
                  <c:v>0</c:v>
                </c:pt>
                <c:pt idx="27330">
                  <c:v>0</c:v>
                </c:pt>
                <c:pt idx="27331">
                  <c:v>0</c:v>
                </c:pt>
                <c:pt idx="27332">
                  <c:v>0</c:v>
                </c:pt>
                <c:pt idx="27333">
                  <c:v>0</c:v>
                </c:pt>
                <c:pt idx="27334">
                  <c:v>0</c:v>
                </c:pt>
                <c:pt idx="27335">
                  <c:v>0</c:v>
                </c:pt>
                <c:pt idx="27336">
                  <c:v>0</c:v>
                </c:pt>
                <c:pt idx="27337">
                  <c:v>0</c:v>
                </c:pt>
                <c:pt idx="27338">
                  <c:v>0</c:v>
                </c:pt>
                <c:pt idx="27339">
                  <c:v>0</c:v>
                </c:pt>
                <c:pt idx="27340">
                  <c:v>0</c:v>
                </c:pt>
                <c:pt idx="27341">
                  <c:v>0</c:v>
                </c:pt>
                <c:pt idx="27342">
                  <c:v>0</c:v>
                </c:pt>
                <c:pt idx="27343">
                  <c:v>0</c:v>
                </c:pt>
                <c:pt idx="27344">
                  <c:v>0</c:v>
                </c:pt>
                <c:pt idx="27345">
                  <c:v>0</c:v>
                </c:pt>
                <c:pt idx="27346">
                  <c:v>0</c:v>
                </c:pt>
                <c:pt idx="27347">
                  <c:v>0</c:v>
                </c:pt>
                <c:pt idx="27348">
                  <c:v>0</c:v>
                </c:pt>
                <c:pt idx="27349">
                  <c:v>0</c:v>
                </c:pt>
                <c:pt idx="27350">
                  <c:v>0</c:v>
                </c:pt>
                <c:pt idx="27351">
                  <c:v>0</c:v>
                </c:pt>
                <c:pt idx="27352">
                  <c:v>0</c:v>
                </c:pt>
                <c:pt idx="27353">
                  <c:v>0</c:v>
                </c:pt>
                <c:pt idx="27354">
                  <c:v>0</c:v>
                </c:pt>
                <c:pt idx="27355">
                  <c:v>0</c:v>
                </c:pt>
                <c:pt idx="27356">
                  <c:v>0</c:v>
                </c:pt>
                <c:pt idx="27357">
                  <c:v>0</c:v>
                </c:pt>
                <c:pt idx="27358">
                  <c:v>0</c:v>
                </c:pt>
                <c:pt idx="27359">
                  <c:v>0</c:v>
                </c:pt>
                <c:pt idx="27360">
                  <c:v>0</c:v>
                </c:pt>
                <c:pt idx="27361">
                  <c:v>0</c:v>
                </c:pt>
                <c:pt idx="27362">
                  <c:v>0</c:v>
                </c:pt>
                <c:pt idx="27363">
                  <c:v>0</c:v>
                </c:pt>
                <c:pt idx="27364">
                  <c:v>0</c:v>
                </c:pt>
                <c:pt idx="27365">
                  <c:v>0</c:v>
                </c:pt>
                <c:pt idx="27366">
                  <c:v>0</c:v>
                </c:pt>
                <c:pt idx="27367">
                  <c:v>0</c:v>
                </c:pt>
                <c:pt idx="27368">
                  <c:v>0</c:v>
                </c:pt>
                <c:pt idx="27369">
                  <c:v>0</c:v>
                </c:pt>
                <c:pt idx="27370">
                  <c:v>0</c:v>
                </c:pt>
                <c:pt idx="27371">
                  <c:v>0</c:v>
                </c:pt>
                <c:pt idx="27372">
                  <c:v>0</c:v>
                </c:pt>
                <c:pt idx="27373">
                  <c:v>0</c:v>
                </c:pt>
                <c:pt idx="27374">
                  <c:v>0</c:v>
                </c:pt>
                <c:pt idx="27375">
                  <c:v>0</c:v>
                </c:pt>
                <c:pt idx="27376">
                  <c:v>0</c:v>
                </c:pt>
                <c:pt idx="27377">
                  <c:v>0</c:v>
                </c:pt>
                <c:pt idx="27378">
                  <c:v>0</c:v>
                </c:pt>
                <c:pt idx="27379">
                  <c:v>0</c:v>
                </c:pt>
                <c:pt idx="27380">
                  <c:v>0</c:v>
                </c:pt>
                <c:pt idx="27381">
                  <c:v>0</c:v>
                </c:pt>
                <c:pt idx="27382">
                  <c:v>0</c:v>
                </c:pt>
                <c:pt idx="27383">
                  <c:v>0</c:v>
                </c:pt>
                <c:pt idx="27384">
                  <c:v>0</c:v>
                </c:pt>
                <c:pt idx="27385">
                  <c:v>0</c:v>
                </c:pt>
                <c:pt idx="27386">
                  <c:v>0</c:v>
                </c:pt>
                <c:pt idx="27387">
                  <c:v>0</c:v>
                </c:pt>
                <c:pt idx="27388">
                  <c:v>0</c:v>
                </c:pt>
                <c:pt idx="27389">
                  <c:v>0</c:v>
                </c:pt>
                <c:pt idx="27390">
                  <c:v>0</c:v>
                </c:pt>
                <c:pt idx="27391">
                  <c:v>0</c:v>
                </c:pt>
                <c:pt idx="27392">
                  <c:v>0</c:v>
                </c:pt>
                <c:pt idx="27393">
                  <c:v>0</c:v>
                </c:pt>
                <c:pt idx="27394">
                  <c:v>0</c:v>
                </c:pt>
                <c:pt idx="27395">
                  <c:v>0</c:v>
                </c:pt>
                <c:pt idx="27396">
                  <c:v>0</c:v>
                </c:pt>
                <c:pt idx="27397">
                  <c:v>0</c:v>
                </c:pt>
                <c:pt idx="27398">
                  <c:v>0</c:v>
                </c:pt>
                <c:pt idx="27399">
                  <c:v>0</c:v>
                </c:pt>
                <c:pt idx="27400">
                  <c:v>0</c:v>
                </c:pt>
                <c:pt idx="27401">
                  <c:v>0</c:v>
                </c:pt>
                <c:pt idx="27402">
                  <c:v>0</c:v>
                </c:pt>
                <c:pt idx="27403">
                  <c:v>0</c:v>
                </c:pt>
                <c:pt idx="27404">
                  <c:v>0</c:v>
                </c:pt>
                <c:pt idx="27405">
                  <c:v>0</c:v>
                </c:pt>
                <c:pt idx="27406">
                  <c:v>0</c:v>
                </c:pt>
                <c:pt idx="27407">
                  <c:v>0</c:v>
                </c:pt>
                <c:pt idx="27408">
                  <c:v>0</c:v>
                </c:pt>
                <c:pt idx="27409">
                  <c:v>0</c:v>
                </c:pt>
                <c:pt idx="27410">
                  <c:v>0</c:v>
                </c:pt>
                <c:pt idx="27411">
                  <c:v>0</c:v>
                </c:pt>
                <c:pt idx="27412">
                  <c:v>0</c:v>
                </c:pt>
                <c:pt idx="27413">
                  <c:v>0</c:v>
                </c:pt>
                <c:pt idx="27414">
                  <c:v>0</c:v>
                </c:pt>
                <c:pt idx="27415">
                  <c:v>0</c:v>
                </c:pt>
                <c:pt idx="27416">
                  <c:v>0</c:v>
                </c:pt>
                <c:pt idx="27417">
                  <c:v>0</c:v>
                </c:pt>
                <c:pt idx="27418">
                  <c:v>0</c:v>
                </c:pt>
                <c:pt idx="27419">
                  <c:v>0</c:v>
                </c:pt>
                <c:pt idx="27420">
                  <c:v>0</c:v>
                </c:pt>
                <c:pt idx="27421">
                  <c:v>0</c:v>
                </c:pt>
                <c:pt idx="27422">
                  <c:v>0</c:v>
                </c:pt>
                <c:pt idx="27423">
                  <c:v>0</c:v>
                </c:pt>
                <c:pt idx="27424">
                  <c:v>0</c:v>
                </c:pt>
                <c:pt idx="27425">
                  <c:v>0</c:v>
                </c:pt>
                <c:pt idx="27426">
                  <c:v>0</c:v>
                </c:pt>
                <c:pt idx="27427">
                  <c:v>0</c:v>
                </c:pt>
                <c:pt idx="27428">
                  <c:v>0</c:v>
                </c:pt>
                <c:pt idx="27429">
                  <c:v>0</c:v>
                </c:pt>
                <c:pt idx="27430">
                  <c:v>0</c:v>
                </c:pt>
                <c:pt idx="27431">
                  <c:v>0</c:v>
                </c:pt>
                <c:pt idx="27432">
                  <c:v>0</c:v>
                </c:pt>
                <c:pt idx="27433">
                  <c:v>0</c:v>
                </c:pt>
                <c:pt idx="27434">
                  <c:v>0</c:v>
                </c:pt>
                <c:pt idx="27435">
                  <c:v>0</c:v>
                </c:pt>
                <c:pt idx="27436">
                  <c:v>0</c:v>
                </c:pt>
                <c:pt idx="27437">
                  <c:v>0</c:v>
                </c:pt>
                <c:pt idx="27438">
                  <c:v>0</c:v>
                </c:pt>
                <c:pt idx="27439">
                  <c:v>0</c:v>
                </c:pt>
                <c:pt idx="27440">
                  <c:v>0</c:v>
                </c:pt>
                <c:pt idx="27441">
                  <c:v>0</c:v>
                </c:pt>
                <c:pt idx="27442">
                  <c:v>0</c:v>
                </c:pt>
                <c:pt idx="27443">
                  <c:v>0</c:v>
                </c:pt>
                <c:pt idx="27444">
                  <c:v>0</c:v>
                </c:pt>
                <c:pt idx="27445">
                  <c:v>0</c:v>
                </c:pt>
                <c:pt idx="27446">
                  <c:v>0</c:v>
                </c:pt>
                <c:pt idx="27447">
                  <c:v>0</c:v>
                </c:pt>
                <c:pt idx="27448">
                  <c:v>0</c:v>
                </c:pt>
                <c:pt idx="27449">
                  <c:v>0</c:v>
                </c:pt>
                <c:pt idx="27450">
                  <c:v>0</c:v>
                </c:pt>
                <c:pt idx="27451">
                  <c:v>0</c:v>
                </c:pt>
                <c:pt idx="27452">
                  <c:v>0</c:v>
                </c:pt>
                <c:pt idx="27453">
                  <c:v>0</c:v>
                </c:pt>
                <c:pt idx="27454">
                  <c:v>0</c:v>
                </c:pt>
                <c:pt idx="27455">
                  <c:v>0</c:v>
                </c:pt>
                <c:pt idx="27456">
                  <c:v>0</c:v>
                </c:pt>
                <c:pt idx="27457">
                  <c:v>0</c:v>
                </c:pt>
                <c:pt idx="27458">
                  <c:v>0</c:v>
                </c:pt>
                <c:pt idx="27459">
                  <c:v>0</c:v>
                </c:pt>
                <c:pt idx="27460">
                  <c:v>0</c:v>
                </c:pt>
                <c:pt idx="27461">
                  <c:v>0</c:v>
                </c:pt>
                <c:pt idx="27462">
                  <c:v>0</c:v>
                </c:pt>
                <c:pt idx="27463">
                  <c:v>0</c:v>
                </c:pt>
                <c:pt idx="27464">
                  <c:v>0</c:v>
                </c:pt>
                <c:pt idx="27465">
                  <c:v>0</c:v>
                </c:pt>
                <c:pt idx="27466">
                  <c:v>0</c:v>
                </c:pt>
                <c:pt idx="27467">
                  <c:v>0</c:v>
                </c:pt>
                <c:pt idx="27468">
                  <c:v>0</c:v>
                </c:pt>
                <c:pt idx="27469">
                  <c:v>0</c:v>
                </c:pt>
                <c:pt idx="27470">
                  <c:v>0</c:v>
                </c:pt>
                <c:pt idx="27471">
                  <c:v>0</c:v>
                </c:pt>
                <c:pt idx="27472">
                  <c:v>0</c:v>
                </c:pt>
                <c:pt idx="27473">
                  <c:v>0</c:v>
                </c:pt>
                <c:pt idx="27474">
                  <c:v>0</c:v>
                </c:pt>
                <c:pt idx="27475">
                  <c:v>0</c:v>
                </c:pt>
                <c:pt idx="27476">
                  <c:v>0</c:v>
                </c:pt>
                <c:pt idx="27477">
                  <c:v>0</c:v>
                </c:pt>
                <c:pt idx="27478">
                  <c:v>0</c:v>
                </c:pt>
                <c:pt idx="27479">
                  <c:v>0</c:v>
                </c:pt>
                <c:pt idx="27480">
                  <c:v>0</c:v>
                </c:pt>
                <c:pt idx="27481">
                  <c:v>0</c:v>
                </c:pt>
                <c:pt idx="27482">
                  <c:v>0</c:v>
                </c:pt>
                <c:pt idx="27483">
                  <c:v>0</c:v>
                </c:pt>
                <c:pt idx="27484">
                  <c:v>0</c:v>
                </c:pt>
                <c:pt idx="27485">
                  <c:v>0</c:v>
                </c:pt>
                <c:pt idx="27486">
                  <c:v>0</c:v>
                </c:pt>
                <c:pt idx="27487">
                  <c:v>0</c:v>
                </c:pt>
                <c:pt idx="27488">
                  <c:v>0</c:v>
                </c:pt>
                <c:pt idx="27489">
                  <c:v>0</c:v>
                </c:pt>
                <c:pt idx="27490">
                  <c:v>0</c:v>
                </c:pt>
                <c:pt idx="27491">
                  <c:v>0</c:v>
                </c:pt>
                <c:pt idx="27492">
                  <c:v>0</c:v>
                </c:pt>
                <c:pt idx="27493">
                  <c:v>0</c:v>
                </c:pt>
                <c:pt idx="27494">
                  <c:v>0</c:v>
                </c:pt>
                <c:pt idx="27495">
                  <c:v>0</c:v>
                </c:pt>
                <c:pt idx="27496">
                  <c:v>0</c:v>
                </c:pt>
                <c:pt idx="27497">
                  <c:v>0</c:v>
                </c:pt>
                <c:pt idx="27498">
                  <c:v>0</c:v>
                </c:pt>
                <c:pt idx="27499">
                  <c:v>0</c:v>
                </c:pt>
                <c:pt idx="27500">
                  <c:v>0</c:v>
                </c:pt>
                <c:pt idx="27501">
                  <c:v>0</c:v>
                </c:pt>
                <c:pt idx="27502">
                  <c:v>0</c:v>
                </c:pt>
                <c:pt idx="27503">
                  <c:v>0</c:v>
                </c:pt>
                <c:pt idx="27504">
                  <c:v>0</c:v>
                </c:pt>
                <c:pt idx="27505">
                  <c:v>0</c:v>
                </c:pt>
                <c:pt idx="27506">
                  <c:v>0</c:v>
                </c:pt>
                <c:pt idx="27507">
                  <c:v>0</c:v>
                </c:pt>
                <c:pt idx="27508">
                  <c:v>0</c:v>
                </c:pt>
                <c:pt idx="27509">
                  <c:v>0</c:v>
                </c:pt>
                <c:pt idx="27510">
                  <c:v>0</c:v>
                </c:pt>
                <c:pt idx="27511">
                  <c:v>0</c:v>
                </c:pt>
                <c:pt idx="27512">
                  <c:v>0</c:v>
                </c:pt>
                <c:pt idx="27513">
                  <c:v>0</c:v>
                </c:pt>
                <c:pt idx="27514">
                  <c:v>0</c:v>
                </c:pt>
                <c:pt idx="27515">
                  <c:v>0</c:v>
                </c:pt>
                <c:pt idx="27516">
                  <c:v>0</c:v>
                </c:pt>
                <c:pt idx="27517">
                  <c:v>0</c:v>
                </c:pt>
                <c:pt idx="27518">
                  <c:v>0</c:v>
                </c:pt>
                <c:pt idx="27519">
                  <c:v>0</c:v>
                </c:pt>
                <c:pt idx="27520">
                  <c:v>0</c:v>
                </c:pt>
                <c:pt idx="27521">
                  <c:v>0</c:v>
                </c:pt>
                <c:pt idx="27522">
                  <c:v>0</c:v>
                </c:pt>
                <c:pt idx="27523">
                  <c:v>0</c:v>
                </c:pt>
                <c:pt idx="27524">
                  <c:v>0</c:v>
                </c:pt>
                <c:pt idx="27525">
                  <c:v>0</c:v>
                </c:pt>
                <c:pt idx="27526">
                  <c:v>0</c:v>
                </c:pt>
                <c:pt idx="27527">
                  <c:v>0</c:v>
                </c:pt>
                <c:pt idx="27528">
                  <c:v>0</c:v>
                </c:pt>
                <c:pt idx="27529">
                  <c:v>0</c:v>
                </c:pt>
                <c:pt idx="27530">
                  <c:v>0</c:v>
                </c:pt>
                <c:pt idx="27531">
                  <c:v>0</c:v>
                </c:pt>
                <c:pt idx="27532">
                  <c:v>0</c:v>
                </c:pt>
                <c:pt idx="27533">
                  <c:v>0</c:v>
                </c:pt>
                <c:pt idx="27534">
                  <c:v>0</c:v>
                </c:pt>
                <c:pt idx="27535">
                  <c:v>0</c:v>
                </c:pt>
                <c:pt idx="27536">
                  <c:v>0</c:v>
                </c:pt>
                <c:pt idx="27537">
                  <c:v>0</c:v>
                </c:pt>
                <c:pt idx="27538">
                  <c:v>0</c:v>
                </c:pt>
                <c:pt idx="27539">
                  <c:v>0</c:v>
                </c:pt>
                <c:pt idx="27540">
                  <c:v>0</c:v>
                </c:pt>
                <c:pt idx="27541">
                  <c:v>0</c:v>
                </c:pt>
                <c:pt idx="27542">
                  <c:v>0</c:v>
                </c:pt>
                <c:pt idx="27543">
                  <c:v>0</c:v>
                </c:pt>
                <c:pt idx="27544">
                  <c:v>0</c:v>
                </c:pt>
                <c:pt idx="27545">
                  <c:v>0</c:v>
                </c:pt>
                <c:pt idx="27546">
                  <c:v>0</c:v>
                </c:pt>
                <c:pt idx="27547">
                  <c:v>0</c:v>
                </c:pt>
                <c:pt idx="27548">
                  <c:v>0</c:v>
                </c:pt>
                <c:pt idx="27549">
                  <c:v>0</c:v>
                </c:pt>
                <c:pt idx="27550">
                  <c:v>0</c:v>
                </c:pt>
                <c:pt idx="27551">
                  <c:v>0</c:v>
                </c:pt>
                <c:pt idx="27552">
                  <c:v>0</c:v>
                </c:pt>
                <c:pt idx="27553">
                  <c:v>0</c:v>
                </c:pt>
                <c:pt idx="27554">
                  <c:v>0</c:v>
                </c:pt>
                <c:pt idx="27555">
                  <c:v>0</c:v>
                </c:pt>
                <c:pt idx="27556">
                  <c:v>0</c:v>
                </c:pt>
                <c:pt idx="27557">
                  <c:v>0</c:v>
                </c:pt>
                <c:pt idx="27558">
                  <c:v>0</c:v>
                </c:pt>
                <c:pt idx="27559">
                  <c:v>0</c:v>
                </c:pt>
                <c:pt idx="27560">
                  <c:v>0</c:v>
                </c:pt>
                <c:pt idx="27561">
                  <c:v>0</c:v>
                </c:pt>
                <c:pt idx="27562">
                  <c:v>0</c:v>
                </c:pt>
                <c:pt idx="27563">
                  <c:v>0</c:v>
                </c:pt>
                <c:pt idx="27564">
                  <c:v>0</c:v>
                </c:pt>
                <c:pt idx="27565">
                  <c:v>0</c:v>
                </c:pt>
                <c:pt idx="27566">
                  <c:v>0</c:v>
                </c:pt>
                <c:pt idx="27567">
                  <c:v>0</c:v>
                </c:pt>
                <c:pt idx="27568">
                  <c:v>0</c:v>
                </c:pt>
                <c:pt idx="27569">
                  <c:v>0</c:v>
                </c:pt>
                <c:pt idx="27570">
                  <c:v>0</c:v>
                </c:pt>
                <c:pt idx="27571">
                  <c:v>0</c:v>
                </c:pt>
                <c:pt idx="27572">
                  <c:v>0</c:v>
                </c:pt>
                <c:pt idx="27573">
                  <c:v>0</c:v>
                </c:pt>
                <c:pt idx="27574">
                  <c:v>0</c:v>
                </c:pt>
                <c:pt idx="27575">
                  <c:v>0</c:v>
                </c:pt>
                <c:pt idx="27576">
                  <c:v>0</c:v>
                </c:pt>
                <c:pt idx="27577">
                  <c:v>0</c:v>
                </c:pt>
                <c:pt idx="27578">
                  <c:v>0</c:v>
                </c:pt>
                <c:pt idx="27579">
                  <c:v>0</c:v>
                </c:pt>
                <c:pt idx="27580">
                  <c:v>0</c:v>
                </c:pt>
                <c:pt idx="27581">
                  <c:v>0</c:v>
                </c:pt>
                <c:pt idx="27582">
                  <c:v>0</c:v>
                </c:pt>
                <c:pt idx="27583">
                  <c:v>0</c:v>
                </c:pt>
                <c:pt idx="27584">
                  <c:v>0</c:v>
                </c:pt>
                <c:pt idx="27585">
                  <c:v>0</c:v>
                </c:pt>
                <c:pt idx="27586">
                  <c:v>0</c:v>
                </c:pt>
                <c:pt idx="27587">
                  <c:v>0</c:v>
                </c:pt>
                <c:pt idx="27588">
                  <c:v>0</c:v>
                </c:pt>
                <c:pt idx="27589">
                  <c:v>0</c:v>
                </c:pt>
                <c:pt idx="27590">
                  <c:v>0</c:v>
                </c:pt>
                <c:pt idx="27591">
                  <c:v>0</c:v>
                </c:pt>
                <c:pt idx="27592">
                  <c:v>0</c:v>
                </c:pt>
                <c:pt idx="27593">
                  <c:v>0</c:v>
                </c:pt>
                <c:pt idx="27594">
                  <c:v>0</c:v>
                </c:pt>
                <c:pt idx="27595">
                  <c:v>0</c:v>
                </c:pt>
                <c:pt idx="27596">
                  <c:v>0</c:v>
                </c:pt>
                <c:pt idx="27597">
                  <c:v>0</c:v>
                </c:pt>
                <c:pt idx="27598">
                  <c:v>0</c:v>
                </c:pt>
                <c:pt idx="27599">
                  <c:v>0</c:v>
                </c:pt>
                <c:pt idx="27600">
                  <c:v>0</c:v>
                </c:pt>
                <c:pt idx="27601">
                  <c:v>0</c:v>
                </c:pt>
                <c:pt idx="27602">
                  <c:v>0</c:v>
                </c:pt>
                <c:pt idx="27603">
                  <c:v>0</c:v>
                </c:pt>
                <c:pt idx="27604">
                  <c:v>0</c:v>
                </c:pt>
                <c:pt idx="27605">
                  <c:v>0</c:v>
                </c:pt>
                <c:pt idx="27606">
                  <c:v>0</c:v>
                </c:pt>
                <c:pt idx="27607">
                  <c:v>0</c:v>
                </c:pt>
                <c:pt idx="27608">
                  <c:v>0</c:v>
                </c:pt>
                <c:pt idx="27609">
                  <c:v>0</c:v>
                </c:pt>
                <c:pt idx="27610">
                  <c:v>0</c:v>
                </c:pt>
                <c:pt idx="27611">
                  <c:v>0</c:v>
                </c:pt>
                <c:pt idx="27612">
                  <c:v>0</c:v>
                </c:pt>
                <c:pt idx="27613">
                  <c:v>0</c:v>
                </c:pt>
                <c:pt idx="27614">
                  <c:v>0</c:v>
                </c:pt>
                <c:pt idx="27615">
                  <c:v>0</c:v>
                </c:pt>
                <c:pt idx="27616">
                  <c:v>0</c:v>
                </c:pt>
                <c:pt idx="27617">
                  <c:v>0</c:v>
                </c:pt>
                <c:pt idx="27618">
                  <c:v>0</c:v>
                </c:pt>
                <c:pt idx="27619">
                  <c:v>0</c:v>
                </c:pt>
                <c:pt idx="27620">
                  <c:v>0</c:v>
                </c:pt>
                <c:pt idx="27621">
                  <c:v>0</c:v>
                </c:pt>
                <c:pt idx="27622">
                  <c:v>0</c:v>
                </c:pt>
                <c:pt idx="27623">
                  <c:v>0</c:v>
                </c:pt>
                <c:pt idx="27624">
                  <c:v>0</c:v>
                </c:pt>
                <c:pt idx="27625">
                  <c:v>0</c:v>
                </c:pt>
                <c:pt idx="27626">
                  <c:v>0</c:v>
                </c:pt>
                <c:pt idx="27627">
                  <c:v>0</c:v>
                </c:pt>
                <c:pt idx="27628">
                  <c:v>0</c:v>
                </c:pt>
                <c:pt idx="27629">
                  <c:v>0</c:v>
                </c:pt>
                <c:pt idx="27630">
                  <c:v>0</c:v>
                </c:pt>
                <c:pt idx="27631">
                  <c:v>0</c:v>
                </c:pt>
                <c:pt idx="27632">
                  <c:v>0</c:v>
                </c:pt>
                <c:pt idx="27633">
                  <c:v>0</c:v>
                </c:pt>
                <c:pt idx="27634">
                  <c:v>0</c:v>
                </c:pt>
                <c:pt idx="27635">
                  <c:v>0</c:v>
                </c:pt>
                <c:pt idx="27636">
                  <c:v>0</c:v>
                </c:pt>
                <c:pt idx="27637">
                  <c:v>0</c:v>
                </c:pt>
                <c:pt idx="27638">
                  <c:v>0</c:v>
                </c:pt>
                <c:pt idx="27639">
                  <c:v>0</c:v>
                </c:pt>
                <c:pt idx="27640">
                  <c:v>0</c:v>
                </c:pt>
                <c:pt idx="27641">
                  <c:v>0</c:v>
                </c:pt>
                <c:pt idx="27642">
                  <c:v>0</c:v>
                </c:pt>
                <c:pt idx="27643">
                  <c:v>0</c:v>
                </c:pt>
                <c:pt idx="27644">
                  <c:v>0</c:v>
                </c:pt>
                <c:pt idx="27645">
                  <c:v>0</c:v>
                </c:pt>
                <c:pt idx="27646">
                  <c:v>0</c:v>
                </c:pt>
                <c:pt idx="27647">
                  <c:v>0</c:v>
                </c:pt>
                <c:pt idx="27648">
                  <c:v>0</c:v>
                </c:pt>
                <c:pt idx="27649">
                  <c:v>0</c:v>
                </c:pt>
                <c:pt idx="27650">
                  <c:v>0</c:v>
                </c:pt>
                <c:pt idx="27651">
                  <c:v>0</c:v>
                </c:pt>
                <c:pt idx="27652">
                  <c:v>0</c:v>
                </c:pt>
                <c:pt idx="27653">
                  <c:v>0</c:v>
                </c:pt>
                <c:pt idx="27654">
                  <c:v>0</c:v>
                </c:pt>
                <c:pt idx="27655">
                  <c:v>0</c:v>
                </c:pt>
                <c:pt idx="27656">
                  <c:v>0</c:v>
                </c:pt>
                <c:pt idx="27657">
                  <c:v>0</c:v>
                </c:pt>
                <c:pt idx="27658">
                  <c:v>0</c:v>
                </c:pt>
                <c:pt idx="27659">
                  <c:v>0</c:v>
                </c:pt>
                <c:pt idx="27660">
                  <c:v>0</c:v>
                </c:pt>
                <c:pt idx="27661">
                  <c:v>0</c:v>
                </c:pt>
                <c:pt idx="27662">
                  <c:v>0</c:v>
                </c:pt>
                <c:pt idx="27663">
                  <c:v>0</c:v>
                </c:pt>
                <c:pt idx="27664">
                  <c:v>0</c:v>
                </c:pt>
                <c:pt idx="27665">
                  <c:v>0</c:v>
                </c:pt>
                <c:pt idx="27666">
                  <c:v>0</c:v>
                </c:pt>
                <c:pt idx="27667">
                  <c:v>0</c:v>
                </c:pt>
                <c:pt idx="27668">
                  <c:v>0</c:v>
                </c:pt>
                <c:pt idx="27669">
                  <c:v>0</c:v>
                </c:pt>
                <c:pt idx="27670">
                  <c:v>0</c:v>
                </c:pt>
                <c:pt idx="27671">
                  <c:v>0</c:v>
                </c:pt>
                <c:pt idx="27672">
                  <c:v>0</c:v>
                </c:pt>
                <c:pt idx="27673">
                  <c:v>0</c:v>
                </c:pt>
                <c:pt idx="27674">
                  <c:v>0</c:v>
                </c:pt>
                <c:pt idx="27675">
                  <c:v>0</c:v>
                </c:pt>
                <c:pt idx="27676">
                  <c:v>0</c:v>
                </c:pt>
                <c:pt idx="27677">
                  <c:v>0</c:v>
                </c:pt>
                <c:pt idx="27678">
                  <c:v>0</c:v>
                </c:pt>
                <c:pt idx="27679">
                  <c:v>0</c:v>
                </c:pt>
                <c:pt idx="27680">
                  <c:v>0</c:v>
                </c:pt>
                <c:pt idx="27681">
                  <c:v>0</c:v>
                </c:pt>
                <c:pt idx="27682">
                  <c:v>0</c:v>
                </c:pt>
                <c:pt idx="27683">
                  <c:v>0</c:v>
                </c:pt>
                <c:pt idx="27684">
                  <c:v>0</c:v>
                </c:pt>
                <c:pt idx="27685">
                  <c:v>0</c:v>
                </c:pt>
                <c:pt idx="27686">
                  <c:v>0</c:v>
                </c:pt>
                <c:pt idx="27687">
                  <c:v>0</c:v>
                </c:pt>
                <c:pt idx="27688">
                  <c:v>0</c:v>
                </c:pt>
                <c:pt idx="27689">
                  <c:v>0</c:v>
                </c:pt>
                <c:pt idx="27690">
                  <c:v>0</c:v>
                </c:pt>
                <c:pt idx="27691">
                  <c:v>0</c:v>
                </c:pt>
                <c:pt idx="27692">
                  <c:v>0</c:v>
                </c:pt>
                <c:pt idx="27693">
                  <c:v>0</c:v>
                </c:pt>
                <c:pt idx="27694">
                  <c:v>0</c:v>
                </c:pt>
                <c:pt idx="27695">
                  <c:v>0</c:v>
                </c:pt>
                <c:pt idx="27696">
                  <c:v>0</c:v>
                </c:pt>
                <c:pt idx="27697">
                  <c:v>0</c:v>
                </c:pt>
                <c:pt idx="27698">
                  <c:v>0</c:v>
                </c:pt>
                <c:pt idx="27699">
                  <c:v>0</c:v>
                </c:pt>
                <c:pt idx="27700">
                  <c:v>0</c:v>
                </c:pt>
                <c:pt idx="27701">
                  <c:v>0</c:v>
                </c:pt>
                <c:pt idx="27702">
                  <c:v>0</c:v>
                </c:pt>
                <c:pt idx="27703">
                  <c:v>0</c:v>
                </c:pt>
                <c:pt idx="27704">
                  <c:v>0</c:v>
                </c:pt>
                <c:pt idx="27705">
                  <c:v>0</c:v>
                </c:pt>
                <c:pt idx="27706">
                  <c:v>0</c:v>
                </c:pt>
                <c:pt idx="27707">
                  <c:v>0</c:v>
                </c:pt>
                <c:pt idx="27708">
                  <c:v>0</c:v>
                </c:pt>
                <c:pt idx="27709">
                  <c:v>0</c:v>
                </c:pt>
                <c:pt idx="27710">
                  <c:v>0</c:v>
                </c:pt>
                <c:pt idx="27711">
                  <c:v>0</c:v>
                </c:pt>
                <c:pt idx="27712">
                  <c:v>0</c:v>
                </c:pt>
                <c:pt idx="27713">
                  <c:v>0</c:v>
                </c:pt>
                <c:pt idx="27714">
                  <c:v>0</c:v>
                </c:pt>
                <c:pt idx="27715">
                  <c:v>0</c:v>
                </c:pt>
                <c:pt idx="27716">
                  <c:v>0</c:v>
                </c:pt>
                <c:pt idx="27717">
                  <c:v>0</c:v>
                </c:pt>
                <c:pt idx="27718">
                  <c:v>0</c:v>
                </c:pt>
                <c:pt idx="27719">
                  <c:v>0</c:v>
                </c:pt>
                <c:pt idx="27720">
                  <c:v>0</c:v>
                </c:pt>
                <c:pt idx="27721">
                  <c:v>0</c:v>
                </c:pt>
                <c:pt idx="27722">
                  <c:v>0</c:v>
                </c:pt>
                <c:pt idx="27723">
                  <c:v>0</c:v>
                </c:pt>
                <c:pt idx="27724">
                  <c:v>0</c:v>
                </c:pt>
                <c:pt idx="27725">
                  <c:v>0</c:v>
                </c:pt>
                <c:pt idx="27726">
                  <c:v>0</c:v>
                </c:pt>
                <c:pt idx="27727">
                  <c:v>0</c:v>
                </c:pt>
                <c:pt idx="27728">
                  <c:v>0</c:v>
                </c:pt>
                <c:pt idx="27729">
                  <c:v>0</c:v>
                </c:pt>
                <c:pt idx="27730">
                  <c:v>0</c:v>
                </c:pt>
                <c:pt idx="27731">
                  <c:v>0</c:v>
                </c:pt>
                <c:pt idx="27732">
                  <c:v>0</c:v>
                </c:pt>
                <c:pt idx="27733">
                  <c:v>0</c:v>
                </c:pt>
                <c:pt idx="27734">
                  <c:v>0</c:v>
                </c:pt>
                <c:pt idx="27735">
                  <c:v>0</c:v>
                </c:pt>
                <c:pt idx="27736">
                  <c:v>0</c:v>
                </c:pt>
                <c:pt idx="27737">
                  <c:v>0</c:v>
                </c:pt>
                <c:pt idx="27738">
                  <c:v>0</c:v>
                </c:pt>
                <c:pt idx="27739">
                  <c:v>0</c:v>
                </c:pt>
                <c:pt idx="27740">
                  <c:v>0</c:v>
                </c:pt>
                <c:pt idx="27741">
                  <c:v>0</c:v>
                </c:pt>
                <c:pt idx="27742">
                  <c:v>0</c:v>
                </c:pt>
                <c:pt idx="27743">
                  <c:v>0</c:v>
                </c:pt>
                <c:pt idx="27744">
                  <c:v>0</c:v>
                </c:pt>
                <c:pt idx="27745">
                  <c:v>0</c:v>
                </c:pt>
                <c:pt idx="27746">
                  <c:v>0</c:v>
                </c:pt>
                <c:pt idx="27747">
                  <c:v>0</c:v>
                </c:pt>
                <c:pt idx="27748">
                  <c:v>0</c:v>
                </c:pt>
                <c:pt idx="27749">
                  <c:v>0</c:v>
                </c:pt>
                <c:pt idx="27750">
                  <c:v>0</c:v>
                </c:pt>
                <c:pt idx="27751">
                  <c:v>0</c:v>
                </c:pt>
                <c:pt idx="27752">
                  <c:v>0</c:v>
                </c:pt>
                <c:pt idx="27753">
                  <c:v>0</c:v>
                </c:pt>
                <c:pt idx="27754">
                  <c:v>0</c:v>
                </c:pt>
                <c:pt idx="27755">
                  <c:v>0</c:v>
                </c:pt>
                <c:pt idx="27756">
                  <c:v>0</c:v>
                </c:pt>
                <c:pt idx="27757">
                  <c:v>0</c:v>
                </c:pt>
                <c:pt idx="27758">
                  <c:v>0</c:v>
                </c:pt>
                <c:pt idx="27759">
                  <c:v>0</c:v>
                </c:pt>
                <c:pt idx="27760">
                  <c:v>0</c:v>
                </c:pt>
                <c:pt idx="27761">
                  <c:v>0</c:v>
                </c:pt>
                <c:pt idx="27762">
                  <c:v>0</c:v>
                </c:pt>
                <c:pt idx="27763">
                  <c:v>0</c:v>
                </c:pt>
                <c:pt idx="27764">
                  <c:v>0</c:v>
                </c:pt>
                <c:pt idx="27765">
                  <c:v>0</c:v>
                </c:pt>
                <c:pt idx="27766">
                  <c:v>0</c:v>
                </c:pt>
                <c:pt idx="27767">
                  <c:v>0</c:v>
                </c:pt>
                <c:pt idx="27768">
                  <c:v>0</c:v>
                </c:pt>
                <c:pt idx="27769">
                  <c:v>0</c:v>
                </c:pt>
                <c:pt idx="27770">
                  <c:v>0</c:v>
                </c:pt>
                <c:pt idx="27771">
                  <c:v>0</c:v>
                </c:pt>
                <c:pt idx="27772">
                  <c:v>0</c:v>
                </c:pt>
                <c:pt idx="27773">
                  <c:v>0</c:v>
                </c:pt>
                <c:pt idx="27774">
                  <c:v>0</c:v>
                </c:pt>
                <c:pt idx="27775">
                  <c:v>0</c:v>
                </c:pt>
                <c:pt idx="27776">
                  <c:v>0</c:v>
                </c:pt>
                <c:pt idx="27777">
                  <c:v>0</c:v>
                </c:pt>
                <c:pt idx="27778">
                  <c:v>0</c:v>
                </c:pt>
                <c:pt idx="27779">
                  <c:v>0</c:v>
                </c:pt>
                <c:pt idx="27780">
                  <c:v>0</c:v>
                </c:pt>
                <c:pt idx="27781">
                  <c:v>0</c:v>
                </c:pt>
                <c:pt idx="27782">
                  <c:v>0</c:v>
                </c:pt>
                <c:pt idx="27783">
                  <c:v>0</c:v>
                </c:pt>
                <c:pt idx="27784">
                  <c:v>0</c:v>
                </c:pt>
                <c:pt idx="27785">
                  <c:v>0</c:v>
                </c:pt>
                <c:pt idx="27786">
                  <c:v>0</c:v>
                </c:pt>
                <c:pt idx="27787">
                  <c:v>0</c:v>
                </c:pt>
                <c:pt idx="27788">
                  <c:v>0</c:v>
                </c:pt>
                <c:pt idx="27789">
                  <c:v>0</c:v>
                </c:pt>
                <c:pt idx="27790">
                  <c:v>0</c:v>
                </c:pt>
                <c:pt idx="27791">
                  <c:v>0</c:v>
                </c:pt>
                <c:pt idx="27792">
                  <c:v>0</c:v>
                </c:pt>
                <c:pt idx="27793">
                  <c:v>0</c:v>
                </c:pt>
                <c:pt idx="27794">
                  <c:v>0</c:v>
                </c:pt>
                <c:pt idx="27795">
                  <c:v>0</c:v>
                </c:pt>
                <c:pt idx="27796">
                  <c:v>0</c:v>
                </c:pt>
                <c:pt idx="27797">
                  <c:v>0</c:v>
                </c:pt>
                <c:pt idx="27798">
                  <c:v>0</c:v>
                </c:pt>
                <c:pt idx="27799">
                  <c:v>0</c:v>
                </c:pt>
                <c:pt idx="27800">
                  <c:v>0</c:v>
                </c:pt>
                <c:pt idx="27801">
                  <c:v>0</c:v>
                </c:pt>
                <c:pt idx="27802">
                  <c:v>0</c:v>
                </c:pt>
                <c:pt idx="27803">
                  <c:v>0</c:v>
                </c:pt>
                <c:pt idx="27804">
                  <c:v>0</c:v>
                </c:pt>
                <c:pt idx="27805">
                  <c:v>0</c:v>
                </c:pt>
                <c:pt idx="27806">
                  <c:v>0</c:v>
                </c:pt>
                <c:pt idx="27807">
                  <c:v>0</c:v>
                </c:pt>
                <c:pt idx="27808">
                  <c:v>0</c:v>
                </c:pt>
                <c:pt idx="27809">
                  <c:v>0</c:v>
                </c:pt>
                <c:pt idx="27810">
                  <c:v>0</c:v>
                </c:pt>
                <c:pt idx="27811">
                  <c:v>0</c:v>
                </c:pt>
                <c:pt idx="27812">
                  <c:v>0</c:v>
                </c:pt>
                <c:pt idx="27813">
                  <c:v>0</c:v>
                </c:pt>
                <c:pt idx="27814">
                  <c:v>0</c:v>
                </c:pt>
                <c:pt idx="27815">
                  <c:v>0</c:v>
                </c:pt>
                <c:pt idx="27816">
                  <c:v>0</c:v>
                </c:pt>
                <c:pt idx="27817">
                  <c:v>0</c:v>
                </c:pt>
                <c:pt idx="27818">
                  <c:v>0</c:v>
                </c:pt>
                <c:pt idx="27819">
                  <c:v>0</c:v>
                </c:pt>
                <c:pt idx="27820">
                  <c:v>0</c:v>
                </c:pt>
                <c:pt idx="27821">
                  <c:v>0</c:v>
                </c:pt>
                <c:pt idx="27822">
                  <c:v>0</c:v>
                </c:pt>
                <c:pt idx="27823">
                  <c:v>0</c:v>
                </c:pt>
                <c:pt idx="27824">
                  <c:v>0</c:v>
                </c:pt>
                <c:pt idx="27825">
                  <c:v>0</c:v>
                </c:pt>
                <c:pt idx="27826">
                  <c:v>0</c:v>
                </c:pt>
                <c:pt idx="27827">
                  <c:v>0</c:v>
                </c:pt>
                <c:pt idx="27828">
                  <c:v>0</c:v>
                </c:pt>
                <c:pt idx="27829">
                  <c:v>0</c:v>
                </c:pt>
                <c:pt idx="27830">
                  <c:v>0</c:v>
                </c:pt>
                <c:pt idx="27831">
                  <c:v>0</c:v>
                </c:pt>
                <c:pt idx="27832">
                  <c:v>0</c:v>
                </c:pt>
                <c:pt idx="27833">
                  <c:v>0</c:v>
                </c:pt>
                <c:pt idx="27834">
                  <c:v>0</c:v>
                </c:pt>
                <c:pt idx="27835">
                  <c:v>0</c:v>
                </c:pt>
                <c:pt idx="27836">
                  <c:v>0</c:v>
                </c:pt>
                <c:pt idx="27837">
                  <c:v>0</c:v>
                </c:pt>
                <c:pt idx="27838">
                  <c:v>0</c:v>
                </c:pt>
                <c:pt idx="27839">
                  <c:v>0</c:v>
                </c:pt>
                <c:pt idx="27840">
                  <c:v>0</c:v>
                </c:pt>
                <c:pt idx="27841">
                  <c:v>0</c:v>
                </c:pt>
                <c:pt idx="27842">
                  <c:v>0</c:v>
                </c:pt>
                <c:pt idx="27843">
                  <c:v>0</c:v>
                </c:pt>
                <c:pt idx="27844">
                  <c:v>0</c:v>
                </c:pt>
                <c:pt idx="27845">
                  <c:v>0</c:v>
                </c:pt>
                <c:pt idx="27846">
                  <c:v>0</c:v>
                </c:pt>
                <c:pt idx="27847">
                  <c:v>0</c:v>
                </c:pt>
                <c:pt idx="27848">
                  <c:v>0</c:v>
                </c:pt>
                <c:pt idx="27849">
                  <c:v>0</c:v>
                </c:pt>
                <c:pt idx="27850">
                  <c:v>0</c:v>
                </c:pt>
                <c:pt idx="27851">
                  <c:v>0</c:v>
                </c:pt>
                <c:pt idx="27852">
                  <c:v>0</c:v>
                </c:pt>
                <c:pt idx="27853">
                  <c:v>0</c:v>
                </c:pt>
                <c:pt idx="27854">
                  <c:v>0</c:v>
                </c:pt>
                <c:pt idx="27855">
                  <c:v>0</c:v>
                </c:pt>
                <c:pt idx="27856">
                  <c:v>0</c:v>
                </c:pt>
                <c:pt idx="27857">
                  <c:v>0</c:v>
                </c:pt>
                <c:pt idx="27858">
                  <c:v>0</c:v>
                </c:pt>
                <c:pt idx="27859">
                  <c:v>0</c:v>
                </c:pt>
                <c:pt idx="27860">
                  <c:v>0</c:v>
                </c:pt>
                <c:pt idx="27861">
                  <c:v>0</c:v>
                </c:pt>
                <c:pt idx="27862">
                  <c:v>0</c:v>
                </c:pt>
                <c:pt idx="27863">
                  <c:v>0</c:v>
                </c:pt>
                <c:pt idx="27864">
                  <c:v>0</c:v>
                </c:pt>
                <c:pt idx="27865">
                  <c:v>0</c:v>
                </c:pt>
                <c:pt idx="27866">
                  <c:v>0</c:v>
                </c:pt>
                <c:pt idx="27867">
                  <c:v>0</c:v>
                </c:pt>
                <c:pt idx="27868">
                  <c:v>0</c:v>
                </c:pt>
                <c:pt idx="27869">
                  <c:v>0</c:v>
                </c:pt>
                <c:pt idx="27870">
                  <c:v>0</c:v>
                </c:pt>
                <c:pt idx="27871">
                  <c:v>0</c:v>
                </c:pt>
                <c:pt idx="27872">
                  <c:v>0</c:v>
                </c:pt>
                <c:pt idx="27873">
                  <c:v>0</c:v>
                </c:pt>
                <c:pt idx="27874">
                  <c:v>0</c:v>
                </c:pt>
                <c:pt idx="27875">
                  <c:v>0</c:v>
                </c:pt>
                <c:pt idx="27876">
                  <c:v>0</c:v>
                </c:pt>
                <c:pt idx="27877">
                  <c:v>0</c:v>
                </c:pt>
                <c:pt idx="27878">
                  <c:v>0</c:v>
                </c:pt>
                <c:pt idx="27879">
                  <c:v>0</c:v>
                </c:pt>
                <c:pt idx="27880">
                  <c:v>0</c:v>
                </c:pt>
                <c:pt idx="27881">
                  <c:v>0</c:v>
                </c:pt>
                <c:pt idx="27882">
                  <c:v>0</c:v>
                </c:pt>
                <c:pt idx="27883">
                  <c:v>0</c:v>
                </c:pt>
                <c:pt idx="27884">
                  <c:v>0</c:v>
                </c:pt>
                <c:pt idx="27885">
                  <c:v>0</c:v>
                </c:pt>
                <c:pt idx="27886">
                  <c:v>0</c:v>
                </c:pt>
                <c:pt idx="27887">
                  <c:v>0</c:v>
                </c:pt>
                <c:pt idx="27888">
                  <c:v>0</c:v>
                </c:pt>
                <c:pt idx="27889">
                  <c:v>0</c:v>
                </c:pt>
                <c:pt idx="27890">
                  <c:v>0</c:v>
                </c:pt>
                <c:pt idx="27891">
                  <c:v>0</c:v>
                </c:pt>
                <c:pt idx="27892">
                  <c:v>0</c:v>
                </c:pt>
                <c:pt idx="27893">
                  <c:v>0</c:v>
                </c:pt>
                <c:pt idx="27894">
                  <c:v>0</c:v>
                </c:pt>
                <c:pt idx="27895">
                  <c:v>0</c:v>
                </c:pt>
                <c:pt idx="27896">
                  <c:v>0</c:v>
                </c:pt>
                <c:pt idx="27897">
                  <c:v>0</c:v>
                </c:pt>
                <c:pt idx="27898">
                  <c:v>0</c:v>
                </c:pt>
                <c:pt idx="27899">
                  <c:v>0</c:v>
                </c:pt>
                <c:pt idx="27900">
                  <c:v>0</c:v>
                </c:pt>
                <c:pt idx="27901">
                  <c:v>0</c:v>
                </c:pt>
                <c:pt idx="27902">
                  <c:v>0</c:v>
                </c:pt>
                <c:pt idx="27903">
                  <c:v>0</c:v>
                </c:pt>
                <c:pt idx="27904">
                  <c:v>0</c:v>
                </c:pt>
                <c:pt idx="27905">
                  <c:v>0</c:v>
                </c:pt>
                <c:pt idx="27906">
                  <c:v>0</c:v>
                </c:pt>
                <c:pt idx="27907">
                  <c:v>0</c:v>
                </c:pt>
                <c:pt idx="27908">
                  <c:v>0</c:v>
                </c:pt>
                <c:pt idx="27909">
                  <c:v>0</c:v>
                </c:pt>
                <c:pt idx="27910">
                  <c:v>0</c:v>
                </c:pt>
                <c:pt idx="27911">
                  <c:v>0</c:v>
                </c:pt>
                <c:pt idx="27912">
                  <c:v>0</c:v>
                </c:pt>
                <c:pt idx="27913">
                  <c:v>0</c:v>
                </c:pt>
                <c:pt idx="27914">
                  <c:v>0</c:v>
                </c:pt>
                <c:pt idx="27915">
                  <c:v>0</c:v>
                </c:pt>
                <c:pt idx="27916">
                  <c:v>0</c:v>
                </c:pt>
                <c:pt idx="27917">
                  <c:v>0</c:v>
                </c:pt>
                <c:pt idx="27918">
                  <c:v>0</c:v>
                </c:pt>
                <c:pt idx="27919">
                  <c:v>0</c:v>
                </c:pt>
                <c:pt idx="27920">
                  <c:v>0</c:v>
                </c:pt>
                <c:pt idx="27921">
                  <c:v>0</c:v>
                </c:pt>
                <c:pt idx="27922">
                  <c:v>0</c:v>
                </c:pt>
                <c:pt idx="27923">
                  <c:v>0</c:v>
                </c:pt>
                <c:pt idx="27924">
                  <c:v>0</c:v>
                </c:pt>
                <c:pt idx="27925">
                  <c:v>0</c:v>
                </c:pt>
                <c:pt idx="27926">
                  <c:v>0</c:v>
                </c:pt>
                <c:pt idx="27927">
                  <c:v>0</c:v>
                </c:pt>
                <c:pt idx="27928">
                  <c:v>0</c:v>
                </c:pt>
                <c:pt idx="27929">
                  <c:v>0</c:v>
                </c:pt>
                <c:pt idx="27930">
                  <c:v>0</c:v>
                </c:pt>
                <c:pt idx="27931">
                  <c:v>0</c:v>
                </c:pt>
                <c:pt idx="27932">
                  <c:v>0</c:v>
                </c:pt>
                <c:pt idx="27933">
                  <c:v>0</c:v>
                </c:pt>
                <c:pt idx="27934">
                  <c:v>0</c:v>
                </c:pt>
                <c:pt idx="27935">
                  <c:v>0</c:v>
                </c:pt>
                <c:pt idx="27936">
                  <c:v>0</c:v>
                </c:pt>
                <c:pt idx="27937">
                  <c:v>0</c:v>
                </c:pt>
                <c:pt idx="27938">
                  <c:v>0</c:v>
                </c:pt>
                <c:pt idx="27939">
                  <c:v>0</c:v>
                </c:pt>
                <c:pt idx="27940">
                  <c:v>0</c:v>
                </c:pt>
                <c:pt idx="27941">
                  <c:v>0</c:v>
                </c:pt>
                <c:pt idx="27942">
                  <c:v>0</c:v>
                </c:pt>
                <c:pt idx="27943">
                  <c:v>0</c:v>
                </c:pt>
                <c:pt idx="27944">
                  <c:v>0</c:v>
                </c:pt>
                <c:pt idx="27945">
                  <c:v>0</c:v>
                </c:pt>
                <c:pt idx="27946">
                  <c:v>0</c:v>
                </c:pt>
                <c:pt idx="27947">
                  <c:v>0</c:v>
                </c:pt>
                <c:pt idx="27948">
                  <c:v>0</c:v>
                </c:pt>
                <c:pt idx="27949">
                  <c:v>0</c:v>
                </c:pt>
                <c:pt idx="27950">
                  <c:v>0</c:v>
                </c:pt>
                <c:pt idx="27951">
                  <c:v>0</c:v>
                </c:pt>
                <c:pt idx="27952">
                  <c:v>0</c:v>
                </c:pt>
                <c:pt idx="27953">
                  <c:v>0</c:v>
                </c:pt>
                <c:pt idx="27954">
                  <c:v>0</c:v>
                </c:pt>
                <c:pt idx="27955">
                  <c:v>0</c:v>
                </c:pt>
                <c:pt idx="27956">
                  <c:v>0</c:v>
                </c:pt>
                <c:pt idx="27957">
                  <c:v>0</c:v>
                </c:pt>
                <c:pt idx="27958">
                  <c:v>0</c:v>
                </c:pt>
                <c:pt idx="27959">
                  <c:v>0</c:v>
                </c:pt>
                <c:pt idx="27960">
                  <c:v>0</c:v>
                </c:pt>
                <c:pt idx="27961">
                  <c:v>0</c:v>
                </c:pt>
                <c:pt idx="27962">
                  <c:v>0</c:v>
                </c:pt>
                <c:pt idx="27963">
                  <c:v>0</c:v>
                </c:pt>
                <c:pt idx="27964">
                  <c:v>0</c:v>
                </c:pt>
                <c:pt idx="27965">
                  <c:v>0</c:v>
                </c:pt>
                <c:pt idx="27966">
                  <c:v>0</c:v>
                </c:pt>
                <c:pt idx="27967">
                  <c:v>0</c:v>
                </c:pt>
                <c:pt idx="27968">
                  <c:v>0</c:v>
                </c:pt>
                <c:pt idx="27969">
                  <c:v>0</c:v>
                </c:pt>
                <c:pt idx="27970">
                  <c:v>0</c:v>
                </c:pt>
                <c:pt idx="27971">
                  <c:v>0</c:v>
                </c:pt>
                <c:pt idx="27972">
                  <c:v>0</c:v>
                </c:pt>
                <c:pt idx="27973">
                  <c:v>0</c:v>
                </c:pt>
                <c:pt idx="27974">
                  <c:v>0</c:v>
                </c:pt>
                <c:pt idx="27975">
                  <c:v>0</c:v>
                </c:pt>
                <c:pt idx="27976">
                  <c:v>0</c:v>
                </c:pt>
                <c:pt idx="27977">
                  <c:v>0</c:v>
                </c:pt>
                <c:pt idx="27978">
                  <c:v>0</c:v>
                </c:pt>
                <c:pt idx="27979">
                  <c:v>0</c:v>
                </c:pt>
                <c:pt idx="27980">
                  <c:v>0</c:v>
                </c:pt>
                <c:pt idx="27981">
                  <c:v>0</c:v>
                </c:pt>
                <c:pt idx="27982">
                  <c:v>0</c:v>
                </c:pt>
                <c:pt idx="27983">
                  <c:v>0</c:v>
                </c:pt>
                <c:pt idx="27984">
                  <c:v>0</c:v>
                </c:pt>
                <c:pt idx="27985">
                  <c:v>0</c:v>
                </c:pt>
                <c:pt idx="27986">
                  <c:v>0</c:v>
                </c:pt>
                <c:pt idx="27987">
                  <c:v>0</c:v>
                </c:pt>
                <c:pt idx="27988">
                  <c:v>0</c:v>
                </c:pt>
                <c:pt idx="27989">
                  <c:v>0</c:v>
                </c:pt>
                <c:pt idx="27990">
                  <c:v>0</c:v>
                </c:pt>
                <c:pt idx="27991">
                  <c:v>0</c:v>
                </c:pt>
                <c:pt idx="27992">
                  <c:v>0</c:v>
                </c:pt>
                <c:pt idx="27993">
                  <c:v>0</c:v>
                </c:pt>
                <c:pt idx="27994">
                  <c:v>0</c:v>
                </c:pt>
                <c:pt idx="27995">
                  <c:v>0</c:v>
                </c:pt>
                <c:pt idx="27996">
                  <c:v>0</c:v>
                </c:pt>
                <c:pt idx="27997">
                  <c:v>0</c:v>
                </c:pt>
                <c:pt idx="27998">
                  <c:v>0</c:v>
                </c:pt>
                <c:pt idx="27999">
                  <c:v>0</c:v>
                </c:pt>
                <c:pt idx="28000">
                  <c:v>0</c:v>
                </c:pt>
                <c:pt idx="28001">
                  <c:v>0</c:v>
                </c:pt>
                <c:pt idx="28002">
                  <c:v>0</c:v>
                </c:pt>
                <c:pt idx="28003">
                  <c:v>0</c:v>
                </c:pt>
                <c:pt idx="28004">
                  <c:v>0</c:v>
                </c:pt>
                <c:pt idx="28005">
                  <c:v>0</c:v>
                </c:pt>
                <c:pt idx="28006">
                  <c:v>0</c:v>
                </c:pt>
                <c:pt idx="28007">
                  <c:v>0</c:v>
                </c:pt>
                <c:pt idx="28008">
                  <c:v>0</c:v>
                </c:pt>
                <c:pt idx="28009">
                  <c:v>0</c:v>
                </c:pt>
                <c:pt idx="28010">
                  <c:v>0</c:v>
                </c:pt>
                <c:pt idx="28011">
                  <c:v>0</c:v>
                </c:pt>
                <c:pt idx="28012">
                  <c:v>0</c:v>
                </c:pt>
                <c:pt idx="28013">
                  <c:v>0</c:v>
                </c:pt>
                <c:pt idx="28014">
                  <c:v>0</c:v>
                </c:pt>
                <c:pt idx="28015">
                  <c:v>0</c:v>
                </c:pt>
                <c:pt idx="28016">
                  <c:v>0</c:v>
                </c:pt>
                <c:pt idx="28017">
                  <c:v>0</c:v>
                </c:pt>
                <c:pt idx="28018">
                  <c:v>0</c:v>
                </c:pt>
                <c:pt idx="28019">
                  <c:v>0</c:v>
                </c:pt>
                <c:pt idx="28020">
                  <c:v>0</c:v>
                </c:pt>
                <c:pt idx="28021">
                  <c:v>0</c:v>
                </c:pt>
                <c:pt idx="28022">
                  <c:v>0</c:v>
                </c:pt>
                <c:pt idx="28023">
                  <c:v>0</c:v>
                </c:pt>
                <c:pt idx="28024">
                  <c:v>0</c:v>
                </c:pt>
                <c:pt idx="28025">
                  <c:v>0</c:v>
                </c:pt>
                <c:pt idx="28026">
                  <c:v>0</c:v>
                </c:pt>
                <c:pt idx="28027">
                  <c:v>0</c:v>
                </c:pt>
                <c:pt idx="28028">
                  <c:v>0</c:v>
                </c:pt>
                <c:pt idx="28029">
                  <c:v>0</c:v>
                </c:pt>
                <c:pt idx="28030">
                  <c:v>0</c:v>
                </c:pt>
                <c:pt idx="28031">
                  <c:v>0</c:v>
                </c:pt>
                <c:pt idx="28032">
                  <c:v>0</c:v>
                </c:pt>
                <c:pt idx="28033">
                  <c:v>0</c:v>
                </c:pt>
                <c:pt idx="28034">
                  <c:v>0</c:v>
                </c:pt>
                <c:pt idx="28035">
                  <c:v>0</c:v>
                </c:pt>
                <c:pt idx="28036">
                  <c:v>0</c:v>
                </c:pt>
                <c:pt idx="28037">
                  <c:v>0</c:v>
                </c:pt>
                <c:pt idx="28038">
                  <c:v>0</c:v>
                </c:pt>
                <c:pt idx="28039">
                  <c:v>0</c:v>
                </c:pt>
                <c:pt idx="28040">
                  <c:v>0</c:v>
                </c:pt>
                <c:pt idx="28041">
                  <c:v>0</c:v>
                </c:pt>
                <c:pt idx="28042">
                  <c:v>0</c:v>
                </c:pt>
                <c:pt idx="28043">
                  <c:v>0</c:v>
                </c:pt>
                <c:pt idx="28044">
                  <c:v>0</c:v>
                </c:pt>
                <c:pt idx="28045">
                  <c:v>0</c:v>
                </c:pt>
                <c:pt idx="28046">
                  <c:v>0</c:v>
                </c:pt>
                <c:pt idx="28047">
                  <c:v>0</c:v>
                </c:pt>
                <c:pt idx="28048">
                  <c:v>0</c:v>
                </c:pt>
                <c:pt idx="28049">
                  <c:v>0</c:v>
                </c:pt>
                <c:pt idx="28050">
                  <c:v>0</c:v>
                </c:pt>
                <c:pt idx="28051">
                  <c:v>0</c:v>
                </c:pt>
                <c:pt idx="28052">
                  <c:v>0</c:v>
                </c:pt>
                <c:pt idx="28053">
                  <c:v>0</c:v>
                </c:pt>
                <c:pt idx="28054">
                  <c:v>0</c:v>
                </c:pt>
                <c:pt idx="28055">
                  <c:v>0</c:v>
                </c:pt>
                <c:pt idx="28056">
                  <c:v>0</c:v>
                </c:pt>
                <c:pt idx="28057">
                  <c:v>0</c:v>
                </c:pt>
                <c:pt idx="28058">
                  <c:v>0</c:v>
                </c:pt>
                <c:pt idx="28059">
                  <c:v>0</c:v>
                </c:pt>
                <c:pt idx="28060">
                  <c:v>0</c:v>
                </c:pt>
                <c:pt idx="28061">
                  <c:v>0</c:v>
                </c:pt>
                <c:pt idx="28062">
                  <c:v>0</c:v>
                </c:pt>
                <c:pt idx="28063">
                  <c:v>0</c:v>
                </c:pt>
                <c:pt idx="28064">
                  <c:v>0</c:v>
                </c:pt>
                <c:pt idx="28065">
                  <c:v>0</c:v>
                </c:pt>
                <c:pt idx="28066">
                  <c:v>0</c:v>
                </c:pt>
                <c:pt idx="28067">
                  <c:v>0</c:v>
                </c:pt>
                <c:pt idx="28068">
                  <c:v>0</c:v>
                </c:pt>
                <c:pt idx="28069">
                  <c:v>0</c:v>
                </c:pt>
                <c:pt idx="28070">
                  <c:v>0</c:v>
                </c:pt>
                <c:pt idx="28071">
                  <c:v>0</c:v>
                </c:pt>
                <c:pt idx="28072">
                  <c:v>0</c:v>
                </c:pt>
                <c:pt idx="28073">
                  <c:v>0</c:v>
                </c:pt>
                <c:pt idx="28074">
                  <c:v>0</c:v>
                </c:pt>
                <c:pt idx="28075">
                  <c:v>0</c:v>
                </c:pt>
                <c:pt idx="28076">
                  <c:v>0</c:v>
                </c:pt>
                <c:pt idx="28077">
                  <c:v>0</c:v>
                </c:pt>
                <c:pt idx="28078">
                  <c:v>0</c:v>
                </c:pt>
                <c:pt idx="28079">
                  <c:v>0</c:v>
                </c:pt>
                <c:pt idx="28080">
                  <c:v>0</c:v>
                </c:pt>
                <c:pt idx="28081">
                  <c:v>0</c:v>
                </c:pt>
                <c:pt idx="28082">
                  <c:v>0</c:v>
                </c:pt>
                <c:pt idx="28083">
                  <c:v>0</c:v>
                </c:pt>
                <c:pt idx="28084">
                  <c:v>0</c:v>
                </c:pt>
                <c:pt idx="28085">
                  <c:v>0</c:v>
                </c:pt>
                <c:pt idx="28086">
                  <c:v>0</c:v>
                </c:pt>
                <c:pt idx="28087">
                  <c:v>0</c:v>
                </c:pt>
                <c:pt idx="28088">
                  <c:v>0</c:v>
                </c:pt>
                <c:pt idx="28089">
                  <c:v>0</c:v>
                </c:pt>
                <c:pt idx="28090">
                  <c:v>0</c:v>
                </c:pt>
                <c:pt idx="28091">
                  <c:v>0</c:v>
                </c:pt>
                <c:pt idx="28092">
                  <c:v>0</c:v>
                </c:pt>
                <c:pt idx="28093">
                  <c:v>0</c:v>
                </c:pt>
                <c:pt idx="28094">
                  <c:v>0</c:v>
                </c:pt>
                <c:pt idx="28095">
                  <c:v>0</c:v>
                </c:pt>
                <c:pt idx="28096">
                  <c:v>0</c:v>
                </c:pt>
                <c:pt idx="28097">
                  <c:v>0</c:v>
                </c:pt>
                <c:pt idx="28098">
                  <c:v>0</c:v>
                </c:pt>
                <c:pt idx="28099">
                  <c:v>0</c:v>
                </c:pt>
                <c:pt idx="28100">
                  <c:v>0</c:v>
                </c:pt>
                <c:pt idx="28101">
                  <c:v>0</c:v>
                </c:pt>
                <c:pt idx="28102">
                  <c:v>0</c:v>
                </c:pt>
                <c:pt idx="28103">
                  <c:v>0</c:v>
                </c:pt>
                <c:pt idx="28104">
                  <c:v>0</c:v>
                </c:pt>
                <c:pt idx="28105">
                  <c:v>0</c:v>
                </c:pt>
                <c:pt idx="28106">
                  <c:v>0</c:v>
                </c:pt>
                <c:pt idx="28107">
                  <c:v>0</c:v>
                </c:pt>
                <c:pt idx="28108">
                  <c:v>0</c:v>
                </c:pt>
                <c:pt idx="28109">
                  <c:v>0</c:v>
                </c:pt>
                <c:pt idx="28110">
                  <c:v>0</c:v>
                </c:pt>
                <c:pt idx="28111">
                  <c:v>0</c:v>
                </c:pt>
                <c:pt idx="28112">
                  <c:v>0</c:v>
                </c:pt>
                <c:pt idx="28113">
                  <c:v>0</c:v>
                </c:pt>
                <c:pt idx="28114">
                  <c:v>0</c:v>
                </c:pt>
                <c:pt idx="28115">
                  <c:v>0</c:v>
                </c:pt>
                <c:pt idx="28116">
                  <c:v>0</c:v>
                </c:pt>
                <c:pt idx="28117">
                  <c:v>0</c:v>
                </c:pt>
                <c:pt idx="28118">
                  <c:v>0</c:v>
                </c:pt>
                <c:pt idx="28119">
                  <c:v>0</c:v>
                </c:pt>
                <c:pt idx="28120">
                  <c:v>0</c:v>
                </c:pt>
                <c:pt idx="28121">
                  <c:v>0</c:v>
                </c:pt>
                <c:pt idx="28122">
                  <c:v>0</c:v>
                </c:pt>
                <c:pt idx="28123">
                  <c:v>0</c:v>
                </c:pt>
                <c:pt idx="28124">
                  <c:v>0</c:v>
                </c:pt>
                <c:pt idx="28125">
                  <c:v>0</c:v>
                </c:pt>
                <c:pt idx="28126">
                  <c:v>0</c:v>
                </c:pt>
                <c:pt idx="28127">
                  <c:v>0</c:v>
                </c:pt>
                <c:pt idx="28128">
                  <c:v>0</c:v>
                </c:pt>
                <c:pt idx="28129">
                  <c:v>0</c:v>
                </c:pt>
                <c:pt idx="28130">
                  <c:v>0</c:v>
                </c:pt>
                <c:pt idx="28131">
                  <c:v>0</c:v>
                </c:pt>
                <c:pt idx="28132">
                  <c:v>0</c:v>
                </c:pt>
                <c:pt idx="28133">
                  <c:v>0</c:v>
                </c:pt>
                <c:pt idx="28134">
                  <c:v>0</c:v>
                </c:pt>
                <c:pt idx="28135">
                  <c:v>0</c:v>
                </c:pt>
                <c:pt idx="28136">
                  <c:v>0</c:v>
                </c:pt>
                <c:pt idx="28137">
                  <c:v>0</c:v>
                </c:pt>
                <c:pt idx="28138">
                  <c:v>0</c:v>
                </c:pt>
                <c:pt idx="28139">
                  <c:v>0</c:v>
                </c:pt>
                <c:pt idx="28140">
                  <c:v>0</c:v>
                </c:pt>
                <c:pt idx="28141">
                  <c:v>0</c:v>
                </c:pt>
                <c:pt idx="28142">
                  <c:v>0</c:v>
                </c:pt>
                <c:pt idx="28143">
                  <c:v>0</c:v>
                </c:pt>
                <c:pt idx="28144">
                  <c:v>0</c:v>
                </c:pt>
                <c:pt idx="28145">
                  <c:v>0</c:v>
                </c:pt>
                <c:pt idx="28146">
                  <c:v>0</c:v>
                </c:pt>
                <c:pt idx="28147">
                  <c:v>0</c:v>
                </c:pt>
                <c:pt idx="28148">
                  <c:v>0</c:v>
                </c:pt>
                <c:pt idx="28149">
                  <c:v>0</c:v>
                </c:pt>
                <c:pt idx="28150">
                  <c:v>0</c:v>
                </c:pt>
                <c:pt idx="28151">
                  <c:v>0</c:v>
                </c:pt>
                <c:pt idx="28152">
                  <c:v>0</c:v>
                </c:pt>
                <c:pt idx="28153">
                  <c:v>0</c:v>
                </c:pt>
                <c:pt idx="28154">
                  <c:v>0</c:v>
                </c:pt>
                <c:pt idx="28155">
                  <c:v>0</c:v>
                </c:pt>
                <c:pt idx="28156">
                  <c:v>0</c:v>
                </c:pt>
                <c:pt idx="28157">
                  <c:v>0</c:v>
                </c:pt>
                <c:pt idx="28158">
                  <c:v>0</c:v>
                </c:pt>
                <c:pt idx="28159">
                  <c:v>0</c:v>
                </c:pt>
                <c:pt idx="28160">
                  <c:v>0</c:v>
                </c:pt>
                <c:pt idx="28161">
                  <c:v>0</c:v>
                </c:pt>
                <c:pt idx="28162">
                  <c:v>0</c:v>
                </c:pt>
                <c:pt idx="28163">
                  <c:v>0</c:v>
                </c:pt>
                <c:pt idx="28164">
                  <c:v>0</c:v>
                </c:pt>
                <c:pt idx="28165">
                  <c:v>0</c:v>
                </c:pt>
                <c:pt idx="28166">
                  <c:v>0</c:v>
                </c:pt>
                <c:pt idx="28167">
                  <c:v>0</c:v>
                </c:pt>
                <c:pt idx="28168">
                  <c:v>0</c:v>
                </c:pt>
                <c:pt idx="28169">
                  <c:v>0</c:v>
                </c:pt>
                <c:pt idx="28170">
                  <c:v>0</c:v>
                </c:pt>
                <c:pt idx="28171">
                  <c:v>0</c:v>
                </c:pt>
                <c:pt idx="28172">
                  <c:v>0</c:v>
                </c:pt>
                <c:pt idx="28173">
                  <c:v>0</c:v>
                </c:pt>
                <c:pt idx="28174">
                  <c:v>0</c:v>
                </c:pt>
                <c:pt idx="28175">
                  <c:v>0</c:v>
                </c:pt>
                <c:pt idx="28176">
                  <c:v>0</c:v>
                </c:pt>
                <c:pt idx="28177">
                  <c:v>0</c:v>
                </c:pt>
                <c:pt idx="28178">
                  <c:v>0</c:v>
                </c:pt>
                <c:pt idx="28179">
                  <c:v>0</c:v>
                </c:pt>
                <c:pt idx="28180">
                  <c:v>0</c:v>
                </c:pt>
                <c:pt idx="28181">
                  <c:v>0</c:v>
                </c:pt>
                <c:pt idx="28182">
                  <c:v>0</c:v>
                </c:pt>
                <c:pt idx="28183">
                  <c:v>0</c:v>
                </c:pt>
                <c:pt idx="28184">
                  <c:v>0</c:v>
                </c:pt>
                <c:pt idx="28185">
                  <c:v>0</c:v>
                </c:pt>
                <c:pt idx="28186">
                  <c:v>0</c:v>
                </c:pt>
                <c:pt idx="28187">
                  <c:v>0</c:v>
                </c:pt>
                <c:pt idx="28188">
                  <c:v>0</c:v>
                </c:pt>
                <c:pt idx="28189">
                  <c:v>0</c:v>
                </c:pt>
                <c:pt idx="28190">
                  <c:v>0</c:v>
                </c:pt>
                <c:pt idx="28191">
                  <c:v>0</c:v>
                </c:pt>
                <c:pt idx="28192">
                  <c:v>0</c:v>
                </c:pt>
                <c:pt idx="28193">
                  <c:v>0</c:v>
                </c:pt>
                <c:pt idx="28194">
                  <c:v>0</c:v>
                </c:pt>
                <c:pt idx="28195">
                  <c:v>0</c:v>
                </c:pt>
                <c:pt idx="28196">
                  <c:v>0</c:v>
                </c:pt>
                <c:pt idx="28197">
                  <c:v>0</c:v>
                </c:pt>
                <c:pt idx="28198">
                  <c:v>0</c:v>
                </c:pt>
                <c:pt idx="28199">
                  <c:v>0</c:v>
                </c:pt>
                <c:pt idx="28200">
                  <c:v>0</c:v>
                </c:pt>
                <c:pt idx="28201">
                  <c:v>0</c:v>
                </c:pt>
                <c:pt idx="28202">
                  <c:v>0</c:v>
                </c:pt>
                <c:pt idx="28203">
                  <c:v>0</c:v>
                </c:pt>
                <c:pt idx="28204">
                  <c:v>0</c:v>
                </c:pt>
                <c:pt idx="28205">
                  <c:v>0</c:v>
                </c:pt>
                <c:pt idx="28206">
                  <c:v>0</c:v>
                </c:pt>
                <c:pt idx="28207">
                  <c:v>0</c:v>
                </c:pt>
                <c:pt idx="28208">
                  <c:v>0</c:v>
                </c:pt>
                <c:pt idx="28209">
                  <c:v>0</c:v>
                </c:pt>
                <c:pt idx="28210">
                  <c:v>0</c:v>
                </c:pt>
                <c:pt idx="28211">
                  <c:v>0</c:v>
                </c:pt>
                <c:pt idx="28212">
                  <c:v>0</c:v>
                </c:pt>
                <c:pt idx="28213">
                  <c:v>0</c:v>
                </c:pt>
                <c:pt idx="28214">
                  <c:v>0</c:v>
                </c:pt>
                <c:pt idx="28215">
                  <c:v>0</c:v>
                </c:pt>
                <c:pt idx="28216">
                  <c:v>0</c:v>
                </c:pt>
                <c:pt idx="28217">
                  <c:v>0</c:v>
                </c:pt>
                <c:pt idx="28218">
                  <c:v>0</c:v>
                </c:pt>
                <c:pt idx="28219">
                  <c:v>0</c:v>
                </c:pt>
                <c:pt idx="28220">
                  <c:v>0</c:v>
                </c:pt>
                <c:pt idx="28221">
                  <c:v>0</c:v>
                </c:pt>
                <c:pt idx="28222">
                  <c:v>0</c:v>
                </c:pt>
                <c:pt idx="28223">
                  <c:v>0</c:v>
                </c:pt>
                <c:pt idx="28224">
                  <c:v>0</c:v>
                </c:pt>
                <c:pt idx="28225">
                  <c:v>0</c:v>
                </c:pt>
                <c:pt idx="28226">
                  <c:v>0</c:v>
                </c:pt>
                <c:pt idx="28227">
                  <c:v>0</c:v>
                </c:pt>
                <c:pt idx="28228">
                  <c:v>0</c:v>
                </c:pt>
                <c:pt idx="28229">
                  <c:v>0</c:v>
                </c:pt>
                <c:pt idx="28230">
                  <c:v>0</c:v>
                </c:pt>
                <c:pt idx="28231">
                  <c:v>0</c:v>
                </c:pt>
                <c:pt idx="28232">
                  <c:v>0</c:v>
                </c:pt>
                <c:pt idx="28233">
                  <c:v>0</c:v>
                </c:pt>
                <c:pt idx="28234">
                  <c:v>0</c:v>
                </c:pt>
                <c:pt idx="28235">
                  <c:v>0</c:v>
                </c:pt>
                <c:pt idx="28236">
                  <c:v>0</c:v>
                </c:pt>
                <c:pt idx="28237">
                  <c:v>0</c:v>
                </c:pt>
                <c:pt idx="28238">
                  <c:v>0</c:v>
                </c:pt>
                <c:pt idx="28239">
                  <c:v>0</c:v>
                </c:pt>
                <c:pt idx="28240">
                  <c:v>0</c:v>
                </c:pt>
                <c:pt idx="28241">
                  <c:v>0</c:v>
                </c:pt>
                <c:pt idx="28242">
                  <c:v>0</c:v>
                </c:pt>
                <c:pt idx="28243">
                  <c:v>0</c:v>
                </c:pt>
                <c:pt idx="28244">
                  <c:v>0</c:v>
                </c:pt>
                <c:pt idx="28245">
                  <c:v>0</c:v>
                </c:pt>
                <c:pt idx="28246">
                  <c:v>0</c:v>
                </c:pt>
                <c:pt idx="28247">
                  <c:v>0</c:v>
                </c:pt>
                <c:pt idx="28248">
                  <c:v>0</c:v>
                </c:pt>
                <c:pt idx="28249">
                  <c:v>0</c:v>
                </c:pt>
                <c:pt idx="28250">
                  <c:v>0</c:v>
                </c:pt>
                <c:pt idx="28251">
                  <c:v>0</c:v>
                </c:pt>
                <c:pt idx="28252">
                  <c:v>0</c:v>
                </c:pt>
                <c:pt idx="28253">
                  <c:v>0</c:v>
                </c:pt>
                <c:pt idx="28254">
                  <c:v>0</c:v>
                </c:pt>
                <c:pt idx="28255">
                  <c:v>0</c:v>
                </c:pt>
                <c:pt idx="28256">
                  <c:v>0</c:v>
                </c:pt>
                <c:pt idx="28257">
                  <c:v>0</c:v>
                </c:pt>
                <c:pt idx="28258">
                  <c:v>0</c:v>
                </c:pt>
                <c:pt idx="28259">
                  <c:v>0</c:v>
                </c:pt>
                <c:pt idx="28260">
                  <c:v>0</c:v>
                </c:pt>
                <c:pt idx="28261">
                  <c:v>0</c:v>
                </c:pt>
                <c:pt idx="28262">
                  <c:v>0</c:v>
                </c:pt>
                <c:pt idx="28263">
                  <c:v>0</c:v>
                </c:pt>
                <c:pt idx="28264">
                  <c:v>0</c:v>
                </c:pt>
                <c:pt idx="28265">
                  <c:v>0</c:v>
                </c:pt>
                <c:pt idx="28266">
                  <c:v>0</c:v>
                </c:pt>
                <c:pt idx="28267">
                  <c:v>0</c:v>
                </c:pt>
                <c:pt idx="28268">
                  <c:v>0</c:v>
                </c:pt>
                <c:pt idx="28269">
                  <c:v>0</c:v>
                </c:pt>
                <c:pt idx="28270">
                  <c:v>0</c:v>
                </c:pt>
                <c:pt idx="28271">
                  <c:v>0</c:v>
                </c:pt>
                <c:pt idx="28272">
                  <c:v>0</c:v>
                </c:pt>
                <c:pt idx="28273">
                  <c:v>0</c:v>
                </c:pt>
                <c:pt idx="28274">
                  <c:v>0</c:v>
                </c:pt>
                <c:pt idx="28275">
                  <c:v>0</c:v>
                </c:pt>
                <c:pt idx="28276">
                  <c:v>0</c:v>
                </c:pt>
                <c:pt idx="28277">
                  <c:v>0</c:v>
                </c:pt>
                <c:pt idx="28278">
                  <c:v>0</c:v>
                </c:pt>
                <c:pt idx="28279">
                  <c:v>0</c:v>
                </c:pt>
                <c:pt idx="28280">
                  <c:v>0</c:v>
                </c:pt>
                <c:pt idx="28281">
                  <c:v>0</c:v>
                </c:pt>
                <c:pt idx="28282">
                  <c:v>0</c:v>
                </c:pt>
                <c:pt idx="28283">
                  <c:v>0</c:v>
                </c:pt>
                <c:pt idx="28284">
                  <c:v>0</c:v>
                </c:pt>
                <c:pt idx="28285">
                  <c:v>0</c:v>
                </c:pt>
                <c:pt idx="28286">
                  <c:v>0</c:v>
                </c:pt>
                <c:pt idx="28287">
                  <c:v>0</c:v>
                </c:pt>
                <c:pt idx="28288">
                  <c:v>0</c:v>
                </c:pt>
                <c:pt idx="28289">
                  <c:v>0</c:v>
                </c:pt>
                <c:pt idx="28290">
                  <c:v>0</c:v>
                </c:pt>
                <c:pt idx="28291">
                  <c:v>0</c:v>
                </c:pt>
                <c:pt idx="28292">
                  <c:v>0</c:v>
                </c:pt>
                <c:pt idx="28293">
                  <c:v>0</c:v>
                </c:pt>
                <c:pt idx="28294">
                  <c:v>0</c:v>
                </c:pt>
                <c:pt idx="28295">
                  <c:v>0</c:v>
                </c:pt>
                <c:pt idx="28296">
                  <c:v>0</c:v>
                </c:pt>
                <c:pt idx="28297">
                  <c:v>0</c:v>
                </c:pt>
                <c:pt idx="28298">
                  <c:v>0</c:v>
                </c:pt>
                <c:pt idx="28299">
                  <c:v>0</c:v>
                </c:pt>
                <c:pt idx="28300">
                  <c:v>0</c:v>
                </c:pt>
                <c:pt idx="28301">
                  <c:v>0</c:v>
                </c:pt>
                <c:pt idx="28302">
                  <c:v>0</c:v>
                </c:pt>
                <c:pt idx="28303">
                  <c:v>0</c:v>
                </c:pt>
                <c:pt idx="28304">
                  <c:v>0</c:v>
                </c:pt>
                <c:pt idx="28305">
                  <c:v>0</c:v>
                </c:pt>
                <c:pt idx="28306">
                  <c:v>0</c:v>
                </c:pt>
                <c:pt idx="28307">
                  <c:v>0</c:v>
                </c:pt>
                <c:pt idx="28308">
                  <c:v>0</c:v>
                </c:pt>
                <c:pt idx="28309">
                  <c:v>0</c:v>
                </c:pt>
                <c:pt idx="28310">
                  <c:v>0</c:v>
                </c:pt>
                <c:pt idx="28311">
                  <c:v>0</c:v>
                </c:pt>
                <c:pt idx="28312">
                  <c:v>0</c:v>
                </c:pt>
                <c:pt idx="28313">
                  <c:v>0</c:v>
                </c:pt>
                <c:pt idx="28314">
                  <c:v>0</c:v>
                </c:pt>
                <c:pt idx="28315">
                  <c:v>0</c:v>
                </c:pt>
                <c:pt idx="28316">
                  <c:v>0</c:v>
                </c:pt>
                <c:pt idx="28317">
                  <c:v>0</c:v>
                </c:pt>
                <c:pt idx="28318">
                  <c:v>0</c:v>
                </c:pt>
                <c:pt idx="28319">
                  <c:v>0</c:v>
                </c:pt>
                <c:pt idx="28320">
                  <c:v>0</c:v>
                </c:pt>
                <c:pt idx="28321">
                  <c:v>0</c:v>
                </c:pt>
                <c:pt idx="28322">
                  <c:v>0</c:v>
                </c:pt>
                <c:pt idx="28323">
                  <c:v>0</c:v>
                </c:pt>
                <c:pt idx="28324">
                  <c:v>0</c:v>
                </c:pt>
                <c:pt idx="28325">
                  <c:v>0</c:v>
                </c:pt>
                <c:pt idx="28326">
                  <c:v>0</c:v>
                </c:pt>
                <c:pt idx="28327">
                  <c:v>0</c:v>
                </c:pt>
                <c:pt idx="28328">
                  <c:v>0</c:v>
                </c:pt>
                <c:pt idx="28329">
                  <c:v>0</c:v>
                </c:pt>
                <c:pt idx="28330">
                  <c:v>0</c:v>
                </c:pt>
                <c:pt idx="28331">
                  <c:v>0</c:v>
                </c:pt>
                <c:pt idx="28332">
                  <c:v>0</c:v>
                </c:pt>
                <c:pt idx="28333">
                  <c:v>0</c:v>
                </c:pt>
                <c:pt idx="28334">
                  <c:v>0</c:v>
                </c:pt>
                <c:pt idx="28335">
                  <c:v>0</c:v>
                </c:pt>
                <c:pt idx="28336">
                  <c:v>0</c:v>
                </c:pt>
                <c:pt idx="28337">
                  <c:v>0</c:v>
                </c:pt>
                <c:pt idx="28338">
                  <c:v>0</c:v>
                </c:pt>
                <c:pt idx="28339">
                  <c:v>0</c:v>
                </c:pt>
                <c:pt idx="28340">
                  <c:v>0</c:v>
                </c:pt>
                <c:pt idx="28341">
                  <c:v>0</c:v>
                </c:pt>
                <c:pt idx="28342">
                  <c:v>0</c:v>
                </c:pt>
                <c:pt idx="28343">
                  <c:v>0</c:v>
                </c:pt>
                <c:pt idx="28344">
                  <c:v>0</c:v>
                </c:pt>
                <c:pt idx="28345">
                  <c:v>0</c:v>
                </c:pt>
                <c:pt idx="28346">
                  <c:v>0</c:v>
                </c:pt>
                <c:pt idx="28347">
                  <c:v>0</c:v>
                </c:pt>
                <c:pt idx="28348">
                  <c:v>0</c:v>
                </c:pt>
                <c:pt idx="28349">
                  <c:v>0</c:v>
                </c:pt>
                <c:pt idx="28350">
                  <c:v>0</c:v>
                </c:pt>
                <c:pt idx="28351">
                  <c:v>0</c:v>
                </c:pt>
                <c:pt idx="28352">
                  <c:v>0</c:v>
                </c:pt>
                <c:pt idx="28353">
                  <c:v>0</c:v>
                </c:pt>
                <c:pt idx="28354">
                  <c:v>0</c:v>
                </c:pt>
                <c:pt idx="28355">
                  <c:v>0</c:v>
                </c:pt>
                <c:pt idx="28356">
                  <c:v>0</c:v>
                </c:pt>
                <c:pt idx="28357">
                  <c:v>0</c:v>
                </c:pt>
                <c:pt idx="28358">
                  <c:v>0</c:v>
                </c:pt>
                <c:pt idx="28359">
                  <c:v>0</c:v>
                </c:pt>
                <c:pt idx="28360">
                  <c:v>0</c:v>
                </c:pt>
                <c:pt idx="28361">
                  <c:v>0</c:v>
                </c:pt>
                <c:pt idx="28362">
                  <c:v>0</c:v>
                </c:pt>
                <c:pt idx="28363">
                  <c:v>0</c:v>
                </c:pt>
                <c:pt idx="28364">
                  <c:v>0</c:v>
                </c:pt>
                <c:pt idx="28365">
                  <c:v>0</c:v>
                </c:pt>
                <c:pt idx="28366">
                  <c:v>0</c:v>
                </c:pt>
                <c:pt idx="28367">
                  <c:v>0</c:v>
                </c:pt>
                <c:pt idx="28368">
                  <c:v>0</c:v>
                </c:pt>
                <c:pt idx="28369">
                  <c:v>0</c:v>
                </c:pt>
                <c:pt idx="28370">
                  <c:v>0</c:v>
                </c:pt>
                <c:pt idx="28371">
                  <c:v>0</c:v>
                </c:pt>
                <c:pt idx="28372">
                  <c:v>0</c:v>
                </c:pt>
                <c:pt idx="28373">
                  <c:v>0</c:v>
                </c:pt>
                <c:pt idx="28374">
                  <c:v>0</c:v>
                </c:pt>
                <c:pt idx="28375">
                  <c:v>0</c:v>
                </c:pt>
                <c:pt idx="28376">
                  <c:v>0</c:v>
                </c:pt>
                <c:pt idx="28377">
                  <c:v>0</c:v>
                </c:pt>
                <c:pt idx="28378">
                  <c:v>0</c:v>
                </c:pt>
                <c:pt idx="28379">
                  <c:v>0</c:v>
                </c:pt>
                <c:pt idx="28380">
                  <c:v>0</c:v>
                </c:pt>
                <c:pt idx="28381">
                  <c:v>0</c:v>
                </c:pt>
                <c:pt idx="28382">
                  <c:v>0</c:v>
                </c:pt>
                <c:pt idx="28383">
                  <c:v>0</c:v>
                </c:pt>
                <c:pt idx="28384">
                  <c:v>0</c:v>
                </c:pt>
                <c:pt idx="28385">
                  <c:v>0</c:v>
                </c:pt>
                <c:pt idx="28386">
                  <c:v>0</c:v>
                </c:pt>
                <c:pt idx="28387">
                  <c:v>0</c:v>
                </c:pt>
                <c:pt idx="28388">
                  <c:v>0</c:v>
                </c:pt>
                <c:pt idx="28389">
                  <c:v>0</c:v>
                </c:pt>
                <c:pt idx="28390">
                  <c:v>0</c:v>
                </c:pt>
                <c:pt idx="28391">
                  <c:v>0</c:v>
                </c:pt>
                <c:pt idx="28392">
                  <c:v>0</c:v>
                </c:pt>
                <c:pt idx="28393">
                  <c:v>0</c:v>
                </c:pt>
                <c:pt idx="28394">
                  <c:v>0</c:v>
                </c:pt>
                <c:pt idx="28395">
                  <c:v>0</c:v>
                </c:pt>
                <c:pt idx="28396">
                  <c:v>0</c:v>
                </c:pt>
                <c:pt idx="28397">
                  <c:v>0</c:v>
                </c:pt>
                <c:pt idx="28398">
                  <c:v>0</c:v>
                </c:pt>
                <c:pt idx="28399">
                  <c:v>0</c:v>
                </c:pt>
                <c:pt idx="28400">
                  <c:v>0</c:v>
                </c:pt>
                <c:pt idx="28401">
                  <c:v>0</c:v>
                </c:pt>
                <c:pt idx="28402">
                  <c:v>0</c:v>
                </c:pt>
                <c:pt idx="28403">
                  <c:v>0</c:v>
                </c:pt>
                <c:pt idx="28404">
                  <c:v>0</c:v>
                </c:pt>
                <c:pt idx="28405">
                  <c:v>0</c:v>
                </c:pt>
                <c:pt idx="28406">
                  <c:v>0</c:v>
                </c:pt>
                <c:pt idx="28407">
                  <c:v>0</c:v>
                </c:pt>
                <c:pt idx="28408">
                  <c:v>0</c:v>
                </c:pt>
                <c:pt idx="28409">
                  <c:v>0</c:v>
                </c:pt>
                <c:pt idx="28410">
                  <c:v>0</c:v>
                </c:pt>
                <c:pt idx="28411">
                  <c:v>0</c:v>
                </c:pt>
                <c:pt idx="28412">
                  <c:v>0</c:v>
                </c:pt>
                <c:pt idx="28413">
                  <c:v>0</c:v>
                </c:pt>
                <c:pt idx="28414">
                  <c:v>0</c:v>
                </c:pt>
                <c:pt idx="28415">
                  <c:v>0</c:v>
                </c:pt>
                <c:pt idx="28416">
                  <c:v>0</c:v>
                </c:pt>
                <c:pt idx="28417">
                  <c:v>0</c:v>
                </c:pt>
                <c:pt idx="28418">
                  <c:v>0</c:v>
                </c:pt>
                <c:pt idx="28419">
                  <c:v>0</c:v>
                </c:pt>
                <c:pt idx="28420">
                  <c:v>0</c:v>
                </c:pt>
                <c:pt idx="28421">
                  <c:v>0</c:v>
                </c:pt>
                <c:pt idx="28422">
                  <c:v>0</c:v>
                </c:pt>
                <c:pt idx="28423">
                  <c:v>0</c:v>
                </c:pt>
                <c:pt idx="28424">
                  <c:v>0</c:v>
                </c:pt>
                <c:pt idx="28425">
                  <c:v>0</c:v>
                </c:pt>
                <c:pt idx="28426">
                  <c:v>0</c:v>
                </c:pt>
                <c:pt idx="28427">
                  <c:v>0</c:v>
                </c:pt>
                <c:pt idx="28428">
                  <c:v>0</c:v>
                </c:pt>
                <c:pt idx="28429">
                  <c:v>0</c:v>
                </c:pt>
                <c:pt idx="28430">
                  <c:v>0</c:v>
                </c:pt>
                <c:pt idx="28431">
                  <c:v>0</c:v>
                </c:pt>
                <c:pt idx="28432">
                  <c:v>0</c:v>
                </c:pt>
                <c:pt idx="28433">
                  <c:v>0</c:v>
                </c:pt>
                <c:pt idx="28434">
                  <c:v>0</c:v>
                </c:pt>
                <c:pt idx="28435">
                  <c:v>0</c:v>
                </c:pt>
                <c:pt idx="28436">
                  <c:v>0</c:v>
                </c:pt>
                <c:pt idx="28437">
                  <c:v>0</c:v>
                </c:pt>
                <c:pt idx="28438">
                  <c:v>0</c:v>
                </c:pt>
                <c:pt idx="28439">
                  <c:v>0</c:v>
                </c:pt>
                <c:pt idx="28440">
                  <c:v>0</c:v>
                </c:pt>
                <c:pt idx="28441">
                  <c:v>0</c:v>
                </c:pt>
                <c:pt idx="28442">
                  <c:v>0</c:v>
                </c:pt>
                <c:pt idx="28443">
                  <c:v>0</c:v>
                </c:pt>
                <c:pt idx="28444">
                  <c:v>0</c:v>
                </c:pt>
                <c:pt idx="28445">
                  <c:v>0</c:v>
                </c:pt>
                <c:pt idx="28446">
                  <c:v>0</c:v>
                </c:pt>
                <c:pt idx="28447">
                  <c:v>0</c:v>
                </c:pt>
                <c:pt idx="28448">
                  <c:v>0</c:v>
                </c:pt>
                <c:pt idx="28449">
                  <c:v>0</c:v>
                </c:pt>
                <c:pt idx="28450">
                  <c:v>0</c:v>
                </c:pt>
                <c:pt idx="28451">
                  <c:v>0</c:v>
                </c:pt>
                <c:pt idx="28452">
                  <c:v>0</c:v>
                </c:pt>
                <c:pt idx="28453">
                  <c:v>0</c:v>
                </c:pt>
                <c:pt idx="28454">
                  <c:v>0</c:v>
                </c:pt>
                <c:pt idx="28455">
                  <c:v>0</c:v>
                </c:pt>
                <c:pt idx="28456">
                  <c:v>0</c:v>
                </c:pt>
                <c:pt idx="28457">
                  <c:v>0</c:v>
                </c:pt>
                <c:pt idx="28458">
                  <c:v>0</c:v>
                </c:pt>
                <c:pt idx="28459">
                  <c:v>0</c:v>
                </c:pt>
                <c:pt idx="28460">
                  <c:v>0</c:v>
                </c:pt>
                <c:pt idx="28461">
                  <c:v>0</c:v>
                </c:pt>
                <c:pt idx="28462">
                  <c:v>0</c:v>
                </c:pt>
                <c:pt idx="28463">
                  <c:v>0</c:v>
                </c:pt>
                <c:pt idx="28464">
                  <c:v>0</c:v>
                </c:pt>
                <c:pt idx="28465">
                  <c:v>0</c:v>
                </c:pt>
                <c:pt idx="28466">
                  <c:v>0</c:v>
                </c:pt>
                <c:pt idx="28467">
                  <c:v>0</c:v>
                </c:pt>
                <c:pt idx="28468">
                  <c:v>0</c:v>
                </c:pt>
                <c:pt idx="28469">
                  <c:v>0</c:v>
                </c:pt>
                <c:pt idx="28470">
                  <c:v>0</c:v>
                </c:pt>
                <c:pt idx="28471">
                  <c:v>0</c:v>
                </c:pt>
                <c:pt idx="28472">
                  <c:v>0</c:v>
                </c:pt>
                <c:pt idx="28473">
                  <c:v>0</c:v>
                </c:pt>
                <c:pt idx="28474">
                  <c:v>0</c:v>
                </c:pt>
                <c:pt idx="28475">
                  <c:v>0</c:v>
                </c:pt>
                <c:pt idx="28476">
                  <c:v>0</c:v>
                </c:pt>
                <c:pt idx="28477">
                  <c:v>0</c:v>
                </c:pt>
                <c:pt idx="28478">
                  <c:v>0</c:v>
                </c:pt>
                <c:pt idx="28479">
                  <c:v>0</c:v>
                </c:pt>
                <c:pt idx="28480">
                  <c:v>0</c:v>
                </c:pt>
                <c:pt idx="28481">
                  <c:v>0</c:v>
                </c:pt>
                <c:pt idx="28482">
                  <c:v>0</c:v>
                </c:pt>
                <c:pt idx="28483">
                  <c:v>0</c:v>
                </c:pt>
                <c:pt idx="28484">
                  <c:v>0</c:v>
                </c:pt>
                <c:pt idx="28485">
                  <c:v>0</c:v>
                </c:pt>
                <c:pt idx="28486">
                  <c:v>0</c:v>
                </c:pt>
                <c:pt idx="28487">
                  <c:v>0</c:v>
                </c:pt>
                <c:pt idx="28488">
                  <c:v>0</c:v>
                </c:pt>
                <c:pt idx="28489">
                  <c:v>0</c:v>
                </c:pt>
                <c:pt idx="28490">
                  <c:v>0</c:v>
                </c:pt>
                <c:pt idx="28491">
                  <c:v>0</c:v>
                </c:pt>
                <c:pt idx="28492">
                  <c:v>0</c:v>
                </c:pt>
                <c:pt idx="28493">
                  <c:v>0</c:v>
                </c:pt>
                <c:pt idx="28494">
                  <c:v>0</c:v>
                </c:pt>
                <c:pt idx="28495">
                  <c:v>0</c:v>
                </c:pt>
                <c:pt idx="28496">
                  <c:v>0</c:v>
                </c:pt>
                <c:pt idx="28497">
                  <c:v>0</c:v>
                </c:pt>
                <c:pt idx="28498">
                  <c:v>0</c:v>
                </c:pt>
                <c:pt idx="28499">
                  <c:v>0</c:v>
                </c:pt>
                <c:pt idx="28500">
                  <c:v>0</c:v>
                </c:pt>
                <c:pt idx="28501">
                  <c:v>0</c:v>
                </c:pt>
                <c:pt idx="28502">
                  <c:v>0</c:v>
                </c:pt>
                <c:pt idx="28503">
                  <c:v>0</c:v>
                </c:pt>
                <c:pt idx="28504">
                  <c:v>0</c:v>
                </c:pt>
                <c:pt idx="28505">
                  <c:v>0</c:v>
                </c:pt>
                <c:pt idx="28506">
                  <c:v>0</c:v>
                </c:pt>
                <c:pt idx="28507">
                  <c:v>0</c:v>
                </c:pt>
                <c:pt idx="28508">
                  <c:v>0</c:v>
                </c:pt>
                <c:pt idx="28509">
                  <c:v>0</c:v>
                </c:pt>
                <c:pt idx="28510">
                  <c:v>0</c:v>
                </c:pt>
                <c:pt idx="28511">
                  <c:v>0</c:v>
                </c:pt>
                <c:pt idx="28512">
                  <c:v>0</c:v>
                </c:pt>
                <c:pt idx="28513">
                  <c:v>0</c:v>
                </c:pt>
                <c:pt idx="28514">
                  <c:v>0</c:v>
                </c:pt>
                <c:pt idx="28515">
                  <c:v>0</c:v>
                </c:pt>
                <c:pt idx="28516">
                  <c:v>0</c:v>
                </c:pt>
                <c:pt idx="28517">
                  <c:v>0</c:v>
                </c:pt>
                <c:pt idx="28518">
                  <c:v>0</c:v>
                </c:pt>
                <c:pt idx="28519">
                  <c:v>0</c:v>
                </c:pt>
                <c:pt idx="28520">
                  <c:v>0</c:v>
                </c:pt>
                <c:pt idx="28521">
                  <c:v>0</c:v>
                </c:pt>
                <c:pt idx="28522">
                  <c:v>0</c:v>
                </c:pt>
                <c:pt idx="28523">
                  <c:v>0</c:v>
                </c:pt>
                <c:pt idx="28524">
                  <c:v>0</c:v>
                </c:pt>
                <c:pt idx="28525">
                  <c:v>0</c:v>
                </c:pt>
                <c:pt idx="28526">
                  <c:v>0</c:v>
                </c:pt>
                <c:pt idx="28527">
                  <c:v>0</c:v>
                </c:pt>
                <c:pt idx="28528">
                  <c:v>0</c:v>
                </c:pt>
                <c:pt idx="28529">
                  <c:v>0</c:v>
                </c:pt>
                <c:pt idx="28530">
                  <c:v>0</c:v>
                </c:pt>
                <c:pt idx="28531">
                  <c:v>0</c:v>
                </c:pt>
                <c:pt idx="28532">
                  <c:v>0</c:v>
                </c:pt>
                <c:pt idx="28533">
                  <c:v>0</c:v>
                </c:pt>
                <c:pt idx="28534">
                  <c:v>0</c:v>
                </c:pt>
                <c:pt idx="28535">
                  <c:v>0</c:v>
                </c:pt>
                <c:pt idx="28536">
                  <c:v>0</c:v>
                </c:pt>
                <c:pt idx="28537">
                  <c:v>0</c:v>
                </c:pt>
                <c:pt idx="28538">
                  <c:v>0</c:v>
                </c:pt>
                <c:pt idx="28539">
                  <c:v>0</c:v>
                </c:pt>
                <c:pt idx="28540">
                  <c:v>0</c:v>
                </c:pt>
                <c:pt idx="28541">
                  <c:v>0</c:v>
                </c:pt>
                <c:pt idx="28542">
                  <c:v>0</c:v>
                </c:pt>
                <c:pt idx="28543">
                  <c:v>0</c:v>
                </c:pt>
                <c:pt idx="28544">
                  <c:v>0</c:v>
                </c:pt>
                <c:pt idx="28545">
                  <c:v>0</c:v>
                </c:pt>
                <c:pt idx="28546">
                  <c:v>0</c:v>
                </c:pt>
                <c:pt idx="28547">
                  <c:v>0</c:v>
                </c:pt>
                <c:pt idx="28548">
                  <c:v>0</c:v>
                </c:pt>
                <c:pt idx="28549">
                  <c:v>0</c:v>
                </c:pt>
                <c:pt idx="28550">
                  <c:v>0</c:v>
                </c:pt>
                <c:pt idx="28551">
                  <c:v>0</c:v>
                </c:pt>
                <c:pt idx="28552">
                  <c:v>0</c:v>
                </c:pt>
                <c:pt idx="28553">
                  <c:v>0</c:v>
                </c:pt>
                <c:pt idx="28554">
                  <c:v>0</c:v>
                </c:pt>
                <c:pt idx="28555">
                  <c:v>0</c:v>
                </c:pt>
                <c:pt idx="28556">
                  <c:v>0</c:v>
                </c:pt>
                <c:pt idx="28557">
                  <c:v>0</c:v>
                </c:pt>
                <c:pt idx="28558">
                  <c:v>0</c:v>
                </c:pt>
                <c:pt idx="28559">
                  <c:v>0</c:v>
                </c:pt>
                <c:pt idx="28560">
                  <c:v>0</c:v>
                </c:pt>
                <c:pt idx="28561">
                  <c:v>0</c:v>
                </c:pt>
                <c:pt idx="28562">
                  <c:v>0</c:v>
                </c:pt>
                <c:pt idx="28563">
                  <c:v>0</c:v>
                </c:pt>
                <c:pt idx="28564">
                  <c:v>0</c:v>
                </c:pt>
                <c:pt idx="28565">
                  <c:v>0</c:v>
                </c:pt>
                <c:pt idx="28566">
                  <c:v>0</c:v>
                </c:pt>
                <c:pt idx="28567">
                  <c:v>0</c:v>
                </c:pt>
                <c:pt idx="28568">
                  <c:v>0</c:v>
                </c:pt>
                <c:pt idx="28569">
                  <c:v>0</c:v>
                </c:pt>
                <c:pt idx="28570">
                  <c:v>0</c:v>
                </c:pt>
                <c:pt idx="28571">
                  <c:v>0</c:v>
                </c:pt>
                <c:pt idx="28572">
                  <c:v>0</c:v>
                </c:pt>
                <c:pt idx="28573">
                  <c:v>0</c:v>
                </c:pt>
                <c:pt idx="28574">
                  <c:v>0</c:v>
                </c:pt>
                <c:pt idx="28575">
                  <c:v>0</c:v>
                </c:pt>
                <c:pt idx="28576">
                  <c:v>0</c:v>
                </c:pt>
                <c:pt idx="28577">
                  <c:v>0</c:v>
                </c:pt>
                <c:pt idx="28578">
                  <c:v>0</c:v>
                </c:pt>
                <c:pt idx="28579">
                  <c:v>0</c:v>
                </c:pt>
                <c:pt idx="28580">
                  <c:v>0</c:v>
                </c:pt>
                <c:pt idx="28581">
                  <c:v>0</c:v>
                </c:pt>
                <c:pt idx="28582">
                  <c:v>0</c:v>
                </c:pt>
                <c:pt idx="28583">
                  <c:v>0</c:v>
                </c:pt>
                <c:pt idx="28584">
                  <c:v>0</c:v>
                </c:pt>
                <c:pt idx="28585">
                  <c:v>0</c:v>
                </c:pt>
                <c:pt idx="28586">
                  <c:v>0</c:v>
                </c:pt>
                <c:pt idx="28587">
                  <c:v>0</c:v>
                </c:pt>
                <c:pt idx="28588">
                  <c:v>0</c:v>
                </c:pt>
                <c:pt idx="28589">
                  <c:v>0</c:v>
                </c:pt>
                <c:pt idx="28590">
                  <c:v>0</c:v>
                </c:pt>
                <c:pt idx="28591">
                  <c:v>0</c:v>
                </c:pt>
                <c:pt idx="28592">
                  <c:v>0</c:v>
                </c:pt>
                <c:pt idx="28593">
                  <c:v>0</c:v>
                </c:pt>
                <c:pt idx="28594">
                  <c:v>0</c:v>
                </c:pt>
                <c:pt idx="28595">
                  <c:v>0</c:v>
                </c:pt>
                <c:pt idx="28596">
                  <c:v>0</c:v>
                </c:pt>
                <c:pt idx="28597">
                  <c:v>0</c:v>
                </c:pt>
                <c:pt idx="28598">
                  <c:v>0</c:v>
                </c:pt>
                <c:pt idx="28599">
                  <c:v>0</c:v>
                </c:pt>
                <c:pt idx="28600">
                  <c:v>0</c:v>
                </c:pt>
                <c:pt idx="28601">
                  <c:v>0</c:v>
                </c:pt>
                <c:pt idx="28602">
                  <c:v>0</c:v>
                </c:pt>
                <c:pt idx="28603">
                  <c:v>0</c:v>
                </c:pt>
                <c:pt idx="28604">
                  <c:v>0</c:v>
                </c:pt>
                <c:pt idx="28605">
                  <c:v>0</c:v>
                </c:pt>
                <c:pt idx="28606">
                  <c:v>0</c:v>
                </c:pt>
                <c:pt idx="28607">
                  <c:v>0</c:v>
                </c:pt>
                <c:pt idx="28608">
                  <c:v>0</c:v>
                </c:pt>
                <c:pt idx="28609">
                  <c:v>0</c:v>
                </c:pt>
                <c:pt idx="28610">
                  <c:v>0</c:v>
                </c:pt>
                <c:pt idx="28611">
                  <c:v>0</c:v>
                </c:pt>
                <c:pt idx="28612">
                  <c:v>0</c:v>
                </c:pt>
                <c:pt idx="28613">
                  <c:v>0</c:v>
                </c:pt>
                <c:pt idx="28614">
                  <c:v>0</c:v>
                </c:pt>
                <c:pt idx="28615">
                  <c:v>0</c:v>
                </c:pt>
                <c:pt idx="28616">
                  <c:v>0</c:v>
                </c:pt>
                <c:pt idx="28617">
                  <c:v>0</c:v>
                </c:pt>
                <c:pt idx="28618">
                  <c:v>0</c:v>
                </c:pt>
                <c:pt idx="28619">
                  <c:v>0</c:v>
                </c:pt>
                <c:pt idx="28620">
                  <c:v>0</c:v>
                </c:pt>
                <c:pt idx="28621">
                  <c:v>0</c:v>
                </c:pt>
                <c:pt idx="28622">
                  <c:v>0</c:v>
                </c:pt>
                <c:pt idx="28623">
                  <c:v>0</c:v>
                </c:pt>
                <c:pt idx="28624">
                  <c:v>0</c:v>
                </c:pt>
                <c:pt idx="28625">
                  <c:v>0</c:v>
                </c:pt>
                <c:pt idx="28626">
                  <c:v>0</c:v>
                </c:pt>
                <c:pt idx="28627">
                  <c:v>0</c:v>
                </c:pt>
                <c:pt idx="28628">
                  <c:v>0</c:v>
                </c:pt>
                <c:pt idx="28629">
                  <c:v>0</c:v>
                </c:pt>
                <c:pt idx="28630">
                  <c:v>0</c:v>
                </c:pt>
                <c:pt idx="28631">
                  <c:v>0</c:v>
                </c:pt>
                <c:pt idx="28632">
                  <c:v>0</c:v>
                </c:pt>
                <c:pt idx="28633">
                  <c:v>0</c:v>
                </c:pt>
                <c:pt idx="28634">
                  <c:v>0</c:v>
                </c:pt>
                <c:pt idx="28635">
                  <c:v>0</c:v>
                </c:pt>
                <c:pt idx="28636">
                  <c:v>0</c:v>
                </c:pt>
                <c:pt idx="28637">
                  <c:v>0</c:v>
                </c:pt>
                <c:pt idx="28638">
                  <c:v>0</c:v>
                </c:pt>
                <c:pt idx="28639">
                  <c:v>0</c:v>
                </c:pt>
                <c:pt idx="28640">
                  <c:v>0</c:v>
                </c:pt>
                <c:pt idx="28641">
                  <c:v>0</c:v>
                </c:pt>
                <c:pt idx="28642">
                  <c:v>0</c:v>
                </c:pt>
                <c:pt idx="28643">
                  <c:v>0</c:v>
                </c:pt>
                <c:pt idx="28644">
                  <c:v>0</c:v>
                </c:pt>
                <c:pt idx="28645">
                  <c:v>0</c:v>
                </c:pt>
                <c:pt idx="28646">
                  <c:v>0</c:v>
                </c:pt>
                <c:pt idx="28647">
                  <c:v>0</c:v>
                </c:pt>
                <c:pt idx="28648">
                  <c:v>0</c:v>
                </c:pt>
                <c:pt idx="28649">
                  <c:v>0</c:v>
                </c:pt>
                <c:pt idx="28650">
                  <c:v>0</c:v>
                </c:pt>
                <c:pt idx="28651">
                  <c:v>0</c:v>
                </c:pt>
                <c:pt idx="28652">
                  <c:v>0</c:v>
                </c:pt>
                <c:pt idx="28653">
                  <c:v>0</c:v>
                </c:pt>
                <c:pt idx="28654">
                  <c:v>0</c:v>
                </c:pt>
                <c:pt idx="28655">
                  <c:v>0</c:v>
                </c:pt>
                <c:pt idx="28656">
                  <c:v>0</c:v>
                </c:pt>
                <c:pt idx="28657">
                  <c:v>0</c:v>
                </c:pt>
                <c:pt idx="28658">
                  <c:v>0</c:v>
                </c:pt>
                <c:pt idx="28659">
                  <c:v>0</c:v>
                </c:pt>
                <c:pt idx="28660">
                  <c:v>0</c:v>
                </c:pt>
                <c:pt idx="28661">
                  <c:v>0</c:v>
                </c:pt>
                <c:pt idx="28662">
                  <c:v>0</c:v>
                </c:pt>
                <c:pt idx="28663">
                  <c:v>0</c:v>
                </c:pt>
                <c:pt idx="28664">
                  <c:v>0</c:v>
                </c:pt>
                <c:pt idx="28665">
                  <c:v>0</c:v>
                </c:pt>
                <c:pt idx="28666">
                  <c:v>0</c:v>
                </c:pt>
                <c:pt idx="28667">
                  <c:v>0</c:v>
                </c:pt>
                <c:pt idx="28668">
                  <c:v>0</c:v>
                </c:pt>
                <c:pt idx="28669">
                  <c:v>0</c:v>
                </c:pt>
                <c:pt idx="28670">
                  <c:v>0</c:v>
                </c:pt>
                <c:pt idx="28671">
                  <c:v>0</c:v>
                </c:pt>
                <c:pt idx="28672">
                  <c:v>0</c:v>
                </c:pt>
                <c:pt idx="28673">
                  <c:v>0</c:v>
                </c:pt>
                <c:pt idx="28674">
                  <c:v>0</c:v>
                </c:pt>
                <c:pt idx="28675">
                  <c:v>0</c:v>
                </c:pt>
                <c:pt idx="28676">
                  <c:v>0</c:v>
                </c:pt>
                <c:pt idx="28677">
                  <c:v>0</c:v>
                </c:pt>
                <c:pt idx="28678">
                  <c:v>0</c:v>
                </c:pt>
                <c:pt idx="28679">
                  <c:v>0</c:v>
                </c:pt>
                <c:pt idx="28680">
                  <c:v>0</c:v>
                </c:pt>
                <c:pt idx="28681">
                  <c:v>0</c:v>
                </c:pt>
                <c:pt idx="28682">
                  <c:v>0</c:v>
                </c:pt>
                <c:pt idx="28683">
                  <c:v>0</c:v>
                </c:pt>
                <c:pt idx="28684">
                  <c:v>0</c:v>
                </c:pt>
                <c:pt idx="28685">
                  <c:v>0</c:v>
                </c:pt>
                <c:pt idx="28686">
                  <c:v>0</c:v>
                </c:pt>
                <c:pt idx="28687">
                  <c:v>0</c:v>
                </c:pt>
                <c:pt idx="28688">
                  <c:v>0</c:v>
                </c:pt>
                <c:pt idx="28689">
                  <c:v>0</c:v>
                </c:pt>
                <c:pt idx="28690">
                  <c:v>0</c:v>
                </c:pt>
                <c:pt idx="28691">
                  <c:v>0</c:v>
                </c:pt>
                <c:pt idx="28692">
                  <c:v>0</c:v>
                </c:pt>
                <c:pt idx="28693">
                  <c:v>0</c:v>
                </c:pt>
                <c:pt idx="28694">
                  <c:v>0</c:v>
                </c:pt>
                <c:pt idx="28695">
                  <c:v>0</c:v>
                </c:pt>
                <c:pt idx="28696">
                  <c:v>0</c:v>
                </c:pt>
                <c:pt idx="28697">
                  <c:v>0</c:v>
                </c:pt>
                <c:pt idx="28698">
                  <c:v>0</c:v>
                </c:pt>
                <c:pt idx="28699">
                  <c:v>0</c:v>
                </c:pt>
                <c:pt idx="28700">
                  <c:v>0</c:v>
                </c:pt>
                <c:pt idx="28701">
                  <c:v>0</c:v>
                </c:pt>
                <c:pt idx="28702">
                  <c:v>0</c:v>
                </c:pt>
                <c:pt idx="28703">
                  <c:v>0</c:v>
                </c:pt>
                <c:pt idx="28704">
                  <c:v>0</c:v>
                </c:pt>
                <c:pt idx="28705">
                  <c:v>0</c:v>
                </c:pt>
                <c:pt idx="28706">
                  <c:v>0</c:v>
                </c:pt>
                <c:pt idx="28707">
                  <c:v>0</c:v>
                </c:pt>
                <c:pt idx="28708">
                  <c:v>0</c:v>
                </c:pt>
                <c:pt idx="28709">
                  <c:v>0</c:v>
                </c:pt>
                <c:pt idx="28710">
                  <c:v>0</c:v>
                </c:pt>
                <c:pt idx="28711">
                  <c:v>0</c:v>
                </c:pt>
                <c:pt idx="28712">
                  <c:v>0</c:v>
                </c:pt>
                <c:pt idx="28713">
                  <c:v>0</c:v>
                </c:pt>
                <c:pt idx="28714">
                  <c:v>0</c:v>
                </c:pt>
                <c:pt idx="28715">
                  <c:v>0</c:v>
                </c:pt>
                <c:pt idx="28716">
                  <c:v>0</c:v>
                </c:pt>
                <c:pt idx="28717">
                  <c:v>0</c:v>
                </c:pt>
                <c:pt idx="28718">
                  <c:v>0</c:v>
                </c:pt>
                <c:pt idx="28719">
                  <c:v>0</c:v>
                </c:pt>
                <c:pt idx="28720">
                  <c:v>0</c:v>
                </c:pt>
                <c:pt idx="28721">
                  <c:v>0</c:v>
                </c:pt>
                <c:pt idx="28722">
                  <c:v>0</c:v>
                </c:pt>
                <c:pt idx="28723">
                  <c:v>0</c:v>
                </c:pt>
                <c:pt idx="28724">
                  <c:v>0</c:v>
                </c:pt>
                <c:pt idx="28725">
                  <c:v>0</c:v>
                </c:pt>
                <c:pt idx="28726">
                  <c:v>0</c:v>
                </c:pt>
                <c:pt idx="28727">
                  <c:v>0</c:v>
                </c:pt>
                <c:pt idx="28728">
                  <c:v>0</c:v>
                </c:pt>
                <c:pt idx="28729">
                  <c:v>0</c:v>
                </c:pt>
                <c:pt idx="28730">
                  <c:v>0</c:v>
                </c:pt>
                <c:pt idx="28731">
                  <c:v>0</c:v>
                </c:pt>
                <c:pt idx="28732">
                  <c:v>0</c:v>
                </c:pt>
                <c:pt idx="28733">
                  <c:v>0</c:v>
                </c:pt>
                <c:pt idx="28734">
                  <c:v>0</c:v>
                </c:pt>
                <c:pt idx="28735">
                  <c:v>0</c:v>
                </c:pt>
                <c:pt idx="28736">
                  <c:v>0</c:v>
                </c:pt>
                <c:pt idx="28737">
                  <c:v>0</c:v>
                </c:pt>
                <c:pt idx="28738">
                  <c:v>0</c:v>
                </c:pt>
                <c:pt idx="28739">
                  <c:v>0</c:v>
                </c:pt>
                <c:pt idx="28740">
                  <c:v>0</c:v>
                </c:pt>
                <c:pt idx="28741">
                  <c:v>0</c:v>
                </c:pt>
                <c:pt idx="28742">
                  <c:v>0</c:v>
                </c:pt>
                <c:pt idx="28743">
                  <c:v>0</c:v>
                </c:pt>
                <c:pt idx="28744">
                  <c:v>0</c:v>
                </c:pt>
                <c:pt idx="28745">
                  <c:v>0</c:v>
                </c:pt>
                <c:pt idx="28746">
                  <c:v>0</c:v>
                </c:pt>
                <c:pt idx="28747">
                  <c:v>0</c:v>
                </c:pt>
                <c:pt idx="28748">
                  <c:v>0</c:v>
                </c:pt>
                <c:pt idx="28749">
                  <c:v>0</c:v>
                </c:pt>
                <c:pt idx="28750">
                  <c:v>0</c:v>
                </c:pt>
                <c:pt idx="28751">
                  <c:v>0</c:v>
                </c:pt>
                <c:pt idx="28752">
                  <c:v>0</c:v>
                </c:pt>
                <c:pt idx="28753">
                  <c:v>0</c:v>
                </c:pt>
                <c:pt idx="28754">
                  <c:v>0</c:v>
                </c:pt>
                <c:pt idx="28755">
                  <c:v>0</c:v>
                </c:pt>
                <c:pt idx="28756">
                  <c:v>0</c:v>
                </c:pt>
                <c:pt idx="28757">
                  <c:v>0</c:v>
                </c:pt>
                <c:pt idx="28758">
                  <c:v>0</c:v>
                </c:pt>
                <c:pt idx="28759">
                  <c:v>0</c:v>
                </c:pt>
                <c:pt idx="28760">
                  <c:v>0</c:v>
                </c:pt>
                <c:pt idx="28761">
                  <c:v>0</c:v>
                </c:pt>
                <c:pt idx="28762">
                  <c:v>0</c:v>
                </c:pt>
                <c:pt idx="28763">
                  <c:v>0</c:v>
                </c:pt>
                <c:pt idx="28764">
                  <c:v>0</c:v>
                </c:pt>
                <c:pt idx="28765">
                  <c:v>0</c:v>
                </c:pt>
                <c:pt idx="28766">
                  <c:v>0</c:v>
                </c:pt>
                <c:pt idx="28767">
                  <c:v>0</c:v>
                </c:pt>
                <c:pt idx="28768">
                  <c:v>0</c:v>
                </c:pt>
                <c:pt idx="28769">
                  <c:v>0</c:v>
                </c:pt>
                <c:pt idx="28770">
                  <c:v>0</c:v>
                </c:pt>
                <c:pt idx="28771">
                  <c:v>0</c:v>
                </c:pt>
                <c:pt idx="28772">
                  <c:v>0</c:v>
                </c:pt>
                <c:pt idx="28773">
                  <c:v>0</c:v>
                </c:pt>
                <c:pt idx="28774">
                  <c:v>0</c:v>
                </c:pt>
                <c:pt idx="28775">
                  <c:v>0</c:v>
                </c:pt>
                <c:pt idx="28776">
                  <c:v>0</c:v>
                </c:pt>
                <c:pt idx="28777">
                  <c:v>0</c:v>
                </c:pt>
                <c:pt idx="28778">
                  <c:v>0</c:v>
                </c:pt>
                <c:pt idx="28779">
                  <c:v>0</c:v>
                </c:pt>
                <c:pt idx="28780">
                  <c:v>0</c:v>
                </c:pt>
                <c:pt idx="28781">
                  <c:v>0</c:v>
                </c:pt>
                <c:pt idx="28782">
                  <c:v>0</c:v>
                </c:pt>
                <c:pt idx="28783">
                  <c:v>0</c:v>
                </c:pt>
                <c:pt idx="28784">
                  <c:v>0</c:v>
                </c:pt>
                <c:pt idx="28785">
                  <c:v>0</c:v>
                </c:pt>
                <c:pt idx="28786">
                  <c:v>0</c:v>
                </c:pt>
                <c:pt idx="28787">
                  <c:v>0</c:v>
                </c:pt>
                <c:pt idx="28788">
                  <c:v>0</c:v>
                </c:pt>
                <c:pt idx="28789">
                  <c:v>0</c:v>
                </c:pt>
                <c:pt idx="28790">
                  <c:v>0</c:v>
                </c:pt>
                <c:pt idx="28791">
                  <c:v>0</c:v>
                </c:pt>
                <c:pt idx="28792">
                  <c:v>0</c:v>
                </c:pt>
                <c:pt idx="28793">
                  <c:v>0</c:v>
                </c:pt>
                <c:pt idx="28794">
                  <c:v>0</c:v>
                </c:pt>
                <c:pt idx="28795">
                  <c:v>0</c:v>
                </c:pt>
                <c:pt idx="28796">
                  <c:v>0</c:v>
                </c:pt>
                <c:pt idx="28797">
                  <c:v>0</c:v>
                </c:pt>
                <c:pt idx="28798">
                  <c:v>0</c:v>
                </c:pt>
                <c:pt idx="28799">
                  <c:v>0</c:v>
                </c:pt>
                <c:pt idx="28800">
                  <c:v>0</c:v>
                </c:pt>
                <c:pt idx="28801">
                  <c:v>0</c:v>
                </c:pt>
                <c:pt idx="28802">
                  <c:v>0</c:v>
                </c:pt>
                <c:pt idx="28803">
                  <c:v>0</c:v>
                </c:pt>
                <c:pt idx="28804">
                  <c:v>0</c:v>
                </c:pt>
                <c:pt idx="28805">
                  <c:v>0</c:v>
                </c:pt>
                <c:pt idx="28806">
                  <c:v>0</c:v>
                </c:pt>
                <c:pt idx="28807">
                  <c:v>0</c:v>
                </c:pt>
                <c:pt idx="28808">
                  <c:v>0</c:v>
                </c:pt>
                <c:pt idx="28809">
                  <c:v>0</c:v>
                </c:pt>
                <c:pt idx="28810">
                  <c:v>0</c:v>
                </c:pt>
                <c:pt idx="28811">
                  <c:v>0</c:v>
                </c:pt>
                <c:pt idx="28812">
                  <c:v>0</c:v>
                </c:pt>
                <c:pt idx="28813">
                  <c:v>0</c:v>
                </c:pt>
                <c:pt idx="28814">
                  <c:v>0</c:v>
                </c:pt>
                <c:pt idx="28815">
                  <c:v>0</c:v>
                </c:pt>
                <c:pt idx="28816">
                  <c:v>0</c:v>
                </c:pt>
                <c:pt idx="28817">
                  <c:v>0</c:v>
                </c:pt>
                <c:pt idx="28818">
                  <c:v>0</c:v>
                </c:pt>
                <c:pt idx="28819">
                  <c:v>0</c:v>
                </c:pt>
                <c:pt idx="28820">
                  <c:v>0</c:v>
                </c:pt>
                <c:pt idx="28821">
                  <c:v>0</c:v>
                </c:pt>
                <c:pt idx="28822">
                  <c:v>0</c:v>
                </c:pt>
                <c:pt idx="28823">
                  <c:v>0</c:v>
                </c:pt>
                <c:pt idx="28824">
                  <c:v>0</c:v>
                </c:pt>
                <c:pt idx="28825">
                  <c:v>0</c:v>
                </c:pt>
                <c:pt idx="28826">
                  <c:v>0</c:v>
                </c:pt>
                <c:pt idx="28827">
                  <c:v>0</c:v>
                </c:pt>
                <c:pt idx="28828">
                  <c:v>0</c:v>
                </c:pt>
                <c:pt idx="28829">
                  <c:v>0</c:v>
                </c:pt>
                <c:pt idx="28830">
                  <c:v>0</c:v>
                </c:pt>
                <c:pt idx="28831">
                  <c:v>0</c:v>
                </c:pt>
                <c:pt idx="28832">
                  <c:v>0</c:v>
                </c:pt>
                <c:pt idx="28833">
                  <c:v>0</c:v>
                </c:pt>
                <c:pt idx="28834">
                  <c:v>0</c:v>
                </c:pt>
                <c:pt idx="28835">
                  <c:v>0</c:v>
                </c:pt>
                <c:pt idx="28836">
                  <c:v>0</c:v>
                </c:pt>
                <c:pt idx="28837">
                  <c:v>0</c:v>
                </c:pt>
                <c:pt idx="28838">
                  <c:v>0</c:v>
                </c:pt>
                <c:pt idx="28839">
                  <c:v>0</c:v>
                </c:pt>
                <c:pt idx="28840">
                  <c:v>0</c:v>
                </c:pt>
                <c:pt idx="28841">
                  <c:v>0</c:v>
                </c:pt>
                <c:pt idx="28842">
                  <c:v>0</c:v>
                </c:pt>
                <c:pt idx="28843">
                  <c:v>0</c:v>
                </c:pt>
                <c:pt idx="28844">
                  <c:v>0</c:v>
                </c:pt>
                <c:pt idx="28845">
                  <c:v>0</c:v>
                </c:pt>
                <c:pt idx="28846">
                  <c:v>0</c:v>
                </c:pt>
                <c:pt idx="28847">
                  <c:v>0</c:v>
                </c:pt>
                <c:pt idx="28848">
                  <c:v>0</c:v>
                </c:pt>
                <c:pt idx="28849">
                  <c:v>0</c:v>
                </c:pt>
                <c:pt idx="28850">
                  <c:v>0</c:v>
                </c:pt>
                <c:pt idx="28851">
                  <c:v>0</c:v>
                </c:pt>
                <c:pt idx="28852">
                  <c:v>0</c:v>
                </c:pt>
                <c:pt idx="28853">
                  <c:v>0</c:v>
                </c:pt>
                <c:pt idx="28854">
                  <c:v>0</c:v>
                </c:pt>
                <c:pt idx="28855">
                  <c:v>0</c:v>
                </c:pt>
                <c:pt idx="28856">
                  <c:v>0</c:v>
                </c:pt>
                <c:pt idx="28857">
                  <c:v>0</c:v>
                </c:pt>
                <c:pt idx="28858">
                  <c:v>0</c:v>
                </c:pt>
                <c:pt idx="28859">
                  <c:v>0</c:v>
                </c:pt>
                <c:pt idx="28860">
                  <c:v>0</c:v>
                </c:pt>
                <c:pt idx="28861">
                  <c:v>0</c:v>
                </c:pt>
                <c:pt idx="28862">
                  <c:v>0</c:v>
                </c:pt>
                <c:pt idx="28863">
                  <c:v>0</c:v>
                </c:pt>
                <c:pt idx="28864">
                  <c:v>0</c:v>
                </c:pt>
                <c:pt idx="28865">
                  <c:v>0</c:v>
                </c:pt>
                <c:pt idx="28866">
                  <c:v>0</c:v>
                </c:pt>
                <c:pt idx="28867">
                  <c:v>0</c:v>
                </c:pt>
                <c:pt idx="28868">
                  <c:v>0</c:v>
                </c:pt>
                <c:pt idx="28869">
                  <c:v>0</c:v>
                </c:pt>
                <c:pt idx="28870">
                  <c:v>0</c:v>
                </c:pt>
                <c:pt idx="28871">
                  <c:v>0</c:v>
                </c:pt>
                <c:pt idx="28872">
                  <c:v>0</c:v>
                </c:pt>
                <c:pt idx="28873">
                  <c:v>0</c:v>
                </c:pt>
                <c:pt idx="28874">
                  <c:v>0</c:v>
                </c:pt>
                <c:pt idx="28875">
                  <c:v>0</c:v>
                </c:pt>
                <c:pt idx="28876">
                  <c:v>0</c:v>
                </c:pt>
                <c:pt idx="28877">
                  <c:v>0</c:v>
                </c:pt>
                <c:pt idx="28878">
                  <c:v>0</c:v>
                </c:pt>
                <c:pt idx="28879">
                  <c:v>0</c:v>
                </c:pt>
                <c:pt idx="28880">
                  <c:v>0</c:v>
                </c:pt>
                <c:pt idx="28881">
                  <c:v>0</c:v>
                </c:pt>
                <c:pt idx="28882">
                  <c:v>0</c:v>
                </c:pt>
                <c:pt idx="28883">
                  <c:v>0</c:v>
                </c:pt>
                <c:pt idx="28884">
                  <c:v>0</c:v>
                </c:pt>
                <c:pt idx="28885">
                  <c:v>0</c:v>
                </c:pt>
                <c:pt idx="28886">
                  <c:v>0</c:v>
                </c:pt>
                <c:pt idx="28887">
                  <c:v>0</c:v>
                </c:pt>
                <c:pt idx="28888">
                  <c:v>0</c:v>
                </c:pt>
                <c:pt idx="28889">
                  <c:v>0</c:v>
                </c:pt>
                <c:pt idx="28890">
                  <c:v>0</c:v>
                </c:pt>
                <c:pt idx="28891">
                  <c:v>0</c:v>
                </c:pt>
                <c:pt idx="28892">
                  <c:v>0</c:v>
                </c:pt>
                <c:pt idx="28893">
                  <c:v>0</c:v>
                </c:pt>
                <c:pt idx="28894">
                  <c:v>0</c:v>
                </c:pt>
                <c:pt idx="28895">
                  <c:v>0</c:v>
                </c:pt>
                <c:pt idx="28896">
                  <c:v>0</c:v>
                </c:pt>
                <c:pt idx="28897">
                  <c:v>0</c:v>
                </c:pt>
                <c:pt idx="28898">
                  <c:v>0</c:v>
                </c:pt>
                <c:pt idx="28899">
                  <c:v>0</c:v>
                </c:pt>
                <c:pt idx="28900">
                  <c:v>0</c:v>
                </c:pt>
                <c:pt idx="28901">
                  <c:v>0</c:v>
                </c:pt>
                <c:pt idx="28902">
                  <c:v>0</c:v>
                </c:pt>
                <c:pt idx="28903">
                  <c:v>0</c:v>
                </c:pt>
                <c:pt idx="28904">
                  <c:v>0</c:v>
                </c:pt>
                <c:pt idx="28905">
                  <c:v>0</c:v>
                </c:pt>
                <c:pt idx="28906">
                  <c:v>0</c:v>
                </c:pt>
                <c:pt idx="28907">
                  <c:v>0</c:v>
                </c:pt>
                <c:pt idx="28908">
                  <c:v>0</c:v>
                </c:pt>
                <c:pt idx="28909">
                  <c:v>0</c:v>
                </c:pt>
                <c:pt idx="28910">
                  <c:v>0</c:v>
                </c:pt>
                <c:pt idx="28911">
                  <c:v>0</c:v>
                </c:pt>
                <c:pt idx="28912">
                  <c:v>0</c:v>
                </c:pt>
                <c:pt idx="28913">
                  <c:v>0</c:v>
                </c:pt>
                <c:pt idx="28914">
                  <c:v>0</c:v>
                </c:pt>
                <c:pt idx="28915">
                  <c:v>0</c:v>
                </c:pt>
                <c:pt idx="28916">
                  <c:v>0</c:v>
                </c:pt>
                <c:pt idx="28917">
                  <c:v>0</c:v>
                </c:pt>
                <c:pt idx="28918">
                  <c:v>0</c:v>
                </c:pt>
                <c:pt idx="28919">
                  <c:v>0</c:v>
                </c:pt>
                <c:pt idx="28920">
                  <c:v>0</c:v>
                </c:pt>
                <c:pt idx="28921">
                  <c:v>0</c:v>
                </c:pt>
                <c:pt idx="28922">
                  <c:v>0</c:v>
                </c:pt>
                <c:pt idx="28923">
                  <c:v>0</c:v>
                </c:pt>
                <c:pt idx="28924">
                  <c:v>0</c:v>
                </c:pt>
                <c:pt idx="28925">
                  <c:v>0</c:v>
                </c:pt>
                <c:pt idx="28926">
                  <c:v>0</c:v>
                </c:pt>
                <c:pt idx="28927">
                  <c:v>0</c:v>
                </c:pt>
                <c:pt idx="28928">
                  <c:v>0</c:v>
                </c:pt>
                <c:pt idx="28929">
                  <c:v>0</c:v>
                </c:pt>
                <c:pt idx="28930">
                  <c:v>0</c:v>
                </c:pt>
                <c:pt idx="28931">
                  <c:v>0</c:v>
                </c:pt>
                <c:pt idx="28932">
                  <c:v>0</c:v>
                </c:pt>
                <c:pt idx="28933">
                  <c:v>0</c:v>
                </c:pt>
                <c:pt idx="28934">
                  <c:v>0</c:v>
                </c:pt>
                <c:pt idx="28935">
                  <c:v>0</c:v>
                </c:pt>
                <c:pt idx="28936">
                  <c:v>0</c:v>
                </c:pt>
                <c:pt idx="28937">
                  <c:v>0</c:v>
                </c:pt>
                <c:pt idx="28938">
                  <c:v>0</c:v>
                </c:pt>
                <c:pt idx="28939">
                  <c:v>0</c:v>
                </c:pt>
                <c:pt idx="28940">
                  <c:v>0</c:v>
                </c:pt>
                <c:pt idx="28941">
                  <c:v>0</c:v>
                </c:pt>
                <c:pt idx="28942">
                  <c:v>0</c:v>
                </c:pt>
                <c:pt idx="28943">
                  <c:v>0</c:v>
                </c:pt>
                <c:pt idx="28944">
                  <c:v>0</c:v>
                </c:pt>
                <c:pt idx="28945">
                  <c:v>0</c:v>
                </c:pt>
                <c:pt idx="28946">
                  <c:v>0</c:v>
                </c:pt>
                <c:pt idx="28947">
                  <c:v>0</c:v>
                </c:pt>
                <c:pt idx="28948">
                  <c:v>0</c:v>
                </c:pt>
                <c:pt idx="28949">
                  <c:v>0</c:v>
                </c:pt>
                <c:pt idx="28950">
                  <c:v>0</c:v>
                </c:pt>
                <c:pt idx="28951">
                  <c:v>0</c:v>
                </c:pt>
                <c:pt idx="28952">
                  <c:v>0</c:v>
                </c:pt>
                <c:pt idx="28953">
                  <c:v>0</c:v>
                </c:pt>
                <c:pt idx="28954">
                  <c:v>0</c:v>
                </c:pt>
                <c:pt idx="28955">
                  <c:v>0</c:v>
                </c:pt>
                <c:pt idx="28956">
                  <c:v>0</c:v>
                </c:pt>
                <c:pt idx="28957">
                  <c:v>0</c:v>
                </c:pt>
                <c:pt idx="28958">
                  <c:v>0</c:v>
                </c:pt>
                <c:pt idx="28959">
                  <c:v>0</c:v>
                </c:pt>
                <c:pt idx="28960">
                  <c:v>0</c:v>
                </c:pt>
                <c:pt idx="28961">
                  <c:v>0</c:v>
                </c:pt>
                <c:pt idx="28962">
                  <c:v>0</c:v>
                </c:pt>
                <c:pt idx="28963">
                  <c:v>0</c:v>
                </c:pt>
                <c:pt idx="28964">
                  <c:v>0</c:v>
                </c:pt>
                <c:pt idx="28965">
                  <c:v>0</c:v>
                </c:pt>
                <c:pt idx="28966">
                  <c:v>0</c:v>
                </c:pt>
                <c:pt idx="28967">
                  <c:v>0</c:v>
                </c:pt>
                <c:pt idx="28968">
                  <c:v>0</c:v>
                </c:pt>
                <c:pt idx="28969">
                  <c:v>0</c:v>
                </c:pt>
                <c:pt idx="28970">
                  <c:v>0</c:v>
                </c:pt>
                <c:pt idx="28971">
                  <c:v>0</c:v>
                </c:pt>
                <c:pt idx="28972">
                  <c:v>0</c:v>
                </c:pt>
                <c:pt idx="28973">
                  <c:v>0</c:v>
                </c:pt>
                <c:pt idx="28974">
                  <c:v>0</c:v>
                </c:pt>
                <c:pt idx="28975">
                  <c:v>0</c:v>
                </c:pt>
                <c:pt idx="28976">
                  <c:v>0</c:v>
                </c:pt>
                <c:pt idx="28977">
                  <c:v>0</c:v>
                </c:pt>
                <c:pt idx="28978">
                  <c:v>0</c:v>
                </c:pt>
                <c:pt idx="28979">
                  <c:v>0</c:v>
                </c:pt>
                <c:pt idx="28980">
                  <c:v>0</c:v>
                </c:pt>
                <c:pt idx="28981">
                  <c:v>0</c:v>
                </c:pt>
                <c:pt idx="28982">
                  <c:v>0</c:v>
                </c:pt>
                <c:pt idx="28983">
                  <c:v>0</c:v>
                </c:pt>
                <c:pt idx="28984">
                  <c:v>0</c:v>
                </c:pt>
                <c:pt idx="28985">
                  <c:v>0</c:v>
                </c:pt>
                <c:pt idx="28986">
                  <c:v>0</c:v>
                </c:pt>
                <c:pt idx="28987">
                  <c:v>0</c:v>
                </c:pt>
                <c:pt idx="28988">
                  <c:v>0</c:v>
                </c:pt>
                <c:pt idx="28989">
                  <c:v>0</c:v>
                </c:pt>
                <c:pt idx="28990">
                  <c:v>0</c:v>
                </c:pt>
                <c:pt idx="28991">
                  <c:v>0</c:v>
                </c:pt>
                <c:pt idx="28992">
                  <c:v>0</c:v>
                </c:pt>
                <c:pt idx="28993">
                  <c:v>0</c:v>
                </c:pt>
                <c:pt idx="28994">
                  <c:v>0</c:v>
                </c:pt>
                <c:pt idx="28995">
                  <c:v>0</c:v>
                </c:pt>
                <c:pt idx="28996">
                  <c:v>0</c:v>
                </c:pt>
                <c:pt idx="28997">
                  <c:v>0</c:v>
                </c:pt>
                <c:pt idx="28998">
                  <c:v>0</c:v>
                </c:pt>
                <c:pt idx="28999">
                  <c:v>0</c:v>
                </c:pt>
                <c:pt idx="29000">
                  <c:v>0</c:v>
                </c:pt>
                <c:pt idx="29001">
                  <c:v>0</c:v>
                </c:pt>
                <c:pt idx="29002">
                  <c:v>0</c:v>
                </c:pt>
                <c:pt idx="29003">
                  <c:v>0</c:v>
                </c:pt>
                <c:pt idx="29004">
                  <c:v>0</c:v>
                </c:pt>
                <c:pt idx="29005">
                  <c:v>0</c:v>
                </c:pt>
                <c:pt idx="29006">
                  <c:v>0</c:v>
                </c:pt>
                <c:pt idx="29007">
                  <c:v>0</c:v>
                </c:pt>
                <c:pt idx="29008">
                  <c:v>0</c:v>
                </c:pt>
                <c:pt idx="29009">
                  <c:v>0</c:v>
                </c:pt>
                <c:pt idx="29010">
                  <c:v>0</c:v>
                </c:pt>
                <c:pt idx="29011">
                  <c:v>0</c:v>
                </c:pt>
                <c:pt idx="29012">
                  <c:v>0</c:v>
                </c:pt>
                <c:pt idx="29013">
                  <c:v>0</c:v>
                </c:pt>
                <c:pt idx="29014">
                  <c:v>0</c:v>
                </c:pt>
                <c:pt idx="29015">
                  <c:v>0</c:v>
                </c:pt>
                <c:pt idx="29016">
                  <c:v>0</c:v>
                </c:pt>
                <c:pt idx="29017">
                  <c:v>0</c:v>
                </c:pt>
                <c:pt idx="29018">
                  <c:v>0</c:v>
                </c:pt>
                <c:pt idx="29019">
                  <c:v>0</c:v>
                </c:pt>
                <c:pt idx="29020">
                  <c:v>0</c:v>
                </c:pt>
                <c:pt idx="29021">
                  <c:v>0</c:v>
                </c:pt>
                <c:pt idx="29022">
                  <c:v>0</c:v>
                </c:pt>
                <c:pt idx="29023">
                  <c:v>0</c:v>
                </c:pt>
                <c:pt idx="29024">
                  <c:v>0</c:v>
                </c:pt>
                <c:pt idx="29025">
                  <c:v>0</c:v>
                </c:pt>
                <c:pt idx="29026">
                  <c:v>0</c:v>
                </c:pt>
                <c:pt idx="29027">
                  <c:v>0</c:v>
                </c:pt>
                <c:pt idx="29028">
                  <c:v>0</c:v>
                </c:pt>
                <c:pt idx="29029">
                  <c:v>0</c:v>
                </c:pt>
                <c:pt idx="29030">
                  <c:v>0</c:v>
                </c:pt>
                <c:pt idx="29031">
                  <c:v>0</c:v>
                </c:pt>
                <c:pt idx="29032">
                  <c:v>0</c:v>
                </c:pt>
                <c:pt idx="29033">
                  <c:v>0</c:v>
                </c:pt>
                <c:pt idx="29034">
                  <c:v>0</c:v>
                </c:pt>
                <c:pt idx="29035">
                  <c:v>0</c:v>
                </c:pt>
                <c:pt idx="29036">
                  <c:v>0</c:v>
                </c:pt>
                <c:pt idx="29037">
                  <c:v>0</c:v>
                </c:pt>
                <c:pt idx="29038">
                  <c:v>0</c:v>
                </c:pt>
                <c:pt idx="29039">
                  <c:v>0</c:v>
                </c:pt>
                <c:pt idx="29040">
                  <c:v>0</c:v>
                </c:pt>
                <c:pt idx="29041">
                  <c:v>0</c:v>
                </c:pt>
                <c:pt idx="29042">
                  <c:v>0</c:v>
                </c:pt>
                <c:pt idx="29043">
                  <c:v>0</c:v>
                </c:pt>
                <c:pt idx="29044">
                  <c:v>0</c:v>
                </c:pt>
                <c:pt idx="29045">
                  <c:v>0</c:v>
                </c:pt>
                <c:pt idx="29046">
                  <c:v>0</c:v>
                </c:pt>
                <c:pt idx="29047">
                  <c:v>0</c:v>
                </c:pt>
                <c:pt idx="29048">
                  <c:v>0</c:v>
                </c:pt>
                <c:pt idx="29049">
                  <c:v>0</c:v>
                </c:pt>
                <c:pt idx="29050">
                  <c:v>0</c:v>
                </c:pt>
                <c:pt idx="29051">
                  <c:v>0</c:v>
                </c:pt>
                <c:pt idx="29052">
                  <c:v>0</c:v>
                </c:pt>
                <c:pt idx="29053">
                  <c:v>0</c:v>
                </c:pt>
                <c:pt idx="29054">
                  <c:v>0</c:v>
                </c:pt>
                <c:pt idx="29055">
                  <c:v>0</c:v>
                </c:pt>
                <c:pt idx="29056">
                  <c:v>0</c:v>
                </c:pt>
                <c:pt idx="29057">
                  <c:v>0</c:v>
                </c:pt>
                <c:pt idx="29058">
                  <c:v>0</c:v>
                </c:pt>
                <c:pt idx="29059">
                  <c:v>0</c:v>
                </c:pt>
                <c:pt idx="29060">
                  <c:v>0</c:v>
                </c:pt>
                <c:pt idx="29061">
                  <c:v>0</c:v>
                </c:pt>
                <c:pt idx="29062">
                  <c:v>0</c:v>
                </c:pt>
                <c:pt idx="29063">
                  <c:v>0</c:v>
                </c:pt>
                <c:pt idx="29064">
                  <c:v>0</c:v>
                </c:pt>
                <c:pt idx="29065">
                  <c:v>0</c:v>
                </c:pt>
                <c:pt idx="29066">
                  <c:v>0</c:v>
                </c:pt>
                <c:pt idx="29067">
                  <c:v>0</c:v>
                </c:pt>
                <c:pt idx="29068">
                  <c:v>0</c:v>
                </c:pt>
                <c:pt idx="29069">
                  <c:v>0</c:v>
                </c:pt>
                <c:pt idx="29070">
                  <c:v>0</c:v>
                </c:pt>
                <c:pt idx="29071">
                  <c:v>0</c:v>
                </c:pt>
                <c:pt idx="29072">
                  <c:v>0</c:v>
                </c:pt>
                <c:pt idx="29073">
                  <c:v>0</c:v>
                </c:pt>
                <c:pt idx="29074">
                  <c:v>0</c:v>
                </c:pt>
                <c:pt idx="29075">
                  <c:v>0</c:v>
                </c:pt>
                <c:pt idx="29076">
                  <c:v>0</c:v>
                </c:pt>
                <c:pt idx="29077">
                  <c:v>0</c:v>
                </c:pt>
                <c:pt idx="29078">
                  <c:v>0</c:v>
                </c:pt>
                <c:pt idx="29079">
                  <c:v>0</c:v>
                </c:pt>
                <c:pt idx="29080">
                  <c:v>0</c:v>
                </c:pt>
                <c:pt idx="29081">
                  <c:v>0</c:v>
                </c:pt>
                <c:pt idx="29082">
                  <c:v>0</c:v>
                </c:pt>
                <c:pt idx="29083">
                  <c:v>0</c:v>
                </c:pt>
                <c:pt idx="29084">
                  <c:v>0</c:v>
                </c:pt>
                <c:pt idx="29085">
                  <c:v>0</c:v>
                </c:pt>
                <c:pt idx="29086">
                  <c:v>0</c:v>
                </c:pt>
                <c:pt idx="29087">
                  <c:v>0</c:v>
                </c:pt>
                <c:pt idx="29088">
                  <c:v>0</c:v>
                </c:pt>
                <c:pt idx="29089">
                  <c:v>0</c:v>
                </c:pt>
                <c:pt idx="29090">
                  <c:v>0</c:v>
                </c:pt>
                <c:pt idx="29091">
                  <c:v>0</c:v>
                </c:pt>
                <c:pt idx="29092">
                  <c:v>0</c:v>
                </c:pt>
                <c:pt idx="29093">
                  <c:v>0</c:v>
                </c:pt>
                <c:pt idx="29094">
                  <c:v>0</c:v>
                </c:pt>
                <c:pt idx="29095">
                  <c:v>0</c:v>
                </c:pt>
                <c:pt idx="29096">
                  <c:v>0</c:v>
                </c:pt>
                <c:pt idx="29097">
                  <c:v>0</c:v>
                </c:pt>
                <c:pt idx="29098">
                  <c:v>0</c:v>
                </c:pt>
                <c:pt idx="29099">
                  <c:v>0</c:v>
                </c:pt>
                <c:pt idx="29100">
                  <c:v>0</c:v>
                </c:pt>
                <c:pt idx="29101">
                  <c:v>0</c:v>
                </c:pt>
                <c:pt idx="29102">
                  <c:v>0</c:v>
                </c:pt>
                <c:pt idx="29103">
                  <c:v>0</c:v>
                </c:pt>
                <c:pt idx="29104">
                  <c:v>0</c:v>
                </c:pt>
                <c:pt idx="29105">
                  <c:v>0</c:v>
                </c:pt>
                <c:pt idx="29106">
                  <c:v>0</c:v>
                </c:pt>
                <c:pt idx="29107">
                  <c:v>0</c:v>
                </c:pt>
                <c:pt idx="29108">
                  <c:v>0</c:v>
                </c:pt>
                <c:pt idx="29109">
                  <c:v>0</c:v>
                </c:pt>
                <c:pt idx="29110">
                  <c:v>0</c:v>
                </c:pt>
                <c:pt idx="29111">
                  <c:v>0</c:v>
                </c:pt>
                <c:pt idx="29112">
                  <c:v>0</c:v>
                </c:pt>
                <c:pt idx="29113">
                  <c:v>0</c:v>
                </c:pt>
                <c:pt idx="29114">
                  <c:v>0</c:v>
                </c:pt>
                <c:pt idx="29115">
                  <c:v>0</c:v>
                </c:pt>
                <c:pt idx="29116">
                  <c:v>0</c:v>
                </c:pt>
                <c:pt idx="29117">
                  <c:v>0</c:v>
                </c:pt>
                <c:pt idx="29118">
                  <c:v>0</c:v>
                </c:pt>
                <c:pt idx="29119">
                  <c:v>0</c:v>
                </c:pt>
                <c:pt idx="29120">
                  <c:v>0</c:v>
                </c:pt>
                <c:pt idx="29121">
                  <c:v>0</c:v>
                </c:pt>
                <c:pt idx="29122">
                  <c:v>0</c:v>
                </c:pt>
                <c:pt idx="29123">
                  <c:v>0</c:v>
                </c:pt>
                <c:pt idx="29124">
                  <c:v>0</c:v>
                </c:pt>
                <c:pt idx="29125">
                  <c:v>0</c:v>
                </c:pt>
                <c:pt idx="29126">
                  <c:v>0</c:v>
                </c:pt>
                <c:pt idx="29127">
                  <c:v>0</c:v>
                </c:pt>
                <c:pt idx="29128">
                  <c:v>0</c:v>
                </c:pt>
                <c:pt idx="29129">
                  <c:v>0</c:v>
                </c:pt>
                <c:pt idx="29130">
                  <c:v>0</c:v>
                </c:pt>
                <c:pt idx="29131">
                  <c:v>0</c:v>
                </c:pt>
                <c:pt idx="29132">
                  <c:v>0</c:v>
                </c:pt>
                <c:pt idx="29133">
                  <c:v>0</c:v>
                </c:pt>
                <c:pt idx="29134">
                  <c:v>0</c:v>
                </c:pt>
                <c:pt idx="29135">
                  <c:v>0</c:v>
                </c:pt>
                <c:pt idx="29136">
                  <c:v>0</c:v>
                </c:pt>
                <c:pt idx="29137">
                  <c:v>0</c:v>
                </c:pt>
                <c:pt idx="29138">
                  <c:v>0</c:v>
                </c:pt>
                <c:pt idx="29139">
                  <c:v>0</c:v>
                </c:pt>
                <c:pt idx="29140">
                  <c:v>0</c:v>
                </c:pt>
                <c:pt idx="29141">
                  <c:v>0</c:v>
                </c:pt>
                <c:pt idx="29142">
                  <c:v>0</c:v>
                </c:pt>
                <c:pt idx="29143">
                  <c:v>0</c:v>
                </c:pt>
                <c:pt idx="29144">
                  <c:v>0</c:v>
                </c:pt>
                <c:pt idx="29145">
                  <c:v>0</c:v>
                </c:pt>
                <c:pt idx="29146">
                  <c:v>0</c:v>
                </c:pt>
                <c:pt idx="29147">
                  <c:v>0</c:v>
                </c:pt>
                <c:pt idx="29148">
                  <c:v>0</c:v>
                </c:pt>
                <c:pt idx="29149">
                  <c:v>0</c:v>
                </c:pt>
                <c:pt idx="29150">
                  <c:v>0</c:v>
                </c:pt>
                <c:pt idx="29151">
                  <c:v>0</c:v>
                </c:pt>
                <c:pt idx="29152">
                  <c:v>0</c:v>
                </c:pt>
                <c:pt idx="29153">
                  <c:v>0</c:v>
                </c:pt>
                <c:pt idx="29154">
                  <c:v>0</c:v>
                </c:pt>
                <c:pt idx="29155">
                  <c:v>0</c:v>
                </c:pt>
                <c:pt idx="29156">
                  <c:v>0</c:v>
                </c:pt>
                <c:pt idx="29157">
                  <c:v>0</c:v>
                </c:pt>
                <c:pt idx="29158">
                  <c:v>0</c:v>
                </c:pt>
                <c:pt idx="29159">
                  <c:v>0</c:v>
                </c:pt>
                <c:pt idx="29160">
                  <c:v>0</c:v>
                </c:pt>
                <c:pt idx="29161">
                  <c:v>0</c:v>
                </c:pt>
                <c:pt idx="29162">
                  <c:v>0</c:v>
                </c:pt>
                <c:pt idx="29163">
                  <c:v>0</c:v>
                </c:pt>
                <c:pt idx="29164">
                  <c:v>0</c:v>
                </c:pt>
                <c:pt idx="29165">
                  <c:v>0</c:v>
                </c:pt>
                <c:pt idx="29166">
                  <c:v>0</c:v>
                </c:pt>
                <c:pt idx="29167">
                  <c:v>0</c:v>
                </c:pt>
                <c:pt idx="29168">
                  <c:v>0</c:v>
                </c:pt>
                <c:pt idx="29169">
                  <c:v>0</c:v>
                </c:pt>
                <c:pt idx="29170">
                  <c:v>0</c:v>
                </c:pt>
                <c:pt idx="29171">
                  <c:v>0</c:v>
                </c:pt>
                <c:pt idx="29172">
                  <c:v>0</c:v>
                </c:pt>
                <c:pt idx="29173">
                  <c:v>0</c:v>
                </c:pt>
                <c:pt idx="29174">
                  <c:v>0</c:v>
                </c:pt>
                <c:pt idx="29175">
                  <c:v>0</c:v>
                </c:pt>
                <c:pt idx="29176">
                  <c:v>0</c:v>
                </c:pt>
                <c:pt idx="29177">
                  <c:v>0</c:v>
                </c:pt>
                <c:pt idx="29178">
                  <c:v>0</c:v>
                </c:pt>
                <c:pt idx="29179">
                  <c:v>0</c:v>
                </c:pt>
                <c:pt idx="29180">
                  <c:v>0</c:v>
                </c:pt>
                <c:pt idx="29181">
                  <c:v>0</c:v>
                </c:pt>
                <c:pt idx="29182">
                  <c:v>0</c:v>
                </c:pt>
                <c:pt idx="29183">
                  <c:v>0</c:v>
                </c:pt>
                <c:pt idx="29184">
                  <c:v>0</c:v>
                </c:pt>
                <c:pt idx="29185">
                  <c:v>0</c:v>
                </c:pt>
                <c:pt idx="29186">
                  <c:v>0</c:v>
                </c:pt>
                <c:pt idx="29187">
                  <c:v>0</c:v>
                </c:pt>
                <c:pt idx="29188">
                  <c:v>0</c:v>
                </c:pt>
                <c:pt idx="29189">
                  <c:v>0</c:v>
                </c:pt>
                <c:pt idx="29190">
                  <c:v>0</c:v>
                </c:pt>
                <c:pt idx="29191">
                  <c:v>0</c:v>
                </c:pt>
                <c:pt idx="29192">
                  <c:v>0</c:v>
                </c:pt>
                <c:pt idx="29193">
                  <c:v>0</c:v>
                </c:pt>
                <c:pt idx="29194">
                  <c:v>0</c:v>
                </c:pt>
                <c:pt idx="29195">
                  <c:v>0</c:v>
                </c:pt>
                <c:pt idx="29196">
                  <c:v>0</c:v>
                </c:pt>
                <c:pt idx="29197">
                  <c:v>0</c:v>
                </c:pt>
                <c:pt idx="29198">
                  <c:v>0</c:v>
                </c:pt>
                <c:pt idx="29199">
                  <c:v>0</c:v>
                </c:pt>
                <c:pt idx="29200">
                  <c:v>0</c:v>
                </c:pt>
                <c:pt idx="29201">
                  <c:v>0</c:v>
                </c:pt>
                <c:pt idx="29202">
                  <c:v>0</c:v>
                </c:pt>
                <c:pt idx="29203">
                  <c:v>0</c:v>
                </c:pt>
                <c:pt idx="29204">
                  <c:v>0</c:v>
                </c:pt>
                <c:pt idx="29205">
                  <c:v>0</c:v>
                </c:pt>
                <c:pt idx="29206">
                  <c:v>0</c:v>
                </c:pt>
                <c:pt idx="29207">
                  <c:v>0</c:v>
                </c:pt>
                <c:pt idx="29208">
                  <c:v>0</c:v>
                </c:pt>
                <c:pt idx="29209">
                  <c:v>0</c:v>
                </c:pt>
                <c:pt idx="29210">
                  <c:v>0</c:v>
                </c:pt>
                <c:pt idx="29211">
                  <c:v>0</c:v>
                </c:pt>
                <c:pt idx="29212">
                  <c:v>0</c:v>
                </c:pt>
                <c:pt idx="29213">
                  <c:v>0</c:v>
                </c:pt>
                <c:pt idx="29214">
                  <c:v>0</c:v>
                </c:pt>
                <c:pt idx="29215">
                  <c:v>0</c:v>
                </c:pt>
                <c:pt idx="29216">
                  <c:v>0</c:v>
                </c:pt>
                <c:pt idx="29217">
                  <c:v>0</c:v>
                </c:pt>
                <c:pt idx="29218">
                  <c:v>0</c:v>
                </c:pt>
                <c:pt idx="29219">
                  <c:v>0</c:v>
                </c:pt>
                <c:pt idx="29220">
                  <c:v>0</c:v>
                </c:pt>
                <c:pt idx="29221">
                  <c:v>0</c:v>
                </c:pt>
                <c:pt idx="29222">
                  <c:v>0</c:v>
                </c:pt>
                <c:pt idx="29223">
                  <c:v>0</c:v>
                </c:pt>
                <c:pt idx="29224">
                  <c:v>0</c:v>
                </c:pt>
                <c:pt idx="29225">
                  <c:v>0</c:v>
                </c:pt>
                <c:pt idx="29226">
                  <c:v>0</c:v>
                </c:pt>
                <c:pt idx="29227">
                  <c:v>0</c:v>
                </c:pt>
                <c:pt idx="29228">
                  <c:v>0</c:v>
                </c:pt>
                <c:pt idx="29229">
                  <c:v>0</c:v>
                </c:pt>
                <c:pt idx="29230">
                  <c:v>0</c:v>
                </c:pt>
                <c:pt idx="29231">
                  <c:v>0</c:v>
                </c:pt>
                <c:pt idx="29232">
                  <c:v>0</c:v>
                </c:pt>
                <c:pt idx="29233">
                  <c:v>0</c:v>
                </c:pt>
                <c:pt idx="29234">
                  <c:v>0</c:v>
                </c:pt>
                <c:pt idx="29235">
                  <c:v>0</c:v>
                </c:pt>
                <c:pt idx="29236">
                  <c:v>0</c:v>
                </c:pt>
                <c:pt idx="29237">
                  <c:v>0</c:v>
                </c:pt>
                <c:pt idx="29238">
                  <c:v>0</c:v>
                </c:pt>
                <c:pt idx="29239">
                  <c:v>0</c:v>
                </c:pt>
                <c:pt idx="29240">
                  <c:v>0</c:v>
                </c:pt>
                <c:pt idx="29241">
                  <c:v>0</c:v>
                </c:pt>
                <c:pt idx="29242">
                  <c:v>0</c:v>
                </c:pt>
                <c:pt idx="29243">
                  <c:v>0</c:v>
                </c:pt>
                <c:pt idx="29244">
                  <c:v>0</c:v>
                </c:pt>
                <c:pt idx="29245">
                  <c:v>0</c:v>
                </c:pt>
                <c:pt idx="29246">
                  <c:v>0</c:v>
                </c:pt>
                <c:pt idx="29247">
                  <c:v>0</c:v>
                </c:pt>
                <c:pt idx="29248">
                  <c:v>0</c:v>
                </c:pt>
                <c:pt idx="29249">
                  <c:v>0</c:v>
                </c:pt>
                <c:pt idx="29250">
                  <c:v>0</c:v>
                </c:pt>
                <c:pt idx="29251">
                  <c:v>0</c:v>
                </c:pt>
                <c:pt idx="29252">
                  <c:v>0</c:v>
                </c:pt>
                <c:pt idx="29253">
                  <c:v>0</c:v>
                </c:pt>
                <c:pt idx="29254">
                  <c:v>0</c:v>
                </c:pt>
                <c:pt idx="29255">
                  <c:v>0</c:v>
                </c:pt>
                <c:pt idx="29256">
                  <c:v>0</c:v>
                </c:pt>
                <c:pt idx="29257">
                  <c:v>0</c:v>
                </c:pt>
                <c:pt idx="29258">
                  <c:v>0</c:v>
                </c:pt>
                <c:pt idx="29259">
                  <c:v>0</c:v>
                </c:pt>
                <c:pt idx="29260">
                  <c:v>0</c:v>
                </c:pt>
                <c:pt idx="29261">
                  <c:v>0</c:v>
                </c:pt>
                <c:pt idx="29262">
                  <c:v>0</c:v>
                </c:pt>
                <c:pt idx="29263">
                  <c:v>0</c:v>
                </c:pt>
                <c:pt idx="29264">
                  <c:v>0</c:v>
                </c:pt>
                <c:pt idx="29265">
                  <c:v>0</c:v>
                </c:pt>
                <c:pt idx="29266">
                  <c:v>0</c:v>
                </c:pt>
                <c:pt idx="29267">
                  <c:v>0</c:v>
                </c:pt>
                <c:pt idx="29268">
                  <c:v>0</c:v>
                </c:pt>
                <c:pt idx="29269">
                  <c:v>0</c:v>
                </c:pt>
                <c:pt idx="29270">
                  <c:v>0</c:v>
                </c:pt>
                <c:pt idx="29271">
                  <c:v>0</c:v>
                </c:pt>
                <c:pt idx="29272">
                  <c:v>0</c:v>
                </c:pt>
                <c:pt idx="29273">
                  <c:v>0</c:v>
                </c:pt>
                <c:pt idx="29274">
                  <c:v>0</c:v>
                </c:pt>
                <c:pt idx="29275">
                  <c:v>0</c:v>
                </c:pt>
                <c:pt idx="29276">
                  <c:v>0</c:v>
                </c:pt>
                <c:pt idx="29277">
                  <c:v>0</c:v>
                </c:pt>
                <c:pt idx="29278">
                  <c:v>0</c:v>
                </c:pt>
                <c:pt idx="29279">
                  <c:v>0</c:v>
                </c:pt>
                <c:pt idx="29280">
                  <c:v>0</c:v>
                </c:pt>
                <c:pt idx="29281">
                  <c:v>0</c:v>
                </c:pt>
                <c:pt idx="29282">
                  <c:v>0</c:v>
                </c:pt>
                <c:pt idx="29283">
                  <c:v>0</c:v>
                </c:pt>
                <c:pt idx="29284">
                  <c:v>0</c:v>
                </c:pt>
                <c:pt idx="29285">
                  <c:v>0</c:v>
                </c:pt>
                <c:pt idx="29286">
                  <c:v>0</c:v>
                </c:pt>
                <c:pt idx="29287">
                  <c:v>0</c:v>
                </c:pt>
                <c:pt idx="29288">
                  <c:v>0</c:v>
                </c:pt>
                <c:pt idx="29289">
                  <c:v>0</c:v>
                </c:pt>
                <c:pt idx="29290">
                  <c:v>0</c:v>
                </c:pt>
                <c:pt idx="29291">
                  <c:v>0</c:v>
                </c:pt>
                <c:pt idx="29292">
                  <c:v>0</c:v>
                </c:pt>
                <c:pt idx="29293">
                  <c:v>0</c:v>
                </c:pt>
                <c:pt idx="29294">
                  <c:v>0</c:v>
                </c:pt>
                <c:pt idx="29295">
                  <c:v>0</c:v>
                </c:pt>
                <c:pt idx="29296">
                  <c:v>0</c:v>
                </c:pt>
                <c:pt idx="29297">
                  <c:v>0</c:v>
                </c:pt>
                <c:pt idx="29298">
                  <c:v>0</c:v>
                </c:pt>
                <c:pt idx="29299">
                  <c:v>0</c:v>
                </c:pt>
                <c:pt idx="29300">
                  <c:v>0</c:v>
                </c:pt>
                <c:pt idx="29301">
                  <c:v>0</c:v>
                </c:pt>
                <c:pt idx="29302">
                  <c:v>0</c:v>
                </c:pt>
                <c:pt idx="29303">
                  <c:v>0</c:v>
                </c:pt>
                <c:pt idx="29304">
                  <c:v>0</c:v>
                </c:pt>
                <c:pt idx="29305">
                  <c:v>0</c:v>
                </c:pt>
                <c:pt idx="29306">
                  <c:v>0</c:v>
                </c:pt>
                <c:pt idx="29307">
                  <c:v>0</c:v>
                </c:pt>
                <c:pt idx="29308">
                  <c:v>0</c:v>
                </c:pt>
                <c:pt idx="29309">
                  <c:v>0</c:v>
                </c:pt>
                <c:pt idx="29310">
                  <c:v>0</c:v>
                </c:pt>
                <c:pt idx="29311">
                  <c:v>0</c:v>
                </c:pt>
                <c:pt idx="29312">
                  <c:v>0</c:v>
                </c:pt>
                <c:pt idx="29313">
                  <c:v>0</c:v>
                </c:pt>
                <c:pt idx="29314">
                  <c:v>0</c:v>
                </c:pt>
                <c:pt idx="29315">
                  <c:v>0</c:v>
                </c:pt>
                <c:pt idx="29316">
                  <c:v>0</c:v>
                </c:pt>
                <c:pt idx="29317">
                  <c:v>0</c:v>
                </c:pt>
                <c:pt idx="29318">
                  <c:v>0</c:v>
                </c:pt>
                <c:pt idx="29319">
                  <c:v>0</c:v>
                </c:pt>
                <c:pt idx="29320">
                  <c:v>0</c:v>
                </c:pt>
                <c:pt idx="29321">
                  <c:v>0</c:v>
                </c:pt>
                <c:pt idx="29322">
                  <c:v>0</c:v>
                </c:pt>
                <c:pt idx="29323">
                  <c:v>0</c:v>
                </c:pt>
                <c:pt idx="29324">
                  <c:v>0</c:v>
                </c:pt>
                <c:pt idx="29325">
                  <c:v>0</c:v>
                </c:pt>
                <c:pt idx="29326">
                  <c:v>0</c:v>
                </c:pt>
                <c:pt idx="29327">
                  <c:v>0</c:v>
                </c:pt>
                <c:pt idx="29328">
                  <c:v>0</c:v>
                </c:pt>
                <c:pt idx="29329">
                  <c:v>0</c:v>
                </c:pt>
                <c:pt idx="29330">
                  <c:v>0</c:v>
                </c:pt>
                <c:pt idx="29331">
                  <c:v>0</c:v>
                </c:pt>
                <c:pt idx="29332">
                  <c:v>0</c:v>
                </c:pt>
                <c:pt idx="29333">
                  <c:v>0</c:v>
                </c:pt>
                <c:pt idx="29334">
                  <c:v>0</c:v>
                </c:pt>
                <c:pt idx="29335">
                  <c:v>0</c:v>
                </c:pt>
                <c:pt idx="29336">
                  <c:v>0</c:v>
                </c:pt>
                <c:pt idx="29337">
                  <c:v>0</c:v>
                </c:pt>
                <c:pt idx="29338">
                  <c:v>0</c:v>
                </c:pt>
                <c:pt idx="29339">
                  <c:v>0</c:v>
                </c:pt>
                <c:pt idx="29340">
                  <c:v>0</c:v>
                </c:pt>
                <c:pt idx="29341">
                  <c:v>0</c:v>
                </c:pt>
                <c:pt idx="29342">
                  <c:v>0</c:v>
                </c:pt>
                <c:pt idx="29343">
                  <c:v>0</c:v>
                </c:pt>
                <c:pt idx="29344">
                  <c:v>0</c:v>
                </c:pt>
                <c:pt idx="29345">
                  <c:v>0</c:v>
                </c:pt>
                <c:pt idx="29346">
                  <c:v>0</c:v>
                </c:pt>
                <c:pt idx="29347">
                  <c:v>0</c:v>
                </c:pt>
                <c:pt idx="29348">
                  <c:v>0</c:v>
                </c:pt>
                <c:pt idx="29349">
                  <c:v>0</c:v>
                </c:pt>
                <c:pt idx="29350">
                  <c:v>0</c:v>
                </c:pt>
                <c:pt idx="29351">
                  <c:v>0</c:v>
                </c:pt>
                <c:pt idx="29352">
                  <c:v>0</c:v>
                </c:pt>
                <c:pt idx="29353">
                  <c:v>0</c:v>
                </c:pt>
                <c:pt idx="29354">
                  <c:v>0</c:v>
                </c:pt>
                <c:pt idx="29355">
                  <c:v>0</c:v>
                </c:pt>
                <c:pt idx="29356">
                  <c:v>0</c:v>
                </c:pt>
                <c:pt idx="29357">
                  <c:v>0</c:v>
                </c:pt>
                <c:pt idx="29358">
                  <c:v>0</c:v>
                </c:pt>
                <c:pt idx="29359">
                  <c:v>0</c:v>
                </c:pt>
                <c:pt idx="29360">
                  <c:v>0</c:v>
                </c:pt>
                <c:pt idx="29361">
                  <c:v>0</c:v>
                </c:pt>
                <c:pt idx="29362">
                  <c:v>0</c:v>
                </c:pt>
                <c:pt idx="29363">
                  <c:v>0</c:v>
                </c:pt>
                <c:pt idx="29364">
                  <c:v>0</c:v>
                </c:pt>
                <c:pt idx="29365">
                  <c:v>0</c:v>
                </c:pt>
                <c:pt idx="29366">
                  <c:v>0</c:v>
                </c:pt>
                <c:pt idx="29367">
                  <c:v>0</c:v>
                </c:pt>
                <c:pt idx="29368">
                  <c:v>0</c:v>
                </c:pt>
                <c:pt idx="29369">
                  <c:v>0</c:v>
                </c:pt>
                <c:pt idx="29370">
                  <c:v>0</c:v>
                </c:pt>
                <c:pt idx="29371">
                  <c:v>0</c:v>
                </c:pt>
                <c:pt idx="29372">
                  <c:v>0</c:v>
                </c:pt>
                <c:pt idx="29373">
                  <c:v>0</c:v>
                </c:pt>
                <c:pt idx="29374">
                  <c:v>0</c:v>
                </c:pt>
                <c:pt idx="29375">
                  <c:v>0</c:v>
                </c:pt>
                <c:pt idx="29376">
                  <c:v>0</c:v>
                </c:pt>
                <c:pt idx="29377">
                  <c:v>0</c:v>
                </c:pt>
                <c:pt idx="29378">
                  <c:v>0</c:v>
                </c:pt>
                <c:pt idx="29379">
                  <c:v>0</c:v>
                </c:pt>
                <c:pt idx="29380">
                  <c:v>0</c:v>
                </c:pt>
                <c:pt idx="29381">
                  <c:v>0</c:v>
                </c:pt>
                <c:pt idx="29382">
                  <c:v>0</c:v>
                </c:pt>
                <c:pt idx="29383">
                  <c:v>0</c:v>
                </c:pt>
                <c:pt idx="29384">
                  <c:v>0</c:v>
                </c:pt>
                <c:pt idx="29385">
                  <c:v>0</c:v>
                </c:pt>
                <c:pt idx="29386">
                  <c:v>0</c:v>
                </c:pt>
                <c:pt idx="29387">
                  <c:v>0</c:v>
                </c:pt>
                <c:pt idx="29388">
                  <c:v>0</c:v>
                </c:pt>
                <c:pt idx="29389">
                  <c:v>0</c:v>
                </c:pt>
                <c:pt idx="29390">
                  <c:v>0</c:v>
                </c:pt>
                <c:pt idx="29391">
                  <c:v>0</c:v>
                </c:pt>
                <c:pt idx="29392">
                  <c:v>0</c:v>
                </c:pt>
                <c:pt idx="29393">
                  <c:v>0</c:v>
                </c:pt>
                <c:pt idx="29394">
                  <c:v>0</c:v>
                </c:pt>
                <c:pt idx="29395">
                  <c:v>0</c:v>
                </c:pt>
                <c:pt idx="29396">
                  <c:v>0</c:v>
                </c:pt>
                <c:pt idx="29397">
                  <c:v>0</c:v>
                </c:pt>
                <c:pt idx="29398">
                  <c:v>0</c:v>
                </c:pt>
                <c:pt idx="29399">
                  <c:v>0</c:v>
                </c:pt>
                <c:pt idx="29400">
                  <c:v>0</c:v>
                </c:pt>
                <c:pt idx="29401">
                  <c:v>0</c:v>
                </c:pt>
                <c:pt idx="29402">
                  <c:v>0</c:v>
                </c:pt>
                <c:pt idx="29403">
                  <c:v>0</c:v>
                </c:pt>
                <c:pt idx="29404">
                  <c:v>0</c:v>
                </c:pt>
                <c:pt idx="29405">
                  <c:v>0</c:v>
                </c:pt>
                <c:pt idx="29406">
                  <c:v>0</c:v>
                </c:pt>
                <c:pt idx="29407">
                  <c:v>0</c:v>
                </c:pt>
                <c:pt idx="29408">
                  <c:v>0</c:v>
                </c:pt>
                <c:pt idx="29409">
                  <c:v>0</c:v>
                </c:pt>
                <c:pt idx="29410">
                  <c:v>0</c:v>
                </c:pt>
                <c:pt idx="29411">
                  <c:v>0</c:v>
                </c:pt>
                <c:pt idx="29412">
                  <c:v>0</c:v>
                </c:pt>
                <c:pt idx="29413">
                  <c:v>0</c:v>
                </c:pt>
                <c:pt idx="29414">
                  <c:v>0</c:v>
                </c:pt>
                <c:pt idx="29415">
                  <c:v>0</c:v>
                </c:pt>
                <c:pt idx="29416">
                  <c:v>0</c:v>
                </c:pt>
                <c:pt idx="29417">
                  <c:v>0</c:v>
                </c:pt>
                <c:pt idx="29418">
                  <c:v>0</c:v>
                </c:pt>
                <c:pt idx="29419">
                  <c:v>0</c:v>
                </c:pt>
                <c:pt idx="29420">
                  <c:v>0</c:v>
                </c:pt>
                <c:pt idx="29421">
                  <c:v>0</c:v>
                </c:pt>
                <c:pt idx="29422">
                  <c:v>0</c:v>
                </c:pt>
                <c:pt idx="29423">
                  <c:v>0</c:v>
                </c:pt>
                <c:pt idx="29424">
                  <c:v>0</c:v>
                </c:pt>
                <c:pt idx="29425">
                  <c:v>0</c:v>
                </c:pt>
                <c:pt idx="29426">
                  <c:v>0</c:v>
                </c:pt>
                <c:pt idx="29427">
                  <c:v>0</c:v>
                </c:pt>
                <c:pt idx="29428">
                  <c:v>0</c:v>
                </c:pt>
                <c:pt idx="29429">
                  <c:v>0</c:v>
                </c:pt>
                <c:pt idx="29430">
                  <c:v>0</c:v>
                </c:pt>
                <c:pt idx="29431">
                  <c:v>0</c:v>
                </c:pt>
                <c:pt idx="29432">
                  <c:v>0</c:v>
                </c:pt>
                <c:pt idx="29433">
                  <c:v>0</c:v>
                </c:pt>
                <c:pt idx="29434">
                  <c:v>0</c:v>
                </c:pt>
                <c:pt idx="29435">
                  <c:v>0</c:v>
                </c:pt>
                <c:pt idx="29436">
                  <c:v>0</c:v>
                </c:pt>
                <c:pt idx="29437">
                  <c:v>0</c:v>
                </c:pt>
                <c:pt idx="29438">
                  <c:v>0</c:v>
                </c:pt>
                <c:pt idx="29439">
                  <c:v>0</c:v>
                </c:pt>
                <c:pt idx="29440">
                  <c:v>0</c:v>
                </c:pt>
                <c:pt idx="29441">
                  <c:v>0</c:v>
                </c:pt>
                <c:pt idx="29442">
                  <c:v>0</c:v>
                </c:pt>
                <c:pt idx="29443">
                  <c:v>0</c:v>
                </c:pt>
                <c:pt idx="29444">
                  <c:v>0</c:v>
                </c:pt>
                <c:pt idx="29445">
                  <c:v>0</c:v>
                </c:pt>
                <c:pt idx="29446">
                  <c:v>0</c:v>
                </c:pt>
                <c:pt idx="29447">
                  <c:v>0</c:v>
                </c:pt>
                <c:pt idx="29448">
                  <c:v>0</c:v>
                </c:pt>
                <c:pt idx="29449">
                  <c:v>0</c:v>
                </c:pt>
                <c:pt idx="29450">
                  <c:v>0</c:v>
                </c:pt>
                <c:pt idx="29451">
                  <c:v>0</c:v>
                </c:pt>
                <c:pt idx="29452">
                  <c:v>0</c:v>
                </c:pt>
                <c:pt idx="29453">
                  <c:v>0</c:v>
                </c:pt>
                <c:pt idx="29454">
                  <c:v>0</c:v>
                </c:pt>
                <c:pt idx="29455">
                  <c:v>0</c:v>
                </c:pt>
                <c:pt idx="29456">
                  <c:v>0</c:v>
                </c:pt>
                <c:pt idx="29457">
                  <c:v>0</c:v>
                </c:pt>
                <c:pt idx="29458">
                  <c:v>0</c:v>
                </c:pt>
                <c:pt idx="29459">
                  <c:v>0</c:v>
                </c:pt>
                <c:pt idx="29460">
                  <c:v>0</c:v>
                </c:pt>
                <c:pt idx="29461">
                  <c:v>0</c:v>
                </c:pt>
                <c:pt idx="29462">
                  <c:v>0</c:v>
                </c:pt>
                <c:pt idx="29463">
                  <c:v>0</c:v>
                </c:pt>
                <c:pt idx="29464">
                  <c:v>0</c:v>
                </c:pt>
                <c:pt idx="29465">
                  <c:v>0</c:v>
                </c:pt>
                <c:pt idx="29466">
                  <c:v>0</c:v>
                </c:pt>
                <c:pt idx="29467">
                  <c:v>0</c:v>
                </c:pt>
                <c:pt idx="29468">
                  <c:v>0</c:v>
                </c:pt>
                <c:pt idx="29469">
                  <c:v>0</c:v>
                </c:pt>
                <c:pt idx="29470">
                  <c:v>0</c:v>
                </c:pt>
                <c:pt idx="29471">
                  <c:v>0</c:v>
                </c:pt>
                <c:pt idx="29472">
                  <c:v>0</c:v>
                </c:pt>
                <c:pt idx="29473">
                  <c:v>0</c:v>
                </c:pt>
                <c:pt idx="29474">
                  <c:v>0</c:v>
                </c:pt>
                <c:pt idx="29475">
                  <c:v>0</c:v>
                </c:pt>
                <c:pt idx="29476">
                  <c:v>0</c:v>
                </c:pt>
                <c:pt idx="29477">
                  <c:v>0</c:v>
                </c:pt>
                <c:pt idx="29478">
                  <c:v>0</c:v>
                </c:pt>
                <c:pt idx="29479">
                  <c:v>0</c:v>
                </c:pt>
                <c:pt idx="29480">
                  <c:v>0</c:v>
                </c:pt>
                <c:pt idx="29481">
                  <c:v>0</c:v>
                </c:pt>
                <c:pt idx="29482">
                  <c:v>0</c:v>
                </c:pt>
                <c:pt idx="29483">
                  <c:v>0</c:v>
                </c:pt>
                <c:pt idx="29484">
                  <c:v>0</c:v>
                </c:pt>
                <c:pt idx="29485">
                  <c:v>0</c:v>
                </c:pt>
                <c:pt idx="29486">
                  <c:v>0</c:v>
                </c:pt>
                <c:pt idx="29487">
                  <c:v>0</c:v>
                </c:pt>
                <c:pt idx="29488">
                  <c:v>0</c:v>
                </c:pt>
                <c:pt idx="29489">
                  <c:v>0</c:v>
                </c:pt>
                <c:pt idx="29490">
                  <c:v>0</c:v>
                </c:pt>
                <c:pt idx="29491">
                  <c:v>0</c:v>
                </c:pt>
                <c:pt idx="29492">
                  <c:v>0</c:v>
                </c:pt>
                <c:pt idx="29493">
                  <c:v>0</c:v>
                </c:pt>
                <c:pt idx="29494">
                  <c:v>0</c:v>
                </c:pt>
                <c:pt idx="29495">
                  <c:v>0</c:v>
                </c:pt>
                <c:pt idx="29496">
                  <c:v>0</c:v>
                </c:pt>
                <c:pt idx="29497">
                  <c:v>0</c:v>
                </c:pt>
                <c:pt idx="29498">
                  <c:v>0</c:v>
                </c:pt>
                <c:pt idx="29499">
                  <c:v>0</c:v>
                </c:pt>
                <c:pt idx="29500">
                  <c:v>0</c:v>
                </c:pt>
                <c:pt idx="29501">
                  <c:v>0</c:v>
                </c:pt>
                <c:pt idx="29502">
                  <c:v>0</c:v>
                </c:pt>
                <c:pt idx="29503">
                  <c:v>0</c:v>
                </c:pt>
                <c:pt idx="29504">
                  <c:v>0</c:v>
                </c:pt>
                <c:pt idx="29505">
                  <c:v>0</c:v>
                </c:pt>
                <c:pt idx="29506">
                  <c:v>0</c:v>
                </c:pt>
                <c:pt idx="29507">
                  <c:v>0</c:v>
                </c:pt>
                <c:pt idx="29508">
                  <c:v>0</c:v>
                </c:pt>
                <c:pt idx="29509">
                  <c:v>0</c:v>
                </c:pt>
                <c:pt idx="29510">
                  <c:v>0</c:v>
                </c:pt>
                <c:pt idx="29511">
                  <c:v>0</c:v>
                </c:pt>
                <c:pt idx="29512">
                  <c:v>0</c:v>
                </c:pt>
                <c:pt idx="29513">
                  <c:v>0</c:v>
                </c:pt>
                <c:pt idx="29514">
                  <c:v>0</c:v>
                </c:pt>
                <c:pt idx="29515">
                  <c:v>0</c:v>
                </c:pt>
                <c:pt idx="29516">
                  <c:v>0</c:v>
                </c:pt>
                <c:pt idx="29517">
                  <c:v>0</c:v>
                </c:pt>
                <c:pt idx="29518">
                  <c:v>0</c:v>
                </c:pt>
                <c:pt idx="29519">
                  <c:v>0</c:v>
                </c:pt>
                <c:pt idx="29520">
                  <c:v>0</c:v>
                </c:pt>
                <c:pt idx="29521">
                  <c:v>0</c:v>
                </c:pt>
                <c:pt idx="29522">
                  <c:v>0</c:v>
                </c:pt>
                <c:pt idx="29523">
                  <c:v>0</c:v>
                </c:pt>
                <c:pt idx="29524">
                  <c:v>0</c:v>
                </c:pt>
                <c:pt idx="29525">
                  <c:v>0</c:v>
                </c:pt>
                <c:pt idx="29526">
                  <c:v>0</c:v>
                </c:pt>
                <c:pt idx="29527">
                  <c:v>0</c:v>
                </c:pt>
                <c:pt idx="29528">
                  <c:v>0</c:v>
                </c:pt>
                <c:pt idx="29529">
                  <c:v>0</c:v>
                </c:pt>
                <c:pt idx="29530">
                  <c:v>0</c:v>
                </c:pt>
                <c:pt idx="29531">
                  <c:v>0</c:v>
                </c:pt>
                <c:pt idx="29532">
                  <c:v>0</c:v>
                </c:pt>
                <c:pt idx="29533">
                  <c:v>0</c:v>
                </c:pt>
                <c:pt idx="29534">
                  <c:v>0</c:v>
                </c:pt>
                <c:pt idx="29535">
                  <c:v>0</c:v>
                </c:pt>
                <c:pt idx="29536">
                  <c:v>0</c:v>
                </c:pt>
                <c:pt idx="29537">
                  <c:v>0</c:v>
                </c:pt>
                <c:pt idx="29538">
                  <c:v>0</c:v>
                </c:pt>
                <c:pt idx="29539">
                  <c:v>0</c:v>
                </c:pt>
                <c:pt idx="29540">
                  <c:v>0</c:v>
                </c:pt>
                <c:pt idx="29541">
                  <c:v>0</c:v>
                </c:pt>
                <c:pt idx="29542">
                  <c:v>0</c:v>
                </c:pt>
                <c:pt idx="29543">
                  <c:v>0</c:v>
                </c:pt>
                <c:pt idx="29544">
                  <c:v>0</c:v>
                </c:pt>
                <c:pt idx="29545">
                  <c:v>0</c:v>
                </c:pt>
                <c:pt idx="29546">
                  <c:v>0</c:v>
                </c:pt>
                <c:pt idx="29547">
                  <c:v>0</c:v>
                </c:pt>
                <c:pt idx="29548">
                  <c:v>0</c:v>
                </c:pt>
                <c:pt idx="29549">
                  <c:v>0</c:v>
                </c:pt>
                <c:pt idx="29550">
                  <c:v>0</c:v>
                </c:pt>
                <c:pt idx="29551">
                  <c:v>0</c:v>
                </c:pt>
                <c:pt idx="29552">
                  <c:v>0</c:v>
                </c:pt>
                <c:pt idx="29553">
                  <c:v>0</c:v>
                </c:pt>
                <c:pt idx="29554">
                  <c:v>0</c:v>
                </c:pt>
                <c:pt idx="29555">
                  <c:v>0</c:v>
                </c:pt>
                <c:pt idx="29556">
                  <c:v>0</c:v>
                </c:pt>
                <c:pt idx="29557">
                  <c:v>0</c:v>
                </c:pt>
                <c:pt idx="29558">
                  <c:v>0</c:v>
                </c:pt>
                <c:pt idx="29559">
                  <c:v>0</c:v>
                </c:pt>
                <c:pt idx="29560">
                  <c:v>0</c:v>
                </c:pt>
                <c:pt idx="29561">
                  <c:v>0</c:v>
                </c:pt>
                <c:pt idx="29562">
                  <c:v>0</c:v>
                </c:pt>
                <c:pt idx="29563">
                  <c:v>0</c:v>
                </c:pt>
                <c:pt idx="29564">
                  <c:v>0</c:v>
                </c:pt>
                <c:pt idx="29565">
                  <c:v>0</c:v>
                </c:pt>
                <c:pt idx="29566">
                  <c:v>0</c:v>
                </c:pt>
                <c:pt idx="29567">
                  <c:v>0</c:v>
                </c:pt>
                <c:pt idx="29568">
                  <c:v>0</c:v>
                </c:pt>
                <c:pt idx="29569">
                  <c:v>0</c:v>
                </c:pt>
                <c:pt idx="29570">
                  <c:v>0</c:v>
                </c:pt>
                <c:pt idx="29571">
                  <c:v>0</c:v>
                </c:pt>
                <c:pt idx="29572">
                  <c:v>0</c:v>
                </c:pt>
                <c:pt idx="29573">
                  <c:v>0</c:v>
                </c:pt>
                <c:pt idx="29574">
                  <c:v>0</c:v>
                </c:pt>
                <c:pt idx="29575">
                  <c:v>0</c:v>
                </c:pt>
                <c:pt idx="29576">
                  <c:v>0</c:v>
                </c:pt>
                <c:pt idx="29577">
                  <c:v>0</c:v>
                </c:pt>
                <c:pt idx="29578">
                  <c:v>0</c:v>
                </c:pt>
                <c:pt idx="29579">
                  <c:v>0</c:v>
                </c:pt>
                <c:pt idx="29580">
                  <c:v>0</c:v>
                </c:pt>
                <c:pt idx="29581">
                  <c:v>0</c:v>
                </c:pt>
                <c:pt idx="29582">
                  <c:v>0</c:v>
                </c:pt>
                <c:pt idx="29583">
                  <c:v>0</c:v>
                </c:pt>
                <c:pt idx="29584">
                  <c:v>0</c:v>
                </c:pt>
                <c:pt idx="29585">
                  <c:v>0</c:v>
                </c:pt>
                <c:pt idx="29586">
                  <c:v>0</c:v>
                </c:pt>
                <c:pt idx="29587">
                  <c:v>0</c:v>
                </c:pt>
                <c:pt idx="29588">
                  <c:v>0</c:v>
                </c:pt>
                <c:pt idx="29589">
                  <c:v>0</c:v>
                </c:pt>
                <c:pt idx="29590">
                  <c:v>0</c:v>
                </c:pt>
                <c:pt idx="29591">
                  <c:v>0</c:v>
                </c:pt>
                <c:pt idx="29592">
                  <c:v>0</c:v>
                </c:pt>
                <c:pt idx="29593">
                  <c:v>0</c:v>
                </c:pt>
                <c:pt idx="29594">
                  <c:v>0</c:v>
                </c:pt>
                <c:pt idx="29595">
                  <c:v>0</c:v>
                </c:pt>
                <c:pt idx="29596">
                  <c:v>0</c:v>
                </c:pt>
                <c:pt idx="29597">
                  <c:v>0</c:v>
                </c:pt>
                <c:pt idx="29598">
                  <c:v>0</c:v>
                </c:pt>
                <c:pt idx="29599">
                  <c:v>0</c:v>
                </c:pt>
                <c:pt idx="29600">
                  <c:v>0</c:v>
                </c:pt>
                <c:pt idx="29601">
                  <c:v>0</c:v>
                </c:pt>
                <c:pt idx="29602">
                  <c:v>0</c:v>
                </c:pt>
                <c:pt idx="29603">
                  <c:v>0</c:v>
                </c:pt>
                <c:pt idx="29604">
                  <c:v>0</c:v>
                </c:pt>
                <c:pt idx="29605">
                  <c:v>0</c:v>
                </c:pt>
                <c:pt idx="29606">
                  <c:v>0</c:v>
                </c:pt>
                <c:pt idx="29607">
                  <c:v>0</c:v>
                </c:pt>
                <c:pt idx="29608">
                  <c:v>0</c:v>
                </c:pt>
                <c:pt idx="29609">
                  <c:v>0</c:v>
                </c:pt>
                <c:pt idx="29610">
                  <c:v>0</c:v>
                </c:pt>
                <c:pt idx="29611">
                  <c:v>0</c:v>
                </c:pt>
                <c:pt idx="29612">
                  <c:v>0</c:v>
                </c:pt>
                <c:pt idx="29613">
                  <c:v>0</c:v>
                </c:pt>
                <c:pt idx="29614">
                  <c:v>0</c:v>
                </c:pt>
                <c:pt idx="29615">
                  <c:v>0</c:v>
                </c:pt>
                <c:pt idx="29616">
                  <c:v>0</c:v>
                </c:pt>
                <c:pt idx="29617">
                  <c:v>0</c:v>
                </c:pt>
                <c:pt idx="29618">
                  <c:v>0</c:v>
                </c:pt>
                <c:pt idx="29619">
                  <c:v>0</c:v>
                </c:pt>
                <c:pt idx="29620">
                  <c:v>0</c:v>
                </c:pt>
                <c:pt idx="29621">
                  <c:v>0</c:v>
                </c:pt>
                <c:pt idx="29622">
                  <c:v>0</c:v>
                </c:pt>
                <c:pt idx="29623">
                  <c:v>0</c:v>
                </c:pt>
                <c:pt idx="29624">
                  <c:v>0</c:v>
                </c:pt>
                <c:pt idx="29625">
                  <c:v>0</c:v>
                </c:pt>
                <c:pt idx="29626">
                  <c:v>0</c:v>
                </c:pt>
                <c:pt idx="29627">
                  <c:v>0</c:v>
                </c:pt>
                <c:pt idx="29628">
                  <c:v>0</c:v>
                </c:pt>
                <c:pt idx="29629">
                  <c:v>0</c:v>
                </c:pt>
                <c:pt idx="29630">
                  <c:v>0</c:v>
                </c:pt>
                <c:pt idx="29631">
                  <c:v>0</c:v>
                </c:pt>
                <c:pt idx="29632">
                  <c:v>0</c:v>
                </c:pt>
                <c:pt idx="29633">
                  <c:v>0</c:v>
                </c:pt>
                <c:pt idx="29634">
                  <c:v>0</c:v>
                </c:pt>
                <c:pt idx="29635">
                  <c:v>0</c:v>
                </c:pt>
                <c:pt idx="29636">
                  <c:v>0</c:v>
                </c:pt>
                <c:pt idx="29637">
                  <c:v>0</c:v>
                </c:pt>
                <c:pt idx="29638">
                  <c:v>0</c:v>
                </c:pt>
                <c:pt idx="29639">
                  <c:v>0</c:v>
                </c:pt>
                <c:pt idx="29640">
                  <c:v>0</c:v>
                </c:pt>
                <c:pt idx="29641">
                  <c:v>0</c:v>
                </c:pt>
                <c:pt idx="29642">
                  <c:v>0</c:v>
                </c:pt>
                <c:pt idx="29643">
                  <c:v>0</c:v>
                </c:pt>
                <c:pt idx="29644">
                  <c:v>0</c:v>
                </c:pt>
                <c:pt idx="29645">
                  <c:v>0</c:v>
                </c:pt>
                <c:pt idx="29646">
                  <c:v>0</c:v>
                </c:pt>
                <c:pt idx="29647">
                  <c:v>0</c:v>
                </c:pt>
                <c:pt idx="29648">
                  <c:v>0</c:v>
                </c:pt>
                <c:pt idx="29649">
                  <c:v>0</c:v>
                </c:pt>
                <c:pt idx="29650">
                  <c:v>0</c:v>
                </c:pt>
                <c:pt idx="29651">
                  <c:v>0</c:v>
                </c:pt>
                <c:pt idx="29652">
                  <c:v>0</c:v>
                </c:pt>
                <c:pt idx="29653">
                  <c:v>0</c:v>
                </c:pt>
                <c:pt idx="29654">
                  <c:v>0</c:v>
                </c:pt>
                <c:pt idx="29655">
                  <c:v>0</c:v>
                </c:pt>
                <c:pt idx="29656">
                  <c:v>0</c:v>
                </c:pt>
                <c:pt idx="29657">
                  <c:v>0</c:v>
                </c:pt>
                <c:pt idx="29658">
                  <c:v>0</c:v>
                </c:pt>
                <c:pt idx="29659">
                  <c:v>0</c:v>
                </c:pt>
                <c:pt idx="29660">
                  <c:v>0</c:v>
                </c:pt>
                <c:pt idx="29661">
                  <c:v>0</c:v>
                </c:pt>
                <c:pt idx="29662">
                  <c:v>0</c:v>
                </c:pt>
                <c:pt idx="29663">
                  <c:v>0</c:v>
                </c:pt>
                <c:pt idx="29664">
                  <c:v>0</c:v>
                </c:pt>
                <c:pt idx="29665">
                  <c:v>0</c:v>
                </c:pt>
                <c:pt idx="29666">
                  <c:v>0</c:v>
                </c:pt>
                <c:pt idx="29667">
                  <c:v>0</c:v>
                </c:pt>
                <c:pt idx="29668">
                  <c:v>0</c:v>
                </c:pt>
                <c:pt idx="29669">
                  <c:v>0</c:v>
                </c:pt>
                <c:pt idx="29670">
                  <c:v>0</c:v>
                </c:pt>
                <c:pt idx="29671">
                  <c:v>0</c:v>
                </c:pt>
                <c:pt idx="29672">
                  <c:v>0</c:v>
                </c:pt>
                <c:pt idx="29673">
                  <c:v>0</c:v>
                </c:pt>
                <c:pt idx="29674">
                  <c:v>0</c:v>
                </c:pt>
                <c:pt idx="29675">
                  <c:v>0</c:v>
                </c:pt>
                <c:pt idx="29676">
                  <c:v>0</c:v>
                </c:pt>
                <c:pt idx="29677">
                  <c:v>0</c:v>
                </c:pt>
                <c:pt idx="29678">
                  <c:v>0</c:v>
                </c:pt>
                <c:pt idx="29679">
                  <c:v>0</c:v>
                </c:pt>
                <c:pt idx="29680">
                  <c:v>0</c:v>
                </c:pt>
                <c:pt idx="29681">
                  <c:v>0</c:v>
                </c:pt>
                <c:pt idx="29682">
                  <c:v>0</c:v>
                </c:pt>
                <c:pt idx="29683">
                  <c:v>0</c:v>
                </c:pt>
                <c:pt idx="29684">
                  <c:v>0</c:v>
                </c:pt>
                <c:pt idx="29685">
                  <c:v>0</c:v>
                </c:pt>
                <c:pt idx="29686">
                  <c:v>0</c:v>
                </c:pt>
                <c:pt idx="29687">
                  <c:v>0</c:v>
                </c:pt>
                <c:pt idx="29688">
                  <c:v>0</c:v>
                </c:pt>
                <c:pt idx="29689">
                  <c:v>0</c:v>
                </c:pt>
                <c:pt idx="29690">
                  <c:v>0</c:v>
                </c:pt>
                <c:pt idx="29691">
                  <c:v>0</c:v>
                </c:pt>
                <c:pt idx="29692">
                  <c:v>0</c:v>
                </c:pt>
                <c:pt idx="29693">
                  <c:v>0</c:v>
                </c:pt>
                <c:pt idx="29694">
                  <c:v>0</c:v>
                </c:pt>
                <c:pt idx="29695">
                  <c:v>0</c:v>
                </c:pt>
                <c:pt idx="29696">
                  <c:v>0</c:v>
                </c:pt>
                <c:pt idx="29697">
                  <c:v>0</c:v>
                </c:pt>
                <c:pt idx="29698">
                  <c:v>0</c:v>
                </c:pt>
                <c:pt idx="29699">
                  <c:v>0</c:v>
                </c:pt>
                <c:pt idx="29700">
                  <c:v>0</c:v>
                </c:pt>
                <c:pt idx="29701">
                  <c:v>0</c:v>
                </c:pt>
                <c:pt idx="29702">
                  <c:v>0</c:v>
                </c:pt>
                <c:pt idx="29703">
                  <c:v>0</c:v>
                </c:pt>
                <c:pt idx="29704">
                  <c:v>0</c:v>
                </c:pt>
                <c:pt idx="29705">
                  <c:v>0</c:v>
                </c:pt>
                <c:pt idx="29706">
                  <c:v>0</c:v>
                </c:pt>
                <c:pt idx="29707">
                  <c:v>0</c:v>
                </c:pt>
                <c:pt idx="29708">
                  <c:v>0</c:v>
                </c:pt>
                <c:pt idx="29709">
                  <c:v>0</c:v>
                </c:pt>
                <c:pt idx="29710">
                  <c:v>0</c:v>
                </c:pt>
                <c:pt idx="29711">
                  <c:v>0</c:v>
                </c:pt>
                <c:pt idx="29712">
                  <c:v>0</c:v>
                </c:pt>
                <c:pt idx="29713">
                  <c:v>0</c:v>
                </c:pt>
                <c:pt idx="29714">
                  <c:v>0</c:v>
                </c:pt>
                <c:pt idx="29715">
                  <c:v>0</c:v>
                </c:pt>
                <c:pt idx="29716">
                  <c:v>0</c:v>
                </c:pt>
                <c:pt idx="29717">
                  <c:v>0</c:v>
                </c:pt>
                <c:pt idx="29718">
                  <c:v>0</c:v>
                </c:pt>
                <c:pt idx="29719">
                  <c:v>0</c:v>
                </c:pt>
                <c:pt idx="29720">
                  <c:v>0</c:v>
                </c:pt>
                <c:pt idx="29721">
                  <c:v>0</c:v>
                </c:pt>
                <c:pt idx="29722">
                  <c:v>0</c:v>
                </c:pt>
                <c:pt idx="29723">
                  <c:v>0</c:v>
                </c:pt>
                <c:pt idx="29724">
                  <c:v>0</c:v>
                </c:pt>
                <c:pt idx="29725">
                  <c:v>0</c:v>
                </c:pt>
                <c:pt idx="29726">
                  <c:v>0</c:v>
                </c:pt>
                <c:pt idx="29727">
                  <c:v>0</c:v>
                </c:pt>
                <c:pt idx="29728">
                  <c:v>0</c:v>
                </c:pt>
                <c:pt idx="29729">
                  <c:v>0</c:v>
                </c:pt>
                <c:pt idx="29730">
                  <c:v>0</c:v>
                </c:pt>
                <c:pt idx="29731">
                  <c:v>0</c:v>
                </c:pt>
                <c:pt idx="29732">
                  <c:v>0</c:v>
                </c:pt>
                <c:pt idx="29733">
                  <c:v>0</c:v>
                </c:pt>
                <c:pt idx="29734">
                  <c:v>0</c:v>
                </c:pt>
                <c:pt idx="29735">
                  <c:v>0</c:v>
                </c:pt>
                <c:pt idx="29736">
                  <c:v>0</c:v>
                </c:pt>
                <c:pt idx="29737">
                  <c:v>0</c:v>
                </c:pt>
                <c:pt idx="29738">
                  <c:v>0</c:v>
                </c:pt>
                <c:pt idx="29739">
                  <c:v>0</c:v>
                </c:pt>
                <c:pt idx="29740">
                  <c:v>0</c:v>
                </c:pt>
                <c:pt idx="29741">
                  <c:v>0</c:v>
                </c:pt>
                <c:pt idx="29742">
                  <c:v>0</c:v>
                </c:pt>
                <c:pt idx="29743">
                  <c:v>0</c:v>
                </c:pt>
                <c:pt idx="29744">
                  <c:v>0</c:v>
                </c:pt>
                <c:pt idx="29745">
                  <c:v>0</c:v>
                </c:pt>
                <c:pt idx="29746">
                  <c:v>0</c:v>
                </c:pt>
                <c:pt idx="29747">
                  <c:v>0</c:v>
                </c:pt>
                <c:pt idx="29748">
                  <c:v>0</c:v>
                </c:pt>
                <c:pt idx="29749">
                  <c:v>0</c:v>
                </c:pt>
                <c:pt idx="29750">
                  <c:v>0</c:v>
                </c:pt>
                <c:pt idx="29751">
                  <c:v>0</c:v>
                </c:pt>
                <c:pt idx="29752">
                  <c:v>0</c:v>
                </c:pt>
                <c:pt idx="29753">
                  <c:v>0</c:v>
                </c:pt>
                <c:pt idx="29754">
                  <c:v>0</c:v>
                </c:pt>
                <c:pt idx="29755">
                  <c:v>0</c:v>
                </c:pt>
                <c:pt idx="29756">
                  <c:v>0</c:v>
                </c:pt>
                <c:pt idx="29757">
                  <c:v>0</c:v>
                </c:pt>
                <c:pt idx="29758">
                  <c:v>0</c:v>
                </c:pt>
                <c:pt idx="29759">
                  <c:v>0</c:v>
                </c:pt>
                <c:pt idx="29760">
                  <c:v>0</c:v>
                </c:pt>
                <c:pt idx="29761">
                  <c:v>0</c:v>
                </c:pt>
                <c:pt idx="29762">
                  <c:v>0</c:v>
                </c:pt>
                <c:pt idx="29763">
                  <c:v>0</c:v>
                </c:pt>
                <c:pt idx="29764">
                  <c:v>0</c:v>
                </c:pt>
                <c:pt idx="29765">
                  <c:v>0</c:v>
                </c:pt>
                <c:pt idx="29766">
                  <c:v>0</c:v>
                </c:pt>
                <c:pt idx="29767">
                  <c:v>0</c:v>
                </c:pt>
                <c:pt idx="29768">
                  <c:v>0</c:v>
                </c:pt>
                <c:pt idx="29769">
                  <c:v>0</c:v>
                </c:pt>
                <c:pt idx="29770">
                  <c:v>0</c:v>
                </c:pt>
                <c:pt idx="29771">
                  <c:v>0</c:v>
                </c:pt>
                <c:pt idx="29772">
                  <c:v>0</c:v>
                </c:pt>
                <c:pt idx="29773">
                  <c:v>0</c:v>
                </c:pt>
                <c:pt idx="29774">
                  <c:v>0</c:v>
                </c:pt>
                <c:pt idx="29775">
                  <c:v>0</c:v>
                </c:pt>
                <c:pt idx="29776">
                  <c:v>0</c:v>
                </c:pt>
                <c:pt idx="29777">
                  <c:v>0</c:v>
                </c:pt>
                <c:pt idx="29778">
                  <c:v>0</c:v>
                </c:pt>
                <c:pt idx="29779">
                  <c:v>0</c:v>
                </c:pt>
                <c:pt idx="29780">
                  <c:v>0</c:v>
                </c:pt>
                <c:pt idx="29781">
                  <c:v>0</c:v>
                </c:pt>
                <c:pt idx="29782">
                  <c:v>0</c:v>
                </c:pt>
                <c:pt idx="29783">
                  <c:v>0</c:v>
                </c:pt>
                <c:pt idx="29784">
                  <c:v>0</c:v>
                </c:pt>
                <c:pt idx="29785">
                  <c:v>0</c:v>
                </c:pt>
                <c:pt idx="29786">
                  <c:v>0</c:v>
                </c:pt>
                <c:pt idx="29787">
                  <c:v>0</c:v>
                </c:pt>
                <c:pt idx="29788">
                  <c:v>0</c:v>
                </c:pt>
                <c:pt idx="29789">
                  <c:v>0</c:v>
                </c:pt>
                <c:pt idx="29790">
                  <c:v>0</c:v>
                </c:pt>
                <c:pt idx="29791">
                  <c:v>0</c:v>
                </c:pt>
                <c:pt idx="29792">
                  <c:v>0</c:v>
                </c:pt>
                <c:pt idx="29793">
                  <c:v>0</c:v>
                </c:pt>
                <c:pt idx="29794">
                  <c:v>0</c:v>
                </c:pt>
                <c:pt idx="29795">
                  <c:v>0</c:v>
                </c:pt>
                <c:pt idx="29796">
                  <c:v>0</c:v>
                </c:pt>
                <c:pt idx="29797">
                  <c:v>0</c:v>
                </c:pt>
                <c:pt idx="29798">
                  <c:v>0</c:v>
                </c:pt>
                <c:pt idx="29799">
                  <c:v>0</c:v>
                </c:pt>
                <c:pt idx="29800">
                  <c:v>0</c:v>
                </c:pt>
                <c:pt idx="29801">
                  <c:v>0</c:v>
                </c:pt>
                <c:pt idx="29802">
                  <c:v>0</c:v>
                </c:pt>
                <c:pt idx="29803">
                  <c:v>0</c:v>
                </c:pt>
                <c:pt idx="29804">
                  <c:v>0</c:v>
                </c:pt>
                <c:pt idx="29805">
                  <c:v>0</c:v>
                </c:pt>
                <c:pt idx="29806">
                  <c:v>0</c:v>
                </c:pt>
                <c:pt idx="29807">
                  <c:v>0</c:v>
                </c:pt>
                <c:pt idx="29808">
                  <c:v>0</c:v>
                </c:pt>
                <c:pt idx="29809">
                  <c:v>0</c:v>
                </c:pt>
                <c:pt idx="29810">
                  <c:v>0</c:v>
                </c:pt>
                <c:pt idx="29811">
                  <c:v>0</c:v>
                </c:pt>
                <c:pt idx="29812">
                  <c:v>0</c:v>
                </c:pt>
                <c:pt idx="29813">
                  <c:v>0</c:v>
                </c:pt>
                <c:pt idx="29814">
                  <c:v>0</c:v>
                </c:pt>
                <c:pt idx="29815">
                  <c:v>0</c:v>
                </c:pt>
                <c:pt idx="29816">
                  <c:v>0</c:v>
                </c:pt>
                <c:pt idx="29817">
                  <c:v>0</c:v>
                </c:pt>
                <c:pt idx="29818">
                  <c:v>0</c:v>
                </c:pt>
                <c:pt idx="29819">
                  <c:v>0</c:v>
                </c:pt>
                <c:pt idx="29820">
                  <c:v>0</c:v>
                </c:pt>
                <c:pt idx="29821">
                  <c:v>0</c:v>
                </c:pt>
                <c:pt idx="29822">
                  <c:v>0</c:v>
                </c:pt>
                <c:pt idx="29823">
                  <c:v>0</c:v>
                </c:pt>
                <c:pt idx="29824">
                  <c:v>0</c:v>
                </c:pt>
                <c:pt idx="29825">
                  <c:v>0</c:v>
                </c:pt>
                <c:pt idx="29826">
                  <c:v>0</c:v>
                </c:pt>
                <c:pt idx="29827">
                  <c:v>0</c:v>
                </c:pt>
                <c:pt idx="29828">
                  <c:v>0</c:v>
                </c:pt>
                <c:pt idx="29829">
                  <c:v>0</c:v>
                </c:pt>
                <c:pt idx="29830">
                  <c:v>0</c:v>
                </c:pt>
                <c:pt idx="29831">
                  <c:v>0</c:v>
                </c:pt>
                <c:pt idx="29832">
                  <c:v>0</c:v>
                </c:pt>
                <c:pt idx="29833">
                  <c:v>0</c:v>
                </c:pt>
                <c:pt idx="29834">
                  <c:v>0</c:v>
                </c:pt>
                <c:pt idx="29835">
                  <c:v>0</c:v>
                </c:pt>
                <c:pt idx="29836">
                  <c:v>0</c:v>
                </c:pt>
                <c:pt idx="29837">
                  <c:v>0</c:v>
                </c:pt>
                <c:pt idx="29838">
                  <c:v>0</c:v>
                </c:pt>
                <c:pt idx="29839">
                  <c:v>0</c:v>
                </c:pt>
                <c:pt idx="29840">
                  <c:v>0</c:v>
                </c:pt>
                <c:pt idx="29841">
                  <c:v>0</c:v>
                </c:pt>
                <c:pt idx="29842">
                  <c:v>0</c:v>
                </c:pt>
                <c:pt idx="29843">
                  <c:v>0</c:v>
                </c:pt>
                <c:pt idx="29844">
                  <c:v>0</c:v>
                </c:pt>
                <c:pt idx="29845">
                  <c:v>0</c:v>
                </c:pt>
                <c:pt idx="29846">
                  <c:v>0</c:v>
                </c:pt>
                <c:pt idx="29847">
                  <c:v>0</c:v>
                </c:pt>
                <c:pt idx="29848">
                  <c:v>0</c:v>
                </c:pt>
                <c:pt idx="29849">
                  <c:v>0</c:v>
                </c:pt>
                <c:pt idx="29850">
                  <c:v>0</c:v>
                </c:pt>
                <c:pt idx="29851">
                  <c:v>0</c:v>
                </c:pt>
                <c:pt idx="29852">
                  <c:v>0</c:v>
                </c:pt>
                <c:pt idx="29853">
                  <c:v>0</c:v>
                </c:pt>
                <c:pt idx="29854">
                  <c:v>0</c:v>
                </c:pt>
                <c:pt idx="29855">
                  <c:v>0</c:v>
                </c:pt>
                <c:pt idx="29856">
                  <c:v>0</c:v>
                </c:pt>
                <c:pt idx="29857">
                  <c:v>0</c:v>
                </c:pt>
                <c:pt idx="29858">
                  <c:v>0</c:v>
                </c:pt>
                <c:pt idx="29859">
                  <c:v>0</c:v>
                </c:pt>
                <c:pt idx="29860">
                  <c:v>0</c:v>
                </c:pt>
                <c:pt idx="29861">
                  <c:v>0</c:v>
                </c:pt>
                <c:pt idx="29862">
                  <c:v>0</c:v>
                </c:pt>
                <c:pt idx="29863">
                  <c:v>0</c:v>
                </c:pt>
                <c:pt idx="29864">
                  <c:v>0</c:v>
                </c:pt>
                <c:pt idx="29865">
                  <c:v>0</c:v>
                </c:pt>
                <c:pt idx="29866">
                  <c:v>0</c:v>
                </c:pt>
                <c:pt idx="29867">
                  <c:v>0</c:v>
                </c:pt>
                <c:pt idx="29868">
                  <c:v>0</c:v>
                </c:pt>
                <c:pt idx="29869">
                  <c:v>0</c:v>
                </c:pt>
                <c:pt idx="29870">
                  <c:v>0</c:v>
                </c:pt>
                <c:pt idx="29871">
                  <c:v>0</c:v>
                </c:pt>
                <c:pt idx="29872">
                  <c:v>0</c:v>
                </c:pt>
                <c:pt idx="29873">
                  <c:v>0</c:v>
                </c:pt>
                <c:pt idx="29874">
                  <c:v>0</c:v>
                </c:pt>
                <c:pt idx="29875">
                  <c:v>0</c:v>
                </c:pt>
                <c:pt idx="29876">
                  <c:v>0</c:v>
                </c:pt>
                <c:pt idx="29877">
                  <c:v>0</c:v>
                </c:pt>
                <c:pt idx="29878">
                  <c:v>0</c:v>
                </c:pt>
                <c:pt idx="29879">
                  <c:v>0</c:v>
                </c:pt>
                <c:pt idx="29880">
                  <c:v>0</c:v>
                </c:pt>
                <c:pt idx="29881">
                  <c:v>0</c:v>
                </c:pt>
                <c:pt idx="29882">
                  <c:v>0</c:v>
                </c:pt>
                <c:pt idx="29883">
                  <c:v>0</c:v>
                </c:pt>
                <c:pt idx="29884">
                  <c:v>0</c:v>
                </c:pt>
                <c:pt idx="29885">
                  <c:v>0</c:v>
                </c:pt>
                <c:pt idx="29886">
                  <c:v>0</c:v>
                </c:pt>
                <c:pt idx="29887">
                  <c:v>0</c:v>
                </c:pt>
                <c:pt idx="29888">
                  <c:v>0</c:v>
                </c:pt>
                <c:pt idx="29889">
                  <c:v>0</c:v>
                </c:pt>
                <c:pt idx="29890">
                  <c:v>0</c:v>
                </c:pt>
                <c:pt idx="29891">
                  <c:v>0</c:v>
                </c:pt>
                <c:pt idx="29892">
                  <c:v>0</c:v>
                </c:pt>
                <c:pt idx="29893">
                  <c:v>0</c:v>
                </c:pt>
                <c:pt idx="29894">
                  <c:v>0</c:v>
                </c:pt>
                <c:pt idx="29895">
                  <c:v>0</c:v>
                </c:pt>
                <c:pt idx="29896">
                  <c:v>0</c:v>
                </c:pt>
                <c:pt idx="29897">
                  <c:v>0</c:v>
                </c:pt>
                <c:pt idx="29898">
                  <c:v>0</c:v>
                </c:pt>
                <c:pt idx="29899">
                  <c:v>0</c:v>
                </c:pt>
                <c:pt idx="29900">
                  <c:v>0</c:v>
                </c:pt>
                <c:pt idx="29901">
                  <c:v>0</c:v>
                </c:pt>
                <c:pt idx="29902">
                  <c:v>0</c:v>
                </c:pt>
                <c:pt idx="29903">
                  <c:v>0</c:v>
                </c:pt>
                <c:pt idx="29904">
                  <c:v>0</c:v>
                </c:pt>
                <c:pt idx="29905">
                  <c:v>0</c:v>
                </c:pt>
                <c:pt idx="29906">
                  <c:v>0</c:v>
                </c:pt>
                <c:pt idx="29907">
                  <c:v>0</c:v>
                </c:pt>
                <c:pt idx="29908">
                  <c:v>0</c:v>
                </c:pt>
                <c:pt idx="29909">
                  <c:v>0</c:v>
                </c:pt>
                <c:pt idx="29910">
                  <c:v>0</c:v>
                </c:pt>
                <c:pt idx="29911">
                  <c:v>0</c:v>
                </c:pt>
                <c:pt idx="29912">
                  <c:v>0</c:v>
                </c:pt>
                <c:pt idx="29913">
                  <c:v>0</c:v>
                </c:pt>
                <c:pt idx="29914">
                  <c:v>0</c:v>
                </c:pt>
                <c:pt idx="29915">
                  <c:v>0</c:v>
                </c:pt>
                <c:pt idx="29916">
                  <c:v>0</c:v>
                </c:pt>
                <c:pt idx="29917">
                  <c:v>0</c:v>
                </c:pt>
                <c:pt idx="29918">
                  <c:v>0</c:v>
                </c:pt>
                <c:pt idx="29919">
                  <c:v>0</c:v>
                </c:pt>
                <c:pt idx="29920">
                  <c:v>0</c:v>
                </c:pt>
                <c:pt idx="29921">
                  <c:v>0</c:v>
                </c:pt>
                <c:pt idx="29922">
                  <c:v>0</c:v>
                </c:pt>
                <c:pt idx="29923">
                  <c:v>0</c:v>
                </c:pt>
                <c:pt idx="29924">
                  <c:v>0</c:v>
                </c:pt>
                <c:pt idx="29925">
                  <c:v>0</c:v>
                </c:pt>
                <c:pt idx="29926">
                  <c:v>0</c:v>
                </c:pt>
                <c:pt idx="29927">
                  <c:v>0</c:v>
                </c:pt>
                <c:pt idx="29928">
                  <c:v>0</c:v>
                </c:pt>
                <c:pt idx="29929">
                  <c:v>0</c:v>
                </c:pt>
                <c:pt idx="29930">
                  <c:v>0</c:v>
                </c:pt>
                <c:pt idx="29931">
                  <c:v>0</c:v>
                </c:pt>
                <c:pt idx="29932">
                  <c:v>0</c:v>
                </c:pt>
                <c:pt idx="29933">
                  <c:v>0</c:v>
                </c:pt>
                <c:pt idx="29934">
                  <c:v>0</c:v>
                </c:pt>
                <c:pt idx="29935">
                  <c:v>0</c:v>
                </c:pt>
                <c:pt idx="29936">
                  <c:v>0</c:v>
                </c:pt>
                <c:pt idx="29937">
                  <c:v>0</c:v>
                </c:pt>
                <c:pt idx="29938">
                  <c:v>0</c:v>
                </c:pt>
                <c:pt idx="29939">
                  <c:v>0</c:v>
                </c:pt>
                <c:pt idx="29940">
                  <c:v>0</c:v>
                </c:pt>
                <c:pt idx="29941">
                  <c:v>0</c:v>
                </c:pt>
                <c:pt idx="29942">
                  <c:v>0</c:v>
                </c:pt>
                <c:pt idx="29943">
                  <c:v>0</c:v>
                </c:pt>
                <c:pt idx="29944">
                  <c:v>0</c:v>
                </c:pt>
                <c:pt idx="29945">
                  <c:v>0</c:v>
                </c:pt>
                <c:pt idx="29946">
                  <c:v>0</c:v>
                </c:pt>
                <c:pt idx="29947">
                  <c:v>0</c:v>
                </c:pt>
                <c:pt idx="29948">
                  <c:v>0</c:v>
                </c:pt>
                <c:pt idx="29949">
                  <c:v>0</c:v>
                </c:pt>
                <c:pt idx="29950">
                  <c:v>0</c:v>
                </c:pt>
                <c:pt idx="29951">
                  <c:v>0</c:v>
                </c:pt>
                <c:pt idx="29952">
                  <c:v>0</c:v>
                </c:pt>
                <c:pt idx="29953">
                  <c:v>0</c:v>
                </c:pt>
                <c:pt idx="29954">
                  <c:v>0</c:v>
                </c:pt>
                <c:pt idx="29955">
                  <c:v>0</c:v>
                </c:pt>
                <c:pt idx="29956">
                  <c:v>0</c:v>
                </c:pt>
                <c:pt idx="29957">
                  <c:v>0</c:v>
                </c:pt>
                <c:pt idx="29958">
                  <c:v>0</c:v>
                </c:pt>
                <c:pt idx="29959">
                  <c:v>0</c:v>
                </c:pt>
                <c:pt idx="29960">
                  <c:v>0</c:v>
                </c:pt>
                <c:pt idx="29961">
                  <c:v>0</c:v>
                </c:pt>
                <c:pt idx="29962">
                  <c:v>0</c:v>
                </c:pt>
                <c:pt idx="29963">
                  <c:v>0</c:v>
                </c:pt>
                <c:pt idx="29964">
                  <c:v>0</c:v>
                </c:pt>
                <c:pt idx="29965">
                  <c:v>0</c:v>
                </c:pt>
                <c:pt idx="29966">
                  <c:v>0</c:v>
                </c:pt>
                <c:pt idx="29967">
                  <c:v>0</c:v>
                </c:pt>
                <c:pt idx="29968">
                  <c:v>0</c:v>
                </c:pt>
                <c:pt idx="29969">
                  <c:v>0</c:v>
                </c:pt>
                <c:pt idx="29970">
                  <c:v>0</c:v>
                </c:pt>
                <c:pt idx="29971">
                  <c:v>0</c:v>
                </c:pt>
                <c:pt idx="29972">
                  <c:v>0</c:v>
                </c:pt>
                <c:pt idx="29973">
                  <c:v>0</c:v>
                </c:pt>
                <c:pt idx="29974">
                  <c:v>0</c:v>
                </c:pt>
                <c:pt idx="29975">
                  <c:v>0</c:v>
                </c:pt>
                <c:pt idx="29976">
                  <c:v>0</c:v>
                </c:pt>
                <c:pt idx="29977">
                  <c:v>0</c:v>
                </c:pt>
                <c:pt idx="29978">
                  <c:v>0</c:v>
                </c:pt>
                <c:pt idx="29979">
                  <c:v>0</c:v>
                </c:pt>
                <c:pt idx="29980">
                  <c:v>0</c:v>
                </c:pt>
                <c:pt idx="29981">
                  <c:v>0</c:v>
                </c:pt>
                <c:pt idx="29982">
                  <c:v>0</c:v>
                </c:pt>
                <c:pt idx="29983">
                  <c:v>0</c:v>
                </c:pt>
                <c:pt idx="29984">
                  <c:v>0</c:v>
                </c:pt>
                <c:pt idx="29985">
                  <c:v>0</c:v>
                </c:pt>
                <c:pt idx="29986">
                  <c:v>0</c:v>
                </c:pt>
                <c:pt idx="29987">
                  <c:v>0</c:v>
                </c:pt>
                <c:pt idx="29988">
                  <c:v>0</c:v>
                </c:pt>
                <c:pt idx="29989">
                  <c:v>0</c:v>
                </c:pt>
                <c:pt idx="29990">
                  <c:v>0</c:v>
                </c:pt>
                <c:pt idx="29991">
                  <c:v>0</c:v>
                </c:pt>
                <c:pt idx="29992">
                  <c:v>0</c:v>
                </c:pt>
                <c:pt idx="29993">
                  <c:v>0</c:v>
                </c:pt>
                <c:pt idx="29994">
                  <c:v>0</c:v>
                </c:pt>
                <c:pt idx="29995">
                  <c:v>0</c:v>
                </c:pt>
                <c:pt idx="29996">
                  <c:v>0</c:v>
                </c:pt>
                <c:pt idx="29997">
                  <c:v>0</c:v>
                </c:pt>
                <c:pt idx="29998">
                  <c:v>0</c:v>
                </c:pt>
                <c:pt idx="29999">
                  <c:v>0</c:v>
                </c:pt>
                <c:pt idx="30000">
                  <c:v>0</c:v>
                </c:pt>
                <c:pt idx="30001">
                  <c:v>0</c:v>
                </c:pt>
                <c:pt idx="30002">
                  <c:v>0</c:v>
                </c:pt>
                <c:pt idx="30003">
                  <c:v>0</c:v>
                </c:pt>
                <c:pt idx="30004">
                  <c:v>0</c:v>
                </c:pt>
                <c:pt idx="30005">
                  <c:v>0</c:v>
                </c:pt>
                <c:pt idx="30006">
                  <c:v>0</c:v>
                </c:pt>
                <c:pt idx="30007">
                  <c:v>0</c:v>
                </c:pt>
                <c:pt idx="30008">
                  <c:v>0</c:v>
                </c:pt>
                <c:pt idx="30009">
                  <c:v>0</c:v>
                </c:pt>
                <c:pt idx="30010">
                  <c:v>0</c:v>
                </c:pt>
                <c:pt idx="30011">
                  <c:v>0</c:v>
                </c:pt>
                <c:pt idx="30012">
                  <c:v>0</c:v>
                </c:pt>
                <c:pt idx="30013">
                  <c:v>0</c:v>
                </c:pt>
                <c:pt idx="30014">
                  <c:v>0</c:v>
                </c:pt>
                <c:pt idx="30015">
                  <c:v>0</c:v>
                </c:pt>
                <c:pt idx="30016">
                  <c:v>0</c:v>
                </c:pt>
                <c:pt idx="30017">
                  <c:v>0</c:v>
                </c:pt>
                <c:pt idx="30018">
                  <c:v>0</c:v>
                </c:pt>
                <c:pt idx="30019">
                  <c:v>0</c:v>
                </c:pt>
                <c:pt idx="30020">
                  <c:v>0</c:v>
                </c:pt>
                <c:pt idx="30021">
                  <c:v>0</c:v>
                </c:pt>
                <c:pt idx="30022">
                  <c:v>0</c:v>
                </c:pt>
                <c:pt idx="30023">
                  <c:v>0</c:v>
                </c:pt>
                <c:pt idx="30024">
                  <c:v>0</c:v>
                </c:pt>
                <c:pt idx="30025">
                  <c:v>0</c:v>
                </c:pt>
                <c:pt idx="30026">
                  <c:v>0</c:v>
                </c:pt>
                <c:pt idx="30027">
                  <c:v>0</c:v>
                </c:pt>
                <c:pt idx="30028">
                  <c:v>0</c:v>
                </c:pt>
                <c:pt idx="30029">
                  <c:v>0</c:v>
                </c:pt>
                <c:pt idx="30030">
                  <c:v>0</c:v>
                </c:pt>
                <c:pt idx="30031">
                  <c:v>0</c:v>
                </c:pt>
                <c:pt idx="30032">
                  <c:v>0</c:v>
                </c:pt>
                <c:pt idx="30033">
                  <c:v>0</c:v>
                </c:pt>
                <c:pt idx="30034">
                  <c:v>0</c:v>
                </c:pt>
                <c:pt idx="30035">
                  <c:v>0</c:v>
                </c:pt>
                <c:pt idx="30036">
                  <c:v>0</c:v>
                </c:pt>
                <c:pt idx="30037">
                  <c:v>0</c:v>
                </c:pt>
                <c:pt idx="30038">
                  <c:v>0</c:v>
                </c:pt>
                <c:pt idx="30039">
                  <c:v>0</c:v>
                </c:pt>
                <c:pt idx="30040">
                  <c:v>0</c:v>
                </c:pt>
                <c:pt idx="30041">
                  <c:v>0</c:v>
                </c:pt>
                <c:pt idx="30042">
                  <c:v>0</c:v>
                </c:pt>
                <c:pt idx="30043">
                  <c:v>0</c:v>
                </c:pt>
                <c:pt idx="30044">
                  <c:v>0</c:v>
                </c:pt>
                <c:pt idx="30045">
                  <c:v>0</c:v>
                </c:pt>
                <c:pt idx="30046">
                  <c:v>0</c:v>
                </c:pt>
                <c:pt idx="30047">
                  <c:v>0</c:v>
                </c:pt>
                <c:pt idx="30048">
                  <c:v>0</c:v>
                </c:pt>
                <c:pt idx="30049">
                  <c:v>0</c:v>
                </c:pt>
                <c:pt idx="30050">
                  <c:v>0</c:v>
                </c:pt>
                <c:pt idx="30051">
                  <c:v>0</c:v>
                </c:pt>
                <c:pt idx="30052">
                  <c:v>0</c:v>
                </c:pt>
                <c:pt idx="30053">
                  <c:v>0</c:v>
                </c:pt>
                <c:pt idx="30054">
                  <c:v>0</c:v>
                </c:pt>
                <c:pt idx="30055">
                  <c:v>0</c:v>
                </c:pt>
                <c:pt idx="30056">
                  <c:v>0</c:v>
                </c:pt>
                <c:pt idx="30057">
                  <c:v>0</c:v>
                </c:pt>
                <c:pt idx="30058">
                  <c:v>0</c:v>
                </c:pt>
                <c:pt idx="30059">
                  <c:v>0</c:v>
                </c:pt>
                <c:pt idx="30060">
                  <c:v>0</c:v>
                </c:pt>
                <c:pt idx="30061">
                  <c:v>0</c:v>
                </c:pt>
                <c:pt idx="30062">
                  <c:v>0</c:v>
                </c:pt>
                <c:pt idx="30063">
                  <c:v>0</c:v>
                </c:pt>
                <c:pt idx="30064">
                  <c:v>0</c:v>
                </c:pt>
                <c:pt idx="30065">
                  <c:v>0</c:v>
                </c:pt>
                <c:pt idx="30066">
                  <c:v>0</c:v>
                </c:pt>
                <c:pt idx="30067">
                  <c:v>0</c:v>
                </c:pt>
                <c:pt idx="30068">
                  <c:v>0</c:v>
                </c:pt>
                <c:pt idx="30069">
                  <c:v>0</c:v>
                </c:pt>
                <c:pt idx="30070">
                  <c:v>0</c:v>
                </c:pt>
                <c:pt idx="30071">
                  <c:v>0</c:v>
                </c:pt>
                <c:pt idx="30072">
                  <c:v>0</c:v>
                </c:pt>
                <c:pt idx="30073">
                  <c:v>0</c:v>
                </c:pt>
                <c:pt idx="30074">
                  <c:v>0</c:v>
                </c:pt>
                <c:pt idx="30075">
                  <c:v>0</c:v>
                </c:pt>
                <c:pt idx="30076">
                  <c:v>0</c:v>
                </c:pt>
                <c:pt idx="30077">
                  <c:v>0</c:v>
                </c:pt>
                <c:pt idx="30078">
                  <c:v>0</c:v>
                </c:pt>
                <c:pt idx="30079">
                  <c:v>0</c:v>
                </c:pt>
                <c:pt idx="30080">
                  <c:v>0</c:v>
                </c:pt>
                <c:pt idx="30081">
                  <c:v>0</c:v>
                </c:pt>
                <c:pt idx="30082">
                  <c:v>0</c:v>
                </c:pt>
                <c:pt idx="30083">
                  <c:v>0</c:v>
                </c:pt>
                <c:pt idx="30084">
                  <c:v>0</c:v>
                </c:pt>
                <c:pt idx="30085">
                  <c:v>0</c:v>
                </c:pt>
                <c:pt idx="30086">
                  <c:v>0</c:v>
                </c:pt>
                <c:pt idx="30087">
                  <c:v>0</c:v>
                </c:pt>
                <c:pt idx="30088">
                  <c:v>0</c:v>
                </c:pt>
                <c:pt idx="30089">
                  <c:v>0</c:v>
                </c:pt>
                <c:pt idx="30090">
                  <c:v>0</c:v>
                </c:pt>
                <c:pt idx="30091">
                  <c:v>0</c:v>
                </c:pt>
                <c:pt idx="30092">
                  <c:v>0</c:v>
                </c:pt>
                <c:pt idx="30093">
                  <c:v>0</c:v>
                </c:pt>
                <c:pt idx="30094">
                  <c:v>0</c:v>
                </c:pt>
                <c:pt idx="30095">
                  <c:v>0</c:v>
                </c:pt>
                <c:pt idx="30096">
                  <c:v>0</c:v>
                </c:pt>
                <c:pt idx="30097">
                  <c:v>0</c:v>
                </c:pt>
                <c:pt idx="30098">
                  <c:v>0</c:v>
                </c:pt>
                <c:pt idx="30099">
                  <c:v>0</c:v>
                </c:pt>
                <c:pt idx="30100">
                  <c:v>0</c:v>
                </c:pt>
                <c:pt idx="30101">
                  <c:v>0</c:v>
                </c:pt>
                <c:pt idx="30102">
                  <c:v>0</c:v>
                </c:pt>
                <c:pt idx="30103">
                  <c:v>0</c:v>
                </c:pt>
                <c:pt idx="30104">
                  <c:v>0</c:v>
                </c:pt>
                <c:pt idx="30105">
                  <c:v>0</c:v>
                </c:pt>
                <c:pt idx="30106">
                  <c:v>0</c:v>
                </c:pt>
                <c:pt idx="30107">
                  <c:v>0</c:v>
                </c:pt>
                <c:pt idx="30108">
                  <c:v>0</c:v>
                </c:pt>
                <c:pt idx="30109">
                  <c:v>0</c:v>
                </c:pt>
                <c:pt idx="30110">
                  <c:v>0</c:v>
                </c:pt>
                <c:pt idx="30111">
                  <c:v>0</c:v>
                </c:pt>
                <c:pt idx="30112">
                  <c:v>0</c:v>
                </c:pt>
                <c:pt idx="30113">
                  <c:v>0</c:v>
                </c:pt>
                <c:pt idx="30114">
                  <c:v>0</c:v>
                </c:pt>
                <c:pt idx="30115">
                  <c:v>0</c:v>
                </c:pt>
                <c:pt idx="30116">
                  <c:v>0</c:v>
                </c:pt>
                <c:pt idx="30117">
                  <c:v>0</c:v>
                </c:pt>
                <c:pt idx="30118">
                  <c:v>0</c:v>
                </c:pt>
                <c:pt idx="30119">
                  <c:v>0</c:v>
                </c:pt>
                <c:pt idx="30120">
                  <c:v>0</c:v>
                </c:pt>
                <c:pt idx="30121">
                  <c:v>0</c:v>
                </c:pt>
                <c:pt idx="30122">
                  <c:v>0</c:v>
                </c:pt>
                <c:pt idx="30123">
                  <c:v>0</c:v>
                </c:pt>
                <c:pt idx="30124">
                  <c:v>0</c:v>
                </c:pt>
                <c:pt idx="30125">
                  <c:v>0</c:v>
                </c:pt>
                <c:pt idx="30126">
                  <c:v>0</c:v>
                </c:pt>
                <c:pt idx="30127">
                  <c:v>0</c:v>
                </c:pt>
                <c:pt idx="30128">
                  <c:v>0</c:v>
                </c:pt>
                <c:pt idx="30129">
                  <c:v>0</c:v>
                </c:pt>
                <c:pt idx="30130">
                  <c:v>0</c:v>
                </c:pt>
                <c:pt idx="30131">
                  <c:v>0</c:v>
                </c:pt>
                <c:pt idx="30132">
                  <c:v>0</c:v>
                </c:pt>
                <c:pt idx="30133">
                  <c:v>0</c:v>
                </c:pt>
                <c:pt idx="30134">
                  <c:v>0</c:v>
                </c:pt>
                <c:pt idx="30135">
                  <c:v>0</c:v>
                </c:pt>
                <c:pt idx="30136">
                  <c:v>0</c:v>
                </c:pt>
                <c:pt idx="30137">
                  <c:v>0</c:v>
                </c:pt>
                <c:pt idx="30138">
                  <c:v>0</c:v>
                </c:pt>
                <c:pt idx="30139">
                  <c:v>0</c:v>
                </c:pt>
                <c:pt idx="30140">
                  <c:v>0</c:v>
                </c:pt>
                <c:pt idx="30141">
                  <c:v>0</c:v>
                </c:pt>
                <c:pt idx="30142">
                  <c:v>0</c:v>
                </c:pt>
                <c:pt idx="30143">
                  <c:v>0</c:v>
                </c:pt>
                <c:pt idx="30144">
                  <c:v>0</c:v>
                </c:pt>
                <c:pt idx="30145">
                  <c:v>0</c:v>
                </c:pt>
                <c:pt idx="30146">
                  <c:v>0</c:v>
                </c:pt>
                <c:pt idx="30147">
                  <c:v>0</c:v>
                </c:pt>
                <c:pt idx="30148">
                  <c:v>0</c:v>
                </c:pt>
                <c:pt idx="30149">
                  <c:v>0</c:v>
                </c:pt>
                <c:pt idx="30150">
                  <c:v>0</c:v>
                </c:pt>
                <c:pt idx="30151">
                  <c:v>0</c:v>
                </c:pt>
                <c:pt idx="30152">
                  <c:v>0</c:v>
                </c:pt>
                <c:pt idx="30153">
                  <c:v>0</c:v>
                </c:pt>
                <c:pt idx="30154">
                  <c:v>0</c:v>
                </c:pt>
                <c:pt idx="30155">
                  <c:v>0</c:v>
                </c:pt>
                <c:pt idx="30156">
                  <c:v>0</c:v>
                </c:pt>
                <c:pt idx="30157">
                  <c:v>0</c:v>
                </c:pt>
                <c:pt idx="30158">
                  <c:v>0</c:v>
                </c:pt>
                <c:pt idx="30159">
                  <c:v>0</c:v>
                </c:pt>
                <c:pt idx="30160">
                  <c:v>0</c:v>
                </c:pt>
                <c:pt idx="30161">
                  <c:v>0</c:v>
                </c:pt>
                <c:pt idx="30162">
                  <c:v>0</c:v>
                </c:pt>
                <c:pt idx="30163">
                  <c:v>0</c:v>
                </c:pt>
                <c:pt idx="30164">
                  <c:v>0</c:v>
                </c:pt>
                <c:pt idx="30165">
                  <c:v>0</c:v>
                </c:pt>
                <c:pt idx="30166">
                  <c:v>0</c:v>
                </c:pt>
                <c:pt idx="30167">
                  <c:v>0</c:v>
                </c:pt>
                <c:pt idx="30168">
                  <c:v>0</c:v>
                </c:pt>
                <c:pt idx="30169">
                  <c:v>0</c:v>
                </c:pt>
                <c:pt idx="30170">
                  <c:v>0</c:v>
                </c:pt>
                <c:pt idx="30171">
                  <c:v>0</c:v>
                </c:pt>
                <c:pt idx="30172">
                  <c:v>0</c:v>
                </c:pt>
                <c:pt idx="30173">
                  <c:v>0</c:v>
                </c:pt>
                <c:pt idx="30174">
                  <c:v>0</c:v>
                </c:pt>
                <c:pt idx="30175">
                  <c:v>0</c:v>
                </c:pt>
                <c:pt idx="30176">
                  <c:v>0</c:v>
                </c:pt>
                <c:pt idx="30177">
                  <c:v>0</c:v>
                </c:pt>
                <c:pt idx="30178">
                  <c:v>0</c:v>
                </c:pt>
                <c:pt idx="30179">
                  <c:v>0</c:v>
                </c:pt>
                <c:pt idx="30180">
                  <c:v>0</c:v>
                </c:pt>
                <c:pt idx="30181">
                  <c:v>0</c:v>
                </c:pt>
                <c:pt idx="30182">
                  <c:v>0</c:v>
                </c:pt>
                <c:pt idx="30183">
                  <c:v>0</c:v>
                </c:pt>
                <c:pt idx="30184">
                  <c:v>0</c:v>
                </c:pt>
                <c:pt idx="30185">
                  <c:v>0</c:v>
                </c:pt>
                <c:pt idx="30186">
                  <c:v>0</c:v>
                </c:pt>
                <c:pt idx="30187">
                  <c:v>0</c:v>
                </c:pt>
                <c:pt idx="30188">
                  <c:v>0</c:v>
                </c:pt>
                <c:pt idx="30189">
                  <c:v>0</c:v>
                </c:pt>
                <c:pt idx="30190">
                  <c:v>0</c:v>
                </c:pt>
                <c:pt idx="30191">
                  <c:v>0</c:v>
                </c:pt>
                <c:pt idx="30192">
                  <c:v>0</c:v>
                </c:pt>
                <c:pt idx="30193">
                  <c:v>0</c:v>
                </c:pt>
                <c:pt idx="30194">
                  <c:v>0</c:v>
                </c:pt>
                <c:pt idx="30195">
                  <c:v>0</c:v>
                </c:pt>
                <c:pt idx="30196">
                  <c:v>0</c:v>
                </c:pt>
                <c:pt idx="30197">
                  <c:v>0</c:v>
                </c:pt>
                <c:pt idx="30198">
                  <c:v>0</c:v>
                </c:pt>
                <c:pt idx="30199">
                  <c:v>0</c:v>
                </c:pt>
                <c:pt idx="30200">
                  <c:v>0</c:v>
                </c:pt>
                <c:pt idx="30201">
                  <c:v>0</c:v>
                </c:pt>
                <c:pt idx="30202">
                  <c:v>0</c:v>
                </c:pt>
                <c:pt idx="30203">
                  <c:v>0</c:v>
                </c:pt>
                <c:pt idx="30204">
                  <c:v>0</c:v>
                </c:pt>
                <c:pt idx="30205">
                  <c:v>0</c:v>
                </c:pt>
                <c:pt idx="30206">
                  <c:v>0</c:v>
                </c:pt>
                <c:pt idx="30207">
                  <c:v>0</c:v>
                </c:pt>
                <c:pt idx="30208">
                  <c:v>0</c:v>
                </c:pt>
                <c:pt idx="30209">
                  <c:v>0</c:v>
                </c:pt>
                <c:pt idx="30210">
                  <c:v>0</c:v>
                </c:pt>
                <c:pt idx="30211">
                  <c:v>0</c:v>
                </c:pt>
                <c:pt idx="30212">
                  <c:v>0</c:v>
                </c:pt>
                <c:pt idx="30213">
                  <c:v>0</c:v>
                </c:pt>
                <c:pt idx="30214">
                  <c:v>0</c:v>
                </c:pt>
                <c:pt idx="30215">
                  <c:v>0</c:v>
                </c:pt>
                <c:pt idx="30216">
                  <c:v>0</c:v>
                </c:pt>
                <c:pt idx="30217">
                  <c:v>0</c:v>
                </c:pt>
                <c:pt idx="30218">
                  <c:v>0</c:v>
                </c:pt>
                <c:pt idx="30219">
                  <c:v>0</c:v>
                </c:pt>
                <c:pt idx="30220">
                  <c:v>0</c:v>
                </c:pt>
                <c:pt idx="30221">
                  <c:v>0</c:v>
                </c:pt>
                <c:pt idx="30222">
                  <c:v>0</c:v>
                </c:pt>
                <c:pt idx="30223">
                  <c:v>0</c:v>
                </c:pt>
                <c:pt idx="30224">
                  <c:v>0</c:v>
                </c:pt>
                <c:pt idx="30225">
                  <c:v>0</c:v>
                </c:pt>
                <c:pt idx="30226">
                  <c:v>0</c:v>
                </c:pt>
                <c:pt idx="30227">
                  <c:v>0</c:v>
                </c:pt>
                <c:pt idx="30228">
                  <c:v>0</c:v>
                </c:pt>
                <c:pt idx="30229">
                  <c:v>0</c:v>
                </c:pt>
                <c:pt idx="30230">
                  <c:v>0</c:v>
                </c:pt>
                <c:pt idx="30231">
                  <c:v>0</c:v>
                </c:pt>
                <c:pt idx="30232">
                  <c:v>0</c:v>
                </c:pt>
                <c:pt idx="30233">
                  <c:v>0</c:v>
                </c:pt>
                <c:pt idx="30234">
                  <c:v>0</c:v>
                </c:pt>
                <c:pt idx="30235">
                  <c:v>0</c:v>
                </c:pt>
                <c:pt idx="30236">
                  <c:v>0</c:v>
                </c:pt>
                <c:pt idx="30237">
                  <c:v>0</c:v>
                </c:pt>
                <c:pt idx="30238">
                  <c:v>0</c:v>
                </c:pt>
                <c:pt idx="30239">
                  <c:v>0</c:v>
                </c:pt>
                <c:pt idx="30240">
                  <c:v>0</c:v>
                </c:pt>
                <c:pt idx="30241">
                  <c:v>0</c:v>
                </c:pt>
                <c:pt idx="30242">
                  <c:v>0</c:v>
                </c:pt>
                <c:pt idx="30243">
                  <c:v>0</c:v>
                </c:pt>
                <c:pt idx="30244">
                  <c:v>0</c:v>
                </c:pt>
                <c:pt idx="30245">
                  <c:v>0</c:v>
                </c:pt>
                <c:pt idx="30246">
                  <c:v>0</c:v>
                </c:pt>
                <c:pt idx="30247">
                  <c:v>0</c:v>
                </c:pt>
                <c:pt idx="30248">
                  <c:v>0</c:v>
                </c:pt>
                <c:pt idx="30249">
                  <c:v>0</c:v>
                </c:pt>
                <c:pt idx="30250">
                  <c:v>0</c:v>
                </c:pt>
                <c:pt idx="30251">
                  <c:v>0</c:v>
                </c:pt>
                <c:pt idx="30252">
                  <c:v>0</c:v>
                </c:pt>
                <c:pt idx="30253">
                  <c:v>0</c:v>
                </c:pt>
                <c:pt idx="30254">
                  <c:v>0</c:v>
                </c:pt>
                <c:pt idx="30255">
                  <c:v>0</c:v>
                </c:pt>
                <c:pt idx="30256">
                  <c:v>0</c:v>
                </c:pt>
                <c:pt idx="30257">
                  <c:v>0</c:v>
                </c:pt>
                <c:pt idx="30258">
                  <c:v>0</c:v>
                </c:pt>
                <c:pt idx="30259">
                  <c:v>0</c:v>
                </c:pt>
                <c:pt idx="30260">
                  <c:v>0</c:v>
                </c:pt>
                <c:pt idx="30261">
                  <c:v>0</c:v>
                </c:pt>
                <c:pt idx="30262">
                  <c:v>0</c:v>
                </c:pt>
                <c:pt idx="30263">
                  <c:v>0</c:v>
                </c:pt>
                <c:pt idx="30264">
                  <c:v>0</c:v>
                </c:pt>
                <c:pt idx="30265">
                  <c:v>0</c:v>
                </c:pt>
                <c:pt idx="30266">
                  <c:v>0</c:v>
                </c:pt>
                <c:pt idx="30267">
                  <c:v>0</c:v>
                </c:pt>
                <c:pt idx="30268">
                  <c:v>0</c:v>
                </c:pt>
                <c:pt idx="30269">
                  <c:v>0</c:v>
                </c:pt>
                <c:pt idx="30270">
                  <c:v>0</c:v>
                </c:pt>
                <c:pt idx="30271">
                  <c:v>0</c:v>
                </c:pt>
                <c:pt idx="30272">
                  <c:v>0</c:v>
                </c:pt>
                <c:pt idx="30273">
                  <c:v>0</c:v>
                </c:pt>
                <c:pt idx="30274">
                  <c:v>0</c:v>
                </c:pt>
                <c:pt idx="30275">
                  <c:v>0</c:v>
                </c:pt>
                <c:pt idx="30276">
                  <c:v>0</c:v>
                </c:pt>
                <c:pt idx="30277">
                  <c:v>0</c:v>
                </c:pt>
                <c:pt idx="30278">
                  <c:v>0</c:v>
                </c:pt>
                <c:pt idx="30279">
                  <c:v>0</c:v>
                </c:pt>
                <c:pt idx="30280">
                  <c:v>0</c:v>
                </c:pt>
                <c:pt idx="30281">
                  <c:v>0</c:v>
                </c:pt>
                <c:pt idx="30282">
                  <c:v>0</c:v>
                </c:pt>
                <c:pt idx="30283">
                  <c:v>0</c:v>
                </c:pt>
                <c:pt idx="30284">
                  <c:v>0</c:v>
                </c:pt>
                <c:pt idx="30285">
                  <c:v>0</c:v>
                </c:pt>
                <c:pt idx="30286">
                  <c:v>0</c:v>
                </c:pt>
                <c:pt idx="30287">
                  <c:v>0</c:v>
                </c:pt>
                <c:pt idx="30288">
                  <c:v>0</c:v>
                </c:pt>
                <c:pt idx="30289">
                  <c:v>0</c:v>
                </c:pt>
                <c:pt idx="30290">
                  <c:v>0</c:v>
                </c:pt>
                <c:pt idx="30291">
                  <c:v>0</c:v>
                </c:pt>
                <c:pt idx="30292">
                  <c:v>0</c:v>
                </c:pt>
                <c:pt idx="30293">
                  <c:v>0</c:v>
                </c:pt>
                <c:pt idx="30294">
                  <c:v>0</c:v>
                </c:pt>
                <c:pt idx="30295">
                  <c:v>0</c:v>
                </c:pt>
                <c:pt idx="30296">
                  <c:v>0</c:v>
                </c:pt>
                <c:pt idx="30297">
                  <c:v>0</c:v>
                </c:pt>
                <c:pt idx="30298">
                  <c:v>0</c:v>
                </c:pt>
                <c:pt idx="30299">
                  <c:v>0</c:v>
                </c:pt>
                <c:pt idx="30300">
                  <c:v>0</c:v>
                </c:pt>
                <c:pt idx="30301">
                  <c:v>0</c:v>
                </c:pt>
                <c:pt idx="30302">
                  <c:v>0</c:v>
                </c:pt>
                <c:pt idx="30303">
                  <c:v>0</c:v>
                </c:pt>
                <c:pt idx="30304">
                  <c:v>0</c:v>
                </c:pt>
                <c:pt idx="30305">
                  <c:v>0</c:v>
                </c:pt>
                <c:pt idx="30306">
                  <c:v>0</c:v>
                </c:pt>
                <c:pt idx="30307">
                  <c:v>0</c:v>
                </c:pt>
                <c:pt idx="30308">
                  <c:v>0</c:v>
                </c:pt>
                <c:pt idx="30309">
                  <c:v>0</c:v>
                </c:pt>
                <c:pt idx="30310">
                  <c:v>0</c:v>
                </c:pt>
                <c:pt idx="30311">
                  <c:v>0</c:v>
                </c:pt>
                <c:pt idx="30312">
                  <c:v>0</c:v>
                </c:pt>
                <c:pt idx="30313">
                  <c:v>0</c:v>
                </c:pt>
                <c:pt idx="30314">
                  <c:v>0</c:v>
                </c:pt>
                <c:pt idx="30315">
                  <c:v>0</c:v>
                </c:pt>
                <c:pt idx="30316">
                  <c:v>0</c:v>
                </c:pt>
                <c:pt idx="30317">
                  <c:v>0</c:v>
                </c:pt>
                <c:pt idx="30318">
                  <c:v>0</c:v>
                </c:pt>
                <c:pt idx="30319">
                  <c:v>0</c:v>
                </c:pt>
                <c:pt idx="30320">
                  <c:v>0</c:v>
                </c:pt>
                <c:pt idx="30321">
                  <c:v>0</c:v>
                </c:pt>
                <c:pt idx="30322">
                  <c:v>0</c:v>
                </c:pt>
                <c:pt idx="30323">
                  <c:v>0</c:v>
                </c:pt>
                <c:pt idx="30324">
                  <c:v>0</c:v>
                </c:pt>
                <c:pt idx="30325">
                  <c:v>0</c:v>
                </c:pt>
                <c:pt idx="30326">
                  <c:v>0</c:v>
                </c:pt>
                <c:pt idx="30327">
                  <c:v>0</c:v>
                </c:pt>
                <c:pt idx="30328">
                  <c:v>0</c:v>
                </c:pt>
                <c:pt idx="30329">
                  <c:v>0</c:v>
                </c:pt>
                <c:pt idx="30330">
                  <c:v>0</c:v>
                </c:pt>
                <c:pt idx="30331">
                  <c:v>0</c:v>
                </c:pt>
                <c:pt idx="30332">
                  <c:v>0</c:v>
                </c:pt>
                <c:pt idx="30333">
                  <c:v>0</c:v>
                </c:pt>
                <c:pt idx="30334">
                  <c:v>0</c:v>
                </c:pt>
                <c:pt idx="30335">
                  <c:v>0</c:v>
                </c:pt>
                <c:pt idx="30336">
                  <c:v>0</c:v>
                </c:pt>
                <c:pt idx="30337">
                  <c:v>0</c:v>
                </c:pt>
                <c:pt idx="30338">
                  <c:v>0</c:v>
                </c:pt>
                <c:pt idx="30339">
                  <c:v>0</c:v>
                </c:pt>
                <c:pt idx="30340">
                  <c:v>0</c:v>
                </c:pt>
                <c:pt idx="30341">
                  <c:v>0</c:v>
                </c:pt>
                <c:pt idx="30342">
                  <c:v>0</c:v>
                </c:pt>
                <c:pt idx="30343">
                  <c:v>0</c:v>
                </c:pt>
                <c:pt idx="30344">
                  <c:v>0</c:v>
                </c:pt>
                <c:pt idx="30345">
                  <c:v>0</c:v>
                </c:pt>
                <c:pt idx="30346">
                  <c:v>0</c:v>
                </c:pt>
                <c:pt idx="30347">
                  <c:v>0</c:v>
                </c:pt>
                <c:pt idx="30348">
                  <c:v>0</c:v>
                </c:pt>
                <c:pt idx="30349">
                  <c:v>0</c:v>
                </c:pt>
                <c:pt idx="30350">
                  <c:v>0</c:v>
                </c:pt>
                <c:pt idx="30351">
                  <c:v>0</c:v>
                </c:pt>
                <c:pt idx="30352">
                  <c:v>0</c:v>
                </c:pt>
                <c:pt idx="30353">
                  <c:v>0</c:v>
                </c:pt>
                <c:pt idx="30354">
                  <c:v>0</c:v>
                </c:pt>
                <c:pt idx="30355">
                  <c:v>0</c:v>
                </c:pt>
                <c:pt idx="30356">
                  <c:v>0</c:v>
                </c:pt>
                <c:pt idx="30357">
                  <c:v>0</c:v>
                </c:pt>
                <c:pt idx="30358">
                  <c:v>0</c:v>
                </c:pt>
                <c:pt idx="30359">
                  <c:v>0</c:v>
                </c:pt>
                <c:pt idx="30360">
                  <c:v>0</c:v>
                </c:pt>
                <c:pt idx="30361">
                  <c:v>0</c:v>
                </c:pt>
                <c:pt idx="30362">
                  <c:v>0</c:v>
                </c:pt>
                <c:pt idx="30363">
                  <c:v>0</c:v>
                </c:pt>
                <c:pt idx="30364">
                  <c:v>0</c:v>
                </c:pt>
                <c:pt idx="30365">
                  <c:v>0</c:v>
                </c:pt>
                <c:pt idx="30366">
                  <c:v>0</c:v>
                </c:pt>
                <c:pt idx="30367">
                  <c:v>0</c:v>
                </c:pt>
                <c:pt idx="30368">
                  <c:v>0</c:v>
                </c:pt>
                <c:pt idx="30369">
                  <c:v>0</c:v>
                </c:pt>
                <c:pt idx="30370">
                  <c:v>0</c:v>
                </c:pt>
                <c:pt idx="30371">
                  <c:v>0</c:v>
                </c:pt>
                <c:pt idx="30372">
                  <c:v>0</c:v>
                </c:pt>
                <c:pt idx="30373">
                  <c:v>0</c:v>
                </c:pt>
                <c:pt idx="30374">
                  <c:v>0</c:v>
                </c:pt>
                <c:pt idx="30375">
                  <c:v>0</c:v>
                </c:pt>
                <c:pt idx="30376">
                  <c:v>0</c:v>
                </c:pt>
                <c:pt idx="30377">
                  <c:v>0</c:v>
                </c:pt>
                <c:pt idx="30378">
                  <c:v>0</c:v>
                </c:pt>
                <c:pt idx="30379">
                  <c:v>0</c:v>
                </c:pt>
                <c:pt idx="30380">
                  <c:v>0</c:v>
                </c:pt>
                <c:pt idx="30381">
                  <c:v>0</c:v>
                </c:pt>
                <c:pt idx="30382">
                  <c:v>0</c:v>
                </c:pt>
                <c:pt idx="30383">
                  <c:v>0</c:v>
                </c:pt>
                <c:pt idx="30384">
                  <c:v>0</c:v>
                </c:pt>
                <c:pt idx="30385">
                  <c:v>0</c:v>
                </c:pt>
                <c:pt idx="30386">
                  <c:v>0</c:v>
                </c:pt>
                <c:pt idx="30387">
                  <c:v>0</c:v>
                </c:pt>
                <c:pt idx="30388">
                  <c:v>0</c:v>
                </c:pt>
                <c:pt idx="30389">
                  <c:v>0</c:v>
                </c:pt>
                <c:pt idx="30390">
                  <c:v>0</c:v>
                </c:pt>
                <c:pt idx="30391">
                  <c:v>0</c:v>
                </c:pt>
                <c:pt idx="30392">
                  <c:v>0</c:v>
                </c:pt>
                <c:pt idx="30393">
                  <c:v>0</c:v>
                </c:pt>
                <c:pt idx="30394">
                  <c:v>0</c:v>
                </c:pt>
                <c:pt idx="30395">
                  <c:v>0</c:v>
                </c:pt>
                <c:pt idx="30396">
                  <c:v>0</c:v>
                </c:pt>
                <c:pt idx="30397">
                  <c:v>0</c:v>
                </c:pt>
                <c:pt idx="30398">
                  <c:v>0</c:v>
                </c:pt>
                <c:pt idx="30399">
                  <c:v>0</c:v>
                </c:pt>
                <c:pt idx="30400">
                  <c:v>0</c:v>
                </c:pt>
                <c:pt idx="30401">
                  <c:v>0</c:v>
                </c:pt>
                <c:pt idx="30402">
                  <c:v>0</c:v>
                </c:pt>
                <c:pt idx="30403">
                  <c:v>0</c:v>
                </c:pt>
                <c:pt idx="30404">
                  <c:v>0</c:v>
                </c:pt>
                <c:pt idx="30405">
                  <c:v>0</c:v>
                </c:pt>
                <c:pt idx="30406">
                  <c:v>0</c:v>
                </c:pt>
                <c:pt idx="30407">
                  <c:v>0</c:v>
                </c:pt>
                <c:pt idx="30408">
                  <c:v>0</c:v>
                </c:pt>
                <c:pt idx="30409">
                  <c:v>0</c:v>
                </c:pt>
                <c:pt idx="30410">
                  <c:v>0</c:v>
                </c:pt>
                <c:pt idx="30411">
                  <c:v>0</c:v>
                </c:pt>
                <c:pt idx="30412">
                  <c:v>0</c:v>
                </c:pt>
                <c:pt idx="30413">
                  <c:v>0</c:v>
                </c:pt>
                <c:pt idx="30414">
                  <c:v>0</c:v>
                </c:pt>
                <c:pt idx="30415">
                  <c:v>0</c:v>
                </c:pt>
                <c:pt idx="30416">
                  <c:v>0</c:v>
                </c:pt>
                <c:pt idx="30417">
                  <c:v>0</c:v>
                </c:pt>
                <c:pt idx="30418">
                  <c:v>0</c:v>
                </c:pt>
                <c:pt idx="30419">
                  <c:v>0</c:v>
                </c:pt>
                <c:pt idx="30420">
                  <c:v>0</c:v>
                </c:pt>
                <c:pt idx="30421">
                  <c:v>0</c:v>
                </c:pt>
                <c:pt idx="30422">
                  <c:v>0</c:v>
                </c:pt>
                <c:pt idx="30423">
                  <c:v>0</c:v>
                </c:pt>
                <c:pt idx="30424">
                  <c:v>0</c:v>
                </c:pt>
                <c:pt idx="30425">
                  <c:v>0</c:v>
                </c:pt>
                <c:pt idx="30426">
                  <c:v>0</c:v>
                </c:pt>
                <c:pt idx="30427">
                  <c:v>0</c:v>
                </c:pt>
                <c:pt idx="30428">
                  <c:v>0</c:v>
                </c:pt>
                <c:pt idx="30429">
                  <c:v>0</c:v>
                </c:pt>
                <c:pt idx="30430">
                  <c:v>0</c:v>
                </c:pt>
                <c:pt idx="30431">
                  <c:v>0</c:v>
                </c:pt>
                <c:pt idx="30432">
                  <c:v>0</c:v>
                </c:pt>
                <c:pt idx="30433">
                  <c:v>0</c:v>
                </c:pt>
                <c:pt idx="30434">
                  <c:v>0</c:v>
                </c:pt>
                <c:pt idx="30435">
                  <c:v>0</c:v>
                </c:pt>
                <c:pt idx="30436">
                  <c:v>0</c:v>
                </c:pt>
                <c:pt idx="30437">
                  <c:v>0</c:v>
                </c:pt>
                <c:pt idx="30438">
                  <c:v>0</c:v>
                </c:pt>
                <c:pt idx="30439">
                  <c:v>0</c:v>
                </c:pt>
                <c:pt idx="30440">
                  <c:v>0</c:v>
                </c:pt>
                <c:pt idx="30441">
                  <c:v>0</c:v>
                </c:pt>
                <c:pt idx="30442">
                  <c:v>0</c:v>
                </c:pt>
                <c:pt idx="30443">
                  <c:v>0</c:v>
                </c:pt>
                <c:pt idx="30444">
                  <c:v>0</c:v>
                </c:pt>
                <c:pt idx="30445">
                  <c:v>0</c:v>
                </c:pt>
                <c:pt idx="30446">
                  <c:v>0</c:v>
                </c:pt>
                <c:pt idx="30447">
                  <c:v>0</c:v>
                </c:pt>
                <c:pt idx="30448">
                  <c:v>0</c:v>
                </c:pt>
                <c:pt idx="30449">
                  <c:v>0</c:v>
                </c:pt>
                <c:pt idx="30450">
                  <c:v>0</c:v>
                </c:pt>
                <c:pt idx="30451">
                  <c:v>0</c:v>
                </c:pt>
                <c:pt idx="30452">
                  <c:v>0</c:v>
                </c:pt>
                <c:pt idx="30453">
                  <c:v>0</c:v>
                </c:pt>
                <c:pt idx="30454">
                  <c:v>0</c:v>
                </c:pt>
                <c:pt idx="30455">
                  <c:v>0</c:v>
                </c:pt>
                <c:pt idx="30456">
                  <c:v>0</c:v>
                </c:pt>
                <c:pt idx="30457">
                  <c:v>0</c:v>
                </c:pt>
                <c:pt idx="30458">
                  <c:v>0</c:v>
                </c:pt>
                <c:pt idx="30459">
                  <c:v>0</c:v>
                </c:pt>
                <c:pt idx="30460">
                  <c:v>0</c:v>
                </c:pt>
                <c:pt idx="30461">
                  <c:v>0</c:v>
                </c:pt>
                <c:pt idx="30462">
                  <c:v>0</c:v>
                </c:pt>
                <c:pt idx="30463">
                  <c:v>0</c:v>
                </c:pt>
                <c:pt idx="30464">
                  <c:v>0</c:v>
                </c:pt>
                <c:pt idx="30465">
                  <c:v>0</c:v>
                </c:pt>
                <c:pt idx="30466">
                  <c:v>0</c:v>
                </c:pt>
                <c:pt idx="30467">
                  <c:v>0</c:v>
                </c:pt>
                <c:pt idx="30468">
                  <c:v>0</c:v>
                </c:pt>
                <c:pt idx="30469">
                  <c:v>0</c:v>
                </c:pt>
                <c:pt idx="30470">
                  <c:v>0</c:v>
                </c:pt>
                <c:pt idx="30471">
                  <c:v>0</c:v>
                </c:pt>
                <c:pt idx="30472">
                  <c:v>0</c:v>
                </c:pt>
                <c:pt idx="30473">
                  <c:v>0</c:v>
                </c:pt>
                <c:pt idx="30474">
                  <c:v>0</c:v>
                </c:pt>
                <c:pt idx="30475">
                  <c:v>0</c:v>
                </c:pt>
                <c:pt idx="30476">
                  <c:v>0</c:v>
                </c:pt>
                <c:pt idx="30477">
                  <c:v>0</c:v>
                </c:pt>
                <c:pt idx="30478">
                  <c:v>0</c:v>
                </c:pt>
                <c:pt idx="30479">
                  <c:v>0</c:v>
                </c:pt>
                <c:pt idx="30480">
                  <c:v>0</c:v>
                </c:pt>
                <c:pt idx="30481">
                  <c:v>0</c:v>
                </c:pt>
                <c:pt idx="30482">
                  <c:v>0</c:v>
                </c:pt>
                <c:pt idx="30483">
                  <c:v>0</c:v>
                </c:pt>
                <c:pt idx="30484">
                  <c:v>0</c:v>
                </c:pt>
                <c:pt idx="30485">
                  <c:v>0</c:v>
                </c:pt>
                <c:pt idx="30486">
                  <c:v>0</c:v>
                </c:pt>
                <c:pt idx="30487">
                  <c:v>0</c:v>
                </c:pt>
                <c:pt idx="30488">
                  <c:v>0</c:v>
                </c:pt>
                <c:pt idx="30489">
                  <c:v>0</c:v>
                </c:pt>
                <c:pt idx="30490">
                  <c:v>0</c:v>
                </c:pt>
                <c:pt idx="30491">
                  <c:v>0</c:v>
                </c:pt>
                <c:pt idx="30492">
                  <c:v>0</c:v>
                </c:pt>
                <c:pt idx="30493">
                  <c:v>0</c:v>
                </c:pt>
                <c:pt idx="30494">
                  <c:v>0</c:v>
                </c:pt>
                <c:pt idx="30495">
                  <c:v>0</c:v>
                </c:pt>
                <c:pt idx="30496">
                  <c:v>0</c:v>
                </c:pt>
                <c:pt idx="30497">
                  <c:v>0</c:v>
                </c:pt>
                <c:pt idx="30498">
                  <c:v>0</c:v>
                </c:pt>
                <c:pt idx="30499">
                  <c:v>0</c:v>
                </c:pt>
                <c:pt idx="30500">
                  <c:v>0</c:v>
                </c:pt>
                <c:pt idx="30501">
                  <c:v>0</c:v>
                </c:pt>
                <c:pt idx="30502">
                  <c:v>0</c:v>
                </c:pt>
                <c:pt idx="30503">
                  <c:v>0</c:v>
                </c:pt>
                <c:pt idx="30504">
                  <c:v>0</c:v>
                </c:pt>
                <c:pt idx="30505">
                  <c:v>0</c:v>
                </c:pt>
                <c:pt idx="30506">
                  <c:v>0</c:v>
                </c:pt>
                <c:pt idx="30507">
                  <c:v>0</c:v>
                </c:pt>
                <c:pt idx="30508">
                  <c:v>0</c:v>
                </c:pt>
                <c:pt idx="30509">
                  <c:v>0</c:v>
                </c:pt>
                <c:pt idx="30510">
                  <c:v>0</c:v>
                </c:pt>
                <c:pt idx="30511">
                  <c:v>0</c:v>
                </c:pt>
                <c:pt idx="30512">
                  <c:v>0</c:v>
                </c:pt>
                <c:pt idx="30513">
                  <c:v>0</c:v>
                </c:pt>
                <c:pt idx="30514">
                  <c:v>0</c:v>
                </c:pt>
                <c:pt idx="30515">
                  <c:v>0</c:v>
                </c:pt>
                <c:pt idx="30516">
                  <c:v>0</c:v>
                </c:pt>
                <c:pt idx="30517">
                  <c:v>0</c:v>
                </c:pt>
                <c:pt idx="30518">
                  <c:v>0</c:v>
                </c:pt>
                <c:pt idx="30519">
                  <c:v>0</c:v>
                </c:pt>
                <c:pt idx="30520">
                  <c:v>0</c:v>
                </c:pt>
                <c:pt idx="30521">
                  <c:v>0</c:v>
                </c:pt>
                <c:pt idx="30522">
                  <c:v>0</c:v>
                </c:pt>
                <c:pt idx="30523">
                  <c:v>0</c:v>
                </c:pt>
                <c:pt idx="30524">
                  <c:v>0</c:v>
                </c:pt>
                <c:pt idx="30525">
                  <c:v>0</c:v>
                </c:pt>
                <c:pt idx="30526">
                  <c:v>0</c:v>
                </c:pt>
                <c:pt idx="30527">
                  <c:v>0</c:v>
                </c:pt>
                <c:pt idx="30528">
                  <c:v>0</c:v>
                </c:pt>
                <c:pt idx="30529">
                  <c:v>0</c:v>
                </c:pt>
                <c:pt idx="30530">
                  <c:v>0</c:v>
                </c:pt>
                <c:pt idx="30531">
                  <c:v>0</c:v>
                </c:pt>
                <c:pt idx="30532">
                  <c:v>0</c:v>
                </c:pt>
                <c:pt idx="30533">
                  <c:v>0</c:v>
                </c:pt>
                <c:pt idx="30534">
                  <c:v>0</c:v>
                </c:pt>
                <c:pt idx="30535">
                  <c:v>0</c:v>
                </c:pt>
                <c:pt idx="30536">
                  <c:v>0</c:v>
                </c:pt>
                <c:pt idx="30537">
                  <c:v>0</c:v>
                </c:pt>
                <c:pt idx="30538">
                  <c:v>0</c:v>
                </c:pt>
                <c:pt idx="30539">
                  <c:v>0</c:v>
                </c:pt>
                <c:pt idx="30540">
                  <c:v>0</c:v>
                </c:pt>
                <c:pt idx="30541">
                  <c:v>0</c:v>
                </c:pt>
                <c:pt idx="30542">
                  <c:v>0</c:v>
                </c:pt>
                <c:pt idx="30543">
                  <c:v>0</c:v>
                </c:pt>
                <c:pt idx="30544">
                  <c:v>0</c:v>
                </c:pt>
                <c:pt idx="30545">
                  <c:v>0</c:v>
                </c:pt>
                <c:pt idx="30546">
                  <c:v>0</c:v>
                </c:pt>
                <c:pt idx="30547">
                  <c:v>0</c:v>
                </c:pt>
                <c:pt idx="30548">
                  <c:v>0</c:v>
                </c:pt>
                <c:pt idx="30549">
                  <c:v>0</c:v>
                </c:pt>
                <c:pt idx="30550">
                  <c:v>0</c:v>
                </c:pt>
                <c:pt idx="30551">
                  <c:v>0</c:v>
                </c:pt>
                <c:pt idx="30552">
                  <c:v>0</c:v>
                </c:pt>
                <c:pt idx="30553">
                  <c:v>0</c:v>
                </c:pt>
                <c:pt idx="30554">
                  <c:v>0</c:v>
                </c:pt>
                <c:pt idx="30555">
                  <c:v>0</c:v>
                </c:pt>
                <c:pt idx="30556">
                  <c:v>0</c:v>
                </c:pt>
                <c:pt idx="30557">
                  <c:v>0</c:v>
                </c:pt>
                <c:pt idx="30558">
                  <c:v>0</c:v>
                </c:pt>
                <c:pt idx="30559">
                  <c:v>0</c:v>
                </c:pt>
                <c:pt idx="30560">
                  <c:v>0</c:v>
                </c:pt>
                <c:pt idx="30561">
                  <c:v>0</c:v>
                </c:pt>
                <c:pt idx="30562">
                  <c:v>0</c:v>
                </c:pt>
                <c:pt idx="30563">
                  <c:v>0</c:v>
                </c:pt>
                <c:pt idx="30564">
                  <c:v>0</c:v>
                </c:pt>
                <c:pt idx="30565">
                  <c:v>0</c:v>
                </c:pt>
                <c:pt idx="30566">
                  <c:v>0</c:v>
                </c:pt>
                <c:pt idx="30567">
                  <c:v>0</c:v>
                </c:pt>
                <c:pt idx="30568">
                  <c:v>0</c:v>
                </c:pt>
                <c:pt idx="30569">
                  <c:v>0</c:v>
                </c:pt>
                <c:pt idx="30570">
                  <c:v>0</c:v>
                </c:pt>
                <c:pt idx="30571">
                  <c:v>0</c:v>
                </c:pt>
                <c:pt idx="30572">
                  <c:v>0</c:v>
                </c:pt>
                <c:pt idx="30573">
                  <c:v>0</c:v>
                </c:pt>
                <c:pt idx="30574">
                  <c:v>0</c:v>
                </c:pt>
                <c:pt idx="30575">
                  <c:v>0</c:v>
                </c:pt>
                <c:pt idx="30576">
                  <c:v>0</c:v>
                </c:pt>
                <c:pt idx="30577">
                  <c:v>0</c:v>
                </c:pt>
                <c:pt idx="30578">
                  <c:v>0</c:v>
                </c:pt>
                <c:pt idx="30579">
                  <c:v>0</c:v>
                </c:pt>
                <c:pt idx="30580">
                  <c:v>0</c:v>
                </c:pt>
                <c:pt idx="30581">
                  <c:v>0</c:v>
                </c:pt>
                <c:pt idx="30582">
                  <c:v>0</c:v>
                </c:pt>
                <c:pt idx="30583">
                  <c:v>0</c:v>
                </c:pt>
                <c:pt idx="30584">
                  <c:v>0</c:v>
                </c:pt>
                <c:pt idx="30585">
                  <c:v>0</c:v>
                </c:pt>
                <c:pt idx="30586">
                  <c:v>0</c:v>
                </c:pt>
                <c:pt idx="30587">
                  <c:v>0</c:v>
                </c:pt>
                <c:pt idx="30588">
                  <c:v>0</c:v>
                </c:pt>
                <c:pt idx="30589">
                  <c:v>0</c:v>
                </c:pt>
                <c:pt idx="30590">
                  <c:v>0</c:v>
                </c:pt>
                <c:pt idx="30591">
                  <c:v>0</c:v>
                </c:pt>
                <c:pt idx="30592">
                  <c:v>0</c:v>
                </c:pt>
                <c:pt idx="30593">
                  <c:v>0</c:v>
                </c:pt>
                <c:pt idx="30594">
                  <c:v>0</c:v>
                </c:pt>
                <c:pt idx="30595">
                  <c:v>0</c:v>
                </c:pt>
                <c:pt idx="30596">
                  <c:v>0</c:v>
                </c:pt>
                <c:pt idx="30597">
                  <c:v>0</c:v>
                </c:pt>
                <c:pt idx="30598">
                  <c:v>0</c:v>
                </c:pt>
                <c:pt idx="30599">
                  <c:v>0</c:v>
                </c:pt>
                <c:pt idx="30600">
                  <c:v>0</c:v>
                </c:pt>
                <c:pt idx="30601">
                  <c:v>0</c:v>
                </c:pt>
                <c:pt idx="30602">
                  <c:v>0</c:v>
                </c:pt>
                <c:pt idx="30603">
                  <c:v>0</c:v>
                </c:pt>
                <c:pt idx="30604">
                  <c:v>0</c:v>
                </c:pt>
                <c:pt idx="30605">
                  <c:v>0</c:v>
                </c:pt>
                <c:pt idx="30606">
                  <c:v>0</c:v>
                </c:pt>
                <c:pt idx="30607">
                  <c:v>0</c:v>
                </c:pt>
                <c:pt idx="30608">
                  <c:v>0</c:v>
                </c:pt>
                <c:pt idx="30609">
                  <c:v>0</c:v>
                </c:pt>
                <c:pt idx="30610">
                  <c:v>0</c:v>
                </c:pt>
                <c:pt idx="30611">
                  <c:v>0</c:v>
                </c:pt>
                <c:pt idx="30612">
                  <c:v>0</c:v>
                </c:pt>
                <c:pt idx="30613">
                  <c:v>0</c:v>
                </c:pt>
                <c:pt idx="30614">
                  <c:v>0</c:v>
                </c:pt>
                <c:pt idx="30615">
                  <c:v>0</c:v>
                </c:pt>
                <c:pt idx="30616">
                  <c:v>0</c:v>
                </c:pt>
                <c:pt idx="30617">
                  <c:v>0</c:v>
                </c:pt>
                <c:pt idx="30618">
                  <c:v>0</c:v>
                </c:pt>
                <c:pt idx="30619">
                  <c:v>0</c:v>
                </c:pt>
                <c:pt idx="30620">
                  <c:v>0</c:v>
                </c:pt>
                <c:pt idx="30621">
                  <c:v>0</c:v>
                </c:pt>
                <c:pt idx="30622">
                  <c:v>0</c:v>
                </c:pt>
                <c:pt idx="30623">
                  <c:v>0</c:v>
                </c:pt>
                <c:pt idx="30624">
                  <c:v>0</c:v>
                </c:pt>
                <c:pt idx="30625">
                  <c:v>0</c:v>
                </c:pt>
                <c:pt idx="30626">
                  <c:v>0</c:v>
                </c:pt>
                <c:pt idx="30627">
                  <c:v>0</c:v>
                </c:pt>
                <c:pt idx="30628">
                  <c:v>0</c:v>
                </c:pt>
                <c:pt idx="30629">
                  <c:v>0</c:v>
                </c:pt>
                <c:pt idx="30630">
                  <c:v>0</c:v>
                </c:pt>
                <c:pt idx="30631">
                  <c:v>0</c:v>
                </c:pt>
                <c:pt idx="30632">
                  <c:v>0</c:v>
                </c:pt>
                <c:pt idx="30633">
                  <c:v>0</c:v>
                </c:pt>
                <c:pt idx="30634">
                  <c:v>0</c:v>
                </c:pt>
                <c:pt idx="30635">
                  <c:v>0</c:v>
                </c:pt>
                <c:pt idx="30636">
                  <c:v>0</c:v>
                </c:pt>
                <c:pt idx="30637">
                  <c:v>0</c:v>
                </c:pt>
                <c:pt idx="30638">
                  <c:v>0</c:v>
                </c:pt>
                <c:pt idx="30639">
                  <c:v>0</c:v>
                </c:pt>
                <c:pt idx="30640">
                  <c:v>0</c:v>
                </c:pt>
                <c:pt idx="30641">
                  <c:v>0</c:v>
                </c:pt>
                <c:pt idx="30642">
                  <c:v>0</c:v>
                </c:pt>
                <c:pt idx="30643">
                  <c:v>0</c:v>
                </c:pt>
                <c:pt idx="30644">
                  <c:v>0</c:v>
                </c:pt>
                <c:pt idx="30645">
                  <c:v>0</c:v>
                </c:pt>
                <c:pt idx="30646">
                  <c:v>0</c:v>
                </c:pt>
                <c:pt idx="30647">
                  <c:v>0</c:v>
                </c:pt>
                <c:pt idx="30648">
                  <c:v>0</c:v>
                </c:pt>
                <c:pt idx="30649">
                  <c:v>0</c:v>
                </c:pt>
                <c:pt idx="30650">
                  <c:v>0</c:v>
                </c:pt>
                <c:pt idx="30651">
                  <c:v>0</c:v>
                </c:pt>
                <c:pt idx="30652">
                  <c:v>0</c:v>
                </c:pt>
                <c:pt idx="30653">
                  <c:v>0</c:v>
                </c:pt>
                <c:pt idx="30654">
                  <c:v>0</c:v>
                </c:pt>
                <c:pt idx="30655">
                  <c:v>0</c:v>
                </c:pt>
                <c:pt idx="30656">
                  <c:v>0</c:v>
                </c:pt>
                <c:pt idx="30657">
                  <c:v>0</c:v>
                </c:pt>
                <c:pt idx="30658">
                  <c:v>0</c:v>
                </c:pt>
                <c:pt idx="30659">
                  <c:v>0</c:v>
                </c:pt>
                <c:pt idx="30660">
                  <c:v>0</c:v>
                </c:pt>
                <c:pt idx="30661">
                  <c:v>0</c:v>
                </c:pt>
                <c:pt idx="30662">
                  <c:v>0</c:v>
                </c:pt>
                <c:pt idx="30663">
                  <c:v>0</c:v>
                </c:pt>
                <c:pt idx="30664">
                  <c:v>0</c:v>
                </c:pt>
                <c:pt idx="30665">
                  <c:v>0</c:v>
                </c:pt>
                <c:pt idx="30666">
                  <c:v>0</c:v>
                </c:pt>
                <c:pt idx="30667">
                  <c:v>0</c:v>
                </c:pt>
                <c:pt idx="30668">
                  <c:v>0</c:v>
                </c:pt>
                <c:pt idx="30669">
                  <c:v>0</c:v>
                </c:pt>
                <c:pt idx="30670">
                  <c:v>0</c:v>
                </c:pt>
                <c:pt idx="30671">
                  <c:v>0</c:v>
                </c:pt>
                <c:pt idx="30672">
                  <c:v>0</c:v>
                </c:pt>
                <c:pt idx="30673">
                  <c:v>0</c:v>
                </c:pt>
                <c:pt idx="30674">
                  <c:v>0</c:v>
                </c:pt>
                <c:pt idx="30675">
                  <c:v>0</c:v>
                </c:pt>
                <c:pt idx="30676">
                  <c:v>0</c:v>
                </c:pt>
                <c:pt idx="30677">
                  <c:v>0</c:v>
                </c:pt>
                <c:pt idx="30678">
                  <c:v>0</c:v>
                </c:pt>
                <c:pt idx="30679">
                  <c:v>0</c:v>
                </c:pt>
                <c:pt idx="30680">
                  <c:v>0</c:v>
                </c:pt>
                <c:pt idx="30681">
                  <c:v>0</c:v>
                </c:pt>
                <c:pt idx="30682">
                  <c:v>0</c:v>
                </c:pt>
                <c:pt idx="30683">
                  <c:v>0</c:v>
                </c:pt>
                <c:pt idx="30684">
                  <c:v>0</c:v>
                </c:pt>
                <c:pt idx="30685">
                  <c:v>0</c:v>
                </c:pt>
                <c:pt idx="30686">
                  <c:v>0</c:v>
                </c:pt>
                <c:pt idx="30687">
                  <c:v>0</c:v>
                </c:pt>
                <c:pt idx="30688">
                  <c:v>0</c:v>
                </c:pt>
                <c:pt idx="30689">
                  <c:v>0</c:v>
                </c:pt>
                <c:pt idx="30690">
                  <c:v>0</c:v>
                </c:pt>
                <c:pt idx="30691">
                  <c:v>0</c:v>
                </c:pt>
                <c:pt idx="30692">
                  <c:v>0</c:v>
                </c:pt>
                <c:pt idx="30693">
                  <c:v>0</c:v>
                </c:pt>
                <c:pt idx="30694">
                  <c:v>0</c:v>
                </c:pt>
                <c:pt idx="30695">
                  <c:v>0</c:v>
                </c:pt>
                <c:pt idx="30696">
                  <c:v>0</c:v>
                </c:pt>
                <c:pt idx="30697">
                  <c:v>0</c:v>
                </c:pt>
                <c:pt idx="30698">
                  <c:v>0</c:v>
                </c:pt>
                <c:pt idx="30699">
                  <c:v>0</c:v>
                </c:pt>
                <c:pt idx="30700">
                  <c:v>0</c:v>
                </c:pt>
                <c:pt idx="30701">
                  <c:v>0</c:v>
                </c:pt>
                <c:pt idx="30702">
                  <c:v>0</c:v>
                </c:pt>
                <c:pt idx="30703">
                  <c:v>0</c:v>
                </c:pt>
                <c:pt idx="30704">
                  <c:v>0</c:v>
                </c:pt>
                <c:pt idx="30705">
                  <c:v>0</c:v>
                </c:pt>
                <c:pt idx="30706">
                  <c:v>0</c:v>
                </c:pt>
                <c:pt idx="30707">
                  <c:v>0</c:v>
                </c:pt>
                <c:pt idx="30708">
                  <c:v>0</c:v>
                </c:pt>
                <c:pt idx="30709">
                  <c:v>0</c:v>
                </c:pt>
                <c:pt idx="30710">
                  <c:v>0</c:v>
                </c:pt>
                <c:pt idx="30711">
                  <c:v>0</c:v>
                </c:pt>
                <c:pt idx="30712">
                  <c:v>0</c:v>
                </c:pt>
                <c:pt idx="30713">
                  <c:v>0</c:v>
                </c:pt>
                <c:pt idx="30714">
                  <c:v>0</c:v>
                </c:pt>
                <c:pt idx="30715">
                  <c:v>0</c:v>
                </c:pt>
                <c:pt idx="30716">
                  <c:v>0</c:v>
                </c:pt>
                <c:pt idx="30717">
                  <c:v>0</c:v>
                </c:pt>
                <c:pt idx="30718">
                  <c:v>0</c:v>
                </c:pt>
                <c:pt idx="30719">
                  <c:v>0</c:v>
                </c:pt>
                <c:pt idx="30720">
                  <c:v>0</c:v>
                </c:pt>
                <c:pt idx="30721">
                  <c:v>0</c:v>
                </c:pt>
                <c:pt idx="30722">
                  <c:v>0</c:v>
                </c:pt>
                <c:pt idx="30723">
                  <c:v>0</c:v>
                </c:pt>
                <c:pt idx="30724">
                  <c:v>0</c:v>
                </c:pt>
                <c:pt idx="30725">
                  <c:v>0</c:v>
                </c:pt>
                <c:pt idx="30726">
                  <c:v>0</c:v>
                </c:pt>
                <c:pt idx="30727">
                  <c:v>0</c:v>
                </c:pt>
                <c:pt idx="30728">
                  <c:v>0</c:v>
                </c:pt>
                <c:pt idx="30729">
                  <c:v>0</c:v>
                </c:pt>
                <c:pt idx="30730">
                  <c:v>0</c:v>
                </c:pt>
                <c:pt idx="30731">
                  <c:v>0</c:v>
                </c:pt>
                <c:pt idx="30732">
                  <c:v>0</c:v>
                </c:pt>
                <c:pt idx="30733">
                  <c:v>0</c:v>
                </c:pt>
                <c:pt idx="30734">
                  <c:v>0</c:v>
                </c:pt>
                <c:pt idx="30735">
                  <c:v>0</c:v>
                </c:pt>
                <c:pt idx="30736">
                  <c:v>0</c:v>
                </c:pt>
                <c:pt idx="30737">
                  <c:v>0</c:v>
                </c:pt>
                <c:pt idx="30738">
                  <c:v>0</c:v>
                </c:pt>
                <c:pt idx="30739">
                  <c:v>0</c:v>
                </c:pt>
                <c:pt idx="30740">
                  <c:v>0</c:v>
                </c:pt>
                <c:pt idx="30741">
                  <c:v>0</c:v>
                </c:pt>
                <c:pt idx="30742">
                  <c:v>0</c:v>
                </c:pt>
                <c:pt idx="30743">
                  <c:v>0</c:v>
                </c:pt>
                <c:pt idx="30744">
                  <c:v>0</c:v>
                </c:pt>
                <c:pt idx="30745">
                  <c:v>0</c:v>
                </c:pt>
                <c:pt idx="30746">
                  <c:v>0</c:v>
                </c:pt>
                <c:pt idx="30747">
                  <c:v>0</c:v>
                </c:pt>
                <c:pt idx="30748">
                  <c:v>0</c:v>
                </c:pt>
                <c:pt idx="30749">
                  <c:v>0</c:v>
                </c:pt>
                <c:pt idx="30750">
                  <c:v>0</c:v>
                </c:pt>
                <c:pt idx="30751">
                  <c:v>0</c:v>
                </c:pt>
                <c:pt idx="30752">
                  <c:v>0</c:v>
                </c:pt>
                <c:pt idx="30753">
                  <c:v>0</c:v>
                </c:pt>
                <c:pt idx="30754">
                  <c:v>0</c:v>
                </c:pt>
                <c:pt idx="30755">
                  <c:v>0</c:v>
                </c:pt>
                <c:pt idx="30756">
                  <c:v>0</c:v>
                </c:pt>
                <c:pt idx="30757">
                  <c:v>0</c:v>
                </c:pt>
                <c:pt idx="30758">
                  <c:v>0</c:v>
                </c:pt>
                <c:pt idx="30759">
                  <c:v>0</c:v>
                </c:pt>
                <c:pt idx="30760">
                  <c:v>0</c:v>
                </c:pt>
                <c:pt idx="30761">
                  <c:v>0</c:v>
                </c:pt>
                <c:pt idx="30762">
                  <c:v>0</c:v>
                </c:pt>
                <c:pt idx="30763">
                  <c:v>0</c:v>
                </c:pt>
                <c:pt idx="30764">
                  <c:v>0</c:v>
                </c:pt>
                <c:pt idx="30765">
                  <c:v>0</c:v>
                </c:pt>
                <c:pt idx="30766">
                  <c:v>0</c:v>
                </c:pt>
                <c:pt idx="30767">
                  <c:v>0</c:v>
                </c:pt>
                <c:pt idx="30768">
                  <c:v>0</c:v>
                </c:pt>
                <c:pt idx="30769">
                  <c:v>0</c:v>
                </c:pt>
                <c:pt idx="30770">
                  <c:v>0</c:v>
                </c:pt>
                <c:pt idx="30771">
                  <c:v>0</c:v>
                </c:pt>
                <c:pt idx="30772">
                  <c:v>0</c:v>
                </c:pt>
                <c:pt idx="30773">
                  <c:v>0</c:v>
                </c:pt>
                <c:pt idx="30774">
                  <c:v>0</c:v>
                </c:pt>
                <c:pt idx="30775">
                  <c:v>0</c:v>
                </c:pt>
                <c:pt idx="30776">
                  <c:v>0</c:v>
                </c:pt>
                <c:pt idx="30777">
                  <c:v>0</c:v>
                </c:pt>
                <c:pt idx="30778">
                  <c:v>0</c:v>
                </c:pt>
                <c:pt idx="30779">
                  <c:v>0</c:v>
                </c:pt>
                <c:pt idx="30780">
                  <c:v>0</c:v>
                </c:pt>
                <c:pt idx="30781">
                  <c:v>0</c:v>
                </c:pt>
                <c:pt idx="30782">
                  <c:v>0</c:v>
                </c:pt>
                <c:pt idx="30783">
                  <c:v>0</c:v>
                </c:pt>
                <c:pt idx="30784">
                  <c:v>0</c:v>
                </c:pt>
                <c:pt idx="30785">
                  <c:v>0</c:v>
                </c:pt>
                <c:pt idx="30786">
                  <c:v>0</c:v>
                </c:pt>
                <c:pt idx="30787">
                  <c:v>0</c:v>
                </c:pt>
                <c:pt idx="30788">
                  <c:v>0</c:v>
                </c:pt>
                <c:pt idx="30789">
                  <c:v>0</c:v>
                </c:pt>
                <c:pt idx="30790">
                  <c:v>0</c:v>
                </c:pt>
                <c:pt idx="30791">
                  <c:v>0</c:v>
                </c:pt>
                <c:pt idx="30792">
                  <c:v>0</c:v>
                </c:pt>
                <c:pt idx="30793">
                  <c:v>0</c:v>
                </c:pt>
                <c:pt idx="30794">
                  <c:v>0</c:v>
                </c:pt>
                <c:pt idx="30795">
                  <c:v>0</c:v>
                </c:pt>
                <c:pt idx="30796">
                  <c:v>0</c:v>
                </c:pt>
                <c:pt idx="30797">
                  <c:v>0</c:v>
                </c:pt>
                <c:pt idx="30798">
                  <c:v>0</c:v>
                </c:pt>
                <c:pt idx="30799">
                  <c:v>0</c:v>
                </c:pt>
                <c:pt idx="30800">
                  <c:v>0</c:v>
                </c:pt>
                <c:pt idx="30801">
                  <c:v>0</c:v>
                </c:pt>
                <c:pt idx="30802">
                  <c:v>0</c:v>
                </c:pt>
                <c:pt idx="30803">
                  <c:v>0</c:v>
                </c:pt>
                <c:pt idx="30804">
                  <c:v>0</c:v>
                </c:pt>
                <c:pt idx="30805">
                  <c:v>0</c:v>
                </c:pt>
                <c:pt idx="30806">
                  <c:v>0</c:v>
                </c:pt>
                <c:pt idx="30807">
                  <c:v>0</c:v>
                </c:pt>
                <c:pt idx="30808">
                  <c:v>0</c:v>
                </c:pt>
                <c:pt idx="30809">
                  <c:v>0</c:v>
                </c:pt>
                <c:pt idx="30810">
                  <c:v>0</c:v>
                </c:pt>
                <c:pt idx="30811">
                  <c:v>0</c:v>
                </c:pt>
                <c:pt idx="30812">
                  <c:v>0</c:v>
                </c:pt>
                <c:pt idx="30813">
                  <c:v>0</c:v>
                </c:pt>
                <c:pt idx="30814">
                  <c:v>0</c:v>
                </c:pt>
                <c:pt idx="30815">
                  <c:v>0</c:v>
                </c:pt>
                <c:pt idx="30816">
                  <c:v>0</c:v>
                </c:pt>
                <c:pt idx="30817">
                  <c:v>0</c:v>
                </c:pt>
                <c:pt idx="30818">
                  <c:v>0</c:v>
                </c:pt>
                <c:pt idx="30819">
                  <c:v>0</c:v>
                </c:pt>
                <c:pt idx="30820">
                  <c:v>0</c:v>
                </c:pt>
                <c:pt idx="30821">
                  <c:v>0</c:v>
                </c:pt>
                <c:pt idx="30822">
                  <c:v>0</c:v>
                </c:pt>
                <c:pt idx="30823">
                  <c:v>0</c:v>
                </c:pt>
                <c:pt idx="30824">
                  <c:v>0</c:v>
                </c:pt>
                <c:pt idx="30825">
                  <c:v>0</c:v>
                </c:pt>
                <c:pt idx="30826">
                  <c:v>0</c:v>
                </c:pt>
                <c:pt idx="30827">
                  <c:v>0</c:v>
                </c:pt>
                <c:pt idx="30828">
                  <c:v>0</c:v>
                </c:pt>
                <c:pt idx="30829">
                  <c:v>0</c:v>
                </c:pt>
                <c:pt idx="30830">
                  <c:v>0</c:v>
                </c:pt>
                <c:pt idx="30831">
                  <c:v>0</c:v>
                </c:pt>
                <c:pt idx="30832">
                  <c:v>0</c:v>
                </c:pt>
                <c:pt idx="30833">
                  <c:v>0</c:v>
                </c:pt>
                <c:pt idx="30834">
                  <c:v>0</c:v>
                </c:pt>
                <c:pt idx="30835">
                  <c:v>0</c:v>
                </c:pt>
                <c:pt idx="30836">
                  <c:v>0</c:v>
                </c:pt>
                <c:pt idx="30837">
                  <c:v>0</c:v>
                </c:pt>
                <c:pt idx="30838">
                  <c:v>0</c:v>
                </c:pt>
                <c:pt idx="30839">
                  <c:v>0</c:v>
                </c:pt>
                <c:pt idx="30840">
                  <c:v>0</c:v>
                </c:pt>
                <c:pt idx="30841">
                  <c:v>0</c:v>
                </c:pt>
                <c:pt idx="30842">
                  <c:v>0</c:v>
                </c:pt>
                <c:pt idx="30843">
                  <c:v>0</c:v>
                </c:pt>
                <c:pt idx="30844">
                  <c:v>0</c:v>
                </c:pt>
                <c:pt idx="30845">
                  <c:v>0</c:v>
                </c:pt>
                <c:pt idx="30846">
                  <c:v>0</c:v>
                </c:pt>
                <c:pt idx="30847">
                  <c:v>0</c:v>
                </c:pt>
                <c:pt idx="30848">
                  <c:v>0</c:v>
                </c:pt>
                <c:pt idx="30849">
                  <c:v>0</c:v>
                </c:pt>
                <c:pt idx="30850">
                  <c:v>0</c:v>
                </c:pt>
                <c:pt idx="30851">
                  <c:v>0</c:v>
                </c:pt>
                <c:pt idx="30852">
                  <c:v>0</c:v>
                </c:pt>
                <c:pt idx="30853">
                  <c:v>0</c:v>
                </c:pt>
                <c:pt idx="30854">
                  <c:v>0</c:v>
                </c:pt>
                <c:pt idx="30855">
                  <c:v>0</c:v>
                </c:pt>
                <c:pt idx="30856">
                  <c:v>0</c:v>
                </c:pt>
                <c:pt idx="30857">
                  <c:v>0</c:v>
                </c:pt>
                <c:pt idx="30858">
                  <c:v>0</c:v>
                </c:pt>
                <c:pt idx="30859">
                  <c:v>0</c:v>
                </c:pt>
                <c:pt idx="30860">
                  <c:v>0</c:v>
                </c:pt>
                <c:pt idx="30861">
                  <c:v>0</c:v>
                </c:pt>
                <c:pt idx="30862">
                  <c:v>0</c:v>
                </c:pt>
                <c:pt idx="30863">
                  <c:v>0</c:v>
                </c:pt>
                <c:pt idx="30864">
                  <c:v>0</c:v>
                </c:pt>
                <c:pt idx="30865">
                  <c:v>0</c:v>
                </c:pt>
                <c:pt idx="30866">
                  <c:v>0</c:v>
                </c:pt>
                <c:pt idx="30867">
                  <c:v>0</c:v>
                </c:pt>
                <c:pt idx="30868">
                  <c:v>0</c:v>
                </c:pt>
                <c:pt idx="30869">
                  <c:v>0</c:v>
                </c:pt>
                <c:pt idx="30870">
                  <c:v>0</c:v>
                </c:pt>
                <c:pt idx="30871">
                  <c:v>0</c:v>
                </c:pt>
                <c:pt idx="30872">
                  <c:v>0</c:v>
                </c:pt>
                <c:pt idx="30873">
                  <c:v>0</c:v>
                </c:pt>
                <c:pt idx="30874">
                  <c:v>0</c:v>
                </c:pt>
                <c:pt idx="30875">
                  <c:v>0</c:v>
                </c:pt>
                <c:pt idx="30876">
                  <c:v>0</c:v>
                </c:pt>
                <c:pt idx="30877">
                  <c:v>0</c:v>
                </c:pt>
                <c:pt idx="30878">
                  <c:v>0</c:v>
                </c:pt>
                <c:pt idx="30879">
                  <c:v>0</c:v>
                </c:pt>
                <c:pt idx="30880">
                  <c:v>0</c:v>
                </c:pt>
                <c:pt idx="30881">
                  <c:v>0</c:v>
                </c:pt>
                <c:pt idx="30882">
                  <c:v>0</c:v>
                </c:pt>
                <c:pt idx="30883">
                  <c:v>0</c:v>
                </c:pt>
                <c:pt idx="30884">
                  <c:v>0</c:v>
                </c:pt>
                <c:pt idx="30885">
                  <c:v>0</c:v>
                </c:pt>
                <c:pt idx="30886">
                  <c:v>0</c:v>
                </c:pt>
                <c:pt idx="30887">
                  <c:v>0</c:v>
                </c:pt>
                <c:pt idx="30888">
                  <c:v>0</c:v>
                </c:pt>
                <c:pt idx="30889">
                  <c:v>0</c:v>
                </c:pt>
                <c:pt idx="30890">
                  <c:v>0</c:v>
                </c:pt>
                <c:pt idx="30891">
                  <c:v>0</c:v>
                </c:pt>
                <c:pt idx="30892">
                  <c:v>0</c:v>
                </c:pt>
                <c:pt idx="30893">
                  <c:v>0</c:v>
                </c:pt>
                <c:pt idx="30894">
                  <c:v>0</c:v>
                </c:pt>
                <c:pt idx="30895">
                  <c:v>0</c:v>
                </c:pt>
                <c:pt idx="30896">
                  <c:v>0</c:v>
                </c:pt>
                <c:pt idx="30897">
                  <c:v>0</c:v>
                </c:pt>
                <c:pt idx="30898">
                  <c:v>0</c:v>
                </c:pt>
                <c:pt idx="30899">
                  <c:v>0</c:v>
                </c:pt>
                <c:pt idx="30900">
                  <c:v>0</c:v>
                </c:pt>
                <c:pt idx="30901">
                  <c:v>0</c:v>
                </c:pt>
                <c:pt idx="30902">
                  <c:v>0</c:v>
                </c:pt>
                <c:pt idx="30903">
                  <c:v>0</c:v>
                </c:pt>
                <c:pt idx="30904">
                  <c:v>0</c:v>
                </c:pt>
                <c:pt idx="30905">
                  <c:v>0</c:v>
                </c:pt>
                <c:pt idx="30906">
                  <c:v>0</c:v>
                </c:pt>
                <c:pt idx="30907">
                  <c:v>0</c:v>
                </c:pt>
                <c:pt idx="30908">
                  <c:v>0</c:v>
                </c:pt>
                <c:pt idx="30909">
                  <c:v>0</c:v>
                </c:pt>
                <c:pt idx="30910">
                  <c:v>0</c:v>
                </c:pt>
                <c:pt idx="30911">
                  <c:v>0</c:v>
                </c:pt>
                <c:pt idx="30912">
                  <c:v>0</c:v>
                </c:pt>
                <c:pt idx="30913">
                  <c:v>0</c:v>
                </c:pt>
                <c:pt idx="30914">
                  <c:v>0</c:v>
                </c:pt>
                <c:pt idx="30915">
                  <c:v>0</c:v>
                </c:pt>
                <c:pt idx="30916">
                  <c:v>0</c:v>
                </c:pt>
                <c:pt idx="30917">
                  <c:v>0</c:v>
                </c:pt>
                <c:pt idx="30918">
                  <c:v>0</c:v>
                </c:pt>
                <c:pt idx="30919">
                  <c:v>0</c:v>
                </c:pt>
                <c:pt idx="30920">
                  <c:v>0</c:v>
                </c:pt>
                <c:pt idx="30921">
                  <c:v>0</c:v>
                </c:pt>
                <c:pt idx="30922">
                  <c:v>0</c:v>
                </c:pt>
                <c:pt idx="30923">
                  <c:v>0</c:v>
                </c:pt>
                <c:pt idx="30924">
                  <c:v>0</c:v>
                </c:pt>
                <c:pt idx="30925">
                  <c:v>0</c:v>
                </c:pt>
                <c:pt idx="30926">
                  <c:v>0</c:v>
                </c:pt>
                <c:pt idx="30927">
                  <c:v>0</c:v>
                </c:pt>
                <c:pt idx="30928">
                  <c:v>0</c:v>
                </c:pt>
                <c:pt idx="30929">
                  <c:v>0</c:v>
                </c:pt>
                <c:pt idx="30930">
                  <c:v>0</c:v>
                </c:pt>
                <c:pt idx="30931">
                  <c:v>0</c:v>
                </c:pt>
                <c:pt idx="30932">
                  <c:v>0</c:v>
                </c:pt>
                <c:pt idx="30933">
                  <c:v>0</c:v>
                </c:pt>
                <c:pt idx="30934">
                  <c:v>0</c:v>
                </c:pt>
                <c:pt idx="30935">
                  <c:v>0</c:v>
                </c:pt>
                <c:pt idx="30936">
                  <c:v>0</c:v>
                </c:pt>
                <c:pt idx="30937">
                  <c:v>0</c:v>
                </c:pt>
                <c:pt idx="30938">
                  <c:v>0</c:v>
                </c:pt>
                <c:pt idx="30939">
                  <c:v>0</c:v>
                </c:pt>
                <c:pt idx="30940">
                  <c:v>0</c:v>
                </c:pt>
                <c:pt idx="30941">
                  <c:v>0</c:v>
                </c:pt>
                <c:pt idx="30942">
                  <c:v>0</c:v>
                </c:pt>
                <c:pt idx="30943">
                  <c:v>0</c:v>
                </c:pt>
                <c:pt idx="30944">
                  <c:v>0</c:v>
                </c:pt>
                <c:pt idx="30945">
                  <c:v>0</c:v>
                </c:pt>
                <c:pt idx="30946">
                  <c:v>0</c:v>
                </c:pt>
                <c:pt idx="30947">
                  <c:v>0</c:v>
                </c:pt>
                <c:pt idx="30948">
                  <c:v>0</c:v>
                </c:pt>
                <c:pt idx="30949">
                  <c:v>0</c:v>
                </c:pt>
                <c:pt idx="30950">
                  <c:v>0</c:v>
                </c:pt>
                <c:pt idx="30951">
                  <c:v>0</c:v>
                </c:pt>
                <c:pt idx="30952">
                  <c:v>0</c:v>
                </c:pt>
                <c:pt idx="30953">
                  <c:v>0</c:v>
                </c:pt>
                <c:pt idx="30954">
                  <c:v>0</c:v>
                </c:pt>
                <c:pt idx="30955">
                  <c:v>0</c:v>
                </c:pt>
                <c:pt idx="30956">
                  <c:v>0</c:v>
                </c:pt>
                <c:pt idx="30957">
                  <c:v>0</c:v>
                </c:pt>
                <c:pt idx="30958">
                  <c:v>0</c:v>
                </c:pt>
                <c:pt idx="30959">
                  <c:v>0</c:v>
                </c:pt>
                <c:pt idx="30960">
                  <c:v>0</c:v>
                </c:pt>
                <c:pt idx="30961">
                  <c:v>0</c:v>
                </c:pt>
                <c:pt idx="30962">
                  <c:v>0</c:v>
                </c:pt>
                <c:pt idx="30963">
                  <c:v>0</c:v>
                </c:pt>
                <c:pt idx="30964">
                  <c:v>0</c:v>
                </c:pt>
                <c:pt idx="30965">
                  <c:v>0</c:v>
                </c:pt>
                <c:pt idx="30966">
                  <c:v>0</c:v>
                </c:pt>
                <c:pt idx="30967">
                  <c:v>0</c:v>
                </c:pt>
                <c:pt idx="30968">
                  <c:v>0</c:v>
                </c:pt>
                <c:pt idx="30969">
                  <c:v>0</c:v>
                </c:pt>
                <c:pt idx="30970">
                  <c:v>0</c:v>
                </c:pt>
                <c:pt idx="30971">
                  <c:v>0</c:v>
                </c:pt>
                <c:pt idx="30972">
                  <c:v>0</c:v>
                </c:pt>
                <c:pt idx="30973">
                  <c:v>0</c:v>
                </c:pt>
                <c:pt idx="30974">
                  <c:v>0</c:v>
                </c:pt>
                <c:pt idx="30975">
                  <c:v>0</c:v>
                </c:pt>
                <c:pt idx="30976">
                  <c:v>0</c:v>
                </c:pt>
                <c:pt idx="30977">
                  <c:v>0</c:v>
                </c:pt>
                <c:pt idx="30978">
                  <c:v>0</c:v>
                </c:pt>
                <c:pt idx="30979">
                  <c:v>0</c:v>
                </c:pt>
                <c:pt idx="30980">
                  <c:v>0</c:v>
                </c:pt>
                <c:pt idx="30981">
                  <c:v>0</c:v>
                </c:pt>
                <c:pt idx="30982">
                  <c:v>0</c:v>
                </c:pt>
                <c:pt idx="30983">
                  <c:v>0</c:v>
                </c:pt>
                <c:pt idx="30984">
                  <c:v>0</c:v>
                </c:pt>
                <c:pt idx="30985">
                  <c:v>0</c:v>
                </c:pt>
                <c:pt idx="30986">
                  <c:v>0</c:v>
                </c:pt>
                <c:pt idx="30987">
                  <c:v>0</c:v>
                </c:pt>
                <c:pt idx="30988">
                  <c:v>0</c:v>
                </c:pt>
                <c:pt idx="30989">
                  <c:v>0</c:v>
                </c:pt>
                <c:pt idx="30990">
                  <c:v>0</c:v>
                </c:pt>
                <c:pt idx="30991">
                  <c:v>0</c:v>
                </c:pt>
                <c:pt idx="30992">
                  <c:v>0</c:v>
                </c:pt>
                <c:pt idx="30993">
                  <c:v>0</c:v>
                </c:pt>
                <c:pt idx="30994">
                  <c:v>0</c:v>
                </c:pt>
                <c:pt idx="30995">
                  <c:v>0</c:v>
                </c:pt>
                <c:pt idx="30996">
                  <c:v>0</c:v>
                </c:pt>
                <c:pt idx="30997">
                  <c:v>0</c:v>
                </c:pt>
                <c:pt idx="30998">
                  <c:v>0</c:v>
                </c:pt>
                <c:pt idx="30999">
                  <c:v>0</c:v>
                </c:pt>
                <c:pt idx="31000">
                  <c:v>0</c:v>
                </c:pt>
                <c:pt idx="31001">
                  <c:v>0</c:v>
                </c:pt>
                <c:pt idx="31002">
                  <c:v>0</c:v>
                </c:pt>
                <c:pt idx="31003">
                  <c:v>0</c:v>
                </c:pt>
                <c:pt idx="31004">
                  <c:v>0</c:v>
                </c:pt>
                <c:pt idx="31005">
                  <c:v>0</c:v>
                </c:pt>
                <c:pt idx="31006">
                  <c:v>0</c:v>
                </c:pt>
                <c:pt idx="31007">
                  <c:v>0</c:v>
                </c:pt>
                <c:pt idx="31008">
                  <c:v>0</c:v>
                </c:pt>
                <c:pt idx="31009">
                  <c:v>0</c:v>
                </c:pt>
                <c:pt idx="31010">
                  <c:v>0</c:v>
                </c:pt>
                <c:pt idx="31011">
                  <c:v>0</c:v>
                </c:pt>
                <c:pt idx="31012">
                  <c:v>0</c:v>
                </c:pt>
                <c:pt idx="31013">
                  <c:v>0</c:v>
                </c:pt>
                <c:pt idx="31014">
                  <c:v>0</c:v>
                </c:pt>
                <c:pt idx="31015">
                  <c:v>0</c:v>
                </c:pt>
                <c:pt idx="31016">
                  <c:v>0</c:v>
                </c:pt>
                <c:pt idx="31017">
                  <c:v>0</c:v>
                </c:pt>
                <c:pt idx="31018">
                  <c:v>0</c:v>
                </c:pt>
                <c:pt idx="31019">
                  <c:v>0</c:v>
                </c:pt>
                <c:pt idx="31020">
                  <c:v>0</c:v>
                </c:pt>
                <c:pt idx="31021">
                  <c:v>0</c:v>
                </c:pt>
                <c:pt idx="31022">
                  <c:v>0</c:v>
                </c:pt>
                <c:pt idx="31023">
                  <c:v>0</c:v>
                </c:pt>
                <c:pt idx="31024">
                  <c:v>0</c:v>
                </c:pt>
                <c:pt idx="31025">
                  <c:v>0</c:v>
                </c:pt>
                <c:pt idx="31026">
                  <c:v>0</c:v>
                </c:pt>
                <c:pt idx="31027">
                  <c:v>0</c:v>
                </c:pt>
                <c:pt idx="31028">
                  <c:v>0</c:v>
                </c:pt>
                <c:pt idx="31029">
                  <c:v>0</c:v>
                </c:pt>
                <c:pt idx="31030">
                  <c:v>0</c:v>
                </c:pt>
                <c:pt idx="31031">
                  <c:v>0</c:v>
                </c:pt>
                <c:pt idx="31032">
                  <c:v>0</c:v>
                </c:pt>
                <c:pt idx="31033">
                  <c:v>0</c:v>
                </c:pt>
                <c:pt idx="31034">
                  <c:v>0</c:v>
                </c:pt>
                <c:pt idx="31035">
                  <c:v>0</c:v>
                </c:pt>
                <c:pt idx="31036">
                  <c:v>0</c:v>
                </c:pt>
                <c:pt idx="31037">
                  <c:v>0</c:v>
                </c:pt>
                <c:pt idx="31038">
                  <c:v>0</c:v>
                </c:pt>
                <c:pt idx="31039">
                  <c:v>0</c:v>
                </c:pt>
                <c:pt idx="31040">
                  <c:v>0</c:v>
                </c:pt>
                <c:pt idx="31041">
                  <c:v>0</c:v>
                </c:pt>
                <c:pt idx="31042">
                  <c:v>0</c:v>
                </c:pt>
                <c:pt idx="31043">
                  <c:v>0</c:v>
                </c:pt>
                <c:pt idx="31044">
                  <c:v>0</c:v>
                </c:pt>
                <c:pt idx="31045">
                  <c:v>0</c:v>
                </c:pt>
                <c:pt idx="31046">
                  <c:v>0</c:v>
                </c:pt>
                <c:pt idx="31047">
                  <c:v>0</c:v>
                </c:pt>
                <c:pt idx="31048">
                  <c:v>0</c:v>
                </c:pt>
                <c:pt idx="31049">
                  <c:v>0</c:v>
                </c:pt>
                <c:pt idx="31050">
                  <c:v>0</c:v>
                </c:pt>
                <c:pt idx="31051">
                  <c:v>0</c:v>
                </c:pt>
                <c:pt idx="31052">
                  <c:v>0</c:v>
                </c:pt>
                <c:pt idx="31053">
                  <c:v>0</c:v>
                </c:pt>
                <c:pt idx="31054">
                  <c:v>0</c:v>
                </c:pt>
                <c:pt idx="31055">
                  <c:v>0</c:v>
                </c:pt>
                <c:pt idx="31056">
                  <c:v>0</c:v>
                </c:pt>
                <c:pt idx="31057">
                  <c:v>0</c:v>
                </c:pt>
                <c:pt idx="31058">
                  <c:v>0</c:v>
                </c:pt>
                <c:pt idx="31059">
                  <c:v>0</c:v>
                </c:pt>
                <c:pt idx="31060">
                  <c:v>0</c:v>
                </c:pt>
                <c:pt idx="31061">
                  <c:v>0</c:v>
                </c:pt>
                <c:pt idx="31062">
                  <c:v>0</c:v>
                </c:pt>
                <c:pt idx="31063">
                  <c:v>0</c:v>
                </c:pt>
                <c:pt idx="31064">
                  <c:v>0</c:v>
                </c:pt>
                <c:pt idx="31065">
                  <c:v>0</c:v>
                </c:pt>
                <c:pt idx="31066">
                  <c:v>0</c:v>
                </c:pt>
                <c:pt idx="31067">
                  <c:v>0</c:v>
                </c:pt>
                <c:pt idx="31068">
                  <c:v>0</c:v>
                </c:pt>
                <c:pt idx="31069">
                  <c:v>0</c:v>
                </c:pt>
                <c:pt idx="31070">
                  <c:v>0</c:v>
                </c:pt>
                <c:pt idx="31071">
                  <c:v>0</c:v>
                </c:pt>
                <c:pt idx="31072">
                  <c:v>0</c:v>
                </c:pt>
                <c:pt idx="31073">
                  <c:v>0</c:v>
                </c:pt>
                <c:pt idx="31074">
                  <c:v>0</c:v>
                </c:pt>
                <c:pt idx="31075">
                  <c:v>0</c:v>
                </c:pt>
                <c:pt idx="31076">
                  <c:v>0</c:v>
                </c:pt>
                <c:pt idx="31077">
                  <c:v>0</c:v>
                </c:pt>
                <c:pt idx="31078">
                  <c:v>0</c:v>
                </c:pt>
                <c:pt idx="31079">
                  <c:v>0</c:v>
                </c:pt>
                <c:pt idx="31080">
                  <c:v>0</c:v>
                </c:pt>
                <c:pt idx="31081">
                  <c:v>0</c:v>
                </c:pt>
                <c:pt idx="31082">
                  <c:v>0</c:v>
                </c:pt>
                <c:pt idx="31083">
                  <c:v>0</c:v>
                </c:pt>
                <c:pt idx="31084">
                  <c:v>0</c:v>
                </c:pt>
                <c:pt idx="31085">
                  <c:v>0</c:v>
                </c:pt>
                <c:pt idx="31086">
                  <c:v>0</c:v>
                </c:pt>
                <c:pt idx="31087">
                  <c:v>0</c:v>
                </c:pt>
                <c:pt idx="31088">
                  <c:v>0</c:v>
                </c:pt>
                <c:pt idx="31089">
                  <c:v>0</c:v>
                </c:pt>
                <c:pt idx="31090">
                  <c:v>0</c:v>
                </c:pt>
                <c:pt idx="31091">
                  <c:v>0</c:v>
                </c:pt>
                <c:pt idx="31092">
                  <c:v>0</c:v>
                </c:pt>
                <c:pt idx="31093">
                  <c:v>0</c:v>
                </c:pt>
                <c:pt idx="31094">
                  <c:v>0</c:v>
                </c:pt>
                <c:pt idx="31095">
                  <c:v>0</c:v>
                </c:pt>
                <c:pt idx="31096">
                  <c:v>0</c:v>
                </c:pt>
                <c:pt idx="31097">
                  <c:v>0</c:v>
                </c:pt>
                <c:pt idx="31098">
                  <c:v>0</c:v>
                </c:pt>
                <c:pt idx="31099">
                  <c:v>0</c:v>
                </c:pt>
                <c:pt idx="31100">
                  <c:v>0</c:v>
                </c:pt>
                <c:pt idx="31101">
                  <c:v>0</c:v>
                </c:pt>
                <c:pt idx="31102">
                  <c:v>0</c:v>
                </c:pt>
                <c:pt idx="31103">
                  <c:v>0</c:v>
                </c:pt>
                <c:pt idx="31104">
                  <c:v>0</c:v>
                </c:pt>
                <c:pt idx="31105">
                  <c:v>0</c:v>
                </c:pt>
                <c:pt idx="31106">
                  <c:v>0</c:v>
                </c:pt>
                <c:pt idx="31107">
                  <c:v>0</c:v>
                </c:pt>
                <c:pt idx="31108">
                  <c:v>0</c:v>
                </c:pt>
                <c:pt idx="31109">
                  <c:v>0</c:v>
                </c:pt>
                <c:pt idx="31110">
                  <c:v>0</c:v>
                </c:pt>
                <c:pt idx="31111">
                  <c:v>0</c:v>
                </c:pt>
                <c:pt idx="31112">
                  <c:v>0</c:v>
                </c:pt>
                <c:pt idx="31113">
                  <c:v>0</c:v>
                </c:pt>
                <c:pt idx="31114">
                  <c:v>0</c:v>
                </c:pt>
                <c:pt idx="31115">
                  <c:v>0</c:v>
                </c:pt>
                <c:pt idx="31116">
                  <c:v>0</c:v>
                </c:pt>
                <c:pt idx="31117">
                  <c:v>0</c:v>
                </c:pt>
                <c:pt idx="31118">
                  <c:v>0</c:v>
                </c:pt>
                <c:pt idx="31119">
                  <c:v>0</c:v>
                </c:pt>
                <c:pt idx="31120">
                  <c:v>0</c:v>
                </c:pt>
                <c:pt idx="31121">
                  <c:v>0</c:v>
                </c:pt>
                <c:pt idx="31122">
                  <c:v>0</c:v>
                </c:pt>
                <c:pt idx="31123">
                  <c:v>0</c:v>
                </c:pt>
                <c:pt idx="31124">
                  <c:v>0</c:v>
                </c:pt>
                <c:pt idx="31125">
                  <c:v>0</c:v>
                </c:pt>
                <c:pt idx="31126">
                  <c:v>0</c:v>
                </c:pt>
                <c:pt idx="31127">
                  <c:v>0</c:v>
                </c:pt>
                <c:pt idx="31128">
                  <c:v>0</c:v>
                </c:pt>
                <c:pt idx="31129">
                  <c:v>0</c:v>
                </c:pt>
                <c:pt idx="31130">
                  <c:v>0</c:v>
                </c:pt>
                <c:pt idx="31131">
                  <c:v>0</c:v>
                </c:pt>
                <c:pt idx="31132">
                  <c:v>0</c:v>
                </c:pt>
                <c:pt idx="31133">
                  <c:v>0</c:v>
                </c:pt>
                <c:pt idx="31134">
                  <c:v>0</c:v>
                </c:pt>
                <c:pt idx="31135">
                  <c:v>0</c:v>
                </c:pt>
                <c:pt idx="31136">
                  <c:v>0</c:v>
                </c:pt>
                <c:pt idx="31137">
                  <c:v>0</c:v>
                </c:pt>
                <c:pt idx="31138">
                  <c:v>0</c:v>
                </c:pt>
                <c:pt idx="31139">
                  <c:v>0</c:v>
                </c:pt>
                <c:pt idx="31140">
                  <c:v>0</c:v>
                </c:pt>
                <c:pt idx="31141">
                  <c:v>0</c:v>
                </c:pt>
                <c:pt idx="31142">
                  <c:v>0</c:v>
                </c:pt>
                <c:pt idx="31143">
                  <c:v>0</c:v>
                </c:pt>
                <c:pt idx="31144">
                  <c:v>0</c:v>
                </c:pt>
                <c:pt idx="31145">
                  <c:v>0</c:v>
                </c:pt>
                <c:pt idx="31146">
                  <c:v>0</c:v>
                </c:pt>
                <c:pt idx="31147">
                  <c:v>0</c:v>
                </c:pt>
                <c:pt idx="31148">
                  <c:v>0</c:v>
                </c:pt>
                <c:pt idx="31149">
                  <c:v>0</c:v>
                </c:pt>
                <c:pt idx="31150">
                  <c:v>0</c:v>
                </c:pt>
                <c:pt idx="31151">
                  <c:v>0</c:v>
                </c:pt>
                <c:pt idx="31152">
                  <c:v>0</c:v>
                </c:pt>
                <c:pt idx="31153">
                  <c:v>0</c:v>
                </c:pt>
                <c:pt idx="31154">
                  <c:v>0</c:v>
                </c:pt>
                <c:pt idx="31155">
                  <c:v>0</c:v>
                </c:pt>
                <c:pt idx="31156">
                  <c:v>0</c:v>
                </c:pt>
                <c:pt idx="31157">
                  <c:v>0</c:v>
                </c:pt>
                <c:pt idx="31158">
                  <c:v>0</c:v>
                </c:pt>
                <c:pt idx="31159">
                  <c:v>0</c:v>
                </c:pt>
                <c:pt idx="31160">
                  <c:v>0</c:v>
                </c:pt>
                <c:pt idx="31161">
                  <c:v>0</c:v>
                </c:pt>
                <c:pt idx="31162">
                  <c:v>0</c:v>
                </c:pt>
                <c:pt idx="31163">
                  <c:v>0</c:v>
                </c:pt>
                <c:pt idx="31164">
                  <c:v>0</c:v>
                </c:pt>
                <c:pt idx="31165">
                  <c:v>0</c:v>
                </c:pt>
                <c:pt idx="31166">
                  <c:v>0</c:v>
                </c:pt>
                <c:pt idx="31167">
                  <c:v>0</c:v>
                </c:pt>
                <c:pt idx="31168">
                  <c:v>0</c:v>
                </c:pt>
                <c:pt idx="31169">
                  <c:v>0</c:v>
                </c:pt>
                <c:pt idx="31170">
                  <c:v>0</c:v>
                </c:pt>
                <c:pt idx="31171">
                  <c:v>0</c:v>
                </c:pt>
                <c:pt idx="31172">
                  <c:v>0</c:v>
                </c:pt>
                <c:pt idx="31173">
                  <c:v>0</c:v>
                </c:pt>
                <c:pt idx="31174">
                  <c:v>0</c:v>
                </c:pt>
                <c:pt idx="31175">
                  <c:v>0</c:v>
                </c:pt>
                <c:pt idx="31176">
                  <c:v>0</c:v>
                </c:pt>
                <c:pt idx="31177">
                  <c:v>0</c:v>
                </c:pt>
                <c:pt idx="31178">
                  <c:v>0</c:v>
                </c:pt>
                <c:pt idx="31179">
                  <c:v>0</c:v>
                </c:pt>
                <c:pt idx="31180">
                  <c:v>0</c:v>
                </c:pt>
                <c:pt idx="31181">
                  <c:v>0</c:v>
                </c:pt>
                <c:pt idx="31182">
                  <c:v>0</c:v>
                </c:pt>
                <c:pt idx="31183">
                  <c:v>0</c:v>
                </c:pt>
                <c:pt idx="31184">
                  <c:v>0</c:v>
                </c:pt>
                <c:pt idx="31185">
                  <c:v>0</c:v>
                </c:pt>
                <c:pt idx="31186">
                  <c:v>0</c:v>
                </c:pt>
                <c:pt idx="31187">
                  <c:v>0</c:v>
                </c:pt>
                <c:pt idx="31188">
                  <c:v>0</c:v>
                </c:pt>
                <c:pt idx="31189">
                  <c:v>0</c:v>
                </c:pt>
                <c:pt idx="31190">
                  <c:v>0</c:v>
                </c:pt>
                <c:pt idx="31191">
                  <c:v>0</c:v>
                </c:pt>
                <c:pt idx="31192">
                  <c:v>0</c:v>
                </c:pt>
                <c:pt idx="31193">
                  <c:v>0</c:v>
                </c:pt>
                <c:pt idx="31194">
                  <c:v>0</c:v>
                </c:pt>
                <c:pt idx="31195">
                  <c:v>0</c:v>
                </c:pt>
                <c:pt idx="31196">
                  <c:v>0</c:v>
                </c:pt>
                <c:pt idx="31197">
                  <c:v>0</c:v>
                </c:pt>
                <c:pt idx="31198">
                  <c:v>0</c:v>
                </c:pt>
                <c:pt idx="31199">
                  <c:v>0</c:v>
                </c:pt>
                <c:pt idx="31200">
                  <c:v>0</c:v>
                </c:pt>
                <c:pt idx="31201">
                  <c:v>0</c:v>
                </c:pt>
                <c:pt idx="31202">
                  <c:v>0</c:v>
                </c:pt>
                <c:pt idx="31203">
                  <c:v>0</c:v>
                </c:pt>
                <c:pt idx="31204">
                  <c:v>0</c:v>
                </c:pt>
                <c:pt idx="31205">
                  <c:v>0</c:v>
                </c:pt>
                <c:pt idx="31206">
                  <c:v>0</c:v>
                </c:pt>
                <c:pt idx="31207">
                  <c:v>0</c:v>
                </c:pt>
                <c:pt idx="31208">
                  <c:v>0</c:v>
                </c:pt>
                <c:pt idx="31209">
                  <c:v>0</c:v>
                </c:pt>
                <c:pt idx="31210">
                  <c:v>0</c:v>
                </c:pt>
                <c:pt idx="31211">
                  <c:v>0</c:v>
                </c:pt>
                <c:pt idx="31212">
                  <c:v>0</c:v>
                </c:pt>
                <c:pt idx="31213">
                  <c:v>0</c:v>
                </c:pt>
                <c:pt idx="31214">
                  <c:v>0</c:v>
                </c:pt>
                <c:pt idx="31215">
                  <c:v>0</c:v>
                </c:pt>
                <c:pt idx="31216">
                  <c:v>0</c:v>
                </c:pt>
                <c:pt idx="31217">
                  <c:v>0</c:v>
                </c:pt>
                <c:pt idx="31218">
                  <c:v>0</c:v>
                </c:pt>
                <c:pt idx="31219">
                  <c:v>0</c:v>
                </c:pt>
                <c:pt idx="31220">
                  <c:v>0</c:v>
                </c:pt>
                <c:pt idx="31221">
                  <c:v>0</c:v>
                </c:pt>
                <c:pt idx="31222">
                  <c:v>0</c:v>
                </c:pt>
                <c:pt idx="31223">
                  <c:v>0</c:v>
                </c:pt>
                <c:pt idx="31224">
                  <c:v>0</c:v>
                </c:pt>
                <c:pt idx="31225">
                  <c:v>0</c:v>
                </c:pt>
                <c:pt idx="31226">
                  <c:v>0</c:v>
                </c:pt>
                <c:pt idx="31227">
                  <c:v>0</c:v>
                </c:pt>
                <c:pt idx="31228">
                  <c:v>0</c:v>
                </c:pt>
                <c:pt idx="31229">
                  <c:v>0</c:v>
                </c:pt>
                <c:pt idx="31230">
                  <c:v>0</c:v>
                </c:pt>
                <c:pt idx="31231">
                  <c:v>0</c:v>
                </c:pt>
                <c:pt idx="31232">
                  <c:v>0</c:v>
                </c:pt>
                <c:pt idx="31233">
                  <c:v>0</c:v>
                </c:pt>
                <c:pt idx="31234">
                  <c:v>0</c:v>
                </c:pt>
                <c:pt idx="31235">
                  <c:v>0</c:v>
                </c:pt>
                <c:pt idx="31236">
                  <c:v>0</c:v>
                </c:pt>
                <c:pt idx="31237">
                  <c:v>0</c:v>
                </c:pt>
                <c:pt idx="31238">
                  <c:v>0</c:v>
                </c:pt>
                <c:pt idx="31239">
                  <c:v>0</c:v>
                </c:pt>
                <c:pt idx="31240">
                  <c:v>0</c:v>
                </c:pt>
                <c:pt idx="31241">
                  <c:v>0</c:v>
                </c:pt>
                <c:pt idx="31242">
                  <c:v>0</c:v>
                </c:pt>
                <c:pt idx="31243">
                  <c:v>0</c:v>
                </c:pt>
                <c:pt idx="31244">
                  <c:v>0</c:v>
                </c:pt>
                <c:pt idx="31245">
                  <c:v>0</c:v>
                </c:pt>
                <c:pt idx="31246">
                  <c:v>0</c:v>
                </c:pt>
                <c:pt idx="31247">
                  <c:v>0</c:v>
                </c:pt>
                <c:pt idx="31248">
                  <c:v>0</c:v>
                </c:pt>
                <c:pt idx="31249">
                  <c:v>0</c:v>
                </c:pt>
                <c:pt idx="31250">
                  <c:v>0</c:v>
                </c:pt>
                <c:pt idx="31251">
                  <c:v>0</c:v>
                </c:pt>
                <c:pt idx="31252">
                  <c:v>0</c:v>
                </c:pt>
                <c:pt idx="31253">
                  <c:v>0</c:v>
                </c:pt>
                <c:pt idx="31254">
                  <c:v>0</c:v>
                </c:pt>
                <c:pt idx="31255">
                  <c:v>0</c:v>
                </c:pt>
                <c:pt idx="31256">
                  <c:v>0</c:v>
                </c:pt>
                <c:pt idx="31257">
                  <c:v>0</c:v>
                </c:pt>
                <c:pt idx="31258">
                  <c:v>0</c:v>
                </c:pt>
                <c:pt idx="31259">
                  <c:v>0</c:v>
                </c:pt>
                <c:pt idx="31260">
                  <c:v>0</c:v>
                </c:pt>
                <c:pt idx="31261">
                  <c:v>0</c:v>
                </c:pt>
                <c:pt idx="31262">
                  <c:v>0</c:v>
                </c:pt>
                <c:pt idx="31263">
                  <c:v>0</c:v>
                </c:pt>
                <c:pt idx="31264">
                  <c:v>0</c:v>
                </c:pt>
                <c:pt idx="31265">
                  <c:v>0</c:v>
                </c:pt>
                <c:pt idx="31266">
                  <c:v>0</c:v>
                </c:pt>
                <c:pt idx="31267">
                  <c:v>0</c:v>
                </c:pt>
                <c:pt idx="31268">
                  <c:v>0</c:v>
                </c:pt>
                <c:pt idx="31269">
                  <c:v>0</c:v>
                </c:pt>
                <c:pt idx="31270">
                  <c:v>0</c:v>
                </c:pt>
                <c:pt idx="31271">
                  <c:v>0</c:v>
                </c:pt>
                <c:pt idx="31272">
                  <c:v>0</c:v>
                </c:pt>
                <c:pt idx="31273">
                  <c:v>0</c:v>
                </c:pt>
                <c:pt idx="31274">
                  <c:v>0</c:v>
                </c:pt>
                <c:pt idx="31275">
                  <c:v>0</c:v>
                </c:pt>
                <c:pt idx="31276">
                  <c:v>0</c:v>
                </c:pt>
                <c:pt idx="31277">
                  <c:v>0</c:v>
                </c:pt>
                <c:pt idx="31278">
                  <c:v>0</c:v>
                </c:pt>
                <c:pt idx="31279">
                  <c:v>0</c:v>
                </c:pt>
                <c:pt idx="31280">
                  <c:v>0</c:v>
                </c:pt>
                <c:pt idx="31281">
                  <c:v>0</c:v>
                </c:pt>
                <c:pt idx="31282">
                  <c:v>0</c:v>
                </c:pt>
                <c:pt idx="31283">
                  <c:v>0</c:v>
                </c:pt>
                <c:pt idx="31284">
                  <c:v>0</c:v>
                </c:pt>
                <c:pt idx="31285">
                  <c:v>0</c:v>
                </c:pt>
                <c:pt idx="31286">
                  <c:v>0</c:v>
                </c:pt>
                <c:pt idx="31287">
                  <c:v>0</c:v>
                </c:pt>
                <c:pt idx="31288">
                  <c:v>0</c:v>
                </c:pt>
                <c:pt idx="31289">
                  <c:v>0</c:v>
                </c:pt>
                <c:pt idx="31290">
                  <c:v>0</c:v>
                </c:pt>
                <c:pt idx="31291">
                  <c:v>0</c:v>
                </c:pt>
                <c:pt idx="31292">
                  <c:v>0</c:v>
                </c:pt>
                <c:pt idx="31293">
                  <c:v>0</c:v>
                </c:pt>
                <c:pt idx="31294">
                  <c:v>0</c:v>
                </c:pt>
                <c:pt idx="31295">
                  <c:v>0</c:v>
                </c:pt>
                <c:pt idx="31296">
                  <c:v>0</c:v>
                </c:pt>
                <c:pt idx="31297">
                  <c:v>0</c:v>
                </c:pt>
                <c:pt idx="31298">
                  <c:v>0</c:v>
                </c:pt>
                <c:pt idx="31299">
                  <c:v>0</c:v>
                </c:pt>
                <c:pt idx="31300">
                  <c:v>0</c:v>
                </c:pt>
                <c:pt idx="31301">
                  <c:v>0</c:v>
                </c:pt>
                <c:pt idx="31302">
                  <c:v>0</c:v>
                </c:pt>
                <c:pt idx="31303">
                  <c:v>0</c:v>
                </c:pt>
                <c:pt idx="31304">
                  <c:v>0</c:v>
                </c:pt>
                <c:pt idx="31305">
                  <c:v>0</c:v>
                </c:pt>
                <c:pt idx="31306">
                  <c:v>0</c:v>
                </c:pt>
                <c:pt idx="31307">
                  <c:v>0</c:v>
                </c:pt>
                <c:pt idx="31308">
                  <c:v>0</c:v>
                </c:pt>
                <c:pt idx="31309">
                  <c:v>0</c:v>
                </c:pt>
                <c:pt idx="31310">
                  <c:v>0</c:v>
                </c:pt>
                <c:pt idx="31311">
                  <c:v>0</c:v>
                </c:pt>
                <c:pt idx="31312">
                  <c:v>0</c:v>
                </c:pt>
                <c:pt idx="31313">
                  <c:v>0</c:v>
                </c:pt>
                <c:pt idx="31314">
                  <c:v>0</c:v>
                </c:pt>
                <c:pt idx="31315">
                  <c:v>0</c:v>
                </c:pt>
                <c:pt idx="31316">
                  <c:v>0</c:v>
                </c:pt>
                <c:pt idx="31317">
                  <c:v>0</c:v>
                </c:pt>
                <c:pt idx="31318">
                  <c:v>0</c:v>
                </c:pt>
                <c:pt idx="31319">
                  <c:v>0</c:v>
                </c:pt>
                <c:pt idx="31320">
                  <c:v>0</c:v>
                </c:pt>
                <c:pt idx="31321">
                  <c:v>0</c:v>
                </c:pt>
                <c:pt idx="31322">
                  <c:v>0</c:v>
                </c:pt>
                <c:pt idx="31323">
                  <c:v>0</c:v>
                </c:pt>
                <c:pt idx="31324">
                  <c:v>0</c:v>
                </c:pt>
                <c:pt idx="31325">
                  <c:v>0</c:v>
                </c:pt>
                <c:pt idx="31326">
                  <c:v>0</c:v>
                </c:pt>
                <c:pt idx="31327">
                  <c:v>0</c:v>
                </c:pt>
                <c:pt idx="31328">
                  <c:v>0</c:v>
                </c:pt>
                <c:pt idx="31329">
                  <c:v>0</c:v>
                </c:pt>
                <c:pt idx="31330">
                  <c:v>0</c:v>
                </c:pt>
                <c:pt idx="31331">
                  <c:v>0</c:v>
                </c:pt>
                <c:pt idx="31332">
                  <c:v>0</c:v>
                </c:pt>
                <c:pt idx="31333">
                  <c:v>0</c:v>
                </c:pt>
                <c:pt idx="31334">
                  <c:v>0</c:v>
                </c:pt>
                <c:pt idx="31335">
                  <c:v>0</c:v>
                </c:pt>
                <c:pt idx="31336">
                  <c:v>0</c:v>
                </c:pt>
                <c:pt idx="31337">
                  <c:v>0</c:v>
                </c:pt>
                <c:pt idx="31338">
                  <c:v>0</c:v>
                </c:pt>
                <c:pt idx="31339">
                  <c:v>0</c:v>
                </c:pt>
                <c:pt idx="31340">
                  <c:v>0</c:v>
                </c:pt>
                <c:pt idx="31341">
                  <c:v>0</c:v>
                </c:pt>
                <c:pt idx="31342">
                  <c:v>0</c:v>
                </c:pt>
                <c:pt idx="31343">
                  <c:v>0</c:v>
                </c:pt>
                <c:pt idx="31344">
                  <c:v>0</c:v>
                </c:pt>
                <c:pt idx="31345">
                  <c:v>0</c:v>
                </c:pt>
                <c:pt idx="31346">
                  <c:v>0</c:v>
                </c:pt>
                <c:pt idx="31347">
                  <c:v>0</c:v>
                </c:pt>
                <c:pt idx="31348">
                  <c:v>0</c:v>
                </c:pt>
                <c:pt idx="31349">
                  <c:v>0</c:v>
                </c:pt>
                <c:pt idx="31350">
                  <c:v>0</c:v>
                </c:pt>
                <c:pt idx="31351">
                  <c:v>0</c:v>
                </c:pt>
                <c:pt idx="31352">
                  <c:v>0</c:v>
                </c:pt>
                <c:pt idx="31353">
                  <c:v>0</c:v>
                </c:pt>
                <c:pt idx="31354">
                  <c:v>0</c:v>
                </c:pt>
                <c:pt idx="31355">
                  <c:v>0</c:v>
                </c:pt>
                <c:pt idx="31356">
                  <c:v>0</c:v>
                </c:pt>
                <c:pt idx="31357">
                  <c:v>0</c:v>
                </c:pt>
                <c:pt idx="31358">
                  <c:v>0</c:v>
                </c:pt>
                <c:pt idx="31359">
                  <c:v>0</c:v>
                </c:pt>
                <c:pt idx="31360">
                  <c:v>0</c:v>
                </c:pt>
                <c:pt idx="31361">
                  <c:v>0</c:v>
                </c:pt>
                <c:pt idx="31362">
                  <c:v>0</c:v>
                </c:pt>
                <c:pt idx="31363">
                  <c:v>0</c:v>
                </c:pt>
                <c:pt idx="31364">
                  <c:v>0</c:v>
                </c:pt>
                <c:pt idx="31365">
                  <c:v>0</c:v>
                </c:pt>
                <c:pt idx="31366">
                  <c:v>0</c:v>
                </c:pt>
                <c:pt idx="31367">
                  <c:v>0</c:v>
                </c:pt>
                <c:pt idx="31368">
                  <c:v>0</c:v>
                </c:pt>
                <c:pt idx="31369">
                  <c:v>0</c:v>
                </c:pt>
                <c:pt idx="31370">
                  <c:v>0</c:v>
                </c:pt>
                <c:pt idx="31371">
                  <c:v>0</c:v>
                </c:pt>
                <c:pt idx="31372">
                  <c:v>0</c:v>
                </c:pt>
                <c:pt idx="31373">
                  <c:v>0</c:v>
                </c:pt>
                <c:pt idx="31374">
                  <c:v>0</c:v>
                </c:pt>
                <c:pt idx="31375">
                  <c:v>0</c:v>
                </c:pt>
                <c:pt idx="31376">
                  <c:v>0</c:v>
                </c:pt>
                <c:pt idx="31377">
                  <c:v>0</c:v>
                </c:pt>
                <c:pt idx="31378">
                  <c:v>0</c:v>
                </c:pt>
                <c:pt idx="31379">
                  <c:v>0</c:v>
                </c:pt>
                <c:pt idx="31380">
                  <c:v>0</c:v>
                </c:pt>
                <c:pt idx="31381">
                  <c:v>0</c:v>
                </c:pt>
                <c:pt idx="31382">
                  <c:v>0</c:v>
                </c:pt>
                <c:pt idx="31383">
                  <c:v>0</c:v>
                </c:pt>
                <c:pt idx="31384">
                  <c:v>0</c:v>
                </c:pt>
                <c:pt idx="31385">
                  <c:v>0</c:v>
                </c:pt>
                <c:pt idx="31386">
                  <c:v>0</c:v>
                </c:pt>
                <c:pt idx="31387">
                  <c:v>0</c:v>
                </c:pt>
                <c:pt idx="31388">
                  <c:v>0</c:v>
                </c:pt>
                <c:pt idx="31389">
                  <c:v>0</c:v>
                </c:pt>
                <c:pt idx="31390">
                  <c:v>0</c:v>
                </c:pt>
                <c:pt idx="31391">
                  <c:v>0</c:v>
                </c:pt>
                <c:pt idx="31392">
                  <c:v>0</c:v>
                </c:pt>
                <c:pt idx="31393">
                  <c:v>0</c:v>
                </c:pt>
                <c:pt idx="31394">
                  <c:v>0</c:v>
                </c:pt>
                <c:pt idx="31395">
                  <c:v>0</c:v>
                </c:pt>
                <c:pt idx="31396">
                  <c:v>0</c:v>
                </c:pt>
                <c:pt idx="31397">
                  <c:v>0</c:v>
                </c:pt>
                <c:pt idx="31398">
                  <c:v>0</c:v>
                </c:pt>
                <c:pt idx="31399">
                  <c:v>0</c:v>
                </c:pt>
                <c:pt idx="31400">
                  <c:v>0</c:v>
                </c:pt>
                <c:pt idx="31401">
                  <c:v>0</c:v>
                </c:pt>
                <c:pt idx="31402">
                  <c:v>0</c:v>
                </c:pt>
                <c:pt idx="31403">
                  <c:v>0</c:v>
                </c:pt>
                <c:pt idx="31404">
                  <c:v>0</c:v>
                </c:pt>
                <c:pt idx="31405">
                  <c:v>0</c:v>
                </c:pt>
                <c:pt idx="31406">
                  <c:v>0</c:v>
                </c:pt>
                <c:pt idx="31407">
                  <c:v>0</c:v>
                </c:pt>
                <c:pt idx="31408">
                  <c:v>0</c:v>
                </c:pt>
                <c:pt idx="31409">
                  <c:v>0</c:v>
                </c:pt>
                <c:pt idx="31410">
                  <c:v>0</c:v>
                </c:pt>
                <c:pt idx="31411">
                  <c:v>0</c:v>
                </c:pt>
                <c:pt idx="31412">
                  <c:v>0</c:v>
                </c:pt>
                <c:pt idx="31413">
                  <c:v>0</c:v>
                </c:pt>
                <c:pt idx="31414">
                  <c:v>0</c:v>
                </c:pt>
                <c:pt idx="31415">
                  <c:v>0</c:v>
                </c:pt>
                <c:pt idx="31416">
                  <c:v>0</c:v>
                </c:pt>
                <c:pt idx="31417">
                  <c:v>0</c:v>
                </c:pt>
                <c:pt idx="31418">
                  <c:v>0</c:v>
                </c:pt>
                <c:pt idx="31419">
                  <c:v>0</c:v>
                </c:pt>
                <c:pt idx="31420">
                  <c:v>0</c:v>
                </c:pt>
                <c:pt idx="31421">
                  <c:v>0</c:v>
                </c:pt>
                <c:pt idx="31422">
                  <c:v>0</c:v>
                </c:pt>
                <c:pt idx="31423">
                  <c:v>0</c:v>
                </c:pt>
                <c:pt idx="31424">
                  <c:v>0</c:v>
                </c:pt>
                <c:pt idx="31425">
                  <c:v>0</c:v>
                </c:pt>
                <c:pt idx="31426">
                  <c:v>0</c:v>
                </c:pt>
                <c:pt idx="31427">
                  <c:v>0</c:v>
                </c:pt>
                <c:pt idx="31428">
                  <c:v>0</c:v>
                </c:pt>
                <c:pt idx="31429">
                  <c:v>0</c:v>
                </c:pt>
                <c:pt idx="31430">
                  <c:v>0</c:v>
                </c:pt>
                <c:pt idx="31431">
                  <c:v>0</c:v>
                </c:pt>
                <c:pt idx="31432">
                  <c:v>0</c:v>
                </c:pt>
                <c:pt idx="31433">
                  <c:v>0</c:v>
                </c:pt>
                <c:pt idx="31434">
                  <c:v>0</c:v>
                </c:pt>
                <c:pt idx="31435">
                  <c:v>0</c:v>
                </c:pt>
                <c:pt idx="31436">
                  <c:v>0</c:v>
                </c:pt>
                <c:pt idx="31437">
                  <c:v>0</c:v>
                </c:pt>
                <c:pt idx="31438">
                  <c:v>0</c:v>
                </c:pt>
                <c:pt idx="31439">
                  <c:v>0</c:v>
                </c:pt>
                <c:pt idx="31440">
                  <c:v>0</c:v>
                </c:pt>
                <c:pt idx="31441">
                  <c:v>0</c:v>
                </c:pt>
                <c:pt idx="31442">
                  <c:v>0</c:v>
                </c:pt>
                <c:pt idx="31443">
                  <c:v>0</c:v>
                </c:pt>
                <c:pt idx="31444">
                  <c:v>0</c:v>
                </c:pt>
                <c:pt idx="31445">
                  <c:v>0</c:v>
                </c:pt>
                <c:pt idx="31446">
                  <c:v>0</c:v>
                </c:pt>
                <c:pt idx="31447">
                  <c:v>0</c:v>
                </c:pt>
                <c:pt idx="31448">
                  <c:v>0</c:v>
                </c:pt>
                <c:pt idx="31449">
                  <c:v>0</c:v>
                </c:pt>
                <c:pt idx="31450">
                  <c:v>0</c:v>
                </c:pt>
                <c:pt idx="31451">
                  <c:v>0</c:v>
                </c:pt>
                <c:pt idx="31452">
                  <c:v>0</c:v>
                </c:pt>
                <c:pt idx="31453">
                  <c:v>0</c:v>
                </c:pt>
                <c:pt idx="31454">
                  <c:v>0</c:v>
                </c:pt>
                <c:pt idx="31455">
                  <c:v>0</c:v>
                </c:pt>
                <c:pt idx="31456">
                  <c:v>0</c:v>
                </c:pt>
                <c:pt idx="31457">
                  <c:v>0</c:v>
                </c:pt>
                <c:pt idx="31458">
                  <c:v>0</c:v>
                </c:pt>
                <c:pt idx="31459">
                  <c:v>0</c:v>
                </c:pt>
                <c:pt idx="31460">
                  <c:v>0</c:v>
                </c:pt>
                <c:pt idx="31461">
                  <c:v>0</c:v>
                </c:pt>
                <c:pt idx="31462">
                  <c:v>0</c:v>
                </c:pt>
                <c:pt idx="31463">
                  <c:v>0</c:v>
                </c:pt>
                <c:pt idx="31464">
                  <c:v>0</c:v>
                </c:pt>
                <c:pt idx="31465">
                  <c:v>0</c:v>
                </c:pt>
                <c:pt idx="31466">
                  <c:v>0</c:v>
                </c:pt>
                <c:pt idx="31467">
                  <c:v>0</c:v>
                </c:pt>
                <c:pt idx="31468">
                  <c:v>0</c:v>
                </c:pt>
                <c:pt idx="31469">
                  <c:v>0</c:v>
                </c:pt>
                <c:pt idx="31470">
                  <c:v>0</c:v>
                </c:pt>
                <c:pt idx="31471">
                  <c:v>0</c:v>
                </c:pt>
                <c:pt idx="31472">
                  <c:v>0</c:v>
                </c:pt>
                <c:pt idx="31473">
                  <c:v>0</c:v>
                </c:pt>
                <c:pt idx="31474">
                  <c:v>0</c:v>
                </c:pt>
                <c:pt idx="31475">
                  <c:v>0</c:v>
                </c:pt>
                <c:pt idx="31476">
                  <c:v>0</c:v>
                </c:pt>
                <c:pt idx="31477">
                  <c:v>0</c:v>
                </c:pt>
                <c:pt idx="31478">
                  <c:v>0</c:v>
                </c:pt>
                <c:pt idx="31479">
                  <c:v>0</c:v>
                </c:pt>
                <c:pt idx="31480">
                  <c:v>0</c:v>
                </c:pt>
                <c:pt idx="31481">
                  <c:v>0</c:v>
                </c:pt>
                <c:pt idx="31482">
                  <c:v>0</c:v>
                </c:pt>
                <c:pt idx="31483">
                  <c:v>0</c:v>
                </c:pt>
                <c:pt idx="31484">
                  <c:v>0</c:v>
                </c:pt>
                <c:pt idx="31485">
                  <c:v>0</c:v>
                </c:pt>
                <c:pt idx="31486">
                  <c:v>0</c:v>
                </c:pt>
                <c:pt idx="31487">
                  <c:v>0</c:v>
                </c:pt>
                <c:pt idx="31488">
                  <c:v>0</c:v>
                </c:pt>
                <c:pt idx="31489">
                  <c:v>0</c:v>
                </c:pt>
                <c:pt idx="31490">
                  <c:v>0</c:v>
                </c:pt>
                <c:pt idx="31491">
                  <c:v>0</c:v>
                </c:pt>
                <c:pt idx="31492">
                  <c:v>0</c:v>
                </c:pt>
                <c:pt idx="31493">
                  <c:v>0</c:v>
                </c:pt>
                <c:pt idx="31494">
                  <c:v>0</c:v>
                </c:pt>
                <c:pt idx="31495">
                  <c:v>0</c:v>
                </c:pt>
                <c:pt idx="31496">
                  <c:v>0</c:v>
                </c:pt>
                <c:pt idx="31497">
                  <c:v>0</c:v>
                </c:pt>
                <c:pt idx="31498">
                  <c:v>0</c:v>
                </c:pt>
                <c:pt idx="31499">
                  <c:v>0</c:v>
                </c:pt>
                <c:pt idx="31500">
                  <c:v>0</c:v>
                </c:pt>
                <c:pt idx="31501">
                  <c:v>0</c:v>
                </c:pt>
                <c:pt idx="31502">
                  <c:v>0</c:v>
                </c:pt>
                <c:pt idx="31503">
                  <c:v>0</c:v>
                </c:pt>
                <c:pt idx="31504">
                  <c:v>0</c:v>
                </c:pt>
                <c:pt idx="31505">
                  <c:v>0</c:v>
                </c:pt>
                <c:pt idx="31506">
                  <c:v>0</c:v>
                </c:pt>
                <c:pt idx="31507">
                  <c:v>0</c:v>
                </c:pt>
                <c:pt idx="31508">
                  <c:v>0</c:v>
                </c:pt>
                <c:pt idx="31509">
                  <c:v>0</c:v>
                </c:pt>
                <c:pt idx="31510">
                  <c:v>0</c:v>
                </c:pt>
                <c:pt idx="31511">
                  <c:v>0</c:v>
                </c:pt>
                <c:pt idx="31512">
                  <c:v>0</c:v>
                </c:pt>
                <c:pt idx="31513">
                  <c:v>0</c:v>
                </c:pt>
                <c:pt idx="31514">
                  <c:v>0</c:v>
                </c:pt>
                <c:pt idx="31515">
                  <c:v>0</c:v>
                </c:pt>
                <c:pt idx="31516">
                  <c:v>0</c:v>
                </c:pt>
                <c:pt idx="31517">
                  <c:v>0</c:v>
                </c:pt>
                <c:pt idx="31518">
                  <c:v>0</c:v>
                </c:pt>
                <c:pt idx="31519">
                  <c:v>0</c:v>
                </c:pt>
                <c:pt idx="31520">
                  <c:v>0</c:v>
                </c:pt>
                <c:pt idx="31521">
                  <c:v>0</c:v>
                </c:pt>
                <c:pt idx="31522">
                  <c:v>0</c:v>
                </c:pt>
                <c:pt idx="31523">
                  <c:v>0</c:v>
                </c:pt>
                <c:pt idx="31524">
                  <c:v>0</c:v>
                </c:pt>
                <c:pt idx="31525">
                  <c:v>0</c:v>
                </c:pt>
                <c:pt idx="31526">
                  <c:v>0</c:v>
                </c:pt>
                <c:pt idx="31527">
                  <c:v>0</c:v>
                </c:pt>
                <c:pt idx="31528">
                  <c:v>0</c:v>
                </c:pt>
                <c:pt idx="31529">
                  <c:v>0</c:v>
                </c:pt>
                <c:pt idx="31530">
                  <c:v>0</c:v>
                </c:pt>
                <c:pt idx="31531">
                  <c:v>0</c:v>
                </c:pt>
                <c:pt idx="31532">
                  <c:v>0</c:v>
                </c:pt>
                <c:pt idx="31533">
                  <c:v>0</c:v>
                </c:pt>
                <c:pt idx="31534">
                  <c:v>0</c:v>
                </c:pt>
                <c:pt idx="31535">
                  <c:v>0</c:v>
                </c:pt>
                <c:pt idx="31536">
                  <c:v>0</c:v>
                </c:pt>
                <c:pt idx="31537">
                  <c:v>0</c:v>
                </c:pt>
                <c:pt idx="31538">
                  <c:v>0</c:v>
                </c:pt>
                <c:pt idx="31539">
                  <c:v>0</c:v>
                </c:pt>
                <c:pt idx="31540">
                  <c:v>0</c:v>
                </c:pt>
                <c:pt idx="31541">
                  <c:v>0</c:v>
                </c:pt>
                <c:pt idx="31542">
                  <c:v>0</c:v>
                </c:pt>
                <c:pt idx="31543">
                  <c:v>0</c:v>
                </c:pt>
                <c:pt idx="31544">
                  <c:v>0</c:v>
                </c:pt>
                <c:pt idx="31545">
                  <c:v>0</c:v>
                </c:pt>
                <c:pt idx="31546">
                  <c:v>0</c:v>
                </c:pt>
                <c:pt idx="31547">
                  <c:v>0</c:v>
                </c:pt>
                <c:pt idx="31548">
                  <c:v>0</c:v>
                </c:pt>
                <c:pt idx="31549">
                  <c:v>0</c:v>
                </c:pt>
                <c:pt idx="31550">
                  <c:v>0</c:v>
                </c:pt>
                <c:pt idx="31551">
                  <c:v>0</c:v>
                </c:pt>
                <c:pt idx="31552">
                  <c:v>0</c:v>
                </c:pt>
                <c:pt idx="31553">
                  <c:v>0</c:v>
                </c:pt>
                <c:pt idx="31554">
                  <c:v>0</c:v>
                </c:pt>
                <c:pt idx="31555">
                  <c:v>0</c:v>
                </c:pt>
                <c:pt idx="31556">
                  <c:v>0</c:v>
                </c:pt>
                <c:pt idx="31557">
                  <c:v>0</c:v>
                </c:pt>
                <c:pt idx="31558">
                  <c:v>0</c:v>
                </c:pt>
                <c:pt idx="31559">
                  <c:v>0</c:v>
                </c:pt>
                <c:pt idx="31560">
                  <c:v>0</c:v>
                </c:pt>
                <c:pt idx="31561">
                  <c:v>0</c:v>
                </c:pt>
                <c:pt idx="31562">
                  <c:v>0</c:v>
                </c:pt>
                <c:pt idx="31563">
                  <c:v>0</c:v>
                </c:pt>
                <c:pt idx="31564">
                  <c:v>0</c:v>
                </c:pt>
                <c:pt idx="31565">
                  <c:v>0</c:v>
                </c:pt>
                <c:pt idx="31566">
                  <c:v>0</c:v>
                </c:pt>
                <c:pt idx="31567">
                  <c:v>0</c:v>
                </c:pt>
                <c:pt idx="31568">
                  <c:v>0</c:v>
                </c:pt>
                <c:pt idx="31569">
                  <c:v>0</c:v>
                </c:pt>
                <c:pt idx="31570">
                  <c:v>0</c:v>
                </c:pt>
                <c:pt idx="31571">
                  <c:v>0</c:v>
                </c:pt>
                <c:pt idx="31572">
                  <c:v>0</c:v>
                </c:pt>
                <c:pt idx="31573">
                  <c:v>0</c:v>
                </c:pt>
                <c:pt idx="31574">
                  <c:v>0</c:v>
                </c:pt>
                <c:pt idx="31575">
                  <c:v>0</c:v>
                </c:pt>
                <c:pt idx="31576">
                  <c:v>0</c:v>
                </c:pt>
                <c:pt idx="31577">
                  <c:v>0</c:v>
                </c:pt>
                <c:pt idx="31578">
                  <c:v>0</c:v>
                </c:pt>
                <c:pt idx="31579">
                  <c:v>0</c:v>
                </c:pt>
                <c:pt idx="31580">
                  <c:v>0</c:v>
                </c:pt>
                <c:pt idx="31581">
                  <c:v>0</c:v>
                </c:pt>
                <c:pt idx="31582">
                  <c:v>0</c:v>
                </c:pt>
                <c:pt idx="31583">
                  <c:v>0</c:v>
                </c:pt>
                <c:pt idx="31584">
                  <c:v>0</c:v>
                </c:pt>
                <c:pt idx="31585">
                  <c:v>0</c:v>
                </c:pt>
                <c:pt idx="31586">
                  <c:v>0</c:v>
                </c:pt>
                <c:pt idx="31587">
                  <c:v>0</c:v>
                </c:pt>
                <c:pt idx="31588">
                  <c:v>0</c:v>
                </c:pt>
                <c:pt idx="31589">
                  <c:v>0</c:v>
                </c:pt>
                <c:pt idx="31590">
                  <c:v>0</c:v>
                </c:pt>
                <c:pt idx="31591">
                  <c:v>0</c:v>
                </c:pt>
                <c:pt idx="31592">
                  <c:v>0</c:v>
                </c:pt>
                <c:pt idx="31593">
                  <c:v>0</c:v>
                </c:pt>
                <c:pt idx="31594">
                  <c:v>0</c:v>
                </c:pt>
                <c:pt idx="31595">
                  <c:v>0</c:v>
                </c:pt>
                <c:pt idx="31596">
                  <c:v>0</c:v>
                </c:pt>
                <c:pt idx="31597">
                  <c:v>0</c:v>
                </c:pt>
                <c:pt idx="31598">
                  <c:v>0</c:v>
                </c:pt>
                <c:pt idx="31599">
                  <c:v>0</c:v>
                </c:pt>
                <c:pt idx="31600">
                  <c:v>0</c:v>
                </c:pt>
                <c:pt idx="31601">
                  <c:v>0</c:v>
                </c:pt>
                <c:pt idx="31602">
                  <c:v>0</c:v>
                </c:pt>
                <c:pt idx="31603">
                  <c:v>0</c:v>
                </c:pt>
                <c:pt idx="31604">
                  <c:v>0</c:v>
                </c:pt>
                <c:pt idx="31605">
                  <c:v>0</c:v>
                </c:pt>
                <c:pt idx="31606">
                  <c:v>0</c:v>
                </c:pt>
                <c:pt idx="31607">
                  <c:v>0</c:v>
                </c:pt>
                <c:pt idx="31608">
                  <c:v>0</c:v>
                </c:pt>
                <c:pt idx="31609">
                  <c:v>0</c:v>
                </c:pt>
                <c:pt idx="31610">
                  <c:v>0</c:v>
                </c:pt>
                <c:pt idx="31611">
                  <c:v>0</c:v>
                </c:pt>
                <c:pt idx="31612">
                  <c:v>0</c:v>
                </c:pt>
                <c:pt idx="31613">
                  <c:v>0</c:v>
                </c:pt>
                <c:pt idx="31614">
                  <c:v>0</c:v>
                </c:pt>
                <c:pt idx="31615">
                  <c:v>0</c:v>
                </c:pt>
                <c:pt idx="31616">
                  <c:v>0</c:v>
                </c:pt>
                <c:pt idx="31617">
                  <c:v>0</c:v>
                </c:pt>
                <c:pt idx="31618">
                  <c:v>0</c:v>
                </c:pt>
                <c:pt idx="31619">
                  <c:v>0</c:v>
                </c:pt>
                <c:pt idx="31620">
                  <c:v>0</c:v>
                </c:pt>
                <c:pt idx="31621">
                  <c:v>0</c:v>
                </c:pt>
                <c:pt idx="31622">
                  <c:v>0</c:v>
                </c:pt>
                <c:pt idx="31623">
                  <c:v>0</c:v>
                </c:pt>
                <c:pt idx="31624">
                  <c:v>0</c:v>
                </c:pt>
                <c:pt idx="31625">
                  <c:v>0</c:v>
                </c:pt>
                <c:pt idx="31626">
                  <c:v>0</c:v>
                </c:pt>
                <c:pt idx="31627">
                  <c:v>0</c:v>
                </c:pt>
                <c:pt idx="31628">
                  <c:v>0</c:v>
                </c:pt>
                <c:pt idx="31629">
                  <c:v>0</c:v>
                </c:pt>
                <c:pt idx="31630">
                  <c:v>0</c:v>
                </c:pt>
                <c:pt idx="31631">
                  <c:v>0</c:v>
                </c:pt>
                <c:pt idx="31632">
                  <c:v>0</c:v>
                </c:pt>
                <c:pt idx="31633">
                  <c:v>0</c:v>
                </c:pt>
                <c:pt idx="31634">
                  <c:v>0</c:v>
                </c:pt>
                <c:pt idx="31635">
                  <c:v>0</c:v>
                </c:pt>
                <c:pt idx="31636">
                  <c:v>0</c:v>
                </c:pt>
                <c:pt idx="31637">
                  <c:v>0</c:v>
                </c:pt>
                <c:pt idx="31638">
                  <c:v>0</c:v>
                </c:pt>
                <c:pt idx="31639">
                  <c:v>0</c:v>
                </c:pt>
                <c:pt idx="31640">
                  <c:v>0</c:v>
                </c:pt>
                <c:pt idx="31641">
                  <c:v>0</c:v>
                </c:pt>
                <c:pt idx="31642">
                  <c:v>0</c:v>
                </c:pt>
                <c:pt idx="31643">
                  <c:v>0</c:v>
                </c:pt>
                <c:pt idx="31644">
                  <c:v>0</c:v>
                </c:pt>
                <c:pt idx="31645">
                  <c:v>0</c:v>
                </c:pt>
                <c:pt idx="31646">
                  <c:v>0</c:v>
                </c:pt>
                <c:pt idx="31647">
                  <c:v>0</c:v>
                </c:pt>
                <c:pt idx="31648">
                  <c:v>0</c:v>
                </c:pt>
                <c:pt idx="31649">
                  <c:v>0</c:v>
                </c:pt>
                <c:pt idx="31650">
                  <c:v>0</c:v>
                </c:pt>
                <c:pt idx="31651">
                  <c:v>0</c:v>
                </c:pt>
                <c:pt idx="31652">
                  <c:v>0</c:v>
                </c:pt>
                <c:pt idx="31653">
                  <c:v>0</c:v>
                </c:pt>
                <c:pt idx="31654">
                  <c:v>0</c:v>
                </c:pt>
                <c:pt idx="31655">
                  <c:v>0</c:v>
                </c:pt>
                <c:pt idx="31656">
                  <c:v>0</c:v>
                </c:pt>
                <c:pt idx="31657">
                  <c:v>0</c:v>
                </c:pt>
                <c:pt idx="31658">
                  <c:v>0</c:v>
                </c:pt>
                <c:pt idx="31659">
                  <c:v>0</c:v>
                </c:pt>
                <c:pt idx="31660">
                  <c:v>0</c:v>
                </c:pt>
                <c:pt idx="31661">
                  <c:v>0</c:v>
                </c:pt>
                <c:pt idx="31662">
                  <c:v>0</c:v>
                </c:pt>
                <c:pt idx="31663">
                  <c:v>0</c:v>
                </c:pt>
                <c:pt idx="31664">
                  <c:v>0</c:v>
                </c:pt>
                <c:pt idx="31665">
                  <c:v>0</c:v>
                </c:pt>
                <c:pt idx="31666">
                  <c:v>0</c:v>
                </c:pt>
                <c:pt idx="31667">
                  <c:v>0</c:v>
                </c:pt>
                <c:pt idx="31668">
                  <c:v>0</c:v>
                </c:pt>
                <c:pt idx="31669">
                  <c:v>0</c:v>
                </c:pt>
                <c:pt idx="31670">
                  <c:v>0</c:v>
                </c:pt>
                <c:pt idx="31671">
                  <c:v>0</c:v>
                </c:pt>
                <c:pt idx="31672">
                  <c:v>0</c:v>
                </c:pt>
                <c:pt idx="31673">
                  <c:v>0</c:v>
                </c:pt>
                <c:pt idx="31674">
                  <c:v>0</c:v>
                </c:pt>
                <c:pt idx="31675">
                  <c:v>0</c:v>
                </c:pt>
                <c:pt idx="31676">
                  <c:v>0</c:v>
                </c:pt>
                <c:pt idx="31677">
                  <c:v>0</c:v>
                </c:pt>
                <c:pt idx="31678">
                  <c:v>0</c:v>
                </c:pt>
                <c:pt idx="31679">
                  <c:v>0</c:v>
                </c:pt>
                <c:pt idx="31680">
                  <c:v>0</c:v>
                </c:pt>
                <c:pt idx="31681">
                  <c:v>0</c:v>
                </c:pt>
                <c:pt idx="31682">
                  <c:v>0</c:v>
                </c:pt>
                <c:pt idx="31683">
                  <c:v>0</c:v>
                </c:pt>
                <c:pt idx="31684">
                  <c:v>0</c:v>
                </c:pt>
                <c:pt idx="31685">
                  <c:v>0</c:v>
                </c:pt>
                <c:pt idx="31686">
                  <c:v>0</c:v>
                </c:pt>
                <c:pt idx="31687">
                  <c:v>0</c:v>
                </c:pt>
                <c:pt idx="31688">
                  <c:v>0</c:v>
                </c:pt>
                <c:pt idx="31689">
                  <c:v>0</c:v>
                </c:pt>
                <c:pt idx="31690">
                  <c:v>0</c:v>
                </c:pt>
                <c:pt idx="31691">
                  <c:v>0</c:v>
                </c:pt>
                <c:pt idx="31692">
                  <c:v>0</c:v>
                </c:pt>
                <c:pt idx="31693">
                  <c:v>0</c:v>
                </c:pt>
                <c:pt idx="31694">
                  <c:v>0</c:v>
                </c:pt>
                <c:pt idx="31695">
                  <c:v>0</c:v>
                </c:pt>
                <c:pt idx="31696">
                  <c:v>0</c:v>
                </c:pt>
                <c:pt idx="31697">
                  <c:v>0</c:v>
                </c:pt>
                <c:pt idx="31698">
                  <c:v>0</c:v>
                </c:pt>
                <c:pt idx="31699">
                  <c:v>0</c:v>
                </c:pt>
                <c:pt idx="31700">
                  <c:v>0</c:v>
                </c:pt>
                <c:pt idx="31701">
                  <c:v>0</c:v>
                </c:pt>
                <c:pt idx="31702">
                  <c:v>0</c:v>
                </c:pt>
                <c:pt idx="31703">
                  <c:v>0</c:v>
                </c:pt>
                <c:pt idx="31704">
                  <c:v>0</c:v>
                </c:pt>
                <c:pt idx="31705">
                  <c:v>0</c:v>
                </c:pt>
                <c:pt idx="31706">
                  <c:v>0</c:v>
                </c:pt>
                <c:pt idx="31707">
                  <c:v>0</c:v>
                </c:pt>
                <c:pt idx="31708">
                  <c:v>0</c:v>
                </c:pt>
                <c:pt idx="31709">
                  <c:v>0</c:v>
                </c:pt>
                <c:pt idx="31710">
                  <c:v>0</c:v>
                </c:pt>
                <c:pt idx="31711">
                  <c:v>0</c:v>
                </c:pt>
                <c:pt idx="31712">
                  <c:v>0</c:v>
                </c:pt>
                <c:pt idx="31713">
                  <c:v>0</c:v>
                </c:pt>
                <c:pt idx="31714">
                  <c:v>0</c:v>
                </c:pt>
                <c:pt idx="31715">
                  <c:v>0</c:v>
                </c:pt>
                <c:pt idx="31716">
                  <c:v>0</c:v>
                </c:pt>
                <c:pt idx="31717">
                  <c:v>0</c:v>
                </c:pt>
                <c:pt idx="31718">
                  <c:v>0</c:v>
                </c:pt>
                <c:pt idx="31719">
                  <c:v>0</c:v>
                </c:pt>
                <c:pt idx="31720">
                  <c:v>0</c:v>
                </c:pt>
                <c:pt idx="31721">
                  <c:v>0</c:v>
                </c:pt>
                <c:pt idx="31722">
                  <c:v>0</c:v>
                </c:pt>
                <c:pt idx="31723">
                  <c:v>0</c:v>
                </c:pt>
                <c:pt idx="31724">
                  <c:v>0</c:v>
                </c:pt>
                <c:pt idx="31725">
                  <c:v>0</c:v>
                </c:pt>
                <c:pt idx="31726">
                  <c:v>0</c:v>
                </c:pt>
                <c:pt idx="31727">
                  <c:v>0</c:v>
                </c:pt>
                <c:pt idx="31728">
                  <c:v>0</c:v>
                </c:pt>
                <c:pt idx="31729">
                  <c:v>0</c:v>
                </c:pt>
                <c:pt idx="31730">
                  <c:v>0</c:v>
                </c:pt>
                <c:pt idx="31731">
                  <c:v>0</c:v>
                </c:pt>
                <c:pt idx="31732">
                  <c:v>0</c:v>
                </c:pt>
                <c:pt idx="31733">
                  <c:v>0</c:v>
                </c:pt>
                <c:pt idx="31734">
                  <c:v>0</c:v>
                </c:pt>
                <c:pt idx="31735">
                  <c:v>0</c:v>
                </c:pt>
                <c:pt idx="31736">
                  <c:v>0</c:v>
                </c:pt>
                <c:pt idx="31737">
                  <c:v>0</c:v>
                </c:pt>
                <c:pt idx="31738">
                  <c:v>0</c:v>
                </c:pt>
                <c:pt idx="31739">
                  <c:v>0</c:v>
                </c:pt>
                <c:pt idx="31740">
                  <c:v>0</c:v>
                </c:pt>
                <c:pt idx="31741">
                  <c:v>0</c:v>
                </c:pt>
                <c:pt idx="31742">
                  <c:v>0</c:v>
                </c:pt>
                <c:pt idx="31743">
                  <c:v>0</c:v>
                </c:pt>
                <c:pt idx="31744">
                  <c:v>0</c:v>
                </c:pt>
                <c:pt idx="31745">
                  <c:v>0</c:v>
                </c:pt>
                <c:pt idx="31746">
                  <c:v>0</c:v>
                </c:pt>
                <c:pt idx="31747">
                  <c:v>0</c:v>
                </c:pt>
                <c:pt idx="31748">
                  <c:v>0</c:v>
                </c:pt>
                <c:pt idx="31749">
                  <c:v>0</c:v>
                </c:pt>
                <c:pt idx="31750">
                  <c:v>0</c:v>
                </c:pt>
                <c:pt idx="31751">
                  <c:v>0</c:v>
                </c:pt>
                <c:pt idx="31752">
                  <c:v>0</c:v>
                </c:pt>
                <c:pt idx="31753">
                  <c:v>0</c:v>
                </c:pt>
                <c:pt idx="31754">
                  <c:v>0</c:v>
                </c:pt>
                <c:pt idx="31755">
                  <c:v>0</c:v>
                </c:pt>
                <c:pt idx="31756">
                  <c:v>0</c:v>
                </c:pt>
                <c:pt idx="31757">
                  <c:v>0</c:v>
                </c:pt>
                <c:pt idx="31758">
                  <c:v>0</c:v>
                </c:pt>
                <c:pt idx="31759">
                  <c:v>0</c:v>
                </c:pt>
                <c:pt idx="31760">
                  <c:v>0</c:v>
                </c:pt>
                <c:pt idx="31761">
                  <c:v>0</c:v>
                </c:pt>
                <c:pt idx="31762">
                  <c:v>0</c:v>
                </c:pt>
                <c:pt idx="31763">
                  <c:v>0</c:v>
                </c:pt>
                <c:pt idx="31764">
                  <c:v>0</c:v>
                </c:pt>
                <c:pt idx="31765">
                  <c:v>0</c:v>
                </c:pt>
                <c:pt idx="31766">
                  <c:v>0</c:v>
                </c:pt>
                <c:pt idx="31767">
                  <c:v>0</c:v>
                </c:pt>
                <c:pt idx="31768">
                  <c:v>0</c:v>
                </c:pt>
                <c:pt idx="31769">
                  <c:v>0</c:v>
                </c:pt>
                <c:pt idx="31770">
                  <c:v>0</c:v>
                </c:pt>
                <c:pt idx="31771">
                  <c:v>0</c:v>
                </c:pt>
                <c:pt idx="31772">
                  <c:v>0</c:v>
                </c:pt>
                <c:pt idx="31773">
                  <c:v>0</c:v>
                </c:pt>
                <c:pt idx="31774">
                  <c:v>0</c:v>
                </c:pt>
                <c:pt idx="31775">
                  <c:v>0</c:v>
                </c:pt>
                <c:pt idx="31776">
                  <c:v>0</c:v>
                </c:pt>
                <c:pt idx="31777">
                  <c:v>0</c:v>
                </c:pt>
                <c:pt idx="31778">
                  <c:v>0</c:v>
                </c:pt>
                <c:pt idx="31779">
                  <c:v>0</c:v>
                </c:pt>
                <c:pt idx="31780">
                  <c:v>0</c:v>
                </c:pt>
                <c:pt idx="31781">
                  <c:v>0</c:v>
                </c:pt>
                <c:pt idx="31782">
                  <c:v>0</c:v>
                </c:pt>
                <c:pt idx="31783">
                  <c:v>0</c:v>
                </c:pt>
                <c:pt idx="31784">
                  <c:v>0</c:v>
                </c:pt>
                <c:pt idx="31785">
                  <c:v>0</c:v>
                </c:pt>
                <c:pt idx="31786">
                  <c:v>0</c:v>
                </c:pt>
                <c:pt idx="31787">
                  <c:v>0</c:v>
                </c:pt>
                <c:pt idx="31788">
                  <c:v>0</c:v>
                </c:pt>
                <c:pt idx="31789">
                  <c:v>0</c:v>
                </c:pt>
                <c:pt idx="31790">
                  <c:v>0</c:v>
                </c:pt>
                <c:pt idx="31791">
                  <c:v>0</c:v>
                </c:pt>
                <c:pt idx="31792">
                  <c:v>0</c:v>
                </c:pt>
                <c:pt idx="31793">
                  <c:v>0</c:v>
                </c:pt>
                <c:pt idx="31794">
                  <c:v>0</c:v>
                </c:pt>
                <c:pt idx="31795">
                  <c:v>0</c:v>
                </c:pt>
                <c:pt idx="31796">
                  <c:v>0</c:v>
                </c:pt>
                <c:pt idx="31797">
                  <c:v>0</c:v>
                </c:pt>
                <c:pt idx="31798">
                  <c:v>0</c:v>
                </c:pt>
                <c:pt idx="31799">
                  <c:v>0</c:v>
                </c:pt>
                <c:pt idx="31800">
                  <c:v>0</c:v>
                </c:pt>
                <c:pt idx="31801">
                  <c:v>0</c:v>
                </c:pt>
                <c:pt idx="31802">
                  <c:v>0</c:v>
                </c:pt>
                <c:pt idx="31803">
                  <c:v>0</c:v>
                </c:pt>
                <c:pt idx="31804">
                  <c:v>0</c:v>
                </c:pt>
                <c:pt idx="31805">
                  <c:v>0</c:v>
                </c:pt>
                <c:pt idx="31806">
                  <c:v>0</c:v>
                </c:pt>
                <c:pt idx="31807">
                  <c:v>0</c:v>
                </c:pt>
                <c:pt idx="31808">
                  <c:v>0</c:v>
                </c:pt>
                <c:pt idx="31809">
                  <c:v>0</c:v>
                </c:pt>
                <c:pt idx="31810">
                  <c:v>0</c:v>
                </c:pt>
                <c:pt idx="31811">
                  <c:v>0</c:v>
                </c:pt>
                <c:pt idx="31812">
                  <c:v>0</c:v>
                </c:pt>
                <c:pt idx="31813">
                  <c:v>0</c:v>
                </c:pt>
                <c:pt idx="31814">
                  <c:v>0</c:v>
                </c:pt>
                <c:pt idx="31815">
                  <c:v>0</c:v>
                </c:pt>
                <c:pt idx="31816">
                  <c:v>0</c:v>
                </c:pt>
                <c:pt idx="31817">
                  <c:v>0</c:v>
                </c:pt>
                <c:pt idx="31818">
                  <c:v>0</c:v>
                </c:pt>
                <c:pt idx="31819">
                  <c:v>0</c:v>
                </c:pt>
                <c:pt idx="31820">
                  <c:v>0</c:v>
                </c:pt>
                <c:pt idx="31821">
                  <c:v>0</c:v>
                </c:pt>
                <c:pt idx="31822">
                  <c:v>0</c:v>
                </c:pt>
                <c:pt idx="31823">
                  <c:v>0</c:v>
                </c:pt>
                <c:pt idx="31824">
                  <c:v>0</c:v>
                </c:pt>
                <c:pt idx="31825">
                  <c:v>0</c:v>
                </c:pt>
                <c:pt idx="31826">
                  <c:v>0</c:v>
                </c:pt>
                <c:pt idx="31827">
                  <c:v>0</c:v>
                </c:pt>
                <c:pt idx="31828">
                  <c:v>0</c:v>
                </c:pt>
                <c:pt idx="31829">
                  <c:v>0</c:v>
                </c:pt>
                <c:pt idx="31830">
                  <c:v>0</c:v>
                </c:pt>
                <c:pt idx="31831">
                  <c:v>0</c:v>
                </c:pt>
                <c:pt idx="31832">
                  <c:v>0</c:v>
                </c:pt>
                <c:pt idx="31833">
                  <c:v>0</c:v>
                </c:pt>
                <c:pt idx="31834">
                  <c:v>0</c:v>
                </c:pt>
                <c:pt idx="31835">
                  <c:v>0</c:v>
                </c:pt>
                <c:pt idx="31836">
                  <c:v>0</c:v>
                </c:pt>
                <c:pt idx="31837">
                  <c:v>0</c:v>
                </c:pt>
                <c:pt idx="31838">
                  <c:v>0</c:v>
                </c:pt>
                <c:pt idx="31839">
                  <c:v>0</c:v>
                </c:pt>
                <c:pt idx="31840">
                  <c:v>0</c:v>
                </c:pt>
                <c:pt idx="31841">
                  <c:v>0</c:v>
                </c:pt>
                <c:pt idx="31842">
                  <c:v>0</c:v>
                </c:pt>
                <c:pt idx="31843">
                  <c:v>0</c:v>
                </c:pt>
                <c:pt idx="31844">
                  <c:v>0</c:v>
                </c:pt>
                <c:pt idx="31845">
                  <c:v>0</c:v>
                </c:pt>
                <c:pt idx="31846">
                  <c:v>0</c:v>
                </c:pt>
                <c:pt idx="31847">
                  <c:v>0</c:v>
                </c:pt>
                <c:pt idx="31848">
                  <c:v>0</c:v>
                </c:pt>
                <c:pt idx="31849">
                  <c:v>0</c:v>
                </c:pt>
                <c:pt idx="31850">
                  <c:v>0</c:v>
                </c:pt>
                <c:pt idx="31851">
                  <c:v>0</c:v>
                </c:pt>
                <c:pt idx="31852">
                  <c:v>0</c:v>
                </c:pt>
                <c:pt idx="31853">
                  <c:v>0</c:v>
                </c:pt>
                <c:pt idx="31854">
                  <c:v>0</c:v>
                </c:pt>
                <c:pt idx="31855">
                  <c:v>0</c:v>
                </c:pt>
                <c:pt idx="31856">
                  <c:v>0</c:v>
                </c:pt>
                <c:pt idx="31857">
                  <c:v>0</c:v>
                </c:pt>
                <c:pt idx="31858">
                  <c:v>0</c:v>
                </c:pt>
                <c:pt idx="31859">
                  <c:v>0</c:v>
                </c:pt>
                <c:pt idx="31860">
                  <c:v>0</c:v>
                </c:pt>
                <c:pt idx="31861">
                  <c:v>0</c:v>
                </c:pt>
                <c:pt idx="31862">
                  <c:v>0</c:v>
                </c:pt>
                <c:pt idx="31863">
                  <c:v>0</c:v>
                </c:pt>
                <c:pt idx="31864">
                  <c:v>0</c:v>
                </c:pt>
                <c:pt idx="31865">
                  <c:v>0</c:v>
                </c:pt>
                <c:pt idx="31866">
                  <c:v>0</c:v>
                </c:pt>
                <c:pt idx="31867">
                  <c:v>0</c:v>
                </c:pt>
                <c:pt idx="31868">
                  <c:v>0</c:v>
                </c:pt>
                <c:pt idx="31869">
                  <c:v>0</c:v>
                </c:pt>
                <c:pt idx="31870">
                  <c:v>0</c:v>
                </c:pt>
                <c:pt idx="31871">
                  <c:v>0</c:v>
                </c:pt>
                <c:pt idx="31872">
                  <c:v>0</c:v>
                </c:pt>
                <c:pt idx="31873">
                  <c:v>0</c:v>
                </c:pt>
                <c:pt idx="31874">
                  <c:v>0</c:v>
                </c:pt>
                <c:pt idx="31875">
                  <c:v>0</c:v>
                </c:pt>
                <c:pt idx="31876">
                  <c:v>0</c:v>
                </c:pt>
                <c:pt idx="31877">
                  <c:v>0</c:v>
                </c:pt>
                <c:pt idx="31878">
                  <c:v>0</c:v>
                </c:pt>
                <c:pt idx="31879">
                  <c:v>0</c:v>
                </c:pt>
                <c:pt idx="31880">
                  <c:v>0</c:v>
                </c:pt>
                <c:pt idx="31881">
                  <c:v>0</c:v>
                </c:pt>
                <c:pt idx="31882">
                  <c:v>0</c:v>
                </c:pt>
                <c:pt idx="31883">
                  <c:v>0</c:v>
                </c:pt>
                <c:pt idx="31884">
                  <c:v>0</c:v>
                </c:pt>
                <c:pt idx="31885">
                  <c:v>0</c:v>
                </c:pt>
                <c:pt idx="31886">
                  <c:v>0</c:v>
                </c:pt>
                <c:pt idx="31887">
                  <c:v>0</c:v>
                </c:pt>
                <c:pt idx="31888">
                  <c:v>0</c:v>
                </c:pt>
                <c:pt idx="31889">
                  <c:v>0</c:v>
                </c:pt>
                <c:pt idx="31890">
                  <c:v>0</c:v>
                </c:pt>
                <c:pt idx="31891">
                  <c:v>0</c:v>
                </c:pt>
                <c:pt idx="31892">
                  <c:v>0</c:v>
                </c:pt>
                <c:pt idx="31893">
                  <c:v>0</c:v>
                </c:pt>
                <c:pt idx="31894">
                  <c:v>0</c:v>
                </c:pt>
                <c:pt idx="31895">
                  <c:v>0</c:v>
                </c:pt>
                <c:pt idx="31896">
                  <c:v>0</c:v>
                </c:pt>
                <c:pt idx="31897">
                  <c:v>0</c:v>
                </c:pt>
                <c:pt idx="31898">
                  <c:v>0</c:v>
                </c:pt>
                <c:pt idx="31899">
                  <c:v>0</c:v>
                </c:pt>
                <c:pt idx="31900">
                  <c:v>0</c:v>
                </c:pt>
                <c:pt idx="31901">
                  <c:v>0</c:v>
                </c:pt>
                <c:pt idx="31902">
                  <c:v>0</c:v>
                </c:pt>
                <c:pt idx="31903">
                  <c:v>0</c:v>
                </c:pt>
                <c:pt idx="31904">
                  <c:v>0</c:v>
                </c:pt>
                <c:pt idx="31905">
                  <c:v>0</c:v>
                </c:pt>
                <c:pt idx="31906">
                  <c:v>0</c:v>
                </c:pt>
                <c:pt idx="31907">
                  <c:v>0</c:v>
                </c:pt>
                <c:pt idx="31908">
                  <c:v>0</c:v>
                </c:pt>
                <c:pt idx="31909">
                  <c:v>0</c:v>
                </c:pt>
                <c:pt idx="31910">
                  <c:v>0</c:v>
                </c:pt>
                <c:pt idx="31911">
                  <c:v>0</c:v>
                </c:pt>
                <c:pt idx="31912">
                  <c:v>0</c:v>
                </c:pt>
                <c:pt idx="31913">
                  <c:v>0</c:v>
                </c:pt>
                <c:pt idx="31914">
                  <c:v>0</c:v>
                </c:pt>
                <c:pt idx="31915">
                  <c:v>0</c:v>
                </c:pt>
                <c:pt idx="31916">
                  <c:v>0</c:v>
                </c:pt>
                <c:pt idx="31917">
                  <c:v>0</c:v>
                </c:pt>
                <c:pt idx="31918">
                  <c:v>0</c:v>
                </c:pt>
                <c:pt idx="31919">
                  <c:v>0</c:v>
                </c:pt>
                <c:pt idx="31920">
                  <c:v>0</c:v>
                </c:pt>
                <c:pt idx="31921">
                  <c:v>0</c:v>
                </c:pt>
                <c:pt idx="31922">
                  <c:v>0</c:v>
                </c:pt>
                <c:pt idx="31923">
                  <c:v>0</c:v>
                </c:pt>
                <c:pt idx="31924">
                  <c:v>0</c:v>
                </c:pt>
                <c:pt idx="31925">
                  <c:v>0</c:v>
                </c:pt>
                <c:pt idx="31926">
                  <c:v>0</c:v>
                </c:pt>
                <c:pt idx="31927">
                  <c:v>0</c:v>
                </c:pt>
                <c:pt idx="31928">
                  <c:v>0</c:v>
                </c:pt>
                <c:pt idx="31929">
                  <c:v>0</c:v>
                </c:pt>
                <c:pt idx="31930">
                  <c:v>0</c:v>
                </c:pt>
                <c:pt idx="31931">
                  <c:v>0</c:v>
                </c:pt>
                <c:pt idx="31932">
                  <c:v>0</c:v>
                </c:pt>
                <c:pt idx="31933">
                  <c:v>0</c:v>
                </c:pt>
                <c:pt idx="31934">
                  <c:v>0</c:v>
                </c:pt>
                <c:pt idx="31935">
                  <c:v>0</c:v>
                </c:pt>
                <c:pt idx="31936">
                  <c:v>0</c:v>
                </c:pt>
                <c:pt idx="31937">
                  <c:v>0</c:v>
                </c:pt>
                <c:pt idx="31938">
                  <c:v>0</c:v>
                </c:pt>
                <c:pt idx="31939">
                  <c:v>0</c:v>
                </c:pt>
                <c:pt idx="31940">
                  <c:v>0</c:v>
                </c:pt>
                <c:pt idx="31941">
                  <c:v>0</c:v>
                </c:pt>
                <c:pt idx="31942">
                  <c:v>0</c:v>
                </c:pt>
                <c:pt idx="31943">
                  <c:v>0</c:v>
                </c:pt>
                <c:pt idx="31944">
                  <c:v>0</c:v>
                </c:pt>
                <c:pt idx="31945">
                  <c:v>0</c:v>
                </c:pt>
                <c:pt idx="31946">
                  <c:v>0</c:v>
                </c:pt>
                <c:pt idx="31947">
                  <c:v>0</c:v>
                </c:pt>
                <c:pt idx="31948">
                  <c:v>0</c:v>
                </c:pt>
                <c:pt idx="31949">
                  <c:v>0</c:v>
                </c:pt>
                <c:pt idx="31950">
                  <c:v>0</c:v>
                </c:pt>
                <c:pt idx="31951">
                  <c:v>0</c:v>
                </c:pt>
                <c:pt idx="31952">
                  <c:v>0</c:v>
                </c:pt>
                <c:pt idx="31953">
                  <c:v>0</c:v>
                </c:pt>
                <c:pt idx="31954">
                  <c:v>0</c:v>
                </c:pt>
                <c:pt idx="31955">
                  <c:v>0</c:v>
                </c:pt>
                <c:pt idx="31956">
                  <c:v>0</c:v>
                </c:pt>
                <c:pt idx="31957">
                  <c:v>0</c:v>
                </c:pt>
                <c:pt idx="31958">
                  <c:v>0</c:v>
                </c:pt>
                <c:pt idx="31959">
                  <c:v>0</c:v>
                </c:pt>
                <c:pt idx="31960">
                  <c:v>0</c:v>
                </c:pt>
                <c:pt idx="31961">
                  <c:v>0</c:v>
                </c:pt>
                <c:pt idx="31962">
                  <c:v>0</c:v>
                </c:pt>
                <c:pt idx="31963">
                  <c:v>0</c:v>
                </c:pt>
                <c:pt idx="31964">
                  <c:v>0</c:v>
                </c:pt>
                <c:pt idx="31965">
                  <c:v>0</c:v>
                </c:pt>
                <c:pt idx="31966">
                  <c:v>0</c:v>
                </c:pt>
                <c:pt idx="31967">
                  <c:v>0</c:v>
                </c:pt>
                <c:pt idx="31968">
                  <c:v>0</c:v>
                </c:pt>
                <c:pt idx="31969">
                  <c:v>0</c:v>
                </c:pt>
                <c:pt idx="31970">
                  <c:v>0</c:v>
                </c:pt>
                <c:pt idx="31971">
                  <c:v>0</c:v>
                </c:pt>
                <c:pt idx="31972">
                  <c:v>0</c:v>
                </c:pt>
                <c:pt idx="31973">
                  <c:v>0</c:v>
                </c:pt>
                <c:pt idx="31974">
                  <c:v>0</c:v>
                </c:pt>
                <c:pt idx="31975">
                  <c:v>0</c:v>
                </c:pt>
                <c:pt idx="31976">
                  <c:v>0</c:v>
                </c:pt>
                <c:pt idx="31977">
                  <c:v>0</c:v>
                </c:pt>
                <c:pt idx="31978">
                  <c:v>0</c:v>
                </c:pt>
                <c:pt idx="31979">
                  <c:v>0</c:v>
                </c:pt>
                <c:pt idx="31980">
                  <c:v>0</c:v>
                </c:pt>
                <c:pt idx="31981">
                  <c:v>0</c:v>
                </c:pt>
                <c:pt idx="31982">
                  <c:v>0</c:v>
                </c:pt>
                <c:pt idx="31983">
                  <c:v>0</c:v>
                </c:pt>
                <c:pt idx="31984">
                  <c:v>0</c:v>
                </c:pt>
                <c:pt idx="31985">
                  <c:v>0</c:v>
                </c:pt>
                <c:pt idx="31986">
                  <c:v>0</c:v>
                </c:pt>
                <c:pt idx="31987">
                  <c:v>0</c:v>
                </c:pt>
                <c:pt idx="31988">
                  <c:v>0</c:v>
                </c:pt>
                <c:pt idx="31989">
                  <c:v>0</c:v>
                </c:pt>
                <c:pt idx="31990">
                  <c:v>0</c:v>
                </c:pt>
                <c:pt idx="31991">
                  <c:v>0</c:v>
                </c:pt>
                <c:pt idx="31992">
                  <c:v>0</c:v>
                </c:pt>
                <c:pt idx="31993">
                  <c:v>0</c:v>
                </c:pt>
                <c:pt idx="31994">
                  <c:v>0</c:v>
                </c:pt>
                <c:pt idx="31995">
                  <c:v>0</c:v>
                </c:pt>
                <c:pt idx="31996">
                  <c:v>0</c:v>
                </c:pt>
                <c:pt idx="31997">
                  <c:v>0</c:v>
                </c:pt>
                <c:pt idx="31998">
                  <c:v>0</c:v>
                </c:pt>
                <c:pt idx="31999">
                  <c:v>0</c:v>
                </c:pt>
                <c:pt idx="32000">
                  <c:v>0</c:v>
                </c:pt>
                <c:pt idx="32001">
                  <c:v>0</c:v>
                </c:pt>
                <c:pt idx="32002">
                  <c:v>0</c:v>
                </c:pt>
                <c:pt idx="32003">
                  <c:v>0</c:v>
                </c:pt>
                <c:pt idx="32004">
                  <c:v>0</c:v>
                </c:pt>
                <c:pt idx="32005">
                  <c:v>0</c:v>
                </c:pt>
                <c:pt idx="32006">
                  <c:v>0</c:v>
                </c:pt>
                <c:pt idx="32007">
                  <c:v>0</c:v>
                </c:pt>
                <c:pt idx="32008">
                  <c:v>0</c:v>
                </c:pt>
                <c:pt idx="32009">
                  <c:v>0</c:v>
                </c:pt>
                <c:pt idx="32010">
                  <c:v>0</c:v>
                </c:pt>
                <c:pt idx="32011">
                  <c:v>0</c:v>
                </c:pt>
                <c:pt idx="32012">
                  <c:v>0</c:v>
                </c:pt>
                <c:pt idx="32013">
                  <c:v>0</c:v>
                </c:pt>
                <c:pt idx="32014">
                  <c:v>0</c:v>
                </c:pt>
                <c:pt idx="32015">
                  <c:v>0</c:v>
                </c:pt>
                <c:pt idx="32016">
                  <c:v>0</c:v>
                </c:pt>
                <c:pt idx="32017">
                  <c:v>0</c:v>
                </c:pt>
                <c:pt idx="32018">
                  <c:v>0</c:v>
                </c:pt>
                <c:pt idx="32019">
                  <c:v>0</c:v>
                </c:pt>
                <c:pt idx="32020">
                  <c:v>0</c:v>
                </c:pt>
                <c:pt idx="32021">
                  <c:v>0</c:v>
                </c:pt>
                <c:pt idx="32022">
                  <c:v>0</c:v>
                </c:pt>
                <c:pt idx="32023">
                  <c:v>0</c:v>
                </c:pt>
                <c:pt idx="32024">
                  <c:v>0</c:v>
                </c:pt>
                <c:pt idx="32025">
                  <c:v>0</c:v>
                </c:pt>
                <c:pt idx="32026">
                  <c:v>0</c:v>
                </c:pt>
                <c:pt idx="32027">
                  <c:v>0</c:v>
                </c:pt>
                <c:pt idx="32028">
                  <c:v>0</c:v>
                </c:pt>
                <c:pt idx="32029">
                  <c:v>0</c:v>
                </c:pt>
                <c:pt idx="32030">
                  <c:v>0</c:v>
                </c:pt>
                <c:pt idx="32031">
                  <c:v>0</c:v>
                </c:pt>
                <c:pt idx="32032">
                  <c:v>0</c:v>
                </c:pt>
                <c:pt idx="32033">
                  <c:v>0</c:v>
                </c:pt>
                <c:pt idx="32034">
                  <c:v>0</c:v>
                </c:pt>
                <c:pt idx="32035">
                  <c:v>0</c:v>
                </c:pt>
                <c:pt idx="32036">
                  <c:v>0</c:v>
                </c:pt>
                <c:pt idx="32037">
                  <c:v>0</c:v>
                </c:pt>
                <c:pt idx="32038">
                  <c:v>0</c:v>
                </c:pt>
                <c:pt idx="32039">
                  <c:v>0</c:v>
                </c:pt>
                <c:pt idx="32040">
                  <c:v>0</c:v>
                </c:pt>
                <c:pt idx="32041">
                  <c:v>0</c:v>
                </c:pt>
                <c:pt idx="32042">
                  <c:v>0</c:v>
                </c:pt>
                <c:pt idx="32043">
                  <c:v>0</c:v>
                </c:pt>
                <c:pt idx="32044">
                  <c:v>0</c:v>
                </c:pt>
                <c:pt idx="32045">
                  <c:v>0</c:v>
                </c:pt>
                <c:pt idx="32046">
                  <c:v>0</c:v>
                </c:pt>
                <c:pt idx="32047">
                  <c:v>0</c:v>
                </c:pt>
                <c:pt idx="32048">
                  <c:v>0</c:v>
                </c:pt>
                <c:pt idx="32049">
                  <c:v>0</c:v>
                </c:pt>
                <c:pt idx="32050">
                  <c:v>0</c:v>
                </c:pt>
                <c:pt idx="32051">
                  <c:v>0</c:v>
                </c:pt>
                <c:pt idx="32052">
                  <c:v>0</c:v>
                </c:pt>
                <c:pt idx="32053">
                  <c:v>0</c:v>
                </c:pt>
                <c:pt idx="32054">
                  <c:v>0</c:v>
                </c:pt>
                <c:pt idx="32055">
                  <c:v>0</c:v>
                </c:pt>
                <c:pt idx="32056">
                  <c:v>0</c:v>
                </c:pt>
                <c:pt idx="32057">
                  <c:v>0</c:v>
                </c:pt>
                <c:pt idx="32058">
                  <c:v>0</c:v>
                </c:pt>
                <c:pt idx="32059">
                  <c:v>0</c:v>
                </c:pt>
                <c:pt idx="32060">
                  <c:v>0</c:v>
                </c:pt>
                <c:pt idx="32061">
                  <c:v>0</c:v>
                </c:pt>
                <c:pt idx="32062">
                  <c:v>0</c:v>
                </c:pt>
                <c:pt idx="32063">
                  <c:v>0</c:v>
                </c:pt>
                <c:pt idx="32064">
                  <c:v>0</c:v>
                </c:pt>
                <c:pt idx="32065">
                  <c:v>0</c:v>
                </c:pt>
                <c:pt idx="32066">
                  <c:v>0</c:v>
                </c:pt>
                <c:pt idx="32067">
                  <c:v>0</c:v>
                </c:pt>
                <c:pt idx="32068">
                  <c:v>0</c:v>
                </c:pt>
                <c:pt idx="32069">
                  <c:v>0</c:v>
                </c:pt>
                <c:pt idx="32070">
                  <c:v>0</c:v>
                </c:pt>
                <c:pt idx="32071">
                  <c:v>0</c:v>
                </c:pt>
                <c:pt idx="32072">
                  <c:v>0</c:v>
                </c:pt>
                <c:pt idx="32073">
                  <c:v>0</c:v>
                </c:pt>
                <c:pt idx="32074">
                  <c:v>0</c:v>
                </c:pt>
                <c:pt idx="32075">
                  <c:v>0</c:v>
                </c:pt>
                <c:pt idx="32076">
                  <c:v>0</c:v>
                </c:pt>
                <c:pt idx="32077">
                  <c:v>0</c:v>
                </c:pt>
                <c:pt idx="32078">
                  <c:v>0</c:v>
                </c:pt>
                <c:pt idx="32079">
                  <c:v>0</c:v>
                </c:pt>
                <c:pt idx="32080">
                  <c:v>0</c:v>
                </c:pt>
                <c:pt idx="32081">
                  <c:v>0</c:v>
                </c:pt>
                <c:pt idx="32082">
                  <c:v>0</c:v>
                </c:pt>
                <c:pt idx="32083">
                  <c:v>0</c:v>
                </c:pt>
                <c:pt idx="32084">
                  <c:v>0</c:v>
                </c:pt>
                <c:pt idx="32085">
                  <c:v>0</c:v>
                </c:pt>
                <c:pt idx="32086">
                  <c:v>0</c:v>
                </c:pt>
                <c:pt idx="32087">
                  <c:v>0</c:v>
                </c:pt>
                <c:pt idx="32088">
                  <c:v>0</c:v>
                </c:pt>
                <c:pt idx="32089">
                  <c:v>0</c:v>
                </c:pt>
                <c:pt idx="32090">
                  <c:v>0</c:v>
                </c:pt>
                <c:pt idx="32091">
                  <c:v>0</c:v>
                </c:pt>
                <c:pt idx="32092">
                  <c:v>0</c:v>
                </c:pt>
                <c:pt idx="32093">
                  <c:v>0</c:v>
                </c:pt>
                <c:pt idx="32094">
                  <c:v>0</c:v>
                </c:pt>
                <c:pt idx="32095">
                  <c:v>0</c:v>
                </c:pt>
                <c:pt idx="32096">
                  <c:v>0</c:v>
                </c:pt>
                <c:pt idx="32097">
                  <c:v>0</c:v>
                </c:pt>
                <c:pt idx="32098">
                  <c:v>0</c:v>
                </c:pt>
                <c:pt idx="32099">
                  <c:v>0</c:v>
                </c:pt>
                <c:pt idx="32100">
                  <c:v>0</c:v>
                </c:pt>
                <c:pt idx="32101">
                  <c:v>0</c:v>
                </c:pt>
                <c:pt idx="32102">
                  <c:v>0</c:v>
                </c:pt>
                <c:pt idx="32103">
                  <c:v>0</c:v>
                </c:pt>
                <c:pt idx="32104">
                  <c:v>0</c:v>
                </c:pt>
                <c:pt idx="32105">
                  <c:v>0</c:v>
                </c:pt>
                <c:pt idx="32106">
                  <c:v>0</c:v>
                </c:pt>
                <c:pt idx="32107">
                  <c:v>0</c:v>
                </c:pt>
                <c:pt idx="32108">
                  <c:v>0</c:v>
                </c:pt>
                <c:pt idx="32109">
                  <c:v>0</c:v>
                </c:pt>
                <c:pt idx="32110">
                  <c:v>0</c:v>
                </c:pt>
                <c:pt idx="32111">
                  <c:v>0</c:v>
                </c:pt>
                <c:pt idx="32112">
                  <c:v>0</c:v>
                </c:pt>
                <c:pt idx="32113">
                  <c:v>0</c:v>
                </c:pt>
                <c:pt idx="32114">
                  <c:v>0</c:v>
                </c:pt>
                <c:pt idx="32115">
                  <c:v>0</c:v>
                </c:pt>
                <c:pt idx="32116">
                  <c:v>0</c:v>
                </c:pt>
                <c:pt idx="32117">
                  <c:v>0</c:v>
                </c:pt>
                <c:pt idx="32118">
                  <c:v>0</c:v>
                </c:pt>
                <c:pt idx="32119">
                  <c:v>0</c:v>
                </c:pt>
                <c:pt idx="32120">
                  <c:v>0</c:v>
                </c:pt>
                <c:pt idx="32121">
                  <c:v>0</c:v>
                </c:pt>
                <c:pt idx="32122">
                  <c:v>0</c:v>
                </c:pt>
                <c:pt idx="32123">
                  <c:v>0</c:v>
                </c:pt>
                <c:pt idx="32124">
                  <c:v>0</c:v>
                </c:pt>
                <c:pt idx="32125">
                  <c:v>0</c:v>
                </c:pt>
                <c:pt idx="32126">
                  <c:v>0</c:v>
                </c:pt>
                <c:pt idx="32127">
                  <c:v>0</c:v>
                </c:pt>
                <c:pt idx="32128">
                  <c:v>0</c:v>
                </c:pt>
                <c:pt idx="32129">
                  <c:v>0</c:v>
                </c:pt>
                <c:pt idx="32130">
                  <c:v>0</c:v>
                </c:pt>
                <c:pt idx="32131">
                  <c:v>0</c:v>
                </c:pt>
                <c:pt idx="32132">
                  <c:v>0</c:v>
                </c:pt>
                <c:pt idx="32133">
                  <c:v>0</c:v>
                </c:pt>
                <c:pt idx="32134">
                  <c:v>0</c:v>
                </c:pt>
                <c:pt idx="32135">
                  <c:v>0</c:v>
                </c:pt>
                <c:pt idx="32136">
                  <c:v>0</c:v>
                </c:pt>
                <c:pt idx="32137">
                  <c:v>0</c:v>
                </c:pt>
                <c:pt idx="32138">
                  <c:v>0</c:v>
                </c:pt>
                <c:pt idx="32139">
                  <c:v>0</c:v>
                </c:pt>
                <c:pt idx="32140">
                  <c:v>0</c:v>
                </c:pt>
                <c:pt idx="32141">
                  <c:v>0</c:v>
                </c:pt>
                <c:pt idx="32142">
                  <c:v>0</c:v>
                </c:pt>
                <c:pt idx="32143">
                  <c:v>0</c:v>
                </c:pt>
                <c:pt idx="32144">
                  <c:v>0</c:v>
                </c:pt>
                <c:pt idx="32145">
                  <c:v>0</c:v>
                </c:pt>
                <c:pt idx="32146">
                  <c:v>0</c:v>
                </c:pt>
                <c:pt idx="32147">
                  <c:v>0</c:v>
                </c:pt>
                <c:pt idx="32148">
                  <c:v>0</c:v>
                </c:pt>
                <c:pt idx="32149">
                  <c:v>0</c:v>
                </c:pt>
                <c:pt idx="32150">
                  <c:v>0</c:v>
                </c:pt>
                <c:pt idx="32151">
                  <c:v>0</c:v>
                </c:pt>
                <c:pt idx="32152">
                  <c:v>0</c:v>
                </c:pt>
                <c:pt idx="32153">
                  <c:v>0</c:v>
                </c:pt>
                <c:pt idx="32154">
                  <c:v>0</c:v>
                </c:pt>
                <c:pt idx="32155">
                  <c:v>0</c:v>
                </c:pt>
                <c:pt idx="32156">
                  <c:v>0</c:v>
                </c:pt>
                <c:pt idx="32157">
                  <c:v>0</c:v>
                </c:pt>
                <c:pt idx="32158">
                  <c:v>0</c:v>
                </c:pt>
                <c:pt idx="32159">
                  <c:v>0</c:v>
                </c:pt>
                <c:pt idx="32160">
                  <c:v>0</c:v>
                </c:pt>
                <c:pt idx="32161">
                  <c:v>0</c:v>
                </c:pt>
                <c:pt idx="32162">
                  <c:v>0</c:v>
                </c:pt>
                <c:pt idx="32163">
                  <c:v>0</c:v>
                </c:pt>
                <c:pt idx="32164">
                  <c:v>0</c:v>
                </c:pt>
                <c:pt idx="32165">
                  <c:v>0</c:v>
                </c:pt>
                <c:pt idx="32166">
                  <c:v>0</c:v>
                </c:pt>
                <c:pt idx="32167">
                  <c:v>0</c:v>
                </c:pt>
                <c:pt idx="32168">
                  <c:v>0</c:v>
                </c:pt>
                <c:pt idx="32169">
                  <c:v>0</c:v>
                </c:pt>
                <c:pt idx="32170">
                  <c:v>0</c:v>
                </c:pt>
                <c:pt idx="32171">
                  <c:v>0</c:v>
                </c:pt>
                <c:pt idx="32172">
                  <c:v>0</c:v>
                </c:pt>
                <c:pt idx="32173">
                  <c:v>0</c:v>
                </c:pt>
                <c:pt idx="32174">
                  <c:v>0</c:v>
                </c:pt>
                <c:pt idx="32175">
                  <c:v>0</c:v>
                </c:pt>
                <c:pt idx="32176">
                  <c:v>0</c:v>
                </c:pt>
                <c:pt idx="32177">
                  <c:v>0</c:v>
                </c:pt>
                <c:pt idx="32178">
                  <c:v>0</c:v>
                </c:pt>
                <c:pt idx="32179">
                  <c:v>0</c:v>
                </c:pt>
                <c:pt idx="32180">
                  <c:v>0</c:v>
                </c:pt>
                <c:pt idx="32181">
                  <c:v>0</c:v>
                </c:pt>
                <c:pt idx="32182">
                  <c:v>0</c:v>
                </c:pt>
                <c:pt idx="32183">
                  <c:v>0</c:v>
                </c:pt>
                <c:pt idx="32184">
                  <c:v>0</c:v>
                </c:pt>
                <c:pt idx="32185">
                  <c:v>0</c:v>
                </c:pt>
                <c:pt idx="32186">
                  <c:v>0</c:v>
                </c:pt>
                <c:pt idx="32187">
                  <c:v>0</c:v>
                </c:pt>
                <c:pt idx="32188">
                  <c:v>0</c:v>
                </c:pt>
                <c:pt idx="32189">
                  <c:v>0</c:v>
                </c:pt>
                <c:pt idx="32190">
                  <c:v>0</c:v>
                </c:pt>
                <c:pt idx="32191">
                  <c:v>0</c:v>
                </c:pt>
                <c:pt idx="32192">
                  <c:v>0</c:v>
                </c:pt>
                <c:pt idx="32193">
                  <c:v>0</c:v>
                </c:pt>
                <c:pt idx="32194">
                  <c:v>0</c:v>
                </c:pt>
                <c:pt idx="32195">
                  <c:v>0</c:v>
                </c:pt>
                <c:pt idx="32196">
                  <c:v>0</c:v>
                </c:pt>
                <c:pt idx="32197">
                  <c:v>0</c:v>
                </c:pt>
                <c:pt idx="32198">
                  <c:v>0</c:v>
                </c:pt>
                <c:pt idx="32199">
                  <c:v>0</c:v>
                </c:pt>
                <c:pt idx="32200">
                  <c:v>0</c:v>
                </c:pt>
                <c:pt idx="32201">
                  <c:v>0</c:v>
                </c:pt>
                <c:pt idx="32202">
                  <c:v>0</c:v>
                </c:pt>
                <c:pt idx="32203">
                  <c:v>0</c:v>
                </c:pt>
                <c:pt idx="32204">
                  <c:v>0</c:v>
                </c:pt>
                <c:pt idx="32205">
                  <c:v>0</c:v>
                </c:pt>
                <c:pt idx="32206">
                  <c:v>0</c:v>
                </c:pt>
                <c:pt idx="32207">
                  <c:v>0</c:v>
                </c:pt>
                <c:pt idx="32208">
                  <c:v>0</c:v>
                </c:pt>
                <c:pt idx="32209">
                  <c:v>0</c:v>
                </c:pt>
                <c:pt idx="32210">
                  <c:v>0</c:v>
                </c:pt>
                <c:pt idx="32211">
                  <c:v>0</c:v>
                </c:pt>
                <c:pt idx="32212">
                  <c:v>0</c:v>
                </c:pt>
                <c:pt idx="32213">
                  <c:v>0</c:v>
                </c:pt>
                <c:pt idx="32214">
                  <c:v>0</c:v>
                </c:pt>
                <c:pt idx="32215">
                  <c:v>0</c:v>
                </c:pt>
                <c:pt idx="32216">
                  <c:v>0</c:v>
                </c:pt>
                <c:pt idx="32217">
                  <c:v>0</c:v>
                </c:pt>
                <c:pt idx="32218">
                  <c:v>0</c:v>
                </c:pt>
                <c:pt idx="32219">
                  <c:v>0</c:v>
                </c:pt>
                <c:pt idx="32220">
                  <c:v>0</c:v>
                </c:pt>
                <c:pt idx="32221">
                  <c:v>0</c:v>
                </c:pt>
                <c:pt idx="32222">
                  <c:v>0</c:v>
                </c:pt>
                <c:pt idx="32223">
                  <c:v>0</c:v>
                </c:pt>
                <c:pt idx="32224">
                  <c:v>0</c:v>
                </c:pt>
                <c:pt idx="32225">
                  <c:v>0</c:v>
                </c:pt>
                <c:pt idx="32226">
                  <c:v>0</c:v>
                </c:pt>
                <c:pt idx="32227">
                  <c:v>0</c:v>
                </c:pt>
                <c:pt idx="32228">
                  <c:v>0</c:v>
                </c:pt>
                <c:pt idx="32229">
                  <c:v>0</c:v>
                </c:pt>
                <c:pt idx="32230">
                  <c:v>0</c:v>
                </c:pt>
                <c:pt idx="32231">
                  <c:v>0</c:v>
                </c:pt>
                <c:pt idx="32232">
                  <c:v>0</c:v>
                </c:pt>
                <c:pt idx="32233">
                  <c:v>0</c:v>
                </c:pt>
                <c:pt idx="32234">
                  <c:v>0</c:v>
                </c:pt>
                <c:pt idx="32235">
                  <c:v>0</c:v>
                </c:pt>
                <c:pt idx="32236">
                  <c:v>0</c:v>
                </c:pt>
                <c:pt idx="32237">
                  <c:v>0</c:v>
                </c:pt>
                <c:pt idx="32238">
                  <c:v>0</c:v>
                </c:pt>
                <c:pt idx="32239">
                  <c:v>0</c:v>
                </c:pt>
                <c:pt idx="32240">
                  <c:v>0</c:v>
                </c:pt>
                <c:pt idx="32241">
                  <c:v>0</c:v>
                </c:pt>
                <c:pt idx="32242">
                  <c:v>0</c:v>
                </c:pt>
                <c:pt idx="32243">
                  <c:v>0</c:v>
                </c:pt>
                <c:pt idx="32244">
                  <c:v>0</c:v>
                </c:pt>
                <c:pt idx="32245">
                  <c:v>0</c:v>
                </c:pt>
                <c:pt idx="32246">
                  <c:v>0</c:v>
                </c:pt>
                <c:pt idx="32247">
                  <c:v>0</c:v>
                </c:pt>
                <c:pt idx="32248">
                  <c:v>0</c:v>
                </c:pt>
                <c:pt idx="32249">
                  <c:v>0</c:v>
                </c:pt>
                <c:pt idx="32250">
                  <c:v>0</c:v>
                </c:pt>
                <c:pt idx="32251">
                  <c:v>0</c:v>
                </c:pt>
                <c:pt idx="32252">
                  <c:v>0</c:v>
                </c:pt>
                <c:pt idx="32253">
                  <c:v>0</c:v>
                </c:pt>
                <c:pt idx="32254">
                  <c:v>0</c:v>
                </c:pt>
                <c:pt idx="32255">
                  <c:v>0</c:v>
                </c:pt>
                <c:pt idx="32256">
                  <c:v>0</c:v>
                </c:pt>
                <c:pt idx="32257">
                  <c:v>0</c:v>
                </c:pt>
                <c:pt idx="32258">
                  <c:v>0</c:v>
                </c:pt>
                <c:pt idx="32259">
                  <c:v>0</c:v>
                </c:pt>
                <c:pt idx="32260">
                  <c:v>0</c:v>
                </c:pt>
                <c:pt idx="32261">
                  <c:v>0</c:v>
                </c:pt>
                <c:pt idx="32262">
                  <c:v>0</c:v>
                </c:pt>
                <c:pt idx="32263">
                  <c:v>0</c:v>
                </c:pt>
                <c:pt idx="32264">
                  <c:v>0</c:v>
                </c:pt>
                <c:pt idx="32265">
                  <c:v>0</c:v>
                </c:pt>
                <c:pt idx="32266">
                  <c:v>0</c:v>
                </c:pt>
                <c:pt idx="32267">
                  <c:v>0</c:v>
                </c:pt>
                <c:pt idx="32268">
                  <c:v>0</c:v>
                </c:pt>
                <c:pt idx="32269">
                  <c:v>0</c:v>
                </c:pt>
                <c:pt idx="32270">
                  <c:v>0</c:v>
                </c:pt>
                <c:pt idx="32271">
                  <c:v>0</c:v>
                </c:pt>
                <c:pt idx="32272">
                  <c:v>0</c:v>
                </c:pt>
                <c:pt idx="32273">
                  <c:v>0</c:v>
                </c:pt>
                <c:pt idx="32274">
                  <c:v>0</c:v>
                </c:pt>
                <c:pt idx="32275">
                  <c:v>0</c:v>
                </c:pt>
                <c:pt idx="32276">
                  <c:v>0</c:v>
                </c:pt>
                <c:pt idx="32277">
                  <c:v>0</c:v>
                </c:pt>
                <c:pt idx="32278">
                  <c:v>0</c:v>
                </c:pt>
                <c:pt idx="32279">
                  <c:v>0</c:v>
                </c:pt>
                <c:pt idx="32280">
                  <c:v>0</c:v>
                </c:pt>
                <c:pt idx="32281">
                  <c:v>0</c:v>
                </c:pt>
                <c:pt idx="32282">
                  <c:v>0</c:v>
                </c:pt>
                <c:pt idx="32283">
                  <c:v>0</c:v>
                </c:pt>
                <c:pt idx="32284">
                  <c:v>0</c:v>
                </c:pt>
                <c:pt idx="32285">
                  <c:v>0</c:v>
                </c:pt>
                <c:pt idx="32286">
                  <c:v>0</c:v>
                </c:pt>
                <c:pt idx="32287">
                  <c:v>0</c:v>
                </c:pt>
                <c:pt idx="32288">
                  <c:v>0</c:v>
                </c:pt>
                <c:pt idx="32289">
                  <c:v>0</c:v>
                </c:pt>
                <c:pt idx="32290">
                  <c:v>0</c:v>
                </c:pt>
                <c:pt idx="32291">
                  <c:v>0</c:v>
                </c:pt>
                <c:pt idx="32292">
                  <c:v>0</c:v>
                </c:pt>
                <c:pt idx="32293">
                  <c:v>0</c:v>
                </c:pt>
                <c:pt idx="32294">
                  <c:v>0</c:v>
                </c:pt>
                <c:pt idx="32295">
                  <c:v>0</c:v>
                </c:pt>
                <c:pt idx="32296">
                  <c:v>0</c:v>
                </c:pt>
                <c:pt idx="32297">
                  <c:v>0</c:v>
                </c:pt>
                <c:pt idx="32298">
                  <c:v>0</c:v>
                </c:pt>
                <c:pt idx="32299">
                  <c:v>0</c:v>
                </c:pt>
                <c:pt idx="32300">
                  <c:v>0</c:v>
                </c:pt>
                <c:pt idx="32301">
                  <c:v>0</c:v>
                </c:pt>
                <c:pt idx="32302">
                  <c:v>0</c:v>
                </c:pt>
                <c:pt idx="32303">
                  <c:v>0</c:v>
                </c:pt>
                <c:pt idx="32304">
                  <c:v>0</c:v>
                </c:pt>
                <c:pt idx="32305">
                  <c:v>0</c:v>
                </c:pt>
                <c:pt idx="32306">
                  <c:v>0</c:v>
                </c:pt>
                <c:pt idx="32307">
                  <c:v>0</c:v>
                </c:pt>
                <c:pt idx="32308">
                  <c:v>0</c:v>
                </c:pt>
                <c:pt idx="32309">
                  <c:v>0</c:v>
                </c:pt>
                <c:pt idx="32310">
                  <c:v>0</c:v>
                </c:pt>
                <c:pt idx="32311">
                  <c:v>0</c:v>
                </c:pt>
                <c:pt idx="32312">
                  <c:v>0</c:v>
                </c:pt>
                <c:pt idx="32313">
                  <c:v>0</c:v>
                </c:pt>
                <c:pt idx="32314">
                  <c:v>0</c:v>
                </c:pt>
                <c:pt idx="32315">
                  <c:v>0</c:v>
                </c:pt>
                <c:pt idx="32316">
                  <c:v>0</c:v>
                </c:pt>
                <c:pt idx="32317">
                  <c:v>0</c:v>
                </c:pt>
                <c:pt idx="32318">
                  <c:v>0</c:v>
                </c:pt>
                <c:pt idx="32319">
                  <c:v>0</c:v>
                </c:pt>
                <c:pt idx="32320">
                  <c:v>0</c:v>
                </c:pt>
                <c:pt idx="32321">
                  <c:v>0</c:v>
                </c:pt>
                <c:pt idx="32322">
                  <c:v>0</c:v>
                </c:pt>
                <c:pt idx="32323">
                  <c:v>0</c:v>
                </c:pt>
                <c:pt idx="32324">
                  <c:v>0</c:v>
                </c:pt>
                <c:pt idx="32325">
                  <c:v>0</c:v>
                </c:pt>
                <c:pt idx="32326">
                  <c:v>0</c:v>
                </c:pt>
                <c:pt idx="32327">
                  <c:v>0</c:v>
                </c:pt>
                <c:pt idx="32328">
                  <c:v>0</c:v>
                </c:pt>
                <c:pt idx="32329">
                  <c:v>0</c:v>
                </c:pt>
                <c:pt idx="32330">
                  <c:v>0</c:v>
                </c:pt>
                <c:pt idx="32331">
                  <c:v>0</c:v>
                </c:pt>
                <c:pt idx="32332">
                  <c:v>0</c:v>
                </c:pt>
                <c:pt idx="32333">
                  <c:v>0</c:v>
                </c:pt>
                <c:pt idx="32334">
                  <c:v>0</c:v>
                </c:pt>
                <c:pt idx="32335">
                  <c:v>0</c:v>
                </c:pt>
                <c:pt idx="32336">
                  <c:v>0</c:v>
                </c:pt>
                <c:pt idx="32337">
                  <c:v>0</c:v>
                </c:pt>
                <c:pt idx="32338">
                  <c:v>0</c:v>
                </c:pt>
                <c:pt idx="32339">
                  <c:v>0</c:v>
                </c:pt>
                <c:pt idx="32340">
                  <c:v>0</c:v>
                </c:pt>
                <c:pt idx="32341">
                  <c:v>0</c:v>
                </c:pt>
                <c:pt idx="32342">
                  <c:v>0</c:v>
                </c:pt>
                <c:pt idx="32343">
                  <c:v>0</c:v>
                </c:pt>
                <c:pt idx="32344">
                  <c:v>0</c:v>
                </c:pt>
                <c:pt idx="32345">
                  <c:v>0</c:v>
                </c:pt>
                <c:pt idx="32346">
                  <c:v>0</c:v>
                </c:pt>
                <c:pt idx="32347">
                  <c:v>0</c:v>
                </c:pt>
                <c:pt idx="32348">
                  <c:v>0</c:v>
                </c:pt>
                <c:pt idx="32349">
                  <c:v>0</c:v>
                </c:pt>
                <c:pt idx="32350">
                  <c:v>0</c:v>
                </c:pt>
                <c:pt idx="32351">
                  <c:v>0</c:v>
                </c:pt>
                <c:pt idx="32352">
                  <c:v>0</c:v>
                </c:pt>
                <c:pt idx="32353">
                  <c:v>0</c:v>
                </c:pt>
                <c:pt idx="32354">
                  <c:v>0</c:v>
                </c:pt>
                <c:pt idx="32355">
                  <c:v>0</c:v>
                </c:pt>
                <c:pt idx="32356">
                  <c:v>0</c:v>
                </c:pt>
                <c:pt idx="32357">
                  <c:v>0</c:v>
                </c:pt>
                <c:pt idx="32358">
                  <c:v>0</c:v>
                </c:pt>
                <c:pt idx="32359">
                  <c:v>0</c:v>
                </c:pt>
                <c:pt idx="32360">
                  <c:v>0</c:v>
                </c:pt>
                <c:pt idx="32361">
                  <c:v>0</c:v>
                </c:pt>
                <c:pt idx="32362">
                  <c:v>0</c:v>
                </c:pt>
                <c:pt idx="32363">
                  <c:v>0</c:v>
                </c:pt>
                <c:pt idx="32364">
                  <c:v>0</c:v>
                </c:pt>
                <c:pt idx="32365">
                  <c:v>0</c:v>
                </c:pt>
                <c:pt idx="32366">
                  <c:v>0</c:v>
                </c:pt>
                <c:pt idx="32367">
                  <c:v>0</c:v>
                </c:pt>
                <c:pt idx="32368">
                  <c:v>0</c:v>
                </c:pt>
                <c:pt idx="32369">
                  <c:v>0</c:v>
                </c:pt>
                <c:pt idx="32370">
                  <c:v>0</c:v>
                </c:pt>
                <c:pt idx="32371">
                  <c:v>0</c:v>
                </c:pt>
                <c:pt idx="32372">
                  <c:v>0</c:v>
                </c:pt>
                <c:pt idx="32373">
                  <c:v>0</c:v>
                </c:pt>
                <c:pt idx="32374">
                  <c:v>0</c:v>
                </c:pt>
                <c:pt idx="32375">
                  <c:v>0</c:v>
                </c:pt>
                <c:pt idx="32376">
                  <c:v>0</c:v>
                </c:pt>
                <c:pt idx="32377">
                  <c:v>0</c:v>
                </c:pt>
                <c:pt idx="32378">
                  <c:v>0</c:v>
                </c:pt>
                <c:pt idx="32379">
                  <c:v>0</c:v>
                </c:pt>
                <c:pt idx="32380">
                  <c:v>0</c:v>
                </c:pt>
                <c:pt idx="32381">
                  <c:v>0</c:v>
                </c:pt>
                <c:pt idx="32382">
                  <c:v>0</c:v>
                </c:pt>
                <c:pt idx="32383">
                  <c:v>0</c:v>
                </c:pt>
                <c:pt idx="32384">
                  <c:v>0</c:v>
                </c:pt>
                <c:pt idx="32385">
                  <c:v>0</c:v>
                </c:pt>
                <c:pt idx="32386">
                  <c:v>0</c:v>
                </c:pt>
                <c:pt idx="32387">
                  <c:v>0</c:v>
                </c:pt>
                <c:pt idx="32388">
                  <c:v>0</c:v>
                </c:pt>
                <c:pt idx="32389">
                  <c:v>0</c:v>
                </c:pt>
                <c:pt idx="32390">
                  <c:v>0</c:v>
                </c:pt>
                <c:pt idx="32391">
                  <c:v>0</c:v>
                </c:pt>
                <c:pt idx="32392">
                  <c:v>0</c:v>
                </c:pt>
                <c:pt idx="32393">
                  <c:v>0</c:v>
                </c:pt>
                <c:pt idx="32394">
                  <c:v>0</c:v>
                </c:pt>
                <c:pt idx="32395">
                  <c:v>0</c:v>
                </c:pt>
                <c:pt idx="32396">
                  <c:v>0</c:v>
                </c:pt>
                <c:pt idx="32397">
                  <c:v>0</c:v>
                </c:pt>
                <c:pt idx="32398">
                  <c:v>0</c:v>
                </c:pt>
                <c:pt idx="32399">
                  <c:v>0</c:v>
                </c:pt>
                <c:pt idx="32400">
                  <c:v>0</c:v>
                </c:pt>
                <c:pt idx="32401">
                  <c:v>0</c:v>
                </c:pt>
                <c:pt idx="32402">
                  <c:v>0</c:v>
                </c:pt>
                <c:pt idx="32403">
                  <c:v>0</c:v>
                </c:pt>
                <c:pt idx="32404">
                  <c:v>0</c:v>
                </c:pt>
                <c:pt idx="32405">
                  <c:v>0</c:v>
                </c:pt>
                <c:pt idx="32406">
                  <c:v>0</c:v>
                </c:pt>
                <c:pt idx="32407">
                  <c:v>0</c:v>
                </c:pt>
                <c:pt idx="32408">
                  <c:v>0</c:v>
                </c:pt>
                <c:pt idx="32409">
                  <c:v>0</c:v>
                </c:pt>
                <c:pt idx="32410">
                  <c:v>0</c:v>
                </c:pt>
                <c:pt idx="32411">
                  <c:v>0</c:v>
                </c:pt>
                <c:pt idx="32412">
                  <c:v>0</c:v>
                </c:pt>
                <c:pt idx="32413">
                  <c:v>0</c:v>
                </c:pt>
                <c:pt idx="32414">
                  <c:v>0</c:v>
                </c:pt>
                <c:pt idx="32415">
                  <c:v>0</c:v>
                </c:pt>
                <c:pt idx="32416">
                  <c:v>0</c:v>
                </c:pt>
                <c:pt idx="32417">
                  <c:v>0</c:v>
                </c:pt>
                <c:pt idx="32418">
                  <c:v>0</c:v>
                </c:pt>
                <c:pt idx="32419">
                  <c:v>0</c:v>
                </c:pt>
                <c:pt idx="32420">
                  <c:v>0</c:v>
                </c:pt>
                <c:pt idx="32421">
                  <c:v>0</c:v>
                </c:pt>
                <c:pt idx="32422">
                  <c:v>0</c:v>
                </c:pt>
                <c:pt idx="32423">
                  <c:v>0</c:v>
                </c:pt>
                <c:pt idx="32424">
                  <c:v>0</c:v>
                </c:pt>
                <c:pt idx="32425">
                  <c:v>0</c:v>
                </c:pt>
                <c:pt idx="32426">
                  <c:v>0</c:v>
                </c:pt>
                <c:pt idx="32427">
                  <c:v>0</c:v>
                </c:pt>
                <c:pt idx="32428">
                  <c:v>0</c:v>
                </c:pt>
                <c:pt idx="32429">
                  <c:v>0</c:v>
                </c:pt>
                <c:pt idx="32430">
                  <c:v>0</c:v>
                </c:pt>
                <c:pt idx="32431">
                  <c:v>0</c:v>
                </c:pt>
                <c:pt idx="32432">
                  <c:v>0</c:v>
                </c:pt>
                <c:pt idx="32433">
                  <c:v>0</c:v>
                </c:pt>
                <c:pt idx="32434">
                  <c:v>0</c:v>
                </c:pt>
                <c:pt idx="32435">
                  <c:v>0</c:v>
                </c:pt>
                <c:pt idx="32436">
                  <c:v>0</c:v>
                </c:pt>
                <c:pt idx="32437">
                  <c:v>0</c:v>
                </c:pt>
                <c:pt idx="32438">
                  <c:v>0</c:v>
                </c:pt>
                <c:pt idx="32439">
                  <c:v>0</c:v>
                </c:pt>
                <c:pt idx="32440">
                  <c:v>0</c:v>
                </c:pt>
                <c:pt idx="32441">
                  <c:v>0</c:v>
                </c:pt>
                <c:pt idx="32442">
                  <c:v>0</c:v>
                </c:pt>
                <c:pt idx="32443">
                  <c:v>0</c:v>
                </c:pt>
                <c:pt idx="32444">
                  <c:v>0</c:v>
                </c:pt>
                <c:pt idx="32445">
                  <c:v>0</c:v>
                </c:pt>
                <c:pt idx="32446">
                  <c:v>0</c:v>
                </c:pt>
                <c:pt idx="32447">
                  <c:v>0</c:v>
                </c:pt>
                <c:pt idx="32448">
                  <c:v>0</c:v>
                </c:pt>
                <c:pt idx="32449">
                  <c:v>0</c:v>
                </c:pt>
                <c:pt idx="32450">
                  <c:v>0</c:v>
                </c:pt>
                <c:pt idx="32451">
                  <c:v>0</c:v>
                </c:pt>
                <c:pt idx="32452">
                  <c:v>0</c:v>
                </c:pt>
                <c:pt idx="32453">
                  <c:v>0</c:v>
                </c:pt>
                <c:pt idx="32454">
                  <c:v>0</c:v>
                </c:pt>
                <c:pt idx="32455">
                  <c:v>0</c:v>
                </c:pt>
                <c:pt idx="32456">
                  <c:v>0</c:v>
                </c:pt>
                <c:pt idx="32457">
                  <c:v>0</c:v>
                </c:pt>
                <c:pt idx="32458">
                  <c:v>0</c:v>
                </c:pt>
                <c:pt idx="32459">
                  <c:v>0</c:v>
                </c:pt>
                <c:pt idx="32460">
                  <c:v>0</c:v>
                </c:pt>
                <c:pt idx="32461">
                  <c:v>0</c:v>
                </c:pt>
                <c:pt idx="32462">
                  <c:v>0</c:v>
                </c:pt>
                <c:pt idx="32463">
                  <c:v>0</c:v>
                </c:pt>
                <c:pt idx="32464">
                  <c:v>0</c:v>
                </c:pt>
                <c:pt idx="32465">
                  <c:v>0</c:v>
                </c:pt>
                <c:pt idx="32466">
                  <c:v>0</c:v>
                </c:pt>
                <c:pt idx="32467">
                  <c:v>0</c:v>
                </c:pt>
                <c:pt idx="32468">
                  <c:v>0</c:v>
                </c:pt>
                <c:pt idx="32469">
                  <c:v>0</c:v>
                </c:pt>
                <c:pt idx="32470">
                  <c:v>0</c:v>
                </c:pt>
                <c:pt idx="32471">
                  <c:v>0</c:v>
                </c:pt>
                <c:pt idx="32472">
                  <c:v>0</c:v>
                </c:pt>
                <c:pt idx="32473">
                  <c:v>0</c:v>
                </c:pt>
                <c:pt idx="32474">
                  <c:v>0</c:v>
                </c:pt>
                <c:pt idx="32475">
                  <c:v>0</c:v>
                </c:pt>
                <c:pt idx="32476">
                  <c:v>0</c:v>
                </c:pt>
                <c:pt idx="32477">
                  <c:v>0</c:v>
                </c:pt>
                <c:pt idx="32478">
                  <c:v>0</c:v>
                </c:pt>
                <c:pt idx="32479">
                  <c:v>0</c:v>
                </c:pt>
                <c:pt idx="32480">
                  <c:v>0</c:v>
                </c:pt>
                <c:pt idx="32481">
                  <c:v>0</c:v>
                </c:pt>
                <c:pt idx="32482">
                  <c:v>0</c:v>
                </c:pt>
                <c:pt idx="32483">
                  <c:v>0</c:v>
                </c:pt>
                <c:pt idx="32484">
                  <c:v>0</c:v>
                </c:pt>
                <c:pt idx="32485">
                  <c:v>0</c:v>
                </c:pt>
                <c:pt idx="32486">
                  <c:v>0</c:v>
                </c:pt>
                <c:pt idx="32487">
                  <c:v>0</c:v>
                </c:pt>
                <c:pt idx="32488">
                  <c:v>0</c:v>
                </c:pt>
                <c:pt idx="32489">
                  <c:v>0</c:v>
                </c:pt>
                <c:pt idx="32490">
                  <c:v>0</c:v>
                </c:pt>
                <c:pt idx="32491">
                  <c:v>0</c:v>
                </c:pt>
                <c:pt idx="32492">
                  <c:v>0</c:v>
                </c:pt>
                <c:pt idx="32493">
                  <c:v>0</c:v>
                </c:pt>
                <c:pt idx="32494">
                  <c:v>0</c:v>
                </c:pt>
                <c:pt idx="32495">
                  <c:v>0</c:v>
                </c:pt>
                <c:pt idx="32496">
                  <c:v>0</c:v>
                </c:pt>
                <c:pt idx="32497">
                  <c:v>0</c:v>
                </c:pt>
                <c:pt idx="32498">
                  <c:v>0</c:v>
                </c:pt>
                <c:pt idx="32499">
                  <c:v>0</c:v>
                </c:pt>
                <c:pt idx="32500">
                  <c:v>0</c:v>
                </c:pt>
                <c:pt idx="32501">
                  <c:v>0</c:v>
                </c:pt>
                <c:pt idx="32502">
                  <c:v>0</c:v>
                </c:pt>
                <c:pt idx="32503">
                  <c:v>0</c:v>
                </c:pt>
                <c:pt idx="32504">
                  <c:v>0</c:v>
                </c:pt>
                <c:pt idx="32505">
                  <c:v>0</c:v>
                </c:pt>
                <c:pt idx="32506">
                  <c:v>0</c:v>
                </c:pt>
                <c:pt idx="32507">
                  <c:v>0</c:v>
                </c:pt>
                <c:pt idx="32508">
                  <c:v>0</c:v>
                </c:pt>
                <c:pt idx="32509">
                  <c:v>0</c:v>
                </c:pt>
                <c:pt idx="32510">
                  <c:v>0</c:v>
                </c:pt>
                <c:pt idx="32511">
                  <c:v>0</c:v>
                </c:pt>
                <c:pt idx="32512">
                  <c:v>0</c:v>
                </c:pt>
                <c:pt idx="32513">
                  <c:v>0</c:v>
                </c:pt>
                <c:pt idx="32514">
                  <c:v>0</c:v>
                </c:pt>
                <c:pt idx="32515">
                  <c:v>0</c:v>
                </c:pt>
                <c:pt idx="32516">
                  <c:v>0</c:v>
                </c:pt>
                <c:pt idx="32517">
                  <c:v>0</c:v>
                </c:pt>
                <c:pt idx="32518">
                  <c:v>0</c:v>
                </c:pt>
                <c:pt idx="32519">
                  <c:v>0</c:v>
                </c:pt>
                <c:pt idx="32520">
                  <c:v>0</c:v>
                </c:pt>
                <c:pt idx="32521">
                  <c:v>0</c:v>
                </c:pt>
                <c:pt idx="32522">
                  <c:v>0</c:v>
                </c:pt>
                <c:pt idx="32523">
                  <c:v>0</c:v>
                </c:pt>
                <c:pt idx="32524">
                  <c:v>0</c:v>
                </c:pt>
                <c:pt idx="32525">
                  <c:v>0</c:v>
                </c:pt>
                <c:pt idx="32526">
                  <c:v>0</c:v>
                </c:pt>
                <c:pt idx="32527">
                  <c:v>0</c:v>
                </c:pt>
                <c:pt idx="32528">
                  <c:v>0</c:v>
                </c:pt>
                <c:pt idx="32529">
                  <c:v>0</c:v>
                </c:pt>
                <c:pt idx="32530">
                  <c:v>0</c:v>
                </c:pt>
                <c:pt idx="32531">
                  <c:v>0</c:v>
                </c:pt>
                <c:pt idx="32532">
                  <c:v>0</c:v>
                </c:pt>
                <c:pt idx="32533">
                  <c:v>0</c:v>
                </c:pt>
                <c:pt idx="32534">
                  <c:v>0</c:v>
                </c:pt>
                <c:pt idx="32535">
                  <c:v>0</c:v>
                </c:pt>
                <c:pt idx="32536">
                  <c:v>0</c:v>
                </c:pt>
                <c:pt idx="32537">
                  <c:v>0</c:v>
                </c:pt>
                <c:pt idx="32538">
                  <c:v>0</c:v>
                </c:pt>
                <c:pt idx="32539">
                  <c:v>0</c:v>
                </c:pt>
                <c:pt idx="32540">
                  <c:v>0</c:v>
                </c:pt>
                <c:pt idx="32541">
                  <c:v>0</c:v>
                </c:pt>
                <c:pt idx="32542">
                  <c:v>0</c:v>
                </c:pt>
                <c:pt idx="32543">
                  <c:v>0</c:v>
                </c:pt>
                <c:pt idx="32544">
                  <c:v>0</c:v>
                </c:pt>
                <c:pt idx="32545">
                  <c:v>0</c:v>
                </c:pt>
                <c:pt idx="32546">
                  <c:v>0</c:v>
                </c:pt>
                <c:pt idx="32547">
                  <c:v>0</c:v>
                </c:pt>
                <c:pt idx="32548">
                  <c:v>0</c:v>
                </c:pt>
                <c:pt idx="32549">
                  <c:v>0</c:v>
                </c:pt>
                <c:pt idx="32550">
                  <c:v>0</c:v>
                </c:pt>
                <c:pt idx="32551">
                  <c:v>0</c:v>
                </c:pt>
                <c:pt idx="32552">
                  <c:v>0</c:v>
                </c:pt>
                <c:pt idx="32553">
                  <c:v>0</c:v>
                </c:pt>
                <c:pt idx="32554">
                  <c:v>0</c:v>
                </c:pt>
                <c:pt idx="32555">
                  <c:v>0</c:v>
                </c:pt>
                <c:pt idx="32556">
                  <c:v>0</c:v>
                </c:pt>
                <c:pt idx="32557">
                  <c:v>0</c:v>
                </c:pt>
                <c:pt idx="32558">
                  <c:v>0</c:v>
                </c:pt>
                <c:pt idx="32559">
                  <c:v>0</c:v>
                </c:pt>
                <c:pt idx="32560">
                  <c:v>0</c:v>
                </c:pt>
                <c:pt idx="32561">
                  <c:v>0</c:v>
                </c:pt>
                <c:pt idx="32562">
                  <c:v>0</c:v>
                </c:pt>
                <c:pt idx="32563">
                  <c:v>0</c:v>
                </c:pt>
                <c:pt idx="32564">
                  <c:v>0</c:v>
                </c:pt>
                <c:pt idx="32565">
                  <c:v>0</c:v>
                </c:pt>
                <c:pt idx="32566">
                  <c:v>0</c:v>
                </c:pt>
                <c:pt idx="32567">
                  <c:v>0</c:v>
                </c:pt>
                <c:pt idx="32568">
                  <c:v>0</c:v>
                </c:pt>
                <c:pt idx="32569">
                  <c:v>0</c:v>
                </c:pt>
                <c:pt idx="32570">
                  <c:v>0</c:v>
                </c:pt>
                <c:pt idx="32571">
                  <c:v>0</c:v>
                </c:pt>
                <c:pt idx="32572">
                  <c:v>0</c:v>
                </c:pt>
                <c:pt idx="32573">
                  <c:v>0</c:v>
                </c:pt>
                <c:pt idx="32574">
                  <c:v>0</c:v>
                </c:pt>
                <c:pt idx="32575">
                  <c:v>0</c:v>
                </c:pt>
                <c:pt idx="32576">
                  <c:v>0</c:v>
                </c:pt>
                <c:pt idx="32577">
                  <c:v>0</c:v>
                </c:pt>
                <c:pt idx="32578">
                  <c:v>0</c:v>
                </c:pt>
                <c:pt idx="32579">
                  <c:v>0</c:v>
                </c:pt>
                <c:pt idx="32580">
                  <c:v>0</c:v>
                </c:pt>
                <c:pt idx="32581">
                  <c:v>0</c:v>
                </c:pt>
                <c:pt idx="32582">
                  <c:v>0</c:v>
                </c:pt>
                <c:pt idx="32583">
                  <c:v>0</c:v>
                </c:pt>
                <c:pt idx="32584">
                  <c:v>0</c:v>
                </c:pt>
                <c:pt idx="32585">
                  <c:v>0</c:v>
                </c:pt>
                <c:pt idx="32586">
                  <c:v>0</c:v>
                </c:pt>
                <c:pt idx="32587">
                  <c:v>0</c:v>
                </c:pt>
                <c:pt idx="32588">
                  <c:v>0</c:v>
                </c:pt>
                <c:pt idx="32589">
                  <c:v>0</c:v>
                </c:pt>
                <c:pt idx="32590">
                  <c:v>0</c:v>
                </c:pt>
                <c:pt idx="32591">
                  <c:v>0</c:v>
                </c:pt>
                <c:pt idx="32592">
                  <c:v>0</c:v>
                </c:pt>
                <c:pt idx="32593">
                  <c:v>0</c:v>
                </c:pt>
                <c:pt idx="32594">
                  <c:v>0</c:v>
                </c:pt>
                <c:pt idx="32595">
                  <c:v>0</c:v>
                </c:pt>
                <c:pt idx="32596">
                  <c:v>0</c:v>
                </c:pt>
                <c:pt idx="32597">
                  <c:v>0</c:v>
                </c:pt>
                <c:pt idx="32598">
                  <c:v>0</c:v>
                </c:pt>
                <c:pt idx="32599">
                  <c:v>0</c:v>
                </c:pt>
                <c:pt idx="32600">
                  <c:v>0</c:v>
                </c:pt>
                <c:pt idx="32601">
                  <c:v>0</c:v>
                </c:pt>
                <c:pt idx="32602">
                  <c:v>0</c:v>
                </c:pt>
                <c:pt idx="32603">
                  <c:v>0</c:v>
                </c:pt>
                <c:pt idx="32604">
                  <c:v>0</c:v>
                </c:pt>
                <c:pt idx="32605">
                  <c:v>0</c:v>
                </c:pt>
                <c:pt idx="32606">
                  <c:v>0</c:v>
                </c:pt>
                <c:pt idx="32607">
                  <c:v>0</c:v>
                </c:pt>
                <c:pt idx="32608">
                  <c:v>0</c:v>
                </c:pt>
                <c:pt idx="32609">
                  <c:v>0</c:v>
                </c:pt>
                <c:pt idx="32610">
                  <c:v>0</c:v>
                </c:pt>
                <c:pt idx="32611">
                  <c:v>0</c:v>
                </c:pt>
                <c:pt idx="32612">
                  <c:v>0</c:v>
                </c:pt>
                <c:pt idx="32613">
                  <c:v>0</c:v>
                </c:pt>
                <c:pt idx="32614">
                  <c:v>0</c:v>
                </c:pt>
                <c:pt idx="32615">
                  <c:v>0</c:v>
                </c:pt>
                <c:pt idx="32616">
                  <c:v>0</c:v>
                </c:pt>
                <c:pt idx="32617">
                  <c:v>0</c:v>
                </c:pt>
                <c:pt idx="32618">
                  <c:v>0</c:v>
                </c:pt>
                <c:pt idx="32619">
                  <c:v>0</c:v>
                </c:pt>
                <c:pt idx="32620">
                  <c:v>0</c:v>
                </c:pt>
                <c:pt idx="32621">
                  <c:v>0</c:v>
                </c:pt>
                <c:pt idx="32622">
                  <c:v>0</c:v>
                </c:pt>
                <c:pt idx="32623">
                  <c:v>0</c:v>
                </c:pt>
                <c:pt idx="32624">
                  <c:v>0</c:v>
                </c:pt>
                <c:pt idx="32625">
                  <c:v>0</c:v>
                </c:pt>
                <c:pt idx="32626">
                  <c:v>0</c:v>
                </c:pt>
                <c:pt idx="32627">
                  <c:v>0</c:v>
                </c:pt>
                <c:pt idx="32628">
                  <c:v>0</c:v>
                </c:pt>
                <c:pt idx="32629">
                  <c:v>0</c:v>
                </c:pt>
                <c:pt idx="32630">
                  <c:v>0</c:v>
                </c:pt>
                <c:pt idx="32631">
                  <c:v>0</c:v>
                </c:pt>
                <c:pt idx="32632">
                  <c:v>0</c:v>
                </c:pt>
                <c:pt idx="32633">
                  <c:v>0</c:v>
                </c:pt>
                <c:pt idx="32634">
                  <c:v>0</c:v>
                </c:pt>
                <c:pt idx="32635">
                  <c:v>0</c:v>
                </c:pt>
                <c:pt idx="32636">
                  <c:v>0</c:v>
                </c:pt>
                <c:pt idx="32637">
                  <c:v>0</c:v>
                </c:pt>
                <c:pt idx="32638">
                  <c:v>0</c:v>
                </c:pt>
                <c:pt idx="32639">
                  <c:v>0</c:v>
                </c:pt>
                <c:pt idx="32640">
                  <c:v>0</c:v>
                </c:pt>
                <c:pt idx="32641">
                  <c:v>0</c:v>
                </c:pt>
                <c:pt idx="32642">
                  <c:v>0</c:v>
                </c:pt>
                <c:pt idx="32643">
                  <c:v>0</c:v>
                </c:pt>
                <c:pt idx="32644">
                  <c:v>0</c:v>
                </c:pt>
                <c:pt idx="32645">
                  <c:v>0</c:v>
                </c:pt>
                <c:pt idx="32646">
                  <c:v>0</c:v>
                </c:pt>
                <c:pt idx="32647">
                  <c:v>0</c:v>
                </c:pt>
                <c:pt idx="32648">
                  <c:v>0</c:v>
                </c:pt>
                <c:pt idx="32649">
                  <c:v>0</c:v>
                </c:pt>
                <c:pt idx="32650">
                  <c:v>0</c:v>
                </c:pt>
                <c:pt idx="32651">
                  <c:v>0</c:v>
                </c:pt>
                <c:pt idx="32652">
                  <c:v>0</c:v>
                </c:pt>
                <c:pt idx="32653">
                  <c:v>0</c:v>
                </c:pt>
                <c:pt idx="32654">
                  <c:v>0</c:v>
                </c:pt>
                <c:pt idx="32655">
                  <c:v>0</c:v>
                </c:pt>
                <c:pt idx="32656">
                  <c:v>0</c:v>
                </c:pt>
                <c:pt idx="32657">
                  <c:v>0</c:v>
                </c:pt>
                <c:pt idx="32658">
                  <c:v>0</c:v>
                </c:pt>
                <c:pt idx="32659">
                  <c:v>0</c:v>
                </c:pt>
                <c:pt idx="32660">
                  <c:v>0</c:v>
                </c:pt>
                <c:pt idx="32661">
                  <c:v>0</c:v>
                </c:pt>
                <c:pt idx="32662">
                  <c:v>0</c:v>
                </c:pt>
                <c:pt idx="32663">
                  <c:v>0</c:v>
                </c:pt>
                <c:pt idx="32664">
                  <c:v>0</c:v>
                </c:pt>
                <c:pt idx="32665">
                  <c:v>0</c:v>
                </c:pt>
                <c:pt idx="32666">
                  <c:v>0</c:v>
                </c:pt>
                <c:pt idx="32667">
                  <c:v>0</c:v>
                </c:pt>
                <c:pt idx="32668">
                  <c:v>0</c:v>
                </c:pt>
                <c:pt idx="32669">
                  <c:v>0</c:v>
                </c:pt>
                <c:pt idx="32670">
                  <c:v>0</c:v>
                </c:pt>
                <c:pt idx="32671">
                  <c:v>0</c:v>
                </c:pt>
                <c:pt idx="32672">
                  <c:v>0</c:v>
                </c:pt>
                <c:pt idx="32673">
                  <c:v>0</c:v>
                </c:pt>
                <c:pt idx="32674">
                  <c:v>0</c:v>
                </c:pt>
                <c:pt idx="32675">
                  <c:v>0</c:v>
                </c:pt>
                <c:pt idx="32676">
                  <c:v>0</c:v>
                </c:pt>
                <c:pt idx="32677">
                  <c:v>0</c:v>
                </c:pt>
                <c:pt idx="32678">
                  <c:v>0</c:v>
                </c:pt>
                <c:pt idx="32679">
                  <c:v>0</c:v>
                </c:pt>
                <c:pt idx="32680">
                  <c:v>0</c:v>
                </c:pt>
                <c:pt idx="32681">
                  <c:v>0</c:v>
                </c:pt>
                <c:pt idx="32682">
                  <c:v>0</c:v>
                </c:pt>
                <c:pt idx="32683">
                  <c:v>0</c:v>
                </c:pt>
                <c:pt idx="32684">
                  <c:v>0</c:v>
                </c:pt>
                <c:pt idx="32685">
                  <c:v>0</c:v>
                </c:pt>
                <c:pt idx="32686">
                  <c:v>0</c:v>
                </c:pt>
                <c:pt idx="32687">
                  <c:v>0</c:v>
                </c:pt>
                <c:pt idx="32688">
                  <c:v>0</c:v>
                </c:pt>
                <c:pt idx="32689">
                  <c:v>0</c:v>
                </c:pt>
                <c:pt idx="32690">
                  <c:v>0</c:v>
                </c:pt>
                <c:pt idx="32691">
                  <c:v>0</c:v>
                </c:pt>
                <c:pt idx="32692">
                  <c:v>0</c:v>
                </c:pt>
                <c:pt idx="32693">
                  <c:v>0</c:v>
                </c:pt>
                <c:pt idx="32694">
                  <c:v>0</c:v>
                </c:pt>
                <c:pt idx="32695">
                  <c:v>0</c:v>
                </c:pt>
                <c:pt idx="32696">
                  <c:v>0</c:v>
                </c:pt>
                <c:pt idx="32697">
                  <c:v>0</c:v>
                </c:pt>
                <c:pt idx="32698">
                  <c:v>0</c:v>
                </c:pt>
                <c:pt idx="32699">
                  <c:v>0</c:v>
                </c:pt>
                <c:pt idx="32700">
                  <c:v>0</c:v>
                </c:pt>
                <c:pt idx="32701">
                  <c:v>0</c:v>
                </c:pt>
                <c:pt idx="32702">
                  <c:v>0</c:v>
                </c:pt>
                <c:pt idx="32703">
                  <c:v>0</c:v>
                </c:pt>
                <c:pt idx="32704">
                  <c:v>0</c:v>
                </c:pt>
                <c:pt idx="32705">
                  <c:v>0</c:v>
                </c:pt>
                <c:pt idx="32706">
                  <c:v>0</c:v>
                </c:pt>
                <c:pt idx="32707">
                  <c:v>0</c:v>
                </c:pt>
                <c:pt idx="32708">
                  <c:v>0</c:v>
                </c:pt>
                <c:pt idx="32709">
                  <c:v>0</c:v>
                </c:pt>
                <c:pt idx="32710">
                  <c:v>0</c:v>
                </c:pt>
                <c:pt idx="32711">
                  <c:v>0</c:v>
                </c:pt>
                <c:pt idx="32712">
                  <c:v>0</c:v>
                </c:pt>
                <c:pt idx="32713">
                  <c:v>0</c:v>
                </c:pt>
                <c:pt idx="32714">
                  <c:v>0</c:v>
                </c:pt>
                <c:pt idx="32715">
                  <c:v>0</c:v>
                </c:pt>
                <c:pt idx="32716">
                  <c:v>0</c:v>
                </c:pt>
                <c:pt idx="32717">
                  <c:v>0</c:v>
                </c:pt>
                <c:pt idx="32718">
                  <c:v>0</c:v>
                </c:pt>
                <c:pt idx="32719">
                  <c:v>0</c:v>
                </c:pt>
                <c:pt idx="32720">
                  <c:v>0</c:v>
                </c:pt>
                <c:pt idx="32721">
                  <c:v>0</c:v>
                </c:pt>
                <c:pt idx="32722">
                  <c:v>0</c:v>
                </c:pt>
                <c:pt idx="32723">
                  <c:v>0</c:v>
                </c:pt>
                <c:pt idx="32724">
                  <c:v>0</c:v>
                </c:pt>
                <c:pt idx="32725">
                  <c:v>0</c:v>
                </c:pt>
                <c:pt idx="32726">
                  <c:v>0</c:v>
                </c:pt>
                <c:pt idx="32727">
                  <c:v>0</c:v>
                </c:pt>
                <c:pt idx="32728">
                  <c:v>0</c:v>
                </c:pt>
                <c:pt idx="32729">
                  <c:v>0</c:v>
                </c:pt>
                <c:pt idx="32730">
                  <c:v>0</c:v>
                </c:pt>
                <c:pt idx="32731">
                  <c:v>0</c:v>
                </c:pt>
                <c:pt idx="32732">
                  <c:v>0</c:v>
                </c:pt>
                <c:pt idx="32733">
                  <c:v>0</c:v>
                </c:pt>
                <c:pt idx="32734">
                  <c:v>0</c:v>
                </c:pt>
                <c:pt idx="32735">
                  <c:v>0</c:v>
                </c:pt>
                <c:pt idx="32736">
                  <c:v>0</c:v>
                </c:pt>
                <c:pt idx="32737">
                  <c:v>0</c:v>
                </c:pt>
                <c:pt idx="32738">
                  <c:v>0</c:v>
                </c:pt>
                <c:pt idx="32739">
                  <c:v>0</c:v>
                </c:pt>
                <c:pt idx="32740">
                  <c:v>0</c:v>
                </c:pt>
                <c:pt idx="32741">
                  <c:v>0</c:v>
                </c:pt>
                <c:pt idx="32742">
                  <c:v>0</c:v>
                </c:pt>
                <c:pt idx="32743">
                  <c:v>0</c:v>
                </c:pt>
                <c:pt idx="32744">
                  <c:v>0</c:v>
                </c:pt>
                <c:pt idx="32745">
                  <c:v>0</c:v>
                </c:pt>
                <c:pt idx="32746">
                  <c:v>0</c:v>
                </c:pt>
                <c:pt idx="32747">
                  <c:v>0</c:v>
                </c:pt>
                <c:pt idx="32748">
                  <c:v>0</c:v>
                </c:pt>
                <c:pt idx="32749">
                  <c:v>0</c:v>
                </c:pt>
                <c:pt idx="32750">
                  <c:v>0</c:v>
                </c:pt>
                <c:pt idx="32751">
                  <c:v>0</c:v>
                </c:pt>
                <c:pt idx="32752">
                  <c:v>0</c:v>
                </c:pt>
                <c:pt idx="32753">
                  <c:v>0</c:v>
                </c:pt>
                <c:pt idx="32754">
                  <c:v>0</c:v>
                </c:pt>
                <c:pt idx="32755">
                  <c:v>0</c:v>
                </c:pt>
                <c:pt idx="32756">
                  <c:v>0</c:v>
                </c:pt>
                <c:pt idx="32757">
                  <c:v>0</c:v>
                </c:pt>
                <c:pt idx="32758">
                  <c:v>0</c:v>
                </c:pt>
                <c:pt idx="32759">
                  <c:v>0</c:v>
                </c:pt>
                <c:pt idx="32760">
                  <c:v>0</c:v>
                </c:pt>
                <c:pt idx="32761">
                  <c:v>0</c:v>
                </c:pt>
                <c:pt idx="32762">
                  <c:v>0</c:v>
                </c:pt>
                <c:pt idx="32763">
                  <c:v>0</c:v>
                </c:pt>
                <c:pt idx="32764">
                  <c:v>0</c:v>
                </c:pt>
                <c:pt idx="32765">
                  <c:v>0</c:v>
                </c:pt>
                <c:pt idx="32766">
                  <c:v>0</c:v>
                </c:pt>
                <c:pt idx="32767">
                  <c:v>0</c:v>
                </c:pt>
                <c:pt idx="32768">
                  <c:v>0</c:v>
                </c:pt>
                <c:pt idx="32769">
                  <c:v>0</c:v>
                </c:pt>
                <c:pt idx="32770">
                  <c:v>0</c:v>
                </c:pt>
                <c:pt idx="32771">
                  <c:v>0</c:v>
                </c:pt>
                <c:pt idx="32772">
                  <c:v>0</c:v>
                </c:pt>
                <c:pt idx="32773">
                  <c:v>0</c:v>
                </c:pt>
                <c:pt idx="32774">
                  <c:v>0</c:v>
                </c:pt>
                <c:pt idx="32775">
                  <c:v>0</c:v>
                </c:pt>
                <c:pt idx="32776">
                  <c:v>0</c:v>
                </c:pt>
                <c:pt idx="32777">
                  <c:v>0</c:v>
                </c:pt>
                <c:pt idx="32778">
                  <c:v>0</c:v>
                </c:pt>
                <c:pt idx="32779">
                  <c:v>0</c:v>
                </c:pt>
                <c:pt idx="32780">
                  <c:v>0</c:v>
                </c:pt>
                <c:pt idx="32781">
                  <c:v>0</c:v>
                </c:pt>
                <c:pt idx="32782">
                  <c:v>0</c:v>
                </c:pt>
                <c:pt idx="32783">
                  <c:v>0</c:v>
                </c:pt>
                <c:pt idx="32784">
                  <c:v>0</c:v>
                </c:pt>
                <c:pt idx="32785">
                  <c:v>0</c:v>
                </c:pt>
                <c:pt idx="32786">
                  <c:v>0</c:v>
                </c:pt>
                <c:pt idx="32787">
                  <c:v>0</c:v>
                </c:pt>
                <c:pt idx="32788">
                  <c:v>0</c:v>
                </c:pt>
                <c:pt idx="32789">
                  <c:v>0</c:v>
                </c:pt>
                <c:pt idx="32790">
                  <c:v>0</c:v>
                </c:pt>
                <c:pt idx="32791">
                  <c:v>0</c:v>
                </c:pt>
                <c:pt idx="32792">
                  <c:v>0</c:v>
                </c:pt>
                <c:pt idx="32793">
                  <c:v>0</c:v>
                </c:pt>
                <c:pt idx="32794">
                  <c:v>0</c:v>
                </c:pt>
                <c:pt idx="32795">
                  <c:v>0</c:v>
                </c:pt>
                <c:pt idx="32796">
                  <c:v>0</c:v>
                </c:pt>
                <c:pt idx="32797">
                  <c:v>0</c:v>
                </c:pt>
                <c:pt idx="32798">
                  <c:v>0</c:v>
                </c:pt>
                <c:pt idx="32799">
                  <c:v>0</c:v>
                </c:pt>
                <c:pt idx="32800">
                  <c:v>0</c:v>
                </c:pt>
                <c:pt idx="32801">
                  <c:v>0</c:v>
                </c:pt>
                <c:pt idx="32802">
                  <c:v>0</c:v>
                </c:pt>
                <c:pt idx="32803">
                  <c:v>0</c:v>
                </c:pt>
                <c:pt idx="32804">
                  <c:v>0</c:v>
                </c:pt>
                <c:pt idx="32805">
                  <c:v>0</c:v>
                </c:pt>
                <c:pt idx="32806">
                  <c:v>0</c:v>
                </c:pt>
                <c:pt idx="32807">
                  <c:v>0</c:v>
                </c:pt>
                <c:pt idx="32808">
                  <c:v>0</c:v>
                </c:pt>
                <c:pt idx="32809">
                  <c:v>0</c:v>
                </c:pt>
                <c:pt idx="32810">
                  <c:v>0</c:v>
                </c:pt>
                <c:pt idx="32811">
                  <c:v>0</c:v>
                </c:pt>
                <c:pt idx="32812">
                  <c:v>0</c:v>
                </c:pt>
                <c:pt idx="32813">
                  <c:v>0</c:v>
                </c:pt>
                <c:pt idx="32814">
                  <c:v>0</c:v>
                </c:pt>
                <c:pt idx="32815">
                  <c:v>0</c:v>
                </c:pt>
                <c:pt idx="32816">
                  <c:v>0</c:v>
                </c:pt>
                <c:pt idx="32817">
                  <c:v>0</c:v>
                </c:pt>
                <c:pt idx="32818">
                  <c:v>0</c:v>
                </c:pt>
                <c:pt idx="32819">
                  <c:v>0</c:v>
                </c:pt>
                <c:pt idx="32820">
                  <c:v>0</c:v>
                </c:pt>
                <c:pt idx="32821">
                  <c:v>0</c:v>
                </c:pt>
                <c:pt idx="32822">
                  <c:v>0</c:v>
                </c:pt>
                <c:pt idx="32823">
                  <c:v>0</c:v>
                </c:pt>
                <c:pt idx="32824">
                  <c:v>0</c:v>
                </c:pt>
                <c:pt idx="32825">
                  <c:v>0</c:v>
                </c:pt>
                <c:pt idx="32826">
                  <c:v>0</c:v>
                </c:pt>
                <c:pt idx="32827">
                  <c:v>0</c:v>
                </c:pt>
                <c:pt idx="32828">
                  <c:v>0</c:v>
                </c:pt>
                <c:pt idx="32829">
                  <c:v>0</c:v>
                </c:pt>
                <c:pt idx="32830">
                  <c:v>0</c:v>
                </c:pt>
                <c:pt idx="32831">
                  <c:v>0</c:v>
                </c:pt>
                <c:pt idx="32832">
                  <c:v>0</c:v>
                </c:pt>
                <c:pt idx="32833">
                  <c:v>0</c:v>
                </c:pt>
                <c:pt idx="32834">
                  <c:v>0</c:v>
                </c:pt>
                <c:pt idx="32835">
                  <c:v>0</c:v>
                </c:pt>
                <c:pt idx="32836">
                  <c:v>0</c:v>
                </c:pt>
                <c:pt idx="32837">
                  <c:v>0</c:v>
                </c:pt>
                <c:pt idx="32838">
                  <c:v>0</c:v>
                </c:pt>
                <c:pt idx="32839">
                  <c:v>0</c:v>
                </c:pt>
                <c:pt idx="32840">
                  <c:v>0</c:v>
                </c:pt>
                <c:pt idx="32841">
                  <c:v>0</c:v>
                </c:pt>
                <c:pt idx="32842">
                  <c:v>0</c:v>
                </c:pt>
                <c:pt idx="32843">
                  <c:v>0</c:v>
                </c:pt>
                <c:pt idx="32844">
                  <c:v>0</c:v>
                </c:pt>
                <c:pt idx="32845">
                  <c:v>0</c:v>
                </c:pt>
                <c:pt idx="32846">
                  <c:v>0</c:v>
                </c:pt>
                <c:pt idx="32847">
                  <c:v>0</c:v>
                </c:pt>
                <c:pt idx="32848">
                  <c:v>0</c:v>
                </c:pt>
                <c:pt idx="32849">
                  <c:v>0</c:v>
                </c:pt>
                <c:pt idx="32850">
                  <c:v>0</c:v>
                </c:pt>
                <c:pt idx="32851">
                  <c:v>0</c:v>
                </c:pt>
                <c:pt idx="32852">
                  <c:v>0</c:v>
                </c:pt>
                <c:pt idx="32853">
                  <c:v>0</c:v>
                </c:pt>
                <c:pt idx="32854">
                  <c:v>0</c:v>
                </c:pt>
                <c:pt idx="32855">
                  <c:v>0</c:v>
                </c:pt>
                <c:pt idx="32856">
                  <c:v>0</c:v>
                </c:pt>
                <c:pt idx="32857">
                  <c:v>0</c:v>
                </c:pt>
                <c:pt idx="32858">
                  <c:v>0</c:v>
                </c:pt>
                <c:pt idx="32859">
                  <c:v>0</c:v>
                </c:pt>
                <c:pt idx="32860">
                  <c:v>0</c:v>
                </c:pt>
                <c:pt idx="32861">
                  <c:v>0</c:v>
                </c:pt>
                <c:pt idx="32862">
                  <c:v>0</c:v>
                </c:pt>
                <c:pt idx="32863">
                  <c:v>0</c:v>
                </c:pt>
                <c:pt idx="32864">
                  <c:v>0</c:v>
                </c:pt>
                <c:pt idx="32865">
                  <c:v>0</c:v>
                </c:pt>
                <c:pt idx="32866">
                  <c:v>0</c:v>
                </c:pt>
                <c:pt idx="32867">
                  <c:v>0</c:v>
                </c:pt>
                <c:pt idx="32868">
                  <c:v>0</c:v>
                </c:pt>
                <c:pt idx="32869">
                  <c:v>0</c:v>
                </c:pt>
                <c:pt idx="32870">
                  <c:v>0</c:v>
                </c:pt>
                <c:pt idx="32871">
                  <c:v>0</c:v>
                </c:pt>
                <c:pt idx="32872">
                  <c:v>0</c:v>
                </c:pt>
                <c:pt idx="32873">
                  <c:v>0</c:v>
                </c:pt>
                <c:pt idx="32874">
                  <c:v>0</c:v>
                </c:pt>
                <c:pt idx="32875">
                  <c:v>0</c:v>
                </c:pt>
                <c:pt idx="32876">
                  <c:v>0</c:v>
                </c:pt>
                <c:pt idx="32877">
                  <c:v>0</c:v>
                </c:pt>
                <c:pt idx="32878">
                  <c:v>0</c:v>
                </c:pt>
                <c:pt idx="32879">
                  <c:v>0</c:v>
                </c:pt>
                <c:pt idx="32880">
                  <c:v>0</c:v>
                </c:pt>
                <c:pt idx="32881">
                  <c:v>0</c:v>
                </c:pt>
                <c:pt idx="32882">
                  <c:v>0</c:v>
                </c:pt>
                <c:pt idx="32883">
                  <c:v>0</c:v>
                </c:pt>
                <c:pt idx="32884">
                  <c:v>0</c:v>
                </c:pt>
                <c:pt idx="32885">
                  <c:v>0</c:v>
                </c:pt>
                <c:pt idx="32886">
                  <c:v>0</c:v>
                </c:pt>
                <c:pt idx="32887">
                  <c:v>0</c:v>
                </c:pt>
                <c:pt idx="32888">
                  <c:v>0</c:v>
                </c:pt>
                <c:pt idx="32889">
                  <c:v>0</c:v>
                </c:pt>
                <c:pt idx="32890">
                  <c:v>0</c:v>
                </c:pt>
                <c:pt idx="32891">
                  <c:v>0</c:v>
                </c:pt>
                <c:pt idx="32892">
                  <c:v>0</c:v>
                </c:pt>
                <c:pt idx="32893">
                  <c:v>0</c:v>
                </c:pt>
                <c:pt idx="32894">
                  <c:v>0</c:v>
                </c:pt>
                <c:pt idx="32895">
                  <c:v>0</c:v>
                </c:pt>
                <c:pt idx="32896">
                  <c:v>0</c:v>
                </c:pt>
                <c:pt idx="32897">
                  <c:v>0</c:v>
                </c:pt>
                <c:pt idx="32898">
                  <c:v>0</c:v>
                </c:pt>
                <c:pt idx="32899">
                  <c:v>0</c:v>
                </c:pt>
                <c:pt idx="32900">
                  <c:v>0</c:v>
                </c:pt>
                <c:pt idx="32901">
                  <c:v>0</c:v>
                </c:pt>
                <c:pt idx="32902">
                  <c:v>0</c:v>
                </c:pt>
                <c:pt idx="32903">
                  <c:v>0</c:v>
                </c:pt>
                <c:pt idx="32904">
                  <c:v>0</c:v>
                </c:pt>
                <c:pt idx="32905">
                  <c:v>0</c:v>
                </c:pt>
                <c:pt idx="32906">
                  <c:v>0</c:v>
                </c:pt>
                <c:pt idx="32907">
                  <c:v>0</c:v>
                </c:pt>
                <c:pt idx="32908">
                  <c:v>0</c:v>
                </c:pt>
                <c:pt idx="32909">
                  <c:v>0</c:v>
                </c:pt>
                <c:pt idx="32910">
                  <c:v>0</c:v>
                </c:pt>
                <c:pt idx="32911">
                  <c:v>0</c:v>
                </c:pt>
                <c:pt idx="32912">
                  <c:v>0</c:v>
                </c:pt>
                <c:pt idx="32913">
                  <c:v>0</c:v>
                </c:pt>
                <c:pt idx="32914">
                  <c:v>0</c:v>
                </c:pt>
                <c:pt idx="32915">
                  <c:v>0</c:v>
                </c:pt>
                <c:pt idx="32916">
                  <c:v>0</c:v>
                </c:pt>
                <c:pt idx="32917">
                  <c:v>0</c:v>
                </c:pt>
                <c:pt idx="32918">
                  <c:v>0</c:v>
                </c:pt>
                <c:pt idx="32919">
                  <c:v>0</c:v>
                </c:pt>
                <c:pt idx="32920">
                  <c:v>0</c:v>
                </c:pt>
                <c:pt idx="32921">
                  <c:v>0</c:v>
                </c:pt>
                <c:pt idx="32922">
                  <c:v>0</c:v>
                </c:pt>
                <c:pt idx="32923">
                  <c:v>0</c:v>
                </c:pt>
                <c:pt idx="32924">
                  <c:v>0</c:v>
                </c:pt>
                <c:pt idx="32925">
                  <c:v>0</c:v>
                </c:pt>
                <c:pt idx="32926">
                  <c:v>0</c:v>
                </c:pt>
                <c:pt idx="32927">
                  <c:v>0</c:v>
                </c:pt>
                <c:pt idx="32928">
                  <c:v>0</c:v>
                </c:pt>
                <c:pt idx="32929">
                  <c:v>0</c:v>
                </c:pt>
                <c:pt idx="32930">
                  <c:v>0</c:v>
                </c:pt>
                <c:pt idx="32931">
                  <c:v>0</c:v>
                </c:pt>
                <c:pt idx="32932">
                  <c:v>0</c:v>
                </c:pt>
                <c:pt idx="32933">
                  <c:v>0</c:v>
                </c:pt>
                <c:pt idx="32934">
                  <c:v>0</c:v>
                </c:pt>
                <c:pt idx="32935">
                  <c:v>0</c:v>
                </c:pt>
                <c:pt idx="32936">
                  <c:v>0</c:v>
                </c:pt>
                <c:pt idx="32937">
                  <c:v>0</c:v>
                </c:pt>
                <c:pt idx="32938">
                  <c:v>0</c:v>
                </c:pt>
                <c:pt idx="32939">
                  <c:v>0</c:v>
                </c:pt>
                <c:pt idx="32940">
                  <c:v>0</c:v>
                </c:pt>
                <c:pt idx="32941">
                  <c:v>0</c:v>
                </c:pt>
                <c:pt idx="32942">
                  <c:v>0</c:v>
                </c:pt>
                <c:pt idx="32943">
                  <c:v>0</c:v>
                </c:pt>
                <c:pt idx="32944">
                  <c:v>0</c:v>
                </c:pt>
                <c:pt idx="32945">
                  <c:v>0</c:v>
                </c:pt>
                <c:pt idx="32946">
                  <c:v>0</c:v>
                </c:pt>
                <c:pt idx="32947">
                  <c:v>0</c:v>
                </c:pt>
                <c:pt idx="32948">
                  <c:v>0</c:v>
                </c:pt>
                <c:pt idx="32949">
                  <c:v>0</c:v>
                </c:pt>
                <c:pt idx="32950">
                  <c:v>0</c:v>
                </c:pt>
                <c:pt idx="32951">
                  <c:v>0</c:v>
                </c:pt>
                <c:pt idx="32952">
                  <c:v>0</c:v>
                </c:pt>
                <c:pt idx="32953">
                  <c:v>0</c:v>
                </c:pt>
                <c:pt idx="32954">
                  <c:v>0</c:v>
                </c:pt>
                <c:pt idx="32955">
                  <c:v>0</c:v>
                </c:pt>
                <c:pt idx="32956">
                  <c:v>0</c:v>
                </c:pt>
                <c:pt idx="32957">
                  <c:v>0</c:v>
                </c:pt>
                <c:pt idx="32958">
                  <c:v>0</c:v>
                </c:pt>
                <c:pt idx="32959">
                  <c:v>0</c:v>
                </c:pt>
                <c:pt idx="32960">
                  <c:v>0</c:v>
                </c:pt>
                <c:pt idx="32961">
                  <c:v>0</c:v>
                </c:pt>
                <c:pt idx="32962">
                  <c:v>0</c:v>
                </c:pt>
                <c:pt idx="32963">
                  <c:v>0</c:v>
                </c:pt>
                <c:pt idx="32964">
                  <c:v>0</c:v>
                </c:pt>
                <c:pt idx="32965">
                  <c:v>0</c:v>
                </c:pt>
                <c:pt idx="32966">
                  <c:v>0</c:v>
                </c:pt>
                <c:pt idx="32967">
                  <c:v>0</c:v>
                </c:pt>
                <c:pt idx="32968">
                  <c:v>0</c:v>
                </c:pt>
                <c:pt idx="32969">
                  <c:v>0</c:v>
                </c:pt>
                <c:pt idx="32970">
                  <c:v>0</c:v>
                </c:pt>
                <c:pt idx="32971">
                  <c:v>0</c:v>
                </c:pt>
                <c:pt idx="32972">
                  <c:v>0</c:v>
                </c:pt>
                <c:pt idx="32973">
                  <c:v>0</c:v>
                </c:pt>
                <c:pt idx="32974">
                  <c:v>0</c:v>
                </c:pt>
                <c:pt idx="32975">
                  <c:v>0</c:v>
                </c:pt>
                <c:pt idx="32976">
                  <c:v>0</c:v>
                </c:pt>
                <c:pt idx="32977">
                  <c:v>0</c:v>
                </c:pt>
                <c:pt idx="32978">
                  <c:v>0</c:v>
                </c:pt>
                <c:pt idx="32979">
                  <c:v>0</c:v>
                </c:pt>
                <c:pt idx="32980">
                  <c:v>0</c:v>
                </c:pt>
                <c:pt idx="32981">
                  <c:v>0</c:v>
                </c:pt>
                <c:pt idx="32982">
                  <c:v>0</c:v>
                </c:pt>
                <c:pt idx="32983">
                  <c:v>0</c:v>
                </c:pt>
                <c:pt idx="32984">
                  <c:v>0</c:v>
                </c:pt>
                <c:pt idx="32985">
                  <c:v>0</c:v>
                </c:pt>
                <c:pt idx="32986">
                  <c:v>0</c:v>
                </c:pt>
                <c:pt idx="32987">
                  <c:v>0</c:v>
                </c:pt>
                <c:pt idx="32988">
                  <c:v>0</c:v>
                </c:pt>
                <c:pt idx="32989">
                  <c:v>0</c:v>
                </c:pt>
                <c:pt idx="32990">
                  <c:v>0</c:v>
                </c:pt>
                <c:pt idx="32991">
                  <c:v>0</c:v>
                </c:pt>
                <c:pt idx="32992">
                  <c:v>0</c:v>
                </c:pt>
                <c:pt idx="32993">
                  <c:v>0</c:v>
                </c:pt>
                <c:pt idx="32994">
                  <c:v>0</c:v>
                </c:pt>
                <c:pt idx="32995">
                  <c:v>0</c:v>
                </c:pt>
                <c:pt idx="32996">
                  <c:v>0</c:v>
                </c:pt>
                <c:pt idx="32997">
                  <c:v>0</c:v>
                </c:pt>
                <c:pt idx="32998">
                  <c:v>0</c:v>
                </c:pt>
                <c:pt idx="32999">
                  <c:v>0</c:v>
                </c:pt>
                <c:pt idx="33000">
                  <c:v>0</c:v>
                </c:pt>
                <c:pt idx="33001">
                  <c:v>0</c:v>
                </c:pt>
                <c:pt idx="33002">
                  <c:v>0</c:v>
                </c:pt>
                <c:pt idx="33003">
                  <c:v>0</c:v>
                </c:pt>
                <c:pt idx="33004">
                  <c:v>0</c:v>
                </c:pt>
                <c:pt idx="33005">
                  <c:v>0</c:v>
                </c:pt>
                <c:pt idx="33006">
                  <c:v>0</c:v>
                </c:pt>
                <c:pt idx="33007">
                  <c:v>0</c:v>
                </c:pt>
                <c:pt idx="33008">
                  <c:v>0</c:v>
                </c:pt>
                <c:pt idx="33009">
                  <c:v>0</c:v>
                </c:pt>
                <c:pt idx="33010">
                  <c:v>0</c:v>
                </c:pt>
                <c:pt idx="33011">
                  <c:v>0</c:v>
                </c:pt>
                <c:pt idx="33012">
                  <c:v>0</c:v>
                </c:pt>
                <c:pt idx="33013">
                  <c:v>0</c:v>
                </c:pt>
                <c:pt idx="33014">
                  <c:v>0</c:v>
                </c:pt>
                <c:pt idx="33015">
                  <c:v>0</c:v>
                </c:pt>
                <c:pt idx="33016">
                  <c:v>0</c:v>
                </c:pt>
                <c:pt idx="33017">
                  <c:v>0</c:v>
                </c:pt>
                <c:pt idx="33018">
                  <c:v>0</c:v>
                </c:pt>
                <c:pt idx="33019">
                  <c:v>0</c:v>
                </c:pt>
                <c:pt idx="33020">
                  <c:v>0</c:v>
                </c:pt>
                <c:pt idx="33021">
                  <c:v>0</c:v>
                </c:pt>
                <c:pt idx="33022">
                  <c:v>0</c:v>
                </c:pt>
                <c:pt idx="33023">
                  <c:v>0</c:v>
                </c:pt>
                <c:pt idx="33024">
                  <c:v>0</c:v>
                </c:pt>
                <c:pt idx="33025">
                  <c:v>0</c:v>
                </c:pt>
                <c:pt idx="33026">
                  <c:v>0</c:v>
                </c:pt>
                <c:pt idx="33027">
                  <c:v>0</c:v>
                </c:pt>
                <c:pt idx="33028">
                  <c:v>0</c:v>
                </c:pt>
                <c:pt idx="33029">
                  <c:v>0</c:v>
                </c:pt>
                <c:pt idx="33030">
                  <c:v>0</c:v>
                </c:pt>
                <c:pt idx="33031">
                  <c:v>0</c:v>
                </c:pt>
                <c:pt idx="33032">
                  <c:v>0</c:v>
                </c:pt>
                <c:pt idx="33033">
                  <c:v>0</c:v>
                </c:pt>
                <c:pt idx="33034">
                  <c:v>0</c:v>
                </c:pt>
                <c:pt idx="33035">
                  <c:v>0</c:v>
                </c:pt>
                <c:pt idx="33036">
                  <c:v>0</c:v>
                </c:pt>
                <c:pt idx="33037">
                  <c:v>0</c:v>
                </c:pt>
                <c:pt idx="33038">
                  <c:v>0</c:v>
                </c:pt>
                <c:pt idx="33039">
                  <c:v>0</c:v>
                </c:pt>
                <c:pt idx="33040">
                  <c:v>0</c:v>
                </c:pt>
                <c:pt idx="33041">
                  <c:v>0</c:v>
                </c:pt>
                <c:pt idx="33042">
                  <c:v>0</c:v>
                </c:pt>
                <c:pt idx="33043">
                  <c:v>0</c:v>
                </c:pt>
                <c:pt idx="33044">
                  <c:v>0</c:v>
                </c:pt>
                <c:pt idx="33045">
                  <c:v>0</c:v>
                </c:pt>
                <c:pt idx="33046">
                  <c:v>0</c:v>
                </c:pt>
                <c:pt idx="33047">
                  <c:v>0</c:v>
                </c:pt>
                <c:pt idx="33048">
                  <c:v>0</c:v>
                </c:pt>
                <c:pt idx="33049">
                  <c:v>0</c:v>
                </c:pt>
                <c:pt idx="33050">
                  <c:v>0</c:v>
                </c:pt>
                <c:pt idx="33051">
                  <c:v>0</c:v>
                </c:pt>
                <c:pt idx="33052">
                  <c:v>0</c:v>
                </c:pt>
                <c:pt idx="33053">
                  <c:v>0</c:v>
                </c:pt>
                <c:pt idx="33054">
                  <c:v>0</c:v>
                </c:pt>
                <c:pt idx="33055">
                  <c:v>0</c:v>
                </c:pt>
                <c:pt idx="33056">
                  <c:v>0</c:v>
                </c:pt>
                <c:pt idx="33057">
                  <c:v>0</c:v>
                </c:pt>
                <c:pt idx="33058">
                  <c:v>0</c:v>
                </c:pt>
                <c:pt idx="33059">
                  <c:v>0</c:v>
                </c:pt>
                <c:pt idx="33060">
                  <c:v>0</c:v>
                </c:pt>
                <c:pt idx="33061">
                  <c:v>0</c:v>
                </c:pt>
                <c:pt idx="33062">
                  <c:v>0</c:v>
                </c:pt>
                <c:pt idx="33063">
                  <c:v>0</c:v>
                </c:pt>
                <c:pt idx="33064">
                  <c:v>0</c:v>
                </c:pt>
                <c:pt idx="33065">
                  <c:v>0</c:v>
                </c:pt>
                <c:pt idx="33066">
                  <c:v>0</c:v>
                </c:pt>
                <c:pt idx="33067">
                  <c:v>0</c:v>
                </c:pt>
                <c:pt idx="33068">
                  <c:v>0</c:v>
                </c:pt>
                <c:pt idx="33069">
                  <c:v>0</c:v>
                </c:pt>
                <c:pt idx="33070">
                  <c:v>0</c:v>
                </c:pt>
                <c:pt idx="33071">
                  <c:v>0</c:v>
                </c:pt>
                <c:pt idx="33072">
                  <c:v>0</c:v>
                </c:pt>
                <c:pt idx="33073">
                  <c:v>0</c:v>
                </c:pt>
                <c:pt idx="33074">
                  <c:v>0</c:v>
                </c:pt>
                <c:pt idx="33075">
                  <c:v>0</c:v>
                </c:pt>
                <c:pt idx="33076">
                  <c:v>0</c:v>
                </c:pt>
                <c:pt idx="33077">
                  <c:v>0</c:v>
                </c:pt>
                <c:pt idx="33078">
                  <c:v>0</c:v>
                </c:pt>
                <c:pt idx="33079">
                  <c:v>0</c:v>
                </c:pt>
                <c:pt idx="33080">
                  <c:v>0</c:v>
                </c:pt>
                <c:pt idx="33081">
                  <c:v>0</c:v>
                </c:pt>
                <c:pt idx="33082">
                  <c:v>0</c:v>
                </c:pt>
                <c:pt idx="33083">
                  <c:v>0</c:v>
                </c:pt>
                <c:pt idx="33084">
                  <c:v>0</c:v>
                </c:pt>
                <c:pt idx="33085">
                  <c:v>0</c:v>
                </c:pt>
                <c:pt idx="33086">
                  <c:v>0</c:v>
                </c:pt>
                <c:pt idx="33087">
                  <c:v>0</c:v>
                </c:pt>
                <c:pt idx="33088">
                  <c:v>0</c:v>
                </c:pt>
                <c:pt idx="33089">
                  <c:v>0</c:v>
                </c:pt>
                <c:pt idx="33090">
                  <c:v>0</c:v>
                </c:pt>
                <c:pt idx="33091">
                  <c:v>0</c:v>
                </c:pt>
                <c:pt idx="33092">
                  <c:v>0</c:v>
                </c:pt>
                <c:pt idx="33093">
                  <c:v>0</c:v>
                </c:pt>
                <c:pt idx="33094">
                  <c:v>0</c:v>
                </c:pt>
                <c:pt idx="33095">
                  <c:v>0</c:v>
                </c:pt>
                <c:pt idx="33096">
                  <c:v>0</c:v>
                </c:pt>
                <c:pt idx="33097">
                  <c:v>0</c:v>
                </c:pt>
                <c:pt idx="33098">
                  <c:v>0</c:v>
                </c:pt>
                <c:pt idx="33099">
                  <c:v>0</c:v>
                </c:pt>
                <c:pt idx="33100">
                  <c:v>0</c:v>
                </c:pt>
                <c:pt idx="33101">
                  <c:v>0</c:v>
                </c:pt>
                <c:pt idx="33102">
                  <c:v>0</c:v>
                </c:pt>
                <c:pt idx="33103">
                  <c:v>0</c:v>
                </c:pt>
                <c:pt idx="33104">
                  <c:v>0</c:v>
                </c:pt>
                <c:pt idx="33105">
                  <c:v>0</c:v>
                </c:pt>
                <c:pt idx="33106">
                  <c:v>0</c:v>
                </c:pt>
                <c:pt idx="33107">
                  <c:v>0</c:v>
                </c:pt>
                <c:pt idx="33108">
                  <c:v>0</c:v>
                </c:pt>
                <c:pt idx="33109">
                  <c:v>0</c:v>
                </c:pt>
                <c:pt idx="33110">
                  <c:v>0</c:v>
                </c:pt>
                <c:pt idx="33111">
                  <c:v>0</c:v>
                </c:pt>
                <c:pt idx="33112">
                  <c:v>0</c:v>
                </c:pt>
                <c:pt idx="33113">
                  <c:v>0</c:v>
                </c:pt>
                <c:pt idx="33114">
                  <c:v>0</c:v>
                </c:pt>
                <c:pt idx="33115">
                  <c:v>0</c:v>
                </c:pt>
                <c:pt idx="33116">
                  <c:v>0</c:v>
                </c:pt>
                <c:pt idx="33117">
                  <c:v>0</c:v>
                </c:pt>
                <c:pt idx="33118">
                  <c:v>0</c:v>
                </c:pt>
                <c:pt idx="33119">
                  <c:v>0</c:v>
                </c:pt>
                <c:pt idx="33120">
                  <c:v>0</c:v>
                </c:pt>
                <c:pt idx="33121">
                  <c:v>0</c:v>
                </c:pt>
                <c:pt idx="33122">
                  <c:v>0</c:v>
                </c:pt>
                <c:pt idx="33123">
                  <c:v>0</c:v>
                </c:pt>
                <c:pt idx="33124">
                  <c:v>0</c:v>
                </c:pt>
                <c:pt idx="33125">
                  <c:v>0</c:v>
                </c:pt>
                <c:pt idx="33126">
                  <c:v>0</c:v>
                </c:pt>
                <c:pt idx="33127">
                  <c:v>0</c:v>
                </c:pt>
                <c:pt idx="33128">
                  <c:v>0</c:v>
                </c:pt>
                <c:pt idx="33129">
                  <c:v>0</c:v>
                </c:pt>
                <c:pt idx="33130">
                  <c:v>0</c:v>
                </c:pt>
                <c:pt idx="33131">
                  <c:v>0</c:v>
                </c:pt>
                <c:pt idx="33132">
                  <c:v>0</c:v>
                </c:pt>
                <c:pt idx="33133">
                  <c:v>0</c:v>
                </c:pt>
                <c:pt idx="33134">
                  <c:v>0</c:v>
                </c:pt>
                <c:pt idx="33135">
                  <c:v>0</c:v>
                </c:pt>
                <c:pt idx="33136">
                  <c:v>0</c:v>
                </c:pt>
                <c:pt idx="33137">
                  <c:v>0</c:v>
                </c:pt>
                <c:pt idx="33138">
                  <c:v>0</c:v>
                </c:pt>
                <c:pt idx="33139">
                  <c:v>0</c:v>
                </c:pt>
                <c:pt idx="33140">
                  <c:v>0</c:v>
                </c:pt>
                <c:pt idx="33141">
                  <c:v>0</c:v>
                </c:pt>
                <c:pt idx="33142">
                  <c:v>0</c:v>
                </c:pt>
                <c:pt idx="33143">
                  <c:v>0</c:v>
                </c:pt>
                <c:pt idx="33144">
                  <c:v>0</c:v>
                </c:pt>
                <c:pt idx="33145">
                  <c:v>0</c:v>
                </c:pt>
                <c:pt idx="33146">
                  <c:v>0</c:v>
                </c:pt>
                <c:pt idx="33147">
                  <c:v>0</c:v>
                </c:pt>
                <c:pt idx="33148">
                  <c:v>0</c:v>
                </c:pt>
                <c:pt idx="33149">
                  <c:v>0</c:v>
                </c:pt>
                <c:pt idx="33150">
                  <c:v>0</c:v>
                </c:pt>
                <c:pt idx="33151">
                  <c:v>0</c:v>
                </c:pt>
                <c:pt idx="33152">
                  <c:v>0</c:v>
                </c:pt>
                <c:pt idx="33153">
                  <c:v>0</c:v>
                </c:pt>
                <c:pt idx="33154">
                  <c:v>0</c:v>
                </c:pt>
                <c:pt idx="33155">
                  <c:v>0</c:v>
                </c:pt>
                <c:pt idx="33156">
                  <c:v>0</c:v>
                </c:pt>
                <c:pt idx="33157">
                  <c:v>0</c:v>
                </c:pt>
                <c:pt idx="33158">
                  <c:v>0</c:v>
                </c:pt>
                <c:pt idx="33159">
                  <c:v>0</c:v>
                </c:pt>
                <c:pt idx="33160">
                  <c:v>0</c:v>
                </c:pt>
                <c:pt idx="33161">
                  <c:v>0</c:v>
                </c:pt>
                <c:pt idx="33162">
                  <c:v>0</c:v>
                </c:pt>
                <c:pt idx="33163">
                  <c:v>0</c:v>
                </c:pt>
                <c:pt idx="33164">
                  <c:v>0</c:v>
                </c:pt>
                <c:pt idx="33165">
                  <c:v>0</c:v>
                </c:pt>
                <c:pt idx="33166">
                  <c:v>0</c:v>
                </c:pt>
                <c:pt idx="33167">
                  <c:v>0</c:v>
                </c:pt>
                <c:pt idx="33168">
                  <c:v>0</c:v>
                </c:pt>
                <c:pt idx="33169">
                  <c:v>0</c:v>
                </c:pt>
                <c:pt idx="33170">
                  <c:v>0</c:v>
                </c:pt>
                <c:pt idx="33171">
                  <c:v>0</c:v>
                </c:pt>
                <c:pt idx="33172">
                  <c:v>0</c:v>
                </c:pt>
                <c:pt idx="33173">
                  <c:v>0</c:v>
                </c:pt>
                <c:pt idx="33174">
                  <c:v>0</c:v>
                </c:pt>
                <c:pt idx="33175">
                  <c:v>0</c:v>
                </c:pt>
                <c:pt idx="33176">
                  <c:v>0</c:v>
                </c:pt>
                <c:pt idx="33177">
                  <c:v>0</c:v>
                </c:pt>
                <c:pt idx="33178">
                  <c:v>0</c:v>
                </c:pt>
                <c:pt idx="33179">
                  <c:v>0</c:v>
                </c:pt>
                <c:pt idx="33180">
                  <c:v>0</c:v>
                </c:pt>
                <c:pt idx="33181">
                  <c:v>0</c:v>
                </c:pt>
                <c:pt idx="33182">
                  <c:v>0</c:v>
                </c:pt>
                <c:pt idx="33183">
                  <c:v>0</c:v>
                </c:pt>
                <c:pt idx="33184">
                  <c:v>0</c:v>
                </c:pt>
                <c:pt idx="33185">
                  <c:v>0</c:v>
                </c:pt>
                <c:pt idx="33186">
                  <c:v>0</c:v>
                </c:pt>
                <c:pt idx="33187">
                  <c:v>0</c:v>
                </c:pt>
                <c:pt idx="33188">
                  <c:v>0</c:v>
                </c:pt>
                <c:pt idx="33189">
                  <c:v>0</c:v>
                </c:pt>
                <c:pt idx="33190">
                  <c:v>0</c:v>
                </c:pt>
                <c:pt idx="33191">
                  <c:v>0</c:v>
                </c:pt>
                <c:pt idx="33192">
                  <c:v>0</c:v>
                </c:pt>
                <c:pt idx="33193">
                  <c:v>0</c:v>
                </c:pt>
                <c:pt idx="33194">
                  <c:v>0</c:v>
                </c:pt>
                <c:pt idx="33195">
                  <c:v>0</c:v>
                </c:pt>
                <c:pt idx="33196">
                  <c:v>0</c:v>
                </c:pt>
                <c:pt idx="33197">
                  <c:v>0</c:v>
                </c:pt>
                <c:pt idx="33198">
                  <c:v>0</c:v>
                </c:pt>
                <c:pt idx="33199">
                  <c:v>0</c:v>
                </c:pt>
                <c:pt idx="33200">
                  <c:v>0</c:v>
                </c:pt>
                <c:pt idx="33201">
                  <c:v>0</c:v>
                </c:pt>
                <c:pt idx="33202">
                  <c:v>0</c:v>
                </c:pt>
                <c:pt idx="33203">
                  <c:v>0</c:v>
                </c:pt>
                <c:pt idx="33204">
                  <c:v>0</c:v>
                </c:pt>
                <c:pt idx="33205">
                  <c:v>0</c:v>
                </c:pt>
                <c:pt idx="33206">
                  <c:v>0</c:v>
                </c:pt>
                <c:pt idx="33207">
                  <c:v>0</c:v>
                </c:pt>
                <c:pt idx="33208">
                  <c:v>0</c:v>
                </c:pt>
                <c:pt idx="33209">
                  <c:v>0</c:v>
                </c:pt>
                <c:pt idx="33210">
                  <c:v>0</c:v>
                </c:pt>
                <c:pt idx="33211">
                  <c:v>0</c:v>
                </c:pt>
                <c:pt idx="33212">
                  <c:v>0</c:v>
                </c:pt>
                <c:pt idx="33213">
                  <c:v>0</c:v>
                </c:pt>
                <c:pt idx="33214">
                  <c:v>0</c:v>
                </c:pt>
                <c:pt idx="33215">
                  <c:v>0</c:v>
                </c:pt>
                <c:pt idx="33216">
                  <c:v>0</c:v>
                </c:pt>
                <c:pt idx="33217">
                  <c:v>0</c:v>
                </c:pt>
                <c:pt idx="33218">
                  <c:v>0</c:v>
                </c:pt>
                <c:pt idx="33219">
                  <c:v>0</c:v>
                </c:pt>
                <c:pt idx="33220">
                  <c:v>0</c:v>
                </c:pt>
                <c:pt idx="33221">
                  <c:v>0</c:v>
                </c:pt>
                <c:pt idx="33222">
                  <c:v>0</c:v>
                </c:pt>
                <c:pt idx="33223">
                  <c:v>0</c:v>
                </c:pt>
                <c:pt idx="33224">
                  <c:v>0</c:v>
                </c:pt>
                <c:pt idx="33225">
                  <c:v>0</c:v>
                </c:pt>
                <c:pt idx="33226">
                  <c:v>0</c:v>
                </c:pt>
                <c:pt idx="33227">
                  <c:v>0</c:v>
                </c:pt>
                <c:pt idx="33228">
                  <c:v>0</c:v>
                </c:pt>
                <c:pt idx="33229">
                  <c:v>0</c:v>
                </c:pt>
                <c:pt idx="33230">
                  <c:v>0</c:v>
                </c:pt>
                <c:pt idx="33231">
                  <c:v>0</c:v>
                </c:pt>
                <c:pt idx="33232">
                  <c:v>0</c:v>
                </c:pt>
                <c:pt idx="33233">
                  <c:v>0</c:v>
                </c:pt>
                <c:pt idx="33234">
                  <c:v>0</c:v>
                </c:pt>
                <c:pt idx="33235">
                  <c:v>0</c:v>
                </c:pt>
                <c:pt idx="33236">
                  <c:v>0</c:v>
                </c:pt>
                <c:pt idx="33237">
                  <c:v>0</c:v>
                </c:pt>
                <c:pt idx="33238">
                  <c:v>0</c:v>
                </c:pt>
                <c:pt idx="33239">
                  <c:v>0</c:v>
                </c:pt>
                <c:pt idx="33240">
                  <c:v>0</c:v>
                </c:pt>
                <c:pt idx="33241">
                  <c:v>0</c:v>
                </c:pt>
                <c:pt idx="33242">
                  <c:v>0</c:v>
                </c:pt>
                <c:pt idx="33243">
                  <c:v>0</c:v>
                </c:pt>
                <c:pt idx="33244">
                  <c:v>0</c:v>
                </c:pt>
                <c:pt idx="33245">
                  <c:v>0</c:v>
                </c:pt>
                <c:pt idx="33246">
                  <c:v>0</c:v>
                </c:pt>
                <c:pt idx="33247">
                  <c:v>0</c:v>
                </c:pt>
                <c:pt idx="33248">
                  <c:v>0</c:v>
                </c:pt>
                <c:pt idx="33249">
                  <c:v>0</c:v>
                </c:pt>
                <c:pt idx="33250">
                  <c:v>0</c:v>
                </c:pt>
                <c:pt idx="33251">
                  <c:v>0</c:v>
                </c:pt>
                <c:pt idx="33252">
                  <c:v>0</c:v>
                </c:pt>
                <c:pt idx="33253">
                  <c:v>0</c:v>
                </c:pt>
                <c:pt idx="33254">
                  <c:v>0</c:v>
                </c:pt>
                <c:pt idx="33255">
                  <c:v>0</c:v>
                </c:pt>
                <c:pt idx="33256">
                  <c:v>0</c:v>
                </c:pt>
                <c:pt idx="33257">
                  <c:v>0</c:v>
                </c:pt>
                <c:pt idx="33258">
                  <c:v>0</c:v>
                </c:pt>
                <c:pt idx="33259">
                  <c:v>0</c:v>
                </c:pt>
                <c:pt idx="33260">
                  <c:v>0</c:v>
                </c:pt>
                <c:pt idx="33261">
                  <c:v>0</c:v>
                </c:pt>
                <c:pt idx="33262">
                  <c:v>0</c:v>
                </c:pt>
                <c:pt idx="33263">
                  <c:v>0</c:v>
                </c:pt>
                <c:pt idx="33264">
                  <c:v>0</c:v>
                </c:pt>
                <c:pt idx="33265">
                  <c:v>0</c:v>
                </c:pt>
                <c:pt idx="33266">
                  <c:v>0</c:v>
                </c:pt>
                <c:pt idx="33267">
                  <c:v>0</c:v>
                </c:pt>
                <c:pt idx="33268">
                  <c:v>0</c:v>
                </c:pt>
                <c:pt idx="33269">
                  <c:v>0</c:v>
                </c:pt>
                <c:pt idx="33270">
                  <c:v>0</c:v>
                </c:pt>
                <c:pt idx="33271">
                  <c:v>0</c:v>
                </c:pt>
                <c:pt idx="33272">
                  <c:v>0</c:v>
                </c:pt>
                <c:pt idx="33273">
                  <c:v>0</c:v>
                </c:pt>
                <c:pt idx="33274">
                  <c:v>0</c:v>
                </c:pt>
                <c:pt idx="33275">
                  <c:v>0</c:v>
                </c:pt>
                <c:pt idx="33276">
                  <c:v>0</c:v>
                </c:pt>
                <c:pt idx="33277">
                  <c:v>0</c:v>
                </c:pt>
                <c:pt idx="33278">
                  <c:v>0</c:v>
                </c:pt>
                <c:pt idx="33279">
                  <c:v>0</c:v>
                </c:pt>
                <c:pt idx="33280">
                  <c:v>0</c:v>
                </c:pt>
                <c:pt idx="33281">
                  <c:v>0</c:v>
                </c:pt>
                <c:pt idx="33282">
                  <c:v>0</c:v>
                </c:pt>
                <c:pt idx="33283">
                  <c:v>0</c:v>
                </c:pt>
                <c:pt idx="33284">
                  <c:v>0</c:v>
                </c:pt>
                <c:pt idx="33285">
                  <c:v>0</c:v>
                </c:pt>
                <c:pt idx="33286">
                  <c:v>0</c:v>
                </c:pt>
                <c:pt idx="33287">
                  <c:v>0</c:v>
                </c:pt>
                <c:pt idx="33288">
                  <c:v>0</c:v>
                </c:pt>
                <c:pt idx="33289">
                  <c:v>0</c:v>
                </c:pt>
                <c:pt idx="33290">
                  <c:v>0</c:v>
                </c:pt>
                <c:pt idx="33291">
                  <c:v>0</c:v>
                </c:pt>
                <c:pt idx="33292">
                  <c:v>0</c:v>
                </c:pt>
                <c:pt idx="33293">
                  <c:v>0</c:v>
                </c:pt>
                <c:pt idx="33294">
                  <c:v>0</c:v>
                </c:pt>
                <c:pt idx="33295">
                  <c:v>0</c:v>
                </c:pt>
                <c:pt idx="33296">
                  <c:v>0</c:v>
                </c:pt>
                <c:pt idx="33297">
                  <c:v>0</c:v>
                </c:pt>
                <c:pt idx="33298">
                  <c:v>0</c:v>
                </c:pt>
                <c:pt idx="33299">
                  <c:v>0</c:v>
                </c:pt>
                <c:pt idx="33300">
                  <c:v>0</c:v>
                </c:pt>
                <c:pt idx="33301">
                  <c:v>0</c:v>
                </c:pt>
                <c:pt idx="33302">
                  <c:v>0</c:v>
                </c:pt>
                <c:pt idx="33303">
                  <c:v>0</c:v>
                </c:pt>
                <c:pt idx="33304">
                  <c:v>0</c:v>
                </c:pt>
                <c:pt idx="33305">
                  <c:v>0</c:v>
                </c:pt>
                <c:pt idx="33306">
                  <c:v>0</c:v>
                </c:pt>
                <c:pt idx="33307">
                  <c:v>0</c:v>
                </c:pt>
                <c:pt idx="33308">
                  <c:v>0</c:v>
                </c:pt>
                <c:pt idx="33309">
                  <c:v>0</c:v>
                </c:pt>
                <c:pt idx="33310">
                  <c:v>0</c:v>
                </c:pt>
                <c:pt idx="33311">
                  <c:v>0</c:v>
                </c:pt>
                <c:pt idx="33312">
                  <c:v>0</c:v>
                </c:pt>
                <c:pt idx="33313">
                  <c:v>0</c:v>
                </c:pt>
                <c:pt idx="33314">
                  <c:v>0</c:v>
                </c:pt>
                <c:pt idx="33315">
                  <c:v>0</c:v>
                </c:pt>
                <c:pt idx="33316">
                  <c:v>0</c:v>
                </c:pt>
                <c:pt idx="33317">
                  <c:v>0</c:v>
                </c:pt>
                <c:pt idx="33318">
                  <c:v>0</c:v>
                </c:pt>
                <c:pt idx="33319">
                  <c:v>0</c:v>
                </c:pt>
                <c:pt idx="33320">
                  <c:v>0</c:v>
                </c:pt>
                <c:pt idx="33321">
                  <c:v>0</c:v>
                </c:pt>
                <c:pt idx="33322">
                  <c:v>0</c:v>
                </c:pt>
                <c:pt idx="33323">
                  <c:v>0</c:v>
                </c:pt>
                <c:pt idx="33324">
                  <c:v>0</c:v>
                </c:pt>
                <c:pt idx="33325">
                  <c:v>0</c:v>
                </c:pt>
                <c:pt idx="33326">
                  <c:v>0</c:v>
                </c:pt>
                <c:pt idx="33327">
                  <c:v>0</c:v>
                </c:pt>
                <c:pt idx="33328">
                  <c:v>0</c:v>
                </c:pt>
                <c:pt idx="33329">
                  <c:v>0</c:v>
                </c:pt>
                <c:pt idx="33330">
                  <c:v>0</c:v>
                </c:pt>
                <c:pt idx="33331">
                  <c:v>0</c:v>
                </c:pt>
                <c:pt idx="33332">
                  <c:v>0</c:v>
                </c:pt>
                <c:pt idx="33333">
                  <c:v>0</c:v>
                </c:pt>
                <c:pt idx="33334">
                  <c:v>0</c:v>
                </c:pt>
                <c:pt idx="33335">
                  <c:v>0</c:v>
                </c:pt>
                <c:pt idx="33336">
                  <c:v>0</c:v>
                </c:pt>
                <c:pt idx="33337">
                  <c:v>0</c:v>
                </c:pt>
                <c:pt idx="33338">
                  <c:v>0</c:v>
                </c:pt>
                <c:pt idx="33339">
                  <c:v>0</c:v>
                </c:pt>
                <c:pt idx="33340">
                  <c:v>0</c:v>
                </c:pt>
                <c:pt idx="33341">
                  <c:v>0</c:v>
                </c:pt>
                <c:pt idx="33342">
                  <c:v>0</c:v>
                </c:pt>
                <c:pt idx="33343">
                  <c:v>0</c:v>
                </c:pt>
                <c:pt idx="33344">
                  <c:v>0</c:v>
                </c:pt>
                <c:pt idx="33345">
                  <c:v>0</c:v>
                </c:pt>
                <c:pt idx="33346">
                  <c:v>0</c:v>
                </c:pt>
                <c:pt idx="33347">
                  <c:v>0</c:v>
                </c:pt>
                <c:pt idx="33348">
                  <c:v>0</c:v>
                </c:pt>
                <c:pt idx="33349">
                  <c:v>0</c:v>
                </c:pt>
                <c:pt idx="33350">
                  <c:v>0</c:v>
                </c:pt>
                <c:pt idx="33351">
                  <c:v>0</c:v>
                </c:pt>
                <c:pt idx="33352">
                  <c:v>0</c:v>
                </c:pt>
                <c:pt idx="33353">
                  <c:v>0</c:v>
                </c:pt>
                <c:pt idx="33354">
                  <c:v>0</c:v>
                </c:pt>
                <c:pt idx="33355">
                  <c:v>0</c:v>
                </c:pt>
                <c:pt idx="33356">
                  <c:v>0</c:v>
                </c:pt>
                <c:pt idx="33357">
                  <c:v>0</c:v>
                </c:pt>
                <c:pt idx="33358">
                  <c:v>0</c:v>
                </c:pt>
                <c:pt idx="33359">
                  <c:v>0</c:v>
                </c:pt>
                <c:pt idx="33360">
                  <c:v>0</c:v>
                </c:pt>
                <c:pt idx="33361">
                  <c:v>0</c:v>
                </c:pt>
                <c:pt idx="33362">
                  <c:v>0</c:v>
                </c:pt>
                <c:pt idx="33363">
                  <c:v>0</c:v>
                </c:pt>
                <c:pt idx="33364">
                  <c:v>0</c:v>
                </c:pt>
                <c:pt idx="33365">
                  <c:v>0</c:v>
                </c:pt>
                <c:pt idx="33366">
                  <c:v>0</c:v>
                </c:pt>
                <c:pt idx="33367">
                  <c:v>0</c:v>
                </c:pt>
                <c:pt idx="33368">
                  <c:v>0</c:v>
                </c:pt>
                <c:pt idx="33369">
                  <c:v>0</c:v>
                </c:pt>
                <c:pt idx="33370">
                  <c:v>0</c:v>
                </c:pt>
                <c:pt idx="33371">
                  <c:v>0</c:v>
                </c:pt>
                <c:pt idx="33372">
                  <c:v>0</c:v>
                </c:pt>
                <c:pt idx="33373">
                  <c:v>0</c:v>
                </c:pt>
                <c:pt idx="33374">
                  <c:v>0</c:v>
                </c:pt>
                <c:pt idx="33375">
                  <c:v>0</c:v>
                </c:pt>
                <c:pt idx="33376">
                  <c:v>0</c:v>
                </c:pt>
                <c:pt idx="33377">
                  <c:v>0</c:v>
                </c:pt>
                <c:pt idx="33378">
                  <c:v>0</c:v>
                </c:pt>
                <c:pt idx="33379">
                  <c:v>0</c:v>
                </c:pt>
                <c:pt idx="33380">
                  <c:v>0</c:v>
                </c:pt>
                <c:pt idx="33381">
                  <c:v>0</c:v>
                </c:pt>
                <c:pt idx="33382">
                  <c:v>0</c:v>
                </c:pt>
                <c:pt idx="33383">
                  <c:v>0</c:v>
                </c:pt>
                <c:pt idx="33384">
                  <c:v>0</c:v>
                </c:pt>
                <c:pt idx="33385">
                  <c:v>0</c:v>
                </c:pt>
                <c:pt idx="33386">
                  <c:v>0</c:v>
                </c:pt>
                <c:pt idx="33387">
                  <c:v>0</c:v>
                </c:pt>
                <c:pt idx="33388">
                  <c:v>0</c:v>
                </c:pt>
                <c:pt idx="33389">
                  <c:v>0</c:v>
                </c:pt>
                <c:pt idx="33390">
                  <c:v>0</c:v>
                </c:pt>
                <c:pt idx="33391">
                  <c:v>0</c:v>
                </c:pt>
                <c:pt idx="33392">
                  <c:v>0</c:v>
                </c:pt>
                <c:pt idx="33393">
                  <c:v>0</c:v>
                </c:pt>
                <c:pt idx="33394">
                  <c:v>0</c:v>
                </c:pt>
                <c:pt idx="33395">
                  <c:v>0</c:v>
                </c:pt>
                <c:pt idx="33396">
                  <c:v>0</c:v>
                </c:pt>
                <c:pt idx="33397">
                  <c:v>0</c:v>
                </c:pt>
                <c:pt idx="33398">
                  <c:v>0</c:v>
                </c:pt>
                <c:pt idx="33399">
                  <c:v>0</c:v>
                </c:pt>
                <c:pt idx="33400">
                  <c:v>0</c:v>
                </c:pt>
                <c:pt idx="33401">
                  <c:v>0</c:v>
                </c:pt>
                <c:pt idx="33402">
                  <c:v>0</c:v>
                </c:pt>
                <c:pt idx="33403">
                  <c:v>0</c:v>
                </c:pt>
                <c:pt idx="33404">
                  <c:v>0</c:v>
                </c:pt>
                <c:pt idx="33405">
                  <c:v>0</c:v>
                </c:pt>
                <c:pt idx="33406">
                  <c:v>0</c:v>
                </c:pt>
                <c:pt idx="33407">
                  <c:v>0</c:v>
                </c:pt>
                <c:pt idx="33408">
                  <c:v>0</c:v>
                </c:pt>
                <c:pt idx="33409">
                  <c:v>0</c:v>
                </c:pt>
                <c:pt idx="33410">
                  <c:v>0</c:v>
                </c:pt>
                <c:pt idx="33411">
                  <c:v>0</c:v>
                </c:pt>
                <c:pt idx="33412">
                  <c:v>0</c:v>
                </c:pt>
                <c:pt idx="33413">
                  <c:v>0</c:v>
                </c:pt>
                <c:pt idx="33414">
                  <c:v>0</c:v>
                </c:pt>
                <c:pt idx="33415">
                  <c:v>0</c:v>
                </c:pt>
                <c:pt idx="33416">
                  <c:v>0</c:v>
                </c:pt>
                <c:pt idx="33417">
                  <c:v>0</c:v>
                </c:pt>
                <c:pt idx="33418">
                  <c:v>0</c:v>
                </c:pt>
                <c:pt idx="33419">
                  <c:v>0</c:v>
                </c:pt>
                <c:pt idx="33420">
                  <c:v>0</c:v>
                </c:pt>
                <c:pt idx="33421">
                  <c:v>0</c:v>
                </c:pt>
                <c:pt idx="33422">
                  <c:v>0</c:v>
                </c:pt>
                <c:pt idx="33423">
                  <c:v>0</c:v>
                </c:pt>
                <c:pt idx="33424">
                  <c:v>0</c:v>
                </c:pt>
                <c:pt idx="33425">
                  <c:v>0</c:v>
                </c:pt>
                <c:pt idx="33426">
                  <c:v>0</c:v>
                </c:pt>
                <c:pt idx="33427">
                  <c:v>0</c:v>
                </c:pt>
                <c:pt idx="33428">
                  <c:v>0</c:v>
                </c:pt>
                <c:pt idx="33429">
                  <c:v>0</c:v>
                </c:pt>
                <c:pt idx="33430">
                  <c:v>0</c:v>
                </c:pt>
                <c:pt idx="33431">
                  <c:v>0</c:v>
                </c:pt>
                <c:pt idx="33432">
                  <c:v>0</c:v>
                </c:pt>
                <c:pt idx="33433">
                  <c:v>0</c:v>
                </c:pt>
                <c:pt idx="33434">
                  <c:v>0</c:v>
                </c:pt>
                <c:pt idx="33435">
                  <c:v>0</c:v>
                </c:pt>
                <c:pt idx="33436">
                  <c:v>0</c:v>
                </c:pt>
                <c:pt idx="33437">
                  <c:v>0</c:v>
                </c:pt>
                <c:pt idx="33438">
                  <c:v>0</c:v>
                </c:pt>
                <c:pt idx="33439">
                  <c:v>0</c:v>
                </c:pt>
                <c:pt idx="33440">
                  <c:v>0</c:v>
                </c:pt>
                <c:pt idx="33441">
                  <c:v>0</c:v>
                </c:pt>
                <c:pt idx="33442">
                  <c:v>0</c:v>
                </c:pt>
                <c:pt idx="33443">
                  <c:v>0</c:v>
                </c:pt>
                <c:pt idx="33444">
                  <c:v>0</c:v>
                </c:pt>
                <c:pt idx="33445">
                  <c:v>0</c:v>
                </c:pt>
                <c:pt idx="33446">
                  <c:v>0</c:v>
                </c:pt>
                <c:pt idx="33447">
                  <c:v>0</c:v>
                </c:pt>
                <c:pt idx="33448">
                  <c:v>0</c:v>
                </c:pt>
                <c:pt idx="33449">
                  <c:v>0</c:v>
                </c:pt>
                <c:pt idx="33450">
                  <c:v>0</c:v>
                </c:pt>
                <c:pt idx="33451">
                  <c:v>0</c:v>
                </c:pt>
                <c:pt idx="33452">
                  <c:v>0</c:v>
                </c:pt>
                <c:pt idx="33453">
                  <c:v>0</c:v>
                </c:pt>
                <c:pt idx="33454">
                  <c:v>0</c:v>
                </c:pt>
                <c:pt idx="33455">
                  <c:v>0</c:v>
                </c:pt>
                <c:pt idx="33456">
                  <c:v>0</c:v>
                </c:pt>
                <c:pt idx="33457">
                  <c:v>0</c:v>
                </c:pt>
                <c:pt idx="33458">
                  <c:v>0</c:v>
                </c:pt>
                <c:pt idx="33459">
                  <c:v>0</c:v>
                </c:pt>
                <c:pt idx="33460">
                  <c:v>0</c:v>
                </c:pt>
                <c:pt idx="33461">
                  <c:v>0</c:v>
                </c:pt>
                <c:pt idx="33462">
                  <c:v>0</c:v>
                </c:pt>
                <c:pt idx="33463">
                  <c:v>0</c:v>
                </c:pt>
                <c:pt idx="33464">
                  <c:v>0</c:v>
                </c:pt>
                <c:pt idx="33465">
                  <c:v>0</c:v>
                </c:pt>
                <c:pt idx="33466">
                  <c:v>0</c:v>
                </c:pt>
                <c:pt idx="33467">
                  <c:v>0</c:v>
                </c:pt>
                <c:pt idx="33468">
                  <c:v>0</c:v>
                </c:pt>
                <c:pt idx="33469">
                  <c:v>0</c:v>
                </c:pt>
                <c:pt idx="33470">
                  <c:v>0</c:v>
                </c:pt>
                <c:pt idx="33471">
                  <c:v>0</c:v>
                </c:pt>
                <c:pt idx="33472">
                  <c:v>0</c:v>
                </c:pt>
                <c:pt idx="33473">
                  <c:v>0</c:v>
                </c:pt>
                <c:pt idx="33474">
                  <c:v>0</c:v>
                </c:pt>
                <c:pt idx="33475">
                  <c:v>0</c:v>
                </c:pt>
                <c:pt idx="33476">
                  <c:v>0</c:v>
                </c:pt>
                <c:pt idx="33477">
                  <c:v>0</c:v>
                </c:pt>
                <c:pt idx="33478">
                  <c:v>0</c:v>
                </c:pt>
                <c:pt idx="33479">
                  <c:v>0</c:v>
                </c:pt>
                <c:pt idx="33480">
                  <c:v>0</c:v>
                </c:pt>
                <c:pt idx="33481">
                  <c:v>0</c:v>
                </c:pt>
                <c:pt idx="33482">
                  <c:v>0</c:v>
                </c:pt>
                <c:pt idx="33483">
                  <c:v>0</c:v>
                </c:pt>
                <c:pt idx="33484">
                  <c:v>0</c:v>
                </c:pt>
                <c:pt idx="33485">
                  <c:v>0</c:v>
                </c:pt>
                <c:pt idx="33486">
                  <c:v>0</c:v>
                </c:pt>
                <c:pt idx="33487">
                  <c:v>0</c:v>
                </c:pt>
                <c:pt idx="33488">
                  <c:v>0</c:v>
                </c:pt>
                <c:pt idx="33489">
                  <c:v>0</c:v>
                </c:pt>
                <c:pt idx="33490">
                  <c:v>0</c:v>
                </c:pt>
                <c:pt idx="33491">
                  <c:v>0</c:v>
                </c:pt>
                <c:pt idx="33492">
                  <c:v>0</c:v>
                </c:pt>
                <c:pt idx="33493">
                  <c:v>0</c:v>
                </c:pt>
                <c:pt idx="33494">
                  <c:v>0</c:v>
                </c:pt>
                <c:pt idx="33495">
                  <c:v>0</c:v>
                </c:pt>
                <c:pt idx="33496">
                  <c:v>0</c:v>
                </c:pt>
                <c:pt idx="33497">
                  <c:v>0</c:v>
                </c:pt>
                <c:pt idx="33498">
                  <c:v>0</c:v>
                </c:pt>
                <c:pt idx="33499">
                  <c:v>0</c:v>
                </c:pt>
                <c:pt idx="33500">
                  <c:v>0</c:v>
                </c:pt>
                <c:pt idx="33501">
                  <c:v>0</c:v>
                </c:pt>
                <c:pt idx="33502">
                  <c:v>0</c:v>
                </c:pt>
                <c:pt idx="33503">
                  <c:v>0</c:v>
                </c:pt>
                <c:pt idx="33504">
                  <c:v>0</c:v>
                </c:pt>
                <c:pt idx="33505">
                  <c:v>0</c:v>
                </c:pt>
                <c:pt idx="33506">
                  <c:v>0</c:v>
                </c:pt>
                <c:pt idx="33507">
                  <c:v>0</c:v>
                </c:pt>
                <c:pt idx="33508">
                  <c:v>0</c:v>
                </c:pt>
                <c:pt idx="33509">
                  <c:v>0</c:v>
                </c:pt>
                <c:pt idx="33510">
                  <c:v>0</c:v>
                </c:pt>
                <c:pt idx="33511">
                  <c:v>0</c:v>
                </c:pt>
                <c:pt idx="33512">
                  <c:v>0</c:v>
                </c:pt>
                <c:pt idx="33513">
                  <c:v>0</c:v>
                </c:pt>
                <c:pt idx="33514">
                  <c:v>0</c:v>
                </c:pt>
                <c:pt idx="33515">
                  <c:v>0</c:v>
                </c:pt>
                <c:pt idx="33516">
                  <c:v>0</c:v>
                </c:pt>
                <c:pt idx="33517">
                  <c:v>0</c:v>
                </c:pt>
                <c:pt idx="33518">
                  <c:v>0</c:v>
                </c:pt>
                <c:pt idx="33519">
                  <c:v>0</c:v>
                </c:pt>
                <c:pt idx="33520">
                  <c:v>0</c:v>
                </c:pt>
                <c:pt idx="33521">
                  <c:v>0</c:v>
                </c:pt>
                <c:pt idx="33522">
                  <c:v>0</c:v>
                </c:pt>
                <c:pt idx="33523">
                  <c:v>0</c:v>
                </c:pt>
                <c:pt idx="33524">
                  <c:v>0</c:v>
                </c:pt>
                <c:pt idx="33525">
                  <c:v>0</c:v>
                </c:pt>
                <c:pt idx="33526">
                  <c:v>0</c:v>
                </c:pt>
                <c:pt idx="33527">
                  <c:v>0</c:v>
                </c:pt>
                <c:pt idx="33528">
                  <c:v>0</c:v>
                </c:pt>
                <c:pt idx="33529">
                  <c:v>0</c:v>
                </c:pt>
                <c:pt idx="33530">
                  <c:v>0</c:v>
                </c:pt>
                <c:pt idx="33531">
                  <c:v>0</c:v>
                </c:pt>
                <c:pt idx="33532">
                  <c:v>0</c:v>
                </c:pt>
                <c:pt idx="33533">
                  <c:v>0</c:v>
                </c:pt>
                <c:pt idx="33534">
                  <c:v>0</c:v>
                </c:pt>
                <c:pt idx="33535">
                  <c:v>0</c:v>
                </c:pt>
                <c:pt idx="33536">
                  <c:v>0</c:v>
                </c:pt>
                <c:pt idx="33537">
                  <c:v>0</c:v>
                </c:pt>
                <c:pt idx="33538">
                  <c:v>0</c:v>
                </c:pt>
                <c:pt idx="33539">
                  <c:v>0</c:v>
                </c:pt>
                <c:pt idx="33540">
                  <c:v>0</c:v>
                </c:pt>
                <c:pt idx="33541">
                  <c:v>0</c:v>
                </c:pt>
                <c:pt idx="33542">
                  <c:v>0</c:v>
                </c:pt>
                <c:pt idx="33543">
                  <c:v>0</c:v>
                </c:pt>
                <c:pt idx="33544">
                  <c:v>0</c:v>
                </c:pt>
                <c:pt idx="33545">
                  <c:v>0</c:v>
                </c:pt>
                <c:pt idx="33546">
                  <c:v>0</c:v>
                </c:pt>
                <c:pt idx="33547">
                  <c:v>0</c:v>
                </c:pt>
                <c:pt idx="33548">
                  <c:v>0</c:v>
                </c:pt>
                <c:pt idx="33549">
                  <c:v>0</c:v>
                </c:pt>
                <c:pt idx="33550">
                  <c:v>0</c:v>
                </c:pt>
                <c:pt idx="33551">
                  <c:v>0</c:v>
                </c:pt>
                <c:pt idx="33552">
                  <c:v>0</c:v>
                </c:pt>
                <c:pt idx="33553">
                  <c:v>0</c:v>
                </c:pt>
                <c:pt idx="33554">
                  <c:v>0</c:v>
                </c:pt>
                <c:pt idx="33555">
                  <c:v>0</c:v>
                </c:pt>
                <c:pt idx="33556">
                  <c:v>0</c:v>
                </c:pt>
                <c:pt idx="33557">
                  <c:v>0</c:v>
                </c:pt>
                <c:pt idx="33558">
                  <c:v>0</c:v>
                </c:pt>
                <c:pt idx="33559">
                  <c:v>0</c:v>
                </c:pt>
                <c:pt idx="33560">
                  <c:v>0</c:v>
                </c:pt>
                <c:pt idx="33561">
                  <c:v>0</c:v>
                </c:pt>
                <c:pt idx="33562">
                  <c:v>0</c:v>
                </c:pt>
                <c:pt idx="33563">
                  <c:v>0</c:v>
                </c:pt>
                <c:pt idx="33564">
                  <c:v>0</c:v>
                </c:pt>
                <c:pt idx="33565">
                  <c:v>0</c:v>
                </c:pt>
                <c:pt idx="33566">
                  <c:v>0</c:v>
                </c:pt>
                <c:pt idx="33567">
                  <c:v>0</c:v>
                </c:pt>
                <c:pt idx="33568">
                  <c:v>0</c:v>
                </c:pt>
                <c:pt idx="33569">
                  <c:v>0</c:v>
                </c:pt>
                <c:pt idx="33570">
                  <c:v>0</c:v>
                </c:pt>
                <c:pt idx="33571">
                  <c:v>0</c:v>
                </c:pt>
                <c:pt idx="33572">
                  <c:v>0</c:v>
                </c:pt>
                <c:pt idx="33573">
                  <c:v>0</c:v>
                </c:pt>
                <c:pt idx="33574">
                  <c:v>0</c:v>
                </c:pt>
                <c:pt idx="33575">
                  <c:v>0</c:v>
                </c:pt>
                <c:pt idx="33576">
                  <c:v>0</c:v>
                </c:pt>
                <c:pt idx="33577">
                  <c:v>0</c:v>
                </c:pt>
                <c:pt idx="33578">
                  <c:v>0</c:v>
                </c:pt>
                <c:pt idx="33579">
                  <c:v>0</c:v>
                </c:pt>
                <c:pt idx="33580">
                  <c:v>0</c:v>
                </c:pt>
                <c:pt idx="33581">
                  <c:v>0</c:v>
                </c:pt>
                <c:pt idx="33582">
                  <c:v>0</c:v>
                </c:pt>
                <c:pt idx="33583">
                  <c:v>0</c:v>
                </c:pt>
                <c:pt idx="33584">
                  <c:v>0</c:v>
                </c:pt>
                <c:pt idx="33585">
                  <c:v>0</c:v>
                </c:pt>
                <c:pt idx="33586">
                  <c:v>0</c:v>
                </c:pt>
                <c:pt idx="33587">
                  <c:v>0</c:v>
                </c:pt>
                <c:pt idx="33588">
                  <c:v>0</c:v>
                </c:pt>
                <c:pt idx="33589">
                  <c:v>0</c:v>
                </c:pt>
                <c:pt idx="33590">
                  <c:v>0</c:v>
                </c:pt>
                <c:pt idx="33591">
                  <c:v>0</c:v>
                </c:pt>
                <c:pt idx="33592">
                  <c:v>0</c:v>
                </c:pt>
                <c:pt idx="33593">
                  <c:v>0</c:v>
                </c:pt>
                <c:pt idx="33594">
                  <c:v>0</c:v>
                </c:pt>
                <c:pt idx="33595">
                  <c:v>0</c:v>
                </c:pt>
                <c:pt idx="33596">
                  <c:v>0</c:v>
                </c:pt>
                <c:pt idx="33597">
                  <c:v>0</c:v>
                </c:pt>
                <c:pt idx="33598">
                  <c:v>0</c:v>
                </c:pt>
                <c:pt idx="33599">
                  <c:v>0</c:v>
                </c:pt>
                <c:pt idx="33600">
                  <c:v>0</c:v>
                </c:pt>
                <c:pt idx="33601">
                  <c:v>0</c:v>
                </c:pt>
                <c:pt idx="33602">
                  <c:v>0</c:v>
                </c:pt>
                <c:pt idx="33603">
                  <c:v>0</c:v>
                </c:pt>
                <c:pt idx="33604">
                  <c:v>0</c:v>
                </c:pt>
                <c:pt idx="33605">
                  <c:v>0</c:v>
                </c:pt>
                <c:pt idx="33606">
                  <c:v>0</c:v>
                </c:pt>
                <c:pt idx="33607">
                  <c:v>0</c:v>
                </c:pt>
                <c:pt idx="33608">
                  <c:v>0</c:v>
                </c:pt>
                <c:pt idx="33609">
                  <c:v>0</c:v>
                </c:pt>
                <c:pt idx="33610">
                  <c:v>0</c:v>
                </c:pt>
                <c:pt idx="33611">
                  <c:v>0</c:v>
                </c:pt>
                <c:pt idx="33612">
                  <c:v>0</c:v>
                </c:pt>
                <c:pt idx="33613">
                  <c:v>0</c:v>
                </c:pt>
                <c:pt idx="33614">
                  <c:v>0</c:v>
                </c:pt>
                <c:pt idx="33615">
                  <c:v>0</c:v>
                </c:pt>
                <c:pt idx="33616">
                  <c:v>0</c:v>
                </c:pt>
                <c:pt idx="33617">
                  <c:v>0</c:v>
                </c:pt>
                <c:pt idx="33618">
                  <c:v>0</c:v>
                </c:pt>
                <c:pt idx="33619">
                  <c:v>0</c:v>
                </c:pt>
                <c:pt idx="33620">
                  <c:v>0</c:v>
                </c:pt>
                <c:pt idx="33621">
                  <c:v>0</c:v>
                </c:pt>
                <c:pt idx="33622">
                  <c:v>0</c:v>
                </c:pt>
                <c:pt idx="33623">
                  <c:v>0</c:v>
                </c:pt>
                <c:pt idx="33624">
                  <c:v>0</c:v>
                </c:pt>
                <c:pt idx="33625">
                  <c:v>0</c:v>
                </c:pt>
                <c:pt idx="33626">
                  <c:v>0</c:v>
                </c:pt>
                <c:pt idx="33627">
                  <c:v>0</c:v>
                </c:pt>
                <c:pt idx="33628">
                  <c:v>0</c:v>
                </c:pt>
                <c:pt idx="33629">
                  <c:v>0</c:v>
                </c:pt>
                <c:pt idx="33630">
                  <c:v>0</c:v>
                </c:pt>
                <c:pt idx="33631">
                  <c:v>0</c:v>
                </c:pt>
                <c:pt idx="33632">
                  <c:v>0</c:v>
                </c:pt>
                <c:pt idx="33633">
                  <c:v>0</c:v>
                </c:pt>
                <c:pt idx="33634">
                  <c:v>0</c:v>
                </c:pt>
                <c:pt idx="33635">
                  <c:v>0</c:v>
                </c:pt>
                <c:pt idx="33636">
                  <c:v>0</c:v>
                </c:pt>
                <c:pt idx="33637">
                  <c:v>0</c:v>
                </c:pt>
                <c:pt idx="33638">
                  <c:v>0</c:v>
                </c:pt>
                <c:pt idx="33639">
                  <c:v>0</c:v>
                </c:pt>
                <c:pt idx="33640">
                  <c:v>0</c:v>
                </c:pt>
                <c:pt idx="33641">
                  <c:v>0</c:v>
                </c:pt>
                <c:pt idx="33642">
                  <c:v>0</c:v>
                </c:pt>
                <c:pt idx="33643">
                  <c:v>0</c:v>
                </c:pt>
                <c:pt idx="33644">
                  <c:v>0</c:v>
                </c:pt>
                <c:pt idx="33645">
                  <c:v>0</c:v>
                </c:pt>
                <c:pt idx="33646">
                  <c:v>0</c:v>
                </c:pt>
                <c:pt idx="33647">
                  <c:v>0</c:v>
                </c:pt>
                <c:pt idx="33648">
                  <c:v>0</c:v>
                </c:pt>
                <c:pt idx="33649">
                  <c:v>0</c:v>
                </c:pt>
                <c:pt idx="33650">
                  <c:v>0</c:v>
                </c:pt>
                <c:pt idx="33651">
                  <c:v>0</c:v>
                </c:pt>
                <c:pt idx="33652">
                  <c:v>0</c:v>
                </c:pt>
                <c:pt idx="33653">
                  <c:v>0</c:v>
                </c:pt>
                <c:pt idx="33654">
                  <c:v>0</c:v>
                </c:pt>
                <c:pt idx="33655">
                  <c:v>0</c:v>
                </c:pt>
                <c:pt idx="33656">
                  <c:v>0</c:v>
                </c:pt>
                <c:pt idx="33657">
                  <c:v>0</c:v>
                </c:pt>
                <c:pt idx="33658">
                  <c:v>0</c:v>
                </c:pt>
                <c:pt idx="33659">
                  <c:v>0</c:v>
                </c:pt>
                <c:pt idx="33660">
                  <c:v>0</c:v>
                </c:pt>
                <c:pt idx="33661">
                  <c:v>0</c:v>
                </c:pt>
                <c:pt idx="33662">
                  <c:v>0</c:v>
                </c:pt>
                <c:pt idx="33663">
                  <c:v>0</c:v>
                </c:pt>
                <c:pt idx="33664">
                  <c:v>0</c:v>
                </c:pt>
                <c:pt idx="33665">
                  <c:v>0</c:v>
                </c:pt>
                <c:pt idx="33666">
                  <c:v>0</c:v>
                </c:pt>
                <c:pt idx="33667">
                  <c:v>0</c:v>
                </c:pt>
                <c:pt idx="33668">
                  <c:v>0</c:v>
                </c:pt>
                <c:pt idx="33669">
                  <c:v>0</c:v>
                </c:pt>
                <c:pt idx="33670">
                  <c:v>0</c:v>
                </c:pt>
                <c:pt idx="33671">
                  <c:v>0</c:v>
                </c:pt>
                <c:pt idx="33672">
                  <c:v>0</c:v>
                </c:pt>
                <c:pt idx="33673">
                  <c:v>0</c:v>
                </c:pt>
                <c:pt idx="33674">
                  <c:v>0</c:v>
                </c:pt>
                <c:pt idx="33675">
                  <c:v>0</c:v>
                </c:pt>
                <c:pt idx="33676">
                  <c:v>0</c:v>
                </c:pt>
                <c:pt idx="33677">
                  <c:v>0</c:v>
                </c:pt>
                <c:pt idx="33678">
                  <c:v>0</c:v>
                </c:pt>
                <c:pt idx="33679">
                  <c:v>0</c:v>
                </c:pt>
                <c:pt idx="33680">
                  <c:v>0</c:v>
                </c:pt>
                <c:pt idx="33681">
                  <c:v>0</c:v>
                </c:pt>
                <c:pt idx="33682">
                  <c:v>0</c:v>
                </c:pt>
                <c:pt idx="33683">
                  <c:v>0</c:v>
                </c:pt>
                <c:pt idx="33684">
                  <c:v>0</c:v>
                </c:pt>
                <c:pt idx="33685">
                  <c:v>0</c:v>
                </c:pt>
                <c:pt idx="33686">
                  <c:v>0</c:v>
                </c:pt>
                <c:pt idx="33687">
                  <c:v>0</c:v>
                </c:pt>
                <c:pt idx="33688">
                  <c:v>0</c:v>
                </c:pt>
                <c:pt idx="33689">
                  <c:v>0</c:v>
                </c:pt>
                <c:pt idx="33690">
                  <c:v>0</c:v>
                </c:pt>
                <c:pt idx="33691">
                  <c:v>0</c:v>
                </c:pt>
                <c:pt idx="33692">
                  <c:v>0</c:v>
                </c:pt>
                <c:pt idx="33693">
                  <c:v>0</c:v>
                </c:pt>
                <c:pt idx="33694">
                  <c:v>0</c:v>
                </c:pt>
                <c:pt idx="33695">
                  <c:v>0</c:v>
                </c:pt>
                <c:pt idx="33696">
                  <c:v>0</c:v>
                </c:pt>
                <c:pt idx="33697">
                  <c:v>0</c:v>
                </c:pt>
                <c:pt idx="33698">
                  <c:v>0</c:v>
                </c:pt>
                <c:pt idx="33699">
                  <c:v>0</c:v>
                </c:pt>
                <c:pt idx="33700">
                  <c:v>0</c:v>
                </c:pt>
                <c:pt idx="33701">
                  <c:v>0</c:v>
                </c:pt>
                <c:pt idx="33702">
                  <c:v>0</c:v>
                </c:pt>
                <c:pt idx="33703">
                  <c:v>0</c:v>
                </c:pt>
                <c:pt idx="33704">
                  <c:v>0</c:v>
                </c:pt>
                <c:pt idx="33705">
                  <c:v>0</c:v>
                </c:pt>
                <c:pt idx="33706">
                  <c:v>0</c:v>
                </c:pt>
                <c:pt idx="33707">
                  <c:v>0</c:v>
                </c:pt>
                <c:pt idx="33708">
                  <c:v>0</c:v>
                </c:pt>
                <c:pt idx="33709">
                  <c:v>0</c:v>
                </c:pt>
                <c:pt idx="33710">
                  <c:v>0</c:v>
                </c:pt>
                <c:pt idx="33711">
                  <c:v>0</c:v>
                </c:pt>
                <c:pt idx="33712">
                  <c:v>0</c:v>
                </c:pt>
                <c:pt idx="33713">
                  <c:v>0</c:v>
                </c:pt>
                <c:pt idx="33714">
                  <c:v>0</c:v>
                </c:pt>
                <c:pt idx="33715">
                  <c:v>0</c:v>
                </c:pt>
                <c:pt idx="33716">
                  <c:v>0</c:v>
                </c:pt>
                <c:pt idx="33717">
                  <c:v>0</c:v>
                </c:pt>
                <c:pt idx="33718">
                  <c:v>0</c:v>
                </c:pt>
                <c:pt idx="33719">
                  <c:v>0</c:v>
                </c:pt>
                <c:pt idx="33720">
                  <c:v>0</c:v>
                </c:pt>
                <c:pt idx="33721">
                  <c:v>0</c:v>
                </c:pt>
                <c:pt idx="33722">
                  <c:v>0</c:v>
                </c:pt>
                <c:pt idx="33723">
                  <c:v>0</c:v>
                </c:pt>
                <c:pt idx="33724">
                  <c:v>0</c:v>
                </c:pt>
                <c:pt idx="33725">
                  <c:v>0</c:v>
                </c:pt>
                <c:pt idx="33726">
                  <c:v>0</c:v>
                </c:pt>
                <c:pt idx="33727">
                  <c:v>0</c:v>
                </c:pt>
                <c:pt idx="33728">
                  <c:v>0</c:v>
                </c:pt>
                <c:pt idx="33729">
                  <c:v>0</c:v>
                </c:pt>
                <c:pt idx="33730">
                  <c:v>0</c:v>
                </c:pt>
                <c:pt idx="33731">
                  <c:v>0</c:v>
                </c:pt>
                <c:pt idx="33732">
                  <c:v>0</c:v>
                </c:pt>
                <c:pt idx="33733">
                  <c:v>0</c:v>
                </c:pt>
                <c:pt idx="33734">
                  <c:v>0</c:v>
                </c:pt>
                <c:pt idx="33735">
                  <c:v>0</c:v>
                </c:pt>
                <c:pt idx="33736">
                  <c:v>0</c:v>
                </c:pt>
                <c:pt idx="33737">
                  <c:v>0</c:v>
                </c:pt>
                <c:pt idx="33738">
                  <c:v>0</c:v>
                </c:pt>
                <c:pt idx="33739">
                  <c:v>0</c:v>
                </c:pt>
                <c:pt idx="33740">
                  <c:v>0</c:v>
                </c:pt>
                <c:pt idx="33741">
                  <c:v>0</c:v>
                </c:pt>
                <c:pt idx="33742">
                  <c:v>0</c:v>
                </c:pt>
                <c:pt idx="33743">
                  <c:v>0</c:v>
                </c:pt>
                <c:pt idx="33744">
                  <c:v>0</c:v>
                </c:pt>
                <c:pt idx="33745">
                  <c:v>0</c:v>
                </c:pt>
                <c:pt idx="33746">
                  <c:v>0</c:v>
                </c:pt>
                <c:pt idx="33747">
                  <c:v>0</c:v>
                </c:pt>
                <c:pt idx="33748">
                  <c:v>0</c:v>
                </c:pt>
                <c:pt idx="33749">
                  <c:v>0</c:v>
                </c:pt>
                <c:pt idx="33750">
                  <c:v>0</c:v>
                </c:pt>
                <c:pt idx="33751">
                  <c:v>0</c:v>
                </c:pt>
                <c:pt idx="33752">
                  <c:v>0</c:v>
                </c:pt>
                <c:pt idx="33753">
                  <c:v>0</c:v>
                </c:pt>
                <c:pt idx="33754">
                  <c:v>0</c:v>
                </c:pt>
                <c:pt idx="33755">
                  <c:v>0</c:v>
                </c:pt>
                <c:pt idx="33756">
                  <c:v>0</c:v>
                </c:pt>
                <c:pt idx="33757">
                  <c:v>0</c:v>
                </c:pt>
                <c:pt idx="33758">
                  <c:v>0</c:v>
                </c:pt>
                <c:pt idx="33759">
                  <c:v>0</c:v>
                </c:pt>
                <c:pt idx="33760">
                  <c:v>0</c:v>
                </c:pt>
                <c:pt idx="33761">
                  <c:v>0</c:v>
                </c:pt>
                <c:pt idx="33762">
                  <c:v>0</c:v>
                </c:pt>
                <c:pt idx="33763">
                  <c:v>0</c:v>
                </c:pt>
                <c:pt idx="33764">
                  <c:v>0</c:v>
                </c:pt>
                <c:pt idx="33765">
                  <c:v>0</c:v>
                </c:pt>
                <c:pt idx="33766">
                  <c:v>0</c:v>
                </c:pt>
                <c:pt idx="33767">
                  <c:v>0</c:v>
                </c:pt>
                <c:pt idx="33768">
                  <c:v>0</c:v>
                </c:pt>
                <c:pt idx="33769">
                  <c:v>0</c:v>
                </c:pt>
                <c:pt idx="33770">
                  <c:v>0</c:v>
                </c:pt>
                <c:pt idx="33771">
                  <c:v>0</c:v>
                </c:pt>
                <c:pt idx="33772">
                  <c:v>0</c:v>
                </c:pt>
                <c:pt idx="33773">
                  <c:v>0</c:v>
                </c:pt>
                <c:pt idx="33774">
                  <c:v>0</c:v>
                </c:pt>
                <c:pt idx="33775">
                  <c:v>0</c:v>
                </c:pt>
                <c:pt idx="33776">
                  <c:v>0</c:v>
                </c:pt>
                <c:pt idx="33777">
                  <c:v>0</c:v>
                </c:pt>
                <c:pt idx="33778">
                  <c:v>0</c:v>
                </c:pt>
                <c:pt idx="33779">
                  <c:v>0</c:v>
                </c:pt>
                <c:pt idx="33780">
                  <c:v>0</c:v>
                </c:pt>
                <c:pt idx="33781">
                  <c:v>0</c:v>
                </c:pt>
                <c:pt idx="33782">
                  <c:v>0</c:v>
                </c:pt>
                <c:pt idx="33783">
                  <c:v>0</c:v>
                </c:pt>
                <c:pt idx="33784">
                  <c:v>0</c:v>
                </c:pt>
                <c:pt idx="33785">
                  <c:v>0</c:v>
                </c:pt>
                <c:pt idx="33786">
                  <c:v>0</c:v>
                </c:pt>
                <c:pt idx="33787">
                  <c:v>0</c:v>
                </c:pt>
                <c:pt idx="33788">
                  <c:v>0</c:v>
                </c:pt>
                <c:pt idx="33789">
                  <c:v>0</c:v>
                </c:pt>
                <c:pt idx="33790">
                  <c:v>0</c:v>
                </c:pt>
                <c:pt idx="33791">
                  <c:v>0</c:v>
                </c:pt>
                <c:pt idx="33792">
                  <c:v>0</c:v>
                </c:pt>
                <c:pt idx="33793">
                  <c:v>0</c:v>
                </c:pt>
                <c:pt idx="33794">
                  <c:v>0</c:v>
                </c:pt>
                <c:pt idx="33795">
                  <c:v>0</c:v>
                </c:pt>
                <c:pt idx="33796">
                  <c:v>0</c:v>
                </c:pt>
                <c:pt idx="33797">
                  <c:v>0</c:v>
                </c:pt>
                <c:pt idx="33798">
                  <c:v>0</c:v>
                </c:pt>
                <c:pt idx="33799">
                  <c:v>0</c:v>
                </c:pt>
                <c:pt idx="33800">
                  <c:v>0</c:v>
                </c:pt>
                <c:pt idx="33801">
                  <c:v>0</c:v>
                </c:pt>
                <c:pt idx="33802">
                  <c:v>0</c:v>
                </c:pt>
                <c:pt idx="33803">
                  <c:v>0</c:v>
                </c:pt>
                <c:pt idx="33804">
                  <c:v>0</c:v>
                </c:pt>
                <c:pt idx="33805">
                  <c:v>0</c:v>
                </c:pt>
                <c:pt idx="33806">
                  <c:v>0</c:v>
                </c:pt>
                <c:pt idx="33807">
                  <c:v>0</c:v>
                </c:pt>
                <c:pt idx="33808">
                  <c:v>0</c:v>
                </c:pt>
                <c:pt idx="33809">
                  <c:v>0</c:v>
                </c:pt>
                <c:pt idx="33810">
                  <c:v>0</c:v>
                </c:pt>
                <c:pt idx="33811">
                  <c:v>0</c:v>
                </c:pt>
                <c:pt idx="33812">
                  <c:v>0</c:v>
                </c:pt>
                <c:pt idx="33813">
                  <c:v>0</c:v>
                </c:pt>
                <c:pt idx="33814">
                  <c:v>0</c:v>
                </c:pt>
                <c:pt idx="33815">
                  <c:v>0</c:v>
                </c:pt>
                <c:pt idx="33816">
                  <c:v>0</c:v>
                </c:pt>
                <c:pt idx="33817">
                  <c:v>0</c:v>
                </c:pt>
                <c:pt idx="33818">
                  <c:v>0</c:v>
                </c:pt>
                <c:pt idx="33819">
                  <c:v>0</c:v>
                </c:pt>
                <c:pt idx="33820">
                  <c:v>0</c:v>
                </c:pt>
                <c:pt idx="33821">
                  <c:v>0</c:v>
                </c:pt>
                <c:pt idx="33822">
                  <c:v>0</c:v>
                </c:pt>
                <c:pt idx="33823">
                  <c:v>0</c:v>
                </c:pt>
                <c:pt idx="33824">
                  <c:v>0</c:v>
                </c:pt>
                <c:pt idx="33825">
                  <c:v>0</c:v>
                </c:pt>
                <c:pt idx="33826">
                  <c:v>0</c:v>
                </c:pt>
                <c:pt idx="33827">
                  <c:v>0</c:v>
                </c:pt>
                <c:pt idx="33828">
                  <c:v>0</c:v>
                </c:pt>
                <c:pt idx="33829">
                  <c:v>0</c:v>
                </c:pt>
                <c:pt idx="33830">
                  <c:v>0</c:v>
                </c:pt>
                <c:pt idx="33831">
                  <c:v>0</c:v>
                </c:pt>
                <c:pt idx="33832">
                  <c:v>0</c:v>
                </c:pt>
                <c:pt idx="33833">
                  <c:v>0</c:v>
                </c:pt>
                <c:pt idx="33834">
                  <c:v>0</c:v>
                </c:pt>
                <c:pt idx="33835">
                  <c:v>0</c:v>
                </c:pt>
                <c:pt idx="33836">
                  <c:v>0</c:v>
                </c:pt>
                <c:pt idx="33837">
                  <c:v>0</c:v>
                </c:pt>
                <c:pt idx="33838">
                  <c:v>0</c:v>
                </c:pt>
                <c:pt idx="33839">
                  <c:v>0</c:v>
                </c:pt>
                <c:pt idx="33840">
                  <c:v>0</c:v>
                </c:pt>
                <c:pt idx="33841">
                  <c:v>0</c:v>
                </c:pt>
                <c:pt idx="33842">
                  <c:v>0</c:v>
                </c:pt>
                <c:pt idx="33843">
                  <c:v>0</c:v>
                </c:pt>
                <c:pt idx="33844">
                  <c:v>0</c:v>
                </c:pt>
                <c:pt idx="33845">
                  <c:v>0</c:v>
                </c:pt>
                <c:pt idx="33846">
                  <c:v>0</c:v>
                </c:pt>
                <c:pt idx="33847">
                  <c:v>0</c:v>
                </c:pt>
                <c:pt idx="33848">
                  <c:v>0</c:v>
                </c:pt>
                <c:pt idx="33849">
                  <c:v>0</c:v>
                </c:pt>
                <c:pt idx="33850">
                  <c:v>0</c:v>
                </c:pt>
                <c:pt idx="33851">
                  <c:v>0</c:v>
                </c:pt>
                <c:pt idx="33852">
                  <c:v>0</c:v>
                </c:pt>
                <c:pt idx="33853">
                  <c:v>0</c:v>
                </c:pt>
                <c:pt idx="33854">
                  <c:v>0</c:v>
                </c:pt>
                <c:pt idx="33855">
                  <c:v>0</c:v>
                </c:pt>
                <c:pt idx="33856">
                  <c:v>0</c:v>
                </c:pt>
                <c:pt idx="33857">
                  <c:v>0</c:v>
                </c:pt>
                <c:pt idx="33858">
                  <c:v>0</c:v>
                </c:pt>
                <c:pt idx="33859">
                  <c:v>0</c:v>
                </c:pt>
                <c:pt idx="33860">
                  <c:v>0</c:v>
                </c:pt>
                <c:pt idx="33861">
                  <c:v>0</c:v>
                </c:pt>
                <c:pt idx="33862">
                  <c:v>0</c:v>
                </c:pt>
                <c:pt idx="33863">
                  <c:v>0</c:v>
                </c:pt>
                <c:pt idx="33864">
                  <c:v>0</c:v>
                </c:pt>
                <c:pt idx="33865">
                  <c:v>0</c:v>
                </c:pt>
                <c:pt idx="33866">
                  <c:v>0</c:v>
                </c:pt>
                <c:pt idx="33867">
                  <c:v>0</c:v>
                </c:pt>
                <c:pt idx="33868">
                  <c:v>0</c:v>
                </c:pt>
                <c:pt idx="33869">
                  <c:v>0</c:v>
                </c:pt>
                <c:pt idx="33870">
                  <c:v>0</c:v>
                </c:pt>
                <c:pt idx="33871">
                  <c:v>0</c:v>
                </c:pt>
                <c:pt idx="33872">
                  <c:v>0</c:v>
                </c:pt>
                <c:pt idx="33873">
                  <c:v>0</c:v>
                </c:pt>
                <c:pt idx="33874">
                  <c:v>0</c:v>
                </c:pt>
                <c:pt idx="33875">
                  <c:v>0</c:v>
                </c:pt>
                <c:pt idx="33876">
                  <c:v>0</c:v>
                </c:pt>
                <c:pt idx="33877">
                  <c:v>0</c:v>
                </c:pt>
                <c:pt idx="33878">
                  <c:v>0</c:v>
                </c:pt>
                <c:pt idx="33879">
                  <c:v>0</c:v>
                </c:pt>
                <c:pt idx="33880">
                  <c:v>0</c:v>
                </c:pt>
                <c:pt idx="33881">
                  <c:v>0</c:v>
                </c:pt>
                <c:pt idx="33882">
                  <c:v>0</c:v>
                </c:pt>
                <c:pt idx="33883">
                  <c:v>0</c:v>
                </c:pt>
                <c:pt idx="33884">
                  <c:v>0</c:v>
                </c:pt>
                <c:pt idx="33885">
                  <c:v>0</c:v>
                </c:pt>
                <c:pt idx="33886">
                  <c:v>0</c:v>
                </c:pt>
                <c:pt idx="33887">
                  <c:v>0</c:v>
                </c:pt>
                <c:pt idx="33888">
                  <c:v>0</c:v>
                </c:pt>
                <c:pt idx="33889">
                  <c:v>0</c:v>
                </c:pt>
                <c:pt idx="33890">
                  <c:v>0</c:v>
                </c:pt>
                <c:pt idx="33891">
                  <c:v>0</c:v>
                </c:pt>
                <c:pt idx="33892">
                  <c:v>0</c:v>
                </c:pt>
                <c:pt idx="33893">
                  <c:v>0</c:v>
                </c:pt>
                <c:pt idx="33894">
                  <c:v>0</c:v>
                </c:pt>
                <c:pt idx="33895">
                  <c:v>0</c:v>
                </c:pt>
                <c:pt idx="33896">
                  <c:v>0</c:v>
                </c:pt>
                <c:pt idx="33897">
                  <c:v>0</c:v>
                </c:pt>
                <c:pt idx="33898">
                  <c:v>0</c:v>
                </c:pt>
                <c:pt idx="33899">
                  <c:v>0</c:v>
                </c:pt>
                <c:pt idx="33900">
                  <c:v>0</c:v>
                </c:pt>
                <c:pt idx="33901">
                  <c:v>0</c:v>
                </c:pt>
                <c:pt idx="33902">
                  <c:v>0</c:v>
                </c:pt>
                <c:pt idx="33903">
                  <c:v>0</c:v>
                </c:pt>
                <c:pt idx="33904">
                  <c:v>0</c:v>
                </c:pt>
                <c:pt idx="33905">
                  <c:v>0</c:v>
                </c:pt>
                <c:pt idx="33906">
                  <c:v>0</c:v>
                </c:pt>
                <c:pt idx="33907">
                  <c:v>0</c:v>
                </c:pt>
                <c:pt idx="33908">
                  <c:v>0</c:v>
                </c:pt>
                <c:pt idx="33909">
                  <c:v>0</c:v>
                </c:pt>
                <c:pt idx="33910">
                  <c:v>0</c:v>
                </c:pt>
                <c:pt idx="33911">
                  <c:v>0</c:v>
                </c:pt>
                <c:pt idx="33912">
                  <c:v>0</c:v>
                </c:pt>
                <c:pt idx="33913">
                  <c:v>0</c:v>
                </c:pt>
                <c:pt idx="33914">
                  <c:v>0</c:v>
                </c:pt>
                <c:pt idx="33915">
                  <c:v>0</c:v>
                </c:pt>
                <c:pt idx="33916">
                  <c:v>0</c:v>
                </c:pt>
                <c:pt idx="33917">
                  <c:v>0</c:v>
                </c:pt>
                <c:pt idx="33918">
                  <c:v>0</c:v>
                </c:pt>
                <c:pt idx="33919">
                  <c:v>0</c:v>
                </c:pt>
                <c:pt idx="33920">
                  <c:v>0</c:v>
                </c:pt>
                <c:pt idx="33921">
                  <c:v>0</c:v>
                </c:pt>
                <c:pt idx="33922">
                  <c:v>0</c:v>
                </c:pt>
                <c:pt idx="33923">
                  <c:v>0</c:v>
                </c:pt>
                <c:pt idx="33924">
                  <c:v>0</c:v>
                </c:pt>
                <c:pt idx="33925">
                  <c:v>0</c:v>
                </c:pt>
                <c:pt idx="33926">
                  <c:v>0</c:v>
                </c:pt>
                <c:pt idx="33927">
                  <c:v>0</c:v>
                </c:pt>
                <c:pt idx="33928">
                  <c:v>0</c:v>
                </c:pt>
                <c:pt idx="33929">
                  <c:v>0</c:v>
                </c:pt>
                <c:pt idx="33930">
                  <c:v>0</c:v>
                </c:pt>
                <c:pt idx="33931">
                  <c:v>0</c:v>
                </c:pt>
                <c:pt idx="33932">
                  <c:v>0</c:v>
                </c:pt>
                <c:pt idx="33933">
                  <c:v>0</c:v>
                </c:pt>
                <c:pt idx="33934">
                  <c:v>0</c:v>
                </c:pt>
                <c:pt idx="33935">
                  <c:v>0</c:v>
                </c:pt>
                <c:pt idx="33936">
                  <c:v>0</c:v>
                </c:pt>
                <c:pt idx="33937">
                  <c:v>0</c:v>
                </c:pt>
                <c:pt idx="33938">
                  <c:v>0</c:v>
                </c:pt>
                <c:pt idx="33939">
                  <c:v>0</c:v>
                </c:pt>
                <c:pt idx="33940">
                  <c:v>0</c:v>
                </c:pt>
                <c:pt idx="33941">
                  <c:v>0</c:v>
                </c:pt>
                <c:pt idx="33942">
                  <c:v>0</c:v>
                </c:pt>
                <c:pt idx="33943">
                  <c:v>0</c:v>
                </c:pt>
                <c:pt idx="33944">
                  <c:v>0</c:v>
                </c:pt>
                <c:pt idx="33945">
                  <c:v>0</c:v>
                </c:pt>
                <c:pt idx="33946">
                  <c:v>0</c:v>
                </c:pt>
                <c:pt idx="33947">
                  <c:v>0</c:v>
                </c:pt>
                <c:pt idx="33948">
                  <c:v>0</c:v>
                </c:pt>
                <c:pt idx="33949">
                  <c:v>0</c:v>
                </c:pt>
                <c:pt idx="33950">
                  <c:v>0</c:v>
                </c:pt>
                <c:pt idx="33951">
                  <c:v>0</c:v>
                </c:pt>
                <c:pt idx="33952">
                  <c:v>0</c:v>
                </c:pt>
                <c:pt idx="33953">
                  <c:v>0</c:v>
                </c:pt>
                <c:pt idx="33954">
                  <c:v>0</c:v>
                </c:pt>
                <c:pt idx="33955">
                  <c:v>0</c:v>
                </c:pt>
                <c:pt idx="33956">
                  <c:v>0</c:v>
                </c:pt>
                <c:pt idx="33957">
                  <c:v>0</c:v>
                </c:pt>
                <c:pt idx="33958">
                  <c:v>0</c:v>
                </c:pt>
                <c:pt idx="33959">
                  <c:v>0</c:v>
                </c:pt>
                <c:pt idx="33960">
                  <c:v>0</c:v>
                </c:pt>
                <c:pt idx="33961">
                  <c:v>0</c:v>
                </c:pt>
                <c:pt idx="33962">
                  <c:v>0</c:v>
                </c:pt>
                <c:pt idx="33963">
                  <c:v>0</c:v>
                </c:pt>
                <c:pt idx="33964">
                  <c:v>0</c:v>
                </c:pt>
                <c:pt idx="33965">
                  <c:v>0</c:v>
                </c:pt>
                <c:pt idx="33966">
                  <c:v>0</c:v>
                </c:pt>
                <c:pt idx="33967">
                  <c:v>0</c:v>
                </c:pt>
                <c:pt idx="33968">
                  <c:v>0</c:v>
                </c:pt>
                <c:pt idx="33969">
                  <c:v>0</c:v>
                </c:pt>
                <c:pt idx="33970">
                  <c:v>0</c:v>
                </c:pt>
                <c:pt idx="33971">
                  <c:v>0</c:v>
                </c:pt>
                <c:pt idx="33972">
                  <c:v>0</c:v>
                </c:pt>
                <c:pt idx="33973">
                  <c:v>0</c:v>
                </c:pt>
                <c:pt idx="33974">
                  <c:v>0</c:v>
                </c:pt>
                <c:pt idx="33975">
                  <c:v>0</c:v>
                </c:pt>
                <c:pt idx="33976">
                  <c:v>0</c:v>
                </c:pt>
                <c:pt idx="33977">
                  <c:v>0</c:v>
                </c:pt>
                <c:pt idx="33978">
                  <c:v>0</c:v>
                </c:pt>
                <c:pt idx="33979">
                  <c:v>0</c:v>
                </c:pt>
                <c:pt idx="33980">
                  <c:v>0</c:v>
                </c:pt>
                <c:pt idx="33981">
                  <c:v>0</c:v>
                </c:pt>
                <c:pt idx="33982">
                  <c:v>0</c:v>
                </c:pt>
                <c:pt idx="33983">
                  <c:v>0</c:v>
                </c:pt>
                <c:pt idx="33984">
                  <c:v>0</c:v>
                </c:pt>
                <c:pt idx="33985">
                  <c:v>0</c:v>
                </c:pt>
                <c:pt idx="33986">
                  <c:v>0</c:v>
                </c:pt>
                <c:pt idx="33987">
                  <c:v>0</c:v>
                </c:pt>
                <c:pt idx="33988">
                  <c:v>0</c:v>
                </c:pt>
                <c:pt idx="33989">
                  <c:v>0</c:v>
                </c:pt>
                <c:pt idx="33990">
                  <c:v>0</c:v>
                </c:pt>
                <c:pt idx="33991">
                  <c:v>0</c:v>
                </c:pt>
                <c:pt idx="33992">
                  <c:v>0</c:v>
                </c:pt>
                <c:pt idx="33993">
                  <c:v>0</c:v>
                </c:pt>
                <c:pt idx="33994">
                  <c:v>0</c:v>
                </c:pt>
                <c:pt idx="33995">
                  <c:v>0</c:v>
                </c:pt>
                <c:pt idx="33996">
                  <c:v>0</c:v>
                </c:pt>
                <c:pt idx="33997">
                  <c:v>0</c:v>
                </c:pt>
                <c:pt idx="33998">
                  <c:v>0</c:v>
                </c:pt>
                <c:pt idx="33999">
                  <c:v>0</c:v>
                </c:pt>
                <c:pt idx="34000">
                  <c:v>0</c:v>
                </c:pt>
                <c:pt idx="34001">
                  <c:v>0</c:v>
                </c:pt>
                <c:pt idx="34002">
                  <c:v>0</c:v>
                </c:pt>
                <c:pt idx="34003">
                  <c:v>0</c:v>
                </c:pt>
                <c:pt idx="34004">
                  <c:v>0</c:v>
                </c:pt>
                <c:pt idx="34005">
                  <c:v>0</c:v>
                </c:pt>
                <c:pt idx="34006">
                  <c:v>0</c:v>
                </c:pt>
                <c:pt idx="34007">
                  <c:v>0</c:v>
                </c:pt>
                <c:pt idx="34008">
                  <c:v>0</c:v>
                </c:pt>
                <c:pt idx="34009">
                  <c:v>0</c:v>
                </c:pt>
                <c:pt idx="34010">
                  <c:v>0</c:v>
                </c:pt>
                <c:pt idx="34011">
                  <c:v>0</c:v>
                </c:pt>
                <c:pt idx="34012">
                  <c:v>0</c:v>
                </c:pt>
                <c:pt idx="34013">
                  <c:v>0</c:v>
                </c:pt>
                <c:pt idx="34014">
                  <c:v>0</c:v>
                </c:pt>
                <c:pt idx="34015">
                  <c:v>0</c:v>
                </c:pt>
                <c:pt idx="34016">
                  <c:v>0</c:v>
                </c:pt>
                <c:pt idx="34017">
                  <c:v>0</c:v>
                </c:pt>
                <c:pt idx="34018">
                  <c:v>0</c:v>
                </c:pt>
                <c:pt idx="34019">
                  <c:v>0</c:v>
                </c:pt>
                <c:pt idx="34020">
                  <c:v>0</c:v>
                </c:pt>
                <c:pt idx="34021">
                  <c:v>0</c:v>
                </c:pt>
                <c:pt idx="34022">
                  <c:v>0</c:v>
                </c:pt>
                <c:pt idx="34023">
                  <c:v>0</c:v>
                </c:pt>
                <c:pt idx="34024">
                  <c:v>0</c:v>
                </c:pt>
                <c:pt idx="34025">
                  <c:v>0</c:v>
                </c:pt>
                <c:pt idx="34026">
                  <c:v>0</c:v>
                </c:pt>
                <c:pt idx="34027">
                  <c:v>0</c:v>
                </c:pt>
                <c:pt idx="34028">
                  <c:v>0</c:v>
                </c:pt>
                <c:pt idx="34029">
                  <c:v>0</c:v>
                </c:pt>
                <c:pt idx="34030">
                  <c:v>0</c:v>
                </c:pt>
                <c:pt idx="34031">
                  <c:v>0</c:v>
                </c:pt>
                <c:pt idx="34032">
                  <c:v>0</c:v>
                </c:pt>
                <c:pt idx="34033">
                  <c:v>0</c:v>
                </c:pt>
                <c:pt idx="34034">
                  <c:v>0</c:v>
                </c:pt>
                <c:pt idx="34035">
                  <c:v>0</c:v>
                </c:pt>
                <c:pt idx="34036">
                  <c:v>0</c:v>
                </c:pt>
                <c:pt idx="34037">
                  <c:v>0</c:v>
                </c:pt>
                <c:pt idx="34038">
                  <c:v>0</c:v>
                </c:pt>
                <c:pt idx="34039">
                  <c:v>0</c:v>
                </c:pt>
                <c:pt idx="34040">
                  <c:v>0</c:v>
                </c:pt>
                <c:pt idx="34041">
                  <c:v>0</c:v>
                </c:pt>
                <c:pt idx="34042">
                  <c:v>0</c:v>
                </c:pt>
                <c:pt idx="34043">
                  <c:v>0</c:v>
                </c:pt>
                <c:pt idx="34044">
                  <c:v>0</c:v>
                </c:pt>
                <c:pt idx="34045">
                  <c:v>0</c:v>
                </c:pt>
                <c:pt idx="34046">
                  <c:v>0</c:v>
                </c:pt>
                <c:pt idx="34047">
                  <c:v>0</c:v>
                </c:pt>
                <c:pt idx="34048">
                  <c:v>0</c:v>
                </c:pt>
                <c:pt idx="34049">
                  <c:v>0</c:v>
                </c:pt>
                <c:pt idx="34050">
                  <c:v>0</c:v>
                </c:pt>
                <c:pt idx="34051">
                  <c:v>0</c:v>
                </c:pt>
                <c:pt idx="34052">
                  <c:v>0</c:v>
                </c:pt>
                <c:pt idx="34053">
                  <c:v>0</c:v>
                </c:pt>
                <c:pt idx="34054">
                  <c:v>0</c:v>
                </c:pt>
                <c:pt idx="34055">
                  <c:v>0</c:v>
                </c:pt>
                <c:pt idx="34056">
                  <c:v>0</c:v>
                </c:pt>
                <c:pt idx="34057">
                  <c:v>0</c:v>
                </c:pt>
                <c:pt idx="34058">
                  <c:v>0</c:v>
                </c:pt>
                <c:pt idx="34059">
                  <c:v>0</c:v>
                </c:pt>
                <c:pt idx="34060">
                  <c:v>0</c:v>
                </c:pt>
                <c:pt idx="34061">
                  <c:v>0</c:v>
                </c:pt>
                <c:pt idx="34062">
                  <c:v>0</c:v>
                </c:pt>
                <c:pt idx="34063">
                  <c:v>0</c:v>
                </c:pt>
                <c:pt idx="34064">
                  <c:v>0</c:v>
                </c:pt>
                <c:pt idx="34065">
                  <c:v>0</c:v>
                </c:pt>
                <c:pt idx="34066">
                  <c:v>0</c:v>
                </c:pt>
                <c:pt idx="34067">
                  <c:v>0</c:v>
                </c:pt>
                <c:pt idx="34068">
                  <c:v>0</c:v>
                </c:pt>
                <c:pt idx="34069">
                  <c:v>0</c:v>
                </c:pt>
                <c:pt idx="34070">
                  <c:v>0</c:v>
                </c:pt>
                <c:pt idx="34071">
                  <c:v>0</c:v>
                </c:pt>
                <c:pt idx="34072">
                  <c:v>0</c:v>
                </c:pt>
                <c:pt idx="34073">
                  <c:v>0</c:v>
                </c:pt>
                <c:pt idx="34074">
                  <c:v>0</c:v>
                </c:pt>
                <c:pt idx="34075">
                  <c:v>0</c:v>
                </c:pt>
                <c:pt idx="34076">
                  <c:v>0</c:v>
                </c:pt>
                <c:pt idx="34077">
                  <c:v>0</c:v>
                </c:pt>
                <c:pt idx="34078">
                  <c:v>0</c:v>
                </c:pt>
                <c:pt idx="34079">
                  <c:v>0</c:v>
                </c:pt>
                <c:pt idx="34080">
                  <c:v>0</c:v>
                </c:pt>
                <c:pt idx="34081">
                  <c:v>0</c:v>
                </c:pt>
                <c:pt idx="34082">
                  <c:v>0</c:v>
                </c:pt>
                <c:pt idx="34083">
                  <c:v>0</c:v>
                </c:pt>
                <c:pt idx="34084">
                  <c:v>0</c:v>
                </c:pt>
                <c:pt idx="34085">
                  <c:v>0</c:v>
                </c:pt>
                <c:pt idx="34086">
                  <c:v>0</c:v>
                </c:pt>
                <c:pt idx="34087">
                  <c:v>0</c:v>
                </c:pt>
                <c:pt idx="34088">
                  <c:v>0</c:v>
                </c:pt>
                <c:pt idx="34089">
                  <c:v>0</c:v>
                </c:pt>
                <c:pt idx="34090">
                  <c:v>0</c:v>
                </c:pt>
                <c:pt idx="34091">
                  <c:v>0</c:v>
                </c:pt>
                <c:pt idx="34092">
                  <c:v>0</c:v>
                </c:pt>
                <c:pt idx="34093">
                  <c:v>0</c:v>
                </c:pt>
                <c:pt idx="34094">
                  <c:v>0</c:v>
                </c:pt>
                <c:pt idx="34095">
                  <c:v>0</c:v>
                </c:pt>
                <c:pt idx="34096">
                  <c:v>0</c:v>
                </c:pt>
                <c:pt idx="34097">
                  <c:v>0</c:v>
                </c:pt>
                <c:pt idx="34098">
                  <c:v>0</c:v>
                </c:pt>
                <c:pt idx="34099">
                  <c:v>0</c:v>
                </c:pt>
                <c:pt idx="34100">
                  <c:v>0</c:v>
                </c:pt>
                <c:pt idx="34101">
                  <c:v>0</c:v>
                </c:pt>
                <c:pt idx="34102">
                  <c:v>0</c:v>
                </c:pt>
                <c:pt idx="34103">
                  <c:v>0</c:v>
                </c:pt>
                <c:pt idx="34104">
                  <c:v>0</c:v>
                </c:pt>
                <c:pt idx="34105">
                  <c:v>0</c:v>
                </c:pt>
                <c:pt idx="34106">
                  <c:v>0</c:v>
                </c:pt>
                <c:pt idx="34107">
                  <c:v>0</c:v>
                </c:pt>
                <c:pt idx="34108">
                  <c:v>0</c:v>
                </c:pt>
                <c:pt idx="34109">
                  <c:v>0</c:v>
                </c:pt>
                <c:pt idx="34110">
                  <c:v>0</c:v>
                </c:pt>
                <c:pt idx="34111">
                  <c:v>0</c:v>
                </c:pt>
                <c:pt idx="34112">
                  <c:v>0</c:v>
                </c:pt>
                <c:pt idx="34113">
                  <c:v>0</c:v>
                </c:pt>
                <c:pt idx="34114">
                  <c:v>0</c:v>
                </c:pt>
                <c:pt idx="34115">
                  <c:v>0</c:v>
                </c:pt>
                <c:pt idx="34116">
                  <c:v>0</c:v>
                </c:pt>
                <c:pt idx="34117">
                  <c:v>0</c:v>
                </c:pt>
                <c:pt idx="34118">
                  <c:v>0</c:v>
                </c:pt>
                <c:pt idx="34119">
                  <c:v>0</c:v>
                </c:pt>
                <c:pt idx="34120">
                  <c:v>0</c:v>
                </c:pt>
                <c:pt idx="34121">
                  <c:v>0</c:v>
                </c:pt>
                <c:pt idx="34122">
                  <c:v>0</c:v>
                </c:pt>
                <c:pt idx="34123">
                  <c:v>0</c:v>
                </c:pt>
                <c:pt idx="34124">
                  <c:v>0</c:v>
                </c:pt>
                <c:pt idx="34125">
                  <c:v>0</c:v>
                </c:pt>
                <c:pt idx="34126">
                  <c:v>0</c:v>
                </c:pt>
                <c:pt idx="34127">
                  <c:v>0</c:v>
                </c:pt>
                <c:pt idx="34128">
                  <c:v>0</c:v>
                </c:pt>
                <c:pt idx="34129">
                  <c:v>0</c:v>
                </c:pt>
                <c:pt idx="34130">
                  <c:v>0</c:v>
                </c:pt>
                <c:pt idx="34131">
                  <c:v>0</c:v>
                </c:pt>
                <c:pt idx="34132">
                  <c:v>0</c:v>
                </c:pt>
                <c:pt idx="34133">
                  <c:v>0</c:v>
                </c:pt>
                <c:pt idx="34134">
                  <c:v>0</c:v>
                </c:pt>
                <c:pt idx="34135">
                  <c:v>0</c:v>
                </c:pt>
                <c:pt idx="34136">
                  <c:v>0</c:v>
                </c:pt>
                <c:pt idx="34137">
                  <c:v>0</c:v>
                </c:pt>
                <c:pt idx="34138">
                  <c:v>0</c:v>
                </c:pt>
                <c:pt idx="34139">
                  <c:v>0</c:v>
                </c:pt>
                <c:pt idx="34140">
                  <c:v>0</c:v>
                </c:pt>
                <c:pt idx="34141">
                  <c:v>0</c:v>
                </c:pt>
                <c:pt idx="34142">
                  <c:v>0</c:v>
                </c:pt>
                <c:pt idx="34143">
                  <c:v>0</c:v>
                </c:pt>
                <c:pt idx="34144">
                  <c:v>0</c:v>
                </c:pt>
                <c:pt idx="34145">
                  <c:v>0</c:v>
                </c:pt>
                <c:pt idx="34146">
                  <c:v>0</c:v>
                </c:pt>
                <c:pt idx="34147">
                  <c:v>0</c:v>
                </c:pt>
                <c:pt idx="34148">
                  <c:v>0</c:v>
                </c:pt>
                <c:pt idx="34149">
                  <c:v>0</c:v>
                </c:pt>
                <c:pt idx="34150">
                  <c:v>0</c:v>
                </c:pt>
                <c:pt idx="34151">
                  <c:v>0</c:v>
                </c:pt>
                <c:pt idx="34152">
                  <c:v>0</c:v>
                </c:pt>
                <c:pt idx="34153">
                  <c:v>0</c:v>
                </c:pt>
                <c:pt idx="34154">
                  <c:v>0</c:v>
                </c:pt>
                <c:pt idx="34155">
                  <c:v>0</c:v>
                </c:pt>
                <c:pt idx="34156">
                  <c:v>0</c:v>
                </c:pt>
                <c:pt idx="34157">
                  <c:v>0</c:v>
                </c:pt>
                <c:pt idx="34158">
                  <c:v>0</c:v>
                </c:pt>
                <c:pt idx="34159">
                  <c:v>0</c:v>
                </c:pt>
                <c:pt idx="34160">
                  <c:v>0</c:v>
                </c:pt>
                <c:pt idx="34161">
                  <c:v>0</c:v>
                </c:pt>
                <c:pt idx="34162">
                  <c:v>0</c:v>
                </c:pt>
                <c:pt idx="34163">
                  <c:v>0</c:v>
                </c:pt>
                <c:pt idx="34164">
                  <c:v>0</c:v>
                </c:pt>
                <c:pt idx="34165">
                  <c:v>0</c:v>
                </c:pt>
                <c:pt idx="34166">
                  <c:v>0</c:v>
                </c:pt>
                <c:pt idx="34167">
                  <c:v>0</c:v>
                </c:pt>
                <c:pt idx="34168">
                  <c:v>0</c:v>
                </c:pt>
                <c:pt idx="34169">
                  <c:v>0</c:v>
                </c:pt>
                <c:pt idx="34170">
                  <c:v>0</c:v>
                </c:pt>
                <c:pt idx="34171">
                  <c:v>0</c:v>
                </c:pt>
                <c:pt idx="34172">
                  <c:v>0</c:v>
                </c:pt>
                <c:pt idx="34173">
                  <c:v>0</c:v>
                </c:pt>
                <c:pt idx="34174">
                  <c:v>0</c:v>
                </c:pt>
                <c:pt idx="34175">
                  <c:v>0</c:v>
                </c:pt>
                <c:pt idx="34176">
                  <c:v>0</c:v>
                </c:pt>
                <c:pt idx="34177">
                  <c:v>0</c:v>
                </c:pt>
                <c:pt idx="34178">
                  <c:v>0</c:v>
                </c:pt>
                <c:pt idx="34179">
                  <c:v>0</c:v>
                </c:pt>
                <c:pt idx="34180">
                  <c:v>0</c:v>
                </c:pt>
                <c:pt idx="34181">
                  <c:v>0</c:v>
                </c:pt>
                <c:pt idx="34182">
                  <c:v>0</c:v>
                </c:pt>
                <c:pt idx="34183">
                  <c:v>0</c:v>
                </c:pt>
                <c:pt idx="34184">
                  <c:v>0</c:v>
                </c:pt>
                <c:pt idx="34185">
                  <c:v>0</c:v>
                </c:pt>
                <c:pt idx="34186">
                  <c:v>0</c:v>
                </c:pt>
                <c:pt idx="34187">
                  <c:v>0</c:v>
                </c:pt>
                <c:pt idx="34188">
                  <c:v>0</c:v>
                </c:pt>
                <c:pt idx="34189">
                  <c:v>0</c:v>
                </c:pt>
                <c:pt idx="34190">
                  <c:v>0</c:v>
                </c:pt>
                <c:pt idx="34191">
                  <c:v>0</c:v>
                </c:pt>
                <c:pt idx="34192">
                  <c:v>0</c:v>
                </c:pt>
                <c:pt idx="34193">
                  <c:v>0</c:v>
                </c:pt>
                <c:pt idx="34194">
                  <c:v>0</c:v>
                </c:pt>
                <c:pt idx="34195">
                  <c:v>0</c:v>
                </c:pt>
                <c:pt idx="34196">
                  <c:v>0</c:v>
                </c:pt>
                <c:pt idx="34197">
                  <c:v>0</c:v>
                </c:pt>
                <c:pt idx="34198">
                  <c:v>0</c:v>
                </c:pt>
                <c:pt idx="34199">
                  <c:v>0</c:v>
                </c:pt>
                <c:pt idx="34200">
                  <c:v>0</c:v>
                </c:pt>
                <c:pt idx="34201">
                  <c:v>0</c:v>
                </c:pt>
                <c:pt idx="34202">
                  <c:v>0</c:v>
                </c:pt>
                <c:pt idx="34203">
                  <c:v>0</c:v>
                </c:pt>
                <c:pt idx="34204">
                  <c:v>0</c:v>
                </c:pt>
                <c:pt idx="34205">
                  <c:v>0</c:v>
                </c:pt>
                <c:pt idx="34206">
                  <c:v>0</c:v>
                </c:pt>
                <c:pt idx="34207">
                  <c:v>0</c:v>
                </c:pt>
                <c:pt idx="34208">
                  <c:v>0</c:v>
                </c:pt>
                <c:pt idx="34209">
                  <c:v>0</c:v>
                </c:pt>
                <c:pt idx="34210">
                  <c:v>0</c:v>
                </c:pt>
                <c:pt idx="34211">
                  <c:v>0</c:v>
                </c:pt>
                <c:pt idx="34212">
                  <c:v>0</c:v>
                </c:pt>
                <c:pt idx="34213">
                  <c:v>0</c:v>
                </c:pt>
                <c:pt idx="34214">
                  <c:v>0</c:v>
                </c:pt>
                <c:pt idx="34215">
                  <c:v>0</c:v>
                </c:pt>
                <c:pt idx="34216">
                  <c:v>0</c:v>
                </c:pt>
                <c:pt idx="34217">
                  <c:v>0</c:v>
                </c:pt>
                <c:pt idx="34218">
                  <c:v>0</c:v>
                </c:pt>
                <c:pt idx="34219">
                  <c:v>0</c:v>
                </c:pt>
                <c:pt idx="34220">
                  <c:v>0</c:v>
                </c:pt>
                <c:pt idx="34221">
                  <c:v>0</c:v>
                </c:pt>
                <c:pt idx="34222">
                  <c:v>0</c:v>
                </c:pt>
                <c:pt idx="34223">
                  <c:v>0</c:v>
                </c:pt>
                <c:pt idx="34224">
                  <c:v>0</c:v>
                </c:pt>
                <c:pt idx="34225">
                  <c:v>0</c:v>
                </c:pt>
                <c:pt idx="34226">
                  <c:v>0</c:v>
                </c:pt>
                <c:pt idx="34227">
                  <c:v>0</c:v>
                </c:pt>
                <c:pt idx="34228">
                  <c:v>0</c:v>
                </c:pt>
                <c:pt idx="34229">
                  <c:v>0</c:v>
                </c:pt>
                <c:pt idx="34230">
                  <c:v>0</c:v>
                </c:pt>
                <c:pt idx="34231">
                  <c:v>0</c:v>
                </c:pt>
                <c:pt idx="34232">
                  <c:v>0</c:v>
                </c:pt>
                <c:pt idx="34233">
                  <c:v>0</c:v>
                </c:pt>
                <c:pt idx="34234">
                  <c:v>0</c:v>
                </c:pt>
                <c:pt idx="34235">
                  <c:v>0</c:v>
                </c:pt>
                <c:pt idx="34236">
                  <c:v>0</c:v>
                </c:pt>
                <c:pt idx="34237">
                  <c:v>0</c:v>
                </c:pt>
                <c:pt idx="34238">
                  <c:v>0</c:v>
                </c:pt>
                <c:pt idx="34239">
                  <c:v>0</c:v>
                </c:pt>
                <c:pt idx="34240">
                  <c:v>0</c:v>
                </c:pt>
                <c:pt idx="34241">
                  <c:v>0</c:v>
                </c:pt>
                <c:pt idx="34242">
                  <c:v>0</c:v>
                </c:pt>
                <c:pt idx="34243">
                  <c:v>0</c:v>
                </c:pt>
                <c:pt idx="34244">
                  <c:v>0</c:v>
                </c:pt>
                <c:pt idx="34245">
                  <c:v>0</c:v>
                </c:pt>
                <c:pt idx="34246">
                  <c:v>0</c:v>
                </c:pt>
                <c:pt idx="34247">
                  <c:v>0</c:v>
                </c:pt>
                <c:pt idx="34248">
                  <c:v>0</c:v>
                </c:pt>
                <c:pt idx="34249">
                  <c:v>0</c:v>
                </c:pt>
                <c:pt idx="34250">
                  <c:v>0</c:v>
                </c:pt>
                <c:pt idx="34251">
                  <c:v>0</c:v>
                </c:pt>
                <c:pt idx="34252">
                  <c:v>0</c:v>
                </c:pt>
                <c:pt idx="34253">
                  <c:v>0</c:v>
                </c:pt>
                <c:pt idx="34254">
                  <c:v>0</c:v>
                </c:pt>
                <c:pt idx="34255">
                  <c:v>0</c:v>
                </c:pt>
                <c:pt idx="34256">
                  <c:v>0</c:v>
                </c:pt>
                <c:pt idx="34257">
                  <c:v>0</c:v>
                </c:pt>
                <c:pt idx="34258">
                  <c:v>0</c:v>
                </c:pt>
                <c:pt idx="34259">
                  <c:v>0</c:v>
                </c:pt>
                <c:pt idx="34260">
                  <c:v>0</c:v>
                </c:pt>
                <c:pt idx="34261">
                  <c:v>0</c:v>
                </c:pt>
                <c:pt idx="34262">
                  <c:v>0</c:v>
                </c:pt>
                <c:pt idx="34263">
                  <c:v>0</c:v>
                </c:pt>
                <c:pt idx="34264">
                  <c:v>0</c:v>
                </c:pt>
                <c:pt idx="34265">
                  <c:v>0</c:v>
                </c:pt>
                <c:pt idx="34266">
                  <c:v>0</c:v>
                </c:pt>
                <c:pt idx="34267">
                  <c:v>0</c:v>
                </c:pt>
                <c:pt idx="34268">
                  <c:v>0</c:v>
                </c:pt>
                <c:pt idx="34269">
                  <c:v>0</c:v>
                </c:pt>
                <c:pt idx="34270">
                  <c:v>0</c:v>
                </c:pt>
                <c:pt idx="34271">
                  <c:v>0</c:v>
                </c:pt>
                <c:pt idx="34272">
                  <c:v>0</c:v>
                </c:pt>
                <c:pt idx="34273">
                  <c:v>0</c:v>
                </c:pt>
                <c:pt idx="34274">
                  <c:v>0</c:v>
                </c:pt>
                <c:pt idx="34275">
                  <c:v>0</c:v>
                </c:pt>
                <c:pt idx="34276">
                  <c:v>0</c:v>
                </c:pt>
                <c:pt idx="34277">
                  <c:v>0</c:v>
                </c:pt>
                <c:pt idx="34278">
                  <c:v>0</c:v>
                </c:pt>
                <c:pt idx="34279">
                  <c:v>0</c:v>
                </c:pt>
                <c:pt idx="34280">
                  <c:v>0</c:v>
                </c:pt>
                <c:pt idx="34281">
                  <c:v>0</c:v>
                </c:pt>
                <c:pt idx="34282">
                  <c:v>0</c:v>
                </c:pt>
                <c:pt idx="34283">
                  <c:v>0</c:v>
                </c:pt>
                <c:pt idx="34284">
                  <c:v>0</c:v>
                </c:pt>
                <c:pt idx="34285">
                  <c:v>0</c:v>
                </c:pt>
                <c:pt idx="34286">
                  <c:v>0</c:v>
                </c:pt>
                <c:pt idx="34287">
                  <c:v>0</c:v>
                </c:pt>
                <c:pt idx="34288">
                  <c:v>0</c:v>
                </c:pt>
                <c:pt idx="34289">
                  <c:v>0</c:v>
                </c:pt>
                <c:pt idx="34290">
                  <c:v>0</c:v>
                </c:pt>
                <c:pt idx="34291">
                  <c:v>0</c:v>
                </c:pt>
                <c:pt idx="34292">
                  <c:v>0</c:v>
                </c:pt>
                <c:pt idx="34293">
                  <c:v>0</c:v>
                </c:pt>
                <c:pt idx="34294">
                  <c:v>0</c:v>
                </c:pt>
                <c:pt idx="34295">
                  <c:v>0</c:v>
                </c:pt>
                <c:pt idx="34296">
                  <c:v>0</c:v>
                </c:pt>
                <c:pt idx="34297">
                  <c:v>0</c:v>
                </c:pt>
                <c:pt idx="34298">
                  <c:v>0</c:v>
                </c:pt>
                <c:pt idx="34299">
                  <c:v>0</c:v>
                </c:pt>
                <c:pt idx="34300">
                  <c:v>0</c:v>
                </c:pt>
                <c:pt idx="34301">
                  <c:v>0</c:v>
                </c:pt>
                <c:pt idx="34302">
                  <c:v>0</c:v>
                </c:pt>
                <c:pt idx="34303">
                  <c:v>0</c:v>
                </c:pt>
                <c:pt idx="34304">
                  <c:v>0</c:v>
                </c:pt>
                <c:pt idx="34305">
                  <c:v>0</c:v>
                </c:pt>
                <c:pt idx="34306">
                  <c:v>0</c:v>
                </c:pt>
                <c:pt idx="34307">
                  <c:v>0</c:v>
                </c:pt>
                <c:pt idx="34308">
                  <c:v>0</c:v>
                </c:pt>
                <c:pt idx="34309">
                  <c:v>0</c:v>
                </c:pt>
                <c:pt idx="34310">
                  <c:v>0</c:v>
                </c:pt>
                <c:pt idx="34311">
                  <c:v>0</c:v>
                </c:pt>
                <c:pt idx="34312">
                  <c:v>0</c:v>
                </c:pt>
                <c:pt idx="34313">
                  <c:v>0</c:v>
                </c:pt>
                <c:pt idx="34314">
                  <c:v>0</c:v>
                </c:pt>
                <c:pt idx="34315">
                  <c:v>0</c:v>
                </c:pt>
                <c:pt idx="34316">
                  <c:v>0</c:v>
                </c:pt>
                <c:pt idx="34317">
                  <c:v>0</c:v>
                </c:pt>
                <c:pt idx="34318">
                  <c:v>0</c:v>
                </c:pt>
                <c:pt idx="34319">
                  <c:v>0</c:v>
                </c:pt>
                <c:pt idx="34320">
                  <c:v>0</c:v>
                </c:pt>
                <c:pt idx="34321">
                  <c:v>0</c:v>
                </c:pt>
                <c:pt idx="34322">
                  <c:v>0</c:v>
                </c:pt>
                <c:pt idx="34323">
                  <c:v>0</c:v>
                </c:pt>
                <c:pt idx="34324">
                  <c:v>0</c:v>
                </c:pt>
                <c:pt idx="34325">
                  <c:v>0</c:v>
                </c:pt>
                <c:pt idx="34326">
                  <c:v>0</c:v>
                </c:pt>
                <c:pt idx="34327">
                  <c:v>0</c:v>
                </c:pt>
                <c:pt idx="34328">
                  <c:v>0</c:v>
                </c:pt>
                <c:pt idx="34329">
                  <c:v>0</c:v>
                </c:pt>
                <c:pt idx="34330">
                  <c:v>0</c:v>
                </c:pt>
                <c:pt idx="34331">
                  <c:v>0</c:v>
                </c:pt>
                <c:pt idx="34332">
                  <c:v>0</c:v>
                </c:pt>
                <c:pt idx="34333">
                  <c:v>0</c:v>
                </c:pt>
                <c:pt idx="34334">
                  <c:v>0</c:v>
                </c:pt>
                <c:pt idx="34335">
                  <c:v>0</c:v>
                </c:pt>
                <c:pt idx="34336">
                  <c:v>0</c:v>
                </c:pt>
                <c:pt idx="34337">
                  <c:v>0</c:v>
                </c:pt>
                <c:pt idx="34338">
                  <c:v>0</c:v>
                </c:pt>
                <c:pt idx="34339">
                  <c:v>0</c:v>
                </c:pt>
                <c:pt idx="34340">
                  <c:v>0</c:v>
                </c:pt>
                <c:pt idx="34341">
                  <c:v>0</c:v>
                </c:pt>
                <c:pt idx="34342">
                  <c:v>0</c:v>
                </c:pt>
                <c:pt idx="34343">
                  <c:v>0</c:v>
                </c:pt>
                <c:pt idx="34344">
                  <c:v>0</c:v>
                </c:pt>
                <c:pt idx="34345">
                  <c:v>0</c:v>
                </c:pt>
                <c:pt idx="34346">
                  <c:v>0</c:v>
                </c:pt>
                <c:pt idx="34347">
                  <c:v>0</c:v>
                </c:pt>
                <c:pt idx="34348">
                  <c:v>0</c:v>
                </c:pt>
                <c:pt idx="34349">
                  <c:v>0</c:v>
                </c:pt>
                <c:pt idx="34350">
                  <c:v>0</c:v>
                </c:pt>
                <c:pt idx="34351">
                  <c:v>0</c:v>
                </c:pt>
                <c:pt idx="34352">
                  <c:v>0</c:v>
                </c:pt>
                <c:pt idx="34353">
                  <c:v>0</c:v>
                </c:pt>
                <c:pt idx="34354">
                  <c:v>0</c:v>
                </c:pt>
                <c:pt idx="34355">
                  <c:v>0</c:v>
                </c:pt>
                <c:pt idx="34356">
                  <c:v>0</c:v>
                </c:pt>
                <c:pt idx="34357">
                  <c:v>0</c:v>
                </c:pt>
                <c:pt idx="34358">
                  <c:v>0</c:v>
                </c:pt>
                <c:pt idx="34359">
                  <c:v>0</c:v>
                </c:pt>
                <c:pt idx="34360">
                  <c:v>0</c:v>
                </c:pt>
                <c:pt idx="34361">
                  <c:v>0</c:v>
                </c:pt>
                <c:pt idx="34362">
                  <c:v>0</c:v>
                </c:pt>
                <c:pt idx="34363">
                  <c:v>0</c:v>
                </c:pt>
                <c:pt idx="34364">
                  <c:v>0</c:v>
                </c:pt>
                <c:pt idx="34365">
                  <c:v>0</c:v>
                </c:pt>
                <c:pt idx="34366">
                  <c:v>0</c:v>
                </c:pt>
                <c:pt idx="34367">
                  <c:v>0</c:v>
                </c:pt>
                <c:pt idx="34368">
                  <c:v>0</c:v>
                </c:pt>
                <c:pt idx="34369">
                  <c:v>0</c:v>
                </c:pt>
                <c:pt idx="34370">
                  <c:v>0</c:v>
                </c:pt>
                <c:pt idx="34371">
                  <c:v>0</c:v>
                </c:pt>
                <c:pt idx="34372">
                  <c:v>0</c:v>
                </c:pt>
                <c:pt idx="34373">
                  <c:v>0</c:v>
                </c:pt>
                <c:pt idx="34374">
                  <c:v>0</c:v>
                </c:pt>
                <c:pt idx="34375">
                  <c:v>0</c:v>
                </c:pt>
                <c:pt idx="34376">
                  <c:v>0</c:v>
                </c:pt>
                <c:pt idx="34377">
                  <c:v>0</c:v>
                </c:pt>
                <c:pt idx="34378">
                  <c:v>0</c:v>
                </c:pt>
                <c:pt idx="34379">
                  <c:v>0</c:v>
                </c:pt>
                <c:pt idx="34380">
                  <c:v>0</c:v>
                </c:pt>
                <c:pt idx="34381">
                  <c:v>0</c:v>
                </c:pt>
                <c:pt idx="34382">
                  <c:v>0</c:v>
                </c:pt>
                <c:pt idx="34383">
                  <c:v>0</c:v>
                </c:pt>
                <c:pt idx="34384">
                  <c:v>0</c:v>
                </c:pt>
                <c:pt idx="34385">
                  <c:v>0</c:v>
                </c:pt>
                <c:pt idx="34386">
                  <c:v>0</c:v>
                </c:pt>
                <c:pt idx="34387">
                  <c:v>0</c:v>
                </c:pt>
                <c:pt idx="34388">
                  <c:v>0</c:v>
                </c:pt>
                <c:pt idx="34389">
                  <c:v>0</c:v>
                </c:pt>
                <c:pt idx="34390">
                  <c:v>0</c:v>
                </c:pt>
                <c:pt idx="34391">
                  <c:v>0</c:v>
                </c:pt>
                <c:pt idx="34392">
                  <c:v>0</c:v>
                </c:pt>
                <c:pt idx="34393">
                  <c:v>0</c:v>
                </c:pt>
                <c:pt idx="34394">
                  <c:v>0</c:v>
                </c:pt>
                <c:pt idx="34395">
                  <c:v>0</c:v>
                </c:pt>
                <c:pt idx="34396">
                  <c:v>0</c:v>
                </c:pt>
                <c:pt idx="34397">
                  <c:v>0</c:v>
                </c:pt>
                <c:pt idx="34398">
                  <c:v>0</c:v>
                </c:pt>
                <c:pt idx="34399">
                  <c:v>0</c:v>
                </c:pt>
                <c:pt idx="34400">
                  <c:v>0</c:v>
                </c:pt>
                <c:pt idx="34401">
                  <c:v>0</c:v>
                </c:pt>
                <c:pt idx="34402">
                  <c:v>0</c:v>
                </c:pt>
                <c:pt idx="34403">
                  <c:v>0</c:v>
                </c:pt>
                <c:pt idx="34404">
                  <c:v>0</c:v>
                </c:pt>
                <c:pt idx="34405">
                  <c:v>0</c:v>
                </c:pt>
                <c:pt idx="34406">
                  <c:v>0</c:v>
                </c:pt>
                <c:pt idx="34407">
                  <c:v>0</c:v>
                </c:pt>
                <c:pt idx="34408">
                  <c:v>0</c:v>
                </c:pt>
                <c:pt idx="34409">
                  <c:v>0</c:v>
                </c:pt>
                <c:pt idx="34410">
                  <c:v>0</c:v>
                </c:pt>
                <c:pt idx="34411">
                  <c:v>0</c:v>
                </c:pt>
                <c:pt idx="34412">
                  <c:v>0</c:v>
                </c:pt>
                <c:pt idx="34413">
                  <c:v>0</c:v>
                </c:pt>
                <c:pt idx="34414">
                  <c:v>0</c:v>
                </c:pt>
                <c:pt idx="34415">
                  <c:v>0</c:v>
                </c:pt>
                <c:pt idx="34416">
                  <c:v>0</c:v>
                </c:pt>
                <c:pt idx="34417">
                  <c:v>0</c:v>
                </c:pt>
                <c:pt idx="34418">
                  <c:v>0</c:v>
                </c:pt>
                <c:pt idx="34419">
                  <c:v>0</c:v>
                </c:pt>
                <c:pt idx="34420">
                  <c:v>0</c:v>
                </c:pt>
                <c:pt idx="34421">
                  <c:v>0</c:v>
                </c:pt>
                <c:pt idx="34422">
                  <c:v>0</c:v>
                </c:pt>
                <c:pt idx="34423">
                  <c:v>0</c:v>
                </c:pt>
                <c:pt idx="34424">
                  <c:v>0</c:v>
                </c:pt>
                <c:pt idx="34425">
                  <c:v>0</c:v>
                </c:pt>
                <c:pt idx="34426">
                  <c:v>0</c:v>
                </c:pt>
                <c:pt idx="34427">
                  <c:v>0</c:v>
                </c:pt>
                <c:pt idx="34428">
                  <c:v>0</c:v>
                </c:pt>
                <c:pt idx="34429">
                  <c:v>0</c:v>
                </c:pt>
                <c:pt idx="34430">
                  <c:v>0</c:v>
                </c:pt>
                <c:pt idx="34431">
                  <c:v>0</c:v>
                </c:pt>
                <c:pt idx="34432">
                  <c:v>0</c:v>
                </c:pt>
                <c:pt idx="34433">
                  <c:v>0</c:v>
                </c:pt>
                <c:pt idx="34434">
                  <c:v>0</c:v>
                </c:pt>
                <c:pt idx="34435">
                  <c:v>0</c:v>
                </c:pt>
                <c:pt idx="34436">
                  <c:v>0</c:v>
                </c:pt>
                <c:pt idx="34437">
                  <c:v>0</c:v>
                </c:pt>
                <c:pt idx="34438">
                  <c:v>0</c:v>
                </c:pt>
                <c:pt idx="34439">
                  <c:v>0</c:v>
                </c:pt>
                <c:pt idx="34440">
                  <c:v>0</c:v>
                </c:pt>
                <c:pt idx="34441">
                  <c:v>0</c:v>
                </c:pt>
                <c:pt idx="34442">
                  <c:v>0</c:v>
                </c:pt>
                <c:pt idx="34443">
                  <c:v>0</c:v>
                </c:pt>
                <c:pt idx="34444">
                  <c:v>0</c:v>
                </c:pt>
                <c:pt idx="34445">
                  <c:v>0</c:v>
                </c:pt>
                <c:pt idx="34446">
                  <c:v>0</c:v>
                </c:pt>
                <c:pt idx="34447">
                  <c:v>0</c:v>
                </c:pt>
                <c:pt idx="34448">
                  <c:v>0</c:v>
                </c:pt>
                <c:pt idx="34449">
                  <c:v>0</c:v>
                </c:pt>
                <c:pt idx="34450">
                  <c:v>0</c:v>
                </c:pt>
                <c:pt idx="34451">
                  <c:v>0</c:v>
                </c:pt>
                <c:pt idx="34452">
                  <c:v>0</c:v>
                </c:pt>
                <c:pt idx="34453">
                  <c:v>0</c:v>
                </c:pt>
                <c:pt idx="34454">
                  <c:v>0</c:v>
                </c:pt>
                <c:pt idx="34455">
                  <c:v>0</c:v>
                </c:pt>
                <c:pt idx="34456">
                  <c:v>0</c:v>
                </c:pt>
                <c:pt idx="34457">
                  <c:v>0</c:v>
                </c:pt>
                <c:pt idx="34458">
                  <c:v>0</c:v>
                </c:pt>
                <c:pt idx="34459">
                  <c:v>0</c:v>
                </c:pt>
                <c:pt idx="34460">
                  <c:v>0</c:v>
                </c:pt>
                <c:pt idx="34461">
                  <c:v>0</c:v>
                </c:pt>
                <c:pt idx="34462">
                  <c:v>0</c:v>
                </c:pt>
                <c:pt idx="34463">
                  <c:v>0</c:v>
                </c:pt>
                <c:pt idx="34464">
                  <c:v>0</c:v>
                </c:pt>
                <c:pt idx="34465">
                  <c:v>0</c:v>
                </c:pt>
                <c:pt idx="34466">
                  <c:v>0</c:v>
                </c:pt>
                <c:pt idx="34467">
                  <c:v>0</c:v>
                </c:pt>
                <c:pt idx="34468">
                  <c:v>0</c:v>
                </c:pt>
                <c:pt idx="34469">
                  <c:v>0</c:v>
                </c:pt>
                <c:pt idx="34470">
                  <c:v>0</c:v>
                </c:pt>
                <c:pt idx="34471">
                  <c:v>0</c:v>
                </c:pt>
                <c:pt idx="34472">
                  <c:v>0</c:v>
                </c:pt>
                <c:pt idx="34473">
                  <c:v>0</c:v>
                </c:pt>
                <c:pt idx="34474">
                  <c:v>0</c:v>
                </c:pt>
                <c:pt idx="34475">
                  <c:v>0</c:v>
                </c:pt>
                <c:pt idx="34476">
                  <c:v>0</c:v>
                </c:pt>
                <c:pt idx="34477">
                  <c:v>0</c:v>
                </c:pt>
                <c:pt idx="34478">
                  <c:v>0</c:v>
                </c:pt>
                <c:pt idx="34479">
                  <c:v>0</c:v>
                </c:pt>
                <c:pt idx="34480">
                  <c:v>0</c:v>
                </c:pt>
                <c:pt idx="34481">
                  <c:v>0</c:v>
                </c:pt>
                <c:pt idx="34482">
                  <c:v>0</c:v>
                </c:pt>
                <c:pt idx="34483">
                  <c:v>0</c:v>
                </c:pt>
                <c:pt idx="34484">
                  <c:v>0</c:v>
                </c:pt>
                <c:pt idx="34485">
                  <c:v>0</c:v>
                </c:pt>
                <c:pt idx="34486">
                  <c:v>0</c:v>
                </c:pt>
                <c:pt idx="34487">
                  <c:v>0</c:v>
                </c:pt>
                <c:pt idx="34488">
                  <c:v>0</c:v>
                </c:pt>
                <c:pt idx="34489">
                  <c:v>0</c:v>
                </c:pt>
                <c:pt idx="34490">
                  <c:v>0</c:v>
                </c:pt>
                <c:pt idx="34491">
                  <c:v>0</c:v>
                </c:pt>
                <c:pt idx="34492">
                  <c:v>0</c:v>
                </c:pt>
                <c:pt idx="34493">
                  <c:v>0</c:v>
                </c:pt>
                <c:pt idx="34494">
                  <c:v>0</c:v>
                </c:pt>
                <c:pt idx="34495">
                  <c:v>0</c:v>
                </c:pt>
                <c:pt idx="34496">
                  <c:v>0</c:v>
                </c:pt>
                <c:pt idx="34497">
                  <c:v>0</c:v>
                </c:pt>
                <c:pt idx="34498">
                  <c:v>0</c:v>
                </c:pt>
                <c:pt idx="34499">
                  <c:v>0</c:v>
                </c:pt>
                <c:pt idx="34500">
                  <c:v>0</c:v>
                </c:pt>
                <c:pt idx="34501">
                  <c:v>0</c:v>
                </c:pt>
                <c:pt idx="34502">
                  <c:v>0</c:v>
                </c:pt>
                <c:pt idx="34503">
                  <c:v>0</c:v>
                </c:pt>
                <c:pt idx="34504">
                  <c:v>0</c:v>
                </c:pt>
                <c:pt idx="34505">
                  <c:v>0</c:v>
                </c:pt>
                <c:pt idx="34506">
                  <c:v>0</c:v>
                </c:pt>
                <c:pt idx="34507">
                  <c:v>0</c:v>
                </c:pt>
                <c:pt idx="34508">
                  <c:v>0</c:v>
                </c:pt>
                <c:pt idx="34509">
                  <c:v>0</c:v>
                </c:pt>
                <c:pt idx="34510">
                  <c:v>0</c:v>
                </c:pt>
                <c:pt idx="34511">
                  <c:v>0</c:v>
                </c:pt>
                <c:pt idx="34512">
                  <c:v>0</c:v>
                </c:pt>
                <c:pt idx="34513">
                  <c:v>0</c:v>
                </c:pt>
                <c:pt idx="34514">
                  <c:v>0</c:v>
                </c:pt>
                <c:pt idx="34515">
                  <c:v>0</c:v>
                </c:pt>
                <c:pt idx="34516">
                  <c:v>0</c:v>
                </c:pt>
                <c:pt idx="34517">
                  <c:v>0</c:v>
                </c:pt>
                <c:pt idx="34518">
                  <c:v>0</c:v>
                </c:pt>
                <c:pt idx="34519">
                  <c:v>0</c:v>
                </c:pt>
                <c:pt idx="34520">
                  <c:v>0</c:v>
                </c:pt>
                <c:pt idx="34521">
                  <c:v>0</c:v>
                </c:pt>
                <c:pt idx="34522">
                  <c:v>0</c:v>
                </c:pt>
                <c:pt idx="34523">
                  <c:v>0</c:v>
                </c:pt>
                <c:pt idx="34524">
                  <c:v>0</c:v>
                </c:pt>
                <c:pt idx="34525">
                  <c:v>0</c:v>
                </c:pt>
                <c:pt idx="34526">
                  <c:v>0</c:v>
                </c:pt>
                <c:pt idx="34527">
                  <c:v>0</c:v>
                </c:pt>
                <c:pt idx="34528">
                  <c:v>0</c:v>
                </c:pt>
                <c:pt idx="34529">
                  <c:v>0</c:v>
                </c:pt>
                <c:pt idx="34530">
                  <c:v>0</c:v>
                </c:pt>
                <c:pt idx="34531">
                  <c:v>0</c:v>
                </c:pt>
                <c:pt idx="34532">
                  <c:v>0</c:v>
                </c:pt>
                <c:pt idx="34533">
                  <c:v>0</c:v>
                </c:pt>
                <c:pt idx="34534">
                  <c:v>0</c:v>
                </c:pt>
                <c:pt idx="34535">
                  <c:v>0</c:v>
                </c:pt>
                <c:pt idx="34536">
                  <c:v>0</c:v>
                </c:pt>
                <c:pt idx="34537">
                  <c:v>0</c:v>
                </c:pt>
                <c:pt idx="34538">
                  <c:v>0</c:v>
                </c:pt>
                <c:pt idx="34539">
                  <c:v>0</c:v>
                </c:pt>
                <c:pt idx="34540">
                  <c:v>0</c:v>
                </c:pt>
                <c:pt idx="34541">
                  <c:v>0</c:v>
                </c:pt>
                <c:pt idx="34542">
                  <c:v>0</c:v>
                </c:pt>
                <c:pt idx="34543">
                  <c:v>0</c:v>
                </c:pt>
                <c:pt idx="34544">
                  <c:v>0</c:v>
                </c:pt>
                <c:pt idx="34545">
                  <c:v>0</c:v>
                </c:pt>
                <c:pt idx="34546">
                  <c:v>0</c:v>
                </c:pt>
                <c:pt idx="34547">
                  <c:v>0</c:v>
                </c:pt>
                <c:pt idx="34548">
                  <c:v>0</c:v>
                </c:pt>
                <c:pt idx="34549">
                  <c:v>0</c:v>
                </c:pt>
                <c:pt idx="34550">
                  <c:v>0</c:v>
                </c:pt>
                <c:pt idx="34551">
                  <c:v>0</c:v>
                </c:pt>
                <c:pt idx="34552">
                  <c:v>0</c:v>
                </c:pt>
                <c:pt idx="34553">
                  <c:v>0</c:v>
                </c:pt>
                <c:pt idx="34554">
                  <c:v>0</c:v>
                </c:pt>
                <c:pt idx="34555">
                  <c:v>0</c:v>
                </c:pt>
                <c:pt idx="34556">
                  <c:v>0</c:v>
                </c:pt>
                <c:pt idx="34557">
                  <c:v>0</c:v>
                </c:pt>
                <c:pt idx="34558">
                  <c:v>0</c:v>
                </c:pt>
                <c:pt idx="34559">
                  <c:v>0</c:v>
                </c:pt>
                <c:pt idx="34560">
                  <c:v>0</c:v>
                </c:pt>
                <c:pt idx="34561">
                  <c:v>0</c:v>
                </c:pt>
                <c:pt idx="34562">
                  <c:v>0</c:v>
                </c:pt>
                <c:pt idx="34563">
                  <c:v>0</c:v>
                </c:pt>
                <c:pt idx="34564">
                  <c:v>0</c:v>
                </c:pt>
                <c:pt idx="34565">
                  <c:v>0</c:v>
                </c:pt>
                <c:pt idx="34566">
                  <c:v>0</c:v>
                </c:pt>
                <c:pt idx="34567">
                  <c:v>0</c:v>
                </c:pt>
                <c:pt idx="34568">
                  <c:v>0</c:v>
                </c:pt>
                <c:pt idx="34569">
                  <c:v>0</c:v>
                </c:pt>
                <c:pt idx="34570">
                  <c:v>0</c:v>
                </c:pt>
                <c:pt idx="34571">
                  <c:v>0</c:v>
                </c:pt>
                <c:pt idx="34572">
                  <c:v>0</c:v>
                </c:pt>
                <c:pt idx="34573">
                  <c:v>0</c:v>
                </c:pt>
                <c:pt idx="34574">
                  <c:v>0</c:v>
                </c:pt>
                <c:pt idx="34575">
                  <c:v>0</c:v>
                </c:pt>
                <c:pt idx="34576">
                  <c:v>0</c:v>
                </c:pt>
                <c:pt idx="34577">
                  <c:v>0</c:v>
                </c:pt>
                <c:pt idx="34578">
                  <c:v>0</c:v>
                </c:pt>
                <c:pt idx="34579">
                  <c:v>0</c:v>
                </c:pt>
                <c:pt idx="34580">
                  <c:v>0</c:v>
                </c:pt>
                <c:pt idx="34581">
                  <c:v>0</c:v>
                </c:pt>
                <c:pt idx="34582">
                  <c:v>0</c:v>
                </c:pt>
                <c:pt idx="34583">
                  <c:v>0</c:v>
                </c:pt>
                <c:pt idx="34584">
                  <c:v>0</c:v>
                </c:pt>
                <c:pt idx="34585">
                  <c:v>0</c:v>
                </c:pt>
                <c:pt idx="34586">
                  <c:v>0</c:v>
                </c:pt>
                <c:pt idx="34587">
                  <c:v>0</c:v>
                </c:pt>
                <c:pt idx="34588">
                  <c:v>0</c:v>
                </c:pt>
                <c:pt idx="34589">
                  <c:v>0</c:v>
                </c:pt>
                <c:pt idx="34590">
                  <c:v>0</c:v>
                </c:pt>
                <c:pt idx="34591">
                  <c:v>0</c:v>
                </c:pt>
                <c:pt idx="34592">
                  <c:v>0</c:v>
                </c:pt>
                <c:pt idx="34593">
                  <c:v>0</c:v>
                </c:pt>
                <c:pt idx="34594">
                  <c:v>0</c:v>
                </c:pt>
                <c:pt idx="34595">
                  <c:v>0</c:v>
                </c:pt>
                <c:pt idx="34596">
                  <c:v>0</c:v>
                </c:pt>
                <c:pt idx="34597">
                  <c:v>0</c:v>
                </c:pt>
                <c:pt idx="34598">
                  <c:v>0</c:v>
                </c:pt>
                <c:pt idx="34599">
                  <c:v>0</c:v>
                </c:pt>
                <c:pt idx="34600">
                  <c:v>0</c:v>
                </c:pt>
                <c:pt idx="34601">
                  <c:v>0</c:v>
                </c:pt>
                <c:pt idx="34602">
                  <c:v>0</c:v>
                </c:pt>
                <c:pt idx="34603">
                  <c:v>0</c:v>
                </c:pt>
                <c:pt idx="34604">
                  <c:v>0</c:v>
                </c:pt>
                <c:pt idx="34605">
                  <c:v>0</c:v>
                </c:pt>
                <c:pt idx="34606">
                  <c:v>0</c:v>
                </c:pt>
                <c:pt idx="34607">
                  <c:v>0</c:v>
                </c:pt>
                <c:pt idx="34608">
                  <c:v>0</c:v>
                </c:pt>
                <c:pt idx="34609">
                  <c:v>0</c:v>
                </c:pt>
                <c:pt idx="34610">
                  <c:v>0</c:v>
                </c:pt>
                <c:pt idx="34611">
                  <c:v>0</c:v>
                </c:pt>
                <c:pt idx="34612">
                  <c:v>0</c:v>
                </c:pt>
                <c:pt idx="34613">
                  <c:v>0</c:v>
                </c:pt>
                <c:pt idx="34614">
                  <c:v>0</c:v>
                </c:pt>
                <c:pt idx="34615">
                  <c:v>0</c:v>
                </c:pt>
                <c:pt idx="34616">
                  <c:v>0</c:v>
                </c:pt>
                <c:pt idx="34617">
                  <c:v>0</c:v>
                </c:pt>
                <c:pt idx="34618">
                  <c:v>0</c:v>
                </c:pt>
                <c:pt idx="34619">
                  <c:v>0</c:v>
                </c:pt>
                <c:pt idx="34620">
                  <c:v>0</c:v>
                </c:pt>
                <c:pt idx="34621">
                  <c:v>0</c:v>
                </c:pt>
                <c:pt idx="34622">
                  <c:v>0</c:v>
                </c:pt>
                <c:pt idx="34623">
                  <c:v>0</c:v>
                </c:pt>
                <c:pt idx="34624">
                  <c:v>0</c:v>
                </c:pt>
                <c:pt idx="34625">
                  <c:v>0</c:v>
                </c:pt>
                <c:pt idx="34626">
                  <c:v>0</c:v>
                </c:pt>
                <c:pt idx="34627">
                  <c:v>0</c:v>
                </c:pt>
                <c:pt idx="34628">
                  <c:v>0</c:v>
                </c:pt>
                <c:pt idx="34629">
                  <c:v>0</c:v>
                </c:pt>
                <c:pt idx="34630">
                  <c:v>0</c:v>
                </c:pt>
                <c:pt idx="34631">
                  <c:v>0</c:v>
                </c:pt>
                <c:pt idx="34632">
                  <c:v>0</c:v>
                </c:pt>
                <c:pt idx="34633">
                  <c:v>0</c:v>
                </c:pt>
                <c:pt idx="34634">
                  <c:v>0</c:v>
                </c:pt>
                <c:pt idx="34635">
                  <c:v>0</c:v>
                </c:pt>
                <c:pt idx="34636">
                  <c:v>0</c:v>
                </c:pt>
                <c:pt idx="34637">
                  <c:v>0</c:v>
                </c:pt>
                <c:pt idx="34638">
                  <c:v>0</c:v>
                </c:pt>
                <c:pt idx="34639">
                  <c:v>0</c:v>
                </c:pt>
                <c:pt idx="34640">
                  <c:v>0</c:v>
                </c:pt>
                <c:pt idx="34641">
                  <c:v>0</c:v>
                </c:pt>
                <c:pt idx="34642">
                  <c:v>0</c:v>
                </c:pt>
                <c:pt idx="34643">
                  <c:v>0</c:v>
                </c:pt>
                <c:pt idx="34644">
                  <c:v>0</c:v>
                </c:pt>
                <c:pt idx="34645">
                  <c:v>0</c:v>
                </c:pt>
                <c:pt idx="34646">
                  <c:v>0</c:v>
                </c:pt>
                <c:pt idx="34647">
                  <c:v>0</c:v>
                </c:pt>
                <c:pt idx="34648">
                  <c:v>0</c:v>
                </c:pt>
                <c:pt idx="34649">
                  <c:v>0</c:v>
                </c:pt>
                <c:pt idx="34650">
                  <c:v>0</c:v>
                </c:pt>
                <c:pt idx="34651">
                  <c:v>0</c:v>
                </c:pt>
                <c:pt idx="34652">
                  <c:v>0</c:v>
                </c:pt>
                <c:pt idx="34653">
                  <c:v>0</c:v>
                </c:pt>
                <c:pt idx="34654">
                  <c:v>0</c:v>
                </c:pt>
                <c:pt idx="34655">
                  <c:v>0</c:v>
                </c:pt>
                <c:pt idx="34656">
                  <c:v>0</c:v>
                </c:pt>
                <c:pt idx="34657">
                  <c:v>0</c:v>
                </c:pt>
                <c:pt idx="34658">
                  <c:v>0</c:v>
                </c:pt>
                <c:pt idx="34659">
                  <c:v>0</c:v>
                </c:pt>
                <c:pt idx="34660">
                  <c:v>0</c:v>
                </c:pt>
                <c:pt idx="34661">
                  <c:v>0</c:v>
                </c:pt>
                <c:pt idx="34662">
                  <c:v>0</c:v>
                </c:pt>
                <c:pt idx="34663">
                  <c:v>0</c:v>
                </c:pt>
                <c:pt idx="34664">
                  <c:v>0</c:v>
                </c:pt>
                <c:pt idx="34665">
                  <c:v>0</c:v>
                </c:pt>
                <c:pt idx="34666">
                  <c:v>0</c:v>
                </c:pt>
                <c:pt idx="34667">
                  <c:v>0</c:v>
                </c:pt>
                <c:pt idx="34668">
                  <c:v>0</c:v>
                </c:pt>
                <c:pt idx="34669">
                  <c:v>0</c:v>
                </c:pt>
                <c:pt idx="34670">
                  <c:v>0</c:v>
                </c:pt>
                <c:pt idx="34671">
                  <c:v>0</c:v>
                </c:pt>
                <c:pt idx="34672">
                  <c:v>0</c:v>
                </c:pt>
                <c:pt idx="34673">
                  <c:v>0</c:v>
                </c:pt>
                <c:pt idx="34674">
                  <c:v>0</c:v>
                </c:pt>
                <c:pt idx="34675">
                  <c:v>0</c:v>
                </c:pt>
                <c:pt idx="34676">
                  <c:v>0</c:v>
                </c:pt>
                <c:pt idx="34677">
                  <c:v>0</c:v>
                </c:pt>
                <c:pt idx="34678">
                  <c:v>0</c:v>
                </c:pt>
                <c:pt idx="34679">
                  <c:v>0</c:v>
                </c:pt>
                <c:pt idx="34680">
                  <c:v>0</c:v>
                </c:pt>
                <c:pt idx="34681">
                  <c:v>0</c:v>
                </c:pt>
                <c:pt idx="34682">
                  <c:v>0</c:v>
                </c:pt>
                <c:pt idx="34683">
                  <c:v>0</c:v>
                </c:pt>
                <c:pt idx="34684">
                  <c:v>0</c:v>
                </c:pt>
                <c:pt idx="34685">
                  <c:v>0</c:v>
                </c:pt>
                <c:pt idx="34686">
                  <c:v>0</c:v>
                </c:pt>
                <c:pt idx="34687">
                  <c:v>0</c:v>
                </c:pt>
                <c:pt idx="34688">
                  <c:v>0</c:v>
                </c:pt>
                <c:pt idx="34689">
                  <c:v>0</c:v>
                </c:pt>
                <c:pt idx="34690">
                  <c:v>0</c:v>
                </c:pt>
                <c:pt idx="34691">
                  <c:v>0</c:v>
                </c:pt>
                <c:pt idx="34692">
                  <c:v>0</c:v>
                </c:pt>
                <c:pt idx="34693">
                  <c:v>0</c:v>
                </c:pt>
                <c:pt idx="34694">
                  <c:v>0</c:v>
                </c:pt>
                <c:pt idx="34695">
                  <c:v>0</c:v>
                </c:pt>
                <c:pt idx="34696">
                  <c:v>0</c:v>
                </c:pt>
                <c:pt idx="34697">
                  <c:v>0</c:v>
                </c:pt>
                <c:pt idx="34698">
                  <c:v>0</c:v>
                </c:pt>
                <c:pt idx="34699">
                  <c:v>0</c:v>
                </c:pt>
                <c:pt idx="34700">
                  <c:v>0</c:v>
                </c:pt>
                <c:pt idx="34701">
                  <c:v>0</c:v>
                </c:pt>
                <c:pt idx="34702">
                  <c:v>0</c:v>
                </c:pt>
                <c:pt idx="34703">
                  <c:v>0</c:v>
                </c:pt>
                <c:pt idx="34704">
                  <c:v>0</c:v>
                </c:pt>
                <c:pt idx="34705">
                  <c:v>0</c:v>
                </c:pt>
                <c:pt idx="34706">
                  <c:v>0</c:v>
                </c:pt>
                <c:pt idx="34707">
                  <c:v>0</c:v>
                </c:pt>
                <c:pt idx="34708">
                  <c:v>0</c:v>
                </c:pt>
                <c:pt idx="34709">
                  <c:v>0</c:v>
                </c:pt>
                <c:pt idx="34710">
                  <c:v>0</c:v>
                </c:pt>
                <c:pt idx="34711">
                  <c:v>0</c:v>
                </c:pt>
                <c:pt idx="34712">
                  <c:v>0</c:v>
                </c:pt>
                <c:pt idx="34713">
                  <c:v>0</c:v>
                </c:pt>
                <c:pt idx="34714">
                  <c:v>0</c:v>
                </c:pt>
                <c:pt idx="34715">
                  <c:v>0</c:v>
                </c:pt>
                <c:pt idx="34716">
                  <c:v>0</c:v>
                </c:pt>
                <c:pt idx="34717">
                  <c:v>0</c:v>
                </c:pt>
                <c:pt idx="34718">
                  <c:v>0</c:v>
                </c:pt>
                <c:pt idx="34719">
                  <c:v>0</c:v>
                </c:pt>
                <c:pt idx="34720">
                  <c:v>0</c:v>
                </c:pt>
                <c:pt idx="34721">
                  <c:v>0</c:v>
                </c:pt>
                <c:pt idx="34722">
                  <c:v>0</c:v>
                </c:pt>
                <c:pt idx="34723">
                  <c:v>0</c:v>
                </c:pt>
                <c:pt idx="34724">
                  <c:v>0</c:v>
                </c:pt>
                <c:pt idx="34725">
                  <c:v>0</c:v>
                </c:pt>
                <c:pt idx="34726">
                  <c:v>0</c:v>
                </c:pt>
                <c:pt idx="34727">
                  <c:v>0</c:v>
                </c:pt>
                <c:pt idx="34728">
                  <c:v>0</c:v>
                </c:pt>
                <c:pt idx="34729">
                  <c:v>0</c:v>
                </c:pt>
                <c:pt idx="34730">
                  <c:v>0</c:v>
                </c:pt>
                <c:pt idx="34731">
                  <c:v>0</c:v>
                </c:pt>
                <c:pt idx="34732">
                  <c:v>0</c:v>
                </c:pt>
                <c:pt idx="34733">
                  <c:v>0</c:v>
                </c:pt>
                <c:pt idx="34734">
                  <c:v>0</c:v>
                </c:pt>
                <c:pt idx="34735">
                  <c:v>0</c:v>
                </c:pt>
                <c:pt idx="34736">
                  <c:v>0</c:v>
                </c:pt>
                <c:pt idx="34737">
                  <c:v>0</c:v>
                </c:pt>
                <c:pt idx="34738">
                  <c:v>0</c:v>
                </c:pt>
                <c:pt idx="34739">
                  <c:v>0</c:v>
                </c:pt>
                <c:pt idx="34740">
                  <c:v>0</c:v>
                </c:pt>
                <c:pt idx="34741">
                  <c:v>0</c:v>
                </c:pt>
                <c:pt idx="34742">
                  <c:v>0</c:v>
                </c:pt>
                <c:pt idx="34743">
                  <c:v>0</c:v>
                </c:pt>
                <c:pt idx="34744">
                  <c:v>0</c:v>
                </c:pt>
                <c:pt idx="34745">
                  <c:v>0</c:v>
                </c:pt>
                <c:pt idx="34746">
                  <c:v>0</c:v>
                </c:pt>
                <c:pt idx="34747">
                  <c:v>0</c:v>
                </c:pt>
                <c:pt idx="34748">
                  <c:v>0</c:v>
                </c:pt>
                <c:pt idx="34749">
                  <c:v>0</c:v>
                </c:pt>
                <c:pt idx="34750">
                  <c:v>0</c:v>
                </c:pt>
                <c:pt idx="34751">
                  <c:v>0</c:v>
                </c:pt>
                <c:pt idx="34752">
                  <c:v>0</c:v>
                </c:pt>
                <c:pt idx="34753">
                  <c:v>0</c:v>
                </c:pt>
                <c:pt idx="34754">
                  <c:v>0</c:v>
                </c:pt>
                <c:pt idx="34755">
                  <c:v>0</c:v>
                </c:pt>
                <c:pt idx="34756">
                  <c:v>0</c:v>
                </c:pt>
                <c:pt idx="34757">
                  <c:v>0</c:v>
                </c:pt>
                <c:pt idx="34758">
                  <c:v>0</c:v>
                </c:pt>
                <c:pt idx="34759">
                  <c:v>0</c:v>
                </c:pt>
                <c:pt idx="34760">
                  <c:v>0</c:v>
                </c:pt>
                <c:pt idx="34761">
                  <c:v>0</c:v>
                </c:pt>
                <c:pt idx="34762">
                  <c:v>0</c:v>
                </c:pt>
                <c:pt idx="34763">
                  <c:v>0</c:v>
                </c:pt>
                <c:pt idx="34764">
                  <c:v>0</c:v>
                </c:pt>
                <c:pt idx="34765">
                  <c:v>0</c:v>
                </c:pt>
                <c:pt idx="34766">
                  <c:v>0</c:v>
                </c:pt>
                <c:pt idx="34767">
                  <c:v>0</c:v>
                </c:pt>
                <c:pt idx="34768">
                  <c:v>0</c:v>
                </c:pt>
                <c:pt idx="34769">
                  <c:v>0</c:v>
                </c:pt>
                <c:pt idx="34770">
                  <c:v>0</c:v>
                </c:pt>
                <c:pt idx="34771">
                  <c:v>0</c:v>
                </c:pt>
                <c:pt idx="34772">
                  <c:v>0</c:v>
                </c:pt>
                <c:pt idx="34773">
                  <c:v>0</c:v>
                </c:pt>
                <c:pt idx="34774">
                  <c:v>0</c:v>
                </c:pt>
                <c:pt idx="34775">
                  <c:v>0</c:v>
                </c:pt>
                <c:pt idx="34776">
                  <c:v>0</c:v>
                </c:pt>
                <c:pt idx="34777">
                  <c:v>0</c:v>
                </c:pt>
                <c:pt idx="34778">
                  <c:v>0</c:v>
                </c:pt>
                <c:pt idx="34779">
                  <c:v>0</c:v>
                </c:pt>
                <c:pt idx="34780">
                  <c:v>0</c:v>
                </c:pt>
                <c:pt idx="34781">
                  <c:v>0</c:v>
                </c:pt>
                <c:pt idx="34782">
                  <c:v>0</c:v>
                </c:pt>
                <c:pt idx="34783">
                  <c:v>0</c:v>
                </c:pt>
                <c:pt idx="34784">
                  <c:v>0</c:v>
                </c:pt>
                <c:pt idx="34785">
                  <c:v>0</c:v>
                </c:pt>
                <c:pt idx="34786">
                  <c:v>0</c:v>
                </c:pt>
                <c:pt idx="34787">
                  <c:v>0</c:v>
                </c:pt>
                <c:pt idx="34788">
                  <c:v>0</c:v>
                </c:pt>
                <c:pt idx="34789">
                  <c:v>0</c:v>
                </c:pt>
                <c:pt idx="34790">
                  <c:v>0</c:v>
                </c:pt>
                <c:pt idx="34791">
                  <c:v>0</c:v>
                </c:pt>
                <c:pt idx="34792">
                  <c:v>0</c:v>
                </c:pt>
                <c:pt idx="34793">
                  <c:v>0</c:v>
                </c:pt>
                <c:pt idx="34794">
                  <c:v>0</c:v>
                </c:pt>
                <c:pt idx="34795">
                  <c:v>0</c:v>
                </c:pt>
                <c:pt idx="34796">
                  <c:v>0</c:v>
                </c:pt>
                <c:pt idx="34797">
                  <c:v>0</c:v>
                </c:pt>
                <c:pt idx="34798">
                  <c:v>0</c:v>
                </c:pt>
                <c:pt idx="34799">
                  <c:v>0</c:v>
                </c:pt>
                <c:pt idx="34800">
                  <c:v>0</c:v>
                </c:pt>
                <c:pt idx="34801">
                  <c:v>0</c:v>
                </c:pt>
                <c:pt idx="34802">
                  <c:v>0</c:v>
                </c:pt>
                <c:pt idx="34803">
                  <c:v>0</c:v>
                </c:pt>
                <c:pt idx="34804">
                  <c:v>0</c:v>
                </c:pt>
                <c:pt idx="34805">
                  <c:v>0</c:v>
                </c:pt>
                <c:pt idx="34806">
                  <c:v>0</c:v>
                </c:pt>
                <c:pt idx="34807">
                  <c:v>0</c:v>
                </c:pt>
                <c:pt idx="34808">
                  <c:v>0</c:v>
                </c:pt>
                <c:pt idx="34809">
                  <c:v>0</c:v>
                </c:pt>
                <c:pt idx="34810">
                  <c:v>0</c:v>
                </c:pt>
                <c:pt idx="34811">
                  <c:v>0</c:v>
                </c:pt>
                <c:pt idx="34812">
                  <c:v>0</c:v>
                </c:pt>
                <c:pt idx="34813">
                  <c:v>0</c:v>
                </c:pt>
                <c:pt idx="34814">
                  <c:v>0</c:v>
                </c:pt>
                <c:pt idx="34815">
                  <c:v>0</c:v>
                </c:pt>
                <c:pt idx="34816">
                  <c:v>0</c:v>
                </c:pt>
                <c:pt idx="34817">
                  <c:v>0</c:v>
                </c:pt>
                <c:pt idx="34818">
                  <c:v>0</c:v>
                </c:pt>
                <c:pt idx="34819">
                  <c:v>0</c:v>
                </c:pt>
                <c:pt idx="34820">
                  <c:v>0</c:v>
                </c:pt>
                <c:pt idx="34821">
                  <c:v>0</c:v>
                </c:pt>
                <c:pt idx="34822">
                  <c:v>0</c:v>
                </c:pt>
                <c:pt idx="34823">
                  <c:v>0</c:v>
                </c:pt>
                <c:pt idx="34824">
                  <c:v>0</c:v>
                </c:pt>
                <c:pt idx="34825">
                  <c:v>0</c:v>
                </c:pt>
                <c:pt idx="34826">
                  <c:v>0</c:v>
                </c:pt>
                <c:pt idx="34827">
                  <c:v>0</c:v>
                </c:pt>
                <c:pt idx="34828">
                  <c:v>0</c:v>
                </c:pt>
                <c:pt idx="34829">
                  <c:v>0</c:v>
                </c:pt>
                <c:pt idx="34830">
                  <c:v>0</c:v>
                </c:pt>
                <c:pt idx="34831">
                  <c:v>0</c:v>
                </c:pt>
                <c:pt idx="34832">
                  <c:v>0</c:v>
                </c:pt>
                <c:pt idx="34833">
                  <c:v>0</c:v>
                </c:pt>
                <c:pt idx="34834">
                  <c:v>0</c:v>
                </c:pt>
                <c:pt idx="34835">
                  <c:v>0</c:v>
                </c:pt>
                <c:pt idx="34836">
                  <c:v>0</c:v>
                </c:pt>
                <c:pt idx="34837">
                  <c:v>0</c:v>
                </c:pt>
                <c:pt idx="34838">
                  <c:v>0</c:v>
                </c:pt>
                <c:pt idx="34839">
                  <c:v>0</c:v>
                </c:pt>
                <c:pt idx="34840">
                  <c:v>0</c:v>
                </c:pt>
                <c:pt idx="34841">
                  <c:v>0</c:v>
                </c:pt>
                <c:pt idx="34842">
                  <c:v>0</c:v>
                </c:pt>
                <c:pt idx="34843">
                  <c:v>0</c:v>
                </c:pt>
                <c:pt idx="34844">
                  <c:v>0</c:v>
                </c:pt>
                <c:pt idx="34845">
                  <c:v>0</c:v>
                </c:pt>
                <c:pt idx="34846">
                  <c:v>0</c:v>
                </c:pt>
                <c:pt idx="34847">
                  <c:v>0</c:v>
                </c:pt>
                <c:pt idx="34848">
                  <c:v>0</c:v>
                </c:pt>
                <c:pt idx="34849">
                  <c:v>0</c:v>
                </c:pt>
                <c:pt idx="34850">
                  <c:v>0</c:v>
                </c:pt>
                <c:pt idx="34851">
                  <c:v>0</c:v>
                </c:pt>
                <c:pt idx="34852">
                  <c:v>0</c:v>
                </c:pt>
                <c:pt idx="34853">
                  <c:v>0</c:v>
                </c:pt>
                <c:pt idx="34854">
                  <c:v>0</c:v>
                </c:pt>
                <c:pt idx="34855">
                  <c:v>0</c:v>
                </c:pt>
                <c:pt idx="34856">
                  <c:v>0</c:v>
                </c:pt>
                <c:pt idx="34857">
                  <c:v>0</c:v>
                </c:pt>
                <c:pt idx="34858">
                  <c:v>0</c:v>
                </c:pt>
                <c:pt idx="34859">
                  <c:v>0</c:v>
                </c:pt>
                <c:pt idx="34860">
                  <c:v>0</c:v>
                </c:pt>
                <c:pt idx="34861">
                  <c:v>0</c:v>
                </c:pt>
                <c:pt idx="34862">
                  <c:v>0</c:v>
                </c:pt>
                <c:pt idx="34863">
                  <c:v>0</c:v>
                </c:pt>
                <c:pt idx="34864">
                  <c:v>0</c:v>
                </c:pt>
                <c:pt idx="34865">
                  <c:v>0</c:v>
                </c:pt>
                <c:pt idx="34866">
                  <c:v>0</c:v>
                </c:pt>
                <c:pt idx="34867">
                  <c:v>0</c:v>
                </c:pt>
                <c:pt idx="34868">
                  <c:v>0</c:v>
                </c:pt>
                <c:pt idx="34869">
                  <c:v>0</c:v>
                </c:pt>
                <c:pt idx="34870">
                  <c:v>0</c:v>
                </c:pt>
                <c:pt idx="34871">
                  <c:v>0</c:v>
                </c:pt>
                <c:pt idx="34872">
                  <c:v>0</c:v>
                </c:pt>
                <c:pt idx="34873">
                  <c:v>0</c:v>
                </c:pt>
                <c:pt idx="34874">
                  <c:v>0</c:v>
                </c:pt>
                <c:pt idx="34875">
                  <c:v>0</c:v>
                </c:pt>
                <c:pt idx="34876">
                  <c:v>0</c:v>
                </c:pt>
                <c:pt idx="34877">
                  <c:v>0</c:v>
                </c:pt>
                <c:pt idx="34878">
                  <c:v>0</c:v>
                </c:pt>
                <c:pt idx="34879">
                  <c:v>0</c:v>
                </c:pt>
                <c:pt idx="34880">
                  <c:v>0</c:v>
                </c:pt>
                <c:pt idx="34881">
                  <c:v>0</c:v>
                </c:pt>
                <c:pt idx="34882">
                  <c:v>0</c:v>
                </c:pt>
                <c:pt idx="34883">
                  <c:v>0</c:v>
                </c:pt>
                <c:pt idx="34884">
                  <c:v>0</c:v>
                </c:pt>
                <c:pt idx="34885">
                  <c:v>0</c:v>
                </c:pt>
                <c:pt idx="34886">
                  <c:v>0</c:v>
                </c:pt>
                <c:pt idx="34887">
                  <c:v>0</c:v>
                </c:pt>
                <c:pt idx="34888">
                  <c:v>0</c:v>
                </c:pt>
                <c:pt idx="34889">
                  <c:v>0</c:v>
                </c:pt>
                <c:pt idx="34890">
                  <c:v>0</c:v>
                </c:pt>
                <c:pt idx="34891">
                  <c:v>0</c:v>
                </c:pt>
                <c:pt idx="34892">
                  <c:v>0</c:v>
                </c:pt>
                <c:pt idx="34893">
                  <c:v>0</c:v>
                </c:pt>
                <c:pt idx="34894">
                  <c:v>0</c:v>
                </c:pt>
                <c:pt idx="34895">
                  <c:v>0</c:v>
                </c:pt>
                <c:pt idx="34896">
                  <c:v>0</c:v>
                </c:pt>
                <c:pt idx="34897">
                  <c:v>0</c:v>
                </c:pt>
                <c:pt idx="34898">
                  <c:v>0</c:v>
                </c:pt>
                <c:pt idx="34899">
                  <c:v>0</c:v>
                </c:pt>
                <c:pt idx="34900">
                  <c:v>0</c:v>
                </c:pt>
                <c:pt idx="34901">
                  <c:v>0</c:v>
                </c:pt>
                <c:pt idx="34902">
                  <c:v>0</c:v>
                </c:pt>
                <c:pt idx="34903">
                  <c:v>0</c:v>
                </c:pt>
                <c:pt idx="34904">
                  <c:v>0</c:v>
                </c:pt>
                <c:pt idx="34905">
                  <c:v>0</c:v>
                </c:pt>
                <c:pt idx="34906">
                  <c:v>0</c:v>
                </c:pt>
                <c:pt idx="34907">
                  <c:v>0</c:v>
                </c:pt>
                <c:pt idx="34908">
                  <c:v>0</c:v>
                </c:pt>
                <c:pt idx="34909">
                  <c:v>0</c:v>
                </c:pt>
                <c:pt idx="34910">
                  <c:v>0</c:v>
                </c:pt>
                <c:pt idx="34911">
                  <c:v>0</c:v>
                </c:pt>
                <c:pt idx="34912">
                  <c:v>0</c:v>
                </c:pt>
                <c:pt idx="34913">
                  <c:v>0</c:v>
                </c:pt>
                <c:pt idx="34914">
                  <c:v>0</c:v>
                </c:pt>
                <c:pt idx="34915">
                  <c:v>0</c:v>
                </c:pt>
                <c:pt idx="34916">
                  <c:v>0</c:v>
                </c:pt>
                <c:pt idx="34917">
                  <c:v>0</c:v>
                </c:pt>
                <c:pt idx="34918">
                  <c:v>0</c:v>
                </c:pt>
                <c:pt idx="34919">
                  <c:v>0</c:v>
                </c:pt>
                <c:pt idx="34920">
                  <c:v>0</c:v>
                </c:pt>
                <c:pt idx="34921">
                  <c:v>0</c:v>
                </c:pt>
                <c:pt idx="34922">
                  <c:v>0</c:v>
                </c:pt>
                <c:pt idx="34923">
                  <c:v>0</c:v>
                </c:pt>
                <c:pt idx="34924">
                  <c:v>0</c:v>
                </c:pt>
                <c:pt idx="34925">
                  <c:v>0</c:v>
                </c:pt>
                <c:pt idx="34926">
                  <c:v>0</c:v>
                </c:pt>
                <c:pt idx="34927">
                  <c:v>0</c:v>
                </c:pt>
                <c:pt idx="34928">
                  <c:v>0</c:v>
                </c:pt>
                <c:pt idx="34929">
                  <c:v>0</c:v>
                </c:pt>
                <c:pt idx="34930">
                  <c:v>0</c:v>
                </c:pt>
                <c:pt idx="34931">
                  <c:v>0</c:v>
                </c:pt>
                <c:pt idx="34932">
                  <c:v>0</c:v>
                </c:pt>
                <c:pt idx="34933">
                  <c:v>0</c:v>
                </c:pt>
                <c:pt idx="34934">
                  <c:v>0</c:v>
                </c:pt>
                <c:pt idx="34935">
                  <c:v>0</c:v>
                </c:pt>
                <c:pt idx="34936">
                  <c:v>0</c:v>
                </c:pt>
                <c:pt idx="34937">
                  <c:v>0</c:v>
                </c:pt>
                <c:pt idx="34938">
                  <c:v>0</c:v>
                </c:pt>
                <c:pt idx="34939">
                  <c:v>0</c:v>
                </c:pt>
                <c:pt idx="34940">
                  <c:v>0</c:v>
                </c:pt>
                <c:pt idx="34941">
                  <c:v>0</c:v>
                </c:pt>
                <c:pt idx="34942">
                  <c:v>0</c:v>
                </c:pt>
                <c:pt idx="34943">
                  <c:v>0</c:v>
                </c:pt>
                <c:pt idx="34944">
                  <c:v>0</c:v>
                </c:pt>
                <c:pt idx="34945">
                  <c:v>0</c:v>
                </c:pt>
                <c:pt idx="34946">
                  <c:v>0</c:v>
                </c:pt>
                <c:pt idx="34947">
                  <c:v>0</c:v>
                </c:pt>
                <c:pt idx="34948">
                  <c:v>0</c:v>
                </c:pt>
                <c:pt idx="34949">
                  <c:v>0</c:v>
                </c:pt>
                <c:pt idx="34950">
                  <c:v>0</c:v>
                </c:pt>
                <c:pt idx="34951">
                  <c:v>0</c:v>
                </c:pt>
                <c:pt idx="34952">
                  <c:v>0</c:v>
                </c:pt>
                <c:pt idx="34953">
                  <c:v>0</c:v>
                </c:pt>
                <c:pt idx="34954">
                  <c:v>0</c:v>
                </c:pt>
                <c:pt idx="34955">
                  <c:v>0</c:v>
                </c:pt>
                <c:pt idx="34956">
                  <c:v>0</c:v>
                </c:pt>
                <c:pt idx="34957">
                  <c:v>0</c:v>
                </c:pt>
                <c:pt idx="34958">
                  <c:v>0</c:v>
                </c:pt>
                <c:pt idx="34959">
                  <c:v>0</c:v>
                </c:pt>
                <c:pt idx="34960">
                  <c:v>0</c:v>
                </c:pt>
                <c:pt idx="34961">
                  <c:v>0</c:v>
                </c:pt>
                <c:pt idx="34962">
                  <c:v>0</c:v>
                </c:pt>
                <c:pt idx="34963">
                  <c:v>0</c:v>
                </c:pt>
                <c:pt idx="34964">
                  <c:v>0</c:v>
                </c:pt>
                <c:pt idx="34965">
                  <c:v>0</c:v>
                </c:pt>
                <c:pt idx="34966">
                  <c:v>0</c:v>
                </c:pt>
                <c:pt idx="34967">
                  <c:v>0</c:v>
                </c:pt>
                <c:pt idx="34968">
                  <c:v>0</c:v>
                </c:pt>
                <c:pt idx="34969">
                  <c:v>0</c:v>
                </c:pt>
                <c:pt idx="34970">
                  <c:v>0</c:v>
                </c:pt>
                <c:pt idx="34971">
                  <c:v>0</c:v>
                </c:pt>
                <c:pt idx="34972">
                  <c:v>0</c:v>
                </c:pt>
                <c:pt idx="34973">
                  <c:v>0</c:v>
                </c:pt>
                <c:pt idx="34974">
                  <c:v>0</c:v>
                </c:pt>
                <c:pt idx="34975">
                  <c:v>0</c:v>
                </c:pt>
                <c:pt idx="34976">
                  <c:v>0</c:v>
                </c:pt>
                <c:pt idx="34977">
                  <c:v>0</c:v>
                </c:pt>
                <c:pt idx="34978">
                  <c:v>0</c:v>
                </c:pt>
                <c:pt idx="34979">
                  <c:v>0</c:v>
                </c:pt>
                <c:pt idx="34980">
                  <c:v>0</c:v>
                </c:pt>
                <c:pt idx="34981">
                  <c:v>0</c:v>
                </c:pt>
                <c:pt idx="34982">
                  <c:v>0</c:v>
                </c:pt>
                <c:pt idx="34983">
                  <c:v>0</c:v>
                </c:pt>
                <c:pt idx="34984">
                  <c:v>0</c:v>
                </c:pt>
                <c:pt idx="34985">
                  <c:v>0</c:v>
                </c:pt>
                <c:pt idx="34986">
                  <c:v>0</c:v>
                </c:pt>
                <c:pt idx="34987">
                  <c:v>0</c:v>
                </c:pt>
                <c:pt idx="34988">
                  <c:v>0</c:v>
                </c:pt>
                <c:pt idx="34989">
                  <c:v>0</c:v>
                </c:pt>
                <c:pt idx="34990">
                  <c:v>0</c:v>
                </c:pt>
                <c:pt idx="34991">
                  <c:v>0</c:v>
                </c:pt>
                <c:pt idx="34992">
                  <c:v>0</c:v>
                </c:pt>
                <c:pt idx="34993">
                  <c:v>0</c:v>
                </c:pt>
                <c:pt idx="34994">
                  <c:v>0</c:v>
                </c:pt>
                <c:pt idx="34995">
                  <c:v>0</c:v>
                </c:pt>
                <c:pt idx="34996">
                  <c:v>0</c:v>
                </c:pt>
                <c:pt idx="34997">
                  <c:v>0</c:v>
                </c:pt>
                <c:pt idx="34998">
                  <c:v>0</c:v>
                </c:pt>
                <c:pt idx="34999">
                  <c:v>0</c:v>
                </c:pt>
                <c:pt idx="35000">
                  <c:v>0</c:v>
                </c:pt>
                <c:pt idx="35001">
                  <c:v>0</c:v>
                </c:pt>
                <c:pt idx="35002">
                  <c:v>0</c:v>
                </c:pt>
                <c:pt idx="35003">
                  <c:v>0</c:v>
                </c:pt>
                <c:pt idx="35004">
                  <c:v>0</c:v>
                </c:pt>
                <c:pt idx="35005">
                  <c:v>0</c:v>
                </c:pt>
                <c:pt idx="35006">
                  <c:v>0</c:v>
                </c:pt>
                <c:pt idx="35007">
                  <c:v>0</c:v>
                </c:pt>
                <c:pt idx="35008">
                  <c:v>0</c:v>
                </c:pt>
                <c:pt idx="35009">
                  <c:v>0</c:v>
                </c:pt>
                <c:pt idx="35010">
                  <c:v>0</c:v>
                </c:pt>
                <c:pt idx="35011">
                  <c:v>0</c:v>
                </c:pt>
                <c:pt idx="35012">
                  <c:v>0</c:v>
                </c:pt>
                <c:pt idx="35013">
                  <c:v>0</c:v>
                </c:pt>
                <c:pt idx="35014">
                  <c:v>0</c:v>
                </c:pt>
                <c:pt idx="35015">
                  <c:v>0</c:v>
                </c:pt>
                <c:pt idx="35016">
                  <c:v>0</c:v>
                </c:pt>
                <c:pt idx="35017">
                  <c:v>0</c:v>
                </c:pt>
                <c:pt idx="35018">
                  <c:v>0</c:v>
                </c:pt>
                <c:pt idx="35019">
                  <c:v>0</c:v>
                </c:pt>
                <c:pt idx="35020">
                  <c:v>0</c:v>
                </c:pt>
                <c:pt idx="35021">
                  <c:v>0</c:v>
                </c:pt>
                <c:pt idx="35022">
                  <c:v>0</c:v>
                </c:pt>
                <c:pt idx="35023">
                  <c:v>0</c:v>
                </c:pt>
                <c:pt idx="35024">
                  <c:v>0</c:v>
                </c:pt>
                <c:pt idx="35025">
                  <c:v>0</c:v>
                </c:pt>
                <c:pt idx="35026">
                  <c:v>0</c:v>
                </c:pt>
                <c:pt idx="35027">
                  <c:v>0</c:v>
                </c:pt>
                <c:pt idx="35028">
                  <c:v>0</c:v>
                </c:pt>
                <c:pt idx="35029">
                  <c:v>0</c:v>
                </c:pt>
                <c:pt idx="35030">
                  <c:v>0</c:v>
                </c:pt>
                <c:pt idx="35031">
                  <c:v>0</c:v>
                </c:pt>
                <c:pt idx="35032">
                  <c:v>0</c:v>
                </c:pt>
                <c:pt idx="35033">
                  <c:v>0</c:v>
                </c:pt>
                <c:pt idx="35034">
                  <c:v>0</c:v>
                </c:pt>
                <c:pt idx="35035">
                  <c:v>0</c:v>
                </c:pt>
                <c:pt idx="35036">
                  <c:v>0</c:v>
                </c:pt>
                <c:pt idx="35037">
                  <c:v>0</c:v>
                </c:pt>
                <c:pt idx="35038">
                  <c:v>0</c:v>
                </c:pt>
                <c:pt idx="35039">
                  <c:v>0</c:v>
                </c:pt>
                <c:pt idx="35040">
                  <c:v>0</c:v>
                </c:pt>
                <c:pt idx="35041">
                  <c:v>0</c:v>
                </c:pt>
                <c:pt idx="35042">
                  <c:v>0</c:v>
                </c:pt>
                <c:pt idx="35043">
                  <c:v>0</c:v>
                </c:pt>
                <c:pt idx="35044">
                  <c:v>0</c:v>
                </c:pt>
                <c:pt idx="35045">
                  <c:v>0</c:v>
                </c:pt>
                <c:pt idx="35046">
                  <c:v>0</c:v>
                </c:pt>
                <c:pt idx="35047">
                  <c:v>0</c:v>
                </c:pt>
                <c:pt idx="35048">
                  <c:v>0</c:v>
                </c:pt>
                <c:pt idx="35049">
                  <c:v>0</c:v>
                </c:pt>
                <c:pt idx="35050">
                  <c:v>0</c:v>
                </c:pt>
                <c:pt idx="35051">
                  <c:v>0</c:v>
                </c:pt>
                <c:pt idx="35052">
                  <c:v>0</c:v>
                </c:pt>
                <c:pt idx="35053">
                  <c:v>0</c:v>
                </c:pt>
                <c:pt idx="35054">
                  <c:v>0</c:v>
                </c:pt>
                <c:pt idx="35055">
                  <c:v>0</c:v>
                </c:pt>
                <c:pt idx="35056">
                  <c:v>0</c:v>
                </c:pt>
                <c:pt idx="35057">
                  <c:v>0</c:v>
                </c:pt>
                <c:pt idx="35058">
                  <c:v>0</c:v>
                </c:pt>
                <c:pt idx="35059">
                  <c:v>0</c:v>
                </c:pt>
                <c:pt idx="35060">
                  <c:v>0</c:v>
                </c:pt>
                <c:pt idx="35061">
                  <c:v>0</c:v>
                </c:pt>
                <c:pt idx="35062">
                  <c:v>0</c:v>
                </c:pt>
                <c:pt idx="35063">
                  <c:v>0</c:v>
                </c:pt>
                <c:pt idx="35064">
                  <c:v>0</c:v>
                </c:pt>
                <c:pt idx="35065">
                  <c:v>0</c:v>
                </c:pt>
                <c:pt idx="35066">
                  <c:v>0</c:v>
                </c:pt>
                <c:pt idx="35067">
                  <c:v>0</c:v>
                </c:pt>
                <c:pt idx="35068">
                  <c:v>0</c:v>
                </c:pt>
                <c:pt idx="35069">
                  <c:v>0</c:v>
                </c:pt>
                <c:pt idx="35070">
                  <c:v>0</c:v>
                </c:pt>
                <c:pt idx="35071">
                  <c:v>0</c:v>
                </c:pt>
                <c:pt idx="35072">
                  <c:v>0</c:v>
                </c:pt>
                <c:pt idx="35073">
                  <c:v>0</c:v>
                </c:pt>
                <c:pt idx="35074">
                  <c:v>0</c:v>
                </c:pt>
                <c:pt idx="35075">
                  <c:v>0</c:v>
                </c:pt>
                <c:pt idx="35076">
                  <c:v>0</c:v>
                </c:pt>
                <c:pt idx="35077">
                  <c:v>0</c:v>
                </c:pt>
                <c:pt idx="35078">
                  <c:v>0</c:v>
                </c:pt>
                <c:pt idx="35079">
                  <c:v>0</c:v>
                </c:pt>
                <c:pt idx="35080">
                  <c:v>0</c:v>
                </c:pt>
                <c:pt idx="35081">
                  <c:v>0</c:v>
                </c:pt>
                <c:pt idx="35082">
                  <c:v>0</c:v>
                </c:pt>
                <c:pt idx="35083">
                  <c:v>0</c:v>
                </c:pt>
                <c:pt idx="35084">
                  <c:v>0</c:v>
                </c:pt>
                <c:pt idx="35085">
                  <c:v>0</c:v>
                </c:pt>
                <c:pt idx="35086">
                  <c:v>0</c:v>
                </c:pt>
                <c:pt idx="35087">
                  <c:v>0</c:v>
                </c:pt>
                <c:pt idx="35088">
                  <c:v>0</c:v>
                </c:pt>
                <c:pt idx="35089">
                  <c:v>0</c:v>
                </c:pt>
                <c:pt idx="35090">
                  <c:v>0</c:v>
                </c:pt>
                <c:pt idx="35091">
                  <c:v>0</c:v>
                </c:pt>
                <c:pt idx="35092">
                  <c:v>0</c:v>
                </c:pt>
                <c:pt idx="35093">
                  <c:v>0</c:v>
                </c:pt>
                <c:pt idx="35094">
                  <c:v>0</c:v>
                </c:pt>
                <c:pt idx="35095">
                  <c:v>0</c:v>
                </c:pt>
                <c:pt idx="35096">
                  <c:v>0</c:v>
                </c:pt>
                <c:pt idx="35097">
                  <c:v>0</c:v>
                </c:pt>
                <c:pt idx="35098">
                  <c:v>0</c:v>
                </c:pt>
                <c:pt idx="35099">
                  <c:v>0</c:v>
                </c:pt>
                <c:pt idx="35100">
                  <c:v>0</c:v>
                </c:pt>
                <c:pt idx="35101">
                  <c:v>0</c:v>
                </c:pt>
                <c:pt idx="35102">
                  <c:v>0</c:v>
                </c:pt>
                <c:pt idx="35103">
                  <c:v>0</c:v>
                </c:pt>
                <c:pt idx="35104">
                  <c:v>0</c:v>
                </c:pt>
                <c:pt idx="35105">
                  <c:v>0</c:v>
                </c:pt>
                <c:pt idx="35106">
                  <c:v>0</c:v>
                </c:pt>
                <c:pt idx="35107">
                  <c:v>0</c:v>
                </c:pt>
                <c:pt idx="35108">
                  <c:v>0</c:v>
                </c:pt>
                <c:pt idx="35109">
                  <c:v>0</c:v>
                </c:pt>
                <c:pt idx="35110">
                  <c:v>0</c:v>
                </c:pt>
                <c:pt idx="35111">
                  <c:v>0</c:v>
                </c:pt>
                <c:pt idx="35112">
                  <c:v>0</c:v>
                </c:pt>
                <c:pt idx="35113">
                  <c:v>0</c:v>
                </c:pt>
                <c:pt idx="35114">
                  <c:v>0</c:v>
                </c:pt>
                <c:pt idx="35115">
                  <c:v>0</c:v>
                </c:pt>
                <c:pt idx="35116">
                  <c:v>0</c:v>
                </c:pt>
                <c:pt idx="35117">
                  <c:v>0</c:v>
                </c:pt>
                <c:pt idx="35118">
                  <c:v>0</c:v>
                </c:pt>
                <c:pt idx="35119">
                  <c:v>0</c:v>
                </c:pt>
                <c:pt idx="35120">
                  <c:v>0</c:v>
                </c:pt>
                <c:pt idx="35121">
                  <c:v>0</c:v>
                </c:pt>
                <c:pt idx="35122">
                  <c:v>0</c:v>
                </c:pt>
                <c:pt idx="35123">
                  <c:v>0</c:v>
                </c:pt>
                <c:pt idx="35124">
                  <c:v>0</c:v>
                </c:pt>
                <c:pt idx="35125">
                  <c:v>0</c:v>
                </c:pt>
                <c:pt idx="35126">
                  <c:v>0</c:v>
                </c:pt>
                <c:pt idx="35127">
                  <c:v>0</c:v>
                </c:pt>
                <c:pt idx="35128">
                  <c:v>0</c:v>
                </c:pt>
                <c:pt idx="35129">
                  <c:v>0</c:v>
                </c:pt>
                <c:pt idx="35130">
                  <c:v>0</c:v>
                </c:pt>
                <c:pt idx="35131">
                  <c:v>0</c:v>
                </c:pt>
                <c:pt idx="35132">
                  <c:v>0</c:v>
                </c:pt>
                <c:pt idx="35133">
                  <c:v>0</c:v>
                </c:pt>
                <c:pt idx="35134">
                  <c:v>0</c:v>
                </c:pt>
                <c:pt idx="35135">
                  <c:v>0</c:v>
                </c:pt>
                <c:pt idx="35136">
                  <c:v>0</c:v>
                </c:pt>
                <c:pt idx="35137">
                  <c:v>0</c:v>
                </c:pt>
                <c:pt idx="35138">
                  <c:v>0</c:v>
                </c:pt>
                <c:pt idx="35139">
                  <c:v>0</c:v>
                </c:pt>
                <c:pt idx="35140">
                  <c:v>0</c:v>
                </c:pt>
                <c:pt idx="35141">
                  <c:v>0</c:v>
                </c:pt>
                <c:pt idx="35142">
                  <c:v>0</c:v>
                </c:pt>
                <c:pt idx="35143">
                  <c:v>0</c:v>
                </c:pt>
                <c:pt idx="35144">
                  <c:v>0</c:v>
                </c:pt>
                <c:pt idx="35145">
                  <c:v>0</c:v>
                </c:pt>
                <c:pt idx="35146">
                  <c:v>0</c:v>
                </c:pt>
                <c:pt idx="35147">
                  <c:v>0</c:v>
                </c:pt>
                <c:pt idx="35148">
                  <c:v>0</c:v>
                </c:pt>
                <c:pt idx="35149">
                  <c:v>0</c:v>
                </c:pt>
                <c:pt idx="35150">
                  <c:v>0</c:v>
                </c:pt>
                <c:pt idx="35151">
                  <c:v>0</c:v>
                </c:pt>
                <c:pt idx="35152">
                  <c:v>0</c:v>
                </c:pt>
                <c:pt idx="35153">
                  <c:v>0</c:v>
                </c:pt>
                <c:pt idx="35154">
                  <c:v>0</c:v>
                </c:pt>
                <c:pt idx="35155">
                  <c:v>0</c:v>
                </c:pt>
                <c:pt idx="35156">
                  <c:v>0</c:v>
                </c:pt>
                <c:pt idx="35157">
                  <c:v>0</c:v>
                </c:pt>
                <c:pt idx="35158">
                  <c:v>0</c:v>
                </c:pt>
                <c:pt idx="35159">
                  <c:v>0</c:v>
                </c:pt>
                <c:pt idx="35160">
                  <c:v>0</c:v>
                </c:pt>
                <c:pt idx="35161">
                  <c:v>0</c:v>
                </c:pt>
                <c:pt idx="35162">
                  <c:v>0</c:v>
                </c:pt>
                <c:pt idx="35163">
                  <c:v>0</c:v>
                </c:pt>
                <c:pt idx="35164">
                  <c:v>0</c:v>
                </c:pt>
                <c:pt idx="35165">
                  <c:v>0</c:v>
                </c:pt>
                <c:pt idx="35166">
                  <c:v>0</c:v>
                </c:pt>
                <c:pt idx="35167">
                  <c:v>0</c:v>
                </c:pt>
                <c:pt idx="35168">
                  <c:v>0</c:v>
                </c:pt>
                <c:pt idx="35169">
                  <c:v>0</c:v>
                </c:pt>
                <c:pt idx="35170">
                  <c:v>0</c:v>
                </c:pt>
                <c:pt idx="35171">
                  <c:v>0</c:v>
                </c:pt>
                <c:pt idx="35172">
                  <c:v>0</c:v>
                </c:pt>
                <c:pt idx="35173">
                  <c:v>0</c:v>
                </c:pt>
                <c:pt idx="35174">
                  <c:v>0</c:v>
                </c:pt>
                <c:pt idx="35175">
                  <c:v>0</c:v>
                </c:pt>
                <c:pt idx="35176">
                  <c:v>0</c:v>
                </c:pt>
                <c:pt idx="35177">
                  <c:v>0</c:v>
                </c:pt>
                <c:pt idx="35178">
                  <c:v>0</c:v>
                </c:pt>
                <c:pt idx="35179">
                  <c:v>0</c:v>
                </c:pt>
                <c:pt idx="35180">
                  <c:v>0</c:v>
                </c:pt>
                <c:pt idx="35181">
                  <c:v>0</c:v>
                </c:pt>
                <c:pt idx="35182">
                  <c:v>0</c:v>
                </c:pt>
                <c:pt idx="35183">
                  <c:v>0</c:v>
                </c:pt>
                <c:pt idx="35184">
                  <c:v>0</c:v>
                </c:pt>
                <c:pt idx="35185">
                  <c:v>0</c:v>
                </c:pt>
                <c:pt idx="35186">
                  <c:v>0</c:v>
                </c:pt>
                <c:pt idx="35187">
                  <c:v>0</c:v>
                </c:pt>
                <c:pt idx="35188">
                  <c:v>0</c:v>
                </c:pt>
                <c:pt idx="35189">
                  <c:v>0</c:v>
                </c:pt>
                <c:pt idx="35190">
                  <c:v>0</c:v>
                </c:pt>
                <c:pt idx="35191">
                  <c:v>0</c:v>
                </c:pt>
                <c:pt idx="35192">
                  <c:v>0</c:v>
                </c:pt>
                <c:pt idx="35193">
                  <c:v>0</c:v>
                </c:pt>
                <c:pt idx="35194">
                  <c:v>0</c:v>
                </c:pt>
                <c:pt idx="35195">
                  <c:v>0</c:v>
                </c:pt>
                <c:pt idx="35196">
                  <c:v>0</c:v>
                </c:pt>
                <c:pt idx="35197">
                  <c:v>0</c:v>
                </c:pt>
                <c:pt idx="35198">
                  <c:v>0</c:v>
                </c:pt>
                <c:pt idx="35199">
                  <c:v>0</c:v>
                </c:pt>
                <c:pt idx="35200">
                  <c:v>0</c:v>
                </c:pt>
                <c:pt idx="35201">
                  <c:v>0</c:v>
                </c:pt>
                <c:pt idx="35202">
                  <c:v>0</c:v>
                </c:pt>
                <c:pt idx="35203">
                  <c:v>0</c:v>
                </c:pt>
                <c:pt idx="35204">
                  <c:v>0</c:v>
                </c:pt>
                <c:pt idx="35205">
                  <c:v>0</c:v>
                </c:pt>
                <c:pt idx="35206">
                  <c:v>0</c:v>
                </c:pt>
                <c:pt idx="35207">
                  <c:v>0</c:v>
                </c:pt>
                <c:pt idx="35208">
                  <c:v>0</c:v>
                </c:pt>
                <c:pt idx="35209">
                  <c:v>0</c:v>
                </c:pt>
                <c:pt idx="35210">
                  <c:v>0</c:v>
                </c:pt>
                <c:pt idx="35211">
                  <c:v>0</c:v>
                </c:pt>
                <c:pt idx="35212">
                  <c:v>0</c:v>
                </c:pt>
                <c:pt idx="35213">
                  <c:v>0</c:v>
                </c:pt>
                <c:pt idx="35214">
                  <c:v>0</c:v>
                </c:pt>
                <c:pt idx="35215">
                  <c:v>0</c:v>
                </c:pt>
                <c:pt idx="35216">
                  <c:v>0</c:v>
                </c:pt>
                <c:pt idx="35217">
                  <c:v>0</c:v>
                </c:pt>
                <c:pt idx="35218">
                  <c:v>0</c:v>
                </c:pt>
                <c:pt idx="35219">
                  <c:v>0</c:v>
                </c:pt>
                <c:pt idx="35220">
                  <c:v>0</c:v>
                </c:pt>
                <c:pt idx="35221">
                  <c:v>0</c:v>
                </c:pt>
                <c:pt idx="35222">
                  <c:v>0</c:v>
                </c:pt>
                <c:pt idx="35223">
                  <c:v>0</c:v>
                </c:pt>
                <c:pt idx="35224">
                  <c:v>0</c:v>
                </c:pt>
                <c:pt idx="35225">
                  <c:v>0</c:v>
                </c:pt>
                <c:pt idx="35226">
                  <c:v>0</c:v>
                </c:pt>
                <c:pt idx="35227">
                  <c:v>0</c:v>
                </c:pt>
                <c:pt idx="35228">
                  <c:v>0</c:v>
                </c:pt>
                <c:pt idx="35229">
                  <c:v>0</c:v>
                </c:pt>
                <c:pt idx="35230">
                  <c:v>0</c:v>
                </c:pt>
                <c:pt idx="35231">
                  <c:v>0</c:v>
                </c:pt>
                <c:pt idx="35232">
                  <c:v>0</c:v>
                </c:pt>
                <c:pt idx="35233">
                  <c:v>0</c:v>
                </c:pt>
                <c:pt idx="35234">
                  <c:v>0</c:v>
                </c:pt>
                <c:pt idx="35235">
                  <c:v>0</c:v>
                </c:pt>
                <c:pt idx="35236">
                  <c:v>0</c:v>
                </c:pt>
                <c:pt idx="35237">
                  <c:v>0</c:v>
                </c:pt>
                <c:pt idx="35238">
                  <c:v>0</c:v>
                </c:pt>
                <c:pt idx="35239">
                  <c:v>0</c:v>
                </c:pt>
                <c:pt idx="35240">
                  <c:v>0</c:v>
                </c:pt>
                <c:pt idx="35241">
                  <c:v>0</c:v>
                </c:pt>
                <c:pt idx="35242">
                  <c:v>0</c:v>
                </c:pt>
                <c:pt idx="35243">
                  <c:v>0</c:v>
                </c:pt>
                <c:pt idx="35244">
                  <c:v>0</c:v>
                </c:pt>
                <c:pt idx="35245">
                  <c:v>0</c:v>
                </c:pt>
                <c:pt idx="35246">
                  <c:v>0</c:v>
                </c:pt>
                <c:pt idx="35247">
                  <c:v>0</c:v>
                </c:pt>
                <c:pt idx="35248">
                  <c:v>0</c:v>
                </c:pt>
                <c:pt idx="35249">
                  <c:v>0</c:v>
                </c:pt>
                <c:pt idx="35250">
                  <c:v>0</c:v>
                </c:pt>
                <c:pt idx="35251">
                  <c:v>0</c:v>
                </c:pt>
                <c:pt idx="35252">
                  <c:v>0</c:v>
                </c:pt>
                <c:pt idx="35253">
                  <c:v>0</c:v>
                </c:pt>
                <c:pt idx="35254">
                  <c:v>0</c:v>
                </c:pt>
                <c:pt idx="35255">
                  <c:v>0</c:v>
                </c:pt>
                <c:pt idx="35256">
                  <c:v>0</c:v>
                </c:pt>
                <c:pt idx="35257">
                  <c:v>0</c:v>
                </c:pt>
                <c:pt idx="35258">
                  <c:v>0</c:v>
                </c:pt>
                <c:pt idx="35259">
                  <c:v>0</c:v>
                </c:pt>
                <c:pt idx="35260">
                  <c:v>0</c:v>
                </c:pt>
                <c:pt idx="35261">
                  <c:v>0</c:v>
                </c:pt>
                <c:pt idx="35262">
                  <c:v>0</c:v>
                </c:pt>
                <c:pt idx="35263">
                  <c:v>0</c:v>
                </c:pt>
                <c:pt idx="35264">
                  <c:v>0</c:v>
                </c:pt>
                <c:pt idx="35265">
                  <c:v>0</c:v>
                </c:pt>
                <c:pt idx="35266">
                  <c:v>0</c:v>
                </c:pt>
                <c:pt idx="35267">
                  <c:v>0</c:v>
                </c:pt>
                <c:pt idx="35268">
                  <c:v>0</c:v>
                </c:pt>
                <c:pt idx="35269">
                  <c:v>0</c:v>
                </c:pt>
                <c:pt idx="35270">
                  <c:v>0</c:v>
                </c:pt>
                <c:pt idx="35271">
                  <c:v>0</c:v>
                </c:pt>
                <c:pt idx="35272">
                  <c:v>0</c:v>
                </c:pt>
                <c:pt idx="35273">
                  <c:v>0</c:v>
                </c:pt>
                <c:pt idx="35274">
                  <c:v>0</c:v>
                </c:pt>
                <c:pt idx="35275">
                  <c:v>0</c:v>
                </c:pt>
                <c:pt idx="35276">
                  <c:v>0</c:v>
                </c:pt>
                <c:pt idx="35277">
                  <c:v>0</c:v>
                </c:pt>
                <c:pt idx="35278">
                  <c:v>0</c:v>
                </c:pt>
                <c:pt idx="35279">
                  <c:v>0</c:v>
                </c:pt>
                <c:pt idx="35280">
                  <c:v>0</c:v>
                </c:pt>
                <c:pt idx="35281">
                  <c:v>0</c:v>
                </c:pt>
                <c:pt idx="35282">
                  <c:v>0</c:v>
                </c:pt>
                <c:pt idx="35283">
                  <c:v>0</c:v>
                </c:pt>
                <c:pt idx="35284">
                  <c:v>0</c:v>
                </c:pt>
                <c:pt idx="35285">
                  <c:v>0</c:v>
                </c:pt>
                <c:pt idx="35286">
                  <c:v>0</c:v>
                </c:pt>
                <c:pt idx="35287">
                  <c:v>0</c:v>
                </c:pt>
                <c:pt idx="35288">
                  <c:v>0</c:v>
                </c:pt>
                <c:pt idx="35289">
                  <c:v>0</c:v>
                </c:pt>
                <c:pt idx="35290">
                  <c:v>0</c:v>
                </c:pt>
                <c:pt idx="35291">
                  <c:v>0</c:v>
                </c:pt>
                <c:pt idx="35292">
                  <c:v>0</c:v>
                </c:pt>
                <c:pt idx="35293">
                  <c:v>0</c:v>
                </c:pt>
                <c:pt idx="35294">
                  <c:v>0</c:v>
                </c:pt>
                <c:pt idx="35295">
                  <c:v>0</c:v>
                </c:pt>
                <c:pt idx="35296">
                  <c:v>0</c:v>
                </c:pt>
                <c:pt idx="35297">
                  <c:v>0</c:v>
                </c:pt>
                <c:pt idx="35298">
                  <c:v>0</c:v>
                </c:pt>
                <c:pt idx="35299">
                  <c:v>0</c:v>
                </c:pt>
                <c:pt idx="35300">
                  <c:v>0</c:v>
                </c:pt>
                <c:pt idx="35301">
                  <c:v>0</c:v>
                </c:pt>
                <c:pt idx="35302">
                  <c:v>0</c:v>
                </c:pt>
                <c:pt idx="35303">
                  <c:v>0</c:v>
                </c:pt>
                <c:pt idx="35304">
                  <c:v>0</c:v>
                </c:pt>
                <c:pt idx="35305">
                  <c:v>0</c:v>
                </c:pt>
                <c:pt idx="35306">
                  <c:v>0</c:v>
                </c:pt>
                <c:pt idx="35307">
                  <c:v>0</c:v>
                </c:pt>
                <c:pt idx="35308">
                  <c:v>0</c:v>
                </c:pt>
                <c:pt idx="35309">
                  <c:v>0</c:v>
                </c:pt>
                <c:pt idx="35310">
                  <c:v>0</c:v>
                </c:pt>
                <c:pt idx="35311">
                  <c:v>0</c:v>
                </c:pt>
                <c:pt idx="35312">
                  <c:v>0</c:v>
                </c:pt>
                <c:pt idx="35313">
                  <c:v>0</c:v>
                </c:pt>
                <c:pt idx="35314">
                  <c:v>0</c:v>
                </c:pt>
                <c:pt idx="35315">
                  <c:v>0</c:v>
                </c:pt>
                <c:pt idx="35316">
                  <c:v>0</c:v>
                </c:pt>
                <c:pt idx="35317">
                  <c:v>0</c:v>
                </c:pt>
                <c:pt idx="35318">
                  <c:v>0</c:v>
                </c:pt>
                <c:pt idx="35319">
                  <c:v>0</c:v>
                </c:pt>
                <c:pt idx="35320">
                  <c:v>0</c:v>
                </c:pt>
                <c:pt idx="35321">
                  <c:v>0</c:v>
                </c:pt>
                <c:pt idx="35322">
                  <c:v>0</c:v>
                </c:pt>
                <c:pt idx="35323">
                  <c:v>0</c:v>
                </c:pt>
                <c:pt idx="35324">
                  <c:v>0</c:v>
                </c:pt>
                <c:pt idx="35325">
                  <c:v>0</c:v>
                </c:pt>
                <c:pt idx="35326">
                  <c:v>0</c:v>
                </c:pt>
                <c:pt idx="35327">
                  <c:v>0</c:v>
                </c:pt>
                <c:pt idx="35328">
                  <c:v>0</c:v>
                </c:pt>
                <c:pt idx="35329">
                  <c:v>0</c:v>
                </c:pt>
                <c:pt idx="35330">
                  <c:v>0</c:v>
                </c:pt>
                <c:pt idx="35331">
                  <c:v>0</c:v>
                </c:pt>
                <c:pt idx="35332">
                  <c:v>0</c:v>
                </c:pt>
                <c:pt idx="35333">
                  <c:v>0</c:v>
                </c:pt>
                <c:pt idx="35334">
                  <c:v>0</c:v>
                </c:pt>
                <c:pt idx="35335">
                  <c:v>0</c:v>
                </c:pt>
                <c:pt idx="35336">
                  <c:v>0</c:v>
                </c:pt>
                <c:pt idx="35337">
                  <c:v>0</c:v>
                </c:pt>
                <c:pt idx="35338">
                  <c:v>0</c:v>
                </c:pt>
                <c:pt idx="35339">
                  <c:v>0</c:v>
                </c:pt>
                <c:pt idx="35340">
                  <c:v>0</c:v>
                </c:pt>
                <c:pt idx="35341">
                  <c:v>0</c:v>
                </c:pt>
                <c:pt idx="35342">
                  <c:v>0</c:v>
                </c:pt>
                <c:pt idx="35343">
                  <c:v>0</c:v>
                </c:pt>
                <c:pt idx="35344">
                  <c:v>0</c:v>
                </c:pt>
                <c:pt idx="35345">
                  <c:v>0</c:v>
                </c:pt>
                <c:pt idx="35346">
                  <c:v>0</c:v>
                </c:pt>
                <c:pt idx="35347">
                  <c:v>0</c:v>
                </c:pt>
                <c:pt idx="35348">
                  <c:v>0</c:v>
                </c:pt>
                <c:pt idx="35349">
                  <c:v>0</c:v>
                </c:pt>
                <c:pt idx="35350">
                  <c:v>0</c:v>
                </c:pt>
                <c:pt idx="35351">
                  <c:v>0</c:v>
                </c:pt>
                <c:pt idx="35352">
                  <c:v>0</c:v>
                </c:pt>
                <c:pt idx="35353">
                  <c:v>0</c:v>
                </c:pt>
                <c:pt idx="35354">
                  <c:v>0</c:v>
                </c:pt>
                <c:pt idx="35355">
                  <c:v>0</c:v>
                </c:pt>
                <c:pt idx="35356">
                  <c:v>0</c:v>
                </c:pt>
                <c:pt idx="35357">
                  <c:v>0</c:v>
                </c:pt>
                <c:pt idx="35358">
                  <c:v>0</c:v>
                </c:pt>
                <c:pt idx="35359">
                  <c:v>0</c:v>
                </c:pt>
                <c:pt idx="35360">
                  <c:v>0</c:v>
                </c:pt>
                <c:pt idx="35361">
                  <c:v>0</c:v>
                </c:pt>
                <c:pt idx="35362">
                  <c:v>0</c:v>
                </c:pt>
                <c:pt idx="35363">
                  <c:v>0</c:v>
                </c:pt>
                <c:pt idx="35364">
                  <c:v>0</c:v>
                </c:pt>
                <c:pt idx="35365">
                  <c:v>0</c:v>
                </c:pt>
                <c:pt idx="35366">
                  <c:v>0</c:v>
                </c:pt>
                <c:pt idx="35367">
                  <c:v>0</c:v>
                </c:pt>
                <c:pt idx="35368">
                  <c:v>0</c:v>
                </c:pt>
                <c:pt idx="35369">
                  <c:v>0</c:v>
                </c:pt>
                <c:pt idx="35370">
                  <c:v>0</c:v>
                </c:pt>
                <c:pt idx="35371">
                  <c:v>0</c:v>
                </c:pt>
                <c:pt idx="35372">
                  <c:v>0</c:v>
                </c:pt>
                <c:pt idx="35373">
                  <c:v>0</c:v>
                </c:pt>
                <c:pt idx="35374">
                  <c:v>0</c:v>
                </c:pt>
                <c:pt idx="35375">
                  <c:v>0</c:v>
                </c:pt>
                <c:pt idx="35376">
                  <c:v>0</c:v>
                </c:pt>
                <c:pt idx="35377">
                  <c:v>0</c:v>
                </c:pt>
                <c:pt idx="35378">
                  <c:v>0</c:v>
                </c:pt>
                <c:pt idx="35379">
                  <c:v>0</c:v>
                </c:pt>
                <c:pt idx="35380">
                  <c:v>0</c:v>
                </c:pt>
                <c:pt idx="35381">
                  <c:v>0</c:v>
                </c:pt>
                <c:pt idx="35382">
                  <c:v>0</c:v>
                </c:pt>
                <c:pt idx="35383">
                  <c:v>0</c:v>
                </c:pt>
                <c:pt idx="35384">
                  <c:v>0</c:v>
                </c:pt>
                <c:pt idx="35385">
                  <c:v>0</c:v>
                </c:pt>
                <c:pt idx="35386">
                  <c:v>0</c:v>
                </c:pt>
                <c:pt idx="35387">
                  <c:v>0</c:v>
                </c:pt>
                <c:pt idx="35388">
                  <c:v>0</c:v>
                </c:pt>
                <c:pt idx="35389">
                  <c:v>0</c:v>
                </c:pt>
                <c:pt idx="35390">
                  <c:v>0</c:v>
                </c:pt>
                <c:pt idx="35391">
                  <c:v>0</c:v>
                </c:pt>
                <c:pt idx="35392">
                  <c:v>0</c:v>
                </c:pt>
                <c:pt idx="35393">
                  <c:v>0</c:v>
                </c:pt>
                <c:pt idx="35394">
                  <c:v>0</c:v>
                </c:pt>
                <c:pt idx="35395">
                  <c:v>0</c:v>
                </c:pt>
                <c:pt idx="35396">
                  <c:v>0</c:v>
                </c:pt>
                <c:pt idx="35397">
                  <c:v>0</c:v>
                </c:pt>
                <c:pt idx="35398">
                  <c:v>0</c:v>
                </c:pt>
                <c:pt idx="35399">
                  <c:v>0</c:v>
                </c:pt>
                <c:pt idx="35400">
                  <c:v>0</c:v>
                </c:pt>
                <c:pt idx="35401">
                  <c:v>0</c:v>
                </c:pt>
                <c:pt idx="35402">
                  <c:v>0</c:v>
                </c:pt>
                <c:pt idx="35403">
                  <c:v>0</c:v>
                </c:pt>
                <c:pt idx="35404">
                  <c:v>0</c:v>
                </c:pt>
                <c:pt idx="35405">
                  <c:v>0</c:v>
                </c:pt>
                <c:pt idx="35406">
                  <c:v>0</c:v>
                </c:pt>
                <c:pt idx="35407">
                  <c:v>0</c:v>
                </c:pt>
                <c:pt idx="35408">
                  <c:v>0</c:v>
                </c:pt>
                <c:pt idx="35409">
                  <c:v>0</c:v>
                </c:pt>
                <c:pt idx="35410">
                  <c:v>0</c:v>
                </c:pt>
                <c:pt idx="35411">
                  <c:v>0</c:v>
                </c:pt>
                <c:pt idx="35412">
                  <c:v>0</c:v>
                </c:pt>
                <c:pt idx="35413">
                  <c:v>0</c:v>
                </c:pt>
                <c:pt idx="35414">
                  <c:v>0</c:v>
                </c:pt>
                <c:pt idx="35415">
                  <c:v>0</c:v>
                </c:pt>
                <c:pt idx="35416">
                  <c:v>0</c:v>
                </c:pt>
                <c:pt idx="35417">
                  <c:v>0</c:v>
                </c:pt>
                <c:pt idx="35418">
                  <c:v>0</c:v>
                </c:pt>
                <c:pt idx="35419">
                  <c:v>0</c:v>
                </c:pt>
                <c:pt idx="35420">
                  <c:v>0</c:v>
                </c:pt>
                <c:pt idx="35421">
                  <c:v>0</c:v>
                </c:pt>
                <c:pt idx="35422">
                  <c:v>0</c:v>
                </c:pt>
                <c:pt idx="35423">
                  <c:v>0</c:v>
                </c:pt>
                <c:pt idx="35424">
                  <c:v>0</c:v>
                </c:pt>
                <c:pt idx="35425">
                  <c:v>0</c:v>
                </c:pt>
                <c:pt idx="35426">
                  <c:v>0</c:v>
                </c:pt>
                <c:pt idx="35427">
                  <c:v>0</c:v>
                </c:pt>
                <c:pt idx="35428">
                  <c:v>0</c:v>
                </c:pt>
                <c:pt idx="35429">
                  <c:v>0</c:v>
                </c:pt>
                <c:pt idx="35430">
                  <c:v>0</c:v>
                </c:pt>
                <c:pt idx="35431">
                  <c:v>0</c:v>
                </c:pt>
                <c:pt idx="35432">
                  <c:v>0</c:v>
                </c:pt>
                <c:pt idx="35433">
                  <c:v>0</c:v>
                </c:pt>
                <c:pt idx="35434">
                  <c:v>0</c:v>
                </c:pt>
                <c:pt idx="35435">
                  <c:v>0</c:v>
                </c:pt>
                <c:pt idx="35436">
                  <c:v>0</c:v>
                </c:pt>
                <c:pt idx="35437">
                  <c:v>0</c:v>
                </c:pt>
                <c:pt idx="35438">
                  <c:v>0</c:v>
                </c:pt>
                <c:pt idx="35439">
                  <c:v>0</c:v>
                </c:pt>
                <c:pt idx="35440">
                  <c:v>0</c:v>
                </c:pt>
                <c:pt idx="35441">
                  <c:v>0</c:v>
                </c:pt>
                <c:pt idx="35442">
                  <c:v>0</c:v>
                </c:pt>
                <c:pt idx="35443">
                  <c:v>0</c:v>
                </c:pt>
                <c:pt idx="35444">
                  <c:v>0</c:v>
                </c:pt>
                <c:pt idx="35445">
                  <c:v>0</c:v>
                </c:pt>
                <c:pt idx="35446">
                  <c:v>0</c:v>
                </c:pt>
                <c:pt idx="35447">
                  <c:v>0</c:v>
                </c:pt>
                <c:pt idx="35448">
                  <c:v>0</c:v>
                </c:pt>
                <c:pt idx="35449">
                  <c:v>0</c:v>
                </c:pt>
                <c:pt idx="35450">
                  <c:v>0</c:v>
                </c:pt>
                <c:pt idx="35451">
                  <c:v>0</c:v>
                </c:pt>
                <c:pt idx="35452">
                  <c:v>0</c:v>
                </c:pt>
                <c:pt idx="35453">
                  <c:v>0</c:v>
                </c:pt>
                <c:pt idx="35454">
                  <c:v>0</c:v>
                </c:pt>
                <c:pt idx="35455">
                  <c:v>0</c:v>
                </c:pt>
                <c:pt idx="35456">
                  <c:v>0</c:v>
                </c:pt>
                <c:pt idx="35457">
                  <c:v>0</c:v>
                </c:pt>
                <c:pt idx="35458">
                  <c:v>0</c:v>
                </c:pt>
                <c:pt idx="35459">
                  <c:v>0</c:v>
                </c:pt>
                <c:pt idx="35460">
                  <c:v>0</c:v>
                </c:pt>
                <c:pt idx="35461">
                  <c:v>0</c:v>
                </c:pt>
                <c:pt idx="35462">
                  <c:v>0</c:v>
                </c:pt>
                <c:pt idx="35463">
                  <c:v>0</c:v>
                </c:pt>
                <c:pt idx="35464">
                  <c:v>0</c:v>
                </c:pt>
                <c:pt idx="35465">
                  <c:v>0</c:v>
                </c:pt>
                <c:pt idx="35466">
                  <c:v>0</c:v>
                </c:pt>
                <c:pt idx="35467">
                  <c:v>0</c:v>
                </c:pt>
                <c:pt idx="35468">
                  <c:v>0</c:v>
                </c:pt>
                <c:pt idx="35469">
                  <c:v>0</c:v>
                </c:pt>
                <c:pt idx="35470">
                  <c:v>0</c:v>
                </c:pt>
                <c:pt idx="35471">
                  <c:v>0</c:v>
                </c:pt>
                <c:pt idx="35472">
                  <c:v>0</c:v>
                </c:pt>
                <c:pt idx="35473">
                  <c:v>0</c:v>
                </c:pt>
                <c:pt idx="35474">
                  <c:v>0</c:v>
                </c:pt>
                <c:pt idx="35475">
                  <c:v>0</c:v>
                </c:pt>
                <c:pt idx="35476">
                  <c:v>0</c:v>
                </c:pt>
                <c:pt idx="35477">
                  <c:v>0</c:v>
                </c:pt>
                <c:pt idx="35478">
                  <c:v>0</c:v>
                </c:pt>
                <c:pt idx="35479">
                  <c:v>0</c:v>
                </c:pt>
                <c:pt idx="35480">
                  <c:v>0</c:v>
                </c:pt>
                <c:pt idx="35481">
                  <c:v>0</c:v>
                </c:pt>
                <c:pt idx="35482">
                  <c:v>0</c:v>
                </c:pt>
                <c:pt idx="35483">
                  <c:v>0</c:v>
                </c:pt>
                <c:pt idx="35484">
                  <c:v>0</c:v>
                </c:pt>
                <c:pt idx="35485">
                  <c:v>0</c:v>
                </c:pt>
                <c:pt idx="35486">
                  <c:v>0</c:v>
                </c:pt>
                <c:pt idx="35487">
                  <c:v>0</c:v>
                </c:pt>
                <c:pt idx="35488">
                  <c:v>0</c:v>
                </c:pt>
                <c:pt idx="35489">
                  <c:v>0</c:v>
                </c:pt>
                <c:pt idx="35490">
                  <c:v>0</c:v>
                </c:pt>
                <c:pt idx="35491">
                  <c:v>0</c:v>
                </c:pt>
                <c:pt idx="35492">
                  <c:v>0</c:v>
                </c:pt>
                <c:pt idx="35493">
                  <c:v>0</c:v>
                </c:pt>
                <c:pt idx="35494">
                  <c:v>0</c:v>
                </c:pt>
                <c:pt idx="35495">
                  <c:v>0</c:v>
                </c:pt>
                <c:pt idx="35496">
                  <c:v>0</c:v>
                </c:pt>
                <c:pt idx="35497">
                  <c:v>0</c:v>
                </c:pt>
                <c:pt idx="35498">
                  <c:v>0</c:v>
                </c:pt>
                <c:pt idx="35499">
                  <c:v>0</c:v>
                </c:pt>
                <c:pt idx="35500">
                  <c:v>0</c:v>
                </c:pt>
                <c:pt idx="35501">
                  <c:v>0</c:v>
                </c:pt>
                <c:pt idx="35502">
                  <c:v>0</c:v>
                </c:pt>
                <c:pt idx="35503">
                  <c:v>0</c:v>
                </c:pt>
                <c:pt idx="35504">
                  <c:v>0</c:v>
                </c:pt>
                <c:pt idx="35505">
                  <c:v>0</c:v>
                </c:pt>
                <c:pt idx="35506">
                  <c:v>0</c:v>
                </c:pt>
                <c:pt idx="35507">
                  <c:v>0</c:v>
                </c:pt>
                <c:pt idx="35508">
                  <c:v>0</c:v>
                </c:pt>
                <c:pt idx="35509">
                  <c:v>0</c:v>
                </c:pt>
                <c:pt idx="35510">
                  <c:v>0</c:v>
                </c:pt>
                <c:pt idx="35511">
                  <c:v>0</c:v>
                </c:pt>
                <c:pt idx="35512">
                  <c:v>0</c:v>
                </c:pt>
                <c:pt idx="35513">
                  <c:v>0</c:v>
                </c:pt>
                <c:pt idx="35514">
                  <c:v>0</c:v>
                </c:pt>
                <c:pt idx="35515">
                  <c:v>0</c:v>
                </c:pt>
                <c:pt idx="35516">
                  <c:v>0</c:v>
                </c:pt>
                <c:pt idx="35517">
                  <c:v>0</c:v>
                </c:pt>
                <c:pt idx="35518">
                  <c:v>0</c:v>
                </c:pt>
                <c:pt idx="35519">
                  <c:v>0</c:v>
                </c:pt>
                <c:pt idx="35520">
                  <c:v>0</c:v>
                </c:pt>
                <c:pt idx="35521">
                  <c:v>0</c:v>
                </c:pt>
                <c:pt idx="35522">
                  <c:v>0</c:v>
                </c:pt>
                <c:pt idx="35523">
                  <c:v>0</c:v>
                </c:pt>
                <c:pt idx="35524">
                  <c:v>0</c:v>
                </c:pt>
                <c:pt idx="35525">
                  <c:v>0</c:v>
                </c:pt>
                <c:pt idx="35526">
                  <c:v>0</c:v>
                </c:pt>
                <c:pt idx="35527">
                  <c:v>0</c:v>
                </c:pt>
                <c:pt idx="35528">
                  <c:v>0</c:v>
                </c:pt>
                <c:pt idx="35529">
                  <c:v>0</c:v>
                </c:pt>
                <c:pt idx="35530">
                  <c:v>0</c:v>
                </c:pt>
                <c:pt idx="35531">
                  <c:v>0</c:v>
                </c:pt>
                <c:pt idx="35532">
                  <c:v>0</c:v>
                </c:pt>
                <c:pt idx="35533">
                  <c:v>0</c:v>
                </c:pt>
                <c:pt idx="35534">
                  <c:v>0</c:v>
                </c:pt>
                <c:pt idx="35535">
                  <c:v>0</c:v>
                </c:pt>
                <c:pt idx="35536">
                  <c:v>0</c:v>
                </c:pt>
                <c:pt idx="35537">
                  <c:v>0</c:v>
                </c:pt>
                <c:pt idx="35538">
                  <c:v>0</c:v>
                </c:pt>
                <c:pt idx="35539">
                  <c:v>0</c:v>
                </c:pt>
                <c:pt idx="35540">
                  <c:v>0</c:v>
                </c:pt>
                <c:pt idx="35541">
                  <c:v>0</c:v>
                </c:pt>
                <c:pt idx="35542">
                  <c:v>0</c:v>
                </c:pt>
                <c:pt idx="35543">
                  <c:v>0</c:v>
                </c:pt>
                <c:pt idx="35544">
                  <c:v>0</c:v>
                </c:pt>
                <c:pt idx="35545">
                  <c:v>0</c:v>
                </c:pt>
                <c:pt idx="35546">
                  <c:v>0</c:v>
                </c:pt>
                <c:pt idx="35547">
                  <c:v>0</c:v>
                </c:pt>
                <c:pt idx="35548">
                  <c:v>0</c:v>
                </c:pt>
                <c:pt idx="35549">
                  <c:v>0</c:v>
                </c:pt>
                <c:pt idx="35550">
                  <c:v>0</c:v>
                </c:pt>
                <c:pt idx="35551">
                  <c:v>0</c:v>
                </c:pt>
                <c:pt idx="35552">
                  <c:v>0</c:v>
                </c:pt>
                <c:pt idx="35553">
                  <c:v>0</c:v>
                </c:pt>
                <c:pt idx="35554">
                  <c:v>0</c:v>
                </c:pt>
                <c:pt idx="35555">
                  <c:v>0</c:v>
                </c:pt>
                <c:pt idx="35556">
                  <c:v>0</c:v>
                </c:pt>
                <c:pt idx="35557">
                  <c:v>0</c:v>
                </c:pt>
                <c:pt idx="35558">
                  <c:v>0</c:v>
                </c:pt>
                <c:pt idx="35559">
                  <c:v>0</c:v>
                </c:pt>
                <c:pt idx="35560">
                  <c:v>0</c:v>
                </c:pt>
                <c:pt idx="35561">
                  <c:v>0</c:v>
                </c:pt>
                <c:pt idx="35562">
                  <c:v>0</c:v>
                </c:pt>
                <c:pt idx="35563">
                  <c:v>0</c:v>
                </c:pt>
                <c:pt idx="35564">
                  <c:v>0</c:v>
                </c:pt>
                <c:pt idx="35565">
                  <c:v>0</c:v>
                </c:pt>
                <c:pt idx="35566">
                  <c:v>0</c:v>
                </c:pt>
                <c:pt idx="35567">
                  <c:v>0</c:v>
                </c:pt>
                <c:pt idx="35568">
                  <c:v>0</c:v>
                </c:pt>
                <c:pt idx="35569">
                  <c:v>0</c:v>
                </c:pt>
                <c:pt idx="35570">
                  <c:v>0</c:v>
                </c:pt>
                <c:pt idx="35571">
                  <c:v>0</c:v>
                </c:pt>
                <c:pt idx="35572">
                  <c:v>0</c:v>
                </c:pt>
                <c:pt idx="35573">
                  <c:v>0</c:v>
                </c:pt>
                <c:pt idx="35574">
                  <c:v>0</c:v>
                </c:pt>
                <c:pt idx="35575">
                  <c:v>0</c:v>
                </c:pt>
                <c:pt idx="35576">
                  <c:v>0</c:v>
                </c:pt>
                <c:pt idx="35577">
                  <c:v>0</c:v>
                </c:pt>
                <c:pt idx="35578">
                  <c:v>0</c:v>
                </c:pt>
                <c:pt idx="35579">
                  <c:v>0</c:v>
                </c:pt>
                <c:pt idx="35580">
                  <c:v>0</c:v>
                </c:pt>
                <c:pt idx="35581">
                  <c:v>0</c:v>
                </c:pt>
                <c:pt idx="35582">
                  <c:v>0</c:v>
                </c:pt>
                <c:pt idx="35583">
                  <c:v>0</c:v>
                </c:pt>
                <c:pt idx="35584">
                  <c:v>0</c:v>
                </c:pt>
                <c:pt idx="35585">
                  <c:v>0</c:v>
                </c:pt>
                <c:pt idx="35586">
                  <c:v>0</c:v>
                </c:pt>
                <c:pt idx="35587">
                  <c:v>0</c:v>
                </c:pt>
                <c:pt idx="35588">
                  <c:v>0</c:v>
                </c:pt>
                <c:pt idx="35589">
                  <c:v>0</c:v>
                </c:pt>
                <c:pt idx="35590">
                  <c:v>0</c:v>
                </c:pt>
                <c:pt idx="35591">
                  <c:v>0</c:v>
                </c:pt>
                <c:pt idx="35592">
                  <c:v>0</c:v>
                </c:pt>
                <c:pt idx="35593">
                  <c:v>0</c:v>
                </c:pt>
                <c:pt idx="35594">
                  <c:v>0</c:v>
                </c:pt>
                <c:pt idx="35595">
                  <c:v>0</c:v>
                </c:pt>
                <c:pt idx="35596">
                  <c:v>0</c:v>
                </c:pt>
                <c:pt idx="35597">
                  <c:v>0</c:v>
                </c:pt>
                <c:pt idx="35598">
                  <c:v>0</c:v>
                </c:pt>
                <c:pt idx="35599">
                  <c:v>0</c:v>
                </c:pt>
                <c:pt idx="35600">
                  <c:v>0</c:v>
                </c:pt>
                <c:pt idx="35601">
                  <c:v>0</c:v>
                </c:pt>
                <c:pt idx="35602">
                  <c:v>0</c:v>
                </c:pt>
                <c:pt idx="35603">
                  <c:v>0</c:v>
                </c:pt>
                <c:pt idx="35604">
                  <c:v>0</c:v>
                </c:pt>
                <c:pt idx="35605">
                  <c:v>0</c:v>
                </c:pt>
                <c:pt idx="35606">
                  <c:v>0</c:v>
                </c:pt>
                <c:pt idx="35607">
                  <c:v>0</c:v>
                </c:pt>
                <c:pt idx="35608">
                  <c:v>0</c:v>
                </c:pt>
                <c:pt idx="35609">
                  <c:v>0</c:v>
                </c:pt>
                <c:pt idx="35610">
                  <c:v>0</c:v>
                </c:pt>
                <c:pt idx="35611">
                  <c:v>0</c:v>
                </c:pt>
                <c:pt idx="35612">
                  <c:v>0</c:v>
                </c:pt>
                <c:pt idx="35613">
                  <c:v>0</c:v>
                </c:pt>
                <c:pt idx="35614">
                  <c:v>0</c:v>
                </c:pt>
                <c:pt idx="35615">
                  <c:v>0</c:v>
                </c:pt>
                <c:pt idx="35616">
                  <c:v>0</c:v>
                </c:pt>
                <c:pt idx="35617">
                  <c:v>0</c:v>
                </c:pt>
                <c:pt idx="35618">
                  <c:v>0</c:v>
                </c:pt>
                <c:pt idx="35619">
                  <c:v>0</c:v>
                </c:pt>
                <c:pt idx="35620">
                  <c:v>0</c:v>
                </c:pt>
                <c:pt idx="35621">
                  <c:v>0</c:v>
                </c:pt>
                <c:pt idx="35622">
                  <c:v>0</c:v>
                </c:pt>
                <c:pt idx="35623">
                  <c:v>0</c:v>
                </c:pt>
                <c:pt idx="35624">
                  <c:v>0</c:v>
                </c:pt>
                <c:pt idx="35625">
                  <c:v>0</c:v>
                </c:pt>
                <c:pt idx="35626">
                  <c:v>0</c:v>
                </c:pt>
                <c:pt idx="35627">
                  <c:v>0</c:v>
                </c:pt>
                <c:pt idx="35628">
                  <c:v>0</c:v>
                </c:pt>
                <c:pt idx="35629">
                  <c:v>0</c:v>
                </c:pt>
                <c:pt idx="35630">
                  <c:v>0</c:v>
                </c:pt>
                <c:pt idx="35631">
                  <c:v>0</c:v>
                </c:pt>
                <c:pt idx="35632">
                  <c:v>0</c:v>
                </c:pt>
                <c:pt idx="35633">
                  <c:v>0</c:v>
                </c:pt>
                <c:pt idx="35634">
                  <c:v>0</c:v>
                </c:pt>
                <c:pt idx="35635">
                  <c:v>0</c:v>
                </c:pt>
                <c:pt idx="35636">
                  <c:v>0</c:v>
                </c:pt>
                <c:pt idx="35637">
                  <c:v>0</c:v>
                </c:pt>
                <c:pt idx="35638">
                  <c:v>0</c:v>
                </c:pt>
                <c:pt idx="35639">
                  <c:v>0</c:v>
                </c:pt>
                <c:pt idx="35640">
                  <c:v>0</c:v>
                </c:pt>
                <c:pt idx="35641">
                  <c:v>0</c:v>
                </c:pt>
                <c:pt idx="35642">
                  <c:v>0</c:v>
                </c:pt>
                <c:pt idx="35643">
                  <c:v>0</c:v>
                </c:pt>
                <c:pt idx="35644">
                  <c:v>0</c:v>
                </c:pt>
                <c:pt idx="35645">
                  <c:v>0</c:v>
                </c:pt>
                <c:pt idx="35646">
                  <c:v>0</c:v>
                </c:pt>
                <c:pt idx="35647">
                  <c:v>0</c:v>
                </c:pt>
                <c:pt idx="35648">
                  <c:v>0</c:v>
                </c:pt>
                <c:pt idx="35649">
                  <c:v>0</c:v>
                </c:pt>
                <c:pt idx="35650">
                  <c:v>0</c:v>
                </c:pt>
                <c:pt idx="35651">
                  <c:v>0</c:v>
                </c:pt>
                <c:pt idx="35652">
                  <c:v>0</c:v>
                </c:pt>
                <c:pt idx="35653">
                  <c:v>0</c:v>
                </c:pt>
                <c:pt idx="35654">
                  <c:v>0</c:v>
                </c:pt>
                <c:pt idx="35655">
                  <c:v>0</c:v>
                </c:pt>
                <c:pt idx="35656">
                  <c:v>0</c:v>
                </c:pt>
                <c:pt idx="35657">
                  <c:v>0</c:v>
                </c:pt>
                <c:pt idx="35658">
                  <c:v>0</c:v>
                </c:pt>
                <c:pt idx="35659">
                  <c:v>0</c:v>
                </c:pt>
                <c:pt idx="35660">
                  <c:v>0</c:v>
                </c:pt>
                <c:pt idx="35661">
                  <c:v>0</c:v>
                </c:pt>
                <c:pt idx="35662">
                  <c:v>0</c:v>
                </c:pt>
                <c:pt idx="35663">
                  <c:v>0</c:v>
                </c:pt>
                <c:pt idx="35664">
                  <c:v>0</c:v>
                </c:pt>
                <c:pt idx="35665">
                  <c:v>0</c:v>
                </c:pt>
                <c:pt idx="35666">
                  <c:v>0</c:v>
                </c:pt>
                <c:pt idx="35667">
                  <c:v>0</c:v>
                </c:pt>
                <c:pt idx="35668">
                  <c:v>0</c:v>
                </c:pt>
                <c:pt idx="35669">
                  <c:v>0</c:v>
                </c:pt>
                <c:pt idx="35670">
                  <c:v>0</c:v>
                </c:pt>
                <c:pt idx="35671">
                  <c:v>0</c:v>
                </c:pt>
                <c:pt idx="35672">
                  <c:v>0</c:v>
                </c:pt>
                <c:pt idx="35673">
                  <c:v>0</c:v>
                </c:pt>
                <c:pt idx="35674">
                  <c:v>0</c:v>
                </c:pt>
                <c:pt idx="35675">
                  <c:v>0</c:v>
                </c:pt>
                <c:pt idx="35676">
                  <c:v>0</c:v>
                </c:pt>
                <c:pt idx="35677">
                  <c:v>0</c:v>
                </c:pt>
                <c:pt idx="35678">
                  <c:v>0</c:v>
                </c:pt>
                <c:pt idx="35679">
                  <c:v>0</c:v>
                </c:pt>
                <c:pt idx="35680">
                  <c:v>0</c:v>
                </c:pt>
                <c:pt idx="35681">
                  <c:v>0</c:v>
                </c:pt>
                <c:pt idx="35682">
                  <c:v>0</c:v>
                </c:pt>
                <c:pt idx="35683">
                  <c:v>0</c:v>
                </c:pt>
                <c:pt idx="35684">
                  <c:v>0</c:v>
                </c:pt>
                <c:pt idx="35685">
                  <c:v>0</c:v>
                </c:pt>
                <c:pt idx="35686">
                  <c:v>0</c:v>
                </c:pt>
                <c:pt idx="35687">
                  <c:v>0</c:v>
                </c:pt>
                <c:pt idx="35688">
                  <c:v>0</c:v>
                </c:pt>
                <c:pt idx="35689">
                  <c:v>0</c:v>
                </c:pt>
                <c:pt idx="35690">
                  <c:v>0</c:v>
                </c:pt>
                <c:pt idx="35691">
                  <c:v>0</c:v>
                </c:pt>
                <c:pt idx="35692">
                  <c:v>0</c:v>
                </c:pt>
                <c:pt idx="35693">
                  <c:v>0</c:v>
                </c:pt>
                <c:pt idx="35694">
                  <c:v>0</c:v>
                </c:pt>
                <c:pt idx="35695">
                  <c:v>0</c:v>
                </c:pt>
                <c:pt idx="35696">
                  <c:v>0</c:v>
                </c:pt>
                <c:pt idx="35697">
                  <c:v>0</c:v>
                </c:pt>
                <c:pt idx="35698">
                  <c:v>0</c:v>
                </c:pt>
                <c:pt idx="35699">
                  <c:v>0</c:v>
                </c:pt>
                <c:pt idx="35700">
                  <c:v>0</c:v>
                </c:pt>
                <c:pt idx="35701">
                  <c:v>0</c:v>
                </c:pt>
                <c:pt idx="35702">
                  <c:v>0</c:v>
                </c:pt>
                <c:pt idx="35703">
                  <c:v>0</c:v>
                </c:pt>
                <c:pt idx="35704">
                  <c:v>0</c:v>
                </c:pt>
                <c:pt idx="35705">
                  <c:v>0</c:v>
                </c:pt>
                <c:pt idx="35706">
                  <c:v>0</c:v>
                </c:pt>
                <c:pt idx="35707">
                  <c:v>0</c:v>
                </c:pt>
                <c:pt idx="35708">
                  <c:v>0</c:v>
                </c:pt>
                <c:pt idx="35709">
                  <c:v>0</c:v>
                </c:pt>
                <c:pt idx="35710">
                  <c:v>0</c:v>
                </c:pt>
                <c:pt idx="35711">
                  <c:v>0</c:v>
                </c:pt>
                <c:pt idx="35712">
                  <c:v>0</c:v>
                </c:pt>
                <c:pt idx="35713">
                  <c:v>0</c:v>
                </c:pt>
                <c:pt idx="35714">
                  <c:v>0</c:v>
                </c:pt>
                <c:pt idx="35715">
                  <c:v>0</c:v>
                </c:pt>
                <c:pt idx="35716">
                  <c:v>0</c:v>
                </c:pt>
                <c:pt idx="35717">
                  <c:v>0</c:v>
                </c:pt>
                <c:pt idx="35718">
                  <c:v>0</c:v>
                </c:pt>
                <c:pt idx="35719">
                  <c:v>0</c:v>
                </c:pt>
                <c:pt idx="35720">
                  <c:v>0</c:v>
                </c:pt>
                <c:pt idx="35721">
                  <c:v>0</c:v>
                </c:pt>
                <c:pt idx="35722">
                  <c:v>0</c:v>
                </c:pt>
                <c:pt idx="35723">
                  <c:v>0</c:v>
                </c:pt>
                <c:pt idx="35724">
                  <c:v>0</c:v>
                </c:pt>
                <c:pt idx="35725">
                  <c:v>0</c:v>
                </c:pt>
                <c:pt idx="35726">
                  <c:v>0</c:v>
                </c:pt>
                <c:pt idx="35727">
                  <c:v>0</c:v>
                </c:pt>
                <c:pt idx="35728">
                  <c:v>0</c:v>
                </c:pt>
                <c:pt idx="35729">
                  <c:v>0</c:v>
                </c:pt>
                <c:pt idx="35730">
                  <c:v>0</c:v>
                </c:pt>
                <c:pt idx="35731">
                  <c:v>0</c:v>
                </c:pt>
                <c:pt idx="35732">
                  <c:v>0</c:v>
                </c:pt>
                <c:pt idx="35733">
                  <c:v>0</c:v>
                </c:pt>
                <c:pt idx="35734">
                  <c:v>0</c:v>
                </c:pt>
                <c:pt idx="35735">
                  <c:v>0</c:v>
                </c:pt>
                <c:pt idx="35736">
                  <c:v>0</c:v>
                </c:pt>
                <c:pt idx="35737">
                  <c:v>0</c:v>
                </c:pt>
                <c:pt idx="35738">
                  <c:v>0</c:v>
                </c:pt>
                <c:pt idx="35739">
                  <c:v>0</c:v>
                </c:pt>
                <c:pt idx="35740">
                  <c:v>0</c:v>
                </c:pt>
                <c:pt idx="35741">
                  <c:v>0</c:v>
                </c:pt>
                <c:pt idx="35742">
                  <c:v>0</c:v>
                </c:pt>
                <c:pt idx="35743">
                  <c:v>0</c:v>
                </c:pt>
                <c:pt idx="35744">
                  <c:v>0</c:v>
                </c:pt>
                <c:pt idx="35745">
                  <c:v>0</c:v>
                </c:pt>
                <c:pt idx="35746">
                  <c:v>0</c:v>
                </c:pt>
                <c:pt idx="35747">
                  <c:v>0</c:v>
                </c:pt>
                <c:pt idx="35748">
                  <c:v>0</c:v>
                </c:pt>
                <c:pt idx="35749">
                  <c:v>0</c:v>
                </c:pt>
                <c:pt idx="35750">
                  <c:v>0</c:v>
                </c:pt>
                <c:pt idx="35751">
                  <c:v>0</c:v>
                </c:pt>
                <c:pt idx="35752">
                  <c:v>0</c:v>
                </c:pt>
                <c:pt idx="35753">
                  <c:v>0</c:v>
                </c:pt>
                <c:pt idx="35754">
                  <c:v>0</c:v>
                </c:pt>
                <c:pt idx="35755">
                  <c:v>0</c:v>
                </c:pt>
                <c:pt idx="35756">
                  <c:v>0</c:v>
                </c:pt>
                <c:pt idx="35757">
                  <c:v>0</c:v>
                </c:pt>
                <c:pt idx="35758">
                  <c:v>0</c:v>
                </c:pt>
                <c:pt idx="35759">
                  <c:v>0</c:v>
                </c:pt>
                <c:pt idx="35760">
                  <c:v>0</c:v>
                </c:pt>
                <c:pt idx="35761">
                  <c:v>0</c:v>
                </c:pt>
                <c:pt idx="35762">
                  <c:v>0</c:v>
                </c:pt>
                <c:pt idx="35763">
                  <c:v>0</c:v>
                </c:pt>
                <c:pt idx="35764">
                  <c:v>0</c:v>
                </c:pt>
                <c:pt idx="35765">
                  <c:v>0</c:v>
                </c:pt>
                <c:pt idx="35766">
                  <c:v>0</c:v>
                </c:pt>
                <c:pt idx="35767">
                  <c:v>0</c:v>
                </c:pt>
                <c:pt idx="35768">
                  <c:v>0</c:v>
                </c:pt>
                <c:pt idx="35769">
                  <c:v>0</c:v>
                </c:pt>
                <c:pt idx="35770">
                  <c:v>0</c:v>
                </c:pt>
                <c:pt idx="35771">
                  <c:v>0</c:v>
                </c:pt>
                <c:pt idx="35772">
                  <c:v>0</c:v>
                </c:pt>
                <c:pt idx="35773">
                  <c:v>0</c:v>
                </c:pt>
                <c:pt idx="35774">
                  <c:v>0</c:v>
                </c:pt>
                <c:pt idx="35775">
                  <c:v>0</c:v>
                </c:pt>
                <c:pt idx="35776">
                  <c:v>0</c:v>
                </c:pt>
                <c:pt idx="35777">
                  <c:v>0</c:v>
                </c:pt>
                <c:pt idx="35778">
                  <c:v>0</c:v>
                </c:pt>
                <c:pt idx="35779">
                  <c:v>0</c:v>
                </c:pt>
                <c:pt idx="35780">
                  <c:v>0</c:v>
                </c:pt>
                <c:pt idx="35781">
                  <c:v>0</c:v>
                </c:pt>
                <c:pt idx="35782">
                  <c:v>0</c:v>
                </c:pt>
                <c:pt idx="35783">
                  <c:v>0</c:v>
                </c:pt>
                <c:pt idx="35784">
                  <c:v>0</c:v>
                </c:pt>
                <c:pt idx="35785">
                  <c:v>0</c:v>
                </c:pt>
                <c:pt idx="35786">
                  <c:v>0</c:v>
                </c:pt>
                <c:pt idx="35787">
                  <c:v>0</c:v>
                </c:pt>
                <c:pt idx="35788">
                  <c:v>0</c:v>
                </c:pt>
                <c:pt idx="35789">
                  <c:v>0</c:v>
                </c:pt>
                <c:pt idx="35790">
                  <c:v>0</c:v>
                </c:pt>
                <c:pt idx="35791">
                  <c:v>0</c:v>
                </c:pt>
                <c:pt idx="35792">
                  <c:v>0</c:v>
                </c:pt>
                <c:pt idx="35793">
                  <c:v>0</c:v>
                </c:pt>
                <c:pt idx="35794">
                  <c:v>0</c:v>
                </c:pt>
                <c:pt idx="35795">
                  <c:v>0</c:v>
                </c:pt>
                <c:pt idx="35796">
                  <c:v>0</c:v>
                </c:pt>
                <c:pt idx="35797">
                  <c:v>0</c:v>
                </c:pt>
                <c:pt idx="35798">
                  <c:v>0</c:v>
                </c:pt>
                <c:pt idx="35799">
                  <c:v>0</c:v>
                </c:pt>
                <c:pt idx="35800">
                  <c:v>0</c:v>
                </c:pt>
                <c:pt idx="35801">
                  <c:v>0</c:v>
                </c:pt>
                <c:pt idx="35802">
                  <c:v>0</c:v>
                </c:pt>
                <c:pt idx="35803">
                  <c:v>0</c:v>
                </c:pt>
                <c:pt idx="35804">
                  <c:v>0</c:v>
                </c:pt>
                <c:pt idx="35805">
                  <c:v>0</c:v>
                </c:pt>
                <c:pt idx="35806">
                  <c:v>0</c:v>
                </c:pt>
                <c:pt idx="35807">
                  <c:v>0</c:v>
                </c:pt>
                <c:pt idx="35808">
                  <c:v>0</c:v>
                </c:pt>
                <c:pt idx="35809">
                  <c:v>0</c:v>
                </c:pt>
                <c:pt idx="35810">
                  <c:v>0</c:v>
                </c:pt>
                <c:pt idx="35811">
                  <c:v>0</c:v>
                </c:pt>
                <c:pt idx="35812">
                  <c:v>0</c:v>
                </c:pt>
                <c:pt idx="35813">
                  <c:v>0</c:v>
                </c:pt>
                <c:pt idx="35814">
                  <c:v>0</c:v>
                </c:pt>
                <c:pt idx="35815">
                  <c:v>0</c:v>
                </c:pt>
                <c:pt idx="35816">
                  <c:v>0</c:v>
                </c:pt>
                <c:pt idx="35817">
                  <c:v>0</c:v>
                </c:pt>
                <c:pt idx="35818">
                  <c:v>0</c:v>
                </c:pt>
                <c:pt idx="35819">
                  <c:v>0</c:v>
                </c:pt>
                <c:pt idx="35820">
                  <c:v>0</c:v>
                </c:pt>
                <c:pt idx="35821">
                  <c:v>0</c:v>
                </c:pt>
                <c:pt idx="35822">
                  <c:v>0</c:v>
                </c:pt>
                <c:pt idx="35823">
                  <c:v>0</c:v>
                </c:pt>
                <c:pt idx="35824">
                  <c:v>0</c:v>
                </c:pt>
                <c:pt idx="35825">
                  <c:v>0</c:v>
                </c:pt>
                <c:pt idx="35826">
                  <c:v>0</c:v>
                </c:pt>
                <c:pt idx="35827">
                  <c:v>0</c:v>
                </c:pt>
                <c:pt idx="35828">
                  <c:v>0</c:v>
                </c:pt>
                <c:pt idx="35829">
                  <c:v>0</c:v>
                </c:pt>
                <c:pt idx="35830">
                  <c:v>0</c:v>
                </c:pt>
                <c:pt idx="35831">
                  <c:v>0</c:v>
                </c:pt>
                <c:pt idx="35832">
                  <c:v>0</c:v>
                </c:pt>
                <c:pt idx="35833">
                  <c:v>0</c:v>
                </c:pt>
                <c:pt idx="35834">
                  <c:v>0</c:v>
                </c:pt>
                <c:pt idx="35835">
                  <c:v>0</c:v>
                </c:pt>
                <c:pt idx="35836">
                  <c:v>0</c:v>
                </c:pt>
                <c:pt idx="35837">
                  <c:v>0</c:v>
                </c:pt>
                <c:pt idx="35838">
                  <c:v>0</c:v>
                </c:pt>
                <c:pt idx="35839">
                  <c:v>0</c:v>
                </c:pt>
                <c:pt idx="35840">
                  <c:v>0</c:v>
                </c:pt>
                <c:pt idx="35841">
                  <c:v>0</c:v>
                </c:pt>
                <c:pt idx="35842">
                  <c:v>0</c:v>
                </c:pt>
                <c:pt idx="35843">
                  <c:v>0</c:v>
                </c:pt>
                <c:pt idx="35844">
                  <c:v>0</c:v>
                </c:pt>
                <c:pt idx="35845">
                  <c:v>0</c:v>
                </c:pt>
                <c:pt idx="35846">
                  <c:v>0</c:v>
                </c:pt>
                <c:pt idx="35847">
                  <c:v>0</c:v>
                </c:pt>
                <c:pt idx="35848">
                  <c:v>0</c:v>
                </c:pt>
                <c:pt idx="35849">
                  <c:v>0</c:v>
                </c:pt>
                <c:pt idx="35850">
                  <c:v>0</c:v>
                </c:pt>
                <c:pt idx="35851">
                  <c:v>0</c:v>
                </c:pt>
                <c:pt idx="35852">
                  <c:v>0</c:v>
                </c:pt>
                <c:pt idx="35853">
                  <c:v>0</c:v>
                </c:pt>
                <c:pt idx="35854">
                  <c:v>0</c:v>
                </c:pt>
                <c:pt idx="35855">
                  <c:v>0</c:v>
                </c:pt>
                <c:pt idx="35856">
                  <c:v>0</c:v>
                </c:pt>
                <c:pt idx="35857">
                  <c:v>0</c:v>
                </c:pt>
                <c:pt idx="35858">
                  <c:v>0</c:v>
                </c:pt>
                <c:pt idx="35859">
                  <c:v>0</c:v>
                </c:pt>
                <c:pt idx="35860">
                  <c:v>0</c:v>
                </c:pt>
                <c:pt idx="35861">
                  <c:v>0</c:v>
                </c:pt>
                <c:pt idx="35862">
                  <c:v>0</c:v>
                </c:pt>
                <c:pt idx="35863">
                  <c:v>0</c:v>
                </c:pt>
                <c:pt idx="35864">
                  <c:v>0</c:v>
                </c:pt>
                <c:pt idx="35865">
                  <c:v>0</c:v>
                </c:pt>
                <c:pt idx="35866">
                  <c:v>0</c:v>
                </c:pt>
                <c:pt idx="35867">
                  <c:v>0</c:v>
                </c:pt>
                <c:pt idx="35868">
                  <c:v>0</c:v>
                </c:pt>
                <c:pt idx="35869">
                  <c:v>0</c:v>
                </c:pt>
                <c:pt idx="35870">
                  <c:v>0</c:v>
                </c:pt>
                <c:pt idx="35871">
                  <c:v>0</c:v>
                </c:pt>
                <c:pt idx="35872">
                  <c:v>0</c:v>
                </c:pt>
                <c:pt idx="35873">
                  <c:v>0</c:v>
                </c:pt>
                <c:pt idx="35874">
                  <c:v>0</c:v>
                </c:pt>
                <c:pt idx="35875">
                  <c:v>0</c:v>
                </c:pt>
                <c:pt idx="35876">
                  <c:v>0</c:v>
                </c:pt>
                <c:pt idx="35877">
                  <c:v>0</c:v>
                </c:pt>
                <c:pt idx="35878">
                  <c:v>0</c:v>
                </c:pt>
                <c:pt idx="35879">
                  <c:v>0</c:v>
                </c:pt>
                <c:pt idx="35880">
                  <c:v>0</c:v>
                </c:pt>
                <c:pt idx="35881">
                  <c:v>0</c:v>
                </c:pt>
                <c:pt idx="35882">
                  <c:v>0</c:v>
                </c:pt>
                <c:pt idx="35883">
                  <c:v>0</c:v>
                </c:pt>
                <c:pt idx="35884">
                  <c:v>0</c:v>
                </c:pt>
                <c:pt idx="35885">
                  <c:v>0</c:v>
                </c:pt>
                <c:pt idx="35886">
                  <c:v>0</c:v>
                </c:pt>
                <c:pt idx="35887">
                  <c:v>0</c:v>
                </c:pt>
                <c:pt idx="35888">
                  <c:v>0</c:v>
                </c:pt>
                <c:pt idx="35889">
                  <c:v>0</c:v>
                </c:pt>
                <c:pt idx="35890">
                  <c:v>0</c:v>
                </c:pt>
                <c:pt idx="35891">
                  <c:v>0</c:v>
                </c:pt>
                <c:pt idx="35892">
                  <c:v>0</c:v>
                </c:pt>
                <c:pt idx="35893">
                  <c:v>0</c:v>
                </c:pt>
                <c:pt idx="35894">
                  <c:v>0</c:v>
                </c:pt>
                <c:pt idx="35895">
                  <c:v>0</c:v>
                </c:pt>
                <c:pt idx="35896">
                  <c:v>0</c:v>
                </c:pt>
                <c:pt idx="35897">
                  <c:v>0</c:v>
                </c:pt>
                <c:pt idx="35898">
                  <c:v>0</c:v>
                </c:pt>
                <c:pt idx="35899">
                  <c:v>0</c:v>
                </c:pt>
                <c:pt idx="35900">
                  <c:v>0</c:v>
                </c:pt>
                <c:pt idx="35901">
                  <c:v>0</c:v>
                </c:pt>
                <c:pt idx="35902">
                  <c:v>0</c:v>
                </c:pt>
                <c:pt idx="35903">
                  <c:v>0</c:v>
                </c:pt>
                <c:pt idx="35904">
                  <c:v>0</c:v>
                </c:pt>
                <c:pt idx="35905">
                  <c:v>0</c:v>
                </c:pt>
                <c:pt idx="35906">
                  <c:v>0</c:v>
                </c:pt>
                <c:pt idx="35907">
                  <c:v>0</c:v>
                </c:pt>
                <c:pt idx="35908">
                  <c:v>0</c:v>
                </c:pt>
                <c:pt idx="35909">
                  <c:v>0</c:v>
                </c:pt>
                <c:pt idx="35910">
                  <c:v>0</c:v>
                </c:pt>
                <c:pt idx="35911">
                  <c:v>0</c:v>
                </c:pt>
                <c:pt idx="35912">
                  <c:v>0</c:v>
                </c:pt>
                <c:pt idx="35913">
                  <c:v>0</c:v>
                </c:pt>
                <c:pt idx="35914">
                  <c:v>0</c:v>
                </c:pt>
                <c:pt idx="35915">
                  <c:v>0</c:v>
                </c:pt>
                <c:pt idx="35916">
                  <c:v>0</c:v>
                </c:pt>
                <c:pt idx="35917">
                  <c:v>0</c:v>
                </c:pt>
                <c:pt idx="35918">
                  <c:v>0</c:v>
                </c:pt>
                <c:pt idx="35919">
                  <c:v>0</c:v>
                </c:pt>
                <c:pt idx="35920">
                  <c:v>0</c:v>
                </c:pt>
                <c:pt idx="35921">
                  <c:v>0</c:v>
                </c:pt>
                <c:pt idx="35922">
                  <c:v>0</c:v>
                </c:pt>
                <c:pt idx="35923">
                  <c:v>0</c:v>
                </c:pt>
                <c:pt idx="35924">
                  <c:v>0</c:v>
                </c:pt>
                <c:pt idx="35925">
                  <c:v>0</c:v>
                </c:pt>
                <c:pt idx="35926">
                  <c:v>0</c:v>
                </c:pt>
                <c:pt idx="35927">
                  <c:v>0</c:v>
                </c:pt>
                <c:pt idx="35928">
                  <c:v>0</c:v>
                </c:pt>
                <c:pt idx="35929">
                  <c:v>0</c:v>
                </c:pt>
                <c:pt idx="35930">
                  <c:v>0</c:v>
                </c:pt>
                <c:pt idx="35931">
                  <c:v>0</c:v>
                </c:pt>
                <c:pt idx="35932">
                  <c:v>0</c:v>
                </c:pt>
                <c:pt idx="35933">
                  <c:v>0</c:v>
                </c:pt>
                <c:pt idx="35934">
                  <c:v>0</c:v>
                </c:pt>
                <c:pt idx="35935">
                  <c:v>0</c:v>
                </c:pt>
                <c:pt idx="35936">
                  <c:v>0</c:v>
                </c:pt>
                <c:pt idx="35937">
                  <c:v>0</c:v>
                </c:pt>
                <c:pt idx="35938">
                  <c:v>0</c:v>
                </c:pt>
                <c:pt idx="35939">
                  <c:v>0</c:v>
                </c:pt>
                <c:pt idx="35940">
                  <c:v>0</c:v>
                </c:pt>
                <c:pt idx="35941">
                  <c:v>0</c:v>
                </c:pt>
                <c:pt idx="35942">
                  <c:v>0</c:v>
                </c:pt>
                <c:pt idx="35943">
                  <c:v>0</c:v>
                </c:pt>
                <c:pt idx="35944">
                  <c:v>0</c:v>
                </c:pt>
                <c:pt idx="35945">
                  <c:v>0</c:v>
                </c:pt>
                <c:pt idx="35946">
                  <c:v>0</c:v>
                </c:pt>
                <c:pt idx="35947">
                  <c:v>0</c:v>
                </c:pt>
                <c:pt idx="35948">
                  <c:v>0</c:v>
                </c:pt>
                <c:pt idx="35949">
                  <c:v>0</c:v>
                </c:pt>
                <c:pt idx="35950">
                  <c:v>0</c:v>
                </c:pt>
                <c:pt idx="35951">
                  <c:v>0</c:v>
                </c:pt>
                <c:pt idx="35952">
                  <c:v>0</c:v>
                </c:pt>
                <c:pt idx="35953">
                  <c:v>0</c:v>
                </c:pt>
                <c:pt idx="35954">
                  <c:v>0</c:v>
                </c:pt>
                <c:pt idx="35955">
                  <c:v>0</c:v>
                </c:pt>
                <c:pt idx="35956">
                  <c:v>0</c:v>
                </c:pt>
                <c:pt idx="35957">
                  <c:v>0</c:v>
                </c:pt>
                <c:pt idx="35958">
                  <c:v>0</c:v>
                </c:pt>
                <c:pt idx="35959">
                  <c:v>0</c:v>
                </c:pt>
                <c:pt idx="35960">
                  <c:v>0</c:v>
                </c:pt>
                <c:pt idx="35961">
                  <c:v>0</c:v>
                </c:pt>
                <c:pt idx="35962">
                  <c:v>0</c:v>
                </c:pt>
                <c:pt idx="35963">
                  <c:v>0</c:v>
                </c:pt>
                <c:pt idx="35964">
                  <c:v>0</c:v>
                </c:pt>
                <c:pt idx="35965">
                  <c:v>0</c:v>
                </c:pt>
                <c:pt idx="35966">
                  <c:v>0</c:v>
                </c:pt>
                <c:pt idx="35967">
                  <c:v>0</c:v>
                </c:pt>
                <c:pt idx="35968">
                  <c:v>0</c:v>
                </c:pt>
                <c:pt idx="35969">
                  <c:v>0</c:v>
                </c:pt>
                <c:pt idx="35970">
                  <c:v>0</c:v>
                </c:pt>
                <c:pt idx="35971">
                  <c:v>0</c:v>
                </c:pt>
                <c:pt idx="35972">
                  <c:v>0</c:v>
                </c:pt>
                <c:pt idx="35973">
                  <c:v>0</c:v>
                </c:pt>
                <c:pt idx="35974">
                  <c:v>0</c:v>
                </c:pt>
                <c:pt idx="35975">
                  <c:v>0</c:v>
                </c:pt>
                <c:pt idx="35976">
                  <c:v>0</c:v>
                </c:pt>
                <c:pt idx="35977">
                  <c:v>0</c:v>
                </c:pt>
                <c:pt idx="35978">
                  <c:v>0</c:v>
                </c:pt>
                <c:pt idx="35979">
                  <c:v>0</c:v>
                </c:pt>
                <c:pt idx="35980">
                  <c:v>0</c:v>
                </c:pt>
                <c:pt idx="35981">
                  <c:v>0</c:v>
                </c:pt>
                <c:pt idx="35982">
                  <c:v>0</c:v>
                </c:pt>
                <c:pt idx="35983">
                  <c:v>0</c:v>
                </c:pt>
                <c:pt idx="35984">
                  <c:v>0</c:v>
                </c:pt>
                <c:pt idx="35985">
                  <c:v>0</c:v>
                </c:pt>
                <c:pt idx="35986">
                  <c:v>0</c:v>
                </c:pt>
                <c:pt idx="35987">
                  <c:v>0</c:v>
                </c:pt>
                <c:pt idx="35988">
                  <c:v>0</c:v>
                </c:pt>
                <c:pt idx="35989">
                  <c:v>0</c:v>
                </c:pt>
                <c:pt idx="35990">
                  <c:v>0</c:v>
                </c:pt>
                <c:pt idx="35991">
                  <c:v>0</c:v>
                </c:pt>
                <c:pt idx="35992">
                  <c:v>0</c:v>
                </c:pt>
                <c:pt idx="35993">
                  <c:v>0</c:v>
                </c:pt>
                <c:pt idx="35994">
                  <c:v>0</c:v>
                </c:pt>
                <c:pt idx="35995">
                  <c:v>0</c:v>
                </c:pt>
                <c:pt idx="35996">
                  <c:v>0</c:v>
                </c:pt>
                <c:pt idx="35997">
                  <c:v>0</c:v>
                </c:pt>
                <c:pt idx="35998">
                  <c:v>0</c:v>
                </c:pt>
                <c:pt idx="35999">
                  <c:v>0</c:v>
                </c:pt>
                <c:pt idx="36000">
                  <c:v>0</c:v>
                </c:pt>
                <c:pt idx="36001">
                  <c:v>0</c:v>
                </c:pt>
                <c:pt idx="36002">
                  <c:v>0</c:v>
                </c:pt>
                <c:pt idx="36003">
                  <c:v>0</c:v>
                </c:pt>
                <c:pt idx="36004">
                  <c:v>0</c:v>
                </c:pt>
                <c:pt idx="36005">
                  <c:v>0</c:v>
                </c:pt>
                <c:pt idx="36006">
                  <c:v>0</c:v>
                </c:pt>
                <c:pt idx="36007">
                  <c:v>0</c:v>
                </c:pt>
                <c:pt idx="36008">
                  <c:v>0</c:v>
                </c:pt>
                <c:pt idx="36009">
                  <c:v>0</c:v>
                </c:pt>
                <c:pt idx="36010">
                  <c:v>0</c:v>
                </c:pt>
                <c:pt idx="36011">
                  <c:v>0</c:v>
                </c:pt>
                <c:pt idx="36012">
                  <c:v>0</c:v>
                </c:pt>
                <c:pt idx="36013">
                  <c:v>0</c:v>
                </c:pt>
                <c:pt idx="36014">
                  <c:v>0</c:v>
                </c:pt>
                <c:pt idx="36015">
                  <c:v>0</c:v>
                </c:pt>
                <c:pt idx="36016">
                  <c:v>0</c:v>
                </c:pt>
                <c:pt idx="36017">
                  <c:v>0</c:v>
                </c:pt>
                <c:pt idx="36018">
                  <c:v>0</c:v>
                </c:pt>
                <c:pt idx="36019">
                  <c:v>0</c:v>
                </c:pt>
                <c:pt idx="36020">
                  <c:v>0</c:v>
                </c:pt>
                <c:pt idx="36021">
                  <c:v>0</c:v>
                </c:pt>
                <c:pt idx="36022">
                  <c:v>0</c:v>
                </c:pt>
                <c:pt idx="36023">
                  <c:v>0</c:v>
                </c:pt>
                <c:pt idx="36024">
                  <c:v>0</c:v>
                </c:pt>
                <c:pt idx="36025">
                  <c:v>0</c:v>
                </c:pt>
                <c:pt idx="36026">
                  <c:v>0</c:v>
                </c:pt>
                <c:pt idx="36027">
                  <c:v>0</c:v>
                </c:pt>
                <c:pt idx="36028">
                  <c:v>0</c:v>
                </c:pt>
                <c:pt idx="36029">
                  <c:v>0</c:v>
                </c:pt>
                <c:pt idx="36030">
                  <c:v>0</c:v>
                </c:pt>
                <c:pt idx="36031">
                  <c:v>0</c:v>
                </c:pt>
                <c:pt idx="36032">
                  <c:v>0</c:v>
                </c:pt>
                <c:pt idx="36033">
                  <c:v>0</c:v>
                </c:pt>
                <c:pt idx="36034">
                  <c:v>0</c:v>
                </c:pt>
                <c:pt idx="36035">
                  <c:v>0</c:v>
                </c:pt>
                <c:pt idx="36036">
                  <c:v>0</c:v>
                </c:pt>
                <c:pt idx="36037">
                  <c:v>0</c:v>
                </c:pt>
                <c:pt idx="36038">
                  <c:v>0</c:v>
                </c:pt>
                <c:pt idx="36039">
                  <c:v>0</c:v>
                </c:pt>
                <c:pt idx="36040">
                  <c:v>0</c:v>
                </c:pt>
                <c:pt idx="36041">
                  <c:v>0</c:v>
                </c:pt>
                <c:pt idx="36042">
                  <c:v>0</c:v>
                </c:pt>
                <c:pt idx="36043">
                  <c:v>0</c:v>
                </c:pt>
                <c:pt idx="36044">
                  <c:v>0</c:v>
                </c:pt>
                <c:pt idx="36045">
                  <c:v>0</c:v>
                </c:pt>
                <c:pt idx="36046">
                  <c:v>0</c:v>
                </c:pt>
                <c:pt idx="36047">
                  <c:v>0</c:v>
                </c:pt>
                <c:pt idx="36048">
                  <c:v>0</c:v>
                </c:pt>
                <c:pt idx="36049">
                  <c:v>0</c:v>
                </c:pt>
                <c:pt idx="36050">
                  <c:v>0</c:v>
                </c:pt>
                <c:pt idx="36051">
                  <c:v>0</c:v>
                </c:pt>
                <c:pt idx="36052">
                  <c:v>0</c:v>
                </c:pt>
                <c:pt idx="36053">
                  <c:v>0</c:v>
                </c:pt>
                <c:pt idx="36054">
                  <c:v>0</c:v>
                </c:pt>
                <c:pt idx="36055">
                  <c:v>0</c:v>
                </c:pt>
                <c:pt idx="36056">
                  <c:v>0</c:v>
                </c:pt>
                <c:pt idx="36057">
                  <c:v>0</c:v>
                </c:pt>
                <c:pt idx="36058">
                  <c:v>0</c:v>
                </c:pt>
                <c:pt idx="36059">
                  <c:v>0</c:v>
                </c:pt>
                <c:pt idx="36060">
                  <c:v>0</c:v>
                </c:pt>
                <c:pt idx="36061">
                  <c:v>0</c:v>
                </c:pt>
                <c:pt idx="36062">
                  <c:v>0</c:v>
                </c:pt>
                <c:pt idx="36063">
                  <c:v>0</c:v>
                </c:pt>
                <c:pt idx="36064">
                  <c:v>0</c:v>
                </c:pt>
                <c:pt idx="36065">
                  <c:v>0</c:v>
                </c:pt>
                <c:pt idx="36066">
                  <c:v>0</c:v>
                </c:pt>
                <c:pt idx="36067">
                  <c:v>0</c:v>
                </c:pt>
                <c:pt idx="36068">
                  <c:v>0</c:v>
                </c:pt>
                <c:pt idx="36069">
                  <c:v>0</c:v>
                </c:pt>
                <c:pt idx="36070">
                  <c:v>0</c:v>
                </c:pt>
                <c:pt idx="36071">
                  <c:v>0</c:v>
                </c:pt>
                <c:pt idx="36072">
                  <c:v>0</c:v>
                </c:pt>
                <c:pt idx="36073">
                  <c:v>0</c:v>
                </c:pt>
                <c:pt idx="36074">
                  <c:v>0</c:v>
                </c:pt>
                <c:pt idx="36075">
                  <c:v>0</c:v>
                </c:pt>
                <c:pt idx="36076">
                  <c:v>0</c:v>
                </c:pt>
                <c:pt idx="36077">
                  <c:v>0</c:v>
                </c:pt>
                <c:pt idx="36078">
                  <c:v>0</c:v>
                </c:pt>
                <c:pt idx="36079">
                  <c:v>0</c:v>
                </c:pt>
                <c:pt idx="36080">
                  <c:v>0</c:v>
                </c:pt>
                <c:pt idx="36081">
                  <c:v>0</c:v>
                </c:pt>
                <c:pt idx="36082">
                  <c:v>0</c:v>
                </c:pt>
                <c:pt idx="36083">
                  <c:v>0</c:v>
                </c:pt>
                <c:pt idx="36084">
                  <c:v>0</c:v>
                </c:pt>
                <c:pt idx="36085">
                  <c:v>0</c:v>
                </c:pt>
                <c:pt idx="36086">
                  <c:v>0</c:v>
                </c:pt>
                <c:pt idx="36087">
                  <c:v>0</c:v>
                </c:pt>
                <c:pt idx="36088">
                  <c:v>0</c:v>
                </c:pt>
                <c:pt idx="36089">
                  <c:v>0</c:v>
                </c:pt>
                <c:pt idx="36090">
                  <c:v>0</c:v>
                </c:pt>
                <c:pt idx="36091">
                  <c:v>0</c:v>
                </c:pt>
                <c:pt idx="36092">
                  <c:v>0</c:v>
                </c:pt>
                <c:pt idx="36093">
                  <c:v>0</c:v>
                </c:pt>
                <c:pt idx="36094">
                  <c:v>0</c:v>
                </c:pt>
                <c:pt idx="36095">
                  <c:v>0</c:v>
                </c:pt>
                <c:pt idx="36096">
                  <c:v>0</c:v>
                </c:pt>
                <c:pt idx="36097">
                  <c:v>0</c:v>
                </c:pt>
                <c:pt idx="36098">
                  <c:v>0</c:v>
                </c:pt>
                <c:pt idx="36099">
                  <c:v>0</c:v>
                </c:pt>
                <c:pt idx="36100">
                  <c:v>0</c:v>
                </c:pt>
                <c:pt idx="36101">
                  <c:v>0</c:v>
                </c:pt>
                <c:pt idx="36102">
                  <c:v>0</c:v>
                </c:pt>
                <c:pt idx="36103">
                  <c:v>0</c:v>
                </c:pt>
                <c:pt idx="36104">
                  <c:v>0</c:v>
                </c:pt>
                <c:pt idx="36105">
                  <c:v>0</c:v>
                </c:pt>
                <c:pt idx="36106">
                  <c:v>0</c:v>
                </c:pt>
                <c:pt idx="36107">
                  <c:v>0</c:v>
                </c:pt>
                <c:pt idx="36108">
                  <c:v>0</c:v>
                </c:pt>
                <c:pt idx="36109">
                  <c:v>0</c:v>
                </c:pt>
                <c:pt idx="36110">
                  <c:v>0</c:v>
                </c:pt>
                <c:pt idx="36111">
                  <c:v>0</c:v>
                </c:pt>
                <c:pt idx="36112">
                  <c:v>0</c:v>
                </c:pt>
                <c:pt idx="36113">
                  <c:v>0</c:v>
                </c:pt>
                <c:pt idx="36114">
                  <c:v>0</c:v>
                </c:pt>
                <c:pt idx="36115">
                  <c:v>0</c:v>
                </c:pt>
                <c:pt idx="36116">
                  <c:v>0</c:v>
                </c:pt>
                <c:pt idx="36117">
                  <c:v>0</c:v>
                </c:pt>
                <c:pt idx="36118">
                  <c:v>0</c:v>
                </c:pt>
                <c:pt idx="36119">
                  <c:v>0</c:v>
                </c:pt>
                <c:pt idx="36120">
                  <c:v>0</c:v>
                </c:pt>
                <c:pt idx="36121">
                  <c:v>0</c:v>
                </c:pt>
                <c:pt idx="36122">
                  <c:v>0</c:v>
                </c:pt>
                <c:pt idx="36123">
                  <c:v>0</c:v>
                </c:pt>
                <c:pt idx="36124">
                  <c:v>0</c:v>
                </c:pt>
                <c:pt idx="36125">
                  <c:v>0</c:v>
                </c:pt>
                <c:pt idx="36126">
                  <c:v>0</c:v>
                </c:pt>
                <c:pt idx="36127">
                  <c:v>0</c:v>
                </c:pt>
                <c:pt idx="36128">
                  <c:v>0</c:v>
                </c:pt>
                <c:pt idx="36129">
                  <c:v>0</c:v>
                </c:pt>
                <c:pt idx="36130">
                  <c:v>0</c:v>
                </c:pt>
                <c:pt idx="36131">
                  <c:v>0</c:v>
                </c:pt>
                <c:pt idx="36132">
                  <c:v>0</c:v>
                </c:pt>
                <c:pt idx="36133">
                  <c:v>0</c:v>
                </c:pt>
                <c:pt idx="36134">
                  <c:v>0</c:v>
                </c:pt>
                <c:pt idx="36135">
                  <c:v>0</c:v>
                </c:pt>
                <c:pt idx="36136">
                  <c:v>0</c:v>
                </c:pt>
                <c:pt idx="36137">
                  <c:v>0</c:v>
                </c:pt>
                <c:pt idx="36138">
                  <c:v>0</c:v>
                </c:pt>
                <c:pt idx="36139">
                  <c:v>0</c:v>
                </c:pt>
                <c:pt idx="36140">
                  <c:v>0</c:v>
                </c:pt>
                <c:pt idx="36141">
                  <c:v>0</c:v>
                </c:pt>
                <c:pt idx="36142">
                  <c:v>0</c:v>
                </c:pt>
                <c:pt idx="36143">
                  <c:v>0</c:v>
                </c:pt>
                <c:pt idx="36144">
                  <c:v>0</c:v>
                </c:pt>
                <c:pt idx="36145">
                  <c:v>0</c:v>
                </c:pt>
                <c:pt idx="36146">
                  <c:v>0</c:v>
                </c:pt>
                <c:pt idx="36147">
                  <c:v>0</c:v>
                </c:pt>
                <c:pt idx="36148">
                  <c:v>0</c:v>
                </c:pt>
                <c:pt idx="36149">
                  <c:v>0</c:v>
                </c:pt>
                <c:pt idx="36150">
                  <c:v>0</c:v>
                </c:pt>
                <c:pt idx="36151">
                  <c:v>0</c:v>
                </c:pt>
                <c:pt idx="36152">
                  <c:v>0</c:v>
                </c:pt>
                <c:pt idx="36153">
                  <c:v>0</c:v>
                </c:pt>
                <c:pt idx="36154">
                  <c:v>0</c:v>
                </c:pt>
                <c:pt idx="36155">
                  <c:v>0</c:v>
                </c:pt>
                <c:pt idx="36156">
                  <c:v>0</c:v>
                </c:pt>
                <c:pt idx="36157">
                  <c:v>0</c:v>
                </c:pt>
                <c:pt idx="36158">
                  <c:v>0</c:v>
                </c:pt>
                <c:pt idx="36159">
                  <c:v>0</c:v>
                </c:pt>
                <c:pt idx="36160">
                  <c:v>0</c:v>
                </c:pt>
                <c:pt idx="36161">
                  <c:v>0</c:v>
                </c:pt>
                <c:pt idx="36162">
                  <c:v>0</c:v>
                </c:pt>
                <c:pt idx="36163">
                  <c:v>0</c:v>
                </c:pt>
                <c:pt idx="36164">
                  <c:v>0</c:v>
                </c:pt>
                <c:pt idx="36165">
                  <c:v>0</c:v>
                </c:pt>
                <c:pt idx="36166">
                  <c:v>0</c:v>
                </c:pt>
                <c:pt idx="36167">
                  <c:v>0</c:v>
                </c:pt>
                <c:pt idx="36168">
                  <c:v>0</c:v>
                </c:pt>
                <c:pt idx="36169">
                  <c:v>0</c:v>
                </c:pt>
                <c:pt idx="36170">
                  <c:v>0</c:v>
                </c:pt>
                <c:pt idx="36171">
                  <c:v>0</c:v>
                </c:pt>
                <c:pt idx="36172">
                  <c:v>0</c:v>
                </c:pt>
                <c:pt idx="36173">
                  <c:v>0</c:v>
                </c:pt>
                <c:pt idx="36174">
                  <c:v>0</c:v>
                </c:pt>
                <c:pt idx="36175">
                  <c:v>0</c:v>
                </c:pt>
                <c:pt idx="36176">
                  <c:v>0</c:v>
                </c:pt>
                <c:pt idx="36177">
                  <c:v>0</c:v>
                </c:pt>
                <c:pt idx="36178">
                  <c:v>0</c:v>
                </c:pt>
                <c:pt idx="36179">
                  <c:v>0</c:v>
                </c:pt>
                <c:pt idx="36180">
                  <c:v>0</c:v>
                </c:pt>
                <c:pt idx="36181">
                  <c:v>0</c:v>
                </c:pt>
                <c:pt idx="36182">
                  <c:v>0</c:v>
                </c:pt>
                <c:pt idx="36183">
                  <c:v>0</c:v>
                </c:pt>
                <c:pt idx="36184">
                  <c:v>0</c:v>
                </c:pt>
                <c:pt idx="36185">
                  <c:v>0</c:v>
                </c:pt>
                <c:pt idx="36186">
                  <c:v>0</c:v>
                </c:pt>
                <c:pt idx="36187">
                  <c:v>0</c:v>
                </c:pt>
                <c:pt idx="36188">
                  <c:v>0</c:v>
                </c:pt>
                <c:pt idx="36189">
                  <c:v>0</c:v>
                </c:pt>
                <c:pt idx="36190">
                  <c:v>0</c:v>
                </c:pt>
                <c:pt idx="36191">
                  <c:v>0</c:v>
                </c:pt>
                <c:pt idx="36192">
                  <c:v>0</c:v>
                </c:pt>
                <c:pt idx="36193">
                  <c:v>0</c:v>
                </c:pt>
                <c:pt idx="36194">
                  <c:v>0</c:v>
                </c:pt>
                <c:pt idx="36195">
                  <c:v>0</c:v>
                </c:pt>
                <c:pt idx="36196">
                  <c:v>0</c:v>
                </c:pt>
                <c:pt idx="36197">
                  <c:v>0</c:v>
                </c:pt>
                <c:pt idx="36198">
                  <c:v>0</c:v>
                </c:pt>
                <c:pt idx="36199">
                  <c:v>0</c:v>
                </c:pt>
                <c:pt idx="36200">
                  <c:v>0</c:v>
                </c:pt>
                <c:pt idx="36201">
                  <c:v>0</c:v>
                </c:pt>
                <c:pt idx="36202">
                  <c:v>0</c:v>
                </c:pt>
                <c:pt idx="36203">
                  <c:v>0</c:v>
                </c:pt>
                <c:pt idx="36204">
                  <c:v>0</c:v>
                </c:pt>
                <c:pt idx="36205">
                  <c:v>0</c:v>
                </c:pt>
                <c:pt idx="36206">
                  <c:v>0</c:v>
                </c:pt>
                <c:pt idx="36207">
                  <c:v>0</c:v>
                </c:pt>
                <c:pt idx="36208">
                  <c:v>0</c:v>
                </c:pt>
                <c:pt idx="36209">
                  <c:v>0</c:v>
                </c:pt>
                <c:pt idx="36210">
                  <c:v>0</c:v>
                </c:pt>
                <c:pt idx="36211">
                  <c:v>0</c:v>
                </c:pt>
                <c:pt idx="36212">
                  <c:v>0</c:v>
                </c:pt>
                <c:pt idx="36213">
                  <c:v>0</c:v>
                </c:pt>
                <c:pt idx="36214">
                  <c:v>0</c:v>
                </c:pt>
                <c:pt idx="36215">
                  <c:v>0</c:v>
                </c:pt>
                <c:pt idx="36216">
                  <c:v>0</c:v>
                </c:pt>
                <c:pt idx="36217">
                  <c:v>0</c:v>
                </c:pt>
                <c:pt idx="36218">
                  <c:v>0</c:v>
                </c:pt>
                <c:pt idx="36219">
                  <c:v>0</c:v>
                </c:pt>
                <c:pt idx="36220">
                  <c:v>0</c:v>
                </c:pt>
                <c:pt idx="36221">
                  <c:v>0</c:v>
                </c:pt>
                <c:pt idx="36222">
                  <c:v>0</c:v>
                </c:pt>
                <c:pt idx="36223">
                  <c:v>0</c:v>
                </c:pt>
                <c:pt idx="36224">
                  <c:v>0</c:v>
                </c:pt>
                <c:pt idx="36225">
                  <c:v>0</c:v>
                </c:pt>
                <c:pt idx="36226">
                  <c:v>0</c:v>
                </c:pt>
                <c:pt idx="36227">
                  <c:v>0</c:v>
                </c:pt>
                <c:pt idx="36228">
                  <c:v>0</c:v>
                </c:pt>
                <c:pt idx="36229">
                  <c:v>0</c:v>
                </c:pt>
                <c:pt idx="36230">
                  <c:v>0</c:v>
                </c:pt>
                <c:pt idx="36231">
                  <c:v>0</c:v>
                </c:pt>
                <c:pt idx="36232">
                  <c:v>0</c:v>
                </c:pt>
                <c:pt idx="36233">
                  <c:v>0</c:v>
                </c:pt>
                <c:pt idx="36234">
                  <c:v>0</c:v>
                </c:pt>
                <c:pt idx="36235">
                  <c:v>0</c:v>
                </c:pt>
                <c:pt idx="36236">
                  <c:v>0</c:v>
                </c:pt>
                <c:pt idx="36237">
                  <c:v>0</c:v>
                </c:pt>
                <c:pt idx="36238">
                  <c:v>0</c:v>
                </c:pt>
                <c:pt idx="36239">
                  <c:v>0</c:v>
                </c:pt>
                <c:pt idx="36240">
                  <c:v>0</c:v>
                </c:pt>
                <c:pt idx="36241">
                  <c:v>0</c:v>
                </c:pt>
                <c:pt idx="36242">
                  <c:v>0</c:v>
                </c:pt>
                <c:pt idx="36243">
                  <c:v>0</c:v>
                </c:pt>
                <c:pt idx="36244">
                  <c:v>0</c:v>
                </c:pt>
                <c:pt idx="36245">
                  <c:v>0</c:v>
                </c:pt>
                <c:pt idx="36246">
                  <c:v>0</c:v>
                </c:pt>
                <c:pt idx="36247">
                  <c:v>0</c:v>
                </c:pt>
                <c:pt idx="36248">
                  <c:v>0</c:v>
                </c:pt>
                <c:pt idx="36249">
                  <c:v>0</c:v>
                </c:pt>
                <c:pt idx="36250">
                  <c:v>0</c:v>
                </c:pt>
                <c:pt idx="36251">
                  <c:v>0</c:v>
                </c:pt>
                <c:pt idx="36252">
                  <c:v>0</c:v>
                </c:pt>
                <c:pt idx="36253">
                  <c:v>0</c:v>
                </c:pt>
                <c:pt idx="36254">
                  <c:v>0</c:v>
                </c:pt>
                <c:pt idx="36255">
                  <c:v>0</c:v>
                </c:pt>
                <c:pt idx="36256">
                  <c:v>0</c:v>
                </c:pt>
                <c:pt idx="36257">
                  <c:v>0</c:v>
                </c:pt>
                <c:pt idx="36258">
                  <c:v>0</c:v>
                </c:pt>
                <c:pt idx="36259">
                  <c:v>0</c:v>
                </c:pt>
                <c:pt idx="36260">
                  <c:v>0</c:v>
                </c:pt>
                <c:pt idx="36261">
                  <c:v>0</c:v>
                </c:pt>
                <c:pt idx="36262">
                  <c:v>0</c:v>
                </c:pt>
                <c:pt idx="36263">
                  <c:v>0</c:v>
                </c:pt>
                <c:pt idx="36264">
                  <c:v>0</c:v>
                </c:pt>
                <c:pt idx="36265">
                  <c:v>0</c:v>
                </c:pt>
                <c:pt idx="36266">
                  <c:v>0</c:v>
                </c:pt>
                <c:pt idx="36267">
                  <c:v>0</c:v>
                </c:pt>
                <c:pt idx="36268">
                  <c:v>0</c:v>
                </c:pt>
                <c:pt idx="36269">
                  <c:v>0</c:v>
                </c:pt>
                <c:pt idx="36270">
                  <c:v>0</c:v>
                </c:pt>
                <c:pt idx="36271">
                  <c:v>0</c:v>
                </c:pt>
                <c:pt idx="36272">
                  <c:v>0</c:v>
                </c:pt>
                <c:pt idx="36273">
                  <c:v>0</c:v>
                </c:pt>
                <c:pt idx="36274">
                  <c:v>0</c:v>
                </c:pt>
                <c:pt idx="36275">
                  <c:v>0</c:v>
                </c:pt>
                <c:pt idx="36276">
                  <c:v>0</c:v>
                </c:pt>
                <c:pt idx="36277">
                  <c:v>0</c:v>
                </c:pt>
                <c:pt idx="36278">
                  <c:v>0</c:v>
                </c:pt>
                <c:pt idx="36279">
                  <c:v>0</c:v>
                </c:pt>
                <c:pt idx="36280">
                  <c:v>0</c:v>
                </c:pt>
                <c:pt idx="36281">
                  <c:v>0</c:v>
                </c:pt>
                <c:pt idx="36282">
                  <c:v>0</c:v>
                </c:pt>
                <c:pt idx="36283">
                  <c:v>0</c:v>
                </c:pt>
                <c:pt idx="36284">
                  <c:v>0</c:v>
                </c:pt>
                <c:pt idx="36285">
                  <c:v>0</c:v>
                </c:pt>
                <c:pt idx="36286">
                  <c:v>0</c:v>
                </c:pt>
                <c:pt idx="36287">
                  <c:v>0</c:v>
                </c:pt>
                <c:pt idx="36288">
                  <c:v>0</c:v>
                </c:pt>
                <c:pt idx="36289">
                  <c:v>0</c:v>
                </c:pt>
                <c:pt idx="36290">
                  <c:v>0</c:v>
                </c:pt>
                <c:pt idx="36291">
                  <c:v>0</c:v>
                </c:pt>
                <c:pt idx="36292">
                  <c:v>0</c:v>
                </c:pt>
                <c:pt idx="36293">
                  <c:v>0</c:v>
                </c:pt>
                <c:pt idx="36294">
                  <c:v>0</c:v>
                </c:pt>
                <c:pt idx="36295">
                  <c:v>0</c:v>
                </c:pt>
                <c:pt idx="36296">
                  <c:v>0</c:v>
                </c:pt>
                <c:pt idx="36297">
                  <c:v>0</c:v>
                </c:pt>
                <c:pt idx="36298">
                  <c:v>0</c:v>
                </c:pt>
                <c:pt idx="36299">
                  <c:v>0</c:v>
                </c:pt>
                <c:pt idx="36300">
                  <c:v>0</c:v>
                </c:pt>
                <c:pt idx="36301">
                  <c:v>0</c:v>
                </c:pt>
                <c:pt idx="36302">
                  <c:v>0</c:v>
                </c:pt>
                <c:pt idx="36303">
                  <c:v>0</c:v>
                </c:pt>
                <c:pt idx="36304">
                  <c:v>0</c:v>
                </c:pt>
                <c:pt idx="36305">
                  <c:v>0</c:v>
                </c:pt>
                <c:pt idx="36306">
                  <c:v>0</c:v>
                </c:pt>
                <c:pt idx="36307">
                  <c:v>0</c:v>
                </c:pt>
                <c:pt idx="36308">
                  <c:v>0</c:v>
                </c:pt>
                <c:pt idx="36309">
                  <c:v>0</c:v>
                </c:pt>
                <c:pt idx="36310">
                  <c:v>0</c:v>
                </c:pt>
                <c:pt idx="36311">
                  <c:v>0</c:v>
                </c:pt>
                <c:pt idx="36312">
                  <c:v>0</c:v>
                </c:pt>
                <c:pt idx="36313">
                  <c:v>0</c:v>
                </c:pt>
                <c:pt idx="36314">
                  <c:v>0</c:v>
                </c:pt>
                <c:pt idx="36315">
                  <c:v>0</c:v>
                </c:pt>
                <c:pt idx="36316">
                  <c:v>0</c:v>
                </c:pt>
                <c:pt idx="36317">
                  <c:v>0</c:v>
                </c:pt>
                <c:pt idx="36318">
                  <c:v>0</c:v>
                </c:pt>
                <c:pt idx="36319">
                  <c:v>0</c:v>
                </c:pt>
                <c:pt idx="36320">
                  <c:v>0</c:v>
                </c:pt>
                <c:pt idx="36321">
                  <c:v>0</c:v>
                </c:pt>
                <c:pt idx="36322">
                  <c:v>0</c:v>
                </c:pt>
                <c:pt idx="36323">
                  <c:v>0</c:v>
                </c:pt>
                <c:pt idx="36324">
                  <c:v>0</c:v>
                </c:pt>
                <c:pt idx="36325">
                  <c:v>0</c:v>
                </c:pt>
                <c:pt idx="36326">
                  <c:v>0</c:v>
                </c:pt>
                <c:pt idx="36327">
                  <c:v>0</c:v>
                </c:pt>
                <c:pt idx="36328">
                  <c:v>0</c:v>
                </c:pt>
                <c:pt idx="36329">
                  <c:v>0</c:v>
                </c:pt>
                <c:pt idx="36330">
                  <c:v>0</c:v>
                </c:pt>
                <c:pt idx="36331">
                  <c:v>0</c:v>
                </c:pt>
                <c:pt idx="36332">
                  <c:v>0</c:v>
                </c:pt>
                <c:pt idx="36333">
                  <c:v>0</c:v>
                </c:pt>
                <c:pt idx="36334">
                  <c:v>0</c:v>
                </c:pt>
                <c:pt idx="36335">
                  <c:v>0</c:v>
                </c:pt>
                <c:pt idx="36336">
                  <c:v>0</c:v>
                </c:pt>
                <c:pt idx="36337">
                  <c:v>0</c:v>
                </c:pt>
                <c:pt idx="36338">
                  <c:v>0</c:v>
                </c:pt>
                <c:pt idx="36339">
                  <c:v>0</c:v>
                </c:pt>
                <c:pt idx="36340">
                  <c:v>0</c:v>
                </c:pt>
                <c:pt idx="36341">
                  <c:v>0</c:v>
                </c:pt>
                <c:pt idx="36342">
                  <c:v>0</c:v>
                </c:pt>
                <c:pt idx="36343">
                  <c:v>0</c:v>
                </c:pt>
                <c:pt idx="36344">
                  <c:v>0</c:v>
                </c:pt>
                <c:pt idx="36345">
                  <c:v>0</c:v>
                </c:pt>
                <c:pt idx="36346">
                  <c:v>0</c:v>
                </c:pt>
                <c:pt idx="36347">
                  <c:v>0</c:v>
                </c:pt>
                <c:pt idx="36348">
                  <c:v>0</c:v>
                </c:pt>
                <c:pt idx="36349">
                  <c:v>0</c:v>
                </c:pt>
                <c:pt idx="36350">
                  <c:v>0</c:v>
                </c:pt>
                <c:pt idx="36351">
                  <c:v>0</c:v>
                </c:pt>
                <c:pt idx="36352">
                  <c:v>0</c:v>
                </c:pt>
                <c:pt idx="36353">
                  <c:v>0</c:v>
                </c:pt>
                <c:pt idx="36354">
                  <c:v>0</c:v>
                </c:pt>
                <c:pt idx="36355">
                  <c:v>0</c:v>
                </c:pt>
                <c:pt idx="36356">
                  <c:v>0</c:v>
                </c:pt>
                <c:pt idx="36357">
                  <c:v>0</c:v>
                </c:pt>
                <c:pt idx="36358">
                  <c:v>0</c:v>
                </c:pt>
                <c:pt idx="36359">
                  <c:v>0</c:v>
                </c:pt>
                <c:pt idx="36360">
                  <c:v>0</c:v>
                </c:pt>
                <c:pt idx="36361">
                  <c:v>0</c:v>
                </c:pt>
                <c:pt idx="36362">
                  <c:v>0</c:v>
                </c:pt>
                <c:pt idx="36363">
                  <c:v>0</c:v>
                </c:pt>
                <c:pt idx="36364">
                  <c:v>0</c:v>
                </c:pt>
                <c:pt idx="36365">
                  <c:v>0</c:v>
                </c:pt>
                <c:pt idx="36366">
                  <c:v>0</c:v>
                </c:pt>
                <c:pt idx="36367">
                  <c:v>0</c:v>
                </c:pt>
                <c:pt idx="36368">
                  <c:v>0</c:v>
                </c:pt>
                <c:pt idx="36369">
                  <c:v>0</c:v>
                </c:pt>
                <c:pt idx="36370">
                  <c:v>0</c:v>
                </c:pt>
                <c:pt idx="36371">
                  <c:v>0</c:v>
                </c:pt>
                <c:pt idx="36372">
                  <c:v>0</c:v>
                </c:pt>
                <c:pt idx="36373">
                  <c:v>0</c:v>
                </c:pt>
                <c:pt idx="36374">
                  <c:v>0</c:v>
                </c:pt>
                <c:pt idx="36375">
                  <c:v>0</c:v>
                </c:pt>
                <c:pt idx="36376">
                  <c:v>0</c:v>
                </c:pt>
                <c:pt idx="36377">
                  <c:v>0</c:v>
                </c:pt>
                <c:pt idx="36378">
                  <c:v>0</c:v>
                </c:pt>
                <c:pt idx="36379">
                  <c:v>0</c:v>
                </c:pt>
                <c:pt idx="36380">
                  <c:v>0</c:v>
                </c:pt>
                <c:pt idx="36381">
                  <c:v>0</c:v>
                </c:pt>
                <c:pt idx="36382">
                  <c:v>0</c:v>
                </c:pt>
                <c:pt idx="36383">
                  <c:v>0</c:v>
                </c:pt>
                <c:pt idx="36384">
                  <c:v>0</c:v>
                </c:pt>
                <c:pt idx="36385">
                  <c:v>0</c:v>
                </c:pt>
                <c:pt idx="36386">
                  <c:v>0</c:v>
                </c:pt>
                <c:pt idx="36387">
                  <c:v>0</c:v>
                </c:pt>
                <c:pt idx="36388">
                  <c:v>0</c:v>
                </c:pt>
                <c:pt idx="36389">
                  <c:v>0</c:v>
                </c:pt>
                <c:pt idx="36390">
                  <c:v>0</c:v>
                </c:pt>
                <c:pt idx="36391">
                  <c:v>0</c:v>
                </c:pt>
                <c:pt idx="36392">
                  <c:v>0</c:v>
                </c:pt>
                <c:pt idx="36393">
                  <c:v>0</c:v>
                </c:pt>
                <c:pt idx="36394">
                  <c:v>0</c:v>
                </c:pt>
                <c:pt idx="36395">
                  <c:v>0</c:v>
                </c:pt>
                <c:pt idx="36396">
                  <c:v>0</c:v>
                </c:pt>
                <c:pt idx="36397">
                  <c:v>0</c:v>
                </c:pt>
                <c:pt idx="36398">
                  <c:v>0</c:v>
                </c:pt>
                <c:pt idx="36399">
                  <c:v>0</c:v>
                </c:pt>
                <c:pt idx="36400">
                  <c:v>0</c:v>
                </c:pt>
                <c:pt idx="36401">
                  <c:v>0</c:v>
                </c:pt>
                <c:pt idx="36402">
                  <c:v>0</c:v>
                </c:pt>
                <c:pt idx="36403">
                  <c:v>0</c:v>
                </c:pt>
                <c:pt idx="36404">
                  <c:v>0</c:v>
                </c:pt>
                <c:pt idx="36405">
                  <c:v>0</c:v>
                </c:pt>
                <c:pt idx="36406">
                  <c:v>0</c:v>
                </c:pt>
                <c:pt idx="36407">
                  <c:v>0</c:v>
                </c:pt>
                <c:pt idx="36408">
                  <c:v>0</c:v>
                </c:pt>
                <c:pt idx="36409">
                  <c:v>0</c:v>
                </c:pt>
                <c:pt idx="36410">
                  <c:v>0</c:v>
                </c:pt>
                <c:pt idx="36411">
                  <c:v>0</c:v>
                </c:pt>
                <c:pt idx="36412">
                  <c:v>0</c:v>
                </c:pt>
                <c:pt idx="36413">
                  <c:v>0</c:v>
                </c:pt>
                <c:pt idx="36414">
                  <c:v>0</c:v>
                </c:pt>
                <c:pt idx="36415">
                  <c:v>0</c:v>
                </c:pt>
                <c:pt idx="36416">
                  <c:v>0</c:v>
                </c:pt>
                <c:pt idx="36417">
                  <c:v>0</c:v>
                </c:pt>
                <c:pt idx="36418">
                  <c:v>0</c:v>
                </c:pt>
                <c:pt idx="36419">
                  <c:v>0</c:v>
                </c:pt>
                <c:pt idx="36420">
                  <c:v>0</c:v>
                </c:pt>
                <c:pt idx="36421">
                  <c:v>0</c:v>
                </c:pt>
                <c:pt idx="36422">
                  <c:v>0</c:v>
                </c:pt>
                <c:pt idx="36423">
                  <c:v>0</c:v>
                </c:pt>
                <c:pt idx="36424">
                  <c:v>0</c:v>
                </c:pt>
                <c:pt idx="36425">
                  <c:v>0</c:v>
                </c:pt>
                <c:pt idx="36426">
                  <c:v>0</c:v>
                </c:pt>
                <c:pt idx="36427">
                  <c:v>0</c:v>
                </c:pt>
                <c:pt idx="36428">
                  <c:v>0</c:v>
                </c:pt>
                <c:pt idx="36429">
                  <c:v>0</c:v>
                </c:pt>
                <c:pt idx="36430">
                  <c:v>0</c:v>
                </c:pt>
                <c:pt idx="36431">
                  <c:v>0</c:v>
                </c:pt>
                <c:pt idx="36432">
                  <c:v>0</c:v>
                </c:pt>
                <c:pt idx="36433">
                  <c:v>0</c:v>
                </c:pt>
                <c:pt idx="36434">
                  <c:v>0</c:v>
                </c:pt>
                <c:pt idx="36435">
                  <c:v>0</c:v>
                </c:pt>
                <c:pt idx="36436">
                  <c:v>0</c:v>
                </c:pt>
                <c:pt idx="36437">
                  <c:v>0</c:v>
                </c:pt>
                <c:pt idx="36438">
                  <c:v>0</c:v>
                </c:pt>
                <c:pt idx="36439">
                  <c:v>0</c:v>
                </c:pt>
                <c:pt idx="36440">
                  <c:v>0</c:v>
                </c:pt>
                <c:pt idx="36441">
                  <c:v>0</c:v>
                </c:pt>
                <c:pt idx="36442">
                  <c:v>0</c:v>
                </c:pt>
                <c:pt idx="36443">
                  <c:v>0</c:v>
                </c:pt>
                <c:pt idx="36444">
                  <c:v>0</c:v>
                </c:pt>
                <c:pt idx="36445">
                  <c:v>0</c:v>
                </c:pt>
                <c:pt idx="36446">
                  <c:v>0</c:v>
                </c:pt>
                <c:pt idx="36447">
                  <c:v>0</c:v>
                </c:pt>
                <c:pt idx="36448">
                  <c:v>0</c:v>
                </c:pt>
                <c:pt idx="36449">
                  <c:v>0</c:v>
                </c:pt>
                <c:pt idx="36450">
                  <c:v>0</c:v>
                </c:pt>
                <c:pt idx="36451">
                  <c:v>0</c:v>
                </c:pt>
                <c:pt idx="36452">
                  <c:v>0</c:v>
                </c:pt>
                <c:pt idx="36453">
                  <c:v>0</c:v>
                </c:pt>
                <c:pt idx="36454">
                  <c:v>0</c:v>
                </c:pt>
                <c:pt idx="36455">
                  <c:v>0</c:v>
                </c:pt>
                <c:pt idx="36456">
                  <c:v>0</c:v>
                </c:pt>
                <c:pt idx="36457">
                  <c:v>0</c:v>
                </c:pt>
                <c:pt idx="36458">
                  <c:v>0</c:v>
                </c:pt>
                <c:pt idx="36459">
                  <c:v>0</c:v>
                </c:pt>
                <c:pt idx="36460">
                  <c:v>0</c:v>
                </c:pt>
                <c:pt idx="36461">
                  <c:v>0</c:v>
                </c:pt>
                <c:pt idx="36462">
                  <c:v>0</c:v>
                </c:pt>
                <c:pt idx="36463">
                  <c:v>0</c:v>
                </c:pt>
                <c:pt idx="36464">
                  <c:v>0</c:v>
                </c:pt>
                <c:pt idx="36465">
                  <c:v>0</c:v>
                </c:pt>
                <c:pt idx="36466">
                  <c:v>0</c:v>
                </c:pt>
                <c:pt idx="36467">
                  <c:v>0</c:v>
                </c:pt>
                <c:pt idx="36468">
                  <c:v>0</c:v>
                </c:pt>
                <c:pt idx="36469">
                  <c:v>0</c:v>
                </c:pt>
                <c:pt idx="36470">
                  <c:v>0</c:v>
                </c:pt>
                <c:pt idx="36471">
                  <c:v>0</c:v>
                </c:pt>
                <c:pt idx="36472">
                  <c:v>0</c:v>
                </c:pt>
                <c:pt idx="36473">
                  <c:v>0</c:v>
                </c:pt>
                <c:pt idx="36474">
                  <c:v>0</c:v>
                </c:pt>
                <c:pt idx="36475">
                  <c:v>0</c:v>
                </c:pt>
                <c:pt idx="36476">
                  <c:v>0</c:v>
                </c:pt>
                <c:pt idx="36477">
                  <c:v>0</c:v>
                </c:pt>
                <c:pt idx="36478">
                  <c:v>0</c:v>
                </c:pt>
                <c:pt idx="36479">
                  <c:v>0</c:v>
                </c:pt>
                <c:pt idx="36480">
                  <c:v>0</c:v>
                </c:pt>
                <c:pt idx="36481">
                  <c:v>0</c:v>
                </c:pt>
                <c:pt idx="36482">
                  <c:v>0</c:v>
                </c:pt>
                <c:pt idx="36483">
                  <c:v>0</c:v>
                </c:pt>
                <c:pt idx="36484">
                  <c:v>0</c:v>
                </c:pt>
                <c:pt idx="36485">
                  <c:v>0</c:v>
                </c:pt>
                <c:pt idx="36486">
                  <c:v>0</c:v>
                </c:pt>
                <c:pt idx="36487">
                  <c:v>0</c:v>
                </c:pt>
                <c:pt idx="36488">
                  <c:v>0</c:v>
                </c:pt>
                <c:pt idx="36489">
                  <c:v>0</c:v>
                </c:pt>
                <c:pt idx="36490">
                  <c:v>0</c:v>
                </c:pt>
                <c:pt idx="36491">
                  <c:v>0</c:v>
                </c:pt>
                <c:pt idx="36492">
                  <c:v>0</c:v>
                </c:pt>
                <c:pt idx="36493">
                  <c:v>0</c:v>
                </c:pt>
                <c:pt idx="36494">
                  <c:v>0</c:v>
                </c:pt>
                <c:pt idx="36495">
                  <c:v>0</c:v>
                </c:pt>
                <c:pt idx="36496">
                  <c:v>0</c:v>
                </c:pt>
                <c:pt idx="36497">
                  <c:v>0</c:v>
                </c:pt>
                <c:pt idx="36498">
                  <c:v>0</c:v>
                </c:pt>
                <c:pt idx="36499">
                  <c:v>0</c:v>
                </c:pt>
                <c:pt idx="36500">
                  <c:v>0</c:v>
                </c:pt>
                <c:pt idx="36501">
                  <c:v>0</c:v>
                </c:pt>
                <c:pt idx="36502">
                  <c:v>0</c:v>
                </c:pt>
                <c:pt idx="36503">
                  <c:v>0</c:v>
                </c:pt>
                <c:pt idx="36504">
                  <c:v>0</c:v>
                </c:pt>
                <c:pt idx="36505">
                  <c:v>0</c:v>
                </c:pt>
                <c:pt idx="36506">
                  <c:v>0</c:v>
                </c:pt>
                <c:pt idx="36507">
                  <c:v>0</c:v>
                </c:pt>
                <c:pt idx="36508">
                  <c:v>0</c:v>
                </c:pt>
                <c:pt idx="36509">
                  <c:v>0</c:v>
                </c:pt>
                <c:pt idx="36510">
                  <c:v>0</c:v>
                </c:pt>
                <c:pt idx="36511">
                  <c:v>0</c:v>
                </c:pt>
                <c:pt idx="36512">
                  <c:v>0</c:v>
                </c:pt>
                <c:pt idx="36513">
                  <c:v>0</c:v>
                </c:pt>
                <c:pt idx="36514">
                  <c:v>0</c:v>
                </c:pt>
                <c:pt idx="36515">
                  <c:v>0</c:v>
                </c:pt>
                <c:pt idx="36516">
                  <c:v>0</c:v>
                </c:pt>
                <c:pt idx="36517">
                  <c:v>0</c:v>
                </c:pt>
                <c:pt idx="36518">
                  <c:v>0</c:v>
                </c:pt>
                <c:pt idx="36519">
                  <c:v>0</c:v>
                </c:pt>
                <c:pt idx="36520">
                  <c:v>0</c:v>
                </c:pt>
                <c:pt idx="36521">
                  <c:v>0</c:v>
                </c:pt>
                <c:pt idx="36522">
                  <c:v>0</c:v>
                </c:pt>
                <c:pt idx="36523">
                  <c:v>0</c:v>
                </c:pt>
                <c:pt idx="36524">
                  <c:v>0</c:v>
                </c:pt>
                <c:pt idx="36525">
                  <c:v>0</c:v>
                </c:pt>
                <c:pt idx="36526">
                  <c:v>0</c:v>
                </c:pt>
                <c:pt idx="36527">
                  <c:v>0</c:v>
                </c:pt>
                <c:pt idx="36528">
                  <c:v>0</c:v>
                </c:pt>
                <c:pt idx="36529">
                  <c:v>0</c:v>
                </c:pt>
                <c:pt idx="36530">
                  <c:v>0</c:v>
                </c:pt>
                <c:pt idx="36531">
                  <c:v>0</c:v>
                </c:pt>
                <c:pt idx="36532">
                  <c:v>0</c:v>
                </c:pt>
                <c:pt idx="36533">
                  <c:v>0</c:v>
                </c:pt>
                <c:pt idx="36534">
                  <c:v>0</c:v>
                </c:pt>
                <c:pt idx="36535">
                  <c:v>0</c:v>
                </c:pt>
                <c:pt idx="36536">
                  <c:v>0</c:v>
                </c:pt>
                <c:pt idx="36537">
                  <c:v>0</c:v>
                </c:pt>
                <c:pt idx="36538">
                  <c:v>0</c:v>
                </c:pt>
                <c:pt idx="36539">
                  <c:v>0</c:v>
                </c:pt>
                <c:pt idx="36540">
                  <c:v>0</c:v>
                </c:pt>
                <c:pt idx="36541">
                  <c:v>0</c:v>
                </c:pt>
                <c:pt idx="36542">
                  <c:v>0</c:v>
                </c:pt>
                <c:pt idx="36543">
                  <c:v>0</c:v>
                </c:pt>
                <c:pt idx="36544">
                  <c:v>0</c:v>
                </c:pt>
                <c:pt idx="36545">
                  <c:v>0</c:v>
                </c:pt>
                <c:pt idx="36546">
                  <c:v>0</c:v>
                </c:pt>
                <c:pt idx="36547">
                  <c:v>0</c:v>
                </c:pt>
                <c:pt idx="36548">
                  <c:v>0</c:v>
                </c:pt>
                <c:pt idx="36549">
                  <c:v>0</c:v>
                </c:pt>
                <c:pt idx="36550">
                  <c:v>0</c:v>
                </c:pt>
                <c:pt idx="36551">
                  <c:v>0</c:v>
                </c:pt>
                <c:pt idx="36552">
                  <c:v>0</c:v>
                </c:pt>
                <c:pt idx="36553">
                  <c:v>0</c:v>
                </c:pt>
                <c:pt idx="36554">
                  <c:v>0</c:v>
                </c:pt>
                <c:pt idx="36555">
                  <c:v>0</c:v>
                </c:pt>
                <c:pt idx="36556">
                  <c:v>0</c:v>
                </c:pt>
                <c:pt idx="36557">
                  <c:v>0</c:v>
                </c:pt>
                <c:pt idx="36558">
                  <c:v>0</c:v>
                </c:pt>
                <c:pt idx="36559">
                  <c:v>0</c:v>
                </c:pt>
                <c:pt idx="36560">
                  <c:v>0</c:v>
                </c:pt>
                <c:pt idx="36561">
                  <c:v>0</c:v>
                </c:pt>
                <c:pt idx="36562">
                  <c:v>0</c:v>
                </c:pt>
                <c:pt idx="36563">
                  <c:v>0</c:v>
                </c:pt>
                <c:pt idx="36564">
                  <c:v>0</c:v>
                </c:pt>
                <c:pt idx="36565">
                  <c:v>0</c:v>
                </c:pt>
                <c:pt idx="36566">
                  <c:v>0</c:v>
                </c:pt>
                <c:pt idx="36567">
                  <c:v>0</c:v>
                </c:pt>
                <c:pt idx="36568">
                  <c:v>0</c:v>
                </c:pt>
                <c:pt idx="36569">
                  <c:v>0</c:v>
                </c:pt>
                <c:pt idx="36570">
                  <c:v>0</c:v>
                </c:pt>
                <c:pt idx="36571">
                  <c:v>0</c:v>
                </c:pt>
                <c:pt idx="36572">
                  <c:v>0</c:v>
                </c:pt>
                <c:pt idx="36573">
                  <c:v>0</c:v>
                </c:pt>
                <c:pt idx="36574">
                  <c:v>0</c:v>
                </c:pt>
                <c:pt idx="36575">
                  <c:v>0</c:v>
                </c:pt>
                <c:pt idx="36576">
                  <c:v>0</c:v>
                </c:pt>
                <c:pt idx="36577">
                  <c:v>0</c:v>
                </c:pt>
                <c:pt idx="36578">
                  <c:v>0</c:v>
                </c:pt>
                <c:pt idx="36579">
                  <c:v>0</c:v>
                </c:pt>
                <c:pt idx="36580">
                  <c:v>0</c:v>
                </c:pt>
                <c:pt idx="36581">
                  <c:v>0</c:v>
                </c:pt>
                <c:pt idx="36582">
                  <c:v>0</c:v>
                </c:pt>
                <c:pt idx="36583">
                  <c:v>0</c:v>
                </c:pt>
                <c:pt idx="36584">
                  <c:v>0</c:v>
                </c:pt>
                <c:pt idx="36585">
                  <c:v>0</c:v>
                </c:pt>
                <c:pt idx="36586">
                  <c:v>0</c:v>
                </c:pt>
                <c:pt idx="36587">
                  <c:v>0</c:v>
                </c:pt>
                <c:pt idx="36588">
                  <c:v>0</c:v>
                </c:pt>
                <c:pt idx="36589">
                  <c:v>0</c:v>
                </c:pt>
                <c:pt idx="36590">
                  <c:v>0</c:v>
                </c:pt>
                <c:pt idx="36591">
                  <c:v>0</c:v>
                </c:pt>
                <c:pt idx="36592">
                  <c:v>0</c:v>
                </c:pt>
                <c:pt idx="36593">
                  <c:v>0</c:v>
                </c:pt>
                <c:pt idx="36594">
                  <c:v>0</c:v>
                </c:pt>
                <c:pt idx="36595">
                  <c:v>0</c:v>
                </c:pt>
                <c:pt idx="36596">
                  <c:v>0</c:v>
                </c:pt>
                <c:pt idx="36597">
                  <c:v>0</c:v>
                </c:pt>
                <c:pt idx="36598">
                  <c:v>0</c:v>
                </c:pt>
                <c:pt idx="36599">
                  <c:v>0</c:v>
                </c:pt>
                <c:pt idx="36600">
                  <c:v>0</c:v>
                </c:pt>
                <c:pt idx="36601">
                  <c:v>0</c:v>
                </c:pt>
                <c:pt idx="36602">
                  <c:v>0</c:v>
                </c:pt>
                <c:pt idx="36603">
                  <c:v>0</c:v>
                </c:pt>
                <c:pt idx="36604">
                  <c:v>0</c:v>
                </c:pt>
                <c:pt idx="36605">
                  <c:v>0</c:v>
                </c:pt>
                <c:pt idx="36606">
                  <c:v>0</c:v>
                </c:pt>
                <c:pt idx="36607">
                  <c:v>0</c:v>
                </c:pt>
                <c:pt idx="36608">
                  <c:v>0</c:v>
                </c:pt>
                <c:pt idx="36609">
                  <c:v>0</c:v>
                </c:pt>
                <c:pt idx="36610">
                  <c:v>0</c:v>
                </c:pt>
                <c:pt idx="36611">
                  <c:v>0</c:v>
                </c:pt>
                <c:pt idx="36612">
                  <c:v>0</c:v>
                </c:pt>
                <c:pt idx="36613">
                  <c:v>0</c:v>
                </c:pt>
                <c:pt idx="36614">
                  <c:v>0</c:v>
                </c:pt>
                <c:pt idx="36615">
                  <c:v>0</c:v>
                </c:pt>
                <c:pt idx="36616">
                  <c:v>0</c:v>
                </c:pt>
                <c:pt idx="36617">
                  <c:v>0</c:v>
                </c:pt>
                <c:pt idx="36618">
                  <c:v>0</c:v>
                </c:pt>
                <c:pt idx="36619">
                  <c:v>0</c:v>
                </c:pt>
                <c:pt idx="36620">
                  <c:v>0</c:v>
                </c:pt>
                <c:pt idx="36621">
                  <c:v>0</c:v>
                </c:pt>
                <c:pt idx="36622">
                  <c:v>0</c:v>
                </c:pt>
                <c:pt idx="36623">
                  <c:v>0</c:v>
                </c:pt>
                <c:pt idx="36624">
                  <c:v>0</c:v>
                </c:pt>
                <c:pt idx="36625">
                  <c:v>0</c:v>
                </c:pt>
                <c:pt idx="36626">
                  <c:v>0</c:v>
                </c:pt>
                <c:pt idx="36627">
                  <c:v>0</c:v>
                </c:pt>
                <c:pt idx="36628">
                  <c:v>0</c:v>
                </c:pt>
                <c:pt idx="36629">
                  <c:v>0</c:v>
                </c:pt>
                <c:pt idx="36630">
                  <c:v>0</c:v>
                </c:pt>
                <c:pt idx="36631">
                  <c:v>0</c:v>
                </c:pt>
                <c:pt idx="36632">
                  <c:v>0</c:v>
                </c:pt>
                <c:pt idx="36633">
                  <c:v>0</c:v>
                </c:pt>
                <c:pt idx="36634">
                  <c:v>0</c:v>
                </c:pt>
                <c:pt idx="36635">
                  <c:v>0</c:v>
                </c:pt>
                <c:pt idx="36636">
                  <c:v>0</c:v>
                </c:pt>
                <c:pt idx="36637">
                  <c:v>0</c:v>
                </c:pt>
                <c:pt idx="36638">
                  <c:v>0</c:v>
                </c:pt>
                <c:pt idx="36639">
                  <c:v>0</c:v>
                </c:pt>
                <c:pt idx="36640">
                  <c:v>0</c:v>
                </c:pt>
                <c:pt idx="36641">
                  <c:v>0</c:v>
                </c:pt>
                <c:pt idx="36642">
                  <c:v>0</c:v>
                </c:pt>
                <c:pt idx="36643">
                  <c:v>0</c:v>
                </c:pt>
                <c:pt idx="36644">
                  <c:v>0</c:v>
                </c:pt>
                <c:pt idx="36645">
                  <c:v>0</c:v>
                </c:pt>
                <c:pt idx="36646">
                  <c:v>0</c:v>
                </c:pt>
                <c:pt idx="36647">
                  <c:v>0</c:v>
                </c:pt>
                <c:pt idx="36648">
                  <c:v>0</c:v>
                </c:pt>
                <c:pt idx="36649">
                  <c:v>0</c:v>
                </c:pt>
                <c:pt idx="36650">
                  <c:v>0</c:v>
                </c:pt>
                <c:pt idx="36651">
                  <c:v>0</c:v>
                </c:pt>
                <c:pt idx="36652">
                  <c:v>0</c:v>
                </c:pt>
                <c:pt idx="36653">
                  <c:v>0</c:v>
                </c:pt>
                <c:pt idx="36654">
                  <c:v>0</c:v>
                </c:pt>
                <c:pt idx="36655">
                  <c:v>0</c:v>
                </c:pt>
                <c:pt idx="36656">
                  <c:v>0</c:v>
                </c:pt>
                <c:pt idx="36657">
                  <c:v>0</c:v>
                </c:pt>
                <c:pt idx="36658">
                  <c:v>0</c:v>
                </c:pt>
                <c:pt idx="36659">
                  <c:v>0</c:v>
                </c:pt>
                <c:pt idx="36660">
                  <c:v>0</c:v>
                </c:pt>
                <c:pt idx="36661">
                  <c:v>0</c:v>
                </c:pt>
                <c:pt idx="36662">
                  <c:v>0</c:v>
                </c:pt>
                <c:pt idx="36663">
                  <c:v>0</c:v>
                </c:pt>
                <c:pt idx="36664">
                  <c:v>0</c:v>
                </c:pt>
                <c:pt idx="36665">
                  <c:v>0</c:v>
                </c:pt>
                <c:pt idx="36666">
                  <c:v>0</c:v>
                </c:pt>
                <c:pt idx="36667">
                  <c:v>0</c:v>
                </c:pt>
                <c:pt idx="36668">
                  <c:v>0</c:v>
                </c:pt>
                <c:pt idx="36669">
                  <c:v>0</c:v>
                </c:pt>
                <c:pt idx="36670">
                  <c:v>0</c:v>
                </c:pt>
                <c:pt idx="36671">
                  <c:v>0</c:v>
                </c:pt>
                <c:pt idx="36672">
                  <c:v>0</c:v>
                </c:pt>
                <c:pt idx="36673">
                  <c:v>0</c:v>
                </c:pt>
                <c:pt idx="36674">
                  <c:v>0</c:v>
                </c:pt>
                <c:pt idx="36675">
                  <c:v>0</c:v>
                </c:pt>
                <c:pt idx="36676">
                  <c:v>0</c:v>
                </c:pt>
                <c:pt idx="36677">
                  <c:v>0</c:v>
                </c:pt>
                <c:pt idx="36678">
                  <c:v>0</c:v>
                </c:pt>
                <c:pt idx="36679">
                  <c:v>0</c:v>
                </c:pt>
                <c:pt idx="36680">
                  <c:v>0</c:v>
                </c:pt>
                <c:pt idx="36681">
                  <c:v>0</c:v>
                </c:pt>
                <c:pt idx="36682">
                  <c:v>0</c:v>
                </c:pt>
                <c:pt idx="36683">
                  <c:v>0</c:v>
                </c:pt>
                <c:pt idx="36684">
                  <c:v>0</c:v>
                </c:pt>
                <c:pt idx="36685">
                  <c:v>0</c:v>
                </c:pt>
                <c:pt idx="36686">
                  <c:v>0</c:v>
                </c:pt>
                <c:pt idx="36687">
                  <c:v>0</c:v>
                </c:pt>
                <c:pt idx="36688">
                  <c:v>0</c:v>
                </c:pt>
                <c:pt idx="36689">
                  <c:v>0</c:v>
                </c:pt>
                <c:pt idx="36690">
                  <c:v>0</c:v>
                </c:pt>
                <c:pt idx="36691">
                  <c:v>0</c:v>
                </c:pt>
                <c:pt idx="36692">
                  <c:v>0</c:v>
                </c:pt>
                <c:pt idx="36693">
                  <c:v>0</c:v>
                </c:pt>
                <c:pt idx="36694">
                  <c:v>0</c:v>
                </c:pt>
                <c:pt idx="36695">
                  <c:v>0</c:v>
                </c:pt>
                <c:pt idx="36696">
                  <c:v>0</c:v>
                </c:pt>
                <c:pt idx="36697">
                  <c:v>0</c:v>
                </c:pt>
                <c:pt idx="36698">
                  <c:v>0</c:v>
                </c:pt>
                <c:pt idx="36699">
                  <c:v>0</c:v>
                </c:pt>
                <c:pt idx="36700">
                  <c:v>0</c:v>
                </c:pt>
                <c:pt idx="36701">
                  <c:v>0</c:v>
                </c:pt>
                <c:pt idx="36702">
                  <c:v>0</c:v>
                </c:pt>
                <c:pt idx="36703">
                  <c:v>0</c:v>
                </c:pt>
                <c:pt idx="36704">
                  <c:v>0</c:v>
                </c:pt>
                <c:pt idx="36705">
                  <c:v>0</c:v>
                </c:pt>
                <c:pt idx="36706">
                  <c:v>0</c:v>
                </c:pt>
                <c:pt idx="36707">
                  <c:v>0</c:v>
                </c:pt>
                <c:pt idx="36708">
                  <c:v>0</c:v>
                </c:pt>
                <c:pt idx="36709">
                  <c:v>0</c:v>
                </c:pt>
                <c:pt idx="36710">
                  <c:v>0</c:v>
                </c:pt>
                <c:pt idx="36711">
                  <c:v>0</c:v>
                </c:pt>
                <c:pt idx="36712">
                  <c:v>0</c:v>
                </c:pt>
                <c:pt idx="36713">
                  <c:v>0</c:v>
                </c:pt>
                <c:pt idx="36714">
                  <c:v>0</c:v>
                </c:pt>
                <c:pt idx="36715">
                  <c:v>0</c:v>
                </c:pt>
                <c:pt idx="36716">
                  <c:v>0</c:v>
                </c:pt>
                <c:pt idx="36717">
                  <c:v>0</c:v>
                </c:pt>
                <c:pt idx="36718">
                  <c:v>0</c:v>
                </c:pt>
                <c:pt idx="36719">
                  <c:v>0</c:v>
                </c:pt>
                <c:pt idx="36720">
                  <c:v>0</c:v>
                </c:pt>
                <c:pt idx="36721">
                  <c:v>0</c:v>
                </c:pt>
                <c:pt idx="36722">
                  <c:v>0</c:v>
                </c:pt>
                <c:pt idx="36723">
                  <c:v>0</c:v>
                </c:pt>
                <c:pt idx="36724">
                  <c:v>0</c:v>
                </c:pt>
                <c:pt idx="36725">
                  <c:v>0</c:v>
                </c:pt>
                <c:pt idx="36726">
                  <c:v>0</c:v>
                </c:pt>
                <c:pt idx="36727">
                  <c:v>0</c:v>
                </c:pt>
                <c:pt idx="36728">
                  <c:v>0</c:v>
                </c:pt>
                <c:pt idx="36729">
                  <c:v>0</c:v>
                </c:pt>
                <c:pt idx="36730">
                  <c:v>0</c:v>
                </c:pt>
                <c:pt idx="36731">
                  <c:v>0</c:v>
                </c:pt>
                <c:pt idx="36732">
                  <c:v>0</c:v>
                </c:pt>
                <c:pt idx="36733">
                  <c:v>0</c:v>
                </c:pt>
                <c:pt idx="36734">
                  <c:v>0</c:v>
                </c:pt>
                <c:pt idx="36735">
                  <c:v>0</c:v>
                </c:pt>
                <c:pt idx="36736">
                  <c:v>0</c:v>
                </c:pt>
                <c:pt idx="36737">
                  <c:v>0</c:v>
                </c:pt>
                <c:pt idx="36738">
                  <c:v>0</c:v>
                </c:pt>
                <c:pt idx="36739">
                  <c:v>0</c:v>
                </c:pt>
                <c:pt idx="36740">
                  <c:v>0</c:v>
                </c:pt>
                <c:pt idx="36741">
                  <c:v>0</c:v>
                </c:pt>
                <c:pt idx="36742">
                  <c:v>0</c:v>
                </c:pt>
                <c:pt idx="36743">
                  <c:v>0</c:v>
                </c:pt>
                <c:pt idx="36744">
                  <c:v>0</c:v>
                </c:pt>
                <c:pt idx="36745">
                  <c:v>0</c:v>
                </c:pt>
                <c:pt idx="36746">
                  <c:v>0</c:v>
                </c:pt>
                <c:pt idx="36747">
                  <c:v>0</c:v>
                </c:pt>
                <c:pt idx="36748">
                  <c:v>0</c:v>
                </c:pt>
                <c:pt idx="36749">
                  <c:v>0</c:v>
                </c:pt>
                <c:pt idx="36750">
                  <c:v>0</c:v>
                </c:pt>
                <c:pt idx="36751">
                  <c:v>0</c:v>
                </c:pt>
                <c:pt idx="36752">
                  <c:v>0</c:v>
                </c:pt>
                <c:pt idx="36753">
                  <c:v>0</c:v>
                </c:pt>
                <c:pt idx="36754">
                  <c:v>0</c:v>
                </c:pt>
                <c:pt idx="36755">
                  <c:v>0</c:v>
                </c:pt>
                <c:pt idx="36756">
                  <c:v>0</c:v>
                </c:pt>
                <c:pt idx="36757">
                  <c:v>0</c:v>
                </c:pt>
                <c:pt idx="36758">
                  <c:v>0</c:v>
                </c:pt>
                <c:pt idx="36759">
                  <c:v>0</c:v>
                </c:pt>
                <c:pt idx="36760">
                  <c:v>0</c:v>
                </c:pt>
                <c:pt idx="36761">
                  <c:v>0</c:v>
                </c:pt>
                <c:pt idx="36762">
                  <c:v>0</c:v>
                </c:pt>
                <c:pt idx="36763">
                  <c:v>0</c:v>
                </c:pt>
                <c:pt idx="36764">
                  <c:v>0</c:v>
                </c:pt>
                <c:pt idx="36765">
                  <c:v>0</c:v>
                </c:pt>
                <c:pt idx="36766">
                  <c:v>0</c:v>
                </c:pt>
                <c:pt idx="36767">
                  <c:v>0</c:v>
                </c:pt>
                <c:pt idx="36768">
                  <c:v>0</c:v>
                </c:pt>
                <c:pt idx="36769">
                  <c:v>0</c:v>
                </c:pt>
                <c:pt idx="36770">
                  <c:v>0</c:v>
                </c:pt>
                <c:pt idx="36771">
                  <c:v>0</c:v>
                </c:pt>
                <c:pt idx="36772">
                  <c:v>0</c:v>
                </c:pt>
                <c:pt idx="36773">
                  <c:v>0</c:v>
                </c:pt>
                <c:pt idx="36774">
                  <c:v>0</c:v>
                </c:pt>
                <c:pt idx="36775">
                  <c:v>0</c:v>
                </c:pt>
                <c:pt idx="36776">
                  <c:v>0</c:v>
                </c:pt>
                <c:pt idx="36777">
                  <c:v>0</c:v>
                </c:pt>
                <c:pt idx="36778">
                  <c:v>0</c:v>
                </c:pt>
                <c:pt idx="36779">
                  <c:v>0</c:v>
                </c:pt>
                <c:pt idx="36780">
                  <c:v>0</c:v>
                </c:pt>
                <c:pt idx="36781">
                  <c:v>0</c:v>
                </c:pt>
                <c:pt idx="36782">
                  <c:v>0</c:v>
                </c:pt>
                <c:pt idx="36783">
                  <c:v>0</c:v>
                </c:pt>
                <c:pt idx="36784">
                  <c:v>0</c:v>
                </c:pt>
                <c:pt idx="36785">
                  <c:v>0</c:v>
                </c:pt>
                <c:pt idx="36786">
                  <c:v>0</c:v>
                </c:pt>
                <c:pt idx="36787">
                  <c:v>0</c:v>
                </c:pt>
                <c:pt idx="36788">
                  <c:v>0</c:v>
                </c:pt>
                <c:pt idx="36789">
                  <c:v>0</c:v>
                </c:pt>
                <c:pt idx="36790">
                  <c:v>0</c:v>
                </c:pt>
                <c:pt idx="36791">
                  <c:v>0</c:v>
                </c:pt>
                <c:pt idx="36792">
                  <c:v>0</c:v>
                </c:pt>
                <c:pt idx="36793">
                  <c:v>0</c:v>
                </c:pt>
                <c:pt idx="36794">
                  <c:v>0</c:v>
                </c:pt>
                <c:pt idx="36795">
                  <c:v>0</c:v>
                </c:pt>
                <c:pt idx="36796">
                  <c:v>0</c:v>
                </c:pt>
                <c:pt idx="36797">
                  <c:v>0</c:v>
                </c:pt>
                <c:pt idx="36798">
                  <c:v>0</c:v>
                </c:pt>
                <c:pt idx="36799">
                  <c:v>0</c:v>
                </c:pt>
                <c:pt idx="36800">
                  <c:v>0</c:v>
                </c:pt>
                <c:pt idx="36801">
                  <c:v>0</c:v>
                </c:pt>
                <c:pt idx="36802">
                  <c:v>0</c:v>
                </c:pt>
                <c:pt idx="36803">
                  <c:v>0</c:v>
                </c:pt>
                <c:pt idx="36804">
                  <c:v>0</c:v>
                </c:pt>
                <c:pt idx="36805">
                  <c:v>0</c:v>
                </c:pt>
                <c:pt idx="36806">
                  <c:v>0</c:v>
                </c:pt>
                <c:pt idx="36807">
                  <c:v>0</c:v>
                </c:pt>
                <c:pt idx="36808">
                  <c:v>0</c:v>
                </c:pt>
                <c:pt idx="36809">
                  <c:v>0</c:v>
                </c:pt>
                <c:pt idx="36810">
                  <c:v>0</c:v>
                </c:pt>
                <c:pt idx="36811">
                  <c:v>0</c:v>
                </c:pt>
                <c:pt idx="36812">
                  <c:v>0</c:v>
                </c:pt>
                <c:pt idx="36813">
                  <c:v>0</c:v>
                </c:pt>
                <c:pt idx="36814">
                  <c:v>0</c:v>
                </c:pt>
                <c:pt idx="36815">
                  <c:v>0</c:v>
                </c:pt>
                <c:pt idx="36816">
                  <c:v>0</c:v>
                </c:pt>
                <c:pt idx="36817">
                  <c:v>0</c:v>
                </c:pt>
                <c:pt idx="36818">
                  <c:v>0</c:v>
                </c:pt>
                <c:pt idx="36819">
                  <c:v>0</c:v>
                </c:pt>
                <c:pt idx="36820">
                  <c:v>0</c:v>
                </c:pt>
                <c:pt idx="36821">
                  <c:v>0</c:v>
                </c:pt>
                <c:pt idx="36822">
                  <c:v>0</c:v>
                </c:pt>
                <c:pt idx="36823">
                  <c:v>0</c:v>
                </c:pt>
                <c:pt idx="36824">
                  <c:v>0</c:v>
                </c:pt>
                <c:pt idx="36825">
                  <c:v>0</c:v>
                </c:pt>
                <c:pt idx="36826">
                  <c:v>0</c:v>
                </c:pt>
                <c:pt idx="36827">
                  <c:v>0</c:v>
                </c:pt>
                <c:pt idx="36828">
                  <c:v>0</c:v>
                </c:pt>
                <c:pt idx="36829">
                  <c:v>0</c:v>
                </c:pt>
                <c:pt idx="36830">
                  <c:v>0</c:v>
                </c:pt>
                <c:pt idx="36831">
                  <c:v>0</c:v>
                </c:pt>
                <c:pt idx="36832">
                  <c:v>0</c:v>
                </c:pt>
                <c:pt idx="36833">
                  <c:v>0</c:v>
                </c:pt>
                <c:pt idx="36834">
                  <c:v>0</c:v>
                </c:pt>
                <c:pt idx="36835">
                  <c:v>0</c:v>
                </c:pt>
                <c:pt idx="36836">
                  <c:v>0</c:v>
                </c:pt>
                <c:pt idx="36837">
                  <c:v>0</c:v>
                </c:pt>
                <c:pt idx="36838">
                  <c:v>0</c:v>
                </c:pt>
                <c:pt idx="36839">
                  <c:v>0</c:v>
                </c:pt>
                <c:pt idx="36840">
                  <c:v>0</c:v>
                </c:pt>
                <c:pt idx="36841">
                  <c:v>0</c:v>
                </c:pt>
                <c:pt idx="36842">
                  <c:v>0</c:v>
                </c:pt>
                <c:pt idx="36843">
                  <c:v>0</c:v>
                </c:pt>
                <c:pt idx="36844">
                  <c:v>0</c:v>
                </c:pt>
                <c:pt idx="36845">
                  <c:v>0</c:v>
                </c:pt>
                <c:pt idx="36846">
                  <c:v>0</c:v>
                </c:pt>
                <c:pt idx="36847">
                  <c:v>0</c:v>
                </c:pt>
                <c:pt idx="36848">
                  <c:v>0</c:v>
                </c:pt>
                <c:pt idx="36849">
                  <c:v>0</c:v>
                </c:pt>
                <c:pt idx="36850">
                  <c:v>0</c:v>
                </c:pt>
                <c:pt idx="36851">
                  <c:v>0</c:v>
                </c:pt>
                <c:pt idx="36852">
                  <c:v>0</c:v>
                </c:pt>
                <c:pt idx="36853">
                  <c:v>0</c:v>
                </c:pt>
                <c:pt idx="36854">
                  <c:v>0</c:v>
                </c:pt>
                <c:pt idx="36855">
                  <c:v>0</c:v>
                </c:pt>
                <c:pt idx="36856">
                  <c:v>0</c:v>
                </c:pt>
                <c:pt idx="36857">
                  <c:v>0</c:v>
                </c:pt>
                <c:pt idx="36858">
                  <c:v>0</c:v>
                </c:pt>
                <c:pt idx="36859">
                  <c:v>0</c:v>
                </c:pt>
                <c:pt idx="36860">
                  <c:v>0</c:v>
                </c:pt>
                <c:pt idx="36861">
                  <c:v>0</c:v>
                </c:pt>
                <c:pt idx="36862">
                  <c:v>0</c:v>
                </c:pt>
                <c:pt idx="36863">
                  <c:v>0</c:v>
                </c:pt>
                <c:pt idx="36864">
                  <c:v>0</c:v>
                </c:pt>
                <c:pt idx="36865">
                  <c:v>0</c:v>
                </c:pt>
                <c:pt idx="36866">
                  <c:v>0</c:v>
                </c:pt>
                <c:pt idx="36867">
                  <c:v>0</c:v>
                </c:pt>
                <c:pt idx="36868">
                  <c:v>0</c:v>
                </c:pt>
                <c:pt idx="36869">
                  <c:v>0</c:v>
                </c:pt>
                <c:pt idx="36870">
                  <c:v>0</c:v>
                </c:pt>
                <c:pt idx="36871">
                  <c:v>0</c:v>
                </c:pt>
                <c:pt idx="36872">
                  <c:v>0</c:v>
                </c:pt>
                <c:pt idx="36873">
                  <c:v>0</c:v>
                </c:pt>
                <c:pt idx="36874">
                  <c:v>0</c:v>
                </c:pt>
                <c:pt idx="36875">
                  <c:v>0</c:v>
                </c:pt>
                <c:pt idx="36876">
                  <c:v>0</c:v>
                </c:pt>
                <c:pt idx="36877">
                  <c:v>0</c:v>
                </c:pt>
                <c:pt idx="36878">
                  <c:v>0</c:v>
                </c:pt>
                <c:pt idx="36879">
                  <c:v>0</c:v>
                </c:pt>
                <c:pt idx="36880">
                  <c:v>0</c:v>
                </c:pt>
                <c:pt idx="36881">
                  <c:v>0</c:v>
                </c:pt>
                <c:pt idx="36882">
                  <c:v>0</c:v>
                </c:pt>
                <c:pt idx="36883">
                  <c:v>0</c:v>
                </c:pt>
                <c:pt idx="36884">
                  <c:v>0</c:v>
                </c:pt>
                <c:pt idx="36885">
                  <c:v>0</c:v>
                </c:pt>
                <c:pt idx="36886">
                  <c:v>0</c:v>
                </c:pt>
                <c:pt idx="36887">
                  <c:v>0</c:v>
                </c:pt>
                <c:pt idx="36888">
                  <c:v>0</c:v>
                </c:pt>
                <c:pt idx="36889">
                  <c:v>0</c:v>
                </c:pt>
                <c:pt idx="36890">
                  <c:v>0</c:v>
                </c:pt>
                <c:pt idx="36891">
                  <c:v>0</c:v>
                </c:pt>
                <c:pt idx="36892">
                  <c:v>0</c:v>
                </c:pt>
                <c:pt idx="36893">
                  <c:v>0</c:v>
                </c:pt>
                <c:pt idx="36894">
                  <c:v>0</c:v>
                </c:pt>
                <c:pt idx="36895">
                  <c:v>0</c:v>
                </c:pt>
                <c:pt idx="36896">
                  <c:v>0</c:v>
                </c:pt>
                <c:pt idx="36897">
                  <c:v>0</c:v>
                </c:pt>
                <c:pt idx="36898">
                  <c:v>0</c:v>
                </c:pt>
                <c:pt idx="36899">
                  <c:v>0</c:v>
                </c:pt>
                <c:pt idx="36900">
                  <c:v>0</c:v>
                </c:pt>
                <c:pt idx="36901">
                  <c:v>0</c:v>
                </c:pt>
                <c:pt idx="36902">
                  <c:v>0</c:v>
                </c:pt>
                <c:pt idx="36903">
                  <c:v>0</c:v>
                </c:pt>
                <c:pt idx="36904">
                  <c:v>0</c:v>
                </c:pt>
                <c:pt idx="36905">
                  <c:v>0</c:v>
                </c:pt>
                <c:pt idx="36906">
                  <c:v>0</c:v>
                </c:pt>
                <c:pt idx="36907">
                  <c:v>0</c:v>
                </c:pt>
                <c:pt idx="36908">
                  <c:v>0</c:v>
                </c:pt>
                <c:pt idx="36909">
                  <c:v>0</c:v>
                </c:pt>
                <c:pt idx="36910">
                  <c:v>0</c:v>
                </c:pt>
                <c:pt idx="36911">
                  <c:v>0</c:v>
                </c:pt>
                <c:pt idx="36912">
                  <c:v>0</c:v>
                </c:pt>
                <c:pt idx="36913">
                  <c:v>0</c:v>
                </c:pt>
                <c:pt idx="36914">
                  <c:v>0</c:v>
                </c:pt>
                <c:pt idx="36915">
                  <c:v>0</c:v>
                </c:pt>
                <c:pt idx="36916">
                  <c:v>0</c:v>
                </c:pt>
                <c:pt idx="36917">
                  <c:v>0</c:v>
                </c:pt>
                <c:pt idx="36918">
                  <c:v>0</c:v>
                </c:pt>
                <c:pt idx="36919">
                  <c:v>0</c:v>
                </c:pt>
                <c:pt idx="36920">
                  <c:v>0</c:v>
                </c:pt>
                <c:pt idx="36921">
                  <c:v>0</c:v>
                </c:pt>
                <c:pt idx="36922">
                  <c:v>0</c:v>
                </c:pt>
                <c:pt idx="36923">
                  <c:v>0</c:v>
                </c:pt>
                <c:pt idx="36924">
                  <c:v>0</c:v>
                </c:pt>
                <c:pt idx="36925">
                  <c:v>0</c:v>
                </c:pt>
                <c:pt idx="36926">
                  <c:v>0</c:v>
                </c:pt>
                <c:pt idx="36927">
                  <c:v>0</c:v>
                </c:pt>
                <c:pt idx="36928">
                  <c:v>0</c:v>
                </c:pt>
                <c:pt idx="36929">
                  <c:v>0</c:v>
                </c:pt>
                <c:pt idx="36930">
                  <c:v>0</c:v>
                </c:pt>
                <c:pt idx="36931">
                  <c:v>0</c:v>
                </c:pt>
                <c:pt idx="36932">
                  <c:v>0</c:v>
                </c:pt>
                <c:pt idx="36933">
                  <c:v>0</c:v>
                </c:pt>
                <c:pt idx="36934">
                  <c:v>0</c:v>
                </c:pt>
                <c:pt idx="36935">
                  <c:v>0</c:v>
                </c:pt>
                <c:pt idx="36936">
                  <c:v>0</c:v>
                </c:pt>
                <c:pt idx="36937">
                  <c:v>0</c:v>
                </c:pt>
                <c:pt idx="36938">
                  <c:v>0</c:v>
                </c:pt>
                <c:pt idx="36939">
                  <c:v>0</c:v>
                </c:pt>
                <c:pt idx="36940">
                  <c:v>0</c:v>
                </c:pt>
                <c:pt idx="36941">
                  <c:v>0</c:v>
                </c:pt>
                <c:pt idx="36942">
                  <c:v>0</c:v>
                </c:pt>
                <c:pt idx="36943">
                  <c:v>0</c:v>
                </c:pt>
                <c:pt idx="36944">
                  <c:v>0</c:v>
                </c:pt>
                <c:pt idx="36945">
                  <c:v>0</c:v>
                </c:pt>
                <c:pt idx="36946">
                  <c:v>0</c:v>
                </c:pt>
                <c:pt idx="36947">
                  <c:v>0</c:v>
                </c:pt>
                <c:pt idx="36948">
                  <c:v>0</c:v>
                </c:pt>
                <c:pt idx="36949">
                  <c:v>0</c:v>
                </c:pt>
                <c:pt idx="36950">
                  <c:v>0</c:v>
                </c:pt>
                <c:pt idx="36951">
                  <c:v>0</c:v>
                </c:pt>
                <c:pt idx="36952">
                  <c:v>0</c:v>
                </c:pt>
                <c:pt idx="36953">
                  <c:v>0</c:v>
                </c:pt>
                <c:pt idx="36954">
                  <c:v>0</c:v>
                </c:pt>
                <c:pt idx="36955">
                  <c:v>0</c:v>
                </c:pt>
                <c:pt idx="36956">
                  <c:v>0</c:v>
                </c:pt>
                <c:pt idx="36957">
                  <c:v>0</c:v>
                </c:pt>
                <c:pt idx="36958">
                  <c:v>0</c:v>
                </c:pt>
                <c:pt idx="36959">
                  <c:v>0</c:v>
                </c:pt>
                <c:pt idx="36960">
                  <c:v>0</c:v>
                </c:pt>
                <c:pt idx="36961">
                  <c:v>0</c:v>
                </c:pt>
                <c:pt idx="36962">
                  <c:v>0</c:v>
                </c:pt>
                <c:pt idx="36963">
                  <c:v>0</c:v>
                </c:pt>
                <c:pt idx="36964">
                  <c:v>0</c:v>
                </c:pt>
                <c:pt idx="36965">
                  <c:v>0</c:v>
                </c:pt>
                <c:pt idx="36966">
                  <c:v>0</c:v>
                </c:pt>
                <c:pt idx="36967">
                  <c:v>0</c:v>
                </c:pt>
                <c:pt idx="36968">
                  <c:v>0</c:v>
                </c:pt>
                <c:pt idx="36969">
                  <c:v>0</c:v>
                </c:pt>
                <c:pt idx="36970">
                  <c:v>0</c:v>
                </c:pt>
                <c:pt idx="36971">
                  <c:v>0</c:v>
                </c:pt>
                <c:pt idx="36972">
                  <c:v>0</c:v>
                </c:pt>
                <c:pt idx="36973">
                  <c:v>0</c:v>
                </c:pt>
                <c:pt idx="36974">
                  <c:v>0</c:v>
                </c:pt>
                <c:pt idx="36975">
                  <c:v>0</c:v>
                </c:pt>
                <c:pt idx="36976">
                  <c:v>0</c:v>
                </c:pt>
                <c:pt idx="36977">
                  <c:v>0</c:v>
                </c:pt>
                <c:pt idx="36978">
                  <c:v>0</c:v>
                </c:pt>
                <c:pt idx="36979">
                  <c:v>0</c:v>
                </c:pt>
                <c:pt idx="36980">
                  <c:v>0</c:v>
                </c:pt>
                <c:pt idx="36981">
                  <c:v>0</c:v>
                </c:pt>
                <c:pt idx="36982">
                  <c:v>0</c:v>
                </c:pt>
                <c:pt idx="36983">
                  <c:v>0</c:v>
                </c:pt>
                <c:pt idx="36984">
                  <c:v>0</c:v>
                </c:pt>
                <c:pt idx="36985">
                  <c:v>0</c:v>
                </c:pt>
                <c:pt idx="36986">
                  <c:v>0</c:v>
                </c:pt>
                <c:pt idx="36987">
                  <c:v>0</c:v>
                </c:pt>
                <c:pt idx="36988">
                  <c:v>0</c:v>
                </c:pt>
                <c:pt idx="36989">
                  <c:v>0</c:v>
                </c:pt>
                <c:pt idx="36990">
                  <c:v>0</c:v>
                </c:pt>
                <c:pt idx="36991">
                  <c:v>0</c:v>
                </c:pt>
                <c:pt idx="36992">
                  <c:v>0</c:v>
                </c:pt>
                <c:pt idx="36993">
                  <c:v>0</c:v>
                </c:pt>
                <c:pt idx="36994">
                  <c:v>0</c:v>
                </c:pt>
                <c:pt idx="36995">
                  <c:v>0</c:v>
                </c:pt>
                <c:pt idx="36996">
                  <c:v>0</c:v>
                </c:pt>
                <c:pt idx="36997">
                  <c:v>0</c:v>
                </c:pt>
                <c:pt idx="36998">
                  <c:v>0</c:v>
                </c:pt>
                <c:pt idx="36999">
                  <c:v>0</c:v>
                </c:pt>
                <c:pt idx="37000">
                  <c:v>0</c:v>
                </c:pt>
                <c:pt idx="37001">
                  <c:v>0</c:v>
                </c:pt>
                <c:pt idx="37002">
                  <c:v>0</c:v>
                </c:pt>
                <c:pt idx="37003">
                  <c:v>0</c:v>
                </c:pt>
                <c:pt idx="37004">
                  <c:v>0</c:v>
                </c:pt>
                <c:pt idx="37005">
                  <c:v>0</c:v>
                </c:pt>
                <c:pt idx="37006">
                  <c:v>0</c:v>
                </c:pt>
                <c:pt idx="37007">
                  <c:v>0</c:v>
                </c:pt>
                <c:pt idx="37008">
                  <c:v>0</c:v>
                </c:pt>
                <c:pt idx="37009">
                  <c:v>0</c:v>
                </c:pt>
                <c:pt idx="37010">
                  <c:v>0</c:v>
                </c:pt>
                <c:pt idx="37011">
                  <c:v>0</c:v>
                </c:pt>
                <c:pt idx="37012">
                  <c:v>0</c:v>
                </c:pt>
                <c:pt idx="37013">
                  <c:v>0</c:v>
                </c:pt>
                <c:pt idx="37014">
                  <c:v>0</c:v>
                </c:pt>
                <c:pt idx="37015">
                  <c:v>0</c:v>
                </c:pt>
                <c:pt idx="37016">
                  <c:v>0</c:v>
                </c:pt>
                <c:pt idx="37017">
                  <c:v>0</c:v>
                </c:pt>
                <c:pt idx="37018">
                  <c:v>0</c:v>
                </c:pt>
                <c:pt idx="37019">
                  <c:v>0</c:v>
                </c:pt>
                <c:pt idx="37020">
                  <c:v>0</c:v>
                </c:pt>
                <c:pt idx="37021">
                  <c:v>0</c:v>
                </c:pt>
                <c:pt idx="37022">
                  <c:v>0</c:v>
                </c:pt>
                <c:pt idx="37023">
                  <c:v>0</c:v>
                </c:pt>
                <c:pt idx="37024">
                  <c:v>0</c:v>
                </c:pt>
                <c:pt idx="37025">
                  <c:v>0</c:v>
                </c:pt>
                <c:pt idx="37026">
                  <c:v>0</c:v>
                </c:pt>
                <c:pt idx="37027">
                  <c:v>0</c:v>
                </c:pt>
                <c:pt idx="37028">
                  <c:v>0</c:v>
                </c:pt>
                <c:pt idx="37029">
                  <c:v>0</c:v>
                </c:pt>
                <c:pt idx="37030">
                  <c:v>0</c:v>
                </c:pt>
                <c:pt idx="37031">
                  <c:v>0</c:v>
                </c:pt>
                <c:pt idx="37032">
                  <c:v>0</c:v>
                </c:pt>
                <c:pt idx="37033">
                  <c:v>0</c:v>
                </c:pt>
                <c:pt idx="37034">
                  <c:v>0</c:v>
                </c:pt>
                <c:pt idx="37035">
                  <c:v>0</c:v>
                </c:pt>
                <c:pt idx="37036">
                  <c:v>0</c:v>
                </c:pt>
                <c:pt idx="37037">
                  <c:v>0</c:v>
                </c:pt>
                <c:pt idx="37038">
                  <c:v>0</c:v>
                </c:pt>
                <c:pt idx="37039">
                  <c:v>0</c:v>
                </c:pt>
                <c:pt idx="37040">
                  <c:v>0</c:v>
                </c:pt>
                <c:pt idx="37041">
                  <c:v>0</c:v>
                </c:pt>
                <c:pt idx="37042">
                  <c:v>0</c:v>
                </c:pt>
                <c:pt idx="37043">
                  <c:v>0</c:v>
                </c:pt>
                <c:pt idx="37044">
                  <c:v>0</c:v>
                </c:pt>
                <c:pt idx="37045">
                  <c:v>0</c:v>
                </c:pt>
                <c:pt idx="37046">
                  <c:v>0</c:v>
                </c:pt>
                <c:pt idx="37047">
                  <c:v>0</c:v>
                </c:pt>
                <c:pt idx="37048">
                  <c:v>0</c:v>
                </c:pt>
                <c:pt idx="37049">
                  <c:v>0</c:v>
                </c:pt>
                <c:pt idx="37050">
                  <c:v>0</c:v>
                </c:pt>
                <c:pt idx="37051">
                  <c:v>0</c:v>
                </c:pt>
                <c:pt idx="37052">
                  <c:v>0</c:v>
                </c:pt>
                <c:pt idx="37053">
                  <c:v>0</c:v>
                </c:pt>
                <c:pt idx="37054">
                  <c:v>0</c:v>
                </c:pt>
                <c:pt idx="37055">
                  <c:v>0</c:v>
                </c:pt>
                <c:pt idx="37056">
                  <c:v>0</c:v>
                </c:pt>
                <c:pt idx="37057">
                  <c:v>0</c:v>
                </c:pt>
                <c:pt idx="37058">
                  <c:v>0</c:v>
                </c:pt>
                <c:pt idx="37059">
                  <c:v>0</c:v>
                </c:pt>
                <c:pt idx="37060">
                  <c:v>0</c:v>
                </c:pt>
                <c:pt idx="37061">
                  <c:v>0</c:v>
                </c:pt>
                <c:pt idx="37062">
                  <c:v>0</c:v>
                </c:pt>
                <c:pt idx="37063">
                  <c:v>0</c:v>
                </c:pt>
                <c:pt idx="37064">
                  <c:v>0</c:v>
                </c:pt>
                <c:pt idx="37065">
                  <c:v>0</c:v>
                </c:pt>
                <c:pt idx="37066">
                  <c:v>0</c:v>
                </c:pt>
                <c:pt idx="37067">
                  <c:v>0</c:v>
                </c:pt>
                <c:pt idx="37068">
                  <c:v>0</c:v>
                </c:pt>
                <c:pt idx="37069">
                  <c:v>0</c:v>
                </c:pt>
                <c:pt idx="37070">
                  <c:v>0</c:v>
                </c:pt>
                <c:pt idx="37071">
                  <c:v>0</c:v>
                </c:pt>
                <c:pt idx="37072">
                  <c:v>0</c:v>
                </c:pt>
                <c:pt idx="37073">
                  <c:v>0</c:v>
                </c:pt>
                <c:pt idx="37074">
                  <c:v>0</c:v>
                </c:pt>
                <c:pt idx="37075">
                  <c:v>0</c:v>
                </c:pt>
                <c:pt idx="37076">
                  <c:v>0</c:v>
                </c:pt>
                <c:pt idx="37077">
                  <c:v>0</c:v>
                </c:pt>
                <c:pt idx="37078">
                  <c:v>0</c:v>
                </c:pt>
                <c:pt idx="37079">
                  <c:v>0</c:v>
                </c:pt>
                <c:pt idx="37080">
                  <c:v>0</c:v>
                </c:pt>
                <c:pt idx="37081">
                  <c:v>0</c:v>
                </c:pt>
                <c:pt idx="37082">
                  <c:v>0</c:v>
                </c:pt>
                <c:pt idx="37083">
                  <c:v>0</c:v>
                </c:pt>
                <c:pt idx="37084">
                  <c:v>0</c:v>
                </c:pt>
                <c:pt idx="37085">
                  <c:v>0</c:v>
                </c:pt>
                <c:pt idx="37086">
                  <c:v>0</c:v>
                </c:pt>
                <c:pt idx="37087">
                  <c:v>0</c:v>
                </c:pt>
                <c:pt idx="37088">
                  <c:v>0</c:v>
                </c:pt>
                <c:pt idx="37089">
                  <c:v>0</c:v>
                </c:pt>
                <c:pt idx="37090">
                  <c:v>0</c:v>
                </c:pt>
                <c:pt idx="37091">
                  <c:v>0</c:v>
                </c:pt>
                <c:pt idx="37092">
                  <c:v>0</c:v>
                </c:pt>
                <c:pt idx="37093">
                  <c:v>0</c:v>
                </c:pt>
                <c:pt idx="37094">
                  <c:v>0</c:v>
                </c:pt>
                <c:pt idx="37095">
                  <c:v>0</c:v>
                </c:pt>
                <c:pt idx="37096">
                  <c:v>0</c:v>
                </c:pt>
                <c:pt idx="37097">
                  <c:v>0</c:v>
                </c:pt>
                <c:pt idx="37098">
                  <c:v>0</c:v>
                </c:pt>
                <c:pt idx="37099">
                  <c:v>0</c:v>
                </c:pt>
                <c:pt idx="37100">
                  <c:v>0</c:v>
                </c:pt>
                <c:pt idx="37101">
                  <c:v>0</c:v>
                </c:pt>
                <c:pt idx="37102">
                  <c:v>0</c:v>
                </c:pt>
                <c:pt idx="37103">
                  <c:v>0</c:v>
                </c:pt>
                <c:pt idx="37104">
                  <c:v>0</c:v>
                </c:pt>
                <c:pt idx="37105">
                  <c:v>0</c:v>
                </c:pt>
                <c:pt idx="37106">
                  <c:v>0</c:v>
                </c:pt>
                <c:pt idx="37107">
                  <c:v>0</c:v>
                </c:pt>
                <c:pt idx="37108">
                  <c:v>0</c:v>
                </c:pt>
                <c:pt idx="37109">
                  <c:v>0</c:v>
                </c:pt>
                <c:pt idx="37110">
                  <c:v>0</c:v>
                </c:pt>
                <c:pt idx="37111">
                  <c:v>0</c:v>
                </c:pt>
                <c:pt idx="37112">
                  <c:v>0</c:v>
                </c:pt>
                <c:pt idx="37113">
                  <c:v>0</c:v>
                </c:pt>
                <c:pt idx="37114">
                  <c:v>0</c:v>
                </c:pt>
                <c:pt idx="37115">
                  <c:v>0</c:v>
                </c:pt>
                <c:pt idx="37116">
                  <c:v>0</c:v>
                </c:pt>
                <c:pt idx="37117">
                  <c:v>0</c:v>
                </c:pt>
                <c:pt idx="37118">
                  <c:v>0</c:v>
                </c:pt>
                <c:pt idx="37119">
                  <c:v>0</c:v>
                </c:pt>
                <c:pt idx="37120">
                  <c:v>0</c:v>
                </c:pt>
                <c:pt idx="37121">
                  <c:v>0</c:v>
                </c:pt>
                <c:pt idx="37122">
                  <c:v>0</c:v>
                </c:pt>
                <c:pt idx="37123">
                  <c:v>0</c:v>
                </c:pt>
                <c:pt idx="37124">
                  <c:v>0</c:v>
                </c:pt>
                <c:pt idx="37125">
                  <c:v>0</c:v>
                </c:pt>
                <c:pt idx="37126">
                  <c:v>0</c:v>
                </c:pt>
                <c:pt idx="37127">
                  <c:v>0</c:v>
                </c:pt>
                <c:pt idx="37128">
                  <c:v>0</c:v>
                </c:pt>
                <c:pt idx="37129">
                  <c:v>0</c:v>
                </c:pt>
                <c:pt idx="37130">
                  <c:v>0</c:v>
                </c:pt>
                <c:pt idx="37131">
                  <c:v>0</c:v>
                </c:pt>
                <c:pt idx="37132">
                  <c:v>0</c:v>
                </c:pt>
                <c:pt idx="37133">
                  <c:v>0</c:v>
                </c:pt>
                <c:pt idx="37134">
                  <c:v>0</c:v>
                </c:pt>
                <c:pt idx="37135">
                  <c:v>0</c:v>
                </c:pt>
                <c:pt idx="37136">
                  <c:v>0</c:v>
                </c:pt>
                <c:pt idx="37137">
                  <c:v>0</c:v>
                </c:pt>
                <c:pt idx="37138">
                  <c:v>0</c:v>
                </c:pt>
                <c:pt idx="37139">
                  <c:v>0</c:v>
                </c:pt>
                <c:pt idx="37140">
                  <c:v>0</c:v>
                </c:pt>
                <c:pt idx="37141">
                  <c:v>0</c:v>
                </c:pt>
                <c:pt idx="37142">
                  <c:v>0</c:v>
                </c:pt>
                <c:pt idx="37143">
                  <c:v>0</c:v>
                </c:pt>
                <c:pt idx="37144">
                  <c:v>0</c:v>
                </c:pt>
                <c:pt idx="37145">
                  <c:v>0</c:v>
                </c:pt>
                <c:pt idx="37146">
                  <c:v>0</c:v>
                </c:pt>
                <c:pt idx="37147">
                  <c:v>0</c:v>
                </c:pt>
                <c:pt idx="37148">
                  <c:v>0</c:v>
                </c:pt>
                <c:pt idx="37149">
                  <c:v>0</c:v>
                </c:pt>
                <c:pt idx="37150">
                  <c:v>0</c:v>
                </c:pt>
                <c:pt idx="37151">
                  <c:v>0</c:v>
                </c:pt>
                <c:pt idx="37152">
                  <c:v>0</c:v>
                </c:pt>
                <c:pt idx="37153">
                  <c:v>0</c:v>
                </c:pt>
                <c:pt idx="37154">
                  <c:v>0</c:v>
                </c:pt>
                <c:pt idx="37155">
                  <c:v>0</c:v>
                </c:pt>
                <c:pt idx="37156">
                  <c:v>0</c:v>
                </c:pt>
                <c:pt idx="37157">
                  <c:v>0</c:v>
                </c:pt>
                <c:pt idx="37158">
                  <c:v>0</c:v>
                </c:pt>
                <c:pt idx="37159">
                  <c:v>0</c:v>
                </c:pt>
                <c:pt idx="37160">
                  <c:v>0</c:v>
                </c:pt>
                <c:pt idx="37161">
                  <c:v>0</c:v>
                </c:pt>
                <c:pt idx="37162">
                  <c:v>0</c:v>
                </c:pt>
                <c:pt idx="37163">
                  <c:v>0</c:v>
                </c:pt>
                <c:pt idx="37164">
                  <c:v>0</c:v>
                </c:pt>
                <c:pt idx="37165">
                  <c:v>0</c:v>
                </c:pt>
                <c:pt idx="37166">
                  <c:v>0</c:v>
                </c:pt>
                <c:pt idx="37167">
                  <c:v>0</c:v>
                </c:pt>
                <c:pt idx="37168">
                  <c:v>0</c:v>
                </c:pt>
                <c:pt idx="37169">
                  <c:v>0</c:v>
                </c:pt>
                <c:pt idx="37170">
                  <c:v>0</c:v>
                </c:pt>
                <c:pt idx="37171">
                  <c:v>0</c:v>
                </c:pt>
                <c:pt idx="37172">
                  <c:v>0</c:v>
                </c:pt>
                <c:pt idx="37173">
                  <c:v>0</c:v>
                </c:pt>
                <c:pt idx="37174">
                  <c:v>0</c:v>
                </c:pt>
                <c:pt idx="37175">
                  <c:v>0</c:v>
                </c:pt>
                <c:pt idx="37176">
                  <c:v>0</c:v>
                </c:pt>
                <c:pt idx="37177">
                  <c:v>0</c:v>
                </c:pt>
                <c:pt idx="37178">
                  <c:v>0</c:v>
                </c:pt>
                <c:pt idx="37179">
                  <c:v>0</c:v>
                </c:pt>
                <c:pt idx="37180">
                  <c:v>0</c:v>
                </c:pt>
                <c:pt idx="37181">
                  <c:v>0</c:v>
                </c:pt>
                <c:pt idx="37182">
                  <c:v>0</c:v>
                </c:pt>
                <c:pt idx="37183">
                  <c:v>0</c:v>
                </c:pt>
                <c:pt idx="37184">
                  <c:v>0</c:v>
                </c:pt>
                <c:pt idx="37185">
                  <c:v>0</c:v>
                </c:pt>
                <c:pt idx="37186">
                  <c:v>0</c:v>
                </c:pt>
                <c:pt idx="37187">
                  <c:v>0</c:v>
                </c:pt>
                <c:pt idx="37188">
                  <c:v>0</c:v>
                </c:pt>
                <c:pt idx="37189">
                  <c:v>0</c:v>
                </c:pt>
                <c:pt idx="37190">
                  <c:v>0</c:v>
                </c:pt>
                <c:pt idx="37191">
                  <c:v>0</c:v>
                </c:pt>
                <c:pt idx="37192">
                  <c:v>0</c:v>
                </c:pt>
                <c:pt idx="37193">
                  <c:v>0</c:v>
                </c:pt>
                <c:pt idx="37194">
                  <c:v>0</c:v>
                </c:pt>
                <c:pt idx="37195">
                  <c:v>0</c:v>
                </c:pt>
                <c:pt idx="37196">
                  <c:v>0</c:v>
                </c:pt>
                <c:pt idx="37197">
                  <c:v>0</c:v>
                </c:pt>
                <c:pt idx="37198">
                  <c:v>0</c:v>
                </c:pt>
                <c:pt idx="37199">
                  <c:v>0</c:v>
                </c:pt>
                <c:pt idx="37200">
                  <c:v>0</c:v>
                </c:pt>
                <c:pt idx="37201">
                  <c:v>0</c:v>
                </c:pt>
                <c:pt idx="37202">
                  <c:v>0</c:v>
                </c:pt>
                <c:pt idx="37203">
                  <c:v>0</c:v>
                </c:pt>
                <c:pt idx="37204">
                  <c:v>0</c:v>
                </c:pt>
                <c:pt idx="37205">
                  <c:v>0</c:v>
                </c:pt>
                <c:pt idx="37206">
                  <c:v>0</c:v>
                </c:pt>
                <c:pt idx="37207">
                  <c:v>0</c:v>
                </c:pt>
                <c:pt idx="37208">
                  <c:v>0</c:v>
                </c:pt>
                <c:pt idx="37209">
                  <c:v>0</c:v>
                </c:pt>
                <c:pt idx="37210">
                  <c:v>0</c:v>
                </c:pt>
                <c:pt idx="37211">
                  <c:v>0</c:v>
                </c:pt>
                <c:pt idx="37212">
                  <c:v>0</c:v>
                </c:pt>
                <c:pt idx="37213">
                  <c:v>0</c:v>
                </c:pt>
                <c:pt idx="37214">
                  <c:v>0</c:v>
                </c:pt>
                <c:pt idx="37215">
                  <c:v>0</c:v>
                </c:pt>
                <c:pt idx="37216">
                  <c:v>0</c:v>
                </c:pt>
                <c:pt idx="37217">
                  <c:v>0</c:v>
                </c:pt>
                <c:pt idx="37218">
                  <c:v>0</c:v>
                </c:pt>
                <c:pt idx="37219">
                  <c:v>0</c:v>
                </c:pt>
                <c:pt idx="37220">
                  <c:v>0</c:v>
                </c:pt>
                <c:pt idx="37221">
                  <c:v>0</c:v>
                </c:pt>
                <c:pt idx="37222">
                  <c:v>0</c:v>
                </c:pt>
                <c:pt idx="37223">
                  <c:v>0</c:v>
                </c:pt>
                <c:pt idx="37224">
                  <c:v>0</c:v>
                </c:pt>
                <c:pt idx="37225">
                  <c:v>0</c:v>
                </c:pt>
                <c:pt idx="37226">
                  <c:v>0</c:v>
                </c:pt>
                <c:pt idx="37227">
                  <c:v>0</c:v>
                </c:pt>
                <c:pt idx="37228">
                  <c:v>0</c:v>
                </c:pt>
                <c:pt idx="37229">
                  <c:v>0</c:v>
                </c:pt>
                <c:pt idx="37230">
                  <c:v>0</c:v>
                </c:pt>
                <c:pt idx="37231">
                  <c:v>0</c:v>
                </c:pt>
                <c:pt idx="37232">
                  <c:v>0</c:v>
                </c:pt>
                <c:pt idx="37233">
                  <c:v>0</c:v>
                </c:pt>
                <c:pt idx="37234">
                  <c:v>0</c:v>
                </c:pt>
                <c:pt idx="37235">
                  <c:v>0</c:v>
                </c:pt>
                <c:pt idx="37236">
                  <c:v>0</c:v>
                </c:pt>
                <c:pt idx="37237">
                  <c:v>0</c:v>
                </c:pt>
                <c:pt idx="37238">
                  <c:v>0</c:v>
                </c:pt>
                <c:pt idx="37239">
                  <c:v>0</c:v>
                </c:pt>
                <c:pt idx="37240">
                  <c:v>0</c:v>
                </c:pt>
                <c:pt idx="37241">
                  <c:v>0</c:v>
                </c:pt>
                <c:pt idx="37242">
                  <c:v>0</c:v>
                </c:pt>
                <c:pt idx="37243">
                  <c:v>0</c:v>
                </c:pt>
                <c:pt idx="37244">
                  <c:v>0</c:v>
                </c:pt>
                <c:pt idx="37245">
                  <c:v>0</c:v>
                </c:pt>
                <c:pt idx="37246">
                  <c:v>0</c:v>
                </c:pt>
                <c:pt idx="37247">
                  <c:v>0</c:v>
                </c:pt>
                <c:pt idx="37248">
                  <c:v>0</c:v>
                </c:pt>
                <c:pt idx="37249">
                  <c:v>0</c:v>
                </c:pt>
                <c:pt idx="37250">
                  <c:v>0</c:v>
                </c:pt>
                <c:pt idx="37251">
                  <c:v>0</c:v>
                </c:pt>
                <c:pt idx="37252">
                  <c:v>0</c:v>
                </c:pt>
                <c:pt idx="37253">
                  <c:v>0</c:v>
                </c:pt>
                <c:pt idx="37254">
                  <c:v>0</c:v>
                </c:pt>
                <c:pt idx="37255">
                  <c:v>0</c:v>
                </c:pt>
                <c:pt idx="37256">
                  <c:v>0</c:v>
                </c:pt>
                <c:pt idx="37257">
                  <c:v>0</c:v>
                </c:pt>
                <c:pt idx="37258">
                  <c:v>0</c:v>
                </c:pt>
                <c:pt idx="37259">
                  <c:v>0</c:v>
                </c:pt>
                <c:pt idx="37260">
                  <c:v>0</c:v>
                </c:pt>
                <c:pt idx="37261">
                  <c:v>0</c:v>
                </c:pt>
                <c:pt idx="37262">
                  <c:v>0</c:v>
                </c:pt>
                <c:pt idx="37263">
                  <c:v>0</c:v>
                </c:pt>
                <c:pt idx="37264">
                  <c:v>0</c:v>
                </c:pt>
                <c:pt idx="37265">
                  <c:v>0</c:v>
                </c:pt>
                <c:pt idx="37266">
                  <c:v>0</c:v>
                </c:pt>
                <c:pt idx="37267">
                  <c:v>0</c:v>
                </c:pt>
                <c:pt idx="37268">
                  <c:v>0</c:v>
                </c:pt>
                <c:pt idx="37269">
                  <c:v>0</c:v>
                </c:pt>
                <c:pt idx="37270">
                  <c:v>0</c:v>
                </c:pt>
                <c:pt idx="37271">
                  <c:v>0</c:v>
                </c:pt>
                <c:pt idx="37272">
                  <c:v>0</c:v>
                </c:pt>
                <c:pt idx="37273">
                  <c:v>0</c:v>
                </c:pt>
                <c:pt idx="37274">
                  <c:v>0</c:v>
                </c:pt>
                <c:pt idx="37275">
                  <c:v>0</c:v>
                </c:pt>
                <c:pt idx="37276">
                  <c:v>0</c:v>
                </c:pt>
                <c:pt idx="37277">
                  <c:v>0</c:v>
                </c:pt>
                <c:pt idx="37278">
                  <c:v>0</c:v>
                </c:pt>
                <c:pt idx="37279">
                  <c:v>0</c:v>
                </c:pt>
                <c:pt idx="37280">
                  <c:v>0</c:v>
                </c:pt>
                <c:pt idx="37281">
                  <c:v>0</c:v>
                </c:pt>
                <c:pt idx="37282">
                  <c:v>0</c:v>
                </c:pt>
                <c:pt idx="37283">
                  <c:v>0</c:v>
                </c:pt>
                <c:pt idx="37284">
                  <c:v>0</c:v>
                </c:pt>
                <c:pt idx="37285">
                  <c:v>0</c:v>
                </c:pt>
                <c:pt idx="37286">
                  <c:v>0</c:v>
                </c:pt>
                <c:pt idx="37287">
                  <c:v>0</c:v>
                </c:pt>
                <c:pt idx="37288">
                  <c:v>0</c:v>
                </c:pt>
                <c:pt idx="37289">
                  <c:v>0</c:v>
                </c:pt>
                <c:pt idx="37290">
                  <c:v>0</c:v>
                </c:pt>
                <c:pt idx="37291">
                  <c:v>0</c:v>
                </c:pt>
                <c:pt idx="37292">
                  <c:v>0</c:v>
                </c:pt>
                <c:pt idx="37293">
                  <c:v>0</c:v>
                </c:pt>
                <c:pt idx="37294">
                  <c:v>0</c:v>
                </c:pt>
                <c:pt idx="37295">
                  <c:v>0</c:v>
                </c:pt>
                <c:pt idx="37296">
                  <c:v>0</c:v>
                </c:pt>
                <c:pt idx="37297">
                  <c:v>0</c:v>
                </c:pt>
                <c:pt idx="37298">
                  <c:v>0</c:v>
                </c:pt>
                <c:pt idx="37299">
                  <c:v>0</c:v>
                </c:pt>
                <c:pt idx="37300">
                  <c:v>0</c:v>
                </c:pt>
                <c:pt idx="37301">
                  <c:v>0</c:v>
                </c:pt>
                <c:pt idx="37302">
                  <c:v>0</c:v>
                </c:pt>
                <c:pt idx="37303">
                  <c:v>0</c:v>
                </c:pt>
                <c:pt idx="37304">
                  <c:v>0</c:v>
                </c:pt>
                <c:pt idx="37305">
                  <c:v>0</c:v>
                </c:pt>
                <c:pt idx="37306">
                  <c:v>0</c:v>
                </c:pt>
                <c:pt idx="37307">
                  <c:v>0</c:v>
                </c:pt>
                <c:pt idx="37308">
                  <c:v>0</c:v>
                </c:pt>
                <c:pt idx="37309">
                  <c:v>0</c:v>
                </c:pt>
                <c:pt idx="37310">
                  <c:v>0</c:v>
                </c:pt>
                <c:pt idx="37311">
                  <c:v>0</c:v>
                </c:pt>
                <c:pt idx="37312">
                  <c:v>0</c:v>
                </c:pt>
                <c:pt idx="37313">
                  <c:v>0</c:v>
                </c:pt>
                <c:pt idx="37314">
                  <c:v>0</c:v>
                </c:pt>
                <c:pt idx="37315">
                  <c:v>0</c:v>
                </c:pt>
                <c:pt idx="37316">
                  <c:v>0</c:v>
                </c:pt>
                <c:pt idx="37317">
                  <c:v>0</c:v>
                </c:pt>
                <c:pt idx="37318">
                  <c:v>0</c:v>
                </c:pt>
                <c:pt idx="37319">
                  <c:v>0</c:v>
                </c:pt>
                <c:pt idx="37320">
                  <c:v>0</c:v>
                </c:pt>
                <c:pt idx="37321">
                  <c:v>0</c:v>
                </c:pt>
                <c:pt idx="37322">
                  <c:v>0</c:v>
                </c:pt>
                <c:pt idx="37323">
                  <c:v>0</c:v>
                </c:pt>
                <c:pt idx="37324">
                  <c:v>0</c:v>
                </c:pt>
                <c:pt idx="37325">
                  <c:v>0</c:v>
                </c:pt>
                <c:pt idx="37326">
                  <c:v>0</c:v>
                </c:pt>
                <c:pt idx="37327">
                  <c:v>0</c:v>
                </c:pt>
                <c:pt idx="37328">
                  <c:v>0</c:v>
                </c:pt>
                <c:pt idx="37329">
                  <c:v>0</c:v>
                </c:pt>
                <c:pt idx="37330">
                  <c:v>0</c:v>
                </c:pt>
                <c:pt idx="37331">
                  <c:v>0</c:v>
                </c:pt>
                <c:pt idx="37332">
                  <c:v>0</c:v>
                </c:pt>
                <c:pt idx="37333">
                  <c:v>0</c:v>
                </c:pt>
                <c:pt idx="37334">
                  <c:v>0</c:v>
                </c:pt>
                <c:pt idx="37335">
                  <c:v>0</c:v>
                </c:pt>
                <c:pt idx="37336">
                  <c:v>0</c:v>
                </c:pt>
                <c:pt idx="37337">
                  <c:v>0</c:v>
                </c:pt>
                <c:pt idx="37338">
                  <c:v>0</c:v>
                </c:pt>
                <c:pt idx="37339">
                  <c:v>0</c:v>
                </c:pt>
                <c:pt idx="37340">
                  <c:v>0</c:v>
                </c:pt>
                <c:pt idx="37341">
                  <c:v>0</c:v>
                </c:pt>
                <c:pt idx="37342">
                  <c:v>0</c:v>
                </c:pt>
                <c:pt idx="37343">
                  <c:v>0</c:v>
                </c:pt>
                <c:pt idx="37344">
                  <c:v>0</c:v>
                </c:pt>
                <c:pt idx="37345">
                  <c:v>0</c:v>
                </c:pt>
                <c:pt idx="37346">
                  <c:v>0</c:v>
                </c:pt>
                <c:pt idx="37347">
                  <c:v>0</c:v>
                </c:pt>
                <c:pt idx="37348">
                  <c:v>0</c:v>
                </c:pt>
                <c:pt idx="37349">
                  <c:v>0</c:v>
                </c:pt>
                <c:pt idx="37350">
                  <c:v>0</c:v>
                </c:pt>
                <c:pt idx="37351">
                  <c:v>0</c:v>
                </c:pt>
                <c:pt idx="37352">
                  <c:v>0</c:v>
                </c:pt>
                <c:pt idx="37353">
                  <c:v>0</c:v>
                </c:pt>
                <c:pt idx="37354">
                  <c:v>0</c:v>
                </c:pt>
                <c:pt idx="37355">
                  <c:v>0</c:v>
                </c:pt>
                <c:pt idx="37356">
                  <c:v>0</c:v>
                </c:pt>
                <c:pt idx="37357">
                  <c:v>0</c:v>
                </c:pt>
                <c:pt idx="37358">
                  <c:v>0</c:v>
                </c:pt>
                <c:pt idx="37359">
                  <c:v>0</c:v>
                </c:pt>
                <c:pt idx="37360">
                  <c:v>0</c:v>
                </c:pt>
                <c:pt idx="37361">
                  <c:v>0</c:v>
                </c:pt>
                <c:pt idx="37362">
                  <c:v>0</c:v>
                </c:pt>
                <c:pt idx="37363">
                  <c:v>0</c:v>
                </c:pt>
                <c:pt idx="37364">
                  <c:v>0</c:v>
                </c:pt>
                <c:pt idx="37365">
                  <c:v>0</c:v>
                </c:pt>
                <c:pt idx="37366">
                  <c:v>0</c:v>
                </c:pt>
                <c:pt idx="37367">
                  <c:v>0</c:v>
                </c:pt>
                <c:pt idx="37368">
                  <c:v>0</c:v>
                </c:pt>
                <c:pt idx="37369">
                  <c:v>0</c:v>
                </c:pt>
                <c:pt idx="37370">
                  <c:v>0</c:v>
                </c:pt>
                <c:pt idx="37371">
                  <c:v>0</c:v>
                </c:pt>
                <c:pt idx="37372">
                  <c:v>0</c:v>
                </c:pt>
                <c:pt idx="37373">
                  <c:v>0</c:v>
                </c:pt>
                <c:pt idx="37374">
                  <c:v>0</c:v>
                </c:pt>
                <c:pt idx="37375">
                  <c:v>0</c:v>
                </c:pt>
                <c:pt idx="37376">
                  <c:v>0</c:v>
                </c:pt>
                <c:pt idx="37377">
                  <c:v>0</c:v>
                </c:pt>
                <c:pt idx="37378">
                  <c:v>0</c:v>
                </c:pt>
                <c:pt idx="37379">
                  <c:v>0</c:v>
                </c:pt>
                <c:pt idx="37380">
                  <c:v>0</c:v>
                </c:pt>
                <c:pt idx="37381">
                  <c:v>0</c:v>
                </c:pt>
                <c:pt idx="37382">
                  <c:v>0</c:v>
                </c:pt>
                <c:pt idx="37383">
                  <c:v>0</c:v>
                </c:pt>
                <c:pt idx="37384">
                  <c:v>0</c:v>
                </c:pt>
                <c:pt idx="37385">
                  <c:v>0</c:v>
                </c:pt>
                <c:pt idx="37386">
                  <c:v>0</c:v>
                </c:pt>
                <c:pt idx="37387">
                  <c:v>0</c:v>
                </c:pt>
                <c:pt idx="37388">
                  <c:v>0</c:v>
                </c:pt>
                <c:pt idx="37389">
                  <c:v>0</c:v>
                </c:pt>
                <c:pt idx="37390">
                  <c:v>0</c:v>
                </c:pt>
                <c:pt idx="37391">
                  <c:v>0</c:v>
                </c:pt>
                <c:pt idx="37392">
                  <c:v>0</c:v>
                </c:pt>
                <c:pt idx="37393">
                  <c:v>0</c:v>
                </c:pt>
                <c:pt idx="37394">
                  <c:v>0</c:v>
                </c:pt>
                <c:pt idx="37395">
                  <c:v>0</c:v>
                </c:pt>
                <c:pt idx="37396">
                  <c:v>0</c:v>
                </c:pt>
                <c:pt idx="37397">
                  <c:v>0</c:v>
                </c:pt>
                <c:pt idx="37398">
                  <c:v>0</c:v>
                </c:pt>
                <c:pt idx="37399">
                  <c:v>0</c:v>
                </c:pt>
                <c:pt idx="37400">
                  <c:v>0</c:v>
                </c:pt>
                <c:pt idx="37401">
                  <c:v>0</c:v>
                </c:pt>
                <c:pt idx="37402">
                  <c:v>0</c:v>
                </c:pt>
                <c:pt idx="37403">
                  <c:v>0</c:v>
                </c:pt>
                <c:pt idx="37404">
                  <c:v>0</c:v>
                </c:pt>
                <c:pt idx="37405">
                  <c:v>0</c:v>
                </c:pt>
                <c:pt idx="37406">
                  <c:v>0</c:v>
                </c:pt>
                <c:pt idx="37407">
                  <c:v>0</c:v>
                </c:pt>
                <c:pt idx="37408">
                  <c:v>0</c:v>
                </c:pt>
                <c:pt idx="37409">
                  <c:v>0</c:v>
                </c:pt>
                <c:pt idx="37410">
                  <c:v>0</c:v>
                </c:pt>
                <c:pt idx="37411">
                  <c:v>0</c:v>
                </c:pt>
                <c:pt idx="37412">
                  <c:v>0</c:v>
                </c:pt>
                <c:pt idx="37413">
                  <c:v>0</c:v>
                </c:pt>
                <c:pt idx="37414">
                  <c:v>0</c:v>
                </c:pt>
                <c:pt idx="37415">
                  <c:v>0</c:v>
                </c:pt>
                <c:pt idx="37416">
                  <c:v>0</c:v>
                </c:pt>
                <c:pt idx="37417">
                  <c:v>0</c:v>
                </c:pt>
                <c:pt idx="37418">
                  <c:v>0</c:v>
                </c:pt>
                <c:pt idx="37419">
                  <c:v>0</c:v>
                </c:pt>
                <c:pt idx="37420">
                  <c:v>0</c:v>
                </c:pt>
                <c:pt idx="37421">
                  <c:v>0</c:v>
                </c:pt>
                <c:pt idx="37422">
                  <c:v>0</c:v>
                </c:pt>
                <c:pt idx="37423">
                  <c:v>0</c:v>
                </c:pt>
                <c:pt idx="37424">
                  <c:v>0</c:v>
                </c:pt>
                <c:pt idx="37425">
                  <c:v>0</c:v>
                </c:pt>
                <c:pt idx="37426">
                  <c:v>0</c:v>
                </c:pt>
                <c:pt idx="37427">
                  <c:v>0</c:v>
                </c:pt>
                <c:pt idx="37428">
                  <c:v>0</c:v>
                </c:pt>
                <c:pt idx="37429">
                  <c:v>0</c:v>
                </c:pt>
                <c:pt idx="37430">
                  <c:v>0</c:v>
                </c:pt>
                <c:pt idx="37431">
                  <c:v>0</c:v>
                </c:pt>
                <c:pt idx="37432">
                  <c:v>0</c:v>
                </c:pt>
                <c:pt idx="37433">
                  <c:v>0</c:v>
                </c:pt>
                <c:pt idx="37434">
                  <c:v>0</c:v>
                </c:pt>
                <c:pt idx="37435">
                  <c:v>0</c:v>
                </c:pt>
                <c:pt idx="37436">
                  <c:v>0</c:v>
                </c:pt>
                <c:pt idx="37437">
                  <c:v>0</c:v>
                </c:pt>
                <c:pt idx="37438">
                  <c:v>0</c:v>
                </c:pt>
                <c:pt idx="37439">
                  <c:v>0</c:v>
                </c:pt>
                <c:pt idx="37440">
                  <c:v>0</c:v>
                </c:pt>
                <c:pt idx="37441">
                  <c:v>0</c:v>
                </c:pt>
                <c:pt idx="37442">
                  <c:v>0</c:v>
                </c:pt>
                <c:pt idx="37443">
                  <c:v>0</c:v>
                </c:pt>
                <c:pt idx="37444">
                  <c:v>0</c:v>
                </c:pt>
                <c:pt idx="37445">
                  <c:v>0</c:v>
                </c:pt>
                <c:pt idx="37446">
                  <c:v>0</c:v>
                </c:pt>
                <c:pt idx="37447">
                  <c:v>0</c:v>
                </c:pt>
                <c:pt idx="37448">
                  <c:v>0</c:v>
                </c:pt>
                <c:pt idx="37449">
                  <c:v>0</c:v>
                </c:pt>
                <c:pt idx="37450">
                  <c:v>0</c:v>
                </c:pt>
                <c:pt idx="37451">
                  <c:v>0</c:v>
                </c:pt>
                <c:pt idx="37452">
                  <c:v>0</c:v>
                </c:pt>
                <c:pt idx="37453">
                  <c:v>0</c:v>
                </c:pt>
                <c:pt idx="37454">
                  <c:v>0</c:v>
                </c:pt>
                <c:pt idx="37455">
                  <c:v>0</c:v>
                </c:pt>
                <c:pt idx="37456">
                  <c:v>0</c:v>
                </c:pt>
                <c:pt idx="37457">
                  <c:v>0</c:v>
                </c:pt>
                <c:pt idx="37458">
                  <c:v>0</c:v>
                </c:pt>
                <c:pt idx="37459">
                  <c:v>0</c:v>
                </c:pt>
                <c:pt idx="37460">
                  <c:v>0</c:v>
                </c:pt>
                <c:pt idx="37461">
                  <c:v>0</c:v>
                </c:pt>
                <c:pt idx="37462">
                  <c:v>0</c:v>
                </c:pt>
                <c:pt idx="37463">
                  <c:v>0</c:v>
                </c:pt>
                <c:pt idx="37464">
                  <c:v>0</c:v>
                </c:pt>
                <c:pt idx="37465">
                  <c:v>0</c:v>
                </c:pt>
                <c:pt idx="37466">
                  <c:v>0</c:v>
                </c:pt>
                <c:pt idx="37467">
                  <c:v>0</c:v>
                </c:pt>
                <c:pt idx="37468">
                  <c:v>0</c:v>
                </c:pt>
                <c:pt idx="37469">
                  <c:v>0</c:v>
                </c:pt>
                <c:pt idx="37470">
                  <c:v>0</c:v>
                </c:pt>
                <c:pt idx="37471">
                  <c:v>0</c:v>
                </c:pt>
                <c:pt idx="37472">
                  <c:v>0</c:v>
                </c:pt>
                <c:pt idx="37473">
                  <c:v>0</c:v>
                </c:pt>
                <c:pt idx="37474">
                  <c:v>0</c:v>
                </c:pt>
                <c:pt idx="37475">
                  <c:v>0</c:v>
                </c:pt>
                <c:pt idx="37476">
                  <c:v>0</c:v>
                </c:pt>
                <c:pt idx="37477">
                  <c:v>0</c:v>
                </c:pt>
                <c:pt idx="37478">
                  <c:v>0</c:v>
                </c:pt>
                <c:pt idx="37479">
                  <c:v>0</c:v>
                </c:pt>
                <c:pt idx="37480">
                  <c:v>0</c:v>
                </c:pt>
                <c:pt idx="37481">
                  <c:v>0</c:v>
                </c:pt>
                <c:pt idx="37482">
                  <c:v>0</c:v>
                </c:pt>
                <c:pt idx="37483">
                  <c:v>0</c:v>
                </c:pt>
                <c:pt idx="37484">
                  <c:v>0</c:v>
                </c:pt>
                <c:pt idx="37485">
                  <c:v>0</c:v>
                </c:pt>
                <c:pt idx="37486">
                  <c:v>0</c:v>
                </c:pt>
                <c:pt idx="37487">
                  <c:v>0</c:v>
                </c:pt>
                <c:pt idx="37488">
                  <c:v>0</c:v>
                </c:pt>
                <c:pt idx="37489">
                  <c:v>0</c:v>
                </c:pt>
                <c:pt idx="37490">
                  <c:v>0</c:v>
                </c:pt>
                <c:pt idx="37491">
                  <c:v>0</c:v>
                </c:pt>
                <c:pt idx="37492">
                  <c:v>0</c:v>
                </c:pt>
                <c:pt idx="37493">
                  <c:v>0</c:v>
                </c:pt>
                <c:pt idx="37494">
                  <c:v>0</c:v>
                </c:pt>
                <c:pt idx="37495">
                  <c:v>0</c:v>
                </c:pt>
                <c:pt idx="37496">
                  <c:v>0</c:v>
                </c:pt>
                <c:pt idx="37497">
                  <c:v>0</c:v>
                </c:pt>
                <c:pt idx="37498">
                  <c:v>0</c:v>
                </c:pt>
                <c:pt idx="37499">
                  <c:v>0</c:v>
                </c:pt>
                <c:pt idx="37500">
                  <c:v>0</c:v>
                </c:pt>
                <c:pt idx="37501">
                  <c:v>0</c:v>
                </c:pt>
                <c:pt idx="37502">
                  <c:v>0</c:v>
                </c:pt>
                <c:pt idx="37503">
                  <c:v>0</c:v>
                </c:pt>
                <c:pt idx="37504">
                  <c:v>0</c:v>
                </c:pt>
                <c:pt idx="37505">
                  <c:v>0</c:v>
                </c:pt>
                <c:pt idx="37506">
                  <c:v>0</c:v>
                </c:pt>
                <c:pt idx="37507">
                  <c:v>0</c:v>
                </c:pt>
                <c:pt idx="37508">
                  <c:v>0</c:v>
                </c:pt>
                <c:pt idx="37509">
                  <c:v>0</c:v>
                </c:pt>
                <c:pt idx="37510">
                  <c:v>0</c:v>
                </c:pt>
                <c:pt idx="37511">
                  <c:v>0</c:v>
                </c:pt>
                <c:pt idx="37512">
                  <c:v>0</c:v>
                </c:pt>
                <c:pt idx="37513">
                  <c:v>0</c:v>
                </c:pt>
                <c:pt idx="37514">
                  <c:v>0</c:v>
                </c:pt>
                <c:pt idx="37515">
                  <c:v>0</c:v>
                </c:pt>
                <c:pt idx="37516">
                  <c:v>0</c:v>
                </c:pt>
                <c:pt idx="37517">
                  <c:v>0</c:v>
                </c:pt>
                <c:pt idx="37518">
                  <c:v>0</c:v>
                </c:pt>
                <c:pt idx="37519">
                  <c:v>0</c:v>
                </c:pt>
                <c:pt idx="37520">
                  <c:v>0</c:v>
                </c:pt>
                <c:pt idx="37521">
                  <c:v>0</c:v>
                </c:pt>
                <c:pt idx="37522">
                  <c:v>0</c:v>
                </c:pt>
                <c:pt idx="37523">
                  <c:v>0</c:v>
                </c:pt>
                <c:pt idx="37524">
                  <c:v>0</c:v>
                </c:pt>
                <c:pt idx="37525">
                  <c:v>0</c:v>
                </c:pt>
                <c:pt idx="37526">
                  <c:v>0</c:v>
                </c:pt>
                <c:pt idx="37527">
                  <c:v>0</c:v>
                </c:pt>
                <c:pt idx="37528">
                  <c:v>0</c:v>
                </c:pt>
                <c:pt idx="37529">
                  <c:v>0</c:v>
                </c:pt>
                <c:pt idx="37530">
                  <c:v>0</c:v>
                </c:pt>
                <c:pt idx="37531">
                  <c:v>0</c:v>
                </c:pt>
                <c:pt idx="37532">
                  <c:v>0</c:v>
                </c:pt>
                <c:pt idx="37533">
                  <c:v>0</c:v>
                </c:pt>
                <c:pt idx="37534">
                  <c:v>0</c:v>
                </c:pt>
                <c:pt idx="37535">
                  <c:v>0</c:v>
                </c:pt>
                <c:pt idx="37536">
                  <c:v>0</c:v>
                </c:pt>
                <c:pt idx="37537">
                  <c:v>0</c:v>
                </c:pt>
                <c:pt idx="37538">
                  <c:v>0</c:v>
                </c:pt>
                <c:pt idx="37539">
                  <c:v>0</c:v>
                </c:pt>
                <c:pt idx="37540">
                  <c:v>0</c:v>
                </c:pt>
                <c:pt idx="37541">
                  <c:v>0</c:v>
                </c:pt>
                <c:pt idx="37542">
                  <c:v>0</c:v>
                </c:pt>
                <c:pt idx="37543">
                  <c:v>0</c:v>
                </c:pt>
                <c:pt idx="37544">
                  <c:v>0</c:v>
                </c:pt>
                <c:pt idx="37545">
                  <c:v>0</c:v>
                </c:pt>
                <c:pt idx="37546">
                  <c:v>0</c:v>
                </c:pt>
                <c:pt idx="37547">
                  <c:v>0</c:v>
                </c:pt>
                <c:pt idx="37548">
                  <c:v>0</c:v>
                </c:pt>
                <c:pt idx="37549">
                  <c:v>0</c:v>
                </c:pt>
                <c:pt idx="37550">
                  <c:v>0</c:v>
                </c:pt>
                <c:pt idx="37551">
                  <c:v>0</c:v>
                </c:pt>
                <c:pt idx="37552">
                  <c:v>0</c:v>
                </c:pt>
                <c:pt idx="37553">
                  <c:v>0</c:v>
                </c:pt>
                <c:pt idx="37554">
                  <c:v>0</c:v>
                </c:pt>
                <c:pt idx="37555">
                  <c:v>0</c:v>
                </c:pt>
                <c:pt idx="37556">
                  <c:v>0</c:v>
                </c:pt>
                <c:pt idx="37557">
                  <c:v>0</c:v>
                </c:pt>
                <c:pt idx="37558">
                  <c:v>0</c:v>
                </c:pt>
                <c:pt idx="37559">
                  <c:v>0</c:v>
                </c:pt>
                <c:pt idx="37560">
                  <c:v>0</c:v>
                </c:pt>
                <c:pt idx="37561">
                  <c:v>0</c:v>
                </c:pt>
                <c:pt idx="37562">
                  <c:v>0</c:v>
                </c:pt>
                <c:pt idx="37563">
                  <c:v>0</c:v>
                </c:pt>
                <c:pt idx="37564">
                  <c:v>0</c:v>
                </c:pt>
                <c:pt idx="37565">
                  <c:v>0</c:v>
                </c:pt>
                <c:pt idx="37566">
                  <c:v>0</c:v>
                </c:pt>
                <c:pt idx="37567">
                  <c:v>0</c:v>
                </c:pt>
                <c:pt idx="37568">
                  <c:v>0</c:v>
                </c:pt>
                <c:pt idx="37569">
                  <c:v>0</c:v>
                </c:pt>
                <c:pt idx="37570">
                  <c:v>0</c:v>
                </c:pt>
                <c:pt idx="37571">
                  <c:v>0</c:v>
                </c:pt>
                <c:pt idx="37572">
                  <c:v>0</c:v>
                </c:pt>
                <c:pt idx="37573">
                  <c:v>0</c:v>
                </c:pt>
                <c:pt idx="37574">
                  <c:v>0</c:v>
                </c:pt>
                <c:pt idx="37575">
                  <c:v>0</c:v>
                </c:pt>
                <c:pt idx="37576">
                  <c:v>0</c:v>
                </c:pt>
                <c:pt idx="37577">
                  <c:v>0</c:v>
                </c:pt>
                <c:pt idx="37578">
                  <c:v>0</c:v>
                </c:pt>
                <c:pt idx="37579">
                  <c:v>0</c:v>
                </c:pt>
                <c:pt idx="37580">
                  <c:v>0</c:v>
                </c:pt>
                <c:pt idx="37581">
                  <c:v>0</c:v>
                </c:pt>
                <c:pt idx="37582">
                  <c:v>0</c:v>
                </c:pt>
                <c:pt idx="37583">
                  <c:v>0</c:v>
                </c:pt>
                <c:pt idx="37584">
                  <c:v>0</c:v>
                </c:pt>
                <c:pt idx="37585">
                  <c:v>0</c:v>
                </c:pt>
                <c:pt idx="37586">
                  <c:v>0</c:v>
                </c:pt>
                <c:pt idx="37587">
                  <c:v>0</c:v>
                </c:pt>
                <c:pt idx="37588">
                  <c:v>0</c:v>
                </c:pt>
                <c:pt idx="37589">
                  <c:v>0</c:v>
                </c:pt>
                <c:pt idx="37590">
                  <c:v>0</c:v>
                </c:pt>
                <c:pt idx="37591">
                  <c:v>0</c:v>
                </c:pt>
                <c:pt idx="37592">
                  <c:v>0</c:v>
                </c:pt>
                <c:pt idx="37593">
                  <c:v>0</c:v>
                </c:pt>
                <c:pt idx="37594">
                  <c:v>0</c:v>
                </c:pt>
                <c:pt idx="37595">
                  <c:v>0</c:v>
                </c:pt>
                <c:pt idx="37596">
                  <c:v>0</c:v>
                </c:pt>
                <c:pt idx="37597">
                  <c:v>0</c:v>
                </c:pt>
                <c:pt idx="37598">
                  <c:v>0</c:v>
                </c:pt>
                <c:pt idx="37599">
                  <c:v>0</c:v>
                </c:pt>
                <c:pt idx="37600">
                  <c:v>0</c:v>
                </c:pt>
                <c:pt idx="37601">
                  <c:v>0</c:v>
                </c:pt>
                <c:pt idx="37602">
                  <c:v>0</c:v>
                </c:pt>
                <c:pt idx="37603">
                  <c:v>0</c:v>
                </c:pt>
                <c:pt idx="37604">
                  <c:v>0</c:v>
                </c:pt>
                <c:pt idx="37605">
                  <c:v>0</c:v>
                </c:pt>
                <c:pt idx="37606">
                  <c:v>0</c:v>
                </c:pt>
                <c:pt idx="37607">
                  <c:v>0</c:v>
                </c:pt>
                <c:pt idx="37608">
                  <c:v>0</c:v>
                </c:pt>
                <c:pt idx="37609">
                  <c:v>0</c:v>
                </c:pt>
                <c:pt idx="37610">
                  <c:v>0</c:v>
                </c:pt>
                <c:pt idx="37611">
                  <c:v>0</c:v>
                </c:pt>
                <c:pt idx="37612">
                  <c:v>0</c:v>
                </c:pt>
                <c:pt idx="37613">
                  <c:v>0</c:v>
                </c:pt>
                <c:pt idx="37614">
                  <c:v>0</c:v>
                </c:pt>
                <c:pt idx="37615">
                  <c:v>0</c:v>
                </c:pt>
                <c:pt idx="37616">
                  <c:v>0</c:v>
                </c:pt>
                <c:pt idx="37617">
                  <c:v>0</c:v>
                </c:pt>
                <c:pt idx="37618">
                  <c:v>0</c:v>
                </c:pt>
                <c:pt idx="37619">
                  <c:v>0</c:v>
                </c:pt>
                <c:pt idx="37620">
                  <c:v>0</c:v>
                </c:pt>
                <c:pt idx="37621">
                  <c:v>0</c:v>
                </c:pt>
                <c:pt idx="37622">
                  <c:v>0</c:v>
                </c:pt>
                <c:pt idx="37623">
                  <c:v>0</c:v>
                </c:pt>
                <c:pt idx="37624">
                  <c:v>0</c:v>
                </c:pt>
                <c:pt idx="37625">
                  <c:v>0</c:v>
                </c:pt>
                <c:pt idx="37626">
                  <c:v>0</c:v>
                </c:pt>
                <c:pt idx="37627">
                  <c:v>0</c:v>
                </c:pt>
                <c:pt idx="37628">
                  <c:v>0</c:v>
                </c:pt>
                <c:pt idx="37629">
                  <c:v>0</c:v>
                </c:pt>
                <c:pt idx="37630">
                  <c:v>0</c:v>
                </c:pt>
                <c:pt idx="37631">
                  <c:v>0</c:v>
                </c:pt>
                <c:pt idx="37632">
                  <c:v>0</c:v>
                </c:pt>
                <c:pt idx="37633">
                  <c:v>0</c:v>
                </c:pt>
                <c:pt idx="37634">
                  <c:v>0</c:v>
                </c:pt>
                <c:pt idx="37635">
                  <c:v>0</c:v>
                </c:pt>
                <c:pt idx="37636">
                  <c:v>0</c:v>
                </c:pt>
                <c:pt idx="37637">
                  <c:v>0</c:v>
                </c:pt>
                <c:pt idx="37638">
                  <c:v>0</c:v>
                </c:pt>
                <c:pt idx="37639">
                  <c:v>0</c:v>
                </c:pt>
                <c:pt idx="37640">
                  <c:v>0</c:v>
                </c:pt>
                <c:pt idx="37641">
                  <c:v>0</c:v>
                </c:pt>
                <c:pt idx="37642">
                  <c:v>0</c:v>
                </c:pt>
                <c:pt idx="37643">
                  <c:v>0</c:v>
                </c:pt>
                <c:pt idx="37644">
                  <c:v>0</c:v>
                </c:pt>
                <c:pt idx="37645">
                  <c:v>0</c:v>
                </c:pt>
                <c:pt idx="37646">
                  <c:v>0</c:v>
                </c:pt>
                <c:pt idx="37647">
                  <c:v>0</c:v>
                </c:pt>
                <c:pt idx="37648">
                  <c:v>0</c:v>
                </c:pt>
                <c:pt idx="37649">
                  <c:v>0</c:v>
                </c:pt>
                <c:pt idx="37650">
                  <c:v>0</c:v>
                </c:pt>
                <c:pt idx="37651">
                  <c:v>0</c:v>
                </c:pt>
                <c:pt idx="37652">
                  <c:v>0</c:v>
                </c:pt>
                <c:pt idx="37653">
                  <c:v>0</c:v>
                </c:pt>
                <c:pt idx="37654">
                  <c:v>0</c:v>
                </c:pt>
                <c:pt idx="37655">
                  <c:v>0</c:v>
                </c:pt>
                <c:pt idx="37656">
                  <c:v>0</c:v>
                </c:pt>
                <c:pt idx="37657">
                  <c:v>0</c:v>
                </c:pt>
                <c:pt idx="37658">
                  <c:v>0</c:v>
                </c:pt>
                <c:pt idx="37659">
                  <c:v>0</c:v>
                </c:pt>
                <c:pt idx="37660">
                  <c:v>0</c:v>
                </c:pt>
                <c:pt idx="37661">
                  <c:v>0</c:v>
                </c:pt>
                <c:pt idx="37662">
                  <c:v>0</c:v>
                </c:pt>
                <c:pt idx="37663">
                  <c:v>0</c:v>
                </c:pt>
                <c:pt idx="37664">
                  <c:v>0</c:v>
                </c:pt>
                <c:pt idx="37665">
                  <c:v>0</c:v>
                </c:pt>
                <c:pt idx="37666">
                  <c:v>0</c:v>
                </c:pt>
                <c:pt idx="37667">
                  <c:v>0</c:v>
                </c:pt>
                <c:pt idx="37668">
                  <c:v>0</c:v>
                </c:pt>
                <c:pt idx="37669">
                  <c:v>0</c:v>
                </c:pt>
                <c:pt idx="37670">
                  <c:v>0</c:v>
                </c:pt>
                <c:pt idx="37671">
                  <c:v>0</c:v>
                </c:pt>
                <c:pt idx="37672">
                  <c:v>0</c:v>
                </c:pt>
                <c:pt idx="37673">
                  <c:v>0</c:v>
                </c:pt>
                <c:pt idx="37674">
                  <c:v>0</c:v>
                </c:pt>
                <c:pt idx="37675">
                  <c:v>0</c:v>
                </c:pt>
                <c:pt idx="37676">
                  <c:v>0</c:v>
                </c:pt>
                <c:pt idx="37677">
                  <c:v>0</c:v>
                </c:pt>
                <c:pt idx="37678">
                  <c:v>0</c:v>
                </c:pt>
                <c:pt idx="37679">
                  <c:v>0</c:v>
                </c:pt>
                <c:pt idx="37680">
                  <c:v>0</c:v>
                </c:pt>
                <c:pt idx="37681">
                  <c:v>0</c:v>
                </c:pt>
                <c:pt idx="37682">
                  <c:v>0</c:v>
                </c:pt>
                <c:pt idx="37683">
                  <c:v>0</c:v>
                </c:pt>
                <c:pt idx="37684">
                  <c:v>0</c:v>
                </c:pt>
                <c:pt idx="37685">
                  <c:v>0</c:v>
                </c:pt>
                <c:pt idx="37686">
                  <c:v>0</c:v>
                </c:pt>
                <c:pt idx="37687">
                  <c:v>0</c:v>
                </c:pt>
                <c:pt idx="37688">
                  <c:v>0</c:v>
                </c:pt>
                <c:pt idx="37689">
                  <c:v>0</c:v>
                </c:pt>
                <c:pt idx="37690">
                  <c:v>0</c:v>
                </c:pt>
                <c:pt idx="37691">
                  <c:v>0</c:v>
                </c:pt>
                <c:pt idx="37692">
                  <c:v>0</c:v>
                </c:pt>
                <c:pt idx="37693">
                  <c:v>0</c:v>
                </c:pt>
                <c:pt idx="37694">
                  <c:v>0</c:v>
                </c:pt>
                <c:pt idx="37695">
                  <c:v>0</c:v>
                </c:pt>
                <c:pt idx="37696">
                  <c:v>0</c:v>
                </c:pt>
                <c:pt idx="37697">
                  <c:v>0</c:v>
                </c:pt>
                <c:pt idx="37698">
                  <c:v>0</c:v>
                </c:pt>
                <c:pt idx="37699">
                  <c:v>0</c:v>
                </c:pt>
                <c:pt idx="37700">
                  <c:v>0</c:v>
                </c:pt>
                <c:pt idx="37701">
                  <c:v>0</c:v>
                </c:pt>
                <c:pt idx="37702">
                  <c:v>0</c:v>
                </c:pt>
                <c:pt idx="37703">
                  <c:v>0</c:v>
                </c:pt>
                <c:pt idx="37704">
                  <c:v>0</c:v>
                </c:pt>
                <c:pt idx="37705">
                  <c:v>0</c:v>
                </c:pt>
                <c:pt idx="37706">
                  <c:v>0</c:v>
                </c:pt>
                <c:pt idx="37707">
                  <c:v>0</c:v>
                </c:pt>
                <c:pt idx="37708">
                  <c:v>0</c:v>
                </c:pt>
                <c:pt idx="37709">
                  <c:v>0</c:v>
                </c:pt>
                <c:pt idx="37710">
                  <c:v>0</c:v>
                </c:pt>
                <c:pt idx="37711">
                  <c:v>0</c:v>
                </c:pt>
                <c:pt idx="37712">
                  <c:v>0</c:v>
                </c:pt>
                <c:pt idx="37713">
                  <c:v>0</c:v>
                </c:pt>
                <c:pt idx="37714">
                  <c:v>0</c:v>
                </c:pt>
                <c:pt idx="37715">
                  <c:v>0</c:v>
                </c:pt>
                <c:pt idx="37716">
                  <c:v>0</c:v>
                </c:pt>
                <c:pt idx="37717">
                  <c:v>0</c:v>
                </c:pt>
                <c:pt idx="37718">
                  <c:v>0</c:v>
                </c:pt>
                <c:pt idx="37719">
                  <c:v>0</c:v>
                </c:pt>
                <c:pt idx="37720">
                  <c:v>0</c:v>
                </c:pt>
                <c:pt idx="37721">
                  <c:v>0</c:v>
                </c:pt>
                <c:pt idx="37722">
                  <c:v>0</c:v>
                </c:pt>
                <c:pt idx="37723">
                  <c:v>0</c:v>
                </c:pt>
                <c:pt idx="37724">
                  <c:v>0</c:v>
                </c:pt>
                <c:pt idx="37725">
                  <c:v>0</c:v>
                </c:pt>
                <c:pt idx="37726">
                  <c:v>0</c:v>
                </c:pt>
                <c:pt idx="37727">
                  <c:v>0</c:v>
                </c:pt>
                <c:pt idx="37728">
                  <c:v>0</c:v>
                </c:pt>
                <c:pt idx="37729">
                  <c:v>0</c:v>
                </c:pt>
                <c:pt idx="37730">
                  <c:v>0</c:v>
                </c:pt>
                <c:pt idx="37731">
                  <c:v>0</c:v>
                </c:pt>
                <c:pt idx="37732">
                  <c:v>0</c:v>
                </c:pt>
                <c:pt idx="37733">
                  <c:v>0</c:v>
                </c:pt>
                <c:pt idx="37734">
                  <c:v>0</c:v>
                </c:pt>
                <c:pt idx="37735">
                  <c:v>0</c:v>
                </c:pt>
                <c:pt idx="37736">
                  <c:v>0</c:v>
                </c:pt>
                <c:pt idx="37737">
                  <c:v>0</c:v>
                </c:pt>
                <c:pt idx="37738">
                  <c:v>0</c:v>
                </c:pt>
                <c:pt idx="37739">
                  <c:v>0</c:v>
                </c:pt>
                <c:pt idx="37740">
                  <c:v>0</c:v>
                </c:pt>
                <c:pt idx="37741">
                  <c:v>0</c:v>
                </c:pt>
                <c:pt idx="37742">
                  <c:v>0</c:v>
                </c:pt>
                <c:pt idx="37743">
                  <c:v>0</c:v>
                </c:pt>
                <c:pt idx="37744">
                  <c:v>0</c:v>
                </c:pt>
                <c:pt idx="37745">
                  <c:v>0</c:v>
                </c:pt>
                <c:pt idx="37746">
                  <c:v>0</c:v>
                </c:pt>
                <c:pt idx="37747">
                  <c:v>0</c:v>
                </c:pt>
                <c:pt idx="37748">
                  <c:v>0</c:v>
                </c:pt>
                <c:pt idx="37749">
                  <c:v>0</c:v>
                </c:pt>
                <c:pt idx="37750">
                  <c:v>0</c:v>
                </c:pt>
                <c:pt idx="37751">
                  <c:v>0</c:v>
                </c:pt>
                <c:pt idx="37752">
                  <c:v>0</c:v>
                </c:pt>
                <c:pt idx="37753">
                  <c:v>0</c:v>
                </c:pt>
                <c:pt idx="37754">
                  <c:v>0</c:v>
                </c:pt>
                <c:pt idx="37755">
                  <c:v>0</c:v>
                </c:pt>
                <c:pt idx="37756">
                  <c:v>0</c:v>
                </c:pt>
                <c:pt idx="37757">
                  <c:v>0</c:v>
                </c:pt>
                <c:pt idx="37758">
                  <c:v>0</c:v>
                </c:pt>
                <c:pt idx="37759">
                  <c:v>0</c:v>
                </c:pt>
                <c:pt idx="37760">
                  <c:v>0</c:v>
                </c:pt>
                <c:pt idx="37761">
                  <c:v>0</c:v>
                </c:pt>
                <c:pt idx="37762">
                  <c:v>0</c:v>
                </c:pt>
                <c:pt idx="37763">
                  <c:v>0</c:v>
                </c:pt>
                <c:pt idx="37764">
                  <c:v>0</c:v>
                </c:pt>
                <c:pt idx="37765">
                  <c:v>0</c:v>
                </c:pt>
                <c:pt idx="37766">
                  <c:v>0</c:v>
                </c:pt>
                <c:pt idx="37767">
                  <c:v>0</c:v>
                </c:pt>
                <c:pt idx="37768">
                  <c:v>0</c:v>
                </c:pt>
                <c:pt idx="37769">
                  <c:v>0</c:v>
                </c:pt>
                <c:pt idx="37770">
                  <c:v>0</c:v>
                </c:pt>
                <c:pt idx="37771">
                  <c:v>0</c:v>
                </c:pt>
                <c:pt idx="37772">
                  <c:v>0</c:v>
                </c:pt>
                <c:pt idx="37773">
                  <c:v>0</c:v>
                </c:pt>
                <c:pt idx="37774">
                  <c:v>0</c:v>
                </c:pt>
                <c:pt idx="37775">
                  <c:v>0</c:v>
                </c:pt>
                <c:pt idx="37776">
                  <c:v>0</c:v>
                </c:pt>
                <c:pt idx="37777">
                  <c:v>0</c:v>
                </c:pt>
                <c:pt idx="37778">
                  <c:v>0</c:v>
                </c:pt>
                <c:pt idx="37779">
                  <c:v>0</c:v>
                </c:pt>
                <c:pt idx="37780">
                  <c:v>0</c:v>
                </c:pt>
                <c:pt idx="37781">
                  <c:v>0</c:v>
                </c:pt>
                <c:pt idx="37782">
                  <c:v>0</c:v>
                </c:pt>
                <c:pt idx="37783">
                  <c:v>0</c:v>
                </c:pt>
                <c:pt idx="37784">
                  <c:v>0</c:v>
                </c:pt>
                <c:pt idx="37785">
                  <c:v>0</c:v>
                </c:pt>
                <c:pt idx="37786">
                  <c:v>0</c:v>
                </c:pt>
                <c:pt idx="37787">
                  <c:v>0</c:v>
                </c:pt>
                <c:pt idx="37788">
                  <c:v>0</c:v>
                </c:pt>
                <c:pt idx="37789">
                  <c:v>0</c:v>
                </c:pt>
                <c:pt idx="37790">
                  <c:v>0</c:v>
                </c:pt>
                <c:pt idx="37791">
                  <c:v>0</c:v>
                </c:pt>
                <c:pt idx="37792">
                  <c:v>0</c:v>
                </c:pt>
                <c:pt idx="37793">
                  <c:v>0</c:v>
                </c:pt>
                <c:pt idx="37794">
                  <c:v>0</c:v>
                </c:pt>
                <c:pt idx="37795">
                  <c:v>0</c:v>
                </c:pt>
                <c:pt idx="37796">
                  <c:v>0</c:v>
                </c:pt>
                <c:pt idx="37797">
                  <c:v>0</c:v>
                </c:pt>
                <c:pt idx="37798">
                  <c:v>0</c:v>
                </c:pt>
                <c:pt idx="37799">
                  <c:v>0</c:v>
                </c:pt>
                <c:pt idx="37800">
                  <c:v>0</c:v>
                </c:pt>
                <c:pt idx="37801">
                  <c:v>0</c:v>
                </c:pt>
                <c:pt idx="37802">
                  <c:v>0</c:v>
                </c:pt>
                <c:pt idx="37803">
                  <c:v>0</c:v>
                </c:pt>
                <c:pt idx="37804">
                  <c:v>0</c:v>
                </c:pt>
                <c:pt idx="37805">
                  <c:v>0</c:v>
                </c:pt>
                <c:pt idx="37806">
                  <c:v>0</c:v>
                </c:pt>
                <c:pt idx="37807">
                  <c:v>0</c:v>
                </c:pt>
                <c:pt idx="37808">
                  <c:v>0</c:v>
                </c:pt>
                <c:pt idx="37809">
                  <c:v>0</c:v>
                </c:pt>
                <c:pt idx="37810">
                  <c:v>0</c:v>
                </c:pt>
                <c:pt idx="37811">
                  <c:v>0</c:v>
                </c:pt>
                <c:pt idx="37812">
                  <c:v>0</c:v>
                </c:pt>
                <c:pt idx="37813">
                  <c:v>0</c:v>
                </c:pt>
                <c:pt idx="37814">
                  <c:v>0</c:v>
                </c:pt>
                <c:pt idx="37815">
                  <c:v>0</c:v>
                </c:pt>
                <c:pt idx="37816">
                  <c:v>0</c:v>
                </c:pt>
                <c:pt idx="37817">
                  <c:v>0</c:v>
                </c:pt>
                <c:pt idx="37818">
                  <c:v>0</c:v>
                </c:pt>
                <c:pt idx="37819">
                  <c:v>0</c:v>
                </c:pt>
                <c:pt idx="37820">
                  <c:v>0</c:v>
                </c:pt>
                <c:pt idx="37821">
                  <c:v>0</c:v>
                </c:pt>
                <c:pt idx="37822">
                  <c:v>0</c:v>
                </c:pt>
                <c:pt idx="37823">
                  <c:v>0</c:v>
                </c:pt>
                <c:pt idx="37824">
                  <c:v>0</c:v>
                </c:pt>
                <c:pt idx="37825">
                  <c:v>0</c:v>
                </c:pt>
                <c:pt idx="37826">
                  <c:v>0</c:v>
                </c:pt>
                <c:pt idx="37827">
                  <c:v>0</c:v>
                </c:pt>
                <c:pt idx="37828">
                  <c:v>0</c:v>
                </c:pt>
                <c:pt idx="37829">
                  <c:v>0</c:v>
                </c:pt>
                <c:pt idx="37830">
                  <c:v>0</c:v>
                </c:pt>
                <c:pt idx="37831">
                  <c:v>0</c:v>
                </c:pt>
                <c:pt idx="37832">
                  <c:v>0</c:v>
                </c:pt>
                <c:pt idx="37833">
                  <c:v>0</c:v>
                </c:pt>
                <c:pt idx="37834">
                  <c:v>0</c:v>
                </c:pt>
                <c:pt idx="37835">
                  <c:v>0</c:v>
                </c:pt>
                <c:pt idx="37836">
                  <c:v>0</c:v>
                </c:pt>
                <c:pt idx="37837">
                  <c:v>0</c:v>
                </c:pt>
                <c:pt idx="37838">
                  <c:v>0</c:v>
                </c:pt>
                <c:pt idx="37839">
                  <c:v>0</c:v>
                </c:pt>
                <c:pt idx="37840">
                  <c:v>0</c:v>
                </c:pt>
                <c:pt idx="37841">
                  <c:v>0</c:v>
                </c:pt>
                <c:pt idx="37842">
                  <c:v>0</c:v>
                </c:pt>
                <c:pt idx="37843">
                  <c:v>0</c:v>
                </c:pt>
                <c:pt idx="37844">
                  <c:v>0</c:v>
                </c:pt>
                <c:pt idx="37845">
                  <c:v>0</c:v>
                </c:pt>
                <c:pt idx="37846">
                  <c:v>0</c:v>
                </c:pt>
                <c:pt idx="37847">
                  <c:v>0</c:v>
                </c:pt>
                <c:pt idx="37848">
                  <c:v>0</c:v>
                </c:pt>
                <c:pt idx="37849">
                  <c:v>0</c:v>
                </c:pt>
                <c:pt idx="37850">
                  <c:v>0</c:v>
                </c:pt>
                <c:pt idx="37851">
                  <c:v>0</c:v>
                </c:pt>
                <c:pt idx="37852">
                  <c:v>0</c:v>
                </c:pt>
                <c:pt idx="37853">
                  <c:v>0</c:v>
                </c:pt>
                <c:pt idx="37854">
                  <c:v>0</c:v>
                </c:pt>
                <c:pt idx="37855">
                  <c:v>0</c:v>
                </c:pt>
                <c:pt idx="37856">
                  <c:v>0</c:v>
                </c:pt>
                <c:pt idx="37857">
                  <c:v>0</c:v>
                </c:pt>
                <c:pt idx="37858">
                  <c:v>0</c:v>
                </c:pt>
                <c:pt idx="37859">
                  <c:v>0</c:v>
                </c:pt>
                <c:pt idx="37860">
                  <c:v>0</c:v>
                </c:pt>
                <c:pt idx="37861">
                  <c:v>0</c:v>
                </c:pt>
                <c:pt idx="37862">
                  <c:v>0</c:v>
                </c:pt>
                <c:pt idx="37863">
                  <c:v>0</c:v>
                </c:pt>
                <c:pt idx="37864">
                  <c:v>0</c:v>
                </c:pt>
                <c:pt idx="37865">
                  <c:v>0</c:v>
                </c:pt>
                <c:pt idx="37866">
                  <c:v>0</c:v>
                </c:pt>
                <c:pt idx="37867">
                  <c:v>0</c:v>
                </c:pt>
                <c:pt idx="37868">
                  <c:v>0</c:v>
                </c:pt>
                <c:pt idx="37869">
                  <c:v>0</c:v>
                </c:pt>
                <c:pt idx="37870">
                  <c:v>0</c:v>
                </c:pt>
                <c:pt idx="37871">
                  <c:v>0</c:v>
                </c:pt>
                <c:pt idx="37872">
                  <c:v>0</c:v>
                </c:pt>
                <c:pt idx="37873">
                  <c:v>0</c:v>
                </c:pt>
                <c:pt idx="37874">
                  <c:v>0</c:v>
                </c:pt>
                <c:pt idx="37875">
                  <c:v>0</c:v>
                </c:pt>
                <c:pt idx="37876">
                  <c:v>0</c:v>
                </c:pt>
                <c:pt idx="37877">
                  <c:v>0</c:v>
                </c:pt>
                <c:pt idx="37878">
                  <c:v>0</c:v>
                </c:pt>
                <c:pt idx="37879">
                  <c:v>0</c:v>
                </c:pt>
                <c:pt idx="37880">
                  <c:v>0</c:v>
                </c:pt>
                <c:pt idx="37881">
                  <c:v>0</c:v>
                </c:pt>
                <c:pt idx="37882">
                  <c:v>0</c:v>
                </c:pt>
                <c:pt idx="37883">
                  <c:v>0</c:v>
                </c:pt>
                <c:pt idx="37884">
                  <c:v>0</c:v>
                </c:pt>
                <c:pt idx="37885">
                  <c:v>0</c:v>
                </c:pt>
                <c:pt idx="37886">
                  <c:v>0</c:v>
                </c:pt>
                <c:pt idx="37887">
                  <c:v>0</c:v>
                </c:pt>
                <c:pt idx="37888">
                  <c:v>0</c:v>
                </c:pt>
                <c:pt idx="37889">
                  <c:v>0</c:v>
                </c:pt>
                <c:pt idx="37890">
                  <c:v>0</c:v>
                </c:pt>
                <c:pt idx="37891">
                  <c:v>0</c:v>
                </c:pt>
                <c:pt idx="37892">
                  <c:v>0</c:v>
                </c:pt>
                <c:pt idx="37893">
                  <c:v>0</c:v>
                </c:pt>
                <c:pt idx="37894">
                  <c:v>0</c:v>
                </c:pt>
                <c:pt idx="37895">
                  <c:v>0</c:v>
                </c:pt>
                <c:pt idx="37896">
                  <c:v>0</c:v>
                </c:pt>
                <c:pt idx="37897">
                  <c:v>0</c:v>
                </c:pt>
                <c:pt idx="37898">
                  <c:v>0</c:v>
                </c:pt>
                <c:pt idx="37899">
                  <c:v>0</c:v>
                </c:pt>
                <c:pt idx="37900">
                  <c:v>0</c:v>
                </c:pt>
                <c:pt idx="37901">
                  <c:v>0</c:v>
                </c:pt>
                <c:pt idx="37902">
                  <c:v>0</c:v>
                </c:pt>
                <c:pt idx="37903">
                  <c:v>0</c:v>
                </c:pt>
                <c:pt idx="37904">
                  <c:v>0</c:v>
                </c:pt>
                <c:pt idx="37905">
                  <c:v>0</c:v>
                </c:pt>
                <c:pt idx="37906">
                  <c:v>0</c:v>
                </c:pt>
                <c:pt idx="37907">
                  <c:v>0</c:v>
                </c:pt>
                <c:pt idx="37908">
                  <c:v>0</c:v>
                </c:pt>
                <c:pt idx="37909">
                  <c:v>0</c:v>
                </c:pt>
                <c:pt idx="37910">
                  <c:v>0</c:v>
                </c:pt>
                <c:pt idx="37911">
                  <c:v>0</c:v>
                </c:pt>
                <c:pt idx="37912">
                  <c:v>0</c:v>
                </c:pt>
                <c:pt idx="37913">
                  <c:v>0</c:v>
                </c:pt>
                <c:pt idx="37914">
                  <c:v>0</c:v>
                </c:pt>
                <c:pt idx="37915">
                  <c:v>0</c:v>
                </c:pt>
                <c:pt idx="37916">
                  <c:v>0</c:v>
                </c:pt>
                <c:pt idx="37917">
                  <c:v>0</c:v>
                </c:pt>
                <c:pt idx="37918">
                  <c:v>0</c:v>
                </c:pt>
                <c:pt idx="37919">
                  <c:v>0</c:v>
                </c:pt>
                <c:pt idx="37920">
                  <c:v>0</c:v>
                </c:pt>
                <c:pt idx="37921">
                  <c:v>0</c:v>
                </c:pt>
                <c:pt idx="37922">
                  <c:v>0</c:v>
                </c:pt>
                <c:pt idx="37923">
                  <c:v>0</c:v>
                </c:pt>
                <c:pt idx="37924">
                  <c:v>0</c:v>
                </c:pt>
                <c:pt idx="37925">
                  <c:v>0</c:v>
                </c:pt>
                <c:pt idx="37926">
                  <c:v>0</c:v>
                </c:pt>
                <c:pt idx="37927">
                  <c:v>0</c:v>
                </c:pt>
                <c:pt idx="37928">
                  <c:v>0</c:v>
                </c:pt>
                <c:pt idx="37929">
                  <c:v>0</c:v>
                </c:pt>
                <c:pt idx="37930">
                  <c:v>0</c:v>
                </c:pt>
                <c:pt idx="37931">
                  <c:v>0</c:v>
                </c:pt>
                <c:pt idx="37932">
                  <c:v>0</c:v>
                </c:pt>
                <c:pt idx="37933">
                  <c:v>0</c:v>
                </c:pt>
                <c:pt idx="37934">
                  <c:v>0</c:v>
                </c:pt>
                <c:pt idx="37935">
                  <c:v>0</c:v>
                </c:pt>
                <c:pt idx="37936">
                  <c:v>0</c:v>
                </c:pt>
                <c:pt idx="37937">
                  <c:v>0</c:v>
                </c:pt>
                <c:pt idx="37938">
                  <c:v>0</c:v>
                </c:pt>
                <c:pt idx="37939">
                  <c:v>0</c:v>
                </c:pt>
                <c:pt idx="37940">
                  <c:v>0</c:v>
                </c:pt>
                <c:pt idx="37941">
                  <c:v>0</c:v>
                </c:pt>
                <c:pt idx="37942">
                  <c:v>0</c:v>
                </c:pt>
                <c:pt idx="37943">
                  <c:v>0</c:v>
                </c:pt>
                <c:pt idx="37944">
                  <c:v>0</c:v>
                </c:pt>
                <c:pt idx="37945">
                  <c:v>0</c:v>
                </c:pt>
                <c:pt idx="37946">
                  <c:v>0</c:v>
                </c:pt>
                <c:pt idx="37947">
                  <c:v>0</c:v>
                </c:pt>
                <c:pt idx="37948">
                  <c:v>0</c:v>
                </c:pt>
                <c:pt idx="37949">
                  <c:v>0</c:v>
                </c:pt>
                <c:pt idx="37950">
                  <c:v>0</c:v>
                </c:pt>
                <c:pt idx="37951">
                  <c:v>0</c:v>
                </c:pt>
                <c:pt idx="37952">
                  <c:v>0</c:v>
                </c:pt>
                <c:pt idx="37953">
                  <c:v>0</c:v>
                </c:pt>
                <c:pt idx="37954">
                  <c:v>0</c:v>
                </c:pt>
                <c:pt idx="37955">
                  <c:v>0</c:v>
                </c:pt>
                <c:pt idx="37956">
                  <c:v>0</c:v>
                </c:pt>
                <c:pt idx="37957">
                  <c:v>0</c:v>
                </c:pt>
                <c:pt idx="37958">
                  <c:v>0</c:v>
                </c:pt>
                <c:pt idx="37959">
                  <c:v>0</c:v>
                </c:pt>
                <c:pt idx="37960">
                  <c:v>0</c:v>
                </c:pt>
                <c:pt idx="37961">
                  <c:v>0</c:v>
                </c:pt>
                <c:pt idx="37962">
                  <c:v>0</c:v>
                </c:pt>
                <c:pt idx="37963">
                  <c:v>0</c:v>
                </c:pt>
                <c:pt idx="37964">
                  <c:v>0</c:v>
                </c:pt>
                <c:pt idx="37965">
                  <c:v>0</c:v>
                </c:pt>
                <c:pt idx="37966">
                  <c:v>0</c:v>
                </c:pt>
                <c:pt idx="37967">
                  <c:v>0</c:v>
                </c:pt>
                <c:pt idx="37968">
                  <c:v>0</c:v>
                </c:pt>
                <c:pt idx="37969">
                  <c:v>0</c:v>
                </c:pt>
                <c:pt idx="37970">
                  <c:v>0</c:v>
                </c:pt>
                <c:pt idx="37971">
                  <c:v>0</c:v>
                </c:pt>
                <c:pt idx="37972">
                  <c:v>0</c:v>
                </c:pt>
                <c:pt idx="37973">
                  <c:v>0</c:v>
                </c:pt>
                <c:pt idx="37974">
                  <c:v>0</c:v>
                </c:pt>
                <c:pt idx="37975">
                  <c:v>0</c:v>
                </c:pt>
                <c:pt idx="37976">
                  <c:v>0</c:v>
                </c:pt>
                <c:pt idx="37977">
                  <c:v>0</c:v>
                </c:pt>
                <c:pt idx="37978">
                  <c:v>0</c:v>
                </c:pt>
                <c:pt idx="37979">
                  <c:v>0</c:v>
                </c:pt>
                <c:pt idx="37980">
                  <c:v>0</c:v>
                </c:pt>
                <c:pt idx="37981">
                  <c:v>0</c:v>
                </c:pt>
                <c:pt idx="37982">
                  <c:v>0</c:v>
                </c:pt>
                <c:pt idx="37983">
                  <c:v>0</c:v>
                </c:pt>
                <c:pt idx="37984">
                  <c:v>0</c:v>
                </c:pt>
                <c:pt idx="37985">
                  <c:v>0</c:v>
                </c:pt>
                <c:pt idx="37986">
                  <c:v>0</c:v>
                </c:pt>
                <c:pt idx="37987">
                  <c:v>0</c:v>
                </c:pt>
                <c:pt idx="37988">
                  <c:v>0</c:v>
                </c:pt>
                <c:pt idx="37989">
                  <c:v>0</c:v>
                </c:pt>
                <c:pt idx="37990">
                  <c:v>0</c:v>
                </c:pt>
                <c:pt idx="37991">
                  <c:v>0</c:v>
                </c:pt>
                <c:pt idx="37992">
                  <c:v>0</c:v>
                </c:pt>
                <c:pt idx="37993">
                  <c:v>0</c:v>
                </c:pt>
                <c:pt idx="37994">
                  <c:v>0</c:v>
                </c:pt>
                <c:pt idx="37995">
                  <c:v>0</c:v>
                </c:pt>
                <c:pt idx="37996">
                  <c:v>0</c:v>
                </c:pt>
                <c:pt idx="37997">
                  <c:v>0</c:v>
                </c:pt>
                <c:pt idx="37998">
                  <c:v>0</c:v>
                </c:pt>
                <c:pt idx="37999">
                  <c:v>0</c:v>
                </c:pt>
                <c:pt idx="38000">
                  <c:v>0</c:v>
                </c:pt>
                <c:pt idx="38001">
                  <c:v>0</c:v>
                </c:pt>
                <c:pt idx="38002">
                  <c:v>0</c:v>
                </c:pt>
                <c:pt idx="38003">
                  <c:v>0</c:v>
                </c:pt>
                <c:pt idx="38004">
                  <c:v>0</c:v>
                </c:pt>
                <c:pt idx="38005">
                  <c:v>0</c:v>
                </c:pt>
                <c:pt idx="38006">
                  <c:v>0</c:v>
                </c:pt>
                <c:pt idx="38007">
                  <c:v>0</c:v>
                </c:pt>
                <c:pt idx="38008">
                  <c:v>0</c:v>
                </c:pt>
                <c:pt idx="38009">
                  <c:v>0</c:v>
                </c:pt>
                <c:pt idx="38010">
                  <c:v>0</c:v>
                </c:pt>
                <c:pt idx="38011">
                  <c:v>0</c:v>
                </c:pt>
                <c:pt idx="38012">
                  <c:v>0</c:v>
                </c:pt>
                <c:pt idx="38013">
                  <c:v>0</c:v>
                </c:pt>
                <c:pt idx="38014">
                  <c:v>0</c:v>
                </c:pt>
                <c:pt idx="38015">
                  <c:v>0</c:v>
                </c:pt>
                <c:pt idx="38016">
                  <c:v>0</c:v>
                </c:pt>
                <c:pt idx="38017">
                  <c:v>0</c:v>
                </c:pt>
                <c:pt idx="38018">
                  <c:v>0</c:v>
                </c:pt>
                <c:pt idx="38019">
                  <c:v>0</c:v>
                </c:pt>
                <c:pt idx="38020">
                  <c:v>0</c:v>
                </c:pt>
                <c:pt idx="38021">
                  <c:v>0</c:v>
                </c:pt>
                <c:pt idx="38022">
                  <c:v>0</c:v>
                </c:pt>
                <c:pt idx="38023">
                  <c:v>0</c:v>
                </c:pt>
                <c:pt idx="38024">
                  <c:v>0</c:v>
                </c:pt>
                <c:pt idx="38025">
                  <c:v>0</c:v>
                </c:pt>
                <c:pt idx="38026">
                  <c:v>0</c:v>
                </c:pt>
                <c:pt idx="38027">
                  <c:v>0</c:v>
                </c:pt>
                <c:pt idx="38028">
                  <c:v>0</c:v>
                </c:pt>
                <c:pt idx="38029">
                  <c:v>0</c:v>
                </c:pt>
                <c:pt idx="38030">
                  <c:v>0</c:v>
                </c:pt>
                <c:pt idx="38031">
                  <c:v>0</c:v>
                </c:pt>
                <c:pt idx="38032">
                  <c:v>0</c:v>
                </c:pt>
                <c:pt idx="38033">
                  <c:v>0</c:v>
                </c:pt>
                <c:pt idx="38034">
                  <c:v>0</c:v>
                </c:pt>
                <c:pt idx="38035">
                  <c:v>0</c:v>
                </c:pt>
                <c:pt idx="38036">
                  <c:v>0</c:v>
                </c:pt>
                <c:pt idx="38037">
                  <c:v>0</c:v>
                </c:pt>
                <c:pt idx="38038">
                  <c:v>0</c:v>
                </c:pt>
                <c:pt idx="38039">
                  <c:v>0</c:v>
                </c:pt>
                <c:pt idx="38040">
                  <c:v>0</c:v>
                </c:pt>
                <c:pt idx="38041">
                  <c:v>0</c:v>
                </c:pt>
                <c:pt idx="38042">
                  <c:v>0</c:v>
                </c:pt>
                <c:pt idx="38043">
                  <c:v>0</c:v>
                </c:pt>
                <c:pt idx="38044">
                  <c:v>0</c:v>
                </c:pt>
                <c:pt idx="38045">
                  <c:v>0</c:v>
                </c:pt>
                <c:pt idx="38046">
                  <c:v>0</c:v>
                </c:pt>
                <c:pt idx="38047">
                  <c:v>0</c:v>
                </c:pt>
                <c:pt idx="38048">
                  <c:v>0</c:v>
                </c:pt>
                <c:pt idx="38049">
                  <c:v>0</c:v>
                </c:pt>
                <c:pt idx="38050">
                  <c:v>0</c:v>
                </c:pt>
                <c:pt idx="38051">
                  <c:v>0</c:v>
                </c:pt>
                <c:pt idx="38052">
                  <c:v>0</c:v>
                </c:pt>
                <c:pt idx="38053">
                  <c:v>0</c:v>
                </c:pt>
                <c:pt idx="38054">
                  <c:v>0</c:v>
                </c:pt>
                <c:pt idx="38055">
                  <c:v>0</c:v>
                </c:pt>
                <c:pt idx="38056">
                  <c:v>0</c:v>
                </c:pt>
                <c:pt idx="38057">
                  <c:v>0</c:v>
                </c:pt>
                <c:pt idx="38058">
                  <c:v>0</c:v>
                </c:pt>
                <c:pt idx="38059">
                  <c:v>0</c:v>
                </c:pt>
                <c:pt idx="38060">
                  <c:v>0</c:v>
                </c:pt>
                <c:pt idx="38061">
                  <c:v>0</c:v>
                </c:pt>
                <c:pt idx="38062">
                  <c:v>0</c:v>
                </c:pt>
                <c:pt idx="38063">
                  <c:v>0</c:v>
                </c:pt>
                <c:pt idx="38064">
                  <c:v>0</c:v>
                </c:pt>
                <c:pt idx="38065">
                  <c:v>0</c:v>
                </c:pt>
                <c:pt idx="38066">
                  <c:v>0</c:v>
                </c:pt>
                <c:pt idx="38067">
                  <c:v>0</c:v>
                </c:pt>
                <c:pt idx="38068">
                  <c:v>0</c:v>
                </c:pt>
                <c:pt idx="38069">
                  <c:v>0</c:v>
                </c:pt>
                <c:pt idx="38070">
                  <c:v>0</c:v>
                </c:pt>
                <c:pt idx="38071">
                  <c:v>0</c:v>
                </c:pt>
                <c:pt idx="38072">
                  <c:v>0</c:v>
                </c:pt>
                <c:pt idx="38073">
                  <c:v>0</c:v>
                </c:pt>
                <c:pt idx="38074">
                  <c:v>0</c:v>
                </c:pt>
                <c:pt idx="38075">
                  <c:v>0</c:v>
                </c:pt>
                <c:pt idx="38076">
                  <c:v>0</c:v>
                </c:pt>
                <c:pt idx="38077">
                  <c:v>0</c:v>
                </c:pt>
                <c:pt idx="38078">
                  <c:v>0</c:v>
                </c:pt>
                <c:pt idx="38079">
                  <c:v>0</c:v>
                </c:pt>
                <c:pt idx="38080">
                  <c:v>0</c:v>
                </c:pt>
                <c:pt idx="38081">
                  <c:v>0</c:v>
                </c:pt>
                <c:pt idx="38082">
                  <c:v>0</c:v>
                </c:pt>
                <c:pt idx="38083">
                  <c:v>0</c:v>
                </c:pt>
                <c:pt idx="38084">
                  <c:v>0</c:v>
                </c:pt>
                <c:pt idx="38085">
                  <c:v>0</c:v>
                </c:pt>
                <c:pt idx="38086">
                  <c:v>0</c:v>
                </c:pt>
                <c:pt idx="38087">
                  <c:v>0</c:v>
                </c:pt>
                <c:pt idx="38088">
                  <c:v>0</c:v>
                </c:pt>
                <c:pt idx="38089">
                  <c:v>0</c:v>
                </c:pt>
                <c:pt idx="38090">
                  <c:v>0</c:v>
                </c:pt>
                <c:pt idx="38091">
                  <c:v>0</c:v>
                </c:pt>
                <c:pt idx="38092">
                  <c:v>0</c:v>
                </c:pt>
                <c:pt idx="38093">
                  <c:v>0</c:v>
                </c:pt>
                <c:pt idx="38094">
                  <c:v>0</c:v>
                </c:pt>
                <c:pt idx="38095">
                  <c:v>0</c:v>
                </c:pt>
                <c:pt idx="38096">
                  <c:v>0</c:v>
                </c:pt>
                <c:pt idx="38097">
                  <c:v>0</c:v>
                </c:pt>
                <c:pt idx="38098">
                  <c:v>0</c:v>
                </c:pt>
                <c:pt idx="38099">
                  <c:v>0</c:v>
                </c:pt>
                <c:pt idx="38100">
                  <c:v>0</c:v>
                </c:pt>
                <c:pt idx="38101">
                  <c:v>0</c:v>
                </c:pt>
                <c:pt idx="38102">
                  <c:v>0</c:v>
                </c:pt>
                <c:pt idx="38103">
                  <c:v>0</c:v>
                </c:pt>
                <c:pt idx="38104">
                  <c:v>0</c:v>
                </c:pt>
                <c:pt idx="38105">
                  <c:v>0</c:v>
                </c:pt>
                <c:pt idx="38106">
                  <c:v>0</c:v>
                </c:pt>
                <c:pt idx="38107">
                  <c:v>0</c:v>
                </c:pt>
                <c:pt idx="38108">
                  <c:v>0</c:v>
                </c:pt>
                <c:pt idx="38109">
                  <c:v>0</c:v>
                </c:pt>
                <c:pt idx="38110">
                  <c:v>0</c:v>
                </c:pt>
                <c:pt idx="38111">
                  <c:v>0</c:v>
                </c:pt>
                <c:pt idx="38112">
                  <c:v>0</c:v>
                </c:pt>
                <c:pt idx="38113">
                  <c:v>0</c:v>
                </c:pt>
                <c:pt idx="38114">
                  <c:v>0</c:v>
                </c:pt>
                <c:pt idx="38115">
                  <c:v>0</c:v>
                </c:pt>
                <c:pt idx="38116">
                  <c:v>0</c:v>
                </c:pt>
                <c:pt idx="38117">
                  <c:v>0</c:v>
                </c:pt>
                <c:pt idx="38118">
                  <c:v>0</c:v>
                </c:pt>
                <c:pt idx="38119">
                  <c:v>0</c:v>
                </c:pt>
                <c:pt idx="38120">
                  <c:v>0</c:v>
                </c:pt>
                <c:pt idx="38121">
                  <c:v>0</c:v>
                </c:pt>
                <c:pt idx="38122">
                  <c:v>0</c:v>
                </c:pt>
                <c:pt idx="38123">
                  <c:v>0</c:v>
                </c:pt>
                <c:pt idx="38124">
                  <c:v>0</c:v>
                </c:pt>
                <c:pt idx="38125">
                  <c:v>0</c:v>
                </c:pt>
                <c:pt idx="38126">
                  <c:v>0</c:v>
                </c:pt>
                <c:pt idx="38127">
                  <c:v>0</c:v>
                </c:pt>
                <c:pt idx="38128">
                  <c:v>0</c:v>
                </c:pt>
                <c:pt idx="38129">
                  <c:v>0</c:v>
                </c:pt>
                <c:pt idx="38130">
                  <c:v>0</c:v>
                </c:pt>
                <c:pt idx="38131">
                  <c:v>0</c:v>
                </c:pt>
                <c:pt idx="38132">
                  <c:v>0</c:v>
                </c:pt>
                <c:pt idx="38133">
                  <c:v>0</c:v>
                </c:pt>
                <c:pt idx="38134">
                  <c:v>0</c:v>
                </c:pt>
                <c:pt idx="38135">
                  <c:v>0</c:v>
                </c:pt>
                <c:pt idx="38136">
                  <c:v>0</c:v>
                </c:pt>
                <c:pt idx="38137">
                  <c:v>0</c:v>
                </c:pt>
                <c:pt idx="38138">
                  <c:v>0</c:v>
                </c:pt>
                <c:pt idx="38139">
                  <c:v>0</c:v>
                </c:pt>
                <c:pt idx="38140">
                  <c:v>0</c:v>
                </c:pt>
                <c:pt idx="38141">
                  <c:v>0</c:v>
                </c:pt>
                <c:pt idx="38142">
                  <c:v>0</c:v>
                </c:pt>
                <c:pt idx="38143">
                  <c:v>0</c:v>
                </c:pt>
                <c:pt idx="38144">
                  <c:v>0</c:v>
                </c:pt>
                <c:pt idx="38145">
                  <c:v>0</c:v>
                </c:pt>
                <c:pt idx="38146">
                  <c:v>0</c:v>
                </c:pt>
                <c:pt idx="38147">
                  <c:v>0</c:v>
                </c:pt>
                <c:pt idx="38148">
                  <c:v>0</c:v>
                </c:pt>
                <c:pt idx="38149">
                  <c:v>0</c:v>
                </c:pt>
                <c:pt idx="38150">
                  <c:v>0</c:v>
                </c:pt>
                <c:pt idx="38151">
                  <c:v>0</c:v>
                </c:pt>
                <c:pt idx="38152">
                  <c:v>0</c:v>
                </c:pt>
                <c:pt idx="38153">
                  <c:v>0</c:v>
                </c:pt>
                <c:pt idx="38154">
                  <c:v>0</c:v>
                </c:pt>
                <c:pt idx="38155">
                  <c:v>0</c:v>
                </c:pt>
                <c:pt idx="38156">
                  <c:v>0</c:v>
                </c:pt>
                <c:pt idx="38157">
                  <c:v>0</c:v>
                </c:pt>
                <c:pt idx="38158">
                  <c:v>0</c:v>
                </c:pt>
                <c:pt idx="38159">
                  <c:v>0</c:v>
                </c:pt>
                <c:pt idx="38160">
                  <c:v>0</c:v>
                </c:pt>
                <c:pt idx="38161">
                  <c:v>0</c:v>
                </c:pt>
                <c:pt idx="38162">
                  <c:v>0</c:v>
                </c:pt>
                <c:pt idx="38163">
                  <c:v>0</c:v>
                </c:pt>
                <c:pt idx="38164">
                  <c:v>0</c:v>
                </c:pt>
                <c:pt idx="38165">
                  <c:v>0</c:v>
                </c:pt>
                <c:pt idx="38166">
                  <c:v>0</c:v>
                </c:pt>
                <c:pt idx="38167">
                  <c:v>0</c:v>
                </c:pt>
                <c:pt idx="38168">
                  <c:v>0</c:v>
                </c:pt>
                <c:pt idx="38169">
                  <c:v>0</c:v>
                </c:pt>
                <c:pt idx="38170">
                  <c:v>0</c:v>
                </c:pt>
                <c:pt idx="38171">
                  <c:v>0</c:v>
                </c:pt>
                <c:pt idx="38172">
                  <c:v>0</c:v>
                </c:pt>
                <c:pt idx="38173">
                  <c:v>0</c:v>
                </c:pt>
                <c:pt idx="38174">
                  <c:v>0</c:v>
                </c:pt>
                <c:pt idx="38175">
                  <c:v>0</c:v>
                </c:pt>
                <c:pt idx="38176">
                  <c:v>0</c:v>
                </c:pt>
                <c:pt idx="38177">
                  <c:v>0</c:v>
                </c:pt>
                <c:pt idx="38178">
                  <c:v>0</c:v>
                </c:pt>
                <c:pt idx="38179">
                  <c:v>0</c:v>
                </c:pt>
                <c:pt idx="38180">
                  <c:v>0</c:v>
                </c:pt>
                <c:pt idx="38181">
                  <c:v>0</c:v>
                </c:pt>
                <c:pt idx="38182">
                  <c:v>0</c:v>
                </c:pt>
                <c:pt idx="38183">
                  <c:v>0</c:v>
                </c:pt>
                <c:pt idx="38184">
                  <c:v>0</c:v>
                </c:pt>
                <c:pt idx="38185">
                  <c:v>0</c:v>
                </c:pt>
                <c:pt idx="38186">
                  <c:v>0</c:v>
                </c:pt>
                <c:pt idx="38187">
                  <c:v>0</c:v>
                </c:pt>
                <c:pt idx="38188">
                  <c:v>0</c:v>
                </c:pt>
                <c:pt idx="38189">
                  <c:v>0</c:v>
                </c:pt>
                <c:pt idx="38190">
                  <c:v>0</c:v>
                </c:pt>
                <c:pt idx="38191">
                  <c:v>0</c:v>
                </c:pt>
                <c:pt idx="38192">
                  <c:v>0</c:v>
                </c:pt>
                <c:pt idx="38193">
                  <c:v>0</c:v>
                </c:pt>
                <c:pt idx="38194">
                  <c:v>0</c:v>
                </c:pt>
                <c:pt idx="38195">
                  <c:v>0</c:v>
                </c:pt>
                <c:pt idx="38196">
                  <c:v>0</c:v>
                </c:pt>
                <c:pt idx="38197">
                  <c:v>0</c:v>
                </c:pt>
                <c:pt idx="38198">
                  <c:v>0</c:v>
                </c:pt>
                <c:pt idx="38199">
                  <c:v>0</c:v>
                </c:pt>
                <c:pt idx="38200">
                  <c:v>0</c:v>
                </c:pt>
                <c:pt idx="38201">
                  <c:v>0</c:v>
                </c:pt>
                <c:pt idx="38202">
                  <c:v>0</c:v>
                </c:pt>
                <c:pt idx="38203">
                  <c:v>0</c:v>
                </c:pt>
                <c:pt idx="38204">
                  <c:v>0</c:v>
                </c:pt>
                <c:pt idx="38205">
                  <c:v>0</c:v>
                </c:pt>
                <c:pt idx="38206">
                  <c:v>0</c:v>
                </c:pt>
                <c:pt idx="38207">
                  <c:v>0</c:v>
                </c:pt>
                <c:pt idx="38208">
                  <c:v>0</c:v>
                </c:pt>
                <c:pt idx="38209">
                  <c:v>0</c:v>
                </c:pt>
                <c:pt idx="38210">
                  <c:v>0</c:v>
                </c:pt>
                <c:pt idx="38211">
                  <c:v>0</c:v>
                </c:pt>
                <c:pt idx="38212">
                  <c:v>0</c:v>
                </c:pt>
                <c:pt idx="38213">
                  <c:v>0</c:v>
                </c:pt>
                <c:pt idx="38214">
                  <c:v>0</c:v>
                </c:pt>
                <c:pt idx="38215">
                  <c:v>0</c:v>
                </c:pt>
                <c:pt idx="38216">
                  <c:v>0</c:v>
                </c:pt>
                <c:pt idx="38217">
                  <c:v>0</c:v>
                </c:pt>
                <c:pt idx="38218">
                  <c:v>0</c:v>
                </c:pt>
                <c:pt idx="38219">
                  <c:v>0</c:v>
                </c:pt>
                <c:pt idx="38220">
                  <c:v>0</c:v>
                </c:pt>
                <c:pt idx="38221">
                  <c:v>0</c:v>
                </c:pt>
                <c:pt idx="38222">
                  <c:v>0</c:v>
                </c:pt>
                <c:pt idx="38223">
                  <c:v>0</c:v>
                </c:pt>
                <c:pt idx="38224">
                  <c:v>0</c:v>
                </c:pt>
                <c:pt idx="38225">
                  <c:v>0</c:v>
                </c:pt>
                <c:pt idx="38226">
                  <c:v>0</c:v>
                </c:pt>
                <c:pt idx="38227">
                  <c:v>0</c:v>
                </c:pt>
                <c:pt idx="38228">
                  <c:v>0</c:v>
                </c:pt>
                <c:pt idx="38229">
                  <c:v>0</c:v>
                </c:pt>
                <c:pt idx="38230">
                  <c:v>0</c:v>
                </c:pt>
                <c:pt idx="38231">
                  <c:v>0</c:v>
                </c:pt>
                <c:pt idx="38232">
                  <c:v>0</c:v>
                </c:pt>
                <c:pt idx="38233">
                  <c:v>0</c:v>
                </c:pt>
                <c:pt idx="38234">
                  <c:v>0</c:v>
                </c:pt>
                <c:pt idx="38235">
                  <c:v>0</c:v>
                </c:pt>
                <c:pt idx="38236">
                  <c:v>0</c:v>
                </c:pt>
                <c:pt idx="38237">
                  <c:v>0</c:v>
                </c:pt>
                <c:pt idx="38238">
                  <c:v>0</c:v>
                </c:pt>
                <c:pt idx="38239">
                  <c:v>0</c:v>
                </c:pt>
                <c:pt idx="38240">
                  <c:v>0</c:v>
                </c:pt>
                <c:pt idx="38241">
                  <c:v>0</c:v>
                </c:pt>
                <c:pt idx="38242">
                  <c:v>0</c:v>
                </c:pt>
                <c:pt idx="38243">
                  <c:v>0</c:v>
                </c:pt>
                <c:pt idx="38244">
                  <c:v>0</c:v>
                </c:pt>
                <c:pt idx="38245">
                  <c:v>0</c:v>
                </c:pt>
                <c:pt idx="38246">
                  <c:v>0</c:v>
                </c:pt>
                <c:pt idx="38247">
                  <c:v>0</c:v>
                </c:pt>
                <c:pt idx="38248">
                  <c:v>0</c:v>
                </c:pt>
                <c:pt idx="38249">
                  <c:v>0</c:v>
                </c:pt>
                <c:pt idx="38250">
                  <c:v>0</c:v>
                </c:pt>
                <c:pt idx="38251">
                  <c:v>0</c:v>
                </c:pt>
                <c:pt idx="38252">
                  <c:v>0</c:v>
                </c:pt>
                <c:pt idx="38253">
                  <c:v>0</c:v>
                </c:pt>
                <c:pt idx="38254">
                  <c:v>0</c:v>
                </c:pt>
                <c:pt idx="38255">
                  <c:v>0</c:v>
                </c:pt>
                <c:pt idx="38256">
                  <c:v>0</c:v>
                </c:pt>
                <c:pt idx="38257">
                  <c:v>0</c:v>
                </c:pt>
                <c:pt idx="38258">
                  <c:v>0</c:v>
                </c:pt>
                <c:pt idx="38259">
                  <c:v>0</c:v>
                </c:pt>
                <c:pt idx="38260">
                  <c:v>0</c:v>
                </c:pt>
                <c:pt idx="38261">
                  <c:v>0</c:v>
                </c:pt>
                <c:pt idx="38262">
                  <c:v>0</c:v>
                </c:pt>
                <c:pt idx="38263">
                  <c:v>0</c:v>
                </c:pt>
                <c:pt idx="38264">
                  <c:v>0</c:v>
                </c:pt>
                <c:pt idx="38265">
                  <c:v>0</c:v>
                </c:pt>
                <c:pt idx="38266">
                  <c:v>0</c:v>
                </c:pt>
                <c:pt idx="38267">
                  <c:v>0</c:v>
                </c:pt>
                <c:pt idx="38268">
                  <c:v>0</c:v>
                </c:pt>
                <c:pt idx="38269">
                  <c:v>0</c:v>
                </c:pt>
                <c:pt idx="38270">
                  <c:v>0</c:v>
                </c:pt>
                <c:pt idx="38271">
                  <c:v>0</c:v>
                </c:pt>
                <c:pt idx="38272">
                  <c:v>0</c:v>
                </c:pt>
                <c:pt idx="38273">
                  <c:v>0</c:v>
                </c:pt>
                <c:pt idx="38274">
                  <c:v>0</c:v>
                </c:pt>
                <c:pt idx="38275">
                  <c:v>0</c:v>
                </c:pt>
                <c:pt idx="38276">
                  <c:v>0</c:v>
                </c:pt>
                <c:pt idx="38277">
                  <c:v>0</c:v>
                </c:pt>
                <c:pt idx="38278">
                  <c:v>0</c:v>
                </c:pt>
                <c:pt idx="38279">
                  <c:v>0</c:v>
                </c:pt>
                <c:pt idx="38280">
                  <c:v>0</c:v>
                </c:pt>
                <c:pt idx="38281">
                  <c:v>0</c:v>
                </c:pt>
                <c:pt idx="38282">
                  <c:v>0</c:v>
                </c:pt>
                <c:pt idx="38283">
                  <c:v>0</c:v>
                </c:pt>
                <c:pt idx="38284">
                  <c:v>0</c:v>
                </c:pt>
                <c:pt idx="38285">
                  <c:v>0</c:v>
                </c:pt>
                <c:pt idx="38286">
                  <c:v>0</c:v>
                </c:pt>
                <c:pt idx="38287">
                  <c:v>0</c:v>
                </c:pt>
                <c:pt idx="38288">
                  <c:v>0</c:v>
                </c:pt>
                <c:pt idx="38289">
                  <c:v>0</c:v>
                </c:pt>
                <c:pt idx="38290">
                  <c:v>0</c:v>
                </c:pt>
                <c:pt idx="38291">
                  <c:v>0</c:v>
                </c:pt>
                <c:pt idx="38292">
                  <c:v>0</c:v>
                </c:pt>
                <c:pt idx="38293">
                  <c:v>0</c:v>
                </c:pt>
                <c:pt idx="38294">
                  <c:v>0</c:v>
                </c:pt>
                <c:pt idx="38295">
                  <c:v>0</c:v>
                </c:pt>
                <c:pt idx="38296">
                  <c:v>0</c:v>
                </c:pt>
                <c:pt idx="38297">
                  <c:v>0</c:v>
                </c:pt>
                <c:pt idx="38298">
                  <c:v>0</c:v>
                </c:pt>
                <c:pt idx="38299">
                  <c:v>0</c:v>
                </c:pt>
                <c:pt idx="38300">
                  <c:v>0</c:v>
                </c:pt>
                <c:pt idx="38301">
                  <c:v>0</c:v>
                </c:pt>
                <c:pt idx="38302">
                  <c:v>0</c:v>
                </c:pt>
                <c:pt idx="38303">
                  <c:v>0</c:v>
                </c:pt>
                <c:pt idx="38304">
                  <c:v>0</c:v>
                </c:pt>
                <c:pt idx="38305">
                  <c:v>0</c:v>
                </c:pt>
                <c:pt idx="38306">
                  <c:v>0</c:v>
                </c:pt>
                <c:pt idx="38307">
                  <c:v>0</c:v>
                </c:pt>
                <c:pt idx="38308">
                  <c:v>0</c:v>
                </c:pt>
                <c:pt idx="38309">
                  <c:v>0</c:v>
                </c:pt>
                <c:pt idx="38310">
                  <c:v>0</c:v>
                </c:pt>
                <c:pt idx="38311">
                  <c:v>0</c:v>
                </c:pt>
                <c:pt idx="38312">
                  <c:v>0</c:v>
                </c:pt>
                <c:pt idx="38313">
                  <c:v>0</c:v>
                </c:pt>
                <c:pt idx="38314">
                  <c:v>0</c:v>
                </c:pt>
                <c:pt idx="38315">
                  <c:v>0</c:v>
                </c:pt>
                <c:pt idx="38316">
                  <c:v>0</c:v>
                </c:pt>
                <c:pt idx="38317">
                  <c:v>0</c:v>
                </c:pt>
                <c:pt idx="38318">
                  <c:v>0</c:v>
                </c:pt>
                <c:pt idx="38319">
                  <c:v>0</c:v>
                </c:pt>
                <c:pt idx="38320">
                  <c:v>0</c:v>
                </c:pt>
                <c:pt idx="38321">
                  <c:v>0</c:v>
                </c:pt>
                <c:pt idx="38322">
                  <c:v>0</c:v>
                </c:pt>
                <c:pt idx="38323">
                  <c:v>0</c:v>
                </c:pt>
                <c:pt idx="38324">
                  <c:v>0</c:v>
                </c:pt>
                <c:pt idx="38325">
                  <c:v>0</c:v>
                </c:pt>
                <c:pt idx="38326">
                  <c:v>0</c:v>
                </c:pt>
                <c:pt idx="38327">
                  <c:v>0</c:v>
                </c:pt>
                <c:pt idx="38328">
                  <c:v>0</c:v>
                </c:pt>
                <c:pt idx="38329">
                  <c:v>0</c:v>
                </c:pt>
                <c:pt idx="38330">
                  <c:v>0</c:v>
                </c:pt>
                <c:pt idx="38331">
                  <c:v>0</c:v>
                </c:pt>
                <c:pt idx="38332">
                  <c:v>0</c:v>
                </c:pt>
                <c:pt idx="38333">
                  <c:v>0</c:v>
                </c:pt>
                <c:pt idx="38334">
                  <c:v>0</c:v>
                </c:pt>
                <c:pt idx="38335">
                  <c:v>0</c:v>
                </c:pt>
                <c:pt idx="38336">
                  <c:v>0</c:v>
                </c:pt>
                <c:pt idx="38337">
                  <c:v>0</c:v>
                </c:pt>
                <c:pt idx="38338">
                  <c:v>0</c:v>
                </c:pt>
                <c:pt idx="38339">
                  <c:v>0</c:v>
                </c:pt>
                <c:pt idx="38340">
                  <c:v>0</c:v>
                </c:pt>
                <c:pt idx="38341">
                  <c:v>0</c:v>
                </c:pt>
                <c:pt idx="38342">
                  <c:v>0</c:v>
                </c:pt>
                <c:pt idx="38343">
                  <c:v>0</c:v>
                </c:pt>
                <c:pt idx="38344">
                  <c:v>0</c:v>
                </c:pt>
                <c:pt idx="38345">
                  <c:v>0</c:v>
                </c:pt>
                <c:pt idx="38346">
                  <c:v>0</c:v>
                </c:pt>
                <c:pt idx="38347">
                  <c:v>0</c:v>
                </c:pt>
                <c:pt idx="38348">
                  <c:v>0</c:v>
                </c:pt>
                <c:pt idx="38349">
                  <c:v>0</c:v>
                </c:pt>
                <c:pt idx="38350">
                  <c:v>0</c:v>
                </c:pt>
                <c:pt idx="38351">
                  <c:v>0</c:v>
                </c:pt>
                <c:pt idx="38352">
                  <c:v>0</c:v>
                </c:pt>
                <c:pt idx="38353">
                  <c:v>0</c:v>
                </c:pt>
                <c:pt idx="38354">
                  <c:v>0</c:v>
                </c:pt>
                <c:pt idx="38355">
                  <c:v>0</c:v>
                </c:pt>
                <c:pt idx="38356">
                  <c:v>0</c:v>
                </c:pt>
                <c:pt idx="38357">
                  <c:v>0</c:v>
                </c:pt>
                <c:pt idx="38358">
                  <c:v>0</c:v>
                </c:pt>
                <c:pt idx="38359">
                  <c:v>0</c:v>
                </c:pt>
                <c:pt idx="38360">
                  <c:v>0</c:v>
                </c:pt>
                <c:pt idx="38361">
                  <c:v>0</c:v>
                </c:pt>
                <c:pt idx="38362">
                  <c:v>0</c:v>
                </c:pt>
                <c:pt idx="38363">
                  <c:v>0</c:v>
                </c:pt>
                <c:pt idx="38364">
                  <c:v>0</c:v>
                </c:pt>
                <c:pt idx="38365">
                  <c:v>0</c:v>
                </c:pt>
                <c:pt idx="38366">
                  <c:v>0</c:v>
                </c:pt>
                <c:pt idx="38367">
                  <c:v>0</c:v>
                </c:pt>
                <c:pt idx="38368">
                  <c:v>0</c:v>
                </c:pt>
                <c:pt idx="38369">
                  <c:v>0</c:v>
                </c:pt>
                <c:pt idx="38370">
                  <c:v>0</c:v>
                </c:pt>
                <c:pt idx="38371">
                  <c:v>0</c:v>
                </c:pt>
                <c:pt idx="38372">
                  <c:v>0</c:v>
                </c:pt>
                <c:pt idx="38373">
                  <c:v>0</c:v>
                </c:pt>
                <c:pt idx="38374">
                  <c:v>0</c:v>
                </c:pt>
                <c:pt idx="38375">
                  <c:v>0</c:v>
                </c:pt>
                <c:pt idx="38376">
                  <c:v>0</c:v>
                </c:pt>
                <c:pt idx="38377">
                  <c:v>0</c:v>
                </c:pt>
                <c:pt idx="38378">
                  <c:v>0</c:v>
                </c:pt>
                <c:pt idx="38379">
                  <c:v>0</c:v>
                </c:pt>
                <c:pt idx="38380">
                  <c:v>0</c:v>
                </c:pt>
                <c:pt idx="38381">
                  <c:v>0</c:v>
                </c:pt>
                <c:pt idx="38382">
                  <c:v>0</c:v>
                </c:pt>
                <c:pt idx="38383">
                  <c:v>0</c:v>
                </c:pt>
                <c:pt idx="38384">
                  <c:v>0</c:v>
                </c:pt>
                <c:pt idx="38385">
                  <c:v>0</c:v>
                </c:pt>
                <c:pt idx="38386">
                  <c:v>0</c:v>
                </c:pt>
                <c:pt idx="38387">
                  <c:v>0</c:v>
                </c:pt>
                <c:pt idx="38388">
                  <c:v>0</c:v>
                </c:pt>
                <c:pt idx="38389">
                  <c:v>0</c:v>
                </c:pt>
                <c:pt idx="38390">
                  <c:v>0</c:v>
                </c:pt>
                <c:pt idx="38391">
                  <c:v>0</c:v>
                </c:pt>
                <c:pt idx="38392">
                  <c:v>0</c:v>
                </c:pt>
                <c:pt idx="38393">
                  <c:v>0</c:v>
                </c:pt>
                <c:pt idx="38394">
                  <c:v>0</c:v>
                </c:pt>
                <c:pt idx="38395">
                  <c:v>0</c:v>
                </c:pt>
                <c:pt idx="38396">
                  <c:v>0</c:v>
                </c:pt>
                <c:pt idx="38397">
                  <c:v>0</c:v>
                </c:pt>
                <c:pt idx="38398">
                  <c:v>0</c:v>
                </c:pt>
                <c:pt idx="38399">
                  <c:v>0</c:v>
                </c:pt>
                <c:pt idx="38400">
                  <c:v>0</c:v>
                </c:pt>
                <c:pt idx="38401">
                  <c:v>0</c:v>
                </c:pt>
                <c:pt idx="38402">
                  <c:v>0</c:v>
                </c:pt>
                <c:pt idx="38403">
                  <c:v>0</c:v>
                </c:pt>
                <c:pt idx="38404">
                  <c:v>0</c:v>
                </c:pt>
                <c:pt idx="38405">
                  <c:v>0</c:v>
                </c:pt>
                <c:pt idx="38406">
                  <c:v>0</c:v>
                </c:pt>
                <c:pt idx="38407">
                  <c:v>0</c:v>
                </c:pt>
                <c:pt idx="38408">
                  <c:v>0</c:v>
                </c:pt>
                <c:pt idx="38409">
                  <c:v>0</c:v>
                </c:pt>
                <c:pt idx="38410">
                  <c:v>0</c:v>
                </c:pt>
                <c:pt idx="38411">
                  <c:v>0</c:v>
                </c:pt>
                <c:pt idx="38412">
                  <c:v>0</c:v>
                </c:pt>
                <c:pt idx="38413">
                  <c:v>0</c:v>
                </c:pt>
                <c:pt idx="38414">
                  <c:v>0</c:v>
                </c:pt>
                <c:pt idx="38415">
                  <c:v>0</c:v>
                </c:pt>
                <c:pt idx="38416">
                  <c:v>0</c:v>
                </c:pt>
                <c:pt idx="38417">
                  <c:v>0</c:v>
                </c:pt>
                <c:pt idx="38418">
                  <c:v>0</c:v>
                </c:pt>
                <c:pt idx="38419">
                  <c:v>0</c:v>
                </c:pt>
                <c:pt idx="38420">
                  <c:v>0</c:v>
                </c:pt>
                <c:pt idx="38421">
                  <c:v>0</c:v>
                </c:pt>
                <c:pt idx="38422">
                  <c:v>0</c:v>
                </c:pt>
                <c:pt idx="38423">
                  <c:v>0</c:v>
                </c:pt>
                <c:pt idx="38424">
                  <c:v>0</c:v>
                </c:pt>
                <c:pt idx="38425">
                  <c:v>0</c:v>
                </c:pt>
                <c:pt idx="38426">
                  <c:v>0</c:v>
                </c:pt>
                <c:pt idx="38427">
                  <c:v>0</c:v>
                </c:pt>
                <c:pt idx="38428">
                  <c:v>0</c:v>
                </c:pt>
                <c:pt idx="38429">
                  <c:v>0</c:v>
                </c:pt>
                <c:pt idx="38430">
                  <c:v>0</c:v>
                </c:pt>
                <c:pt idx="38431">
                  <c:v>0</c:v>
                </c:pt>
                <c:pt idx="38432">
                  <c:v>0</c:v>
                </c:pt>
                <c:pt idx="38433">
                  <c:v>0</c:v>
                </c:pt>
                <c:pt idx="38434">
                  <c:v>0</c:v>
                </c:pt>
                <c:pt idx="38435">
                  <c:v>0</c:v>
                </c:pt>
                <c:pt idx="38436">
                  <c:v>0</c:v>
                </c:pt>
                <c:pt idx="38437">
                  <c:v>0</c:v>
                </c:pt>
                <c:pt idx="38438">
                  <c:v>0</c:v>
                </c:pt>
                <c:pt idx="38439">
                  <c:v>0</c:v>
                </c:pt>
                <c:pt idx="38440">
                  <c:v>0</c:v>
                </c:pt>
                <c:pt idx="38441">
                  <c:v>0</c:v>
                </c:pt>
                <c:pt idx="38442">
                  <c:v>0</c:v>
                </c:pt>
                <c:pt idx="38443">
                  <c:v>0</c:v>
                </c:pt>
                <c:pt idx="38444">
                  <c:v>0</c:v>
                </c:pt>
                <c:pt idx="38445">
                  <c:v>0</c:v>
                </c:pt>
                <c:pt idx="38446">
                  <c:v>0</c:v>
                </c:pt>
                <c:pt idx="38447">
                  <c:v>0</c:v>
                </c:pt>
                <c:pt idx="38448">
                  <c:v>0</c:v>
                </c:pt>
                <c:pt idx="38449">
                  <c:v>0</c:v>
                </c:pt>
                <c:pt idx="38450">
                  <c:v>0</c:v>
                </c:pt>
                <c:pt idx="38451">
                  <c:v>0</c:v>
                </c:pt>
                <c:pt idx="38452">
                  <c:v>0</c:v>
                </c:pt>
                <c:pt idx="38453">
                  <c:v>0</c:v>
                </c:pt>
                <c:pt idx="38454">
                  <c:v>0</c:v>
                </c:pt>
                <c:pt idx="38455">
                  <c:v>0</c:v>
                </c:pt>
                <c:pt idx="38456">
                  <c:v>0</c:v>
                </c:pt>
                <c:pt idx="38457">
                  <c:v>0</c:v>
                </c:pt>
                <c:pt idx="38458">
                  <c:v>0</c:v>
                </c:pt>
                <c:pt idx="38459">
                  <c:v>0</c:v>
                </c:pt>
                <c:pt idx="38460">
                  <c:v>0</c:v>
                </c:pt>
                <c:pt idx="38461">
                  <c:v>0</c:v>
                </c:pt>
                <c:pt idx="38462">
                  <c:v>0</c:v>
                </c:pt>
                <c:pt idx="38463">
                  <c:v>0</c:v>
                </c:pt>
                <c:pt idx="38464">
                  <c:v>0</c:v>
                </c:pt>
                <c:pt idx="38465">
                  <c:v>0</c:v>
                </c:pt>
                <c:pt idx="38466">
                  <c:v>0</c:v>
                </c:pt>
                <c:pt idx="38467">
                  <c:v>0</c:v>
                </c:pt>
                <c:pt idx="38468">
                  <c:v>0</c:v>
                </c:pt>
                <c:pt idx="38469">
                  <c:v>0</c:v>
                </c:pt>
                <c:pt idx="38470">
                  <c:v>0</c:v>
                </c:pt>
                <c:pt idx="38471">
                  <c:v>0</c:v>
                </c:pt>
                <c:pt idx="38472">
                  <c:v>0</c:v>
                </c:pt>
                <c:pt idx="38473">
                  <c:v>0</c:v>
                </c:pt>
                <c:pt idx="38474">
                  <c:v>0</c:v>
                </c:pt>
                <c:pt idx="38475">
                  <c:v>0</c:v>
                </c:pt>
                <c:pt idx="38476">
                  <c:v>0</c:v>
                </c:pt>
                <c:pt idx="38477">
                  <c:v>0</c:v>
                </c:pt>
                <c:pt idx="38478">
                  <c:v>0</c:v>
                </c:pt>
                <c:pt idx="38479">
                  <c:v>0</c:v>
                </c:pt>
                <c:pt idx="38480">
                  <c:v>0</c:v>
                </c:pt>
                <c:pt idx="38481">
                  <c:v>0</c:v>
                </c:pt>
                <c:pt idx="38482">
                  <c:v>0</c:v>
                </c:pt>
                <c:pt idx="38483">
                  <c:v>0</c:v>
                </c:pt>
                <c:pt idx="38484">
                  <c:v>0</c:v>
                </c:pt>
                <c:pt idx="38485">
                  <c:v>0</c:v>
                </c:pt>
                <c:pt idx="38486">
                  <c:v>0</c:v>
                </c:pt>
                <c:pt idx="38487">
                  <c:v>0</c:v>
                </c:pt>
                <c:pt idx="38488">
                  <c:v>0</c:v>
                </c:pt>
                <c:pt idx="38489">
                  <c:v>0</c:v>
                </c:pt>
                <c:pt idx="38490">
                  <c:v>0</c:v>
                </c:pt>
                <c:pt idx="38491">
                  <c:v>0</c:v>
                </c:pt>
                <c:pt idx="38492">
                  <c:v>0</c:v>
                </c:pt>
                <c:pt idx="38493">
                  <c:v>0</c:v>
                </c:pt>
                <c:pt idx="38494">
                  <c:v>0</c:v>
                </c:pt>
                <c:pt idx="38495">
                  <c:v>0</c:v>
                </c:pt>
                <c:pt idx="38496">
                  <c:v>0</c:v>
                </c:pt>
                <c:pt idx="38497">
                  <c:v>0</c:v>
                </c:pt>
                <c:pt idx="38498">
                  <c:v>0</c:v>
                </c:pt>
                <c:pt idx="38499">
                  <c:v>0</c:v>
                </c:pt>
                <c:pt idx="38500">
                  <c:v>0</c:v>
                </c:pt>
                <c:pt idx="38501">
                  <c:v>0</c:v>
                </c:pt>
                <c:pt idx="38502">
                  <c:v>0</c:v>
                </c:pt>
                <c:pt idx="38503">
                  <c:v>0</c:v>
                </c:pt>
                <c:pt idx="38504">
                  <c:v>0</c:v>
                </c:pt>
                <c:pt idx="38505">
                  <c:v>0</c:v>
                </c:pt>
                <c:pt idx="38506">
                  <c:v>0</c:v>
                </c:pt>
                <c:pt idx="38507">
                  <c:v>0</c:v>
                </c:pt>
                <c:pt idx="38508">
                  <c:v>0</c:v>
                </c:pt>
                <c:pt idx="38509">
                  <c:v>0</c:v>
                </c:pt>
                <c:pt idx="38510">
                  <c:v>0</c:v>
                </c:pt>
                <c:pt idx="38511">
                  <c:v>0</c:v>
                </c:pt>
                <c:pt idx="38512">
                  <c:v>0</c:v>
                </c:pt>
                <c:pt idx="38513">
                  <c:v>0</c:v>
                </c:pt>
                <c:pt idx="38514">
                  <c:v>0</c:v>
                </c:pt>
                <c:pt idx="38515">
                  <c:v>0</c:v>
                </c:pt>
                <c:pt idx="38516">
                  <c:v>0</c:v>
                </c:pt>
                <c:pt idx="38517">
                  <c:v>0</c:v>
                </c:pt>
                <c:pt idx="38518">
                  <c:v>0</c:v>
                </c:pt>
                <c:pt idx="38519">
                  <c:v>0</c:v>
                </c:pt>
                <c:pt idx="38520">
                  <c:v>0</c:v>
                </c:pt>
                <c:pt idx="38521">
                  <c:v>0</c:v>
                </c:pt>
                <c:pt idx="38522">
                  <c:v>0</c:v>
                </c:pt>
                <c:pt idx="38523">
                  <c:v>0</c:v>
                </c:pt>
                <c:pt idx="38524">
                  <c:v>0</c:v>
                </c:pt>
                <c:pt idx="38525">
                  <c:v>0</c:v>
                </c:pt>
                <c:pt idx="38526">
                  <c:v>0</c:v>
                </c:pt>
                <c:pt idx="38527">
                  <c:v>0</c:v>
                </c:pt>
                <c:pt idx="38528">
                  <c:v>0</c:v>
                </c:pt>
                <c:pt idx="38529">
                  <c:v>0</c:v>
                </c:pt>
                <c:pt idx="38530">
                  <c:v>0</c:v>
                </c:pt>
                <c:pt idx="38531">
                  <c:v>0</c:v>
                </c:pt>
                <c:pt idx="38532">
                  <c:v>0</c:v>
                </c:pt>
                <c:pt idx="38533">
                  <c:v>0</c:v>
                </c:pt>
                <c:pt idx="38534">
                  <c:v>0</c:v>
                </c:pt>
                <c:pt idx="38535">
                  <c:v>0</c:v>
                </c:pt>
                <c:pt idx="38536">
                  <c:v>0</c:v>
                </c:pt>
                <c:pt idx="38537">
                  <c:v>0</c:v>
                </c:pt>
                <c:pt idx="38538">
                  <c:v>0</c:v>
                </c:pt>
                <c:pt idx="38539">
                  <c:v>0</c:v>
                </c:pt>
                <c:pt idx="38540">
                  <c:v>0</c:v>
                </c:pt>
                <c:pt idx="38541">
                  <c:v>0</c:v>
                </c:pt>
                <c:pt idx="38542">
                  <c:v>0</c:v>
                </c:pt>
                <c:pt idx="38543">
                  <c:v>0</c:v>
                </c:pt>
                <c:pt idx="38544">
                  <c:v>0</c:v>
                </c:pt>
                <c:pt idx="38545">
                  <c:v>0</c:v>
                </c:pt>
                <c:pt idx="38546">
                  <c:v>0</c:v>
                </c:pt>
                <c:pt idx="38547">
                  <c:v>0</c:v>
                </c:pt>
                <c:pt idx="38548">
                  <c:v>0</c:v>
                </c:pt>
                <c:pt idx="38549">
                  <c:v>0</c:v>
                </c:pt>
                <c:pt idx="38550">
                  <c:v>0</c:v>
                </c:pt>
                <c:pt idx="38551">
                  <c:v>0</c:v>
                </c:pt>
                <c:pt idx="38552">
                  <c:v>0</c:v>
                </c:pt>
                <c:pt idx="38553">
                  <c:v>0</c:v>
                </c:pt>
                <c:pt idx="38554">
                  <c:v>0</c:v>
                </c:pt>
                <c:pt idx="38555">
                  <c:v>0</c:v>
                </c:pt>
                <c:pt idx="38556">
                  <c:v>0</c:v>
                </c:pt>
                <c:pt idx="38557">
                  <c:v>0</c:v>
                </c:pt>
                <c:pt idx="38558">
                  <c:v>0</c:v>
                </c:pt>
                <c:pt idx="38559">
                  <c:v>0</c:v>
                </c:pt>
                <c:pt idx="38560">
                  <c:v>0</c:v>
                </c:pt>
                <c:pt idx="38561">
                  <c:v>0</c:v>
                </c:pt>
                <c:pt idx="38562">
                  <c:v>0</c:v>
                </c:pt>
                <c:pt idx="38563">
                  <c:v>0</c:v>
                </c:pt>
                <c:pt idx="38564">
                  <c:v>0</c:v>
                </c:pt>
                <c:pt idx="38565">
                  <c:v>0</c:v>
                </c:pt>
                <c:pt idx="38566">
                  <c:v>0</c:v>
                </c:pt>
                <c:pt idx="38567">
                  <c:v>0</c:v>
                </c:pt>
                <c:pt idx="38568">
                  <c:v>0</c:v>
                </c:pt>
                <c:pt idx="38569">
                  <c:v>0</c:v>
                </c:pt>
                <c:pt idx="38570">
                  <c:v>0</c:v>
                </c:pt>
                <c:pt idx="38571">
                  <c:v>0</c:v>
                </c:pt>
                <c:pt idx="38572">
                  <c:v>0</c:v>
                </c:pt>
                <c:pt idx="38573">
                  <c:v>0</c:v>
                </c:pt>
                <c:pt idx="38574">
                  <c:v>0</c:v>
                </c:pt>
                <c:pt idx="38575">
                  <c:v>0</c:v>
                </c:pt>
                <c:pt idx="38576">
                  <c:v>0</c:v>
                </c:pt>
                <c:pt idx="38577">
                  <c:v>0</c:v>
                </c:pt>
                <c:pt idx="38578">
                  <c:v>0</c:v>
                </c:pt>
                <c:pt idx="38579">
                  <c:v>0</c:v>
                </c:pt>
                <c:pt idx="38580">
                  <c:v>0</c:v>
                </c:pt>
                <c:pt idx="38581">
                  <c:v>0</c:v>
                </c:pt>
                <c:pt idx="38582">
                  <c:v>0</c:v>
                </c:pt>
                <c:pt idx="38583">
                  <c:v>0</c:v>
                </c:pt>
                <c:pt idx="38584">
                  <c:v>0</c:v>
                </c:pt>
                <c:pt idx="38585">
                  <c:v>0</c:v>
                </c:pt>
                <c:pt idx="38586">
                  <c:v>0</c:v>
                </c:pt>
                <c:pt idx="38587">
                  <c:v>0</c:v>
                </c:pt>
                <c:pt idx="38588">
                  <c:v>0</c:v>
                </c:pt>
                <c:pt idx="38589">
                  <c:v>0</c:v>
                </c:pt>
                <c:pt idx="38590">
                  <c:v>0</c:v>
                </c:pt>
                <c:pt idx="38591">
                  <c:v>0</c:v>
                </c:pt>
                <c:pt idx="38592">
                  <c:v>0</c:v>
                </c:pt>
                <c:pt idx="38593">
                  <c:v>0</c:v>
                </c:pt>
                <c:pt idx="38594">
                  <c:v>0</c:v>
                </c:pt>
                <c:pt idx="38595">
                  <c:v>0</c:v>
                </c:pt>
                <c:pt idx="38596">
                  <c:v>0</c:v>
                </c:pt>
                <c:pt idx="38597">
                  <c:v>0</c:v>
                </c:pt>
                <c:pt idx="38598">
                  <c:v>0</c:v>
                </c:pt>
                <c:pt idx="38599">
                  <c:v>0</c:v>
                </c:pt>
                <c:pt idx="38600">
                  <c:v>0</c:v>
                </c:pt>
                <c:pt idx="38601">
                  <c:v>0</c:v>
                </c:pt>
                <c:pt idx="38602">
                  <c:v>0</c:v>
                </c:pt>
                <c:pt idx="38603">
                  <c:v>0</c:v>
                </c:pt>
                <c:pt idx="38604">
                  <c:v>0</c:v>
                </c:pt>
                <c:pt idx="38605">
                  <c:v>0</c:v>
                </c:pt>
                <c:pt idx="38606">
                  <c:v>0</c:v>
                </c:pt>
                <c:pt idx="38607">
                  <c:v>0</c:v>
                </c:pt>
                <c:pt idx="38608">
                  <c:v>0</c:v>
                </c:pt>
                <c:pt idx="38609">
                  <c:v>0</c:v>
                </c:pt>
                <c:pt idx="38610">
                  <c:v>0</c:v>
                </c:pt>
                <c:pt idx="38611">
                  <c:v>0</c:v>
                </c:pt>
                <c:pt idx="38612">
                  <c:v>0</c:v>
                </c:pt>
                <c:pt idx="38613">
                  <c:v>0</c:v>
                </c:pt>
                <c:pt idx="38614">
                  <c:v>0</c:v>
                </c:pt>
                <c:pt idx="38615">
                  <c:v>0</c:v>
                </c:pt>
                <c:pt idx="38616">
                  <c:v>0</c:v>
                </c:pt>
                <c:pt idx="38617">
                  <c:v>0</c:v>
                </c:pt>
                <c:pt idx="38618">
                  <c:v>0</c:v>
                </c:pt>
                <c:pt idx="38619">
                  <c:v>0</c:v>
                </c:pt>
                <c:pt idx="38620">
                  <c:v>0</c:v>
                </c:pt>
                <c:pt idx="38621">
                  <c:v>0</c:v>
                </c:pt>
                <c:pt idx="38622">
                  <c:v>0</c:v>
                </c:pt>
                <c:pt idx="38623">
                  <c:v>0</c:v>
                </c:pt>
                <c:pt idx="38624">
                  <c:v>0</c:v>
                </c:pt>
                <c:pt idx="38625">
                  <c:v>0</c:v>
                </c:pt>
                <c:pt idx="38626">
                  <c:v>0</c:v>
                </c:pt>
                <c:pt idx="38627">
                  <c:v>0</c:v>
                </c:pt>
                <c:pt idx="38628">
                  <c:v>0</c:v>
                </c:pt>
                <c:pt idx="38629">
                  <c:v>0</c:v>
                </c:pt>
                <c:pt idx="38630">
                  <c:v>0</c:v>
                </c:pt>
                <c:pt idx="38631">
                  <c:v>0</c:v>
                </c:pt>
                <c:pt idx="38632">
                  <c:v>0</c:v>
                </c:pt>
                <c:pt idx="38633">
                  <c:v>0</c:v>
                </c:pt>
                <c:pt idx="38634">
                  <c:v>0</c:v>
                </c:pt>
                <c:pt idx="38635">
                  <c:v>0</c:v>
                </c:pt>
                <c:pt idx="38636">
                  <c:v>0</c:v>
                </c:pt>
                <c:pt idx="38637">
                  <c:v>0</c:v>
                </c:pt>
                <c:pt idx="38638">
                  <c:v>0</c:v>
                </c:pt>
                <c:pt idx="38639">
                  <c:v>0</c:v>
                </c:pt>
                <c:pt idx="38640">
                  <c:v>0</c:v>
                </c:pt>
                <c:pt idx="38641">
                  <c:v>0</c:v>
                </c:pt>
                <c:pt idx="38642">
                  <c:v>0</c:v>
                </c:pt>
                <c:pt idx="38643">
                  <c:v>0</c:v>
                </c:pt>
                <c:pt idx="38644">
                  <c:v>0</c:v>
                </c:pt>
                <c:pt idx="38645">
                  <c:v>0</c:v>
                </c:pt>
                <c:pt idx="38646">
                  <c:v>0</c:v>
                </c:pt>
                <c:pt idx="38647">
                  <c:v>0</c:v>
                </c:pt>
                <c:pt idx="38648">
                  <c:v>0</c:v>
                </c:pt>
                <c:pt idx="38649">
                  <c:v>0</c:v>
                </c:pt>
                <c:pt idx="38650">
                  <c:v>0</c:v>
                </c:pt>
                <c:pt idx="38651">
                  <c:v>0</c:v>
                </c:pt>
                <c:pt idx="38652">
                  <c:v>0</c:v>
                </c:pt>
                <c:pt idx="38653">
                  <c:v>0</c:v>
                </c:pt>
                <c:pt idx="38654">
                  <c:v>0</c:v>
                </c:pt>
                <c:pt idx="38655">
                  <c:v>0</c:v>
                </c:pt>
                <c:pt idx="38656">
                  <c:v>0</c:v>
                </c:pt>
                <c:pt idx="38657">
                  <c:v>0</c:v>
                </c:pt>
                <c:pt idx="38658">
                  <c:v>0</c:v>
                </c:pt>
                <c:pt idx="38659">
                  <c:v>0</c:v>
                </c:pt>
                <c:pt idx="38660">
                  <c:v>0</c:v>
                </c:pt>
                <c:pt idx="38661">
                  <c:v>0</c:v>
                </c:pt>
                <c:pt idx="38662">
                  <c:v>0</c:v>
                </c:pt>
                <c:pt idx="38663">
                  <c:v>0</c:v>
                </c:pt>
                <c:pt idx="38664">
                  <c:v>0</c:v>
                </c:pt>
                <c:pt idx="38665">
                  <c:v>0</c:v>
                </c:pt>
                <c:pt idx="38666">
                  <c:v>0</c:v>
                </c:pt>
                <c:pt idx="38667">
                  <c:v>0</c:v>
                </c:pt>
                <c:pt idx="38668">
                  <c:v>0</c:v>
                </c:pt>
                <c:pt idx="38669">
                  <c:v>0</c:v>
                </c:pt>
                <c:pt idx="38670">
                  <c:v>0</c:v>
                </c:pt>
                <c:pt idx="38671">
                  <c:v>0</c:v>
                </c:pt>
                <c:pt idx="38672">
                  <c:v>0</c:v>
                </c:pt>
                <c:pt idx="38673">
                  <c:v>0</c:v>
                </c:pt>
                <c:pt idx="38674">
                  <c:v>0</c:v>
                </c:pt>
                <c:pt idx="38675">
                  <c:v>0</c:v>
                </c:pt>
                <c:pt idx="38676">
                  <c:v>0</c:v>
                </c:pt>
                <c:pt idx="38677">
                  <c:v>0</c:v>
                </c:pt>
                <c:pt idx="38678">
                  <c:v>0</c:v>
                </c:pt>
                <c:pt idx="38679">
                  <c:v>0</c:v>
                </c:pt>
                <c:pt idx="38680">
                  <c:v>0</c:v>
                </c:pt>
                <c:pt idx="38681">
                  <c:v>0</c:v>
                </c:pt>
                <c:pt idx="38682">
                  <c:v>0</c:v>
                </c:pt>
                <c:pt idx="38683">
                  <c:v>0</c:v>
                </c:pt>
                <c:pt idx="38684">
                  <c:v>0</c:v>
                </c:pt>
                <c:pt idx="38685">
                  <c:v>0</c:v>
                </c:pt>
                <c:pt idx="38686">
                  <c:v>0</c:v>
                </c:pt>
                <c:pt idx="38687">
                  <c:v>0</c:v>
                </c:pt>
                <c:pt idx="38688">
                  <c:v>0</c:v>
                </c:pt>
                <c:pt idx="38689">
                  <c:v>0</c:v>
                </c:pt>
                <c:pt idx="38690">
                  <c:v>0</c:v>
                </c:pt>
                <c:pt idx="38691">
                  <c:v>0</c:v>
                </c:pt>
                <c:pt idx="38692">
                  <c:v>0</c:v>
                </c:pt>
                <c:pt idx="38693">
                  <c:v>0</c:v>
                </c:pt>
                <c:pt idx="38694">
                  <c:v>0</c:v>
                </c:pt>
                <c:pt idx="38695">
                  <c:v>0</c:v>
                </c:pt>
                <c:pt idx="38696">
                  <c:v>0</c:v>
                </c:pt>
                <c:pt idx="38697">
                  <c:v>0</c:v>
                </c:pt>
                <c:pt idx="38698">
                  <c:v>0</c:v>
                </c:pt>
                <c:pt idx="38699">
                  <c:v>0</c:v>
                </c:pt>
                <c:pt idx="38700">
                  <c:v>0</c:v>
                </c:pt>
                <c:pt idx="38701">
                  <c:v>0</c:v>
                </c:pt>
                <c:pt idx="38702">
                  <c:v>0</c:v>
                </c:pt>
                <c:pt idx="38703">
                  <c:v>0</c:v>
                </c:pt>
                <c:pt idx="38704">
                  <c:v>0</c:v>
                </c:pt>
                <c:pt idx="38705">
                  <c:v>0</c:v>
                </c:pt>
                <c:pt idx="38706">
                  <c:v>0</c:v>
                </c:pt>
                <c:pt idx="38707">
                  <c:v>0</c:v>
                </c:pt>
                <c:pt idx="38708">
                  <c:v>0</c:v>
                </c:pt>
                <c:pt idx="38709">
                  <c:v>0</c:v>
                </c:pt>
                <c:pt idx="38710">
                  <c:v>0</c:v>
                </c:pt>
                <c:pt idx="38711">
                  <c:v>0</c:v>
                </c:pt>
                <c:pt idx="38712">
                  <c:v>0</c:v>
                </c:pt>
                <c:pt idx="38713">
                  <c:v>0</c:v>
                </c:pt>
                <c:pt idx="38714">
                  <c:v>0</c:v>
                </c:pt>
                <c:pt idx="38715">
                  <c:v>0</c:v>
                </c:pt>
                <c:pt idx="38716">
                  <c:v>0</c:v>
                </c:pt>
                <c:pt idx="38717">
                  <c:v>0</c:v>
                </c:pt>
                <c:pt idx="38718">
                  <c:v>0</c:v>
                </c:pt>
                <c:pt idx="38719">
                  <c:v>0</c:v>
                </c:pt>
                <c:pt idx="38720">
                  <c:v>0</c:v>
                </c:pt>
                <c:pt idx="38721">
                  <c:v>0</c:v>
                </c:pt>
                <c:pt idx="38722">
                  <c:v>0</c:v>
                </c:pt>
                <c:pt idx="38723">
                  <c:v>0</c:v>
                </c:pt>
                <c:pt idx="38724">
                  <c:v>0</c:v>
                </c:pt>
                <c:pt idx="38725">
                  <c:v>0</c:v>
                </c:pt>
                <c:pt idx="38726">
                  <c:v>0</c:v>
                </c:pt>
                <c:pt idx="38727">
                  <c:v>0</c:v>
                </c:pt>
                <c:pt idx="38728">
                  <c:v>0</c:v>
                </c:pt>
                <c:pt idx="38729">
                  <c:v>0</c:v>
                </c:pt>
                <c:pt idx="38730">
                  <c:v>0</c:v>
                </c:pt>
                <c:pt idx="38731">
                  <c:v>0</c:v>
                </c:pt>
                <c:pt idx="38732">
                  <c:v>0</c:v>
                </c:pt>
                <c:pt idx="38733">
                  <c:v>0</c:v>
                </c:pt>
                <c:pt idx="38734">
                  <c:v>0</c:v>
                </c:pt>
                <c:pt idx="38735">
                  <c:v>0</c:v>
                </c:pt>
                <c:pt idx="38736">
                  <c:v>0</c:v>
                </c:pt>
                <c:pt idx="38737">
                  <c:v>0</c:v>
                </c:pt>
                <c:pt idx="38738">
                  <c:v>0</c:v>
                </c:pt>
                <c:pt idx="38739">
                  <c:v>0</c:v>
                </c:pt>
                <c:pt idx="38740">
                  <c:v>0</c:v>
                </c:pt>
                <c:pt idx="38741">
                  <c:v>0</c:v>
                </c:pt>
                <c:pt idx="38742">
                  <c:v>0</c:v>
                </c:pt>
                <c:pt idx="38743">
                  <c:v>0</c:v>
                </c:pt>
                <c:pt idx="38744">
                  <c:v>0</c:v>
                </c:pt>
                <c:pt idx="38745">
                  <c:v>0</c:v>
                </c:pt>
                <c:pt idx="38746">
                  <c:v>0</c:v>
                </c:pt>
                <c:pt idx="38747">
                  <c:v>0</c:v>
                </c:pt>
                <c:pt idx="38748">
                  <c:v>0</c:v>
                </c:pt>
                <c:pt idx="38749">
                  <c:v>0</c:v>
                </c:pt>
                <c:pt idx="38750">
                  <c:v>0</c:v>
                </c:pt>
                <c:pt idx="38751">
                  <c:v>0</c:v>
                </c:pt>
                <c:pt idx="38752">
                  <c:v>0</c:v>
                </c:pt>
                <c:pt idx="38753">
                  <c:v>0</c:v>
                </c:pt>
                <c:pt idx="38754">
                  <c:v>0</c:v>
                </c:pt>
                <c:pt idx="38755">
                  <c:v>0</c:v>
                </c:pt>
                <c:pt idx="38756">
                  <c:v>0</c:v>
                </c:pt>
                <c:pt idx="38757">
                  <c:v>0</c:v>
                </c:pt>
                <c:pt idx="38758">
                  <c:v>0</c:v>
                </c:pt>
                <c:pt idx="38759">
                  <c:v>0</c:v>
                </c:pt>
                <c:pt idx="38760">
                  <c:v>0</c:v>
                </c:pt>
                <c:pt idx="38761">
                  <c:v>0</c:v>
                </c:pt>
                <c:pt idx="38762">
                  <c:v>0</c:v>
                </c:pt>
                <c:pt idx="38763">
                  <c:v>0</c:v>
                </c:pt>
                <c:pt idx="38764">
                  <c:v>0</c:v>
                </c:pt>
                <c:pt idx="38765">
                  <c:v>0</c:v>
                </c:pt>
                <c:pt idx="38766">
                  <c:v>0</c:v>
                </c:pt>
                <c:pt idx="38767">
                  <c:v>0</c:v>
                </c:pt>
                <c:pt idx="38768">
                  <c:v>0</c:v>
                </c:pt>
                <c:pt idx="38769">
                  <c:v>0</c:v>
                </c:pt>
                <c:pt idx="38770">
                  <c:v>0</c:v>
                </c:pt>
                <c:pt idx="38771">
                  <c:v>0</c:v>
                </c:pt>
                <c:pt idx="38772">
                  <c:v>0</c:v>
                </c:pt>
                <c:pt idx="38773">
                  <c:v>0</c:v>
                </c:pt>
                <c:pt idx="38774">
                  <c:v>0</c:v>
                </c:pt>
                <c:pt idx="38775">
                  <c:v>0</c:v>
                </c:pt>
                <c:pt idx="38776">
                  <c:v>0</c:v>
                </c:pt>
                <c:pt idx="38777">
                  <c:v>0</c:v>
                </c:pt>
                <c:pt idx="38778">
                  <c:v>0</c:v>
                </c:pt>
                <c:pt idx="38779">
                  <c:v>0</c:v>
                </c:pt>
                <c:pt idx="38780">
                  <c:v>0</c:v>
                </c:pt>
                <c:pt idx="38781">
                  <c:v>0</c:v>
                </c:pt>
                <c:pt idx="38782">
                  <c:v>0</c:v>
                </c:pt>
                <c:pt idx="38783">
                  <c:v>0</c:v>
                </c:pt>
                <c:pt idx="38784">
                  <c:v>0</c:v>
                </c:pt>
                <c:pt idx="38785">
                  <c:v>0</c:v>
                </c:pt>
                <c:pt idx="38786">
                  <c:v>0</c:v>
                </c:pt>
                <c:pt idx="38787">
                  <c:v>0</c:v>
                </c:pt>
                <c:pt idx="38788">
                  <c:v>0</c:v>
                </c:pt>
                <c:pt idx="38789">
                  <c:v>0</c:v>
                </c:pt>
                <c:pt idx="38790">
                  <c:v>0</c:v>
                </c:pt>
                <c:pt idx="38791">
                  <c:v>0</c:v>
                </c:pt>
                <c:pt idx="38792">
                  <c:v>0</c:v>
                </c:pt>
                <c:pt idx="38793">
                  <c:v>0</c:v>
                </c:pt>
                <c:pt idx="38794">
                  <c:v>0</c:v>
                </c:pt>
                <c:pt idx="38795">
                  <c:v>0</c:v>
                </c:pt>
                <c:pt idx="38796">
                  <c:v>0</c:v>
                </c:pt>
                <c:pt idx="38797">
                  <c:v>0</c:v>
                </c:pt>
                <c:pt idx="38798">
                  <c:v>0</c:v>
                </c:pt>
                <c:pt idx="38799">
                  <c:v>0</c:v>
                </c:pt>
                <c:pt idx="38800">
                  <c:v>0</c:v>
                </c:pt>
                <c:pt idx="38801">
                  <c:v>0</c:v>
                </c:pt>
                <c:pt idx="38802">
                  <c:v>0</c:v>
                </c:pt>
                <c:pt idx="38803">
                  <c:v>0</c:v>
                </c:pt>
                <c:pt idx="38804">
                  <c:v>0</c:v>
                </c:pt>
                <c:pt idx="38805">
                  <c:v>0</c:v>
                </c:pt>
                <c:pt idx="38806">
                  <c:v>0</c:v>
                </c:pt>
                <c:pt idx="38807">
                  <c:v>0</c:v>
                </c:pt>
                <c:pt idx="38808">
                  <c:v>0</c:v>
                </c:pt>
                <c:pt idx="38809">
                  <c:v>0</c:v>
                </c:pt>
                <c:pt idx="38810">
                  <c:v>0</c:v>
                </c:pt>
                <c:pt idx="38811">
                  <c:v>0</c:v>
                </c:pt>
                <c:pt idx="38812">
                  <c:v>0</c:v>
                </c:pt>
                <c:pt idx="38813">
                  <c:v>0</c:v>
                </c:pt>
                <c:pt idx="38814">
                  <c:v>0</c:v>
                </c:pt>
                <c:pt idx="38815">
                  <c:v>0</c:v>
                </c:pt>
                <c:pt idx="38816">
                  <c:v>0</c:v>
                </c:pt>
                <c:pt idx="38817">
                  <c:v>0</c:v>
                </c:pt>
                <c:pt idx="38818">
                  <c:v>0</c:v>
                </c:pt>
                <c:pt idx="38819">
                  <c:v>0</c:v>
                </c:pt>
                <c:pt idx="38820">
                  <c:v>0</c:v>
                </c:pt>
                <c:pt idx="38821">
                  <c:v>0</c:v>
                </c:pt>
                <c:pt idx="38822">
                  <c:v>0</c:v>
                </c:pt>
                <c:pt idx="38823">
                  <c:v>0</c:v>
                </c:pt>
                <c:pt idx="38824">
                  <c:v>0</c:v>
                </c:pt>
                <c:pt idx="38825">
                  <c:v>0</c:v>
                </c:pt>
                <c:pt idx="38826">
                  <c:v>0</c:v>
                </c:pt>
                <c:pt idx="38827">
                  <c:v>0</c:v>
                </c:pt>
                <c:pt idx="38828">
                  <c:v>0</c:v>
                </c:pt>
                <c:pt idx="38829">
                  <c:v>0</c:v>
                </c:pt>
                <c:pt idx="38830">
                  <c:v>0</c:v>
                </c:pt>
                <c:pt idx="38831">
                  <c:v>0</c:v>
                </c:pt>
                <c:pt idx="38832">
                  <c:v>0</c:v>
                </c:pt>
                <c:pt idx="38833">
                  <c:v>0</c:v>
                </c:pt>
                <c:pt idx="38834">
                  <c:v>0</c:v>
                </c:pt>
                <c:pt idx="38835">
                  <c:v>0</c:v>
                </c:pt>
                <c:pt idx="38836">
                  <c:v>0</c:v>
                </c:pt>
                <c:pt idx="38837">
                  <c:v>0</c:v>
                </c:pt>
                <c:pt idx="38838">
                  <c:v>0</c:v>
                </c:pt>
                <c:pt idx="38839">
                  <c:v>0</c:v>
                </c:pt>
                <c:pt idx="38840">
                  <c:v>0</c:v>
                </c:pt>
                <c:pt idx="38841">
                  <c:v>0</c:v>
                </c:pt>
                <c:pt idx="38842">
                  <c:v>0</c:v>
                </c:pt>
                <c:pt idx="38843">
                  <c:v>0</c:v>
                </c:pt>
                <c:pt idx="38844">
                  <c:v>0</c:v>
                </c:pt>
                <c:pt idx="38845">
                  <c:v>0</c:v>
                </c:pt>
                <c:pt idx="38846">
                  <c:v>0</c:v>
                </c:pt>
                <c:pt idx="38847">
                  <c:v>0</c:v>
                </c:pt>
                <c:pt idx="38848">
                  <c:v>0</c:v>
                </c:pt>
                <c:pt idx="38849">
                  <c:v>0</c:v>
                </c:pt>
                <c:pt idx="38850">
                  <c:v>0</c:v>
                </c:pt>
                <c:pt idx="38851">
                  <c:v>0</c:v>
                </c:pt>
                <c:pt idx="38852">
                  <c:v>0</c:v>
                </c:pt>
                <c:pt idx="38853">
                  <c:v>0</c:v>
                </c:pt>
                <c:pt idx="38854">
                  <c:v>0</c:v>
                </c:pt>
                <c:pt idx="38855">
                  <c:v>0</c:v>
                </c:pt>
                <c:pt idx="38856">
                  <c:v>0</c:v>
                </c:pt>
                <c:pt idx="38857">
                  <c:v>0</c:v>
                </c:pt>
                <c:pt idx="38858">
                  <c:v>0</c:v>
                </c:pt>
                <c:pt idx="38859">
                  <c:v>0</c:v>
                </c:pt>
                <c:pt idx="38860">
                  <c:v>0</c:v>
                </c:pt>
                <c:pt idx="38861">
                  <c:v>0</c:v>
                </c:pt>
                <c:pt idx="38862">
                  <c:v>0</c:v>
                </c:pt>
                <c:pt idx="38863">
                  <c:v>0</c:v>
                </c:pt>
                <c:pt idx="38864">
                  <c:v>0</c:v>
                </c:pt>
                <c:pt idx="38865">
                  <c:v>0</c:v>
                </c:pt>
                <c:pt idx="38866">
                  <c:v>0</c:v>
                </c:pt>
                <c:pt idx="38867">
                  <c:v>0</c:v>
                </c:pt>
                <c:pt idx="38868">
                  <c:v>0</c:v>
                </c:pt>
                <c:pt idx="38869">
                  <c:v>0</c:v>
                </c:pt>
                <c:pt idx="38870">
                  <c:v>0</c:v>
                </c:pt>
                <c:pt idx="38871">
                  <c:v>0</c:v>
                </c:pt>
                <c:pt idx="38872">
                  <c:v>0</c:v>
                </c:pt>
                <c:pt idx="38873">
                  <c:v>0</c:v>
                </c:pt>
                <c:pt idx="38874">
                  <c:v>0</c:v>
                </c:pt>
                <c:pt idx="38875">
                  <c:v>0</c:v>
                </c:pt>
                <c:pt idx="38876">
                  <c:v>0</c:v>
                </c:pt>
                <c:pt idx="38877">
                  <c:v>0</c:v>
                </c:pt>
                <c:pt idx="38878">
                  <c:v>0</c:v>
                </c:pt>
                <c:pt idx="38879">
                  <c:v>0</c:v>
                </c:pt>
                <c:pt idx="38880">
                  <c:v>0</c:v>
                </c:pt>
                <c:pt idx="38881">
                  <c:v>0</c:v>
                </c:pt>
                <c:pt idx="38882">
                  <c:v>0</c:v>
                </c:pt>
                <c:pt idx="38883">
                  <c:v>0</c:v>
                </c:pt>
                <c:pt idx="38884">
                  <c:v>0</c:v>
                </c:pt>
                <c:pt idx="38885">
                  <c:v>0</c:v>
                </c:pt>
                <c:pt idx="38886">
                  <c:v>0</c:v>
                </c:pt>
                <c:pt idx="38887">
                  <c:v>0</c:v>
                </c:pt>
                <c:pt idx="38888">
                  <c:v>0</c:v>
                </c:pt>
                <c:pt idx="38889">
                  <c:v>0</c:v>
                </c:pt>
                <c:pt idx="38890">
                  <c:v>0</c:v>
                </c:pt>
                <c:pt idx="38891">
                  <c:v>0</c:v>
                </c:pt>
                <c:pt idx="38892">
                  <c:v>0</c:v>
                </c:pt>
                <c:pt idx="38893">
                  <c:v>0</c:v>
                </c:pt>
                <c:pt idx="38894">
                  <c:v>0</c:v>
                </c:pt>
                <c:pt idx="38895">
                  <c:v>0</c:v>
                </c:pt>
                <c:pt idx="38896">
                  <c:v>0</c:v>
                </c:pt>
                <c:pt idx="38897">
                  <c:v>0</c:v>
                </c:pt>
                <c:pt idx="38898">
                  <c:v>0</c:v>
                </c:pt>
                <c:pt idx="38899">
                  <c:v>0</c:v>
                </c:pt>
                <c:pt idx="38900">
                  <c:v>0</c:v>
                </c:pt>
                <c:pt idx="38901">
                  <c:v>0</c:v>
                </c:pt>
                <c:pt idx="38902">
                  <c:v>0</c:v>
                </c:pt>
                <c:pt idx="38903">
                  <c:v>0</c:v>
                </c:pt>
                <c:pt idx="38904">
                  <c:v>0</c:v>
                </c:pt>
                <c:pt idx="38905">
                  <c:v>0</c:v>
                </c:pt>
                <c:pt idx="38906">
                  <c:v>0</c:v>
                </c:pt>
                <c:pt idx="38907">
                  <c:v>0</c:v>
                </c:pt>
                <c:pt idx="38908">
                  <c:v>0</c:v>
                </c:pt>
                <c:pt idx="38909">
                  <c:v>0</c:v>
                </c:pt>
                <c:pt idx="38910">
                  <c:v>0</c:v>
                </c:pt>
                <c:pt idx="38911">
                  <c:v>0</c:v>
                </c:pt>
                <c:pt idx="38912">
                  <c:v>0</c:v>
                </c:pt>
                <c:pt idx="38913">
                  <c:v>0</c:v>
                </c:pt>
                <c:pt idx="38914">
                  <c:v>0</c:v>
                </c:pt>
                <c:pt idx="38915">
                  <c:v>0</c:v>
                </c:pt>
                <c:pt idx="38916">
                  <c:v>0</c:v>
                </c:pt>
                <c:pt idx="38917">
                  <c:v>0</c:v>
                </c:pt>
                <c:pt idx="38918">
                  <c:v>0</c:v>
                </c:pt>
                <c:pt idx="38919">
                  <c:v>0</c:v>
                </c:pt>
                <c:pt idx="38920">
                  <c:v>0</c:v>
                </c:pt>
                <c:pt idx="38921">
                  <c:v>0</c:v>
                </c:pt>
                <c:pt idx="38922">
                  <c:v>0</c:v>
                </c:pt>
                <c:pt idx="38923">
                  <c:v>0</c:v>
                </c:pt>
                <c:pt idx="38924">
                  <c:v>0</c:v>
                </c:pt>
                <c:pt idx="38925">
                  <c:v>0</c:v>
                </c:pt>
                <c:pt idx="38926">
                  <c:v>0</c:v>
                </c:pt>
                <c:pt idx="38927">
                  <c:v>0</c:v>
                </c:pt>
                <c:pt idx="38928">
                  <c:v>0</c:v>
                </c:pt>
                <c:pt idx="38929">
                  <c:v>0</c:v>
                </c:pt>
                <c:pt idx="38930">
                  <c:v>0</c:v>
                </c:pt>
                <c:pt idx="38931">
                  <c:v>0</c:v>
                </c:pt>
                <c:pt idx="38932">
                  <c:v>0</c:v>
                </c:pt>
                <c:pt idx="38933">
                  <c:v>0</c:v>
                </c:pt>
                <c:pt idx="38934">
                  <c:v>0</c:v>
                </c:pt>
                <c:pt idx="38935">
                  <c:v>0</c:v>
                </c:pt>
                <c:pt idx="38936">
                  <c:v>0</c:v>
                </c:pt>
                <c:pt idx="38937">
                  <c:v>0</c:v>
                </c:pt>
                <c:pt idx="38938">
                  <c:v>0</c:v>
                </c:pt>
                <c:pt idx="38939">
                  <c:v>0</c:v>
                </c:pt>
                <c:pt idx="38940">
                  <c:v>0</c:v>
                </c:pt>
                <c:pt idx="38941">
                  <c:v>0</c:v>
                </c:pt>
                <c:pt idx="38942">
                  <c:v>0</c:v>
                </c:pt>
                <c:pt idx="38943">
                  <c:v>0</c:v>
                </c:pt>
                <c:pt idx="38944">
                  <c:v>0</c:v>
                </c:pt>
                <c:pt idx="38945">
                  <c:v>0</c:v>
                </c:pt>
                <c:pt idx="38946">
                  <c:v>0</c:v>
                </c:pt>
                <c:pt idx="38947">
                  <c:v>0</c:v>
                </c:pt>
                <c:pt idx="38948">
                  <c:v>0</c:v>
                </c:pt>
                <c:pt idx="38949">
                  <c:v>0</c:v>
                </c:pt>
                <c:pt idx="38950">
                  <c:v>0</c:v>
                </c:pt>
                <c:pt idx="38951">
                  <c:v>0</c:v>
                </c:pt>
                <c:pt idx="38952">
                  <c:v>0</c:v>
                </c:pt>
                <c:pt idx="38953">
                  <c:v>0</c:v>
                </c:pt>
                <c:pt idx="38954">
                  <c:v>0</c:v>
                </c:pt>
                <c:pt idx="38955">
                  <c:v>0</c:v>
                </c:pt>
                <c:pt idx="38956">
                  <c:v>0</c:v>
                </c:pt>
                <c:pt idx="38957">
                  <c:v>0</c:v>
                </c:pt>
                <c:pt idx="38958">
                  <c:v>0</c:v>
                </c:pt>
                <c:pt idx="38959">
                  <c:v>0</c:v>
                </c:pt>
                <c:pt idx="38960">
                  <c:v>0</c:v>
                </c:pt>
                <c:pt idx="38961">
                  <c:v>0</c:v>
                </c:pt>
                <c:pt idx="38962">
                  <c:v>0</c:v>
                </c:pt>
                <c:pt idx="38963">
                  <c:v>0</c:v>
                </c:pt>
                <c:pt idx="38964">
                  <c:v>0</c:v>
                </c:pt>
                <c:pt idx="38965">
                  <c:v>0</c:v>
                </c:pt>
                <c:pt idx="38966">
                  <c:v>0</c:v>
                </c:pt>
                <c:pt idx="38967">
                  <c:v>0</c:v>
                </c:pt>
                <c:pt idx="38968">
                  <c:v>0</c:v>
                </c:pt>
                <c:pt idx="38969">
                  <c:v>0</c:v>
                </c:pt>
                <c:pt idx="38970">
                  <c:v>0</c:v>
                </c:pt>
                <c:pt idx="38971">
                  <c:v>0</c:v>
                </c:pt>
                <c:pt idx="38972">
                  <c:v>0</c:v>
                </c:pt>
                <c:pt idx="38973">
                  <c:v>0</c:v>
                </c:pt>
                <c:pt idx="38974">
                  <c:v>0</c:v>
                </c:pt>
                <c:pt idx="38975">
                  <c:v>0</c:v>
                </c:pt>
                <c:pt idx="38976">
                  <c:v>0</c:v>
                </c:pt>
                <c:pt idx="38977">
                  <c:v>0</c:v>
                </c:pt>
                <c:pt idx="38978">
                  <c:v>0</c:v>
                </c:pt>
                <c:pt idx="38979">
                  <c:v>0</c:v>
                </c:pt>
                <c:pt idx="38980">
                  <c:v>0</c:v>
                </c:pt>
                <c:pt idx="38981">
                  <c:v>0</c:v>
                </c:pt>
                <c:pt idx="38982">
                  <c:v>0</c:v>
                </c:pt>
                <c:pt idx="38983">
                  <c:v>0</c:v>
                </c:pt>
                <c:pt idx="38984">
                  <c:v>0</c:v>
                </c:pt>
                <c:pt idx="38985">
                  <c:v>0</c:v>
                </c:pt>
                <c:pt idx="38986">
                  <c:v>0</c:v>
                </c:pt>
                <c:pt idx="38987">
                  <c:v>0</c:v>
                </c:pt>
                <c:pt idx="38988">
                  <c:v>0</c:v>
                </c:pt>
                <c:pt idx="38989">
                  <c:v>0</c:v>
                </c:pt>
                <c:pt idx="38990">
                  <c:v>0</c:v>
                </c:pt>
                <c:pt idx="38991">
                  <c:v>0</c:v>
                </c:pt>
                <c:pt idx="38992">
                  <c:v>0</c:v>
                </c:pt>
                <c:pt idx="38993">
                  <c:v>0</c:v>
                </c:pt>
                <c:pt idx="38994">
                  <c:v>0</c:v>
                </c:pt>
                <c:pt idx="38995">
                  <c:v>0</c:v>
                </c:pt>
                <c:pt idx="38996">
                  <c:v>0</c:v>
                </c:pt>
                <c:pt idx="38997">
                  <c:v>0</c:v>
                </c:pt>
                <c:pt idx="38998">
                  <c:v>0</c:v>
                </c:pt>
                <c:pt idx="38999">
                  <c:v>0</c:v>
                </c:pt>
                <c:pt idx="39000">
                  <c:v>0</c:v>
                </c:pt>
                <c:pt idx="39001">
                  <c:v>0</c:v>
                </c:pt>
                <c:pt idx="39002">
                  <c:v>0</c:v>
                </c:pt>
                <c:pt idx="39003">
                  <c:v>0</c:v>
                </c:pt>
                <c:pt idx="39004">
                  <c:v>0</c:v>
                </c:pt>
                <c:pt idx="39005">
                  <c:v>0</c:v>
                </c:pt>
                <c:pt idx="39006">
                  <c:v>0</c:v>
                </c:pt>
                <c:pt idx="39007">
                  <c:v>0</c:v>
                </c:pt>
                <c:pt idx="39008">
                  <c:v>0</c:v>
                </c:pt>
                <c:pt idx="39009">
                  <c:v>0</c:v>
                </c:pt>
                <c:pt idx="39010">
                  <c:v>0</c:v>
                </c:pt>
                <c:pt idx="39011">
                  <c:v>0</c:v>
                </c:pt>
                <c:pt idx="39012">
                  <c:v>0</c:v>
                </c:pt>
                <c:pt idx="39013">
                  <c:v>0</c:v>
                </c:pt>
                <c:pt idx="39014">
                  <c:v>0</c:v>
                </c:pt>
                <c:pt idx="39015">
                  <c:v>0</c:v>
                </c:pt>
                <c:pt idx="39016">
                  <c:v>0</c:v>
                </c:pt>
                <c:pt idx="39017">
                  <c:v>0</c:v>
                </c:pt>
                <c:pt idx="39018">
                  <c:v>0</c:v>
                </c:pt>
                <c:pt idx="39019">
                  <c:v>0</c:v>
                </c:pt>
                <c:pt idx="39020">
                  <c:v>0</c:v>
                </c:pt>
                <c:pt idx="39021">
                  <c:v>0</c:v>
                </c:pt>
                <c:pt idx="39022">
                  <c:v>0</c:v>
                </c:pt>
                <c:pt idx="39023">
                  <c:v>0</c:v>
                </c:pt>
                <c:pt idx="39024">
                  <c:v>0</c:v>
                </c:pt>
                <c:pt idx="39025">
                  <c:v>0</c:v>
                </c:pt>
                <c:pt idx="39026">
                  <c:v>0</c:v>
                </c:pt>
                <c:pt idx="39027">
                  <c:v>0</c:v>
                </c:pt>
                <c:pt idx="39028">
                  <c:v>0</c:v>
                </c:pt>
                <c:pt idx="39029">
                  <c:v>0</c:v>
                </c:pt>
                <c:pt idx="39030">
                  <c:v>0</c:v>
                </c:pt>
                <c:pt idx="39031">
                  <c:v>0</c:v>
                </c:pt>
                <c:pt idx="39032">
                  <c:v>0</c:v>
                </c:pt>
                <c:pt idx="39033">
                  <c:v>0</c:v>
                </c:pt>
                <c:pt idx="39034">
                  <c:v>0</c:v>
                </c:pt>
                <c:pt idx="39035">
                  <c:v>0</c:v>
                </c:pt>
                <c:pt idx="39036">
                  <c:v>0</c:v>
                </c:pt>
                <c:pt idx="39037">
                  <c:v>0</c:v>
                </c:pt>
                <c:pt idx="39038">
                  <c:v>0</c:v>
                </c:pt>
                <c:pt idx="39039">
                  <c:v>0</c:v>
                </c:pt>
                <c:pt idx="39040">
                  <c:v>0</c:v>
                </c:pt>
                <c:pt idx="39041">
                  <c:v>0</c:v>
                </c:pt>
                <c:pt idx="39042">
                  <c:v>0</c:v>
                </c:pt>
                <c:pt idx="39043">
                  <c:v>0</c:v>
                </c:pt>
                <c:pt idx="39044">
                  <c:v>0</c:v>
                </c:pt>
                <c:pt idx="39045">
                  <c:v>0</c:v>
                </c:pt>
                <c:pt idx="39046">
                  <c:v>0</c:v>
                </c:pt>
                <c:pt idx="39047">
                  <c:v>0</c:v>
                </c:pt>
                <c:pt idx="39048">
                  <c:v>0</c:v>
                </c:pt>
                <c:pt idx="39049">
                  <c:v>0</c:v>
                </c:pt>
                <c:pt idx="39050">
                  <c:v>0</c:v>
                </c:pt>
                <c:pt idx="39051">
                  <c:v>0</c:v>
                </c:pt>
                <c:pt idx="39052">
                  <c:v>0</c:v>
                </c:pt>
                <c:pt idx="39053">
                  <c:v>0</c:v>
                </c:pt>
                <c:pt idx="39054">
                  <c:v>0</c:v>
                </c:pt>
                <c:pt idx="39055">
                  <c:v>0</c:v>
                </c:pt>
                <c:pt idx="39056">
                  <c:v>0</c:v>
                </c:pt>
                <c:pt idx="39057">
                  <c:v>0</c:v>
                </c:pt>
                <c:pt idx="39058">
                  <c:v>0</c:v>
                </c:pt>
                <c:pt idx="39059">
                  <c:v>0</c:v>
                </c:pt>
                <c:pt idx="39060">
                  <c:v>0</c:v>
                </c:pt>
                <c:pt idx="39061">
                  <c:v>0</c:v>
                </c:pt>
                <c:pt idx="39062">
                  <c:v>0</c:v>
                </c:pt>
                <c:pt idx="39063">
                  <c:v>0</c:v>
                </c:pt>
                <c:pt idx="39064">
                  <c:v>0</c:v>
                </c:pt>
                <c:pt idx="39065">
                  <c:v>0</c:v>
                </c:pt>
                <c:pt idx="39066">
                  <c:v>0</c:v>
                </c:pt>
                <c:pt idx="39067">
                  <c:v>0</c:v>
                </c:pt>
                <c:pt idx="39068">
                  <c:v>0</c:v>
                </c:pt>
                <c:pt idx="39069">
                  <c:v>0</c:v>
                </c:pt>
                <c:pt idx="39070">
                  <c:v>0</c:v>
                </c:pt>
                <c:pt idx="39071">
                  <c:v>0</c:v>
                </c:pt>
                <c:pt idx="39072">
                  <c:v>0</c:v>
                </c:pt>
                <c:pt idx="39073">
                  <c:v>0</c:v>
                </c:pt>
                <c:pt idx="39074">
                  <c:v>0</c:v>
                </c:pt>
                <c:pt idx="39075">
                  <c:v>0</c:v>
                </c:pt>
                <c:pt idx="39076">
                  <c:v>0</c:v>
                </c:pt>
                <c:pt idx="39077">
                  <c:v>0</c:v>
                </c:pt>
                <c:pt idx="39078">
                  <c:v>0</c:v>
                </c:pt>
                <c:pt idx="39079">
                  <c:v>0</c:v>
                </c:pt>
                <c:pt idx="39080">
                  <c:v>0</c:v>
                </c:pt>
                <c:pt idx="39081">
                  <c:v>0</c:v>
                </c:pt>
                <c:pt idx="39082">
                  <c:v>0</c:v>
                </c:pt>
                <c:pt idx="39083">
                  <c:v>0</c:v>
                </c:pt>
                <c:pt idx="39084">
                  <c:v>0</c:v>
                </c:pt>
                <c:pt idx="39085">
                  <c:v>0</c:v>
                </c:pt>
                <c:pt idx="39086">
                  <c:v>0</c:v>
                </c:pt>
                <c:pt idx="39087">
                  <c:v>0</c:v>
                </c:pt>
                <c:pt idx="39088">
                  <c:v>0</c:v>
                </c:pt>
                <c:pt idx="39089">
                  <c:v>0</c:v>
                </c:pt>
                <c:pt idx="39090">
                  <c:v>0</c:v>
                </c:pt>
                <c:pt idx="39091">
                  <c:v>0</c:v>
                </c:pt>
                <c:pt idx="39092">
                  <c:v>0</c:v>
                </c:pt>
                <c:pt idx="39093">
                  <c:v>0</c:v>
                </c:pt>
                <c:pt idx="39094">
                  <c:v>0</c:v>
                </c:pt>
                <c:pt idx="39095">
                  <c:v>0</c:v>
                </c:pt>
                <c:pt idx="39096">
                  <c:v>0</c:v>
                </c:pt>
                <c:pt idx="39097">
                  <c:v>0</c:v>
                </c:pt>
                <c:pt idx="39098">
                  <c:v>0</c:v>
                </c:pt>
                <c:pt idx="39099">
                  <c:v>0</c:v>
                </c:pt>
                <c:pt idx="39100">
                  <c:v>0</c:v>
                </c:pt>
                <c:pt idx="39101">
                  <c:v>0</c:v>
                </c:pt>
                <c:pt idx="39102">
                  <c:v>0</c:v>
                </c:pt>
                <c:pt idx="39103">
                  <c:v>0</c:v>
                </c:pt>
                <c:pt idx="39104">
                  <c:v>0</c:v>
                </c:pt>
                <c:pt idx="39105">
                  <c:v>0</c:v>
                </c:pt>
                <c:pt idx="39106">
                  <c:v>0</c:v>
                </c:pt>
                <c:pt idx="39107">
                  <c:v>0</c:v>
                </c:pt>
                <c:pt idx="39108">
                  <c:v>0</c:v>
                </c:pt>
                <c:pt idx="39109">
                  <c:v>0</c:v>
                </c:pt>
                <c:pt idx="39110">
                  <c:v>0</c:v>
                </c:pt>
                <c:pt idx="39111">
                  <c:v>0</c:v>
                </c:pt>
                <c:pt idx="39112">
                  <c:v>0</c:v>
                </c:pt>
                <c:pt idx="39113">
                  <c:v>0</c:v>
                </c:pt>
                <c:pt idx="39114">
                  <c:v>0</c:v>
                </c:pt>
                <c:pt idx="39115">
                  <c:v>0</c:v>
                </c:pt>
                <c:pt idx="39116">
                  <c:v>0</c:v>
                </c:pt>
                <c:pt idx="39117">
                  <c:v>0</c:v>
                </c:pt>
                <c:pt idx="39118">
                  <c:v>0</c:v>
                </c:pt>
                <c:pt idx="39119">
                  <c:v>0</c:v>
                </c:pt>
                <c:pt idx="39120">
                  <c:v>0</c:v>
                </c:pt>
                <c:pt idx="39121">
                  <c:v>0</c:v>
                </c:pt>
                <c:pt idx="39122">
                  <c:v>0</c:v>
                </c:pt>
                <c:pt idx="39123">
                  <c:v>0</c:v>
                </c:pt>
                <c:pt idx="39124">
                  <c:v>0</c:v>
                </c:pt>
                <c:pt idx="39125">
                  <c:v>0</c:v>
                </c:pt>
                <c:pt idx="39126">
                  <c:v>0</c:v>
                </c:pt>
                <c:pt idx="39127">
                  <c:v>0</c:v>
                </c:pt>
                <c:pt idx="39128">
                  <c:v>0</c:v>
                </c:pt>
                <c:pt idx="39129">
                  <c:v>0</c:v>
                </c:pt>
                <c:pt idx="39130">
                  <c:v>0</c:v>
                </c:pt>
                <c:pt idx="39131">
                  <c:v>0</c:v>
                </c:pt>
                <c:pt idx="39132">
                  <c:v>0</c:v>
                </c:pt>
                <c:pt idx="39133">
                  <c:v>0</c:v>
                </c:pt>
                <c:pt idx="39134">
                  <c:v>0</c:v>
                </c:pt>
                <c:pt idx="39135">
                  <c:v>0</c:v>
                </c:pt>
                <c:pt idx="39136">
                  <c:v>0</c:v>
                </c:pt>
                <c:pt idx="39137">
                  <c:v>0</c:v>
                </c:pt>
                <c:pt idx="39138">
                  <c:v>0</c:v>
                </c:pt>
                <c:pt idx="39139">
                  <c:v>0</c:v>
                </c:pt>
                <c:pt idx="39140">
                  <c:v>0</c:v>
                </c:pt>
                <c:pt idx="39141">
                  <c:v>0</c:v>
                </c:pt>
                <c:pt idx="39142">
                  <c:v>0</c:v>
                </c:pt>
                <c:pt idx="39143">
                  <c:v>0</c:v>
                </c:pt>
                <c:pt idx="39144">
                  <c:v>0</c:v>
                </c:pt>
                <c:pt idx="39145">
                  <c:v>0</c:v>
                </c:pt>
                <c:pt idx="39146">
                  <c:v>0</c:v>
                </c:pt>
                <c:pt idx="39147">
                  <c:v>0</c:v>
                </c:pt>
                <c:pt idx="39148">
                  <c:v>0</c:v>
                </c:pt>
                <c:pt idx="39149">
                  <c:v>0</c:v>
                </c:pt>
                <c:pt idx="39150">
                  <c:v>0</c:v>
                </c:pt>
                <c:pt idx="39151">
                  <c:v>0</c:v>
                </c:pt>
                <c:pt idx="39152">
                  <c:v>0</c:v>
                </c:pt>
                <c:pt idx="39153">
                  <c:v>0</c:v>
                </c:pt>
                <c:pt idx="39154">
                  <c:v>0</c:v>
                </c:pt>
                <c:pt idx="39155">
                  <c:v>0</c:v>
                </c:pt>
                <c:pt idx="39156">
                  <c:v>0</c:v>
                </c:pt>
                <c:pt idx="39157">
                  <c:v>0</c:v>
                </c:pt>
                <c:pt idx="39158">
                  <c:v>0</c:v>
                </c:pt>
                <c:pt idx="39159">
                  <c:v>0</c:v>
                </c:pt>
                <c:pt idx="39160">
                  <c:v>0</c:v>
                </c:pt>
                <c:pt idx="39161">
                  <c:v>0</c:v>
                </c:pt>
                <c:pt idx="39162">
                  <c:v>0</c:v>
                </c:pt>
                <c:pt idx="39163">
                  <c:v>0</c:v>
                </c:pt>
                <c:pt idx="39164">
                  <c:v>0</c:v>
                </c:pt>
                <c:pt idx="39165">
                  <c:v>0</c:v>
                </c:pt>
                <c:pt idx="39166">
                  <c:v>0</c:v>
                </c:pt>
                <c:pt idx="39167">
                  <c:v>0</c:v>
                </c:pt>
                <c:pt idx="39168">
                  <c:v>0</c:v>
                </c:pt>
                <c:pt idx="39169">
                  <c:v>0</c:v>
                </c:pt>
                <c:pt idx="39170">
                  <c:v>0</c:v>
                </c:pt>
                <c:pt idx="39171">
                  <c:v>0</c:v>
                </c:pt>
                <c:pt idx="39172">
                  <c:v>0</c:v>
                </c:pt>
                <c:pt idx="39173">
                  <c:v>0</c:v>
                </c:pt>
                <c:pt idx="39174">
                  <c:v>0</c:v>
                </c:pt>
                <c:pt idx="39175">
                  <c:v>0</c:v>
                </c:pt>
                <c:pt idx="39176">
                  <c:v>0</c:v>
                </c:pt>
                <c:pt idx="39177">
                  <c:v>0</c:v>
                </c:pt>
                <c:pt idx="39178">
                  <c:v>0</c:v>
                </c:pt>
                <c:pt idx="39179">
                  <c:v>0</c:v>
                </c:pt>
                <c:pt idx="39180">
                  <c:v>0</c:v>
                </c:pt>
                <c:pt idx="39181">
                  <c:v>0</c:v>
                </c:pt>
                <c:pt idx="39182">
                  <c:v>0</c:v>
                </c:pt>
                <c:pt idx="39183">
                  <c:v>0</c:v>
                </c:pt>
                <c:pt idx="39184">
                  <c:v>0</c:v>
                </c:pt>
                <c:pt idx="39185">
                  <c:v>0</c:v>
                </c:pt>
                <c:pt idx="39186">
                  <c:v>0</c:v>
                </c:pt>
                <c:pt idx="39187">
                  <c:v>0</c:v>
                </c:pt>
                <c:pt idx="39188">
                  <c:v>0</c:v>
                </c:pt>
                <c:pt idx="39189">
                  <c:v>0</c:v>
                </c:pt>
                <c:pt idx="39190">
                  <c:v>0</c:v>
                </c:pt>
                <c:pt idx="39191">
                  <c:v>0</c:v>
                </c:pt>
                <c:pt idx="39192">
                  <c:v>0</c:v>
                </c:pt>
                <c:pt idx="39193">
                  <c:v>0</c:v>
                </c:pt>
                <c:pt idx="39194">
                  <c:v>0</c:v>
                </c:pt>
                <c:pt idx="39195">
                  <c:v>0</c:v>
                </c:pt>
                <c:pt idx="39196">
                  <c:v>0</c:v>
                </c:pt>
                <c:pt idx="39197">
                  <c:v>0</c:v>
                </c:pt>
                <c:pt idx="39198">
                  <c:v>0</c:v>
                </c:pt>
                <c:pt idx="39199">
                  <c:v>0</c:v>
                </c:pt>
                <c:pt idx="39200">
                  <c:v>0</c:v>
                </c:pt>
                <c:pt idx="39201">
                  <c:v>0</c:v>
                </c:pt>
                <c:pt idx="39202">
                  <c:v>0</c:v>
                </c:pt>
                <c:pt idx="39203">
                  <c:v>0</c:v>
                </c:pt>
                <c:pt idx="39204">
                  <c:v>0</c:v>
                </c:pt>
                <c:pt idx="39205">
                  <c:v>0</c:v>
                </c:pt>
                <c:pt idx="39206">
                  <c:v>0</c:v>
                </c:pt>
                <c:pt idx="39207">
                  <c:v>0</c:v>
                </c:pt>
                <c:pt idx="39208">
                  <c:v>0</c:v>
                </c:pt>
                <c:pt idx="39209">
                  <c:v>0</c:v>
                </c:pt>
                <c:pt idx="39210">
                  <c:v>0</c:v>
                </c:pt>
                <c:pt idx="39211">
                  <c:v>0</c:v>
                </c:pt>
                <c:pt idx="39212">
                  <c:v>0</c:v>
                </c:pt>
                <c:pt idx="39213">
                  <c:v>0</c:v>
                </c:pt>
                <c:pt idx="39214">
                  <c:v>0</c:v>
                </c:pt>
                <c:pt idx="39215">
                  <c:v>0</c:v>
                </c:pt>
                <c:pt idx="39216">
                  <c:v>0</c:v>
                </c:pt>
                <c:pt idx="39217">
                  <c:v>0</c:v>
                </c:pt>
                <c:pt idx="39218">
                  <c:v>0</c:v>
                </c:pt>
                <c:pt idx="39219">
                  <c:v>0</c:v>
                </c:pt>
                <c:pt idx="39220">
                  <c:v>0</c:v>
                </c:pt>
                <c:pt idx="39221">
                  <c:v>0</c:v>
                </c:pt>
                <c:pt idx="39222">
                  <c:v>0</c:v>
                </c:pt>
                <c:pt idx="39223">
                  <c:v>0</c:v>
                </c:pt>
                <c:pt idx="39224">
                  <c:v>0</c:v>
                </c:pt>
                <c:pt idx="39225">
                  <c:v>0</c:v>
                </c:pt>
                <c:pt idx="39226">
                  <c:v>0</c:v>
                </c:pt>
                <c:pt idx="39227">
                  <c:v>0</c:v>
                </c:pt>
                <c:pt idx="39228">
                  <c:v>0</c:v>
                </c:pt>
                <c:pt idx="39229">
                  <c:v>0</c:v>
                </c:pt>
                <c:pt idx="39230">
                  <c:v>0</c:v>
                </c:pt>
                <c:pt idx="39231">
                  <c:v>0</c:v>
                </c:pt>
                <c:pt idx="39232">
                  <c:v>0</c:v>
                </c:pt>
                <c:pt idx="39233">
                  <c:v>0</c:v>
                </c:pt>
                <c:pt idx="39234">
                  <c:v>0</c:v>
                </c:pt>
                <c:pt idx="39235">
                  <c:v>0</c:v>
                </c:pt>
                <c:pt idx="39236">
                  <c:v>0</c:v>
                </c:pt>
                <c:pt idx="39237">
                  <c:v>0</c:v>
                </c:pt>
                <c:pt idx="39238">
                  <c:v>0</c:v>
                </c:pt>
                <c:pt idx="39239">
                  <c:v>0</c:v>
                </c:pt>
                <c:pt idx="39240">
                  <c:v>0</c:v>
                </c:pt>
                <c:pt idx="39241">
                  <c:v>0</c:v>
                </c:pt>
                <c:pt idx="39242">
                  <c:v>0</c:v>
                </c:pt>
                <c:pt idx="39243">
                  <c:v>0</c:v>
                </c:pt>
                <c:pt idx="39244">
                  <c:v>0</c:v>
                </c:pt>
                <c:pt idx="39245">
                  <c:v>0</c:v>
                </c:pt>
                <c:pt idx="39246">
                  <c:v>0</c:v>
                </c:pt>
                <c:pt idx="39247">
                  <c:v>0</c:v>
                </c:pt>
                <c:pt idx="39248">
                  <c:v>0</c:v>
                </c:pt>
                <c:pt idx="39249">
                  <c:v>0</c:v>
                </c:pt>
                <c:pt idx="39250">
                  <c:v>0</c:v>
                </c:pt>
                <c:pt idx="39251">
                  <c:v>0</c:v>
                </c:pt>
                <c:pt idx="39252">
                  <c:v>0</c:v>
                </c:pt>
                <c:pt idx="39253">
                  <c:v>0</c:v>
                </c:pt>
                <c:pt idx="39254">
                  <c:v>0</c:v>
                </c:pt>
                <c:pt idx="39255">
                  <c:v>0</c:v>
                </c:pt>
                <c:pt idx="39256">
                  <c:v>0</c:v>
                </c:pt>
                <c:pt idx="39257">
                  <c:v>0</c:v>
                </c:pt>
                <c:pt idx="39258">
                  <c:v>0</c:v>
                </c:pt>
                <c:pt idx="39259">
                  <c:v>0</c:v>
                </c:pt>
                <c:pt idx="39260">
                  <c:v>0</c:v>
                </c:pt>
                <c:pt idx="39261">
                  <c:v>0</c:v>
                </c:pt>
                <c:pt idx="39262">
                  <c:v>0</c:v>
                </c:pt>
                <c:pt idx="39263">
                  <c:v>0</c:v>
                </c:pt>
                <c:pt idx="39264">
                  <c:v>0</c:v>
                </c:pt>
                <c:pt idx="39265">
                  <c:v>0</c:v>
                </c:pt>
                <c:pt idx="39266">
                  <c:v>0</c:v>
                </c:pt>
                <c:pt idx="39267">
                  <c:v>0</c:v>
                </c:pt>
                <c:pt idx="39268">
                  <c:v>0</c:v>
                </c:pt>
                <c:pt idx="39269">
                  <c:v>0</c:v>
                </c:pt>
                <c:pt idx="39270">
                  <c:v>0</c:v>
                </c:pt>
                <c:pt idx="39271">
                  <c:v>0</c:v>
                </c:pt>
                <c:pt idx="39272">
                  <c:v>0</c:v>
                </c:pt>
                <c:pt idx="39273">
                  <c:v>0</c:v>
                </c:pt>
                <c:pt idx="39274">
                  <c:v>0</c:v>
                </c:pt>
                <c:pt idx="39275">
                  <c:v>0</c:v>
                </c:pt>
                <c:pt idx="39276">
                  <c:v>0</c:v>
                </c:pt>
                <c:pt idx="39277">
                  <c:v>0</c:v>
                </c:pt>
                <c:pt idx="39278">
                  <c:v>0</c:v>
                </c:pt>
                <c:pt idx="39279">
                  <c:v>0</c:v>
                </c:pt>
                <c:pt idx="39280">
                  <c:v>0</c:v>
                </c:pt>
                <c:pt idx="39281">
                  <c:v>0</c:v>
                </c:pt>
                <c:pt idx="39282">
                  <c:v>0</c:v>
                </c:pt>
                <c:pt idx="39283">
                  <c:v>0</c:v>
                </c:pt>
                <c:pt idx="39284">
                  <c:v>0</c:v>
                </c:pt>
                <c:pt idx="39285">
                  <c:v>0</c:v>
                </c:pt>
                <c:pt idx="39286">
                  <c:v>0</c:v>
                </c:pt>
                <c:pt idx="39287">
                  <c:v>0</c:v>
                </c:pt>
                <c:pt idx="39288">
                  <c:v>0</c:v>
                </c:pt>
                <c:pt idx="39289">
                  <c:v>0</c:v>
                </c:pt>
                <c:pt idx="39290">
                  <c:v>0</c:v>
                </c:pt>
                <c:pt idx="39291">
                  <c:v>0</c:v>
                </c:pt>
                <c:pt idx="39292">
                  <c:v>0</c:v>
                </c:pt>
                <c:pt idx="39293">
                  <c:v>0</c:v>
                </c:pt>
                <c:pt idx="39294">
                  <c:v>0</c:v>
                </c:pt>
                <c:pt idx="39295">
                  <c:v>0</c:v>
                </c:pt>
                <c:pt idx="39296">
                  <c:v>0</c:v>
                </c:pt>
                <c:pt idx="39297">
                  <c:v>0</c:v>
                </c:pt>
                <c:pt idx="39298">
                  <c:v>0</c:v>
                </c:pt>
                <c:pt idx="39299">
                  <c:v>0</c:v>
                </c:pt>
                <c:pt idx="39300">
                  <c:v>0</c:v>
                </c:pt>
                <c:pt idx="39301">
                  <c:v>0</c:v>
                </c:pt>
                <c:pt idx="39302">
                  <c:v>0</c:v>
                </c:pt>
                <c:pt idx="39303">
                  <c:v>0</c:v>
                </c:pt>
                <c:pt idx="39304">
                  <c:v>0</c:v>
                </c:pt>
                <c:pt idx="39305">
                  <c:v>0</c:v>
                </c:pt>
                <c:pt idx="39306">
                  <c:v>0</c:v>
                </c:pt>
                <c:pt idx="39307">
                  <c:v>0</c:v>
                </c:pt>
                <c:pt idx="39308">
                  <c:v>0</c:v>
                </c:pt>
                <c:pt idx="39309">
                  <c:v>0</c:v>
                </c:pt>
                <c:pt idx="39310">
                  <c:v>0</c:v>
                </c:pt>
                <c:pt idx="39311">
                  <c:v>0</c:v>
                </c:pt>
                <c:pt idx="39312">
                  <c:v>0</c:v>
                </c:pt>
                <c:pt idx="39313">
                  <c:v>0</c:v>
                </c:pt>
                <c:pt idx="39314">
                  <c:v>0</c:v>
                </c:pt>
                <c:pt idx="39315">
                  <c:v>0</c:v>
                </c:pt>
                <c:pt idx="39316">
                  <c:v>0</c:v>
                </c:pt>
                <c:pt idx="39317">
                  <c:v>0</c:v>
                </c:pt>
                <c:pt idx="39318">
                  <c:v>0</c:v>
                </c:pt>
                <c:pt idx="39319">
                  <c:v>0</c:v>
                </c:pt>
                <c:pt idx="39320">
                  <c:v>0</c:v>
                </c:pt>
                <c:pt idx="39321">
                  <c:v>0</c:v>
                </c:pt>
                <c:pt idx="39322">
                  <c:v>0</c:v>
                </c:pt>
                <c:pt idx="39323">
                  <c:v>0</c:v>
                </c:pt>
                <c:pt idx="39324">
                  <c:v>0</c:v>
                </c:pt>
                <c:pt idx="39325">
                  <c:v>0</c:v>
                </c:pt>
                <c:pt idx="39326">
                  <c:v>0</c:v>
                </c:pt>
                <c:pt idx="39327">
                  <c:v>0</c:v>
                </c:pt>
                <c:pt idx="39328">
                  <c:v>0</c:v>
                </c:pt>
                <c:pt idx="39329">
                  <c:v>0</c:v>
                </c:pt>
                <c:pt idx="39330">
                  <c:v>0</c:v>
                </c:pt>
                <c:pt idx="39331">
                  <c:v>0</c:v>
                </c:pt>
                <c:pt idx="39332">
                  <c:v>0</c:v>
                </c:pt>
                <c:pt idx="39333">
                  <c:v>0</c:v>
                </c:pt>
                <c:pt idx="39334">
                  <c:v>0</c:v>
                </c:pt>
                <c:pt idx="39335">
                  <c:v>0</c:v>
                </c:pt>
                <c:pt idx="39336">
                  <c:v>0</c:v>
                </c:pt>
                <c:pt idx="39337">
                  <c:v>0</c:v>
                </c:pt>
                <c:pt idx="39338">
                  <c:v>0</c:v>
                </c:pt>
                <c:pt idx="39339">
                  <c:v>0</c:v>
                </c:pt>
                <c:pt idx="39340">
                  <c:v>0</c:v>
                </c:pt>
                <c:pt idx="39341">
                  <c:v>0</c:v>
                </c:pt>
                <c:pt idx="39342">
                  <c:v>0</c:v>
                </c:pt>
                <c:pt idx="39343">
                  <c:v>0</c:v>
                </c:pt>
                <c:pt idx="39344">
                  <c:v>0</c:v>
                </c:pt>
                <c:pt idx="39345">
                  <c:v>0</c:v>
                </c:pt>
                <c:pt idx="39346">
                  <c:v>0</c:v>
                </c:pt>
                <c:pt idx="39347">
                  <c:v>0</c:v>
                </c:pt>
                <c:pt idx="39348">
                  <c:v>0</c:v>
                </c:pt>
                <c:pt idx="39349">
                  <c:v>0</c:v>
                </c:pt>
                <c:pt idx="39350">
                  <c:v>0</c:v>
                </c:pt>
                <c:pt idx="39351">
                  <c:v>0</c:v>
                </c:pt>
                <c:pt idx="39352">
                  <c:v>0</c:v>
                </c:pt>
                <c:pt idx="39353">
                  <c:v>0</c:v>
                </c:pt>
                <c:pt idx="39354">
                  <c:v>0</c:v>
                </c:pt>
                <c:pt idx="39355">
                  <c:v>0</c:v>
                </c:pt>
                <c:pt idx="39356">
                  <c:v>0</c:v>
                </c:pt>
                <c:pt idx="39357">
                  <c:v>0</c:v>
                </c:pt>
                <c:pt idx="39358">
                  <c:v>0</c:v>
                </c:pt>
                <c:pt idx="39359">
                  <c:v>0</c:v>
                </c:pt>
                <c:pt idx="39360">
                  <c:v>0</c:v>
                </c:pt>
                <c:pt idx="39361">
                  <c:v>0</c:v>
                </c:pt>
                <c:pt idx="39362">
                  <c:v>0</c:v>
                </c:pt>
                <c:pt idx="39363">
                  <c:v>0</c:v>
                </c:pt>
                <c:pt idx="39364">
                  <c:v>0</c:v>
                </c:pt>
                <c:pt idx="39365">
                  <c:v>0</c:v>
                </c:pt>
                <c:pt idx="39366">
                  <c:v>0</c:v>
                </c:pt>
                <c:pt idx="39367">
                  <c:v>0</c:v>
                </c:pt>
                <c:pt idx="39368">
                  <c:v>0</c:v>
                </c:pt>
                <c:pt idx="39369">
                  <c:v>0</c:v>
                </c:pt>
                <c:pt idx="39370">
                  <c:v>0</c:v>
                </c:pt>
                <c:pt idx="39371">
                  <c:v>0</c:v>
                </c:pt>
                <c:pt idx="39372">
                  <c:v>0</c:v>
                </c:pt>
                <c:pt idx="39373">
                  <c:v>0</c:v>
                </c:pt>
                <c:pt idx="39374">
                  <c:v>0</c:v>
                </c:pt>
                <c:pt idx="39375">
                  <c:v>0</c:v>
                </c:pt>
                <c:pt idx="39376">
                  <c:v>0</c:v>
                </c:pt>
                <c:pt idx="39377">
                  <c:v>0</c:v>
                </c:pt>
                <c:pt idx="39378">
                  <c:v>0</c:v>
                </c:pt>
                <c:pt idx="39379">
                  <c:v>0</c:v>
                </c:pt>
                <c:pt idx="39380">
                  <c:v>0</c:v>
                </c:pt>
                <c:pt idx="39381">
                  <c:v>0</c:v>
                </c:pt>
                <c:pt idx="39382">
                  <c:v>0</c:v>
                </c:pt>
                <c:pt idx="39383">
                  <c:v>0</c:v>
                </c:pt>
                <c:pt idx="39384">
                  <c:v>0</c:v>
                </c:pt>
                <c:pt idx="39385">
                  <c:v>0</c:v>
                </c:pt>
                <c:pt idx="39386">
                  <c:v>0</c:v>
                </c:pt>
                <c:pt idx="39387">
                  <c:v>0</c:v>
                </c:pt>
                <c:pt idx="39388">
                  <c:v>0</c:v>
                </c:pt>
                <c:pt idx="39389">
                  <c:v>0</c:v>
                </c:pt>
                <c:pt idx="39390">
                  <c:v>0</c:v>
                </c:pt>
                <c:pt idx="39391">
                  <c:v>0</c:v>
                </c:pt>
                <c:pt idx="39392">
                  <c:v>0</c:v>
                </c:pt>
                <c:pt idx="39393">
                  <c:v>0</c:v>
                </c:pt>
                <c:pt idx="39394">
                  <c:v>0</c:v>
                </c:pt>
                <c:pt idx="39395">
                  <c:v>0</c:v>
                </c:pt>
                <c:pt idx="39396">
                  <c:v>0</c:v>
                </c:pt>
                <c:pt idx="39397">
                  <c:v>0</c:v>
                </c:pt>
                <c:pt idx="39398">
                  <c:v>0</c:v>
                </c:pt>
                <c:pt idx="39399">
                  <c:v>0</c:v>
                </c:pt>
                <c:pt idx="39400">
                  <c:v>0</c:v>
                </c:pt>
                <c:pt idx="39401">
                  <c:v>0</c:v>
                </c:pt>
                <c:pt idx="39402">
                  <c:v>0</c:v>
                </c:pt>
                <c:pt idx="39403">
                  <c:v>0</c:v>
                </c:pt>
                <c:pt idx="39404">
                  <c:v>0</c:v>
                </c:pt>
                <c:pt idx="39405">
                  <c:v>0</c:v>
                </c:pt>
                <c:pt idx="39406">
                  <c:v>0</c:v>
                </c:pt>
                <c:pt idx="39407">
                  <c:v>0</c:v>
                </c:pt>
                <c:pt idx="39408">
                  <c:v>0</c:v>
                </c:pt>
                <c:pt idx="39409">
                  <c:v>0</c:v>
                </c:pt>
                <c:pt idx="39410">
                  <c:v>0</c:v>
                </c:pt>
                <c:pt idx="39411">
                  <c:v>0</c:v>
                </c:pt>
                <c:pt idx="39412">
                  <c:v>0</c:v>
                </c:pt>
                <c:pt idx="39413">
                  <c:v>0</c:v>
                </c:pt>
                <c:pt idx="39414">
                  <c:v>0</c:v>
                </c:pt>
                <c:pt idx="39415">
                  <c:v>0</c:v>
                </c:pt>
                <c:pt idx="39416">
                  <c:v>0</c:v>
                </c:pt>
                <c:pt idx="39417">
                  <c:v>0</c:v>
                </c:pt>
                <c:pt idx="39418">
                  <c:v>0</c:v>
                </c:pt>
                <c:pt idx="39419">
                  <c:v>0</c:v>
                </c:pt>
                <c:pt idx="39420">
                  <c:v>0</c:v>
                </c:pt>
                <c:pt idx="39421">
                  <c:v>0</c:v>
                </c:pt>
                <c:pt idx="39422">
                  <c:v>0</c:v>
                </c:pt>
                <c:pt idx="39423">
                  <c:v>0</c:v>
                </c:pt>
                <c:pt idx="39424">
                  <c:v>0</c:v>
                </c:pt>
                <c:pt idx="39425">
                  <c:v>0</c:v>
                </c:pt>
                <c:pt idx="39426">
                  <c:v>0</c:v>
                </c:pt>
                <c:pt idx="39427">
                  <c:v>0</c:v>
                </c:pt>
                <c:pt idx="39428">
                  <c:v>0</c:v>
                </c:pt>
                <c:pt idx="39429">
                  <c:v>0</c:v>
                </c:pt>
                <c:pt idx="39430">
                  <c:v>0</c:v>
                </c:pt>
                <c:pt idx="39431">
                  <c:v>0</c:v>
                </c:pt>
                <c:pt idx="39432">
                  <c:v>0</c:v>
                </c:pt>
                <c:pt idx="39433">
                  <c:v>0</c:v>
                </c:pt>
                <c:pt idx="39434">
                  <c:v>0</c:v>
                </c:pt>
                <c:pt idx="39435">
                  <c:v>0</c:v>
                </c:pt>
                <c:pt idx="39436">
                  <c:v>0</c:v>
                </c:pt>
                <c:pt idx="39437">
                  <c:v>0</c:v>
                </c:pt>
                <c:pt idx="39438">
                  <c:v>0</c:v>
                </c:pt>
                <c:pt idx="39439">
                  <c:v>0</c:v>
                </c:pt>
                <c:pt idx="39440">
                  <c:v>0</c:v>
                </c:pt>
                <c:pt idx="39441">
                  <c:v>0</c:v>
                </c:pt>
                <c:pt idx="39442">
                  <c:v>0</c:v>
                </c:pt>
                <c:pt idx="39443">
                  <c:v>0</c:v>
                </c:pt>
                <c:pt idx="39444">
                  <c:v>0</c:v>
                </c:pt>
                <c:pt idx="39445">
                  <c:v>0</c:v>
                </c:pt>
                <c:pt idx="39446">
                  <c:v>0</c:v>
                </c:pt>
                <c:pt idx="39447">
                  <c:v>0</c:v>
                </c:pt>
                <c:pt idx="39448">
                  <c:v>0</c:v>
                </c:pt>
                <c:pt idx="39449">
                  <c:v>0</c:v>
                </c:pt>
                <c:pt idx="39450">
                  <c:v>0</c:v>
                </c:pt>
                <c:pt idx="39451">
                  <c:v>0</c:v>
                </c:pt>
                <c:pt idx="39452">
                  <c:v>0</c:v>
                </c:pt>
                <c:pt idx="39453">
                  <c:v>0</c:v>
                </c:pt>
                <c:pt idx="39454">
                  <c:v>0</c:v>
                </c:pt>
                <c:pt idx="39455">
                  <c:v>0</c:v>
                </c:pt>
                <c:pt idx="39456">
                  <c:v>0</c:v>
                </c:pt>
                <c:pt idx="39457">
                  <c:v>0</c:v>
                </c:pt>
                <c:pt idx="39458">
                  <c:v>0</c:v>
                </c:pt>
                <c:pt idx="39459">
                  <c:v>0</c:v>
                </c:pt>
                <c:pt idx="39460">
                  <c:v>0</c:v>
                </c:pt>
                <c:pt idx="39461">
                  <c:v>0</c:v>
                </c:pt>
                <c:pt idx="39462">
                  <c:v>0</c:v>
                </c:pt>
                <c:pt idx="39463">
                  <c:v>0</c:v>
                </c:pt>
                <c:pt idx="39464">
                  <c:v>0</c:v>
                </c:pt>
                <c:pt idx="39465">
                  <c:v>0</c:v>
                </c:pt>
                <c:pt idx="39466">
                  <c:v>0</c:v>
                </c:pt>
                <c:pt idx="39467">
                  <c:v>0</c:v>
                </c:pt>
                <c:pt idx="39468">
                  <c:v>0</c:v>
                </c:pt>
                <c:pt idx="39469">
                  <c:v>0</c:v>
                </c:pt>
                <c:pt idx="39470">
                  <c:v>0</c:v>
                </c:pt>
                <c:pt idx="39471">
                  <c:v>0</c:v>
                </c:pt>
                <c:pt idx="39472">
                  <c:v>0</c:v>
                </c:pt>
                <c:pt idx="39473">
                  <c:v>0</c:v>
                </c:pt>
                <c:pt idx="39474">
                  <c:v>0</c:v>
                </c:pt>
                <c:pt idx="39475">
                  <c:v>0</c:v>
                </c:pt>
                <c:pt idx="39476">
                  <c:v>0</c:v>
                </c:pt>
                <c:pt idx="39477">
                  <c:v>0</c:v>
                </c:pt>
                <c:pt idx="39478">
                  <c:v>0</c:v>
                </c:pt>
                <c:pt idx="39479">
                  <c:v>0</c:v>
                </c:pt>
                <c:pt idx="39480">
                  <c:v>0</c:v>
                </c:pt>
                <c:pt idx="39481">
                  <c:v>0</c:v>
                </c:pt>
                <c:pt idx="39482">
                  <c:v>0</c:v>
                </c:pt>
                <c:pt idx="39483">
                  <c:v>0</c:v>
                </c:pt>
                <c:pt idx="39484">
                  <c:v>0</c:v>
                </c:pt>
                <c:pt idx="39485">
                  <c:v>0</c:v>
                </c:pt>
                <c:pt idx="39486">
                  <c:v>0</c:v>
                </c:pt>
                <c:pt idx="39487">
                  <c:v>0</c:v>
                </c:pt>
                <c:pt idx="39488">
                  <c:v>0</c:v>
                </c:pt>
                <c:pt idx="39489">
                  <c:v>0</c:v>
                </c:pt>
                <c:pt idx="39490">
                  <c:v>0</c:v>
                </c:pt>
                <c:pt idx="39491">
                  <c:v>0</c:v>
                </c:pt>
                <c:pt idx="39492">
                  <c:v>0</c:v>
                </c:pt>
                <c:pt idx="39493">
                  <c:v>0</c:v>
                </c:pt>
                <c:pt idx="39494">
                  <c:v>0</c:v>
                </c:pt>
                <c:pt idx="39495">
                  <c:v>0</c:v>
                </c:pt>
                <c:pt idx="39496">
                  <c:v>0</c:v>
                </c:pt>
                <c:pt idx="39497">
                  <c:v>0</c:v>
                </c:pt>
                <c:pt idx="39498">
                  <c:v>0</c:v>
                </c:pt>
                <c:pt idx="39499">
                  <c:v>0</c:v>
                </c:pt>
                <c:pt idx="39500">
                  <c:v>0</c:v>
                </c:pt>
                <c:pt idx="39501">
                  <c:v>0</c:v>
                </c:pt>
                <c:pt idx="39502">
                  <c:v>0</c:v>
                </c:pt>
                <c:pt idx="39503">
                  <c:v>0</c:v>
                </c:pt>
                <c:pt idx="39504">
                  <c:v>0</c:v>
                </c:pt>
                <c:pt idx="39505">
                  <c:v>0</c:v>
                </c:pt>
                <c:pt idx="39506">
                  <c:v>0</c:v>
                </c:pt>
                <c:pt idx="39507">
                  <c:v>0</c:v>
                </c:pt>
                <c:pt idx="39508">
                  <c:v>0</c:v>
                </c:pt>
                <c:pt idx="39509">
                  <c:v>0</c:v>
                </c:pt>
                <c:pt idx="39510">
                  <c:v>0</c:v>
                </c:pt>
                <c:pt idx="39511">
                  <c:v>0</c:v>
                </c:pt>
                <c:pt idx="39512">
                  <c:v>0</c:v>
                </c:pt>
                <c:pt idx="39513">
                  <c:v>0</c:v>
                </c:pt>
                <c:pt idx="39514">
                  <c:v>0</c:v>
                </c:pt>
                <c:pt idx="39515">
                  <c:v>0</c:v>
                </c:pt>
                <c:pt idx="39516">
                  <c:v>0</c:v>
                </c:pt>
                <c:pt idx="39517">
                  <c:v>0</c:v>
                </c:pt>
                <c:pt idx="39518">
                  <c:v>0</c:v>
                </c:pt>
                <c:pt idx="39519">
                  <c:v>0</c:v>
                </c:pt>
                <c:pt idx="39520">
                  <c:v>0</c:v>
                </c:pt>
                <c:pt idx="39521">
                  <c:v>0</c:v>
                </c:pt>
                <c:pt idx="39522">
                  <c:v>0</c:v>
                </c:pt>
                <c:pt idx="39523">
                  <c:v>0</c:v>
                </c:pt>
                <c:pt idx="39524">
                  <c:v>0</c:v>
                </c:pt>
                <c:pt idx="39525">
                  <c:v>0</c:v>
                </c:pt>
                <c:pt idx="39526">
                  <c:v>0</c:v>
                </c:pt>
                <c:pt idx="39527">
                  <c:v>0</c:v>
                </c:pt>
                <c:pt idx="39528">
                  <c:v>0</c:v>
                </c:pt>
                <c:pt idx="39529">
                  <c:v>0</c:v>
                </c:pt>
                <c:pt idx="39530">
                  <c:v>0</c:v>
                </c:pt>
                <c:pt idx="39531">
                  <c:v>0</c:v>
                </c:pt>
                <c:pt idx="39532">
                  <c:v>0</c:v>
                </c:pt>
                <c:pt idx="39533">
                  <c:v>0</c:v>
                </c:pt>
                <c:pt idx="39534">
                  <c:v>0</c:v>
                </c:pt>
                <c:pt idx="39535">
                  <c:v>0</c:v>
                </c:pt>
                <c:pt idx="39536">
                  <c:v>0</c:v>
                </c:pt>
                <c:pt idx="39537">
                  <c:v>0</c:v>
                </c:pt>
                <c:pt idx="39538">
                  <c:v>0</c:v>
                </c:pt>
                <c:pt idx="39539">
                  <c:v>0</c:v>
                </c:pt>
                <c:pt idx="39540">
                  <c:v>0</c:v>
                </c:pt>
                <c:pt idx="39541">
                  <c:v>0</c:v>
                </c:pt>
                <c:pt idx="39542">
                  <c:v>0</c:v>
                </c:pt>
                <c:pt idx="39543">
                  <c:v>0</c:v>
                </c:pt>
                <c:pt idx="39544">
                  <c:v>0</c:v>
                </c:pt>
                <c:pt idx="39545">
                  <c:v>0</c:v>
                </c:pt>
                <c:pt idx="39546">
                  <c:v>0</c:v>
                </c:pt>
                <c:pt idx="39547">
                  <c:v>0</c:v>
                </c:pt>
                <c:pt idx="39548">
                  <c:v>0</c:v>
                </c:pt>
                <c:pt idx="39549">
                  <c:v>0</c:v>
                </c:pt>
                <c:pt idx="39550">
                  <c:v>0</c:v>
                </c:pt>
                <c:pt idx="39551">
                  <c:v>0</c:v>
                </c:pt>
                <c:pt idx="39552">
                  <c:v>0</c:v>
                </c:pt>
                <c:pt idx="39553">
                  <c:v>0</c:v>
                </c:pt>
                <c:pt idx="39554">
                  <c:v>0</c:v>
                </c:pt>
                <c:pt idx="39555">
                  <c:v>0</c:v>
                </c:pt>
                <c:pt idx="39556">
                  <c:v>0</c:v>
                </c:pt>
                <c:pt idx="39557">
                  <c:v>0</c:v>
                </c:pt>
                <c:pt idx="39558">
                  <c:v>0</c:v>
                </c:pt>
                <c:pt idx="39559">
                  <c:v>0</c:v>
                </c:pt>
                <c:pt idx="39560">
                  <c:v>0</c:v>
                </c:pt>
                <c:pt idx="39561">
                  <c:v>0</c:v>
                </c:pt>
                <c:pt idx="39562">
                  <c:v>0</c:v>
                </c:pt>
                <c:pt idx="39563">
                  <c:v>0</c:v>
                </c:pt>
                <c:pt idx="39564">
                  <c:v>0</c:v>
                </c:pt>
                <c:pt idx="39565">
                  <c:v>0</c:v>
                </c:pt>
                <c:pt idx="39566">
                  <c:v>0</c:v>
                </c:pt>
                <c:pt idx="39567">
                  <c:v>0</c:v>
                </c:pt>
                <c:pt idx="39568">
                  <c:v>0</c:v>
                </c:pt>
                <c:pt idx="39569">
                  <c:v>0</c:v>
                </c:pt>
                <c:pt idx="39570">
                  <c:v>0</c:v>
                </c:pt>
                <c:pt idx="39571">
                  <c:v>0</c:v>
                </c:pt>
                <c:pt idx="39572">
                  <c:v>0</c:v>
                </c:pt>
                <c:pt idx="39573">
                  <c:v>0</c:v>
                </c:pt>
                <c:pt idx="39574">
                  <c:v>0</c:v>
                </c:pt>
                <c:pt idx="39575">
                  <c:v>0</c:v>
                </c:pt>
                <c:pt idx="39576">
                  <c:v>0</c:v>
                </c:pt>
                <c:pt idx="39577">
                  <c:v>0</c:v>
                </c:pt>
                <c:pt idx="39578">
                  <c:v>0</c:v>
                </c:pt>
                <c:pt idx="39579">
                  <c:v>0</c:v>
                </c:pt>
                <c:pt idx="39580">
                  <c:v>0</c:v>
                </c:pt>
                <c:pt idx="39581">
                  <c:v>0</c:v>
                </c:pt>
                <c:pt idx="39582">
                  <c:v>0</c:v>
                </c:pt>
                <c:pt idx="39583">
                  <c:v>0</c:v>
                </c:pt>
                <c:pt idx="39584">
                  <c:v>0</c:v>
                </c:pt>
                <c:pt idx="39585">
                  <c:v>0</c:v>
                </c:pt>
                <c:pt idx="39586">
                  <c:v>0</c:v>
                </c:pt>
                <c:pt idx="39587">
                  <c:v>0</c:v>
                </c:pt>
                <c:pt idx="39588">
                  <c:v>0</c:v>
                </c:pt>
                <c:pt idx="39589">
                  <c:v>0</c:v>
                </c:pt>
                <c:pt idx="39590">
                  <c:v>0</c:v>
                </c:pt>
                <c:pt idx="39591">
                  <c:v>0</c:v>
                </c:pt>
                <c:pt idx="39592">
                  <c:v>0</c:v>
                </c:pt>
                <c:pt idx="39593">
                  <c:v>0</c:v>
                </c:pt>
                <c:pt idx="39594">
                  <c:v>0</c:v>
                </c:pt>
                <c:pt idx="39595">
                  <c:v>0</c:v>
                </c:pt>
                <c:pt idx="39596">
                  <c:v>0</c:v>
                </c:pt>
                <c:pt idx="39597">
                  <c:v>0</c:v>
                </c:pt>
                <c:pt idx="39598">
                  <c:v>0</c:v>
                </c:pt>
                <c:pt idx="39599">
                  <c:v>0</c:v>
                </c:pt>
                <c:pt idx="39600">
                  <c:v>0</c:v>
                </c:pt>
                <c:pt idx="39601">
                  <c:v>0</c:v>
                </c:pt>
                <c:pt idx="39602">
                  <c:v>0</c:v>
                </c:pt>
                <c:pt idx="39603">
                  <c:v>0</c:v>
                </c:pt>
                <c:pt idx="39604">
                  <c:v>0</c:v>
                </c:pt>
                <c:pt idx="39605">
                  <c:v>0</c:v>
                </c:pt>
                <c:pt idx="39606">
                  <c:v>0</c:v>
                </c:pt>
                <c:pt idx="39607">
                  <c:v>0</c:v>
                </c:pt>
                <c:pt idx="39608">
                  <c:v>0</c:v>
                </c:pt>
                <c:pt idx="39609">
                  <c:v>0</c:v>
                </c:pt>
                <c:pt idx="39610">
                  <c:v>0</c:v>
                </c:pt>
                <c:pt idx="39611">
                  <c:v>0</c:v>
                </c:pt>
                <c:pt idx="39612">
                  <c:v>0</c:v>
                </c:pt>
                <c:pt idx="39613">
                  <c:v>0</c:v>
                </c:pt>
                <c:pt idx="39614">
                  <c:v>0</c:v>
                </c:pt>
                <c:pt idx="39615">
                  <c:v>0</c:v>
                </c:pt>
                <c:pt idx="39616">
                  <c:v>0</c:v>
                </c:pt>
                <c:pt idx="39617">
                  <c:v>0</c:v>
                </c:pt>
                <c:pt idx="39618">
                  <c:v>0</c:v>
                </c:pt>
                <c:pt idx="39619">
                  <c:v>0</c:v>
                </c:pt>
                <c:pt idx="39620">
                  <c:v>0</c:v>
                </c:pt>
                <c:pt idx="39621">
                  <c:v>0</c:v>
                </c:pt>
                <c:pt idx="39622">
                  <c:v>0</c:v>
                </c:pt>
                <c:pt idx="39623">
                  <c:v>0</c:v>
                </c:pt>
                <c:pt idx="39624">
                  <c:v>0</c:v>
                </c:pt>
                <c:pt idx="39625">
                  <c:v>0</c:v>
                </c:pt>
                <c:pt idx="39626">
                  <c:v>0</c:v>
                </c:pt>
                <c:pt idx="39627">
                  <c:v>0</c:v>
                </c:pt>
                <c:pt idx="39628">
                  <c:v>0</c:v>
                </c:pt>
                <c:pt idx="39629">
                  <c:v>0</c:v>
                </c:pt>
                <c:pt idx="39630">
                  <c:v>0</c:v>
                </c:pt>
                <c:pt idx="39631">
                  <c:v>0</c:v>
                </c:pt>
                <c:pt idx="39632">
                  <c:v>0</c:v>
                </c:pt>
                <c:pt idx="39633">
                  <c:v>0</c:v>
                </c:pt>
                <c:pt idx="39634">
                  <c:v>0</c:v>
                </c:pt>
                <c:pt idx="39635">
                  <c:v>0</c:v>
                </c:pt>
                <c:pt idx="39636">
                  <c:v>0</c:v>
                </c:pt>
                <c:pt idx="39637">
                  <c:v>0</c:v>
                </c:pt>
                <c:pt idx="39638">
                  <c:v>0</c:v>
                </c:pt>
                <c:pt idx="39639">
                  <c:v>0</c:v>
                </c:pt>
                <c:pt idx="39640">
                  <c:v>0</c:v>
                </c:pt>
                <c:pt idx="39641">
                  <c:v>0</c:v>
                </c:pt>
                <c:pt idx="39642">
                  <c:v>0</c:v>
                </c:pt>
                <c:pt idx="39643">
                  <c:v>0</c:v>
                </c:pt>
                <c:pt idx="39644">
                  <c:v>0</c:v>
                </c:pt>
                <c:pt idx="39645">
                  <c:v>0</c:v>
                </c:pt>
                <c:pt idx="39646">
                  <c:v>0</c:v>
                </c:pt>
                <c:pt idx="39647">
                  <c:v>0</c:v>
                </c:pt>
                <c:pt idx="39648">
                  <c:v>0</c:v>
                </c:pt>
                <c:pt idx="39649">
                  <c:v>0</c:v>
                </c:pt>
                <c:pt idx="39650">
                  <c:v>0</c:v>
                </c:pt>
                <c:pt idx="39651">
                  <c:v>0</c:v>
                </c:pt>
                <c:pt idx="39652">
                  <c:v>0</c:v>
                </c:pt>
                <c:pt idx="39653">
                  <c:v>0</c:v>
                </c:pt>
                <c:pt idx="39654">
                  <c:v>0</c:v>
                </c:pt>
                <c:pt idx="39655">
                  <c:v>0</c:v>
                </c:pt>
                <c:pt idx="39656">
                  <c:v>0</c:v>
                </c:pt>
                <c:pt idx="39657">
                  <c:v>0</c:v>
                </c:pt>
                <c:pt idx="39658">
                  <c:v>0</c:v>
                </c:pt>
                <c:pt idx="39659">
                  <c:v>0</c:v>
                </c:pt>
                <c:pt idx="39660">
                  <c:v>0</c:v>
                </c:pt>
                <c:pt idx="39661">
                  <c:v>0</c:v>
                </c:pt>
                <c:pt idx="39662">
                  <c:v>0</c:v>
                </c:pt>
                <c:pt idx="39663">
                  <c:v>0</c:v>
                </c:pt>
                <c:pt idx="39664">
                  <c:v>0</c:v>
                </c:pt>
                <c:pt idx="39665">
                  <c:v>0</c:v>
                </c:pt>
                <c:pt idx="39666">
                  <c:v>0</c:v>
                </c:pt>
                <c:pt idx="39667">
                  <c:v>0</c:v>
                </c:pt>
                <c:pt idx="39668">
                  <c:v>0</c:v>
                </c:pt>
                <c:pt idx="39669">
                  <c:v>0</c:v>
                </c:pt>
                <c:pt idx="39670">
                  <c:v>0</c:v>
                </c:pt>
                <c:pt idx="39671">
                  <c:v>0</c:v>
                </c:pt>
                <c:pt idx="39672">
                  <c:v>0</c:v>
                </c:pt>
                <c:pt idx="39673">
                  <c:v>0</c:v>
                </c:pt>
                <c:pt idx="39674">
                  <c:v>0</c:v>
                </c:pt>
                <c:pt idx="39675">
                  <c:v>0</c:v>
                </c:pt>
                <c:pt idx="39676">
                  <c:v>0</c:v>
                </c:pt>
                <c:pt idx="39677">
                  <c:v>0</c:v>
                </c:pt>
                <c:pt idx="39678">
                  <c:v>0</c:v>
                </c:pt>
                <c:pt idx="39679">
                  <c:v>0</c:v>
                </c:pt>
                <c:pt idx="39680">
                  <c:v>0</c:v>
                </c:pt>
                <c:pt idx="39681">
                  <c:v>0</c:v>
                </c:pt>
                <c:pt idx="39682">
                  <c:v>0</c:v>
                </c:pt>
                <c:pt idx="39683">
                  <c:v>0</c:v>
                </c:pt>
                <c:pt idx="39684">
                  <c:v>0</c:v>
                </c:pt>
                <c:pt idx="39685">
                  <c:v>0</c:v>
                </c:pt>
                <c:pt idx="39686">
                  <c:v>0</c:v>
                </c:pt>
                <c:pt idx="39687">
                  <c:v>0</c:v>
                </c:pt>
                <c:pt idx="39688">
                  <c:v>0</c:v>
                </c:pt>
                <c:pt idx="39689">
                  <c:v>0</c:v>
                </c:pt>
                <c:pt idx="39690">
                  <c:v>0</c:v>
                </c:pt>
                <c:pt idx="39691">
                  <c:v>0</c:v>
                </c:pt>
                <c:pt idx="39692">
                  <c:v>0</c:v>
                </c:pt>
                <c:pt idx="39693">
                  <c:v>0</c:v>
                </c:pt>
                <c:pt idx="39694">
                  <c:v>0</c:v>
                </c:pt>
                <c:pt idx="39695">
                  <c:v>0</c:v>
                </c:pt>
                <c:pt idx="39696">
                  <c:v>0</c:v>
                </c:pt>
                <c:pt idx="39697">
                  <c:v>0</c:v>
                </c:pt>
                <c:pt idx="39698">
                  <c:v>0</c:v>
                </c:pt>
                <c:pt idx="39699">
                  <c:v>0</c:v>
                </c:pt>
                <c:pt idx="39700">
                  <c:v>0</c:v>
                </c:pt>
                <c:pt idx="39701">
                  <c:v>0</c:v>
                </c:pt>
                <c:pt idx="39702">
                  <c:v>0</c:v>
                </c:pt>
                <c:pt idx="39703">
                  <c:v>0</c:v>
                </c:pt>
                <c:pt idx="39704">
                  <c:v>0</c:v>
                </c:pt>
                <c:pt idx="39705">
                  <c:v>0</c:v>
                </c:pt>
                <c:pt idx="39706">
                  <c:v>0</c:v>
                </c:pt>
                <c:pt idx="39707">
                  <c:v>0</c:v>
                </c:pt>
                <c:pt idx="39708">
                  <c:v>0</c:v>
                </c:pt>
                <c:pt idx="39709">
                  <c:v>0</c:v>
                </c:pt>
                <c:pt idx="39710">
                  <c:v>0</c:v>
                </c:pt>
                <c:pt idx="39711">
                  <c:v>0</c:v>
                </c:pt>
                <c:pt idx="39712">
                  <c:v>0</c:v>
                </c:pt>
                <c:pt idx="39713">
                  <c:v>0</c:v>
                </c:pt>
                <c:pt idx="39714">
                  <c:v>0</c:v>
                </c:pt>
                <c:pt idx="39715">
                  <c:v>0</c:v>
                </c:pt>
                <c:pt idx="39716">
                  <c:v>0</c:v>
                </c:pt>
                <c:pt idx="39717">
                  <c:v>0</c:v>
                </c:pt>
                <c:pt idx="39718">
                  <c:v>0</c:v>
                </c:pt>
                <c:pt idx="39719">
                  <c:v>0</c:v>
                </c:pt>
                <c:pt idx="39720">
                  <c:v>0</c:v>
                </c:pt>
                <c:pt idx="39721">
                  <c:v>0</c:v>
                </c:pt>
                <c:pt idx="39722">
                  <c:v>0</c:v>
                </c:pt>
                <c:pt idx="39723">
                  <c:v>0</c:v>
                </c:pt>
                <c:pt idx="39724">
                  <c:v>0</c:v>
                </c:pt>
                <c:pt idx="39725">
                  <c:v>0</c:v>
                </c:pt>
                <c:pt idx="39726">
                  <c:v>0</c:v>
                </c:pt>
                <c:pt idx="39727">
                  <c:v>0</c:v>
                </c:pt>
                <c:pt idx="39728">
                  <c:v>0</c:v>
                </c:pt>
                <c:pt idx="39729">
                  <c:v>0</c:v>
                </c:pt>
                <c:pt idx="39730">
                  <c:v>0</c:v>
                </c:pt>
                <c:pt idx="39731">
                  <c:v>0</c:v>
                </c:pt>
                <c:pt idx="39732">
                  <c:v>0</c:v>
                </c:pt>
                <c:pt idx="39733">
                  <c:v>0</c:v>
                </c:pt>
                <c:pt idx="39734">
                  <c:v>0</c:v>
                </c:pt>
                <c:pt idx="39735">
                  <c:v>0</c:v>
                </c:pt>
                <c:pt idx="39736">
                  <c:v>0</c:v>
                </c:pt>
                <c:pt idx="39737">
                  <c:v>0</c:v>
                </c:pt>
                <c:pt idx="39738">
                  <c:v>0</c:v>
                </c:pt>
                <c:pt idx="39739">
                  <c:v>0</c:v>
                </c:pt>
                <c:pt idx="39740">
                  <c:v>0</c:v>
                </c:pt>
                <c:pt idx="39741">
                  <c:v>0</c:v>
                </c:pt>
                <c:pt idx="39742">
                  <c:v>0</c:v>
                </c:pt>
                <c:pt idx="39743">
                  <c:v>0</c:v>
                </c:pt>
                <c:pt idx="39744">
                  <c:v>0</c:v>
                </c:pt>
                <c:pt idx="39745">
                  <c:v>0</c:v>
                </c:pt>
                <c:pt idx="39746">
                  <c:v>0</c:v>
                </c:pt>
                <c:pt idx="39747">
                  <c:v>0</c:v>
                </c:pt>
                <c:pt idx="39748">
                  <c:v>0</c:v>
                </c:pt>
                <c:pt idx="39749">
                  <c:v>0</c:v>
                </c:pt>
                <c:pt idx="39750">
                  <c:v>0</c:v>
                </c:pt>
                <c:pt idx="39751">
                  <c:v>0</c:v>
                </c:pt>
                <c:pt idx="39752">
                  <c:v>0</c:v>
                </c:pt>
                <c:pt idx="39753">
                  <c:v>0</c:v>
                </c:pt>
                <c:pt idx="39754">
                  <c:v>0</c:v>
                </c:pt>
                <c:pt idx="39755">
                  <c:v>0</c:v>
                </c:pt>
                <c:pt idx="39756">
                  <c:v>0</c:v>
                </c:pt>
                <c:pt idx="39757">
                  <c:v>0</c:v>
                </c:pt>
                <c:pt idx="39758">
                  <c:v>0</c:v>
                </c:pt>
                <c:pt idx="39759">
                  <c:v>0</c:v>
                </c:pt>
                <c:pt idx="39760">
                  <c:v>0</c:v>
                </c:pt>
                <c:pt idx="39761">
                  <c:v>0</c:v>
                </c:pt>
                <c:pt idx="39762">
                  <c:v>0</c:v>
                </c:pt>
                <c:pt idx="39763">
                  <c:v>0</c:v>
                </c:pt>
                <c:pt idx="39764">
                  <c:v>0</c:v>
                </c:pt>
                <c:pt idx="39765">
                  <c:v>0</c:v>
                </c:pt>
                <c:pt idx="39766">
                  <c:v>0</c:v>
                </c:pt>
                <c:pt idx="39767">
                  <c:v>0</c:v>
                </c:pt>
                <c:pt idx="39768">
                  <c:v>0</c:v>
                </c:pt>
                <c:pt idx="39769">
                  <c:v>0</c:v>
                </c:pt>
                <c:pt idx="39770">
                  <c:v>0</c:v>
                </c:pt>
                <c:pt idx="39771">
                  <c:v>0</c:v>
                </c:pt>
                <c:pt idx="39772">
                  <c:v>0</c:v>
                </c:pt>
                <c:pt idx="39773">
                  <c:v>0</c:v>
                </c:pt>
                <c:pt idx="39774">
                  <c:v>0</c:v>
                </c:pt>
                <c:pt idx="39775">
                  <c:v>0</c:v>
                </c:pt>
                <c:pt idx="39776">
                  <c:v>0</c:v>
                </c:pt>
                <c:pt idx="39777">
                  <c:v>0</c:v>
                </c:pt>
                <c:pt idx="39778">
                  <c:v>0</c:v>
                </c:pt>
                <c:pt idx="39779">
                  <c:v>0</c:v>
                </c:pt>
                <c:pt idx="39780">
                  <c:v>0</c:v>
                </c:pt>
                <c:pt idx="39781">
                  <c:v>0</c:v>
                </c:pt>
                <c:pt idx="39782">
                  <c:v>0</c:v>
                </c:pt>
                <c:pt idx="39783">
                  <c:v>0</c:v>
                </c:pt>
                <c:pt idx="39784">
                  <c:v>0</c:v>
                </c:pt>
                <c:pt idx="39785">
                  <c:v>0</c:v>
                </c:pt>
                <c:pt idx="39786">
                  <c:v>0</c:v>
                </c:pt>
                <c:pt idx="39787">
                  <c:v>0</c:v>
                </c:pt>
                <c:pt idx="39788">
                  <c:v>0</c:v>
                </c:pt>
                <c:pt idx="39789">
                  <c:v>0</c:v>
                </c:pt>
                <c:pt idx="39790">
                  <c:v>0</c:v>
                </c:pt>
                <c:pt idx="39791">
                  <c:v>0</c:v>
                </c:pt>
                <c:pt idx="39792">
                  <c:v>0</c:v>
                </c:pt>
                <c:pt idx="39793">
                  <c:v>0</c:v>
                </c:pt>
                <c:pt idx="39794">
                  <c:v>0</c:v>
                </c:pt>
                <c:pt idx="39795">
                  <c:v>0</c:v>
                </c:pt>
                <c:pt idx="39796">
                  <c:v>0</c:v>
                </c:pt>
                <c:pt idx="39797">
                  <c:v>0</c:v>
                </c:pt>
                <c:pt idx="39798">
                  <c:v>0</c:v>
                </c:pt>
                <c:pt idx="39799">
                  <c:v>0</c:v>
                </c:pt>
                <c:pt idx="39800">
                  <c:v>0</c:v>
                </c:pt>
                <c:pt idx="39801">
                  <c:v>0</c:v>
                </c:pt>
                <c:pt idx="39802">
                  <c:v>0</c:v>
                </c:pt>
                <c:pt idx="39803">
                  <c:v>0</c:v>
                </c:pt>
                <c:pt idx="39804">
                  <c:v>0</c:v>
                </c:pt>
                <c:pt idx="39805">
                  <c:v>0</c:v>
                </c:pt>
                <c:pt idx="39806">
                  <c:v>0</c:v>
                </c:pt>
                <c:pt idx="39807">
                  <c:v>0</c:v>
                </c:pt>
                <c:pt idx="39808">
                  <c:v>0</c:v>
                </c:pt>
                <c:pt idx="39809">
                  <c:v>0</c:v>
                </c:pt>
                <c:pt idx="39810">
                  <c:v>0</c:v>
                </c:pt>
                <c:pt idx="39811">
                  <c:v>0</c:v>
                </c:pt>
                <c:pt idx="39812">
                  <c:v>0</c:v>
                </c:pt>
                <c:pt idx="39813">
                  <c:v>0</c:v>
                </c:pt>
                <c:pt idx="39814">
                  <c:v>0</c:v>
                </c:pt>
                <c:pt idx="39815">
                  <c:v>0</c:v>
                </c:pt>
                <c:pt idx="39816">
                  <c:v>0</c:v>
                </c:pt>
                <c:pt idx="39817">
                  <c:v>0</c:v>
                </c:pt>
                <c:pt idx="39818">
                  <c:v>0</c:v>
                </c:pt>
                <c:pt idx="39819">
                  <c:v>0</c:v>
                </c:pt>
                <c:pt idx="39820">
                  <c:v>0</c:v>
                </c:pt>
                <c:pt idx="39821">
                  <c:v>0</c:v>
                </c:pt>
                <c:pt idx="39822">
                  <c:v>0</c:v>
                </c:pt>
                <c:pt idx="39823">
                  <c:v>0</c:v>
                </c:pt>
                <c:pt idx="39824">
                  <c:v>0</c:v>
                </c:pt>
                <c:pt idx="39825">
                  <c:v>0</c:v>
                </c:pt>
                <c:pt idx="39826">
                  <c:v>0</c:v>
                </c:pt>
                <c:pt idx="39827">
                  <c:v>0</c:v>
                </c:pt>
                <c:pt idx="39828">
                  <c:v>0</c:v>
                </c:pt>
                <c:pt idx="39829">
                  <c:v>0</c:v>
                </c:pt>
                <c:pt idx="39830">
                  <c:v>0</c:v>
                </c:pt>
                <c:pt idx="39831">
                  <c:v>0</c:v>
                </c:pt>
                <c:pt idx="39832">
                  <c:v>0</c:v>
                </c:pt>
                <c:pt idx="39833">
                  <c:v>0</c:v>
                </c:pt>
                <c:pt idx="39834">
                  <c:v>0</c:v>
                </c:pt>
                <c:pt idx="39835">
                  <c:v>0</c:v>
                </c:pt>
                <c:pt idx="39836">
                  <c:v>0</c:v>
                </c:pt>
                <c:pt idx="39837">
                  <c:v>0</c:v>
                </c:pt>
                <c:pt idx="39838">
                  <c:v>0</c:v>
                </c:pt>
                <c:pt idx="39839">
                  <c:v>0</c:v>
                </c:pt>
                <c:pt idx="39840">
                  <c:v>0</c:v>
                </c:pt>
                <c:pt idx="39841">
                  <c:v>0</c:v>
                </c:pt>
                <c:pt idx="39842">
                  <c:v>0</c:v>
                </c:pt>
                <c:pt idx="39843">
                  <c:v>0</c:v>
                </c:pt>
                <c:pt idx="39844">
                  <c:v>0</c:v>
                </c:pt>
                <c:pt idx="39845">
                  <c:v>0</c:v>
                </c:pt>
                <c:pt idx="39846">
                  <c:v>0</c:v>
                </c:pt>
                <c:pt idx="39847">
                  <c:v>0</c:v>
                </c:pt>
                <c:pt idx="39848">
                  <c:v>0</c:v>
                </c:pt>
                <c:pt idx="39849">
                  <c:v>0</c:v>
                </c:pt>
                <c:pt idx="39850">
                  <c:v>0</c:v>
                </c:pt>
                <c:pt idx="39851">
                  <c:v>0</c:v>
                </c:pt>
                <c:pt idx="39852">
                  <c:v>0</c:v>
                </c:pt>
                <c:pt idx="39853">
                  <c:v>0</c:v>
                </c:pt>
                <c:pt idx="39854">
                  <c:v>0</c:v>
                </c:pt>
                <c:pt idx="39855">
                  <c:v>0</c:v>
                </c:pt>
                <c:pt idx="39856">
                  <c:v>0</c:v>
                </c:pt>
                <c:pt idx="39857">
                  <c:v>0</c:v>
                </c:pt>
                <c:pt idx="39858">
                  <c:v>0</c:v>
                </c:pt>
                <c:pt idx="39859">
                  <c:v>0</c:v>
                </c:pt>
                <c:pt idx="39860">
                  <c:v>0</c:v>
                </c:pt>
                <c:pt idx="39861">
                  <c:v>0</c:v>
                </c:pt>
                <c:pt idx="39862">
                  <c:v>0</c:v>
                </c:pt>
                <c:pt idx="39863">
                  <c:v>0</c:v>
                </c:pt>
                <c:pt idx="39864">
                  <c:v>0</c:v>
                </c:pt>
                <c:pt idx="39865">
                  <c:v>0</c:v>
                </c:pt>
                <c:pt idx="39866">
                  <c:v>0</c:v>
                </c:pt>
                <c:pt idx="39867">
                  <c:v>0</c:v>
                </c:pt>
                <c:pt idx="39868">
                  <c:v>0</c:v>
                </c:pt>
                <c:pt idx="39869">
                  <c:v>0</c:v>
                </c:pt>
                <c:pt idx="39870">
                  <c:v>0</c:v>
                </c:pt>
                <c:pt idx="39871">
                  <c:v>0</c:v>
                </c:pt>
                <c:pt idx="39872">
                  <c:v>0</c:v>
                </c:pt>
                <c:pt idx="39873">
                  <c:v>0</c:v>
                </c:pt>
                <c:pt idx="39874">
                  <c:v>0</c:v>
                </c:pt>
                <c:pt idx="39875">
                  <c:v>0</c:v>
                </c:pt>
                <c:pt idx="39876">
                  <c:v>0</c:v>
                </c:pt>
                <c:pt idx="39877">
                  <c:v>0</c:v>
                </c:pt>
                <c:pt idx="39878">
                  <c:v>0</c:v>
                </c:pt>
                <c:pt idx="39879">
                  <c:v>0</c:v>
                </c:pt>
                <c:pt idx="39880">
                  <c:v>0</c:v>
                </c:pt>
                <c:pt idx="39881">
                  <c:v>0</c:v>
                </c:pt>
                <c:pt idx="39882">
                  <c:v>0</c:v>
                </c:pt>
                <c:pt idx="39883">
                  <c:v>0</c:v>
                </c:pt>
                <c:pt idx="39884">
                  <c:v>0</c:v>
                </c:pt>
                <c:pt idx="39885">
                  <c:v>0</c:v>
                </c:pt>
                <c:pt idx="39886">
                  <c:v>0</c:v>
                </c:pt>
                <c:pt idx="39887">
                  <c:v>0</c:v>
                </c:pt>
                <c:pt idx="39888">
                  <c:v>0</c:v>
                </c:pt>
                <c:pt idx="39889">
                  <c:v>0</c:v>
                </c:pt>
                <c:pt idx="39890">
                  <c:v>0</c:v>
                </c:pt>
                <c:pt idx="39891">
                  <c:v>0</c:v>
                </c:pt>
                <c:pt idx="39892">
                  <c:v>0</c:v>
                </c:pt>
                <c:pt idx="39893">
                  <c:v>0</c:v>
                </c:pt>
                <c:pt idx="39894">
                  <c:v>0</c:v>
                </c:pt>
                <c:pt idx="39895">
                  <c:v>0</c:v>
                </c:pt>
                <c:pt idx="39896">
                  <c:v>0</c:v>
                </c:pt>
                <c:pt idx="39897">
                  <c:v>0</c:v>
                </c:pt>
                <c:pt idx="39898">
                  <c:v>0</c:v>
                </c:pt>
                <c:pt idx="39899">
                  <c:v>0</c:v>
                </c:pt>
                <c:pt idx="39900">
                  <c:v>0</c:v>
                </c:pt>
                <c:pt idx="39901">
                  <c:v>0</c:v>
                </c:pt>
                <c:pt idx="39902">
                  <c:v>0</c:v>
                </c:pt>
                <c:pt idx="39903">
                  <c:v>0</c:v>
                </c:pt>
                <c:pt idx="39904">
                  <c:v>0</c:v>
                </c:pt>
                <c:pt idx="39905">
                  <c:v>0</c:v>
                </c:pt>
                <c:pt idx="39906">
                  <c:v>0</c:v>
                </c:pt>
                <c:pt idx="39907">
                  <c:v>0</c:v>
                </c:pt>
                <c:pt idx="39908">
                  <c:v>0</c:v>
                </c:pt>
                <c:pt idx="39909">
                  <c:v>0</c:v>
                </c:pt>
                <c:pt idx="39910">
                  <c:v>0</c:v>
                </c:pt>
                <c:pt idx="39911">
                  <c:v>0</c:v>
                </c:pt>
                <c:pt idx="39912">
                  <c:v>0</c:v>
                </c:pt>
                <c:pt idx="39913">
                  <c:v>0</c:v>
                </c:pt>
                <c:pt idx="39914">
                  <c:v>0</c:v>
                </c:pt>
                <c:pt idx="39915">
                  <c:v>0</c:v>
                </c:pt>
                <c:pt idx="39916">
                  <c:v>0</c:v>
                </c:pt>
                <c:pt idx="39917">
                  <c:v>0</c:v>
                </c:pt>
                <c:pt idx="39918">
                  <c:v>0</c:v>
                </c:pt>
                <c:pt idx="39919">
                  <c:v>0</c:v>
                </c:pt>
                <c:pt idx="39920">
                  <c:v>0</c:v>
                </c:pt>
                <c:pt idx="39921">
                  <c:v>0</c:v>
                </c:pt>
                <c:pt idx="39922">
                  <c:v>0</c:v>
                </c:pt>
                <c:pt idx="39923">
                  <c:v>0</c:v>
                </c:pt>
                <c:pt idx="39924">
                  <c:v>0</c:v>
                </c:pt>
                <c:pt idx="39925">
                  <c:v>0</c:v>
                </c:pt>
                <c:pt idx="39926">
                  <c:v>0</c:v>
                </c:pt>
                <c:pt idx="39927">
                  <c:v>0</c:v>
                </c:pt>
                <c:pt idx="39928">
                  <c:v>0</c:v>
                </c:pt>
                <c:pt idx="39929">
                  <c:v>0</c:v>
                </c:pt>
                <c:pt idx="39930">
                  <c:v>0</c:v>
                </c:pt>
                <c:pt idx="39931">
                  <c:v>0</c:v>
                </c:pt>
                <c:pt idx="39932">
                  <c:v>0</c:v>
                </c:pt>
                <c:pt idx="39933">
                  <c:v>0</c:v>
                </c:pt>
                <c:pt idx="39934">
                  <c:v>0</c:v>
                </c:pt>
                <c:pt idx="39935">
                  <c:v>0</c:v>
                </c:pt>
                <c:pt idx="39936">
                  <c:v>0</c:v>
                </c:pt>
                <c:pt idx="39937">
                  <c:v>0</c:v>
                </c:pt>
                <c:pt idx="39938">
                  <c:v>0</c:v>
                </c:pt>
                <c:pt idx="39939">
                  <c:v>0</c:v>
                </c:pt>
                <c:pt idx="39940">
                  <c:v>0</c:v>
                </c:pt>
                <c:pt idx="39941">
                  <c:v>0</c:v>
                </c:pt>
                <c:pt idx="39942">
                  <c:v>0</c:v>
                </c:pt>
                <c:pt idx="39943">
                  <c:v>0</c:v>
                </c:pt>
                <c:pt idx="39944">
                  <c:v>0</c:v>
                </c:pt>
                <c:pt idx="39945">
                  <c:v>0</c:v>
                </c:pt>
                <c:pt idx="39946">
                  <c:v>0</c:v>
                </c:pt>
                <c:pt idx="39947">
                  <c:v>0</c:v>
                </c:pt>
                <c:pt idx="39948">
                  <c:v>0</c:v>
                </c:pt>
                <c:pt idx="39949">
                  <c:v>0</c:v>
                </c:pt>
                <c:pt idx="39950">
                  <c:v>0</c:v>
                </c:pt>
                <c:pt idx="39951">
                  <c:v>0</c:v>
                </c:pt>
                <c:pt idx="39952">
                  <c:v>0</c:v>
                </c:pt>
                <c:pt idx="39953">
                  <c:v>0</c:v>
                </c:pt>
                <c:pt idx="39954">
                  <c:v>0</c:v>
                </c:pt>
                <c:pt idx="39955">
                  <c:v>0</c:v>
                </c:pt>
                <c:pt idx="39956">
                  <c:v>0</c:v>
                </c:pt>
                <c:pt idx="39957">
                  <c:v>0</c:v>
                </c:pt>
                <c:pt idx="39958">
                  <c:v>0</c:v>
                </c:pt>
                <c:pt idx="39959">
                  <c:v>0</c:v>
                </c:pt>
                <c:pt idx="39960">
                  <c:v>0</c:v>
                </c:pt>
                <c:pt idx="39961">
                  <c:v>0</c:v>
                </c:pt>
                <c:pt idx="39962">
                  <c:v>0</c:v>
                </c:pt>
                <c:pt idx="39963">
                  <c:v>0</c:v>
                </c:pt>
                <c:pt idx="39964">
                  <c:v>0</c:v>
                </c:pt>
                <c:pt idx="39965">
                  <c:v>0</c:v>
                </c:pt>
                <c:pt idx="39966">
                  <c:v>0</c:v>
                </c:pt>
                <c:pt idx="39967">
                  <c:v>0</c:v>
                </c:pt>
                <c:pt idx="39968">
                  <c:v>0</c:v>
                </c:pt>
                <c:pt idx="39969">
                  <c:v>0</c:v>
                </c:pt>
                <c:pt idx="39970">
                  <c:v>0</c:v>
                </c:pt>
                <c:pt idx="39971">
                  <c:v>0</c:v>
                </c:pt>
                <c:pt idx="39972">
                  <c:v>0</c:v>
                </c:pt>
                <c:pt idx="39973">
                  <c:v>0</c:v>
                </c:pt>
                <c:pt idx="39974">
                  <c:v>0</c:v>
                </c:pt>
                <c:pt idx="39975">
                  <c:v>0</c:v>
                </c:pt>
                <c:pt idx="39976">
                  <c:v>0</c:v>
                </c:pt>
                <c:pt idx="39977">
                  <c:v>0</c:v>
                </c:pt>
                <c:pt idx="39978">
                  <c:v>0</c:v>
                </c:pt>
                <c:pt idx="39979">
                  <c:v>0</c:v>
                </c:pt>
                <c:pt idx="39980">
                  <c:v>0</c:v>
                </c:pt>
                <c:pt idx="39981">
                  <c:v>0</c:v>
                </c:pt>
                <c:pt idx="39982">
                  <c:v>0</c:v>
                </c:pt>
                <c:pt idx="39983">
                  <c:v>0</c:v>
                </c:pt>
                <c:pt idx="39984">
                  <c:v>0</c:v>
                </c:pt>
                <c:pt idx="39985">
                  <c:v>0</c:v>
                </c:pt>
                <c:pt idx="39986">
                  <c:v>0</c:v>
                </c:pt>
                <c:pt idx="39987">
                  <c:v>0</c:v>
                </c:pt>
                <c:pt idx="39988">
                  <c:v>0</c:v>
                </c:pt>
                <c:pt idx="39989">
                  <c:v>0</c:v>
                </c:pt>
                <c:pt idx="39990">
                  <c:v>0</c:v>
                </c:pt>
                <c:pt idx="39991">
                  <c:v>0</c:v>
                </c:pt>
                <c:pt idx="39992">
                  <c:v>0</c:v>
                </c:pt>
                <c:pt idx="39993">
                  <c:v>0</c:v>
                </c:pt>
                <c:pt idx="39994">
                  <c:v>0</c:v>
                </c:pt>
                <c:pt idx="39995">
                  <c:v>0</c:v>
                </c:pt>
                <c:pt idx="39996">
                  <c:v>0</c:v>
                </c:pt>
                <c:pt idx="39997">
                  <c:v>0</c:v>
                </c:pt>
                <c:pt idx="39998">
                  <c:v>0</c:v>
                </c:pt>
                <c:pt idx="39999">
                  <c:v>0</c:v>
                </c:pt>
                <c:pt idx="40000">
                  <c:v>0</c:v>
                </c:pt>
                <c:pt idx="40001">
                  <c:v>0</c:v>
                </c:pt>
                <c:pt idx="40002">
                  <c:v>0</c:v>
                </c:pt>
                <c:pt idx="40003">
                  <c:v>0</c:v>
                </c:pt>
                <c:pt idx="40004">
                  <c:v>0</c:v>
                </c:pt>
                <c:pt idx="40005">
                  <c:v>0</c:v>
                </c:pt>
                <c:pt idx="40006">
                  <c:v>0</c:v>
                </c:pt>
                <c:pt idx="40007">
                  <c:v>0</c:v>
                </c:pt>
                <c:pt idx="40008">
                  <c:v>0</c:v>
                </c:pt>
                <c:pt idx="40009">
                  <c:v>0</c:v>
                </c:pt>
                <c:pt idx="40010">
                  <c:v>0</c:v>
                </c:pt>
                <c:pt idx="40011">
                  <c:v>0</c:v>
                </c:pt>
                <c:pt idx="40012">
                  <c:v>0</c:v>
                </c:pt>
                <c:pt idx="40013">
                  <c:v>0</c:v>
                </c:pt>
                <c:pt idx="40014">
                  <c:v>0</c:v>
                </c:pt>
                <c:pt idx="40015">
                  <c:v>0</c:v>
                </c:pt>
                <c:pt idx="40016">
                  <c:v>0</c:v>
                </c:pt>
                <c:pt idx="40017">
                  <c:v>0</c:v>
                </c:pt>
                <c:pt idx="40018">
                  <c:v>0</c:v>
                </c:pt>
                <c:pt idx="40019">
                  <c:v>0</c:v>
                </c:pt>
                <c:pt idx="40020">
                  <c:v>0</c:v>
                </c:pt>
                <c:pt idx="40021">
                  <c:v>0</c:v>
                </c:pt>
                <c:pt idx="40022">
                  <c:v>0</c:v>
                </c:pt>
                <c:pt idx="40023">
                  <c:v>0</c:v>
                </c:pt>
                <c:pt idx="40024">
                  <c:v>0</c:v>
                </c:pt>
                <c:pt idx="40025">
                  <c:v>0</c:v>
                </c:pt>
                <c:pt idx="40026">
                  <c:v>0</c:v>
                </c:pt>
                <c:pt idx="40027">
                  <c:v>0</c:v>
                </c:pt>
                <c:pt idx="40028">
                  <c:v>0</c:v>
                </c:pt>
                <c:pt idx="40029">
                  <c:v>0</c:v>
                </c:pt>
                <c:pt idx="40030">
                  <c:v>0</c:v>
                </c:pt>
                <c:pt idx="40031">
                  <c:v>0</c:v>
                </c:pt>
                <c:pt idx="40032">
                  <c:v>0</c:v>
                </c:pt>
                <c:pt idx="40033">
                  <c:v>0</c:v>
                </c:pt>
                <c:pt idx="40034">
                  <c:v>0</c:v>
                </c:pt>
                <c:pt idx="40035">
                  <c:v>0</c:v>
                </c:pt>
                <c:pt idx="40036">
                  <c:v>0</c:v>
                </c:pt>
                <c:pt idx="40037">
                  <c:v>0</c:v>
                </c:pt>
                <c:pt idx="40038">
                  <c:v>0</c:v>
                </c:pt>
                <c:pt idx="40039">
                  <c:v>0</c:v>
                </c:pt>
                <c:pt idx="40040">
                  <c:v>0</c:v>
                </c:pt>
                <c:pt idx="40041">
                  <c:v>0</c:v>
                </c:pt>
                <c:pt idx="40042">
                  <c:v>0</c:v>
                </c:pt>
                <c:pt idx="40043">
                  <c:v>0</c:v>
                </c:pt>
                <c:pt idx="40044">
                  <c:v>0</c:v>
                </c:pt>
                <c:pt idx="40045">
                  <c:v>0</c:v>
                </c:pt>
                <c:pt idx="40046">
                  <c:v>0</c:v>
                </c:pt>
                <c:pt idx="40047">
                  <c:v>0</c:v>
                </c:pt>
                <c:pt idx="40048">
                  <c:v>0</c:v>
                </c:pt>
                <c:pt idx="40049">
                  <c:v>0</c:v>
                </c:pt>
                <c:pt idx="40050">
                  <c:v>0</c:v>
                </c:pt>
                <c:pt idx="40051">
                  <c:v>0</c:v>
                </c:pt>
                <c:pt idx="40052">
                  <c:v>0</c:v>
                </c:pt>
                <c:pt idx="40053">
                  <c:v>0</c:v>
                </c:pt>
                <c:pt idx="40054">
                  <c:v>0</c:v>
                </c:pt>
                <c:pt idx="40055">
                  <c:v>0</c:v>
                </c:pt>
                <c:pt idx="40056">
                  <c:v>0</c:v>
                </c:pt>
                <c:pt idx="40057">
                  <c:v>0</c:v>
                </c:pt>
                <c:pt idx="40058">
                  <c:v>0</c:v>
                </c:pt>
                <c:pt idx="40059">
                  <c:v>0</c:v>
                </c:pt>
                <c:pt idx="40060">
                  <c:v>0</c:v>
                </c:pt>
                <c:pt idx="40061">
                  <c:v>0</c:v>
                </c:pt>
                <c:pt idx="40062">
                  <c:v>0</c:v>
                </c:pt>
                <c:pt idx="40063">
                  <c:v>0</c:v>
                </c:pt>
                <c:pt idx="40064">
                  <c:v>0</c:v>
                </c:pt>
                <c:pt idx="40065">
                  <c:v>0</c:v>
                </c:pt>
                <c:pt idx="40066">
                  <c:v>0</c:v>
                </c:pt>
                <c:pt idx="40067">
                  <c:v>0</c:v>
                </c:pt>
                <c:pt idx="40068">
                  <c:v>0</c:v>
                </c:pt>
                <c:pt idx="40069">
                  <c:v>0</c:v>
                </c:pt>
                <c:pt idx="40070">
                  <c:v>0</c:v>
                </c:pt>
                <c:pt idx="40071">
                  <c:v>0</c:v>
                </c:pt>
                <c:pt idx="40072">
                  <c:v>0</c:v>
                </c:pt>
                <c:pt idx="40073">
                  <c:v>0</c:v>
                </c:pt>
                <c:pt idx="40074">
                  <c:v>0</c:v>
                </c:pt>
                <c:pt idx="40075">
                  <c:v>0</c:v>
                </c:pt>
                <c:pt idx="40076">
                  <c:v>0</c:v>
                </c:pt>
                <c:pt idx="40077">
                  <c:v>0</c:v>
                </c:pt>
                <c:pt idx="40078">
                  <c:v>0</c:v>
                </c:pt>
                <c:pt idx="40079">
                  <c:v>0</c:v>
                </c:pt>
                <c:pt idx="40080">
                  <c:v>0</c:v>
                </c:pt>
                <c:pt idx="40081">
                  <c:v>0</c:v>
                </c:pt>
                <c:pt idx="40082">
                  <c:v>0</c:v>
                </c:pt>
                <c:pt idx="40083">
                  <c:v>0</c:v>
                </c:pt>
                <c:pt idx="40084">
                  <c:v>0</c:v>
                </c:pt>
                <c:pt idx="40085">
                  <c:v>0</c:v>
                </c:pt>
                <c:pt idx="40086">
                  <c:v>0</c:v>
                </c:pt>
                <c:pt idx="40087">
                  <c:v>0</c:v>
                </c:pt>
                <c:pt idx="40088">
                  <c:v>0</c:v>
                </c:pt>
                <c:pt idx="40089">
                  <c:v>0</c:v>
                </c:pt>
                <c:pt idx="40090">
                  <c:v>0</c:v>
                </c:pt>
                <c:pt idx="40091">
                  <c:v>0</c:v>
                </c:pt>
                <c:pt idx="40092">
                  <c:v>0</c:v>
                </c:pt>
                <c:pt idx="40093">
                  <c:v>0</c:v>
                </c:pt>
                <c:pt idx="40094">
                  <c:v>0</c:v>
                </c:pt>
                <c:pt idx="40095">
                  <c:v>0</c:v>
                </c:pt>
                <c:pt idx="40096">
                  <c:v>0</c:v>
                </c:pt>
                <c:pt idx="40097">
                  <c:v>0</c:v>
                </c:pt>
                <c:pt idx="40098">
                  <c:v>0</c:v>
                </c:pt>
                <c:pt idx="40099">
                  <c:v>0</c:v>
                </c:pt>
                <c:pt idx="40100">
                  <c:v>0</c:v>
                </c:pt>
                <c:pt idx="40101">
                  <c:v>0</c:v>
                </c:pt>
                <c:pt idx="40102">
                  <c:v>0</c:v>
                </c:pt>
                <c:pt idx="40103">
                  <c:v>0</c:v>
                </c:pt>
                <c:pt idx="40104">
                  <c:v>0</c:v>
                </c:pt>
                <c:pt idx="40105">
                  <c:v>0</c:v>
                </c:pt>
                <c:pt idx="40106">
                  <c:v>0</c:v>
                </c:pt>
                <c:pt idx="40107">
                  <c:v>0</c:v>
                </c:pt>
                <c:pt idx="40108">
                  <c:v>0</c:v>
                </c:pt>
                <c:pt idx="40109">
                  <c:v>0</c:v>
                </c:pt>
                <c:pt idx="40110">
                  <c:v>0</c:v>
                </c:pt>
                <c:pt idx="40111">
                  <c:v>0</c:v>
                </c:pt>
                <c:pt idx="40112">
                  <c:v>0</c:v>
                </c:pt>
                <c:pt idx="40113">
                  <c:v>0</c:v>
                </c:pt>
                <c:pt idx="40114">
                  <c:v>0</c:v>
                </c:pt>
                <c:pt idx="40115">
                  <c:v>0</c:v>
                </c:pt>
                <c:pt idx="40116">
                  <c:v>0</c:v>
                </c:pt>
                <c:pt idx="40117">
                  <c:v>0</c:v>
                </c:pt>
                <c:pt idx="40118">
                  <c:v>0</c:v>
                </c:pt>
                <c:pt idx="40119">
                  <c:v>0</c:v>
                </c:pt>
                <c:pt idx="40120">
                  <c:v>0</c:v>
                </c:pt>
                <c:pt idx="40121">
                  <c:v>0</c:v>
                </c:pt>
                <c:pt idx="40122">
                  <c:v>0</c:v>
                </c:pt>
                <c:pt idx="40123">
                  <c:v>0</c:v>
                </c:pt>
                <c:pt idx="40124">
                  <c:v>0</c:v>
                </c:pt>
                <c:pt idx="40125">
                  <c:v>0</c:v>
                </c:pt>
                <c:pt idx="40126">
                  <c:v>0</c:v>
                </c:pt>
                <c:pt idx="40127">
                  <c:v>0</c:v>
                </c:pt>
                <c:pt idx="40128">
                  <c:v>0</c:v>
                </c:pt>
                <c:pt idx="40129">
                  <c:v>0</c:v>
                </c:pt>
                <c:pt idx="40130">
                  <c:v>0</c:v>
                </c:pt>
                <c:pt idx="40131">
                  <c:v>0</c:v>
                </c:pt>
                <c:pt idx="40132">
                  <c:v>0</c:v>
                </c:pt>
                <c:pt idx="40133">
                  <c:v>0</c:v>
                </c:pt>
                <c:pt idx="40134">
                  <c:v>0</c:v>
                </c:pt>
                <c:pt idx="40135">
                  <c:v>0</c:v>
                </c:pt>
                <c:pt idx="40136">
                  <c:v>0</c:v>
                </c:pt>
                <c:pt idx="40137">
                  <c:v>0</c:v>
                </c:pt>
                <c:pt idx="40138">
                  <c:v>0</c:v>
                </c:pt>
                <c:pt idx="40139">
                  <c:v>0</c:v>
                </c:pt>
                <c:pt idx="40140">
                  <c:v>0</c:v>
                </c:pt>
                <c:pt idx="40141">
                  <c:v>0</c:v>
                </c:pt>
                <c:pt idx="40142">
                  <c:v>0</c:v>
                </c:pt>
                <c:pt idx="40143">
                  <c:v>0</c:v>
                </c:pt>
                <c:pt idx="40144">
                  <c:v>0</c:v>
                </c:pt>
                <c:pt idx="40145">
                  <c:v>0</c:v>
                </c:pt>
                <c:pt idx="40146">
                  <c:v>0</c:v>
                </c:pt>
                <c:pt idx="40147">
                  <c:v>0</c:v>
                </c:pt>
                <c:pt idx="40148">
                  <c:v>0</c:v>
                </c:pt>
                <c:pt idx="40149">
                  <c:v>0</c:v>
                </c:pt>
                <c:pt idx="40150">
                  <c:v>0</c:v>
                </c:pt>
                <c:pt idx="40151">
                  <c:v>0</c:v>
                </c:pt>
                <c:pt idx="40152">
                  <c:v>0</c:v>
                </c:pt>
                <c:pt idx="40153">
                  <c:v>0</c:v>
                </c:pt>
                <c:pt idx="40154">
                  <c:v>0</c:v>
                </c:pt>
                <c:pt idx="40155">
                  <c:v>0</c:v>
                </c:pt>
                <c:pt idx="40156">
                  <c:v>0</c:v>
                </c:pt>
                <c:pt idx="40157">
                  <c:v>0</c:v>
                </c:pt>
                <c:pt idx="40158">
                  <c:v>0</c:v>
                </c:pt>
                <c:pt idx="40159">
                  <c:v>0</c:v>
                </c:pt>
                <c:pt idx="40160">
                  <c:v>0</c:v>
                </c:pt>
                <c:pt idx="40161">
                  <c:v>0</c:v>
                </c:pt>
                <c:pt idx="40162">
                  <c:v>0</c:v>
                </c:pt>
                <c:pt idx="40163">
                  <c:v>0</c:v>
                </c:pt>
                <c:pt idx="40164">
                  <c:v>0</c:v>
                </c:pt>
                <c:pt idx="40165">
                  <c:v>0</c:v>
                </c:pt>
                <c:pt idx="40166">
                  <c:v>0</c:v>
                </c:pt>
                <c:pt idx="40167">
                  <c:v>0</c:v>
                </c:pt>
                <c:pt idx="40168">
                  <c:v>0</c:v>
                </c:pt>
                <c:pt idx="40169">
                  <c:v>0</c:v>
                </c:pt>
                <c:pt idx="40170">
                  <c:v>0</c:v>
                </c:pt>
                <c:pt idx="40171">
                  <c:v>0</c:v>
                </c:pt>
                <c:pt idx="40172">
                  <c:v>0</c:v>
                </c:pt>
                <c:pt idx="40173">
                  <c:v>0</c:v>
                </c:pt>
                <c:pt idx="40174">
                  <c:v>0</c:v>
                </c:pt>
                <c:pt idx="40175">
                  <c:v>0</c:v>
                </c:pt>
                <c:pt idx="40176">
                  <c:v>0</c:v>
                </c:pt>
                <c:pt idx="40177">
                  <c:v>0</c:v>
                </c:pt>
                <c:pt idx="40178">
                  <c:v>0</c:v>
                </c:pt>
                <c:pt idx="40179">
                  <c:v>0</c:v>
                </c:pt>
                <c:pt idx="40180">
                  <c:v>0</c:v>
                </c:pt>
                <c:pt idx="40181">
                  <c:v>0</c:v>
                </c:pt>
                <c:pt idx="40182">
                  <c:v>0</c:v>
                </c:pt>
                <c:pt idx="40183">
                  <c:v>0</c:v>
                </c:pt>
                <c:pt idx="40184">
                  <c:v>0</c:v>
                </c:pt>
                <c:pt idx="40185">
                  <c:v>0</c:v>
                </c:pt>
                <c:pt idx="40186">
                  <c:v>0</c:v>
                </c:pt>
                <c:pt idx="40187">
                  <c:v>0</c:v>
                </c:pt>
                <c:pt idx="40188">
                  <c:v>0</c:v>
                </c:pt>
                <c:pt idx="40189">
                  <c:v>0</c:v>
                </c:pt>
                <c:pt idx="40190">
                  <c:v>0</c:v>
                </c:pt>
                <c:pt idx="40191">
                  <c:v>0</c:v>
                </c:pt>
                <c:pt idx="40192">
                  <c:v>0</c:v>
                </c:pt>
                <c:pt idx="40193">
                  <c:v>0</c:v>
                </c:pt>
                <c:pt idx="40194">
                  <c:v>0</c:v>
                </c:pt>
                <c:pt idx="40195">
                  <c:v>0</c:v>
                </c:pt>
                <c:pt idx="40196">
                  <c:v>0</c:v>
                </c:pt>
                <c:pt idx="40197">
                  <c:v>0</c:v>
                </c:pt>
                <c:pt idx="40198">
                  <c:v>0</c:v>
                </c:pt>
                <c:pt idx="40199">
                  <c:v>0</c:v>
                </c:pt>
                <c:pt idx="40200">
                  <c:v>0</c:v>
                </c:pt>
                <c:pt idx="40201">
                  <c:v>0</c:v>
                </c:pt>
                <c:pt idx="40202">
                  <c:v>0</c:v>
                </c:pt>
                <c:pt idx="40203">
                  <c:v>0</c:v>
                </c:pt>
                <c:pt idx="40204">
                  <c:v>0</c:v>
                </c:pt>
                <c:pt idx="40205">
                  <c:v>0</c:v>
                </c:pt>
                <c:pt idx="40206">
                  <c:v>0</c:v>
                </c:pt>
                <c:pt idx="40207">
                  <c:v>0</c:v>
                </c:pt>
                <c:pt idx="40208">
                  <c:v>0</c:v>
                </c:pt>
                <c:pt idx="40209">
                  <c:v>0</c:v>
                </c:pt>
                <c:pt idx="40210">
                  <c:v>0</c:v>
                </c:pt>
                <c:pt idx="40211">
                  <c:v>0</c:v>
                </c:pt>
                <c:pt idx="40212">
                  <c:v>0</c:v>
                </c:pt>
                <c:pt idx="40213">
                  <c:v>0</c:v>
                </c:pt>
                <c:pt idx="40214">
                  <c:v>0</c:v>
                </c:pt>
                <c:pt idx="40215">
                  <c:v>0</c:v>
                </c:pt>
                <c:pt idx="40216">
                  <c:v>0</c:v>
                </c:pt>
                <c:pt idx="40217">
                  <c:v>0</c:v>
                </c:pt>
                <c:pt idx="40218">
                  <c:v>0</c:v>
                </c:pt>
                <c:pt idx="40219">
                  <c:v>0</c:v>
                </c:pt>
                <c:pt idx="40220">
                  <c:v>0</c:v>
                </c:pt>
                <c:pt idx="40221">
                  <c:v>0</c:v>
                </c:pt>
                <c:pt idx="40222">
                  <c:v>0</c:v>
                </c:pt>
                <c:pt idx="40223">
                  <c:v>0</c:v>
                </c:pt>
                <c:pt idx="40224">
                  <c:v>0</c:v>
                </c:pt>
                <c:pt idx="40225">
                  <c:v>0</c:v>
                </c:pt>
                <c:pt idx="40226">
                  <c:v>0</c:v>
                </c:pt>
                <c:pt idx="40227">
                  <c:v>0</c:v>
                </c:pt>
                <c:pt idx="40228">
                  <c:v>0</c:v>
                </c:pt>
                <c:pt idx="40229">
                  <c:v>0</c:v>
                </c:pt>
                <c:pt idx="40230">
                  <c:v>0</c:v>
                </c:pt>
                <c:pt idx="40231">
                  <c:v>0</c:v>
                </c:pt>
                <c:pt idx="40232">
                  <c:v>0</c:v>
                </c:pt>
                <c:pt idx="40233">
                  <c:v>0</c:v>
                </c:pt>
                <c:pt idx="40234">
                  <c:v>0</c:v>
                </c:pt>
                <c:pt idx="40235">
                  <c:v>0</c:v>
                </c:pt>
                <c:pt idx="40236">
                  <c:v>0</c:v>
                </c:pt>
                <c:pt idx="40237">
                  <c:v>0</c:v>
                </c:pt>
                <c:pt idx="40238">
                  <c:v>0</c:v>
                </c:pt>
                <c:pt idx="40239">
                  <c:v>0</c:v>
                </c:pt>
                <c:pt idx="40240">
                  <c:v>0</c:v>
                </c:pt>
                <c:pt idx="40241">
                  <c:v>0</c:v>
                </c:pt>
                <c:pt idx="40242">
                  <c:v>0</c:v>
                </c:pt>
                <c:pt idx="40243">
                  <c:v>0</c:v>
                </c:pt>
                <c:pt idx="40244">
                  <c:v>0</c:v>
                </c:pt>
                <c:pt idx="40245">
                  <c:v>0</c:v>
                </c:pt>
                <c:pt idx="40246">
                  <c:v>0</c:v>
                </c:pt>
                <c:pt idx="40247">
                  <c:v>0</c:v>
                </c:pt>
                <c:pt idx="40248">
                  <c:v>0</c:v>
                </c:pt>
                <c:pt idx="40249">
                  <c:v>0</c:v>
                </c:pt>
                <c:pt idx="40250">
                  <c:v>0</c:v>
                </c:pt>
                <c:pt idx="40251">
                  <c:v>0</c:v>
                </c:pt>
                <c:pt idx="40252">
                  <c:v>0</c:v>
                </c:pt>
                <c:pt idx="40253">
                  <c:v>0</c:v>
                </c:pt>
                <c:pt idx="40254">
                  <c:v>0</c:v>
                </c:pt>
                <c:pt idx="40255">
                  <c:v>0</c:v>
                </c:pt>
                <c:pt idx="40256">
                  <c:v>0</c:v>
                </c:pt>
                <c:pt idx="40257">
                  <c:v>0</c:v>
                </c:pt>
                <c:pt idx="40258">
                  <c:v>0</c:v>
                </c:pt>
                <c:pt idx="40259">
                  <c:v>0</c:v>
                </c:pt>
                <c:pt idx="40260">
                  <c:v>0</c:v>
                </c:pt>
                <c:pt idx="40261">
                  <c:v>0</c:v>
                </c:pt>
                <c:pt idx="40262">
                  <c:v>0</c:v>
                </c:pt>
                <c:pt idx="40263">
                  <c:v>0</c:v>
                </c:pt>
                <c:pt idx="40264">
                  <c:v>0</c:v>
                </c:pt>
                <c:pt idx="40265">
                  <c:v>0</c:v>
                </c:pt>
                <c:pt idx="40266">
                  <c:v>0</c:v>
                </c:pt>
                <c:pt idx="40267">
                  <c:v>0</c:v>
                </c:pt>
                <c:pt idx="40268">
                  <c:v>0</c:v>
                </c:pt>
                <c:pt idx="40269">
                  <c:v>0</c:v>
                </c:pt>
                <c:pt idx="40270">
                  <c:v>0</c:v>
                </c:pt>
                <c:pt idx="40271">
                  <c:v>0</c:v>
                </c:pt>
                <c:pt idx="40272">
                  <c:v>0</c:v>
                </c:pt>
                <c:pt idx="40273">
                  <c:v>0</c:v>
                </c:pt>
                <c:pt idx="40274">
                  <c:v>0</c:v>
                </c:pt>
                <c:pt idx="40275">
                  <c:v>0</c:v>
                </c:pt>
                <c:pt idx="40276">
                  <c:v>0</c:v>
                </c:pt>
                <c:pt idx="40277">
                  <c:v>0</c:v>
                </c:pt>
                <c:pt idx="40278">
                  <c:v>0</c:v>
                </c:pt>
                <c:pt idx="40279">
                  <c:v>0</c:v>
                </c:pt>
                <c:pt idx="40280">
                  <c:v>0</c:v>
                </c:pt>
                <c:pt idx="40281">
                  <c:v>0</c:v>
                </c:pt>
                <c:pt idx="40282">
                  <c:v>0</c:v>
                </c:pt>
                <c:pt idx="40283">
                  <c:v>0</c:v>
                </c:pt>
                <c:pt idx="40284">
                  <c:v>0</c:v>
                </c:pt>
                <c:pt idx="40285">
                  <c:v>0</c:v>
                </c:pt>
                <c:pt idx="40286">
                  <c:v>0</c:v>
                </c:pt>
                <c:pt idx="40287">
                  <c:v>0</c:v>
                </c:pt>
                <c:pt idx="40288">
                  <c:v>0</c:v>
                </c:pt>
                <c:pt idx="40289">
                  <c:v>0</c:v>
                </c:pt>
                <c:pt idx="40290">
                  <c:v>0</c:v>
                </c:pt>
                <c:pt idx="40291">
                  <c:v>0</c:v>
                </c:pt>
                <c:pt idx="40292">
                  <c:v>0</c:v>
                </c:pt>
                <c:pt idx="40293">
                  <c:v>0</c:v>
                </c:pt>
                <c:pt idx="40294">
                  <c:v>0</c:v>
                </c:pt>
                <c:pt idx="40295">
                  <c:v>0</c:v>
                </c:pt>
                <c:pt idx="40296">
                  <c:v>0</c:v>
                </c:pt>
                <c:pt idx="40297">
                  <c:v>0</c:v>
                </c:pt>
                <c:pt idx="40298">
                  <c:v>0</c:v>
                </c:pt>
                <c:pt idx="40299">
                  <c:v>0</c:v>
                </c:pt>
                <c:pt idx="40300">
                  <c:v>0</c:v>
                </c:pt>
                <c:pt idx="40301">
                  <c:v>0</c:v>
                </c:pt>
                <c:pt idx="40302">
                  <c:v>0</c:v>
                </c:pt>
                <c:pt idx="40303">
                  <c:v>0</c:v>
                </c:pt>
                <c:pt idx="40304">
                  <c:v>0</c:v>
                </c:pt>
                <c:pt idx="40305">
                  <c:v>0</c:v>
                </c:pt>
                <c:pt idx="40306">
                  <c:v>0</c:v>
                </c:pt>
                <c:pt idx="40307">
                  <c:v>0</c:v>
                </c:pt>
                <c:pt idx="40308">
                  <c:v>0</c:v>
                </c:pt>
                <c:pt idx="40309">
                  <c:v>0</c:v>
                </c:pt>
                <c:pt idx="40310">
                  <c:v>0</c:v>
                </c:pt>
                <c:pt idx="40311">
                  <c:v>0</c:v>
                </c:pt>
                <c:pt idx="40312">
                  <c:v>0</c:v>
                </c:pt>
                <c:pt idx="40313">
                  <c:v>0</c:v>
                </c:pt>
                <c:pt idx="40314">
                  <c:v>0</c:v>
                </c:pt>
                <c:pt idx="40315">
                  <c:v>0</c:v>
                </c:pt>
                <c:pt idx="40316">
                  <c:v>0</c:v>
                </c:pt>
                <c:pt idx="40317">
                  <c:v>0</c:v>
                </c:pt>
                <c:pt idx="40318">
                  <c:v>0</c:v>
                </c:pt>
                <c:pt idx="40319">
                  <c:v>0</c:v>
                </c:pt>
                <c:pt idx="40320">
                  <c:v>0</c:v>
                </c:pt>
                <c:pt idx="40321">
                  <c:v>0</c:v>
                </c:pt>
                <c:pt idx="40322">
                  <c:v>0</c:v>
                </c:pt>
                <c:pt idx="40323">
                  <c:v>0</c:v>
                </c:pt>
                <c:pt idx="40324">
                  <c:v>0</c:v>
                </c:pt>
                <c:pt idx="40325">
                  <c:v>0</c:v>
                </c:pt>
                <c:pt idx="40326">
                  <c:v>0</c:v>
                </c:pt>
                <c:pt idx="40327">
                  <c:v>0</c:v>
                </c:pt>
                <c:pt idx="40328">
                  <c:v>0</c:v>
                </c:pt>
                <c:pt idx="40329">
                  <c:v>0</c:v>
                </c:pt>
                <c:pt idx="40330">
                  <c:v>0</c:v>
                </c:pt>
                <c:pt idx="40331">
                  <c:v>0</c:v>
                </c:pt>
                <c:pt idx="40332">
                  <c:v>0</c:v>
                </c:pt>
                <c:pt idx="40333">
                  <c:v>0</c:v>
                </c:pt>
                <c:pt idx="40334">
                  <c:v>0</c:v>
                </c:pt>
                <c:pt idx="40335">
                  <c:v>0</c:v>
                </c:pt>
                <c:pt idx="40336">
                  <c:v>0</c:v>
                </c:pt>
                <c:pt idx="40337">
                  <c:v>0</c:v>
                </c:pt>
                <c:pt idx="40338">
                  <c:v>0</c:v>
                </c:pt>
                <c:pt idx="40339">
                  <c:v>0</c:v>
                </c:pt>
                <c:pt idx="40340">
                  <c:v>0</c:v>
                </c:pt>
                <c:pt idx="40341">
                  <c:v>0</c:v>
                </c:pt>
                <c:pt idx="40342">
                  <c:v>0</c:v>
                </c:pt>
                <c:pt idx="40343">
                  <c:v>0</c:v>
                </c:pt>
                <c:pt idx="40344">
                  <c:v>0</c:v>
                </c:pt>
                <c:pt idx="40345">
                  <c:v>0</c:v>
                </c:pt>
                <c:pt idx="40346">
                  <c:v>0</c:v>
                </c:pt>
                <c:pt idx="40347">
                  <c:v>0</c:v>
                </c:pt>
                <c:pt idx="40348">
                  <c:v>0</c:v>
                </c:pt>
                <c:pt idx="40349">
                  <c:v>0</c:v>
                </c:pt>
                <c:pt idx="40350">
                  <c:v>0</c:v>
                </c:pt>
                <c:pt idx="40351">
                  <c:v>0</c:v>
                </c:pt>
                <c:pt idx="40352">
                  <c:v>0</c:v>
                </c:pt>
                <c:pt idx="40353">
                  <c:v>0</c:v>
                </c:pt>
                <c:pt idx="40354">
                  <c:v>0</c:v>
                </c:pt>
                <c:pt idx="40355">
                  <c:v>0</c:v>
                </c:pt>
                <c:pt idx="40356">
                  <c:v>0</c:v>
                </c:pt>
                <c:pt idx="40357">
                  <c:v>0</c:v>
                </c:pt>
                <c:pt idx="40358">
                  <c:v>0</c:v>
                </c:pt>
                <c:pt idx="40359">
                  <c:v>0</c:v>
                </c:pt>
                <c:pt idx="40360">
                  <c:v>0</c:v>
                </c:pt>
                <c:pt idx="40361">
                  <c:v>0</c:v>
                </c:pt>
                <c:pt idx="40362">
                  <c:v>0</c:v>
                </c:pt>
                <c:pt idx="40363">
                  <c:v>0</c:v>
                </c:pt>
                <c:pt idx="40364">
                  <c:v>0</c:v>
                </c:pt>
                <c:pt idx="40365">
                  <c:v>0</c:v>
                </c:pt>
                <c:pt idx="40366">
                  <c:v>0</c:v>
                </c:pt>
                <c:pt idx="40367">
                  <c:v>0</c:v>
                </c:pt>
                <c:pt idx="40368">
                  <c:v>0</c:v>
                </c:pt>
                <c:pt idx="40369">
                  <c:v>0</c:v>
                </c:pt>
                <c:pt idx="40370">
                  <c:v>0</c:v>
                </c:pt>
                <c:pt idx="40371">
                  <c:v>0</c:v>
                </c:pt>
                <c:pt idx="40372">
                  <c:v>0</c:v>
                </c:pt>
                <c:pt idx="40373">
                  <c:v>0</c:v>
                </c:pt>
                <c:pt idx="40374">
                  <c:v>0</c:v>
                </c:pt>
                <c:pt idx="40375">
                  <c:v>0</c:v>
                </c:pt>
                <c:pt idx="40376">
                  <c:v>0</c:v>
                </c:pt>
                <c:pt idx="40377">
                  <c:v>0</c:v>
                </c:pt>
                <c:pt idx="40378">
                  <c:v>0</c:v>
                </c:pt>
                <c:pt idx="40379">
                  <c:v>0</c:v>
                </c:pt>
                <c:pt idx="40380">
                  <c:v>0</c:v>
                </c:pt>
                <c:pt idx="40381">
                  <c:v>0</c:v>
                </c:pt>
                <c:pt idx="40382">
                  <c:v>0</c:v>
                </c:pt>
                <c:pt idx="40383">
                  <c:v>0</c:v>
                </c:pt>
                <c:pt idx="40384">
                  <c:v>0</c:v>
                </c:pt>
                <c:pt idx="40385">
                  <c:v>0</c:v>
                </c:pt>
                <c:pt idx="40386">
                  <c:v>0</c:v>
                </c:pt>
                <c:pt idx="40387">
                  <c:v>0</c:v>
                </c:pt>
                <c:pt idx="40388">
                  <c:v>0</c:v>
                </c:pt>
                <c:pt idx="40389">
                  <c:v>0</c:v>
                </c:pt>
                <c:pt idx="40390">
                  <c:v>0</c:v>
                </c:pt>
                <c:pt idx="40391">
                  <c:v>0</c:v>
                </c:pt>
                <c:pt idx="40392">
                  <c:v>0</c:v>
                </c:pt>
                <c:pt idx="40393">
                  <c:v>0</c:v>
                </c:pt>
                <c:pt idx="40394">
                  <c:v>0</c:v>
                </c:pt>
                <c:pt idx="40395">
                  <c:v>0</c:v>
                </c:pt>
                <c:pt idx="40396">
                  <c:v>0</c:v>
                </c:pt>
                <c:pt idx="40397">
                  <c:v>0</c:v>
                </c:pt>
                <c:pt idx="40398">
                  <c:v>0</c:v>
                </c:pt>
                <c:pt idx="40399">
                  <c:v>0</c:v>
                </c:pt>
                <c:pt idx="40400">
                  <c:v>0</c:v>
                </c:pt>
                <c:pt idx="40401">
                  <c:v>0</c:v>
                </c:pt>
                <c:pt idx="40402">
                  <c:v>0</c:v>
                </c:pt>
                <c:pt idx="40403">
                  <c:v>0</c:v>
                </c:pt>
                <c:pt idx="40404">
                  <c:v>0</c:v>
                </c:pt>
                <c:pt idx="40405">
                  <c:v>0</c:v>
                </c:pt>
                <c:pt idx="40406">
                  <c:v>0</c:v>
                </c:pt>
                <c:pt idx="40407">
                  <c:v>0</c:v>
                </c:pt>
                <c:pt idx="40408">
                  <c:v>0</c:v>
                </c:pt>
                <c:pt idx="40409">
                  <c:v>0</c:v>
                </c:pt>
                <c:pt idx="40410">
                  <c:v>0</c:v>
                </c:pt>
                <c:pt idx="40411">
                  <c:v>0</c:v>
                </c:pt>
                <c:pt idx="40412">
                  <c:v>0</c:v>
                </c:pt>
                <c:pt idx="40413">
                  <c:v>0</c:v>
                </c:pt>
                <c:pt idx="40414">
                  <c:v>0</c:v>
                </c:pt>
                <c:pt idx="40415">
                  <c:v>0</c:v>
                </c:pt>
                <c:pt idx="40416">
                  <c:v>0</c:v>
                </c:pt>
                <c:pt idx="40417">
                  <c:v>0</c:v>
                </c:pt>
                <c:pt idx="40418">
                  <c:v>0</c:v>
                </c:pt>
                <c:pt idx="40419">
                  <c:v>0</c:v>
                </c:pt>
                <c:pt idx="40420">
                  <c:v>0</c:v>
                </c:pt>
                <c:pt idx="40421">
                  <c:v>0</c:v>
                </c:pt>
                <c:pt idx="40422">
                  <c:v>0</c:v>
                </c:pt>
                <c:pt idx="40423">
                  <c:v>0</c:v>
                </c:pt>
                <c:pt idx="40424">
                  <c:v>0</c:v>
                </c:pt>
                <c:pt idx="40425">
                  <c:v>0</c:v>
                </c:pt>
                <c:pt idx="40426">
                  <c:v>0</c:v>
                </c:pt>
                <c:pt idx="40427">
                  <c:v>0</c:v>
                </c:pt>
                <c:pt idx="40428">
                  <c:v>0</c:v>
                </c:pt>
                <c:pt idx="40429">
                  <c:v>0</c:v>
                </c:pt>
                <c:pt idx="40430">
                  <c:v>0</c:v>
                </c:pt>
                <c:pt idx="40431">
                  <c:v>0</c:v>
                </c:pt>
                <c:pt idx="40432">
                  <c:v>0</c:v>
                </c:pt>
                <c:pt idx="40433">
                  <c:v>0</c:v>
                </c:pt>
                <c:pt idx="40434">
                  <c:v>0</c:v>
                </c:pt>
                <c:pt idx="40435">
                  <c:v>0</c:v>
                </c:pt>
                <c:pt idx="40436">
                  <c:v>0</c:v>
                </c:pt>
                <c:pt idx="40437">
                  <c:v>0</c:v>
                </c:pt>
                <c:pt idx="40438">
                  <c:v>0</c:v>
                </c:pt>
                <c:pt idx="40439">
                  <c:v>0</c:v>
                </c:pt>
                <c:pt idx="40440">
                  <c:v>0</c:v>
                </c:pt>
                <c:pt idx="40441">
                  <c:v>0</c:v>
                </c:pt>
                <c:pt idx="40442">
                  <c:v>0</c:v>
                </c:pt>
                <c:pt idx="40443">
                  <c:v>0</c:v>
                </c:pt>
                <c:pt idx="40444">
                  <c:v>0</c:v>
                </c:pt>
                <c:pt idx="40445">
                  <c:v>0</c:v>
                </c:pt>
                <c:pt idx="40446">
                  <c:v>0</c:v>
                </c:pt>
                <c:pt idx="40447">
                  <c:v>0</c:v>
                </c:pt>
                <c:pt idx="40448">
                  <c:v>0</c:v>
                </c:pt>
                <c:pt idx="40449">
                  <c:v>0</c:v>
                </c:pt>
                <c:pt idx="40450">
                  <c:v>0</c:v>
                </c:pt>
                <c:pt idx="40451">
                  <c:v>0</c:v>
                </c:pt>
                <c:pt idx="40452">
                  <c:v>0</c:v>
                </c:pt>
                <c:pt idx="40453">
                  <c:v>0</c:v>
                </c:pt>
                <c:pt idx="40454">
                  <c:v>0</c:v>
                </c:pt>
                <c:pt idx="40455">
                  <c:v>0</c:v>
                </c:pt>
                <c:pt idx="40456">
                  <c:v>0</c:v>
                </c:pt>
                <c:pt idx="40457">
                  <c:v>0</c:v>
                </c:pt>
                <c:pt idx="40458">
                  <c:v>0</c:v>
                </c:pt>
                <c:pt idx="40459">
                  <c:v>0</c:v>
                </c:pt>
                <c:pt idx="40460">
                  <c:v>0</c:v>
                </c:pt>
                <c:pt idx="40461">
                  <c:v>0</c:v>
                </c:pt>
                <c:pt idx="40462">
                  <c:v>0</c:v>
                </c:pt>
                <c:pt idx="40463">
                  <c:v>0</c:v>
                </c:pt>
                <c:pt idx="40464">
                  <c:v>0</c:v>
                </c:pt>
                <c:pt idx="40465">
                  <c:v>0</c:v>
                </c:pt>
                <c:pt idx="40466">
                  <c:v>0</c:v>
                </c:pt>
                <c:pt idx="40467">
                  <c:v>0</c:v>
                </c:pt>
                <c:pt idx="40468">
                  <c:v>0</c:v>
                </c:pt>
                <c:pt idx="40469">
                  <c:v>0</c:v>
                </c:pt>
                <c:pt idx="40470">
                  <c:v>0</c:v>
                </c:pt>
                <c:pt idx="40471">
                  <c:v>0</c:v>
                </c:pt>
                <c:pt idx="40472">
                  <c:v>0</c:v>
                </c:pt>
                <c:pt idx="40473">
                  <c:v>0</c:v>
                </c:pt>
                <c:pt idx="40474">
                  <c:v>0</c:v>
                </c:pt>
                <c:pt idx="40475">
                  <c:v>0</c:v>
                </c:pt>
                <c:pt idx="40476">
                  <c:v>0</c:v>
                </c:pt>
                <c:pt idx="40477">
                  <c:v>0</c:v>
                </c:pt>
                <c:pt idx="40478">
                  <c:v>0</c:v>
                </c:pt>
                <c:pt idx="40479">
                  <c:v>0</c:v>
                </c:pt>
                <c:pt idx="40480">
                  <c:v>0</c:v>
                </c:pt>
                <c:pt idx="40481">
                  <c:v>0</c:v>
                </c:pt>
                <c:pt idx="40482">
                  <c:v>0</c:v>
                </c:pt>
                <c:pt idx="40483">
                  <c:v>0</c:v>
                </c:pt>
                <c:pt idx="40484">
                  <c:v>0</c:v>
                </c:pt>
                <c:pt idx="40485">
                  <c:v>0</c:v>
                </c:pt>
                <c:pt idx="40486">
                  <c:v>0</c:v>
                </c:pt>
                <c:pt idx="40487">
                  <c:v>0</c:v>
                </c:pt>
                <c:pt idx="40488">
                  <c:v>0</c:v>
                </c:pt>
                <c:pt idx="40489">
                  <c:v>0</c:v>
                </c:pt>
                <c:pt idx="40490">
                  <c:v>0</c:v>
                </c:pt>
                <c:pt idx="40491">
                  <c:v>0</c:v>
                </c:pt>
                <c:pt idx="40492">
                  <c:v>0</c:v>
                </c:pt>
                <c:pt idx="40493">
                  <c:v>0</c:v>
                </c:pt>
                <c:pt idx="40494">
                  <c:v>0</c:v>
                </c:pt>
                <c:pt idx="40495">
                  <c:v>0</c:v>
                </c:pt>
                <c:pt idx="40496">
                  <c:v>0</c:v>
                </c:pt>
                <c:pt idx="40497">
                  <c:v>0</c:v>
                </c:pt>
                <c:pt idx="40498">
                  <c:v>0</c:v>
                </c:pt>
                <c:pt idx="40499">
                  <c:v>0</c:v>
                </c:pt>
                <c:pt idx="40500">
                  <c:v>0</c:v>
                </c:pt>
                <c:pt idx="40501">
                  <c:v>0</c:v>
                </c:pt>
                <c:pt idx="40502">
                  <c:v>0</c:v>
                </c:pt>
                <c:pt idx="40503">
                  <c:v>0</c:v>
                </c:pt>
                <c:pt idx="40504">
                  <c:v>0</c:v>
                </c:pt>
                <c:pt idx="40505">
                  <c:v>0</c:v>
                </c:pt>
                <c:pt idx="40506">
                  <c:v>0</c:v>
                </c:pt>
                <c:pt idx="40507">
                  <c:v>0</c:v>
                </c:pt>
                <c:pt idx="40508">
                  <c:v>0</c:v>
                </c:pt>
                <c:pt idx="40509">
                  <c:v>0</c:v>
                </c:pt>
                <c:pt idx="40510">
                  <c:v>0</c:v>
                </c:pt>
                <c:pt idx="40511">
                  <c:v>0</c:v>
                </c:pt>
                <c:pt idx="40512">
                  <c:v>0</c:v>
                </c:pt>
                <c:pt idx="40513">
                  <c:v>0</c:v>
                </c:pt>
                <c:pt idx="40514">
                  <c:v>0</c:v>
                </c:pt>
                <c:pt idx="40515">
                  <c:v>0</c:v>
                </c:pt>
                <c:pt idx="40516">
                  <c:v>0</c:v>
                </c:pt>
                <c:pt idx="40517">
                  <c:v>0</c:v>
                </c:pt>
                <c:pt idx="40518">
                  <c:v>0</c:v>
                </c:pt>
                <c:pt idx="40519">
                  <c:v>0</c:v>
                </c:pt>
                <c:pt idx="40520">
                  <c:v>0</c:v>
                </c:pt>
                <c:pt idx="40521">
                  <c:v>0</c:v>
                </c:pt>
                <c:pt idx="40522">
                  <c:v>0</c:v>
                </c:pt>
                <c:pt idx="40523">
                  <c:v>0</c:v>
                </c:pt>
                <c:pt idx="40524">
                  <c:v>0</c:v>
                </c:pt>
                <c:pt idx="40525">
                  <c:v>0</c:v>
                </c:pt>
                <c:pt idx="40526">
                  <c:v>0</c:v>
                </c:pt>
                <c:pt idx="40527">
                  <c:v>0</c:v>
                </c:pt>
                <c:pt idx="40528">
                  <c:v>0</c:v>
                </c:pt>
                <c:pt idx="40529">
                  <c:v>0</c:v>
                </c:pt>
                <c:pt idx="40530">
                  <c:v>0</c:v>
                </c:pt>
                <c:pt idx="40531">
                  <c:v>0</c:v>
                </c:pt>
                <c:pt idx="40532">
                  <c:v>0</c:v>
                </c:pt>
                <c:pt idx="40533">
                  <c:v>0</c:v>
                </c:pt>
                <c:pt idx="40534">
                  <c:v>0</c:v>
                </c:pt>
                <c:pt idx="40535">
                  <c:v>0</c:v>
                </c:pt>
                <c:pt idx="40536">
                  <c:v>0</c:v>
                </c:pt>
                <c:pt idx="40537">
                  <c:v>0</c:v>
                </c:pt>
                <c:pt idx="40538">
                  <c:v>0</c:v>
                </c:pt>
                <c:pt idx="40539">
                  <c:v>0</c:v>
                </c:pt>
                <c:pt idx="40540">
                  <c:v>0</c:v>
                </c:pt>
                <c:pt idx="40541">
                  <c:v>0</c:v>
                </c:pt>
                <c:pt idx="40542">
                  <c:v>0</c:v>
                </c:pt>
                <c:pt idx="40543">
                  <c:v>0</c:v>
                </c:pt>
                <c:pt idx="40544">
                  <c:v>0</c:v>
                </c:pt>
                <c:pt idx="40545">
                  <c:v>0</c:v>
                </c:pt>
                <c:pt idx="40546">
                  <c:v>0</c:v>
                </c:pt>
                <c:pt idx="40547">
                  <c:v>0</c:v>
                </c:pt>
                <c:pt idx="40548">
                  <c:v>0</c:v>
                </c:pt>
                <c:pt idx="40549">
                  <c:v>0</c:v>
                </c:pt>
                <c:pt idx="40550">
                  <c:v>0</c:v>
                </c:pt>
                <c:pt idx="40551">
                  <c:v>0</c:v>
                </c:pt>
                <c:pt idx="40552">
                  <c:v>0</c:v>
                </c:pt>
                <c:pt idx="40553">
                  <c:v>0</c:v>
                </c:pt>
                <c:pt idx="40554">
                  <c:v>0</c:v>
                </c:pt>
                <c:pt idx="40555">
                  <c:v>0</c:v>
                </c:pt>
                <c:pt idx="40556">
                  <c:v>0</c:v>
                </c:pt>
                <c:pt idx="40557">
                  <c:v>0</c:v>
                </c:pt>
                <c:pt idx="40558">
                  <c:v>0</c:v>
                </c:pt>
                <c:pt idx="40559">
                  <c:v>0</c:v>
                </c:pt>
                <c:pt idx="40560">
                  <c:v>0</c:v>
                </c:pt>
                <c:pt idx="40561">
                  <c:v>0</c:v>
                </c:pt>
                <c:pt idx="40562">
                  <c:v>0</c:v>
                </c:pt>
                <c:pt idx="40563">
                  <c:v>0</c:v>
                </c:pt>
                <c:pt idx="40564">
                  <c:v>0</c:v>
                </c:pt>
                <c:pt idx="40565">
                  <c:v>0</c:v>
                </c:pt>
                <c:pt idx="40566">
                  <c:v>0</c:v>
                </c:pt>
                <c:pt idx="40567">
                  <c:v>0</c:v>
                </c:pt>
                <c:pt idx="40568">
                  <c:v>0</c:v>
                </c:pt>
                <c:pt idx="40569">
                  <c:v>0</c:v>
                </c:pt>
                <c:pt idx="40570">
                  <c:v>0</c:v>
                </c:pt>
                <c:pt idx="40571">
                  <c:v>0</c:v>
                </c:pt>
                <c:pt idx="40572">
                  <c:v>0</c:v>
                </c:pt>
                <c:pt idx="40573">
                  <c:v>0</c:v>
                </c:pt>
                <c:pt idx="40574">
                  <c:v>0</c:v>
                </c:pt>
                <c:pt idx="40575">
                  <c:v>0</c:v>
                </c:pt>
                <c:pt idx="40576">
                  <c:v>0</c:v>
                </c:pt>
                <c:pt idx="40577">
                  <c:v>0</c:v>
                </c:pt>
                <c:pt idx="40578">
                  <c:v>0</c:v>
                </c:pt>
                <c:pt idx="40579">
                  <c:v>0</c:v>
                </c:pt>
                <c:pt idx="40580">
                  <c:v>0</c:v>
                </c:pt>
                <c:pt idx="40581">
                  <c:v>0</c:v>
                </c:pt>
                <c:pt idx="40582">
                  <c:v>0</c:v>
                </c:pt>
                <c:pt idx="40583">
                  <c:v>0</c:v>
                </c:pt>
                <c:pt idx="40584">
                  <c:v>0</c:v>
                </c:pt>
                <c:pt idx="40585">
                  <c:v>0</c:v>
                </c:pt>
                <c:pt idx="40586">
                  <c:v>0</c:v>
                </c:pt>
                <c:pt idx="40587">
                  <c:v>0</c:v>
                </c:pt>
                <c:pt idx="40588">
                  <c:v>0</c:v>
                </c:pt>
                <c:pt idx="40589">
                  <c:v>0</c:v>
                </c:pt>
                <c:pt idx="40590">
                  <c:v>0</c:v>
                </c:pt>
                <c:pt idx="40591">
                  <c:v>0</c:v>
                </c:pt>
                <c:pt idx="40592">
                  <c:v>0</c:v>
                </c:pt>
                <c:pt idx="40593">
                  <c:v>0</c:v>
                </c:pt>
                <c:pt idx="40594">
                  <c:v>0</c:v>
                </c:pt>
                <c:pt idx="40595">
                  <c:v>0</c:v>
                </c:pt>
                <c:pt idx="40596">
                  <c:v>0</c:v>
                </c:pt>
                <c:pt idx="40597">
                  <c:v>0</c:v>
                </c:pt>
                <c:pt idx="40598">
                  <c:v>0</c:v>
                </c:pt>
                <c:pt idx="40599">
                  <c:v>0</c:v>
                </c:pt>
                <c:pt idx="40600">
                  <c:v>0</c:v>
                </c:pt>
                <c:pt idx="40601">
                  <c:v>0</c:v>
                </c:pt>
                <c:pt idx="40602">
                  <c:v>0</c:v>
                </c:pt>
                <c:pt idx="40603">
                  <c:v>0</c:v>
                </c:pt>
                <c:pt idx="40604">
                  <c:v>0</c:v>
                </c:pt>
                <c:pt idx="40605">
                  <c:v>0</c:v>
                </c:pt>
                <c:pt idx="40606">
                  <c:v>0</c:v>
                </c:pt>
                <c:pt idx="40607">
                  <c:v>0</c:v>
                </c:pt>
                <c:pt idx="40608">
                  <c:v>0</c:v>
                </c:pt>
                <c:pt idx="40609">
                  <c:v>0</c:v>
                </c:pt>
                <c:pt idx="40610">
                  <c:v>0</c:v>
                </c:pt>
                <c:pt idx="40611">
                  <c:v>0</c:v>
                </c:pt>
                <c:pt idx="40612">
                  <c:v>0</c:v>
                </c:pt>
                <c:pt idx="40613">
                  <c:v>0</c:v>
                </c:pt>
                <c:pt idx="40614">
                  <c:v>0</c:v>
                </c:pt>
                <c:pt idx="40615">
                  <c:v>0</c:v>
                </c:pt>
                <c:pt idx="40616">
                  <c:v>0</c:v>
                </c:pt>
                <c:pt idx="40617">
                  <c:v>0</c:v>
                </c:pt>
                <c:pt idx="40618">
                  <c:v>0</c:v>
                </c:pt>
                <c:pt idx="40619">
                  <c:v>0</c:v>
                </c:pt>
                <c:pt idx="40620">
                  <c:v>0</c:v>
                </c:pt>
                <c:pt idx="40621">
                  <c:v>0</c:v>
                </c:pt>
                <c:pt idx="40622">
                  <c:v>0</c:v>
                </c:pt>
                <c:pt idx="40623">
                  <c:v>0</c:v>
                </c:pt>
                <c:pt idx="40624">
                  <c:v>0</c:v>
                </c:pt>
                <c:pt idx="40625">
                  <c:v>0</c:v>
                </c:pt>
                <c:pt idx="40626">
                  <c:v>0</c:v>
                </c:pt>
                <c:pt idx="40627">
                  <c:v>0</c:v>
                </c:pt>
                <c:pt idx="40628">
                  <c:v>0</c:v>
                </c:pt>
                <c:pt idx="40629">
                  <c:v>0</c:v>
                </c:pt>
                <c:pt idx="40630">
                  <c:v>0</c:v>
                </c:pt>
                <c:pt idx="40631">
                  <c:v>0</c:v>
                </c:pt>
                <c:pt idx="40632">
                  <c:v>0</c:v>
                </c:pt>
                <c:pt idx="40633">
                  <c:v>0</c:v>
                </c:pt>
                <c:pt idx="40634">
                  <c:v>0</c:v>
                </c:pt>
                <c:pt idx="40635">
                  <c:v>0</c:v>
                </c:pt>
                <c:pt idx="40636">
                  <c:v>0</c:v>
                </c:pt>
                <c:pt idx="40637">
                  <c:v>0</c:v>
                </c:pt>
                <c:pt idx="40638">
                  <c:v>0</c:v>
                </c:pt>
                <c:pt idx="40639">
                  <c:v>0</c:v>
                </c:pt>
                <c:pt idx="40640">
                  <c:v>0</c:v>
                </c:pt>
                <c:pt idx="40641">
                  <c:v>0</c:v>
                </c:pt>
                <c:pt idx="40642">
                  <c:v>0</c:v>
                </c:pt>
                <c:pt idx="40643">
                  <c:v>0</c:v>
                </c:pt>
                <c:pt idx="40644">
                  <c:v>0</c:v>
                </c:pt>
                <c:pt idx="40645">
                  <c:v>0</c:v>
                </c:pt>
                <c:pt idx="40646">
                  <c:v>0</c:v>
                </c:pt>
                <c:pt idx="40647">
                  <c:v>0</c:v>
                </c:pt>
                <c:pt idx="40648">
                  <c:v>0</c:v>
                </c:pt>
                <c:pt idx="40649">
                  <c:v>0</c:v>
                </c:pt>
                <c:pt idx="40650">
                  <c:v>0</c:v>
                </c:pt>
                <c:pt idx="40651">
                  <c:v>0</c:v>
                </c:pt>
                <c:pt idx="40652">
                  <c:v>0</c:v>
                </c:pt>
                <c:pt idx="40653">
                  <c:v>0</c:v>
                </c:pt>
                <c:pt idx="40654">
                  <c:v>0</c:v>
                </c:pt>
                <c:pt idx="40655">
                  <c:v>0</c:v>
                </c:pt>
                <c:pt idx="40656">
                  <c:v>0</c:v>
                </c:pt>
                <c:pt idx="40657">
                  <c:v>0</c:v>
                </c:pt>
                <c:pt idx="40658">
                  <c:v>0</c:v>
                </c:pt>
                <c:pt idx="40659">
                  <c:v>0</c:v>
                </c:pt>
                <c:pt idx="40660">
                  <c:v>0</c:v>
                </c:pt>
                <c:pt idx="40661">
                  <c:v>0</c:v>
                </c:pt>
                <c:pt idx="40662">
                  <c:v>0</c:v>
                </c:pt>
                <c:pt idx="40663">
                  <c:v>0</c:v>
                </c:pt>
                <c:pt idx="40664">
                  <c:v>0</c:v>
                </c:pt>
                <c:pt idx="40665">
                  <c:v>0</c:v>
                </c:pt>
                <c:pt idx="40666">
                  <c:v>0</c:v>
                </c:pt>
                <c:pt idx="40667">
                  <c:v>0</c:v>
                </c:pt>
                <c:pt idx="40668">
                  <c:v>0</c:v>
                </c:pt>
                <c:pt idx="40669">
                  <c:v>0</c:v>
                </c:pt>
                <c:pt idx="40670">
                  <c:v>0</c:v>
                </c:pt>
                <c:pt idx="40671">
                  <c:v>0</c:v>
                </c:pt>
                <c:pt idx="40672">
                  <c:v>0</c:v>
                </c:pt>
                <c:pt idx="40673">
                  <c:v>0</c:v>
                </c:pt>
                <c:pt idx="40674">
                  <c:v>0</c:v>
                </c:pt>
                <c:pt idx="40675">
                  <c:v>0</c:v>
                </c:pt>
                <c:pt idx="40676">
                  <c:v>0</c:v>
                </c:pt>
                <c:pt idx="40677">
                  <c:v>0</c:v>
                </c:pt>
                <c:pt idx="40678">
                  <c:v>0</c:v>
                </c:pt>
                <c:pt idx="40679">
                  <c:v>0</c:v>
                </c:pt>
                <c:pt idx="40680">
                  <c:v>0</c:v>
                </c:pt>
                <c:pt idx="40681">
                  <c:v>0</c:v>
                </c:pt>
                <c:pt idx="40682">
                  <c:v>0</c:v>
                </c:pt>
                <c:pt idx="40683">
                  <c:v>0</c:v>
                </c:pt>
                <c:pt idx="40684">
                  <c:v>0</c:v>
                </c:pt>
                <c:pt idx="40685">
                  <c:v>0</c:v>
                </c:pt>
                <c:pt idx="40686">
                  <c:v>0</c:v>
                </c:pt>
                <c:pt idx="40687">
                  <c:v>0</c:v>
                </c:pt>
                <c:pt idx="40688">
                  <c:v>0</c:v>
                </c:pt>
                <c:pt idx="40689">
                  <c:v>0</c:v>
                </c:pt>
                <c:pt idx="40690">
                  <c:v>0</c:v>
                </c:pt>
                <c:pt idx="40691">
                  <c:v>0</c:v>
                </c:pt>
                <c:pt idx="40692">
                  <c:v>0</c:v>
                </c:pt>
                <c:pt idx="40693">
                  <c:v>0</c:v>
                </c:pt>
                <c:pt idx="40694">
                  <c:v>0</c:v>
                </c:pt>
                <c:pt idx="40695">
                  <c:v>0</c:v>
                </c:pt>
                <c:pt idx="40696">
                  <c:v>0</c:v>
                </c:pt>
                <c:pt idx="40697">
                  <c:v>0</c:v>
                </c:pt>
                <c:pt idx="40698">
                  <c:v>0</c:v>
                </c:pt>
                <c:pt idx="40699">
                  <c:v>0</c:v>
                </c:pt>
                <c:pt idx="40700">
                  <c:v>0</c:v>
                </c:pt>
                <c:pt idx="40701">
                  <c:v>0</c:v>
                </c:pt>
                <c:pt idx="40702">
                  <c:v>0</c:v>
                </c:pt>
                <c:pt idx="40703">
                  <c:v>0</c:v>
                </c:pt>
                <c:pt idx="40704">
                  <c:v>0</c:v>
                </c:pt>
                <c:pt idx="40705">
                  <c:v>0</c:v>
                </c:pt>
                <c:pt idx="40706">
                  <c:v>0</c:v>
                </c:pt>
                <c:pt idx="40707">
                  <c:v>0</c:v>
                </c:pt>
                <c:pt idx="40708">
                  <c:v>0</c:v>
                </c:pt>
                <c:pt idx="40709">
                  <c:v>0</c:v>
                </c:pt>
                <c:pt idx="40710">
                  <c:v>0</c:v>
                </c:pt>
                <c:pt idx="40711">
                  <c:v>0</c:v>
                </c:pt>
                <c:pt idx="40712">
                  <c:v>0</c:v>
                </c:pt>
                <c:pt idx="40713">
                  <c:v>0</c:v>
                </c:pt>
                <c:pt idx="40714">
                  <c:v>0</c:v>
                </c:pt>
                <c:pt idx="40715">
                  <c:v>0</c:v>
                </c:pt>
                <c:pt idx="40716">
                  <c:v>0</c:v>
                </c:pt>
                <c:pt idx="40717">
                  <c:v>0</c:v>
                </c:pt>
                <c:pt idx="40718">
                  <c:v>0</c:v>
                </c:pt>
                <c:pt idx="40719">
                  <c:v>0</c:v>
                </c:pt>
                <c:pt idx="40720">
                  <c:v>0</c:v>
                </c:pt>
                <c:pt idx="40721">
                  <c:v>0</c:v>
                </c:pt>
                <c:pt idx="40722">
                  <c:v>0</c:v>
                </c:pt>
                <c:pt idx="40723">
                  <c:v>0</c:v>
                </c:pt>
                <c:pt idx="40724">
                  <c:v>0</c:v>
                </c:pt>
                <c:pt idx="40725">
                  <c:v>0</c:v>
                </c:pt>
                <c:pt idx="40726">
                  <c:v>0</c:v>
                </c:pt>
                <c:pt idx="40727">
                  <c:v>0</c:v>
                </c:pt>
                <c:pt idx="40728">
                  <c:v>0</c:v>
                </c:pt>
                <c:pt idx="40729">
                  <c:v>0</c:v>
                </c:pt>
                <c:pt idx="40730">
                  <c:v>0</c:v>
                </c:pt>
                <c:pt idx="40731">
                  <c:v>0</c:v>
                </c:pt>
                <c:pt idx="40732">
                  <c:v>0</c:v>
                </c:pt>
                <c:pt idx="40733">
                  <c:v>0</c:v>
                </c:pt>
                <c:pt idx="40734">
                  <c:v>0</c:v>
                </c:pt>
                <c:pt idx="40735">
                  <c:v>0</c:v>
                </c:pt>
                <c:pt idx="40736">
                  <c:v>0</c:v>
                </c:pt>
                <c:pt idx="40737">
                  <c:v>0</c:v>
                </c:pt>
                <c:pt idx="40738">
                  <c:v>0</c:v>
                </c:pt>
                <c:pt idx="40739">
                  <c:v>0</c:v>
                </c:pt>
                <c:pt idx="40740">
                  <c:v>0</c:v>
                </c:pt>
                <c:pt idx="40741">
                  <c:v>0</c:v>
                </c:pt>
                <c:pt idx="40742">
                  <c:v>0</c:v>
                </c:pt>
                <c:pt idx="40743">
                  <c:v>0</c:v>
                </c:pt>
                <c:pt idx="40744">
                  <c:v>0</c:v>
                </c:pt>
                <c:pt idx="40745">
                  <c:v>0</c:v>
                </c:pt>
                <c:pt idx="40746">
                  <c:v>0</c:v>
                </c:pt>
                <c:pt idx="40747">
                  <c:v>0</c:v>
                </c:pt>
                <c:pt idx="40748">
                  <c:v>0</c:v>
                </c:pt>
                <c:pt idx="40749">
                  <c:v>0</c:v>
                </c:pt>
                <c:pt idx="40750">
                  <c:v>0</c:v>
                </c:pt>
                <c:pt idx="40751">
                  <c:v>0</c:v>
                </c:pt>
                <c:pt idx="40752">
                  <c:v>0</c:v>
                </c:pt>
                <c:pt idx="40753">
                  <c:v>0</c:v>
                </c:pt>
                <c:pt idx="40754">
                  <c:v>0</c:v>
                </c:pt>
                <c:pt idx="40755">
                  <c:v>0</c:v>
                </c:pt>
                <c:pt idx="40756">
                  <c:v>0</c:v>
                </c:pt>
                <c:pt idx="40757">
                  <c:v>0</c:v>
                </c:pt>
                <c:pt idx="40758">
                  <c:v>0</c:v>
                </c:pt>
                <c:pt idx="40759">
                  <c:v>0</c:v>
                </c:pt>
                <c:pt idx="40760">
                  <c:v>0</c:v>
                </c:pt>
                <c:pt idx="40761">
                  <c:v>0</c:v>
                </c:pt>
                <c:pt idx="40762">
                  <c:v>0</c:v>
                </c:pt>
                <c:pt idx="40763">
                  <c:v>0</c:v>
                </c:pt>
                <c:pt idx="40764">
                  <c:v>0</c:v>
                </c:pt>
                <c:pt idx="40765">
                  <c:v>0</c:v>
                </c:pt>
                <c:pt idx="40766">
                  <c:v>0</c:v>
                </c:pt>
                <c:pt idx="40767">
                  <c:v>0</c:v>
                </c:pt>
                <c:pt idx="40768">
                  <c:v>0</c:v>
                </c:pt>
                <c:pt idx="40769">
                  <c:v>0</c:v>
                </c:pt>
                <c:pt idx="40770">
                  <c:v>0</c:v>
                </c:pt>
                <c:pt idx="40771">
                  <c:v>0</c:v>
                </c:pt>
                <c:pt idx="40772">
                  <c:v>0</c:v>
                </c:pt>
                <c:pt idx="40773">
                  <c:v>0</c:v>
                </c:pt>
                <c:pt idx="40774">
                  <c:v>0</c:v>
                </c:pt>
                <c:pt idx="40775">
                  <c:v>0</c:v>
                </c:pt>
                <c:pt idx="40776">
                  <c:v>0</c:v>
                </c:pt>
                <c:pt idx="40777">
                  <c:v>0</c:v>
                </c:pt>
                <c:pt idx="40778">
                  <c:v>0</c:v>
                </c:pt>
                <c:pt idx="40779">
                  <c:v>0</c:v>
                </c:pt>
                <c:pt idx="40780">
                  <c:v>0</c:v>
                </c:pt>
                <c:pt idx="40781">
                  <c:v>0</c:v>
                </c:pt>
                <c:pt idx="40782">
                  <c:v>0</c:v>
                </c:pt>
                <c:pt idx="40783">
                  <c:v>0</c:v>
                </c:pt>
                <c:pt idx="40784">
                  <c:v>0</c:v>
                </c:pt>
                <c:pt idx="40785">
                  <c:v>0</c:v>
                </c:pt>
                <c:pt idx="40786">
                  <c:v>0</c:v>
                </c:pt>
                <c:pt idx="40787">
                  <c:v>0</c:v>
                </c:pt>
                <c:pt idx="40788">
                  <c:v>0</c:v>
                </c:pt>
                <c:pt idx="40789">
                  <c:v>0</c:v>
                </c:pt>
                <c:pt idx="40790">
                  <c:v>0</c:v>
                </c:pt>
                <c:pt idx="40791">
                  <c:v>0</c:v>
                </c:pt>
                <c:pt idx="40792">
                  <c:v>0</c:v>
                </c:pt>
                <c:pt idx="40793">
                  <c:v>0</c:v>
                </c:pt>
                <c:pt idx="40794">
                  <c:v>0</c:v>
                </c:pt>
                <c:pt idx="40795">
                  <c:v>0</c:v>
                </c:pt>
                <c:pt idx="40796">
                  <c:v>0</c:v>
                </c:pt>
                <c:pt idx="40797">
                  <c:v>0</c:v>
                </c:pt>
                <c:pt idx="40798">
                  <c:v>0</c:v>
                </c:pt>
                <c:pt idx="40799">
                  <c:v>0</c:v>
                </c:pt>
                <c:pt idx="40800">
                  <c:v>0</c:v>
                </c:pt>
                <c:pt idx="40801">
                  <c:v>0</c:v>
                </c:pt>
                <c:pt idx="40802">
                  <c:v>0</c:v>
                </c:pt>
                <c:pt idx="40803">
                  <c:v>0</c:v>
                </c:pt>
                <c:pt idx="40804">
                  <c:v>0</c:v>
                </c:pt>
                <c:pt idx="40805">
                  <c:v>0</c:v>
                </c:pt>
                <c:pt idx="40806">
                  <c:v>0</c:v>
                </c:pt>
                <c:pt idx="40807">
                  <c:v>0</c:v>
                </c:pt>
                <c:pt idx="40808">
                  <c:v>0</c:v>
                </c:pt>
                <c:pt idx="40809">
                  <c:v>0</c:v>
                </c:pt>
                <c:pt idx="40810">
                  <c:v>0</c:v>
                </c:pt>
                <c:pt idx="40811">
                  <c:v>0</c:v>
                </c:pt>
                <c:pt idx="40812">
                  <c:v>0</c:v>
                </c:pt>
                <c:pt idx="40813">
                  <c:v>0</c:v>
                </c:pt>
                <c:pt idx="40814">
                  <c:v>0</c:v>
                </c:pt>
                <c:pt idx="40815">
                  <c:v>0</c:v>
                </c:pt>
                <c:pt idx="40816">
                  <c:v>0</c:v>
                </c:pt>
                <c:pt idx="40817">
                  <c:v>0</c:v>
                </c:pt>
                <c:pt idx="40818">
                  <c:v>0</c:v>
                </c:pt>
                <c:pt idx="40819">
                  <c:v>0</c:v>
                </c:pt>
                <c:pt idx="40820">
                  <c:v>0</c:v>
                </c:pt>
                <c:pt idx="40821">
                  <c:v>0</c:v>
                </c:pt>
                <c:pt idx="40822">
                  <c:v>0</c:v>
                </c:pt>
                <c:pt idx="40823">
                  <c:v>0</c:v>
                </c:pt>
                <c:pt idx="40824">
                  <c:v>0</c:v>
                </c:pt>
                <c:pt idx="40825">
                  <c:v>0</c:v>
                </c:pt>
                <c:pt idx="40826">
                  <c:v>0</c:v>
                </c:pt>
                <c:pt idx="40827">
                  <c:v>0</c:v>
                </c:pt>
                <c:pt idx="40828">
                  <c:v>0</c:v>
                </c:pt>
                <c:pt idx="40829">
                  <c:v>0</c:v>
                </c:pt>
                <c:pt idx="40830">
                  <c:v>0</c:v>
                </c:pt>
                <c:pt idx="40831">
                  <c:v>0</c:v>
                </c:pt>
                <c:pt idx="40832">
                  <c:v>0</c:v>
                </c:pt>
                <c:pt idx="40833">
                  <c:v>0</c:v>
                </c:pt>
                <c:pt idx="40834">
                  <c:v>0</c:v>
                </c:pt>
                <c:pt idx="40835">
                  <c:v>0</c:v>
                </c:pt>
                <c:pt idx="40836">
                  <c:v>0</c:v>
                </c:pt>
                <c:pt idx="40837">
                  <c:v>0</c:v>
                </c:pt>
                <c:pt idx="40838">
                  <c:v>0</c:v>
                </c:pt>
                <c:pt idx="40839">
                  <c:v>0</c:v>
                </c:pt>
                <c:pt idx="40840">
                  <c:v>0</c:v>
                </c:pt>
                <c:pt idx="40841">
                  <c:v>0</c:v>
                </c:pt>
                <c:pt idx="40842">
                  <c:v>0</c:v>
                </c:pt>
                <c:pt idx="40843">
                  <c:v>0</c:v>
                </c:pt>
                <c:pt idx="40844">
                  <c:v>0</c:v>
                </c:pt>
                <c:pt idx="40845">
                  <c:v>0</c:v>
                </c:pt>
                <c:pt idx="40846">
                  <c:v>0</c:v>
                </c:pt>
                <c:pt idx="40847">
                  <c:v>0</c:v>
                </c:pt>
                <c:pt idx="40848">
                  <c:v>0</c:v>
                </c:pt>
                <c:pt idx="40849">
                  <c:v>0</c:v>
                </c:pt>
                <c:pt idx="40850">
                  <c:v>0</c:v>
                </c:pt>
                <c:pt idx="40851">
                  <c:v>0</c:v>
                </c:pt>
                <c:pt idx="40852">
                  <c:v>0</c:v>
                </c:pt>
                <c:pt idx="40853">
                  <c:v>0</c:v>
                </c:pt>
                <c:pt idx="40854">
                  <c:v>0</c:v>
                </c:pt>
                <c:pt idx="40855">
                  <c:v>0</c:v>
                </c:pt>
                <c:pt idx="40856">
                  <c:v>0</c:v>
                </c:pt>
                <c:pt idx="40857">
                  <c:v>0</c:v>
                </c:pt>
                <c:pt idx="40858">
                  <c:v>0</c:v>
                </c:pt>
                <c:pt idx="40859">
                  <c:v>0</c:v>
                </c:pt>
                <c:pt idx="40860">
                  <c:v>0</c:v>
                </c:pt>
                <c:pt idx="40861">
                  <c:v>0</c:v>
                </c:pt>
                <c:pt idx="40862">
                  <c:v>0</c:v>
                </c:pt>
                <c:pt idx="40863">
                  <c:v>0</c:v>
                </c:pt>
                <c:pt idx="40864">
                  <c:v>0</c:v>
                </c:pt>
                <c:pt idx="40865">
                  <c:v>0</c:v>
                </c:pt>
                <c:pt idx="40866">
                  <c:v>0</c:v>
                </c:pt>
                <c:pt idx="40867">
                  <c:v>0</c:v>
                </c:pt>
                <c:pt idx="40868">
                  <c:v>0</c:v>
                </c:pt>
                <c:pt idx="40869">
                  <c:v>0</c:v>
                </c:pt>
                <c:pt idx="40870">
                  <c:v>0</c:v>
                </c:pt>
                <c:pt idx="40871">
                  <c:v>0</c:v>
                </c:pt>
                <c:pt idx="40872">
                  <c:v>0</c:v>
                </c:pt>
                <c:pt idx="40873">
                  <c:v>0</c:v>
                </c:pt>
                <c:pt idx="40874">
                  <c:v>0</c:v>
                </c:pt>
                <c:pt idx="40875">
                  <c:v>0</c:v>
                </c:pt>
                <c:pt idx="40876">
                  <c:v>0</c:v>
                </c:pt>
                <c:pt idx="40877">
                  <c:v>0</c:v>
                </c:pt>
                <c:pt idx="40878">
                  <c:v>0</c:v>
                </c:pt>
                <c:pt idx="40879">
                  <c:v>0</c:v>
                </c:pt>
                <c:pt idx="40880">
                  <c:v>0</c:v>
                </c:pt>
                <c:pt idx="40881">
                  <c:v>0</c:v>
                </c:pt>
                <c:pt idx="40882">
                  <c:v>0</c:v>
                </c:pt>
                <c:pt idx="40883">
                  <c:v>0</c:v>
                </c:pt>
                <c:pt idx="40884">
                  <c:v>0</c:v>
                </c:pt>
                <c:pt idx="40885">
                  <c:v>0</c:v>
                </c:pt>
                <c:pt idx="40886">
                  <c:v>0</c:v>
                </c:pt>
                <c:pt idx="40887">
                  <c:v>0</c:v>
                </c:pt>
                <c:pt idx="40888">
                  <c:v>0</c:v>
                </c:pt>
                <c:pt idx="40889">
                  <c:v>0</c:v>
                </c:pt>
                <c:pt idx="40890">
                  <c:v>0</c:v>
                </c:pt>
                <c:pt idx="40891">
                  <c:v>0</c:v>
                </c:pt>
                <c:pt idx="40892">
                  <c:v>0</c:v>
                </c:pt>
                <c:pt idx="40893">
                  <c:v>0</c:v>
                </c:pt>
                <c:pt idx="40894">
                  <c:v>0</c:v>
                </c:pt>
                <c:pt idx="40895">
                  <c:v>0</c:v>
                </c:pt>
                <c:pt idx="40896">
                  <c:v>0</c:v>
                </c:pt>
                <c:pt idx="40897">
                  <c:v>0</c:v>
                </c:pt>
                <c:pt idx="40898">
                  <c:v>0</c:v>
                </c:pt>
                <c:pt idx="40899">
                  <c:v>0</c:v>
                </c:pt>
                <c:pt idx="40900">
                  <c:v>0</c:v>
                </c:pt>
                <c:pt idx="40901">
                  <c:v>0</c:v>
                </c:pt>
                <c:pt idx="40902">
                  <c:v>0</c:v>
                </c:pt>
                <c:pt idx="40903">
                  <c:v>0</c:v>
                </c:pt>
                <c:pt idx="40904">
                  <c:v>0</c:v>
                </c:pt>
                <c:pt idx="40905">
                  <c:v>0</c:v>
                </c:pt>
                <c:pt idx="40906">
                  <c:v>0</c:v>
                </c:pt>
                <c:pt idx="40907">
                  <c:v>0</c:v>
                </c:pt>
                <c:pt idx="40908">
                  <c:v>0</c:v>
                </c:pt>
                <c:pt idx="40909">
                  <c:v>0</c:v>
                </c:pt>
                <c:pt idx="40910">
                  <c:v>0</c:v>
                </c:pt>
                <c:pt idx="40911">
                  <c:v>0</c:v>
                </c:pt>
                <c:pt idx="40912">
                  <c:v>0</c:v>
                </c:pt>
                <c:pt idx="40913">
                  <c:v>0</c:v>
                </c:pt>
                <c:pt idx="40914">
                  <c:v>0</c:v>
                </c:pt>
                <c:pt idx="40915">
                  <c:v>0</c:v>
                </c:pt>
                <c:pt idx="40916">
                  <c:v>0</c:v>
                </c:pt>
                <c:pt idx="40917">
                  <c:v>0</c:v>
                </c:pt>
                <c:pt idx="40918">
                  <c:v>0</c:v>
                </c:pt>
                <c:pt idx="40919">
                  <c:v>0</c:v>
                </c:pt>
                <c:pt idx="40920">
                  <c:v>0</c:v>
                </c:pt>
                <c:pt idx="40921">
                  <c:v>0</c:v>
                </c:pt>
                <c:pt idx="40922">
                  <c:v>0</c:v>
                </c:pt>
                <c:pt idx="40923">
                  <c:v>0</c:v>
                </c:pt>
                <c:pt idx="40924">
                  <c:v>0</c:v>
                </c:pt>
                <c:pt idx="40925">
                  <c:v>0</c:v>
                </c:pt>
                <c:pt idx="40926">
                  <c:v>0</c:v>
                </c:pt>
                <c:pt idx="40927">
                  <c:v>0</c:v>
                </c:pt>
                <c:pt idx="40928">
                  <c:v>0</c:v>
                </c:pt>
                <c:pt idx="40929">
                  <c:v>0</c:v>
                </c:pt>
                <c:pt idx="40930">
                  <c:v>0</c:v>
                </c:pt>
                <c:pt idx="40931">
                  <c:v>0</c:v>
                </c:pt>
                <c:pt idx="40932">
                  <c:v>0</c:v>
                </c:pt>
                <c:pt idx="40933">
                  <c:v>0</c:v>
                </c:pt>
                <c:pt idx="40934">
                  <c:v>0</c:v>
                </c:pt>
                <c:pt idx="40935">
                  <c:v>0</c:v>
                </c:pt>
                <c:pt idx="40936">
                  <c:v>0</c:v>
                </c:pt>
                <c:pt idx="40937">
                  <c:v>0</c:v>
                </c:pt>
                <c:pt idx="40938">
                  <c:v>0</c:v>
                </c:pt>
                <c:pt idx="40939">
                  <c:v>0</c:v>
                </c:pt>
                <c:pt idx="40940">
                  <c:v>0</c:v>
                </c:pt>
                <c:pt idx="40941">
                  <c:v>0</c:v>
                </c:pt>
                <c:pt idx="40942">
                  <c:v>0</c:v>
                </c:pt>
                <c:pt idx="40943">
                  <c:v>0</c:v>
                </c:pt>
                <c:pt idx="40944">
                  <c:v>0</c:v>
                </c:pt>
                <c:pt idx="40945">
                  <c:v>0</c:v>
                </c:pt>
                <c:pt idx="40946">
                  <c:v>0</c:v>
                </c:pt>
                <c:pt idx="40947">
                  <c:v>0</c:v>
                </c:pt>
                <c:pt idx="40948">
                  <c:v>0</c:v>
                </c:pt>
                <c:pt idx="40949">
                  <c:v>0</c:v>
                </c:pt>
                <c:pt idx="40950">
                  <c:v>0</c:v>
                </c:pt>
                <c:pt idx="40951">
                  <c:v>0</c:v>
                </c:pt>
                <c:pt idx="40952">
                  <c:v>0</c:v>
                </c:pt>
                <c:pt idx="40953">
                  <c:v>0</c:v>
                </c:pt>
                <c:pt idx="40954">
                  <c:v>0</c:v>
                </c:pt>
                <c:pt idx="40955">
                  <c:v>0</c:v>
                </c:pt>
                <c:pt idx="40956">
                  <c:v>0</c:v>
                </c:pt>
                <c:pt idx="40957">
                  <c:v>0</c:v>
                </c:pt>
                <c:pt idx="40958">
                  <c:v>0</c:v>
                </c:pt>
                <c:pt idx="40959">
                  <c:v>0</c:v>
                </c:pt>
                <c:pt idx="40960">
                  <c:v>0</c:v>
                </c:pt>
                <c:pt idx="40961">
                  <c:v>0</c:v>
                </c:pt>
                <c:pt idx="40962">
                  <c:v>0</c:v>
                </c:pt>
                <c:pt idx="40963">
                  <c:v>0</c:v>
                </c:pt>
                <c:pt idx="40964">
                  <c:v>0</c:v>
                </c:pt>
                <c:pt idx="40965">
                  <c:v>0</c:v>
                </c:pt>
                <c:pt idx="40966">
                  <c:v>0</c:v>
                </c:pt>
                <c:pt idx="40967">
                  <c:v>0</c:v>
                </c:pt>
                <c:pt idx="40968">
                  <c:v>0</c:v>
                </c:pt>
                <c:pt idx="40969">
                  <c:v>0</c:v>
                </c:pt>
                <c:pt idx="40970">
                  <c:v>0</c:v>
                </c:pt>
                <c:pt idx="40971">
                  <c:v>0</c:v>
                </c:pt>
                <c:pt idx="40972">
                  <c:v>0</c:v>
                </c:pt>
                <c:pt idx="40973">
                  <c:v>0</c:v>
                </c:pt>
                <c:pt idx="40974">
                  <c:v>0</c:v>
                </c:pt>
                <c:pt idx="40975">
                  <c:v>0</c:v>
                </c:pt>
                <c:pt idx="40976">
                  <c:v>0</c:v>
                </c:pt>
                <c:pt idx="40977">
                  <c:v>0</c:v>
                </c:pt>
                <c:pt idx="40978">
                  <c:v>0</c:v>
                </c:pt>
                <c:pt idx="40979">
                  <c:v>0</c:v>
                </c:pt>
                <c:pt idx="40980">
                  <c:v>0</c:v>
                </c:pt>
                <c:pt idx="40981">
                  <c:v>0</c:v>
                </c:pt>
                <c:pt idx="40982">
                  <c:v>0</c:v>
                </c:pt>
                <c:pt idx="40983">
                  <c:v>0</c:v>
                </c:pt>
                <c:pt idx="40984">
                  <c:v>0</c:v>
                </c:pt>
                <c:pt idx="40985">
                  <c:v>0</c:v>
                </c:pt>
                <c:pt idx="40986">
                  <c:v>0</c:v>
                </c:pt>
                <c:pt idx="40987">
                  <c:v>0</c:v>
                </c:pt>
                <c:pt idx="40988">
                  <c:v>0</c:v>
                </c:pt>
                <c:pt idx="40989">
                  <c:v>0</c:v>
                </c:pt>
                <c:pt idx="40990">
                  <c:v>0</c:v>
                </c:pt>
                <c:pt idx="40991">
                  <c:v>0</c:v>
                </c:pt>
                <c:pt idx="40992">
                  <c:v>0</c:v>
                </c:pt>
                <c:pt idx="40993">
                  <c:v>0</c:v>
                </c:pt>
                <c:pt idx="40994">
                  <c:v>0</c:v>
                </c:pt>
                <c:pt idx="40995">
                  <c:v>0</c:v>
                </c:pt>
                <c:pt idx="40996">
                  <c:v>0</c:v>
                </c:pt>
                <c:pt idx="40997">
                  <c:v>0</c:v>
                </c:pt>
                <c:pt idx="40998">
                  <c:v>0</c:v>
                </c:pt>
                <c:pt idx="40999">
                  <c:v>0</c:v>
                </c:pt>
                <c:pt idx="41000">
                  <c:v>0</c:v>
                </c:pt>
                <c:pt idx="41001">
                  <c:v>0</c:v>
                </c:pt>
                <c:pt idx="41002">
                  <c:v>0</c:v>
                </c:pt>
                <c:pt idx="41003">
                  <c:v>0</c:v>
                </c:pt>
                <c:pt idx="41004">
                  <c:v>0</c:v>
                </c:pt>
                <c:pt idx="41005">
                  <c:v>0</c:v>
                </c:pt>
                <c:pt idx="41006">
                  <c:v>0</c:v>
                </c:pt>
                <c:pt idx="41007">
                  <c:v>0</c:v>
                </c:pt>
                <c:pt idx="41008">
                  <c:v>0</c:v>
                </c:pt>
                <c:pt idx="41009">
                  <c:v>0</c:v>
                </c:pt>
                <c:pt idx="41010">
                  <c:v>0</c:v>
                </c:pt>
                <c:pt idx="41011">
                  <c:v>0</c:v>
                </c:pt>
                <c:pt idx="41012">
                  <c:v>0</c:v>
                </c:pt>
                <c:pt idx="41013">
                  <c:v>0</c:v>
                </c:pt>
                <c:pt idx="41014">
                  <c:v>0</c:v>
                </c:pt>
                <c:pt idx="41015">
                  <c:v>0</c:v>
                </c:pt>
                <c:pt idx="41016">
                  <c:v>0</c:v>
                </c:pt>
                <c:pt idx="41017">
                  <c:v>0</c:v>
                </c:pt>
                <c:pt idx="41018">
                  <c:v>0</c:v>
                </c:pt>
                <c:pt idx="41019">
                  <c:v>0</c:v>
                </c:pt>
                <c:pt idx="41020">
                  <c:v>0</c:v>
                </c:pt>
                <c:pt idx="41021">
                  <c:v>0</c:v>
                </c:pt>
                <c:pt idx="41022">
                  <c:v>0</c:v>
                </c:pt>
                <c:pt idx="41023">
                  <c:v>0</c:v>
                </c:pt>
                <c:pt idx="41024">
                  <c:v>0</c:v>
                </c:pt>
                <c:pt idx="41025">
                  <c:v>0</c:v>
                </c:pt>
                <c:pt idx="41026">
                  <c:v>0</c:v>
                </c:pt>
                <c:pt idx="41027">
                  <c:v>0</c:v>
                </c:pt>
                <c:pt idx="41028">
                  <c:v>0</c:v>
                </c:pt>
                <c:pt idx="41029">
                  <c:v>0</c:v>
                </c:pt>
                <c:pt idx="41030">
                  <c:v>0</c:v>
                </c:pt>
                <c:pt idx="41031">
                  <c:v>0</c:v>
                </c:pt>
                <c:pt idx="41032">
                  <c:v>0</c:v>
                </c:pt>
                <c:pt idx="41033">
                  <c:v>0</c:v>
                </c:pt>
                <c:pt idx="41034">
                  <c:v>0</c:v>
                </c:pt>
                <c:pt idx="41035">
                  <c:v>0</c:v>
                </c:pt>
                <c:pt idx="41036">
                  <c:v>0</c:v>
                </c:pt>
                <c:pt idx="41037">
                  <c:v>0</c:v>
                </c:pt>
                <c:pt idx="41038">
                  <c:v>0</c:v>
                </c:pt>
                <c:pt idx="41039">
                  <c:v>0</c:v>
                </c:pt>
                <c:pt idx="41040">
                  <c:v>0</c:v>
                </c:pt>
                <c:pt idx="41041">
                  <c:v>0</c:v>
                </c:pt>
                <c:pt idx="41042">
                  <c:v>0</c:v>
                </c:pt>
                <c:pt idx="41043">
                  <c:v>0</c:v>
                </c:pt>
                <c:pt idx="41044">
                  <c:v>0</c:v>
                </c:pt>
                <c:pt idx="41045">
                  <c:v>0</c:v>
                </c:pt>
                <c:pt idx="41046">
                  <c:v>0</c:v>
                </c:pt>
                <c:pt idx="41047">
                  <c:v>0</c:v>
                </c:pt>
                <c:pt idx="41048">
                  <c:v>0</c:v>
                </c:pt>
                <c:pt idx="41049">
                  <c:v>0</c:v>
                </c:pt>
                <c:pt idx="41050">
                  <c:v>0</c:v>
                </c:pt>
                <c:pt idx="41051">
                  <c:v>0</c:v>
                </c:pt>
                <c:pt idx="41052">
                  <c:v>0</c:v>
                </c:pt>
                <c:pt idx="41053">
                  <c:v>0</c:v>
                </c:pt>
                <c:pt idx="41054">
                  <c:v>0</c:v>
                </c:pt>
                <c:pt idx="41055">
                  <c:v>0</c:v>
                </c:pt>
                <c:pt idx="41056">
                  <c:v>0</c:v>
                </c:pt>
                <c:pt idx="41057">
                  <c:v>0</c:v>
                </c:pt>
                <c:pt idx="41058">
                  <c:v>0</c:v>
                </c:pt>
                <c:pt idx="41059">
                  <c:v>0</c:v>
                </c:pt>
                <c:pt idx="41060">
                  <c:v>0</c:v>
                </c:pt>
                <c:pt idx="41061">
                  <c:v>0</c:v>
                </c:pt>
                <c:pt idx="41062">
                  <c:v>0</c:v>
                </c:pt>
                <c:pt idx="41063">
                  <c:v>0</c:v>
                </c:pt>
                <c:pt idx="41064">
                  <c:v>0</c:v>
                </c:pt>
                <c:pt idx="41065">
                  <c:v>0</c:v>
                </c:pt>
                <c:pt idx="41066">
                  <c:v>0</c:v>
                </c:pt>
                <c:pt idx="41067">
                  <c:v>0</c:v>
                </c:pt>
                <c:pt idx="41068">
                  <c:v>0</c:v>
                </c:pt>
                <c:pt idx="41069">
                  <c:v>0</c:v>
                </c:pt>
                <c:pt idx="41070">
                  <c:v>0</c:v>
                </c:pt>
                <c:pt idx="41071">
                  <c:v>0</c:v>
                </c:pt>
                <c:pt idx="41072">
                  <c:v>0</c:v>
                </c:pt>
                <c:pt idx="41073">
                  <c:v>0</c:v>
                </c:pt>
                <c:pt idx="41074">
                  <c:v>0</c:v>
                </c:pt>
                <c:pt idx="41075">
                  <c:v>0</c:v>
                </c:pt>
                <c:pt idx="41076">
                  <c:v>0</c:v>
                </c:pt>
                <c:pt idx="41077">
                  <c:v>0</c:v>
                </c:pt>
                <c:pt idx="41078">
                  <c:v>0</c:v>
                </c:pt>
                <c:pt idx="41079">
                  <c:v>0</c:v>
                </c:pt>
                <c:pt idx="41080">
                  <c:v>0</c:v>
                </c:pt>
                <c:pt idx="41081">
                  <c:v>0</c:v>
                </c:pt>
                <c:pt idx="41082">
                  <c:v>0</c:v>
                </c:pt>
                <c:pt idx="41083">
                  <c:v>0</c:v>
                </c:pt>
                <c:pt idx="41084">
                  <c:v>0</c:v>
                </c:pt>
                <c:pt idx="41085">
                  <c:v>0</c:v>
                </c:pt>
                <c:pt idx="41086">
                  <c:v>0</c:v>
                </c:pt>
                <c:pt idx="41087">
                  <c:v>0</c:v>
                </c:pt>
                <c:pt idx="41088">
                  <c:v>0</c:v>
                </c:pt>
                <c:pt idx="41089">
                  <c:v>0</c:v>
                </c:pt>
                <c:pt idx="41090">
                  <c:v>0</c:v>
                </c:pt>
                <c:pt idx="41091">
                  <c:v>0</c:v>
                </c:pt>
                <c:pt idx="41092">
                  <c:v>0</c:v>
                </c:pt>
                <c:pt idx="41093">
                  <c:v>0</c:v>
                </c:pt>
                <c:pt idx="41094">
                  <c:v>0</c:v>
                </c:pt>
                <c:pt idx="41095">
                  <c:v>0</c:v>
                </c:pt>
                <c:pt idx="41096">
                  <c:v>0</c:v>
                </c:pt>
                <c:pt idx="41097">
                  <c:v>0</c:v>
                </c:pt>
                <c:pt idx="41098">
                  <c:v>0</c:v>
                </c:pt>
                <c:pt idx="41099">
                  <c:v>0</c:v>
                </c:pt>
                <c:pt idx="41100">
                  <c:v>0</c:v>
                </c:pt>
                <c:pt idx="41101">
                  <c:v>0</c:v>
                </c:pt>
                <c:pt idx="41102">
                  <c:v>0</c:v>
                </c:pt>
                <c:pt idx="41103">
                  <c:v>0</c:v>
                </c:pt>
                <c:pt idx="41104">
                  <c:v>0</c:v>
                </c:pt>
                <c:pt idx="41105">
                  <c:v>0</c:v>
                </c:pt>
                <c:pt idx="41106">
                  <c:v>0</c:v>
                </c:pt>
                <c:pt idx="41107">
                  <c:v>0</c:v>
                </c:pt>
                <c:pt idx="41108">
                  <c:v>0</c:v>
                </c:pt>
                <c:pt idx="41109">
                  <c:v>0</c:v>
                </c:pt>
                <c:pt idx="41110">
                  <c:v>0</c:v>
                </c:pt>
                <c:pt idx="41111">
                  <c:v>0</c:v>
                </c:pt>
                <c:pt idx="41112">
                  <c:v>0</c:v>
                </c:pt>
                <c:pt idx="41113">
                  <c:v>0</c:v>
                </c:pt>
                <c:pt idx="41114">
                  <c:v>0</c:v>
                </c:pt>
                <c:pt idx="41115">
                  <c:v>0</c:v>
                </c:pt>
                <c:pt idx="41116">
                  <c:v>0</c:v>
                </c:pt>
                <c:pt idx="41117">
                  <c:v>0</c:v>
                </c:pt>
                <c:pt idx="41118">
                  <c:v>0</c:v>
                </c:pt>
                <c:pt idx="41119">
                  <c:v>0</c:v>
                </c:pt>
                <c:pt idx="41120">
                  <c:v>0</c:v>
                </c:pt>
                <c:pt idx="41121">
                  <c:v>0</c:v>
                </c:pt>
                <c:pt idx="41122">
                  <c:v>0</c:v>
                </c:pt>
                <c:pt idx="41123">
                  <c:v>0</c:v>
                </c:pt>
                <c:pt idx="41124">
                  <c:v>0</c:v>
                </c:pt>
                <c:pt idx="41125">
                  <c:v>0</c:v>
                </c:pt>
                <c:pt idx="41126">
                  <c:v>0</c:v>
                </c:pt>
                <c:pt idx="41127">
                  <c:v>0</c:v>
                </c:pt>
                <c:pt idx="41128">
                  <c:v>0</c:v>
                </c:pt>
                <c:pt idx="41129">
                  <c:v>0</c:v>
                </c:pt>
                <c:pt idx="41130">
                  <c:v>0</c:v>
                </c:pt>
                <c:pt idx="41131">
                  <c:v>0</c:v>
                </c:pt>
                <c:pt idx="41132">
                  <c:v>0</c:v>
                </c:pt>
                <c:pt idx="41133">
                  <c:v>0</c:v>
                </c:pt>
                <c:pt idx="41134">
                  <c:v>0</c:v>
                </c:pt>
                <c:pt idx="41135">
                  <c:v>0</c:v>
                </c:pt>
                <c:pt idx="41136">
                  <c:v>0</c:v>
                </c:pt>
                <c:pt idx="41137">
                  <c:v>0</c:v>
                </c:pt>
                <c:pt idx="41138">
                  <c:v>0</c:v>
                </c:pt>
                <c:pt idx="41139">
                  <c:v>0</c:v>
                </c:pt>
                <c:pt idx="41140">
                  <c:v>0</c:v>
                </c:pt>
                <c:pt idx="41141">
                  <c:v>0</c:v>
                </c:pt>
                <c:pt idx="41142">
                  <c:v>0</c:v>
                </c:pt>
                <c:pt idx="41143">
                  <c:v>0</c:v>
                </c:pt>
                <c:pt idx="41144">
                  <c:v>0</c:v>
                </c:pt>
                <c:pt idx="41145">
                  <c:v>0</c:v>
                </c:pt>
                <c:pt idx="41146">
                  <c:v>0</c:v>
                </c:pt>
                <c:pt idx="41147">
                  <c:v>0</c:v>
                </c:pt>
                <c:pt idx="41148">
                  <c:v>0</c:v>
                </c:pt>
                <c:pt idx="41149">
                  <c:v>0</c:v>
                </c:pt>
                <c:pt idx="41150">
                  <c:v>0</c:v>
                </c:pt>
                <c:pt idx="41151">
                  <c:v>0</c:v>
                </c:pt>
                <c:pt idx="41152">
                  <c:v>0</c:v>
                </c:pt>
                <c:pt idx="41153">
                  <c:v>0</c:v>
                </c:pt>
                <c:pt idx="41154">
                  <c:v>0</c:v>
                </c:pt>
                <c:pt idx="41155">
                  <c:v>0</c:v>
                </c:pt>
                <c:pt idx="41156">
                  <c:v>0</c:v>
                </c:pt>
                <c:pt idx="41157">
                  <c:v>0</c:v>
                </c:pt>
                <c:pt idx="41158">
                  <c:v>0</c:v>
                </c:pt>
                <c:pt idx="41159">
                  <c:v>0</c:v>
                </c:pt>
                <c:pt idx="41160">
                  <c:v>0</c:v>
                </c:pt>
                <c:pt idx="41161">
                  <c:v>0</c:v>
                </c:pt>
                <c:pt idx="41162">
                  <c:v>0</c:v>
                </c:pt>
                <c:pt idx="41163">
                  <c:v>0</c:v>
                </c:pt>
                <c:pt idx="41164">
                  <c:v>0</c:v>
                </c:pt>
                <c:pt idx="41165">
                  <c:v>0</c:v>
                </c:pt>
                <c:pt idx="41166">
                  <c:v>0</c:v>
                </c:pt>
                <c:pt idx="41167">
                  <c:v>0</c:v>
                </c:pt>
                <c:pt idx="41168">
                  <c:v>0</c:v>
                </c:pt>
                <c:pt idx="41169">
                  <c:v>0</c:v>
                </c:pt>
                <c:pt idx="41170">
                  <c:v>0</c:v>
                </c:pt>
                <c:pt idx="41171">
                  <c:v>0</c:v>
                </c:pt>
                <c:pt idx="41172">
                  <c:v>0</c:v>
                </c:pt>
                <c:pt idx="41173">
                  <c:v>0</c:v>
                </c:pt>
                <c:pt idx="41174">
                  <c:v>0</c:v>
                </c:pt>
                <c:pt idx="41175">
                  <c:v>0</c:v>
                </c:pt>
                <c:pt idx="41176">
                  <c:v>0</c:v>
                </c:pt>
                <c:pt idx="41177">
                  <c:v>0</c:v>
                </c:pt>
                <c:pt idx="41178">
                  <c:v>0</c:v>
                </c:pt>
                <c:pt idx="41179">
                  <c:v>0</c:v>
                </c:pt>
                <c:pt idx="41180">
                  <c:v>0</c:v>
                </c:pt>
                <c:pt idx="41181">
                  <c:v>0</c:v>
                </c:pt>
                <c:pt idx="41182">
                  <c:v>0</c:v>
                </c:pt>
                <c:pt idx="41183">
                  <c:v>0</c:v>
                </c:pt>
                <c:pt idx="41184">
                  <c:v>0</c:v>
                </c:pt>
                <c:pt idx="41185">
                  <c:v>0</c:v>
                </c:pt>
                <c:pt idx="41186">
                  <c:v>0</c:v>
                </c:pt>
                <c:pt idx="41187">
                  <c:v>0</c:v>
                </c:pt>
                <c:pt idx="41188">
                  <c:v>0</c:v>
                </c:pt>
                <c:pt idx="41189">
                  <c:v>0</c:v>
                </c:pt>
                <c:pt idx="41190">
                  <c:v>0</c:v>
                </c:pt>
                <c:pt idx="41191">
                  <c:v>0</c:v>
                </c:pt>
                <c:pt idx="41192">
                  <c:v>0</c:v>
                </c:pt>
                <c:pt idx="41193">
                  <c:v>0</c:v>
                </c:pt>
                <c:pt idx="41194">
                  <c:v>0</c:v>
                </c:pt>
                <c:pt idx="41195">
                  <c:v>0</c:v>
                </c:pt>
                <c:pt idx="41196">
                  <c:v>0</c:v>
                </c:pt>
                <c:pt idx="41197">
                  <c:v>0</c:v>
                </c:pt>
                <c:pt idx="41198">
                  <c:v>0</c:v>
                </c:pt>
                <c:pt idx="41199">
                  <c:v>0</c:v>
                </c:pt>
                <c:pt idx="41200">
                  <c:v>0</c:v>
                </c:pt>
                <c:pt idx="41201">
                  <c:v>0</c:v>
                </c:pt>
                <c:pt idx="41202">
                  <c:v>0</c:v>
                </c:pt>
                <c:pt idx="41203">
                  <c:v>0</c:v>
                </c:pt>
                <c:pt idx="41204">
                  <c:v>0</c:v>
                </c:pt>
                <c:pt idx="41205">
                  <c:v>0</c:v>
                </c:pt>
                <c:pt idx="41206">
                  <c:v>0</c:v>
                </c:pt>
                <c:pt idx="41207">
                  <c:v>0</c:v>
                </c:pt>
                <c:pt idx="41208">
                  <c:v>0</c:v>
                </c:pt>
                <c:pt idx="41209">
                  <c:v>0</c:v>
                </c:pt>
                <c:pt idx="41210">
                  <c:v>0</c:v>
                </c:pt>
                <c:pt idx="41211">
                  <c:v>0</c:v>
                </c:pt>
                <c:pt idx="41212">
                  <c:v>0</c:v>
                </c:pt>
                <c:pt idx="41213">
                  <c:v>0</c:v>
                </c:pt>
                <c:pt idx="41214">
                  <c:v>0</c:v>
                </c:pt>
                <c:pt idx="41215">
                  <c:v>0</c:v>
                </c:pt>
                <c:pt idx="41216">
                  <c:v>0</c:v>
                </c:pt>
                <c:pt idx="41217">
                  <c:v>0</c:v>
                </c:pt>
                <c:pt idx="41218">
                  <c:v>0</c:v>
                </c:pt>
                <c:pt idx="41219">
                  <c:v>0</c:v>
                </c:pt>
                <c:pt idx="41220">
                  <c:v>0</c:v>
                </c:pt>
                <c:pt idx="41221">
                  <c:v>0</c:v>
                </c:pt>
                <c:pt idx="41222">
                  <c:v>0</c:v>
                </c:pt>
                <c:pt idx="41223">
                  <c:v>0</c:v>
                </c:pt>
                <c:pt idx="41224">
                  <c:v>0</c:v>
                </c:pt>
                <c:pt idx="41225">
                  <c:v>0</c:v>
                </c:pt>
                <c:pt idx="41226">
                  <c:v>0</c:v>
                </c:pt>
                <c:pt idx="41227">
                  <c:v>0</c:v>
                </c:pt>
                <c:pt idx="41228">
                  <c:v>0</c:v>
                </c:pt>
                <c:pt idx="41229">
                  <c:v>0</c:v>
                </c:pt>
                <c:pt idx="41230">
                  <c:v>0</c:v>
                </c:pt>
                <c:pt idx="41231">
                  <c:v>0</c:v>
                </c:pt>
                <c:pt idx="41232">
                  <c:v>0</c:v>
                </c:pt>
                <c:pt idx="41233">
                  <c:v>0</c:v>
                </c:pt>
                <c:pt idx="41234">
                  <c:v>0</c:v>
                </c:pt>
                <c:pt idx="41235">
                  <c:v>0</c:v>
                </c:pt>
                <c:pt idx="41236">
                  <c:v>0</c:v>
                </c:pt>
                <c:pt idx="41237">
                  <c:v>0</c:v>
                </c:pt>
                <c:pt idx="41238">
                  <c:v>0</c:v>
                </c:pt>
                <c:pt idx="41239">
                  <c:v>0</c:v>
                </c:pt>
                <c:pt idx="41240">
                  <c:v>0</c:v>
                </c:pt>
                <c:pt idx="41241">
                  <c:v>0</c:v>
                </c:pt>
                <c:pt idx="41242">
                  <c:v>0</c:v>
                </c:pt>
                <c:pt idx="41243">
                  <c:v>0</c:v>
                </c:pt>
                <c:pt idx="41244">
                  <c:v>0</c:v>
                </c:pt>
                <c:pt idx="41245">
                  <c:v>0</c:v>
                </c:pt>
                <c:pt idx="41246">
                  <c:v>0</c:v>
                </c:pt>
                <c:pt idx="41247">
                  <c:v>0</c:v>
                </c:pt>
                <c:pt idx="41248">
                  <c:v>0</c:v>
                </c:pt>
                <c:pt idx="41249">
                  <c:v>0</c:v>
                </c:pt>
                <c:pt idx="41250">
                  <c:v>0</c:v>
                </c:pt>
                <c:pt idx="41251">
                  <c:v>0</c:v>
                </c:pt>
                <c:pt idx="41252">
                  <c:v>0</c:v>
                </c:pt>
                <c:pt idx="41253">
                  <c:v>0</c:v>
                </c:pt>
                <c:pt idx="41254">
                  <c:v>0</c:v>
                </c:pt>
                <c:pt idx="41255">
                  <c:v>0</c:v>
                </c:pt>
                <c:pt idx="41256">
                  <c:v>0</c:v>
                </c:pt>
                <c:pt idx="41257">
                  <c:v>0</c:v>
                </c:pt>
                <c:pt idx="41258">
                  <c:v>0</c:v>
                </c:pt>
                <c:pt idx="41259">
                  <c:v>0</c:v>
                </c:pt>
                <c:pt idx="41260">
                  <c:v>0</c:v>
                </c:pt>
                <c:pt idx="41261">
                  <c:v>0</c:v>
                </c:pt>
                <c:pt idx="41262">
                  <c:v>0</c:v>
                </c:pt>
                <c:pt idx="41263">
                  <c:v>0</c:v>
                </c:pt>
                <c:pt idx="41264">
                  <c:v>0</c:v>
                </c:pt>
                <c:pt idx="41265">
                  <c:v>0</c:v>
                </c:pt>
                <c:pt idx="41266">
                  <c:v>0</c:v>
                </c:pt>
                <c:pt idx="41267">
                  <c:v>0</c:v>
                </c:pt>
                <c:pt idx="41268">
                  <c:v>0</c:v>
                </c:pt>
                <c:pt idx="41269">
                  <c:v>0</c:v>
                </c:pt>
                <c:pt idx="41270">
                  <c:v>0</c:v>
                </c:pt>
                <c:pt idx="41271">
                  <c:v>0</c:v>
                </c:pt>
                <c:pt idx="41272">
                  <c:v>0</c:v>
                </c:pt>
                <c:pt idx="41273">
                  <c:v>0</c:v>
                </c:pt>
                <c:pt idx="41274">
                  <c:v>0</c:v>
                </c:pt>
                <c:pt idx="41275">
                  <c:v>0</c:v>
                </c:pt>
                <c:pt idx="41276">
                  <c:v>0</c:v>
                </c:pt>
                <c:pt idx="41277">
                  <c:v>0</c:v>
                </c:pt>
                <c:pt idx="41278">
                  <c:v>0</c:v>
                </c:pt>
                <c:pt idx="41279">
                  <c:v>0</c:v>
                </c:pt>
                <c:pt idx="41280">
                  <c:v>0</c:v>
                </c:pt>
                <c:pt idx="41281">
                  <c:v>0</c:v>
                </c:pt>
                <c:pt idx="41282">
                  <c:v>0</c:v>
                </c:pt>
                <c:pt idx="41283">
                  <c:v>0</c:v>
                </c:pt>
                <c:pt idx="41284">
                  <c:v>0</c:v>
                </c:pt>
                <c:pt idx="41285">
                  <c:v>0</c:v>
                </c:pt>
                <c:pt idx="41286">
                  <c:v>0</c:v>
                </c:pt>
                <c:pt idx="41287">
                  <c:v>0</c:v>
                </c:pt>
                <c:pt idx="41288">
                  <c:v>0</c:v>
                </c:pt>
                <c:pt idx="41289">
                  <c:v>0</c:v>
                </c:pt>
                <c:pt idx="41290">
                  <c:v>0</c:v>
                </c:pt>
                <c:pt idx="41291">
                  <c:v>0</c:v>
                </c:pt>
                <c:pt idx="41292">
                  <c:v>0</c:v>
                </c:pt>
                <c:pt idx="41293">
                  <c:v>0</c:v>
                </c:pt>
                <c:pt idx="41294">
                  <c:v>0</c:v>
                </c:pt>
                <c:pt idx="41295">
                  <c:v>0</c:v>
                </c:pt>
                <c:pt idx="41296">
                  <c:v>0</c:v>
                </c:pt>
                <c:pt idx="41297">
                  <c:v>0</c:v>
                </c:pt>
                <c:pt idx="41298">
                  <c:v>0</c:v>
                </c:pt>
                <c:pt idx="41299">
                  <c:v>0</c:v>
                </c:pt>
                <c:pt idx="41300">
                  <c:v>0</c:v>
                </c:pt>
                <c:pt idx="41301">
                  <c:v>0</c:v>
                </c:pt>
                <c:pt idx="41302">
                  <c:v>0</c:v>
                </c:pt>
                <c:pt idx="41303">
                  <c:v>0</c:v>
                </c:pt>
                <c:pt idx="41304">
                  <c:v>0</c:v>
                </c:pt>
                <c:pt idx="41305">
                  <c:v>0</c:v>
                </c:pt>
                <c:pt idx="41306">
                  <c:v>0</c:v>
                </c:pt>
                <c:pt idx="41307">
                  <c:v>0</c:v>
                </c:pt>
                <c:pt idx="41308">
                  <c:v>0</c:v>
                </c:pt>
                <c:pt idx="41309">
                  <c:v>0</c:v>
                </c:pt>
                <c:pt idx="41310">
                  <c:v>0</c:v>
                </c:pt>
                <c:pt idx="41311">
                  <c:v>0</c:v>
                </c:pt>
                <c:pt idx="41312">
                  <c:v>0</c:v>
                </c:pt>
                <c:pt idx="41313">
                  <c:v>0</c:v>
                </c:pt>
                <c:pt idx="41314">
                  <c:v>0</c:v>
                </c:pt>
                <c:pt idx="41315">
                  <c:v>0</c:v>
                </c:pt>
                <c:pt idx="41316">
                  <c:v>0</c:v>
                </c:pt>
                <c:pt idx="41317">
                  <c:v>0</c:v>
                </c:pt>
                <c:pt idx="41318">
                  <c:v>0</c:v>
                </c:pt>
                <c:pt idx="41319">
                  <c:v>0</c:v>
                </c:pt>
                <c:pt idx="41320">
                  <c:v>0</c:v>
                </c:pt>
                <c:pt idx="41321">
                  <c:v>0</c:v>
                </c:pt>
                <c:pt idx="41322">
                  <c:v>0</c:v>
                </c:pt>
                <c:pt idx="41323">
                  <c:v>0</c:v>
                </c:pt>
                <c:pt idx="41324">
                  <c:v>0</c:v>
                </c:pt>
                <c:pt idx="41325">
                  <c:v>0</c:v>
                </c:pt>
                <c:pt idx="41326">
                  <c:v>0</c:v>
                </c:pt>
                <c:pt idx="41327">
                  <c:v>0</c:v>
                </c:pt>
                <c:pt idx="41328">
                  <c:v>0</c:v>
                </c:pt>
                <c:pt idx="41329">
                  <c:v>0</c:v>
                </c:pt>
                <c:pt idx="41330">
                  <c:v>0</c:v>
                </c:pt>
                <c:pt idx="41331">
                  <c:v>0</c:v>
                </c:pt>
                <c:pt idx="41332">
                  <c:v>0</c:v>
                </c:pt>
                <c:pt idx="41333">
                  <c:v>0</c:v>
                </c:pt>
                <c:pt idx="41334">
                  <c:v>0</c:v>
                </c:pt>
                <c:pt idx="41335">
                  <c:v>0</c:v>
                </c:pt>
                <c:pt idx="41336">
                  <c:v>0</c:v>
                </c:pt>
                <c:pt idx="41337">
                  <c:v>0</c:v>
                </c:pt>
                <c:pt idx="41338">
                  <c:v>0</c:v>
                </c:pt>
                <c:pt idx="41339">
                  <c:v>0</c:v>
                </c:pt>
                <c:pt idx="41340">
                  <c:v>0</c:v>
                </c:pt>
                <c:pt idx="41341">
                  <c:v>0</c:v>
                </c:pt>
                <c:pt idx="41342">
                  <c:v>0</c:v>
                </c:pt>
                <c:pt idx="41343">
                  <c:v>0</c:v>
                </c:pt>
                <c:pt idx="41344">
                  <c:v>0</c:v>
                </c:pt>
                <c:pt idx="41345">
                  <c:v>0</c:v>
                </c:pt>
                <c:pt idx="41346">
                  <c:v>0</c:v>
                </c:pt>
                <c:pt idx="41347">
                  <c:v>0</c:v>
                </c:pt>
                <c:pt idx="41348">
                  <c:v>0</c:v>
                </c:pt>
                <c:pt idx="41349">
                  <c:v>0</c:v>
                </c:pt>
                <c:pt idx="41350">
                  <c:v>0</c:v>
                </c:pt>
                <c:pt idx="41351">
                  <c:v>0</c:v>
                </c:pt>
                <c:pt idx="41352">
                  <c:v>0</c:v>
                </c:pt>
                <c:pt idx="41353">
                  <c:v>0</c:v>
                </c:pt>
                <c:pt idx="41354">
                  <c:v>0</c:v>
                </c:pt>
                <c:pt idx="41355">
                  <c:v>0</c:v>
                </c:pt>
                <c:pt idx="41356">
                  <c:v>0</c:v>
                </c:pt>
                <c:pt idx="41357">
                  <c:v>0</c:v>
                </c:pt>
                <c:pt idx="41358">
                  <c:v>0</c:v>
                </c:pt>
                <c:pt idx="41359">
                  <c:v>0</c:v>
                </c:pt>
                <c:pt idx="41360">
                  <c:v>0</c:v>
                </c:pt>
                <c:pt idx="41361">
                  <c:v>0</c:v>
                </c:pt>
                <c:pt idx="41362">
                  <c:v>0</c:v>
                </c:pt>
                <c:pt idx="41363">
                  <c:v>0</c:v>
                </c:pt>
                <c:pt idx="41364">
                  <c:v>0</c:v>
                </c:pt>
                <c:pt idx="41365">
                  <c:v>0</c:v>
                </c:pt>
                <c:pt idx="41366">
                  <c:v>0</c:v>
                </c:pt>
                <c:pt idx="41367">
                  <c:v>0</c:v>
                </c:pt>
                <c:pt idx="41368">
                  <c:v>0</c:v>
                </c:pt>
                <c:pt idx="41369">
                  <c:v>0</c:v>
                </c:pt>
                <c:pt idx="41370">
                  <c:v>0</c:v>
                </c:pt>
                <c:pt idx="41371">
                  <c:v>0</c:v>
                </c:pt>
                <c:pt idx="41372">
                  <c:v>0</c:v>
                </c:pt>
                <c:pt idx="41373">
                  <c:v>0</c:v>
                </c:pt>
                <c:pt idx="41374">
                  <c:v>0</c:v>
                </c:pt>
                <c:pt idx="41375">
                  <c:v>0</c:v>
                </c:pt>
                <c:pt idx="41376">
                  <c:v>0</c:v>
                </c:pt>
                <c:pt idx="41377">
                  <c:v>0</c:v>
                </c:pt>
                <c:pt idx="41378">
                  <c:v>0</c:v>
                </c:pt>
                <c:pt idx="41379">
                  <c:v>0</c:v>
                </c:pt>
                <c:pt idx="41380">
                  <c:v>0</c:v>
                </c:pt>
                <c:pt idx="41381">
                  <c:v>0</c:v>
                </c:pt>
                <c:pt idx="41382">
                  <c:v>0</c:v>
                </c:pt>
                <c:pt idx="41383">
                  <c:v>0</c:v>
                </c:pt>
                <c:pt idx="41384">
                  <c:v>0</c:v>
                </c:pt>
                <c:pt idx="41385">
                  <c:v>0</c:v>
                </c:pt>
                <c:pt idx="41386">
                  <c:v>0</c:v>
                </c:pt>
                <c:pt idx="41387">
                  <c:v>0</c:v>
                </c:pt>
                <c:pt idx="41388">
                  <c:v>0</c:v>
                </c:pt>
                <c:pt idx="41389">
                  <c:v>0</c:v>
                </c:pt>
                <c:pt idx="41390">
                  <c:v>0</c:v>
                </c:pt>
                <c:pt idx="41391">
                  <c:v>0</c:v>
                </c:pt>
                <c:pt idx="41392">
                  <c:v>0</c:v>
                </c:pt>
                <c:pt idx="41393">
                  <c:v>0</c:v>
                </c:pt>
                <c:pt idx="41394">
                  <c:v>0</c:v>
                </c:pt>
                <c:pt idx="41395">
                  <c:v>0</c:v>
                </c:pt>
                <c:pt idx="41396">
                  <c:v>0</c:v>
                </c:pt>
                <c:pt idx="41397">
                  <c:v>0</c:v>
                </c:pt>
                <c:pt idx="41398">
                  <c:v>0</c:v>
                </c:pt>
                <c:pt idx="41399">
                  <c:v>0</c:v>
                </c:pt>
                <c:pt idx="41400">
                  <c:v>0</c:v>
                </c:pt>
                <c:pt idx="41401">
                  <c:v>0</c:v>
                </c:pt>
                <c:pt idx="41402">
                  <c:v>0</c:v>
                </c:pt>
                <c:pt idx="41403">
                  <c:v>0</c:v>
                </c:pt>
                <c:pt idx="41404">
                  <c:v>0</c:v>
                </c:pt>
                <c:pt idx="41405">
                  <c:v>0</c:v>
                </c:pt>
                <c:pt idx="41406">
                  <c:v>0</c:v>
                </c:pt>
                <c:pt idx="41407">
                  <c:v>0</c:v>
                </c:pt>
                <c:pt idx="41408">
                  <c:v>0</c:v>
                </c:pt>
                <c:pt idx="41409">
                  <c:v>0</c:v>
                </c:pt>
                <c:pt idx="41410">
                  <c:v>0</c:v>
                </c:pt>
                <c:pt idx="41411">
                  <c:v>0</c:v>
                </c:pt>
                <c:pt idx="41412">
                  <c:v>0</c:v>
                </c:pt>
                <c:pt idx="41413">
                  <c:v>0</c:v>
                </c:pt>
                <c:pt idx="41414">
                  <c:v>0</c:v>
                </c:pt>
                <c:pt idx="41415">
                  <c:v>0</c:v>
                </c:pt>
                <c:pt idx="41416">
                  <c:v>0</c:v>
                </c:pt>
                <c:pt idx="41417">
                  <c:v>0</c:v>
                </c:pt>
                <c:pt idx="41418">
                  <c:v>0</c:v>
                </c:pt>
                <c:pt idx="41419">
                  <c:v>0</c:v>
                </c:pt>
                <c:pt idx="41420">
                  <c:v>0</c:v>
                </c:pt>
                <c:pt idx="41421">
                  <c:v>0</c:v>
                </c:pt>
                <c:pt idx="41422">
                  <c:v>0</c:v>
                </c:pt>
                <c:pt idx="41423">
                  <c:v>0</c:v>
                </c:pt>
                <c:pt idx="41424">
                  <c:v>0</c:v>
                </c:pt>
                <c:pt idx="41425">
                  <c:v>0</c:v>
                </c:pt>
                <c:pt idx="41426">
                  <c:v>0</c:v>
                </c:pt>
                <c:pt idx="41427">
                  <c:v>0</c:v>
                </c:pt>
                <c:pt idx="41428">
                  <c:v>0</c:v>
                </c:pt>
                <c:pt idx="41429">
                  <c:v>0</c:v>
                </c:pt>
                <c:pt idx="41430">
                  <c:v>0</c:v>
                </c:pt>
                <c:pt idx="41431">
                  <c:v>0</c:v>
                </c:pt>
                <c:pt idx="41432">
                  <c:v>0</c:v>
                </c:pt>
                <c:pt idx="41433">
                  <c:v>0</c:v>
                </c:pt>
                <c:pt idx="41434">
                  <c:v>0</c:v>
                </c:pt>
                <c:pt idx="41435">
                  <c:v>0</c:v>
                </c:pt>
                <c:pt idx="41436">
                  <c:v>0</c:v>
                </c:pt>
                <c:pt idx="41437">
                  <c:v>0</c:v>
                </c:pt>
                <c:pt idx="41438">
                  <c:v>0</c:v>
                </c:pt>
                <c:pt idx="41439">
                  <c:v>0</c:v>
                </c:pt>
                <c:pt idx="41440">
                  <c:v>0</c:v>
                </c:pt>
                <c:pt idx="41441">
                  <c:v>0</c:v>
                </c:pt>
                <c:pt idx="41442">
                  <c:v>0</c:v>
                </c:pt>
                <c:pt idx="41443">
                  <c:v>0</c:v>
                </c:pt>
                <c:pt idx="41444">
                  <c:v>0</c:v>
                </c:pt>
                <c:pt idx="41445">
                  <c:v>0</c:v>
                </c:pt>
                <c:pt idx="41446">
                  <c:v>0</c:v>
                </c:pt>
                <c:pt idx="41447">
                  <c:v>0</c:v>
                </c:pt>
                <c:pt idx="41448">
                  <c:v>0</c:v>
                </c:pt>
                <c:pt idx="41449">
                  <c:v>0</c:v>
                </c:pt>
                <c:pt idx="41450">
                  <c:v>0</c:v>
                </c:pt>
                <c:pt idx="41451">
                  <c:v>0</c:v>
                </c:pt>
                <c:pt idx="41452">
                  <c:v>0</c:v>
                </c:pt>
                <c:pt idx="41453">
                  <c:v>0</c:v>
                </c:pt>
                <c:pt idx="41454">
                  <c:v>0</c:v>
                </c:pt>
                <c:pt idx="41455">
                  <c:v>0</c:v>
                </c:pt>
                <c:pt idx="41456">
                  <c:v>0</c:v>
                </c:pt>
                <c:pt idx="41457">
                  <c:v>0</c:v>
                </c:pt>
                <c:pt idx="41458">
                  <c:v>0</c:v>
                </c:pt>
                <c:pt idx="41459">
                  <c:v>0</c:v>
                </c:pt>
                <c:pt idx="41460">
                  <c:v>0</c:v>
                </c:pt>
                <c:pt idx="41461">
                  <c:v>0</c:v>
                </c:pt>
                <c:pt idx="41462">
                  <c:v>0</c:v>
                </c:pt>
                <c:pt idx="41463">
                  <c:v>0</c:v>
                </c:pt>
                <c:pt idx="41464">
                  <c:v>0</c:v>
                </c:pt>
                <c:pt idx="41465">
                  <c:v>0</c:v>
                </c:pt>
                <c:pt idx="41466">
                  <c:v>0</c:v>
                </c:pt>
                <c:pt idx="41467">
                  <c:v>0</c:v>
                </c:pt>
                <c:pt idx="41468">
                  <c:v>0</c:v>
                </c:pt>
                <c:pt idx="41469">
                  <c:v>0</c:v>
                </c:pt>
                <c:pt idx="41470">
                  <c:v>0</c:v>
                </c:pt>
                <c:pt idx="41471">
                  <c:v>0</c:v>
                </c:pt>
                <c:pt idx="41472">
                  <c:v>0</c:v>
                </c:pt>
                <c:pt idx="41473">
                  <c:v>0</c:v>
                </c:pt>
                <c:pt idx="41474">
                  <c:v>0</c:v>
                </c:pt>
                <c:pt idx="41475">
                  <c:v>0</c:v>
                </c:pt>
                <c:pt idx="41476">
                  <c:v>0</c:v>
                </c:pt>
                <c:pt idx="41477">
                  <c:v>0</c:v>
                </c:pt>
                <c:pt idx="41478">
                  <c:v>0</c:v>
                </c:pt>
                <c:pt idx="41479">
                  <c:v>0</c:v>
                </c:pt>
                <c:pt idx="41480">
                  <c:v>0</c:v>
                </c:pt>
                <c:pt idx="41481">
                  <c:v>0</c:v>
                </c:pt>
                <c:pt idx="41482">
                  <c:v>0</c:v>
                </c:pt>
                <c:pt idx="41483">
                  <c:v>0</c:v>
                </c:pt>
                <c:pt idx="41484">
                  <c:v>0</c:v>
                </c:pt>
                <c:pt idx="41485">
                  <c:v>0</c:v>
                </c:pt>
                <c:pt idx="41486">
                  <c:v>0</c:v>
                </c:pt>
                <c:pt idx="41487">
                  <c:v>0</c:v>
                </c:pt>
                <c:pt idx="41488">
                  <c:v>0</c:v>
                </c:pt>
                <c:pt idx="41489">
                  <c:v>0</c:v>
                </c:pt>
                <c:pt idx="41490">
                  <c:v>0</c:v>
                </c:pt>
                <c:pt idx="41491">
                  <c:v>0</c:v>
                </c:pt>
                <c:pt idx="41492">
                  <c:v>0</c:v>
                </c:pt>
                <c:pt idx="41493">
                  <c:v>0</c:v>
                </c:pt>
                <c:pt idx="41494">
                  <c:v>0</c:v>
                </c:pt>
                <c:pt idx="41495">
                  <c:v>0</c:v>
                </c:pt>
                <c:pt idx="41496">
                  <c:v>0</c:v>
                </c:pt>
                <c:pt idx="41497">
                  <c:v>0</c:v>
                </c:pt>
                <c:pt idx="41498">
                  <c:v>0</c:v>
                </c:pt>
                <c:pt idx="41499">
                  <c:v>0</c:v>
                </c:pt>
                <c:pt idx="41500">
                  <c:v>0</c:v>
                </c:pt>
                <c:pt idx="41501">
                  <c:v>0</c:v>
                </c:pt>
                <c:pt idx="41502">
                  <c:v>0</c:v>
                </c:pt>
                <c:pt idx="41503">
                  <c:v>0</c:v>
                </c:pt>
                <c:pt idx="41504">
                  <c:v>0</c:v>
                </c:pt>
                <c:pt idx="41505">
                  <c:v>0</c:v>
                </c:pt>
                <c:pt idx="41506">
                  <c:v>0</c:v>
                </c:pt>
                <c:pt idx="41507">
                  <c:v>0</c:v>
                </c:pt>
                <c:pt idx="41508">
                  <c:v>0</c:v>
                </c:pt>
                <c:pt idx="41509">
                  <c:v>0</c:v>
                </c:pt>
                <c:pt idx="41510">
                  <c:v>0</c:v>
                </c:pt>
                <c:pt idx="41511">
                  <c:v>0</c:v>
                </c:pt>
                <c:pt idx="41512">
                  <c:v>0</c:v>
                </c:pt>
                <c:pt idx="41513">
                  <c:v>0</c:v>
                </c:pt>
                <c:pt idx="41514">
                  <c:v>0</c:v>
                </c:pt>
                <c:pt idx="41515">
                  <c:v>0</c:v>
                </c:pt>
                <c:pt idx="41516">
                  <c:v>0</c:v>
                </c:pt>
                <c:pt idx="41517">
                  <c:v>0</c:v>
                </c:pt>
                <c:pt idx="41518">
                  <c:v>0</c:v>
                </c:pt>
                <c:pt idx="41519">
                  <c:v>0</c:v>
                </c:pt>
                <c:pt idx="41520">
                  <c:v>0</c:v>
                </c:pt>
                <c:pt idx="41521">
                  <c:v>0</c:v>
                </c:pt>
                <c:pt idx="41522">
                  <c:v>0</c:v>
                </c:pt>
                <c:pt idx="41523">
                  <c:v>0</c:v>
                </c:pt>
                <c:pt idx="41524">
                  <c:v>0</c:v>
                </c:pt>
                <c:pt idx="41525">
                  <c:v>0</c:v>
                </c:pt>
                <c:pt idx="41526">
                  <c:v>0</c:v>
                </c:pt>
                <c:pt idx="41527">
                  <c:v>0</c:v>
                </c:pt>
                <c:pt idx="41528">
                  <c:v>0</c:v>
                </c:pt>
                <c:pt idx="41529">
                  <c:v>0</c:v>
                </c:pt>
                <c:pt idx="41530">
                  <c:v>0</c:v>
                </c:pt>
                <c:pt idx="41531">
                  <c:v>0</c:v>
                </c:pt>
                <c:pt idx="41532">
                  <c:v>0</c:v>
                </c:pt>
                <c:pt idx="41533">
                  <c:v>0</c:v>
                </c:pt>
                <c:pt idx="41534">
                  <c:v>0</c:v>
                </c:pt>
                <c:pt idx="41535">
                  <c:v>0</c:v>
                </c:pt>
                <c:pt idx="41536">
                  <c:v>0</c:v>
                </c:pt>
                <c:pt idx="41537">
                  <c:v>0</c:v>
                </c:pt>
                <c:pt idx="41538">
                  <c:v>0</c:v>
                </c:pt>
                <c:pt idx="41539">
                  <c:v>0</c:v>
                </c:pt>
                <c:pt idx="41540">
                  <c:v>0</c:v>
                </c:pt>
                <c:pt idx="41541">
                  <c:v>0</c:v>
                </c:pt>
                <c:pt idx="41542">
                  <c:v>0</c:v>
                </c:pt>
                <c:pt idx="41543">
                  <c:v>0</c:v>
                </c:pt>
                <c:pt idx="41544">
                  <c:v>0</c:v>
                </c:pt>
                <c:pt idx="41545">
                  <c:v>0</c:v>
                </c:pt>
                <c:pt idx="41546">
                  <c:v>0</c:v>
                </c:pt>
                <c:pt idx="41547">
                  <c:v>0</c:v>
                </c:pt>
                <c:pt idx="41548">
                  <c:v>0</c:v>
                </c:pt>
                <c:pt idx="41549">
                  <c:v>0</c:v>
                </c:pt>
                <c:pt idx="41550">
                  <c:v>0</c:v>
                </c:pt>
                <c:pt idx="41551">
                  <c:v>0</c:v>
                </c:pt>
                <c:pt idx="41552">
                  <c:v>0</c:v>
                </c:pt>
                <c:pt idx="41553">
                  <c:v>0</c:v>
                </c:pt>
                <c:pt idx="41554">
                  <c:v>0</c:v>
                </c:pt>
                <c:pt idx="41555">
                  <c:v>0</c:v>
                </c:pt>
                <c:pt idx="41556">
                  <c:v>0</c:v>
                </c:pt>
                <c:pt idx="41557">
                  <c:v>0</c:v>
                </c:pt>
                <c:pt idx="41558">
                  <c:v>0</c:v>
                </c:pt>
                <c:pt idx="41559">
                  <c:v>0</c:v>
                </c:pt>
                <c:pt idx="41560">
                  <c:v>0</c:v>
                </c:pt>
                <c:pt idx="41561">
                  <c:v>0</c:v>
                </c:pt>
                <c:pt idx="41562">
                  <c:v>0</c:v>
                </c:pt>
                <c:pt idx="41563">
                  <c:v>0</c:v>
                </c:pt>
                <c:pt idx="41564">
                  <c:v>0</c:v>
                </c:pt>
                <c:pt idx="41565">
                  <c:v>0</c:v>
                </c:pt>
                <c:pt idx="41566">
                  <c:v>0</c:v>
                </c:pt>
                <c:pt idx="41567">
                  <c:v>0</c:v>
                </c:pt>
                <c:pt idx="41568">
                  <c:v>0</c:v>
                </c:pt>
                <c:pt idx="41569">
                  <c:v>0</c:v>
                </c:pt>
                <c:pt idx="41570">
                  <c:v>0</c:v>
                </c:pt>
                <c:pt idx="41571">
                  <c:v>0</c:v>
                </c:pt>
                <c:pt idx="41572">
                  <c:v>0</c:v>
                </c:pt>
                <c:pt idx="41573">
                  <c:v>0</c:v>
                </c:pt>
                <c:pt idx="41574">
                  <c:v>0</c:v>
                </c:pt>
                <c:pt idx="41575">
                  <c:v>0</c:v>
                </c:pt>
                <c:pt idx="41576">
                  <c:v>0</c:v>
                </c:pt>
                <c:pt idx="41577">
                  <c:v>0</c:v>
                </c:pt>
                <c:pt idx="41578">
                  <c:v>0</c:v>
                </c:pt>
                <c:pt idx="41579">
                  <c:v>0</c:v>
                </c:pt>
                <c:pt idx="41580">
                  <c:v>0</c:v>
                </c:pt>
                <c:pt idx="41581">
                  <c:v>0</c:v>
                </c:pt>
                <c:pt idx="41582">
                  <c:v>0</c:v>
                </c:pt>
                <c:pt idx="41583">
                  <c:v>0</c:v>
                </c:pt>
                <c:pt idx="41584">
                  <c:v>0</c:v>
                </c:pt>
                <c:pt idx="41585">
                  <c:v>0</c:v>
                </c:pt>
                <c:pt idx="41586">
                  <c:v>0</c:v>
                </c:pt>
                <c:pt idx="41587">
                  <c:v>0</c:v>
                </c:pt>
                <c:pt idx="41588">
                  <c:v>0</c:v>
                </c:pt>
                <c:pt idx="41589">
                  <c:v>0</c:v>
                </c:pt>
                <c:pt idx="41590">
                  <c:v>0</c:v>
                </c:pt>
                <c:pt idx="41591">
                  <c:v>0</c:v>
                </c:pt>
                <c:pt idx="41592">
                  <c:v>0</c:v>
                </c:pt>
                <c:pt idx="41593">
                  <c:v>0</c:v>
                </c:pt>
                <c:pt idx="41594">
                  <c:v>0</c:v>
                </c:pt>
                <c:pt idx="41595">
                  <c:v>0</c:v>
                </c:pt>
                <c:pt idx="41596">
                  <c:v>0</c:v>
                </c:pt>
                <c:pt idx="41597">
                  <c:v>0</c:v>
                </c:pt>
                <c:pt idx="41598">
                  <c:v>0</c:v>
                </c:pt>
                <c:pt idx="41599">
                  <c:v>0</c:v>
                </c:pt>
                <c:pt idx="41600">
                  <c:v>0</c:v>
                </c:pt>
                <c:pt idx="41601">
                  <c:v>0</c:v>
                </c:pt>
                <c:pt idx="41602">
                  <c:v>0</c:v>
                </c:pt>
                <c:pt idx="41603">
                  <c:v>0</c:v>
                </c:pt>
                <c:pt idx="41604">
                  <c:v>0</c:v>
                </c:pt>
                <c:pt idx="41605">
                  <c:v>0</c:v>
                </c:pt>
                <c:pt idx="41606">
                  <c:v>0</c:v>
                </c:pt>
                <c:pt idx="41607">
                  <c:v>0</c:v>
                </c:pt>
                <c:pt idx="41608">
                  <c:v>0</c:v>
                </c:pt>
                <c:pt idx="41609">
                  <c:v>0</c:v>
                </c:pt>
                <c:pt idx="41610">
                  <c:v>0</c:v>
                </c:pt>
                <c:pt idx="41611">
                  <c:v>0</c:v>
                </c:pt>
                <c:pt idx="41612">
                  <c:v>0</c:v>
                </c:pt>
                <c:pt idx="41613">
                  <c:v>0</c:v>
                </c:pt>
                <c:pt idx="41614">
                  <c:v>0</c:v>
                </c:pt>
                <c:pt idx="41615">
                  <c:v>0</c:v>
                </c:pt>
                <c:pt idx="41616">
                  <c:v>0</c:v>
                </c:pt>
                <c:pt idx="41617">
                  <c:v>0</c:v>
                </c:pt>
                <c:pt idx="41618">
                  <c:v>0</c:v>
                </c:pt>
                <c:pt idx="41619">
                  <c:v>0</c:v>
                </c:pt>
                <c:pt idx="41620">
                  <c:v>0</c:v>
                </c:pt>
                <c:pt idx="41621">
                  <c:v>0</c:v>
                </c:pt>
                <c:pt idx="41622">
                  <c:v>0</c:v>
                </c:pt>
                <c:pt idx="41623">
                  <c:v>0</c:v>
                </c:pt>
                <c:pt idx="41624">
                  <c:v>0</c:v>
                </c:pt>
                <c:pt idx="41625">
                  <c:v>0</c:v>
                </c:pt>
                <c:pt idx="41626">
                  <c:v>0</c:v>
                </c:pt>
                <c:pt idx="41627">
                  <c:v>0</c:v>
                </c:pt>
                <c:pt idx="41628">
                  <c:v>0</c:v>
                </c:pt>
                <c:pt idx="41629">
                  <c:v>0</c:v>
                </c:pt>
                <c:pt idx="41630">
                  <c:v>0</c:v>
                </c:pt>
                <c:pt idx="41631">
                  <c:v>0</c:v>
                </c:pt>
                <c:pt idx="41632">
                  <c:v>0</c:v>
                </c:pt>
                <c:pt idx="41633">
                  <c:v>0</c:v>
                </c:pt>
                <c:pt idx="41634">
                  <c:v>0</c:v>
                </c:pt>
                <c:pt idx="41635">
                  <c:v>0</c:v>
                </c:pt>
                <c:pt idx="41636">
                  <c:v>0</c:v>
                </c:pt>
                <c:pt idx="41637">
                  <c:v>0</c:v>
                </c:pt>
                <c:pt idx="41638">
                  <c:v>0</c:v>
                </c:pt>
                <c:pt idx="41639">
                  <c:v>0</c:v>
                </c:pt>
                <c:pt idx="41640">
                  <c:v>0</c:v>
                </c:pt>
                <c:pt idx="41641">
                  <c:v>0</c:v>
                </c:pt>
                <c:pt idx="41642">
                  <c:v>0</c:v>
                </c:pt>
                <c:pt idx="41643">
                  <c:v>0</c:v>
                </c:pt>
                <c:pt idx="41644">
                  <c:v>0</c:v>
                </c:pt>
                <c:pt idx="41645">
                  <c:v>0</c:v>
                </c:pt>
                <c:pt idx="41646">
                  <c:v>0</c:v>
                </c:pt>
                <c:pt idx="41647">
                  <c:v>0</c:v>
                </c:pt>
                <c:pt idx="41648">
                  <c:v>0</c:v>
                </c:pt>
                <c:pt idx="41649">
                  <c:v>0</c:v>
                </c:pt>
                <c:pt idx="41650">
                  <c:v>0</c:v>
                </c:pt>
                <c:pt idx="41651">
                  <c:v>0</c:v>
                </c:pt>
                <c:pt idx="41652">
                  <c:v>0</c:v>
                </c:pt>
                <c:pt idx="41653">
                  <c:v>0</c:v>
                </c:pt>
                <c:pt idx="41654">
                  <c:v>0</c:v>
                </c:pt>
                <c:pt idx="41655">
                  <c:v>0</c:v>
                </c:pt>
                <c:pt idx="41656">
                  <c:v>0</c:v>
                </c:pt>
                <c:pt idx="41657">
                  <c:v>0</c:v>
                </c:pt>
                <c:pt idx="41658">
                  <c:v>0</c:v>
                </c:pt>
                <c:pt idx="41659">
                  <c:v>0</c:v>
                </c:pt>
                <c:pt idx="41660">
                  <c:v>0</c:v>
                </c:pt>
                <c:pt idx="41661">
                  <c:v>0</c:v>
                </c:pt>
                <c:pt idx="41662">
                  <c:v>0</c:v>
                </c:pt>
                <c:pt idx="41663">
                  <c:v>0</c:v>
                </c:pt>
                <c:pt idx="41664">
                  <c:v>0</c:v>
                </c:pt>
                <c:pt idx="41665">
                  <c:v>0</c:v>
                </c:pt>
                <c:pt idx="41666">
                  <c:v>0</c:v>
                </c:pt>
                <c:pt idx="41667">
                  <c:v>0</c:v>
                </c:pt>
                <c:pt idx="41668">
                  <c:v>0</c:v>
                </c:pt>
                <c:pt idx="41669">
                  <c:v>0</c:v>
                </c:pt>
                <c:pt idx="41670">
                  <c:v>0</c:v>
                </c:pt>
                <c:pt idx="41671">
                  <c:v>0</c:v>
                </c:pt>
                <c:pt idx="41672">
                  <c:v>0</c:v>
                </c:pt>
                <c:pt idx="41673">
                  <c:v>0</c:v>
                </c:pt>
                <c:pt idx="41674">
                  <c:v>0</c:v>
                </c:pt>
                <c:pt idx="41675">
                  <c:v>0</c:v>
                </c:pt>
                <c:pt idx="41676">
                  <c:v>0</c:v>
                </c:pt>
                <c:pt idx="41677">
                  <c:v>0</c:v>
                </c:pt>
                <c:pt idx="41678">
                  <c:v>0</c:v>
                </c:pt>
                <c:pt idx="41679">
                  <c:v>0</c:v>
                </c:pt>
                <c:pt idx="41680">
                  <c:v>0</c:v>
                </c:pt>
                <c:pt idx="41681">
                  <c:v>0</c:v>
                </c:pt>
                <c:pt idx="41682">
                  <c:v>0</c:v>
                </c:pt>
                <c:pt idx="41683">
                  <c:v>0</c:v>
                </c:pt>
                <c:pt idx="41684">
                  <c:v>0</c:v>
                </c:pt>
                <c:pt idx="41685">
                  <c:v>0</c:v>
                </c:pt>
                <c:pt idx="41686">
                  <c:v>0</c:v>
                </c:pt>
                <c:pt idx="41687">
                  <c:v>0</c:v>
                </c:pt>
                <c:pt idx="41688">
                  <c:v>0</c:v>
                </c:pt>
                <c:pt idx="41689">
                  <c:v>0</c:v>
                </c:pt>
                <c:pt idx="41690">
                  <c:v>0</c:v>
                </c:pt>
                <c:pt idx="41691">
                  <c:v>0</c:v>
                </c:pt>
                <c:pt idx="41692">
                  <c:v>0</c:v>
                </c:pt>
                <c:pt idx="41693">
                  <c:v>0</c:v>
                </c:pt>
                <c:pt idx="41694">
                  <c:v>0</c:v>
                </c:pt>
                <c:pt idx="41695">
                  <c:v>0</c:v>
                </c:pt>
                <c:pt idx="41696">
                  <c:v>0</c:v>
                </c:pt>
                <c:pt idx="41697">
                  <c:v>0</c:v>
                </c:pt>
                <c:pt idx="41698">
                  <c:v>0</c:v>
                </c:pt>
                <c:pt idx="41699">
                  <c:v>0</c:v>
                </c:pt>
                <c:pt idx="41700">
                  <c:v>0</c:v>
                </c:pt>
                <c:pt idx="41701">
                  <c:v>0</c:v>
                </c:pt>
                <c:pt idx="41702">
                  <c:v>0</c:v>
                </c:pt>
                <c:pt idx="41703">
                  <c:v>0</c:v>
                </c:pt>
                <c:pt idx="41704">
                  <c:v>0</c:v>
                </c:pt>
                <c:pt idx="41705">
                  <c:v>0</c:v>
                </c:pt>
                <c:pt idx="41706">
                  <c:v>0</c:v>
                </c:pt>
                <c:pt idx="41707">
                  <c:v>0</c:v>
                </c:pt>
                <c:pt idx="41708">
                  <c:v>0</c:v>
                </c:pt>
                <c:pt idx="41709">
                  <c:v>0</c:v>
                </c:pt>
                <c:pt idx="41710">
                  <c:v>0</c:v>
                </c:pt>
                <c:pt idx="41711">
                  <c:v>0</c:v>
                </c:pt>
                <c:pt idx="41712">
                  <c:v>0</c:v>
                </c:pt>
                <c:pt idx="41713">
                  <c:v>0</c:v>
                </c:pt>
                <c:pt idx="41714">
                  <c:v>0</c:v>
                </c:pt>
                <c:pt idx="41715">
                  <c:v>0</c:v>
                </c:pt>
                <c:pt idx="41716">
                  <c:v>0</c:v>
                </c:pt>
                <c:pt idx="41717">
                  <c:v>0</c:v>
                </c:pt>
                <c:pt idx="41718">
                  <c:v>0</c:v>
                </c:pt>
                <c:pt idx="41719">
                  <c:v>0</c:v>
                </c:pt>
                <c:pt idx="41720">
                  <c:v>0</c:v>
                </c:pt>
                <c:pt idx="41721">
                  <c:v>0</c:v>
                </c:pt>
                <c:pt idx="41722">
                  <c:v>0</c:v>
                </c:pt>
                <c:pt idx="41723">
                  <c:v>0</c:v>
                </c:pt>
                <c:pt idx="41724">
                  <c:v>0</c:v>
                </c:pt>
                <c:pt idx="41725">
                  <c:v>0</c:v>
                </c:pt>
                <c:pt idx="41726">
                  <c:v>0</c:v>
                </c:pt>
                <c:pt idx="41727">
                  <c:v>0</c:v>
                </c:pt>
                <c:pt idx="41728">
                  <c:v>0</c:v>
                </c:pt>
                <c:pt idx="41729">
                  <c:v>0</c:v>
                </c:pt>
                <c:pt idx="41730">
                  <c:v>0</c:v>
                </c:pt>
                <c:pt idx="41731">
                  <c:v>0</c:v>
                </c:pt>
                <c:pt idx="41732">
                  <c:v>0</c:v>
                </c:pt>
                <c:pt idx="41733">
                  <c:v>0</c:v>
                </c:pt>
                <c:pt idx="41734">
                  <c:v>0</c:v>
                </c:pt>
                <c:pt idx="41735">
                  <c:v>0</c:v>
                </c:pt>
                <c:pt idx="41736">
                  <c:v>0</c:v>
                </c:pt>
                <c:pt idx="41737">
                  <c:v>0</c:v>
                </c:pt>
                <c:pt idx="41738">
                  <c:v>0</c:v>
                </c:pt>
                <c:pt idx="41739">
                  <c:v>0</c:v>
                </c:pt>
                <c:pt idx="41740">
                  <c:v>0</c:v>
                </c:pt>
                <c:pt idx="41741">
                  <c:v>0</c:v>
                </c:pt>
                <c:pt idx="41742">
                  <c:v>0</c:v>
                </c:pt>
                <c:pt idx="41743">
                  <c:v>0</c:v>
                </c:pt>
                <c:pt idx="41744">
                  <c:v>0</c:v>
                </c:pt>
                <c:pt idx="41745">
                  <c:v>0</c:v>
                </c:pt>
                <c:pt idx="41746">
                  <c:v>0</c:v>
                </c:pt>
                <c:pt idx="41747">
                  <c:v>0</c:v>
                </c:pt>
                <c:pt idx="41748">
                  <c:v>0</c:v>
                </c:pt>
                <c:pt idx="41749">
                  <c:v>0</c:v>
                </c:pt>
                <c:pt idx="41750">
                  <c:v>0</c:v>
                </c:pt>
                <c:pt idx="41751">
                  <c:v>0</c:v>
                </c:pt>
                <c:pt idx="41752">
                  <c:v>0</c:v>
                </c:pt>
                <c:pt idx="41753">
                  <c:v>0</c:v>
                </c:pt>
                <c:pt idx="41754">
                  <c:v>0</c:v>
                </c:pt>
                <c:pt idx="41755">
                  <c:v>0</c:v>
                </c:pt>
                <c:pt idx="41756">
                  <c:v>0</c:v>
                </c:pt>
                <c:pt idx="41757">
                  <c:v>0</c:v>
                </c:pt>
                <c:pt idx="41758">
                  <c:v>0</c:v>
                </c:pt>
                <c:pt idx="41759">
                  <c:v>0</c:v>
                </c:pt>
                <c:pt idx="41760">
                  <c:v>0</c:v>
                </c:pt>
                <c:pt idx="41761">
                  <c:v>0</c:v>
                </c:pt>
                <c:pt idx="41762">
                  <c:v>0</c:v>
                </c:pt>
                <c:pt idx="41763">
                  <c:v>0</c:v>
                </c:pt>
                <c:pt idx="41764">
                  <c:v>0</c:v>
                </c:pt>
                <c:pt idx="41765">
                  <c:v>0</c:v>
                </c:pt>
                <c:pt idx="41766">
                  <c:v>0</c:v>
                </c:pt>
                <c:pt idx="41767">
                  <c:v>0</c:v>
                </c:pt>
                <c:pt idx="41768">
                  <c:v>0</c:v>
                </c:pt>
                <c:pt idx="41769">
                  <c:v>0</c:v>
                </c:pt>
                <c:pt idx="41770">
                  <c:v>0</c:v>
                </c:pt>
                <c:pt idx="41771">
                  <c:v>0</c:v>
                </c:pt>
                <c:pt idx="41772">
                  <c:v>0</c:v>
                </c:pt>
                <c:pt idx="41773">
                  <c:v>0</c:v>
                </c:pt>
                <c:pt idx="41774">
                  <c:v>0</c:v>
                </c:pt>
                <c:pt idx="41775">
                  <c:v>0</c:v>
                </c:pt>
                <c:pt idx="41776">
                  <c:v>0</c:v>
                </c:pt>
                <c:pt idx="41777">
                  <c:v>0</c:v>
                </c:pt>
                <c:pt idx="41778">
                  <c:v>0</c:v>
                </c:pt>
                <c:pt idx="41779">
                  <c:v>0</c:v>
                </c:pt>
                <c:pt idx="41780">
                  <c:v>0</c:v>
                </c:pt>
                <c:pt idx="41781">
                  <c:v>0</c:v>
                </c:pt>
                <c:pt idx="41782">
                  <c:v>0</c:v>
                </c:pt>
                <c:pt idx="41783">
                  <c:v>0</c:v>
                </c:pt>
                <c:pt idx="41784">
                  <c:v>0</c:v>
                </c:pt>
                <c:pt idx="41785">
                  <c:v>0</c:v>
                </c:pt>
                <c:pt idx="41786">
                  <c:v>0</c:v>
                </c:pt>
                <c:pt idx="41787">
                  <c:v>0</c:v>
                </c:pt>
                <c:pt idx="41788">
                  <c:v>0</c:v>
                </c:pt>
                <c:pt idx="41789">
                  <c:v>0</c:v>
                </c:pt>
                <c:pt idx="41790">
                  <c:v>0</c:v>
                </c:pt>
                <c:pt idx="41791">
                  <c:v>0</c:v>
                </c:pt>
                <c:pt idx="41792">
                  <c:v>0</c:v>
                </c:pt>
                <c:pt idx="41793">
                  <c:v>0</c:v>
                </c:pt>
                <c:pt idx="41794">
                  <c:v>0</c:v>
                </c:pt>
                <c:pt idx="41795">
                  <c:v>0</c:v>
                </c:pt>
                <c:pt idx="41796">
                  <c:v>0</c:v>
                </c:pt>
                <c:pt idx="41797">
                  <c:v>0</c:v>
                </c:pt>
                <c:pt idx="41798">
                  <c:v>0</c:v>
                </c:pt>
                <c:pt idx="41799">
                  <c:v>0</c:v>
                </c:pt>
                <c:pt idx="41800">
                  <c:v>0</c:v>
                </c:pt>
                <c:pt idx="41801">
                  <c:v>0</c:v>
                </c:pt>
                <c:pt idx="41802">
                  <c:v>0</c:v>
                </c:pt>
                <c:pt idx="41803">
                  <c:v>0</c:v>
                </c:pt>
                <c:pt idx="41804">
                  <c:v>0</c:v>
                </c:pt>
                <c:pt idx="41805">
                  <c:v>0</c:v>
                </c:pt>
                <c:pt idx="41806">
                  <c:v>0</c:v>
                </c:pt>
                <c:pt idx="41807">
                  <c:v>0</c:v>
                </c:pt>
                <c:pt idx="41808">
                  <c:v>0</c:v>
                </c:pt>
                <c:pt idx="41809">
                  <c:v>0</c:v>
                </c:pt>
                <c:pt idx="41810">
                  <c:v>0</c:v>
                </c:pt>
                <c:pt idx="41811">
                  <c:v>0</c:v>
                </c:pt>
                <c:pt idx="41812">
                  <c:v>0</c:v>
                </c:pt>
                <c:pt idx="41813">
                  <c:v>0</c:v>
                </c:pt>
                <c:pt idx="41814">
                  <c:v>0</c:v>
                </c:pt>
                <c:pt idx="41815">
                  <c:v>0</c:v>
                </c:pt>
                <c:pt idx="41816">
                  <c:v>0</c:v>
                </c:pt>
                <c:pt idx="41817">
                  <c:v>0</c:v>
                </c:pt>
                <c:pt idx="41818">
                  <c:v>0</c:v>
                </c:pt>
                <c:pt idx="41819">
                  <c:v>0</c:v>
                </c:pt>
                <c:pt idx="41820">
                  <c:v>0</c:v>
                </c:pt>
                <c:pt idx="41821">
                  <c:v>0</c:v>
                </c:pt>
                <c:pt idx="41822">
                  <c:v>0</c:v>
                </c:pt>
                <c:pt idx="41823">
                  <c:v>0</c:v>
                </c:pt>
                <c:pt idx="41824">
                  <c:v>0</c:v>
                </c:pt>
                <c:pt idx="41825">
                  <c:v>0</c:v>
                </c:pt>
                <c:pt idx="41826">
                  <c:v>0</c:v>
                </c:pt>
                <c:pt idx="41827">
                  <c:v>0</c:v>
                </c:pt>
                <c:pt idx="41828">
                  <c:v>0</c:v>
                </c:pt>
                <c:pt idx="41829">
                  <c:v>0</c:v>
                </c:pt>
                <c:pt idx="41830">
                  <c:v>0</c:v>
                </c:pt>
                <c:pt idx="41831">
                  <c:v>0</c:v>
                </c:pt>
                <c:pt idx="41832">
                  <c:v>0</c:v>
                </c:pt>
                <c:pt idx="41833">
                  <c:v>0</c:v>
                </c:pt>
                <c:pt idx="41834">
                  <c:v>0</c:v>
                </c:pt>
                <c:pt idx="41835">
                  <c:v>0</c:v>
                </c:pt>
                <c:pt idx="41836">
                  <c:v>0</c:v>
                </c:pt>
                <c:pt idx="41837">
                  <c:v>0</c:v>
                </c:pt>
                <c:pt idx="41838">
                  <c:v>0</c:v>
                </c:pt>
                <c:pt idx="41839">
                  <c:v>0</c:v>
                </c:pt>
                <c:pt idx="41840">
                  <c:v>0</c:v>
                </c:pt>
                <c:pt idx="41841">
                  <c:v>0</c:v>
                </c:pt>
                <c:pt idx="41842">
                  <c:v>0</c:v>
                </c:pt>
                <c:pt idx="41843">
                  <c:v>0</c:v>
                </c:pt>
                <c:pt idx="41844">
                  <c:v>0</c:v>
                </c:pt>
                <c:pt idx="41845">
                  <c:v>0</c:v>
                </c:pt>
                <c:pt idx="41846">
                  <c:v>0</c:v>
                </c:pt>
                <c:pt idx="41847">
                  <c:v>0</c:v>
                </c:pt>
                <c:pt idx="41848">
                  <c:v>0</c:v>
                </c:pt>
                <c:pt idx="41849">
                  <c:v>0</c:v>
                </c:pt>
                <c:pt idx="41850">
                  <c:v>0</c:v>
                </c:pt>
                <c:pt idx="41851">
                  <c:v>0</c:v>
                </c:pt>
                <c:pt idx="41852">
                  <c:v>0</c:v>
                </c:pt>
                <c:pt idx="41853">
                  <c:v>0</c:v>
                </c:pt>
                <c:pt idx="41854">
                  <c:v>0</c:v>
                </c:pt>
                <c:pt idx="41855">
                  <c:v>0</c:v>
                </c:pt>
                <c:pt idx="41856">
                  <c:v>0</c:v>
                </c:pt>
                <c:pt idx="41857">
                  <c:v>0</c:v>
                </c:pt>
                <c:pt idx="41858">
                  <c:v>0</c:v>
                </c:pt>
                <c:pt idx="41859">
                  <c:v>0</c:v>
                </c:pt>
                <c:pt idx="41860">
                  <c:v>0</c:v>
                </c:pt>
                <c:pt idx="41861">
                  <c:v>0</c:v>
                </c:pt>
                <c:pt idx="41862">
                  <c:v>0</c:v>
                </c:pt>
                <c:pt idx="41863">
                  <c:v>0</c:v>
                </c:pt>
                <c:pt idx="41864">
                  <c:v>0</c:v>
                </c:pt>
                <c:pt idx="41865">
                  <c:v>0</c:v>
                </c:pt>
                <c:pt idx="41866">
                  <c:v>0</c:v>
                </c:pt>
                <c:pt idx="41867">
                  <c:v>0</c:v>
                </c:pt>
                <c:pt idx="41868">
                  <c:v>0</c:v>
                </c:pt>
                <c:pt idx="41869">
                  <c:v>0</c:v>
                </c:pt>
                <c:pt idx="41870">
                  <c:v>0</c:v>
                </c:pt>
                <c:pt idx="41871">
                  <c:v>0</c:v>
                </c:pt>
                <c:pt idx="41872">
                  <c:v>0</c:v>
                </c:pt>
                <c:pt idx="41873">
                  <c:v>0</c:v>
                </c:pt>
                <c:pt idx="41874">
                  <c:v>0</c:v>
                </c:pt>
                <c:pt idx="41875">
                  <c:v>0</c:v>
                </c:pt>
                <c:pt idx="41876">
                  <c:v>0</c:v>
                </c:pt>
                <c:pt idx="41877">
                  <c:v>0</c:v>
                </c:pt>
                <c:pt idx="41878">
                  <c:v>0</c:v>
                </c:pt>
                <c:pt idx="41879">
                  <c:v>0</c:v>
                </c:pt>
                <c:pt idx="41880">
                  <c:v>0</c:v>
                </c:pt>
                <c:pt idx="41881">
                  <c:v>0</c:v>
                </c:pt>
                <c:pt idx="41882">
                  <c:v>0</c:v>
                </c:pt>
                <c:pt idx="41883">
                  <c:v>0</c:v>
                </c:pt>
                <c:pt idx="41884">
                  <c:v>0</c:v>
                </c:pt>
                <c:pt idx="41885">
                  <c:v>0</c:v>
                </c:pt>
                <c:pt idx="41886">
                  <c:v>0</c:v>
                </c:pt>
                <c:pt idx="41887">
                  <c:v>0</c:v>
                </c:pt>
                <c:pt idx="41888">
                  <c:v>0</c:v>
                </c:pt>
                <c:pt idx="41889">
                  <c:v>0</c:v>
                </c:pt>
                <c:pt idx="41890">
                  <c:v>0</c:v>
                </c:pt>
                <c:pt idx="41891">
                  <c:v>0</c:v>
                </c:pt>
                <c:pt idx="41892">
                  <c:v>0</c:v>
                </c:pt>
                <c:pt idx="41893">
                  <c:v>0</c:v>
                </c:pt>
                <c:pt idx="41894">
                  <c:v>0</c:v>
                </c:pt>
                <c:pt idx="41895">
                  <c:v>0</c:v>
                </c:pt>
                <c:pt idx="41896">
                  <c:v>0</c:v>
                </c:pt>
                <c:pt idx="41897">
                  <c:v>0</c:v>
                </c:pt>
                <c:pt idx="41898">
                  <c:v>0</c:v>
                </c:pt>
                <c:pt idx="41899">
                  <c:v>0</c:v>
                </c:pt>
                <c:pt idx="41900">
                  <c:v>0</c:v>
                </c:pt>
                <c:pt idx="41901">
                  <c:v>0</c:v>
                </c:pt>
                <c:pt idx="41902">
                  <c:v>0</c:v>
                </c:pt>
                <c:pt idx="41903">
                  <c:v>0</c:v>
                </c:pt>
                <c:pt idx="41904">
                  <c:v>0</c:v>
                </c:pt>
                <c:pt idx="41905">
                  <c:v>0</c:v>
                </c:pt>
                <c:pt idx="41906">
                  <c:v>0</c:v>
                </c:pt>
                <c:pt idx="41907">
                  <c:v>0</c:v>
                </c:pt>
                <c:pt idx="41908">
                  <c:v>0</c:v>
                </c:pt>
                <c:pt idx="41909">
                  <c:v>0</c:v>
                </c:pt>
                <c:pt idx="41910">
                  <c:v>0</c:v>
                </c:pt>
                <c:pt idx="41911">
                  <c:v>0</c:v>
                </c:pt>
                <c:pt idx="41912">
                  <c:v>0</c:v>
                </c:pt>
                <c:pt idx="41913">
                  <c:v>0</c:v>
                </c:pt>
                <c:pt idx="41914">
                  <c:v>0</c:v>
                </c:pt>
                <c:pt idx="41915">
                  <c:v>0</c:v>
                </c:pt>
                <c:pt idx="41916">
                  <c:v>0</c:v>
                </c:pt>
                <c:pt idx="41917">
                  <c:v>0</c:v>
                </c:pt>
                <c:pt idx="41918">
                  <c:v>0</c:v>
                </c:pt>
                <c:pt idx="41919">
                  <c:v>0</c:v>
                </c:pt>
                <c:pt idx="41920">
                  <c:v>0</c:v>
                </c:pt>
                <c:pt idx="41921">
                  <c:v>0</c:v>
                </c:pt>
                <c:pt idx="41922">
                  <c:v>0</c:v>
                </c:pt>
                <c:pt idx="41923">
                  <c:v>0</c:v>
                </c:pt>
                <c:pt idx="41924">
                  <c:v>0</c:v>
                </c:pt>
                <c:pt idx="41925">
                  <c:v>0</c:v>
                </c:pt>
                <c:pt idx="41926">
                  <c:v>0</c:v>
                </c:pt>
                <c:pt idx="41927">
                  <c:v>0</c:v>
                </c:pt>
                <c:pt idx="41928">
                  <c:v>0</c:v>
                </c:pt>
                <c:pt idx="41929">
                  <c:v>0</c:v>
                </c:pt>
                <c:pt idx="41930">
                  <c:v>0</c:v>
                </c:pt>
                <c:pt idx="41931">
                  <c:v>0</c:v>
                </c:pt>
                <c:pt idx="41932">
                  <c:v>0</c:v>
                </c:pt>
                <c:pt idx="41933">
                  <c:v>0</c:v>
                </c:pt>
                <c:pt idx="41934">
                  <c:v>0</c:v>
                </c:pt>
                <c:pt idx="41935">
                  <c:v>0</c:v>
                </c:pt>
                <c:pt idx="41936">
                  <c:v>0</c:v>
                </c:pt>
                <c:pt idx="41937">
                  <c:v>0</c:v>
                </c:pt>
                <c:pt idx="41938">
                  <c:v>0</c:v>
                </c:pt>
                <c:pt idx="41939">
                  <c:v>0</c:v>
                </c:pt>
                <c:pt idx="41940">
                  <c:v>0</c:v>
                </c:pt>
                <c:pt idx="41941">
                  <c:v>0</c:v>
                </c:pt>
                <c:pt idx="41942">
                  <c:v>0</c:v>
                </c:pt>
                <c:pt idx="41943">
                  <c:v>0</c:v>
                </c:pt>
                <c:pt idx="41944">
                  <c:v>0</c:v>
                </c:pt>
                <c:pt idx="41945">
                  <c:v>0</c:v>
                </c:pt>
                <c:pt idx="41946">
                  <c:v>0</c:v>
                </c:pt>
                <c:pt idx="41947">
                  <c:v>0</c:v>
                </c:pt>
                <c:pt idx="41948">
                  <c:v>0</c:v>
                </c:pt>
                <c:pt idx="41949">
                  <c:v>0</c:v>
                </c:pt>
                <c:pt idx="41950">
                  <c:v>0</c:v>
                </c:pt>
                <c:pt idx="41951">
                  <c:v>0</c:v>
                </c:pt>
                <c:pt idx="41952">
                  <c:v>0</c:v>
                </c:pt>
                <c:pt idx="41953">
                  <c:v>0</c:v>
                </c:pt>
                <c:pt idx="41954">
                  <c:v>0</c:v>
                </c:pt>
                <c:pt idx="41955">
                  <c:v>0</c:v>
                </c:pt>
                <c:pt idx="41956">
                  <c:v>0</c:v>
                </c:pt>
                <c:pt idx="41957">
                  <c:v>0</c:v>
                </c:pt>
                <c:pt idx="41958">
                  <c:v>0</c:v>
                </c:pt>
                <c:pt idx="41959">
                  <c:v>0</c:v>
                </c:pt>
                <c:pt idx="41960">
                  <c:v>0</c:v>
                </c:pt>
                <c:pt idx="41961">
                  <c:v>0</c:v>
                </c:pt>
                <c:pt idx="41962">
                  <c:v>0</c:v>
                </c:pt>
                <c:pt idx="41963">
                  <c:v>0</c:v>
                </c:pt>
                <c:pt idx="41964">
                  <c:v>0</c:v>
                </c:pt>
                <c:pt idx="41965">
                  <c:v>0</c:v>
                </c:pt>
                <c:pt idx="41966">
                  <c:v>0</c:v>
                </c:pt>
                <c:pt idx="41967">
                  <c:v>0</c:v>
                </c:pt>
                <c:pt idx="41968">
                  <c:v>0</c:v>
                </c:pt>
                <c:pt idx="41969">
                  <c:v>0</c:v>
                </c:pt>
                <c:pt idx="41970">
                  <c:v>0</c:v>
                </c:pt>
                <c:pt idx="41971">
                  <c:v>0</c:v>
                </c:pt>
                <c:pt idx="41972">
                  <c:v>0</c:v>
                </c:pt>
                <c:pt idx="41973">
                  <c:v>0</c:v>
                </c:pt>
                <c:pt idx="41974">
                  <c:v>0</c:v>
                </c:pt>
                <c:pt idx="41975">
                  <c:v>0</c:v>
                </c:pt>
                <c:pt idx="41976">
                  <c:v>0</c:v>
                </c:pt>
                <c:pt idx="41977">
                  <c:v>0</c:v>
                </c:pt>
                <c:pt idx="41978">
                  <c:v>0</c:v>
                </c:pt>
                <c:pt idx="41979">
                  <c:v>0</c:v>
                </c:pt>
                <c:pt idx="41980">
                  <c:v>0</c:v>
                </c:pt>
                <c:pt idx="41981">
                  <c:v>0</c:v>
                </c:pt>
                <c:pt idx="41982">
                  <c:v>0</c:v>
                </c:pt>
                <c:pt idx="41983">
                  <c:v>0</c:v>
                </c:pt>
                <c:pt idx="41984">
                  <c:v>0</c:v>
                </c:pt>
                <c:pt idx="41985">
                  <c:v>0</c:v>
                </c:pt>
                <c:pt idx="41986">
                  <c:v>0</c:v>
                </c:pt>
                <c:pt idx="41987">
                  <c:v>0</c:v>
                </c:pt>
                <c:pt idx="41988">
                  <c:v>0</c:v>
                </c:pt>
                <c:pt idx="41989">
                  <c:v>0</c:v>
                </c:pt>
                <c:pt idx="41990">
                  <c:v>0</c:v>
                </c:pt>
                <c:pt idx="41991">
                  <c:v>0</c:v>
                </c:pt>
                <c:pt idx="41992">
                  <c:v>0</c:v>
                </c:pt>
                <c:pt idx="41993">
                  <c:v>0</c:v>
                </c:pt>
                <c:pt idx="41994">
                  <c:v>0</c:v>
                </c:pt>
                <c:pt idx="41995">
                  <c:v>0</c:v>
                </c:pt>
                <c:pt idx="41996">
                  <c:v>0</c:v>
                </c:pt>
                <c:pt idx="41997">
                  <c:v>0</c:v>
                </c:pt>
                <c:pt idx="41998">
                  <c:v>0</c:v>
                </c:pt>
                <c:pt idx="41999">
                  <c:v>0</c:v>
                </c:pt>
                <c:pt idx="42000">
                  <c:v>0</c:v>
                </c:pt>
                <c:pt idx="42001">
                  <c:v>0</c:v>
                </c:pt>
                <c:pt idx="42002">
                  <c:v>0</c:v>
                </c:pt>
                <c:pt idx="42003">
                  <c:v>0</c:v>
                </c:pt>
                <c:pt idx="42004">
                  <c:v>0</c:v>
                </c:pt>
                <c:pt idx="42005">
                  <c:v>0</c:v>
                </c:pt>
                <c:pt idx="42006">
                  <c:v>0</c:v>
                </c:pt>
                <c:pt idx="42007">
                  <c:v>0</c:v>
                </c:pt>
                <c:pt idx="42008">
                  <c:v>0</c:v>
                </c:pt>
                <c:pt idx="42009">
                  <c:v>0</c:v>
                </c:pt>
                <c:pt idx="42010">
                  <c:v>0</c:v>
                </c:pt>
                <c:pt idx="42011">
                  <c:v>0</c:v>
                </c:pt>
                <c:pt idx="42012">
                  <c:v>0</c:v>
                </c:pt>
                <c:pt idx="42013">
                  <c:v>0</c:v>
                </c:pt>
                <c:pt idx="42014">
                  <c:v>0</c:v>
                </c:pt>
                <c:pt idx="42015">
                  <c:v>0</c:v>
                </c:pt>
                <c:pt idx="42016">
                  <c:v>0</c:v>
                </c:pt>
                <c:pt idx="42017">
                  <c:v>0</c:v>
                </c:pt>
                <c:pt idx="42018">
                  <c:v>0</c:v>
                </c:pt>
                <c:pt idx="42019">
                  <c:v>0</c:v>
                </c:pt>
                <c:pt idx="42020">
                  <c:v>0</c:v>
                </c:pt>
                <c:pt idx="42021">
                  <c:v>0</c:v>
                </c:pt>
                <c:pt idx="42022">
                  <c:v>0</c:v>
                </c:pt>
                <c:pt idx="42023">
                  <c:v>0</c:v>
                </c:pt>
                <c:pt idx="42024">
                  <c:v>0</c:v>
                </c:pt>
                <c:pt idx="42025">
                  <c:v>0</c:v>
                </c:pt>
                <c:pt idx="42026">
                  <c:v>0</c:v>
                </c:pt>
                <c:pt idx="42027">
                  <c:v>0</c:v>
                </c:pt>
                <c:pt idx="42028">
                  <c:v>0</c:v>
                </c:pt>
                <c:pt idx="42029">
                  <c:v>0</c:v>
                </c:pt>
                <c:pt idx="42030">
                  <c:v>0</c:v>
                </c:pt>
                <c:pt idx="42031">
                  <c:v>0</c:v>
                </c:pt>
                <c:pt idx="42032">
                  <c:v>0</c:v>
                </c:pt>
                <c:pt idx="42033">
                  <c:v>0</c:v>
                </c:pt>
                <c:pt idx="42034">
                  <c:v>0</c:v>
                </c:pt>
                <c:pt idx="42035">
                  <c:v>0</c:v>
                </c:pt>
                <c:pt idx="42036">
                  <c:v>0</c:v>
                </c:pt>
                <c:pt idx="42037">
                  <c:v>0</c:v>
                </c:pt>
                <c:pt idx="42038">
                  <c:v>0</c:v>
                </c:pt>
                <c:pt idx="42039">
                  <c:v>0</c:v>
                </c:pt>
                <c:pt idx="42040">
                  <c:v>0</c:v>
                </c:pt>
                <c:pt idx="42041">
                  <c:v>0</c:v>
                </c:pt>
                <c:pt idx="42042">
                  <c:v>0</c:v>
                </c:pt>
                <c:pt idx="42043">
                  <c:v>0</c:v>
                </c:pt>
                <c:pt idx="42044">
                  <c:v>0</c:v>
                </c:pt>
                <c:pt idx="42045">
                  <c:v>0</c:v>
                </c:pt>
                <c:pt idx="42046">
                  <c:v>0</c:v>
                </c:pt>
                <c:pt idx="42047">
                  <c:v>0</c:v>
                </c:pt>
                <c:pt idx="42048">
                  <c:v>0</c:v>
                </c:pt>
                <c:pt idx="42049">
                  <c:v>0</c:v>
                </c:pt>
                <c:pt idx="42050">
                  <c:v>0</c:v>
                </c:pt>
                <c:pt idx="42051">
                  <c:v>0</c:v>
                </c:pt>
                <c:pt idx="42052">
                  <c:v>0</c:v>
                </c:pt>
                <c:pt idx="42053">
                  <c:v>0</c:v>
                </c:pt>
                <c:pt idx="42054">
                  <c:v>0</c:v>
                </c:pt>
                <c:pt idx="42055">
                  <c:v>0</c:v>
                </c:pt>
                <c:pt idx="42056">
                  <c:v>0</c:v>
                </c:pt>
                <c:pt idx="42057">
                  <c:v>0</c:v>
                </c:pt>
                <c:pt idx="42058">
                  <c:v>0</c:v>
                </c:pt>
                <c:pt idx="42059">
                  <c:v>0</c:v>
                </c:pt>
                <c:pt idx="42060">
                  <c:v>0</c:v>
                </c:pt>
                <c:pt idx="42061">
                  <c:v>0</c:v>
                </c:pt>
                <c:pt idx="42062">
                  <c:v>0</c:v>
                </c:pt>
                <c:pt idx="42063">
                  <c:v>0</c:v>
                </c:pt>
                <c:pt idx="42064">
                  <c:v>0</c:v>
                </c:pt>
                <c:pt idx="42065">
                  <c:v>0</c:v>
                </c:pt>
                <c:pt idx="42066">
                  <c:v>0</c:v>
                </c:pt>
                <c:pt idx="42067">
                  <c:v>0</c:v>
                </c:pt>
                <c:pt idx="42068">
                  <c:v>0</c:v>
                </c:pt>
                <c:pt idx="42069">
                  <c:v>0</c:v>
                </c:pt>
                <c:pt idx="42070">
                  <c:v>0</c:v>
                </c:pt>
                <c:pt idx="42071">
                  <c:v>0</c:v>
                </c:pt>
                <c:pt idx="42072">
                  <c:v>0</c:v>
                </c:pt>
                <c:pt idx="42073">
                  <c:v>0</c:v>
                </c:pt>
                <c:pt idx="42074">
                  <c:v>0</c:v>
                </c:pt>
                <c:pt idx="42075">
                  <c:v>0</c:v>
                </c:pt>
                <c:pt idx="42076">
                  <c:v>0</c:v>
                </c:pt>
                <c:pt idx="42077">
                  <c:v>0</c:v>
                </c:pt>
                <c:pt idx="42078">
                  <c:v>0</c:v>
                </c:pt>
                <c:pt idx="42079">
                  <c:v>0</c:v>
                </c:pt>
                <c:pt idx="42080">
                  <c:v>0</c:v>
                </c:pt>
                <c:pt idx="42081">
                  <c:v>0</c:v>
                </c:pt>
                <c:pt idx="42082">
                  <c:v>0</c:v>
                </c:pt>
                <c:pt idx="42083">
                  <c:v>0</c:v>
                </c:pt>
                <c:pt idx="42084">
                  <c:v>0</c:v>
                </c:pt>
                <c:pt idx="42085">
                  <c:v>0</c:v>
                </c:pt>
                <c:pt idx="42086">
                  <c:v>0</c:v>
                </c:pt>
                <c:pt idx="42087">
                  <c:v>0</c:v>
                </c:pt>
                <c:pt idx="42088">
                  <c:v>0</c:v>
                </c:pt>
                <c:pt idx="42089">
                  <c:v>0</c:v>
                </c:pt>
                <c:pt idx="42090">
                  <c:v>0</c:v>
                </c:pt>
                <c:pt idx="42091">
                  <c:v>0</c:v>
                </c:pt>
                <c:pt idx="42092">
                  <c:v>0</c:v>
                </c:pt>
                <c:pt idx="42093">
                  <c:v>0</c:v>
                </c:pt>
                <c:pt idx="42094">
                  <c:v>0</c:v>
                </c:pt>
                <c:pt idx="42095">
                  <c:v>0</c:v>
                </c:pt>
                <c:pt idx="42096">
                  <c:v>0</c:v>
                </c:pt>
                <c:pt idx="42097">
                  <c:v>0</c:v>
                </c:pt>
                <c:pt idx="42098">
                  <c:v>0</c:v>
                </c:pt>
                <c:pt idx="42099">
                  <c:v>0</c:v>
                </c:pt>
                <c:pt idx="42100">
                  <c:v>0</c:v>
                </c:pt>
                <c:pt idx="42101">
                  <c:v>0</c:v>
                </c:pt>
                <c:pt idx="42102">
                  <c:v>0</c:v>
                </c:pt>
                <c:pt idx="42103">
                  <c:v>0</c:v>
                </c:pt>
                <c:pt idx="42104">
                  <c:v>0</c:v>
                </c:pt>
                <c:pt idx="42105">
                  <c:v>0</c:v>
                </c:pt>
                <c:pt idx="42106">
                  <c:v>0</c:v>
                </c:pt>
                <c:pt idx="42107">
                  <c:v>0</c:v>
                </c:pt>
                <c:pt idx="42108">
                  <c:v>0</c:v>
                </c:pt>
                <c:pt idx="42109">
                  <c:v>0</c:v>
                </c:pt>
                <c:pt idx="42110">
                  <c:v>0</c:v>
                </c:pt>
                <c:pt idx="42111">
                  <c:v>0</c:v>
                </c:pt>
                <c:pt idx="42112">
                  <c:v>0</c:v>
                </c:pt>
                <c:pt idx="42113">
                  <c:v>0</c:v>
                </c:pt>
                <c:pt idx="42114">
                  <c:v>0</c:v>
                </c:pt>
                <c:pt idx="42115">
                  <c:v>0</c:v>
                </c:pt>
                <c:pt idx="42116">
                  <c:v>0</c:v>
                </c:pt>
                <c:pt idx="42117">
                  <c:v>0</c:v>
                </c:pt>
                <c:pt idx="42118">
                  <c:v>0</c:v>
                </c:pt>
                <c:pt idx="42119">
                  <c:v>0</c:v>
                </c:pt>
                <c:pt idx="42120">
                  <c:v>0</c:v>
                </c:pt>
                <c:pt idx="42121">
                  <c:v>0</c:v>
                </c:pt>
                <c:pt idx="42122">
                  <c:v>0</c:v>
                </c:pt>
                <c:pt idx="42123">
                  <c:v>0</c:v>
                </c:pt>
                <c:pt idx="42124">
                  <c:v>0</c:v>
                </c:pt>
                <c:pt idx="42125">
                  <c:v>0</c:v>
                </c:pt>
                <c:pt idx="42126">
                  <c:v>0</c:v>
                </c:pt>
                <c:pt idx="42127">
                  <c:v>0</c:v>
                </c:pt>
                <c:pt idx="42128">
                  <c:v>0</c:v>
                </c:pt>
                <c:pt idx="42129">
                  <c:v>0</c:v>
                </c:pt>
                <c:pt idx="42130">
                  <c:v>0</c:v>
                </c:pt>
                <c:pt idx="42131">
                  <c:v>0</c:v>
                </c:pt>
                <c:pt idx="42132">
                  <c:v>0</c:v>
                </c:pt>
                <c:pt idx="42133">
                  <c:v>0</c:v>
                </c:pt>
                <c:pt idx="42134">
                  <c:v>0</c:v>
                </c:pt>
                <c:pt idx="42135">
                  <c:v>0</c:v>
                </c:pt>
                <c:pt idx="42136">
                  <c:v>0</c:v>
                </c:pt>
                <c:pt idx="42137">
                  <c:v>0</c:v>
                </c:pt>
                <c:pt idx="42138">
                  <c:v>0</c:v>
                </c:pt>
                <c:pt idx="42139">
                  <c:v>0</c:v>
                </c:pt>
                <c:pt idx="42140">
                  <c:v>0</c:v>
                </c:pt>
                <c:pt idx="42141">
                  <c:v>0</c:v>
                </c:pt>
                <c:pt idx="42142">
                  <c:v>0</c:v>
                </c:pt>
                <c:pt idx="42143">
                  <c:v>0</c:v>
                </c:pt>
                <c:pt idx="42144">
                  <c:v>0</c:v>
                </c:pt>
                <c:pt idx="42145">
                  <c:v>0</c:v>
                </c:pt>
                <c:pt idx="42146">
                  <c:v>0</c:v>
                </c:pt>
                <c:pt idx="42147">
                  <c:v>0</c:v>
                </c:pt>
                <c:pt idx="42148">
                  <c:v>0</c:v>
                </c:pt>
                <c:pt idx="42149">
                  <c:v>0</c:v>
                </c:pt>
                <c:pt idx="42150">
                  <c:v>0</c:v>
                </c:pt>
                <c:pt idx="42151">
                  <c:v>0</c:v>
                </c:pt>
                <c:pt idx="42152">
                  <c:v>0</c:v>
                </c:pt>
                <c:pt idx="42153">
                  <c:v>0</c:v>
                </c:pt>
                <c:pt idx="42154">
                  <c:v>0</c:v>
                </c:pt>
                <c:pt idx="42155">
                  <c:v>0</c:v>
                </c:pt>
                <c:pt idx="42156">
                  <c:v>0</c:v>
                </c:pt>
                <c:pt idx="42157">
                  <c:v>0</c:v>
                </c:pt>
                <c:pt idx="42158">
                  <c:v>0</c:v>
                </c:pt>
                <c:pt idx="42159">
                  <c:v>0</c:v>
                </c:pt>
                <c:pt idx="42160">
                  <c:v>0</c:v>
                </c:pt>
                <c:pt idx="42161">
                  <c:v>0</c:v>
                </c:pt>
                <c:pt idx="42162">
                  <c:v>0</c:v>
                </c:pt>
                <c:pt idx="42163">
                  <c:v>0</c:v>
                </c:pt>
                <c:pt idx="42164">
                  <c:v>0</c:v>
                </c:pt>
                <c:pt idx="42165">
                  <c:v>0</c:v>
                </c:pt>
                <c:pt idx="42166">
                  <c:v>0</c:v>
                </c:pt>
                <c:pt idx="42167">
                  <c:v>0</c:v>
                </c:pt>
                <c:pt idx="42168">
                  <c:v>0</c:v>
                </c:pt>
                <c:pt idx="42169">
                  <c:v>0</c:v>
                </c:pt>
                <c:pt idx="42170">
                  <c:v>0</c:v>
                </c:pt>
                <c:pt idx="42171">
                  <c:v>0</c:v>
                </c:pt>
                <c:pt idx="42172">
                  <c:v>0</c:v>
                </c:pt>
                <c:pt idx="42173">
                  <c:v>0</c:v>
                </c:pt>
                <c:pt idx="42174">
                  <c:v>0</c:v>
                </c:pt>
                <c:pt idx="42175">
                  <c:v>0</c:v>
                </c:pt>
                <c:pt idx="42176">
                  <c:v>0</c:v>
                </c:pt>
                <c:pt idx="42177">
                  <c:v>0</c:v>
                </c:pt>
                <c:pt idx="42178">
                  <c:v>0</c:v>
                </c:pt>
                <c:pt idx="42179">
                  <c:v>0</c:v>
                </c:pt>
                <c:pt idx="42180">
                  <c:v>0</c:v>
                </c:pt>
                <c:pt idx="42181">
                  <c:v>0</c:v>
                </c:pt>
                <c:pt idx="42182">
                  <c:v>0</c:v>
                </c:pt>
                <c:pt idx="42183">
                  <c:v>0</c:v>
                </c:pt>
                <c:pt idx="42184">
                  <c:v>0</c:v>
                </c:pt>
                <c:pt idx="42185">
                  <c:v>0</c:v>
                </c:pt>
                <c:pt idx="42186">
                  <c:v>0</c:v>
                </c:pt>
                <c:pt idx="42187">
                  <c:v>0</c:v>
                </c:pt>
                <c:pt idx="42188">
                  <c:v>0</c:v>
                </c:pt>
                <c:pt idx="42189">
                  <c:v>0</c:v>
                </c:pt>
                <c:pt idx="42190">
                  <c:v>0</c:v>
                </c:pt>
                <c:pt idx="42191">
                  <c:v>0</c:v>
                </c:pt>
                <c:pt idx="42192">
                  <c:v>0</c:v>
                </c:pt>
                <c:pt idx="42193">
                  <c:v>0</c:v>
                </c:pt>
                <c:pt idx="42194">
                  <c:v>0</c:v>
                </c:pt>
                <c:pt idx="42195">
                  <c:v>0</c:v>
                </c:pt>
                <c:pt idx="42196">
                  <c:v>0</c:v>
                </c:pt>
                <c:pt idx="42197">
                  <c:v>0</c:v>
                </c:pt>
                <c:pt idx="42198">
                  <c:v>0</c:v>
                </c:pt>
                <c:pt idx="42199">
                  <c:v>0</c:v>
                </c:pt>
                <c:pt idx="42200">
                  <c:v>0</c:v>
                </c:pt>
                <c:pt idx="42201">
                  <c:v>0</c:v>
                </c:pt>
                <c:pt idx="42202">
                  <c:v>0</c:v>
                </c:pt>
                <c:pt idx="42203">
                  <c:v>0</c:v>
                </c:pt>
                <c:pt idx="42204">
                  <c:v>0</c:v>
                </c:pt>
                <c:pt idx="42205">
                  <c:v>0</c:v>
                </c:pt>
                <c:pt idx="42206">
                  <c:v>0</c:v>
                </c:pt>
                <c:pt idx="42207">
                  <c:v>0</c:v>
                </c:pt>
                <c:pt idx="42208">
                  <c:v>0</c:v>
                </c:pt>
                <c:pt idx="42209">
                  <c:v>0</c:v>
                </c:pt>
                <c:pt idx="42210">
                  <c:v>0</c:v>
                </c:pt>
                <c:pt idx="42211">
                  <c:v>0</c:v>
                </c:pt>
                <c:pt idx="42212">
                  <c:v>0</c:v>
                </c:pt>
                <c:pt idx="42213">
                  <c:v>0</c:v>
                </c:pt>
                <c:pt idx="42214">
                  <c:v>0</c:v>
                </c:pt>
                <c:pt idx="42215">
                  <c:v>0</c:v>
                </c:pt>
                <c:pt idx="42216">
                  <c:v>0</c:v>
                </c:pt>
                <c:pt idx="42217">
                  <c:v>0</c:v>
                </c:pt>
                <c:pt idx="42218">
                  <c:v>0</c:v>
                </c:pt>
                <c:pt idx="42219">
                  <c:v>0</c:v>
                </c:pt>
                <c:pt idx="42220">
                  <c:v>0</c:v>
                </c:pt>
                <c:pt idx="42221">
                  <c:v>0</c:v>
                </c:pt>
                <c:pt idx="42222">
                  <c:v>0</c:v>
                </c:pt>
                <c:pt idx="42223">
                  <c:v>0</c:v>
                </c:pt>
                <c:pt idx="42224">
                  <c:v>0</c:v>
                </c:pt>
                <c:pt idx="42225">
                  <c:v>0</c:v>
                </c:pt>
                <c:pt idx="42226">
                  <c:v>0</c:v>
                </c:pt>
                <c:pt idx="42227">
                  <c:v>0</c:v>
                </c:pt>
                <c:pt idx="42228">
                  <c:v>0</c:v>
                </c:pt>
                <c:pt idx="42229">
                  <c:v>0</c:v>
                </c:pt>
                <c:pt idx="42230">
                  <c:v>0</c:v>
                </c:pt>
                <c:pt idx="42231">
                  <c:v>0</c:v>
                </c:pt>
                <c:pt idx="42232">
                  <c:v>0</c:v>
                </c:pt>
                <c:pt idx="42233">
                  <c:v>0</c:v>
                </c:pt>
                <c:pt idx="42234">
                  <c:v>0</c:v>
                </c:pt>
                <c:pt idx="42235">
                  <c:v>0</c:v>
                </c:pt>
                <c:pt idx="42236">
                  <c:v>0</c:v>
                </c:pt>
                <c:pt idx="42237">
                  <c:v>0</c:v>
                </c:pt>
                <c:pt idx="42238">
                  <c:v>0</c:v>
                </c:pt>
                <c:pt idx="42239">
                  <c:v>0</c:v>
                </c:pt>
                <c:pt idx="42240">
                  <c:v>0</c:v>
                </c:pt>
                <c:pt idx="42241">
                  <c:v>0</c:v>
                </c:pt>
                <c:pt idx="42242">
                  <c:v>0</c:v>
                </c:pt>
                <c:pt idx="42243">
                  <c:v>0</c:v>
                </c:pt>
                <c:pt idx="42244">
                  <c:v>0</c:v>
                </c:pt>
                <c:pt idx="42245">
                  <c:v>0</c:v>
                </c:pt>
                <c:pt idx="42246">
                  <c:v>0</c:v>
                </c:pt>
                <c:pt idx="42247">
                  <c:v>0</c:v>
                </c:pt>
                <c:pt idx="42248">
                  <c:v>0</c:v>
                </c:pt>
                <c:pt idx="42249">
                  <c:v>0</c:v>
                </c:pt>
                <c:pt idx="42250">
                  <c:v>0</c:v>
                </c:pt>
                <c:pt idx="42251">
                  <c:v>0</c:v>
                </c:pt>
                <c:pt idx="42252">
                  <c:v>0</c:v>
                </c:pt>
                <c:pt idx="42253">
                  <c:v>0</c:v>
                </c:pt>
                <c:pt idx="42254">
                  <c:v>0</c:v>
                </c:pt>
                <c:pt idx="42255">
                  <c:v>0</c:v>
                </c:pt>
                <c:pt idx="42256">
                  <c:v>0</c:v>
                </c:pt>
                <c:pt idx="42257">
                  <c:v>0</c:v>
                </c:pt>
                <c:pt idx="42258">
                  <c:v>0</c:v>
                </c:pt>
                <c:pt idx="42259">
                  <c:v>0</c:v>
                </c:pt>
                <c:pt idx="42260">
                  <c:v>0</c:v>
                </c:pt>
                <c:pt idx="42261">
                  <c:v>0</c:v>
                </c:pt>
                <c:pt idx="42262">
                  <c:v>0</c:v>
                </c:pt>
                <c:pt idx="42263">
                  <c:v>0</c:v>
                </c:pt>
                <c:pt idx="42264">
                  <c:v>0</c:v>
                </c:pt>
                <c:pt idx="42265">
                  <c:v>0</c:v>
                </c:pt>
                <c:pt idx="42266">
                  <c:v>0</c:v>
                </c:pt>
                <c:pt idx="42267">
                  <c:v>0</c:v>
                </c:pt>
                <c:pt idx="42268">
                  <c:v>0</c:v>
                </c:pt>
                <c:pt idx="42269">
                  <c:v>0</c:v>
                </c:pt>
                <c:pt idx="42270">
                  <c:v>0</c:v>
                </c:pt>
                <c:pt idx="42271">
                  <c:v>0</c:v>
                </c:pt>
                <c:pt idx="42272">
                  <c:v>0</c:v>
                </c:pt>
                <c:pt idx="42273">
                  <c:v>0</c:v>
                </c:pt>
                <c:pt idx="42274">
                  <c:v>0</c:v>
                </c:pt>
                <c:pt idx="42275">
                  <c:v>0</c:v>
                </c:pt>
                <c:pt idx="42276">
                  <c:v>0</c:v>
                </c:pt>
                <c:pt idx="42277">
                  <c:v>0</c:v>
                </c:pt>
                <c:pt idx="42278">
                  <c:v>0</c:v>
                </c:pt>
                <c:pt idx="42279">
                  <c:v>0</c:v>
                </c:pt>
                <c:pt idx="42280">
                  <c:v>0</c:v>
                </c:pt>
                <c:pt idx="42281">
                  <c:v>0</c:v>
                </c:pt>
                <c:pt idx="42282">
                  <c:v>0</c:v>
                </c:pt>
                <c:pt idx="42283">
                  <c:v>0</c:v>
                </c:pt>
                <c:pt idx="42284">
                  <c:v>0</c:v>
                </c:pt>
                <c:pt idx="42285">
                  <c:v>0</c:v>
                </c:pt>
                <c:pt idx="42286">
                  <c:v>0</c:v>
                </c:pt>
                <c:pt idx="42287">
                  <c:v>0</c:v>
                </c:pt>
                <c:pt idx="42288">
                  <c:v>0</c:v>
                </c:pt>
                <c:pt idx="42289">
                  <c:v>0</c:v>
                </c:pt>
                <c:pt idx="42290">
                  <c:v>0</c:v>
                </c:pt>
                <c:pt idx="42291">
                  <c:v>0</c:v>
                </c:pt>
                <c:pt idx="42292">
                  <c:v>0</c:v>
                </c:pt>
                <c:pt idx="42293">
                  <c:v>0</c:v>
                </c:pt>
                <c:pt idx="42294">
                  <c:v>0</c:v>
                </c:pt>
                <c:pt idx="42295">
                  <c:v>0</c:v>
                </c:pt>
                <c:pt idx="42296">
                  <c:v>0</c:v>
                </c:pt>
                <c:pt idx="42297">
                  <c:v>0</c:v>
                </c:pt>
                <c:pt idx="42298">
                  <c:v>0</c:v>
                </c:pt>
                <c:pt idx="42299">
                  <c:v>0</c:v>
                </c:pt>
                <c:pt idx="42300">
                  <c:v>0</c:v>
                </c:pt>
                <c:pt idx="42301">
                  <c:v>0</c:v>
                </c:pt>
                <c:pt idx="42302">
                  <c:v>0</c:v>
                </c:pt>
                <c:pt idx="42303">
                  <c:v>0</c:v>
                </c:pt>
                <c:pt idx="42304">
                  <c:v>0</c:v>
                </c:pt>
                <c:pt idx="42305">
                  <c:v>0</c:v>
                </c:pt>
                <c:pt idx="42306">
                  <c:v>0</c:v>
                </c:pt>
                <c:pt idx="42307">
                  <c:v>0</c:v>
                </c:pt>
                <c:pt idx="42308">
                  <c:v>0</c:v>
                </c:pt>
                <c:pt idx="42309">
                  <c:v>0</c:v>
                </c:pt>
                <c:pt idx="42310">
                  <c:v>0</c:v>
                </c:pt>
                <c:pt idx="42311">
                  <c:v>0</c:v>
                </c:pt>
                <c:pt idx="42312">
                  <c:v>0</c:v>
                </c:pt>
                <c:pt idx="42313">
                  <c:v>0</c:v>
                </c:pt>
                <c:pt idx="42314">
                  <c:v>0</c:v>
                </c:pt>
                <c:pt idx="42315">
                  <c:v>0</c:v>
                </c:pt>
                <c:pt idx="42316">
                  <c:v>0</c:v>
                </c:pt>
                <c:pt idx="42317">
                  <c:v>0</c:v>
                </c:pt>
                <c:pt idx="42318">
                  <c:v>0</c:v>
                </c:pt>
                <c:pt idx="42319">
                  <c:v>0</c:v>
                </c:pt>
                <c:pt idx="42320">
                  <c:v>0</c:v>
                </c:pt>
                <c:pt idx="42321">
                  <c:v>0</c:v>
                </c:pt>
                <c:pt idx="42322">
                  <c:v>0</c:v>
                </c:pt>
                <c:pt idx="42323">
                  <c:v>0</c:v>
                </c:pt>
                <c:pt idx="42324">
                  <c:v>0</c:v>
                </c:pt>
                <c:pt idx="42325">
                  <c:v>0</c:v>
                </c:pt>
                <c:pt idx="42326">
                  <c:v>0</c:v>
                </c:pt>
                <c:pt idx="42327">
                  <c:v>0</c:v>
                </c:pt>
                <c:pt idx="42328">
                  <c:v>0</c:v>
                </c:pt>
                <c:pt idx="42329">
                  <c:v>0</c:v>
                </c:pt>
                <c:pt idx="42330">
                  <c:v>0</c:v>
                </c:pt>
                <c:pt idx="42331">
                  <c:v>0</c:v>
                </c:pt>
                <c:pt idx="42332">
                  <c:v>0</c:v>
                </c:pt>
                <c:pt idx="42333">
                  <c:v>0</c:v>
                </c:pt>
                <c:pt idx="42334">
                  <c:v>0</c:v>
                </c:pt>
                <c:pt idx="42335">
                  <c:v>0</c:v>
                </c:pt>
                <c:pt idx="42336">
                  <c:v>0</c:v>
                </c:pt>
                <c:pt idx="42337">
                  <c:v>0</c:v>
                </c:pt>
                <c:pt idx="42338">
                  <c:v>0</c:v>
                </c:pt>
                <c:pt idx="42339">
                  <c:v>0</c:v>
                </c:pt>
                <c:pt idx="42340">
                  <c:v>0</c:v>
                </c:pt>
                <c:pt idx="42341">
                  <c:v>0</c:v>
                </c:pt>
                <c:pt idx="42342">
                  <c:v>0</c:v>
                </c:pt>
                <c:pt idx="42343">
                  <c:v>0</c:v>
                </c:pt>
                <c:pt idx="42344">
                  <c:v>0</c:v>
                </c:pt>
                <c:pt idx="42345">
                  <c:v>0</c:v>
                </c:pt>
                <c:pt idx="42346">
                  <c:v>0</c:v>
                </c:pt>
                <c:pt idx="42347">
                  <c:v>0</c:v>
                </c:pt>
                <c:pt idx="42348">
                  <c:v>0</c:v>
                </c:pt>
                <c:pt idx="42349">
                  <c:v>0</c:v>
                </c:pt>
                <c:pt idx="42350">
                  <c:v>0</c:v>
                </c:pt>
                <c:pt idx="42351">
                  <c:v>0</c:v>
                </c:pt>
                <c:pt idx="42352">
                  <c:v>0</c:v>
                </c:pt>
                <c:pt idx="42353">
                  <c:v>0</c:v>
                </c:pt>
                <c:pt idx="42354">
                  <c:v>0</c:v>
                </c:pt>
                <c:pt idx="42355">
                  <c:v>0</c:v>
                </c:pt>
                <c:pt idx="42356">
                  <c:v>0</c:v>
                </c:pt>
                <c:pt idx="42357">
                  <c:v>0</c:v>
                </c:pt>
                <c:pt idx="42358">
                  <c:v>0</c:v>
                </c:pt>
                <c:pt idx="42359">
                  <c:v>0</c:v>
                </c:pt>
                <c:pt idx="42360">
                  <c:v>0</c:v>
                </c:pt>
                <c:pt idx="42361">
                  <c:v>0</c:v>
                </c:pt>
                <c:pt idx="42362">
                  <c:v>0</c:v>
                </c:pt>
                <c:pt idx="42363">
                  <c:v>0</c:v>
                </c:pt>
                <c:pt idx="42364">
                  <c:v>0</c:v>
                </c:pt>
                <c:pt idx="42365">
                  <c:v>0</c:v>
                </c:pt>
                <c:pt idx="42366">
                  <c:v>0</c:v>
                </c:pt>
                <c:pt idx="42367">
                  <c:v>0</c:v>
                </c:pt>
                <c:pt idx="42368">
                  <c:v>0</c:v>
                </c:pt>
                <c:pt idx="42369">
                  <c:v>0</c:v>
                </c:pt>
                <c:pt idx="42370">
                  <c:v>0</c:v>
                </c:pt>
                <c:pt idx="42371">
                  <c:v>0</c:v>
                </c:pt>
                <c:pt idx="42372">
                  <c:v>0</c:v>
                </c:pt>
                <c:pt idx="42373">
                  <c:v>0</c:v>
                </c:pt>
                <c:pt idx="42374">
                  <c:v>0</c:v>
                </c:pt>
                <c:pt idx="42375">
                  <c:v>0</c:v>
                </c:pt>
                <c:pt idx="42376">
                  <c:v>0</c:v>
                </c:pt>
                <c:pt idx="42377">
                  <c:v>0</c:v>
                </c:pt>
                <c:pt idx="42378">
                  <c:v>0</c:v>
                </c:pt>
                <c:pt idx="42379">
                  <c:v>0</c:v>
                </c:pt>
                <c:pt idx="42380">
                  <c:v>0</c:v>
                </c:pt>
                <c:pt idx="42381">
                  <c:v>0</c:v>
                </c:pt>
                <c:pt idx="42382">
                  <c:v>0</c:v>
                </c:pt>
                <c:pt idx="42383">
                  <c:v>0</c:v>
                </c:pt>
                <c:pt idx="42384">
                  <c:v>0</c:v>
                </c:pt>
                <c:pt idx="42385">
                  <c:v>0</c:v>
                </c:pt>
                <c:pt idx="42386">
                  <c:v>0</c:v>
                </c:pt>
                <c:pt idx="42387">
                  <c:v>0</c:v>
                </c:pt>
                <c:pt idx="42388">
                  <c:v>0</c:v>
                </c:pt>
                <c:pt idx="42389">
                  <c:v>0</c:v>
                </c:pt>
                <c:pt idx="42390">
                  <c:v>0</c:v>
                </c:pt>
                <c:pt idx="42391">
                  <c:v>0</c:v>
                </c:pt>
                <c:pt idx="42392">
                  <c:v>0</c:v>
                </c:pt>
                <c:pt idx="42393">
                  <c:v>0</c:v>
                </c:pt>
                <c:pt idx="42394">
                  <c:v>0</c:v>
                </c:pt>
                <c:pt idx="42395">
                  <c:v>0</c:v>
                </c:pt>
                <c:pt idx="42396">
                  <c:v>0</c:v>
                </c:pt>
                <c:pt idx="42397">
                  <c:v>0</c:v>
                </c:pt>
                <c:pt idx="42398">
                  <c:v>0</c:v>
                </c:pt>
                <c:pt idx="42399">
                  <c:v>0</c:v>
                </c:pt>
                <c:pt idx="42400">
                  <c:v>0</c:v>
                </c:pt>
                <c:pt idx="42401">
                  <c:v>0</c:v>
                </c:pt>
                <c:pt idx="42402">
                  <c:v>0</c:v>
                </c:pt>
                <c:pt idx="42403">
                  <c:v>0</c:v>
                </c:pt>
                <c:pt idx="42404">
                  <c:v>0</c:v>
                </c:pt>
                <c:pt idx="42405">
                  <c:v>0</c:v>
                </c:pt>
                <c:pt idx="42406">
                  <c:v>0</c:v>
                </c:pt>
                <c:pt idx="42407">
                  <c:v>0</c:v>
                </c:pt>
                <c:pt idx="42408">
                  <c:v>0</c:v>
                </c:pt>
                <c:pt idx="42409">
                  <c:v>0</c:v>
                </c:pt>
                <c:pt idx="42410">
                  <c:v>0</c:v>
                </c:pt>
                <c:pt idx="42411">
                  <c:v>0</c:v>
                </c:pt>
                <c:pt idx="42412">
                  <c:v>0</c:v>
                </c:pt>
                <c:pt idx="42413">
                  <c:v>0</c:v>
                </c:pt>
                <c:pt idx="42414">
                  <c:v>0</c:v>
                </c:pt>
                <c:pt idx="42415">
                  <c:v>0</c:v>
                </c:pt>
                <c:pt idx="42416">
                  <c:v>0</c:v>
                </c:pt>
                <c:pt idx="42417">
                  <c:v>0</c:v>
                </c:pt>
                <c:pt idx="42418">
                  <c:v>0</c:v>
                </c:pt>
                <c:pt idx="42419">
                  <c:v>0</c:v>
                </c:pt>
                <c:pt idx="42420">
                  <c:v>0</c:v>
                </c:pt>
                <c:pt idx="42421">
                  <c:v>0</c:v>
                </c:pt>
                <c:pt idx="42422">
                  <c:v>0</c:v>
                </c:pt>
                <c:pt idx="42423">
                  <c:v>0</c:v>
                </c:pt>
                <c:pt idx="42424">
                  <c:v>0</c:v>
                </c:pt>
                <c:pt idx="42425">
                  <c:v>0</c:v>
                </c:pt>
                <c:pt idx="42426">
                  <c:v>0</c:v>
                </c:pt>
                <c:pt idx="42427">
                  <c:v>0</c:v>
                </c:pt>
                <c:pt idx="42428">
                  <c:v>0</c:v>
                </c:pt>
                <c:pt idx="42429">
                  <c:v>0</c:v>
                </c:pt>
                <c:pt idx="42430">
                  <c:v>0</c:v>
                </c:pt>
                <c:pt idx="42431">
                  <c:v>0</c:v>
                </c:pt>
                <c:pt idx="42432">
                  <c:v>0</c:v>
                </c:pt>
                <c:pt idx="42433">
                  <c:v>0</c:v>
                </c:pt>
                <c:pt idx="42434">
                  <c:v>0</c:v>
                </c:pt>
                <c:pt idx="42435">
                  <c:v>0</c:v>
                </c:pt>
                <c:pt idx="42436">
                  <c:v>0</c:v>
                </c:pt>
                <c:pt idx="42437">
                  <c:v>0</c:v>
                </c:pt>
                <c:pt idx="42438">
                  <c:v>0</c:v>
                </c:pt>
                <c:pt idx="42439">
                  <c:v>0</c:v>
                </c:pt>
                <c:pt idx="42440">
                  <c:v>0</c:v>
                </c:pt>
                <c:pt idx="42441">
                  <c:v>0</c:v>
                </c:pt>
                <c:pt idx="42442">
                  <c:v>0</c:v>
                </c:pt>
                <c:pt idx="42443">
                  <c:v>0</c:v>
                </c:pt>
                <c:pt idx="42444">
                  <c:v>0</c:v>
                </c:pt>
                <c:pt idx="42445">
                  <c:v>0</c:v>
                </c:pt>
                <c:pt idx="42446">
                  <c:v>0</c:v>
                </c:pt>
                <c:pt idx="42447">
                  <c:v>0</c:v>
                </c:pt>
                <c:pt idx="42448">
                  <c:v>0</c:v>
                </c:pt>
                <c:pt idx="42449">
                  <c:v>0</c:v>
                </c:pt>
                <c:pt idx="42450">
                  <c:v>0</c:v>
                </c:pt>
                <c:pt idx="42451">
                  <c:v>0</c:v>
                </c:pt>
                <c:pt idx="42452">
                  <c:v>0</c:v>
                </c:pt>
                <c:pt idx="42453">
                  <c:v>0</c:v>
                </c:pt>
                <c:pt idx="42454">
                  <c:v>0</c:v>
                </c:pt>
                <c:pt idx="42455">
                  <c:v>0</c:v>
                </c:pt>
                <c:pt idx="42456">
                  <c:v>0</c:v>
                </c:pt>
                <c:pt idx="42457">
                  <c:v>0</c:v>
                </c:pt>
                <c:pt idx="42458">
                  <c:v>0</c:v>
                </c:pt>
                <c:pt idx="42459">
                  <c:v>0</c:v>
                </c:pt>
                <c:pt idx="42460">
                  <c:v>0</c:v>
                </c:pt>
                <c:pt idx="42461">
                  <c:v>0</c:v>
                </c:pt>
                <c:pt idx="42462">
                  <c:v>0</c:v>
                </c:pt>
                <c:pt idx="42463">
                  <c:v>0</c:v>
                </c:pt>
                <c:pt idx="42464">
                  <c:v>0</c:v>
                </c:pt>
                <c:pt idx="42465">
                  <c:v>0</c:v>
                </c:pt>
                <c:pt idx="42466">
                  <c:v>0</c:v>
                </c:pt>
                <c:pt idx="42467">
                  <c:v>0</c:v>
                </c:pt>
                <c:pt idx="42468">
                  <c:v>0</c:v>
                </c:pt>
                <c:pt idx="42469">
                  <c:v>0</c:v>
                </c:pt>
                <c:pt idx="42470">
                  <c:v>0</c:v>
                </c:pt>
                <c:pt idx="42471">
                  <c:v>0</c:v>
                </c:pt>
                <c:pt idx="42472">
                  <c:v>0</c:v>
                </c:pt>
                <c:pt idx="42473">
                  <c:v>0</c:v>
                </c:pt>
                <c:pt idx="42474">
                  <c:v>0</c:v>
                </c:pt>
                <c:pt idx="42475">
                  <c:v>0</c:v>
                </c:pt>
                <c:pt idx="42476">
                  <c:v>0</c:v>
                </c:pt>
                <c:pt idx="42477">
                  <c:v>0</c:v>
                </c:pt>
                <c:pt idx="42478">
                  <c:v>0</c:v>
                </c:pt>
                <c:pt idx="42479">
                  <c:v>0</c:v>
                </c:pt>
                <c:pt idx="42480">
                  <c:v>0</c:v>
                </c:pt>
                <c:pt idx="42481">
                  <c:v>0</c:v>
                </c:pt>
                <c:pt idx="42482">
                  <c:v>0</c:v>
                </c:pt>
                <c:pt idx="42483">
                  <c:v>0</c:v>
                </c:pt>
                <c:pt idx="42484">
                  <c:v>0</c:v>
                </c:pt>
                <c:pt idx="42485">
                  <c:v>0</c:v>
                </c:pt>
                <c:pt idx="42486">
                  <c:v>0</c:v>
                </c:pt>
                <c:pt idx="42487">
                  <c:v>0</c:v>
                </c:pt>
                <c:pt idx="42488">
                  <c:v>0</c:v>
                </c:pt>
                <c:pt idx="42489">
                  <c:v>0</c:v>
                </c:pt>
                <c:pt idx="42490">
                  <c:v>0</c:v>
                </c:pt>
                <c:pt idx="42491">
                  <c:v>0</c:v>
                </c:pt>
                <c:pt idx="42492">
                  <c:v>0</c:v>
                </c:pt>
                <c:pt idx="42493">
                  <c:v>0</c:v>
                </c:pt>
                <c:pt idx="42494">
                  <c:v>0</c:v>
                </c:pt>
                <c:pt idx="42495">
                  <c:v>0</c:v>
                </c:pt>
                <c:pt idx="42496">
                  <c:v>0</c:v>
                </c:pt>
                <c:pt idx="42497">
                  <c:v>0</c:v>
                </c:pt>
                <c:pt idx="42498">
                  <c:v>0</c:v>
                </c:pt>
                <c:pt idx="42499">
                  <c:v>0</c:v>
                </c:pt>
                <c:pt idx="42500">
                  <c:v>0</c:v>
                </c:pt>
                <c:pt idx="42501">
                  <c:v>0</c:v>
                </c:pt>
                <c:pt idx="42502">
                  <c:v>0</c:v>
                </c:pt>
                <c:pt idx="42503">
                  <c:v>0</c:v>
                </c:pt>
                <c:pt idx="42504">
                  <c:v>0</c:v>
                </c:pt>
                <c:pt idx="42505">
                  <c:v>0</c:v>
                </c:pt>
                <c:pt idx="42506">
                  <c:v>0</c:v>
                </c:pt>
                <c:pt idx="42507">
                  <c:v>0</c:v>
                </c:pt>
                <c:pt idx="42508">
                  <c:v>0</c:v>
                </c:pt>
                <c:pt idx="42509">
                  <c:v>0</c:v>
                </c:pt>
                <c:pt idx="42510">
                  <c:v>0</c:v>
                </c:pt>
                <c:pt idx="42511">
                  <c:v>0</c:v>
                </c:pt>
                <c:pt idx="42512">
                  <c:v>0</c:v>
                </c:pt>
                <c:pt idx="42513">
                  <c:v>0</c:v>
                </c:pt>
                <c:pt idx="42514">
                  <c:v>0</c:v>
                </c:pt>
                <c:pt idx="42515">
                  <c:v>0</c:v>
                </c:pt>
                <c:pt idx="42516">
                  <c:v>0</c:v>
                </c:pt>
                <c:pt idx="42517">
                  <c:v>0</c:v>
                </c:pt>
                <c:pt idx="42518">
                  <c:v>0</c:v>
                </c:pt>
                <c:pt idx="42519">
                  <c:v>0</c:v>
                </c:pt>
                <c:pt idx="42520">
                  <c:v>0</c:v>
                </c:pt>
                <c:pt idx="42521">
                  <c:v>0</c:v>
                </c:pt>
                <c:pt idx="42522">
                  <c:v>0</c:v>
                </c:pt>
                <c:pt idx="42523">
                  <c:v>0</c:v>
                </c:pt>
                <c:pt idx="42524">
                  <c:v>0</c:v>
                </c:pt>
                <c:pt idx="42525">
                  <c:v>0</c:v>
                </c:pt>
                <c:pt idx="42526">
                  <c:v>0</c:v>
                </c:pt>
                <c:pt idx="42527">
                  <c:v>0</c:v>
                </c:pt>
                <c:pt idx="42528">
                  <c:v>0</c:v>
                </c:pt>
                <c:pt idx="42529">
                  <c:v>0</c:v>
                </c:pt>
                <c:pt idx="42530">
                  <c:v>0</c:v>
                </c:pt>
                <c:pt idx="42531">
                  <c:v>0</c:v>
                </c:pt>
                <c:pt idx="42532">
                  <c:v>0</c:v>
                </c:pt>
                <c:pt idx="42533">
                  <c:v>0</c:v>
                </c:pt>
                <c:pt idx="42534">
                  <c:v>0</c:v>
                </c:pt>
                <c:pt idx="42535">
                  <c:v>0</c:v>
                </c:pt>
                <c:pt idx="42536">
                  <c:v>0</c:v>
                </c:pt>
                <c:pt idx="42537">
                  <c:v>0</c:v>
                </c:pt>
                <c:pt idx="42538">
                  <c:v>0</c:v>
                </c:pt>
                <c:pt idx="42539">
                  <c:v>0</c:v>
                </c:pt>
                <c:pt idx="42540">
                  <c:v>0</c:v>
                </c:pt>
                <c:pt idx="42541">
                  <c:v>0</c:v>
                </c:pt>
                <c:pt idx="42542">
                  <c:v>0</c:v>
                </c:pt>
                <c:pt idx="42543">
                  <c:v>0</c:v>
                </c:pt>
                <c:pt idx="42544">
                  <c:v>0</c:v>
                </c:pt>
                <c:pt idx="42545">
                  <c:v>0</c:v>
                </c:pt>
                <c:pt idx="42546">
                  <c:v>0</c:v>
                </c:pt>
                <c:pt idx="42547">
                  <c:v>0</c:v>
                </c:pt>
                <c:pt idx="42548">
                  <c:v>0</c:v>
                </c:pt>
                <c:pt idx="42549">
                  <c:v>0</c:v>
                </c:pt>
                <c:pt idx="42550">
                  <c:v>0</c:v>
                </c:pt>
                <c:pt idx="42551">
                  <c:v>0</c:v>
                </c:pt>
                <c:pt idx="42552">
                  <c:v>0</c:v>
                </c:pt>
                <c:pt idx="42553">
                  <c:v>0</c:v>
                </c:pt>
                <c:pt idx="42554">
                  <c:v>0</c:v>
                </c:pt>
                <c:pt idx="42555">
                  <c:v>0</c:v>
                </c:pt>
                <c:pt idx="42556">
                  <c:v>0</c:v>
                </c:pt>
                <c:pt idx="42557">
                  <c:v>0</c:v>
                </c:pt>
                <c:pt idx="42558">
                  <c:v>0</c:v>
                </c:pt>
                <c:pt idx="42559">
                  <c:v>0</c:v>
                </c:pt>
                <c:pt idx="42560">
                  <c:v>0</c:v>
                </c:pt>
                <c:pt idx="42561">
                  <c:v>0</c:v>
                </c:pt>
                <c:pt idx="42562">
                  <c:v>0</c:v>
                </c:pt>
                <c:pt idx="42563">
                  <c:v>0</c:v>
                </c:pt>
                <c:pt idx="42564">
                  <c:v>0</c:v>
                </c:pt>
                <c:pt idx="42565">
                  <c:v>0</c:v>
                </c:pt>
                <c:pt idx="42566">
                  <c:v>0</c:v>
                </c:pt>
                <c:pt idx="42567">
                  <c:v>0</c:v>
                </c:pt>
                <c:pt idx="42568">
                  <c:v>0</c:v>
                </c:pt>
                <c:pt idx="42569">
                  <c:v>0</c:v>
                </c:pt>
                <c:pt idx="42570">
                  <c:v>0</c:v>
                </c:pt>
                <c:pt idx="42571">
                  <c:v>0</c:v>
                </c:pt>
                <c:pt idx="42572">
                  <c:v>0</c:v>
                </c:pt>
                <c:pt idx="42573">
                  <c:v>0</c:v>
                </c:pt>
                <c:pt idx="42574">
                  <c:v>0</c:v>
                </c:pt>
                <c:pt idx="42575">
                  <c:v>0</c:v>
                </c:pt>
                <c:pt idx="42576">
                  <c:v>0</c:v>
                </c:pt>
                <c:pt idx="42577">
                  <c:v>0</c:v>
                </c:pt>
                <c:pt idx="42578">
                  <c:v>0</c:v>
                </c:pt>
                <c:pt idx="42579">
                  <c:v>0</c:v>
                </c:pt>
                <c:pt idx="42580">
                  <c:v>0</c:v>
                </c:pt>
                <c:pt idx="42581">
                  <c:v>0</c:v>
                </c:pt>
                <c:pt idx="42582">
                  <c:v>0</c:v>
                </c:pt>
                <c:pt idx="42583">
                  <c:v>0</c:v>
                </c:pt>
                <c:pt idx="42584">
                  <c:v>0</c:v>
                </c:pt>
                <c:pt idx="42585">
                  <c:v>0</c:v>
                </c:pt>
                <c:pt idx="42586">
                  <c:v>0</c:v>
                </c:pt>
                <c:pt idx="42587">
                  <c:v>0</c:v>
                </c:pt>
                <c:pt idx="42588">
                  <c:v>0</c:v>
                </c:pt>
                <c:pt idx="42589">
                  <c:v>0</c:v>
                </c:pt>
                <c:pt idx="42590">
                  <c:v>0</c:v>
                </c:pt>
                <c:pt idx="42591">
                  <c:v>0</c:v>
                </c:pt>
                <c:pt idx="42592">
                  <c:v>0</c:v>
                </c:pt>
                <c:pt idx="42593">
                  <c:v>0</c:v>
                </c:pt>
                <c:pt idx="42594">
                  <c:v>0</c:v>
                </c:pt>
                <c:pt idx="42595">
                  <c:v>0</c:v>
                </c:pt>
                <c:pt idx="42596">
                  <c:v>0</c:v>
                </c:pt>
                <c:pt idx="42597">
                  <c:v>0</c:v>
                </c:pt>
                <c:pt idx="42598">
                  <c:v>0</c:v>
                </c:pt>
                <c:pt idx="42599">
                  <c:v>0</c:v>
                </c:pt>
                <c:pt idx="42600">
                  <c:v>0</c:v>
                </c:pt>
                <c:pt idx="42601">
                  <c:v>0</c:v>
                </c:pt>
                <c:pt idx="42602">
                  <c:v>0</c:v>
                </c:pt>
                <c:pt idx="42603">
                  <c:v>0</c:v>
                </c:pt>
                <c:pt idx="42604">
                  <c:v>0</c:v>
                </c:pt>
                <c:pt idx="42605">
                  <c:v>0</c:v>
                </c:pt>
                <c:pt idx="42606">
                  <c:v>0</c:v>
                </c:pt>
                <c:pt idx="42607">
                  <c:v>0</c:v>
                </c:pt>
                <c:pt idx="42608">
                  <c:v>0</c:v>
                </c:pt>
                <c:pt idx="42609">
                  <c:v>0</c:v>
                </c:pt>
                <c:pt idx="42610">
                  <c:v>0</c:v>
                </c:pt>
                <c:pt idx="42611">
                  <c:v>0</c:v>
                </c:pt>
                <c:pt idx="42612">
                  <c:v>0</c:v>
                </c:pt>
                <c:pt idx="42613">
                  <c:v>0</c:v>
                </c:pt>
                <c:pt idx="42614">
                  <c:v>0</c:v>
                </c:pt>
                <c:pt idx="42615">
                  <c:v>0</c:v>
                </c:pt>
                <c:pt idx="42616">
                  <c:v>0</c:v>
                </c:pt>
                <c:pt idx="42617">
                  <c:v>0</c:v>
                </c:pt>
                <c:pt idx="42618">
                  <c:v>0</c:v>
                </c:pt>
                <c:pt idx="42619">
                  <c:v>0</c:v>
                </c:pt>
                <c:pt idx="42620">
                  <c:v>0</c:v>
                </c:pt>
                <c:pt idx="42621">
                  <c:v>0</c:v>
                </c:pt>
                <c:pt idx="42622">
                  <c:v>0</c:v>
                </c:pt>
                <c:pt idx="42623">
                  <c:v>0</c:v>
                </c:pt>
                <c:pt idx="42624">
                  <c:v>0</c:v>
                </c:pt>
                <c:pt idx="42625">
                  <c:v>0</c:v>
                </c:pt>
                <c:pt idx="42626">
                  <c:v>0</c:v>
                </c:pt>
                <c:pt idx="42627">
                  <c:v>0</c:v>
                </c:pt>
                <c:pt idx="42628">
                  <c:v>0</c:v>
                </c:pt>
                <c:pt idx="42629">
                  <c:v>0</c:v>
                </c:pt>
                <c:pt idx="42630">
                  <c:v>0</c:v>
                </c:pt>
                <c:pt idx="42631">
                  <c:v>0</c:v>
                </c:pt>
                <c:pt idx="42632">
                  <c:v>0</c:v>
                </c:pt>
                <c:pt idx="42633">
                  <c:v>0</c:v>
                </c:pt>
                <c:pt idx="42634">
                  <c:v>0</c:v>
                </c:pt>
                <c:pt idx="42635">
                  <c:v>0</c:v>
                </c:pt>
                <c:pt idx="42636">
                  <c:v>0</c:v>
                </c:pt>
                <c:pt idx="42637">
                  <c:v>0</c:v>
                </c:pt>
                <c:pt idx="42638">
                  <c:v>0</c:v>
                </c:pt>
                <c:pt idx="42639">
                  <c:v>0</c:v>
                </c:pt>
                <c:pt idx="42640">
                  <c:v>0</c:v>
                </c:pt>
                <c:pt idx="42641">
                  <c:v>0</c:v>
                </c:pt>
                <c:pt idx="42642">
                  <c:v>0</c:v>
                </c:pt>
                <c:pt idx="42643">
                  <c:v>0</c:v>
                </c:pt>
                <c:pt idx="42644">
                  <c:v>0</c:v>
                </c:pt>
                <c:pt idx="42645">
                  <c:v>0</c:v>
                </c:pt>
                <c:pt idx="42646">
                  <c:v>0</c:v>
                </c:pt>
                <c:pt idx="42647">
                  <c:v>0</c:v>
                </c:pt>
                <c:pt idx="42648">
                  <c:v>0</c:v>
                </c:pt>
                <c:pt idx="42649">
                  <c:v>0</c:v>
                </c:pt>
                <c:pt idx="42650">
                  <c:v>0</c:v>
                </c:pt>
                <c:pt idx="42651">
                  <c:v>0</c:v>
                </c:pt>
                <c:pt idx="42652">
                  <c:v>0</c:v>
                </c:pt>
                <c:pt idx="42653">
                  <c:v>0</c:v>
                </c:pt>
                <c:pt idx="42654">
                  <c:v>0</c:v>
                </c:pt>
                <c:pt idx="42655">
                  <c:v>0</c:v>
                </c:pt>
                <c:pt idx="42656">
                  <c:v>0</c:v>
                </c:pt>
                <c:pt idx="42657">
                  <c:v>0</c:v>
                </c:pt>
                <c:pt idx="42658">
                  <c:v>0</c:v>
                </c:pt>
                <c:pt idx="42659">
                  <c:v>0</c:v>
                </c:pt>
                <c:pt idx="42660">
                  <c:v>0</c:v>
                </c:pt>
                <c:pt idx="42661">
                  <c:v>0</c:v>
                </c:pt>
                <c:pt idx="42662">
                  <c:v>0</c:v>
                </c:pt>
                <c:pt idx="42663">
                  <c:v>0</c:v>
                </c:pt>
                <c:pt idx="42664">
                  <c:v>0</c:v>
                </c:pt>
                <c:pt idx="42665">
                  <c:v>0</c:v>
                </c:pt>
                <c:pt idx="42666">
                  <c:v>0</c:v>
                </c:pt>
                <c:pt idx="42667">
                  <c:v>0</c:v>
                </c:pt>
                <c:pt idx="42668">
                  <c:v>0</c:v>
                </c:pt>
                <c:pt idx="42669">
                  <c:v>0</c:v>
                </c:pt>
                <c:pt idx="42670">
                  <c:v>0</c:v>
                </c:pt>
                <c:pt idx="42671">
                  <c:v>0</c:v>
                </c:pt>
                <c:pt idx="42672">
                  <c:v>0</c:v>
                </c:pt>
                <c:pt idx="42673">
                  <c:v>0</c:v>
                </c:pt>
                <c:pt idx="42674">
                  <c:v>0</c:v>
                </c:pt>
                <c:pt idx="42675">
                  <c:v>0</c:v>
                </c:pt>
                <c:pt idx="42676">
                  <c:v>0</c:v>
                </c:pt>
                <c:pt idx="42677">
                  <c:v>0</c:v>
                </c:pt>
                <c:pt idx="42678">
                  <c:v>0</c:v>
                </c:pt>
                <c:pt idx="42679">
                  <c:v>0</c:v>
                </c:pt>
                <c:pt idx="42680">
                  <c:v>0</c:v>
                </c:pt>
                <c:pt idx="42681">
                  <c:v>0</c:v>
                </c:pt>
                <c:pt idx="42682">
                  <c:v>0</c:v>
                </c:pt>
                <c:pt idx="42683">
                  <c:v>0</c:v>
                </c:pt>
                <c:pt idx="42684">
                  <c:v>0</c:v>
                </c:pt>
                <c:pt idx="42685">
                  <c:v>0</c:v>
                </c:pt>
                <c:pt idx="42686">
                  <c:v>0</c:v>
                </c:pt>
                <c:pt idx="42687">
                  <c:v>0</c:v>
                </c:pt>
                <c:pt idx="42688">
                  <c:v>0</c:v>
                </c:pt>
                <c:pt idx="42689">
                  <c:v>0</c:v>
                </c:pt>
                <c:pt idx="42690">
                  <c:v>0</c:v>
                </c:pt>
                <c:pt idx="42691">
                  <c:v>0</c:v>
                </c:pt>
                <c:pt idx="42692">
                  <c:v>0</c:v>
                </c:pt>
                <c:pt idx="42693">
                  <c:v>0</c:v>
                </c:pt>
                <c:pt idx="42694">
                  <c:v>0</c:v>
                </c:pt>
                <c:pt idx="42695">
                  <c:v>0</c:v>
                </c:pt>
                <c:pt idx="42696">
                  <c:v>0</c:v>
                </c:pt>
                <c:pt idx="42697">
                  <c:v>0</c:v>
                </c:pt>
                <c:pt idx="42698">
                  <c:v>0</c:v>
                </c:pt>
                <c:pt idx="42699">
                  <c:v>0</c:v>
                </c:pt>
                <c:pt idx="42700">
                  <c:v>0</c:v>
                </c:pt>
                <c:pt idx="42701">
                  <c:v>0</c:v>
                </c:pt>
                <c:pt idx="42702">
                  <c:v>0</c:v>
                </c:pt>
                <c:pt idx="42703">
                  <c:v>0</c:v>
                </c:pt>
                <c:pt idx="42704">
                  <c:v>0</c:v>
                </c:pt>
                <c:pt idx="42705">
                  <c:v>0</c:v>
                </c:pt>
                <c:pt idx="42706">
                  <c:v>0</c:v>
                </c:pt>
                <c:pt idx="42707">
                  <c:v>0</c:v>
                </c:pt>
                <c:pt idx="42708">
                  <c:v>0</c:v>
                </c:pt>
                <c:pt idx="42709">
                  <c:v>0</c:v>
                </c:pt>
                <c:pt idx="42710">
                  <c:v>0</c:v>
                </c:pt>
                <c:pt idx="42711">
                  <c:v>0</c:v>
                </c:pt>
                <c:pt idx="42712">
                  <c:v>0</c:v>
                </c:pt>
                <c:pt idx="42713">
                  <c:v>0</c:v>
                </c:pt>
                <c:pt idx="42714">
                  <c:v>0</c:v>
                </c:pt>
                <c:pt idx="42715">
                  <c:v>0</c:v>
                </c:pt>
                <c:pt idx="42716">
                  <c:v>0</c:v>
                </c:pt>
                <c:pt idx="42717">
                  <c:v>0</c:v>
                </c:pt>
                <c:pt idx="42718">
                  <c:v>0</c:v>
                </c:pt>
                <c:pt idx="42719">
                  <c:v>0</c:v>
                </c:pt>
                <c:pt idx="42720">
                  <c:v>0</c:v>
                </c:pt>
                <c:pt idx="42721">
                  <c:v>0</c:v>
                </c:pt>
                <c:pt idx="42722">
                  <c:v>0</c:v>
                </c:pt>
                <c:pt idx="42723">
                  <c:v>0</c:v>
                </c:pt>
                <c:pt idx="42724">
                  <c:v>0</c:v>
                </c:pt>
                <c:pt idx="42725">
                  <c:v>0</c:v>
                </c:pt>
                <c:pt idx="42726">
                  <c:v>0</c:v>
                </c:pt>
                <c:pt idx="42727">
                  <c:v>0</c:v>
                </c:pt>
                <c:pt idx="42728">
                  <c:v>0</c:v>
                </c:pt>
                <c:pt idx="42729">
                  <c:v>0</c:v>
                </c:pt>
                <c:pt idx="42730">
                  <c:v>0</c:v>
                </c:pt>
                <c:pt idx="42731">
                  <c:v>0</c:v>
                </c:pt>
                <c:pt idx="42732">
                  <c:v>0</c:v>
                </c:pt>
                <c:pt idx="42733">
                  <c:v>0</c:v>
                </c:pt>
                <c:pt idx="42734">
                  <c:v>0</c:v>
                </c:pt>
                <c:pt idx="42735">
                  <c:v>0</c:v>
                </c:pt>
                <c:pt idx="42736">
                  <c:v>0</c:v>
                </c:pt>
                <c:pt idx="42737">
                  <c:v>0</c:v>
                </c:pt>
                <c:pt idx="42738">
                  <c:v>0</c:v>
                </c:pt>
                <c:pt idx="42739">
                  <c:v>0</c:v>
                </c:pt>
                <c:pt idx="42740">
                  <c:v>0</c:v>
                </c:pt>
                <c:pt idx="42741">
                  <c:v>0</c:v>
                </c:pt>
                <c:pt idx="42742">
                  <c:v>0</c:v>
                </c:pt>
                <c:pt idx="42743">
                  <c:v>0</c:v>
                </c:pt>
                <c:pt idx="42744">
                  <c:v>0</c:v>
                </c:pt>
                <c:pt idx="42745">
                  <c:v>0</c:v>
                </c:pt>
                <c:pt idx="42746">
                  <c:v>0</c:v>
                </c:pt>
                <c:pt idx="42747">
                  <c:v>0</c:v>
                </c:pt>
                <c:pt idx="42748">
                  <c:v>0</c:v>
                </c:pt>
                <c:pt idx="42749">
                  <c:v>0</c:v>
                </c:pt>
                <c:pt idx="42750">
                  <c:v>0</c:v>
                </c:pt>
                <c:pt idx="42751">
                  <c:v>0</c:v>
                </c:pt>
                <c:pt idx="42752">
                  <c:v>0</c:v>
                </c:pt>
                <c:pt idx="42753">
                  <c:v>0</c:v>
                </c:pt>
                <c:pt idx="42754">
                  <c:v>0</c:v>
                </c:pt>
                <c:pt idx="42755">
                  <c:v>0</c:v>
                </c:pt>
                <c:pt idx="42756">
                  <c:v>0</c:v>
                </c:pt>
                <c:pt idx="42757">
                  <c:v>0</c:v>
                </c:pt>
                <c:pt idx="42758">
                  <c:v>0</c:v>
                </c:pt>
                <c:pt idx="42759">
                  <c:v>0</c:v>
                </c:pt>
                <c:pt idx="42760">
                  <c:v>0</c:v>
                </c:pt>
                <c:pt idx="42761">
                  <c:v>0</c:v>
                </c:pt>
                <c:pt idx="42762">
                  <c:v>0</c:v>
                </c:pt>
                <c:pt idx="42763">
                  <c:v>0</c:v>
                </c:pt>
                <c:pt idx="42764">
                  <c:v>0</c:v>
                </c:pt>
                <c:pt idx="42765">
                  <c:v>0</c:v>
                </c:pt>
                <c:pt idx="42766">
                  <c:v>0</c:v>
                </c:pt>
                <c:pt idx="42767">
                  <c:v>0</c:v>
                </c:pt>
                <c:pt idx="42768">
                  <c:v>0</c:v>
                </c:pt>
                <c:pt idx="42769">
                  <c:v>0</c:v>
                </c:pt>
                <c:pt idx="42770">
                  <c:v>0</c:v>
                </c:pt>
                <c:pt idx="42771">
                  <c:v>0</c:v>
                </c:pt>
                <c:pt idx="42772">
                  <c:v>0</c:v>
                </c:pt>
                <c:pt idx="42773">
                  <c:v>0</c:v>
                </c:pt>
                <c:pt idx="42774">
                  <c:v>0</c:v>
                </c:pt>
                <c:pt idx="42775">
                  <c:v>0</c:v>
                </c:pt>
                <c:pt idx="42776">
                  <c:v>0</c:v>
                </c:pt>
                <c:pt idx="42777">
                  <c:v>0</c:v>
                </c:pt>
                <c:pt idx="42778">
                  <c:v>0</c:v>
                </c:pt>
                <c:pt idx="42779">
                  <c:v>0</c:v>
                </c:pt>
                <c:pt idx="42780">
                  <c:v>0</c:v>
                </c:pt>
                <c:pt idx="42781">
                  <c:v>0</c:v>
                </c:pt>
                <c:pt idx="42782">
                  <c:v>0</c:v>
                </c:pt>
                <c:pt idx="42783">
                  <c:v>0</c:v>
                </c:pt>
                <c:pt idx="42784">
                  <c:v>0</c:v>
                </c:pt>
                <c:pt idx="42785">
                  <c:v>0</c:v>
                </c:pt>
                <c:pt idx="42786">
                  <c:v>0</c:v>
                </c:pt>
                <c:pt idx="42787">
                  <c:v>0</c:v>
                </c:pt>
                <c:pt idx="42788">
                  <c:v>0</c:v>
                </c:pt>
                <c:pt idx="42789">
                  <c:v>0</c:v>
                </c:pt>
                <c:pt idx="42790">
                  <c:v>0</c:v>
                </c:pt>
                <c:pt idx="42791">
                  <c:v>0</c:v>
                </c:pt>
                <c:pt idx="42792">
                  <c:v>0</c:v>
                </c:pt>
                <c:pt idx="42793">
                  <c:v>0</c:v>
                </c:pt>
                <c:pt idx="42794">
                  <c:v>0</c:v>
                </c:pt>
                <c:pt idx="42795">
                  <c:v>0</c:v>
                </c:pt>
                <c:pt idx="42796">
                  <c:v>0</c:v>
                </c:pt>
                <c:pt idx="42797">
                  <c:v>0</c:v>
                </c:pt>
                <c:pt idx="42798">
                  <c:v>0</c:v>
                </c:pt>
                <c:pt idx="42799">
                  <c:v>0</c:v>
                </c:pt>
                <c:pt idx="42800">
                  <c:v>0</c:v>
                </c:pt>
                <c:pt idx="42801">
                  <c:v>0</c:v>
                </c:pt>
                <c:pt idx="42802">
                  <c:v>0</c:v>
                </c:pt>
                <c:pt idx="42803">
                  <c:v>0</c:v>
                </c:pt>
                <c:pt idx="42804">
                  <c:v>0</c:v>
                </c:pt>
                <c:pt idx="42805">
                  <c:v>0</c:v>
                </c:pt>
                <c:pt idx="42806">
                  <c:v>0</c:v>
                </c:pt>
                <c:pt idx="42807">
                  <c:v>0</c:v>
                </c:pt>
                <c:pt idx="42808">
                  <c:v>0</c:v>
                </c:pt>
                <c:pt idx="42809">
                  <c:v>0</c:v>
                </c:pt>
                <c:pt idx="42810">
                  <c:v>0</c:v>
                </c:pt>
                <c:pt idx="42811">
                  <c:v>0</c:v>
                </c:pt>
                <c:pt idx="42812">
                  <c:v>0</c:v>
                </c:pt>
                <c:pt idx="42813">
                  <c:v>0</c:v>
                </c:pt>
                <c:pt idx="42814">
                  <c:v>0</c:v>
                </c:pt>
                <c:pt idx="42815">
                  <c:v>0</c:v>
                </c:pt>
                <c:pt idx="42816">
                  <c:v>0</c:v>
                </c:pt>
                <c:pt idx="42817">
                  <c:v>0</c:v>
                </c:pt>
                <c:pt idx="42818">
                  <c:v>0</c:v>
                </c:pt>
                <c:pt idx="42819">
                  <c:v>0</c:v>
                </c:pt>
                <c:pt idx="42820">
                  <c:v>0</c:v>
                </c:pt>
                <c:pt idx="42821">
                  <c:v>0</c:v>
                </c:pt>
                <c:pt idx="42822">
                  <c:v>0</c:v>
                </c:pt>
                <c:pt idx="42823">
                  <c:v>0</c:v>
                </c:pt>
                <c:pt idx="42824">
                  <c:v>0</c:v>
                </c:pt>
                <c:pt idx="42825">
                  <c:v>0</c:v>
                </c:pt>
                <c:pt idx="42826">
                  <c:v>0</c:v>
                </c:pt>
                <c:pt idx="42827">
                  <c:v>0</c:v>
                </c:pt>
                <c:pt idx="42828">
                  <c:v>0</c:v>
                </c:pt>
                <c:pt idx="42829">
                  <c:v>0</c:v>
                </c:pt>
                <c:pt idx="42830">
                  <c:v>0</c:v>
                </c:pt>
                <c:pt idx="42831">
                  <c:v>0</c:v>
                </c:pt>
                <c:pt idx="42832">
                  <c:v>0</c:v>
                </c:pt>
                <c:pt idx="42833">
                  <c:v>0</c:v>
                </c:pt>
                <c:pt idx="42834">
                  <c:v>0</c:v>
                </c:pt>
                <c:pt idx="42835">
                  <c:v>0</c:v>
                </c:pt>
                <c:pt idx="42836">
                  <c:v>0</c:v>
                </c:pt>
                <c:pt idx="42837">
                  <c:v>0</c:v>
                </c:pt>
                <c:pt idx="42838">
                  <c:v>0</c:v>
                </c:pt>
                <c:pt idx="42839">
                  <c:v>0</c:v>
                </c:pt>
                <c:pt idx="42840">
                  <c:v>0</c:v>
                </c:pt>
                <c:pt idx="42841">
                  <c:v>0</c:v>
                </c:pt>
                <c:pt idx="42842">
                  <c:v>0</c:v>
                </c:pt>
                <c:pt idx="42843">
                  <c:v>0</c:v>
                </c:pt>
                <c:pt idx="42844">
                  <c:v>0</c:v>
                </c:pt>
                <c:pt idx="42845">
                  <c:v>0</c:v>
                </c:pt>
                <c:pt idx="42846">
                  <c:v>0</c:v>
                </c:pt>
                <c:pt idx="42847">
                  <c:v>0</c:v>
                </c:pt>
                <c:pt idx="42848">
                  <c:v>0</c:v>
                </c:pt>
                <c:pt idx="42849">
                  <c:v>0</c:v>
                </c:pt>
                <c:pt idx="42850">
                  <c:v>0</c:v>
                </c:pt>
                <c:pt idx="42851">
                  <c:v>0</c:v>
                </c:pt>
                <c:pt idx="42852">
                  <c:v>0</c:v>
                </c:pt>
                <c:pt idx="42853">
                  <c:v>0</c:v>
                </c:pt>
                <c:pt idx="42854">
                  <c:v>0</c:v>
                </c:pt>
                <c:pt idx="42855">
                  <c:v>0</c:v>
                </c:pt>
                <c:pt idx="42856">
                  <c:v>0</c:v>
                </c:pt>
                <c:pt idx="42857">
                  <c:v>0</c:v>
                </c:pt>
                <c:pt idx="42858">
                  <c:v>0</c:v>
                </c:pt>
                <c:pt idx="42859">
                  <c:v>0</c:v>
                </c:pt>
                <c:pt idx="42860">
                  <c:v>0</c:v>
                </c:pt>
                <c:pt idx="42861">
                  <c:v>0</c:v>
                </c:pt>
                <c:pt idx="42862">
                  <c:v>0</c:v>
                </c:pt>
                <c:pt idx="42863">
                  <c:v>0</c:v>
                </c:pt>
                <c:pt idx="42864">
                  <c:v>0</c:v>
                </c:pt>
                <c:pt idx="42865">
                  <c:v>0</c:v>
                </c:pt>
                <c:pt idx="42866">
                  <c:v>0</c:v>
                </c:pt>
                <c:pt idx="42867">
                  <c:v>0</c:v>
                </c:pt>
                <c:pt idx="42868">
                  <c:v>0</c:v>
                </c:pt>
                <c:pt idx="42869">
                  <c:v>0</c:v>
                </c:pt>
                <c:pt idx="42870">
                  <c:v>0</c:v>
                </c:pt>
                <c:pt idx="42871">
                  <c:v>0</c:v>
                </c:pt>
                <c:pt idx="42872">
                  <c:v>0</c:v>
                </c:pt>
                <c:pt idx="42873">
                  <c:v>0</c:v>
                </c:pt>
                <c:pt idx="42874">
                  <c:v>0</c:v>
                </c:pt>
                <c:pt idx="42875">
                  <c:v>0</c:v>
                </c:pt>
                <c:pt idx="42876">
                  <c:v>0</c:v>
                </c:pt>
                <c:pt idx="42877">
                  <c:v>0</c:v>
                </c:pt>
                <c:pt idx="42878">
                  <c:v>0</c:v>
                </c:pt>
                <c:pt idx="42879">
                  <c:v>0</c:v>
                </c:pt>
                <c:pt idx="42880">
                  <c:v>0</c:v>
                </c:pt>
                <c:pt idx="42881">
                  <c:v>0</c:v>
                </c:pt>
                <c:pt idx="42882">
                  <c:v>0</c:v>
                </c:pt>
                <c:pt idx="42883">
                  <c:v>0</c:v>
                </c:pt>
                <c:pt idx="42884">
                  <c:v>0</c:v>
                </c:pt>
                <c:pt idx="42885">
                  <c:v>0</c:v>
                </c:pt>
                <c:pt idx="42886">
                  <c:v>0</c:v>
                </c:pt>
                <c:pt idx="42887">
                  <c:v>0</c:v>
                </c:pt>
                <c:pt idx="42888">
                  <c:v>0</c:v>
                </c:pt>
                <c:pt idx="42889">
                  <c:v>0</c:v>
                </c:pt>
                <c:pt idx="42890">
                  <c:v>0</c:v>
                </c:pt>
                <c:pt idx="42891">
                  <c:v>0</c:v>
                </c:pt>
                <c:pt idx="42892">
                  <c:v>0</c:v>
                </c:pt>
                <c:pt idx="42893">
                  <c:v>0</c:v>
                </c:pt>
                <c:pt idx="42894">
                  <c:v>0</c:v>
                </c:pt>
                <c:pt idx="42895">
                  <c:v>0</c:v>
                </c:pt>
                <c:pt idx="42896">
                  <c:v>0</c:v>
                </c:pt>
                <c:pt idx="42897">
                  <c:v>0</c:v>
                </c:pt>
                <c:pt idx="42898">
                  <c:v>0</c:v>
                </c:pt>
                <c:pt idx="42899">
                  <c:v>0</c:v>
                </c:pt>
                <c:pt idx="42900">
                  <c:v>0</c:v>
                </c:pt>
                <c:pt idx="42901">
                  <c:v>0</c:v>
                </c:pt>
                <c:pt idx="42902">
                  <c:v>0</c:v>
                </c:pt>
                <c:pt idx="42903">
                  <c:v>0</c:v>
                </c:pt>
                <c:pt idx="42904">
                  <c:v>0</c:v>
                </c:pt>
                <c:pt idx="42905">
                  <c:v>0</c:v>
                </c:pt>
                <c:pt idx="42906">
                  <c:v>0</c:v>
                </c:pt>
                <c:pt idx="42907">
                  <c:v>0</c:v>
                </c:pt>
                <c:pt idx="42908">
                  <c:v>0</c:v>
                </c:pt>
                <c:pt idx="42909">
                  <c:v>0</c:v>
                </c:pt>
                <c:pt idx="42910">
                  <c:v>0</c:v>
                </c:pt>
                <c:pt idx="42911">
                  <c:v>0</c:v>
                </c:pt>
                <c:pt idx="42912">
                  <c:v>0</c:v>
                </c:pt>
                <c:pt idx="42913">
                  <c:v>0</c:v>
                </c:pt>
                <c:pt idx="42914">
                  <c:v>0</c:v>
                </c:pt>
                <c:pt idx="42915">
                  <c:v>0</c:v>
                </c:pt>
                <c:pt idx="42916">
                  <c:v>0</c:v>
                </c:pt>
                <c:pt idx="42917">
                  <c:v>0</c:v>
                </c:pt>
                <c:pt idx="42918">
                  <c:v>0</c:v>
                </c:pt>
                <c:pt idx="42919">
                  <c:v>0</c:v>
                </c:pt>
                <c:pt idx="42920">
                  <c:v>0</c:v>
                </c:pt>
                <c:pt idx="42921">
                  <c:v>0</c:v>
                </c:pt>
                <c:pt idx="42922">
                  <c:v>0</c:v>
                </c:pt>
                <c:pt idx="42923">
                  <c:v>0</c:v>
                </c:pt>
                <c:pt idx="42924">
                  <c:v>0</c:v>
                </c:pt>
                <c:pt idx="42925">
                  <c:v>0</c:v>
                </c:pt>
                <c:pt idx="42926">
                  <c:v>0</c:v>
                </c:pt>
                <c:pt idx="42927">
                  <c:v>0</c:v>
                </c:pt>
                <c:pt idx="42928">
                  <c:v>0</c:v>
                </c:pt>
                <c:pt idx="42929">
                  <c:v>0</c:v>
                </c:pt>
                <c:pt idx="42930">
                  <c:v>0</c:v>
                </c:pt>
                <c:pt idx="42931">
                  <c:v>0</c:v>
                </c:pt>
                <c:pt idx="42932">
                  <c:v>0</c:v>
                </c:pt>
                <c:pt idx="42933">
                  <c:v>0</c:v>
                </c:pt>
                <c:pt idx="42934">
                  <c:v>0</c:v>
                </c:pt>
                <c:pt idx="42935">
                  <c:v>0</c:v>
                </c:pt>
                <c:pt idx="42936">
                  <c:v>0</c:v>
                </c:pt>
                <c:pt idx="42937">
                  <c:v>0</c:v>
                </c:pt>
                <c:pt idx="42938">
                  <c:v>0</c:v>
                </c:pt>
                <c:pt idx="42939">
                  <c:v>0</c:v>
                </c:pt>
                <c:pt idx="42940">
                  <c:v>0</c:v>
                </c:pt>
                <c:pt idx="42941">
                  <c:v>0</c:v>
                </c:pt>
                <c:pt idx="42942">
                  <c:v>0</c:v>
                </c:pt>
                <c:pt idx="42943">
                  <c:v>0</c:v>
                </c:pt>
                <c:pt idx="42944">
                  <c:v>0</c:v>
                </c:pt>
                <c:pt idx="42945">
                  <c:v>0</c:v>
                </c:pt>
                <c:pt idx="42946">
                  <c:v>0</c:v>
                </c:pt>
                <c:pt idx="42947">
                  <c:v>0</c:v>
                </c:pt>
                <c:pt idx="42948">
                  <c:v>0</c:v>
                </c:pt>
                <c:pt idx="42949">
                  <c:v>0</c:v>
                </c:pt>
                <c:pt idx="42950">
                  <c:v>0</c:v>
                </c:pt>
                <c:pt idx="42951">
                  <c:v>0</c:v>
                </c:pt>
                <c:pt idx="42952">
                  <c:v>0</c:v>
                </c:pt>
                <c:pt idx="42953">
                  <c:v>0</c:v>
                </c:pt>
                <c:pt idx="42954">
                  <c:v>0</c:v>
                </c:pt>
                <c:pt idx="42955">
                  <c:v>0</c:v>
                </c:pt>
                <c:pt idx="42956">
                  <c:v>0</c:v>
                </c:pt>
                <c:pt idx="42957">
                  <c:v>0</c:v>
                </c:pt>
                <c:pt idx="42958">
                  <c:v>0</c:v>
                </c:pt>
                <c:pt idx="42959">
                  <c:v>0</c:v>
                </c:pt>
                <c:pt idx="42960">
                  <c:v>0</c:v>
                </c:pt>
                <c:pt idx="42961">
                  <c:v>0</c:v>
                </c:pt>
                <c:pt idx="42962">
                  <c:v>0</c:v>
                </c:pt>
                <c:pt idx="42963">
                  <c:v>0</c:v>
                </c:pt>
                <c:pt idx="42964">
                  <c:v>0</c:v>
                </c:pt>
                <c:pt idx="42965">
                  <c:v>0</c:v>
                </c:pt>
                <c:pt idx="42966">
                  <c:v>0</c:v>
                </c:pt>
                <c:pt idx="42967">
                  <c:v>0</c:v>
                </c:pt>
                <c:pt idx="42968">
                  <c:v>0</c:v>
                </c:pt>
                <c:pt idx="42969">
                  <c:v>0</c:v>
                </c:pt>
                <c:pt idx="42970">
                  <c:v>0</c:v>
                </c:pt>
                <c:pt idx="42971">
                  <c:v>0</c:v>
                </c:pt>
                <c:pt idx="42972">
                  <c:v>0</c:v>
                </c:pt>
                <c:pt idx="42973">
                  <c:v>0</c:v>
                </c:pt>
                <c:pt idx="42974">
                  <c:v>0</c:v>
                </c:pt>
                <c:pt idx="42975">
                  <c:v>0</c:v>
                </c:pt>
                <c:pt idx="42976">
                  <c:v>0</c:v>
                </c:pt>
                <c:pt idx="42977">
                  <c:v>0</c:v>
                </c:pt>
                <c:pt idx="42978">
                  <c:v>0</c:v>
                </c:pt>
                <c:pt idx="42979">
                  <c:v>0</c:v>
                </c:pt>
                <c:pt idx="42980">
                  <c:v>0</c:v>
                </c:pt>
                <c:pt idx="42981">
                  <c:v>0</c:v>
                </c:pt>
                <c:pt idx="42982">
                  <c:v>0</c:v>
                </c:pt>
                <c:pt idx="42983">
                  <c:v>0</c:v>
                </c:pt>
                <c:pt idx="42984">
                  <c:v>0</c:v>
                </c:pt>
                <c:pt idx="42985">
                  <c:v>0</c:v>
                </c:pt>
                <c:pt idx="42986">
                  <c:v>0</c:v>
                </c:pt>
                <c:pt idx="42987">
                  <c:v>0</c:v>
                </c:pt>
                <c:pt idx="42988">
                  <c:v>0</c:v>
                </c:pt>
                <c:pt idx="42989">
                  <c:v>0</c:v>
                </c:pt>
                <c:pt idx="42990">
                  <c:v>0</c:v>
                </c:pt>
                <c:pt idx="42991">
                  <c:v>0</c:v>
                </c:pt>
                <c:pt idx="42992">
                  <c:v>0</c:v>
                </c:pt>
                <c:pt idx="42993">
                  <c:v>0</c:v>
                </c:pt>
                <c:pt idx="42994">
                  <c:v>0</c:v>
                </c:pt>
                <c:pt idx="42995">
                  <c:v>0</c:v>
                </c:pt>
                <c:pt idx="42996">
                  <c:v>0</c:v>
                </c:pt>
                <c:pt idx="42997">
                  <c:v>0</c:v>
                </c:pt>
                <c:pt idx="42998">
                  <c:v>0</c:v>
                </c:pt>
                <c:pt idx="42999">
                  <c:v>0</c:v>
                </c:pt>
                <c:pt idx="43000">
                  <c:v>0</c:v>
                </c:pt>
                <c:pt idx="43001">
                  <c:v>0</c:v>
                </c:pt>
                <c:pt idx="43002">
                  <c:v>0</c:v>
                </c:pt>
                <c:pt idx="43003">
                  <c:v>0</c:v>
                </c:pt>
                <c:pt idx="43004">
                  <c:v>0</c:v>
                </c:pt>
                <c:pt idx="43005">
                  <c:v>0</c:v>
                </c:pt>
                <c:pt idx="43006">
                  <c:v>0</c:v>
                </c:pt>
                <c:pt idx="43007">
                  <c:v>0</c:v>
                </c:pt>
                <c:pt idx="43008">
                  <c:v>0</c:v>
                </c:pt>
                <c:pt idx="43009">
                  <c:v>0</c:v>
                </c:pt>
                <c:pt idx="43010">
                  <c:v>0</c:v>
                </c:pt>
                <c:pt idx="43011">
                  <c:v>0</c:v>
                </c:pt>
                <c:pt idx="43012">
                  <c:v>0</c:v>
                </c:pt>
                <c:pt idx="43013">
                  <c:v>0</c:v>
                </c:pt>
                <c:pt idx="43014">
                  <c:v>0</c:v>
                </c:pt>
                <c:pt idx="43015">
                  <c:v>0</c:v>
                </c:pt>
                <c:pt idx="43016">
                  <c:v>0</c:v>
                </c:pt>
                <c:pt idx="43017">
                  <c:v>0</c:v>
                </c:pt>
                <c:pt idx="43018">
                  <c:v>0</c:v>
                </c:pt>
                <c:pt idx="43019">
                  <c:v>0</c:v>
                </c:pt>
                <c:pt idx="43020">
                  <c:v>0</c:v>
                </c:pt>
                <c:pt idx="43021">
                  <c:v>0</c:v>
                </c:pt>
                <c:pt idx="43022">
                  <c:v>0</c:v>
                </c:pt>
                <c:pt idx="43023">
                  <c:v>0</c:v>
                </c:pt>
                <c:pt idx="43024">
                  <c:v>0</c:v>
                </c:pt>
                <c:pt idx="43025">
                  <c:v>0</c:v>
                </c:pt>
                <c:pt idx="43026">
                  <c:v>0</c:v>
                </c:pt>
                <c:pt idx="43027">
                  <c:v>0</c:v>
                </c:pt>
                <c:pt idx="43028">
                  <c:v>0</c:v>
                </c:pt>
                <c:pt idx="43029">
                  <c:v>0</c:v>
                </c:pt>
                <c:pt idx="43030">
                  <c:v>0</c:v>
                </c:pt>
                <c:pt idx="43031">
                  <c:v>0</c:v>
                </c:pt>
                <c:pt idx="43032">
                  <c:v>0</c:v>
                </c:pt>
                <c:pt idx="43033">
                  <c:v>0</c:v>
                </c:pt>
                <c:pt idx="43034">
                  <c:v>0</c:v>
                </c:pt>
                <c:pt idx="43035">
                  <c:v>0</c:v>
                </c:pt>
                <c:pt idx="43036">
                  <c:v>0</c:v>
                </c:pt>
                <c:pt idx="43037">
                  <c:v>0</c:v>
                </c:pt>
                <c:pt idx="43038">
                  <c:v>0</c:v>
                </c:pt>
                <c:pt idx="43039">
                  <c:v>0</c:v>
                </c:pt>
                <c:pt idx="43040">
                  <c:v>0</c:v>
                </c:pt>
                <c:pt idx="43041">
                  <c:v>0</c:v>
                </c:pt>
                <c:pt idx="43042">
                  <c:v>0</c:v>
                </c:pt>
                <c:pt idx="43043">
                  <c:v>0</c:v>
                </c:pt>
                <c:pt idx="43044">
                  <c:v>0</c:v>
                </c:pt>
                <c:pt idx="43045">
                  <c:v>0</c:v>
                </c:pt>
                <c:pt idx="43046">
                  <c:v>0</c:v>
                </c:pt>
                <c:pt idx="43047">
                  <c:v>0</c:v>
                </c:pt>
                <c:pt idx="43048">
                  <c:v>0</c:v>
                </c:pt>
                <c:pt idx="43049">
                  <c:v>0</c:v>
                </c:pt>
                <c:pt idx="43050">
                  <c:v>0</c:v>
                </c:pt>
                <c:pt idx="43051">
                  <c:v>0</c:v>
                </c:pt>
                <c:pt idx="43052">
                  <c:v>0</c:v>
                </c:pt>
                <c:pt idx="43053">
                  <c:v>0</c:v>
                </c:pt>
                <c:pt idx="43054">
                  <c:v>0</c:v>
                </c:pt>
                <c:pt idx="43055">
                  <c:v>0</c:v>
                </c:pt>
                <c:pt idx="43056">
                  <c:v>0</c:v>
                </c:pt>
                <c:pt idx="43057">
                  <c:v>0</c:v>
                </c:pt>
                <c:pt idx="43058">
                  <c:v>0</c:v>
                </c:pt>
                <c:pt idx="43059">
                  <c:v>0</c:v>
                </c:pt>
                <c:pt idx="43060">
                  <c:v>0</c:v>
                </c:pt>
                <c:pt idx="43061">
                  <c:v>0</c:v>
                </c:pt>
                <c:pt idx="43062">
                  <c:v>0</c:v>
                </c:pt>
                <c:pt idx="43063">
                  <c:v>0</c:v>
                </c:pt>
                <c:pt idx="43064">
                  <c:v>0</c:v>
                </c:pt>
                <c:pt idx="43065">
                  <c:v>0</c:v>
                </c:pt>
                <c:pt idx="43066">
                  <c:v>0</c:v>
                </c:pt>
                <c:pt idx="43067">
                  <c:v>0</c:v>
                </c:pt>
                <c:pt idx="43068">
                  <c:v>0</c:v>
                </c:pt>
                <c:pt idx="43069">
                  <c:v>0</c:v>
                </c:pt>
                <c:pt idx="43070">
                  <c:v>0</c:v>
                </c:pt>
                <c:pt idx="43071">
                  <c:v>0</c:v>
                </c:pt>
                <c:pt idx="43072">
                  <c:v>0</c:v>
                </c:pt>
                <c:pt idx="43073">
                  <c:v>0</c:v>
                </c:pt>
                <c:pt idx="43074">
                  <c:v>0</c:v>
                </c:pt>
                <c:pt idx="43075">
                  <c:v>0</c:v>
                </c:pt>
                <c:pt idx="43076">
                  <c:v>0</c:v>
                </c:pt>
                <c:pt idx="43077">
                  <c:v>0</c:v>
                </c:pt>
                <c:pt idx="43078">
                  <c:v>0</c:v>
                </c:pt>
                <c:pt idx="43079">
                  <c:v>0</c:v>
                </c:pt>
                <c:pt idx="43080">
                  <c:v>0</c:v>
                </c:pt>
                <c:pt idx="43081">
                  <c:v>0</c:v>
                </c:pt>
                <c:pt idx="43082">
                  <c:v>0</c:v>
                </c:pt>
                <c:pt idx="43083">
                  <c:v>0</c:v>
                </c:pt>
                <c:pt idx="43084">
                  <c:v>0</c:v>
                </c:pt>
                <c:pt idx="43085">
                  <c:v>0</c:v>
                </c:pt>
                <c:pt idx="43086">
                  <c:v>0</c:v>
                </c:pt>
                <c:pt idx="43087">
                  <c:v>0</c:v>
                </c:pt>
                <c:pt idx="43088">
                  <c:v>0</c:v>
                </c:pt>
                <c:pt idx="43089">
                  <c:v>0</c:v>
                </c:pt>
                <c:pt idx="43090">
                  <c:v>0</c:v>
                </c:pt>
                <c:pt idx="43091">
                  <c:v>0</c:v>
                </c:pt>
                <c:pt idx="43092">
                  <c:v>0</c:v>
                </c:pt>
                <c:pt idx="43093">
                  <c:v>0</c:v>
                </c:pt>
                <c:pt idx="43094">
                  <c:v>0</c:v>
                </c:pt>
                <c:pt idx="43095">
                  <c:v>0</c:v>
                </c:pt>
                <c:pt idx="43096">
                  <c:v>0</c:v>
                </c:pt>
                <c:pt idx="43097">
                  <c:v>0</c:v>
                </c:pt>
                <c:pt idx="43098">
                  <c:v>0</c:v>
                </c:pt>
                <c:pt idx="43099">
                  <c:v>0</c:v>
                </c:pt>
                <c:pt idx="43100">
                  <c:v>0</c:v>
                </c:pt>
                <c:pt idx="43101">
                  <c:v>0</c:v>
                </c:pt>
                <c:pt idx="43102">
                  <c:v>0</c:v>
                </c:pt>
                <c:pt idx="43103">
                  <c:v>0</c:v>
                </c:pt>
                <c:pt idx="43104">
                  <c:v>0</c:v>
                </c:pt>
                <c:pt idx="43105">
                  <c:v>0</c:v>
                </c:pt>
                <c:pt idx="43106">
                  <c:v>0</c:v>
                </c:pt>
                <c:pt idx="43107">
                  <c:v>0</c:v>
                </c:pt>
                <c:pt idx="43108">
                  <c:v>0</c:v>
                </c:pt>
                <c:pt idx="43109">
                  <c:v>0</c:v>
                </c:pt>
                <c:pt idx="43110">
                  <c:v>0</c:v>
                </c:pt>
                <c:pt idx="43111">
                  <c:v>0</c:v>
                </c:pt>
                <c:pt idx="43112">
                  <c:v>0</c:v>
                </c:pt>
                <c:pt idx="43113">
                  <c:v>0</c:v>
                </c:pt>
                <c:pt idx="43114">
                  <c:v>0</c:v>
                </c:pt>
                <c:pt idx="43115">
                  <c:v>0</c:v>
                </c:pt>
                <c:pt idx="43116">
                  <c:v>0</c:v>
                </c:pt>
                <c:pt idx="43117">
                  <c:v>0</c:v>
                </c:pt>
                <c:pt idx="43118">
                  <c:v>0</c:v>
                </c:pt>
                <c:pt idx="43119">
                  <c:v>0</c:v>
                </c:pt>
                <c:pt idx="43120">
                  <c:v>0</c:v>
                </c:pt>
                <c:pt idx="43121">
                  <c:v>0</c:v>
                </c:pt>
                <c:pt idx="43122">
                  <c:v>0</c:v>
                </c:pt>
                <c:pt idx="43123">
                  <c:v>0</c:v>
                </c:pt>
                <c:pt idx="43124">
                  <c:v>0</c:v>
                </c:pt>
                <c:pt idx="43125">
                  <c:v>0</c:v>
                </c:pt>
                <c:pt idx="43126">
                  <c:v>0</c:v>
                </c:pt>
                <c:pt idx="43127">
                  <c:v>0</c:v>
                </c:pt>
                <c:pt idx="43128">
                  <c:v>0</c:v>
                </c:pt>
                <c:pt idx="43129">
                  <c:v>0</c:v>
                </c:pt>
                <c:pt idx="43130">
                  <c:v>0</c:v>
                </c:pt>
                <c:pt idx="43131">
                  <c:v>0</c:v>
                </c:pt>
                <c:pt idx="43132">
                  <c:v>0</c:v>
                </c:pt>
                <c:pt idx="43133">
                  <c:v>0</c:v>
                </c:pt>
                <c:pt idx="43134">
                  <c:v>0</c:v>
                </c:pt>
                <c:pt idx="43135">
                  <c:v>0</c:v>
                </c:pt>
                <c:pt idx="43136">
                  <c:v>0</c:v>
                </c:pt>
                <c:pt idx="43137">
                  <c:v>0</c:v>
                </c:pt>
                <c:pt idx="43138">
                  <c:v>0</c:v>
                </c:pt>
                <c:pt idx="43139">
                  <c:v>0</c:v>
                </c:pt>
                <c:pt idx="43140">
                  <c:v>0</c:v>
                </c:pt>
                <c:pt idx="43141">
                  <c:v>0</c:v>
                </c:pt>
                <c:pt idx="43142">
                  <c:v>0</c:v>
                </c:pt>
                <c:pt idx="43143">
                  <c:v>0</c:v>
                </c:pt>
                <c:pt idx="43144">
                  <c:v>0</c:v>
                </c:pt>
                <c:pt idx="43145">
                  <c:v>0</c:v>
                </c:pt>
                <c:pt idx="43146">
                  <c:v>0</c:v>
                </c:pt>
                <c:pt idx="43147">
                  <c:v>0</c:v>
                </c:pt>
                <c:pt idx="43148">
                  <c:v>0</c:v>
                </c:pt>
                <c:pt idx="43149">
                  <c:v>0</c:v>
                </c:pt>
                <c:pt idx="43150">
                  <c:v>0</c:v>
                </c:pt>
                <c:pt idx="43151">
                  <c:v>0</c:v>
                </c:pt>
                <c:pt idx="43152">
                  <c:v>0</c:v>
                </c:pt>
                <c:pt idx="43153">
                  <c:v>0</c:v>
                </c:pt>
                <c:pt idx="43154">
                  <c:v>0</c:v>
                </c:pt>
                <c:pt idx="43155">
                  <c:v>0</c:v>
                </c:pt>
                <c:pt idx="43156">
                  <c:v>0</c:v>
                </c:pt>
                <c:pt idx="43157">
                  <c:v>0</c:v>
                </c:pt>
                <c:pt idx="43158">
                  <c:v>0</c:v>
                </c:pt>
                <c:pt idx="43159">
                  <c:v>0</c:v>
                </c:pt>
                <c:pt idx="43160">
                  <c:v>0</c:v>
                </c:pt>
                <c:pt idx="43161">
                  <c:v>0</c:v>
                </c:pt>
                <c:pt idx="43162">
                  <c:v>0</c:v>
                </c:pt>
                <c:pt idx="43163">
                  <c:v>0</c:v>
                </c:pt>
                <c:pt idx="43164">
                  <c:v>0</c:v>
                </c:pt>
                <c:pt idx="43165">
                  <c:v>0</c:v>
                </c:pt>
                <c:pt idx="43166">
                  <c:v>0</c:v>
                </c:pt>
                <c:pt idx="43167">
                  <c:v>0</c:v>
                </c:pt>
                <c:pt idx="43168">
                  <c:v>0</c:v>
                </c:pt>
                <c:pt idx="43169">
                  <c:v>0</c:v>
                </c:pt>
                <c:pt idx="43170">
                  <c:v>0</c:v>
                </c:pt>
                <c:pt idx="43171">
                  <c:v>0</c:v>
                </c:pt>
                <c:pt idx="43172">
                  <c:v>0</c:v>
                </c:pt>
                <c:pt idx="43173">
                  <c:v>0</c:v>
                </c:pt>
                <c:pt idx="43174">
                  <c:v>0</c:v>
                </c:pt>
                <c:pt idx="43175">
                  <c:v>0</c:v>
                </c:pt>
                <c:pt idx="43176">
                  <c:v>0</c:v>
                </c:pt>
                <c:pt idx="43177">
                  <c:v>0</c:v>
                </c:pt>
                <c:pt idx="43178">
                  <c:v>0</c:v>
                </c:pt>
                <c:pt idx="43179">
                  <c:v>0</c:v>
                </c:pt>
                <c:pt idx="43180">
                  <c:v>0</c:v>
                </c:pt>
                <c:pt idx="43181">
                  <c:v>0</c:v>
                </c:pt>
                <c:pt idx="43182">
                  <c:v>0</c:v>
                </c:pt>
                <c:pt idx="43183">
                  <c:v>0</c:v>
                </c:pt>
                <c:pt idx="43184">
                  <c:v>0</c:v>
                </c:pt>
                <c:pt idx="43185">
                  <c:v>0</c:v>
                </c:pt>
                <c:pt idx="43186">
                  <c:v>0</c:v>
                </c:pt>
                <c:pt idx="43187">
                  <c:v>0</c:v>
                </c:pt>
                <c:pt idx="43188">
                  <c:v>0</c:v>
                </c:pt>
                <c:pt idx="43189">
                  <c:v>0</c:v>
                </c:pt>
                <c:pt idx="43190">
                  <c:v>0</c:v>
                </c:pt>
                <c:pt idx="43191">
                  <c:v>0</c:v>
                </c:pt>
                <c:pt idx="43192">
                  <c:v>0</c:v>
                </c:pt>
                <c:pt idx="43193">
                  <c:v>0</c:v>
                </c:pt>
                <c:pt idx="43194">
                  <c:v>0</c:v>
                </c:pt>
                <c:pt idx="43195">
                  <c:v>0</c:v>
                </c:pt>
                <c:pt idx="43196">
                  <c:v>0</c:v>
                </c:pt>
                <c:pt idx="43197">
                  <c:v>0</c:v>
                </c:pt>
                <c:pt idx="43198">
                  <c:v>0</c:v>
                </c:pt>
                <c:pt idx="43199">
                  <c:v>0</c:v>
                </c:pt>
                <c:pt idx="43200">
                  <c:v>0</c:v>
                </c:pt>
                <c:pt idx="43201">
                  <c:v>0</c:v>
                </c:pt>
                <c:pt idx="43202">
                  <c:v>0</c:v>
                </c:pt>
                <c:pt idx="43203">
                  <c:v>0</c:v>
                </c:pt>
                <c:pt idx="43204">
                  <c:v>0</c:v>
                </c:pt>
                <c:pt idx="43205">
                  <c:v>0</c:v>
                </c:pt>
                <c:pt idx="43206">
                  <c:v>0</c:v>
                </c:pt>
                <c:pt idx="43207">
                  <c:v>0</c:v>
                </c:pt>
                <c:pt idx="43208">
                  <c:v>0</c:v>
                </c:pt>
                <c:pt idx="43209">
                  <c:v>0</c:v>
                </c:pt>
                <c:pt idx="43210">
                  <c:v>0</c:v>
                </c:pt>
                <c:pt idx="43211">
                  <c:v>0</c:v>
                </c:pt>
                <c:pt idx="43212">
                  <c:v>0</c:v>
                </c:pt>
                <c:pt idx="43213">
                  <c:v>0</c:v>
                </c:pt>
                <c:pt idx="43214">
                  <c:v>0</c:v>
                </c:pt>
                <c:pt idx="43215">
                  <c:v>0</c:v>
                </c:pt>
                <c:pt idx="43216">
                  <c:v>0</c:v>
                </c:pt>
                <c:pt idx="43217">
                  <c:v>0</c:v>
                </c:pt>
                <c:pt idx="43218">
                  <c:v>0</c:v>
                </c:pt>
                <c:pt idx="43219">
                  <c:v>0</c:v>
                </c:pt>
                <c:pt idx="43220">
                  <c:v>0</c:v>
                </c:pt>
                <c:pt idx="43221">
                  <c:v>0</c:v>
                </c:pt>
                <c:pt idx="43222">
                  <c:v>0</c:v>
                </c:pt>
                <c:pt idx="43223">
                  <c:v>0</c:v>
                </c:pt>
                <c:pt idx="43224">
                  <c:v>0</c:v>
                </c:pt>
                <c:pt idx="43225">
                  <c:v>0</c:v>
                </c:pt>
                <c:pt idx="43226">
                  <c:v>0</c:v>
                </c:pt>
                <c:pt idx="43227">
                  <c:v>0</c:v>
                </c:pt>
                <c:pt idx="43228">
                  <c:v>0</c:v>
                </c:pt>
                <c:pt idx="43229">
                  <c:v>0</c:v>
                </c:pt>
                <c:pt idx="43230">
                  <c:v>0</c:v>
                </c:pt>
                <c:pt idx="43231">
                  <c:v>0</c:v>
                </c:pt>
                <c:pt idx="43232">
                  <c:v>0</c:v>
                </c:pt>
                <c:pt idx="43233">
                  <c:v>0</c:v>
                </c:pt>
                <c:pt idx="43234">
                  <c:v>0</c:v>
                </c:pt>
                <c:pt idx="43235">
                  <c:v>0</c:v>
                </c:pt>
                <c:pt idx="43236">
                  <c:v>0</c:v>
                </c:pt>
                <c:pt idx="43237">
                  <c:v>0</c:v>
                </c:pt>
                <c:pt idx="43238">
                  <c:v>0</c:v>
                </c:pt>
                <c:pt idx="43239">
                  <c:v>0</c:v>
                </c:pt>
                <c:pt idx="43240">
                  <c:v>0</c:v>
                </c:pt>
                <c:pt idx="43241">
                  <c:v>0</c:v>
                </c:pt>
                <c:pt idx="43242">
                  <c:v>0</c:v>
                </c:pt>
                <c:pt idx="43243">
                  <c:v>0</c:v>
                </c:pt>
                <c:pt idx="43244">
                  <c:v>0</c:v>
                </c:pt>
                <c:pt idx="43245">
                  <c:v>0</c:v>
                </c:pt>
                <c:pt idx="43246">
                  <c:v>0</c:v>
                </c:pt>
                <c:pt idx="43247">
                  <c:v>0</c:v>
                </c:pt>
                <c:pt idx="43248">
                  <c:v>0</c:v>
                </c:pt>
                <c:pt idx="43249">
                  <c:v>0</c:v>
                </c:pt>
                <c:pt idx="43250">
                  <c:v>0</c:v>
                </c:pt>
                <c:pt idx="43251">
                  <c:v>0</c:v>
                </c:pt>
                <c:pt idx="43252">
                  <c:v>0</c:v>
                </c:pt>
                <c:pt idx="43253">
                  <c:v>0</c:v>
                </c:pt>
                <c:pt idx="43254">
                  <c:v>0</c:v>
                </c:pt>
                <c:pt idx="43255">
                  <c:v>0</c:v>
                </c:pt>
                <c:pt idx="43256">
                  <c:v>0</c:v>
                </c:pt>
                <c:pt idx="43257">
                  <c:v>0</c:v>
                </c:pt>
                <c:pt idx="43258">
                  <c:v>0</c:v>
                </c:pt>
                <c:pt idx="43259">
                  <c:v>0</c:v>
                </c:pt>
                <c:pt idx="43260">
                  <c:v>0</c:v>
                </c:pt>
                <c:pt idx="43261">
                  <c:v>0</c:v>
                </c:pt>
                <c:pt idx="43262">
                  <c:v>0</c:v>
                </c:pt>
                <c:pt idx="43263">
                  <c:v>0</c:v>
                </c:pt>
                <c:pt idx="43264">
                  <c:v>0</c:v>
                </c:pt>
                <c:pt idx="43265">
                  <c:v>0</c:v>
                </c:pt>
                <c:pt idx="43266">
                  <c:v>0</c:v>
                </c:pt>
                <c:pt idx="43267">
                  <c:v>0</c:v>
                </c:pt>
                <c:pt idx="43268">
                  <c:v>0</c:v>
                </c:pt>
                <c:pt idx="43269">
                  <c:v>0</c:v>
                </c:pt>
                <c:pt idx="43270">
                  <c:v>0</c:v>
                </c:pt>
                <c:pt idx="43271">
                  <c:v>0</c:v>
                </c:pt>
                <c:pt idx="43272">
                  <c:v>0</c:v>
                </c:pt>
                <c:pt idx="43273">
                  <c:v>0</c:v>
                </c:pt>
                <c:pt idx="43274">
                  <c:v>0</c:v>
                </c:pt>
                <c:pt idx="43275">
                  <c:v>0</c:v>
                </c:pt>
                <c:pt idx="43276">
                  <c:v>0</c:v>
                </c:pt>
                <c:pt idx="43277">
                  <c:v>0</c:v>
                </c:pt>
                <c:pt idx="43278">
                  <c:v>0</c:v>
                </c:pt>
                <c:pt idx="43279">
                  <c:v>0</c:v>
                </c:pt>
                <c:pt idx="43280">
                  <c:v>0</c:v>
                </c:pt>
                <c:pt idx="43281">
                  <c:v>0</c:v>
                </c:pt>
                <c:pt idx="43282">
                  <c:v>0</c:v>
                </c:pt>
                <c:pt idx="43283">
                  <c:v>0</c:v>
                </c:pt>
                <c:pt idx="43284">
                  <c:v>0</c:v>
                </c:pt>
                <c:pt idx="43285">
                  <c:v>0</c:v>
                </c:pt>
                <c:pt idx="43286">
                  <c:v>0</c:v>
                </c:pt>
                <c:pt idx="43287">
                  <c:v>0</c:v>
                </c:pt>
                <c:pt idx="43288">
                  <c:v>0</c:v>
                </c:pt>
                <c:pt idx="43289">
                  <c:v>0</c:v>
                </c:pt>
                <c:pt idx="43290">
                  <c:v>0</c:v>
                </c:pt>
                <c:pt idx="43291">
                  <c:v>0</c:v>
                </c:pt>
                <c:pt idx="43292">
                  <c:v>0</c:v>
                </c:pt>
                <c:pt idx="43293">
                  <c:v>0</c:v>
                </c:pt>
                <c:pt idx="43294">
                  <c:v>0</c:v>
                </c:pt>
                <c:pt idx="43295">
                  <c:v>0</c:v>
                </c:pt>
                <c:pt idx="43296">
                  <c:v>0</c:v>
                </c:pt>
                <c:pt idx="43297">
                  <c:v>0</c:v>
                </c:pt>
                <c:pt idx="43298">
                  <c:v>0</c:v>
                </c:pt>
                <c:pt idx="43299">
                  <c:v>0</c:v>
                </c:pt>
                <c:pt idx="43300">
                  <c:v>0</c:v>
                </c:pt>
                <c:pt idx="43301">
                  <c:v>0</c:v>
                </c:pt>
                <c:pt idx="43302">
                  <c:v>0</c:v>
                </c:pt>
                <c:pt idx="43303">
                  <c:v>0</c:v>
                </c:pt>
                <c:pt idx="43304">
                  <c:v>0</c:v>
                </c:pt>
                <c:pt idx="43305">
                  <c:v>0</c:v>
                </c:pt>
                <c:pt idx="43306">
                  <c:v>0</c:v>
                </c:pt>
                <c:pt idx="43307">
                  <c:v>0</c:v>
                </c:pt>
                <c:pt idx="43308">
                  <c:v>0</c:v>
                </c:pt>
                <c:pt idx="43309">
                  <c:v>0</c:v>
                </c:pt>
                <c:pt idx="43310">
                  <c:v>0</c:v>
                </c:pt>
                <c:pt idx="43311">
                  <c:v>0</c:v>
                </c:pt>
                <c:pt idx="43312">
                  <c:v>0</c:v>
                </c:pt>
                <c:pt idx="43313">
                  <c:v>0</c:v>
                </c:pt>
                <c:pt idx="43314">
                  <c:v>0</c:v>
                </c:pt>
                <c:pt idx="43315">
                  <c:v>0</c:v>
                </c:pt>
                <c:pt idx="43316">
                  <c:v>0</c:v>
                </c:pt>
                <c:pt idx="43317">
                  <c:v>0</c:v>
                </c:pt>
                <c:pt idx="43318">
                  <c:v>0</c:v>
                </c:pt>
                <c:pt idx="43319">
                  <c:v>0</c:v>
                </c:pt>
                <c:pt idx="43320">
                  <c:v>0</c:v>
                </c:pt>
                <c:pt idx="43321">
                  <c:v>0</c:v>
                </c:pt>
                <c:pt idx="43322">
                  <c:v>0</c:v>
                </c:pt>
                <c:pt idx="43323">
                  <c:v>0</c:v>
                </c:pt>
                <c:pt idx="43324">
                  <c:v>0</c:v>
                </c:pt>
                <c:pt idx="43325">
                  <c:v>0</c:v>
                </c:pt>
                <c:pt idx="43326">
                  <c:v>0</c:v>
                </c:pt>
                <c:pt idx="43327">
                  <c:v>0</c:v>
                </c:pt>
                <c:pt idx="43328">
                  <c:v>0</c:v>
                </c:pt>
                <c:pt idx="43329">
                  <c:v>0</c:v>
                </c:pt>
                <c:pt idx="43330">
                  <c:v>0</c:v>
                </c:pt>
                <c:pt idx="43331">
                  <c:v>0</c:v>
                </c:pt>
                <c:pt idx="43332">
                  <c:v>0</c:v>
                </c:pt>
                <c:pt idx="43333">
                  <c:v>0</c:v>
                </c:pt>
                <c:pt idx="43334">
                  <c:v>0</c:v>
                </c:pt>
                <c:pt idx="43335">
                  <c:v>0</c:v>
                </c:pt>
                <c:pt idx="43336">
                  <c:v>0</c:v>
                </c:pt>
                <c:pt idx="43337">
                  <c:v>0</c:v>
                </c:pt>
                <c:pt idx="43338">
                  <c:v>0</c:v>
                </c:pt>
                <c:pt idx="43339">
                  <c:v>0</c:v>
                </c:pt>
                <c:pt idx="43340">
                  <c:v>0</c:v>
                </c:pt>
                <c:pt idx="43341">
                  <c:v>0</c:v>
                </c:pt>
                <c:pt idx="43342">
                  <c:v>0</c:v>
                </c:pt>
                <c:pt idx="43343">
                  <c:v>0</c:v>
                </c:pt>
                <c:pt idx="43344">
                  <c:v>0</c:v>
                </c:pt>
                <c:pt idx="43345">
                  <c:v>0</c:v>
                </c:pt>
                <c:pt idx="43346">
                  <c:v>0</c:v>
                </c:pt>
                <c:pt idx="43347">
                  <c:v>0</c:v>
                </c:pt>
                <c:pt idx="43348">
                  <c:v>0</c:v>
                </c:pt>
                <c:pt idx="43349">
                  <c:v>0</c:v>
                </c:pt>
                <c:pt idx="43350">
                  <c:v>0</c:v>
                </c:pt>
                <c:pt idx="43351">
                  <c:v>0</c:v>
                </c:pt>
                <c:pt idx="43352">
                  <c:v>0</c:v>
                </c:pt>
                <c:pt idx="43353">
                  <c:v>0</c:v>
                </c:pt>
                <c:pt idx="43354">
                  <c:v>0</c:v>
                </c:pt>
                <c:pt idx="43355">
                  <c:v>0</c:v>
                </c:pt>
                <c:pt idx="43356">
                  <c:v>0</c:v>
                </c:pt>
                <c:pt idx="43357">
                  <c:v>0</c:v>
                </c:pt>
                <c:pt idx="43358">
                  <c:v>0</c:v>
                </c:pt>
                <c:pt idx="43359">
                  <c:v>0</c:v>
                </c:pt>
                <c:pt idx="43360">
                  <c:v>0</c:v>
                </c:pt>
                <c:pt idx="43361">
                  <c:v>0</c:v>
                </c:pt>
                <c:pt idx="43362">
                  <c:v>0</c:v>
                </c:pt>
                <c:pt idx="43363">
                  <c:v>0</c:v>
                </c:pt>
                <c:pt idx="43364">
                  <c:v>0</c:v>
                </c:pt>
                <c:pt idx="43365">
                  <c:v>0</c:v>
                </c:pt>
                <c:pt idx="43366">
                  <c:v>0</c:v>
                </c:pt>
                <c:pt idx="43367">
                  <c:v>0</c:v>
                </c:pt>
                <c:pt idx="43368">
                  <c:v>0</c:v>
                </c:pt>
                <c:pt idx="43369">
                  <c:v>0</c:v>
                </c:pt>
                <c:pt idx="43370">
                  <c:v>0</c:v>
                </c:pt>
                <c:pt idx="43371">
                  <c:v>0</c:v>
                </c:pt>
                <c:pt idx="43372">
                  <c:v>0</c:v>
                </c:pt>
                <c:pt idx="43373">
                  <c:v>0</c:v>
                </c:pt>
                <c:pt idx="43374">
                  <c:v>0</c:v>
                </c:pt>
                <c:pt idx="43375">
                  <c:v>0</c:v>
                </c:pt>
                <c:pt idx="43376">
                  <c:v>0</c:v>
                </c:pt>
                <c:pt idx="43377">
                  <c:v>0</c:v>
                </c:pt>
                <c:pt idx="43378">
                  <c:v>0</c:v>
                </c:pt>
                <c:pt idx="43379">
                  <c:v>0</c:v>
                </c:pt>
                <c:pt idx="43380">
                  <c:v>0</c:v>
                </c:pt>
                <c:pt idx="43381">
                  <c:v>0</c:v>
                </c:pt>
                <c:pt idx="43382">
                  <c:v>0</c:v>
                </c:pt>
                <c:pt idx="43383">
                  <c:v>0</c:v>
                </c:pt>
                <c:pt idx="43384">
                  <c:v>0</c:v>
                </c:pt>
                <c:pt idx="43385">
                  <c:v>0</c:v>
                </c:pt>
                <c:pt idx="43386">
                  <c:v>0</c:v>
                </c:pt>
                <c:pt idx="43387">
                  <c:v>0</c:v>
                </c:pt>
                <c:pt idx="43388">
                  <c:v>0</c:v>
                </c:pt>
                <c:pt idx="43389">
                  <c:v>0</c:v>
                </c:pt>
                <c:pt idx="43390">
                  <c:v>0</c:v>
                </c:pt>
                <c:pt idx="43391">
                  <c:v>0</c:v>
                </c:pt>
                <c:pt idx="43392">
                  <c:v>0</c:v>
                </c:pt>
                <c:pt idx="43393">
                  <c:v>0</c:v>
                </c:pt>
                <c:pt idx="43394">
                  <c:v>0</c:v>
                </c:pt>
                <c:pt idx="43395">
                  <c:v>0</c:v>
                </c:pt>
                <c:pt idx="43396">
                  <c:v>0</c:v>
                </c:pt>
                <c:pt idx="43397">
                  <c:v>0</c:v>
                </c:pt>
                <c:pt idx="43398">
                  <c:v>0</c:v>
                </c:pt>
                <c:pt idx="43399">
                  <c:v>0</c:v>
                </c:pt>
                <c:pt idx="43400">
                  <c:v>0</c:v>
                </c:pt>
                <c:pt idx="43401">
                  <c:v>0</c:v>
                </c:pt>
                <c:pt idx="43402">
                  <c:v>0</c:v>
                </c:pt>
                <c:pt idx="43403">
                  <c:v>0</c:v>
                </c:pt>
                <c:pt idx="43404">
                  <c:v>0</c:v>
                </c:pt>
                <c:pt idx="43405">
                  <c:v>0</c:v>
                </c:pt>
                <c:pt idx="43406">
                  <c:v>0</c:v>
                </c:pt>
                <c:pt idx="43407">
                  <c:v>0</c:v>
                </c:pt>
                <c:pt idx="43408">
                  <c:v>0</c:v>
                </c:pt>
                <c:pt idx="43409">
                  <c:v>0</c:v>
                </c:pt>
                <c:pt idx="43410">
                  <c:v>0</c:v>
                </c:pt>
                <c:pt idx="43411">
                  <c:v>0</c:v>
                </c:pt>
                <c:pt idx="43412">
                  <c:v>0</c:v>
                </c:pt>
                <c:pt idx="43413">
                  <c:v>0</c:v>
                </c:pt>
                <c:pt idx="43414">
                  <c:v>0</c:v>
                </c:pt>
                <c:pt idx="43415">
                  <c:v>0</c:v>
                </c:pt>
                <c:pt idx="43416">
                  <c:v>0</c:v>
                </c:pt>
                <c:pt idx="43417">
                  <c:v>0</c:v>
                </c:pt>
                <c:pt idx="43418">
                  <c:v>0</c:v>
                </c:pt>
                <c:pt idx="43419">
                  <c:v>0</c:v>
                </c:pt>
                <c:pt idx="43420">
                  <c:v>0</c:v>
                </c:pt>
                <c:pt idx="43421">
                  <c:v>0</c:v>
                </c:pt>
                <c:pt idx="43422">
                  <c:v>0</c:v>
                </c:pt>
                <c:pt idx="43423">
                  <c:v>0</c:v>
                </c:pt>
                <c:pt idx="43424">
                  <c:v>0</c:v>
                </c:pt>
                <c:pt idx="43425">
                  <c:v>0</c:v>
                </c:pt>
                <c:pt idx="43426">
                  <c:v>0</c:v>
                </c:pt>
                <c:pt idx="43427">
                  <c:v>0</c:v>
                </c:pt>
                <c:pt idx="43428">
                  <c:v>0</c:v>
                </c:pt>
                <c:pt idx="43429">
                  <c:v>0</c:v>
                </c:pt>
                <c:pt idx="43430">
                  <c:v>0</c:v>
                </c:pt>
                <c:pt idx="43431">
                  <c:v>0</c:v>
                </c:pt>
                <c:pt idx="43432">
                  <c:v>0</c:v>
                </c:pt>
                <c:pt idx="43433">
                  <c:v>0</c:v>
                </c:pt>
                <c:pt idx="43434">
                  <c:v>0</c:v>
                </c:pt>
                <c:pt idx="43435">
                  <c:v>0</c:v>
                </c:pt>
                <c:pt idx="43436">
                  <c:v>0</c:v>
                </c:pt>
                <c:pt idx="43437">
                  <c:v>0</c:v>
                </c:pt>
                <c:pt idx="43438">
                  <c:v>0</c:v>
                </c:pt>
                <c:pt idx="43439">
                  <c:v>0</c:v>
                </c:pt>
                <c:pt idx="43440">
                  <c:v>0</c:v>
                </c:pt>
                <c:pt idx="43441">
                  <c:v>0</c:v>
                </c:pt>
                <c:pt idx="43442">
                  <c:v>0</c:v>
                </c:pt>
                <c:pt idx="43443">
                  <c:v>0</c:v>
                </c:pt>
                <c:pt idx="43444">
                  <c:v>0</c:v>
                </c:pt>
                <c:pt idx="43445">
                  <c:v>0</c:v>
                </c:pt>
                <c:pt idx="43446">
                  <c:v>0</c:v>
                </c:pt>
                <c:pt idx="43447">
                  <c:v>0</c:v>
                </c:pt>
                <c:pt idx="43448">
                  <c:v>0</c:v>
                </c:pt>
                <c:pt idx="43449">
                  <c:v>0</c:v>
                </c:pt>
                <c:pt idx="43450">
                  <c:v>0</c:v>
                </c:pt>
                <c:pt idx="43451">
                  <c:v>0</c:v>
                </c:pt>
                <c:pt idx="43452">
                  <c:v>0</c:v>
                </c:pt>
                <c:pt idx="43453">
                  <c:v>0</c:v>
                </c:pt>
                <c:pt idx="43454">
                  <c:v>0</c:v>
                </c:pt>
                <c:pt idx="43455">
                  <c:v>0</c:v>
                </c:pt>
                <c:pt idx="43456">
                  <c:v>0</c:v>
                </c:pt>
                <c:pt idx="43457">
                  <c:v>0</c:v>
                </c:pt>
                <c:pt idx="43458">
                  <c:v>0</c:v>
                </c:pt>
                <c:pt idx="43459">
                  <c:v>0</c:v>
                </c:pt>
                <c:pt idx="43460">
                  <c:v>0</c:v>
                </c:pt>
                <c:pt idx="43461">
                  <c:v>0</c:v>
                </c:pt>
                <c:pt idx="43462">
                  <c:v>0</c:v>
                </c:pt>
                <c:pt idx="43463">
                  <c:v>0</c:v>
                </c:pt>
                <c:pt idx="43464">
                  <c:v>0</c:v>
                </c:pt>
                <c:pt idx="43465">
                  <c:v>0</c:v>
                </c:pt>
                <c:pt idx="43466">
                  <c:v>0</c:v>
                </c:pt>
                <c:pt idx="43467">
                  <c:v>0</c:v>
                </c:pt>
                <c:pt idx="43468">
                  <c:v>0</c:v>
                </c:pt>
                <c:pt idx="43469">
                  <c:v>0</c:v>
                </c:pt>
                <c:pt idx="43470">
                  <c:v>0</c:v>
                </c:pt>
                <c:pt idx="43471">
                  <c:v>0</c:v>
                </c:pt>
                <c:pt idx="43472">
                  <c:v>0</c:v>
                </c:pt>
                <c:pt idx="43473">
                  <c:v>0</c:v>
                </c:pt>
                <c:pt idx="43474">
                  <c:v>0</c:v>
                </c:pt>
                <c:pt idx="43475">
                  <c:v>0</c:v>
                </c:pt>
                <c:pt idx="43476">
                  <c:v>0</c:v>
                </c:pt>
                <c:pt idx="43477">
                  <c:v>0</c:v>
                </c:pt>
                <c:pt idx="43478">
                  <c:v>0</c:v>
                </c:pt>
                <c:pt idx="43479">
                  <c:v>0</c:v>
                </c:pt>
                <c:pt idx="43480">
                  <c:v>0</c:v>
                </c:pt>
                <c:pt idx="43481">
                  <c:v>0</c:v>
                </c:pt>
                <c:pt idx="43482">
                  <c:v>0</c:v>
                </c:pt>
                <c:pt idx="43483">
                  <c:v>0</c:v>
                </c:pt>
                <c:pt idx="43484">
                  <c:v>0</c:v>
                </c:pt>
                <c:pt idx="43485">
                  <c:v>0</c:v>
                </c:pt>
                <c:pt idx="43486">
                  <c:v>0</c:v>
                </c:pt>
                <c:pt idx="43487">
                  <c:v>0</c:v>
                </c:pt>
                <c:pt idx="43488">
                  <c:v>0</c:v>
                </c:pt>
                <c:pt idx="43489">
                  <c:v>0</c:v>
                </c:pt>
                <c:pt idx="43490">
                  <c:v>0</c:v>
                </c:pt>
                <c:pt idx="43491">
                  <c:v>0</c:v>
                </c:pt>
                <c:pt idx="43492">
                  <c:v>0</c:v>
                </c:pt>
                <c:pt idx="43493">
                  <c:v>0</c:v>
                </c:pt>
                <c:pt idx="43494">
                  <c:v>0</c:v>
                </c:pt>
                <c:pt idx="43495">
                  <c:v>0</c:v>
                </c:pt>
                <c:pt idx="43496">
                  <c:v>0</c:v>
                </c:pt>
                <c:pt idx="43497">
                  <c:v>0</c:v>
                </c:pt>
                <c:pt idx="43498">
                  <c:v>0</c:v>
                </c:pt>
                <c:pt idx="43499">
                  <c:v>0</c:v>
                </c:pt>
                <c:pt idx="43500">
                  <c:v>0</c:v>
                </c:pt>
                <c:pt idx="43501">
                  <c:v>0</c:v>
                </c:pt>
                <c:pt idx="43502">
                  <c:v>0</c:v>
                </c:pt>
                <c:pt idx="43503">
                  <c:v>0</c:v>
                </c:pt>
                <c:pt idx="43504">
                  <c:v>0</c:v>
                </c:pt>
                <c:pt idx="43505">
                  <c:v>0</c:v>
                </c:pt>
                <c:pt idx="43506">
                  <c:v>0</c:v>
                </c:pt>
                <c:pt idx="43507">
                  <c:v>0</c:v>
                </c:pt>
                <c:pt idx="43508">
                  <c:v>0</c:v>
                </c:pt>
                <c:pt idx="43509">
                  <c:v>0</c:v>
                </c:pt>
                <c:pt idx="43510">
                  <c:v>0</c:v>
                </c:pt>
                <c:pt idx="43511">
                  <c:v>0</c:v>
                </c:pt>
                <c:pt idx="43512">
                  <c:v>0</c:v>
                </c:pt>
                <c:pt idx="43513">
                  <c:v>0</c:v>
                </c:pt>
                <c:pt idx="43514">
                  <c:v>0</c:v>
                </c:pt>
                <c:pt idx="43515">
                  <c:v>0</c:v>
                </c:pt>
                <c:pt idx="43516">
                  <c:v>0</c:v>
                </c:pt>
                <c:pt idx="43517">
                  <c:v>0</c:v>
                </c:pt>
                <c:pt idx="43518">
                  <c:v>0</c:v>
                </c:pt>
                <c:pt idx="43519">
                  <c:v>0</c:v>
                </c:pt>
                <c:pt idx="43520">
                  <c:v>0</c:v>
                </c:pt>
                <c:pt idx="43521">
                  <c:v>0</c:v>
                </c:pt>
                <c:pt idx="43522">
                  <c:v>0</c:v>
                </c:pt>
                <c:pt idx="43523">
                  <c:v>0</c:v>
                </c:pt>
                <c:pt idx="43524">
                  <c:v>0</c:v>
                </c:pt>
                <c:pt idx="43525">
                  <c:v>0</c:v>
                </c:pt>
                <c:pt idx="43526">
                  <c:v>0</c:v>
                </c:pt>
                <c:pt idx="43527">
                  <c:v>0</c:v>
                </c:pt>
                <c:pt idx="43528">
                  <c:v>0</c:v>
                </c:pt>
                <c:pt idx="43529">
                  <c:v>0</c:v>
                </c:pt>
                <c:pt idx="43530">
                  <c:v>0</c:v>
                </c:pt>
                <c:pt idx="43531">
                  <c:v>0</c:v>
                </c:pt>
                <c:pt idx="43532">
                  <c:v>0</c:v>
                </c:pt>
                <c:pt idx="43533">
                  <c:v>0</c:v>
                </c:pt>
                <c:pt idx="43534">
                  <c:v>0</c:v>
                </c:pt>
                <c:pt idx="43535">
                  <c:v>0</c:v>
                </c:pt>
                <c:pt idx="43536">
                  <c:v>0</c:v>
                </c:pt>
                <c:pt idx="43537">
                  <c:v>0</c:v>
                </c:pt>
                <c:pt idx="43538">
                  <c:v>0</c:v>
                </c:pt>
                <c:pt idx="43539">
                  <c:v>0</c:v>
                </c:pt>
                <c:pt idx="43540">
                  <c:v>0</c:v>
                </c:pt>
                <c:pt idx="43541">
                  <c:v>0</c:v>
                </c:pt>
                <c:pt idx="43542">
                  <c:v>0</c:v>
                </c:pt>
                <c:pt idx="43543">
                  <c:v>0</c:v>
                </c:pt>
                <c:pt idx="43544">
                  <c:v>0</c:v>
                </c:pt>
                <c:pt idx="43545">
                  <c:v>0</c:v>
                </c:pt>
                <c:pt idx="43546">
                  <c:v>0</c:v>
                </c:pt>
                <c:pt idx="43547">
                  <c:v>0</c:v>
                </c:pt>
                <c:pt idx="43548">
                  <c:v>0</c:v>
                </c:pt>
                <c:pt idx="43549">
                  <c:v>0</c:v>
                </c:pt>
                <c:pt idx="43550">
                  <c:v>0</c:v>
                </c:pt>
                <c:pt idx="43551">
                  <c:v>0</c:v>
                </c:pt>
                <c:pt idx="43552">
                  <c:v>0</c:v>
                </c:pt>
                <c:pt idx="43553">
                  <c:v>0</c:v>
                </c:pt>
                <c:pt idx="43554">
                  <c:v>0</c:v>
                </c:pt>
                <c:pt idx="43555">
                  <c:v>0</c:v>
                </c:pt>
                <c:pt idx="43556">
                  <c:v>0</c:v>
                </c:pt>
                <c:pt idx="43557">
                  <c:v>0</c:v>
                </c:pt>
                <c:pt idx="43558">
                  <c:v>0</c:v>
                </c:pt>
                <c:pt idx="43559">
                  <c:v>0</c:v>
                </c:pt>
                <c:pt idx="43560">
                  <c:v>0</c:v>
                </c:pt>
                <c:pt idx="43561">
                  <c:v>0</c:v>
                </c:pt>
                <c:pt idx="43562">
                  <c:v>0</c:v>
                </c:pt>
                <c:pt idx="43563">
                  <c:v>0</c:v>
                </c:pt>
                <c:pt idx="43564">
                  <c:v>0</c:v>
                </c:pt>
                <c:pt idx="43565">
                  <c:v>0</c:v>
                </c:pt>
                <c:pt idx="43566">
                  <c:v>0</c:v>
                </c:pt>
                <c:pt idx="43567">
                  <c:v>0</c:v>
                </c:pt>
                <c:pt idx="43568">
                  <c:v>0</c:v>
                </c:pt>
                <c:pt idx="43569">
                  <c:v>0</c:v>
                </c:pt>
                <c:pt idx="43570">
                  <c:v>0</c:v>
                </c:pt>
                <c:pt idx="43571">
                  <c:v>0</c:v>
                </c:pt>
                <c:pt idx="43572">
                  <c:v>0</c:v>
                </c:pt>
                <c:pt idx="43573">
                  <c:v>0</c:v>
                </c:pt>
                <c:pt idx="43574">
                  <c:v>0</c:v>
                </c:pt>
                <c:pt idx="43575">
                  <c:v>0</c:v>
                </c:pt>
                <c:pt idx="43576">
                  <c:v>0</c:v>
                </c:pt>
                <c:pt idx="43577">
                  <c:v>0</c:v>
                </c:pt>
                <c:pt idx="43578">
                  <c:v>0</c:v>
                </c:pt>
                <c:pt idx="43579">
                  <c:v>0</c:v>
                </c:pt>
                <c:pt idx="43580">
                  <c:v>0</c:v>
                </c:pt>
                <c:pt idx="43581">
                  <c:v>0</c:v>
                </c:pt>
                <c:pt idx="43582">
                  <c:v>0</c:v>
                </c:pt>
                <c:pt idx="43583">
                  <c:v>0</c:v>
                </c:pt>
                <c:pt idx="43584">
                  <c:v>0</c:v>
                </c:pt>
                <c:pt idx="43585">
                  <c:v>0</c:v>
                </c:pt>
                <c:pt idx="43586">
                  <c:v>0</c:v>
                </c:pt>
                <c:pt idx="43587">
                  <c:v>0</c:v>
                </c:pt>
                <c:pt idx="43588">
                  <c:v>0</c:v>
                </c:pt>
                <c:pt idx="43589">
                  <c:v>0</c:v>
                </c:pt>
                <c:pt idx="43590">
                  <c:v>0</c:v>
                </c:pt>
                <c:pt idx="43591">
                  <c:v>0</c:v>
                </c:pt>
                <c:pt idx="43592">
                  <c:v>0</c:v>
                </c:pt>
                <c:pt idx="43593">
                  <c:v>0</c:v>
                </c:pt>
                <c:pt idx="43594">
                  <c:v>0</c:v>
                </c:pt>
                <c:pt idx="43595">
                  <c:v>0</c:v>
                </c:pt>
                <c:pt idx="43596">
                  <c:v>0</c:v>
                </c:pt>
                <c:pt idx="43597">
                  <c:v>0</c:v>
                </c:pt>
                <c:pt idx="43598">
                  <c:v>0</c:v>
                </c:pt>
                <c:pt idx="43599">
                  <c:v>0</c:v>
                </c:pt>
                <c:pt idx="43600">
                  <c:v>0</c:v>
                </c:pt>
                <c:pt idx="43601">
                  <c:v>0</c:v>
                </c:pt>
                <c:pt idx="43602">
                  <c:v>0</c:v>
                </c:pt>
                <c:pt idx="43603">
                  <c:v>0</c:v>
                </c:pt>
                <c:pt idx="43604">
                  <c:v>0</c:v>
                </c:pt>
                <c:pt idx="43605">
                  <c:v>0</c:v>
                </c:pt>
                <c:pt idx="43606">
                  <c:v>0</c:v>
                </c:pt>
                <c:pt idx="43607">
                  <c:v>0</c:v>
                </c:pt>
                <c:pt idx="43608">
                  <c:v>0</c:v>
                </c:pt>
                <c:pt idx="43609">
                  <c:v>0</c:v>
                </c:pt>
                <c:pt idx="43610">
                  <c:v>0</c:v>
                </c:pt>
                <c:pt idx="43611">
                  <c:v>0</c:v>
                </c:pt>
                <c:pt idx="43612">
                  <c:v>0</c:v>
                </c:pt>
                <c:pt idx="43613">
                  <c:v>0</c:v>
                </c:pt>
                <c:pt idx="43614">
                  <c:v>0</c:v>
                </c:pt>
                <c:pt idx="43615">
                  <c:v>0</c:v>
                </c:pt>
                <c:pt idx="43616">
                  <c:v>0</c:v>
                </c:pt>
                <c:pt idx="43617">
                  <c:v>0</c:v>
                </c:pt>
                <c:pt idx="43618">
                  <c:v>0</c:v>
                </c:pt>
                <c:pt idx="43619">
                  <c:v>0</c:v>
                </c:pt>
                <c:pt idx="43620">
                  <c:v>0</c:v>
                </c:pt>
                <c:pt idx="43621">
                  <c:v>0</c:v>
                </c:pt>
                <c:pt idx="43622">
                  <c:v>0</c:v>
                </c:pt>
                <c:pt idx="43623">
                  <c:v>0</c:v>
                </c:pt>
                <c:pt idx="43624">
                  <c:v>0</c:v>
                </c:pt>
                <c:pt idx="43625">
                  <c:v>0</c:v>
                </c:pt>
                <c:pt idx="43626">
                  <c:v>0</c:v>
                </c:pt>
                <c:pt idx="43627">
                  <c:v>0</c:v>
                </c:pt>
                <c:pt idx="43628">
                  <c:v>0</c:v>
                </c:pt>
                <c:pt idx="43629">
                  <c:v>0</c:v>
                </c:pt>
                <c:pt idx="43630">
                  <c:v>0</c:v>
                </c:pt>
                <c:pt idx="43631">
                  <c:v>0</c:v>
                </c:pt>
                <c:pt idx="43632">
                  <c:v>0</c:v>
                </c:pt>
                <c:pt idx="43633">
                  <c:v>0</c:v>
                </c:pt>
                <c:pt idx="43634">
                  <c:v>0</c:v>
                </c:pt>
                <c:pt idx="43635">
                  <c:v>0</c:v>
                </c:pt>
                <c:pt idx="43636">
                  <c:v>0</c:v>
                </c:pt>
                <c:pt idx="43637">
                  <c:v>0</c:v>
                </c:pt>
                <c:pt idx="43638">
                  <c:v>0</c:v>
                </c:pt>
                <c:pt idx="43639">
                  <c:v>0</c:v>
                </c:pt>
                <c:pt idx="43640">
                  <c:v>0</c:v>
                </c:pt>
                <c:pt idx="43641">
                  <c:v>0</c:v>
                </c:pt>
                <c:pt idx="43642">
                  <c:v>0</c:v>
                </c:pt>
                <c:pt idx="43643">
                  <c:v>0</c:v>
                </c:pt>
                <c:pt idx="43644">
                  <c:v>0</c:v>
                </c:pt>
                <c:pt idx="43645">
                  <c:v>0</c:v>
                </c:pt>
                <c:pt idx="43646">
                  <c:v>0</c:v>
                </c:pt>
                <c:pt idx="43647">
                  <c:v>0</c:v>
                </c:pt>
                <c:pt idx="43648">
                  <c:v>0</c:v>
                </c:pt>
                <c:pt idx="43649">
                  <c:v>0</c:v>
                </c:pt>
                <c:pt idx="43650">
                  <c:v>0</c:v>
                </c:pt>
                <c:pt idx="43651">
                  <c:v>0</c:v>
                </c:pt>
                <c:pt idx="43652">
                  <c:v>0</c:v>
                </c:pt>
                <c:pt idx="43653">
                  <c:v>0</c:v>
                </c:pt>
                <c:pt idx="43654">
                  <c:v>0</c:v>
                </c:pt>
                <c:pt idx="43655">
                  <c:v>0</c:v>
                </c:pt>
                <c:pt idx="43656">
                  <c:v>0</c:v>
                </c:pt>
                <c:pt idx="43657">
                  <c:v>0</c:v>
                </c:pt>
                <c:pt idx="43658">
                  <c:v>0</c:v>
                </c:pt>
                <c:pt idx="43659">
                  <c:v>0</c:v>
                </c:pt>
                <c:pt idx="43660">
                  <c:v>0</c:v>
                </c:pt>
                <c:pt idx="43661">
                  <c:v>0</c:v>
                </c:pt>
                <c:pt idx="43662">
                  <c:v>0</c:v>
                </c:pt>
                <c:pt idx="43663">
                  <c:v>0</c:v>
                </c:pt>
                <c:pt idx="43664">
                  <c:v>0</c:v>
                </c:pt>
                <c:pt idx="43665">
                  <c:v>0</c:v>
                </c:pt>
                <c:pt idx="43666">
                  <c:v>0</c:v>
                </c:pt>
                <c:pt idx="43667">
                  <c:v>0</c:v>
                </c:pt>
                <c:pt idx="43668">
                  <c:v>0</c:v>
                </c:pt>
                <c:pt idx="43669">
                  <c:v>0</c:v>
                </c:pt>
                <c:pt idx="43670">
                  <c:v>0</c:v>
                </c:pt>
                <c:pt idx="43671">
                  <c:v>0</c:v>
                </c:pt>
                <c:pt idx="43672">
                  <c:v>0</c:v>
                </c:pt>
                <c:pt idx="43673">
                  <c:v>0</c:v>
                </c:pt>
                <c:pt idx="43674">
                  <c:v>0</c:v>
                </c:pt>
                <c:pt idx="43675">
                  <c:v>0</c:v>
                </c:pt>
                <c:pt idx="43676">
                  <c:v>0</c:v>
                </c:pt>
                <c:pt idx="43677">
                  <c:v>0</c:v>
                </c:pt>
                <c:pt idx="43678">
                  <c:v>0</c:v>
                </c:pt>
                <c:pt idx="43679">
                  <c:v>0</c:v>
                </c:pt>
                <c:pt idx="43680">
                  <c:v>0</c:v>
                </c:pt>
                <c:pt idx="43681">
                  <c:v>0</c:v>
                </c:pt>
                <c:pt idx="43682">
                  <c:v>0</c:v>
                </c:pt>
                <c:pt idx="43683">
                  <c:v>0</c:v>
                </c:pt>
                <c:pt idx="43684">
                  <c:v>0</c:v>
                </c:pt>
                <c:pt idx="43685">
                  <c:v>0</c:v>
                </c:pt>
                <c:pt idx="43686">
                  <c:v>0</c:v>
                </c:pt>
                <c:pt idx="43687">
                  <c:v>0</c:v>
                </c:pt>
                <c:pt idx="43688">
                  <c:v>0</c:v>
                </c:pt>
                <c:pt idx="43689">
                  <c:v>0</c:v>
                </c:pt>
                <c:pt idx="43690">
                  <c:v>0</c:v>
                </c:pt>
                <c:pt idx="43691">
                  <c:v>0</c:v>
                </c:pt>
                <c:pt idx="43692">
                  <c:v>0</c:v>
                </c:pt>
                <c:pt idx="43693">
                  <c:v>0</c:v>
                </c:pt>
                <c:pt idx="43694">
                  <c:v>0</c:v>
                </c:pt>
                <c:pt idx="43695">
                  <c:v>0</c:v>
                </c:pt>
                <c:pt idx="43696">
                  <c:v>0</c:v>
                </c:pt>
                <c:pt idx="43697">
                  <c:v>0</c:v>
                </c:pt>
                <c:pt idx="43698">
                  <c:v>0</c:v>
                </c:pt>
                <c:pt idx="43699">
                  <c:v>0</c:v>
                </c:pt>
                <c:pt idx="43700">
                  <c:v>0</c:v>
                </c:pt>
                <c:pt idx="43701">
                  <c:v>0</c:v>
                </c:pt>
                <c:pt idx="43702">
                  <c:v>0</c:v>
                </c:pt>
                <c:pt idx="43703">
                  <c:v>0</c:v>
                </c:pt>
                <c:pt idx="43704">
                  <c:v>0</c:v>
                </c:pt>
                <c:pt idx="43705">
                  <c:v>0</c:v>
                </c:pt>
                <c:pt idx="43706">
                  <c:v>0</c:v>
                </c:pt>
                <c:pt idx="43707">
                  <c:v>0</c:v>
                </c:pt>
                <c:pt idx="43708">
                  <c:v>0</c:v>
                </c:pt>
                <c:pt idx="43709">
                  <c:v>0</c:v>
                </c:pt>
                <c:pt idx="43710">
                  <c:v>0</c:v>
                </c:pt>
                <c:pt idx="43711">
                  <c:v>0</c:v>
                </c:pt>
                <c:pt idx="43712">
                  <c:v>0</c:v>
                </c:pt>
                <c:pt idx="43713">
                  <c:v>0</c:v>
                </c:pt>
                <c:pt idx="43714">
                  <c:v>0</c:v>
                </c:pt>
                <c:pt idx="43715">
                  <c:v>0</c:v>
                </c:pt>
                <c:pt idx="43716">
                  <c:v>0</c:v>
                </c:pt>
                <c:pt idx="43717">
                  <c:v>0</c:v>
                </c:pt>
                <c:pt idx="43718">
                  <c:v>0</c:v>
                </c:pt>
                <c:pt idx="43719">
                  <c:v>0</c:v>
                </c:pt>
                <c:pt idx="43720">
                  <c:v>0</c:v>
                </c:pt>
                <c:pt idx="43721">
                  <c:v>0</c:v>
                </c:pt>
                <c:pt idx="43722">
                  <c:v>0</c:v>
                </c:pt>
                <c:pt idx="43723">
                  <c:v>0</c:v>
                </c:pt>
                <c:pt idx="43724">
                  <c:v>0</c:v>
                </c:pt>
                <c:pt idx="43725">
                  <c:v>0</c:v>
                </c:pt>
                <c:pt idx="43726">
                  <c:v>0</c:v>
                </c:pt>
                <c:pt idx="43727">
                  <c:v>0</c:v>
                </c:pt>
                <c:pt idx="43728">
                  <c:v>0</c:v>
                </c:pt>
                <c:pt idx="43729">
                  <c:v>0</c:v>
                </c:pt>
                <c:pt idx="43730">
                  <c:v>0</c:v>
                </c:pt>
                <c:pt idx="43731">
                  <c:v>0</c:v>
                </c:pt>
                <c:pt idx="43732">
                  <c:v>0</c:v>
                </c:pt>
                <c:pt idx="43733">
                  <c:v>0</c:v>
                </c:pt>
                <c:pt idx="43734">
                  <c:v>0</c:v>
                </c:pt>
                <c:pt idx="43735">
                  <c:v>0</c:v>
                </c:pt>
                <c:pt idx="43736">
                  <c:v>0</c:v>
                </c:pt>
                <c:pt idx="43737">
                  <c:v>0</c:v>
                </c:pt>
                <c:pt idx="43738">
                  <c:v>0</c:v>
                </c:pt>
                <c:pt idx="43739">
                  <c:v>0</c:v>
                </c:pt>
                <c:pt idx="43740">
                  <c:v>0</c:v>
                </c:pt>
                <c:pt idx="43741">
                  <c:v>0</c:v>
                </c:pt>
                <c:pt idx="43742">
                  <c:v>0</c:v>
                </c:pt>
                <c:pt idx="43743">
                  <c:v>0</c:v>
                </c:pt>
                <c:pt idx="43744">
                  <c:v>0</c:v>
                </c:pt>
                <c:pt idx="43745">
                  <c:v>0</c:v>
                </c:pt>
                <c:pt idx="43746">
                  <c:v>0</c:v>
                </c:pt>
                <c:pt idx="43747">
                  <c:v>0</c:v>
                </c:pt>
                <c:pt idx="43748">
                  <c:v>0</c:v>
                </c:pt>
                <c:pt idx="43749">
                  <c:v>0</c:v>
                </c:pt>
                <c:pt idx="43750">
                  <c:v>0</c:v>
                </c:pt>
                <c:pt idx="43751">
                  <c:v>0</c:v>
                </c:pt>
                <c:pt idx="43752">
                  <c:v>0</c:v>
                </c:pt>
                <c:pt idx="43753">
                  <c:v>0</c:v>
                </c:pt>
                <c:pt idx="43754">
                  <c:v>0</c:v>
                </c:pt>
                <c:pt idx="43755">
                  <c:v>0</c:v>
                </c:pt>
                <c:pt idx="43756">
                  <c:v>0</c:v>
                </c:pt>
                <c:pt idx="43757">
                  <c:v>0</c:v>
                </c:pt>
                <c:pt idx="43758">
                  <c:v>0</c:v>
                </c:pt>
                <c:pt idx="43759">
                  <c:v>0</c:v>
                </c:pt>
                <c:pt idx="43760">
                  <c:v>0</c:v>
                </c:pt>
                <c:pt idx="43761">
                  <c:v>0</c:v>
                </c:pt>
                <c:pt idx="43762">
                  <c:v>0</c:v>
                </c:pt>
                <c:pt idx="43763">
                  <c:v>0</c:v>
                </c:pt>
                <c:pt idx="43764">
                  <c:v>0</c:v>
                </c:pt>
                <c:pt idx="43765">
                  <c:v>0</c:v>
                </c:pt>
                <c:pt idx="43766">
                  <c:v>0</c:v>
                </c:pt>
                <c:pt idx="43767">
                  <c:v>0</c:v>
                </c:pt>
                <c:pt idx="43768">
                  <c:v>0</c:v>
                </c:pt>
                <c:pt idx="43769">
                  <c:v>0</c:v>
                </c:pt>
                <c:pt idx="43770">
                  <c:v>0</c:v>
                </c:pt>
                <c:pt idx="43771">
                  <c:v>0</c:v>
                </c:pt>
                <c:pt idx="43772">
                  <c:v>0</c:v>
                </c:pt>
                <c:pt idx="43773">
                  <c:v>0</c:v>
                </c:pt>
                <c:pt idx="43774">
                  <c:v>0</c:v>
                </c:pt>
                <c:pt idx="43775">
                  <c:v>0</c:v>
                </c:pt>
                <c:pt idx="43776">
                  <c:v>0</c:v>
                </c:pt>
                <c:pt idx="43777">
                  <c:v>0</c:v>
                </c:pt>
                <c:pt idx="43778">
                  <c:v>0</c:v>
                </c:pt>
                <c:pt idx="43779">
                  <c:v>0</c:v>
                </c:pt>
                <c:pt idx="43780">
                  <c:v>0</c:v>
                </c:pt>
                <c:pt idx="43781">
                  <c:v>0</c:v>
                </c:pt>
                <c:pt idx="43782">
                  <c:v>0</c:v>
                </c:pt>
                <c:pt idx="43783">
                  <c:v>0</c:v>
                </c:pt>
                <c:pt idx="43784">
                  <c:v>0</c:v>
                </c:pt>
                <c:pt idx="43785">
                  <c:v>0</c:v>
                </c:pt>
                <c:pt idx="43786">
                  <c:v>0</c:v>
                </c:pt>
                <c:pt idx="43787">
                  <c:v>0</c:v>
                </c:pt>
                <c:pt idx="43788">
                  <c:v>0</c:v>
                </c:pt>
                <c:pt idx="43789">
                  <c:v>0</c:v>
                </c:pt>
                <c:pt idx="43790">
                  <c:v>0</c:v>
                </c:pt>
                <c:pt idx="43791">
                  <c:v>0</c:v>
                </c:pt>
                <c:pt idx="43792">
                  <c:v>0</c:v>
                </c:pt>
                <c:pt idx="43793">
                  <c:v>0</c:v>
                </c:pt>
                <c:pt idx="43794">
                  <c:v>0</c:v>
                </c:pt>
                <c:pt idx="43795">
                  <c:v>0</c:v>
                </c:pt>
                <c:pt idx="43796">
                  <c:v>0</c:v>
                </c:pt>
                <c:pt idx="43797">
                  <c:v>0</c:v>
                </c:pt>
                <c:pt idx="43798">
                  <c:v>0</c:v>
                </c:pt>
                <c:pt idx="43799">
                  <c:v>0</c:v>
                </c:pt>
                <c:pt idx="43800">
                  <c:v>0</c:v>
                </c:pt>
                <c:pt idx="43801">
                  <c:v>0</c:v>
                </c:pt>
                <c:pt idx="43802">
                  <c:v>0</c:v>
                </c:pt>
                <c:pt idx="43803">
                  <c:v>0</c:v>
                </c:pt>
                <c:pt idx="43804">
                  <c:v>0</c:v>
                </c:pt>
                <c:pt idx="43805">
                  <c:v>0</c:v>
                </c:pt>
                <c:pt idx="43806">
                  <c:v>0</c:v>
                </c:pt>
                <c:pt idx="43807">
                  <c:v>0</c:v>
                </c:pt>
                <c:pt idx="43808">
                  <c:v>0</c:v>
                </c:pt>
                <c:pt idx="43809">
                  <c:v>0</c:v>
                </c:pt>
                <c:pt idx="43810">
                  <c:v>0</c:v>
                </c:pt>
                <c:pt idx="43811">
                  <c:v>0</c:v>
                </c:pt>
                <c:pt idx="43812">
                  <c:v>0</c:v>
                </c:pt>
                <c:pt idx="43813">
                  <c:v>0</c:v>
                </c:pt>
                <c:pt idx="43814">
                  <c:v>0</c:v>
                </c:pt>
                <c:pt idx="43815">
                  <c:v>0</c:v>
                </c:pt>
                <c:pt idx="43816">
                  <c:v>0</c:v>
                </c:pt>
                <c:pt idx="43817">
                  <c:v>0</c:v>
                </c:pt>
                <c:pt idx="43818">
                  <c:v>0</c:v>
                </c:pt>
                <c:pt idx="43819">
                  <c:v>0</c:v>
                </c:pt>
                <c:pt idx="43820">
                  <c:v>0</c:v>
                </c:pt>
                <c:pt idx="43821">
                  <c:v>0</c:v>
                </c:pt>
                <c:pt idx="43822">
                  <c:v>0</c:v>
                </c:pt>
                <c:pt idx="43823">
                  <c:v>0</c:v>
                </c:pt>
                <c:pt idx="43824">
                  <c:v>0</c:v>
                </c:pt>
                <c:pt idx="43825">
                  <c:v>0</c:v>
                </c:pt>
                <c:pt idx="43826">
                  <c:v>0</c:v>
                </c:pt>
                <c:pt idx="43827">
                  <c:v>0</c:v>
                </c:pt>
                <c:pt idx="43828">
                  <c:v>0</c:v>
                </c:pt>
                <c:pt idx="43829">
                  <c:v>0</c:v>
                </c:pt>
                <c:pt idx="43830">
                  <c:v>0</c:v>
                </c:pt>
                <c:pt idx="43831">
                  <c:v>0</c:v>
                </c:pt>
                <c:pt idx="43832">
                  <c:v>0</c:v>
                </c:pt>
                <c:pt idx="43833">
                  <c:v>0</c:v>
                </c:pt>
                <c:pt idx="43834">
                  <c:v>0</c:v>
                </c:pt>
                <c:pt idx="43835">
                  <c:v>0</c:v>
                </c:pt>
                <c:pt idx="43836">
                  <c:v>0</c:v>
                </c:pt>
                <c:pt idx="43837">
                  <c:v>0</c:v>
                </c:pt>
                <c:pt idx="43838">
                  <c:v>0</c:v>
                </c:pt>
                <c:pt idx="43839">
                  <c:v>0</c:v>
                </c:pt>
                <c:pt idx="43840">
                  <c:v>0</c:v>
                </c:pt>
                <c:pt idx="43841">
                  <c:v>0</c:v>
                </c:pt>
                <c:pt idx="43842">
                  <c:v>0</c:v>
                </c:pt>
                <c:pt idx="43843">
                  <c:v>0</c:v>
                </c:pt>
                <c:pt idx="43844">
                  <c:v>0</c:v>
                </c:pt>
                <c:pt idx="43845">
                  <c:v>0</c:v>
                </c:pt>
                <c:pt idx="43846">
                  <c:v>0</c:v>
                </c:pt>
                <c:pt idx="43847">
                  <c:v>0</c:v>
                </c:pt>
                <c:pt idx="43848">
                  <c:v>0</c:v>
                </c:pt>
                <c:pt idx="43849">
                  <c:v>0</c:v>
                </c:pt>
                <c:pt idx="43850">
                  <c:v>0</c:v>
                </c:pt>
                <c:pt idx="43851">
                  <c:v>0</c:v>
                </c:pt>
                <c:pt idx="43852">
                  <c:v>0</c:v>
                </c:pt>
                <c:pt idx="43853">
                  <c:v>0</c:v>
                </c:pt>
                <c:pt idx="43854">
                  <c:v>0</c:v>
                </c:pt>
                <c:pt idx="43855">
                  <c:v>0</c:v>
                </c:pt>
                <c:pt idx="43856">
                  <c:v>0</c:v>
                </c:pt>
                <c:pt idx="43857">
                  <c:v>0</c:v>
                </c:pt>
                <c:pt idx="43858">
                  <c:v>0</c:v>
                </c:pt>
                <c:pt idx="43859">
                  <c:v>0</c:v>
                </c:pt>
                <c:pt idx="43860">
                  <c:v>0</c:v>
                </c:pt>
                <c:pt idx="43861">
                  <c:v>0</c:v>
                </c:pt>
                <c:pt idx="43862">
                  <c:v>0</c:v>
                </c:pt>
                <c:pt idx="43863">
                  <c:v>0</c:v>
                </c:pt>
                <c:pt idx="43864">
                  <c:v>0</c:v>
                </c:pt>
                <c:pt idx="43865">
                  <c:v>0</c:v>
                </c:pt>
                <c:pt idx="43866">
                  <c:v>0</c:v>
                </c:pt>
                <c:pt idx="43867">
                  <c:v>0</c:v>
                </c:pt>
                <c:pt idx="43868">
                  <c:v>0</c:v>
                </c:pt>
                <c:pt idx="43869">
                  <c:v>0</c:v>
                </c:pt>
                <c:pt idx="43870">
                  <c:v>0</c:v>
                </c:pt>
                <c:pt idx="43871">
                  <c:v>0</c:v>
                </c:pt>
                <c:pt idx="43872">
                  <c:v>0</c:v>
                </c:pt>
                <c:pt idx="43873">
                  <c:v>0</c:v>
                </c:pt>
                <c:pt idx="43874">
                  <c:v>0</c:v>
                </c:pt>
                <c:pt idx="43875">
                  <c:v>0</c:v>
                </c:pt>
                <c:pt idx="43876">
                  <c:v>0</c:v>
                </c:pt>
                <c:pt idx="43877">
                  <c:v>0</c:v>
                </c:pt>
                <c:pt idx="43878">
                  <c:v>0</c:v>
                </c:pt>
                <c:pt idx="43879">
                  <c:v>0</c:v>
                </c:pt>
                <c:pt idx="43880">
                  <c:v>0</c:v>
                </c:pt>
                <c:pt idx="43881">
                  <c:v>0</c:v>
                </c:pt>
                <c:pt idx="43882">
                  <c:v>0</c:v>
                </c:pt>
                <c:pt idx="43883">
                  <c:v>0</c:v>
                </c:pt>
                <c:pt idx="43884">
                  <c:v>0</c:v>
                </c:pt>
                <c:pt idx="43885">
                  <c:v>0</c:v>
                </c:pt>
                <c:pt idx="43886">
                  <c:v>0</c:v>
                </c:pt>
                <c:pt idx="43887">
                  <c:v>0</c:v>
                </c:pt>
                <c:pt idx="43888">
                  <c:v>0</c:v>
                </c:pt>
                <c:pt idx="43889">
                  <c:v>0</c:v>
                </c:pt>
                <c:pt idx="43890">
                  <c:v>0</c:v>
                </c:pt>
                <c:pt idx="43891">
                  <c:v>0</c:v>
                </c:pt>
                <c:pt idx="43892">
                  <c:v>0</c:v>
                </c:pt>
                <c:pt idx="43893">
                  <c:v>0</c:v>
                </c:pt>
                <c:pt idx="43894">
                  <c:v>0</c:v>
                </c:pt>
                <c:pt idx="43895">
                  <c:v>0</c:v>
                </c:pt>
                <c:pt idx="43896">
                  <c:v>0</c:v>
                </c:pt>
                <c:pt idx="43897">
                  <c:v>0</c:v>
                </c:pt>
                <c:pt idx="43898">
                  <c:v>0</c:v>
                </c:pt>
                <c:pt idx="43899">
                  <c:v>0</c:v>
                </c:pt>
                <c:pt idx="43900">
                  <c:v>0</c:v>
                </c:pt>
                <c:pt idx="43901">
                  <c:v>0</c:v>
                </c:pt>
                <c:pt idx="43902">
                  <c:v>0</c:v>
                </c:pt>
                <c:pt idx="43903">
                  <c:v>0</c:v>
                </c:pt>
                <c:pt idx="43904">
                  <c:v>0</c:v>
                </c:pt>
                <c:pt idx="43905">
                  <c:v>0</c:v>
                </c:pt>
                <c:pt idx="43906">
                  <c:v>0</c:v>
                </c:pt>
                <c:pt idx="43907">
                  <c:v>0</c:v>
                </c:pt>
                <c:pt idx="43908">
                  <c:v>0</c:v>
                </c:pt>
                <c:pt idx="43909">
                  <c:v>0</c:v>
                </c:pt>
                <c:pt idx="43910">
                  <c:v>0</c:v>
                </c:pt>
                <c:pt idx="43911">
                  <c:v>0</c:v>
                </c:pt>
                <c:pt idx="43912">
                  <c:v>0</c:v>
                </c:pt>
                <c:pt idx="43913">
                  <c:v>0</c:v>
                </c:pt>
                <c:pt idx="43914">
                  <c:v>0</c:v>
                </c:pt>
                <c:pt idx="43915">
                  <c:v>0</c:v>
                </c:pt>
                <c:pt idx="43916">
                  <c:v>0</c:v>
                </c:pt>
                <c:pt idx="43917">
                  <c:v>0</c:v>
                </c:pt>
                <c:pt idx="43918">
                  <c:v>0</c:v>
                </c:pt>
                <c:pt idx="43919">
                  <c:v>0</c:v>
                </c:pt>
                <c:pt idx="43920">
                  <c:v>0</c:v>
                </c:pt>
                <c:pt idx="43921">
                  <c:v>0</c:v>
                </c:pt>
                <c:pt idx="43922">
                  <c:v>0</c:v>
                </c:pt>
                <c:pt idx="43923">
                  <c:v>0</c:v>
                </c:pt>
                <c:pt idx="43924">
                  <c:v>0</c:v>
                </c:pt>
                <c:pt idx="43925">
                  <c:v>0</c:v>
                </c:pt>
                <c:pt idx="43926">
                  <c:v>0</c:v>
                </c:pt>
                <c:pt idx="43927">
                  <c:v>0</c:v>
                </c:pt>
                <c:pt idx="43928">
                  <c:v>0</c:v>
                </c:pt>
                <c:pt idx="43929">
                  <c:v>0</c:v>
                </c:pt>
                <c:pt idx="43930">
                  <c:v>0</c:v>
                </c:pt>
                <c:pt idx="43931">
                  <c:v>0</c:v>
                </c:pt>
                <c:pt idx="43932">
                  <c:v>0</c:v>
                </c:pt>
                <c:pt idx="43933">
                  <c:v>0</c:v>
                </c:pt>
                <c:pt idx="43934">
                  <c:v>0</c:v>
                </c:pt>
                <c:pt idx="43935">
                  <c:v>0</c:v>
                </c:pt>
                <c:pt idx="43936">
                  <c:v>0</c:v>
                </c:pt>
                <c:pt idx="43937">
                  <c:v>0</c:v>
                </c:pt>
                <c:pt idx="43938">
                  <c:v>0</c:v>
                </c:pt>
                <c:pt idx="43939">
                  <c:v>0</c:v>
                </c:pt>
                <c:pt idx="43940">
                  <c:v>0</c:v>
                </c:pt>
                <c:pt idx="43941">
                  <c:v>0</c:v>
                </c:pt>
                <c:pt idx="43942">
                  <c:v>0</c:v>
                </c:pt>
                <c:pt idx="43943">
                  <c:v>0</c:v>
                </c:pt>
                <c:pt idx="43944">
                  <c:v>0</c:v>
                </c:pt>
                <c:pt idx="43945">
                  <c:v>0</c:v>
                </c:pt>
                <c:pt idx="43946">
                  <c:v>0</c:v>
                </c:pt>
                <c:pt idx="43947">
                  <c:v>0</c:v>
                </c:pt>
                <c:pt idx="43948">
                  <c:v>0</c:v>
                </c:pt>
                <c:pt idx="43949">
                  <c:v>0</c:v>
                </c:pt>
                <c:pt idx="43950">
                  <c:v>0</c:v>
                </c:pt>
                <c:pt idx="43951">
                  <c:v>0</c:v>
                </c:pt>
                <c:pt idx="43952">
                  <c:v>0</c:v>
                </c:pt>
                <c:pt idx="43953">
                  <c:v>0</c:v>
                </c:pt>
                <c:pt idx="43954">
                  <c:v>0</c:v>
                </c:pt>
                <c:pt idx="43955">
                  <c:v>0</c:v>
                </c:pt>
                <c:pt idx="43956">
                  <c:v>0</c:v>
                </c:pt>
                <c:pt idx="43957">
                  <c:v>0</c:v>
                </c:pt>
                <c:pt idx="43958">
                  <c:v>0</c:v>
                </c:pt>
                <c:pt idx="43959">
                  <c:v>0</c:v>
                </c:pt>
                <c:pt idx="43960">
                  <c:v>0</c:v>
                </c:pt>
                <c:pt idx="43961">
                  <c:v>0</c:v>
                </c:pt>
                <c:pt idx="43962">
                  <c:v>0</c:v>
                </c:pt>
                <c:pt idx="43963">
                  <c:v>0</c:v>
                </c:pt>
                <c:pt idx="43964">
                  <c:v>0</c:v>
                </c:pt>
                <c:pt idx="43965">
                  <c:v>0</c:v>
                </c:pt>
                <c:pt idx="43966">
                  <c:v>0</c:v>
                </c:pt>
                <c:pt idx="43967">
                  <c:v>0</c:v>
                </c:pt>
                <c:pt idx="43968">
                  <c:v>0</c:v>
                </c:pt>
                <c:pt idx="43969">
                  <c:v>0</c:v>
                </c:pt>
                <c:pt idx="43970">
                  <c:v>0</c:v>
                </c:pt>
                <c:pt idx="43971">
                  <c:v>0</c:v>
                </c:pt>
                <c:pt idx="43972">
                  <c:v>0</c:v>
                </c:pt>
                <c:pt idx="43973">
                  <c:v>0</c:v>
                </c:pt>
                <c:pt idx="43974">
                  <c:v>0</c:v>
                </c:pt>
                <c:pt idx="43975">
                  <c:v>0</c:v>
                </c:pt>
                <c:pt idx="43976">
                  <c:v>0</c:v>
                </c:pt>
                <c:pt idx="43977">
                  <c:v>0</c:v>
                </c:pt>
                <c:pt idx="43978">
                  <c:v>0</c:v>
                </c:pt>
                <c:pt idx="43979">
                  <c:v>0</c:v>
                </c:pt>
                <c:pt idx="43980">
                  <c:v>0</c:v>
                </c:pt>
                <c:pt idx="43981">
                  <c:v>0</c:v>
                </c:pt>
                <c:pt idx="43982">
                  <c:v>0</c:v>
                </c:pt>
                <c:pt idx="43983">
                  <c:v>0</c:v>
                </c:pt>
                <c:pt idx="43984">
                  <c:v>0</c:v>
                </c:pt>
                <c:pt idx="43985">
                  <c:v>0</c:v>
                </c:pt>
                <c:pt idx="43986">
                  <c:v>0</c:v>
                </c:pt>
                <c:pt idx="43987">
                  <c:v>0</c:v>
                </c:pt>
                <c:pt idx="43988">
                  <c:v>0</c:v>
                </c:pt>
                <c:pt idx="43989">
                  <c:v>0</c:v>
                </c:pt>
                <c:pt idx="43990">
                  <c:v>0</c:v>
                </c:pt>
                <c:pt idx="43991">
                  <c:v>0</c:v>
                </c:pt>
                <c:pt idx="43992">
                  <c:v>0</c:v>
                </c:pt>
                <c:pt idx="43993">
                  <c:v>0</c:v>
                </c:pt>
                <c:pt idx="43994">
                  <c:v>0</c:v>
                </c:pt>
                <c:pt idx="43995">
                  <c:v>0</c:v>
                </c:pt>
                <c:pt idx="43996">
                  <c:v>0</c:v>
                </c:pt>
                <c:pt idx="43997">
                  <c:v>0</c:v>
                </c:pt>
                <c:pt idx="43998">
                  <c:v>0</c:v>
                </c:pt>
                <c:pt idx="43999">
                  <c:v>0</c:v>
                </c:pt>
                <c:pt idx="44000">
                  <c:v>0</c:v>
                </c:pt>
                <c:pt idx="44001">
                  <c:v>0</c:v>
                </c:pt>
                <c:pt idx="44002">
                  <c:v>0</c:v>
                </c:pt>
                <c:pt idx="44003">
                  <c:v>0</c:v>
                </c:pt>
                <c:pt idx="44004">
                  <c:v>0</c:v>
                </c:pt>
                <c:pt idx="44005">
                  <c:v>0</c:v>
                </c:pt>
                <c:pt idx="44006">
                  <c:v>0</c:v>
                </c:pt>
                <c:pt idx="44007">
                  <c:v>0</c:v>
                </c:pt>
                <c:pt idx="44008">
                  <c:v>0</c:v>
                </c:pt>
                <c:pt idx="44009">
                  <c:v>0</c:v>
                </c:pt>
                <c:pt idx="44010">
                  <c:v>0</c:v>
                </c:pt>
                <c:pt idx="44011">
                  <c:v>0</c:v>
                </c:pt>
                <c:pt idx="44012">
                  <c:v>0</c:v>
                </c:pt>
                <c:pt idx="44013">
                  <c:v>0</c:v>
                </c:pt>
                <c:pt idx="44014">
                  <c:v>0</c:v>
                </c:pt>
                <c:pt idx="44015">
                  <c:v>0</c:v>
                </c:pt>
                <c:pt idx="44016">
                  <c:v>0</c:v>
                </c:pt>
                <c:pt idx="44017">
                  <c:v>0</c:v>
                </c:pt>
                <c:pt idx="44018">
                  <c:v>0</c:v>
                </c:pt>
                <c:pt idx="44019">
                  <c:v>0</c:v>
                </c:pt>
                <c:pt idx="44020">
                  <c:v>0</c:v>
                </c:pt>
                <c:pt idx="44021">
                  <c:v>0</c:v>
                </c:pt>
                <c:pt idx="44022">
                  <c:v>0</c:v>
                </c:pt>
                <c:pt idx="44023">
                  <c:v>0</c:v>
                </c:pt>
                <c:pt idx="44024">
                  <c:v>0</c:v>
                </c:pt>
                <c:pt idx="44025">
                  <c:v>0</c:v>
                </c:pt>
                <c:pt idx="44026">
                  <c:v>0</c:v>
                </c:pt>
                <c:pt idx="44027">
                  <c:v>0</c:v>
                </c:pt>
                <c:pt idx="44028">
                  <c:v>0</c:v>
                </c:pt>
                <c:pt idx="44029">
                  <c:v>0</c:v>
                </c:pt>
                <c:pt idx="44030">
                  <c:v>0</c:v>
                </c:pt>
                <c:pt idx="44031">
                  <c:v>0</c:v>
                </c:pt>
                <c:pt idx="44032">
                  <c:v>0</c:v>
                </c:pt>
                <c:pt idx="44033">
                  <c:v>0</c:v>
                </c:pt>
                <c:pt idx="44034">
                  <c:v>0</c:v>
                </c:pt>
                <c:pt idx="44035">
                  <c:v>0</c:v>
                </c:pt>
                <c:pt idx="44036">
                  <c:v>0</c:v>
                </c:pt>
                <c:pt idx="44037">
                  <c:v>0</c:v>
                </c:pt>
                <c:pt idx="44038">
                  <c:v>0</c:v>
                </c:pt>
                <c:pt idx="44039">
                  <c:v>0</c:v>
                </c:pt>
                <c:pt idx="44040">
                  <c:v>0</c:v>
                </c:pt>
                <c:pt idx="44041">
                  <c:v>0</c:v>
                </c:pt>
                <c:pt idx="44042">
                  <c:v>0</c:v>
                </c:pt>
                <c:pt idx="44043">
                  <c:v>0</c:v>
                </c:pt>
                <c:pt idx="44044">
                  <c:v>0</c:v>
                </c:pt>
                <c:pt idx="44045">
                  <c:v>0</c:v>
                </c:pt>
                <c:pt idx="44046">
                  <c:v>0</c:v>
                </c:pt>
                <c:pt idx="44047">
                  <c:v>0</c:v>
                </c:pt>
                <c:pt idx="44048">
                  <c:v>0</c:v>
                </c:pt>
                <c:pt idx="44049">
                  <c:v>0</c:v>
                </c:pt>
                <c:pt idx="44050">
                  <c:v>0</c:v>
                </c:pt>
                <c:pt idx="44051">
                  <c:v>0</c:v>
                </c:pt>
                <c:pt idx="44052">
                  <c:v>0</c:v>
                </c:pt>
                <c:pt idx="44053">
                  <c:v>0</c:v>
                </c:pt>
                <c:pt idx="44054">
                  <c:v>0</c:v>
                </c:pt>
                <c:pt idx="44055">
                  <c:v>0</c:v>
                </c:pt>
                <c:pt idx="44056">
                  <c:v>0</c:v>
                </c:pt>
                <c:pt idx="44057">
                  <c:v>0</c:v>
                </c:pt>
                <c:pt idx="44058">
                  <c:v>0</c:v>
                </c:pt>
                <c:pt idx="44059">
                  <c:v>0</c:v>
                </c:pt>
                <c:pt idx="44060">
                  <c:v>0</c:v>
                </c:pt>
                <c:pt idx="44061">
                  <c:v>0</c:v>
                </c:pt>
                <c:pt idx="44062">
                  <c:v>0</c:v>
                </c:pt>
                <c:pt idx="44063">
                  <c:v>0</c:v>
                </c:pt>
                <c:pt idx="44064">
                  <c:v>0</c:v>
                </c:pt>
                <c:pt idx="44065">
                  <c:v>0</c:v>
                </c:pt>
                <c:pt idx="44066">
                  <c:v>0</c:v>
                </c:pt>
                <c:pt idx="44067">
                  <c:v>0</c:v>
                </c:pt>
                <c:pt idx="44068">
                  <c:v>0</c:v>
                </c:pt>
                <c:pt idx="44069">
                  <c:v>0</c:v>
                </c:pt>
                <c:pt idx="44070">
                  <c:v>0</c:v>
                </c:pt>
                <c:pt idx="44071">
                  <c:v>0</c:v>
                </c:pt>
                <c:pt idx="44072">
                  <c:v>0</c:v>
                </c:pt>
                <c:pt idx="44073">
                  <c:v>0</c:v>
                </c:pt>
                <c:pt idx="44074">
                  <c:v>0</c:v>
                </c:pt>
                <c:pt idx="44075">
                  <c:v>0</c:v>
                </c:pt>
                <c:pt idx="44076">
                  <c:v>0</c:v>
                </c:pt>
                <c:pt idx="44077">
                  <c:v>0</c:v>
                </c:pt>
                <c:pt idx="44078">
                  <c:v>0</c:v>
                </c:pt>
                <c:pt idx="44079">
                  <c:v>0</c:v>
                </c:pt>
                <c:pt idx="44080">
                  <c:v>0</c:v>
                </c:pt>
                <c:pt idx="44081">
                  <c:v>0</c:v>
                </c:pt>
                <c:pt idx="44082">
                  <c:v>0</c:v>
                </c:pt>
                <c:pt idx="44083">
                  <c:v>0</c:v>
                </c:pt>
                <c:pt idx="44084">
                  <c:v>0</c:v>
                </c:pt>
                <c:pt idx="44085">
                  <c:v>0</c:v>
                </c:pt>
                <c:pt idx="44086">
                  <c:v>0</c:v>
                </c:pt>
                <c:pt idx="44087">
                  <c:v>0</c:v>
                </c:pt>
                <c:pt idx="44088">
                  <c:v>0</c:v>
                </c:pt>
                <c:pt idx="44089">
                  <c:v>0</c:v>
                </c:pt>
                <c:pt idx="44090">
                  <c:v>0</c:v>
                </c:pt>
                <c:pt idx="44091">
                  <c:v>0</c:v>
                </c:pt>
                <c:pt idx="44092">
                  <c:v>0</c:v>
                </c:pt>
                <c:pt idx="44093">
                  <c:v>0</c:v>
                </c:pt>
                <c:pt idx="44094">
                  <c:v>0</c:v>
                </c:pt>
                <c:pt idx="44095">
                  <c:v>0</c:v>
                </c:pt>
                <c:pt idx="44096">
                  <c:v>0</c:v>
                </c:pt>
                <c:pt idx="44097">
                  <c:v>0</c:v>
                </c:pt>
                <c:pt idx="44098">
                  <c:v>0</c:v>
                </c:pt>
                <c:pt idx="44099">
                  <c:v>0</c:v>
                </c:pt>
                <c:pt idx="44100">
                  <c:v>0</c:v>
                </c:pt>
                <c:pt idx="44101">
                  <c:v>0</c:v>
                </c:pt>
                <c:pt idx="44102">
                  <c:v>0</c:v>
                </c:pt>
                <c:pt idx="44103">
                  <c:v>0</c:v>
                </c:pt>
                <c:pt idx="44104">
                  <c:v>0</c:v>
                </c:pt>
                <c:pt idx="44105">
                  <c:v>0</c:v>
                </c:pt>
                <c:pt idx="44106">
                  <c:v>0</c:v>
                </c:pt>
                <c:pt idx="44107">
                  <c:v>0</c:v>
                </c:pt>
                <c:pt idx="44108">
                  <c:v>0</c:v>
                </c:pt>
                <c:pt idx="44109">
                  <c:v>0</c:v>
                </c:pt>
                <c:pt idx="44110">
                  <c:v>0</c:v>
                </c:pt>
                <c:pt idx="44111">
                  <c:v>0</c:v>
                </c:pt>
                <c:pt idx="44112">
                  <c:v>0</c:v>
                </c:pt>
                <c:pt idx="44113">
                  <c:v>0</c:v>
                </c:pt>
                <c:pt idx="44114">
                  <c:v>0</c:v>
                </c:pt>
                <c:pt idx="44115">
                  <c:v>0</c:v>
                </c:pt>
                <c:pt idx="44116">
                  <c:v>0</c:v>
                </c:pt>
                <c:pt idx="44117">
                  <c:v>0</c:v>
                </c:pt>
                <c:pt idx="44118">
                  <c:v>0</c:v>
                </c:pt>
                <c:pt idx="44119">
                  <c:v>0</c:v>
                </c:pt>
                <c:pt idx="44120">
                  <c:v>0</c:v>
                </c:pt>
                <c:pt idx="44121">
                  <c:v>0</c:v>
                </c:pt>
                <c:pt idx="44122">
                  <c:v>0</c:v>
                </c:pt>
                <c:pt idx="44123">
                  <c:v>0</c:v>
                </c:pt>
                <c:pt idx="44124">
                  <c:v>0</c:v>
                </c:pt>
                <c:pt idx="44125">
                  <c:v>0</c:v>
                </c:pt>
                <c:pt idx="44126">
                  <c:v>0</c:v>
                </c:pt>
                <c:pt idx="44127">
                  <c:v>0</c:v>
                </c:pt>
                <c:pt idx="44128">
                  <c:v>0</c:v>
                </c:pt>
                <c:pt idx="44129">
                  <c:v>0</c:v>
                </c:pt>
                <c:pt idx="44130">
                  <c:v>0</c:v>
                </c:pt>
                <c:pt idx="44131">
                  <c:v>0</c:v>
                </c:pt>
                <c:pt idx="44132">
                  <c:v>0</c:v>
                </c:pt>
                <c:pt idx="44133">
                  <c:v>0</c:v>
                </c:pt>
                <c:pt idx="44134">
                  <c:v>0</c:v>
                </c:pt>
                <c:pt idx="44135">
                  <c:v>0</c:v>
                </c:pt>
                <c:pt idx="44136">
                  <c:v>0</c:v>
                </c:pt>
                <c:pt idx="44137">
                  <c:v>0</c:v>
                </c:pt>
                <c:pt idx="44138">
                  <c:v>0</c:v>
                </c:pt>
                <c:pt idx="44139">
                  <c:v>0</c:v>
                </c:pt>
                <c:pt idx="44140">
                  <c:v>0</c:v>
                </c:pt>
                <c:pt idx="44141">
                  <c:v>0</c:v>
                </c:pt>
                <c:pt idx="44142">
                  <c:v>0</c:v>
                </c:pt>
                <c:pt idx="44143">
                  <c:v>0</c:v>
                </c:pt>
                <c:pt idx="44144">
                  <c:v>0</c:v>
                </c:pt>
                <c:pt idx="44145">
                  <c:v>0</c:v>
                </c:pt>
                <c:pt idx="44146">
                  <c:v>0</c:v>
                </c:pt>
                <c:pt idx="44147">
                  <c:v>0</c:v>
                </c:pt>
                <c:pt idx="44148">
                  <c:v>0</c:v>
                </c:pt>
                <c:pt idx="44149">
                  <c:v>0</c:v>
                </c:pt>
                <c:pt idx="44150">
                  <c:v>0</c:v>
                </c:pt>
                <c:pt idx="44151">
                  <c:v>0</c:v>
                </c:pt>
                <c:pt idx="44152">
                  <c:v>0</c:v>
                </c:pt>
                <c:pt idx="44153">
                  <c:v>0</c:v>
                </c:pt>
                <c:pt idx="44154">
                  <c:v>0</c:v>
                </c:pt>
                <c:pt idx="44155">
                  <c:v>0</c:v>
                </c:pt>
                <c:pt idx="44156">
                  <c:v>0</c:v>
                </c:pt>
                <c:pt idx="44157">
                  <c:v>0</c:v>
                </c:pt>
                <c:pt idx="44158">
                  <c:v>0</c:v>
                </c:pt>
                <c:pt idx="44159">
                  <c:v>0</c:v>
                </c:pt>
                <c:pt idx="44160">
                  <c:v>0</c:v>
                </c:pt>
                <c:pt idx="44161">
                  <c:v>0</c:v>
                </c:pt>
                <c:pt idx="44162">
                  <c:v>0</c:v>
                </c:pt>
                <c:pt idx="44163">
                  <c:v>0</c:v>
                </c:pt>
                <c:pt idx="44164">
                  <c:v>0</c:v>
                </c:pt>
                <c:pt idx="44165">
                  <c:v>0</c:v>
                </c:pt>
                <c:pt idx="44166">
                  <c:v>0</c:v>
                </c:pt>
                <c:pt idx="44167">
                  <c:v>0</c:v>
                </c:pt>
                <c:pt idx="44168">
                  <c:v>0</c:v>
                </c:pt>
                <c:pt idx="44169">
                  <c:v>0</c:v>
                </c:pt>
                <c:pt idx="44170">
                  <c:v>0</c:v>
                </c:pt>
                <c:pt idx="44171">
                  <c:v>0</c:v>
                </c:pt>
                <c:pt idx="44172">
                  <c:v>0</c:v>
                </c:pt>
                <c:pt idx="44173">
                  <c:v>0</c:v>
                </c:pt>
                <c:pt idx="44174">
                  <c:v>0</c:v>
                </c:pt>
                <c:pt idx="44175">
                  <c:v>0</c:v>
                </c:pt>
                <c:pt idx="44176">
                  <c:v>0</c:v>
                </c:pt>
                <c:pt idx="44177">
                  <c:v>0</c:v>
                </c:pt>
                <c:pt idx="44178">
                  <c:v>0</c:v>
                </c:pt>
                <c:pt idx="44179">
                  <c:v>0</c:v>
                </c:pt>
                <c:pt idx="44180">
                  <c:v>0</c:v>
                </c:pt>
                <c:pt idx="44181">
                  <c:v>0</c:v>
                </c:pt>
                <c:pt idx="44182">
                  <c:v>0</c:v>
                </c:pt>
                <c:pt idx="44183">
                  <c:v>0</c:v>
                </c:pt>
                <c:pt idx="44184">
                  <c:v>0</c:v>
                </c:pt>
                <c:pt idx="44185">
                  <c:v>0</c:v>
                </c:pt>
                <c:pt idx="44186">
                  <c:v>0</c:v>
                </c:pt>
                <c:pt idx="44187">
                  <c:v>0</c:v>
                </c:pt>
                <c:pt idx="44188">
                  <c:v>0</c:v>
                </c:pt>
                <c:pt idx="44189">
                  <c:v>0</c:v>
                </c:pt>
                <c:pt idx="44190">
                  <c:v>0</c:v>
                </c:pt>
                <c:pt idx="44191">
                  <c:v>0</c:v>
                </c:pt>
                <c:pt idx="44192">
                  <c:v>0</c:v>
                </c:pt>
                <c:pt idx="44193">
                  <c:v>0</c:v>
                </c:pt>
                <c:pt idx="44194">
                  <c:v>0</c:v>
                </c:pt>
                <c:pt idx="44195">
                  <c:v>0</c:v>
                </c:pt>
                <c:pt idx="44196">
                  <c:v>0</c:v>
                </c:pt>
                <c:pt idx="44197">
                  <c:v>0</c:v>
                </c:pt>
                <c:pt idx="44198">
                  <c:v>0</c:v>
                </c:pt>
                <c:pt idx="44199">
                  <c:v>0</c:v>
                </c:pt>
                <c:pt idx="44200">
                  <c:v>0</c:v>
                </c:pt>
                <c:pt idx="44201">
                  <c:v>0</c:v>
                </c:pt>
                <c:pt idx="44202">
                  <c:v>0</c:v>
                </c:pt>
                <c:pt idx="44203">
                  <c:v>0</c:v>
                </c:pt>
                <c:pt idx="44204">
                  <c:v>0</c:v>
                </c:pt>
                <c:pt idx="44205">
                  <c:v>0</c:v>
                </c:pt>
                <c:pt idx="44206">
                  <c:v>0</c:v>
                </c:pt>
                <c:pt idx="44207">
                  <c:v>0</c:v>
                </c:pt>
                <c:pt idx="44208">
                  <c:v>0</c:v>
                </c:pt>
                <c:pt idx="44209">
                  <c:v>0</c:v>
                </c:pt>
                <c:pt idx="44210">
                  <c:v>0</c:v>
                </c:pt>
                <c:pt idx="44211">
                  <c:v>0</c:v>
                </c:pt>
                <c:pt idx="44212">
                  <c:v>0</c:v>
                </c:pt>
                <c:pt idx="44213">
                  <c:v>0</c:v>
                </c:pt>
                <c:pt idx="44214">
                  <c:v>0</c:v>
                </c:pt>
                <c:pt idx="44215">
                  <c:v>0</c:v>
                </c:pt>
                <c:pt idx="44216">
                  <c:v>0</c:v>
                </c:pt>
                <c:pt idx="44217">
                  <c:v>0</c:v>
                </c:pt>
                <c:pt idx="44218">
                  <c:v>0</c:v>
                </c:pt>
                <c:pt idx="44219">
                  <c:v>0</c:v>
                </c:pt>
                <c:pt idx="44220">
                  <c:v>0</c:v>
                </c:pt>
                <c:pt idx="44221">
                  <c:v>0</c:v>
                </c:pt>
                <c:pt idx="44222">
                  <c:v>0</c:v>
                </c:pt>
                <c:pt idx="44223">
                  <c:v>0</c:v>
                </c:pt>
                <c:pt idx="44224">
                  <c:v>0</c:v>
                </c:pt>
                <c:pt idx="44225">
                  <c:v>0</c:v>
                </c:pt>
                <c:pt idx="44226">
                  <c:v>0</c:v>
                </c:pt>
                <c:pt idx="44227">
                  <c:v>0</c:v>
                </c:pt>
                <c:pt idx="44228">
                  <c:v>0</c:v>
                </c:pt>
                <c:pt idx="44229">
                  <c:v>0</c:v>
                </c:pt>
                <c:pt idx="44230">
                  <c:v>0</c:v>
                </c:pt>
                <c:pt idx="44231">
                  <c:v>0</c:v>
                </c:pt>
                <c:pt idx="44232">
                  <c:v>0</c:v>
                </c:pt>
                <c:pt idx="44233">
                  <c:v>0</c:v>
                </c:pt>
                <c:pt idx="44234">
                  <c:v>0</c:v>
                </c:pt>
                <c:pt idx="44235">
                  <c:v>0</c:v>
                </c:pt>
                <c:pt idx="44236">
                  <c:v>0</c:v>
                </c:pt>
                <c:pt idx="44237">
                  <c:v>0</c:v>
                </c:pt>
                <c:pt idx="44238">
                  <c:v>0</c:v>
                </c:pt>
                <c:pt idx="44239">
                  <c:v>0</c:v>
                </c:pt>
                <c:pt idx="44240">
                  <c:v>0</c:v>
                </c:pt>
                <c:pt idx="44241">
                  <c:v>0</c:v>
                </c:pt>
                <c:pt idx="44242">
                  <c:v>0</c:v>
                </c:pt>
                <c:pt idx="44243">
                  <c:v>0</c:v>
                </c:pt>
                <c:pt idx="44244">
                  <c:v>0</c:v>
                </c:pt>
                <c:pt idx="44245">
                  <c:v>0</c:v>
                </c:pt>
                <c:pt idx="44246">
                  <c:v>0</c:v>
                </c:pt>
                <c:pt idx="44247">
                  <c:v>0</c:v>
                </c:pt>
                <c:pt idx="44248">
                  <c:v>0</c:v>
                </c:pt>
                <c:pt idx="44249">
                  <c:v>0</c:v>
                </c:pt>
                <c:pt idx="44250">
                  <c:v>0</c:v>
                </c:pt>
                <c:pt idx="44251">
                  <c:v>0</c:v>
                </c:pt>
                <c:pt idx="44252">
                  <c:v>0</c:v>
                </c:pt>
                <c:pt idx="44253">
                  <c:v>0</c:v>
                </c:pt>
                <c:pt idx="44254">
                  <c:v>0</c:v>
                </c:pt>
                <c:pt idx="44255">
                  <c:v>0</c:v>
                </c:pt>
                <c:pt idx="44256">
                  <c:v>0</c:v>
                </c:pt>
                <c:pt idx="44257">
                  <c:v>0</c:v>
                </c:pt>
                <c:pt idx="44258">
                  <c:v>0</c:v>
                </c:pt>
                <c:pt idx="44259">
                  <c:v>0</c:v>
                </c:pt>
                <c:pt idx="44260">
                  <c:v>0</c:v>
                </c:pt>
                <c:pt idx="44261">
                  <c:v>0</c:v>
                </c:pt>
                <c:pt idx="44262">
                  <c:v>0</c:v>
                </c:pt>
                <c:pt idx="44263">
                  <c:v>0</c:v>
                </c:pt>
                <c:pt idx="44264">
                  <c:v>0</c:v>
                </c:pt>
                <c:pt idx="44265">
                  <c:v>0</c:v>
                </c:pt>
                <c:pt idx="44266">
                  <c:v>0</c:v>
                </c:pt>
                <c:pt idx="44267">
                  <c:v>0</c:v>
                </c:pt>
                <c:pt idx="44268">
                  <c:v>0</c:v>
                </c:pt>
                <c:pt idx="44269">
                  <c:v>0</c:v>
                </c:pt>
                <c:pt idx="44270">
                  <c:v>0</c:v>
                </c:pt>
                <c:pt idx="44271">
                  <c:v>0</c:v>
                </c:pt>
                <c:pt idx="44272">
                  <c:v>0</c:v>
                </c:pt>
                <c:pt idx="44273">
                  <c:v>0</c:v>
                </c:pt>
                <c:pt idx="44274">
                  <c:v>0</c:v>
                </c:pt>
                <c:pt idx="44275">
                  <c:v>0</c:v>
                </c:pt>
                <c:pt idx="44276">
                  <c:v>0</c:v>
                </c:pt>
                <c:pt idx="44277">
                  <c:v>0</c:v>
                </c:pt>
                <c:pt idx="44278">
                  <c:v>0</c:v>
                </c:pt>
                <c:pt idx="44279">
                  <c:v>0</c:v>
                </c:pt>
                <c:pt idx="44280">
                  <c:v>0</c:v>
                </c:pt>
                <c:pt idx="44281">
                  <c:v>0</c:v>
                </c:pt>
                <c:pt idx="44282">
                  <c:v>0</c:v>
                </c:pt>
                <c:pt idx="44283">
                  <c:v>0</c:v>
                </c:pt>
                <c:pt idx="44284">
                  <c:v>0</c:v>
                </c:pt>
                <c:pt idx="44285">
                  <c:v>0</c:v>
                </c:pt>
                <c:pt idx="44286">
                  <c:v>0</c:v>
                </c:pt>
                <c:pt idx="44287">
                  <c:v>0</c:v>
                </c:pt>
                <c:pt idx="44288">
                  <c:v>0</c:v>
                </c:pt>
                <c:pt idx="44289">
                  <c:v>0</c:v>
                </c:pt>
                <c:pt idx="44290">
                  <c:v>0</c:v>
                </c:pt>
                <c:pt idx="44291">
                  <c:v>0</c:v>
                </c:pt>
                <c:pt idx="44292">
                  <c:v>0</c:v>
                </c:pt>
                <c:pt idx="44293">
                  <c:v>0</c:v>
                </c:pt>
                <c:pt idx="44294">
                  <c:v>0</c:v>
                </c:pt>
                <c:pt idx="44295">
                  <c:v>0</c:v>
                </c:pt>
                <c:pt idx="44296">
                  <c:v>0</c:v>
                </c:pt>
                <c:pt idx="44297">
                  <c:v>0</c:v>
                </c:pt>
                <c:pt idx="44298">
                  <c:v>0</c:v>
                </c:pt>
                <c:pt idx="44299">
                  <c:v>0</c:v>
                </c:pt>
                <c:pt idx="44300">
                  <c:v>0</c:v>
                </c:pt>
                <c:pt idx="44301">
                  <c:v>0</c:v>
                </c:pt>
                <c:pt idx="44302">
                  <c:v>0</c:v>
                </c:pt>
                <c:pt idx="44303">
                  <c:v>0</c:v>
                </c:pt>
                <c:pt idx="44304">
                  <c:v>0</c:v>
                </c:pt>
                <c:pt idx="44305">
                  <c:v>0</c:v>
                </c:pt>
                <c:pt idx="44306">
                  <c:v>0</c:v>
                </c:pt>
                <c:pt idx="44307">
                  <c:v>0</c:v>
                </c:pt>
                <c:pt idx="44308">
                  <c:v>0</c:v>
                </c:pt>
                <c:pt idx="44309">
                  <c:v>0</c:v>
                </c:pt>
                <c:pt idx="44310">
                  <c:v>0</c:v>
                </c:pt>
                <c:pt idx="44311">
                  <c:v>0</c:v>
                </c:pt>
                <c:pt idx="44312">
                  <c:v>0</c:v>
                </c:pt>
                <c:pt idx="44313">
                  <c:v>0</c:v>
                </c:pt>
                <c:pt idx="44314">
                  <c:v>0</c:v>
                </c:pt>
                <c:pt idx="44315">
                  <c:v>0</c:v>
                </c:pt>
                <c:pt idx="44316">
                  <c:v>0</c:v>
                </c:pt>
                <c:pt idx="44317">
                  <c:v>0</c:v>
                </c:pt>
                <c:pt idx="44318">
                  <c:v>0</c:v>
                </c:pt>
                <c:pt idx="44319">
                  <c:v>0</c:v>
                </c:pt>
                <c:pt idx="44320">
                  <c:v>0</c:v>
                </c:pt>
                <c:pt idx="44321">
                  <c:v>0</c:v>
                </c:pt>
                <c:pt idx="44322">
                  <c:v>0</c:v>
                </c:pt>
                <c:pt idx="44323">
                  <c:v>0</c:v>
                </c:pt>
                <c:pt idx="44324">
                  <c:v>0</c:v>
                </c:pt>
                <c:pt idx="44325">
                  <c:v>0</c:v>
                </c:pt>
                <c:pt idx="44326">
                  <c:v>0</c:v>
                </c:pt>
                <c:pt idx="44327">
                  <c:v>0</c:v>
                </c:pt>
                <c:pt idx="44328">
                  <c:v>0</c:v>
                </c:pt>
                <c:pt idx="44329">
                  <c:v>0</c:v>
                </c:pt>
                <c:pt idx="44330">
                  <c:v>0</c:v>
                </c:pt>
                <c:pt idx="44331">
                  <c:v>0</c:v>
                </c:pt>
                <c:pt idx="44332">
                  <c:v>0</c:v>
                </c:pt>
                <c:pt idx="44333">
                  <c:v>0</c:v>
                </c:pt>
                <c:pt idx="44334">
                  <c:v>0</c:v>
                </c:pt>
                <c:pt idx="44335">
                  <c:v>0</c:v>
                </c:pt>
                <c:pt idx="44336">
                  <c:v>0</c:v>
                </c:pt>
                <c:pt idx="44337">
                  <c:v>0</c:v>
                </c:pt>
                <c:pt idx="44338">
                  <c:v>0</c:v>
                </c:pt>
                <c:pt idx="44339">
                  <c:v>0</c:v>
                </c:pt>
                <c:pt idx="44340">
                  <c:v>0</c:v>
                </c:pt>
                <c:pt idx="44341">
                  <c:v>0</c:v>
                </c:pt>
                <c:pt idx="44342">
                  <c:v>0</c:v>
                </c:pt>
                <c:pt idx="44343">
                  <c:v>0</c:v>
                </c:pt>
                <c:pt idx="44344">
                  <c:v>0</c:v>
                </c:pt>
                <c:pt idx="44345">
                  <c:v>0</c:v>
                </c:pt>
                <c:pt idx="44346">
                  <c:v>0</c:v>
                </c:pt>
                <c:pt idx="44347">
                  <c:v>0</c:v>
                </c:pt>
                <c:pt idx="44348">
                  <c:v>0</c:v>
                </c:pt>
                <c:pt idx="44349">
                  <c:v>0</c:v>
                </c:pt>
                <c:pt idx="44350">
                  <c:v>0</c:v>
                </c:pt>
                <c:pt idx="44351">
                  <c:v>0</c:v>
                </c:pt>
                <c:pt idx="44352">
                  <c:v>0</c:v>
                </c:pt>
                <c:pt idx="44353">
                  <c:v>0</c:v>
                </c:pt>
                <c:pt idx="44354">
                  <c:v>0</c:v>
                </c:pt>
                <c:pt idx="44355">
                  <c:v>0</c:v>
                </c:pt>
                <c:pt idx="44356">
                  <c:v>0</c:v>
                </c:pt>
                <c:pt idx="44357">
                  <c:v>0</c:v>
                </c:pt>
                <c:pt idx="44358">
                  <c:v>0</c:v>
                </c:pt>
                <c:pt idx="44359">
                  <c:v>0</c:v>
                </c:pt>
                <c:pt idx="44360">
                  <c:v>0</c:v>
                </c:pt>
                <c:pt idx="44361">
                  <c:v>0</c:v>
                </c:pt>
                <c:pt idx="44362">
                  <c:v>0</c:v>
                </c:pt>
                <c:pt idx="44363">
                  <c:v>0</c:v>
                </c:pt>
                <c:pt idx="44364">
                  <c:v>0</c:v>
                </c:pt>
                <c:pt idx="44365">
                  <c:v>0</c:v>
                </c:pt>
                <c:pt idx="44366">
                  <c:v>0</c:v>
                </c:pt>
                <c:pt idx="44367">
                  <c:v>0</c:v>
                </c:pt>
                <c:pt idx="44368">
                  <c:v>0</c:v>
                </c:pt>
                <c:pt idx="44369">
                  <c:v>0</c:v>
                </c:pt>
                <c:pt idx="44370">
                  <c:v>0</c:v>
                </c:pt>
                <c:pt idx="44371">
                  <c:v>0</c:v>
                </c:pt>
                <c:pt idx="44372">
                  <c:v>0</c:v>
                </c:pt>
                <c:pt idx="44373">
                  <c:v>0</c:v>
                </c:pt>
                <c:pt idx="44374">
                  <c:v>0</c:v>
                </c:pt>
                <c:pt idx="44375">
                  <c:v>0</c:v>
                </c:pt>
                <c:pt idx="44376">
                  <c:v>0</c:v>
                </c:pt>
                <c:pt idx="44377">
                  <c:v>0</c:v>
                </c:pt>
                <c:pt idx="44378">
                  <c:v>0</c:v>
                </c:pt>
                <c:pt idx="44379">
                  <c:v>0</c:v>
                </c:pt>
                <c:pt idx="44380">
                  <c:v>0</c:v>
                </c:pt>
                <c:pt idx="44381">
                  <c:v>0</c:v>
                </c:pt>
                <c:pt idx="44382">
                  <c:v>0</c:v>
                </c:pt>
                <c:pt idx="44383">
                  <c:v>0</c:v>
                </c:pt>
                <c:pt idx="44384">
                  <c:v>0</c:v>
                </c:pt>
                <c:pt idx="44385">
                  <c:v>0</c:v>
                </c:pt>
                <c:pt idx="44386">
                  <c:v>0</c:v>
                </c:pt>
                <c:pt idx="44387">
                  <c:v>0</c:v>
                </c:pt>
                <c:pt idx="44388">
                  <c:v>0</c:v>
                </c:pt>
                <c:pt idx="44389">
                  <c:v>0</c:v>
                </c:pt>
                <c:pt idx="44390">
                  <c:v>0</c:v>
                </c:pt>
                <c:pt idx="44391">
                  <c:v>0</c:v>
                </c:pt>
                <c:pt idx="44392">
                  <c:v>0</c:v>
                </c:pt>
                <c:pt idx="44393">
                  <c:v>0</c:v>
                </c:pt>
                <c:pt idx="44394">
                  <c:v>0</c:v>
                </c:pt>
                <c:pt idx="44395">
                  <c:v>0</c:v>
                </c:pt>
                <c:pt idx="44396">
                  <c:v>0</c:v>
                </c:pt>
                <c:pt idx="44397">
                  <c:v>0</c:v>
                </c:pt>
                <c:pt idx="44398">
                  <c:v>0</c:v>
                </c:pt>
                <c:pt idx="44399">
                  <c:v>0</c:v>
                </c:pt>
                <c:pt idx="44400">
                  <c:v>0</c:v>
                </c:pt>
                <c:pt idx="44401">
                  <c:v>0</c:v>
                </c:pt>
                <c:pt idx="44402">
                  <c:v>0</c:v>
                </c:pt>
                <c:pt idx="44403">
                  <c:v>0</c:v>
                </c:pt>
                <c:pt idx="44404">
                  <c:v>0</c:v>
                </c:pt>
                <c:pt idx="44405">
                  <c:v>0</c:v>
                </c:pt>
                <c:pt idx="44406">
                  <c:v>0</c:v>
                </c:pt>
                <c:pt idx="44407">
                  <c:v>0</c:v>
                </c:pt>
                <c:pt idx="44408">
                  <c:v>0</c:v>
                </c:pt>
                <c:pt idx="44409">
                  <c:v>0</c:v>
                </c:pt>
                <c:pt idx="44410">
                  <c:v>0</c:v>
                </c:pt>
                <c:pt idx="44411">
                  <c:v>0</c:v>
                </c:pt>
                <c:pt idx="44412">
                  <c:v>0</c:v>
                </c:pt>
                <c:pt idx="44413">
                  <c:v>0</c:v>
                </c:pt>
                <c:pt idx="44414">
                  <c:v>0</c:v>
                </c:pt>
                <c:pt idx="44415">
                  <c:v>0</c:v>
                </c:pt>
                <c:pt idx="44416">
                  <c:v>0</c:v>
                </c:pt>
                <c:pt idx="44417">
                  <c:v>0</c:v>
                </c:pt>
                <c:pt idx="44418">
                  <c:v>0</c:v>
                </c:pt>
                <c:pt idx="44419">
                  <c:v>0</c:v>
                </c:pt>
                <c:pt idx="44420">
                  <c:v>0</c:v>
                </c:pt>
                <c:pt idx="44421">
                  <c:v>0</c:v>
                </c:pt>
                <c:pt idx="44422">
                  <c:v>0</c:v>
                </c:pt>
                <c:pt idx="44423">
                  <c:v>0</c:v>
                </c:pt>
                <c:pt idx="44424">
                  <c:v>0</c:v>
                </c:pt>
                <c:pt idx="44425">
                  <c:v>0</c:v>
                </c:pt>
                <c:pt idx="44426">
                  <c:v>0</c:v>
                </c:pt>
                <c:pt idx="44427">
                  <c:v>0</c:v>
                </c:pt>
                <c:pt idx="44428">
                  <c:v>0</c:v>
                </c:pt>
                <c:pt idx="44429">
                  <c:v>0</c:v>
                </c:pt>
                <c:pt idx="44430">
                  <c:v>0</c:v>
                </c:pt>
                <c:pt idx="44431">
                  <c:v>0</c:v>
                </c:pt>
                <c:pt idx="44432">
                  <c:v>0</c:v>
                </c:pt>
                <c:pt idx="44433">
                  <c:v>0</c:v>
                </c:pt>
                <c:pt idx="44434">
                  <c:v>0</c:v>
                </c:pt>
                <c:pt idx="44435">
                  <c:v>0</c:v>
                </c:pt>
                <c:pt idx="44436">
                  <c:v>0</c:v>
                </c:pt>
                <c:pt idx="44437">
                  <c:v>0</c:v>
                </c:pt>
                <c:pt idx="44438">
                  <c:v>0</c:v>
                </c:pt>
                <c:pt idx="44439">
                  <c:v>0</c:v>
                </c:pt>
                <c:pt idx="44440">
                  <c:v>0</c:v>
                </c:pt>
                <c:pt idx="44441">
                  <c:v>0</c:v>
                </c:pt>
                <c:pt idx="44442">
                  <c:v>0</c:v>
                </c:pt>
                <c:pt idx="44443">
                  <c:v>0</c:v>
                </c:pt>
                <c:pt idx="44444">
                  <c:v>0</c:v>
                </c:pt>
                <c:pt idx="44445">
                  <c:v>0</c:v>
                </c:pt>
                <c:pt idx="44446">
                  <c:v>0</c:v>
                </c:pt>
                <c:pt idx="44447">
                  <c:v>0</c:v>
                </c:pt>
                <c:pt idx="44448">
                  <c:v>0</c:v>
                </c:pt>
                <c:pt idx="44449">
                  <c:v>0</c:v>
                </c:pt>
                <c:pt idx="44450">
                  <c:v>0</c:v>
                </c:pt>
                <c:pt idx="44451">
                  <c:v>0</c:v>
                </c:pt>
                <c:pt idx="44452">
                  <c:v>0</c:v>
                </c:pt>
                <c:pt idx="44453">
                  <c:v>0</c:v>
                </c:pt>
                <c:pt idx="44454">
                  <c:v>0</c:v>
                </c:pt>
                <c:pt idx="44455">
                  <c:v>0</c:v>
                </c:pt>
                <c:pt idx="44456">
                  <c:v>0</c:v>
                </c:pt>
                <c:pt idx="44457">
                  <c:v>0</c:v>
                </c:pt>
                <c:pt idx="44458">
                  <c:v>0</c:v>
                </c:pt>
                <c:pt idx="44459">
                  <c:v>0</c:v>
                </c:pt>
                <c:pt idx="44460">
                  <c:v>0</c:v>
                </c:pt>
                <c:pt idx="44461">
                  <c:v>0</c:v>
                </c:pt>
                <c:pt idx="44462">
                  <c:v>0</c:v>
                </c:pt>
                <c:pt idx="44463">
                  <c:v>0</c:v>
                </c:pt>
                <c:pt idx="44464">
                  <c:v>0</c:v>
                </c:pt>
                <c:pt idx="44465">
                  <c:v>0</c:v>
                </c:pt>
                <c:pt idx="44466">
                  <c:v>0</c:v>
                </c:pt>
                <c:pt idx="44467">
                  <c:v>0</c:v>
                </c:pt>
                <c:pt idx="44468">
                  <c:v>0</c:v>
                </c:pt>
                <c:pt idx="44469">
                  <c:v>0</c:v>
                </c:pt>
                <c:pt idx="44470">
                  <c:v>0</c:v>
                </c:pt>
                <c:pt idx="44471">
                  <c:v>0</c:v>
                </c:pt>
                <c:pt idx="44472">
                  <c:v>0</c:v>
                </c:pt>
                <c:pt idx="44473">
                  <c:v>0</c:v>
                </c:pt>
                <c:pt idx="44474">
                  <c:v>0</c:v>
                </c:pt>
                <c:pt idx="44475">
                  <c:v>0</c:v>
                </c:pt>
                <c:pt idx="44476">
                  <c:v>0</c:v>
                </c:pt>
                <c:pt idx="44477">
                  <c:v>0</c:v>
                </c:pt>
                <c:pt idx="44478">
                  <c:v>0</c:v>
                </c:pt>
                <c:pt idx="44479">
                  <c:v>0</c:v>
                </c:pt>
                <c:pt idx="44480">
                  <c:v>0</c:v>
                </c:pt>
                <c:pt idx="44481">
                  <c:v>0</c:v>
                </c:pt>
                <c:pt idx="44482">
                  <c:v>0</c:v>
                </c:pt>
                <c:pt idx="44483">
                  <c:v>0</c:v>
                </c:pt>
                <c:pt idx="44484">
                  <c:v>0</c:v>
                </c:pt>
                <c:pt idx="44485">
                  <c:v>0</c:v>
                </c:pt>
                <c:pt idx="44486">
                  <c:v>0</c:v>
                </c:pt>
                <c:pt idx="44487">
                  <c:v>0</c:v>
                </c:pt>
                <c:pt idx="44488">
                  <c:v>0</c:v>
                </c:pt>
                <c:pt idx="44489">
                  <c:v>0</c:v>
                </c:pt>
                <c:pt idx="44490">
                  <c:v>0</c:v>
                </c:pt>
                <c:pt idx="44491">
                  <c:v>0</c:v>
                </c:pt>
                <c:pt idx="44492">
                  <c:v>0</c:v>
                </c:pt>
                <c:pt idx="44493">
                  <c:v>0</c:v>
                </c:pt>
                <c:pt idx="44494">
                  <c:v>0</c:v>
                </c:pt>
                <c:pt idx="44495">
                  <c:v>0</c:v>
                </c:pt>
                <c:pt idx="44496">
                  <c:v>0</c:v>
                </c:pt>
                <c:pt idx="44497">
                  <c:v>0</c:v>
                </c:pt>
                <c:pt idx="44498">
                  <c:v>0</c:v>
                </c:pt>
                <c:pt idx="44499">
                  <c:v>0</c:v>
                </c:pt>
                <c:pt idx="44500">
                  <c:v>0</c:v>
                </c:pt>
                <c:pt idx="44501">
                  <c:v>0</c:v>
                </c:pt>
                <c:pt idx="44502">
                  <c:v>0</c:v>
                </c:pt>
                <c:pt idx="44503">
                  <c:v>0</c:v>
                </c:pt>
                <c:pt idx="44504">
                  <c:v>0</c:v>
                </c:pt>
                <c:pt idx="44505">
                  <c:v>0</c:v>
                </c:pt>
                <c:pt idx="44506">
                  <c:v>0</c:v>
                </c:pt>
                <c:pt idx="44507">
                  <c:v>0</c:v>
                </c:pt>
                <c:pt idx="44508">
                  <c:v>0</c:v>
                </c:pt>
                <c:pt idx="44509">
                  <c:v>0</c:v>
                </c:pt>
                <c:pt idx="44510">
                  <c:v>0</c:v>
                </c:pt>
                <c:pt idx="44511">
                  <c:v>0</c:v>
                </c:pt>
                <c:pt idx="44512">
                  <c:v>0</c:v>
                </c:pt>
                <c:pt idx="44513">
                  <c:v>0</c:v>
                </c:pt>
                <c:pt idx="44514">
                  <c:v>0</c:v>
                </c:pt>
                <c:pt idx="44515">
                  <c:v>0</c:v>
                </c:pt>
                <c:pt idx="44516">
                  <c:v>0</c:v>
                </c:pt>
                <c:pt idx="44517">
                  <c:v>0</c:v>
                </c:pt>
                <c:pt idx="44518">
                  <c:v>0</c:v>
                </c:pt>
                <c:pt idx="44519">
                  <c:v>0</c:v>
                </c:pt>
                <c:pt idx="44520">
                  <c:v>0</c:v>
                </c:pt>
                <c:pt idx="44521">
                  <c:v>0</c:v>
                </c:pt>
                <c:pt idx="44522">
                  <c:v>0</c:v>
                </c:pt>
                <c:pt idx="44523">
                  <c:v>0</c:v>
                </c:pt>
                <c:pt idx="44524">
                  <c:v>0</c:v>
                </c:pt>
                <c:pt idx="44525">
                  <c:v>0</c:v>
                </c:pt>
                <c:pt idx="44526">
                  <c:v>0</c:v>
                </c:pt>
                <c:pt idx="44527">
                  <c:v>0</c:v>
                </c:pt>
                <c:pt idx="44528">
                  <c:v>0</c:v>
                </c:pt>
                <c:pt idx="44529">
                  <c:v>0</c:v>
                </c:pt>
                <c:pt idx="44530">
                  <c:v>0</c:v>
                </c:pt>
                <c:pt idx="44531">
                  <c:v>0</c:v>
                </c:pt>
                <c:pt idx="44532">
                  <c:v>0</c:v>
                </c:pt>
                <c:pt idx="44533">
                  <c:v>0</c:v>
                </c:pt>
                <c:pt idx="44534">
                  <c:v>0</c:v>
                </c:pt>
                <c:pt idx="44535">
                  <c:v>0</c:v>
                </c:pt>
                <c:pt idx="44536">
                  <c:v>0</c:v>
                </c:pt>
                <c:pt idx="44537">
                  <c:v>0</c:v>
                </c:pt>
                <c:pt idx="44538">
                  <c:v>0</c:v>
                </c:pt>
                <c:pt idx="44539">
                  <c:v>0</c:v>
                </c:pt>
                <c:pt idx="44540">
                  <c:v>0</c:v>
                </c:pt>
                <c:pt idx="44541">
                  <c:v>0</c:v>
                </c:pt>
                <c:pt idx="44542">
                  <c:v>0</c:v>
                </c:pt>
                <c:pt idx="44543">
                  <c:v>0</c:v>
                </c:pt>
                <c:pt idx="44544">
                  <c:v>0</c:v>
                </c:pt>
                <c:pt idx="44545">
                  <c:v>0</c:v>
                </c:pt>
                <c:pt idx="44546">
                  <c:v>0</c:v>
                </c:pt>
                <c:pt idx="44547">
                  <c:v>0</c:v>
                </c:pt>
                <c:pt idx="44548">
                  <c:v>0</c:v>
                </c:pt>
                <c:pt idx="44549">
                  <c:v>0</c:v>
                </c:pt>
                <c:pt idx="44550">
                  <c:v>0</c:v>
                </c:pt>
                <c:pt idx="44551">
                  <c:v>0</c:v>
                </c:pt>
                <c:pt idx="44552">
                  <c:v>0</c:v>
                </c:pt>
                <c:pt idx="44553">
                  <c:v>0</c:v>
                </c:pt>
                <c:pt idx="44554">
                  <c:v>0</c:v>
                </c:pt>
                <c:pt idx="44555">
                  <c:v>0</c:v>
                </c:pt>
                <c:pt idx="44556">
                  <c:v>0</c:v>
                </c:pt>
                <c:pt idx="44557">
                  <c:v>0</c:v>
                </c:pt>
                <c:pt idx="44558">
                  <c:v>0</c:v>
                </c:pt>
                <c:pt idx="44559">
                  <c:v>0</c:v>
                </c:pt>
                <c:pt idx="44560">
                  <c:v>0</c:v>
                </c:pt>
                <c:pt idx="44561">
                  <c:v>0</c:v>
                </c:pt>
                <c:pt idx="44562">
                  <c:v>0</c:v>
                </c:pt>
                <c:pt idx="44563">
                  <c:v>0</c:v>
                </c:pt>
                <c:pt idx="44564">
                  <c:v>0</c:v>
                </c:pt>
                <c:pt idx="44565">
                  <c:v>0</c:v>
                </c:pt>
                <c:pt idx="44566">
                  <c:v>0</c:v>
                </c:pt>
                <c:pt idx="44567">
                  <c:v>0</c:v>
                </c:pt>
                <c:pt idx="44568">
                  <c:v>0</c:v>
                </c:pt>
                <c:pt idx="44569">
                  <c:v>0</c:v>
                </c:pt>
                <c:pt idx="44570">
                  <c:v>0</c:v>
                </c:pt>
                <c:pt idx="44571">
                  <c:v>0</c:v>
                </c:pt>
                <c:pt idx="44572">
                  <c:v>0</c:v>
                </c:pt>
                <c:pt idx="44573">
                  <c:v>0</c:v>
                </c:pt>
                <c:pt idx="44574">
                  <c:v>0</c:v>
                </c:pt>
                <c:pt idx="44575">
                  <c:v>0</c:v>
                </c:pt>
                <c:pt idx="44576">
                  <c:v>0</c:v>
                </c:pt>
                <c:pt idx="44577">
                  <c:v>0</c:v>
                </c:pt>
                <c:pt idx="44578">
                  <c:v>0</c:v>
                </c:pt>
                <c:pt idx="44579">
                  <c:v>0</c:v>
                </c:pt>
                <c:pt idx="44580">
                  <c:v>0</c:v>
                </c:pt>
                <c:pt idx="44581">
                  <c:v>0</c:v>
                </c:pt>
                <c:pt idx="44582">
                  <c:v>0</c:v>
                </c:pt>
                <c:pt idx="44583">
                  <c:v>0</c:v>
                </c:pt>
                <c:pt idx="44584">
                  <c:v>0</c:v>
                </c:pt>
                <c:pt idx="44585">
                  <c:v>0</c:v>
                </c:pt>
                <c:pt idx="44586">
                  <c:v>0</c:v>
                </c:pt>
                <c:pt idx="44587">
                  <c:v>0</c:v>
                </c:pt>
                <c:pt idx="44588">
                  <c:v>0</c:v>
                </c:pt>
                <c:pt idx="44589">
                  <c:v>0</c:v>
                </c:pt>
                <c:pt idx="44590">
                  <c:v>0</c:v>
                </c:pt>
                <c:pt idx="44591">
                  <c:v>0</c:v>
                </c:pt>
                <c:pt idx="44592">
                  <c:v>0</c:v>
                </c:pt>
                <c:pt idx="44593">
                  <c:v>0</c:v>
                </c:pt>
                <c:pt idx="44594">
                  <c:v>0</c:v>
                </c:pt>
                <c:pt idx="44595">
                  <c:v>0</c:v>
                </c:pt>
                <c:pt idx="44596">
                  <c:v>0</c:v>
                </c:pt>
                <c:pt idx="44597">
                  <c:v>0</c:v>
                </c:pt>
                <c:pt idx="44598">
                  <c:v>0</c:v>
                </c:pt>
                <c:pt idx="44599">
                  <c:v>0</c:v>
                </c:pt>
                <c:pt idx="44600">
                  <c:v>0</c:v>
                </c:pt>
                <c:pt idx="44601">
                  <c:v>0</c:v>
                </c:pt>
                <c:pt idx="44602">
                  <c:v>0</c:v>
                </c:pt>
                <c:pt idx="44603">
                  <c:v>0</c:v>
                </c:pt>
                <c:pt idx="44604">
                  <c:v>0</c:v>
                </c:pt>
                <c:pt idx="44605">
                  <c:v>0</c:v>
                </c:pt>
                <c:pt idx="44606">
                  <c:v>0</c:v>
                </c:pt>
                <c:pt idx="44607">
                  <c:v>0</c:v>
                </c:pt>
                <c:pt idx="44608">
                  <c:v>0</c:v>
                </c:pt>
                <c:pt idx="44609">
                  <c:v>0</c:v>
                </c:pt>
                <c:pt idx="44610">
                  <c:v>0</c:v>
                </c:pt>
                <c:pt idx="44611">
                  <c:v>0</c:v>
                </c:pt>
                <c:pt idx="44612">
                  <c:v>0</c:v>
                </c:pt>
                <c:pt idx="44613">
                  <c:v>0</c:v>
                </c:pt>
                <c:pt idx="44614">
                  <c:v>0</c:v>
                </c:pt>
                <c:pt idx="44615">
                  <c:v>0</c:v>
                </c:pt>
                <c:pt idx="44616">
                  <c:v>0</c:v>
                </c:pt>
                <c:pt idx="44617">
                  <c:v>0</c:v>
                </c:pt>
                <c:pt idx="44618">
                  <c:v>0</c:v>
                </c:pt>
                <c:pt idx="44619">
                  <c:v>0</c:v>
                </c:pt>
                <c:pt idx="44620">
                  <c:v>0</c:v>
                </c:pt>
                <c:pt idx="44621">
                  <c:v>0</c:v>
                </c:pt>
                <c:pt idx="44622">
                  <c:v>0</c:v>
                </c:pt>
                <c:pt idx="44623">
                  <c:v>0</c:v>
                </c:pt>
                <c:pt idx="44624">
                  <c:v>0</c:v>
                </c:pt>
                <c:pt idx="44625">
                  <c:v>0</c:v>
                </c:pt>
                <c:pt idx="44626">
                  <c:v>0</c:v>
                </c:pt>
                <c:pt idx="44627">
                  <c:v>0</c:v>
                </c:pt>
                <c:pt idx="44628">
                  <c:v>0</c:v>
                </c:pt>
                <c:pt idx="44629">
                  <c:v>0</c:v>
                </c:pt>
                <c:pt idx="44630">
                  <c:v>0</c:v>
                </c:pt>
                <c:pt idx="44631">
                  <c:v>0</c:v>
                </c:pt>
                <c:pt idx="44632">
                  <c:v>0</c:v>
                </c:pt>
                <c:pt idx="44633">
                  <c:v>0</c:v>
                </c:pt>
                <c:pt idx="44634">
                  <c:v>0</c:v>
                </c:pt>
                <c:pt idx="44635">
                  <c:v>0</c:v>
                </c:pt>
                <c:pt idx="44636">
                  <c:v>0</c:v>
                </c:pt>
                <c:pt idx="44637">
                  <c:v>0</c:v>
                </c:pt>
                <c:pt idx="44638">
                  <c:v>0</c:v>
                </c:pt>
                <c:pt idx="44639">
                  <c:v>0</c:v>
                </c:pt>
                <c:pt idx="44640">
                  <c:v>0</c:v>
                </c:pt>
                <c:pt idx="44641">
                  <c:v>0</c:v>
                </c:pt>
                <c:pt idx="44642">
                  <c:v>0</c:v>
                </c:pt>
                <c:pt idx="44643">
                  <c:v>0</c:v>
                </c:pt>
                <c:pt idx="44644">
                  <c:v>0</c:v>
                </c:pt>
                <c:pt idx="44645">
                  <c:v>0</c:v>
                </c:pt>
                <c:pt idx="44646">
                  <c:v>0</c:v>
                </c:pt>
                <c:pt idx="44647">
                  <c:v>0</c:v>
                </c:pt>
                <c:pt idx="44648">
                  <c:v>0</c:v>
                </c:pt>
                <c:pt idx="44649">
                  <c:v>0</c:v>
                </c:pt>
                <c:pt idx="44650">
                  <c:v>0</c:v>
                </c:pt>
                <c:pt idx="44651">
                  <c:v>0</c:v>
                </c:pt>
                <c:pt idx="44652">
                  <c:v>0</c:v>
                </c:pt>
                <c:pt idx="44653">
                  <c:v>0</c:v>
                </c:pt>
                <c:pt idx="44654">
                  <c:v>0</c:v>
                </c:pt>
                <c:pt idx="44655">
                  <c:v>0</c:v>
                </c:pt>
                <c:pt idx="44656">
                  <c:v>0</c:v>
                </c:pt>
                <c:pt idx="44657">
                  <c:v>0</c:v>
                </c:pt>
                <c:pt idx="44658">
                  <c:v>0</c:v>
                </c:pt>
                <c:pt idx="44659">
                  <c:v>0</c:v>
                </c:pt>
                <c:pt idx="44660">
                  <c:v>0</c:v>
                </c:pt>
                <c:pt idx="44661">
                  <c:v>0</c:v>
                </c:pt>
                <c:pt idx="44662">
                  <c:v>0</c:v>
                </c:pt>
                <c:pt idx="44663">
                  <c:v>0</c:v>
                </c:pt>
                <c:pt idx="44664">
                  <c:v>0</c:v>
                </c:pt>
                <c:pt idx="44665">
                  <c:v>0</c:v>
                </c:pt>
                <c:pt idx="44666">
                  <c:v>0</c:v>
                </c:pt>
                <c:pt idx="44667">
                  <c:v>0</c:v>
                </c:pt>
                <c:pt idx="44668">
                  <c:v>0</c:v>
                </c:pt>
                <c:pt idx="44669">
                  <c:v>0</c:v>
                </c:pt>
                <c:pt idx="44670">
                  <c:v>0</c:v>
                </c:pt>
                <c:pt idx="44671">
                  <c:v>0</c:v>
                </c:pt>
                <c:pt idx="44672">
                  <c:v>0</c:v>
                </c:pt>
                <c:pt idx="44673">
                  <c:v>0</c:v>
                </c:pt>
                <c:pt idx="44674">
                  <c:v>0</c:v>
                </c:pt>
                <c:pt idx="44675">
                  <c:v>0</c:v>
                </c:pt>
                <c:pt idx="44676">
                  <c:v>0</c:v>
                </c:pt>
                <c:pt idx="44677">
                  <c:v>0</c:v>
                </c:pt>
                <c:pt idx="44678">
                  <c:v>0</c:v>
                </c:pt>
                <c:pt idx="44679">
                  <c:v>0</c:v>
                </c:pt>
                <c:pt idx="44680">
                  <c:v>0</c:v>
                </c:pt>
                <c:pt idx="44681">
                  <c:v>0</c:v>
                </c:pt>
                <c:pt idx="44682">
                  <c:v>0</c:v>
                </c:pt>
                <c:pt idx="44683">
                  <c:v>0</c:v>
                </c:pt>
                <c:pt idx="44684">
                  <c:v>0</c:v>
                </c:pt>
                <c:pt idx="44685">
                  <c:v>0</c:v>
                </c:pt>
                <c:pt idx="44686">
                  <c:v>0</c:v>
                </c:pt>
                <c:pt idx="44687">
                  <c:v>0</c:v>
                </c:pt>
                <c:pt idx="44688">
                  <c:v>0</c:v>
                </c:pt>
                <c:pt idx="44689">
                  <c:v>0</c:v>
                </c:pt>
                <c:pt idx="44690">
                  <c:v>0</c:v>
                </c:pt>
                <c:pt idx="44691">
                  <c:v>0</c:v>
                </c:pt>
                <c:pt idx="44692">
                  <c:v>0</c:v>
                </c:pt>
                <c:pt idx="44693">
                  <c:v>0</c:v>
                </c:pt>
                <c:pt idx="44694">
                  <c:v>0</c:v>
                </c:pt>
                <c:pt idx="44695">
                  <c:v>0</c:v>
                </c:pt>
                <c:pt idx="44696">
                  <c:v>0</c:v>
                </c:pt>
                <c:pt idx="44697">
                  <c:v>0</c:v>
                </c:pt>
                <c:pt idx="44698">
                  <c:v>0</c:v>
                </c:pt>
                <c:pt idx="44699">
                  <c:v>0</c:v>
                </c:pt>
                <c:pt idx="44700">
                  <c:v>0</c:v>
                </c:pt>
                <c:pt idx="44701">
                  <c:v>0</c:v>
                </c:pt>
                <c:pt idx="44702">
                  <c:v>0</c:v>
                </c:pt>
                <c:pt idx="44703">
                  <c:v>0</c:v>
                </c:pt>
                <c:pt idx="44704">
                  <c:v>0</c:v>
                </c:pt>
                <c:pt idx="44705">
                  <c:v>0</c:v>
                </c:pt>
                <c:pt idx="44706">
                  <c:v>0</c:v>
                </c:pt>
                <c:pt idx="44707">
                  <c:v>0</c:v>
                </c:pt>
                <c:pt idx="44708">
                  <c:v>0</c:v>
                </c:pt>
                <c:pt idx="44709">
                  <c:v>0</c:v>
                </c:pt>
                <c:pt idx="44710">
                  <c:v>0</c:v>
                </c:pt>
                <c:pt idx="44711">
                  <c:v>0</c:v>
                </c:pt>
                <c:pt idx="44712">
                  <c:v>0</c:v>
                </c:pt>
                <c:pt idx="44713">
                  <c:v>0</c:v>
                </c:pt>
                <c:pt idx="44714">
                  <c:v>0</c:v>
                </c:pt>
                <c:pt idx="44715">
                  <c:v>0</c:v>
                </c:pt>
                <c:pt idx="44716">
                  <c:v>0</c:v>
                </c:pt>
                <c:pt idx="44717">
                  <c:v>0</c:v>
                </c:pt>
                <c:pt idx="44718">
                  <c:v>0</c:v>
                </c:pt>
                <c:pt idx="44719">
                  <c:v>0</c:v>
                </c:pt>
                <c:pt idx="44720">
                  <c:v>0</c:v>
                </c:pt>
                <c:pt idx="44721">
                  <c:v>0</c:v>
                </c:pt>
                <c:pt idx="44722">
                  <c:v>0</c:v>
                </c:pt>
                <c:pt idx="44723">
                  <c:v>0</c:v>
                </c:pt>
                <c:pt idx="44724">
                  <c:v>0</c:v>
                </c:pt>
                <c:pt idx="44725">
                  <c:v>0</c:v>
                </c:pt>
                <c:pt idx="44726">
                  <c:v>0</c:v>
                </c:pt>
                <c:pt idx="44727">
                  <c:v>0</c:v>
                </c:pt>
                <c:pt idx="44728">
                  <c:v>0</c:v>
                </c:pt>
                <c:pt idx="44729">
                  <c:v>0</c:v>
                </c:pt>
                <c:pt idx="44730">
                  <c:v>0</c:v>
                </c:pt>
                <c:pt idx="44731">
                  <c:v>0</c:v>
                </c:pt>
                <c:pt idx="44732">
                  <c:v>0</c:v>
                </c:pt>
                <c:pt idx="44733">
                  <c:v>0</c:v>
                </c:pt>
                <c:pt idx="44734">
                  <c:v>0</c:v>
                </c:pt>
                <c:pt idx="44735">
                  <c:v>0</c:v>
                </c:pt>
                <c:pt idx="44736">
                  <c:v>0</c:v>
                </c:pt>
                <c:pt idx="44737">
                  <c:v>0</c:v>
                </c:pt>
                <c:pt idx="44738">
                  <c:v>0</c:v>
                </c:pt>
                <c:pt idx="44739">
                  <c:v>0</c:v>
                </c:pt>
                <c:pt idx="44740">
                  <c:v>0</c:v>
                </c:pt>
                <c:pt idx="44741">
                  <c:v>0</c:v>
                </c:pt>
                <c:pt idx="44742">
                  <c:v>0</c:v>
                </c:pt>
                <c:pt idx="44743">
                  <c:v>0</c:v>
                </c:pt>
                <c:pt idx="44744">
                  <c:v>0</c:v>
                </c:pt>
                <c:pt idx="44745">
                  <c:v>0</c:v>
                </c:pt>
                <c:pt idx="44746">
                  <c:v>0</c:v>
                </c:pt>
                <c:pt idx="44747">
                  <c:v>0</c:v>
                </c:pt>
                <c:pt idx="44748">
                  <c:v>0</c:v>
                </c:pt>
                <c:pt idx="44749">
                  <c:v>0</c:v>
                </c:pt>
                <c:pt idx="44750">
                  <c:v>0</c:v>
                </c:pt>
                <c:pt idx="44751">
                  <c:v>0</c:v>
                </c:pt>
                <c:pt idx="44752">
                  <c:v>0</c:v>
                </c:pt>
                <c:pt idx="44753">
                  <c:v>0</c:v>
                </c:pt>
                <c:pt idx="44754">
                  <c:v>0</c:v>
                </c:pt>
                <c:pt idx="44755">
                  <c:v>0</c:v>
                </c:pt>
                <c:pt idx="44756">
                  <c:v>0</c:v>
                </c:pt>
                <c:pt idx="44757">
                  <c:v>0</c:v>
                </c:pt>
                <c:pt idx="44758">
                  <c:v>0</c:v>
                </c:pt>
                <c:pt idx="44759">
                  <c:v>0</c:v>
                </c:pt>
                <c:pt idx="44760">
                  <c:v>0</c:v>
                </c:pt>
                <c:pt idx="44761">
                  <c:v>0</c:v>
                </c:pt>
                <c:pt idx="44762">
                  <c:v>0</c:v>
                </c:pt>
                <c:pt idx="44763">
                  <c:v>0</c:v>
                </c:pt>
                <c:pt idx="44764">
                  <c:v>0</c:v>
                </c:pt>
                <c:pt idx="44765">
                  <c:v>0</c:v>
                </c:pt>
                <c:pt idx="44766">
                  <c:v>0</c:v>
                </c:pt>
                <c:pt idx="44767">
                  <c:v>0</c:v>
                </c:pt>
                <c:pt idx="44768">
                  <c:v>0</c:v>
                </c:pt>
                <c:pt idx="44769">
                  <c:v>0</c:v>
                </c:pt>
                <c:pt idx="44770">
                  <c:v>0</c:v>
                </c:pt>
                <c:pt idx="44771">
                  <c:v>0</c:v>
                </c:pt>
                <c:pt idx="44772">
                  <c:v>0</c:v>
                </c:pt>
                <c:pt idx="44773">
                  <c:v>0</c:v>
                </c:pt>
                <c:pt idx="44774">
                  <c:v>0</c:v>
                </c:pt>
                <c:pt idx="44775">
                  <c:v>0</c:v>
                </c:pt>
                <c:pt idx="44776">
                  <c:v>0</c:v>
                </c:pt>
                <c:pt idx="44777">
                  <c:v>0</c:v>
                </c:pt>
                <c:pt idx="44778">
                  <c:v>0</c:v>
                </c:pt>
                <c:pt idx="44779">
                  <c:v>0</c:v>
                </c:pt>
                <c:pt idx="44780">
                  <c:v>0</c:v>
                </c:pt>
                <c:pt idx="44781">
                  <c:v>0</c:v>
                </c:pt>
                <c:pt idx="44782">
                  <c:v>0</c:v>
                </c:pt>
                <c:pt idx="44783">
                  <c:v>0</c:v>
                </c:pt>
                <c:pt idx="44784">
                  <c:v>0</c:v>
                </c:pt>
                <c:pt idx="44785">
                  <c:v>0</c:v>
                </c:pt>
                <c:pt idx="44786">
                  <c:v>0</c:v>
                </c:pt>
                <c:pt idx="44787">
                  <c:v>0</c:v>
                </c:pt>
                <c:pt idx="44788">
                  <c:v>0</c:v>
                </c:pt>
                <c:pt idx="44789">
                  <c:v>0</c:v>
                </c:pt>
                <c:pt idx="44790">
                  <c:v>0</c:v>
                </c:pt>
                <c:pt idx="44791">
                  <c:v>0</c:v>
                </c:pt>
                <c:pt idx="44792">
                  <c:v>0</c:v>
                </c:pt>
                <c:pt idx="44793">
                  <c:v>0</c:v>
                </c:pt>
                <c:pt idx="44794">
                  <c:v>0</c:v>
                </c:pt>
                <c:pt idx="44795">
                  <c:v>0</c:v>
                </c:pt>
                <c:pt idx="44796">
                  <c:v>0</c:v>
                </c:pt>
                <c:pt idx="44797">
                  <c:v>0</c:v>
                </c:pt>
                <c:pt idx="44798">
                  <c:v>0</c:v>
                </c:pt>
                <c:pt idx="44799">
                  <c:v>0</c:v>
                </c:pt>
                <c:pt idx="44800">
                  <c:v>0</c:v>
                </c:pt>
                <c:pt idx="44801">
                  <c:v>0</c:v>
                </c:pt>
                <c:pt idx="44802">
                  <c:v>0</c:v>
                </c:pt>
                <c:pt idx="44803">
                  <c:v>0</c:v>
                </c:pt>
                <c:pt idx="44804">
                  <c:v>0</c:v>
                </c:pt>
                <c:pt idx="44805">
                  <c:v>0</c:v>
                </c:pt>
                <c:pt idx="44806">
                  <c:v>0</c:v>
                </c:pt>
                <c:pt idx="44807">
                  <c:v>0</c:v>
                </c:pt>
                <c:pt idx="44808">
                  <c:v>0</c:v>
                </c:pt>
                <c:pt idx="44809">
                  <c:v>0</c:v>
                </c:pt>
                <c:pt idx="44810">
                  <c:v>0</c:v>
                </c:pt>
                <c:pt idx="44811">
                  <c:v>0</c:v>
                </c:pt>
                <c:pt idx="44812">
                  <c:v>0</c:v>
                </c:pt>
                <c:pt idx="44813">
                  <c:v>0</c:v>
                </c:pt>
                <c:pt idx="44814">
                  <c:v>0</c:v>
                </c:pt>
                <c:pt idx="44815">
                  <c:v>0</c:v>
                </c:pt>
                <c:pt idx="44816">
                  <c:v>0</c:v>
                </c:pt>
                <c:pt idx="44817">
                  <c:v>0</c:v>
                </c:pt>
                <c:pt idx="44818">
                  <c:v>0</c:v>
                </c:pt>
                <c:pt idx="44819">
                  <c:v>0</c:v>
                </c:pt>
                <c:pt idx="44820">
                  <c:v>0</c:v>
                </c:pt>
                <c:pt idx="44821">
                  <c:v>0</c:v>
                </c:pt>
                <c:pt idx="44822">
                  <c:v>0</c:v>
                </c:pt>
                <c:pt idx="44823">
                  <c:v>0</c:v>
                </c:pt>
                <c:pt idx="44824">
                  <c:v>0</c:v>
                </c:pt>
                <c:pt idx="44825">
                  <c:v>0</c:v>
                </c:pt>
                <c:pt idx="44826">
                  <c:v>0</c:v>
                </c:pt>
                <c:pt idx="44827">
                  <c:v>0</c:v>
                </c:pt>
                <c:pt idx="44828">
                  <c:v>0</c:v>
                </c:pt>
                <c:pt idx="44829">
                  <c:v>0</c:v>
                </c:pt>
                <c:pt idx="44830">
                  <c:v>0</c:v>
                </c:pt>
                <c:pt idx="44831">
                  <c:v>0</c:v>
                </c:pt>
                <c:pt idx="44832">
                  <c:v>0</c:v>
                </c:pt>
                <c:pt idx="44833">
                  <c:v>0</c:v>
                </c:pt>
                <c:pt idx="44834">
                  <c:v>0</c:v>
                </c:pt>
                <c:pt idx="44835">
                  <c:v>0</c:v>
                </c:pt>
                <c:pt idx="44836">
                  <c:v>0</c:v>
                </c:pt>
                <c:pt idx="44837">
                  <c:v>0</c:v>
                </c:pt>
                <c:pt idx="44838">
                  <c:v>0</c:v>
                </c:pt>
                <c:pt idx="44839">
                  <c:v>0</c:v>
                </c:pt>
                <c:pt idx="44840">
                  <c:v>0</c:v>
                </c:pt>
                <c:pt idx="44841">
                  <c:v>0</c:v>
                </c:pt>
                <c:pt idx="44842">
                  <c:v>0</c:v>
                </c:pt>
                <c:pt idx="44843">
                  <c:v>0</c:v>
                </c:pt>
                <c:pt idx="44844">
                  <c:v>0</c:v>
                </c:pt>
                <c:pt idx="44845">
                  <c:v>0</c:v>
                </c:pt>
                <c:pt idx="44846">
                  <c:v>0</c:v>
                </c:pt>
                <c:pt idx="44847">
                  <c:v>0</c:v>
                </c:pt>
                <c:pt idx="44848">
                  <c:v>0</c:v>
                </c:pt>
                <c:pt idx="44849">
                  <c:v>0</c:v>
                </c:pt>
                <c:pt idx="44850">
                  <c:v>0</c:v>
                </c:pt>
                <c:pt idx="44851">
                  <c:v>0</c:v>
                </c:pt>
                <c:pt idx="44852">
                  <c:v>0</c:v>
                </c:pt>
                <c:pt idx="44853">
                  <c:v>0</c:v>
                </c:pt>
                <c:pt idx="44854">
                  <c:v>0</c:v>
                </c:pt>
                <c:pt idx="44855">
                  <c:v>0</c:v>
                </c:pt>
                <c:pt idx="44856">
                  <c:v>0</c:v>
                </c:pt>
                <c:pt idx="44857">
                  <c:v>0</c:v>
                </c:pt>
                <c:pt idx="44858">
                  <c:v>0</c:v>
                </c:pt>
                <c:pt idx="44859">
                  <c:v>0</c:v>
                </c:pt>
                <c:pt idx="44860">
                  <c:v>0</c:v>
                </c:pt>
                <c:pt idx="44861">
                  <c:v>0</c:v>
                </c:pt>
                <c:pt idx="44862">
                  <c:v>0</c:v>
                </c:pt>
                <c:pt idx="44863">
                  <c:v>0</c:v>
                </c:pt>
                <c:pt idx="44864">
                  <c:v>0</c:v>
                </c:pt>
                <c:pt idx="44865">
                  <c:v>0</c:v>
                </c:pt>
                <c:pt idx="44866">
                  <c:v>0</c:v>
                </c:pt>
                <c:pt idx="44867">
                  <c:v>0</c:v>
                </c:pt>
                <c:pt idx="44868">
                  <c:v>0</c:v>
                </c:pt>
                <c:pt idx="44869">
                  <c:v>0</c:v>
                </c:pt>
                <c:pt idx="44870">
                  <c:v>0</c:v>
                </c:pt>
                <c:pt idx="44871">
                  <c:v>0</c:v>
                </c:pt>
                <c:pt idx="44872">
                  <c:v>0</c:v>
                </c:pt>
                <c:pt idx="44873">
                  <c:v>0</c:v>
                </c:pt>
                <c:pt idx="44874">
                  <c:v>0</c:v>
                </c:pt>
                <c:pt idx="44875">
                  <c:v>0</c:v>
                </c:pt>
                <c:pt idx="44876">
                  <c:v>0</c:v>
                </c:pt>
                <c:pt idx="44877">
                  <c:v>0</c:v>
                </c:pt>
                <c:pt idx="44878">
                  <c:v>0</c:v>
                </c:pt>
                <c:pt idx="44879">
                  <c:v>0</c:v>
                </c:pt>
                <c:pt idx="44880">
                  <c:v>0</c:v>
                </c:pt>
                <c:pt idx="44881">
                  <c:v>0</c:v>
                </c:pt>
                <c:pt idx="44882">
                  <c:v>0</c:v>
                </c:pt>
                <c:pt idx="44883">
                  <c:v>0</c:v>
                </c:pt>
                <c:pt idx="44884">
                  <c:v>0</c:v>
                </c:pt>
                <c:pt idx="44885">
                  <c:v>0</c:v>
                </c:pt>
                <c:pt idx="44886">
                  <c:v>0</c:v>
                </c:pt>
                <c:pt idx="44887">
                  <c:v>0</c:v>
                </c:pt>
                <c:pt idx="44888">
                  <c:v>0</c:v>
                </c:pt>
                <c:pt idx="44889">
                  <c:v>0</c:v>
                </c:pt>
                <c:pt idx="44890">
                  <c:v>0</c:v>
                </c:pt>
                <c:pt idx="44891">
                  <c:v>0</c:v>
                </c:pt>
                <c:pt idx="44892">
                  <c:v>0</c:v>
                </c:pt>
                <c:pt idx="44893">
                  <c:v>0</c:v>
                </c:pt>
                <c:pt idx="44894">
                  <c:v>0</c:v>
                </c:pt>
                <c:pt idx="44895">
                  <c:v>0</c:v>
                </c:pt>
                <c:pt idx="44896">
                  <c:v>0</c:v>
                </c:pt>
                <c:pt idx="44897">
                  <c:v>0</c:v>
                </c:pt>
                <c:pt idx="44898">
                  <c:v>0</c:v>
                </c:pt>
                <c:pt idx="44899">
                  <c:v>0</c:v>
                </c:pt>
                <c:pt idx="44900">
                  <c:v>0</c:v>
                </c:pt>
                <c:pt idx="44901">
                  <c:v>0</c:v>
                </c:pt>
                <c:pt idx="44902">
                  <c:v>0</c:v>
                </c:pt>
                <c:pt idx="44903">
                  <c:v>0</c:v>
                </c:pt>
                <c:pt idx="44904">
                  <c:v>0</c:v>
                </c:pt>
                <c:pt idx="44905">
                  <c:v>0</c:v>
                </c:pt>
                <c:pt idx="44906">
                  <c:v>0</c:v>
                </c:pt>
                <c:pt idx="44907">
                  <c:v>0</c:v>
                </c:pt>
                <c:pt idx="44908">
                  <c:v>0</c:v>
                </c:pt>
                <c:pt idx="44909">
                  <c:v>0</c:v>
                </c:pt>
                <c:pt idx="44910">
                  <c:v>0</c:v>
                </c:pt>
                <c:pt idx="44911">
                  <c:v>0</c:v>
                </c:pt>
                <c:pt idx="44912">
                  <c:v>0</c:v>
                </c:pt>
                <c:pt idx="44913">
                  <c:v>0</c:v>
                </c:pt>
                <c:pt idx="44914">
                  <c:v>0</c:v>
                </c:pt>
                <c:pt idx="44915">
                  <c:v>0</c:v>
                </c:pt>
                <c:pt idx="44916">
                  <c:v>0</c:v>
                </c:pt>
                <c:pt idx="44917">
                  <c:v>0</c:v>
                </c:pt>
                <c:pt idx="44918">
                  <c:v>0</c:v>
                </c:pt>
                <c:pt idx="44919">
                  <c:v>0</c:v>
                </c:pt>
                <c:pt idx="44920">
                  <c:v>0</c:v>
                </c:pt>
                <c:pt idx="44921">
                  <c:v>0</c:v>
                </c:pt>
                <c:pt idx="44922">
                  <c:v>0</c:v>
                </c:pt>
                <c:pt idx="44923">
                  <c:v>0</c:v>
                </c:pt>
                <c:pt idx="44924">
                  <c:v>0</c:v>
                </c:pt>
                <c:pt idx="44925">
                  <c:v>0</c:v>
                </c:pt>
                <c:pt idx="44926">
                  <c:v>0</c:v>
                </c:pt>
                <c:pt idx="44927">
                  <c:v>0</c:v>
                </c:pt>
                <c:pt idx="44928">
                  <c:v>0</c:v>
                </c:pt>
                <c:pt idx="44929">
                  <c:v>0</c:v>
                </c:pt>
                <c:pt idx="44930">
                  <c:v>0</c:v>
                </c:pt>
                <c:pt idx="44931">
                  <c:v>0</c:v>
                </c:pt>
                <c:pt idx="44932">
                  <c:v>0</c:v>
                </c:pt>
                <c:pt idx="44933">
                  <c:v>0</c:v>
                </c:pt>
                <c:pt idx="44934">
                  <c:v>0</c:v>
                </c:pt>
                <c:pt idx="44935">
                  <c:v>0</c:v>
                </c:pt>
                <c:pt idx="44936">
                  <c:v>0</c:v>
                </c:pt>
                <c:pt idx="44937">
                  <c:v>0</c:v>
                </c:pt>
                <c:pt idx="44938">
                  <c:v>0</c:v>
                </c:pt>
                <c:pt idx="44939">
                  <c:v>0</c:v>
                </c:pt>
                <c:pt idx="44940">
                  <c:v>0</c:v>
                </c:pt>
                <c:pt idx="44941">
                  <c:v>0</c:v>
                </c:pt>
                <c:pt idx="44942">
                  <c:v>0</c:v>
                </c:pt>
                <c:pt idx="44943">
                  <c:v>0</c:v>
                </c:pt>
                <c:pt idx="44944">
                  <c:v>0</c:v>
                </c:pt>
                <c:pt idx="44945">
                  <c:v>0</c:v>
                </c:pt>
                <c:pt idx="44946">
                  <c:v>0</c:v>
                </c:pt>
                <c:pt idx="44947">
                  <c:v>0</c:v>
                </c:pt>
                <c:pt idx="44948">
                  <c:v>0</c:v>
                </c:pt>
                <c:pt idx="44949">
                  <c:v>0</c:v>
                </c:pt>
                <c:pt idx="44950">
                  <c:v>0</c:v>
                </c:pt>
                <c:pt idx="44951">
                  <c:v>0</c:v>
                </c:pt>
                <c:pt idx="44952">
                  <c:v>0</c:v>
                </c:pt>
                <c:pt idx="44953">
                  <c:v>0</c:v>
                </c:pt>
                <c:pt idx="44954">
                  <c:v>0</c:v>
                </c:pt>
                <c:pt idx="44955">
                  <c:v>0</c:v>
                </c:pt>
                <c:pt idx="44956">
                  <c:v>0</c:v>
                </c:pt>
                <c:pt idx="44957">
                  <c:v>0</c:v>
                </c:pt>
                <c:pt idx="44958">
                  <c:v>0</c:v>
                </c:pt>
                <c:pt idx="44959">
                  <c:v>0</c:v>
                </c:pt>
                <c:pt idx="44960">
                  <c:v>0</c:v>
                </c:pt>
                <c:pt idx="44961">
                  <c:v>0</c:v>
                </c:pt>
                <c:pt idx="44962">
                  <c:v>0</c:v>
                </c:pt>
                <c:pt idx="44963">
                  <c:v>0</c:v>
                </c:pt>
                <c:pt idx="44964">
                  <c:v>0</c:v>
                </c:pt>
                <c:pt idx="44965">
                  <c:v>0</c:v>
                </c:pt>
                <c:pt idx="44966">
                  <c:v>0</c:v>
                </c:pt>
                <c:pt idx="44967">
                  <c:v>0</c:v>
                </c:pt>
                <c:pt idx="44968">
                  <c:v>0</c:v>
                </c:pt>
                <c:pt idx="44969">
                  <c:v>0</c:v>
                </c:pt>
                <c:pt idx="44970">
                  <c:v>0</c:v>
                </c:pt>
                <c:pt idx="44971">
                  <c:v>0</c:v>
                </c:pt>
                <c:pt idx="44972">
                  <c:v>0</c:v>
                </c:pt>
                <c:pt idx="44973">
                  <c:v>0</c:v>
                </c:pt>
                <c:pt idx="44974">
                  <c:v>0</c:v>
                </c:pt>
                <c:pt idx="44975">
                  <c:v>0</c:v>
                </c:pt>
                <c:pt idx="44976">
                  <c:v>0</c:v>
                </c:pt>
                <c:pt idx="44977">
                  <c:v>0</c:v>
                </c:pt>
                <c:pt idx="44978">
                  <c:v>0</c:v>
                </c:pt>
                <c:pt idx="44979">
                  <c:v>0</c:v>
                </c:pt>
                <c:pt idx="44980">
                  <c:v>0</c:v>
                </c:pt>
                <c:pt idx="44981">
                  <c:v>0</c:v>
                </c:pt>
                <c:pt idx="44982">
                  <c:v>0</c:v>
                </c:pt>
                <c:pt idx="44983">
                  <c:v>0</c:v>
                </c:pt>
                <c:pt idx="44984">
                  <c:v>0</c:v>
                </c:pt>
                <c:pt idx="44985">
                  <c:v>0</c:v>
                </c:pt>
                <c:pt idx="44986">
                  <c:v>0</c:v>
                </c:pt>
                <c:pt idx="44987">
                  <c:v>0</c:v>
                </c:pt>
                <c:pt idx="44988">
                  <c:v>0</c:v>
                </c:pt>
                <c:pt idx="44989">
                  <c:v>0</c:v>
                </c:pt>
                <c:pt idx="44990">
                  <c:v>0</c:v>
                </c:pt>
                <c:pt idx="44991">
                  <c:v>0</c:v>
                </c:pt>
                <c:pt idx="44992">
                  <c:v>0</c:v>
                </c:pt>
                <c:pt idx="44993">
                  <c:v>0</c:v>
                </c:pt>
                <c:pt idx="44994">
                  <c:v>0</c:v>
                </c:pt>
                <c:pt idx="44995">
                  <c:v>0</c:v>
                </c:pt>
                <c:pt idx="44996">
                  <c:v>0</c:v>
                </c:pt>
                <c:pt idx="44997">
                  <c:v>0</c:v>
                </c:pt>
                <c:pt idx="44998">
                  <c:v>0</c:v>
                </c:pt>
                <c:pt idx="44999">
                  <c:v>0</c:v>
                </c:pt>
                <c:pt idx="45000">
                  <c:v>0</c:v>
                </c:pt>
                <c:pt idx="45001">
                  <c:v>0</c:v>
                </c:pt>
                <c:pt idx="45002">
                  <c:v>0</c:v>
                </c:pt>
                <c:pt idx="45003">
                  <c:v>0</c:v>
                </c:pt>
                <c:pt idx="45004">
                  <c:v>0</c:v>
                </c:pt>
                <c:pt idx="45005">
                  <c:v>0</c:v>
                </c:pt>
                <c:pt idx="45006">
                  <c:v>0</c:v>
                </c:pt>
                <c:pt idx="45007">
                  <c:v>0</c:v>
                </c:pt>
                <c:pt idx="45008">
                  <c:v>0</c:v>
                </c:pt>
                <c:pt idx="45009">
                  <c:v>0</c:v>
                </c:pt>
                <c:pt idx="45010">
                  <c:v>0</c:v>
                </c:pt>
                <c:pt idx="45011">
                  <c:v>0</c:v>
                </c:pt>
                <c:pt idx="45012">
                  <c:v>0</c:v>
                </c:pt>
                <c:pt idx="45013">
                  <c:v>0</c:v>
                </c:pt>
                <c:pt idx="45014">
                  <c:v>0</c:v>
                </c:pt>
                <c:pt idx="45015">
                  <c:v>0</c:v>
                </c:pt>
                <c:pt idx="45016">
                  <c:v>0</c:v>
                </c:pt>
                <c:pt idx="45017">
                  <c:v>0</c:v>
                </c:pt>
                <c:pt idx="45018">
                  <c:v>0</c:v>
                </c:pt>
                <c:pt idx="45019">
                  <c:v>0</c:v>
                </c:pt>
                <c:pt idx="45020">
                  <c:v>0</c:v>
                </c:pt>
                <c:pt idx="45021">
                  <c:v>0</c:v>
                </c:pt>
                <c:pt idx="45022">
                  <c:v>0</c:v>
                </c:pt>
                <c:pt idx="45023">
                  <c:v>0</c:v>
                </c:pt>
                <c:pt idx="45024">
                  <c:v>0</c:v>
                </c:pt>
                <c:pt idx="45025">
                  <c:v>0</c:v>
                </c:pt>
                <c:pt idx="45026">
                  <c:v>0</c:v>
                </c:pt>
                <c:pt idx="45027">
                  <c:v>0</c:v>
                </c:pt>
                <c:pt idx="45028">
                  <c:v>0</c:v>
                </c:pt>
                <c:pt idx="45029">
                  <c:v>0</c:v>
                </c:pt>
                <c:pt idx="45030">
                  <c:v>0</c:v>
                </c:pt>
                <c:pt idx="45031">
                  <c:v>0</c:v>
                </c:pt>
                <c:pt idx="45032">
                  <c:v>0</c:v>
                </c:pt>
                <c:pt idx="45033">
                  <c:v>0</c:v>
                </c:pt>
                <c:pt idx="45034">
                  <c:v>0</c:v>
                </c:pt>
                <c:pt idx="45035">
                  <c:v>0</c:v>
                </c:pt>
                <c:pt idx="45036">
                  <c:v>0</c:v>
                </c:pt>
                <c:pt idx="45037">
                  <c:v>0</c:v>
                </c:pt>
                <c:pt idx="45038">
                  <c:v>0</c:v>
                </c:pt>
                <c:pt idx="45039">
                  <c:v>0</c:v>
                </c:pt>
                <c:pt idx="45040">
                  <c:v>0</c:v>
                </c:pt>
                <c:pt idx="45041">
                  <c:v>0</c:v>
                </c:pt>
                <c:pt idx="45042">
                  <c:v>0</c:v>
                </c:pt>
                <c:pt idx="45043">
                  <c:v>0</c:v>
                </c:pt>
                <c:pt idx="45044">
                  <c:v>0</c:v>
                </c:pt>
                <c:pt idx="45045">
                  <c:v>0</c:v>
                </c:pt>
                <c:pt idx="45046">
                  <c:v>0</c:v>
                </c:pt>
                <c:pt idx="45047">
                  <c:v>0</c:v>
                </c:pt>
                <c:pt idx="45048">
                  <c:v>0</c:v>
                </c:pt>
                <c:pt idx="45049">
                  <c:v>0</c:v>
                </c:pt>
                <c:pt idx="45050">
                  <c:v>0</c:v>
                </c:pt>
                <c:pt idx="45051">
                  <c:v>0</c:v>
                </c:pt>
                <c:pt idx="45052">
                  <c:v>0</c:v>
                </c:pt>
                <c:pt idx="45053">
                  <c:v>0</c:v>
                </c:pt>
                <c:pt idx="45054">
                  <c:v>0</c:v>
                </c:pt>
                <c:pt idx="45055">
                  <c:v>0</c:v>
                </c:pt>
                <c:pt idx="45056">
                  <c:v>0</c:v>
                </c:pt>
                <c:pt idx="45057">
                  <c:v>0</c:v>
                </c:pt>
                <c:pt idx="45058">
                  <c:v>0</c:v>
                </c:pt>
                <c:pt idx="45059">
                  <c:v>0</c:v>
                </c:pt>
                <c:pt idx="45060">
                  <c:v>0</c:v>
                </c:pt>
                <c:pt idx="45061">
                  <c:v>0</c:v>
                </c:pt>
                <c:pt idx="45062">
                  <c:v>0</c:v>
                </c:pt>
                <c:pt idx="45063">
                  <c:v>0</c:v>
                </c:pt>
                <c:pt idx="45064">
                  <c:v>0</c:v>
                </c:pt>
                <c:pt idx="45065">
                  <c:v>0</c:v>
                </c:pt>
                <c:pt idx="45066">
                  <c:v>0</c:v>
                </c:pt>
                <c:pt idx="45067">
                  <c:v>0</c:v>
                </c:pt>
                <c:pt idx="45068">
                  <c:v>0</c:v>
                </c:pt>
                <c:pt idx="45069">
                  <c:v>0</c:v>
                </c:pt>
                <c:pt idx="45070">
                  <c:v>0</c:v>
                </c:pt>
                <c:pt idx="45071">
                  <c:v>0</c:v>
                </c:pt>
                <c:pt idx="45072">
                  <c:v>0</c:v>
                </c:pt>
                <c:pt idx="45073">
                  <c:v>0</c:v>
                </c:pt>
                <c:pt idx="45074">
                  <c:v>0</c:v>
                </c:pt>
                <c:pt idx="45075">
                  <c:v>0</c:v>
                </c:pt>
                <c:pt idx="45076">
                  <c:v>0</c:v>
                </c:pt>
                <c:pt idx="45077">
                  <c:v>0</c:v>
                </c:pt>
                <c:pt idx="45078">
                  <c:v>0</c:v>
                </c:pt>
                <c:pt idx="45079">
                  <c:v>0</c:v>
                </c:pt>
                <c:pt idx="45080">
                  <c:v>0</c:v>
                </c:pt>
                <c:pt idx="45081">
                  <c:v>0</c:v>
                </c:pt>
                <c:pt idx="45082">
                  <c:v>0</c:v>
                </c:pt>
                <c:pt idx="45083">
                  <c:v>0</c:v>
                </c:pt>
                <c:pt idx="45084">
                  <c:v>0</c:v>
                </c:pt>
                <c:pt idx="45085">
                  <c:v>0</c:v>
                </c:pt>
                <c:pt idx="45086">
                  <c:v>0</c:v>
                </c:pt>
                <c:pt idx="45087">
                  <c:v>0</c:v>
                </c:pt>
                <c:pt idx="45088">
                  <c:v>0</c:v>
                </c:pt>
                <c:pt idx="45089">
                  <c:v>0</c:v>
                </c:pt>
                <c:pt idx="45090">
                  <c:v>0</c:v>
                </c:pt>
                <c:pt idx="45091">
                  <c:v>0</c:v>
                </c:pt>
                <c:pt idx="45092">
                  <c:v>0</c:v>
                </c:pt>
                <c:pt idx="45093">
                  <c:v>0</c:v>
                </c:pt>
                <c:pt idx="45094">
                  <c:v>0</c:v>
                </c:pt>
                <c:pt idx="45095">
                  <c:v>0</c:v>
                </c:pt>
                <c:pt idx="45096">
                  <c:v>0</c:v>
                </c:pt>
                <c:pt idx="45097">
                  <c:v>0</c:v>
                </c:pt>
                <c:pt idx="45098">
                  <c:v>0</c:v>
                </c:pt>
                <c:pt idx="45099">
                  <c:v>0</c:v>
                </c:pt>
                <c:pt idx="45100">
                  <c:v>0</c:v>
                </c:pt>
                <c:pt idx="45101">
                  <c:v>0</c:v>
                </c:pt>
                <c:pt idx="45102">
                  <c:v>0</c:v>
                </c:pt>
                <c:pt idx="45103">
                  <c:v>0</c:v>
                </c:pt>
                <c:pt idx="45104">
                  <c:v>0</c:v>
                </c:pt>
                <c:pt idx="45105">
                  <c:v>0</c:v>
                </c:pt>
                <c:pt idx="45106">
                  <c:v>0</c:v>
                </c:pt>
                <c:pt idx="45107">
                  <c:v>0</c:v>
                </c:pt>
                <c:pt idx="45108">
                  <c:v>0</c:v>
                </c:pt>
                <c:pt idx="45109">
                  <c:v>0</c:v>
                </c:pt>
                <c:pt idx="45110">
                  <c:v>0</c:v>
                </c:pt>
                <c:pt idx="45111">
                  <c:v>0</c:v>
                </c:pt>
                <c:pt idx="45112">
                  <c:v>0</c:v>
                </c:pt>
                <c:pt idx="45113">
                  <c:v>0</c:v>
                </c:pt>
                <c:pt idx="45114">
                  <c:v>0</c:v>
                </c:pt>
                <c:pt idx="45115">
                  <c:v>0</c:v>
                </c:pt>
                <c:pt idx="45116">
                  <c:v>0</c:v>
                </c:pt>
                <c:pt idx="45117">
                  <c:v>0</c:v>
                </c:pt>
                <c:pt idx="45118">
                  <c:v>0</c:v>
                </c:pt>
                <c:pt idx="45119">
                  <c:v>0</c:v>
                </c:pt>
                <c:pt idx="45120">
                  <c:v>0</c:v>
                </c:pt>
                <c:pt idx="45121">
                  <c:v>0</c:v>
                </c:pt>
                <c:pt idx="45122">
                  <c:v>0</c:v>
                </c:pt>
                <c:pt idx="45123">
                  <c:v>0</c:v>
                </c:pt>
                <c:pt idx="45124">
                  <c:v>0</c:v>
                </c:pt>
                <c:pt idx="45125">
                  <c:v>0</c:v>
                </c:pt>
                <c:pt idx="45126">
                  <c:v>0</c:v>
                </c:pt>
                <c:pt idx="45127">
                  <c:v>0</c:v>
                </c:pt>
                <c:pt idx="45128">
                  <c:v>0</c:v>
                </c:pt>
                <c:pt idx="45129">
                  <c:v>0</c:v>
                </c:pt>
                <c:pt idx="45130">
                  <c:v>0</c:v>
                </c:pt>
                <c:pt idx="45131">
                  <c:v>0</c:v>
                </c:pt>
                <c:pt idx="45132">
                  <c:v>0</c:v>
                </c:pt>
                <c:pt idx="45133">
                  <c:v>0</c:v>
                </c:pt>
                <c:pt idx="45134">
                  <c:v>0</c:v>
                </c:pt>
                <c:pt idx="45135">
                  <c:v>0</c:v>
                </c:pt>
                <c:pt idx="45136">
                  <c:v>0</c:v>
                </c:pt>
                <c:pt idx="45137">
                  <c:v>0</c:v>
                </c:pt>
                <c:pt idx="45138">
                  <c:v>0</c:v>
                </c:pt>
                <c:pt idx="45139">
                  <c:v>0</c:v>
                </c:pt>
                <c:pt idx="45140">
                  <c:v>0</c:v>
                </c:pt>
                <c:pt idx="45141">
                  <c:v>0</c:v>
                </c:pt>
                <c:pt idx="45142">
                  <c:v>0</c:v>
                </c:pt>
                <c:pt idx="45143">
                  <c:v>0</c:v>
                </c:pt>
                <c:pt idx="45144">
                  <c:v>0</c:v>
                </c:pt>
                <c:pt idx="45145">
                  <c:v>0</c:v>
                </c:pt>
                <c:pt idx="45146">
                  <c:v>0</c:v>
                </c:pt>
                <c:pt idx="45147">
                  <c:v>0</c:v>
                </c:pt>
                <c:pt idx="45148">
                  <c:v>0</c:v>
                </c:pt>
                <c:pt idx="45149">
                  <c:v>0</c:v>
                </c:pt>
                <c:pt idx="45150">
                  <c:v>0</c:v>
                </c:pt>
                <c:pt idx="45151">
                  <c:v>0</c:v>
                </c:pt>
                <c:pt idx="45152">
                  <c:v>0</c:v>
                </c:pt>
                <c:pt idx="45153">
                  <c:v>0</c:v>
                </c:pt>
                <c:pt idx="45154">
                  <c:v>0</c:v>
                </c:pt>
                <c:pt idx="45155">
                  <c:v>0</c:v>
                </c:pt>
                <c:pt idx="45156">
                  <c:v>0</c:v>
                </c:pt>
                <c:pt idx="45157">
                  <c:v>0</c:v>
                </c:pt>
                <c:pt idx="45158">
                  <c:v>0</c:v>
                </c:pt>
                <c:pt idx="45159">
                  <c:v>0</c:v>
                </c:pt>
                <c:pt idx="45160">
                  <c:v>0</c:v>
                </c:pt>
                <c:pt idx="45161">
                  <c:v>0</c:v>
                </c:pt>
                <c:pt idx="45162">
                  <c:v>0</c:v>
                </c:pt>
                <c:pt idx="45163">
                  <c:v>0</c:v>
                </c:pt>
                <c:pt idx="45164">
                  <c:v>0</c:v>
                </c:pt>
                <c:pt idx="45165">
                  <c:v>0</c:v>
                </c:pt>
                <c:pt idx="45166">
                  <c:v>0</c:v>
                </c:pt>
                <c:pt idx="45167">
                  <c:v>0</c:v>
                </c:pt>
                <c:pt idx="45168">
                  <c:v>0</c:v>
                </c:pt>
                <c:pt idx="45169">
                  <c:v>0</c:v>
                </c:pt>
                <c:pt idx="45170">
                  <c:v>0</c:v>
                </c:pt>
                <c:pt idx="45171">
                  <c:v>0</c:v>
                </c:pt>
                <c:pt idx="45172">
                  <c:v>0</c:v>
                </c:pt>
                <c:pt idx="45173">
                  <c:v>0</c:v>
                </c:pt>
                <c:pt idx="45174">
                  <c:v>0</c:v>
                </c:pt>
                <c:pt idx="45175">
                  <c:v>0</c:v>
                </c:pt>
                <c:pt idx="45176">
                  <c:v>0</c:v>
                </c:pt>
                <c:pt idx="45177">
                  <c:v>0</c:v>
                </c:pt>
                <c:pt idx="45178">
                  <c:v>0</c:v>
                </c:pt>
                <c:pt idx="45179">
                  <c:v>0</c:v>
                </c:pt>
                <c:pt idx="45180">
                  <c:v>0</c:v>
                </c:pt>
                <c:pt idx="45181">
                  <c:v>0</c:v>
                </c:pt>
                <c:pt idx="45182">
                  <c:v>0</c:v>
                </c:pt>
                <c:pt idx="45183">
                  <c:v>0</c:v>
                </c:pt>
                <c:pt idx="45184">
                  <c:v>0</c:v>
                </c:pt>
                <c:pt idx="45185">
                  <c:v>0</c:v>
                </c:pt>
                <c:pt idx="45186">
                  <c:v>0</c:v>
                </c:pt>
                <c:pt idx="45187">
                  <c:v>0</c:v>
                </c:pt>
                <c:pt idx="45188">
                  <c:v>0</c:v>
                </c:pt>
                <c:pt idx="45189">
                  <c:v>0</c:v>
                </c:pt>
                <c:pt idx="45190">
                  <c:v>0</c:v>
                </c:pt>
                <c:pt idx="45191">
                  <c:v>0</c:v>
                </c:pt>
                <c:pt idx="45192">
                  <c:v>0</c:v>
                </c:pt>
                <c:pt idx="45193">
                  <c:v>0</c:v>
                </c:pt>
                <c:pt idx="45194">
                  <c:v>0</c:v>
                </c:pt>
                <c:pt idx="45195">
                  <c:v>0</c:v>
                </c:pt>
                <c:pt idx="45196">
                  <c:v>0</c:v>
                </c:pt>
                <c:pt idx="45197">
                  <c:v>0</c:v>
                </c:pt>
                <c:pt idx="45198">
                  <c:v>0</c:v>
                </c:pt>
                <c:pt idx="45199">
                  <c:v>0</c:v>
                </c:pt>
                <c:pt idx="45200">
                  <c:v>0</c:v>
                </c:pt>
                <c:pt idx="45201">
                  <c:v>0</c:v>
                </c:pt>
                <c:pt idx="45202">
                  <c:v>0</c:v>
                </c:pt>
                <c:pt idx="45203">
                  <c:v>0</c:v>
                </c:pt>
                <c:pt idx="45204">
                  <c:v>0</c:v>
                </c:pt>
                <c:pt idx="45205">
                  <c:v>0</c:v>
                </c:pt>
                <c:pt idx="45206">
                  <c:v>0</c:v>
                </c:pt>
                <c:pt idx="45207">
                  <c:v>0</c:v>
                </c:pt>
                <c:pt idx="45208">
                  <c:v>0</c:v>
                </c:pt>
                <c:pt idx="45209">
                  <c:v>0</c:v>
                </c:pt>
                <c:pt idx="45210">
                  <c:v>0</c:v>
                </c:pt>
                <c:pt idx="45211">
                  <c:v>0</c:v>
                </c:pt>
                <c:pt idx="45212">
                  <c:v>0</c:v>
                </c:pt>
                <c:pt idx="45213">
                  <c:v>0</c:v>
                </c:pt>
                <c:pt idx="45214">
                  <c:v>0</c:v>
                </c:pt>
                <c:pt idx="45215">
                  <c:v>0</c:v>
                </c:pt>
                <c:pt idx="45216">
                  <c:v>0</c:v>
                </c:pt>
                <c:pt idx="45217">
                  <c:v>0</c:v>
                </c:pt>
                <c:pt idx="45218">
                  <c:v>0</c:v>
                </c:pt>
                <c:pt idx="45219">
                  <c:v>0</c:v>
                </c:pt>
                <c:pt idx="45220">
                  <c:v>0</c:v>
                </c:pt>
                <c:pt idx="45221">
                  <c:v>0</c:v>
                </c:pt>
                <c:pt idx="45222">
                  <c:v>0</c:v>
                </c:pt>
                <c:pt idx="45223">
                  <c:v>0</c:v>
                </c:pt>
                <c:pt idx="45224">
                  <c:v>0</c:v>
                </c:pt>
                <c:pt idx="45225">
                  <c:v>0</c:v>
                </c:pt>
                <c:pt idx="45226">
                  <c:v>0</c:v>
                </c:pt>
                <c:pt idx="45227">
                  <c:v>0</c:v>
                </c:pt>
                <c:pt idx="45228">
                  <c:v>0</c:v>
                </c:pt>
                <c:pt idx="45229">
                  <c:v>0</c:v>
                </c:pt>
                <c:pt idx="45230">
                  <c:v>0</c:v>
                </c:pt>
                <c:pt idx="45231">
                  <c:v>0</c:v>
                </c:pt>
                <c:pt idx="45232">
                  <c:v>0</c:v>
                </c:pt>
                <c:pt idx="45233">
                  <c:v>0</c:v>
                </c:pt>
                <c:pt idx="45234">
                  <c:v>0</c:v>
                </c:pt>
                <c:pt idx="45235">
                  <c:v>0</c:v>
                </c:pt>
                <c:pt idx="45236">
                  <c:v>0</c:v>
                </c:pt>
                <c:pt idx="45237">
                  <c:v>0</c:v>
                </c:pt>
                <c:pt idx="45238">
                  <c:v>0</c:v>
                </c:pt>
                <c:pt idx="45239">
                  <c:v>0</c:v>
                </c:pt>
                <c:pt idx="45240">
                  <c:v>0</c:v>
                </c:pt>
                <c:pt idx="45241">
                  <c:v>0</c:v>
                </c:pt>
                <c:pt idx="45242">
                  <c:v>0</c:v>
                </c:pt>
                <c:pt idx="45243">
                  <c:v>0</c:v>
                </c:pt>
                <c:pt idx="45244">
                  <c:v>0</c:v>
                </c:pt>
                <c:pt idx="45245">
                  <c:v>0</c:v>
                </c:pt>
                <c:pt idx="45246">
                  <c:v>0</c:v>
                </c:pt>
                <c:pt idx="45247">
                  <c:v>0</c:v>
                </c:pt>
                <c:pt idx="45248">
                  <c:v>0</c:v>
                </c:pt>
                <c:pt idx="45249">
                  <c:v>0</c:v>
                </c:pt>
                <c:pt idx="45250">
                  <c:v>0</c:v>
                </c:pt>
                <c:pt idx="45251">
                  <c:v>0</c:v>
                </c:pt>
                <c:pt idx="45252">
                  <c:v>0</c:v>
                </c:pt>
                <c:pt idx="45253">
                  <c:v>0</c:v>
                </c:pt>
                <c:pt idx="45254">
                  <c:v>0</c:v>
                </c:pt>
                <c:pt idx="45255">
                  <c:v>0</c:v>
                </c:pt>
                <c:pt idx="45256">
                  <c:v>0</c:v>
                </c:pt>
                <c:pt idx="45257">
                  <c:v>0</c:v>
                </c:pt>
                <c:pt idx="45258">
                  <c:v>0</c:v>
                </c:pt>
                <c:pt idx="45259">
                  <c:v>0</c:v>
                </c:pt>
                <c:pt idx="45260">
                  <c:v>0</c:v>
                </c:pt>
                <c:pt idx="45261">
                  <c:v>0</c:v>
                </c:pt>
                <c:pt idx="45262">
                  <c:v>0</c:v>
                </c:pt>
                <c:pt idx="45263">
                  <c:v>0</c:v>
                </c:pt>
                <c:pt idx="45264">
                  <c:v>0</c:v>
                </c:pt>
                <c:pt idx="45265">
                  <c:v>0</c:v>
                </c:pt>
                <c:pt idx="45266">
                  <c:v>0</c:v>
                </c:pt>
                <c:pt idx="45267">
                  <c:v>0</c:v>
                </c:pt>
                <c:pt idx="45268">
                  <c:v>0</c:v>
                </c:pt>
                <c:pt idx="45269">
                  <c:v>0</c:v>
                </c:pt>
                <c:pt idx="45270">
                  <c:v>0</c:v>
                </c:pt>
                <c:pt idx="45271">
                  <c:v>0</c:v>
                </c:pt>
                <c:pt idx="45272">
                  <c:v>0</c:v>
                </c:pt>
                <c:pt idx="45273">
                  <c:v>0</c:v>
                </c:pt>
                <c:pt idx="45274">
                  <c:v>0</c:v>
                </c:pt>
                <c:pt idx="45275">
                  <c:v>0</c:v>
                </c:pt>
                <c:pt idx="45276">
                  <c:v>0</c:v>
                </c:pt>
                <c:pt idx="45277">
                  <c:v>0</c:v>
                </c:pt>
                <c:pt idx="45278">
                  <c:v>0</c:v>
                </c:pt>
                <c:pt idx="45279">
                  <c:v>0</c:v>
                </c:pt>
                <c:pt idx="45280">
                  <c:v>0</c:v>
                </c:pt>
                <c:pt idx="45281">
                  <c:v>0</c:v>
                </c:pt>
                <c:pt idx="45282">
                  <c:v>0</c:v>
                </c:pt>
                <c:pt idx="45283">
                  <c:v>0</c:v>
                </c:pt>
                <c:pt idx="45284">
                  <c:v>0</c:v>
                </c:pt>
                <c:pt idx="45285">
                  <c:v>0</c:v>
                </c:pt>
                <c:pt idx="45286">
                  <c:v>0</c:v>
                </c:pt>
                <c:pt idx="45287">
                  <c:v>0</c:v>
                </c:pt>
                <c:pt idx="45288">
                  <c:v>0</c:v>
                </c:pt>
                <c:pt idx="45289">
                  <c:v>0</c:v>
                </c:pt>
                <c:pt idx="45290">
                  <c:v>0</c:v>
                </c:pt>
                <c:pt idx="45291">
                  <c:v>0</c:v>
                </c:pt>
                <c:pt idx="45292">
                  <c:v>0</c:v>
                </c:pt>
                <c:pt idx="45293">
                  <c:v>0</c:v>
                </c:pt>
                <c:pt idx="45294">
                  <c:v>0</c:v>
                </c:pt>
                <c:pt idx="45295">
                  <c:v>0</c:v>
                </c:pt>
                <c:pt idx="45296">
                  <c:v>0</c:v>
                </c:pt>
                <c:pt idx="45297">
                  <c:v>0</c:v>
                </c:pt>
                <c:pt idx="45298">
                  <c:v>0</c:v>
                </c:pt>
                <c:pt idx="45299">
                  <c:v>0</c:v>
                </c:pt>
                <c:pt idx="45300">
                  <c:v>0</c:v>
                </c:pt>
                <c:pt idx="45301">
                  <c:v>0</c:v>
                </c:pt>
                <c:pt idx="45302">
                  <c:v>0</c:v>
                </c:pt>
                <c:pt idx="45303">
                  <c:v>0</c:v>
                </c:pt>
                <c:pt idx="45304">
                  <c:v>0</c:v>
                </c:pt>
                <c:pt idx="45305">
                  <c:v>0</c:v>
                </c:pt>
                <c:pt idx="45306">
                  <c:v>0</c:v>
                </c:pt>
                <c:pt idx="45307">
                  <c:v>0</c:v>
                </c:pt>
                <c:pt idx="45308">
                  <c:v>0</c:v>
                </c:pt>
                <c:pt idx="45309">
                  <c:v>0</c:v>
                </c:pt>
                <c:pt idx="45310">
                  <c:v>0</c:v>
                </c:pt>
                <c:pt idx="45311">
                  <c:v>0</c:v>
                </c:pt>
                <c:pt idx="45312">
                  <c:v>0</c:v>
                </c:pt>
                <c:pt idx="45313">
                  <c:v>0</c:v>
                </c:pt>
                <c:pt idx="45314">
                  <c:v>0</c:v>
                </c:pt>
                <c:pt idx="45315">
                  <c:v>0</c:v>
                </c:pt>
                <c:pt idx="45316">
                  <c:v>0</c:v>
                </c:pt>
                <c:pt idx="45317">
                  <c:v>0</c:v>
                </c:pt>
                <c:pt idx="45318">
                  <c:v>0</c:v>
                </c:pt>
                <c:pt idx="45319">
                  <c:v>0</c:v>
                </c:pt>
                <c:pt idx="45320">
                  <c:v>0</c:v>
                </c:pt>
                <c:pt idx="45321">
                  <c:v>0</c:v>
                </c:pt>
                <c:pt idx="45322">
                  <c:v>0</c:v>
                </c:pt>
                <c:pt idx="45323">
                  <c:v>0</c:v>
                </c:pt>
                <c:pt idx="45324">
                  <c:v>0</c:v>
                </c:pt>
                <c:pt idx="45325">
                  <c:v>0</c:v>
                </c:pt>
                <c:pt idx="45326">
                  <c:v>0</c:v>
                </c:pt>
                <c:pt idx="45327">
                  <c:v>0</c:v>
                </c:pt>
                <c:pt idx="45328">
                  <c:v>0</c:v>
                </c:pt>
                <c:pt idx="45329">
                  <c:v>0</c:v>
                </c:pt>
                <c:pt idx="45330">
                  <c:v>0</c:v>
                </c:pt>
                <c:pt idx="45331">
                  <c:v>0</c:v>
                </c:pt>
                <c:pt idx="45332">
                  <c:v>0</c:v>
                </c:pt>
                <c:pt idx="45333">
                  <c:v>0</c:v>
                </c:pt>
                <c:pt idx="45334">
                  <c:v>0</c:v>
                </c:pt>
                <c:pt idx="45335">
                  <c:v>0</c:v>
                </c:pt>
                <c:pt idx="45336">
                  <c:v>0</c:v>
                </c:pt>
                <c:pt idx="45337">
                  <c:v>0</c:v>
                </c:pt>
                <c:pt idx="45338">
                  <c:v>0</c:v>
                </c:pt>
                <c:pt idx="45339">
                  <c:v>0</c:v>
                </c:pt>
                <c:pt idx="45340">
                  <c:v>0</c:v>
                </c:pt>
                <c:pt idx="45341">
                  <c:v>0</c:v>
                </c:pt>
                <c:pt idx="45342">
                  <c:v>0</c:v>
                </c:pt>
                <c:pt idx="45343">
                  <c:v>0</c:v>
                </c:pt>
                <c:pt idx="45344">
                  <c:v>0</c:v>
                </c:pt>
                <c:pt idx="45345">
                  <c:v>0</c:v>
                </c:pt>
                <c:pt idx="45346">
                  <c:v>0</c:v>
                </c:pt>
                <c:pt idx="45347">
                  <c:v>0</c:v>
                </c:pt>
                <c:pt idx="45348">
                  <c:v>0</c:v>
                </c:pt>
                <c:pt idx="45349">
                  <c:v>0</c:v>
                </c:pt>
                <c:pt idx="45350">
                  <c:v>0</c:v>
                </c:pt>
                <c:pt idx="45351">
                  <c:v>0</c:v>
                </c:pt>
                <c:pt idx="45352">
                  <c:v>0</c:v>
                </c:pt>
                <c:pt idx="45353">
                  <c:v>0</c:v>
                </c:pt>
                <c:pt idx="45354">
                  <c:v>0</c:v>
                </c:pt>
                <c:pt idx="45355">
                  <c:v>0</c:v>
                </c:pt>
                <c:pt idx="45356">
                  <c:v>0</c:v>
                </c:pt>
                <c:pt idx="45357">
                  <c:v>0</c:v>
                </c:pt>
                <c:pt idx="45358">
                  <c:v>0</c:v>
                </c:pt>
                <c:pt idx="45359">
                  <c:v>0</c:v>
                </c:pt>
                <c:pt idx="45360">
                  <c:v>0</c:v>
                </c:pt>
                <c:pt idx="45361">
                  <c:v>0</c:v>
                </c:pt>
                <c:pt idx="45362">
                  <c:v>0</c:v>
                </c:pt>
                <c:pt idx="45363">
                  <c:v>0</c:v>
                </c:pt>
                <c:pt idx="45364">
                  <c:v>0</c:v>
                </c:pt>
                <c:pt idx="45365">
                  <c:v>0</c:v>
                </c:pt>
                <c:pt idx="45366">
                  <c:v>0</c:v>
                </c:pt>
                <c:pt idx="45367">
                  <c:v>0</c:v>
                </c:pt>
                <c:pt idx="45368">
                  <c:v>0</c:v>
                </c:pt>
                <c:pt idx="45369">
                  <c:v>0</c:v>
                </c:pt>
                <c:pt idx="45370">
                  <c:v>0</c:v>
                </c:pt>
                <c:pt idx="45371">
                  <c:v>0</c:v>
                </c:pt>
                <c:pt idx="45372">
                  <c:v>0</c:v>
                </c:pt>
                <c:pt idx="45373">
                  <c:v>0</c:v>
                </c:pt>
                <c:pt idx="45374">
                  <c:v>0</c:v>
                </c:pt>
                <c:pt idx="45375">
                  <c:v>0</c:v>
                </c:pt>
                <c:pt idx="45376">
                  <c:v>0</c:v>
                </c:pt>
                <c:pt idx="45377">
                  <c:v>0</c:v>
                </c:pt>
                <c:pt idx="45378">
                  <c:v>0</c:v>
                </c:pt>
                <c:pt idx="45379">
                  <c:v>0</c:v>
                </c:pt>
                <c:pt idx="45380">
                  <c:v>0</c:v>
                </c:pt>
                <c:pt idx="45381">
                  <c:v>0</c:v>
                </c:pt>
                <c:pt idx="45382">
                  <c:v>0</c:v>
                </c:pt>
                <c:pt idx="45383">
                  <c:v>0</c:v>
                </c:pt>
                <c:pt idx="45384">
                  <c:v>0</c:v>
                </c:pt>
                <c:pt idx="45385">
                  <c:v>0</c:v>
                </c:pt>
                <c:pt idx="45386">
                  <c:v>0</c:v>
                </c:pt>
                <c:pt idx="45387">
                  <c:v>0</c:v>
                </c:pt>
                <c:pt idx="45388">
                  <c:v>0</c:v>
                </c:pt>
                <c:pt idx="45389">
                  <c:v>0</c:v>
                </c:pt>
                <c:pt idx="45390">
                  <c:v>0</c:v>
                </c:pt>
                <c:pt idx="45391">
                  <c:v>0</c:v>
                </c:pt>
                <c:pt idx="45392">
                  <c:v>0</c:v>
                </c:pt>
                <c:pt idx="45393">
                  <c:v>0</c:v>
                </c:pt>
                <c:pt idx="45394">
                  <c:v>0</c:v>
                </c:pt>
                <c:pt idx="45395">
                  <c:v>0</c:v>
                </c:pt>
                <c:pt idx="45396">
                  <c:v>0</c:v>
                </c:pt>
                <c:pt idx="45397">
                  <c:v>0</c:v>
                </c:pt>
                <c:pt idx="45398">
                  <c:v>0</c:v>
                </c:pt>
                <c:pt idx="45399">
                  <c:v>0</c:v>
                </c:pt>
                <c:pt idx="45400">
                  <c:v>0</c:v>
                </c:pt>
                <c:pt idx="45401">
                  <c:v>0</c:v>
                </c:pt>
                <c:pt idx="45402">
                  <c:v>0</c:v>
                </c:pt>
                <c:pt idx="45403">
                  <c:v>0</c:v>
                </c:pt>
                <c:pt idx="45404">
                  <c:v>0</c:v>
                </c:pt>
                <c:pt idx="45405">
                  <c:v>0</c:v>
                </c:pt>
                <c:pt idx="45406">
                  <c:v>0</c:v>
                </c:pt>
                <c:pt idx="45407">
                  <c:v>0</c:v>
                </c:pt>
                <c:pt idx="45408">
                  <c:v>0</c:v>
                </c:pt>
                <c:pt idx="45409">
                  <c:v>0</c:v>
                </c:pt>
                <c:pt idx="45410">
                  <c:v>0</c:v>
                </c:pt>
                <c:pt idx="45411">
                  <c:v>0</c:v>
                </c:pt>
                <c:pt idx="45412">
                  <c:v>0</c:v>
                </c:pt>
                <c:pt idx="45413">
                  <c:v>0</c:v>
                </c:pt>
                <c:pt idx="45414">
                  <c:v>0</c:v>
                </c:pt>
                <c:pt idx="45415">
                  <c:v>0</c:v>
                </c:pt>
                <c:pt idx="45416">
                  <c:v>0</c:v>
                </c:pt>
                <c:pt idx="45417">
                  <c:v>0</c:v>
                </c:pt>
                <c:pt idx="45418">
                  <c:v>0</c:v>
                </c:pt>
                <c:pt idx="45419">
                  <c:v>0</c:v>
                </c:pt>
                <c:pt idx="45420">
                  <c:v>0</c:v>
                </c:pt>
                <c:pt idx="45421">
                  <c:v>0</c:v>
                </c:pt>
                <c:pt idx="45422">
                  <c:v>0</c:v>
                </c:pt>
                <c:pt idx="45423">
                  <c:v>0</c:v>
                </c:pt>
                <c:pt idx="45424">
                  <c:v>0</c:v>
                </c:pt>
                <c:pt idx="45425">
                  <c:v>0</c:v>
                </c:pt>
                <c:pt idx="45426">
                  <c:v>0</c:v>
                </c:pt>
                <c:pt idx="45427">
                  <c:v>0</c:v>
                </c:pt>
                <c:pt idx="45428">
                  <c:v>0</c:v>
                </c:pt>
                <c:pt idx="45429">
                  <c:v>0</c:v>
                </c:pt>
                <c:pt idx="45430">
                  <c:v>0</c:v>
                </c:pt>
                <c:pt idx="45431">
                  <c:v>0</c:v>
                </c:pt>
                <c:pt idx="45432">
                  <c:v>0</c:v>
                </c:pt>
                <c:pt idx="45433">
                  <c:v>0</c:v>
                </c:pt>
                <c:pt idx="45434">
                  <c:v>0</c:v>
                </c:pt>
                <c:pt idx="45435">
                  <c:v>0</c:v>
                </c:pt>
                <c:pt idx="45436">
                  <c:v>0</c:v>
                </c:pt>
                <c:pt idx="45437">
                  <c:v>0</c:v>
                </c:pt>
                <c:pt idx="45438">
                  <c:v>0</c:v>
                </c:pt>
                <c:pt idx="45439">
                  <c:v>0</c:v>
                </c:pt>
                <c:pt idx="45440">
                  <c:v>0</c:v>
                </c:pt>
                <c:pt idx="45441">
                  <c:v>0</c:v>
                </c:pt>
                <c:pt idx="45442">
                  <c:v>0</c:v>
                </c:pt>
                <c:pt idx="45443">
                  <c:v>0</c:v>
                </c:pt>
                <c:pt idx="45444">
                  <c:v>0</c:v>
                </c:pt>
                <c:pt idx="45445">
                  <c:v>0</c:v>
                </c:pt>
                <c:pt idx="45446">
                  <c:v>0</c:v>
                </c:pt>
                <c:pt idx="45447">
                  <c:v>0</c:v>
                </c:pt>
                <c:pt idx="45448">
                  <c:v>0</c:v>
                </c:pt>
                <c:pt idx="45449">
                  <c:v>0</c:v>
                </c:pt>
                <c:pt idx="45450">
                  <c:v>0</c:v>
                </c:pt>
                <c:pt idx="45451">
                  <c:v>0</c:v>
                </c:pt>
                <c:pt idx="45452">
                  <c:v>0</c:v>
                </c:pt>
                <c:pt idx="45453">
                  <c:v>0</c:v>
                </c:pt>
                <c:pt idx="45454">
                  <c:v>0</c:v>
                </c:pt>
                <c:pt idx="45455">
                  <c:v>0</c:v>
                </c:pt>
                <c:pt idx="45456">
                  <c:v>0</c:v>
                </c:pt>
                <c:pt idx="45457">
                  <c:v>0</c:v>
                </c:pt>
                <c:pt idx="45458">
                  <c:v>0</c:v>
                </c:pt>
                <c:pt idx="45459">
                  <c:v>0</c:v>
                </c:pt>
                <c:pt idx="45460">
                  <c:v>0</c:v>
                </c:pt>
                <c:pt idx="45461">
                  <c:v>0</c:v>
                </c:pt>
                <c:pt idx="45462">
                  <c:v>0</c:v>
                </c:pt>
                <c:pt idx="45463">
                  <c:v>0</c:v>
                </c:pt>
                <c:pt idx="45464">
                  <c:v>0</c:v>
                </c:pt>
                <c:pt idx="45465">
                  <c:v>0</c:v>
                </c:pt>
                <c:pt idx="45466">
                  <c:v>0</c:v>
                </c:pt>
                <c:pt idx="45467">
                  <c:v>0</c:v>
                </c:pt>
                <c:pt idx="45468">
                  <c:v>0</c:v>
                </c:pt>
                <c:pt idx="45469">
                  <c:v>0</c:v>
                </c:pt>
                <c:pt idx="45470">
                  <c:v>0</c:v>
                </c:pt>
                <c:pt idx="45471">
                  <c:v>0</c:v>
                </c:pt>
                <c:pt idx="45472">
                  <c:v>0</c:v>
                </c:pt>
                <c:pt idx="45473">
                  <c:v>0</c:v>
                </c:pt>
                <c:pt idx="45474">
                  <c:v>0</c:v>
                </c:pt>
                <c:pt idx="45475">
                  <c:v>0</c:v>
                </c:pt>
                <c:pt idx="45476">
                  <c:v>0</c:v>
                </c:pt>
                <c:pt idx="45477">
                  <c:v>0</c:v>
                </c:pt>
                <c:pt idx="45478">
                  <c:v>0</c:v>
                </c:pt>
                <c:pt idx="45479">
                  <c:v>0</c:v>
                </c:pt>
                <c:pt idx="45480">
                  <c:v>0</c:v>
                </c:pt>
                <c:pt idx="45481">
                  <c:v>0</c:v>
                </c:pt>
                <c:pt idx="45482">
                  <c:v>0</c:v>
                </c:pt>
                <c:pt idx="45483">
                  <c:v>0</c:v>
                </c:pt>
                <c:pt idx="45484">
                  <c:v>0</c:v>
                </c:pt>
                <c:pt idx="45485">
                  <c:v>0</c:v>
                </c:pt>
                <c:pt idx="45486">
                  <c:v>0</c:v>
                </c:pt>
                <c:pt idx="45487">
                  <c:v>0</c:v>
                </c:pt>
                <c:pt idx="45488">
                  <c:v>0</c:v>
                </c:pt>
                <c:pt idx="45489">
                  <c:v>0</c:v>
                </c:pt>
                <c:pt idx="45490">
                  <c:v>0</c:v>
                </c:pt>
                <c:pt idx="45491">
                  <c:v>0</c:v>
                </c:pt>
                <c:pt idx="45492">
                  <c:v>0</c:v>
                </c:pt>
                <c:pt idx="45493">
                  <c:v>0</c:v>
                </c:pt>
                <c:pt idx="45494">
                  <c:v>0</c:v>
                </c:pt>
                <c:pt idx="45495">
                  <c:v>0</c:v>
                </c:pt>
                <c:pt idx="45496">
                  <c:v>0</c:v>
                </c:pt>
                <c:pt idx="45497">
                  <c:v>0</c:v>
                </c:pt>
                <c:pt idx="45498">
                  <c:v>0</c:v>
                </c:pt>
                <c:pt idx="45499">
                  <c:v>0</c:v>
                </c:pt>
                <c:pt idx="45500">
                  <c:v>0</c:v>
                </c:pt>
                <c:pt idx="45501">
                  <c:v>0</c:v>
                </c:pt>
                <c:pt idx="45502">
                  <c:v>0</c:v>
                </c:pt>
                <c:pt idx="45503">
                  <c:v>0</c:v>
                </c:pt>
                <c:pt idx="45504">
                  <c:v>0</c:v>
                </c:pt>
                <c:pt idx="45505">
                  <c:v>0</c:v>
                </c:pt>
                <c:pt idx="45506">
                  <c:v>0</c:v>
                </c:pt>
                <c:pt idx="45507">
                  <c:v>0</c:v>
                </c:pt>
                <c:pt idx="45508">
                  <c:v>0</c:v>
                </c:pt>
                <c:pt idx="45509">
                  <c:v>0</c:v>
                </c:pt>
                <c:pt idx="45510">
                  <c:v>0</c:v>
                </c:pt>
                <c:pt idx="45511">
                  <c:v>0</c:v>
                </c:pt>
                <c:pt idx="45512">
                  <c:v>0</c:v>
                </c:pt>
                <c:pt idx="45513">
                  <c:v>0</c:v>
                </c:pt>
                <c:pt idx="45514">
                  <c:v>0</c:v>
                </c:pt>
                <c:pt idx="45515">
                  <c:v>0</c:v>
                </c:pt>
                <c:pt idx="45516">
                  <c:v>0</c:v>
                </c:pt>
                <c:pt idx="45517">
                  <c:v>0</c:v>
                </c:pt>
                <c:pt idx="45518">
                  <c:v>0</c:v>
                </c:pt>
                <c:pt idx="45519">
                  <c:v>0</c:v>
                </c:pt>
                <c:pt idx="45520">
                  <c:v>0</c:v>
                </c:pt>
                <c:pt idx="45521">
                  <c:v>0</c:v>
                </c:pt>
                <c:pt idx="45522">
                  <c:v>0</c:v>
                </c:pt>
                <c:pt idx="45523">
                  <c:v>0</c:v>
                </c:pt>
                <c:pt idx="45524">
                  <c:v>0</c:v>
                </c:pt>
                <c:pt idx="45525">
                  <c:v>0</c:v>
                </c:pt>
                <c:pt idx="45526">
                  <c:v>0</c:v>
                </c:pt>
                <c:pt idx="45527">
                  <c:v>0</c:v>
                </c:pt>
                <c:pt idx="45528">
                  <c:v>0</c:v>
                </c:pt>
                <c:pt idx="45529">
                  <c:v>0</c:v>
                </c:pt>
                <c:pt idx="45530">
                  <c:v>0</c:v>
                </c:pt>
                <c:pt idx="45531">
                  <c:v>0</c:v>
                </c:pt>
                <c:pt idx="45532">
                  <c:v>0</c:v>
                </c:pt>
                <c:pt idx="45533">
                  <c:v>0</c:v>
                </c:pt>
                <c:pt idx="45534">
                  <c:v>0</c:v>
                </c:pt>
                <c:pt idx="45535">
                  <c:v>0</c:v>
                </c:pt>
                <c:pt idx="45536">
                  <c:v>0</c:v>
                </c:pt>
                <c:pt idx="45537">
                  <c:v>0</c:v>
                </c:pt>
                <c:pt idx="45538">
                  <c:v>0</c:v>
                </c:pt>
                <c:pt idx="45539">
                  <c:v>0</c:v>
                </c:pt>
                <c:pt idx="45540">
                  <c:v>0</c:v>
                </c:pt>
                <c:pt idx="45541">
                  <c:v>0</c:v>
                </c:pt>
                <c:pt idx="45542">
                  <c:v>0</c:v>
                </c:pt>
                <c:pt idx="45543">
                  <c:v>0</c:v>
                </c:pt>
                <c:pt idx="45544">
                  <c:v>0</c:v>
                </c:pt>
                <c:pt idx="45545">
                  <c:v>0</c:v>
                </c:pt>
                <c:pt idx="45546">
                  <c:v>0</c:v>
                </c:pt>
                <c:pt idx="45547">
                  <c:v>0</c:v>
                </c:pt>
                <c:pt idx="45548">
                  <c:v>0</c:v>
                </c:pt>
                <c:pt idx="45549">
                  <c:v>0</c:v>
                </c:pt>
                <c:pt idx="45550">
                  <c:v>0</c:v>
                </c:pt>
                <c:pt idx="45551">
                  <c:v>0</c:v>
                </c:pt>
                <c:pt idx="45552">
                  <c:v>0</c:v>
                </c:pt>
                <c:pt idx="45553">
                  <c:v>0</c:v>
                </c:pt>
                <c:pt idx="45554">
                  <c:v>0</c:v>
                </c:pt>
                <c:pt idx="45555">
                  <c:v>0</c:v>
                </c:pt>
                <c:pt idx="45556">
                  <c:v>0</c:v>
                </c:pt>
                <c:pt idx="45557">
                  <c:v>0</c:v>
                </c:pt>
                <c:pt idx="45558">
                  <c:v>0</c:v>
                </c:pt>
                <c:pt idx="45559">
                  <c:v>0</c:v>
                </c:pt>
                <c:pt idx="45560">
                  <c:v>0</c:v>
                </c:pt>
                <c:pt idx="45561">
                  <c:v>0</c:v>
                </c:pt>
                <c:pt idx="45562">
                  <c:v>0</c:v>
                </c:pt>
                <c:pt idx="45563">
                  <c:v>0</c:v>
                </c:pt>
                <c:pt idx="45564">
                  <c:v>0</c:v>
                </c:pt>
                <c:pt idx="45565">
                  <c:v>0</c:v>
                </c:pt>
                <c:pt idx="45566">
                  <c:v>0</c:v>
                </c:pt>
                <c:pt idx="45567">
                  <c:v>0</c:v>
                </c:pt>
                <c:pt idx="45568">
                  <c:v>0</c:v>
                </c:pt>
                <c:pt idx="45569">
                  <c:v>0</c:v>
                </c:pt>
                <c:pt idx="45570">
                  <c:v>0</c:v>
                </c:pt>
                <c:pt idx="45571">
                  <c:v>0</c:v>
                </c:pt>
                <c:pt idx="45572">
                  <c:v>0</c:v>
                </c:pt>
                <c:pt idx="45573">
                  <c:v>0</c:v>
                </c:pt>
                <c:pt idx="45574">
                  <c:v>0</c:v>
                </c:pt>
                <c:pt idx="45575">
                  <c:v>0</c:v>
                </c:pt>
                <c:pt idx="45576">
                  <c:v>0</c:v>
                </c:pt>
                <c:pt idx="45577">
                  <c:v>0</c:v>
                </c:pt>
                <c:pt idx="45578">
                  <c:v>0</c:v>
                </c:pt>
                <c:pt idx="45579">
                  <c:v>0</c:v>
                </c:pt>
                <c:pt idx="45580">
                  <c:v>0</c:v>
                </c:pt>
                <c:pt idx="45581">
                  <c:v>0</c:v>
                </c:pt>
                <c:pt idx="45582">
                  <c:v>0</c:v>
                </c:pt>
                <c:pt idx="45583">
                  <c:v>0</c:v>
                </c:pt>
                <c:pt idx="45584">
                  <c:v>0</c:v>
                </c:pt>
                <c:pt idx="45585">
                  <c:v>0</c:v>
                </c:pt>
                <c:pt idx="45586">
                  <c:v>0</c:v>
                </c:pt>
                <c:pt idx="45587">
                  <c:v>0</c:v>
                </c:pt>
                <c:pt idx="45588">
                  <c:v>0</c:v>
                </c:pt>
                <c:pt idx="45589">
                  <c:v>0</c:v>
                </c:pt>
                <c:pt idx="45590">
                  <c:v>0</c:v>
                </c:pt>
                <c:pt idx="45591">
                  <c:v>0</c:v>
                </c:pt>
                <c:pt idx="45592">
                  <c:v>0</c:v>
                </c:pt>
                <c:pt idx="45593">
                  <c:v>0</c:v>
                </c:pt>
                <c:pt idx="45594">
                  <c:v>0</c:v>
                </c:pt>
                <c:pt idx="45595">
                  <c:v>0</c:v>
                </c:pt>
                <c:pt idx="45596">
                  <c:v>0</c:v>
                </c:pt>
                <c:pt idx="45597">
                  <c:v>0</c:v>
                </c:pt>
                <c:pt idx="45598">
                  <c:v>0</c:v>
                </c:pt>
                <c:pt idx="45599">
                  <c:v>0</c:v>
                </c:pt>
                <c:pt idx="45600">
                  <c:v>0</c:v>
                </c:pt>
                <c:pt idx="45601">
                  <c:v>0</c:v>
                </c:pt>
                <c:pt idx="45602">
                  <c:v>0</c:v>
                </c:pt>
                <c:pt idx="45603">
                  <c:v>0</c:v>
                </c:pt>
                <c:pt idx="45604">
                  <c:v>0</c:v>
                </c:pt>
                <c:pt idx="45605">
                  <c:v>0</c:v>
                </c:pt>
                <c:pt idx="45606">
                  <c:v>0</c:v>
                </c:pt>
                <c:pt idx="45607">
                  <c:v>0</c:v>
                </c:pt>
                <c:pt idx="45608">
                  <c:v>0</c:v>
                </c:pt>
                <c:pt idx="45609">
                  <c:v>0</c:v>
                </c:pt>
                <c:pt idx="45610">
                  <c:v>0</c:v>
                </c:pt>
                <c:pt idx="45611">
                  <c:v>0</c:v>
                </c:pt>
                <c:pt idx="45612">
                  <c:v>0</c:v>
                </c:pt>
                <c:pt idx="45613">
                  <c:v>0</c:v>
                </c:pt>
                <c:pt idx="45614">
                  <c:v>0</c:v>
                </c:pt>
                <c:pt idx="45615">
                  <c:v>0</c:v>
                </c:pt>
                <c:pt idx="45616">
                  <c:v>0</c:v>
                </c:pt>
                <c:pt idx="45617">
                  <c:v>0</c:v>
                </c:pt>
                <c:pt idx="45618">
                  <c:v>0</c:v>
                </c:pt>
                <c:pt idx="45619">
                  <c:v>0</c:v>
                </c:pt>
                <c:pt idx="45620">
                  <c:v>0</c:v>
                </c:pt>
                <c:pt idx="45621">
                  <c:v>0</c:v>
                </c:pt>
                <c:pt idx="45622">
                  <c:v>0</c:v>
                </c:pt>
                <c:pt idx="45623">
                  <c:v>0</c:v>
                </c:pt>
                <c:pt idx="45624">
                  <c:v>0</c:v>
                </c:pt>
                <c:pt idx="45625">
                  <c:v>0</c:v>
                </c:pt>
                <c:pt idx="45626">
                  <c:v>0</c:v>
                </c:pt>
                <c:pt idx="45627">
                  <c:v>0</c:v>
                </c:pt>
                <c:pt idx="45628">
                  <c:v>0</c:v>
                </c:pt>
                <c:pt idx="45629">
                  <c:v>0</c:v>
                </c:pt>
                <c:pt idx="45630">
                  <c:v>0</c:v>
                </c:pt>
                <c:pt idx="45631">
                  <c:v>0</c:v>
                </c:pt>
                <c:pt idx="45632">
                  <c:v>0</c:v>
                </c:pt>
                <c:pt idx="45633">
                  <c:v>0</c:v>
                </c:pt>
                <c:pt idx="45634">
                  <c:v>0</c:v>
                </c:pt>
                <c:pt idx="45635">
                  <c:v>0</c:v>
                </c:pt>
                <c:pt idx="45636">
                  <c:v>0</c:v>
                </c:pt>
                <c:pt idx="45637">
                  <c:v>0</c:v>
                </c:pt>
                <c:pt idx="45638">
                  <c:v>0</c:v>
                </c:pt>
                <c:pt idx="45639">
                  <c:v>0</c:v>
                </c:pt>
                <c:pt idx="45640">
                  <c:v>0</c:v>
                </c:pt>
                <c:pt idx="45641">
                  <c:v>0</c:v>
                </c:pt>
                <c:pt idx="45642">
                  <c:v>0</c:v>
                </c:pt>
                <c:pt idx="45643">
                  <c:v>0</c:v>
                </c:pt>
                <c:pt idx="45644">
                  <c:v>0</c:v>
                </c:pt>
                <c:pt idx="45645">
                  <c:v>0</c:v>
                </c:pt>
                <c:pt idx="45646">
                  <c:v>0</c:v>
                </c:pt>
                <c:pt idx="45647">
                  <c:v>0</c:v>
                </c:pt>
                <c:pt idx="45648">
                  <c:v>0</c:v>
                </c:pt>
                <c:pt idx="45649">
                  <c:v>0</c:v>
                </c:pt>
                <c:pt idx="45650">
                  <c:v>0</c:v>
                </c:pt>
                <c:pt idx="45651">
                  <c:v>0</c:v>
                </c:pt>
                <c:pt idx="45652">
                  <c:v>0</c:v>
                </c:pt>
                <c:pt idx="45653">
                  <c:v>0</c:v>
                </c:pt>
                <c:pt idx="45654">
                  <c:v>0</c:v>
                </c:pt>
                <c:pt idx="45655">
                  <c:v>0</c:v>
                </c:pt>
                <c:pt idx="45656">
                  <c:v>0</c:v>
                </c:pt>
                <c:pt idx="45657">
                  <c:v>0</c:v>
                </c:pt>
                <c:pt idx="45658">
                  <c:v>0</c:v>
                </c:pt>
                <c:pt idx="45659">
                  <c:v>0</c:v>
                </c:pt>
                <c:pt idx="45660">
                  <c:v>0</c:v>
                </c:pt>
                <c:pt idx="45661">
                  <c:v>0</c:v>
                </c:pt>
                <c:pt idx="45662">
                  <c:v>0</c:v>
                </c:pt>
                <c:pt idx="45663">
                  <c:v>0</c:v>
                </c:pt>
                <c:pt idx="45664">
                  <c:v>0</c:v>
                </c:pt>
                <c:pt idx="45665">
                  <c:v>0</c:v>
                </c:pt>
                <c:pt idx="45666">
                  <c:v>0</c:v>
                </c:pt>
                <c:pt idx="45667">
                  <c:v>0</c:v>
                </c:pt>
                <c:pt idx="45668">
                  <c:v>0</c:v>
                </c:pt>
                <c:pt idx="45669">
                  <c:v>0</c:v>
                </c:pt>
                <c:pt idx="45670">
                  <c:v>0</c:v>
                </c:pt>
                <c:pt idx="45671">
                  <c:v>0</c:v>
                </c:pt>
                <c:pt idx="45672">
                  <c:v>0</c:v>
                </c:pt>
                <c:pt idx="45673">
                  <c:v>0</c:v>
                </c:pt>
                <c:pt idx="45674">
                  <c:v>0</c:v>
                </c:pt>
                <c:pt idx="45675">
                  <c:v>0</c:v>
                </c:pt>
                <c:pt idx="45676">
                  <c:v>0</c:v>
                </c:pt>
                <c:pt idx="45677">
                  <c:v>0</c:v>
                </c:pt>
                <c:pt idx="45678">
                  <c:v>0</c:v>
                </c:pt>
                <c:pt idx="45679">
                  <c:v>0</c:v>
                </c:pt>
                <c:pt idx="45680">
                  <c:v>0</c:v>
                </c:pt>
                <c:pt idx="45681">
                  <c:v>0</c:v>
                </c:pt>
                <c:pt idx="45682">
                  <c:v>0</c:v>
                </c:pt>
                <c:pt idx="45683">
                  <c:v>0</c:v>
                </c:pt>
                <c:pt idx="45684">
                  <c:v>0</c:v>
                </c:pt>
                <c:pt idx="45685">
                  <c:v>0</c:v>
                </c:pt>
                <c:pt idx="45686">
                  <c:v>0</c:v>
                </c:pt>
                <c:pt idx="45687">
                  <c:v>0</c:v>
                </c:pt>
                <c:pt idx="45688">
                  <c:v>0</c:v>
                </c:pt>
                <c:pt idx="45689">
                  <c:v>0</c:v>
                </c:pt>
                <c:pt idx="45690">
                  <c:v>0</c:v>
                </c:pt>
                <c:pt idx="45691">
                  <c:v>0</c:v>
                </c:pt>
                <c:pt idx="45692">
                  <c:v>0</c:v>
                </c:pt>
                <c:pt idx="45693">
                  <c:v>0</c:v>
                </c:pt>
                <c:pt idx="45694">
                  <c:v>0</c:v>
                </c:pt>
                <c:pt idx="45695">
                  <c:v>0</c:v>
                </c:pt>
                <c:pt idx="45696">
                  <c:v>0</c:v>
                </c:pt>
                <c:pt idx="45697">
                  <c:v>0</c:v>
                </c:pt>
                <c:pt idx="45698">
                  <c:v>0</c:v>
                </c:pt>
                <c:pt idx="45699">
                  <c:v>0</c:v>
                </c:pt>
                <c:pt idx="45700">
                  <c:v>0</c:v>
                </c:pt>
                <c:pt idx="45701">
                  <c:v>0</c:v>
                </c:pt>
                <c:pt idx="45702">
                  <c:v>0</c:v>
                </c:pt>
                <c:pt idx="45703">
                  <c:v>0</c:v>
                </c:pt>
                <c:pt idx="45704">
                  <c:v>0</c:v>
                </c:pt>
                <c:pt idx="45705">
                  <c:v>0</c:v>
                </c:pt>
                <c:pt idx="45706">
                  <c:v>0</c:v>
                </c:pt>
                <c:pt idx="45707">
                  <c:v>0</c:v>
                </c:pt>
                <c:pt idx="45708">
                  <c:v>0</c:v>
                </c:pt>
                <c:pt idx="45709">
                  <c:v>0</c:v>
                </c:pt>
                <c:pt idx="45710">
                  <c:v>0</c:v>
                </c:pt>
                <c:pt idx="45711">
                  <c:v>0</c:v>
                </c:pt>
                <c:pt idx="45712">
                  <c:v>0</c:v>
                </c:pt>
                <c:pt idx="45713">
                  <c:v>0</c:v>
                </c:pt>
                <c:pt idx="45714">
                  <c:v>0</c:v>
                </c:pt>
                <c:pt idx="45715">
                  <c:v>0</c:v>
                </c:pt>
                <c:pt idx="45716">
                  <c:v>0</c:v>
                </c:pt>
                <c:pt idx="45717">
                  <c:v>0</c:v>
                </c:pt>
                <c:pt idx="45718">
                  <c:v>0</c:v>
                </c:pt>
                <c:pt idx="45719">
                  <c:v>0</c:v>
                </c:pt>
                <c:pt idx="45720">
                  <c:v>0</c:v>
                </c:pt>
                <c:pt idx="45721">
                  <c:v>0</c:v>
                </c:pt>
                <c:pt idx="45722">
                  <c:v>0</c:v>
                </c:pt>
                <c:pt idx="45723">
                  <c:v>0</c:v>
                </c:pt>
                <c:pt idx="45724">
                  <c:v>0</c:v>
                </c:pt>
                <c:pt idx="45725">
                  <c:v>0</c:v>
                </c:pt>
                <c:pt idx="45726">
                  <c:v>0</c:v>
                </c:pt>
                <c:pt idx="45727">
                  <c:v>0</c:v>
                </c:pt>
                <c:pt idx="45728">
                  <c:v>0</c:v>
                </c:pt>
                <c:pt idx="45729">
                  <c:v>0</c:v>
                </c:pt>
                <c:pt idx="45730">
                  <c:v>0</c:v>
                </c:pt>
                <c:pt idx="45731">
                  <c:v>0</c:v>
                </c:pt>
                <c:pt idx="45732">
                  <c:v>0</c:v>
                </c:pt>
                <c:pt idx="45733">
                  <c:v>0</c:v>
                </c:pt>
                <c:pt idx="45734">
                  <c:v>0</c:v>
                </c:pt>
                <c:pt idx="45735">
                  <c:v>0</c:v>
                </c:pt>
                <c:pt idx="45736">
                  <c:v>0</c:v>
                </c:pt>
                <c:pt idx="45737">
                  <c:v>0</c:v>
                </c:pt>
                <c:pt idx="45738">
                  <c:v>0</c:v>
                </c:pt>
                <c:pt idx="45739">
                  <c:v>0</c:v>
                </c:pt>
                <c:pt idx="45740">
                  <c:v>0</c:v>
                </c:pt>
                <c:pt idx="45741">
                  <c:v>0</c:v>
                </c:pt>
                <c:pt idx="45742">
                  <c:v>0</c:v>
                </c:pt>
                <c:pt idx="45743">
                  <c:v>0</c:v>
                </c:pt>
                <c:pt idx="45744">
                  <c:v>0</c:v>
                </c:pt>
                <c:pt idx="45745">
                  <c:v>0</c:v>
                </c:pt>
                <c:pt idx="45746">
                  <c:v>0</c:v>
                </c:pt>
                <c:pt idx="45747">
                  <c:v>0</c:v>
                </c:pt>
                <c:pt idx="45748">
                  <c:v>0</c:v>
                </c:pt>
                <c:pt idx="45749">
                  <c:v>0</c:v>
                </c:pt>
                <c:pt idx="45750">
                  <c:v>0</c:v>
                </c:pt>
                <c:pt idx="45751">
                  <c:v>0</c:v>
                </c:pt>
                <c:pt idx="45752">
                  <c:v>0</c:v>
                </c:pt>
                <c:pt idx="45753">
                  <c:v>0</c:v>
                </c:pt>
                <c:pt idx="45754">
                  <c:v>0</c:v>
                </c:pt>
                <c:pt idx="45755">
                  <c:v>0</c:v>
                </c:pt>
                <c:pt idx="45756">
                  <c:v>0</c:v>
                </c:pt>
                <c:pt idx="45757">
                  <c:v>0</c:v>
                </c:pt>
                <c:pt idx="45758">
                  <c:v>0</c:v>
                </c:pt>
                <c:pt idx="45759">
                  <c:v>0</c:v>
                </c:pt>
                <c:pt idx="45760">
                  <c:v>0</c:v>
                </c:pt>
                <c:pt idx="45761">
                  <c:v>0</c:v>
                </c:pt>
                <c:pt idx="45762">
                  <c:v>0</c:v>
                </c:pt>
                <c:pt idx="45763">
                  <c:v>0</c:v>
                </c:pt>
                <c:pt idx="45764">
                  <c:v>0</c:v>
                </c:pt>
                <c:pt idx="45765">
                  <c:v>0</c:v>
                </c:pt>
                <c:pt idx="45766">
                  <c:v>0</c:v>
                </c:pt>
                <c:pt idx="45767">
                  <c:v>0</c:v>
                </c:pt>
                <c:pt idx="45768">
                  <c:v>0</c:v>
                </c:pt>
                <c:pt idx="45769">
                  <c:v>0</c:v>
                </c:pt>
                <c:pt idx="45770">
                  <c:v>0</c:v>
                </c:pt>
                <c:pt idx="45771">
                  <c:v>0</c:v>
                </c:pt>
                <c:pt idx="45772">
                  <c:v>0</c:v>
                </c:pt>
                <c:pt idx="45773">
                  <c:v>0</c:v>
                </c:pt>
                <c:pt idx="45774">
                  <c:v>0</c:v>
                </c:pt>
                <c:pt idx="45775">
                  <c:v>0</c:v>
                </c:pt>
                <c:pt idx="45776">
                  <c:v>0</c:v>
                </c:pt>
                <c:pt idx="45777">
                  <c:v>0</c:v>
                </c:pt>
                <c:pt idx="45778">
                  <c:v>0</c:v>
                </c:pt>
                <c:pt idx="45779">
                  <c:v>0</c:v>
                </c:pt>
                <c:pt idx="45780">
                  <c:v>0</c:v>
                </c:pt>
                <c:pt idx="45781">
                  <c:v>0</c:v>
                </c:pt>
                <c:pt idx="45782">
                  <c:v>0</c:v>
                </c:pt>
                <c:pt idx="45783">
                  <c:v>0</c:v>
                </c:pt>
                <c:pt idx="45784">
                  <c:v>0</c:v>
                </c:pt>
                <c:pt idx="45785">
                  <c:v>0</c:v>
                </c:pt>
                <c:pt idx="45786">
                  <c:v>0</c:v>
                </c:pt>
                <c:pt idx="45787">
                  <c:v>0</c:v>
                </c:pt>
                <c:pt idx="45788">
                  <c:v>0</c:v>
                </c:pt>
                <c:pt idx="45789">
                  <c:v>0</c:v>
                </c:pt>
                <c:pt idx="45790">
                  <c:v>0</c:v>
                </c:pt>
                <c:pt idx="45791">
                  <c:v>0</c:v>
                </c:pt>
                <c:pt idx="45792">
                  <c:v>0</c:v>
                </c:pt>
                <c:pt idx="45793">
                  <c:v>0</c:v>
                </c:pt>
                <c:pt idx="45794">
                  <c:v>0</c:v>
                </c:pt>
                <c:pt idx="45795">
                  <c:v>0</c:v>
                </c:pt>
                <c:pt idx="45796">
                  <c:v>0</c:v>
                </c:pt>
                <c:pt idx="45797">
                  <c:v>0</c:v>
                </c:pt>
                <c:pt idx="45798">
                  <c:v>0</c:v>
                </c:pt>
                <c:pt idx="45799">
                  <c:v>0</c:v>
                </c:pt>
                <c:pt idx="45800">
                  <c:v>0</c:v>
                </c:pt>
                <c:pt idx="45801">
                  <c:v>0</c:v>
                </c:pt>
                <c:pt idx="45802">
                  <c:v>0</c:v>
                </c:pt>
                <c:pt idx="45803">
                  <c:v>0</c:v>
                </c:pt>
                <c:pt idx="45804">
                  <c:v>0</c:v>
                </c:pt>
                <c:pt idx="45805">
                  <c:v>0</c:v>
                </c:pt>
                <c:pt idx="45806">
                  <c:v>0</c:v>
                </c:pt>
                <c:pt idx="45807">
                  <c:v>0</c:v>
                </c:pt>
                <c:pt idx="45808">
                  <c:v>0</c:v>
                </c:pt>
                <c:pt idx="45809">
                  <c:v>0</c:v>
                </c:pt>
                <c:pt idx="45810">
                  <c:v>0</c:v>
                </c:pt>
                <c:pt idx="45811">
                  <c:v>0</c:v>
                </c:pt>
                <c:pt idx="45812">
                  <c:v>0</c:v>
                </c:pt>
                <c:pt idx="45813">
                  <c:v>0</c:v>
                </c:pt>
                <c:pt idx="45814">
                  <c:v>0</c:v>
                </c:pt>
                <c:pt idx="45815">
                  <c:v>0</c:v>
                </c:pt>
                <c:pt idx="45816">
                  <c:v>0</c:v>
                </c:pt>
                <c:pt idx="45817">
                  <c:v>0</c:v>
                </c:pt>
                <c:pt idx="45818">
                  <c:v>0</c:v>
                </c:pt>
                <c:pt idx="45819">
                  <c:v>0</c:v>
                </c:pt>
                <c:pt idx="45820">
                  <c:v>0</c:v>
                </c:pt>
                <c:pt idx="45821">
                  <c:v>0</c:v>
                </c:pt>
                <c:pt idx="45822">
                  <c:v>0</c:v>
                </c:pt>
                <c:pt idx="45823">
                  <c:v>0</c:v>
                </c:pt>
                <c:pt idx="45824">
                  <c:v>0</c:v>
                </c:pt>
                <c:pt idx="45825">
                  <c:v>0</c:v>
                </c:pt>
                <c:pt idx="45826">
                  <c:v>0</c:v>
                </c:pt>
                <c:pt idx="45827">
                  <c:v>0</c:v>
                </c:pt>
                <c:pt idx="45828">
                  <c:v>0</c:v>
                </c:pt>
                <c:pt idx="45829">
                  <c:v>0</c:v>
                </c:pt>
                <c:pt idx="45830">
                  <c:v>0</c:v>
                </c:pt>
                <c:pt idx="45831">
                  <c:v>0</c:v>
                </c:pt>
                <c:pt idx="45832">
                  <c:v>0</c:v>
                </c:pt>
                <c:pt idx="45833">
                  <c:v>0</c:v>
                </c:pt>
                <c:pt idx="45834">
                  <c:v>0</c:v>
                </c:pt>
                <c:pt idx="45835">
                  <c:v>0</c:v>
                </c:pt>
                <c:pt idx="45836">
                  <c:v>0</c:v>
                </c:pt>
                <c:pt idx="45837">
                  <c:v>0</c:v>
                </c:pt>
                <c:pt idx="45838">
                  <c:v>0</c:v>
                </c:pt>
                <c:pt idx="45839">
                  <c:v>0</c:v>
                </c:pt>
                <c:pt idx="45840">
                  <c:v>0</c:v>
                </c:pt>
                <c:pt idx="45841">
                  <c:v>0</c:v>
                </c:pt>
                <c:pt idx="45842">
                  <c:v>0</c:v>
                </c:pt>
                <c:pt idx="45843">
                  <c:v>0</c:v>
                </c:pt>
                <c:pt idx="45844">
                  <c:v>0</c:v>
                </c:pt>
                <c:pt idx="45845">
                  <c:v>0</c:v>
                </c:pt>
                <c:pt idx="45846">
                  <c:v>0</c:v>
                </c:pt>
                <c:pt idx="45847">
                  <c:v>0</c:v>
                </c:pt>
                <c:pt idx="45848">
                  <c:v>0</c:v>
                </c:pt>
                <c:pt idx="45849">
                  <c:v>0</c:v>
                </c:pt>
                <c:pt idx="45850">
                  <c:v>0</c:v>
                </c:pt>
                <c:pt idx="45851">
                  <c:v>0</c:v>
                </c:pt>
                <c:pt idx="45852">
                  <c:v>0</c:v>
                </c:pt>
                <c:pt idx="45853">
                  <c:v>0</c:v>
                </c:pt>
                <c:pt idx="45854">
                  <c:v>0</c:v>
                </c:pt>
                <c:pt idx="45855">
                  <c:v>0</c:v>
                </c:pt>
                <c:pt idx="45856">
                  <c:v>0</c:v>
                </c:pt>
                <c:pt idx="45857">
                  <c:v>0</c:v>
                </c:pt>
                <c:pt idx="45858">
                  <c:v>0</c:v>
                </c:pt>
                <c:pt idx="45859">
                  <c:v>0</c:v>
                </c:pt>
                <c:pt idx="45860">
                  <c:v>0</c:v>
                </c:pt>
                <c:pt idx="45861">
                  <c:v>0</c:v>
                </c:pt>
                <c:pt idx="45862">
                  <c:v>0</c:v>
                </c:pt>
                <c:pt idx="45863">
                  <c:v>0</c:v>
                </c:pt>
                <c:pt idx="45864">
                  <c:v>0</c:v>
                </c:pt>
                <c:pt idx="45865">
                  <c:v>0</c:v>
                </c:pt>
                <c:pt idx="45866">
                  <c:v>0</c:v>
                </c:pt>
                <c:pt idx="45867">
                  <c:v>0</c:v>
                </c:pt>
                <c:pt idx="45868">
                  <c:v>0</c:v>
                </c:pt>
                <c:pt idx="45869">
                  <c:v>0</c:v>
                </c:pt>
                <c:pt idx="45870">
                  <c:v>0</c:v>
                </c:pt>
                <c:pt idx="45871">
                  <c:v>0</c:v>
                </c:pt>
                <c:pt idx="45872">
                  <c:v>0</c:v>
                </c:pt>
                <c:pt idx="45873">
                  <c:v>0</c:v>
                </c:pt>
                <c:pt idx="45874">
                  <c:v>0</c:v>
                </c:pt>
                <c:pt idx="45875">
                  <c:v>0</c:v>
                </c:pt>
                <c:pt idx="45876">
                  <c:v>0</c:v>
                </c:pt>
                <c:pt idx="45877">
                  <c:v>0</c:v>
                </c:pt>
                <c:pt idx="45878">
                  <c:v>0</c:v>
                </c:pt>
                <c:pt idx="45879">
                  <c:v>0</c:v>
                </c:pt>
                <c:pt idx="45880">
                  <c:v>0</c:v>
                </c:pt>
                <c:pt idx="45881">
                  <c:v>0</c:v>
                </c:pt>
                <c:pt idx="45882">
                  <c:v>0</c:v>
                </c:pt>
                <c:pt idx="45883">
                  <c:v>0</c:v>
                </c:pt>
                <c:pt idx="45884">
                  <c:v>0</c:v>
                </c:pt>
                <c:pt idx="45885">
                  <c:v>0</c:v>
                </c:pt>
                <c:pt idx="45886">
                  <c:v>0</c:v>
                </c:pt>
                <c:pt idx="45887">
                  <c:v>0</c:v>
                </c:pt>
                <c:pt idx="45888">
                  <c:v>0</c:v>
                </c:pt>
                <c:pt idx="45889">
                  <c:v>0</c:v>
                </c:pt>
                <c:pt idx="45890">
                  <c:v>0</c:v>
                </c:pt>
                <c:pt idx="45891">
                  <c:v>0</c:v>
                </c:pt>
                <c:pt idx="45892">
                  <c:v>0</c:v>
                </c:pt>
                <c:pt idx="45893">
                  <c:v>0</c:v>
                </c:pt>
                <c:pt idx="45894">
                  <c:v>0</c:v>
                </c:pt>
                <c:pt idx="45895">
                  <c:v>0</c:v>
                </c:pt>
                <c:pt idx="45896">
                  <c:v>0</c:v>
                </c:pt>
                <c:pt idx="45897">
                  <c:v>0</c:v>
                </c:pt>
                <c:pt idx="45898">
                  <c:v>0</c:v>
                </c:pt>
                <c:pt idx="45899">
                  <c:v>0</c:v>
                </c:pt>
                <c:pt idx="45900">
                  <c:v>0</c:v>
                </c:pt>
                <c:pt idx="45901">
                  <c:v>0</c:v>
                </c:pt>
                <c:pt idx="45902">
                  <c:v>0</c:v>
                </c:pt>
                <c:pt idx="45903">
                  <c:v>0</c:v>
                </c:pt>
                <c:pt idx="45904">
                  <c:v>0</c:v>
                </c:pt>
                <c:pt idx="45905">
                  <c:v>0</c:v>
                </c:pt>
                <c:pt idx="45906">
                  <c:v>0</c:v>
                </c:pt>
                <c:pt idx="45907">
                  <c:v>0</c:v>
                </c:pt>
                <c:pt idx="45908">
                  <c:v>0</c:v>
                </c:pt>
                <c:pt idx="45909">
                  <c:v>0</c:v>
                </c:pt>
                <c:pt idx="45910">
                  <c:v>0</c:v>
                </c:pt>
                <c:pt idx="45911">
                  <c:v>0</c:v>
                </c:pt>
                <c:pt idx="45912">
                  <c:v>0</c:v>
                </c:pt>
                <c:pt idx="45913">
                  <c:v>0</c:v>
                </c:pt>
                <c:pt idx="45914">
                  <c:v>0</c:v>
                </c:pt>
                <c:pt idx="45915">
                  <c:v>0</c:v>
                </c:pt>
                <c:pt idx="45916">
                  <c:v>0</c:v>
                </c:pt>
                <c:pt idx="45917">
                  <c:v>0</c:v>
                </c:pt>
                <c:pt idx="45918">
                  <c:v>0</c:v>
                </c:pt>
                <c:pt idx="45919">
                  <c:v>0</c:v>
                </c:pt>
                <c:pt idx="45920">
                  <c:v>0</c:v>
                </c:pt>
                <c:pt idx="45921">
                  <c:v>0</c:v>
                </c:pt>
                <c:pt idx="45922">
                  <c:v>0</c:v>
                </c:pt>
                <c:pt idx="45923">
                  <c:v>0</c:v>
                </c:pt>
                <c:pt idx="45924">
                  <c:v>0</c:v>
                </c:pt>
                <c:pt idx="45925">
                  <c:v>0</c:v>
                </c:pt>
                <c:pt idx="45926">
                  <c:v>0</c:v>
                </c:pt>
                <c:pt idx="45927">
                  <c:v>0</c:v>
                </c:pt>
                <c:pt idx="45928">
                  <c:v>0</c:v>
                </c:pt>
                <c:pt idx="45929">
                  <c:v>0</c:v>
                </c:pt>
                <c:pt idx="45930">
                  <c:v>0</c:v>
                </c:pt>
                <c:pt idx="45931">
                  <c:v>0</c:v>
                </c:pt>
                <c:pt idx="45932">
                  <c:v>0</c:v>
                </c:pt>
                <c:pt idx="45933">
                  <c:v>0</c:v>
                </c:pt>
                <c:pt idx="45934">
                  <c:v>0</c:v>
                </c:pt>
                <c:pt idx="45935">
                  <c:v>0</c:v>
                </c:pt>
                <c:pt idx="45936">
                  <c:v>0</c:v>
                </c:pt>
                <c:pt idx="45937">
                  <c:v>0</c:v>
                </c:pt>
                <c:pt idx="45938">
                  <c:v>0</c:v>
                </c:pt>
                <c:pt idx="45939">
                  <c:v>0</c:v>
                </c:pt>
                <c:pt idx="45940">
                  <c:v>0</c:v>
                </c:pt>
                <c:pt idx="45941">
                  <c:v>0</c:v>
                </c:pt>
                <c:pt idx="45942">
                  <c:v>0</c:v>
                </c:pt>
                <c:pt idx="45943">
                  <c:v>0</c:v>
                </c:pt>
                <c:pt idx="45944">
                  <c:v>0</c:v>
                </c:pt>
                <c:pt idx="45945">
                  <c:v>0</c:v>
                </c:pt>
                <c:pt idx="45946">
                  <c:v>0</c:v>
                </c:pt>
                <c:pt idx="45947">
                  <c:v>0</c:v>
                </c:pt>
                <c:pt idx="45948">
                  <c:v>0</c:v>
                </c:pt>
                <c:pt idx="45949">
                  <c:v>0</c:v>
                </c:pt>
                <c:pt idx="45950">
                  <c:v>0</c:v>
                </c:pt>
                <c:pt idx="45951">
                  <c:v>0</c:v>
                </c:pt>
                <c:pt idx="45952">
                  <c:v>0</c:v>
                </c:pt>
                <c:pt idx="45953">
                  <c:v>0</c:v>
                </c:pt>
                <c:pt idx="45954">
                  <c:v>0</c:v>
                </c:pt>
                <c:pt idx="45955">
                  <c:v>0</c:v>
                </c:pt>
                <c:pt idx="45956">
                  <c:v>0</c:v>
                </c:pt>
                <c:pt idx="45957">
                  <c:v>0</c:v>
                </c:pt>
                <c:pt idx="45958">
                  <c:v>0</c:v>
                </c:pt>
                <c:pt idx="45959">
                  <c:v>0</c:v>
                </c:pt>
                <c:pt idx="45960">
                  <c:v>0</c:v>
                </c:pt>
                <c:pt idx="45961">
                  <c:v>0</c:v>
                </c:pt>
                <c:pt idx="45962">
                  <c:v>0</c:v>
                </c:pt>
                <c:pt idx="45963">
                  <c:v>0</c:v>
                </c:pt>
                <c:pt idx="45964">
                  <c:v>0</c:v>
                </c:pt>
                <c:pt idx="45965">
                  <c:v>0</c:v>
                </c:pt>
                <c:pt idx="45966">
                  <c:v>0</c:v>
                </c:pt>
                <c:pt idx="45967">
                  <c:v>0</c:v>
                </c:pt>
                <c:pt idx="45968">
                  <c:v>0</c:v>
                </c:pt>
                <c:pt idx="45969">
                  <c:v>0</c:v>
                </c:pt>
                <c:pt idx="45970">
                  <c:v>0</c:v>
                </c:pt>
                <c:pt idx="45971">
                  <c:v>0</c:v>
                </c:pt>
                <c:pt idx="45972">
                  <c:v>0</c:v>
                </c:pt>
                <c:pt idx="45973">
                  <c:v>0</c:v>
                </c:pt>
                <c:pt idx="45974">
                  <c:v>0</c:v>
                </c:pt>
                <c:pt idx="45975">
                  <c:v>0</c:v>
                </c:pt>
                <c:pt idx="45976">
                  <c:v>0</c:v>
                </c:pt>
                <c:pt idx="45977">
                  <c:v>0</c:v>
                </c:pt>
                <c:pt idx="45978">
                  <c:v>0</c:v>
                </c:pt>
                <c:pt idx="45979">
                  <c:v>0</c:v>
                </c:pt>
                <c:pt idx="45980">
                  <c:v>0</c:v>
                </c:pt>
                <c:pt idx="45981">
                  <c:v>0</c:v>
                </c:pt>
                <c:pt idx="45982">
                  <c:v>0</c:v>
                </c:pt>
                <c:pt idx="45983">
                  <c:v>0</c:v>
                </c:pt>
                <c:pt idx="45984">
                  <c:v>0</c:v>
                </c:pt>
                <c:pt idx="45985">
                  <c:v>0</c:v>
                </c:pt>
                <c:pt idx="45986">
                  <c:v>0</c:v>
                </c:pt>
                <c:pt idx="45987">
                  <c:v>0</c:v>
                </c:pt>
                <c:pt idx="45988">
                  <c:v>0</c:v>
                </c:pt>
                <c:pt idx="45989">
                  <c:v>0</c:v>
                </c:pt>
                <c:pt idx="45990">
                  <c:v>0</c:v>
                </c:pt>
                <c:pt idx="45991">
                  <c:v>0</c:v>
                </c:pt>
                <c:pt idx="45992">
                  <c:v>0</c:v>
                </c:pt>
                <c:pt idx="45993">
                  <c:v>0</c:v>
                </c:pt>
                <c:pt idx="45994">
                  <c:v>0</c:v>
                </c:pt>
                <c:pt idx="45995">
                  <c:v>0</c:v>
                </c:pt>
                <c:pt idx="45996">
                  <c:v>0</c:v>
                </c:pt>
                <c:pt idx="45997">
                  <c:v>0</c:v>
                </c:pt>
                <c:pt idx="45998">
                  <c:v>0</c:v>
                </c:pt>
                <c:pt idx="45999">
                  <c:v>0</c:v>
                </c:pt>
                <c:pt idx="46000">
                  <c:v>0</c:v>
                </c:pt>
                <c:pt idx="46001">
                  <c:v>0</c:v>
                </c:pt>
                <c:pt idx="46002">
                  <c:v>0</c:v>
                </c:pt>
                <c:pt idx="46003">
                  <c:v>0</c:v>
                </c:pt>
                <c:pt idx="46004">
                  <c:v>0</c:v>
                </c:pt>
                <c:pt idx="46005">
                  <c:v>0</c:v>
                </c:pt>
                <c:pt idx="46006">
                  <c:v>0</c:v>
                </c:pt>
                <c:pt idx="46007">
                  <c:v>0</c:v>
                </c:pt>
                <c:pt idx="46008">
                  <c:v>0</c:v>
                </c:pt>
                <c:pt idx="46009">
                  <c:v>0</c:v>
                </c:pt>
                <c:pt idx="46010">
                  <c:v>0</c:v>
                </c:pt>
                <c:pt idx="46011">
                  <c:v>0</c:v>
                </c:pt>
                <c:pt idx="46012">
                  <c:v>0</c:v>
                </c:pt>
                <c:pt idx="46013">
                  <c:v>0</c:v>
                </c:pt>
                <c:pt idx="46014">
                  <c:v>0</c:v>
                </c:pt>
                <c:pt idx="46015">
                  <c:v>0</c:v>
                </c:pt>
                <c:pt idx="46016">
                  <c:v>0</c:v>
                </c:pt>
                <c:pt idx="46017">
                  <c:v>0</c:v>
                </c:pt>
                <c:pt idx="46018">
                  <c:v>0</c:v>
                </c:pt>
                <c:pt idx="46019">
                  <c:v>0</c:v>
                </c:pt>
                <c:pt idx="46020">
                  <c:v>0</c:v>
                </c:pt>
                <c:pt idx="46021">
                  <c:v>0</c:v>
                </c:pt>
                <c:pt idx="46022">
                  <c:v>0</c:v>
                </c:pt>
                <c:pt idx="46023">
                  <c:v>0</c:v>
                </c:pt>
                <c:pt idx="46024">
                  <c:v>0</c:v>
                </c:pt>
                <c:pt idx="46025">
                  <c:v>0</c:v>
                </c:pt>
                <c:pt idx="46026">
                  <c:v>0</c:v>
                </c:pt>
                <c:pt idx="46027">
                  <c:v>0</c:v>
                </c:pt>
                <c:pt idx="46028">
                  <c:v>0</c:v>
                </c:pt>
                <c:pt idx="46029">
                  <c:v>0</c:v>
                </c:pt>
                <c:pt idx="46030">
                  <c:v>0</c:v>
                </c:pt>
                <c:pt idx="46031">
                  <c:v>0</c:v>
                </c:pt>
                <c:pt idx="46032">
                  <c:v>0</c:v>
                </c:pt>
                <c:pt idx="46033">
                  <c:v>0</c:v>
                </c:pt>
                <c:pt idx="46034">
                  <c:v>0</c:v>
                </c:pt>
                <c:pt idx="46035">
                  <c:v>0</c:v>
                </c:pt>
                <c:pt idx="46036">
                  <c:v>0</c:v>
                </c:pt>
                <c:pt idx="46037">
                  <c:v>0</c:v>
                </c:pt>
                <c:pt idx="46038">
                  <c:v>0</c:v>
                </c:pt>
                <c:pt idx="46039">
                  <c:v>0</c:v>
                </c:pt>
                <c:pt idx="46040">
                  <c:v>0</c:v>
                </c:pt>
                <c:pt idx="46041">
                  <c:v>0</c:v>
                </c:pt>
                <c:pt idx="46042">
                  <c:v>0</c:v>
                </c:pt>
                <c:pt idx="46043">
                  <c:v>0</c:v>
                </c:pt>
                <c:pt idx="46044">
                  <c:v>0</c:v>
                </c:pt>
                <c:pt idx="46045">
                  <c:v>0</c:v>
                </c:pt>
                <c:pt idx="46046">
                  <c:v>0</c:v>
                </c:pt>
                <c:pt idx="46047">
                  <c:v>0</c:v>
                </c:pt>
                <c:pt idx="46048">
                  <c:v>0</c:v>
                </c:pt>
                <c:pt idx="46049">
                  <c:v>0</c:v>
                </c:pt>
                <c:pt idx="46050">
                  <c:v>0</c:v>
                </c:pt>
                <c:pt idx="46051">
                  <c:v>0</c:v>
                </c:pt>
                <c:pt idx="46052">
                  <c:v>0</c:v>
                </c:pt>
                <c:pt idx="46053">
                  <c:v>0</c:v>
                </c:pt>
                <c:pt idx="46054">
                  <c:v>0</c:v>
                </c:pt>
                <c:pt idx="46055">
                  <c:v>0</c:v>
                </c:pt>
                <c:pt idx="46056">
                  <c:v>0</c:v>
                </c:pt>
                <c:pt idx="46057">
                  <c:v>0</c:v>
                </c:pt>
                <c:pt idx="46058">
                  <c:v>0</c:v>
                </c:pt>
                <c:pt idx="46059">
                  <c:v>0</c:v>
                </c:pt>
                <c:pt idx="46060">
                  <c:v>0</c:v>
                </c:pt>
                <c:pt idx="46061">
                  <c:v>0</c:v>
                </c:pt>
                <c:pt idx="46062">
                  <c:v>0</c:v>
                </c:pt>
                <c:pt idx="46063">
                  <c:v>0</c:v>
                </c:pt>
                <c:pt idx="46064">
                  <c:v>0</c:v>
                </c:pt>
                <c:pt idx="46065">
                  <c:v>0</c:v>
                </c:pt>
                <c:pt idx="46066">
                  <c:v>0</c:v>
                </c:pt>
                <c:pt idx="46067">
                  <c:v>0</c:v>
                </c:pt>
                <c:pt idx="46068">
                  <c:v>0</c:v>
                </c:pt>
                <c:pt idx="46069">
                  <c:v>0</c:v>
                </c:pt>
                <c:pt idx="46070">
                  <c:v>0</c:v>
                </c:pt>
                <c:pt idx="46071">
                  <c:v>0</c:v>
                </c:pt>
                <c:pt idx="46072">
                  <c:v>0</c:v>
                </c:pt>
                <c:pt idx="46073">
                  <c:v>0</c:v>
                </c:pt>
                <c:pt idx="46074">
                  <c:v>0</c:v>
                </c:pt>
                <c:pt idx="46075">
                  <c:v>0</c:v>
                </c:pt>
                <c:pt idx="46076">
                  <c:v>0</c:v>
                </c:pt>
                <c:pt idx="46077">
                  <c:v>0</c:v>
                </c:pt>
                <c:pt idx="46078">
                  <c:v>0</c:v>
                </c:pt>
                <c:pt idx="46079">
                  <c:v>0</c:v>
                </c:pt>
                <c:pt idx="46080">
                  <c:v>0</c:v>
                </c:pt>
                <c:pt idx="46081">
                  <c:v>0</c:v>
                </c:pt>
                <c:pt idx="46082">
                  <c:v>0</c:v>
                </c:pt>
                <c:pt idx="46083">
                  <c:v>0</c:v>
                </c:pt>
                <c:pt idx="46084">
                  <c:v>0</c:v>
                </c:pt>
                <c:pt idx="46085">
                  <c:v>0</c:v>
                </c:pt>
                <c:pt idx="46086">
                  <c:v>0</c:v>
                </c:pt>
                <c:pt idx="46087">
                  <c:v>0</c:v>
                </c:pt>
                <c:pt idx="46088">
                  <c:v>0</c:v>
                </c:pt>
                <c:pt idx="46089">
                  <c:v>0</c:v>
                </c:pt>
                <c:pt idx="46090">
                  <c:v>0</c:v>
                </c:pt>
                <c:pt idx="46091">
                  <c:v>0</c:v>
                </c:pt>
                <c:pt idx="46092">
                  <c:v>0</c:v>
                </c:pt>
                <c:pt idx="46093">
                  <c:v>0</c:v>
                </c:pt>
                <c:pt idx="46094">
                  <c:v>0</c:v>
                </c:pt>
                <c:pt idx="46095">
                  <c:v>0</c:v>
                </c:pt>
                <c:pt idx="46096">
                  <c:v>0</c:v>
                </c:pt>
                <c:pt idx="46097">
                  <c:v>0</c:v>
                </c:pt>
                <c:pt idx="46098">
                  <c:v>0</c:v>
                </c:pt>
                <c:pt idx="46099">
                  <c:v>0</c:v>
                </c:pt>
                <c:pt idx="46100">
                  <c:v>0</c:v>
                </c:pt>
                <c:pt idx="46101">
                  <c:v>0</c:v>
                </c:pt>
                <c:pt idx="46102">
                  <c:v>0</c:v>
                </c:pt>
                <c:pt idx="46103">
                  <c:v>0</c:v>
                </c:pt>
                <c:pt idx="46104">
                  <c:v>0</c:v>
                </c:pt>
                <c:pt idx="46105">
                  <c:v>0</c:v>
                </c:pt>
                <c:pt idx="46106">
                  <c:v>0</c:v>
                </c:pt>
                <c:pt idx="46107">
                  <c:v>0</c:v>
                </c:pt>
                <c:pt idx="46108">
                  <c:v>0</c:v>
                </c:pt>
                <c:pt idx="46109">
                  <c:v>0</c:v>
                </c:pt>
                <c:pt idx="46110">
                  <c:v>0</c:v>
                </c:pt>
                <c:pt idx="46111">
                  <c:v>0</c:v>
                </c:pt>
                <c:pt idx="46112">
                  <c:v>0</c:v>
                </c:pt>
                <c:pt idx="46113">
                  <c:v>0</c:v>
                </c:pt>
                <c:pt idx="46114">
                  <c:v>0</c:v>
                </c:pt>
                <c:pt idx="46115">
                  <c:v>0</c:v>
                </c:pt>
                <c:pt idx="46116">
                  <c:v>0</c:v>
                </c:pt>
                <c:pt idx="46117">
                  <c:v>0</c:v>
                </c:pt>
                <c:pt idx="46118">
                  <c:v>0</c:v>
                </c:pt>
                <c:pt idx="46119">
                  <c:v>0</c:v>
                </c:pt>
                <c:pt idx="46120">
                  <c:v>0</c:v>
                </c:pt>
                <c:pt idx="46121">
                  <c:v>0</c:v>
                </c:pt>
                <c:pt idx="46122">
                  <c:v>0</c:v>
                </c:pt>
                <c:pt idx="46123">
                  <c:v>0</c:v>
                </c:pt>
                <c:pt idx="46124">
                  <c:v>0</c:v>
                </c:pt>
                <c:pt idx="46125">
                  <c:v>0</c:v>
                </c:pt>
                <c:pt idx="46126">
                  <c:v>0</c:v>
                </c:pt>
                <c:pt idx="46127">
                  <c:v>0</c:v>
                </c:pt>
                <c:pt idx="46128">
                  <c:v>0</c:v>
                </c:pt>
                <c:pt idx="46129">
                  <c:v>0</c:v>
                </c:pt>
                <c:pt idx="46130">
                  <c:v>0</c:v>
                </c:pt>
                <c:pt idx="46131">
                  <c:v>0</c:v>
                </c:pt>
                <c:pt idx="46132">
                  <c:v>0</c:v>
                </c:pt>
                <c:pt idx="46133">
                  <c:v>0</c:v>
                </c:pt>
                <c:pt idx="46134">
                  <c:v>0</c:v>
                </c:pt>
                <c:pt idx="46135">
                  <c:v>0</c:v>
                </c:pt>
                <c:pt idx="46136">
                  <c:v>0</c:v>
                </c:pt>
                <c:pt idx="46137">
                  <c:v>0</c:v>
                </c:pt>
                <c:pt idx="46138">
                  <c:v>0</c:v>
                </c:pt>
                <c:pt idx="46139">
                  <c:v>0</c:v>
                </c:pt>
                <c:pt idx="46140">
                  <c:v>0</c:v>
                </c:pt>
                <c:pt idx="46141">
                  <c:v>0</c:v>
                </c:pt>
                <c:pt idx="46142">
                  <c:v>0</c:v>
                </c:pt>
                <c:pt idx="46143">
                  <c:v>0</c:v>
                </c:pt>
                <c:pt idx="46144">
                  <c:v>0</c:v>
                </c:pt>
                <c:pt idx="46145">
                  <c:v>0</c:v>
                </c:pt>
                <c:pt idx="46146">
                  <c:v>0</c:v>
                </c:pt>
                <c:pt idx="46147">
                  <c:v>0</c:v>
                </c:pt>
                <c:pt idx="46148">
                  <c:v>0</c:v>
                </c:pt>
                <c:pt idx="46149">
                  <c:v>0</c:v>
                </c:pt>
                <c:pt idx="46150">
                  <c:v>0</c:v>
                </c:pt>
                <c:pt idx="46151">
                  <c:v>0</c:v>
                </c:pt>
                <c:pt idx="46152">
                  <c:v>0</c:v>
                </c:pt>
                <c:pt idx="46153">
                  <c:v>0</c:v>
                </c:pt>
                <c:pt idx="46154">
                  <c:v>0</c:v>
                </c:pt>
                <c:pt idx="46155">
                  <c:v>0</c:v>
                </c:pt>
                <c:pt idx="46156">
                  <c:v>0</c:v>
                </c:pt>
                <c:pt idx="46157">
                  <c:v>0</c:v>
                </c:pt>
                <c:pt idx="46158">
                  <c:v>0</c:v>
                </c:pt>
                <c:pt idx="46159">
                  <c:v>0</c:v>
                </c:pt>
                <c:pt idx="46160">
                  <c:v>0</c:v>
                </c:pt>
                <c:pt idx="46161">
                  <c:v>0</c:v>
                </c:pt>
                <c:pt idx="46162">
                  <c:v>0</c:v>
                </c:pt>
                <c:pt idx="46163">
                  <c:v>0</c:v>
                </c:pt>
                <c:pt idx="46164">
                  <c:v>0</c:v>
                </c:pt>
                <c:pt idx="46165">
                  <c:v>0</c:v>
                </c:pt>
                <c:pt idx="46166">
                  <c:v>0</c:v>
                </c:pt>
                <c:pt idx="46167">
                  <c:v>0</c:v>
                </c:pt>
                <c:pt idx="46168">
                  <c:v>0</c:v>
                </c:pt>
                <c:pt idx="46169">
                  <c:v>0</c:v>
                </c:pt>
                <c:pt idx="46170">
                  <c:v>0</c:v>
                </c:pt>
                <c:pt idx="46171">
                  <c:v>0</c:v>
                </c:pt>
                <c:pt idx="46172">
                  <c:v>0</c:v>
                </c:pt>
                <c:pt idx="46173">
                  <c:v>0</c:v>
                </c:pt>
                <c:pt idx="46174">
                  <c:v>0</c:v>
                </c:pt>
                <c:pt idx="46175">
                  <c:v>0</c:v>
                </c:pt>
                <c:pt idx="46176">
                  <c:v>0</c:v>
                </c:pt>
                <c:pt idx="46177">
                  <c:v>0</c:v>
                </c:pt>
                <c:pt idx="46178">
                  <c:v>0</c:v>
                </c:pt>
                <c:pt idx="46179">
                  <c:v>0</c:v>
                </c:pt>
                <c:pt idx="46180">
                  <c:v>0</c:v>
                </c:pt>
                <c:pt idx="46181">
                  <c:v>0</c:v>
                </c:pt>
                <c:pt idx="46182">
                  <c:v>0</c:v>
                </c:pt>
                <c:pt idx="46183">
                  <c:v>0</c:v>
                </c:pt>
                <c:pt idx="46184">
                  <c:v>0</c:v>
                </c:pt>
                <c:pt idx="46185">
                  <c:v>0</c:v>
                </c:pt>
                <c:pt idx="46186">
                  <c:v>0</c:v>
                </c:pt>
                <c:pt idx="46187">
                  <c:v>0</c:v>
                </c:pt>
                <c:pt idx="46188">
                  <c:v>0</c:v>
                </c:pt>
                <c:pt idx="46189">
                  <c:v>0</c:v>
                </c:pt>
                <c:pt idx="46190">
                  <c:v>0</c:v>
                </c:pt>
                <c:pt idx="46191">
                  <c:v>0</c:v>
                </c:pt>
                <c:pt idx="46192">
                  <c:v>0</c:v>
                </c:pt>
                <c:pt idx="46193">
                  <c:v>0</c:v>
                </c:pt>
                <c:pt idx="46194">
                  <c:v>0</c:v>
                </c:pt>
                <c:pt idx="46195">
                  <c:v>0</c:v>
                </c:pt>
                <c:pt idx="46196">
                  <c:v>0</c:v>
                </c:pt>
                <c:pt idx="46197">
                  <c:v>0</c:v>
                </c:pt>
                <c:pt idx="46198">
                  <c:v>0</c:v>
                </c:pt>
                <c:pt idx="46199">
                  <c:v>0</c:v>
                </c:pt>
                <c:pt idx="46200">
                  <c:v>0</c:v>
                </c:pt>
                <c:pt idx="46201">
                  <c:v>0</c:v>
                </c:pt>
                <c:pt idx="46202">
                  <c:v>0</c:v>
                </c:pt>
                <c:pt idx="46203">
                  <c:v>0</c:v>
                </c:pt>
                <c:pt idx="46204">
                  <c:v>0</c:v>
                </c:pt>
                <c:pt idx="46205">
                  <c:v>0</c:v>
                </c:pt>
                <c:pt idx="46206">
                  <c:v>0</c:v>
                </c:pt>
                <c:pt idx="46207">
                  <c:v>0</c:v>
                </c:pt>
                <c:pt idx="46208">
                  <c:v>0</c:v>
                </c:pt>
                <c:pt idx="46209">
                  <c:v>0</c:v>
                </c:pt>
                <c:pt idx="46210">
                  <c:v>0</c:v>
                </c:pt>
                <c:pt idx="46211">
                  <c:v>0</c:v>
                </c:pt>
                <c:pt idx="46212">
                  <c:v>0</c:v>
                </c:pt>
                <c:pt idx="46213">
                  <c:v>0</c:v>
                </c:pt>
                <c:pt idx="46214">
                  <c:v>0</c:v>
                </c:pt>
                <c:pt idx="46215">
                  <c:v>0</c:v>
                </c:pt>
                <c:pt idx="46216">
                  <c:v>0</c:v>
                </c:pt>
                <c:pt idx="46217">
                  <c:v>0</c:v>
                </c:pt>
                <c:pt idx="46218">
                  <c:v>0</c:v>
                </c:pt>
                <c:pt idx="46219">
                  <c:v>0</c:v>
                </c:pt>
                <c:pt idx="46220">
                  <c:v>0</c:v>
                </c:pt>
                <c:pt idx="46221">
                  <c:v>0</c:v>
                </c:pt>
                <c:pt idx="46222">
                  <c:v>0</c:v>
                </c:pt>
                <c:pt idx="46223">
                  <c:v>0</c:v>
                </c:pt>
                <c:pt idx="46224">
                  <c:v>0</c:v>
                </c:pt>
                <c:pt idx="46225">
                  <c:v>0</c:v>
                </c:pt>
                <c:pt idx="46226">
                  <c:v>0</c:v>
                </c:pt>
                <c:pt idx="46227">
                  <c:v>0</c:v>
                </c:pt>
                <c:pt idx="46228">
                  <c:v>0</c:v>
                </c:pt>
                <c:pt idx="46229">
                  <c:v>0</c:v>
                </c:pt>
                <c:pt idx="46230">
                  <c:v>0</c:v>
                </c:pt>
                <c:pt idx="46231">
                  <c:v>0</c:v>
                </c:pt>
                <c:pt idx="46232">
                  <c:v>0</c:v>
                </c:pt>
                <c:pt idx="46233">
                  <c:v>0</c:v>
                </c:pt>
                <c:pt idx="46234">
                  <c:v>0</c:v>
                </c:pt>
                <c:pt idx="46235">
                  <c:v>0</c:v>
                </c:pt>
                <c:pt idx="46236">
                  <c:v>0</c:v>
                </c:pt>
                <c:pt idx="46237">
                  <c:v>0</c:v>
                </c:pt>
                <c:pt idx="46238">
                  <c:v>0</c:v>
                </c:pt>
                <c:pt idx="46239">
                  <c:v>0</c:v>
                </c:pt>
                <c:pt idx="46240">
                  <c:v>0</c:v>
                </c:pt>
                <c:pt idx="46241">
                  <c:v>0</c:v>
                </c:pt>
                <c:pt idx="46242">
                  <c:v>0</c:v>
                </c:pt>
                <c:pt idx="46243">
                  <c:v>0</c:v>
                </c:pt>
                <c:pt idx="46244">
                  <c:v>0</c:v>
                </c:pt>
                <c:pt idx="46245">
                  <c:v>0</c:v>
                </c:pt>
                <c:pt idx="46246">
                  <c:v>0</c:v>
                </c:pt>
                <c:pt idx="46247">
                  <c:v>0</c:v>
                </c:pt>
                <c:pt idx="46248">
                  <c:v>0</c:v>
                </c:pt>
                <c:pt idx="46249">
                  <c:v>0</c:v>
                </c:pt>
                <c:pt idx="46250">
                  <c:v>0</c:v>
                </c:pt>
                <c:pt idx="46251">
                  <c:v>0</c:v>
                </c:pt>
                <c:pt idx="46252">
                  <c:v>0</c:v>
                </c:pt>
                <c:pt idx="46253">
                  <c:v>0</c:v>
                </c:pt>
                <c:pt idx="46254">
                  <c:v>0</c:v>
                </c:pt>
                <c:pt idx="46255">
                  <c:v>0</c:v>
                </c:pt>
                <c:pt idx="46256">
                  <c:v>0</c:v>
                </c:pt>
                <c:pt idx="46257">
                  <c:v>0</c:v>
                </c:pt>
                <c:pt idx="46258">
                  <c:v>0</c:v>
                </c:pt>
                <c:pt idx="46259">
                  <c:v>0</c:v>
                </c:pt>
                <c:pt idx="46260">
                  <c:v>0</c:v>
                </c:pt>
                <c:pt idx="46261">
                  <c:v>0</c:v>
                </c:pt>
                <c:pt idx="46262">
                  <c:v>0</c:v>
                </c:pt>
                <c:pt idx="46263">
                  <c:v>0</c:v>
                </c:pt>
                <c:pt idx="46264">
                  <c:v>0</c:v>
                </c:pt>
                <c:pt idx="46265">
                  <c:v>0</c:v>
                </c:pt>
                <c:pt idx="46266">
                  <c:v>0</c:v>
                </c:pt>
                <c:pt idx="46267">
                  <c:v>0</c:v>
                </c:pt>
                <c:pt idx="46268">
                  <c:v>0</c:v>
                </c:pt>
                <c:pt idx="46269">
                  <c:v>0</c:v>
                </c:pt>
                <c:pt idx="46270">
                  <c:v>0</c:v>
                </c:pt>
                <c:pt idx="46271">
                  <c:v>0</c:v>
                </c:pt>
                <c:pt idx="46272">
                  <c:v>0</c:v>
                </c:pt>
                <c:pt idx="46273">
                  <c:v>0</c:v>
                </c:pt>
                <c:pt idx="46274">
                  <c:v>0</c:v>
                </c:pt>
                <c:pt idx="46275">
                  <c:v>0</c:v>
                </c:pt>
                <c:pt idx="46276">
                  <c:v>0</c:v>
                </c:pt>
                <c:pt idx="46277">
                  <c:v>0</c:v>
                </c:pt>
                <c:pt idx="46278">
                  <c:v>0</c:v>
                </c:pt>
                <c:pt idx="46279">
                  <c:v>0</c:v>
                </c:pt>
                <c:pt idx="46280">
                  <c:v>0</c:v>
                </c:pt>
                <c:pt idx="46281">
                  <c:v>0</c:v>
                </c:pt>
                <c:pt idx="46282">
                  <c:v>0</c:v>
                </c:pt>
                <c:pt idx="46283">
                  <c:v>0</c:v>
                </c:pt>
                <c:pt idx="46284">
                  <c:v>0</c:v>
                </c:pt>
                <c:pt idx="46285">
                  <c:v>0</c:v>
                </c:pt>
                <c:pt idx="46286">
                  <c:v>0</c:v>
                </c:pt>
                <c:pt idx="46287">
                  <c:v>0</c:v>
                </c:pt>
                <c:pt idx="46288">
                  <c:v>0</c:v>
                </c:pt>
                <c:pt idx="46289">
                  <c:v>0</c:v>
                </c:pt>
                <c:pt idx="46290">
                  <c:v>0</c:v>
                </c:pt>
                <c:pt idx="46291">
                  <c:v>0</c:v>
                </c:pt>
                <c:pt idx="46292">
                  <c:v>0</c:v>
                </c:pt>
                <c:pt idx="46293">
                  <c:v>0</c:v>
                </c:pt>
                <c:pt idx="46294">
                  <c:v>0</c:v>
                </c:pt>
                <c:pt idx="46295">
                  <c:v>0</c:v>
                </c:pt>
                <c:pt idx="46296">
                  <c:v>0</c:v>
                </c:pt>
                <c:pt idx="46297">
                  <c:v>0</c:v>
                </c:pt>
                <c:pt idx="46298">
                  <c:v>0</c:v>
                </c:pt>
                <c:pt idx="46299">
                  <c:v>0</c:v>
                </c:pt>
                <c:pt idx="46300">
                  <c:v>0</c:v>
                </c:pt>
                <c:pt idx="46301">
                  <c:v>0</c:v>
                </c:pt>
                <c:pt idx="46302">
                  <c:v>0</c:v>
                </c:pt>
                <c:pt idx="46303">
                  <c:v>0</c:v>
                </c:pt>
                <c:pt idx="46304">
                  <c:v>0</c:v>
                </c:pt>
                <c:pt idx="46305">
                  <c:v>0</c:v>
                </c:pt>
                <c:pt idx="46306">
                  <c:v>0</c:v>
                </c:pt>
                <c:pt idx="46307">
                  <c:v>0</c:v>
                </c:pt>
                <c:pt idx="46308">
                  <c:v>0</c:v>
                </c:pt>
                <c:pt idx="46309">
                  <c:v>0</c:v>
                </c:pt>
                <c:pt idx="46310">
                  <c:v>0</c:v>
                </c:pt>
                <c:pt idx="46311">
                  <c:v>0</c:v>
                </c:pt>
                <c:pt idx="46312">
                  <c:v>0</c:v>
                </c:pt>
                <c:pt idx="46313">
                  <c:v>0</c:v>
                </c:pt>
                <c:pt idx="46314">
                  <c:v>0</c:v>
                </c:pt>
                <c:pt idx="46315">
                  <c:v>0</c:v>
                </c:pt>
                <c:pt idx="46316">
                  <c:v>0</c:v>
                </c:pt>
                <c:pt idx="46317">
                  <c:v>0</c:v>
                </c:pt>
                <c:pt idx="46318">
                  <c:v>0</c:v>
                </c:pt>
                <c:pt idx="46319">
                  <c:v>0</c:v>
                </c:pt>
                <c:pt idx="46320">
                  <c:v>0</c:v>
                </c:pt>
                <c:pt idx="46321">
                  <c:v>0</c:v>
                </c:pt>
                <c:pt idx="46322">
                  <c:v>0</c:v>
                </c:pt>
                <c:pt idx="46323">
                  <c:v>0</c:v>
                </c:pt>
                <c:pt idx="46324">
                  <c:v>0</c:v>
                </c:pt>
                <c:pt idx="46325">
                  <c:v>0</c:v>
                </c:pt>
                <c:pt idx="46326">
                  <c:v>0</c:v>
                </c:pt>
                <c:pt idx="46327">
                  <c:v>0</c:v>
                </c:pt>
                <c:pt idx="46328">
                  <c:v>0</c:v>
                </c:pt>
                <c:pt idx="46329">
                  <c:v>0</c:v>
                </c:pt>
                <c:pt idx="46330">
                  <c:v>0</c:v>
                </c:pt>
                <c:pt idx="46331">
                  <c:v>0</c:v>
                </c:pt>
                <c:pt idx="46332">
                  <c:v>0</c:v>
                </c:pt>
                <c:pt idx="46333">
                  <c:v>0</c:v>
                </c:pt>
                <c:pt idx="46334">
                  <c:v>0</c:v>
                </c:pt>
                <c:pt idx="46335">
                  <c:v>0</c:v>
                </c:pt>
                <c:pt idx="46336">
                  <c:v>0</c:v>
                </c:pt>
                <c:pt idx="46337">
                  <c:v>0</c:v>
                </c:pt>
                <c:pt idx="46338">
                  <c:v>0</c:v>
                </c:pt>
                <c:pt idx="46339">
                  <c:v>0</c:v>
                </c:pt>
                <c:pt idx="46340">
                  <c:v>0</c:v>
                </c:pt>
                <c:pt idx="46341">
                  <c:v>0</c:v>
                </c:pt>
                <c:pt idx="46342">
                  <c:v>0</c:v>
                </c:pt>
                <c:pt idx="46343">
                  <c:v>0</c:v>
                </c:pt>
                <c:pt idx="46344">
                  <c:v>0</c:v>
                </c:pt>
                <c:pt idx="46345">
                  <c:v>0</c:v>
                </c:pt>
                <c:pt idx="46346">
                  <c:v>0</c:v>
                </c:pt>
                <c:pt idx="46347">
                  <c:v>0</c:v>
                </c:pt>
                <c:pt idx="46348">
                  <c:v>0</c:v>
                </c:pt>
                <c:pt idx="46349">
                  <c:v>0</c:v>
                </c:pt>
                <c:pt idx="46350">
                  <c:v>0</c:v>
                </c:pt>
                <c:pt idx="46351">
                  <c:v>0</c:v>
                </c:pt>
                <c:pt idx="46352">
                  <c:v>0</c:v>
                </c:pt>
                <c:pt idx="46353">
                  <c:v>0</c:v>
                </c:pt>
                <c:pt idx="46354">
                  <c:v>0</c:v>
                </c:pt>
                <c:pt idx="46355">
                  <c:v>0</c:v>
                </c:pt>
                <c:pt idx="46356">
                  <c:v>0</c:v>
                </c:pt>
                <c:pt idx="46357">
                  <c:v>0</c:v>
                </c:pt>
                <c:pt idx="46358">
                  <c:v>0</c:v>
                </c:pt>
                <c:pt idx="46359">
                  <c:v>0</c:v>
                </c:pt>
                <c:pt idx="46360">
                  <c:v>0</c:v>
                </c:pt>
                <c:pt idx="46361">
                  <c:v>0</c:v>
                </c:pt>
                <c:pt idx="46362">
                  <c:v>0</c:v>
                </c:pt>
                <c:pt idx="46363">
                  <c:v>0</c:v>
                </c:pt>
                <c:pt idx="46364">
                  <c:v>0</c:v>
                </c:pt>
                <c:pt idx="46365">
                  <c:v>0</c:v>
                </c:pt>
                <c:pt idx="46366">
                  <c:v>0</c:v>
                </c:pt>
                <c:pt idx="46367">
                  <c:v>0</c:v>
                </c:pt>
                <c:pt idx="46368">
                  <c:v>0</c:v>
                </c:pt>
                <c:pt idx="46369">
                  <c:v>0</c:v>
                </c:pt>
                <c:pt idx="46370">
                  <c:v>0</c:v>
                </c:pt>
                <c:pt idx="46371">
                  <c:v>0</c:v>
                </c:pt>
                <c:pt idx="46372">
                  <c:v>0</c:v>
                </c:pt>
                <c:pt idx="46373">
                  <c:v>0</c:v>
                </c:pt>
                <c:pt idx="46374">
                  <c:v>0</c:v>
                </c:pt>
                <c:pt idx="46375">
                  <c:v>0</c:v>
                </c:pt>
                <c:pt idx="46376">
                  <c:v>0</c:v>
                </c:pt>
                <c:pt idx="46377">
                  <c:v>0</c:v>
                </c:pt>
                <c:pt idx="46378">
                  <c:v>0</c:v>
                </c:pt>
                <c:pt idx="46379">
                  <c:v>0</c:v>
                </c:pt>
                <c:pt idx="46380">
                  <c:v>0</c:v>
                </c:pt>
                <c:pt idx="46381">
                  <c:v>0</c:v>
                </c:pt>
                <c:pt idx="46382">
                  <c:v>0</c:v>
                </c:pt>
                <c:pt idx="46383">
                  <c:v>0</c:v>
                </c:pt>
                <c:pt idx="46384">
                  <c:v>0</c:v>
                </c:pt>
                <c:pt idx="46385">
                  <c:v>0</c:v>
                </c:pt>
                <c:pt idx="46386">
                  <c:v>0</c:v>
                </c:pt>
                <c:pt idx="46387">
                  <c:v>0</c:v>
                </c:pt>
                <c:pt idx="46388">
                  <c:v>0</c:v>
                </c:pt>
                <c:pt idx="46389">
                  <c:v>0</c:v>
                </c:pt>
                <c:pt idx="46390">
                  <c:v>0</c:v>
                </c:pt>
                <c:pt idx="46391">
                  <c:v>0</c:v>
                </c:pt>
                <c:pt idx="46392">
                  <c:v>0</c:v>
                </c:pt>
                <c:pt idx="46393">
                  <c:v>0</c:v>
                </c:pt>
                <c:pt idx="46394">
                  <c:v>0</c:v>
                </c:pt>
                <c:pt idx="46395">
                  <c:v>0</c:v>
                </c:pt>
                <c:pt idx="46396">
                  <c:v>0</c:v>
                </c:pt>
                <c:pt idx="46397">
                  <c:v>0</c:v>
                </c:pt>
                <c:pt idx="46398">
                  <c:v>0</c:v>
                </c:pt>
                <c:pt idx="46399">
                  <c:v>0</c:v>
                </c:pt>
                <c:pt idx="46400">
                  <c:v>0</c:v>
                </c:pt>
                <c:pt idx="46401">
                  <c:v>0</c:v>
                </c:pt>
                <c:pt idx="46402">
                  <c:v>0</c:v>
                </c:pt>
                <c:pt idx="46403">
                  <c:v>0</c:v>
                </c:pt>
                <c:pt idx="46404">
                  <c:v>0</c:v>
                </c:pt>
                <c:pt idx="46405">
                  <c:v>0</c:v>
                </c:pt>
                <c:pt idx="46406">
                  <c:v>0</c:v>
                </c:pt>
                <c:pt idx="46407">
                  <c:v>0</c:v>
                </c:pt>
                <c:pt idx="46408">
                  <c:v>0</c:v>
                </c:pt>
                <c:pt idx="46409">
                  <c:v>0</c:v>
                </c:pt>
                <c:pt idx="46410">
                  <c:v>0</c:v>
                </c:pt>
                <c:pt idx="46411">
                  <c:v>0</c:v>
                </c:pt>
                <c:pt idx="46412">
                  <c:v>0</c:v>
                </c:pt>
                <c:pt idx="46413">
                  <c:v>0</c:v>
                </c:pt>
                <c:pt idx="46414">
                  <c:v>0</c:v>
                </c:pt>
                <c:pt idx="46415">
                  <c:v>0</c:v>
                </c:pt>
                <c:pt idx="46416">
                  <c:v>0</c:v>
                </c:pt>
                <c:pt idx="46417">
                  <c:v>0</c:v>
                </c:pt>
                <c:pt idx="46418">
                  <c:v>0</c:v>
                </c:pt>
                <c:pt idx="46419">
                  <c:v>0</c:v>
                </c:pt>
                <c:pt idx="46420">
                  <c:v>0</c:v>
                </c:pt>
                <c:pt idx="46421">
                  <c:v>0</c:v>
                </c:pt>
                <c:pt idx="46422">
                  <c:v>0</c:v>
                </c:pt>
                <c:pt idx="46423">
                  <c:v>0</c:v>
                </c:pt>
                <c:pt idx="46424">
                  <c:v>0</c:v>
                </c:pt>
                <c:pt idx="46425">
                  <c:v>0</c:v>
                </c:pt>
                <c:pt idx="46426">
                  <c:v>0</c:v>
                </c:pt>
                <c:pt idx="46427">
                  <c:v>0</c:v>
                </c:pt>
                <c:pt idx="46428">
                  <c:v>0</c:v>
                </c:pt>
                <c:pt idx="46429">
                  <c:v>0</c:v>
                </c:pt>
                <c:pt idx="46430">
                  <c:v>0</c:v>
                </c:pt>
                <c:pt idx="46431">
                  <c:v>0</c:v>
                </c:pt>
                <c:pt idx="46432">
                  <c:v>0</c:v>
                </c:pt>
                <c:pt idx="46433">
                  <c:v>0</c:v>
                </c:pt>
                <c:pt idx="46434">
                  <c:v>0</c:v>
                </c:pt>
                <c:pt idx="46435">
                  <c:v>0</c:v>
                </c:pt>
                <c:pt idx="46436">
                  <c:v>0</c:v>
                </c:pt>
                <c:pt idx="46437">
                  <c:v>0</c:v>
                </c:pt>
                <c:pt idx="46438">
                  <c:v>0</c:v>
                </c:pt>
                <c:pt idx="46439">
                  <c:v>0</c:v>
                </c:pt>
                <c:pt idx="46440">
                  <c:v>0</c:v>
                </c:pt>
                <c:pt idx="46441">
                  <c:v>0</c:v>
                </c:pt>
                <c:pt idx="46442">
                  <c:v>0</c:v>
                </c:pt>
                <c:pt idx="46443">
                  <c:v>0</c:v>
                </c:pt>
                <c:pt idx="46444">
                  <c:v>0</c:v>
                </c:pt>
                <c:pt idx="46445">
                  <c:v>0</c:v>
                </c:pt>
                <c:pt idx="46446">
                  <c:v>0</c:v>
                </c:pt>
                <c:pt idx="46447">
                  <c:v>0</c:v>
                </c:pt>
                <c:pt idx="46448">
                  <c:v>0</c:v>
                </c:pt>
                <c:pt idx="46449">
                  <c:v>0</c:v>
                </c:pt>
                <c:pt idx="46450">
                  <c:v>0</c:v>
                </c:pt>
                <c:pt idx="46451">
                  <c:v>0</c:v>
                </c:pt>
                <c:pt idx="46452">
                  <c:v>0</c:v>
                </c:pt>
                <c:pt idx="46453">
                  <c:v>0</c:v>
                </c:pt>
                <c:pt idx="46454">
                  <c:v>0</c:v>
                </c:pt>
                <c:pt idx="46455">
                  <c:v>0</c:v>
                </c:pt>
                <c:pt idx="46456">
                  <c:v>0</c:v>
                </c:pt>
                <c:pt idx="46457">
                  <c:v>0</c:v>
                </c:pt>
                <c:pt idx="46458">
                  <c:v>0</c:v>
                </c:pt>
                <c:pt idx="46459">
                  <c:v>0</c:v>
                </c:pt>
                <c:pt idx="46460">
                  <c:v>0</c:v>
                </c:pt>
                <c:pt idx="46461">
                  <c:v>0</c:v>
                </c:pt>
                <c:pt idx="46462">
                  <c:v>0</c:v>
                </c:pt>
                <c:pt idx="46463">
                  <c:v>0</c:v>
                </c:pt>
                <c:pt idx="46464">
                  <c:v>0</c:v>
                </c:pt>
                <c:pt idx="46465">
                  <c:v>0</c:v>
                </c:pt>
                <c:pt idx="46466">
                  <c:v>0</c:v>
                </c:pt>
                <c:pt idx="46467">
                  <c:v>0</c:v>
                </c:pt>
                <c:pt idx="46468">
                  <c:v>0</c:v>
                </c:pt>
                <c:pt idx="46469">
                  <c:v>0</c:v>
                </c:pt>
                <c:pt idx="46470">
                  <c:v>0</c:v>
                </c:pt>
                <c:pt idx="46471">
                  <c:v>0</c:v>
                </c:pt>
                <c:pt idx="46472">
                  <c:v>0</c:v>
                </c:pt>
                <c:pt idx="46473">
                  <c:v>0</c:v>
                </c:pt>
                <c:pt idx="46474">
                  <c:v>0</c:v>
                </c:pt>
                <c:pt idx="46475">
                  <c:v>0</c:v>
                </c:pt>
                <c:pt idx="46476">
                  <c:v>0</c:v>
                </c:pt>
                <c:pt idx="46477">
                  <c:v>0</c:v>
                </c:pt>
                <c:pt idx="46478">
                  <c:v>0</c:v>
                </c:pt>
                <c:pt idx="46479">
                  <c:v>0</c:v>
                </c:pt>
                <c:pt idx="46480">
                  <c:v>0</c:v>
                </c:pt>
                <c:pt idx="46481">
                  <c:v>0</c:v>
                </c:pt>
                <c:pt idx="46482">
                  <c:v>0</c:v>
                </c:pt>
                <c:pt idx="46483">
                  <c:v>0</c:v>
                </c:pt>
                <c:pt idx="46484">
                  <c:v>0</c:v>
                </c:pt>
                <c:pt idx="46485">
                  <c:v>0</c:v>
                </c:pt>
                <c:pt idx="46486">
                  <c:v>0</c:v>
                </c:pt>
                <c:pt idx="46487">
                  <c:v>0</c:v>
                </c:pt>
                <c:pt idx="46488">
                  <c:v>0</c:v>
                </c:pt>
                <c:pt idx="46489">
                  <c:v>0</c:v>
                </c:pt>
                <c:pt idx="46490">
                  <c:v>0</c:v>
                </c:pt>
                <c:pt idx="46491">
                  <c:v>0</c:v>
                </c:pt>
                <c:pt idx="46492">
                  <c:v>0</c:v>
                </c:pt>
                <c:pt idx="46493">
                  <c:v>0</c:v>
                </c:pt>
                <c:pt idx="46494">
                  <c:v>0</c:v>
                </c:pt>
                <c:pt idx="46495">
                  <c:v>0</c:v>
                </c:pt>
                <c:pt idx="46496">
                  <c:v>0</c:v>
                </c:pt>
                <c:pt idx="46497">
                  <c:v>0</c:v>
                </c:pt>
                <c:pt idx="46498">
                  <c:v>0</c:v>
                </c:pt>
                <c:pt idx="46499">
                  <c:v>0</c:v>
                </c:pt>
                <c:pt idx="46500">
                  <c:v>0</c:v>
                </c:pt>
                <c:pt idx="46501">
                  <c:v>0</c:v>
                </c:pt>
                <c:pt idx="46502">
                  <c:v>0</c:v>
                </c:pt>
                <c:pt idx="46503">
                  <c:v>0</c:v>
                </c:pt>
                <c:pt idx="46504">
                  <c:v>0</c:v>
                </c:pt>
                <c:pt idx="46505">
                  <c:v>0</c:v>
                </c:pt>
                <c:pt idx="46506">
                  <c:v>0</c:v>
                </c:pt>
                <c:pt idx="46507">
                  <c:v>0</c:v>
                </c:pt>
                <c:pt idx="46508">
                  <c:v>0</c:v>
                </c:pt>
                <c:pt idx="46509">
                  <c:v>0</c:v>
                </c:pt>
                <c:pt idx="46510">
                  <c:v>0</c:v>
                </c:pt>
                <c:pt idx="46511">
                  <c:v>0</c:v>
                </c:pt>
                <c:pt idx="46512">
                  <c:v>0</c:v>
                </c:pt>
                <c:pt idx="46513">
                  <c:v>0</c:v>
                </c:pt>
                <c:pt idx="46514">
                  <c:v>0</c:v>
                </c:pt>
                <c:pt idx="46515">
                  <c:v>0</c:v>
                </c:pt>
                <c:pt idx="46516">
                  <c:v>0</c:v>
                </c:pt>
                <c:pt idx="46517">
                  <c:v>0</c:v>
                </c:pt>
                <c:pt idx="46518">
                  <c:v>0</c:v>
                </c:pt>
                <c:pt idx="46519">
                  <c:v>0</c:v>
                </c:pt>
                <c:pt idx="46520">
                  <c:v>0</c:v>
                </c:pt>
                <c:pt idx="46521">
                  <c:v>0</c:v>
                </c:pt>
                <c:pt idx="46522">
                  <c:v>0</c:v>
                </c:pt>
                <c:pt idx="46523">
                  <c:v>0</c:v>
                </c:pt>
                <c:pt idx="46524">
                  <c:v>0</c:v>
                </c:pt>
                <c:pt idx="46525">
                  <c:v>0</c:v>
                </c:pt>
                <c:pt idx="46526">
                  <c:v>0</c:v>
                </c:pt>
                <c:pt idx="46527">
                  <c:v>0</c:v>
                </c:pt>
                <c:pt idx="46528">
                  <c:v>0</c:v>
                </c:pt>
                <c:pt idx="46529">
                  <c:v>0</c:v>
                </c:pt>
                <c:pt idx="46530">
                  <c:v>0</c:v>
                </c:pt>
                <c:pt idx="46531">
                  <c:v>0</c:v>
                </c:pt>
                <c:pt idx="46532">
                  <c:v>0</c:v>
                </c:pt>
                <c:pt idx="46533">
                  <c:v>0</c:v>
                </c:pt>
                <c:pt idx="46534">
                  <c:v>0</c:v>
                </c:pt>
                <c:pt idx="46535">
                  <c:v>0</c:v>
                </c:pt>
                <c:pt idx="46536">
                  <c:v>0</c:v>
                </c:pt>
                <c:pt idx="46537">
                  <c:v>0</c:v>
                </c:pt>
                <c:pt idx="46538">
                  <c:v>0</c:v>
                </c:pt>
                <c:pt idx="46539">
                  <c:v>0</c:v>
                </c:pt>
                <c:pt idx="46540">
                  <c:v>0</c:v>
                </c:pt>
                <c:pt idx="46541">
                  <c:v>0</c:v>
                </c:pt>
                <c:pt idx="46542">
                  <c:v>0</c:v>
                </c:pt>
                <c:pt idx="46543">
                  <c:v>0</c:v>
                </c:pt>
                <c:pt idx="46544">
                  <c:v>0</c:v>
                </c:pt>
                <c:pt idx="46545">
                  <c:v>0</c:v>
                </c:pt>
                <c:pt idx="46546">
                  <c:v>0</c:v>
                </c:pt>
                <c:pt idx="46547">
                  <c:v>0</c:v>
                </c:pt>
                <c:pt idx="46548">
                  <c:v>0</c:v>
                </c:pt>
                <c:pt idx="46549">
                  <c:v>0</c:v>
                </c:pt>
                <c:pt idx="46550">
                  <c:v>0</c:v>
                </c:pt>
                <c:pt idx="46551">
                  <c:v>0</c:v>
                </c:pt>
                <c:pt idx="46552">
                  <c:v>0</c:v>
                </c:pt>
                <c:pt idx="46553">
                  <c:v>0</c:v>
                </c:pt>
                <c:pt idx="46554">
                  <c:v>0</c:v>
                </c:pt>
                <c:pt idx="46555">
                  <c:v>0</c:v>
                </c:pt>
                <c:pt idx="46556">
                  <c:v>0</c:v>
                </c:pt>
                <c:pt idx="46557">
                  <c:v>0</c:v>
                </c:pt>
                <c:pt idx="46558">
                  <c:v>0</c:v>
                </c:pt>
                <c:pt idx="46559">
                  <c:v>0</c:v>
                </c:pt>
                <c:pt idx="46560">
                  <c:v>0</c:v>
                </c:pt>
                <c:pt idx="46561">
                  <c:v>0</c:v>
                </c:pt>
                <c:pt idx="46562">
                  <c:v>0</c:v>
                </c:pt>
                <c:pt idx="46563">
                  <c:v>0</c:v>
                </c:pt>
                <c:pt idx="46564">
                  <c:v>0</c:v>
                </c:pt>
                <c:pt idx="46565">
                  <c:v>0</c:v>
                </c:pt>
                <c:pt idx="46566">
                  <c:v>0</c:v>
                </c:pt>
                <c:pt idx="46567">
                  <c:v>0</c:v>
                </c:pt>
                <c:pt idx="46568">
                  <c:v>0</c:v>
                </c:pt>
                <c:pt idx="46569">
                  <c:v>0</c:v>
                </c:pt>
                <c:pt idx="46570">
                  <c:v>0</c:v>
                </c:pt>
                <c:pt idx="46571">
                  <c:v>0</c:v>
                </c:pt>
                <c:pt idx="46572">
                  <c:v>0</c:v>
                </c:pt>
                <c:pt idx="46573">
                  <c:v>0</c:v>
                </c:pt>
                <c:pt idx="46574">
                  <c:v>0</c:v>
                </c:pt>
                <c:pt idx="46575">
                  <c:v>0</c:v>
                </c:pt>
                <c:pt idx="46576">
                  <c:v>0</c:v>
                </c:pt>
                <c:pt idx="46577">
                  <c:v>0</c:v>
                </c:pt>
                <c:pt idx="46578">
                  <c:v>0</c:v>
                </c:pt>
                <c:pt idx="46579">
                  <c:v>0</c:v>
                </c:pt>
                <c:pt idx="46580">
                  <c:v>0</c:v>
                </c:pt>
                <c:pt idx="46581">
                  <c:v>0</c:v>
                </c:pt>
                <c:pt idx="46582">
                  <c:v>0</c:v>
                </c:pt>
                <c:pt idx="46583">
                  <c:v>0</c:v>
                </c:pt>
                <c:pt idx="46584">
                  <c:v>0</c:v>
                </c:pt>
                <c:pt idx="46585">
                  <c:v>0</c:v>
                </c:pt>
                <c:pt idx="46586">
                  <c:v>0</c:v>
                </c:pt>
                <c:pt idx="46587">
                  <c:v>0</c:v>
                </c:pt>
                <c:pt idx="46588">
                  <c:v>0</c:v>
                </c:pt>
                <c:pt idx="46589">
                  <c:v>0</c:v>
                </c:pt>
                <c:pt idx="46590">
                  <c:v>0</c:v>
                </c:pt>
                <c:pt idx="46591">
                  <c:v>0</c:v>
                </c:pt>
                <c:pt idx="46592">
                  <c:v>0</c:v>
                </c:pt>
                <c:pt idx="46593">
                  <c:v>0</c:v>
                </c:pt>
                <c:pt idx="46594">
                  <c:v>0</c:v>
                </c:pt>
                <c:pt idx="46595">
                  <c:v>0</c:v>
                </c:pt>
                <c:pt idx="46596">
                  <c:v>0</c:v>
                </c:pt>
                <c:pt idx="46597">
                  <c:v>0</c:v>
                </c:pt>
                <c:pt idx="46598">
                  <c:v>0</c:v>
                </c:pt>
                <c:pt idx="46599">
                  <c:v>0</c:v>
                </c:pt>
                <c:pt idx="46600">
                  <c:v>0</c:v>
                </c:pt>
                <c:pt idx="46601">
                  <c:v>0</c:v>
                </c:pt>
                <c:pt idx="46602">
                  <c:v>0</c:v>
                </c:pt>
                <c:pt idx="46603">
                  <c:v>0</c:v>
                </c:pt>
                <c:pt idx="46604">
                  <c:v>0</c:v>
                </c:pt>
                <c:pt idx="46605">
                  <c:v>0</c:v>
                </c:pt>
                <c:pt idx="46606">
                  <c:v>0</c:v>
                </c:pt>
                <c:pt idx="46607">
                  <c:v>0</c:v>
                </c:pt>
                <c:pt idx="46608">
                  <c:v>0</c:v>
                </c:pt>
                <c:pt idx="46609">
                  <c:v>0</c:v>
                </c:pt>
                <c:pt idx="46610">
                  <c:v>0</c:v>
                </c:pt>
                <c:pt idx="46611">
                  <c:v>0</c:v>
                </c:pt>
                <c:pt idx="46612">
                  <c:v>0</c:v>
                </c:pt>
                <c:pt idx="46613">
                  <c:v>0</c:v>
                </c:pt>
                <c:pt idx="46614">
                  <c:v>0</c:v>
                </c:pt>
                <c:pt idx="46615">
                  <c:v>0</c:v>
                </c:pt>
                <c:pt idx="46616">
                  <c:v>0</c:v>
                </c:pt>
                <c:pt idx="46617">
                  <c:v>0</c:v>
                </c:pt>
                <c:pt idx="46618">
                  <c:v>0</c:v>
                </c:pt>
                <c:pt idx="46619">
                  <c:v>0</c:v>
                </c:pt>
                <c:pt idx="46620">
                  <c:v>0</c:v>
                </c:pt>
                <c:pt idx="46621">
                  <c:v>0</c:v>
                </c:pt>
                <c:pt idx="46622">
                  <c:v>0</c:v>
                </c:pt>
                <c:pt idx="46623">
                  <c:v>0</c:v>
                </c:pt>
                <c:pt idx="46624">
                  <c:v>0</c:v>
                </c:pt>
                <c:pt idx="46625">
                  <c:v>0</c:v>
                </c:pt>
                <c:pt idx="46626">
                  <c:v>0</c:v>
                </c:pt>
                <c:pt idx="46627">
                  <c:v>0</c:v>
                </c:pt>
                <c:pt idx="46628">
                  <c:v>0</c:v>
                </c:pt>
                <c:pt idx="46629">
                  <c:v>0</c:v>
                </c:pt>
                <c:pt idx="46630">
                  <c:v>0</c:v>
                </c:pt>
                <c:pt idx="46631">
                  <c:v>0</c:v>
                </c:pt>
                <c:pt idx="46632">
                  <c:v>0</c:v>
                </c:pt>
                <c:pt idx="46633">
                  <c:v>0</c:v>
                </c:pt>
                <c:pt idx="46634">
                  <c:v>0</c:v>
                </c:pt>
                <c:pt idx="46635">
                  <c:v>0</c:v>
                </c:pt>
                <c:pt idx="46636">
                  <c:v>0</c:v>
                </c:pt>
                <c:pt idx="46637">
                  <c:v>0</c:v>
                </c:pt>
                <c:pt idx="46638">
                  <c:v>0</c:v>
                </c:pt>
                <c:pt idx="46639">
                  <c:v>0</c:v>
                </c:pt>
                <c:pt idx="46640">
                  <c:v>0</c:v>
                </c:pt>
                <c:pt idx="46641">
                  <c:v>0</c:v>
                </c:pt>
                <c:pt idx="46642">
                  <c:v>0</c:v>
                </c:pt>
                <c:pt idx="46643">
                  <c:v>0</c:v>
                </c:pt>
                <c:pt idx="46644">
                  <c:v>0</c:v>
                </c:pt>
                <c:pt idx="46645">
                  <c:v>0</c:v>
                </c:pt>
                <c:pt idx="46646">
                  <c:v>0</c:v>
                </c:pt>
                <c:pt idx="46647">
                  <c:v>0</c:v>
                </c:pt>
                <c:pt idx="46648">
                  <c:v>0</c:v>
                </c:pt>
                <c:pt idx="46649">
                  <c:v>0</c:v>
                </c:pt>
                <c:pt idx="46650">
                  <c:v>0</c:v>
                </c:pt>
                <c:pt idx="46651">
                  <c:v>0</c:v>
                </c:pt>
                <c:pt idx="46652">
                  <c:v>0</c:v>
                </c:pt>
                <c:pt idx="46653">
                  <c:v>0</c:v>
                </c:pt>
                <c:pt idx="46654">
                  <c:v>0</c:v>
                </c:pt>
                <c:pt idx="46655">
                  <c:v>0</c:v>
                </c:pt>
                <c:pt idx="46656">
                  <c:v>0</c:v>
                </c:pt>
                <c:pt idx="46657">
                  <c:v>0</c:v>
                </c:pt>
                <c:pt idx="46658">
                  <c:v>0</c:v>
                </c:pt>
                <c:pt idx="46659">
                  <c:v>0</c:v>
                </c:pt>
                <c:pt idx="46660">
                  <c:v>0</c:v>
                </c:pt>
                <c:pt idx="46661">
                  <c:v>0</c:v>
                </c:pt>
                <c:pt idx="46662">
                  <c:v>0</c:v>
                </c:pt>
                <c:pt idx="46663">
                  <c:v>0</c:v>
                </c:pt>
                <c:pt idx="46664">
                  <c:v>0</c:v>
                </c:pt>
                <c:pt idx="46665">
                  <c:v>0</c:v>
                </c:pt>
                <c:pt idx="46666">
                  <c:v>0</c:v>
                </c:pt>
                <c:pt idx="46667">
                  <c:v>0</c:v>
                </c:pt>
                <c:pt idx="46668">
                  <c:v>0</c:v>
                </c:pt>
                <c:pt idx="46669">
                  <c:v>0</c:v>
                </c:pt>
                <c:pt idx="46670">
                  <c:v>0</c:v>
                </c:pt>
                <c:pt idx="46671">
                  <c:v>0</c:v>
                </c:pt>
                <c:pt idx="46672">
                  <c:v>0</c:v>
                </c:pt>
                <c:pt idx="46673">
                  <c:v>0</c:v>
                </c:pt>
                <c:pt idx="46674">
                  <c:v>0</c:v>
                </c:pt>
                <c:pt idx="46675">
                  <c:v>0</c:v>
                </c:pt>
                <c:pt idx="46676">
                  <c:v>0</c:v>
                </c:pt>
                <c:pt idx="46677">
                  <c:v>0</c:v>
                </c:pt>
                <c:pt idx="46678">
                  <c:v>0</c:v>
                </c:pt>
                <c:pt idx="46679">
                  <c:v>0</c:v>
                </c:pt>
                <c:pt idx="46680">
                  <c:v>0</c:v>
                </c:pt>
                <c:pt idx="46681">
                  <c:v>0</c:v>
                </c:pt>
                <c:pt idx="46682">
                  <c:v>0</c:v>
                </c:pt>
                <c:pt idx="46683">
                  <c:v>0</c:v>
                </c:pt>
                <c:pt idx="46684">
                  <c:v>0</c:v>
                </c:pt>
                <c:pt idx="46685">
                  <c:v>0</c:v>
                </c:pt>
                <c:pt idx="46686">
                  <c:v>0</c:v>
                </c:pt>
                <c:pt idx="46687">
                  <c:v>0</c:v>
                </c:pt>
                <c:pt idx="46688">
                  <c:v>0</c:v>
                </c:pt>
                <c:pt idx="46689">
                  <c:v>0</c:v>
                </c:pt>
                <c:pt idx="46690">
                  <c:v>0</c:v>
                </c:pt>
                <c:pt idx="46691">
                  <c:v>0</c:v>
                </c:pt>
                <c:pt idx="46692">
                  <c:v>0</c:v>
                </c:pt>
                <c:pt idx="46693">
                  <c:v>0</c:v>
                </c:pt>
                <c:pt idx="46694">
                  <c:v>0</c:v>
                </c:pt>
                <c:pt idx="46695">
                  <c:v>0</c:v>
                </c:pt>
                <c:pt idx="46696">
                  <c:v>0</c:v>
                </c:pt>
                <c:pt idx="46697">
                  <c:v>0</c:v>
                </c:pt>
                <c:pt idx="46698">
                  <c:v>0</c:v>
                </c:pt>
                <c:pt idx="46699">
                  <c:v>0</c:v>
                </c:pt>
                <c:pt idx="46700">
                  <c:v>0</c:v>
                </c:pt>
                <c:pt idx="46701">
                  <c:v>0</c:v>
                </c:pt>
                <c:pt idx="46702">
                  <c:v>0</c:v>
                </c:pt>
                <c:pt idx="46703">
                  <c:v>0</c:v>
                </c:pt>
                <c:pt idx="46704">
                  <c:v>0</c:v>
                </c:pt>
                <c:pt idx="46705">
                  <c:v>0</c:v>
                </c:pt>
                <c:pt idx="46706">
                  <c:v>0</c:v>
                </c:pt>
                <c:pt idx="46707">
                  <c:v>0</c:v>
                </c:pt>
                <c:pt idx="46708">
                  <c:v>0</c:v>
                </c:pt>
                <c:pt idx="46709">
                  <c:v>0</c:v>
                </c:pt>
                <c:pt idx="46710">
                  <c:v>0</c:v>
                </c:pt>
                <c:pt idx="46711">
                  <c:v>0</c:v>
                </c:pt>
                <c:pt idx="46712">
                  <c:v>0</c:v>
                </c:pt>
                <c:pt idx="46713">
                  <c:v>0</c:v>
                </c:pt>
                <c:pt idx="46714">
                  <c:v>0</c:v>
                </c:pt>
                <c:pt idx="46715">
                  <c:v>0</c:v>
                </c:pt>
                <c:pt idx="46716">
                  <c:v>0</c:v>
                </c:pt>
                <c:pt idx="46717">
                  <c:v>0</c:v>
                </c:pt>
                <c:pt idx="46718">
                  <c:v>0</c:v>
                </c:pt>
                <c:pt idx="46719">
                  <c:v>0</c:v>
                </c:pt>
                <c:pt idx="46720">
                  <c:v>0</c:v>
                </c:pt>
                <c:pt idx="46721">
                  <c:v>0</c:v>
                </c:pt>
                <c:pt idx="46722">
                  <c:v>0</c:v>
                </c:pt>
                <c:pt idx="46723">
                  <c:v>0</c:v>
                </c:pt>
                <c:pt idx="46724">
                  <c:v>0</c:v>
                </c:pt>
                <c:pt idx="46725">
                  <c:v>0</c:v>
                </c:pt>
                <c:pt idx="46726">
                  <c:v>0</c:v>
                </c:pt>
                <c:pt idx="46727">
                  <c:v>0</c:v>
                </c:pt>
                <c:pt idx="46728">
                  <c:v>0</c:v>
                </c:pt>
                <c:pt idx="46729">
                  <c:v>0</c:v>
                </c:pt>
                <c:pt idx="46730">
                  <c:v>0</c:v>
                </c:pt>
                <c:pt idx="46731">
                  <c:v>0</c:v>
                </c:pt>
                <c:pt idx="46732">
                  <c:v>0</c:v>
                </c:pt>
                <c:pt idx="46733">
                  <c:v>0</c:v>
                </c:pt>
                <c:pt idx="46734">
                  <c:v>0</c:v>
                </c:pt>
                <c:pt idx="46735">
                  <c:v>0</c:v>
                </c:pt>
                <c:pt idx="46736">
                  <c:v>0</c:v>
                </c:pt>
                <c:pt idx="46737">
                  <c:v>0</c:v>
                </c:pt>
                <c:pt idx="46738">
                  <c:v>0</c:v>
                </c:pt>
                <c:pt idx="46739">
                  <c:v>0</c:v>
                </c:pt>
                <c:pt idx="46740">
                  <c:v>0</c:v>
                </c:pt>
                <c:pt idx="46741">
                  <c:v>0</c:v>
                </c:pt>
                <c:pt idx="46742">
                  <c:v>0</c:v>
                </c:pt>
                <c:pt idx="46743">
                  <c:v>0</c:v>
                </c:pt>
                <c:pt idx="46744">
                  <c:v>0</c:v>
                </c:pt>
                <c:pt idx="46745">
                  <c:v>0</c:v>
                </c:pt>
                <c:pt idx="46746">
                  <c:v>0</c:v>
                </c:pt>
                <c:pt idx="46747">
                  <c:v>0</c:v>
                </c:pt>
                <c:pt idx="46748">
                  <c:v>0</c:v>
                </c:pt>
                <c:pt idx="46749">
                  <c:v>0</c:v>
                </c:pt>
                <c:pt idx="46750">
                  <c:v>0</c:v>
                </c:pt>
                <c:pt idx="46751">
                  <c:v>0</c:v>
                </c:pt>
                <c:pt idx="46752">
                  <c:v>0</c:v>
                </c:pt>
                <c:pt idx="46753">
                  <c:v>0</c:v>
                </c:pt>
                <c:pt idx="46754">
                  <c:v>0</c:v>
                </c:pt>
                <c:pt idx="46755">
                  <c:v>0</c:v>
                </c:pt>
                <c:pt idx="46756">
                  <c:v>0</c:v>
                </c:pt>
                <c:pt idx="46757">
                  <c:v>0</c:v>
                </c:pt>
                <c:pt idx="46758">
                  <c:v>0</c:v>
                </c:pt>
                <c:pt idx="46759">
                  <c:v>0</c:v>
                </c:pt>
                <c:pt idx="46760">
                  <c:v>0</c:v>
                </c:pt>
                <c:pt idx="46761">
                  <c:v>0</c:v>
                </c:pt>
                <c:pt idx="46762">
                  <c:v>0</c:v>
                </c:pt>
                <c:pt idx="46763">
                  <c:v>0</c:v>
                </c:pt>
                <c:pt idx="46764">
                  <c:v>0</c:v>
                </c:pt>
                <c:pt idx="46765">
                  <c:v>0</c:v>
                </c:pt>
                <c:pt idx="46766">
                  <c:v>0</c:v>
                </c:pt>
                <c:pt idx="46767">
                  <c:v>0</c:v>
                </c:pt>
                <c:pt idx="46768">
                  <c:v>0</c:v>
                </c:pt>
                <c:pt idx="46769">
                  <c:v>0</c:v>
                </c:pt>
                <c:pt idx="46770">
                  <c:v>0</c:v>
                </c:pt>
                <c:pt idx="46771">
                  <c:v>0</c:v>
                </c:pt>
                <c:pt idx="46772">
                  <c:v>0</c:v>
                </c:pt>
                <c:pt idx="46773">
                  <c:v>0</c:v>
                </c:pt>
                <c:pt idx="46774">
                  <c:v>0</c:v>
                </c:pt>
                <c:pt idx="46775">
                  <c:v>0</c:v>
                </c:pt>
                <c:pt idx="46776">
                  <c:v>0</c:v>
                </c:pt>
                <c:pt idx="46777">
                  <c:v>0</c:v>
                </c:pt>
                <c:pt idx="46778">
                  <c:v>0</c:v>
                </c:pt>
                <c:pt idx="46779">
                  <c:v>0</c:v>
                </c:pt>
                <c:pt idx="46780">
                  <c:v>0</c:v>
                </c:pt>
                <c:pt idx="46781">
                  <c:v>0</c:v>
                </c:pt>
                <c:pt idx="46782">
                  <c:v>0</c:v>
                </c:pt>
                <c:pt idx="46783">
                  <c:v>0</c:v>
                </c:pt>
                <c:pt idx="46784">
                  <c:v>0</c:v>
                </c:pt>
                <c:pt idx="46785">
                  <c:v>0</c:v>
                </c:pt>
                <c:pt idx="46786">
                  <c:v>0</c:v>
                </c:pt>
                <c:pt idx="46787">
                  <c:v>0</c:v>
                </c:pt>
                <c:pt idx="46788">
                  <c:v>0</c:v>
                </c:pt>
                <c:pt idx="46789">
                  <c:v>0</c:v>
                </c:pt>
                <c:pt idx="46790">
                  <c:v>0</c:v>
                </c:pt>
                <c:pt idx="46791">
                  <c:v>0</c:v>
                </c:pt>
                <c:pt idx="46792">
                  <c:v>0</c:v>
                </c:pt>
                <c:pt idx="46793">
                  <c:v>0</c:v>
                </c:pt>
                <c:pt idx="46794">
                  <c:v>0</c:v>
                </c:pt>
                <c:pt idx="46795">
                  <c:v>0</c:v>
                </c:pt>
                <c:pt idx="46796">
                  <c:v>0</c:v>
                </c:pt>
                <c:pt idx="46797">
                  <c:v>0</c:v>
                </c:pt>
                <c:pt idx="46798">
                  <c:v>0</c:v>
                </c:pt>
                <c:pt idx="46799">
                  <c:v>0</c:v>
                </c:pt>
                <c:pt idx="46800">
                  <c:v>0</c:v>
                </c:pt>
                <c:pt idx="46801">
                  <c:v>0</c:v>
                </c:pt>
                <c:pt idx="46802">
                  <c:v>0</c:v>
                </c:pt>
                <c:pt idx="46803">
                  <c:v>0</c:v>
                </c:pt>
                <c:pt idx="46804">
                  <c:v>0</c:v>
                </c:pt>
                <c:pt idx="46805">
                  <c:v>0</c:v>
                </c:pt>
                <c:pt idx="46806">
                  <c:v>0</c:v>
                </c:pt>
                <c:pt idx="46807">
                  <c:v>0</c:v>
                </c:pt>
                <c:pt idx="46808">
                  <c:v>0</c:v>
                </c:pt>
                <c:pt idx="46809">
                  <c:v>0</c:v>
                </c:pt>
                <c:pt idx="46810">
                  <c:v>0</c:v>
                </c:pt>
                <c:pt idx="46811">
                  <c:v>0</c:v>
                </c:pt>
                <c:pt idx="46812">
                  <c:v>0</c:v>
                </c:pt>
                <c:pt idx="46813">
                  <c:v>0</c:v>
                </c:pt>
                <c:pt idx="46814">
                  <c:v>0</c:v>
                </c:pt>
                <c:pt idx="46815">
                  <c:v>0</c:v>
                </c:pt>
                <c:pt idx="46816">
                  <c:v>0</c:v>
                </c:pt>
                <c:pt idx="46817">
                  <c:v>0</c:v>
                </c:pt>
                <c:pt idx="46818">
                  <c:v>0</c:v>
                </c:pt>
                <c:pt idx="46819">
                  <c:v>0</c:v>
                </c:pt>
                <c:pt idx="46820">
                  <c:v>0</c:v>
                </c:pt>
                <c:pt idx="46821">
                  <c:v>0</c:v>
                </c:pt>
                <c:pt idx="46822">
                  <c:v>0</c:v>
                </c:pt>
                <c:pt idx="46823">
                  <c:v>0</c:v>
                </c:pt>
                <c:pt idx="46824">
                  <c:v>0</c:v>
                </c:pt>
                <c:pt idx="46825">
                  <c:v>0</c:v>
                </c:pt>
                <c:pt idx="46826">
                  <c:v>0</c:v>
                </c:pt>
                <c:pt idx="46827">
                  <c:v>0</c:v>
                </c:pt>
                <c:pt idx="46828">
                  <c:v>0</c:v>
                </c:pt>
                <c:pt idx="46829">
                  <c:v>0</c:v>
                </c:pt>
                <c:pt idx="46830">
                  <c:v>0</c:v>
                </c:pt>
                <c:pt idx="46831">
                  <c:v>0</c:v>
                </c:pt>
                <c:pt idx="46832">
                  <c:v>0</c:v>
                </c:pt>
                <c:pt idx="46833">
                  <c:v>0</c:v>
                </c:pt>
                <c:pt idx="46834">
                  <c:v>0</c:v>
                </c:pt>
                <c:pt idx="46835">
                  <c:v>0</c:v>
                </c:pt>
                <c:pt idx="46836">
                  <c:v>0</c:v>
                </c:pt>
                <c:pt idx="46837">
                  <c:v>0</c:v>
                </c:pt>
                <c:pt idx="46838">
                  <c:v>0</c:v>
                </c:pt>
                <c:pt idx="46839">
                  <c:v>0</c:v>
                </c:pt>
                <c:pt idx="46840">
                  <c:v>0</c:v>
                </c:pt>
                <c:pt idx="46841">
                  <c:v>0</c:v>
                </c:pt>
                <c:pt idx="46842">
                  <c:v>0</c:v>
                </c:pt>
                <c:pt idx="46843">
                  <c:v>0</c:v>
                </c:pt>
                <c:pt idx="46844">
                  <c:v>0</c:v>
                </c:pt>
                <c:pt idx="46845">
                  <c:v>0</c:v>
                </c:pt>
                <c:pt idx="46846">
                  <c:v>0</c:v>
                </c:pt>
                <c:pt idx="46847">
                  <c:v>0</c:v>
                </c:pt>
                <c:pt idx="46848">
                  <c:v>0</c:v>
                </c:pt>
                <c:pt idx="46849">
                  <c:v>0</c:v>
                </c:pt>
                <c:pt idx="46850">
                  <c:v>0</c:v>
                </c:pt>
                <c:pt idx="46851">
                  <c:v>0</c:v>
                </c:pt>
                <c:pt idx="46852">
                  <c:v>0</c:v>
                </c:pt>
                <c:pt idx="46853">
                  <c:v>0</c:v>
                </c:pt>
                <c:pt idx="46854">
                  <c:v>0</c:v>
                </c:pt>
                <c:pt idx="46855">
                  <c:v>0</c:v>
                </c:pt>
                <c:pt idx="46856">
                  <c:v>0</c:v>
                </c:pt>
                <c:pt idx="46857">
                  <c:v>0</c:v>
                </c:pt>
                <c:pt idx="46858">
                  <c:v>0</c:v>
                </c:pt>
                <c:pt idx="46859">
                  <c:v>0</c:v>
                </c:pt>
                <c:pt idx="46860">
                  <c:v>0</c:v>
                </c:pt>
                <c:pt idx="46861">
                  <c:v>0</c:v>
                </c:pt>
                <c:pt idx="46862">
                  <c:v>0</c:v>
                </c:pt>
                <c:pt idx="46863">
                  <c:v>0</c:v>
                </c:pt>
                <c:pt idx="46864">
                  <c:v>0</c:v>
                </c:pt>
                <c:pt idx="46865">
                  <c:v>0</c:v>
                </c:pt>
                <c:pt idx="46866">
                  <c:v>0</c:v>
                </c:pt>
                <c:pt idx="46867">
                  <c:v>0</c:v>
                </c:pt>
                <c:pt idx="46868">
                  <c:v>0</c:v>
                </c:pt>
                <c:pt idx="46869">
                  <c:v>0</c:v>
                </c:pt>
                <c:pt idx="46870">
                  <c:v>0</c:v>
                </c:pt>
                <c:pt idx="46871">
                  <c:v>0</c:v>
                </c:pt>
                <c:pt idx="46872">
                  <c:v>0</c:v>
                </c:pt>
                <c:pt idx="46873">
                  <c:v>0</c:v>
                </c:pt>
                <c:pt idx="46874">
                  <c:v>0</c:v>
                </c:pt>
                <c:pt idx="46875">
                  <c:v>0</c:v>
                </c:pt>
                <c:pt idx="46876">
                  <c:v>0</c:v>
                </c:pt>
                <c:pt idx="46877">
                  <c:v>0</c:v>
                </c:pt>
                <c:pt idx="46878">
                  <c:v>0</c:v>
                </c:pt>
                <c:pt idx="46879">
                  <c:v>0</c:v>
                </c:pt>
                <c:pt idx="46880">
                  <c:v>0</c:v>
                </c:pt>
                <c:pt idx="46881">
                  <c:v>0</c:v>
                </c:pt>
                <c:pt idx="46882">
                  <c:v>0</c:v>
                </c:pt>
                <c:pt idx="46883">
                  <c:v>0</c:v>
                </c:pt>
                <c:pt idx="46884">
                  <c:v>0</c:v>
                </c:pt>
                <c:pt idx="46885">
                  <c:v>0</c:v>
                </c:pt>
                <c:pt idx="46886">
                  <c:v>0</c:v>
                </c:pt>
                <c:pt idx="46887">
                  <c:v>0</c:v>
                </c:pt>
                <c:pt idx="46888">
                  <c:v>0</c:v>
                </c:pt>
                <c:pt idx="46889">
                  <c:v>0</c:v>
                </c:pt>
                <c:pt idx="46890">
                  <c:v>0</c:v>
                </c:pt>
                <c:pt idx="46891">
                  <c:v>0</c:v>
                </c:pt>
                <c:pt idx="46892">
                  <c:v>0</c:v>
                </c:pt>
                <c:pt idx="46893">
                  <c:v>0</c:v>
                </c:pt>
                <c:pt idx="46894">
                  <c:v>0</c:v>
                </c:pt>
                <c:pt idx="46895">
                  <c:v>0</c:v>
                </c:pt>
                <c:pt idx="46896">
                  <c:v>0</c:v>
                </c:pt>
                <c:pt idx="46897">
                  <c:v>0</c:v>
                </c:pt>
                <c:pt idx="46898">
                  <c:v>0</c:v>
                </c:pt>
                <c:pt idx="46899">
                  <c:v>0</c:v>
                </c:pt>
                <c:pt idx="46900">
                  <c:v>0</c:v>
                </c:pt>
                <c:pt idx="46901">
                  <c:v>0</c:v>
                </c:pt>
                <c:pt idx="46902">
                  <c:v>0</c:v>
                </c:pt>
                <c:pt idx="46903">
                  <c:v>0</c:v>
                </c:pt>
                <c:pt idx="46904">
                  <c:v>0</c:v>
                </c:pt>
                <c:pt idx="46905">
                  <c:v>0</c:v>
                </c:pt>
                <c:pt idx="46906">
                  <c:v>0</c:v>
                </c:pt>
                <c:pt idx="46907">
                  <c:v>0</c:v>
                </c:pt>
                <c:pt idx="46908">
                  <c:v>0</c:v>
                </c:pt>
                <c:pt idx="46909">
                  <c:v>0</c:v>
                </c:pt>
                <c:pt idx="46910">
                  <c:v>0</c:v>
                </c:pt>
                <c:pt idx="46911">
                  <c:v>0</c:v>
                </c:pt>
                <c:pt idx="46912">
                  <c:v>0</c:v>
                </c:pt>
                <c:pt idx="46913">
                  <c:v>0</c:v>
                </c:pt>
                <c:pt idx="46914">
                  <c:v>0</c:v>
                </c:pt>
                <c:pt idx="46915">
                  <c:v>0</c:v>
                </c:pt>
                <c:pt idx="46916">
                  <c:v>0</c:v>
                </c:pt>
                <c:pt idx="46917">
                  <c:v>0</c:v>
                </c:pt>
                <c:pt idx="46918">
                  <c:v>0</c:v>
                </c:pt>
                <c:pt idx="46919">
                  <c:v>0</c:v>
                </c:pt>
                <c:pt idx="46920">
                  <c:v>0</c:v>
                </c:pt>
                <c:pt idx="46921">
                  <c:v>0</c:v>
                </c:pt>
                <c:pt idx="46922">
                  <c:v>0</c:v>
                </c:pt>
                <c:pt idx="46923">
                  <c:v>0</c:v>
                </c:pt>
                <c:pt idx="46924">
                  <c:v>0</c:v>
                </c:pt>
                <c:pt idx="46925">
                  <c:v>0</c:v>
                </c:pt>
                <c:pt idx="46926">
                  <c:v>0</c:v>
                </c:pt>
                <c:pt idx="46927">
                  <c:v>0</c:v>
                </c:pt>
                <c:pt idx="46928">
                  <c:v>0</c:v>
                </c:pt>
                <c:pt idx="46929">
                  <c:v>0</c:v>
                </c:pt>
                <c:pt idx="46930">
                  <c:v>0</c:v>
                </c:pt>
                <c:pt idx="46931">
                  <c:v>0</c:v>
                </c:pt>
                <c:pt idx="46932">
                  <c:v>0</c:v>
                </c:pt>
                <c:pt idx="46933">
                  <c:v>0</c:v>
                </c:pt>
                <c:pt idx="46934">
                  <c:v>0</c:v>
                </c:pt>
                <c:pt idx="46935">
                  <c:v>0</c:v>
                </c:pt>
                <c:pt idx="46936">
                  <c:v>0</c:v>
                </c:pt>
                <c:pt idx="46937">
                  <c:v>0</c:v>
                </c:pt>
                <c:pt idx="46938">
                  <c:v>0</c:v>
                </c:pt>
                <c:pt idx="46939">
                  <c:v>0</c:v>
                </c:pt>
                <c:pt idx="46940">
                  <c:v>0</c:v>
                </c:pt>
                <c:pt idx="46941">
                  <c:v>0</c:v>
                </c:pt>
                <c:pt idx="46942">
                  <c:v>0</c:v>
                </c:pt>
                <c:pt idx="46943">
                  <c:v>0</c:v>
                </c:pt>
                <c:pt idx="46944">
                  <c:v>0</c:v>
                </c:pt>
                <c:pt idx="46945">
                  <c:v>0</c:v>
                </c:pt>
                <c:pt idx="46946">
                  <c:v>0</c:v>
                </c:pt>
                <c:pt idx="46947">
                  <c:v>0</c:v>
                </c:pt>
                <c:pt idx="46948">
                  <c:v>0</c:v>
                </c:pt>
                <c:pt idx="46949">
                  <c:v>0</c:v>
                </c:pt>
                <c:pt idx="46950">
                  <c:v>0</c:v>
                </c:pt>
                <c:pt idx="46951">
                  <c:v>0</c:v>
                </c:pt>
                <c:pt idx="46952">
                  <c:v>0</c:v>
                </c:pt>
                <c:pt idx="46953">
                  <c:v>0</c:v>
                </c:pt>
                <c:pt idx="46954">
                  <c:v>0</c:v>
                </c:pt>
                <c:pt idx="46955">
                  <c:v>0</c:v>
                </c:pt>
                <c:pt idx="46956">
                  <c:v>0</c:v>
                </c:pt>
                <c:pt idx="46957">
                  <c:v>0</c:v>
                </c:pt>
                <c:pt idx="46958">
                  <c:v>0</c:v>
                </c:pt>
                <c:pt idx="46959">
                  <c:v>0</c:v>
                </c:pt>
                <c:pt idx="46960">
                  <c:v>0</c:v>
                </c:pt>
                <c:pt idx="46961">
                  <c:v>0</c:v>
                </c:pt>
                <c:pt idx="46962">
                  <c:v>0</c:v>
                </c:pt>
                <c:pt idx="46963">
                  <c:v>0</c:v>
                </c:pt>
                <c:pt idx="46964">
                  <c:v>0</c:v>
                </c:pt>
                <c:pt idx="46965">
                  <c:v>0</c:v>
                </c:pt>
                <c:pt idx="46966">
                  <c:v>0</c:v>
                </c:pt>
                <c:pt idx="46967">
                  <c:v>0</c:v>
                </c:pt>
                <c:pt idx="46968">
                  <c:v>0</c:v>
                </c:pt>
                <c:pt idx="46969">
                  <c:v>0</c:v>
                </c:pt>
                <c:pt idx="46970">
                  <c:v>0</c:v>
                </c:pt>
                <c:pt idx="46971">
                  <c:v>0</c:v>
                </c:pt>
                <c:pt idx="46972">
                  <c:v>0</c:v>
                </c:pt>
                <c:pt idx="46973">
                  <c:v>0</c:v>
                </c:pt>
                <c:pt idx="46974">
                  <c:v>0</c:v>
                </c:pt>
                <c:pt idx="46975">
                  <c:v>0</c:v>
                </c:pt>
                <c:pt idx="46976">
                  <c:v>0</c:v>
                </c:pt>
                <c:pt idx="46977">
                  <c:v>0</c:v>
                </c:pt>
                <c:pt idx="46978">
                  <c:v>0</c:v>
                </c:pt>
                <c:pt idx="46979">
                  <c:v>0</c:v>
                </c:pt>
                <c:pt idx="46980">
                  <c:v>0</c:v>
                </c:pt>
                <c:pt idx="46981">
                  <c:v>0</c:v>
                </c:pt>
                <c:pt idx="46982">
                  <c:v>0</c:v>
                </c:pt>
                <c:pt idx="46983">
                  <c:v>0</c:v>
                </c:pt>
                <c:pt idx="46984">
                  <c:v>0</c:v>
                </c:pt>
                <c:pt idx="46985">
                  <c:v>0</c:v>
                </c:pt>
                <c:pt idx="46986">
                  <c:v>0</c:v>
                </c:pt>
                <c:pt idx="46987">
                  <c:v>0</c:v>
                </c:pt>
                <c:pt idx="46988">
                  <c:v>0</c:v>
                </c:pt>
                <c:pt idx="46989">
                  <c:v>0</c:v>
                </c:pt>
                <c:pt idx="46990">
                  <c:v>0</c:v>
                </c:pt>
                <c:pt idx="46991">
                  <c:v>0</c:v>
                </c:pt>
                <c:pt idx="46992">
                  <c:v>0</c:v>
                </c:pt>
                <c:pt idx="46993">
                  <c:v>0</c:v>
                </c:pt>
                <c:pt idx="46994">
                  <c:v>0</c:v>
                </c:pt>
                <c:pt idx="46995">
                  <c:v>0</c:v>
                </c:pt>
                <c:pt idx="46996">
                  <c:v>0</c:v>
                </c:pt>
                <c:pt idx="46997">
                  <c:v>0</c:v>
                </c:pt>
                <c:pt idx="46998">
                  <c:v>0</c:v>
                </c:pt>
                <c:pt idx="46999">
                  <c:v>0</c:v>
                </c:pt>
                <c:pt idx="47000">
                  <c:v>0</c:v>
                </c:pt>
                <c:pt idx="47001">
                  <c:v>0</c:v>
                </c:pt>
                <c:pt idx="47002">
                  <c:v>0</c:v>
                </c:pt>
                <c:pt idx="47003">
                  <c:v>0</c:v>
                </c:pt>
                <c:pt idx="47004">
                  <c:v>0</c:v>
                </c:pt>
                <c:pt idx="47005">
                  <c:v>0</c:v>
                </c:pt>
                <c:pt idx="47006">
                  <c:v>0</c:v>
                </c:pt>
                <c:pt idx="47007">
                  <c:v>0</c:v>
                </c:pt>
                <c:pt idx="47008">
                  <c:v>0</c:v>
                </c:pt>
                <c:pt idx="47009">
                  <c:v>0</c:v>
                </c:pt>
                <c:pt idx="47010">
                  <c:v>0</c:v>
                </c:pt>
                <c:pt idx="47011">
                  <c:v>0</c:v>
                </c:pt>
                <c:pt idx="47012">
                  <c:v>0</c:v>
                </c:pt>
                <c:pt idx="47013">
                  <c:v>0</c:v>
                </c:pt>
                <c:pt idx="47014">
                  <c:v>0</c:v>
                </c:pt>
                <c:pt idx="47015">
                  <c:v>0</c:v>
                </c:pt>
                <c:pt idx="47016">
                  <c:v>0</c:v>
                </c:pt>
                <c:pt idx="47017">
                  <c:v>0</c:v>
                </c:pt>
                <c:pt idx="47018">
                  <c:v>0</c:v>
                </c:pt>
                <c:pt idx="47019">
                  <c:v>0</c:v>
                </c:pt>
                <c:pt idx="47020">
                  <c:v>0</c:v>
                </c:pt>
                <c:pt idx="47021">
                  <c:v>0</c:v>
                </c:pt>
                <c:pt idx="47022">
                  <c:v>0</c:v>
                </c:pt>
                <c:pt idx="47023">
                  <c:v>0</c:v>
                </c:pt>
                <c:pt idx="47024">
                  <c:v>0</c:v>
                </c:pt>
                <c:pt idx="47025">
                  <c:v>0</c:v>
                </c:pt>
                <c:pt idx="47026">
                  <c:v>0</c:v>
                </c:pt>
                <c:pt idx="47027">
                  <c:v>0</c:v>
                </c:pt>
                <c:pt idx="47028">
                  <c:v>0</c:v>
                </c:pt>
                <c:pt idx="47029">
                  <c:v>0</c:v>
                </c:pt>
                <c:pt idx="47030">
                  <c:v>0</c:v>
                </c:pt>
                <c:pt idx="47031">
                  <c:v>0</c:v>
                </c:pt>
                <c:pt idx="47032">
                  <c:v>0</c:v>
                </c:pt>
                <c:pt idx="47033">
                  <c:v>0</c:v>
                </c:pt>
                <c:pt idx="47034">
                  <c:v>0</c:v>
                </c:pt>
                <c:pt idx="47035">
                  <c:v>0</c:v>
                </c:pt>
                <c:pt idx="47036">
                  <c:v>0</c:v>
                </c:pt>
                <c:pt idx="47037">
                  <c:v>0</c:v>
                </c:pt>
                <c:pt idx="47038">
                  <c:v>0</c:v>
                </c:pt>
                <c:pt idx="47039">
                  <c:v>0</c:v>
                </c:pt>
                <c:pt idx="47040">
                  <c:v>0</c:v>
                </c:pt>
                <c:pt idx="47041">
                  <c:v>0</c:v>
                </c:pt>
                <c:pt idx="47042">
                  <c:v>0</c:v>
                </c:pt>
                <c:pt idx="47043">
                  <c:v>0</c:v>
                </c:pt>
                <c:pt idx="47044">
                  <c:v>0</c:v>
                </c:pt>
                <c:pt idx="47045">
                  <c:v>0</c:v>
                </c:pt>
                <c:pt idx="47046">
                  <c:v>0</c:v>
                </c:pt>
                <c:pt idx="47047">
                  <c:v>0</c:v>
                </c:pt>
                <c:pt idx="47048">
                  <c:v>0</c:v>
                </c:pt>
                <c:pt idx="47049">
                  <c:v>0</c:v>
                </c:pt>
                <c:pt idx="47050">
                  <c:v>0</c:v>
                </c:pt>
                <c:pt idx="47051">
                  <c:v>0</c:v>
                </c:pt>
                <c:pt idx="47052">
                  <c:v>0</c:v>
                </c:pt>
                <c:pt idx="47053">
                  <c:v>0</c:v>
                </c:pt>
                <c:pt idx="47054">
                  <c:v>0</c:v>
                </c:pt>
                <c:pt idx="47055">
                  <c:v>0</c:v>
                </c:pt>
                <c:pt idx="47056">
                  <c:v>0</c:v>
                </c:pt>
                <c:pt idx="47057">
                  <c:v>0</c:v>
                </c:pt>
                <c:pt idx="47058">
                  <c:v>0</c:v>
                </c:pt>
                <c:pt idx="47059">
                  <c:v>0</c:v>
                </c:pt>
                <c:pt idx="47060">
                  <c:v>0</c:v>
                </c:pt>
                <c:pt idx="47061">
                  <c:v>0</c:v>
                </c:pt>
                <c:pt idx="47062">
                  <c:v>0</c:v>
                </c:pt>
                <c:pt idx="47063">
                  <c:v>0</c:v>
                </c:pt>
                <c:pt idx="47064">
                  <c:v>0</c:v>
                </c:pt>
                <c:pt idx="47065">
                  <c:v>0</c:v>
                </c:pt>
                <c:pt idx="47066">
                  <c:v>0</c:v>
                </c:pt>
                <c:pt idx="47067">
                  <c:v>0</c:v>
                </c:pt>
                <c:pt idx="47068">
                  <c:v>0</c:v>
                </c:pt>
                <c:pt idx="47069">
                  <c:v>0</c:v>
                </c:pt>
                <c:pt idx="47070">
                  <c:v>0</c:v>
                </c:pt>
                <c:pt idx="47071">
                  <c:v>0</c:v>
                </c:pt>
                <c:pt idx="47072">
                  <c:v>0</c:v>
                </c:pt>
                <c:pt idx="47073">
                  <c:v>0</c:v>
                </c:pt>
                <c:pt idx="47074">
                  <c:v>0</c:v>
                </c:pt>
                <c:pt idx="47075">
                  <c:v>0</c:v>
                </c:pt>
                <c:pt idx="47076">
                  <c:v>0</c:v>
                </c:pt>
                <c:pt idx="47077">
                  <c:v>0</c:v>
                </c:pt>
                <c:pt idx="47078">
                  <c:v>0</c:v>
                </c:pt>
                <c:pt idx="47079">
                  <c:v>0</c:v>
                </c:pt>
                <c:pt idx="47080">
                  <c:v>0</c:v>
                </c:pt>
                <c:pt idx="47081">
                  <c:v>0</c:v>
                </c:pt>
                <c:pt idx="47082">
                  <c:v>0</c:v>
                </c:pt>
                <c:pt idx="47083">
                  <c:v>0</c:v>
                </c:pt>
                <c:pt idx="47084">
                  <c:v>0</c:v>
                </c:pt>
                <c:pt idx="47085">
                  <c:v>0</c:v>
                </c:pt>
                <c:pt idx="47086">
                  <c:v>0</c:v>
                </c:pt>
                <c:pt idx="47087">
                  <c:v>0</c:v>
                </c:pt>
                <c:pt idx="47088">
                  <c:v>0</c:v>
                </c:pt>
                <c:pt idx="47089">
                  <c:v>0</c:v>
                </c:pt>
                <c:pt idx="47090">
                  <c:v>0</c:v>
                </c:pt>
                <c:pt idx="47091">
                  <c:v>0</c:v>
                </c:pt>
                <c:pt idx="47092">
                  <c:v>0</c:v>
                </c:pt>
                <c:pt idx="47093">
                  <c:v>0</c:v>
                </c:pt>
                <c:pt idx="47094">
                  <c:v>0</c:v>
                </c:pt>
                <c:pt idx="47095">
                  <c:v>0</c:v>
                </c:pt>
                <c:pt idx="47096">
                  <c:v>0</c:v>
                </c:pt>
                <c:pt idx="47097">
                  <c:v>0</c:v>
                </c:pt>
                <c:pt idx="47098">
                  <c:v>0</c:v>
                </c:pt>
                <c:pt idx="47099">
                  <c:v>0</c:v>
                </c:pt>
                <c:pt idx="47100">
                  <c:v>0</c:v>
                </c:pt>
                <c:pt idx="47101">
                  <c:v>0</c:v>
                </c:pt>
                <c:pt idx="47102">
                  <c:v>0</c:v>
                </c:pt>
                <c:pt idx="47103">
                  <c:v>0</c:v>
                </c:pt>
                <c:pt idx="47104">
                  <c:v>0</c:v>
                </c:pt>
                <c:pt idx="47105">
                  <c:v>0</c:v>
                </c:pt>
                <c:pt idx="47106">
                  <c:v>0</c:v>
                </c:pt>
                <c:pt idx="47107">
                  <c:v>0</c:v>
                </c:pt>
                <c:pt idx="47108">
                  <c:v>0</c:v>
                </c:pt>
                <c:pt idx="47109">
                  <c:v>0</c:v>
                </c:pt>
                <c:pt idx="47110">
                  <c:v>0</c:v>
                </c:pt>
                <c:pt idx="47111">
                  <c:v>0</c:v>
                </c:pt>
                <c:pt idx="47112">
                  <c:v>0</c:v>
                </c:pt>
                <c:pt idx="47113">
                  <c:v>0</c:v>
                </c:pt>
                <c:pt idx="47114">
                  <c:v>0</c:v>
                </c:pt>
                <c:pt idx="47115">
                  <c:v>0</c:v>
                </c:pt>
                <c:pt idx="47116">
                  <c:v>0</c:v>
                </c:pt>
                <c:pt idx="47117">
                  <c:v>0</c:v>
                </c:pt>
                <c:pt idx="47118">
                  <c:v>0</c:v>
                </c:pt>
                <c:pt idx="47119">
                  <c:v>0</c:v>
                </c:pt>
                <c:pt idx="47120">
                  <c:v>0</c:v>
                </c:pt>
                <c:pt idx="47121">
                  <c:v>0</c:v>
                </c:pt>
                <c:pt idx="47122">
                  <c:v>0</c:v>
                </c:pt>
                <c:pt idx="47123">
                  <c:v>0</c:v>
                </c:pt>
                <c:pt idx="47124">
                  <c:v>0</c:v>
                </c:pt>
                <c:pt idx="47125">
                  <c:v>0</c:v>
                </c:pt>
                <c:pt idx="47126">
                  <c:v>0</c:v>
                </c:pt>
                <c:pt idx="47127">
                  <c:v>0</c:v>
                </c:pt>
                <c:pt idx="47128">
                  <c:v>0</c:v>
                </c:pt>
                <c:pt idx="47129">
                  <c:v>0</c:v>
                </c:pt>
                <c:pt idx="47130">
                  <c:v>0</c:v>
                </c:pt>
                <c:pt idx="47131">
                  <c:v>0</c:v>
                </c:pt>
                <c:pt idx="47132">
                  <c:v>0</c:v>
                </c:pt>
                <c:pt idx="47133">
                  <c:v>0</c:v>
                </c:pt>
                <c:pt idx="47134">
                  <c:v>0</c:v>
                </c:pt>
                <c:pt idx="47135">
                  <c:v>0</c:v>
                </c:pt>
                <c:pt idx="47136">
                  <c:v>0</c:v>
                </c:pt>
                <c:pt idx="47137">
                  <c:v>0</c:v>
                </c:pt>
                <c:pt idx="47138">
                  <c:v>0</c:v>
                </c:pt>
                <c:pt idx="47139">
                  <c:v>0</c:v>
                </c:pt>
                <c:pt idx="47140">
                  <c:v>0</c:v>
                </c:pt>
                <c:pt idx="47141">
                  <c:v>0</c:v>
                </c:pt>
                <c:pt idx="47142">
                  <c:v>0</c:v>
                </c:pt>
                <c:pt idx="47143">
                  <c:v>0</c:v>
                </c:pt>
                <c:pt idx="47144">
                  <c:v>0</c:v>
                </c:pt>
                <c:pt idx="47145">
                  <c:v>0</c:v>
                </c:pt>
                <c:pt idx="47146">
                  <c:v>0</c:v>
                </c:pt>
                <c:pt idx="47147">
                  <c:v>0</c:v>
                </c:pt>
                <c:pt idx="47148">
                  <c:v>0</c:v>
                </c:pt>
                <c:pt idx="47149">
                  <c:v>0</c:v>
                </c:pt>
                <c:pt idx="47150">
                  <c:v>0</c:v>
                </c:pt>
                <c:pt idx="47151">
                  <c:v>0</c:v>
                </c:pt>
                <c:pt idx="47152">
                  <c:v>0</c:v>
                </c:pt>
                <c:pt idx="47153">
                  <c:v>0</c:v>
                </c:pt>
                <c:pt idx="47154">
                  <c:v>0</c:v>
                </c:pt>
                <c:pt idx="47155">
                  <c:v>0</c:v>
                </c:pt>
                <c:pt idx="47156">
                  <c:v>0</c:v>
                </c:pt>
                <c:pt idx="47157">
                  <c:v>0</c:v>
                </c:pt>
                <c:pt idx="47158">
                  <c:v>0</c:v>
                </c:pt>
                <c:pt idx="47159">
                  <c:v>0</c:v>
                </c:pt>
                <c:pt idx="47160">
                  <c:v>0</c:v>
                </c:pt>
                <c:pt idx="47161">
                  <c:v>0</c:v>
                </c:pt>
                <c:pt idx="47162">
                  <c:v>0</c:v>
                </c:pt>
                <c:pt idx="47163">
                  <c:v>0</c:v>
                </c:pt>
                <c:pt idx="47164">
                  <c:v>0</c:v>
                </c:pt>
                <c:pt idx="47165">
                  <c:v>0</c:v>
                </c:pt>
                <c:pt idx="47166">
                  <c:v>0</c:v>
                </c:pt>
                <c:pt idx="47167">
                  <c:v>0</c:v>
                </c:pt>
                <c:pt idx="47168">
                  <c:v>0</c:v>
                </c:pt>
                <c:pt idx="47169">
                  <c:v>0</c:v>
                </c:pt>
                <c:pt idx="47170">
                  <c:v>0</c:v>
                </c:pt>
                <c:pt idx="47171">
                  <c:v>0</c:v>
                </c:pt>
                <c:pt idx="47172">
                  <c:v>0</c:v>
                </c:pt>
                <c:pt idx="47173">
                  <c:v>0</c:v>
                </c:pt>
                <c:pt idx="47174">
                  <c:v>0</c:v>
                </c:pt>
                <c:pt idx="47175">
                  <c:v>0</c:v>
                </c:pt>
                <c:pt idx="47176">
                  <c:v>0</c:v>
                </c:pt>
                <c:pt idx="47177">
                  <c:v>0</c:v>
                </c:pt>
                <c:pt idx="47178">
                  <c:v>0</c:v>
                </c:pt>
                <c:pt idx="47179">
                  <c:v>0</c:v>
                </c:pt>
                <c:pt idx="47180">
                  <c:v>0</c:v>
                </c:pt>
                <c:pt idx="47181">
                  <c:v>0</c:v>
                </c:pt>
                <c:pt idx="47182">
                  <c:v>0</c:v>
                </c:pt>
                <c:pt idx="47183">
                  <c:v>0</c:v>
                </c:pt>
                <c:pt idx="47184">
                  <c:v>0</c:v>
                </c:pt>
                <c:pt idx="47185">
                  <c:v>0</c:v>
                </c:pt>
                <c:pt idx="47186">
                  <c:v>0</c:v>
                </c:pt>
                <c:pt idx="47187">
                  <c:v>0</c:v>
                </c:pt>
                <c:pt idx="47188">
                  <c:v>0</c:v>
                </c:pt>
                <c:pt idx="47189">
                  <c:v>0</c:v>
                </c:pt>
                <c:pt idx="47190">
                  <c:v>0</c:v>
                </c:pt>
                <c:pt idx="47191">
                  <c:v>0</c:v>
                </c:pt>
                <c:pt idx="47192">
                  <c:v>0</c:v>
                </c:pt>
                <c:pt idx="47193">
                  <c:v>0</c:v>
                </c:pt>
                <c:pt idx="47194">
                  <c:v>0</c:v>
                </c:pt>
                <c:pt idx="47195">
                  <c:v>0</c:v>
                </c:pt>
                <c:pt idx="47196">
                  <c:v>0</c:v>
                </c:pt>
                <c:pt idx="47197">
                  <c:v>0</c:v>
                </c:pt>
                <c:pt idx="47198">
                  <c:v>0</c:v>
                </c:pt>
                <c:pt idx="47199">
                  <c:v>0</c:v>
                </c:pt>
                <c:pt idx="47200">
                  <c:v>0</c:v>
                </c:pt>
                <c:pt idx="47201">
                  <c:v>0</c:v>
                </c:pt>
                <c:pt idx="47202">
                  <c:v>0</c:v>
                </c:pt>
                <c:pt idx="47203">
                  <c:v>0</c:v>
                </c:pt>
                <c:pt idx="47204">
                  <c:v>0</c:v>
                </c:pt>
                <c:pt idx="47205">
                  <c:v>0</c:v>
                </c:pt>
                <c:pt idx="47206">
                  <c:v>0</c:v>
                </c:pt>
                <c:pt idx="47207">
                  <c:v>0</c:v>
                </c:pt>
                <c:pt idx="47208">
                  <c:v>0</c:v>
                </c:pt>
                <c:pt idx="47209">
                  <c:v>0</c:v>
                </c:pt>
                <c:pt idx="47210">
                  <c:v>0</c:v>
                </c:pt>
                <c:pt idx="47211">
                  <c:v>0</c:v>
                </c:pt>
                <c:pt idx="47212">
                  <c:v>0</c:v>
                </c:pt>
                <c:pt idx="47213">
                  <c:v>0</c:v>
                </c:pt>
                <c:pt idx="47214">
                  <c:v>0</c:v>
                </c:pt>
                <c:pt idx="47215">
                  <c:v>0</c:v>
                </c:pt>
                <c:pt idx="47216">
                  <c:v>0</c:v>
                </c:pt>
                <c:pt idx="47217">
                  <c:v>0</c:v>
                </c:pt>
                <c:pt idx="47218">
                  <c:v>0</c:v>
                </c:pt>
                <c:pt idx="47219">
                  <c:v>0</c:v>
                </c:pt>
                <c:pt idx="47220">
                  <c:v>0</c:v>
                </c:pt>
                <c:pt idx="47221">
                  <c:v>0</c:v>
                </c:pt>
                <c:pt idx="47222">
                  <c:v>0</c:v>
                </c:pt>
                <c:pt idx="47223">
                  <c:v>0</c:v>
                </c:pt>
                <c:pt idx="47224">
                  <c:v>0</c:v>
                </c:pt>
                <c:pt idx="47225">
                  <c:v>0</c:v>
                </c:pt>
                <c:pt idx="47226">
                  <c:v>0</c:v>
                </c:pt>
                <c:pt idx="47227">
                  <c:v>0</c:v>
                </c:pt>
                <c:pt idx="47228">
                  <c:v>0</c:v>
                </c:pt>
                <c:pt idx="47229">
                  <c:v>0</c:v>
                </c:pt>
                <c:pt idx="47230">
                  <c:v>0</c:v>
                </c:pt>
                <c:pt idx="47231">
                  <c:v>0</c:v>
                </c:pt>
                <c:pt idx="47232">
                  <c:v>0</c:v>
                </c:pt>
                <c:pt idx="47233">
                  <c:v>0</c:v>
                </c:pt>
                <c:pt idx="47234">
                  <c:v>0</c:v>
                </c:pt>
                <c:pt idx="47235">
                  <c:v>0</c:v>
                </c:pt>
                <c:pt idx="47236">
                  <c:v>0</c:v>
                </c:pt>
                <c:pt idx="47237">
                  <c:v>0</c:v>
                </c:pt>
                <c:pt idx="47238">
                  <c:v>0</c:v>
                </c:pt>
                <c:pt idx="47239">
                  <c:v>0</c:v>
                </c:pt>
                <c:pt idx="47240">
                  <c:v>0</c:v>
                </c:pt>
                <c:pt idx="47241">
                  <c:v>0</c:v>
                </c:pt>
                <c:pt idx="47242">
                  <c:v>0</c:v>
                </c:pt>
                <c:pt idx="47243">
                  <c:v>0</c:v>
                </c:pt>
                <c:pt idx="47244">
                  <c:v>0</c:v>
                </c:pt>
                <c:pt idx="47245">
                  <c:v>0</c:v>
                </c:pt>
                <c:pt idx="47246">
                  <c:v>0</c:v>
                </c:pt>
                <c:pt idx="47247">
                  <c:v>0</c:v>
                </c:pt>
                <c:pt idx="47248">
                  <c:v>0</c:v>
                </c:pt>
                <c:pt idx="47249">
                  <c:v>0</c:v>
                </c:pt>
                <c:pt idx="47250">
                  <c:v>0</c:v>
                </c:pt>
                <c:pt idx="47251">
                  <c:v>0</c:v>
                </c:pt>
                <c:pt idx="47252">
                  <c:v>0</c:v>
                </c:pt>
                <c:pt idx="47253">
                  <c:v>0</c:v>
                </c:pt>
                <c:pt idx="47254">
                  <c:v>0</c:v>
                </c:pt>
                <c:pt idx="47255">
                  <c:v>0</c:v>
                </c:pt>
                <c:pt idx="47256">
                  <c:v>0</c:v>
                </c:pt>
                <c:pt idx="47257">
                  <c:v>0</c:v>
                </c:pt>
                <c:pt idx="47258">
                  <c:v>0</c:v>
                </c:pt>
                <c:pt idx="47259">
                  <c:v>0</c:v>
                </c:pt>
                <c:pt idx="47260">
                  <c:v>0</c:v>
                </c:pt>
                <c:pt idx="47261">
                  <c:v>0</c:v>
                </c:pt>
                <c:pt idx="47262">
                  <c:v>0</c:v>
                </c:pt>
                <c:pt idx="47263">
                  <c:v>0</c:v>
                </c:pt>
                <c:pt idx="47264">
                  <c:v>0</c:v>
                </c:pt>
                <c:pt idx="47265">
                  <c:v>0</c:v>
                </c:pt>
                <c:pt idx="47266">
                  <c:v>0</c:v>
                </c:pt>
                <c:pt idx="47267">
                  <c:v>0</c:v>
                </c:pt>
                <c:pt idx="47268">
                  <c:v>0</c:v>
                </c:pt>
                <c:pt idx="47269">
                  <c:v>0</c:v>
                </c:pt>
                <c:pt idx="47270">
                  <c:v>0</c:v>
                </c:pt>
                <c:pt idx="47271">
                  <c:v>0</c:v>
                </c:pt>
                <c:pt idx="47272">
                  <c:v>0</c:v>
                </c:pt>
                <c:pt idx="47273">
                  <c:v>0</c:v>
                </c:pt>
                <c:pt idx="47274">
                  <c:v>0</c:v>
                </c:pt>
                <c:pt idx="47275">
                  <c:v>0</c:v>
                </c:pt>
                <c:pt idx="47276">
                  <c:v>0</c:v>
                </c:pt>
                <c:pt idx="47277">
                  <c:v>0</c:v>
                </c:pt>
                <c:pt idx="47278">
                  <c:v>0</c:v>
                </c:pt>
                <c:pt idx="47279">
                  <c:v>0</c:v>
                </c:pt>
                <c:pt idx="47280">
                  <c:v>0</c:v>
                </c:pt>
                <c:pt idx="47281">
                  <c:v>0</c:v>
                </c:pt>
                <c:pt idx="47282">
                  <c:v>0</c:v>
                </c:pt>
                <c:pt idx="47283">
                  <c:v>0</c:v>
                </c:pt>
                <c:pt idx="47284">
                  <c:v>0</c:v>
                </c:pt>
                <c:pt idx="47285">
                  <c:v>0</c:v>
                </c:pt>
                <c:pt idx="47286">
                  <c:v>0</c:v>
                </c:pt>
                <c:pt idx="47287">
                  <c:v>0</c:v>
                </c:pt>
                <c:pt idx="47288">
                  <c:v>0</c:v>
                </c:pt>
                <c:pt idx="47289">
                  <c:v>0</c:v>
                </c:pt>
                <c:pt idx="47290">
                  <c:v>0</c:v>
                </c:pt>
                <c:pt idx="47291">
                  <c:v>0</c:v>
                </c:pt>
                <c:pt idx="47292">
                  <c:v>0</c:v>
                </c:pt>
                <c:pt idx="47293">
                  <c:v>0</c:v>
                </c:pt>
                <c:pt idx="47294">
                  <c:v>0</c:v>
                </c:pt>
                <c:pt idx="47295">
                  <c:v>0</c:v>
                </c:pt>
                <c:pt idx="47296">
                  <c:v>0</c:v>
                </c:pt>
                <c:pt idx="47297">
                  <c:v>0</c:v>
                </c:pt>
                <c:pt idx="47298">
                  <c:v>0</c:v>
                </c:pt>
                <c:pt idx="47299">
                  <c:v>0</c:v>
                </c:pt>
                <c:pt idx="47300">
                  <c:v>0</c:v>
                </c:pt>
                <c:pt idx="47301">
                  <c:v>0</c:v>
                </c:pt>
                <c:pt idx="47302">
                  <c:v>0</c:v>
                </c:pt>
                <c:pt idx="47303">
                  <c:v>0</c:v>
                </c:pt>
                <c:pt idx="47304">
                  <c:v>0</c:v>
                </c:pt>
                <c:pt idx="47305">
                  <c:v>0</c:v>
                </c:pt>
                <c:pt idx="47306">
                  <c:v>0</c:v>
                </c:pt>
                <c:pt idx="47307">
                  <c:v>0</c:v>
                </c:pt>
                <c:pt idx="47308">
                  <c:v>0</c:v>
                </c:pt>
                <c:pt idx="47309">
                  <c:v>0</c:v>
                </c:pt>
                <c:pt idx="47310">
                  <c:v>0</c:v>
                </c:pt>
                <c:pt idx="47311">
                  <c:v>0</c:v>
                </c:pt>
                <c:pt idx="47312">
                  <c:v>0</c:v>
                </c:pt>
                <c:pt idx="47313">
                  <c:v>0</c:v>
                </c:pt>
                <c:pt idx="47314">
                  <c:v>0</c:v>
                </c:pt>
                <c:pt idx="47315">
                  <c:v>0</c:v>
                </c:pt>
                <c:pt idx="47316">
                  <c:v>0</c:v>
                </c:pt>
                <c:pt idx="47317">
                  <c:v>0</c:v>
                </c:pt>
                <c:pt idx="47318">
                  <c:v>0</c:v>
                </c:pt>
                <c:pt idx="47319">
                  <c:v>0</c:v>
                </c:pt>
                <c:pt idx="47320">
                  <c:v>0</c:v>
                </c:pt>
                <c:pt idx="47321">
                  <c:v>0</c:v>
                </c:pt>
                <c:pt idx="47322">
                  <c:v>0</c:v>
                </c:pt>
                <c:pt idx="47323">
                  <c:v>0</c:v>
                </c:pt>
                <c:pt idx="47324">
                  <c:v>0</c:v>
                </c:pt>
                <c:pt idx="47325">
                  <c:v>0</c:v>
                </c:pt>
                <c:pt idx="47326">
                  <c:v>0</c:v>
                </c:pt>
                <c:pt idx="47327">
                  <c:v>0</c:v>
                </c:pt>
                <c:pt idx="47328">
                  <c:v>0</c:v>
                </c:pt>
                <c:pt idx="47329">
                  <c:v>0</c:v>
                </c:pt>
                <c:pt idx="47330">
                  <c:v>0</c:v>
                </c:pt>
                <c:pt idx="47331">
                  <c:v>0</c:v>
                </c:pt>
                <c:pt idx="47332">
                  <c:v>0</c:v>
                </c:pt>
                <c:pt idx="47333">
                  <c:v>0</c:v>
                </c:pt>
                <c:pt idx="47334">
                  <c:v>0</c:v>
                </c:pt>
                <c:pt idx="47335">
                  <c:v>0</c:v>
                </c:pt>
                <c:pt idx="47336">
                  <c:v>0</c:v>
                </c:pt>
                <c:pt idx="47337">
                  <c:v>0</c:v>
                </c:pt>
                <c:pt idx="47338">
                  <c:v>0</c:v>
                </c:pt>
                <c:pt idx="47339">
                  <c:v>0</c:v>
                </c:pt>
                <c:pt idx="47340">
                  <c:v>0</c:v>
                </c:pt>
                <c:pt idx="47341">
                  <c:v>0</c:v>
                </c:pt>
                <c:pt idx="47342">
                  <c:v>0</c:v>
                </c:pt>
                <c:pt idx="47343">
                  <c:v>0</c:v>
                </c:pt>
                <c:pt idx="47344">
                  <c:v>0</c:v>
                </c:pt>
                <c:pt idx="47345">
                  <c:v>0</c:v>
                </c:pt>
                <c:pt idx="47346">
                  <c:v>0</c:v>
                </c:pt>
                <c:pt idx="47347">
                  <c:v>0</c:v>
                </c:pt>
                <c:pt idx="47348">
                  <c:v>0</c:v>
                </c:pt>
                <c:pt idx="47349">
                  <c:v>0</c:v>
                </c:pt>
                <c:pt idx="47350">
                  <c:v>0</c:v>
                </c:pt>
                <c:pt idx="47351">
                  <c:v>0</c:v>
                </c:pt>
                <c:pt idx="47352">
                  <c:v>0</c:v>
                </c:pt>
                <c:pt idx="47353">
                  <c:v>0</c:v>
                </c:pt>
                <c:pt idx="47354">
                  <c:v>0</c:v>
                </c:pt>
                <c:pt idx="47355">
                  <c:v>0</c:v>
                </c:pt>
                <c:pt idx="47356">
                  <c:v>0</c:v>
                </c:pt>
                <c:pt idx="47357">
                  <c:v>0</c:v>
                </c:pt>
                <c:pt idx="47358">
                  <c:v>0</c:v>
                </c:pt>
                <c:pt idx="47359">
                  <c:v>0</c:v>
                </c:pt>
                <c:pt idx="47360">
                  <c:v>0</c:v>
                </c:pt>
                <c:pt idx="47361">
                  <c:v>0</c:v>
                </c:pt>
                <c:pt idx="47362">
                  <c:v>0</c:v>
                </c:pt>
                <c:pt idx="47363">
                  <c:v>0</c:v>
                </c:pt>
                <c:pt idx="47364">
                  <c:v>0</c:v>
                </c:pt>
                <c:pt idx="47365">
                  <c:v>0</c:v>
                </c:pt>
                <c:pt idx="47366">
                  <c:v>0</c:v>
                </c:pt>
                <c:pt idx="47367">
                  <c:v>0</c:v>
                </c:pt>
                <c:pt idx="47368">
                  <c:v>0</c:v>
                </c:pt>
                <c:pt idx="47369">
                  <c:v>0</c:v>
                </c:pt>
                <c:pt idx="47370">
                  <c:v>0</c:v>
                </c:pt>
                <c:pt idx="47371">
                  <c:v>0</c:v>
                </c:pt>
                <c:pt idx="47372">
                  <c:v>0</c:v>
                </c:pt>
                <c:pt idx="47373">
                  <c:v>0</c:v>
                </c:pt>
                <c:pt idx="47374">
                  <c:v>0</c:v>
                </c:pt>
                <c:pt idx="47375">
                  <c:v>0</c:v>
                </c:pt>
                <c:pt idx="47376">
                  <c:v>0</c:v>
                </c:pt>
                <c:pt idx="47377">
                  <c:v>0</c:v>
                </c:pt>
                <c:pt idx="47378">
                  <c:v>0</c:v>
                </c:pt>
                <c:pt idx="47379">
                  <c:v>0</c:v>
                </c:pt>
                <c:pt idx="47380">
                  <c:v>0</c:v>
                </c:pt>
                <c:pt idx="47381">
                  <c:v>0</c:v>
                </c:pt>
                <c:pt idx="47382">
                  <c:v>0</c:v>
                </c:pt>
                <c:pt idx="47383">
                  <c:v>0</c:v>
                </c:pt>
                <c:pt idx="47384">
                  <c:v>0</c:v>
                </c:pt>
                <c:pt idx="47385">
                  <c:v>0</c:v>
                </c:pt>
                <c:pt idx="47386">
                  <c:v>0</c:v>
                </c:pt>
                <c:pt idx="47387">
                  <c:v>0</c:v>
                </c:pt>
                <c:pt idx="47388">
                  <c:v>0</c:v>
                </c:pt>
                <c:pt idx="47389">
                  <c:v>0</c:v>
                </c:pt>
                <c:pt idx="47390">
                  <c:v>0</c:v>
                </c:pt>
                <c:pt idx="47391">
                  <c:v>0</c:v>
                </c:pt>
                <c:pt idx="47392">
                  <c:v>0</c:v>
                </c:pt>
                <c:pt idx="47393">
                  <c:v>0</c:v>
                </c:pt>
                <c:pt idx="47394">
                  <c:v>0</c:v>
                </c:pt>
                <c:pt idx="47395">
                  <c:v>0</c:v>
                </c:pt>
                <c:pt idx="47396">
                  <c:v>0</c:v>
                </c:pt>
                <c:pt idx="47397">
                  <c:v>0</c:v>
                </c:pt>
                <c:pt idx="47398">
                  <c:v>0</c:v>
                </c:pt>
                <c:pt idx="47399">
                  <c:v>0</c:v>
                </c:pt>
                <c:pt idx="47400">
                  <c:v>0</c:v>
                </c:pt>
                <c:pt idx="47401">
                  <c:v>0</c:v>
                </c:pt>
                <c:pt idx="47402">
                  <c:v>0</c:v>
                </c:pt>
                <c:pt idx="47403">
                  <c:v>0</c:v>
                </c:pt>
                <c:pt idx="47404">
                  <c:v>0</c:v>
                </c:pt>
                <c:pt idx="47405">
                  <c:v>0</c:v>
                </c:pt>
                <c:pt idx="47406">
                  <c:v>0</c:v>
                </c:pt>
                <c:pt idx="47407">
                  <c:v>0</c:v>
                </c:pt>
                <c:pt idx="47408">
                  <c:v>0</c:v>
                </c:pt>
                <c:pt idx="47409">
                  <c:v>0</c:v>
                </c:pt>
                <c:pt idx="47410">
                  <c:v>0</c:v>
                </c:pt>
                <c:pt idx="47411">
                  <c:v>0</c:v>
                </c:pt>
                <c:pt idx="47412">
                  <c:v>0</c:v>
                </c:pt>
                <c:pt idx="47413">
                  <c:v>0</c:v>
                </c:pt>
                <c:pt idx="47414">
                  <c:v>0</c:v>
                </c:pt>
                <c:pt idx="47415">
                  <c:v>0</c:v>
                </c:pt>
                <c:pt idx="47416">
                  <c:v>0</c:v>
                </c:pt>
                <c:pt idx="47417">
                  <c:v>0</c:v>
                </c:pt>
                <c:pt idx="47418">
                  <c:v>0</c:v>
                </c:pt>
                <c:pt idx="47419">
                  <c:v>0</c:v>
                </c:pt>
                <c:pt idx="47420">
                  <c:v>0</c:v>
                </c:pt>
                <c:pt idx="47421">
                  <c:v>0</c:v>
                </c:pt>
                <c:pt idx="47422">
                  <c:v>0</c:v>
                </c:pt>
                <c:pt idx="47423">
                  <c:v>0</c:v>
                </c:pt>
                <c:pt idx="47424">
                  <c:v>0</c:v>
                </c:pt>
                <c:pt idx="47425">
                  <c:v>0</c:v>
                </c:pt>
                <c:pt idx="47426">
                  <c:v>0</c:v>
                </c:pt>
                <c:pt idx="47427">
                  <c:v>0</c:v>
                </c:pt>
                <c:pt idx="47428">
                  <c:v>0</c:v>
                </c:pt>
                <c:pt idx="47429">
                  <c:v>0</c:v>
                </c:pt>
                <c:pt idx="47430">
                  <c:v>0</c:v>
                </c:pt>
                <c:pt idx="47431">
                  <c:v>0</c:v>
                </c:pt>
                <c:pt idx="47432">
                  <c:v>0</c:v>
                </c:pt>
                <c:pt idx="47433">
                  <c:v>0</c:v>
                </c:pt>
                <c:pt idx="47434">
                  <c:v>0</c:v>
                </c:pt>
                <c:pt idx="47435">
                  <c:v>0</c:v>
                </c:pt>
                <c:pt idx="47436">
                  <c:v>0</c:v>
                </c:pt>
                <c:pt idx="47437">
                  <c:v>0</c:v>
                </c:pt>
                <c:pt idx="47438">
                  <c:v>0</c:v>
                </c:pt>
                <c:pt idx="47439">
                  <c:v>0</c:v>
                </c:pt>
                <c:pt idx="47440">
                  <c:v>0</c:v>
                </c:pt>
                <c:pt idx="47441">
                  <c:v>0</c:v>
                </c:pt>
                <c:pt idx="47442">
                  <c:v>0</c:v>
                </c:pt>
                <c:pt idx="47443">
                  <c:v>0</c:v>
                </c:pt>
                <c:pt idx="47444">
                  <c:v>0</c:v>
                </c:pt>
                <c:pt idx="47445">
                  <c:v>0</c:v>
                </c:pt>
                <c:pt idx="47446">
                  <c:v>0</c:v>
                </c:pt>
                <c:pt idx="47447">
                  <c:v>0</c:v>
                </c:pt>
                <c:pt idx="47448">
                  <c:v>0</c:v>
                </c:pt>
                <c:pt idx="47449">
                  <c:v>0</c:v>
                </c:pt>
                <c:pt idx="47450">
                  <c:v>0</c:v>
                </c:pt>
                <c:pt idx="47451">
                  <c:v>0</c:v>
                </c:pt>
                <c:pt idx="47452">
                  <c:v>0</c:v>
                </c:pt>
                <c:pt idx="47453">
                  <c:v>0</c:v>
                </c:pt>
                <c:pt idx="47454">
                  <c:v>0</c:v>
                </c:pt>
                <c:pt idx="47455">
                  <c:v>0</c:v>
                </c:pt>
                <c:pt idx="47456">
                  <c:v>0</c:v>
                </c:pt>
                <c:pt idx="47457">
                  <c:v>0</c:v>
                </c:pt>
                <c:pt idx="47458">
                  <c:v>0</c:v>
                </c:pt>
                <c:pt idx="47459">
                  <c:v>0</c:v>
                </c:pt>
                <c:pt idx="47460">
                  <c:v>0</c:v>
                </c:pt>
                <c:pt idx="47461">
                  <c:v>0</c:v>
                </c:pt>
                <c:pt idx="47462">
                  <c:v>0</c:v>
                </c:pt>
                <c:pt idx="47463">
                  <c:v>0</c:v>
                </c:pt>
                <c:pt idx="47464">
                  <c:v>0</c:v>
                </c:pt>
                <c:pt idx="47465">
                  <c:v>0</c:v>
                </c:pt>
                <c:pt idx="47466">
                  <c:v>0</c:v>
                </c:pt>
                <c:pt idx="47467">
                  <c:v>0</c:v>
                </c:pt>
                <c:pt idx="47468">
                  <c:v>0</c:v>
                </c:pt>
                <c:pt idx="47469">
                  <c:v>0</c:v>
                </c:pt>
                <c:pt idx="47470">
                  <c:v>0</c:v>
                </c:pt>
                <c:pt idx="47471">
                  <c:v>0</c:v>
                </c:pt>
                <c:pt idx="47472">
                  <c:v>0</c:v>
                </c:pt>
                <c:pt idx="47473">
                  <c:v>0</c:v>
                </c:pt>
                <c:pt idx="47474">
                  <c:v>0</c:v>
                </c:pt>
                <c:pt idx="47475">
                  <c:v>0</c:v>
                </c:pt>
                <c:pt idx="47476">
                  <c:v>0</c:v>
                </c:pt>
                <c:pt idx="47477">
                  <c:v>0</c:v>
                </c:pt>
                <c:pt idx="47478">
                  <c:v>0</c:v>
                </c:pt>
                <c:pt idx="47479">
                  <c:v>0</c:v>
                </c:pt>
                <c:pt idx="47480">
                  <c:v>0</c:v>
                </c:pt>
                <c:pt idx="47481">
                  <c:v>0</c:v>
                </c:pt>
                <c:pt idx="47482">
                  <c:v>0</c:v>
                </c:pt>
                <c:pt idx="47483">
                  <c:v>0</c:v>
                </c:pt>
                <c:pt idx="47484">
                  <c:v>0</c:v>
                </c:pt>
                <c:pt idx="47485">
                  <c:v>0</c:v>
                </c:pt>
                <c:pt idx="47486">
                  <c:v>0</c:v>
                </c:pt>
                <c:pt idx="47487">
                  <c:v>0</c:v>
                </c:pt>
                <c:pt idx="47488">
                  <c:v>0</c:v>
                </c:pt>
                <c:pt idx="47489">
                  <c:v>0</c:v>
                </c:pt>
                <c:pt idx="47490">
                  <c:v>0</c:v>
                </c:pt>
                <c:pt idx="47491">
                  <c:v>0</c:v>
                </c:pt>
                <c:pt idx="47492">
                  <c:v>0</c:v>
                </c:pt>
                <c:pt idx="47493">
                  <c:v>0</c:v>
                </c:pt>
                <c:pt idx="47494">
                  <c:v>0</c:v>
                </c:pt>
                <c:pt idx="47495">
                  <c:v>0</c:v>
                </c:pt>
                <c:pt idx="47496">
                  <c:v>0</c:v>
                </c:pt>
                <c:pt idx="47497">
                  <c:v>0</c:v>
                </c:pt>
                <c:pt idx="47498">
                  <c:v>0</c:v>
                </c:pt>
                <c:pt idx="47499">
                  <c:v>0</c:v>
                </c:pt>
                <c:pt idx="47500">
                  <c:v>0</c:v>
                </c:pt>
                <c:pt idx="47501">
                  <c:v>0</c:v>
                </c:pt>
                <c:pt idx="47502">
                  <c:v>0</c:v>
                </c:pt>
                <c:pt idx="47503">
                  <c:v>0</c:v>
                </c:pt>
                <c:pt idx="47504">
                  <c:v>0</c:v>
                </c:pt>
                <c:pt idx="47505">
                  <c:v>0</c:v>
                </c:pt>
                <c:pt idx="47506">
                  <c:v>0</c:v>
                </c:pt>
                <c:pt idx="47507">
                  <c:v>0</c:v>
                </c:pt>
                <c:pt idx="47508">
                  <c:v>0</c:v>
                </c:pt>
                <c:pt idx="47509">
                  <c:v>0</c:v>
                </c:pt>
                <c:pt idx="47510">
                  <c:v>0</c:v>
                </c:pt>
                <c:pt idx="47511">
                  <c:v>0</c:v>
                </c:pt>
                <c:pt idx="47512">
                  <c:v>0</c:v>
                </c:pt>
                <c:pt idx="47513">
                  <c:v>0</c:v>
                </c:pt>
                <c:pt idx="47514">
                  <c:v>0</c:v>
                </c:pt>
                <c:pt idx="47515">
                  <c:v>0</c:v>
                </c:pt>
                <c:pt idx="47516">
                  <c:v>0</c:v>
                </c:pt>
                <c:pt idx="47517">
                  <c:v>0</c:v>
                </c:pt>
                <c:pt idx="47518">
                  <c:v>0</c:v>
                </c:pt>
                <c:pt idx="47519">
                  <c:v>0</c:v>
                </c:pt>
                <c:pt idx="47520">
                  <c:v>0</c:v>
                </c:pt>
                <c:pt idx="47521">
                  <c:v>0</c:v>
                </c:pt>
                <c:pt idx="47522">
                  <c:v>0</c:v>
                </c:pt>
                <c:pt idx="47523">
                  <c:v>0</c:v>
                </c:pt>
                <c:pt idx="47524">
                  <c:v>0</c:v>
                </c:pt>
                <c:pt idx="47525">
                  <c:v>0</c:v>
                </c:pt>
                <c:pt idx="47526">
                  <c:v>0</c:v>
                </c:pt>
                <c:pt idx="47527">
                  <c:v>0</c:v>
                </c:pt>
                <c:pt idx="47528">
                  <c:v>0</c:v>
                </c:pt>
                <c:pt idx="47529">
                  <c:v>0</c:v>
                </c:pt>
                <c:pt idx="47530">
                  <c:v>0</c:v>
                </c:pt>
                <c:pt idx="47531">
                  <c:v>0</c:v>
                </c:pt>
                <c:pt idx="47532">
                  <c:v>0</c:v>
                </c:pt>
                <c:pt idx="47533">
                  <c:v>0</c:v>
                </c:pt>
                <c:pt idx="47534">
                  <c:v>0</c:v>
                </c:pt>
                <c:pt idx="47535">
                  <c:v>0</c:v>
                </c:pt>
                <c:pt idx="47536">
                  <c:v>0</c:v>
                </c:pt>
                <c:pt idx="47537">
                  <c:v>0</c:v>
                </c:pt>
                <c:pt idx="47538">
                  <c:v>0</c:v>
                </c:pt>
                <c:pt idx="47539">
                  <c:v>0</c:v>
                </c:pt>
                <c:pt idx="47540">
                  <c:v>0</c:v>
                </c:pt>
                <c:pt idx="47541">
                  <c:v>0</c:v>
                </c:pt>
                <c:pt idx="47542">
                  <c:v>0</c:v>
                </c:pt>
                <c:pt idx="47543">
                  <c:v>0</c:v>
                </c:pt>
                <c:pt idx="47544">
                  <c:v>0</c:v>
                </c:pt>
                <c:pt idx="47545">
                  <c:v>0</c:v>
                </c:pt>
                <c:pt idx="47546">
                  <c:v>0</c:v>
                </c:pt>
                <c:pt idx="47547">
                  <c:v>0</c:v>
                </c:pt>
                <c:pt idx="47548">
                  <c:v>0</c:v>
                </c:pt>
                <c:pt idx="47549">
                  <c:v>0</c:v>
                </c:pt>
                <c:pt idx="47550">
                  <c:v>0</c:v>
                </c:pt>
                <c:pt idx="47551">
                  <c:v>0</c:v>
                </c:pt>
                <c:pt idx="47552">
                  <c:v>0</c:v>
                </c:pt>
                <c:pt idx="47553">
                  <c:v>0</c:v>
                </c:pt>
                <c:pt idx="47554">
                  <c:v>0</c:v>
                </c:pt>
                <c:pt idx="47555">
                  <c:v>0</c:v>
                </c:pt>
                <c:pt idx="47556">
                  <c:v>0</c:v>
                </c:pt>
                <c:pt idx="47557">
                  <c:v>0</c:v>
                </c:pt>
                <c:pt idx="47558">
                  <c:v>0</c:v>
                </c:pt>
                <c:pt idx="47559">
                  <c:v>0</c:v>
                </c:pt>
                <c:pt idx="47560">
                  <c:v>0</c:v>
                </c:pt>
                <c:pt idx="47561">
                  <c:v>0</c:v>
                </c:pt>
                <c:pt idx="47562">
                  <c:v>0</c:v>
                </c:pt>
                <c:pt idx="47563">
                  <c:v>0</c:v>
                </c:pt>
                <c:pt idx="47564">
                  <c:v>0</c:v>
                </c:pt>
                <c:pt idx="47565">
                  <c:v>0</c:v>
                </c:pt>
                <c:pt idx="47566">
                  <c:v>0</c:v>
                </c:pt>
                <c:pt idx="47567">
                  <c:v>0</c:v>
                </c:pt>
                <c:pt idx="47568">
                  <c:v>0</c:v>
                </c:pt>
                <c:pt idx="47569">
                  <c:v>0</c:v>
                </c:pt>
                <c:pt idx="47570">
                  <c:v>0</c:v>
                </c:pt>
                <c:pt idx="47571">
                  <c:v>0</c:v>
                </c:pt>
                <c:pt idx="47572">
                  <c:v>0</c:v>
                </c:pt>
                <c:pt idx="47573">
                  <c:v>0</c:v>
                </c:pt>
                <c:pt idx="47574">
                  <c:v>0</c:v>
                </c:pt>
                <c:pt idx="47575">
                  <c:v>0</c:v>
                </c:pt>
                <c:pt idx="47576">
                  <c:v>0</c:v>
                </c:pt>
                <c:pt idx="47577">
                  <c:v>0</c:v>
                </c:pt>
                <c:pt idx="47578">
                  <c:v>0</c:v>
                </c:pt>
                <c:pt idx="47579">
                  <c:v>0</c:v>
                </c:pt>
                <c:pt idx="47580">
                  <c:v>0</c:v>
                </c:pt>
                <c:pt idx="47581">
                  <c:v>0</c:v>
                </c:pt>
                <c:pt idx="47582">
                  <c:v>0</c:v>
                </c:pt>
                <c:pt idx="47583">
                  <c:v>0</c:v>
                </c:pt>
                <c:pt idx="47584">
                  <c:v>0</c:v>
                </c:pt>
                <c:pt idx="47585">
                  <c:v>0</c:v>
                </c:pt>
                <c:pt idx="47586">
                  <c:v>0</c:v>
                </c:pt>
                <c:pt idx="47587">
                  <c:v>0</c:v>
                </c:pt>
                <c:pt idx="47588">
                  <c:v>0</c:v>
                </c:pt>
                <c:pt idx="47589">
                  <c:v>0</c:v>
                </c:pt>
                <c:pt idx="47590">
                  <c:v>0</c:v>
                </c:pt>
                <c:pt idx="47591">
                  <c:v>0</c:v>
                </c:pt>
                <c:pt idx="47592">
                  <c:v>0</c:v>
                </c:pt>
                <c:pt idx="47593">
                  <c:v>0</c:v>
                </c:pt>
                <c:pt idx="47594">
                  <c:v>0</c:v>
                </c:pt>
                <c:pt idx="47595">
                  <c:v>0</c:v>
                </c:pt>
                <c:pt idx="47596">
                  <c:v>0</c:v>
                </c:pt>
                <c:pt idx="47597">
                  <c:v>0</c:v>
                </c:pt>
                <c:pt idx="47598">
                  <c:v>0</c:v>
                </c:pt>
                <c:pt idx="47599">
                  <c:v>0</c:v>
                </c:pt>
                <c:pt idx="47600">
                  <c:v>0</c:v>
                </c:pt>
                <c:pt idx="47601">
                  <c:v>0</c:v>
                </c:pt>
                <c:pt idx="47602">
                  <c:v>0</c:v>
                </c:pt>
                <c:pt idx="47603">
                  <c:v>0</c:v>
                </c:pt>
                <c:pt idx="47604">
                  <c:v>0</c:v>
                </c:pt>
                <c:pt idx="47605">
                  <c:v>0</c:v>
                </c:pt>
                <c:pt idx="47606">
                  <c:v>0</c:v>
                </c:pt>
                <c:pt idx="47607">
                  <c:v>0</c:v>
                </c:pt>
                <c:pt idx="47608">
                  <c:v>0</c:v>
                </c:pt>
                <c:pt idx="47609">
                  <c:v>0</c:v>
                </c:pt>
                <c:pt idx="47610">
                  <c:v>0</c:v>
                </c:pt>
                <c:pt idx="47611">
                  <c:v>0</c:v>
                </c:pt>
                <c:pt idx="47612">
                  <c:v>0</c:v>
                </c:pt>
                <c:pt idx="47613">
                  <c:v>0</c:v>
                </c:pt>
                <c:pt idx="47614">
                  <c:v>0</c:v>
                </c:pt>
                <c:pt idx="47615">
                  <c:v>0</c:v>
                </c:pt>
                <c:pt idx="47616">
                  <c:v>0</c:v>
                </c:pt>
                <c:pt idx="47617">
                  <c:v>0</c:v>
                </c:pt>
                <c:pt idx="47618">
                  <c:v>0</c:v>
                </c:pt>
                <c:pt idx="47619">
                  <c:v>0</c:v>
                </c:pt>
                <c:pt idx="47620">
                  <c:v>0</c:v>
                </c:pt>
                <c:pt idx="47621">
                  <c:v>0</c:v>
                </c:pt>
                <c:pt idx="47622">
                  <c:v>0</c:v>
                </c:pt>
                <c:pt idx="47623">
                  <c:v>0</c:v>
                </c:pt>
                <c:pt idx="47624">
                  <c:v>0</c:v>
                </c:pt>
                <c:pt idx="47625">
                  <c:v>0</c:v>
                </c:pt>
                <c:pt idx="47626">
                  <c:v>0</c:v>
                </c:pt>
                <c:pt idx="47627">
                  <c:v>0</c:v>
                </c:pt>
                <c:pt idx="47628">
                  <c:v>0</c:v>
                </c:pt>
                <c:pt idx="47629">
                  <c:v>0</c:v>
                </c:pt>
                <c:pt idx="47630">
                  <c:v>0</c:v>
                </c:pt>
                <c:pt idx="47631">
                  <c:v>0</c:v>
                </c:pt>
                <c:pt idx="47632">
                  <c:v>0</c:v>
                </c:pt>
                <c:pt idx="47633">
                  <c:v>0</c:v>
                </c:pt>
                <c:pt idx="47634">
                  <c:v>0</c:v>
                </c:pt>
                <c:pt idx="47635">
                  <c:v>0</c:v>
                </c:pt>
                <c:pt idx="47636">
                  <c:v>0</c:v>
                </c:pt>
                <c:pt idx="47637">
                  <c:v>0</c:v>
                </c:pt>
                <c:pt idx="47638">
                  <c:v>0</c:v>
                </c:pt>
                <c:pt idx="47639">
                  <c:v>0</c:v>
                </c:pt>
                <c:pt idx="47640">
                  <c:v>0</c:v>
                </c:pt>
                <c:pt idx="47641">
                  <c:v>0</c:v>
                </c:pt>
                <c:pt idx="47642">
                  <c:v>0</c:v>
                </c:pt>
                <c:pt idx="47643">
                  <c:v>0</c:v>
                </c:pt>
                <c:pt idx="47644">
                  <c:v>0</c:v>
                </c:pt>
                <c:pt idx="47645">
                  <c:v>0</c:v>
                </c:pt>
                <c:pt idx="47646">
                  <c:v>0</c:v>
                </c:pt>
                <c:pt idx="47647">
                  <c:v>0</c:v>
                </c:pt>
                <c:pt idx="47648">
                  <c:v>0</c:v>
                </c:pt>
                <c:pt idx="47649">
                  <c:v>0</c:v>
                </c:pt>
                <c:pt idx="47650">
                  <c:v>0</c:v>
                </c:pt>
                <c:pt idx="47651">
                  <c:v>0</c:v>
                </c:pt>
                <c:pt idx="47652">
                  <c:v>0</c:v>
                </c:pt>
                <c:pt idx="47653">
                  <c:v>0</c:v>
                </c:pt>
                <c:pt idx="47654">
                  <c:v>0</c:v>
                </c:pt>
                <c:pt idx="47655">
                  <c:v>0</c:v>
                </c:pt>
                <c:pt idx="47656">
                  <c:v>0</c:v>
                </c:pt>
                <c:pt idx="47657">
                  <c:v>0</c:v>
                </c:pt>
                <c:pt idx="47658">
                  <c:v>0</c:v>
                </c:pt>
                <c:pt idx="47659">
                  <c:v>0</c:v>
                </c:pt>
                <c:pt idx="47660">
                  <c:v>0</c:v>
                </c:pt>
                <c:pt idx="47661">
                  <c:v>0</c:v>
                </c:pt>
                <c:pt idx="47662">
                  <c:v>0</c:v>
                </c:pt>
                <c:pt idx="47663">
                  <c:v>0</c:v>
                </c:pt>
                <c:pt idx="47664">
                  <c:v>0</c:v>
                </c:pt>
                <c:pt idx="47665">
                  <c:v>0</c:v>
                </c:pt>
                <c:pt idx="47666">
                  <c:v>0</c:v>
                </c:pt>
                <c:pt idx="47667">
                  <c:v>0</c:v>
                </c:pt>
                <c:pt idx="47668">
                  <c:v>0</c:v>
                </c:pt>
                <c:pt idx="47669">
                  <c:v>0</c:v>
                </c:pt>
                <c:pt idx="47670">
                  <c:v>0</c:v>
                </c:pt>
                <c:pt idx="47671">
                  <c:v>0</c:v>
                </c:pt>
                <c:pt idx="47672">
                  <c:v>0</c:v>
                </c:pt>
                <c:pt idx="47673">
                  <c:v>0</c:v>
                </c:pt>
                <c:pt idx="47674">
                  <c:v>0</c:v>
                </c:pt>
                <c:pt idx="47675">
                  <c:v>0</c:v>
                </c:pt>
                <c:pt idx="47676">
                  <c:v>0</c:v>
                </c:pt>
                <c:pt idx="47677">
                  <c:v>0</c:v>
                </c:pt>
                <c:pt idx="47678">
                  <c:v>0</c:v>
                </c:pt>
                <c:pt idx="47679">
                  <c:v>0</c:v>
                </c:pt>
                <c:pt idx="47680">
                  <c:v>0</c:v>
                </c:pt>
                <c:pt idx="47681">
                  <c:v>0</c:v>
                </c:pt>
                <c:pt idx="47682">
                  <c:v>0</c:v>
                </c:pt>
                <c:pt idx="47683">
                  <c:v>0</c:v>
                </c:pt>
                <c:pt idx="47684">
                  <c:v>0</c:v>
                </c:pt>
                <c:pt idx="47685">
                  <c:v>0</c:v>
                </c:pt>
                <c:pt idx="47686">
                  <c:v>0</c:v>
                </c:pt>
                <c:pt idx="47687">
                  <c:v>0</c:v>
                </c:pt>
                <c:pt idx="47688">
                  <c:v>0</c:v>
                </c:pt>
                <c:pt idx="47689">
                  <c:v>0</c:v>
                </c:pt>
                <c:pt idx="47690">
                  <c:v>0</c:v>
                </c:pt>
                <c:pt idx="47691">
                  <c:v>0</c:v>
                </c:pt>
                <c:pt idx="47692">
                  <c:v>0</c:v>
                </c:pt>
                <c:pt idx="47693">
                  <c:v>0</c:v>
                </c:pt>
                <c:pt idx="47694">
                  <c:v>0</c:v>
                </c:pt>
                <c:pt idx="47695">
                  <c:v>0</c:v>
                </c:pt>
                <c:pt idx="47696">
                  <c:v>0</c:v>
                </c:pt>
                <c:pt idx="47697">
                  <c:v>0</c:v>
                </c:pt>
                <c:pt idx="47698">
                  <c:v>0</c:v>
                </c:pt>
                <c:pt idx="47699">
                  <c:v>0</c:v>
                </c:pt>
                <c:pt idx="47700">
                  <c:v>0</c:v>
                </c:pt>
                <c:pt idx="47701">
                  <c:v>0</c:v>
                </c:pt>
                <c:pt idx="47702">
                  <c:v>0</c:v>
                </c:pt>
                <c:pt idx="47703">
                  <c:v>0</c:v>
                </c:pt>
                <c:pt idx="47704">
                  <c:v>0</c:v>
                </c:pt>
                <c:pt idx="47705">
                  <c:v>0</c:v>
                </c:pt>
                <c:pt idx="47706">
                  <c:v>0</c:v>
                </c:pt>
                <c:pt idx="47707">
                  <c:v>0</c:v>
                </c:pt>
                <c:pt idx="47708">
                  <c:v>0</c:v>
                </c:pt>
                <c:pt idx="47709">
                  <c:v>0</c:v>
                </c:pt>
                <c:pt idx="47710">
                  <c:v>0</c:v>
                </c:pt>
                <c:pt idx="47711">
                  <c:v>0</c:v>
                </c:pt>
                <c:pt idx="47712">
                  <c:v>0</c:v>
                </c:pt>
                <c:pt idx="47713">
                  <c:v>0</c:v>
                </c:pt>
                <c:pt idx="47714">
                  <c:v>0</c:v>
                </c:pt>
                <c:pt idx="47715">
                  <c:v>0</c:v>
                </c:pt>
                <c:pt idx="47716">
                  <c:v>0</c:v>
                </c:pt>
                <c:pt idx="47717">
                  <c:v>0</c:v>
                </c:pt>
                <c:pt idx="47718">
                  <c:v>0</c:v>
                </c:pt>
                <c:pt idx="47719">
                  <c:v>0</c:v>
                </c:pt>
                <c:pt idx="47720">
                  <c:v>0</c:v>
                </c:pt>
                <c:pt idx="47721">
                  <c:v>0</c:v>
                </c:pt>
                <c:pt idx="47722">
                  <c:v>0</c:v>
                </c:pt>
                <c:pt idx="47723">
                  <c:v>0</c:v>
                </c:pt>
                <c:pt idx="47724">
                  <c:v>0</c:v>
                </c:pt>
                <c:pt idx="47725">
                  <c:v>0</c:v>
                </c:pt>
                <c:pt idx="47726">
                  <c:v>0</c:v>
                </c:pt>
                <c:pt idx="47727">
                  <c:v>0</c:v>
                </c:pt>
                <c:pt idx="47728">
                  <c:v>0</c:v>
                </c:pt>
                <c:pt idx="47729">
                  <c:v>0</c:v>
                </c:pt>
                <c:pt idx="47730">
                  <c:v>0</c:v>
                </c:pt>
                <c:pt idx="47731">
                  <c:v>0</c:v>
                </c:pt>
                <c:pt idx="47732">
                  <c:v>0</c:v>
                </c:pt>
                <c:pt idx="47733">
                  <c:v>0</c:v>
                </c:pt>
                <c:pt idx="47734">
                  <c:v>0</c:v>
                </c:pt>
                <c:pt idx="47735">
                  <c:v>0</c:v>
                </c:pt>
                <c:pt idx="47736">
                  <c:v>0</c:v>
                </c:pt>
                <c:pt idx="47737">
                  <c:v>0</c:v>
                </c:pt>
                <c:pt idx="47738">
                  <c:v>0</c:v>
                </c:pt>
                <c:pt idx="47739">
                  <c:v>0</c:v>
                </c:pt>
                <c:pt idx="47740">
                  <c:v>0</c:v>
                </c:pt>
                <c:pt idx="47741">
                  <c:v>0</c:v>
                </c:pt>
                <c:pt idx="47742">
                  <c:v>0</c:v>
                </c:pt>
                <c:pt idx="47743">
                  <c:v>0</c:v>
                </c:pt>
                <c:pt idx="47744">
                  <c:v>0</c:v>
                </c:pt>
                <c:pt idx="47745">
                  <c:v>0</c:v>
                </c:pt>
                <c:pt idx="47746">
                  <c:v>0</c:v>
                </c:pt>
                <c:pt idx="47747">
                  <c:v>0</c:v>
                </c:pt>
                <c:pt idx="47748">
                  <c:v>0</c:v>
                </c:pt>
                <c:pt idx="47749">
                  <c:v>0</c:v>
                </c:pt>
                <c:pt idx="47750">
                  <c:v>0</c:v>
                </c:pt>
                <c:pt idx="47751">
                  <c:v>0</c:v>
                </c:pt>
                <c:pt idx="47752">
                  <c:v>0</c:v>
                </c:pt>
                <c:pt idx="47753">
                  <c:v>0</c:v>
                </c:pt>
                <c:pt idx="47754">
                  <c:v>0</c:v>
                </c:pt>
                <c:pt idx="47755">
                  <c:v>0</c:v>
                </c:pt>
                <c:pt idx="47756">
                  <c:v>0</c:v>
                </c:pt>
                <c:pt idx="47757">
                  <c:v>0</c:v>
                </c:pt>
                <c:pt idx="47758">
                  <c:v>0</c:v>
                </c:pt>
                <c:pt idx="47759">
                  <c:v>0</c:v>
                </c:pt>
                <c:pt idx="47760">
                  <c:v>0</c:v>
                </c:pt>
                <c:pt idx="47761">
                  <c:v>0</c:v>
                </c:pt>
                <c:pt idx="47762">
                  <c:v>0</c:v>
                </c:pt>
                <c:pt idx="47763">
                  <c:v>0</c:v>
                </c:pt>
                <c:pt idx="47764">
                  <c:v>0</c:v>
                </c:pt>
                <c:pt idx="47765">
                  <c:v>0</c:v>
                </c:pt>
                <c:pt idx="47766">
                  <c:v>0</c:v>
                </c:pt>
                <c:pt idx="47767">
                  <c:v>0</c:v>
                </c:pt>
                <c:pt idx="47768">
                  <c:v>0</c:v>
                </c:pt>
                <c:pt idx="47769">
                  <c:v>0</c:v>
                </c:pt>
                <c:pt idx="47770">
                  <c:v>0</c:v>
                </c:pt>
                <c:pt idx="47771">
                  <c:v>0</c:v>
                </c:pt>
                <c:pt idx="47772">
                  <c:v>0</c:v>
                </c:pt>
                <c:pt idx="47773">
                  <c:v>0</c:v>
                </c:pt>
                <c:pt idx="47774">
                  <c:v>0</c:v>
                </c:pt>
                <c:pt idx="47775">
                  <c:v>0</c:v>
                </c:pt>
                <c:pt idx="47776">
                  <c:v>0</c:v>
                </c:pt>
                <c:pt idx="47777">
                  <c:v>0</c:v>
                </c:pt>
                <c:pt idx="47778">
                  <c:v>0</c:v>
                </c:pt>
                <c:pt idx="47779">
                  <c:v>0</c:v>
                </c:pt>
                <c:pt idx="47780">
                  <c:v>0</c:v>
                </c:pt>
                <c:pt idx="47781">
                  <c:v>0</c:v>
                </c:pt>
                <c:pt idx="47782">
                  <c:v>0</c:v>
                </c:pt>
                <c:pt idx="47783">
                  <c:v>0</c:v>
                </c:pt>
                <c:pt idx="47784">
                  <c:v>0</c:v>
                </c:pt>
                <c:pt idx="47785">
                  <c:v>0</c:v>
                </c:pt>
                <c:pt idx="47786">
                  <c:v>0</c:v>
                </c:pt>
                <c:pt idx="47787">
                  <c:v>0</c:v>
                </c:pt>
                <c:pt idx="47788">
                  <c:v>0</c:v>
                </c:pt>
                <c:pt idx="47789">
                  <c:v>0</c:v>
                </c:pt>
                <c:pt idx="47790">
                  <c:v>0</c:v>
                </c:pt>
                <c:pt idx="47791">
                  <c:v>0</c:v>
                </c:pt>
                <c:pt idx="47792">
                  <c:v>0</c:v>
                </c:pt>
                <c:pt idx="47793">
                  <c:v>0</c:v>
                </c:pt>
                <c:pt idx="47794">
                  <c:v>0</c:v>
                </c:pt>
                <c:pt idx="47795">
                  <c:v>0</c:v>
                </c:pt>
                <c:pt idx="47796">
                  <c:v>0</c:v>
                </c:pt>
                <c:pt idx="47797">
                  <c:v>0</c:v>
                </c:pt>
                <c:pt idx="47798">
                  <c:v>0</c:v>
                </c:pt>
                <c:pt idx="47799">
                  <c:v>0</c:v>
                </c:pt>
                <c:pt idx="47800">
                  <c:v>0</c:v>
                </c:pt>
                <c:pt idx="47801">
                  <c:v>0</c:v>
                </c:pt>
                <c:pt idx="47802">
                  <c:v>0</c:v>
                </c:pt>
                <c:pt idx="47803">
                  <c:v>0</c:v>
                </c:pt>
                <c:pt idx="47804">
                  <c:v>0</c:v>
                </c:pt>
                <c:pt idx="47805">
                  <c:v>0</c:v>
                </c:pt>
                <c:pt idx="47806">
                  <c:v>0</c:v>
                </c:pt>
                <c:pt idx="47807">
                  <c:v>0</c:v>
                </c:pt>
                <c:pt idx="47808">
                  <c:v>0</c:v>
                </c:pt>
                <c:pt idx="47809">
                  <c:v>0</c:v>
                </c:pt>
                <c:pt idx="47810">
                  <c:v>0</c:v>
                </c:pt>
                <c:pt idx="47811">
                  <c:v>0</c:v>
                </c:pt>
                <c:pt idx="47812">
                  <c:v>0</c:v>
                </c:pt>
                <c:pt idx="47813">
                  <c:v>0</c:v>
                </c:pt>
                <c:pt idx="47814">
                  <c:v>0</c:v>
                </c:pt>
                <c:pt idx="47815">
                  <c:v>0</c:v>
                </c:pt>
                <c:pt idx="47816">
                  <c:v>0</c:v>
                </c:pt>
                <c:pt idx="47817">
                  <c:v>0</c:v>
                </c:pt>
                <c:pt idx="47818">
                  <c:v>0</c:v>
                </c:pt>
                <c:pt idx="47819">
                  <c:v>0</c:v>
                </c:pt>
                <c:pt idx="47820">
                  <c:v>0</c:v>
                </c:pt>
                <c:pt idx="47821">
                  <c:v>0</c:v>
                </c:pt>
                <c:pt idx="47822">
                  <c:v>0</c:v>
                </c:pt>
                <c:pt idx="47823">
                  <c:v>0</c:v>
                </c:pt>
                <c:pt idx="47824">
                  <c:v>0</c:v>
                </c:pt>
                <c:pt idx="47825">
                  <c:v>0</c:v>
                </c:pt>
                <c:pt idx="47826">
                  <c:v>0</c:v>
                </c:pt>
                <c:pt idx="47827">
                  <c:v>0</c:v>
                </c:pt>
                <c:pt idx="47828">
                  <c:v>0</c:v>
                </c:pt>
                <c:pt idx="47829">
                  <c:v>0</c:v>
                </c:pt>
                <c:pt idx="47830">
                  <c:v>0</c:v>
                </c:pt>
                <c:pt idx="47831">
                  <c:v>0</c:v>
                </c:pt>
                <c:pt idx="47832">
                  <c:v>0</c:v>
                </c:pt>
                <c:pt idx="47833">
                  <c:v>0</c:v>
                </c:pt>
                <c:pt idx="47834">
                  <c:v>0</c:v>
                </c:pt>
                <c:pt idx="47835">
                  <c:v>0</c:v>
                </c:pt>
                <c:pt idx="47836">
                  <c:v>0</c:v>
                </c:pt>
                <c:pt idx="47837">
                  <c:v>0</c:v>
                </c:pt>
                <c:pt idx="47838">
                  <c:v>0</c:v>
                </c:pt>
                <c:pt idx="47839">
                  <c:v>0</c:v>
                </c:pt>
                <c:pt idx="47840">
                  <c:v>0</c:v>
                </c:pt>
                <c:pt idx="47841">
                  <c:v>0</c:v>
                </c:pt>
                <c:pt idx="47842">
                  <c:v>0</c:v>
                </c:pt>
                <c:pt idx="47843">
                  <c:v>0</c:v>
                </c:pt>
                <c:pt idx="47844">
                  <c:v>0</c:v>
                </c:pt>
                <c:pt idx="47845">
                  <c:v>0</c:v>
                </c:pt>
                <c:pt idx="47846">
                  <c:v>0</c:v>
                </c:pt>
                <c:pt idx="47847">
                  <c:v>0</c:v>
                </c:pt>
                <c:pt idx="47848">
                  <c:v>0</c:v>
                </c:pt>
                <c:pt idx="47849">
                  <c:v>0</c:v>
                </c:pt>
                <c:pt idx="47850">
                  <c:v>0</c:v>
                </c:pt>
                <c:pt idx="47851">
                  <c:v>0</c:v>
                </c:pt>
                <c:pt idx="47852">
                  <c:v>0</c:v>
                </c:pt>
                <c:pt idx="47853">
                  <c:v>0</c:v>
                </c:pt>
                <c:pt idx="47854">
                  <c:v>0</c:v>
                </c:pt>
                <c:pt idx="47855">
                  <c:v>0</c:v>
                </c:pt>
                <c:pt idx="47856">
                  <c:v>0</c:v>
                </c:pt>
                <c:pt idx="47857">
                  <c:v>0</c:v>
                </c:pt>
                <c:pt idx="47858">
                  <c:v>0</c:v>
                </c:pt>
                <c:pt idx="47859">
                  <c:v>0</c:v>
                </c:pt>
                <c:pt idx="47860">
                  <c:v>0</c:v>
                </c:pt>
                <c:pt idx="47861">
                  <c:v>0</c:v>
                </c:pt>
                <c:pt idx="47862">
                  <c:v>0</c:v>
                </c:pt>
                <c:pt idx="47863">
                  <c:v>0</c:v>
                </c:pt>
                <c:pt idx="47864">
                  <c:v>0</c:v>
                </c:pt>
                <c:pt idx="47865">
                  <c:v>0</c:v>
                </c:pt>
                <c:pt idx="47866">
                  <c:v>0</c:v>
                </c:pt>
                <c:pt idx="47867">
                  <c:v>0</c:v>
                </c:pt>
                <c:pt idx="47868">
                  <c:v>0</c:v>
                </c:pt>
                <c:pt idx="47869">
                  <c:v>0</c:v>
                </c:pt>
                <c:pt idx="47870">
                  <c:v>0</c:v>
                </c:pt>
                <c:pt idx="47871">
                  <c:v>0</c:v>
                </c:pt>
                <c:pt idx="47872">
                  <c:v>0</c:v>
                </c:pt>
                <c:pt idx="47873">
                  <c:v>0</c:v>
                </c:pt>
                <c:pt idx="47874">
                  <c:v>0</c:v>
                </c:pt>
                <c:pt idx="47875">
                  <c:v>0</c:v>
                </c:pt>
                <c:pt idx="47876">
                  <c:v>0</c:v>
                </c:pt>
                <c:pt idx="47877">
                  <c:v>0</c:v>
                </c:pt>
                <c:pt idx="47878">
                  <c:v>0</c:v>
                </c:pt>
                <c:pt idx="47879">
                  <c:v>0</c:v>
                </c:pt>
                <c:pt idx="47880">
                  <c:v>0</c:v>
                </c:pt>
                <c:pt idx="47881">
                  <c:v>0</c:v>
                </c:pt>
                <c:pt idx="47882">
                  <c:v>0</c:v>
                </c:pt>
                <c:pt idx="47883">
                  <c:v>0</c:v>
                </c:pt>
                <c:pt idx="47884">
                  <c:v>0</c:v>
                </c:pt>
                <c:pt idx="47885">
                  <c:v>0</c:v>
                </c:pt>
                <c:pt idx="47886">
                  <c:v>0</c:v>
                </c:pt>
                <c:pt idx="47887">
                  <c:v>0</c:v>
                </c:pt>
                <c:pt idx="47888">
                  <c:v>0</c:v>
                </c:pt>
                <c:pt idx="47889">
                  <c:v>0</c:v>
                </c:pt>
                <c:pt idx="47890">
                  <c:v>0</c:v>
                </c:pt>
                <c:pt idx="47891">
                  <c:v>0</c:v>
                </c:pt>
                <c:pt idx="47892">
                  <c:v>0</c:v>
                </c:pt>
                <c:pt idx="47893">
                  <c:v>0</c:v>
                </c:pt>
                <c:pt idx="47894">
                  <c:v>0</c:v>
                </c:pt>
                <c:pt idx="47895">
                  <c:v>0</c:v>
                </c:pt>
                <c:pt idx="47896">
                  <c:v>0</c:v>
                </c:pt>
                <c:pt idx="47897">
                  <c:v>0</c:v>
                </c:pt>
                <c:pt idx="47898">
                  <c:v>0</c:v>
                </c:pt>
                <c:pt idx="47899">
                  <c:v>0</c:v>
                </c:pt>
                <c:pt idx="47900">
                  <c:v>0</c:v>
                </c:pt>
                <c:pt idx="47901">
                  <c:v>0</c:v>
                </c:pt>
                <c:pt idx="47902">
                  <c:v>0</c:v>
                </c:pt>
                <c:pt idx="47903">
                  <c:v>0</c:v>
                </c:pt>
                <c:pt idx="47904">
                  <c:v>0</c:v>
                </c:pt>
                <c:pt idx="47905">
                  <c:v>0</c:v>
                </c:pt>
                <c:pt idx="47906">
                  <c:v>0</c:v>
                </c:pt>
                <c:pt idx="47907">
                  <c:v>0</c:v>
                </c:pt>
                <c:pt idx="47908">
                  <c:v>0</c:v>
                </c:pt>
                <c:pt idx="47909">
                  <c:v>0</c:v>
                </c:pt>
                <c:pt idx="47910">
                  <c:v>0</c:v>
                </c:pt>
                <c:pt idx="47911">
                  <c:v>0</c:v>
                </c:pt>
                <c:pt idx="47912">
                  <c:v>0</c:v>
                </c:pt>
                <c:pt idx="47913">
                  <c:v>0</c:v>
                </c:pt>
                <c:pt idx="47914">
                  <c:v>0</c:v>
                </c:pt>
                <c:pt idx="47915">
                  <c:v>0</c:v>
                </c:pt>
                <c:pt idx="47916">
                  <c:v>0</c:v>
                </c:pt>
                <c:pt idx="47917">
                  <c:v>0</c:v>
                </c:pt>
                <c:pt idx="47918">
                  <c:v>0</c:v>
                </c:pt>
                <c:pt idx="47919">
                  <c:v>0</c:v>
                </c:pt>
                <c:pt idx="47920">
                  <c:v>0</c:v>
                </c:pt>
                <c:pt idx="47921">
                  <c:v>0</c:v>
                </c:pt>
                <c:pt idx="47922">
                  <c:v>0</c:v>
                </c:pt>
                <c:pt idx="47923">
                  <c:v>0</c:v>
                </c:pt>
                <c:pt idx="47924">
                  <c:v>0</c:v>
                </c:pt>
                <c:pt idx="47925">
                  <c:v>0</c:v>
                </c:pt>
                <c:pt idx="47926">
                  <c:v>0</c:v>
                </c:pt>
                <c:pt idx="47927">
                  <c:v>0</c:v>
                </c:pt>
                <c:pt idx="47928">
                  <c:v>0</c:v>
                </c:pt>
                <c:pt idx="47929">
                  <c:v>0</c:v>
                </c:pt>
                <c:pt idx="47930">
                  <c:v>0</c:v>
                </c:pt>
                <c:pt idx="47931">
                  <c:v>0</c:v>
                </c:pt>
                <c:pt idx="47932">
                  <c:v>0</c:v>
                </c:pt>
                <c:pt idx="47933">
                  <c:v>0</c:v>
                </c:pt>
                <c:pt idx="47934">
                  <c:v>0</c:v>
                </c:pt>
                <c:pt idx="47935">
                  <c:v>0</c:v>
                </c:pt>
                <c:pt idx="47936">
                  <c:v>0</c:v>
                </c:pt>
                <c:pt idx="47937">
                  <c:v>0</c:v>
                </c:pt>
                <c:pt idx="47938">
                  <c:v>0</c:v>
                </c:pt>
                <c:pt idx="47939">
                  <c:v>0</c:v>
                </c:pt>
                <c:pt idx="47940">
                  <c:v>0</c:v>
                </c:pt>
                <c:pt idx="47941">
                  <c:v>0</c:v>
                </c:pt>
                <c:pt idx="47942">
                  <c:v>0</c:v>
                </c:pt>
                <c:pt idx="47943">
                  <c:v>0</c:v>
                </c:pt>
                <c:pt idx="47944">
                  <c:v>0</c:v>
                </c:pt>
                <c:pt idx="47945">
                  <c:v>0</c:v>
                </c:pt>
                <c:pt idx="47946">
                  <c:v>0</c:v>
                </c:pt>
                <c:pt idx="47947">
                  <c:v>0</c:v>
                </c:pt>
                <c:pt idx="47948">
                  <c:v>0</c:v>
                </c:pt>
                <c:pt idx="47949">
                  <c:v>0</c:v>
                </c:pt>
                <c:pt idx="47950">
                  <c:v>0</c:v>
                </c:pt>
                <c:pt idx="47951">
                  <c:v>0</c:v>
                </c:pt>
                <c:pt idx="47952">
                  <c:v>0</c:v>
                </c:pt>
                <c:pt idx="47953">
                  <c:v>0</c:v>
                </c:pt>
                <c:pt idx="47954">
                  <c:v>0</c:v>
                </c:pt>
                <c:pt idx="47955">
                  <c:v>0</c:v>
                </c:pt>
                <c:pt idx="47956">
                  <c:v>0</c:v>
                </c:pt>
                <c:pt idx="47957">
                  <c:v>0</c:v>
                </c:pt>
                <c:pt idx="47958">
                  <c:v>0</c:v>
                </c:pt>
                <c:pt idx="47959">
                  <c:v>0</c:v>
                </c:pt>
                <c:pt idx="47960">
                  <c:v>0</c:v>
                </c:pt>
                <c:pt idx="47961">
                  <c:v>0</c:v>
                </c:pt>
                <c:pt idx="47962">
                  <c:v>0</c:v>
                </c:pt>
                <c:pt idx="47963">
                  <c:v>0</c:v>
                </c:pt>
                <c:pt idx="47964">
                  <c:v>0</c:v>
                </c:pt>
                <c:pt idx="47965">
                  <c:v>0</c:v>
                </c:pt>
                <c:pt idx="47966">
                  <c:v>0</c:v>
                </c:pt>
                <c:pt idx="47967">
                  <c:v>0</c:v>
                </c:pt>
                <c:pt idx="47968">
                  <c:v>0</c:v>
                </c:pt>
                <c:pt idx="47969">
                  <c:v>0</c:v>
                </c:pt>
                <c:pt idx="47970">
                  <c:v>0</c:v>
                </c:pt>
                <c:pt idx="47971">
                  <c:v>0</c:v>
                </c:pt>
                <c:pt idx="47972">
                  <c:v>0</c:v>
                </c:pt>
                <c:pt idx="47973">
                  <c:v>0</c:v>
                </c:pt>
                <c:pt idx="47974">
                  <c:v>0</c:v>
                </c:pt>
                <c:pt idx="47975">
                  <c:v>0</c:v>
                </c:pt>
                <c:pt idx="47976">
                  <c:v>0</c:v>
                </c:pt>
                <c:pt idx="47977">
                  <c:v>0</c:v>
                </c:pt>
                <c:pt idx="47978">
                  <c:v>0</c:v>
                </c:pt>
                <c:pt idx="47979">
                  <c:v>0</c:v>
                </c:pt>
                <c:pt idx="47980">
                  <c:v>0</c:v>
                </c:pt>
                <c:pt idx="47981">
                  <c:v>0</c:v>
                </c:pt>
                <c:pt idx="47982">
                  <c:v>0</c:v>
                </c:pt>
                <c:pt idx="47983">
                  <c:v>0</c:v>
                </c:pt>
                <c:pt idx="47984">
                  <c:v>0</c:v>
                </c:pt>
                <c:pt idx="47985">
                  <c:v>0</c:v>
                </c:pt>
                <c:pt idx="47986">
                  <c:v>0</c:v>
                </c:pt>
                <c:pt idx="47987">
                  <c:v>0</c:v>
                </c:pt>
                <c:pt idx="47988">
                  <c:v>0</c:v>
                </c:pt>
                <c:pt idx="47989">
                  <c:v>0</c:v>
                </c:pt>
                <c:pt idx="47990">
                  <c:v>0</c:v>
                </c:pt>
                <c:pt idx="47991">
                  <c:v>0</c:v>
                </c:pt>
                <c:pt idx="47992">
                  <c:v>0</c:v>
                </c:pt>
                <c:pt idx="47993">
                  <c:v>0</c:v>
                </c:pt>
                <c:pt idx="47994">
                  <c:v>0</c:v>
                </c:pt>
                <c:pt idx="47995">
                  <c:v>0</c:v>
                </c:pt>
                <c:pt idx="47996">
                  <c:v>0</c:v>
                </c:pt>
                <c:pt idx="47997">
                  <c:v>0</c:v>
                </c:pt>
                <c:pt idx="47998">
                  <c:v>0</c:v>
                </c:pt>
                <c:pt idx="47999">
                  <c:v>0</c:v>
                </c:pt>
                <c:pt idx="48000">
                  <c:v>0</c:v>
                </c:pt>
                <c:pt idx="48001">
                  <c:v>0</c:v>
                </c:pt>
                <c:pt idx="48002">
                  <c:v>0</c:v>
                </c:pt>
                <c:pt idx="48003">
                  <c:v>0</c:v>
                </c:pt>
                <c:pt idx="48004">
                  <c:v>0</c:v>
                </c:pt>
                <c:pt idx="48005">
                  <c:v>0</c:v>
                </c:pt>
                <c:pt idx="48006">
                  <c:v>0</c:v>
                </c:pt>
                <c:pt idx="48007">
                  <c:v>0</c:v>
                </c:pt>
                <c:pt idx="48008">
                  <c:v>0</c:v>
                </c:pt>
                <c:pt idx="48009">
                  <c:v>0</c:v>
                </c:pt>
                <c:pt idx="48010">
                  <c:v>0</c:v>
                </c:pt>
                <c:pt idx="48011">
                  <c:v>0</c:v>
                </c:pt>
                <c:pt idx="48012">
                  <c:v>0</c:v>
                </c:pt>
                <c:pt idx="48013">
                  <c:v>0</c:v>
                </c:pt>
                <c:pt idx="48014">
                  <c:v>0</c:v>
                </c:pt>
                <c:pt idx="48015">
                  <c:v>0</c:v>
                </c:pt>
                <c:pt idx="48016">
                  <c:v>0</c:v>
                </c:pt>
                <c:pt idx="48017">
                  <c:v>0</c:v>
                </c:pt>
                <c:pt idx="48018">
                  <c:v>0</c:v>
                </c:pt>
                <c:pt idx="48019">
                  <c:v>0</c:v>
                </c:pt>
                <c:pt idx="48020">
                  <c:v>0</c:v>
                </c:pt>
                <c:pt idx="48021">
                  <c:v>0</c:v>
                </c:pt>
                <c:pt idx="48022">
                  <c:v>0</c:v>
                </c:pt>
                <c:pt idx="48023">
                  <c:v>0</c:v>
                </c:pt>
                <c:pt idx="48024">
                  <c:v>0</c:v>
                </c:pt>
                <c:pt idx="48025">
                  <c:v>0</c:v>
                </c:pt>
                <c:pt idx="48026">
                  <c:v>0</c:v>
                </c:pt>
                <c:pt idx="48027">
                  <c:v>0</c:v>
                </c:pt>
                <c:pt idx="48028">
                  <c:v>0</c:v>
                </c:pt>
                <c:pt idx="48029">
                  <c:v>0</c:v>
                </c:pt>
                <c:pt idx="48030">
                  <c:v>0</c:v>
                </c:pt>
                <c:pt idx="48031">
                  <c:v>0</c:v>
                </c:pt>
                <c:pt idx="48032">
                  <c:v>0</c:v>
                </c:pt>
                <c:pt idx="48033">
                  <c:v>0</c:v>
                </c:pt>
                <c:pt idx="48034">
                  <c:v>0</c:v>
                </c:pt>
                <c:pt idx="48035">
                  <c:v>0</c:v>
                </c:pt>
                <c:pt idx="48036">
                  <c:v>0</c:v>
                </c:pt>
                <c:pt idx="48037">
                  <c:v>0</c:v>
                </c:pt>
                <c:pt idx="48038">
                  <c:v>0</c:v>
                </c:pt>
                <c:pt idx="48039">
                  <c:v>0</c:v>
                </c:pt>
                <c:pt idx="48040">
                  <c:v>0</c:v>
                </c:pt>
                <c:pt idx="48041">
                  <c:v>0</c:v>
                </c:pt>
                <c:pt idx="48042">
                  <c:v>0</c:v>
                </c:pt>
                <c:pt idx="48043">
                  <c:v>0</c:v>
                </c:pt>
                <c:pt idx="48044">
                  <c:v>0</c:v>
                </c:pt>
                <c:pt idx="48045">
                  <c:v>0</c:v>
                </c:pt>
                <c:pt idx="48046">
                  <c:v>0</c:v>
                </c:pt>
                <c:pt idx="48047">
                  <c:v>0</c:v>
                </c:pt>
                <c:pt idx="48048">
                  <c:v>0</c:v>
                </c:pt>
                <c:pt idx="48049">
                  <c:v>0</c:v>
                </c:pt>
                <c:pt idx="48050">
                  <c:v>0</c:v>
                </c:pt>
                <c:pt idx="48051">
                  <c:v>0</c:v>
                </c:pt>
                <c:pt idx="48052">
                  <c:v>0</c:v>
                </c:pt>
                <c:pt idx="48053">
                  <c:v>0</c:v>
                </c:pt>
                <c:pt idx="48054">
                  <c:v>0</c:v>
                </c:pt>
                <c:pt idx="48055">
                  <c:v>0</c:v>
                </c:pt>
                <c:pt idx="48056">
                  <c:v>0</c:v>
                </c:pt>
                <c:pt idx="48057">
                  <c:v>0</c:v>
                </c:pt>
                <c:pt idx="48058">
                  <c:v>0</c:v>
                </c:pt>
                <c:pt idx="48059">
                  <c:v>0</c:v>
                </c:pt>
                <c:pt idx="48060">
                  <c:v>0</c:v>
                </c:pt>
                <c:pt idx="48061">
                  <c:v>0</c:v>
                </c:pt>
                <c:pt idx="48062">
                  <c:v>0</c:v>
                </c:pt>
                <c:pt idx="48063">
                  <c:v>0</c:v>
                </c:pt>
                <c:pt idx="48064">
                  <c:v>0</c:v>
                </c:pt>
                <c:pt idx="48065">
                  <c:v>0</c:v>
                </c:pt>
                <c:pt idx="48066">
                  <c:v>0</c:v>
                </c:pt>
                <c:pt idx="48067">
                  <c:v>0</c:v>
                </c:pt>
                <c:pt idx="48068">
                  <c:v>0</c:v>
                </c:pt>
                <c:pt idx="48069">
                  <c:v>0</c:v>
                </c:pt>
                <c:pt idx="48070">
                  <c:v>0</c:v>
                </c:pt>
                <c:pt idx="48071">
                  <c:v>0</c:v>
                </c:pt>
                <c:pt idx="48072">
                  <c:v>0</c:v>
                </c:pt>
                <c:pt idx="48073">
                  <c:v>0</c:v>
                </c:pt>
                <c:pt idx="48074">
                  <c:v>0</c:v>
                </c:pt>
                <c:pt idx="48075">
                  <c:v>0</c:v>
                </c:pt>
                <c:pt idx="48076">
                  <c:v>0</c:v>
                </c:pt>
                <c:pt idx="48077">
                  <c:v>0</c:v>
                </c:pt>
                <c:pt idx="48078">
                  <c:v>0</c:v>
                </c:pt>
                <c:pt idx="48079">
                  <c:v>0</c:v>
                </c:pt>
                <c:pt idx="48080">
                  <c:v>0</c:v>
                </c:pt>
                <c:pt idx="48081">
                  <c:v>0</c:v>
                </c:pt>
                <c:pt idx="48082">
                  <c:v>0</c:v>
                </c:pt>
                <c:pt idx="48083">
                  <c:v>0</c:v>
                </c:pt>
                <c:pt idx="48084">
                  <c:v>0</c:v>
                </c:pt>
                <c:pt idx="48085">
                  <c:v>0</c:v>
                </c:pt>
                <c:pt idx="48086">
                  <c:v>0</c:v>
                </c:pt>
                <c:pt idx="48087">
                  <c:v>0</c:v>
                </c:pt>
                <c:pt idx="48088">
                  <c:v>0</c:v>
                </c:pt>
                <c:pt idx="48089">
                  <c:v>0</c:v>
                </c:pt>
                <c:pt idx="48090">
                  <c:v>0</c:v>
                </c:pt>
                <c:pt idx="48091">
                  <c:v>0</c:v>
                </c:pt>
                <c:pt idx="48092">
                  <c:v>0</c:v>
                </c:pt>
                <c:pt idx="48093">
                  <c:v>0</c:v>
                </c:pt>
                <c:pt idx="48094">
                  <c:v>0</c:v>
                </c:pt>
                <c:pt idx="48095">
                  <c:v>0</c:v>
                </c:pt>
                <c:pt idx="48096">
                  <c:v>0</c:v>
                </c:pt>
                <c:pt idx="48097">
                  <c:v>0</c:v>
                </c:pt>
                <c:pt idx="48098">
                  <c:v>0</c:v>
                </c:pt>
                <c:pt idx="48099">
                  <c:v>0</c:v>
                </c:pt>
                <c:pt idx="48100">
                  <c:v>0</c:v>
                </c:pt>
                <c:pt idx="48101">
                  <c:v>0</c:v>
                </c:pt>
                <c:pt idx="48102">
                  <c:v>0</c:v>
                </c:pt>
                <c:pt idx="48103">
                  <c:v>0</c:v>
                </c:pt>
                <c:pt idx="48104">
                  <c:v>0</c:v>
                </c:pt>
                <c:pt idx="48105">
                  <c:v>0</c:v>
                </c:pt>
                <c:pt idx="48106">
                  <c:v>0</c:v>
                </c:pt>
                <c:pt idx="48107">
                  <c:v>0</c:v>
                </c:pt>
                <c:pt idx="48108">
                  <c:v>0</c:v>
                </c:pt>
                <c:pt idx="48109">
                  <c:v>0</c:v>
                </c:pt>
                <c:pt idx="48110">
                  <c:v>0</c:v>
                </c:pt>
                <c:pt idx="48111">
                  <c:v>0</c:v>
                </c:pt>
                <c:pt idx="48112">
                  <c:v>0</c:v>
                </c:pt>
                <c:pt idx="48113">
                  <c:v>0</c:v>
                </c:pt>
                <c:pt idx="48114">
                  <c:v>0</c:v>
                </c:pt>
                <c:pt idx="48115">
                  <c:v>0</c:v>
                </c:pt>
                <c:pt idx="48116">
                  <c:v>0</c:v>
                </c:pt>
                <c:pt idx="48117">
                  <c:v>0</c:v>
                </c:pt>
                <c:pt idx="48118">
                  <c:v>0</c:v>
                </c:pt>
                <c:pt idx="48119">
                  <c:v>0</c:v>
                </c:pt>
                <c:pt idx="48120">
                  <c:v>0</c:v>
                </c:pt>
                <c:pt idx="48121">
                  <c:v>0</c:v>
                </c:pt>
                <c:pt idx="48122">
                  <c:v>0</c:v>
                </c:pt>
                <c:pt idx="48123">
                  <c:v>0</c:v>
                </c:pt>
                <c:pt idx="48124">
                  <c:v>0</c:v>
                </c:pt>
                <c:pt idx="48125">
                  <c:v>0</c:v>
                </c:pt>
                <c:pt idx="48126">
                  <c:v>0</c:v>
                </c:pt>
                <c:pt idx="48127">
                  <c:v>0</c:v>
                </c:pt>
                <c:pt idx="48128">
                  <c:v>0</c:v>
                </c:pt>
                <c:pt idx="48129">
                  <c:v>0</c:v>
                </c:pt>
                <c:pt idx="48130">
                  <c:v>0</c:v>
                </c:pt>
                <c:pt idx="48131">
                  <c:v>0</c:v>
                </c:pt>
                <c:pt idx="48132">
                  <c:v>0</c:v>
                </c:pt>
                <c:pt idx="48133">
                  <c:v>0</c:v>
                </c:pt>
                <c:pt idx="48134">
                  <c:v>0</c:v>
                </c:pt>
                <c:pt idx="48135">
                  <c:v>0</c:v>
                </c:pt>
                <c:pt idx="48136">
                  <c:v>0</c:v>
                </c:pt>
                <c:pt idx="48137">
                  <c:v>0</c:v>
                </c:pt>
                <c:pt idx="48138">
                  <c:v>0</c:v>
                </c:pt>
                <c:pt idx="48139">
                  <c:v>0</c:v>
                </c:pt>
                <c:pt idx="48140">
                  <c:v>0</c:v>
                </c:pt>
                <c:pt idx="48141">
                  <c:v>0</c:v>
                </c:pt>
                <c:pt idx="48142">
                  <c:v>0</c:v>
                </c:pt>
                <c:pt idx="48143">
                  <c:v>0</c:v>
                </c:pt>
                <c:pt idx="48144">
                  <c:v>0</c:v>
                </c:pt>
                <c:pt idx="48145">
                  <c:v>0</c:v>
                </c:pt>
                <c:pt idx="48146">
                  <c:v>0</c:v>
                </c:pt>
                <c:pt idx="48147">
                  <c:v>0</c:v>
                </c:pt>
                <c:pt idx="48148">
                  <c:v>0</c:v>
                </c:pt>
                <c:pt idx="48149">
                  <c:v>0</c:v>
                </c:pt>
                <c:pt idx="48150">
                  <c:v>0</c:v>
                </c:pt>
                <c:pt idx="48151">
                  <c:v>0</c:v>
                </c:pt>
                <c:pt idx="48152">
                  <c:v>0</c:v>
                </c:pt>
                <c:pt idx="48153">
                  <c:v>0</c:v>
                </c:pt>
                <c:pt idx="48154">
                  <c:v>0</c:v>
                </c:pt>
                <c:pt idx="48155">
                  <c:v>0</c:v>
                </c:pt>
                <c:pt idx="48156">
                  <c:v>0</c:v>
                </c:pt>
                <c:pt idx="48157">
                  <c:v>0</c:v>
                </c:pt>
                <c:pt idx="48158">
                  <c:v>0</c:v>
                </c:pt>
                <c:pt idx="48159">
                  <c:v>0</c:v>
                </c:pt>
                <c:pt idx="48160">
                  <c:v>0</c:v>
                </c:pt>
                <c:pt idx="48161">
                  <c:v>0</c:v>
                </c:pt>
                <c:pt idx="48162">
                  <c:v>0</c:v>
                </c:pt>
                <c:pt idx="48163">
                  <c:v>0</c:v>
                </c:pt>
                <c:pt idx="48164">
                  <c:v>0</c:v>
                </c:pt>
                <c:pt idx="48165">
                  <c:v>0</c:v>
                </c:pt>
                <c:pt idx="48166">
                  <c:v>0</c:v>
                </c:pt>
                <c:pt idx="48167">
                  <c:v>0</c:v>
                </c:pt>
                <c:pt idx="48168">
                  <c:v>0</c:v>
                </c:pt>
                <c:pt idx="48169">
                  <c:v>0</c:v>
                </c:pt>
                <c:pt idx="48170">
                  <c:v>0</c:v>
                </c:pt>
                <c:pt idx="48171">
                  <c:v>0</c:v>
                </c:pt>
                <c:pt idx="48172">
                  <c:v>0</c:v>
                </c:pt>
                <c:pt idx="48173">
                  <c:v>0</c:v>
                </c:pt>
                <c:pt idx="48174">
                  <c:v>0</c:v>
                </c:pt>
                <c:pt idx="48175">
                  <c:v>0</c:v>
                </c:pt>
                <c:pt idx="48176">
                  <c:v>0</c:v>
                </c:pt>
                <c:pt idx="48177">
                  <c:v>0</c:v>
                </c:pt>
                <c:pt idx="48178">
                  <c:v>0</c:v>
                </c:pt>
                <c:pt idx="48179">
                  <c:v>0</c:v>
                </c:pt>
                <c:pt idx="48180">
                  <c:v>0</c:v>
                </c:pt>
                <c:pt idx="48181">
                  <c:v>0</c:v>
                </c:pt>
                <c:pt idx="48182">
                  <c:v>0</c:v>
                </c:pt>
                <c:pt idx="48183">
                  <c:v>0</c:v>
                </c:pt>
                <c:pt idx="48184">
                  <c:v>0</c:v>
                </c:pt>
                <c:pt idx="48185">
                  <c:v>0</c:v>
                </c:pt>
                <c:pt idx="48186">
                  <c:v>0</c:v>
                </c:pt>
                <c:pt idx="48187">
                  <c:v>0</c:v>
                </c:pt>
                <c:pt idx="48188">
                  <c:v>0</c:v>
                </c:pt>
                <c:pt idx="48189">
                  <c:v>0</c:v>
                </c:pt>
                <c:pt idx="48190">
                  <c:v>0</c:v>
                </c:pt>
                <c:pt idx="48191">
                  <c:v>0</c:v>
                </c:pt>
                <c:pt idx="48192">
                  <c:v>0</c:v>
                </c:pt>
                <c:pt idx="48193">
                  <c:v>0</c:v>
                </c:pt>
                <c:pt idx="48194">
                  <c:v>0</c:v>
                </c:pt>
                <c:pt idx="48195">
                  <c:v>0</c:v>
                </c:pt>
                <c:pt idx="48196">
                  <c:v>0</c:v>
                </c:pt>
                <c:pt idx="48197">
                  <c:v>0</c:v>
                </c:pt>
                <c:pt idx="48198">
                  <c:v>0</c:v>
                </c:pt>
                <c:pt idx="48199">
                  <c:v>0</c:v>
                </c:pt>
                <c:pt idx="48200">
                  <c:v>0</c:v>
                </c:pt>
                <c:pt idx="48201">
                  <c:v>0</c:v>
                </c:pt>
                <c:pt idx="48202">
                  <c:v>0</c:v>
                </c:pt>
                <c:pt idx="48203">
                  <c:v>0</c:v>
                </c:pt>
                <c:pt idx="48204">
                  <c:v>0</c:v>
                </c:pt>
                <c:pt idx="48205">
                  <c:v>0</c:v>
                </c:pt>
                <c:pt idx="48206">
                  <c:v>0</c:v>
                </c:pt>
                <c:pt idx="48207">
                  <c:v>0</c:v>
                </c:pt>
                <c:pt idx="48208">
                  <c:v>0</c:v>
                </c:pt>
                <c:pt idx="48209">
                  <c:v>0</c:v>
                </c:pt>
                <c:pt idx="48210">
                  <c:v>0</c:v>
                </c:pt>
                <c:pt idx="48211">
                  <c:v>0</c:v>
                </c:pt>
                <c:pt idx="48212">
                  <c:v>0</c:v>
                </c:pt>
                <c:pt idx="48213">
                  <c:v>0</c:v>
                </c:pt>
                <c:pt idx="48214">
                  <c:v>0</c:v>
                </c:pt>
                <c:pt idx="48215">
                  <c:v>0</c:v>
                </c:pt>
                <c:pt idx="48216">
                  <c:v>0</c:v>
                </c:pt>
                <c:pt idx="48217">
                  <c:v>0</c:v>
                </c:pt>
                <c:pt idx="48218">
                  <c:v>0</c:v>
                </c:pt>
                <c:pt idx="48219">
                  <c:v>0</c:v>
                </c:pt>
                <c:pt idx="48220">
                  <c:v>0</c:v>
                </c:pt>
                <c:pt idx="48221">
                  <c:v>0</c:v>
                </c:pt>
                <c:pt idx="48222">
                  <c:v>0</c:v>
                </c:pt>
                <c:pt idx="48223">
                  <c:v>0</c:v>
                </c:pt>
                <c:pt idx="48224">
                  <c:v>0</c:v>
                </c:pt>
                <c:pt idx="48225">
                  <c:v>0</c:v>
                </c:pt>
                <c:pt idx="48226">
                  <c:v>0</c:v>
                </c:pt>
                <c:pt idx="48227">
                  <c:v>0</c:v>
                </c:pt>
                <c:pt idx="48228">
                  <c:v>0</c:v>
                </c:pt>
                <c:pt idx="48229">
                  <c:v>0</c:v>
                </c:pt>
                <c:pt idx="48230">
                  <c:v>0</c:v>
                </c:pt>
                <c:pt idx="48231">
                  <c:v>0</c:v>
                </c:pt>
                <c:pt idx="48232">
                  <c:v>0</c:v>
                </c:pt>
                <c:pt idx="48233">
                  <c:v>0</c:v>
                </c:pt>
                <c:pt idx="48234">
                  <c:v>0</c:v>
                </c:pt>
                <c:pt idx="48235">
                  <c:v>0</c:v>
                </c:pt>
                <c:pt idx="48236">
                  <c:v>0</c:v>
                </c:pt>
                <c:pt idx="48237">
                  <c:v>0</c:v>
                </c:pt>
                <c:pt idx="48238">
                  <c:v>0</c:v>
                </c:pt>
                <c:pt idx="48239">
                  <c:v>0</c:v>
                </c:pt>
                <c:pt idx="48240">
                  <c:v>0</c:v>
                </c:pt>
                <c:pt idx="48241">
                  <c:v>0</c:v>
                </c:pt>
                <c:pt idx="48242">
                  <c:v>0</c:v>
                </c:pt>
                <c:pt idx="48243">
                  <c:v>0</c:v>
                </c:pt>
                <c:pt idx="48244">
                  <c:v>0</c:v>
                </c:pt>
                <c:pt idx="48245">
                  <c:v>0</c:v>
                </c:pt>
                <c:pt idx="48246">
                  <c:v>0</c:v>
                </c:pt>
                <c:pt idx="48247">
                  <c:v>0</c:v>
                </c:pt>
                <c:pt idx="48248">
                  <c:v>0</c:v>
                </c:pt>
                <c:pt idx="48249">
                  <c:v>0</c:v>
                </c:pt>
                <c:pt idx="48250">
                  <c:v>0</c:v>
                </c:pt>
                <c:pt idx="48251">
                  <c:v>0</c:v>
                </c:pt>
                <c:pt idx="48252">
                  <c:v>0</c:v>
                </c:pt>
                <c:pt idx="48253">
                  <c:v>0</c:v>
                </c:pt>
                <c:pt idx="48254">
                  <c:v>0</c:v>
                </c:pt>
                <c:pt idx="48255">
                  <c:v>0</c:v>
                </c:pt>
                <c:pt idx="48256">
                  <c:v>0</c:v>
                </c:pt>
                <c:pt idx="48257">
                  <c:v>0</c:v>
                </c:pt>
                <c:pt idx="48258">
                  <c:v>0</c:v>
                </c:pt>
                <c:pt idx="48259">
                  <c:v>0</c:v>
                </c:pt>
                <c:pt idx="48260">
                  <c:v>0</c:v>
                </c:pt>
                <c:pt idx="48261">
                  <c:v>0</c:v>
                </c:pt>
                <c:pt idx="48262">
                  <c:v>0</c:v>
                </c:pt>
                <c:pt idx="48263">
                  <c:v>0</c:v>
                </c:pt>
                <c:pt idx="48264">
                  <c:v>0</c:v>
                </c:pt>
                <c:pt idx="48265">
                  <c:v>0</c:v>
                </c:pt>
                <c:pt idx="48266">
                  <c:v>0</c:v>
                </c:pt>
                <c:pt idx="48267">
                  <c:v>0</c:v>
                </c:pt>
                <c:pt idx="48268">
                  <c:v>0</c:v>
                </c:pt>
                <c:pt idx="48269">
                  <c:v>0</c:v>
                </c:pt>
                <c:pt idx="48270">
                  <c:v>0</c:v>
                </c:pt>
                <c:pt idx="48271">
                  <c:v>0</c:v>
                </c:pt>
                <c:pt idx="48272">
                  <c:v>0</c:v>
                </c:pt>
                <c:pt idx="48273">
                  <c:v>0</c:v>
                </c:pt>
                <c:pt idx="48274">
                  <c:v>0</c:v>
                </c:pt>
                <c:pt idx="48275">
                  <c:v>0</c:v>
                </c:pt>
                <c:pt idx="48276">
                  <c:v>0</c:v>
                </c:pt>
                <c:pt idx="48277">
                  <c:v>0</c:v>
                </c:pt>
                <c:pt idx="48278">
                  <c:v>0</c:v>
                </c:pt>
                <c:pt idx="48279">
                  <c:v>0</c:v>
                </c:pt>
                <c:pt idx="48280">
                  <c:v>0</c:v>
                </c:pt>
                <c:pt idx="48281">
                  <c:v>0</c:v>
                </c:pt>
                <c:pt idx="48282">
                  <c:v>0</c:v>
                </c:pt>
                <c:pt idx="48283">
                  <c:v>0</c:v>
                </c:pt>
                <c:pt idx="48284">
                  <c:v>0</c:v>
                </c:pt>
                <c:pt idx="48285">
                  <c:v>0</c:v>
                </c:pt>
                <c:pt idx="48286">
                  <c:v>0</c:v>
                </c:pt>
                <c:pt idx="48287">
                  <c:v>0</c:v>
                </c:pt>
                <c:pt idx="48288">
                  <c:v>0</c:v>
                </c:pt>
                <c:pt idx="48289">
                  <c:v>0</c:v>
                </c:pt>
                <c:pt idx="48290">
                  <c:v>0</c:v>
                </c:pt>
                <c:pt idx="48291">
                  <c:v>0</c:v>
                </c:pt>
                <c:pt idx="48292">
                  <c:v>0</c:v>
                </c:pt>
                <c:pt idx="48293">
                  <c:v>0</c:v>
                </c:pt>
                <c:pt idx="48294">
                  <c:v>0</c:v>
                </c:pt>
                <c:pt idx="48295">
                  <c:v>0</c:v>
                </c:pt>
                <c:pt idx="48296">
                  <c:v>0</c:v>
                </c:pt>
                <c:pt idx="48297">
                  <c:v>0</c:v>
                </c:pt>
                <c:pt idx="48298">
                  <c:v>0</c:v>
                </c:pt>
                <c:pt idx="48299">
                  <c:v>0</c:v>
                </c:pt>
                <c:pt idx="48300">
                  <c:v>0</c:v>
                </c:pt>
                <c:pt idx="48301">
                  <c:v>0</c:v>
                </c:pt>
                <c:pt idx="48302">
                  <c:v>0</c:v>
                </c:pt>
                <c:pt idx="48303">
                  <c:v>0</c:v>
                </c:pt>
                <c:pt idx="48304">
                  <c:v>0</c:v>
                </c:pt>
                <c:pt idx="48305">
                  <c:v>0</c:v>
                </c:pt>
                <c:pt idx="48306">
                  <c:v>0</c:v>
                </c:pt>
                <c:pt idx="48307">
                  <c:v>0</c:v>
                </c:pt>
                <c:pt idx="48308">
                  <c:v>0</c:v>
                </c:pt>
                <c:pt idx="48309">
                  <c:v>0</c:v>
                </c:pt>
                <c:pt idx="48310">
                  <c:v>0</c:v>
                </c:pt>
                <c:pt idx="48311">
                  <c:v>0</c:v>
                </c:pt>
                <c:pt idx="48312">
                  <c:v>0</c:v>
                </c:pt>
                <c:pt idx="48313">
                  <c:v>0</c:v>
                </c:pt>
                <c:pt idx="48314">
                  <c:v>0</c:v>
                </c:pt>
                <c:pt idx="48315">
                  <c:v>0</c:v>
                </c:pt>
                <c:pt idx="48316">
                  <c:v>0</c:v>
                </c:pt>
                <c:pt idx="48317">
                  <c:v>0</c:v>
                </c:pt>
                <c:pt idx="48318">
                  <c:v>0</c:v>
                </c:pt>
                <c:pt idx="48319">
                  <c:v>0</c:v>
                </c:pt>
                <c:pt idx="48320">
                  <c:v>0</c:v>
                </c:pt>
                <c:pt idx="48321">
                  <c:v>0</c:v>
                </c:pt>
                <c:pt idx="48322">
                  <c:v>0</c:v>
                </c:pt>
                <c:pt idx="48323">
                  <c:v>0</c:v>
                </c:pt>
                <c:pt idx="48324">
                  <c:v>0</c:v>
                </c:pt>
                <c:pt idx="48325">
                  <c:v>0</c:v>
                </c:pt>
                <c:pt idx="48326">
                  <c:v>0</c:v>
                </c:pt>
                <c:pt idx="48327">
                  <c:v>0</c:v>
                </c:pt>
                <c:pt idx="48328">
                  <c:v>0</c:v>
                </c:pt>
                <c:pt idx="48329">
                  <c:v>0</c:v>
                </c:pt>
                <c:pt idx="48330">
                  <c:v>0</c:v>
                </c:pt>
                <c:pt idx="48331">
                  <c:v>0</c:v>
                </c:pt>
                <c:pt idx="48332">
                  <c:v>0</c:v>
                </c:pt>
                <c:pt idx="48333">
                  <c:v>0</c:v>
                </c:pt>
                <c:pt idx="48334">
                  <c:v>0</c:v>
                </c:pt>
                <c:pt idx="48335">
                  <c:v>0</c:v>
                </c:pt>
                <c:pt idx="48336">
                  <c:v>0</c:v>
                </c:pt>
                <c:pt idx="48337">
                  <c:v>0</c:v>
                </c:pt>
                <c:pt idx="48338">
                  <c:v>0</c:v>
                </c:pt>
                <c:pt idx="48339">
                  <c:v>0</c:v>
                </c:pt>
                <c:pt idx="48340">
                  <c:v>0</c:v>
                </c:pt>
                <c:pt idx="48341">
                  <c:v>0</c:v>
                </c:pt>
                <c:pt idx="48342">
                  <c:v>0</c:v>
                </c:pt>
                <c:pt idx="48343">
                  <c:v>0</c:v>
                </c:pt>
                <c:pt idx="48344">
                  <c:v>0</c:v>
                </c:pt>
                <c:pt idx="48345">
                  <c:v>0</c:v>
                </c:pt>
                <c:pt idx="48346">
                  <c:v>0</c:v>
                </c:pt>
                <c:pt idx="48347">
                  <c:v>0</c:v>
                </c:pt>
                <c:pt idx="48348">
                  <c:v>0</c:v>
                </c:pt>
                <c:pt idx="48349">
                  <c:v>0</c:v>
                </c:pt>
                <c:pt idx="48350">
                  <c:v>0</c:v>
                </c:pt>
                <c:pt idx="48351">
                  <c:v>0</c:v>
                </c:pt>
                <c:pt idx="48352">
                  <c:v>0</c:v>
                </c:pt>
                <c:pt idx="48353">
                  <c:v>0</c:v>
                </c:pt>
                <c:pt idx="48354">
                  <c:v>0</c:v>
                </c:pt>
                <c:pt idx="48355">
                  <c:v>0</c:v>
                </c:pt>
                <c:pt idx="48356">
                  <c:v>0</c:v>
                </c:pt>
                <c:pt idx="48357">
                  <c:v>0</c:v>
                </c:pt>
                <c:pt idx="48358">
                  <c:v>0</c:v>
                </c:pt>
                <c:pt idx="48359">
                  <c:v>0</c:v>
                </c:pt>
                <c:pt idx="48360">
                  <c:v>0</c:v>
                </c:pt>
                <c:pt idx="48361">
                  <c:v>0</c:v>
                </c:pt>
                <c:pt idx="48362">
                  <c:v>0</c:v>
                </c:pt>
                <c:pt idx="48363">
                  <c:v>0</c:v>
                </c:pt>
                <c:pt idx="48364">
                  <c:v>0</c:v>
                </c:pt>
                <c:pt idx="48365">
                  <c:v>0</c:v>
                </c:pt>
                <c:pt idx="48366">
                  <c:v>0</c:v>
                </c:pt>
                <c:pt idx="48367">
                  <c:v>0</c:v>
                </c:pt>
                <c:pt idx="48368">
                  <c:v>0</c:v>
                </c:pt>
                <c:pt idx="48369">
                  <c:v>0</c:v>
                </c:pt>
                <c:pt idx="48370">
                  <c:v>0</c:v>
                </c:pt>
                <c:pt idx="48371">
                  <c:v>0</c:v>
                </c:pt>
                <c:pt idx="48372">
                  <c:v>0</c:v>
                </c:pt>
                <c:pt idx="48373">
                  <c:v>0</c:v>
                </c:pt>
                <c:pt idx="48374">
                  <c:v>0</c:v>
                </c:pt>
                <c:pt idx="48375">
                  <c:v>0</c:v>
                </c:pt>
                <c:pt idx="48376">
                  <c:v>0</c:v>
                </c:pt>
                <c:pt idx="48377">
                  <c:v>0</c:v>
                </c:pt>
                <c:pt idx="48378">
                  <c:v>0</c:v>
                </c:pt>
                <c:pt idx="48379">
                  <c:v>0</c:v>
                </c:pt>
                <c:pt idx="48380">
                  <c:v>0</c:v>
                </c:pt>
                <c:pt idx="48381">
                  <c:v>0</c:v>
                </c:pt>
                <c:pt idx="48382">
                  <c:v>0</c:v>
                </c:pt>
                <c:pt idx="48383">
                  <c:v>0</c:v>
                </c:pt>
                <c:pt idx="48384">
                  <c:v>0</c:v>
                </c:pt>
                <c:pt idx="48385">
                  <c:v>0</c:v>
                </c:pt>
                <c:pt idx="48386">
                  <c:v>0</c:v>
                </c:pt>
                <c:pt idx="48387">
                  <c:v>0</c:v>
                </c:pt>
                <c:pt idx="48388">
                  <c:v>0</c:v>
                </c:pt>
                <c:pt idx="48389">
                  <c:v>0</c:v>
                </c:pt>
                <c:pt idx="48390">
                  <c:v>0</c:v>
                </c:pt>
                <c:pt idx="48391">
                  <c:v>0</c:v>
                </c:pt>
                <c:pt idx="48392">
                  <c:v>0</c:v>
                </c:pt>
                <c:pt idx="48393">
                  <c:v>0</c:v>
                </c:pt>
                <c:pt idx="48394">
                  <c:v>0</c:v>
                </c:pt>
                <c:pt idx="48395">
                  <c:v>0</c:v>
                </c:pt>
                <c:pt idx="48396">
                  <c:v>0</c:v>
                </c:pt>
                <c:pt idx="48397">
                  <c:v>0</c:v>
                </c:pt>
                <c:pt idx="48398">
                  <c:v>0</c:v>
                </c:pt>
                <c:pt idx="48399">
                  <c:v>0</c:v>
                </c:pt>
                <c:pt idx="48400">
                  <c:v>0</c:v>
                </c:pt>
                <c:pt idx="48401">
                  <c:v>0</c:v>
                </c:pt>
                <c:pt idx="48402">
                  <c:v>0</c:v>
                </c:pt>
                <c:pt idx="48403">
                  <c:v>0</c:v>
                </c:pt>
                <c:pt idx="48404">
                  <c:v>0</c:v>
                </c:pt>
                <c:pt idx="48405">
                  <c:v>0</c:v>
                </c:pt>
                <c:pt idx="48406">
                  <c:v>0</c:v>
                </c:pt>
                <c:pt idx="48407">
                  <c:v>0</c:v>
                </c:pt>
                <c:pt idx="48408">
                  <c:v>0</c:v>
                </c:pt>
                <c:pt idx="48409">
                  <c:v>0</c:v>
                </c:pt>
                <c:pt idx="48410">
                  <c:v>0</c:v>
                </c:pt>
                <c:pt idx="48411">
                  <c:v>0</c:v>
                </c:pt>
                <c:pt idx="48412">
                  <c:v>0</c:v>
                </c:pt>
                <c:pt idx="48413">
                  <c:v>0</c:v>
                </c:pt>
                <c:pt idx="48414">
                  <c:v>0</c:v>
                </c:pt>
                <c:pt idx="48415">
                  <c:v>0</c:v>
                </c:pt>
                <c:pt idx="48416">
                  <c:v>0</c:v>
                </c:pt>
                <c:pt idx="48417">
                  <c:v>0</c:v>
                </c:pt>
                <c:pt idx="48418">
                  <c:v>0</c:v>
                </c:pt>
                <c:pt idx="48419">
                  <c:v>0</c:v>
                </c:pt>
                <c:pt idx="48420">
                  <c:v>0</c:v>
                </c:pt>
                <c:pt idx="48421">
                  <c:v>0</c:v>
                </c:pt>
                <c:pt idx="48422">
                  <c:v>0</c:v>
                </c:pt>
                <c:pt idx="48423">
                  <c:v>0</c:v>
                </c:pt>
                <c:pt idx="48424">
                  <c:v>0</c:v>
                </c:pt>
                <c:pt idx="48425">
                  <c:v>0</c:v>
                </c:pt>
                <c:pt idx="48426">
                  <c:v>0</c:v>
                </c:pt>
                <c:pt idx="48427">
                  <c:v>0</c:v>
                </c:pt>
                <c:pt idx="48428">
                  <c:v>0</c:v>
                </c:pt>
                <c:pt idx="48429">
                  <c:v>0</c:v>
                </c:pt>
                <c:pt idx="48430">
                  <c:v>0</c:v>
                </c:pt>
                <c:pt idx="48431">
                  <c:v>0</c:v>
                </c:pt>
                <c:pt idx="48432">
                  <c:v>0</c:v>
                </c:pt>
                <c:pt idx="48433">
                  <c:v>0</c:v>
                </c:pt>
                <c:pt idx="48434">
                  <c:v>0</c:v>
                </c:pt>
                <c:pt idx="48435">
                  <c:v>0</c:v>
                </c:pt>
                <c:pt idx="48436">
                  <c:v>0</c:v>
                </c:pt>
                <c:pt idx="48437">
                  <c:v>0</c:v>
                </c:pt>
                <c:pt idx="48438">
                  <c:v>0</c:v>
                </c:pt>
                <c:pt idx="48439">
                  <c:v>0</c:v>
                </c:pt>
                <c:pt idx="48440">
                  <c:v>0</c:v>
                </c:pt>
                <c:pt idx="48441">
                  <c:v>0</c:v>
                </c:pt>
                <c:pt idx="48442">
                  <c:v>0</c:v>
                </c:pt>
                <c:pt idx="48443">
                  <c:v>0</c:v>
                </c:pt>
                <c:pt idx="48444">
                  <c:v>0</c:v>
                </c:pt>
                <c:pt idx="48445">
                  <c:v>0</c:v>
                </c:pt>
                <c:pt idx="48446">
                  <c:v>0</c:v>
                </c:pt>
                <c:pt idx="48447">
                  <c:v>0</c:v>
                </c:pt>
                <c:pt idx="48448">
                  <c:v>0</c:v>
                </c:pt>
                <c:pt idx="48449">
                  <c:v>0</c:v>
                </c:pt>
                <c:pt idx="48450">
                  <c:v>0</c:v>
                </c:pt>
                <c:pt idx="48451">
                  <c:v>0</c:v>
                </c:pt>
                <c:pt idx="48452">
                  <c:v>0</c:v>
                </c:pt>
                <c:pt idx="48453">
                  <c:v>0</c:v>
                </c:pt>
                <c:pt idx="48454">
                  <c:v>0</c:v>
                </c:pt>
                <c:pt idx="48455">
                  <c:v>0</c:v>
                </c:pt>
                <c:pt idx="48456">
                  <c:v>0</c:v>
                </c:pt>
                <c:pt idx="48457">
                  <c:v>0</c:v>
                </c:pt>
                <c:pt idx="48458">
                  <c:v>0</c:v>
                </c:pt>
                <c:pt idx="48459">
                  <c:v>0</c:v>
                </c:pt>
                <c:pt idx="48460">
                  <c:v>0</c:v>
                </c:pt>
                <c:pt idx="48461">
                  <c:v>0</c:v>
                </c:pt>
                <c:pt idx="48462">
                  <c:v>0</c:v>
                </c:pt>
                <c:pt idx="48463">
                  <c:v>0</c:v>
                </c:pt>
                <c:pt idx="48464">
                  <c:v>0</c:v>
                </c:pt>
                <c:pt idx="48465">
                  <c:v>0</c:v>
                </c:pt>
                <c:pt idx="48466">
                  <c:v>0</c:v>
                </c:pt>
                <c:pt idx="48467">
                  <c:v>0</c:v>
                </c:pt>
                <c:pt idx="48468">
                  <c:v>0</c:v>
                </c:pt>
                <c:pt idx="48469">
                  <c:v>0</c:v>
                </c:pt>
                <c:pt idx="48470">
                  <c:v>0</c:v>
                </c:pt>
                <c:pt idx="48471">
                  <c:v>0</c:v>
                </c:pt>
                <c:pt idx="48472">
                  <c:v>0</c:v>
                </c:pt>
                <c:pt idx="48473">
                  <c:v>0</c:v>
                </c:pt>
                <c:pt idx="48474">
                  <c:v>0</c:v>
                </c:pt>
                <c:pt idx="48475">
                  <c:v>0</c:v>
                </c:pt>
                <c:pt idx="48476">
                  <c:v>0</c:v>
                </c:pt>
                <c:pt idx="48477">
                  <c:v>0</c:v>
                </c:pt>
                <c:pt idx="48478">
                  <c:v>0</c:v>
                </c:pt>
                <c:pt idx="48479">
                  <c:v>0</c:v>
                </c:pt>
                <c:pt idx="48480">
                  <c:v>0</c:v>
                </c:pt>
                <c:pt idx="48481">
                  <c:v>0</c:v>
                </c:pt>
                <c:pt idx="48482">
                  <c:v>0</c:v>
                </c:pt>
                <c:pt idx="48483">
                  <c:v>0</c:v>
                </c:pt>
                <c:pt idx="48484">
                  <c:v>0</c:v>
                </c:pt>
                <c:pt idx="48485">
                  <c:v>0</c:v>
                </c:pt>
                <c:pt idx="48486">
                  <c:v>0</c:v>
                </c:pt>
                <c:pt idx="48487">
                  <c:v>0</c:v>
                </c:pt>
                <c:pt idx="48488">
                  <c:v>0</c:v>
                </c:pt>
                <c:pt idx="48489">
                  <c:v>0</c:v>
                </c:pt>
                <c:pt idx="48490">
                  <c:v>0</c:v>
                </c:pt>
                <c:pt idx="48491">
                  <c:v>0</c:v>
                </c:pt>
                <c:pt idx="48492">
                  <c:v>0</c:v>
                </c:pt>
                <c:pt idx="48493">
                  <c:v>0</c:v>
                </c:pt>
                <c:pt idx="48494">
                  <c:v>0</c:v>
                </c:pt>
                <c:pt idx="48495">
                  <c:v>0</c:v>
                </c:pt>
                <c:pt idx="48496">
                  <c:v>0</c:v>
                </c:pt>
                <c:pt idx="48497">
                  <c:v>0</c:v>
                </c:pt>
                <c:pt idx="48498">
                  <c:v>0</c:v>
                </c:pt>
                <c:pt idx="48499">
                  <c:v>0</c:v>
                </c:pt>
                <c:pt idx="48500">
                  <c:v>0</c:v>
                </c:pt>
                <c:pt idx="48501">
                  <c:v>0</c:v>
                </c:pt>
                <c:pt idx="48502">
                  <c:v>0</c:v>
                </c:pt>
                <c:pt idx="48503">
                  <c:v>0</c:v>
                </c:pt>
                <c:pt idx="48504">
                  <c:v>0</c:v>
                </c:pt>
                <c:pt idx="48505">
                  <c:v>0</c:v>
                </c:pt>
                <c:pt idx="48506">
                  <c:v>0</c:v>
                </c:pt>
                <c:pt idx="48507">
                  <c:v>0</c:v>
                </c:pt>
                <c:pt idx="48508">
                  <c:v>0</c:v>
                </c:pt>
                <c:pt idx="48509">
                  <c:v>0</c:v>
                </c:pt>
                <c:pt idx="48510">
                  <c:v>0</c:v>
                </c:pt>
                <c:pt idx="48511">
                  <c:v>0</c:v>
                </c:pt>
                <c:pt idx="48512">
                  <c:v>0</c:v>
                </c:pt>
                <c:pt idx="48513">
                  <c:v>0</c:v>
                </c:pt>
                <c:pt idx="48514">
                  <c:v>0</c:v>
                </c:pt>
                <c:pt idx="48515">
                  <c:v>0</c:v>
                </c:pt>
                <c:pt idx="48516">
                  <c:v>0</c:v>
                </c:pt>
                <c:pt idx="48517">
                  <c:v>0</c:v>
                </c:pt>
                <c:pt idx="48518">
                  <c:v>0</c:v>
                </c:pt>
                <c:pt idx="48519">
                  <c:v>0</c:v>
                </c:pt>
                <c:pt idx="48520">
                  <c:v>0</c:v>
                </c:pt>
                <c:pt idx="48521">
                  <c:v>0</c:v>
                </c:pt>
                <c:pt idx="48522">
                  <c:v>0</c:v>
                </c:pt>
                <c:pt idx="48523">
                  <c:v>0</c:v>
                </c:pt>
                <c:pt idx="48524">
                  <c:v>0</c:v>
                </c:pt>
                <c:pt idx="48525">
                  <c:v>0</c:v>
                </c:pt>
                <c:pt idx="48526">
                  <c:v>0</c:v>
                </c:pt>
                <c:pt idx="48527">
                  <c:v>0</c:v>
                </c:pt>
                <c:pt idx="48528">
                  <c:v>0</c:v>
                </c:pt>
                <c:pt idx="48529">
                  <c:v>0</c:v>
                </c:pt>
                <c:pt idx="48530">
                  <c:v>0</c:v>
                </c:pt>
                <c:pt idx="48531">
                  <c:v>0</c:v>
                </c:pt>
                <c:pt idx="48532">
                  <c:v>0</c:v>
                </c:pt>
                <c:pt idx="48533">
                  <c:v>0</c:v>
                </c:pt>
                <c:pt idx="48534">
                  <c:v>0</c:v>
                </c:pt>
                <c:pt idx="48535">
                  <c:v>0</c:v>
                </c:pt>
                <c:pt idx="48536">
                  <c:v>0</c:v>
                </c:pt>
                <c:pt idx="48537">
                  <c:v>0</c:v>
                </c:pt>
                <c:pt idx="48538">
                  <c:v>0</c:v>
                </c:pt>
                <c:pt idx="48539">
                  <c:v>0</c:v>
                </c:pt>
                <c:pt idx="48540">
                  <c:v>0</c:v>
                </c:pt>
                <c:pt idx="48541">
                  <c:v>0</c:v>
                </c:pt>
                <c:pt idx="48542">
                  <c:v>0</c:v>
                </c:pt>
                <c:pt idx="48543">
                  <c:v>0</c:v>
                </c:pt>
                <c:pt idx="48544">
                  <c:v>0</c:v>
                </c:pt>
                <c:pt idx="48545">
                  <c:v>0</c:v>
                </c:pt>
                <c:pt idx="48546">
                  <c:v>0</c:v>
                </c:pt>
                <c:pt idx="48547">
                  <c:v>0</c:v>
                </c:pt>
                <c:pt idx="48548">
                  <c:v>0</c:v>
                </c:pt>
                <c:pt idx="48549">
                  <c:v>0</c:v>
                </c:pt>
                <c:pt idx="48550">
                  <c:v>0</c:v>
                </c:pt>
                <c:pt idx="48551">
                  <c:v>0</c:v>
                </c:pt>
                <c:pt idx="48552">
                  <c:v>0</c:v>
                </c:pt>
                <c:pt idx="48553">
                  <c:v>0</c:v>
                </c:pt>
                <c:pt idx="48554">
                  <c:v>0</c:v>
                </c:pt>
                <c:pt idx="48555">
                  <c:v>0</c:v>
                </c:pt>
                <c:pt idx="48556">
                  <c:v>0</c:v>
                </c:pt>
                <c:pt idx="48557">
                  <c:v>0</c:v>
                </c:pt>
                <c:pt idx="48558">
                  <c:v>0</c:v>
                </c:pt>
                <c:pt idx="48559">
                  <c:v>0</c:v>
                </c:pt>
                <c:pt idx="48560">
                  <c:v>0</c:v>
                </c:pt>
                <c:pt idx="48561">
                  <c:v>0</c:v>
                </c:pt>
                <c:pt idx="48562">
                  <c:v>0</c:v>
                </c:pt>
                <c:pt idx="48563">
                  <c:v>0</c:v>
                </c:pt>
                <c:pt idx="48564">
                  <c:v>0</c:v>
                </c:pt>
                <c:pt idx="48565">
                  <c:v>0</c:v>
                </c:pt>
                <c:pt idx="48566">
                  <c:v>0</c:v>
                </c:pt>
                <c:pt idx="48567">
                  <c:v>0</c:v>
                </c:pt>
                <c:pt idx="48568">
                  <c:v>0</c:v>
                </c:pt>
                <c:pt idx="48569">
                  <c:v>0</c:v>
                </c:pt>
                <c:pt idx="48570">
                  <c:v>0</c:v>
                </c:pt>
                <c:pt idx="48571">
                  <c:v>0</c:v>
                </c:pt>
                <c:pt idx="48572">
                  <c:v>0</c:v>
                </c:pt>
                <c:pt idx="48573">
                  <c:v>0</c:v>
                </c:pt>
                <c:pt idx="48574">
                  <c:v>0</c:v>
                </c:pt>
                <c:pt idx="48575">
                  <c:v>0</c:v>
                </c:pt>
                <c:pt idx="48576">
                  <c:v>0</c:v>
                </c:pt>
                <c:pt idx="48577">
                  <c:v>0</c:v>
                </c:pt>
                <c:pt idx="48578">
                  <c:v>0</c:v>
                </c:pt>
                <c:pt idx="48579">
                  <c:v>0</c:v>
                </c:pt>
                <c:pt idx="48580">
                  <c:v>0</c:v>
                </c:pt>
                <c:pt idx="48581">
                  <c:v>0</c:v>
                </c:pt>
                <c:pt idx="48582">
                  <c:v>0</c:v>
                </c:pt>
                <c:pt idx="48583">
                  <c:v>0</c:v>
                </c:pt>
                <c:pt idx="48584">
                  <c:v>0</c:v>
                </c:pt>
                <c:pt idx="48585">
                  <c:v>0</c:v>
                </c:pt>
                <c:pt idx="48586">
                  <c:v>0</c:v>
                </c:pt>
                <c:pt idx="48587">
                  <c:v>0</c:v>
                </c:pt>
                <c:pt idx="48588">
                  <c:v>0</c:v>
                </c:pt>
                <c:pt idx="48589">
                  <c:v>0</c:v>
                </c:pt>
                <c:pt idx="48590">
                  <c:v>0</c:v>
                </c:pt>
                <c:pt idx="48591">
                  <c:v>0</c:v>
                </c:pt>
                <c:pt idx="48592">
                  <c:v>0</c:v>
                </c:pt>
                <c:pt idx="48593">
                  <c:v>0</c:v>
                </c:pt>
                <c:pt idx="48594">
                  <c:v>0</c:v>
                </c:pt>
                <c:pt idx="48595">
                  <c:v>0</c:v>
                </c:pt>
                <c:pt idx="48596">
                  <c:v>0</c:v>
                </c:pt>
                <c:pt idx="48597">
                  <c:v>0</c:v>
                </c:pt>
                <c:pt idx="48598">
                  <c:v>0</c:v>
                </c:pt>
                <c:pt idx="48599">
                  <c:v>0</c:v>
                </c:pt>
                <c:pt idx="48600">
                  <c:v>0</c:v>
                </c:pt>
                <c:pt idx="48601">
                  <c:v>0</c:v>
                </c:pt>
                <c:pt idx="48602">
                  <c:v>0</c:v>
                </c:pt>
                <c:pt idx="48603">
                  <c:v>0</c:v>
                </c:pt>
                <c:pt idx="48604">
                  <c:v>0</c:v>
                </c:pt>
                <c:pt idx="48605">
                  <c:v>0</c:v>
                </c:pt>
                <c:pt idx="48606">
                  <c:v>0</c:v>
                </c:pt>
                <c:pt idx="48607">
                  <c:v>0</c:v>
                </c:pt>
                <c:pt idx="48608">
                  <c:v>0</c:v>
                </c:pt>
                <c:pt idx="48609">
                  <c:v>0</c:v>
                </c:pt>
                <c:pt idx="48610">
                  <c:v>0</c:v>
                </c:pt>
                <c:pt idx="48611">
                  <c:v>0</c:v>
                </c:pt>
                <c:pt idx="48612">
                  <c:v>0</c:v>
                </c:pt>
                <c:pt idx="48613">
                  <c:v>0</c:v>
                </c:pt>
                <c:pt idx="48614">
                  <c:v>0</c:v>
                </c:pt>
                <c:pt idx="48615">
                  <c:v>0</c:v>
                </c:pt>
                <c:pt idx="48616">
                  <c:v>0</c:v>
                </c:pt>
                <c:pt idx="48617">
                  <c:v>0</c:v>
                </c:pt>
                <c:pt idx="48618">
                  <c:v>0</c:v>
                </c:pt>
                <c:pt idx="48619">
                  <c:v>0</c:v>
                </c:pt>
                <c:pt idx="48620">
                  <c:v>0</c:v>
                </c:pt>
                <c:pt idx="48621">
                  <c:v>0</c:v>
                </c:pt>
                <c:pt idx="48622">
                  <c:v>0</c:v>
                </c:pt>
                <c:pt idx="48623">
                  <c:v>0</c:v>
                </c:pt>
                <c:pt idx="48624">
                  <c:v>0</c:v>
                </c:pt>
                <c:pt idx="48625">
                  <c:v>0</c:v>
                </c:pt>
                <c:pt idx="48626">
                  <c:v>0</c:v>
                </c:pt>
                <c:pt idx="48627">
                  <c:v>0</c:v>
                </c:pt>
                <c:pt idx="48628">
                  <c:v>0</c:v>
                </c:pt>
                <c:pt idx="48629">
                  <c:v>0</c:v>
                </c:pt>
                <c:pt idx="48630">
                  <c:v>0</c:v>
                </c:pt>
                <c:pt idx="48631">
                  <c:v>0</c:v>
                </c:pt>
                <c:pt idx="48632">
                  <c:v>0</c:v>
                </c:pt>
                <c:pt idx="48633">
                  <c:v>0</c:v>
                </c:pt>
                <c:pt idx="48634">
                  <c:v>0</c:v>
                </c:pt>
                <c:pt idx="48635">
                  <c:v>0</c:v>
                </c:pt>
                <c:pt idx="48636">
                  <c:v>0</c:v>
                </c:pt>
                <c:pt idx="48637">
                  <c:v>0</c:v>
                </c:pt>
                <c:pt idx="48638">
                  <c:v>0</c:v>
                </c:pt>
                <c:pt idx="48639">
                  <c:v>0</c:v>
                </c:pt>
                <c:pt idx="48640">
                  <c:v>0</c:v>
                </c:pt>
                <c:pt idx="48641">
                  <c:v>0</c:v>
                </c:pt>
                <c:pt idx="48642">
                  <c:v>0</c:v>
                </c:pt>
                <c:pt idx="48643">
                  <c:v>0</c:v>
                </c:pt>
                <c:pt idx="48644">
                  <c:v>0</c:v>
                </c:pt>
                <c:pt idx="48645">
                  <c:v>0</c:v>
                </c:pt>
                <c:pt idx="48646">
                  <c:v>0</c:v>
                </c:pt>
                <c:pt idx="48647">
                  <c:v>0</c:v>
                </c:pt>
                <c:pt idx="48648">
                  <c:v>0</c:v>
                </c:pt>
                <c:pt idx="48649">
                  <c:v>0</c:v>
                </c:pt>
                <c:pt idx="48650">
                  <c:v>0</c:v>
                </c:pt>
                <c:pt idx="48651">
                  <c:v>0</c:v>
                </c:pt>
                <c:pt idx="48652">
                  <c:v>0</c:v>
                </c:pt>
                <c:pt idx="48653">
                  <c:v>0</c:v>
                </c:pt>
                <c:pt idx="48654">
                  <c:v>0</c:v>
                </c:pt>
                <c:pt idx="48655">
                  <c:v>0</c:v>
                </c:pt>
                <c:pt idx="48656">
                  <c:v>0</c:v>
                </c:pt>
                <c:pt idx="48657">
                  <c:v>0</c:v>
                </c:pt>
                <c:pt idx="48658">
                  <c:v>0</c:v>
                </c:pt>
                <c:pt idx="48659">
                  <c:v>0</c:v>
                </c:pt>
                <c:pt idx="48660">
                  <c:v>0</c:v>
                </c:pt>
                <c:pt idx="48661">
                  <c:v>0</c:v>
                </c:pt>
                <c:pt idx="48662">
                  <c:v>0</c:v>
                </c:pt>
                <c:pt idx="48663">
                  <c:v>0</c:v>
                </c:pt>
                <c:pt idx="48664">
                  <c:v>0</c:v>
                </c:pt>
                <c:pt idx="48665">
                  <c:v>0</c:v>
                </c:pt>
                <c:pt idx="48666">
                  <c:v>0</c:v>
                </c:pt>
                <c:pt idx="48667">
                  <c:v>0</c:v>
                </c:pt>
                <c:pt idx="48668">
                  <c:v>0</c:v>
                </c:pt>
                <c:pt idx="48669">
                  <c:v>0</c:v>
                </c:pt>
                <c:pt idx="48670">
                  <c:v>0</c:v>
                </c:pt>
                <c:pt idx="48671">
                  <c:v>0</c:v>
                </c:pt>
                <c:pt idx="48672">
                  <c:v>0</c:v>
                </c:pt>
                <c:pt idx="48673">
                  <c:v>0</c:v>
                </c:pt>
                <c:pt idx="48674">
                  <c:v>0</c:v>
                </c:pt>
                <c:pt idx="48675">
                  <c:v>0</c:v>
                </c:pt>
                <c:pt idx="48676">
                  <c:v>0</c:v>
                </c:pt>
                <c:pt idx="48677">
                  <c:v>0</c:v>
                </c:pt>
                <c:pt idx="48678">
                  <c:v>0</c:v>
                </c:pt>
                <c:pt idx="48679">
                  <c:v>0</c:v>
                </c:pt>
                <c:pt idx="48680">
                  <c:v>0</c:v>
                </c:pt>
                <c:pt idx="48681">
                  <c:v>0</c:v>
                </c:pt>
                <c:pt idx="48682">
                  <c:v>0</c:v>
                </c:pt>
                <c:pt idx="48683">
                  <c:v>0</c:v>
                </c:pt>
                <c:pt idx="48684">
                  <c:v>0</c:v>
                </c:pt>
                <c:pt idx="48685">
                  <c:v>0</c:v>
                </c:pt>
                <c:pt idx="48686">
                  <c:v>0</c:v>
                </c:pt>
                <c:pt idx="48687">
                  <c:v>0</c:v>
                </c:pt>
                <c:pt idx="48688">
                  <c:v>0</c:v>
                </c:pt>
                <c:pt idx="48689">
                  <c:v>0</c:v>
                </c:pt>
                <c:pt idx="48690">
                  <c:v>0</c:v>
                </c:pt>
                <c:pt idx="48691">
                  <c:v>0</c:v>
                </c:pt>
                <c:pt idx="48692">
                  <c:v>0</c:v>
                </c:pt>
                <c:pt idx="48693">
                  <c:v>0</c:v>
                </c:pt>
                <c:pt idx="48694">
                  <c:v>0</c:v>
                </c:pt>
                <c:pt idx="48695">
                  <c:v>0</c:v>
                </c:pt>
                <c:pt idx="48696">
                  <c:v>0</c:v>
                </c:pt>
                <c:pt idx="48697">
                  <c:v>0</c:v>
                </c:pt>
                <c:pt idx="48698">
                  <c:v>0</c:v>
                </c:pt>
                <c:pt idx="48699">
                  <c:v>0</c:v>
                </c:pt>
                <c:pt idx="48700">
                  <c:v>0</c:v>
                </c:pt>
                <c:pt idx="48701">
                  <c:v>0</c:v>
                </c:pt>
                <c:pt idx="48702">
                  <c:v>0</c:v>
                </c:pt>
                <c:pt idx="48703">
                  <c:v>0</c:v>
                </c:pt>
                <c:pt idx="48704">
                  <c:v>0</c:v>
                </c:pt>
                <c:pt idx="48705">
                  <c:v>0</c:v>
                </c:pt>
                <c:pt idx="48706">
                  <c:v>0</c:v>
                </c:pt>
                <c:pt idx="48707">
                  <c:v>0</c:v>
                </c:pt>
                <c:pt idx="48708">
                  <c:v>0</c:v>
                </c:pt>
                <c:pt idx="48709">
                  <c:v>0</c:v>
                </c:pt>
                <c:pt idx="48710">
                  <c:v>0</c:v>
                </c:pt>
                <c:pt idx="48711">
                  <c:v>0</c:v>
                </c:pt>
                <c:pt idx="48712">
                  <c:v>0</c:v>
                </c:pt>
                <c:pt idx="48713">
                  <c:v>0</c:v>
                </c:pt>
                <c:pt idx="48714">
                  <c:v>0</c:v>
                </c:pt>
                <c:pt idx="48715">
                  <c:v>0</c:v>
                </c:pt>
                <c:pt idx="48716">
                  <c:v>0</c:v>
                </c:pt>
                <c:pt idx="48717">
                  <c:v>0</c:v>
                </c:pt>
                <c:pt idx="48718">
                  <c:v>0</c:v>
                </c:pt>
                <c:pt idx="48719">
                  <c:v>0</c:v>
                </c:pt>
                <c:pt idx="48720">
                  <c:v>0</c:v>
                </c:pt>
                <c:pt idx="48721">
                  <c:v>0</c:v>
                </c:pt>
                <c:pt idx="48722">
                  <c:v>0</c:v>
                </c:pt>
                <c:pt idx="48723">
                  <c:v>0</c:v>
                </c:pt>
                <c:pt idx="48724">
                  <c:v>0</c:v>
                </c:pt>
                <c:pt idx="48725">
                  <c:v>0</c:v>
                </c:pt>
                <c:pt idx="48726">
                  <c:v>0</c:v>
                </c:pt>
                <c:pt idx="48727">
                  <c:v>0</c:v>
                </c:pt>
                <c:pt idx="48728">
                  <c:v>0</c:v>
                </c:pt>
                <c:pt idx="48729">
                  <c:v>0</c:v>
                </c:pt>
                <c:pt idx="48730">
                  <c:v>0</c:v>
                </c:pt>
                <c:pt idx="48731">
                  <c:v>0</c:v>
                </c:pt>
                <c:pt idx="48732">
                  <c:v>0</c:v>
                </c:pt>
                <c:pt idx="48733">
                  <c:v>0</c:v>
                </c:pt>
                <c:pt idx="48734">
                  <c:v>0</c:v>
                </c:pt>
                <c:pt idx="48735">
                  <c:v>0</c:v>
                </c:pt>
                <c:pt idx="48736">
                  <c:v>0</c:v>
                </c:pt>
                <c:pt idx="48737">
                  <c:v>0</c:v>
                </c:pt>
                <c:pt idx="48738">
                  <c:v>0</c:v>
                </c:pt>
                <c:pt idx="48739">
                  <c:v>0</c:v>
                </c:pt>
                <c:pt idx="48740">
                  <c:v>0</c:v>
                </c:pt>
                <c:pt idx="48741">
                  <c:v>0</c:v>
                </c:pt>
                <c:pt idx="48742">
                  <c:v>0</c:v>
                </c:pt>
                <c:pt idx="48743">
                  <c:v>0</c:v>
                </c:pt>
                <c:pt idx="48744">
                  <c:v>0</c:v>
                </c:pt>
                <c:pt idx="48745">
                  <c:v>0</c:v>
                </c:pt>
                <c:pt idx="48746">
                  <c:v>0</c:v>
                </c:pt>
                <c:pt idx="48747">
                  <c:v>0</c:v>
                </c:pt>
                <c:pt idx="48748">
                  <c:v>0</c:v>
                </c:pt>
                <c:pt idx="48749">
                  <c:v>0</c:v>
                </c:pt>
                <c:pt idx="48750">
                  <c:v>0</c:v>
                </c:pt>
                <c:pt idx="48751">
                  <c:v>0</c:v>
                </c:pt>
                <c:pt idx="48752">
                  <c:v>0</c:v>
                </c:pt>
                <c:pt idx="48753">
                  <c:v>0</c:v>
                </c:pt>
                <c:pt idx="48754">
                  <c:v>0</c:v>
                </c:pt>
                <c:pt idx="48755">
                  <c:v>0</c:v>
                </c:pt>
                <c:pt idx="48756">
                  <c:v>0</c:v>
                </c:pt>
                <c:pt idx="48757">
                  <c:v>0</c:v>
                </c:pt>
                <c:pt idx="48758">
                  <c:v>0</c:v>
                </c:pt>
                <c:pt idx="48759">
                  <c:v>0</c:v>
                </c:pt>
                <c:pt idx="48760">
                  <c:v>0</c:v>
                </c:pt>
                <c:pt idx="48761">
                  <c:v>0</c:v>
                </c:pt>
                <c:pt idx="48762">
                  <c:v>0</c:v>
                </c:pt>
                <c:pt idx="48763">
                  <c:v>0</c:v>
                </c:pt>
                <c:pt idx="48764">
                  <c:v>0</c:v>
                </c:pt>
                <c:pt idx="48765">
                  <c:v>0</c:v>
                </c:pt>
                <c:pt idx="48766">
                  <c:v>0</c:v>
                </c:pt>
                <c:pt idx="48767">
                  <c:v>0</c:v>
                </c:pt>
                <c:pt idx="48768">
                  <c:v>0</c:v>
                </c:pt>
                <c:pt idx="48769">
                  <c:v>0</c:v>
                </c:pt>
                <c:pt idx="48770">
                  <c:v>0</c:v>
                </c:pt>
                <c:pt idx="48771">
                  <c:v>0</c:v>
                </c:pt>
                <c:pt idx="48772">
                  <c:v>0</c:v>
                </c:pt>
                <c:pt idx="48773">
                  <c:v>0</c:v>
                </c:pt>
                <c:pt idx="48774">
                  <c:v>0</c:v>
                </c:pt>
                <c:pt idx="48775">
                  <c:v>0</c:v>
                </c:pt>
                <c:pt idx="48776">
                  <c:v>0</c:v>
                </c:pt>
                <c:pt idx="48777">
                  <c:v>0</c:v>
                </c:pt>
                <c:pt idx="48778">
                  <c:v>0</c:v>
                </c:pt>
                <c:pt idx="48779">
                  <c:v>0</c:v>
                </c:pt>
                <c:pt idx="48780">
                  <c:v>0</c:v>
                </c:pt>
                <c:pt idx="48781">
                  <c:v>0</c:v>
                </c:pt>
                <c:pt idx="48782">
                  <c:v>0</c:v>
                </c:pt>
                <c:pt idx="48783">
                  <c:v>0</c:v>
                </c:pt>
                <c:pt idx="48784">
                  <c:v>0</c:v>
                </c:pt>
                <c:pt idx="48785">
                  <c:v>0</c:v>
                </c:pt>
                <c:pt idx="48786">
                  <c:v>0</c:v>
                </c:pt>
                <c:pt idx="48787">
                  <c:v>0</c:v>
                </c:pt>
                <c:pt idx="48788">
                  <c:v>0</c:v>
                </c:pt>
                <c:pt idx="48789">
                  <c:v>0</c:v>
                </c:pt>
                <c:pt idx="48790">
                  <c:v>0</c:v>
                </c:pt>
                <c:pt idx="48791">
                  <c:v>0</c:v>
                </c:pt>
                <c:pt idx="48792">
                  <c:v>0</c:v>
                </c:pt>
                <c:pt idx="48793">
                  <c:v>0</c:v>
                </c:pt>
                <c:pt idx="48794">
                  <c:v>0</c:v>
                </c:pt>
                <c:pt idx="48795">
                  <c:v>0</c:v>
                </c:pt>
                <c:pt idx="48796">
                  <c:v>0</c:v>
                </c:pt>
                <c:pt idx="48797">
                  <c:v>0</c:v>
                </c:pt>
                <c:pt idx="48798">
                  <c:v>0</c:v>
                </c:pt>
                <c:pt idx="48799">
                  <c:v>0</c:v>
                </c:pt>
                <c:pt idx="48800">
                  <c:v>0</c:v>
                </c:pt>
                <c:pt idx="48801">
                  <c:v>0</c:v>
                </c:pt>
                <c:pt idx="48802">
                  <c:v>0</c:v>
                </c:pt>
                <c:pt idx="48803">
                  <c:v>0</c:v>
                </c:pt>
                <c:pt idx="48804">
                  <c:v>0</c:v>
                </c:pt>
                <c:pt idx="48805">
                  <c:v>0</c:v>
                </c:pt>
                <c:pt idx="48806">
                  <c:v>0</c:v>
                </c:pt>
                <c:pt idx="48807">
                  <c:v>0</c:v>
                </c:pt>
                <c:pt idx="48808">
                  <c:v>0</c:v>
                </c:pt>
                <c:pt idx="48809">
                  <c:v>0</c:v>
                </c:pt>
                <c:pt idx="48810">
                  <c:v>0</c:v>
                </c:pt>
                <c:pt idx="48811">
                  <c:v>0</c:v>
                </c:pt>
                <c:pt idx="48812">
                  <c:v>0</c:v>
                </c:pt>
                <c:pt idx="48813">
                  <c:v>0</c:v>
                </c:pt>
                <c:pt idx="48814">
                  <c:v>0</c:v>
                </c:pt>
                <c:pt idx="48815">
                  <c:v>0</c:v>
                </c:pt>
                <c:pt idx="48816">
                  <c:v>0</c:v>
                </c:pt>
                <c:pt idx="48817">
                  <c:v>0</c:v>
                </c:pt>
                <c:pt idx="48818">
                  <c:v>0</c:v>
                </c:pt>
                <c:pt idx="48819">
                  <c:v>0</c:v>
                </c:pt>
                <c:pt idx="48820">
                  <c:v>0</c:v>
                </c:pt>
                <c:pt idx="48821">
                  <c:v>0</c:v>
                </c:pt>
                <c:pt idx="48822">
                  <c:v>0</c:v>
                </c:pt>
                <c:pt idx="48823">
                  <c:v>0</c:v>
                </c:pt>
                <c:pt idx="48824">
                  <c:v>0</c:v>
                </c:pt>
                <c:pt idx="48825">
                  <c:v>0</c:v>
                </c:pt>
                <c:pt idx="48826">
                  <c:v>0</c:v>
                </c:pt>
                <c:pt idx="48827">
                  <c:v>0</c:v>
                </c:pt>
                <c:pt idx="48828">
                  <c:v>0</c:v>
                </c:pt>
                <c:pt idx="48829">
                  <c:v>0</c:v>
                </c:pt>
                <c:pt idx="48830">
                  <c:v>0</c:v>
                </c:pt>
                <c:pt idx="48831">
                  <c:v>0</c:v>
                </c:pt>
                <c:pt idx="48832">
                  <c:v>0</c:v>
                </c:pt>
                <c:pt idx="48833">
                  <c:v>0</c:v>
                </c:pt>
                <c:pt idx="48834">
                  <c:v>0</c:v>
                </c:pt>
                <c:pt idx="48835">
                  <c:v>0</c:v>
                </c:pt>
                <c:pt idx="48836">
                  <c:v>0</c:v>
                </c:pt>
                <c:pt idx="48837">
                  <c:v>0</c:v>
                </c:pt>
                <c:pt idx="48838">
                  <c:v>0</c:v>
                </c:pt>
                <c:pt idx="48839">
                  <c:v>0</c:v>
                </c:pt>
                <c:pt idx="48840">
                  <c:v>0</c:v>
                </c:pt>
                <c:pt idx="48841">
                  <c:v>0</c:v>
                </c:pt>
                <c:pt idx="48842">
                  <c:v>0</c:v>
                </c:pt>
                <c:pt idx="48843">
                  <c:v>0</c:v>
                </c:pt>
                <c:pt idx="48844">
                  <c:v>0</c:v>
                </c:pt>
                <c:pt idx="48845">
                  <c:v>0</c:v>
                </c:pt>
                <c:pt idx="48846">
                  <c:v>0</c:v>
                </c:pt>
                <c:pt idx="48847">
                  <c:v>0</c:v>
                </c:pt>
                <c:pt idx="48848">
                  <c:v>0</c:v>
                </c:pt>
                <c:pt idx="48849">
                  <c:v>0</c:v>
                </c:pt>
                <c:pt idx="48850">
                  <c:v>0</c:v>
                </c:pt>
                <c:pt idx="48851">
                  <c:v>0</c:v>
                </c:pt>
                <c:pt idx="48852">
                  <c:v>0</c:v>
                </c:pt>
                <c:pt idx="48853">
                  <c:v>0</c:v>
                </c:pt>
                <c:pt idx="48854">
                  <c:v>0</c:v>
                </c:pt>
                <c:pt idx="48855">
                  <c:v>0</c:v>
                </c:pt>
                <c:pt idx="48856">
                  <c:v>0</c:v>
                </c:pt>
                <c:pt idx="48857">
                  <c:v>0</c:v>
                </c:pt>
                <c:pt idx="48858">
                  <c:v>0</c:v>
                </c:pt>
                <c:pt idx="48859">
                  <c:v>0</c:v>
                </c:pt>
                <c:pt idx="48860">
                  <c:v>0</c:v>
                </c:pt>
                <c:pt idx="48861">
                  <c:v>0</c:v>
                </c:pt>
                <c:pt idx="48862">
                  <c:v>0</c:v>
                </c:pt>
                <c:pt idx="48863">
                  <c:v>0</c:v>
                </c:pt>
                <c:pt idx="48864">
                  <c:v>0</c:v>
                </c:pt>
                <c:pt idx="48865">
                  <c:v>0</c:v>
                </c:pt>
                <c:pt idx="48866">
                  <c:v>0</c:v>
                </c:pt>
                <c:pt idx="48867">
                  <c:v>0</c:v>
                </c:pt>
                <c:pt idx="48868">
                  <c:v>0</c:v>
                </c:pt>
                <c:pt idx="48869">
                  <c:v>0</c:v>
                </c:pt>
                <c:pt idx="48870">
                  <c:v>0</c:v>
                </c:pt>
                <c:pt idx="48871">
                  <c:v>0</c:v>
                </c:pt>
                <c:pt idx="48872">
                  <c:v>0</c:v>
                </c:pt>
                <c:pt idx="48873">
                  <c:v>0</c:v>
                </c:pt>
                <c:pt idx="48874">
                  <c:v>0</c:v>
                </c:pt>
                <c:pt idx="48875">
                  <c:v>0</c:v>
                </c:pt>
                <c:pt idx="48876">
                  <c:v>0</c:v>
                </c:pt>
                <c:pt idx="48877">
                  <c:v>0</c:v>
                </c:pt>
                <c:pt idx="48878">
                  <c:v>0</c:v>
                </c:pt>
                <c:pt idx="48879">
                  <c:v>0</c:v>
                </c:pt>
                <c:pt idx="48880">
                  <c:v>0</c:v>
                </c:pt>
                <c:pt idx="48881">
                  <c:v>0</c:v>
                </c:pt>
                <c:pt idx="48882">
                  <c:v>0</c:v>
                </c:pt>
                <c:pt idx="48883">
                  <c:v>0</c:v>
                </c:pt>
                <c:pt idx="48884">
                  <c:v>0</c:v>
                </c:pt>
                <c:pt idx="48885">
                  <c:v>0</c:v>
                </c:pt>
                <c:pt idx="48886">
                  <c:v>0</c:v>
                </c:pt>
                <c:pt idx="48887">
                  <c:v>0</c:v>
                </c:pt>
                <c:pt idx="48888">
                  <c:v>0</c:v>
                </c:pt>
                <c:pt idx="48889">
                  <c:v>0</c:v>
                </c:pt>
                <c:pt idx="48890">
                  <c:v>0</c:v>
                </c:pt>
                <c:pt idx="48891">
                  <c:v>0</c:v>
                </c:pt>
                <c:pt idx="48892">
                  <c:v>0</c:v>
                </c:pt>
                <c:pt idx="48893">
                  <c:v>0</c:v>
                </c:pt>
                <c:pt idx="48894">
                  <c:v>0</c:v>
                </c:pt>
                <c:pt idx="48895">
                  <c:v>0</c:v>
                </c:pt>
                <c:pt idx="48896">
                  <c:v>0</c:v>
                </c:pt>
                <c:pt idx="48897">
                  <c:v>0</c:v>
                </c:pt>
                <c:pt idx="48898">
                  <c:v>0</c:v>
                </c:pt>
                <c:pt idx="48899">
                  <c:v>0</c:v>
                </c:pt>
                <c:pt idx="48900">
                  <c:v>0</c:v>
                </c:pt>
                <c:pt idx="48901">
                  <c:v>0</c:v>
                </c:pt>
                <c:pt idx="48902">
                  <c:v>0</c:v>
                </c:pt>
                <c:pt idx="48903">
                  <c:v>0</c:v>
                </c:pt>
                <c:pt idx="48904">
                  <c:v>0</c:v>
                </c:pt>
                <c:pt idx="48905">
                  <c:v>0</c:v>
                </c:pt>
                <c:pt idx="48906">
                  <c:v>0</c:v>
                </c:pt>
                <c:pt idx="48907">
                  <c:v>0</c:v>
                </c:pt>
                <c:pt idx="48908">
                  <c:v>0</c:v>
                </c:pt>
                <c:pt idx="48909">
                  <c:v>0</c:v>
                </c:pt>
                <c:pt idx="48910">
                  <c:v>0</c:v>
                </c:pt>
                <c:pt idx="48911">
                  <c:v>0</c:v>
                </c:pt>
                <c:pt idx="48912">
                  <c:v>0</c:v>
                </c:pt>
                <c:pt idx="48913">
                  <c:v>0</c:v>
                </c:pt>
                <c:pt idx="48914">
                  <c:v>0</c:v>
                </c:pt>
                <c:pt idx="48915">
                  <c:v>0</c:v>
                </c:pt>
                <c:pt idx="48916">
                  <c:v>0</c:v>
                </c:pt>
                <c:pt idx="48917">
                  <c:v>0</c:v>
                </c:pt>
                <c:pt idx="48918">
                  <c:v>0</c:v>
                </c:pt>
                <c:pt idx="48919">
                  <c:v>0</c:v>
                </c:pt>
                <c:pt idx="48920">
                  <c:v>0</c:v>
                </c:pt>
                <c:pt idx="48921">
                  <c:v>0</c:v>
                </c:pt>
                <c:pt idx="48922">
                  <c:v>0</c:v>
                </c:pt>
                <c:pt idx="48923">
                  <c:v>0</c:v>
                </c:pt>
                <c:pt idx="48924">
                  <c:v>0</c:v>
                </c:pt>
                <c:pt idx="48925">
                  <c:v>0</c:v>
                </c:pt>
                <c:pt idx="48926">
                  <c:v>0</c:v>
                </c:pt>
                <c:pt idx="48927">
                  <c:v>0</c:v>
                </c:pt>
                <c:pt idx="48928">
                  <c:v>0</c:v>
                </c:pt>
                <c:pt idx="48929">
                  <c:v>0</c:v>
                </c:pt>
                <c:pt idx="48930">
                  <c:v>0</c:v>
                </c:pt>
                <c:pt idx="48931">
                  <c:v>0</c:v>
                </c:pt>
                <c:pt idx="48932">
                  <c:v>0</c:v>
                </c:pt>
                <c:pt idx="48933">
                  <c:v>0</c:v>
                </c:pt>
                <c:pt idx="48934">
                  <c:v>0</c:v>
                </c:pt>
                <c:pt idx="48935">
                  <c:v>0</c:v>
                </c:pt>
                <c:pt idx="48936">
                  <c:v>0</c:v>
                </c:pt>
                <c:pt idx="48937">
                  <c:v>0</c:v>
                </c:pt>
                <c:pt idx="48938">
                  <c:v>0</c:v>
                </c:pt>
                <c:pt idx="48939">
                  <c:v>0</c:v>
                </c:pt>
                <c:pt idx="48940">
                  <c:v>0</c:v>
                </c:pt>
                <c:pt idx="48941">
                  <c:v>0</c:v>
                </c:pt>
                <c:pt idx="48942">
                  <c:v>0</c:v>
                </c:pt>
                <c:pt idx="48943">
                  <c:v>0</c:v>
                </c:pt>
                <c:pt idx="48944">
                  <c:v>0</c:v>
                </c:pt>
                <c:pt idx="48945">
                  <c:v>0</c:v>
                </c:pt>
                <c:pt idx="48946">
                  <c:v>0</c:v>
                </c:pt>
                <c:pt idx="48947">
                  <c:v>0</c:v>
                </c:pt>
                <c:pt idx="48948">
                  <c:v>0</c:v>
                </c:pt>
                <c:pt idx="48949">
                  <c:v>0</c:v>
                </c:pt>
                <c:pt idx="48950">
                  <c:v>0</c:v>
                </c:pt>
                <c:pt idx="48951">
                  <c:v>0</c:v>
                </c:pt>
                <c:pt idx="48952">
                  <c:v>0</c:v>
                </c:pt>
                <c:pt idx="48953">
                  <c:v>0</c:v>
                </c:pt>
                <c:pt idx="48954">
                  <c:v>0</c:v>
                </c:pt>
                <c:pt idx="48955">
                  <c:v>0</c:v>
                </c:pt>
                <c:pt idx="48956">
                  <c:v>0</c:v>
                </c:pt>
                <c:pt idx="48957">
                  <c:v>0</c:v>
                </c:pt>
                <c:pt idx="48958">
                  <c:v>0</c:v>
                </c:pt>
                <c:pt idx="48959">
                  <c:v>0</c:v>
                </c:pt>
                <c:pt idx="48960">
                  <c:v>0</c:v>
                </c:pt>
                <c:pt idx="48961">
                  <c:v>0</c:v>
                </c:pt>
                <c:pt idx="48962">
                  <c:v>0</c:v>
                </c:pt>
                <c:pt idx="48963">
                  <c:v>0</c:v>
                </c:pt>
                <c:pt idx="48964">
                  <c:v>0</c:v>
                </c:pt>
                <c:pt idx="48965">
                  <c:v>0</c:v>
                </c:pt>
                <c:pt idx="48966">
                  <c:v>0</c:v>
                </c:pt>
                <c:pt idx="48967">
                  <c:v>0</c:v>
                </c:pt>
                <c:pt idx="48968">
                  <c:v>0</c:v>
                </c:pt>
                <c:pt idx="48969">
                  <c:v>0</c:v>
                </c:pt>
                <c:pt idx="48970">
                  <c:v>0</c:v>
                </c:pt>
                <c:pt idx="48971">
                  <c:v>0</c:v>
                </c:pt>
                <c:pt idx="48972">
                  <c:v>0</c:v>
                </c:pt>
                <c:pt idx="48973">
                  <c:v>0</c:v>
                </c:pt>
                <c:pt idx="48974">
                  <c:v>0</c:v>
                </c:pt>
                <c:pt idx="48975">
                  <c:v>0</c:v>
                </c:pt>
                <c:pt idx="48976">
                  <c:v>0</c:v>
                </c:pt>
                <c:pt idx="48977">
                  <c:v>0</c:v>
                </c:pt>
                <c:pt idx="48978">
                  <c:v>0</c:v>
                </c:pt>
                <c:pt idx="48979">
                  <c:v>0</c:v>
                </c:pt>
                <c:pt idx="48980">
                  <c:v>0</c:v>
                </c:pt>
                <c:pt idx="48981">
                  <c:v>0</c:v>
                </c:pt>
                <c:pt idx="48982">
                  <c:v>0</c:v>
                </c:pt>
                <c:pt idx="48983">
                  <c:v>0</c:v>
                </c:pt>
                <c:pt idx="48984">
                  <c:v>0</c:v>
                </c:pt>
                <c:pt idx="48985">
                  <c:v>0</c:v>
                </c:pt>
                <c:pt idx="48986">
                  <c:v>0</c:v>
                </c:pt>
                <c:pt idx="48987">
                  <c:v>0</c:v>
                </c:pt>
                <c:pt idx="48988">
                  <c:v>0</c:v>
                </c:pt>
                <c:pt idx="48989">
                  <c:v>0</c:v>
                </c:pt>
                <c:pt idx="48990">
                  <c:v>0</c:v>
                </c:pt>
                <c:pt idx="48991">
                  <c:v>0</c:v>
                </c:pt>
                <c:pt idx="48992">
                  <c:v>0</c:v>
                </c:pt>
                <c:pt idx="48993">
                  <c:v>0</c:v>
                </c:pt>
                <c:pt idx="48994">
                  <c:v>0</c:v>
                </c:pt>
                <c:pt idx="48995">
                  <c:v>0</c:v>
                </c:pt>
                <c:pt idx="48996">
                  <c:v>0</c:v>
                </c:pt>
                <c:pt idx="48997">
                  <c:v>0</c:v>
                </c:pt>
                <c:pt idx="48998">
                  <c:v>0</c:v>
                </c:pt>
                <c:pt idx="48999">
                  <c:v>0</c:v>
                </c:pt>
                <c:pt idx="49000">
                  <c:v>0</c:v>
                </c:pt>
                <c:pt idx="49001">
                  <c:v>0</c:v>
                </c:pt>
                <c:pt idx="49002">
                  <c:v>0</c:v>
                </c:pt>
                <c:pt idx="49003">
                  <c:v>0</c:v>
                </c:pt>
                <c:pt idx="49004">
                  <c:v>0</c:v>
                </c:pt>
                <c:pt idx="49005">
                  <c:v>0</c:v>
                </c:pt>
                <c:pt idx="49006">
                  <c:v>0</c:v>
                </c:pt>
                <c:pt idx="49007">
                  <c:v>0</c:v>
                </c:pt>
                <c:pt idx="49008">
                  <c:v>0</c:v>
                </c:pt>
                <c:pt idx="49009">
                  <c:v>0</c:v>
                </c:pt>
                <c:pt idx="49010">
                  <c:v>0</c:v>
                </c:pt>
                <c:pt idx="49011">
                  <c:v>0</c:v>
                </c:pt>
                <c:pt idx="49012">
                  <c:v>0</c:v>
                </c:pt>
                <c:pt idx="49013">
                  <c:v>0</c:v>
                </c:pt>
                <c:pt idx="49014">
                  <c:v>0</c:v>
                </c:pt>
                <c:pt idx="49015">
                  <c:v>0</c:v>
                </c:pt>
                <c:pt idx="49016">
                  <c:v>0</c:v>
                </c:pt>
                <c:pt idx="49017">
                  <c:v>0</c:v>
                </c:pt>
                <c:pt idx="49018">
                  <c:v>0</c:v>
                </c:pt>
                <c:pt idx="49019">
                  <c:v>0</c:v>
                </c:pt>
                <c:pt idx="49020">
                  <c:v>0</c:v>
                </c:pt>
                <c:pt idx="49021">
                  <c:v>0</c:v>
                </c:pt>
                <c:pt idx="49022">
                  <c:v>0</c:v>
                </c:pt>
                <c:pt idx="49023">
                  <c:v>0</c:v>
                </c:pt>
                <c:pt idx="49024">
                  <c:v>0</c:v>
                </c:pt>
                <c:pt idx="49025">
                  <c:v>0</c:v>
                </c:pt>
                <c:pt idx="49026">
                  <c:v>0</c:v>
                </c:pt>
                <c:pt idx="49027">
                  <c:v>0</c:v>
                </c:pt>
                <c:pt idx="49028">
                  <c:v>0</c:v>
                </c:pt>
                <c:pt idx="49029">
                  <c:v>0</c:v>
                </c:pt>
                <c:pt idx="49030">
                  <c:v>0</c:v>
                </c:pt>
                <c:pt idx="49031">
                  <c:v>0</c:v>
                </c:pt>
                <c:pt idx="49032">
                  <c:v>0</c:v>
                </c:pt>
                <c:pt idx="49033">
                  <c:v>0</c:v>
                </c:pt>
                <c:pt idx="49034">
                  <c:v>0</c:v>
                </c:pt>
                <c:pt idx="49035">
                  <c:v>0</c:v>
                </c:pt>
                <c:pt idx="49036">
                  <c:v>0</c:v>
                </c:pt>
                <c:pt idx="49037">
                  <c:v>0</c:v>
                </c:pt>
                <c:pt idx="49038">
                  <c:v>0</c:v>
                </c:pt>
                <c:pt idx="49039">
                  <c:v>0</c:v>
                </c:pt>
                <c:pt idx="49040">
                  <c:v>0</c:v>
                </c:pt>
                <c:pt idx="49041">
                  <c:v>0</c:v>
                </c:pt>
                <c:pt idx="49042">
                  <c:v>0</c:v>
                </c:pt>
                <c:pt idx="49043">
                  <c:v>0</c:v>
                </c:pt>
                <c:pt idx="49044">
                  <c:v>0</c:v>
                </c:pt>
                <c:pt idx="49045">
                  <c:v>0</c:v>
                </c:pt>
                <c:pt idx="49046">
                  <c:v>0</c:v>
                </c:pt>
                <c:pt idx="49047">
                  <c:v>0</c:v>
                </c:pt>
                <c:pt idx="49048">
                  <c:v>0</c:v>
                </c:pt>
                <c:pt idx="49049">
                  <c:v>0</c:v>
                </c:pt>
                <c:pt idx="49050">
                  <c:v>0</c:v>
                </c:pt>
                <c:pt idx="49051">
                  <c:v>0</c:v>
                </c:pt>
                <c:pt idx="49052">
                  <c:v>0</c:v>
                </c:pt>
                <c:pt idx="49053">
                  <c:v>0</c:v>
                </c:pt>
                <c:pt idx="49054">
                  <c:v>0</c:v>
                </c:pt>
                <c:pt idx="49055">
                  <c:v>0</c:v>
                </c:pt>
                <c:pt idx="49056">
                  <c:v>0</c:v>
                </c:pt>
                <c:pt idx="49057">
                  <c:v>0</c:v>
                </c:pt>
                <c:pt idx="49058">
                  <c:v>0</c:v>
                </c:pt>
                <c:pt idx="49059">
                  <c:v>0</c:v>
                </c:pt>
                <c:pt idx="49060">
                  <c:v>0</c:v>
                </c:pt>
                <c:pt idx="49061">
                  <c:v>0</c:v>
                </c:pt>
                <c:pt idx="49062">
                  <c:v>0</c:v>
                </c:pt>
                <c:pt idx="49063">
                  <c:v>0</c:v>
                </c:pt>
                <c:pt idx="49064">
                  <c:v>0</c:v>
                </c:pt>
                <c:pt idx="49065">
                  <c:v>0</c:v>
                </c:pt>
                <c:pt idx="49066">
                  <c:v>0</c:v>
                </c:pt>
                <c:pt idx="49067">
                  <c:v>0</c:v>
                </c:pt>
                <c:pt idx="49068">
                  <c:v>0</c:v>
                </c:pt>
                <c:pt idx="49069">
                  <c:v>0</c:v>
                </c:pt>
                <c:pt idx="49070">
                  <c:v>0</c:v>
                </c:pt>
                <c:pt idx="49071">
                  <c:v>0</c:v>
                </c:pt>
                <c:pt idx="49072">
                  <c:v>0</c:v>
                </c:pt>
                <c:pt idx="49073">
                  <c:v>0</c:v>
                </c:pt>
                <c:pt idx="49074">
                  <c:v>0</c:v>
                </c:pt>
                <c:pt idx="49075">
                  <c:v>0</c:v>
                </c:pt>
                <c:pt idx="49076">
                  <c:v>0</c:v>
                </c:pt>
                <c:pt idx="49077">
                  <c:v>0</c:v>
                </c:pt>
                <c:pt idx="49078">
                  <c:v>0</c:v>
                </c:pt>
                <c:pt idx="49079">
                  <c:v>0</c:v>
                </c:pt>
                <c:pt idx="49080">
                  <c:v>0</c:v>
                </c:pt>
                <c:pt idx="49081">
                  <c:v>0</c:v>
                </c:pt>
                <c:pt idx="49082">
                  <c:v>0</c:v>
                </c:pt>
                <c:pt idx="49083">
                  <c:v>0</c:v>
                </c:pt>
                <c:pt idx="49084">
                  <c:v>0</c:v>
                </c:pt>
                <c:pt idx="49085">
                  <c:v>0</c:v>
                </c:pt>
                <c:pt idx="49086">
                  <c:v>0</c:v>
                </c:pt>
                <c:pt idx="49087">
                  <c:v>0</c:v>
                </c:pt>
                <c:pt idx="49088">
                  <c:v>0</c:v>
                </c:pt>
                <c:pt idx="49089">
                  <c:v>0</c:v>
                </c:pt>
                <c:pt idx="49090">
                  <c:v>0</c:v>
                </c:pt>
                <c:pt idx="49091">
                  <c:v>0</c:v>
                </c:pt>
                <c:pt idx="49092">
                  <c:v>0</c:v>
                </c:pt>
                <c:pt idx="49093">
                  <c:v>0</c:v>
                </c:pt>
                <c:pt idx="49094">
                  <c:v>0</c:v>
                </c:pt>
                <c:pt idx="49095">
                  <c:v>0</c:v>
                </c:pt>
                <c:pt idx="49096">
                  <c:v>0</c:v>
                </c:pt>
                <c:pt idx="49097">
                  <c:v>0</c:v>
                </c:pt>
                <c:pt idx="49098">
                  <c:v>0</c:v>
                </c:pt>
                <c:pt idx="49099">
                  <c:v>0</c:v>
                </c:pt>
                <c:pt idx="49100">
                  <c:v>0</c:v>
                </c:pt>
                <c:pt idx="49101">
                  <c:v>0</c:v>
                </c:pt>
                <c:pt idx="49102">
                  <c:v>0</c:v>
                </c:pt>
                <c:pt idx="49103">
                  <c:v>0</c:v>
                </c:pt>
                <c:pt idx="49104">
                  <c:v>0</c:v>
                </c:pt>
                <c:pt idx="49105">
                  <c:v>0</c:v>
                </c:pt>
                <c:pt idx="49106">
                  <c:v>0</c:v>
                </c:pt>
                <c:pt idx="49107">
                  <c:v>0</c:v>
                </c:pt>
                <c:pt idx="49108">
                  <c:v>0</c:v>
                </c:pt>
                <c:pt idx="49109">
                  <c:v>0</c:v>
                </c:pt>
                <c:pt idx="49110">
                  <c:v>0</c:v>
                </c:pt>
                <c:pt idx="49111">
                  <c:v>0</c:v>
                </c:pt>
                <c:pt idx="49112">
                  <c:v>0</c:v>
                </c:pt>
                <c:pt idx="49113">
                  <c:v>0</c:v>
                </c:pt>
                <c:pt idx="49114">
                  <c:v>0</c:v>
                </c:pt>
                <c:pt idx="49115">
                  <c:v>0</c:v>
                </c:pt>
                <c:pt idx="49116">
                  <c:v>0</c:v>
                </c:pt>
                <c:pt idx="49117">
                  <c:v>0</c:v>
                </c:pt>
                <c:pt idx="49118">
                  <c:v>0</c:v>
                </c:pt>
                <c:pt idx="49119">
                  <c:v>0</c:v>
                </c:pt>
                <c:pt idx="49120">
                  <c:v>0</c:v>
                </c:pt>
                <c:pt idx="49121">
                  <c:v>0</c:v>
                </c:pt>
                <c:pt idx="49122">
                  <c:v>0</c:v>
                </c:pt>
                <c:pt idx="49123">
                  <c:v>0</c:v>
                </c:pt>
                <c:pt idx="49124">
                  <c:v>0</c:v>
                </c:pt>
                <c:pt idx="49125">
                  <c:v>0</c:v>
                </c:pt>
                <c:pt idx="49126">
                  <c:v>0</c:v>
                </c:pt>
                <c:pt idx="49127">
                  <c:v>0</c:v>
                </c:pt>
                <c:pt idx="49128">
                  <c:v>0</c:v>
                </c:pt>
                <c:pt idx="49129">
                  <c:v>0</c:v>
                </c:pt>
                <c:pt idx="49130">
                  <c:v>0</c:v>
                </c:pt>
                <c:pt idx="49131">
                  <c:v>0</c:v>
                </c:pt>
                <c:pt idx="49132">
                  <c:v>0</c:v>
                </c:pt>
                <c:pt idx="49133">
                  <c:v>0</c:v>
                </c:pt>
                <c:pt idx="49134">
                  <c:v>0</c:v>
                </c:pt>
                <c:pt idx="49135">
                  <c:v>0</c:v>
                </c:pt>
                <c:pt idx="49136">
                  <c:v>0</c:v>
                </c:pt>
                <c:pt idx="49137">
                  <c:v>0</c:v>
                </c:pt>
                <c:pt idx="49138">
                  <c:v>0</c:v>
                </c:pt>
                <c:pt idx="49139">
                  <c:v>0</c:v>
                </c:pt>
                <c:pt idx="49140">
                  <c:v>0</c:v>
                </c:pt>
                <c:pt idx="49141">
                  <c:v>0</c:v>
                </c:pt>
                <c:pt idx="49142">
                  <c:v>0</c:v>
                </c:pt>
                <c:pt idx="49143">
                  <c:v>0</c:v>
                </c:pt>
                <c:pt idx="49144">
                  <c:v>0</c:v>
                </c:pt>
                <c:pt idx="49145">
                  <c:v>0</c:v>
                </c:pt>
                <c:pt idx="49146">
                  <c:v>0</c:v>
                </c:pt>
                <c:pt idx="49147">
                  <c:v>0</c:v>
                </c:pt>
                <c:pt idx="49148">
                  <c:v>0</c:v>
                </c:pt>
                <c:pt idx="49149">
                  <c:v>0</c:v>
                </c:pt>
                <c:pt idx="49150">
                  <c:v>0</c:v>
                </c:pt>
                <c:pt idx="49151">
                  <c:v>0</c:v>
                </c:pt>
                <c:pt idx="49152">
                  <c:v>0</c:v>
                </c:pt>
                <c:pt idx="49153">
                  <c:v>0</c:v>
                </c:pt>
                <c:pt idx="49154">
                  <c:v>0</c:v>
                </c:pt>
                <c:pt idx="49155">
                  <c:v>0</c:v>
                </c:pt>
                <c:pt idx="49156">
                  <c:v>0</c:v>
                </c:pt>
                <c:pt idx="49157">
                  <c:v>0</c:v>
                </c:pt>
                <c:pt idx="49158">
                  <c:v>0</c:v>
                </c:pt>
                <c:pt idx="49159">
                  <c:v>0</c:v>
                </c:pt>
                <c:pt idx="49160">
                  <c:v>0</c:v>
                </c:pt>
                <c:pt idx="49161">
                  <c:v>0</c:v>
                </c:pt>
                <c:pt idx="49162">
                  <c:v>0</c:v>
                </c:pt>
                <c:pt idx="49163">
                  <c:v>0</c:v>
                </c:pt>
                <c:pt idx="49164">
                  <c:v>0</c:v>
                </c:pt>
                <c:pt idx="49165">
                  <c:v>0</c:v>
                </c:pt>
                <c:pt idx="49166">
                  <c:v>0</c:v>
                </c:pt>
                <c:pt idx="49167">
                  <c:v>0</c:v>
                </c:pt>
                <c:pt idx="49168">
                  <c:v>0</c:v>
                </c:pt>
                <c:pt idx="49169">
                  <c:v>0</c:v>
                </c:pt>
                <c:pt idx="49170">
                  <c:v>0</c:v>
                </c:pt>
                <c:pt idx="49171">
                  <c:v>0</c:v>
                </c:pt>
                <c:pt idx="49172">
                  <c:v>0</c:v>
                </c:pt>
                <c:pt idx="49173">
                  <c:v>0</c:v>
                </c:pt>
                <c:pt idx="49174">
                  <c:v>0</c:v>
                </c:pt>
                <c:pt idx="49175">
                  <c:v>0</c:v>
                </c:pt>
                <c:pt idx="49176">
                  <c:v>0</c:v>
                </c:pt>
                <c:pt idx="49177">
                  <c:v>0</c:v>
                </c:pt>
                <c:pt idx="49178">
                  <c:v>0</c:v>
                </c:pt>
                <c:pt idx="49179">
                  <c:v>0</c:v>
                </c:pt>
                <c:pt idx="49180">
                  <c:v>0</c:v>
                </c:pt>
                <c:pt idx="49181">
                  <c:v>0</c:v>
                </c:pt>
                <c:pt idx="49182">
                  <c:v>0</c:v>
                </c:pt>
                <c:pt idx="49183">
                  <c:v>0</c:v>
                </c:pt>
                <c:pt idx="49184">
                  <c:v>0</c:v>
                </c:pt>
                <c:pt idx="49185">
                  <c:v>0</c:v>
                </c:pt>
                <c:pt idx="49186">
                  <c:v>0</c:v>
                </c:pt>
                <c:pt idx="49187">
                  <c:v>0</c:v>
                </c:pt>
                <c:pt idx="49188">
                  <c:v>0</c:v>
                </c:pt>
                <c:pt idx="49189">
                  <c:v>0</c:v>
                </c:pt>
                <c:pt idx="49190">
                  <c:v>0</c:v>
                </c:pt>
                <c:pt idx="49191">
                  <c:v>0</c:v>
                </c:pt>
                <c:pt idx="49192">
                  <c:v>0</c:v>
                </c:pt>
                <c:pt idx="49193">
                  <c:v>0</c:v>
                </c:pt>
                <c:pt idx="49194">
                  <c:v>0</c:v>
                </c:pt>
                <c:pt idx="49195">
                  <c:v>0</c:v>
                </c:pt>
                <c:pt idx="49196">
                  <c:v>0</c:v>
                </c:pt>
                <c:pt idx="49197">
                  <c:v>0</c:v>
                </c:pt>
                <c:pt idx="49198">
                  <c:v>0</c:v>
                </c:pt>
                <c:pt idx="49199">
                  <c:v>0</c:v>
                </c:pt>
                <c:pt idx="49200">
                  <c:v>0</c:v>
                </c:pt>
                <c:pt idx="49201">
                  <c:v>0</c:v>
                </c:pt>
                <c:pt idx="49202">
                  <c:v>0</c:v>
                </c:pt>
                <c:pt idx="49203">
                  <c:v>0</c:v>
                </c:pt>
                <c:pt idx="49204">
                  <c:v>0</c:v>
                </c:pt>
                <c:pt idx="49205">
                  <c:v>0</c:v>
                </c:pt>
                <c:pt idx="49206">
                  <c:v>0</c:v>
                </c:pt>
                <c:pt idx="49207">
                  <c:v>0</c:v>
                </c:pt>
                <c:pt idx="49208">
                  <c:v>0</c:v>
                </c:pt>
                <c:pt idx="49209">
                  <c:v>0</c:v>
                </c:pt>
                <c:pt idx="49210">
                  <c:v>0</c:v>
                </c:pt>
                <c:pt idx="49211">
                  <c:v>0</c:v>
                </c:pt>
                <c:pt idx="49212">
                  <c:v>0</c:v>
                </c:pt>
                <c:pt idx="49213">
                  <c:v>0</c:v>
                </c:pt>
                <c:pt idx="49214">
                  <c:v>0</c:v>
                </c:pt>
                <c:pt idx="49215">
                  <c:v>0</c:v>
                </c:pt>
                <c:pt idx="49216">
                  <c:v>0</c:v>
                </c:pt>
                <c:pt idx="49217">
                  <c:v>0</c:v>
                </c:pt>
                <c:pt idx="49218">
                  <c:v>0</c:v>
                </c:pt>
                <c:pt idx="49219">
                  <c:v>0</c:v>
                </c:pt>
                <c:pt idx="49220">
                  <c:v>0</c:v>
                </c:pt>
                <c:pt idx="49221">
                  <c:v>0</c:v>
                </c:pt>
                <c:pt idx="49222">
                  <c:v>0</c:v>
                </c:pt>
                <c:pt idx="49223">
                  <c:v>0</c:v>
                </c:pt>
                <c:pt idx="49224">
                  <c:v>0</c:v>
                </c:pt>
                <c:pt idx="49225">
                  <c:v>0</c:v>
                </c:pt>
                <c:pt idx="49226">
                  <c:v>0</c:v>
                </c:pt>
                <c:pt idx="49227">
                  <c:v>0</c:v>
                </c:pt>
                <c:pt idx="49228">
                  <c:v>0</c:v>
                </c:pt>
                <c:pt idx="49229">
                  <c:v>0</c:v>
                </c:pt>
                <c:pt idx="49230">
                  <c:v>0</c:v>
                </c:pt>
                <c:pt idx="49231">
                  <c:v>0</c:v>
                </c:pt>
                <c:pt idx="49232">
                  <c:v>0</c:v>
                </c:pt>
                <c:pt idx="49233">
                  <c:v>0</c:v>
                </c:pt>
                <c:pt idx="49234">
                  <c:v>0</c:v>
                </c:pt>
                <c:pt idx="49235">
                  <c:v>0</c:v>
                </c:pt>
                <c:pt idx="49236">
                  <c:v>0</c:v>
                </c:pt>
                <c:pt idx="49237">
                  <c:v>0</c:v>
                </c:pt>
                <c:pt idx="49238">
                  <c:v>0</c:v>
                </c:pt>
                <c:pt idx="49239">
                  <c:v>0</c:v>
                </c:pt>
                <c:pt idx="49240">
                  <c:v>0</c:v>
                </c:pt>
                <c:pt idx="49241">
                  <c:v>0</c:v>
                </c:pt>
                <c:pt idx="49242">
                  <c:v>0</c:v>
                </c:pt>
                <c:pt idx="49243">
                  <c:v>0</c:v>
                </c:pt>
                <c:pt idx="49244">
                  <c:v>0</c:v>
                </c:pt>
                <c:pt idx="49245">
                  <c:v>0</c:v>
                </c:pt>
                <c:pt idx="49246">
                  <c:v>0</c:v>
                </c:pt>
                <c:pt idx="49247">
                  <c:v>0</c:v>
                </c:pt>
                <c:pt idx="49248">
                  <c:v>0</c:v>
                </c:pt>
                <c:pt idx="49249">
                  <c:v>0</c:v>
                </c:pt>
                <c:pt idx="49250">
                  <c:v>0</c:v>
                </c:pt>
                <c:pt idx="49251">
                  <c:v>0</c:v>
                </c:pt>
                <c:pt idx="49252">
                  <c:v>0</c:v>
                </c:pt>
                <c:pt idx="49253">
                  <c:v>0</c:v>
                </c:pt>
                <c:pt idx="49254">
                  <c:v>0</c:v>
                </c:pt>
                <c:pt idx="49255">
                  <c:v>0</c:v>
                </c:pt>
                <c:pt idx="49256">
                  <c:v>0</c:v>
                </c:pt>
                <c:pt idx="49257">
                  <c:v>0</c:v>
                </c:pt>
                <c:pt idx="49258">
                  <c:v>0</c:v>
                </c:pt>
                <c:pt idx="49259">
                  <c:v>0</c:v>
                </c:pt>
                <c:pt idx="49260">
                  <c:v>0</c:v>
                </c:pt>
                <c:pt idx="49261">
                  <c:v>0</c:v>
                </c:pt>
                <c:pt idx="49262">
                  <c:v>0</c:v>
                </c:pt>
                <c:pt idx="49263">
                  <c:v>0</c:v>
                </c:pt>
                <c:pt idx="49264">
                  <c:v>0</c:v>
                </c:pt>
                <c:pt idx="49265">
                  <c:v>0</c:v>
                </c:pt>
                <c:pt idx="49266">
                  <c:v>0</c:v>
                </c:pt>
                <c:pt idx="49267">
                  <c:v>0</c:v>
                </c:pt>
                <c:pt idx="49268">
                  <c:v>0</c:v>
                </c:pt>
                <c:pt idx="49269">
                  <c:v>0</c:v>
                </c:pt>
                <c:pt idx="49270">
                  <c:v>0</c:v>
                </c:pt>
                <c:pt idx="49271">
                  <c:v>0</c:v>
                </c:pt>
                <c:pt idx="49272">
                  <c:v>0</c:v>
                </c:pt>
                <c:pt idx="49273">
                  <c:v>0</c:v>
                </c:pt>
                <c:pt idx="49274">
                  <c:v>0</c:v>
                </c:pt>
                <c:pt idx="49275">
                  <c:v>0</c:v>
                </c:pt>
                <c:pt idx="49276">
                  <c:v>0</c:v>
                </c:pt>
                <c:pt idx="49277">
                  <c:v>0</c:v>
                </c:pt>
                <c:pt idx="49278">
                  <c:v>0</c:v>
                </c:pt>
                <c:pt idx="49279">
                  <c:v>0</c:v>
                </c:pt>
                <c:pt idx="49280">
                  <c:v>0</c:v>
                </c:pt>
                <c:pt idx="49281">
                  <c:v>0</c:v>
                </c:pt>
                <c:pt idx="49282">
                  <c:v>0</c:v>
                </c:pt>
                <c:pt idx="49283">
                  <c:v>0</c:v>
                </c:pt>
                <c:pt idx="49284">
                  <c:v>0</c:v>
                </c:pt>
                <c:pt idx="49285">
                  <c:v>0</c:v>
                </c:pt>
                <c:pt idx="49286">
                  <c:v>0</c:v>
                </c:pt>
                <c:pt idx="49287">
                  <c:v>0</c:v>
                </c:pt>
                <c:pt idx="49288">
                  <c:v>0</c:v>
                </c:pt>
                <c:pt idx="49289">
                  <c:v>0</c:v>
                </c:pt>
                <c:pt idx="49290">
                  <c:v>0</c:v>
                </c:pt>
                <c:pt idx="49291">
                  <c:v>0</c:v>
                </c:pt>
                <c:pt idx="49292">
                  <c:v>0</c:v>
                </c:pt>
                <c:pt idx="49293">
                  <c:v>0</c:v>
                </c:pt>
                <c:pt idx="49294">
                  <c:v>0</c:v>
                </c:pt>
                <c:pt idx="49295">
                  <c:v>0</c:v>
                </c:pt>
                <c:pt idx="49296">
                  <c:v>0</c:v>
                </c:pt>
                <c:pt idx="49297">
                  <c:v>0</c:v>
                </c:pt>
                <c:pt idx="49298">
                  <c:v>0</c:v>
                </c:pt>
                <c:pt idx="49299">
                  <c:v>0</c:v>
                </c:pt>
                <c:pt idx="49300">
                  <c:v>0</c:v>
                </c:pt>
                <c:pt idx="49301">
                  <c:v>0</c:v>
                </c:pt>
                <c:pt idx="49302">
                  <c:v>0</c:v>
                </c:pt>
                <c:pt idx="49303">
                  <c:v>0</c:v>
                </c:pt>
                <c:pt idx="49304">
                  <c:v>0</c:v>
                </c:pt>
                <c:pt idx="49305">
                  <c:v>0</c:v>
                </c:pt>
                <c:pt idx="49306">
                  <c:v>0</c:v>
                </c:pt>
                <c:pt idx="49307">
                  <c:v>0</c:v>
                </c:pt>
                <c:pt idx="49308">
                  <c:v>0</c:v>
                </c:pt>
                <c:pt idx="49309">
                  <c:v>0</c:v>
                </c:pt>
                <c:pt idx="49310">
                  <c:v>0</c:v>
                </c:pt>
                <c:pt idx="49311">
                  <c:v>0</c:v>
                </c:pt>
                <c:pt idx="49312">
                  <c:v>0</c:v>
                </c:pt>
                <c:pt idx="49313">
                  <c:v>0</c:v>
                </c:pt>
                <c:pt idx="49314">
                  <c:v>0</c:v>
                </c:pt>
                <c:pt idx="49315">
                  <c:v>0</c:v>
                </c:pt>
                <c:pt idx="49316">
                  <c:v>0</c:v>
                </c:pt>
                <c:pt idx="49317">
                  <c:v>0</c:v>
                </c:pt>
                <c:pt idx="49318">
                  <c:v>0</c:v>
                </c:pt>
                <c:pt idx="49319">
                  <c:v>0</c:v>
                </c:pt>
                <c:pt idx="49320">
                  <c:v>0</c:v>
                </c:pt>
                <c:pt idx="49321">
                  <c:v>0</c:v>
                </c:pt>
                <c:pt idx="49322">
                  <c:v>0</c:v>
                </c:pt>
                <c:pt idx="49323">
                  <c:v>0</c:v>
                </c:pt>
                <c:pt idx="49324">
                  <c:v>0</c:v>
                </c:pt>
                <c:pt idx="49325">
                  <c:v>0</c:v>
                </c:pt>
                <c:pt idx="49326">
                  <c:v>0</c:v>
                </c:pt>
                <c:pt idx="49327">
                  <c:v>0</c:v>
                </c:pt>
                <c:pt idx="49328">
                  <c:v>0</c:v>
                </c:pt>
                <c:pt idx="49329">
                  <c:v>0</c:v>
                </c:pt>
                <c:pt idx="49330">
                  <c:v>0</c:v>
                </c:pt>
                <c:pt idx="49331">
                  <c:v>0</c:v>
                </c:pt>
                <c:pt idx="49332">
                  <c:v>0</c:v>
                </c:pt>
                <c:pt idx="49333">
                  <c:v>0</c:v>
                </c:pt>
                <c:pt idx="49334">
                  <c:v>0</c:v>
                </c:pt>
                <c:pt idx="49335">
                  <c:v>0</c:v>
                </c:pt>
                <c:pt idx="49336">
                  <c:v>0</c:v>
                </c:pt>
                <c:pt idx="49337">
                  <c:v>0</c:v>
                </c:pt>
                <c:pt idx="49338">
                  <c:v>0</c:v>
                </c:pt>
                <c:pt idx="49339">
                  <c:v>0</c:v>
                </c:pt>
                <c:pt idx="49340">
                  <c:v>0</c:v>
                </c:pt>
                <c:pt idx="49341">
                  <c:v>0</c:v>
                </c:pt>
                <c:pt idx="49342">
                  <c:v>0</c:v>
                </c:pt>
                <c:pt idx="49343">
                  <c:v>0</c:v>
                </c:pt>
                <c:pt idx="49344">
                  <c:v>0</c:v>
                </c:pt>
                <c:pt idx="49345">
                  <c:v>0</c:v>
                </c:pt>
                <c:pt idx="49346">
                  <c:v>0</c:v>
                </c:pt>
                <c:pt idx="49347">
                  <c:v>0</c:v>
                </c:pt>
                <c:pt idx="49348">
                  <c:v>0</c:v>
                </c:pt>
                <c:pt idx="49349">
                  <c:v>0</c:v>
                </c:pt>
                <c:pt idx="49350">
                  <c:v>0</c:v>
                </c:pt>
                <c:pt idx="49351">
                  <c:v>0</c:v>
                </c:pt>
                <c:pt idx="49352">
                  <c:v>0</c:v>
                </c:pt>
                <c:pt idx="49353">
                  <c:v>0</c:v>
                </c:pt>
                <c:pt idx="49354">
                  <c:v>0</c:v>
                </c:pt>
                <c:pt idx="49355">
                  <c:v>0</c:v>
                </c:pt>
                <c:pt idx="49356">
                  <c:v>0</c:v>
                </c:pt>
                <c:pt idx="49357">
                  <c:v>0</c:v>
                </c:pt>
                <c:pt idx="49358">
                  <c:v>0</c:v>
                </c:pt>
                <c:pt idx="49359">
                  <c:v>0</c:v>
                </c:pt>
                <c:pt idx="49360">
                  <c:v>0</c:v>
                </c:pt>
                <c:pt idx="49361">
                  <c:v>0</c:v>
                </c:pt>
                <c:pt idx="49362">
                  <c:v>0</c:v>
                </c:pt>
                <c:pt idx="49363">
                  <c:v>0</c:v>
                </c:pt>
                <c:pt idx="49364">
                  <c:v>0</c:v>
                </c:pt>
                <c:pt idx="49365">
                  <c:v>0</c:v>
                </c:pt>
                <c:pt idx="49366">
                  <c:v>0</c:v>
                </c:pt>
                <c:pt idx="49367">
                  <c:v>0</c:v>
                </c:pt>
                <c:pt idx="49368">
                  <c:v>0</c:v>
                </c:pt>
                <c:pt idx="49369">
                  <c:v>0</c:v>
                </c:pt>
                <c:pt idx="49370">
                  <c:v>0</c:v>
                </c:pt>
                <c:pt idx="49371">
                  <c:v>0</c:v>
                </c:pt>
                <c:pt idx="49372">
                  <c:v>0</c:v>
                </c:pt>
                <c:pt idx="49373">
                  <c:v>0</c:v>
                </c:pt>
                <c:pt idx="49374">
                  <c:v>0</c:v>
                </c:pt>
                <c:pt idx="49375">
                  <c:v>0</c:v>
                </c:pt>
                <c:pt idx="49376">
                  <c:v>0</c:v>
                </c:pt>
                <c:pt idx="49377">
                  <c:v>0</c:v>
                </c:pt>
                <c:pt idx="49378">
                  <c:v>0</c:v>
                </c:pt>
                <c:pt idx="49379">
                  <c:v>0</c:v>
                </c:pt>
                <c:pt idx="49380">
                  <c:v>0</c:v>
                </c:pt>
                <c:pt idx="49381">
                  <c:v>0</c:v>
                </c:pt>
                <c:pt idx="49382">
                  <c:v>0</c:v>
                </c:pt>
                <c:pt idx="49383">
                  <c:v>0</c:v>
                </c:pt>
                <c:pt idx="49384">
                  <c:v>0</c:v>
                </c:pt>
                <c:pt idx="49385">
                  <c:v>0</c:v>
                </c:pt>
                <c:pt idx="49386">
                  <c:v>0</c:v>
                </c:pt>
                <c:pt idx="49387">
                  <c:v>0</c:v>
                </c:pt>
                <c:pt idx="49388">
                  <c:v>0</c:v>
                </c:pt>
                <c:pt idx="49389">
                  <c:v>0</c:v>
                </c:pt>
                <c:pt idx="49390">
                  <c:v>0</c:v>
                </c:pt>
                <c:pt idx="49391">
                  <c:v>0</c:v>
                </c:pt>
                <c:pt idx="49392">
                  <c:v>0</c:v>
                </c:pt>
                <c:pt idx="49393">
                  <c:v>0</c:v>
                </c:pt>
                <c:pt idx="49394">
                  <c:v>0</c:v>
                </c:pt>
                <c:pt idx="49395">
                  <c:v>0</c:v>
                </c:pt>
                <c:pt idx="49396">
                  <c:v>0</c:v>
                </c:pt>
                <c:pt idx="49397">
                  <c:v>0</c:v>
                </c:pt>
                <c:pt idx="49398">
                  <c:v>0</c:v>
                </c:pt>
                <c:pt idx="49399">
                  <c:v>0</c:v>
                </c:pt>
                <c:pt idx="49400">
                  <c:v>0</c:v>
                </c:pt>
                <c:pt idx="49401">
                  <c:v>0</c:v>
                </c:pt>
                <c:pt idx="49402">
                  <c:v>0</c:v>
                </c:pt>
                <c:pt idx="49403">
                  <c:v>0</c:v>
                </c:pt>
                <c:pt idx="49404">
                  <c:v>0</c:v>
                </c:pt>
                <c:pt idx="49405">
                  <c:v>0</c:v>
                </c:pt>
                <c:pt idx="49406">
                  <c:v>0</c:v>
                </c:pt>
                <c:pt idx="49407">
                  <c:v>0</c:v>
                </c:pt>
                <c:pt idx="49408">
                  <c:v>0</c:v>
                </c:pt>
                <c:pt idx="49409">
                  <c:v>0</c:v>
                </c:pt>
                <c:pt idx="49410">
                  <c:v>0</c:v>
                </c:pt>
                <c:pt idx="49411">
                  <c:v>0</c:v>
                </c:pt>
                <c:pt idx="49412">
                  <c:v>0</c:v>
                </c:pt>
                <c:pt idx="49413">
                  <c:v>0</c:v>
                </c:pt>
                <c:pt idx="49414">
                  <c:v>0</c:v>
                </c:pt>
                <c:pt idx="49415">
                  <c:v>0</c:v>
                </c:pt>
                <c:pt idx="49416">
                  <c:v>0</c:v>
                </c:pt>
                <c:pt idx="49417">
                  <c:v>0</c:v>
                </c:pt>
                <c:pt idx="49418">
                  <c:v>0</c:v>
                </c:pt>
                <c:pt idx="49419">
                  <c:v>0</c:v>
                </c:pt>
                <c:pt idx="49420">
                  <c:v>0</c:v>
                </c:pt>
                <c:pt idx="49421">
                  <c:v>0</c:v>
                </c:pt>
                <c:pt idx="49422">
                  <c:v>0</c:v>
                </c:pt>
                <c:pt idx="49423">
                  <c:v>0</c:v>
                </c:pt>
                <c:pt idx="49424">
                  <c:v>0</c:v>
                </c:pt>
                <c:pt idx="49425">
                  <c:v>0</c:v>
                </c:pt>
                <c:pt idx="49426">
                  <c:v>0</c:v>
                </c:pt>
                <c:pt idx="49427">
                  <c:v>0</c:v>
                </c:pt>
                <c:pt idx="49428">
                  <c:v>0</c:v>
                </c:pt>
                <c:pt idx="49429">
                  <c:v>0</c:v>
                </c:pt>
                <c:pt idx="49430">
                  <c:v>0</c:v>
                </c:pt>
                <c:pt idx="49431">
                  <c:v>0</c:v>
                </c:pt>
                <c:pt idx="49432">
                  <c:v>0</c:v>
                </c:pt>
                <c:pt idx="49433">
                  <c:v>0</c:v>
                </c:pt>
                <c:pt idx="49434">
                  <c:v>0</c:v>
                </c:pt>
                <c:pt idx="49435">
                  <c:v>0</c:v>
                </c:pt>
                <c:pt idx="49436">
                  <c:v>0</c:v>
                </c:pt>
                <c:pt idx="49437">
                  <c:v>0</c:v>
                </c:pt>
                <c:pt idx="49438">
                  <c:v>0</c:v>
                </c:pt>
                <c:pt idx="49439">
                  <c:v>0</c:v>
                </c:pt>
                <c:pt idx="49440">
                  <c:v>0</c:v>
                </c:pt>
                <c:pt idx="49441">
                  <c:v>0</c:v>
                </c:pt>
                <c:pt idx="49442">
                  <c:v>0</c:v>
                </c:pt>
                <c:pt idx="49443">
                  <c:v>0</c:v>
                </c:pt>
                <c:pt idx="49444">
                  <c:v>0</c:v>
                </c:pt>
                <c:pt idx="49445">
                  <c:v>0</c:v>
                </c:pt>
                <c:pt idx="49446">
                  <c:v>0</c:v>
                </c:pt>
                <c:pt idx="49447">
                  <c:v>0</c:v>
                </c:pt>
                <c:pt idx="49448">
                  <c:v>0</c:v>
                </c:pt>
                <c:pt idx="49449">
                  <c:v>0</c:v>
                </c:pt>
                <c:pt idx="49450">
                  <c:v>0</c:v>
                </c:pt>
                <c:pt idx="49451">
                  <c:v>0</c:v>
                </c:pt>
                <c:pt idx="49452">
                  <c:v>0</c:v>
                </c:pt>
                <c:pt idx="49453">
                  <c:v>0</c:v>
                </c:pt>
                <c:pt idx="49454">
                  <c:v>0</c:v>
                </c:pt>
                <c:pt idx="49455">
                  <c:v>0</c:v>
                </c:pt>
                <c:pt idx="49456">
                  <c:v>0</c:v>
                </c:pt>
                <c:pt idx="49457">
                  <c:v>0</c:v>
                </c:pt>
                <c:pt idx="49458">
                  <c:v>0</c:v>
                </c:pt>
                <c:pt idx="49459">
                  <c:v>0</c:v>
                </c:pt>
                <c:pt idx="49460">
                  <c:v>0</c:v>
                </c:pt>
                <c:pt idx="49461">
                  <c:v>0</c:v>
                </c:pt>
                <c:pt idx="49462">
                  <c:v>0</c:v>
                </c:pt>
                <c:pt idx="49463">
                  <c:v>0</c:v>
                </c:pt>
                <c:pt idx="49464">
                  <c:v>0</c:v>
                </c:pt>
                <c:pt idx="49465">
                  <c:v>0</c:v>
                </c:pt>
                <c:pt idx="49466">
                  <c:v>0</c:v>
                </c:pt>
                <c:pt idx="49467">
                  <c:v>0</c:v>
                </c:pt>
                <c:pt idx="49468">
                  <c:v>0</c:v>
                </c:pt>
                <c:pt idx="49469">
                  <c:v>0</c:v>
                </c:pt>
                <c:pt idx="49470">
                  <c:v>0</c:v>
                </c:pt>
                <c:pt idx="49471">
                  <c:v>0</c:v>
                </c:pt>
                <c:pt idx="49472">
                  <c:v>0</c:v>
                </c:pt>
                <c:pt idx="49473">
                  <c:v>0</c:v>
                </c:pt>
                <c:pt idx="49474">
                  <c:v>0</c:v>
                </c:pt>
                <c:pt idx="49475">
                  <c:v>0</c:v>
                </c:pt>
                <c:pt idx="49476">
                  <c:v>0</c:v>
                </c:pt>
                <c:pt idx="49477">
                  <c:v>0</c:v>
                </c:pt>
                <c:pt idx="49478">
                  <c:v>0</c:v>
                </c:pt>
                <c:pt idx="49479">
                  <c:v>0</c:v>
                </c:pt>
                <c:pt idx="49480">
                  <c:v>0</c:v>
                </c:pt>
                <c:pt idx="49481">
                  <c:v>0</c:v>
                </c:pt>
                <c:pt idx="49482">
                  <c:v>0</c:v>
                </c:pt>
                <c:pt idx="49483">
                  <c:v>0</c:v>
                </c:pt>
                <c:pt idx="49484">
                  <c:v>0</c:v>
                </c:pt>
                <c:pt idx="49485">
                  <c:v>0</c:v>
                </c:pt>
                <c:pt idx="49486">
                  <c:v>0</c:v>
                </c:pt>
                <c:pt idx="49487">
                  <c:v>0</c:v>
                </c:pt>
                <c:pt idx="49488">
                  <c:v>0</c:v>
                </c:pt>
                <c:pt idx="49489">
                  <c:v>0</c:v>
                </c:pt>
                <c:pt idx="49490">
                  <c:v>0</c:v>
                </c:pt>
                <c:pt idx="49491">
                  <c:v>0</c:v>
                </c:pt>
                <c:pt idx="49492">
                  <c:v>0</c:v>
                </c:pt>
                <c:pt idx="49493">
                  <c:v>0</c:v>
                </c:pt>
                <c:pt idx="49494">
                  <c:v>0</c:v>
                </c:pt>
                <c:pt idx="49495">
                  <c:v>0</c:v>
                </c:pt>
                <c:pt idx="49496">
                  <c:v>0</c:v>
                </c:pt>
                <c:pt idx="49497">
                  <c:v>0</c:v>
                </c:pt>
                <c:pt idx="49498">
                  <c:v>0</c:v>
                </c:pt>
                <c:pt idx="49499">
                  <c:v>0</c:v>
                </c:pt>
                <c:pt idx="49500">
                  <c:v>0</c:v>
                </c:pt>
                <c:pt idx="49501">
                  <c:v>0</c:v>
                </c:pt>
                <c:pt idx="49502">
                  <c:v>0</c:v>
                </c:pt>
                <c:pt idx="49503">
                  <c:v>0</c:v>
                </c:pt>
                <c:pt idx="49504">
                  <c:v>0</c:v>
                </c:pt>
                <c:pt idx="49505">
                  <c:v>0</c:v>
                </c:pt>
                <c:pt idx="49506">
                  <c:v>0</c:v>
                </c:pt>
                <c:pt idx="49507">
                  <c:v>0</c:v>
                </c:pt>
                <c:pt idx="49508">
                  <c:v>0</c:v>
                </c:pt>
                <c:pt idx="49509">
                  <c:v>0</c:v>
                </c:pt>
                <c:pt idx="49510">
                  <c:v>0</c:v>
                </c:pt>
                <c:pt idx="49511">
                  <c:v>0</c:v>
                </c:pt>
                <c:pt idx="49512">
                  <c:v>0</c:v>
                </c:pt>
                <c:pt idx="49513">
                  <c:v>0</c:v>
                </c:pt>
                <c:pt idx="49514">
                  <c:v>0</c:v>
                </c:pt>
                <c:pt idx="49515">
                  <c:v>0</c:v>
                </c:pt>
                <c:pt idx="49516">
                  <c:v>0</c:v>
                </c:pt>
                <c:pt idx="49517">
                  <c:v>0</c:v>
                </c:pt>
                <c:pt idx="49518">
                  <c:v>0</c:v>
                </c:pt>
                <c:pt idx="49519">
                  <c:v>0</c:v>
                </c:pt>
                <c:pt idx="49520">
                  <c:v>0</c:v>
                </c:pt>
                <c:pt idx="49521">
                  <c:v>0</c:v>
                </c:pt>
                <c:pt idx="49522">
                  <c:v>0</c:v>
                </c:pt>
                <c:pt idx="49523">
                  <c:v>0</c:v>
                </c:pt>
                <c:pt idx="49524">
                  <c:v>0</c:v>
                </c:pt>
                <c:pt idx="49525">
                  <c:v>0</c:v>
                </c:pt>
                <c:pt idx="49526">
                  <c:v>0</c:v>
                </c:pt>
                <c:pt idx="49527">
                  <c:v>0</c:v>
                </c:pt>
                <c:pt idx="49528">
                  <c:v>0</c:v>
                </c:pt>
                <c:pt idx="49529">
                  <c:v>0</c:v>
                </c:pt>
                <c:pt idx="49530">
                  <c:v>0</c:v>
                </c:pt>
                <c:pt idx="49531">
                  <c:v>0</c:v>
                </c:pt>
                <c:pt idx="49532">
                  <c:v>0</c:v>
                </c:pt>
                <c:pt idx="49533">
                  <c:v>0</c:v>
                </c:pt>
                <c:pt idx="49534">
                  <c:v>0</c:v>
                </c:pt>
                <c:pt idx="49535">
                  <c:v>0</c:v>
                </c:pt>
                <c:pt idx="49536">
                  <c:v>0</c:v>
                </c:pt>
                <c:pt idx="49537">
                  <c:v>0</c:v>
                </c:pt>
                <c:pt idx="49538">
                  <c:v>0</c:v>
                </c:pt>
                <c:pt idx="49539">
                  <c:v>0</c:v>
                </c:pt>
                <c:pt idx="49540">
                  <c:v>0</c:v>
                </c:pt>
                <c:pt idx="49541">
                  <c:v>0</c:v>
                </c:pt>
                <c:pt idx="49542">
                  <c:v>0</c:v>
                </c:pt>
                <c:pt idx="49543">
                  <c:v>0</c:v>
                </c:pt>
                <c:pt idx="49544">
                  <c:v>0</c:v>
                </c:pt>
                <c:pt idx="49545">
                  <c:v>0</c:v>
                </c:pt>
                <c:pt idx="49546">
                  <c:v>0</c:v>
                </c:pt>
                <c:pt idx="49547">
                  <c:v>0</c:v>
                </c:pt>
                <c:pt idx="49548">
                  <c:v>0</c:v>
                </c:pt>
                <c:pt idx="49549">
                  <c:v>0</c:v>
                </c:pt>
                <c:pt idx="49550">
                  <c:v>0</c:v>
                </c:pt>
                <c:pt idx="49551">
                  <c:v>0</c:v>
                </c:pt>
                <c:pt idx="49552">
                  <c:v>0</c:v>
                </c:pt>
                <c:pt idx="49553">
                  <c:v>0</c:v>
                </c:pt>
                <c:pt idx="49554">
                  <c:v>0</c:v>
                </c:pt>
                <c:pt idx="49555">
                  <c:v>0</c:v>
                </c:pt>
                <c:pt idx="49556">
                  <c:v>0</c:v>
                </c:pt>
                <c:pt idx="49557">
                  <c:v>0</c:v>
                </c:pt>
                <c:pt idx="49558">
                  <c:v>0</c:v>
                </c:pt>
                <c:pt idx="49559">
                  <c:v>0</c:v>
                </c:pt>
                <c:pt idx="49560">
                  <c:v>0</c:v>
                </c:pt>
                <c:pt idx="49561">
                  <c:v>0</c:v>
                </c:pt>
                <c:pt idx="49562">
                  <c:v>0</c:v>
                </c:pt>
                <c:pt idx="49563">
                  <c:v>0</c:v>
                </c:pt>
                <c:pt idx="49564">
                  <c:v>0</c:v>
                </c:pt>
                <c:pt idx="49565">
                  <c:v>0</c:v>
                </c:pt>
                <c:pt idx="49566">
                  <c:v>0</c:v>
                </c:pt>
                <c:pt idx="49567">
                  <c:v>0</c:v>
                </c:pt>
                <c:pt idx="49568">
                  <c:v>0</c:v>
                </c:pt>
                <c:pt idx="49569">
                  <c:v>0</c:v>
                </c:pt>
                <c:pt idx="49570">
                  <c:v>0</c:v>
                </c:pt>
                <c:pt idx="49571">
                  <c:v>0</c:v>
                </c:pt>
                <c:pt idx="49572">
                  <c:v>0</c:v>
                </c:pt>
                <c:pt idx="49573">
                  <c:v>0</c:v>
                </c:pt>
                <c:pt idx="49574">
                  <c:v>0</c:v>
                </c:pt>
                <c:pt idx="49575">
                  <c:v>0</c:v>
                </c:pt>
                <c:pt idx="49576">
                  <c:v>0</c:v>
                </c:pt>
                <c:pt idx="49577">
                  <c:v>0</c:v>
                </c:pt>
                <c:pt idx="49578">
                  <c:v>0</c:v>
                </c:pt>
                <c:pt idx="49579">
                  <c:v>0</c:v>
                </c:pt>
                <c:pt idx="49580">
                  <c:v>0</c:v>
                </c:pt>
                <c:pt idx="49581">
                  <c:v>0</c:v>
                </c:pt>
                <c:pt idx="49582">
                  <c:v>0</c:v>
                </c:pt>
                <c:pt idx="49583">
                  <c:v>0</c:v>
                </c:pt>
                <c:pt idx="49584">
                  <c:v>0</c:v>
                </c:pt>
                <c:pt idx="49585">
                  <c:v>0</c:v>
                </c:pt>
                <c:pt idx="49586">
                  <c:v>0</c:v>
                </c:pt>
                <c:pt idx="49587">
                  <c:v>0</c:v>
                </c:pt>
                <c:pt idx="49588">
                  <c:v>0</c:v>
                </c:pt>
                <c:pt idx="49589">
                  <c:v>0</c:v>
                </c:pt>
                <c:pt idx="49590">
                  <c:v>0</c:v>
                </c:pt>
                <c:pt idx="49591">
                  <c:v>0</c:v>
                </c:pt>
                <c:pt idx="49592">
                  <c:v>0</c:v>
                </c:pt>
                <c:pt idx="49593">
                  <c:v>0</c:v>
                </c:pt>
                <c:pt idx="49594">
                  <c:v>0</c:v>
                </c:pt>
                <c:pt idx="49595">
                  <c:v>0</c:v>
                </c:pt>
                <c:pt idx="49596">
                  <c:v>0</c:v>
                </c:pt>
                <c:pt idx="49597">
                  <c:v>0</c:v>
                </c:pt>
                <c:pt idx="49598">
                  <c:v>0</c:v>
                </c:pt>
                <c:pt idx="49599">
                  <c:v>0</c:v>
                </c:pt>
                <c:pt idx="49600">
                  <c:v>0</c:v>
                </c:pt>
                <c:pt idx="49601">
                  <c:v>0</c:v>
                </c:pt>
                <c:pt idx="49602">
                  <c:v>0</c:v>
                </c:pt>
                <c:pt idx="49603">
                  <c:v>0</c:v>
                </c:pt>
                <c:pt idx="49604">
                  <c:v>0</c:v>
                </c:pt>
                <c:pt idx="49605">
                  <c:v>0</c:v>
                </c:pt>
                <c:pt idx="49606">
                  <c:v>0</c:v>
                </c:pt>
                <c:pt idx="49607">
                  <c:v>0</c:v>
                </c:pt>
                <c:pt idx="49608">
                  <c:v>0</c:v>
                </c:pt>
                <c:pt idx="49609">
                  <c:v>0</c:v>
                </c:pt>
                <c:pt idx="49610">
                  <c:v>0</c:v>
                </c:pt>
                <c:pt idx="49611">
                  <c:v>0</c:v>
                </c:pt>
                <c:pt idx="49612">
                  <c:v>0</c:v>
                </c:pt>
                <c:pt idx="49613">
                  <c:v>0</c:v>
                </c:pt>
                <c:pt idx="49614">
                  <c:v>0</c:v>
                </c:pt>
                <c:pt idx="49615">
                  <c:v>0</c:v>
                </c:pt>
                <c:pt idx="49616">
                  <c:v>0</c:v>
                </c:pt>
                <c:pt idx="49617">
                  <c:v>0</c:v>
                </c:pt>
                <c:pt idx="49618">
                  <c:v>0</c:v>
                </c:pt>
                <c:pt idx="49619">
                  <c:v>0</c:v>
                </c:pt>
                <c:pt idx="49620">
                  <c:v>0</c:v>
                </c:pt>
                <c:pt idx="49621">
                  <c:v>0</c:v>
                </c:pt>
                <c:pt idx="49622">
                  <c:v>0</c:v>
                </c:pt>
                <c:pt idx="49623">
                  <c:v>0</c:v>
                </c:pt>
                <c:pt idx="49624">
                  <c:v>0</c:v>
                </c:pt>
                <c:pt idx="49625">
                  <c:v>0</c:v>
                </c:pt>
                <c:pt idx="49626">
                  <c:v>0</c:v>
                </c:pt>
                <c:pt idx="49627">
                  <c:v>0</c:v>
                </c:pt>
                <c:pt idx="49628">
                  <c:v>0</c:v>
                </c:pt>
                <c:pt idx="49629">
                  <c:v>0</c:v>
                </c:pt>
                <c:pt idx="49630">
                  <c:v>0</c:v>
                </c:pt>
                <c:pt idx="49631">
                  <c:v>0</c:v>
                </c:pt>
                <c:pt idx="49632">
                  <c:v>0</c:v>
                </c:pt>
                <c:pt idx="49633">
                  <c:v>0</c:v>
                </c:pt>
                <c:pt idx="49634">
                  <c:v>0</c:v>
                </c:pt>
                <c:pt idx="49635">
                  <c:v>0</c:v>
                </c:pt>
                <c:pt idx="49636">
                  <c:v>0</c:v>
                </c:pt>
                <c:pt idx="49637">
                  <c:v>0</c:v>
                </c:pt>
                <c:pt idx="49638">
                  <c:v>0</c:v>
                </c:pt>
                <c:pt idx="49639">
                  <c:v>0</c:v>
                </c:pt>
                <c:pt idx="49640">
                  <c:v>0</c:v>
                </c:pt>
                <c:pt idx="49641">
                  <c:v>0</c:v>
                </c:pt>
                <c:pt idx="49642">
                  <c:v>0</c:v>
                </c:pt>
                <c:pt idx="49643">
                  <c:v>0</c:v>
                </c:pt>
                <c:pt idx="49644">
                  <c:v>0</c:v>
                </c:pt>
                <c:pt idx="49645">
                  <c:v>0</c:v>
                </c:pt>
                <c:pt idx="49646">
                  <c:v>0</c:v>
                </c:pt>
                <c:pt idx="49647">
                  <c:v>0</c:v>
                </c:pt>
                <c:pt idx="49648">
                  <c:v>0</c:v>
                </c:pt>
                <c:pt idx="49649">
                  <c:v>0</c:v>
                </c:pt>
                <c:pt idx="49650">
                  <c:v>0</c:v>
                </c:pt>
                <c:pt idx="49651">
                  <c:v>0</c:v>
                </c:pt>
                <c:pt idx="49652">
                  <c:v>0</c:v>
                </c:pt>
                <c:pt idx="49653">
                  <c:v>0</c:v>
                </c:pt>
                <c:pt idx="49654">
                  <c:v>0</c:v>
                </c:pt>
                <c:pt idx="49655">
                  <c:v>0</c:v>
                </c:pt>
                <c:pt idx="49656">
                  <c:v>0</c:v>
                </c:pt>
                <c:pt idx="49657">
                  <c:v>0</c:v>
                </c:pt>
                <c:pt idx="49658">
                  <c:v>0</c:v>
                </c:pt>
                <c:pt idx="49659">
                  <c:v>0</c:v>
                </c:pt>
                <c:pt idx="49660">
                  <c:v>0</c:v>
                </c:pt>
                <c:pt idx="49661">
                  <c:v>0</c:v>
                </c:pt>
                <c:pt idx="49662">
                  <c:v>0</c:v>
                </c:pt>
                <c:pt idx="49663">
                  <c:v>0</c:v>
                </c:pt>
                <c:pt idx="49664">
                  <c:v>0</c:v>
                </c:pt>
                <c:pt idx="49665">
                  <c:v>0</c:v>
                </c:pt>
                <c:pt idx="49666">
                  <c:v>0</c:v>
                </c:pt>
                <c:pt idx="49667">
                  <c:v>0</c:v>
                </c:pt>
                <c:pt idx="49668">
                  <c:v>0</c:v>
                </c:pt>
                <c:pt idx="49669">
                  <c:v>0</c:v>
                </c:pt>
                <c:pt idx="49670">
                  <c:v>0</c:v>
                </c:pt>
                <c:pt idx="49671">
                  <c:v>0</c:v>
                </c:pt>
                <c:pt idx="49672">
                  <c:v>0</c:v>
                </c:pt>
                <c:pt idx="49673">
                  <c:v>0</c:v>
                </c:pt>
                <c:pt idx="49674">
                  <c:v>0</c:v>
                </c:pt>
                <c:pt idx="49675">
                  <c:v>0</c:v>
                </c:pt>
                <c:pt idx="49676">
                  <c:v>0</c:v>
                </c:pt>
                <c:pt idx="49677">
                  <c:v>0</c:v>
                </c:pt>
                <c:pt idx="49678">
                  <c:v>0</c:v>
                </c:pt>
                <c:pt idx="49679">
                  <c:v>0</c:v>
                </c:pt>
                <c:pt idx="49680">
                  <c:v>0</c:v>
                </c:pt>
                <c:pt idx="49681">
                  <c:v>0</c:v>
                </c:pt>
                <c:pt idx="49682">
                  <c:v>0</c:v>
                </c:pt>
                <c:pt idx="49683">
                  <c:v>0</c:v>
                </c:pt>
                <c:pt idx="49684">
                  <c:v>0</c:v>
                </c:pt>
                <c:pt idx="49685">
                  <c:v>0</c:v>
                </c:pt>
                <c:pt idx="49686">
                  <c:v>0</c:v>
                </c:pt>
                <c:pt idx="49687">
                  <c:v>0</c:v>
                </c:pt>
                <c:pt idx="49688">
                  <c:v>0</c:v>
                </c:pt>
                <c:pt idx="49689">
                  <c:v>0</c:v>
                </c:pt>
                <c:pt idx="49690">
                  <c:v>0</c:v>
                </c:pt>
                <c:pt idx="49691">
                  <c:v>0</c:v>
                </c:pt>
                <c:pt idx="49692">
                  <c:v>0</c:v>
                </c:pt>
                <c:pt idx="49693">
                  <c:v>0</c:v>
                </c:pt>
                <c:pt idx="49694">
                  <c:v>0</c:v>
                </c:pt>
                <c:pt idx="49695">
                  <c:v>0</c:v>
                </c:pt>
                <c:pt idx="49696">
                  <c:v>0</c:v>
                </c:pt>
                <c:pt idx="49697">
                  <c:v>0</c:v>
                </c:pt>
                <c:pt idx="49698">
                  <c:v>0</c:v>
                </c:pt>
                <c:pt idx="49699">
                  <c:v>0</c:v>
                </c:pt>
                <c:pt idx="49700">
                  <c:v>0</c:v>
                </c:pt>
                <c:pt idx="49701">
                  <c:v>0</c:v>
                </c:pt>
                <c:pt idx="49702">
                  <c:v>0</c:v>
                </c:pt>
                <c:pt idx="49703">
                  <c:v>0</c:v>
                </c:pt>
                <c:pt idx="49704">
                  <c:v>0</c:v>
                </c:pt>
                <c:pt idx="49705">
                  <c:v>0</c:v>
                </c:pt>
                <c:pt idx="49706">
                  <c:v>0</c:v>
                </c:pt>
                <c:pt idx="49707">
                  <c:v>0</c:v>
                </c:pt>
                <c:pt idx="49708">
                  <c:v>0</c:v>
                </c:pt>
                <c:pt idx="49709">
                  <c:v>0</c:v>
                </c:pt>
                <c:pt idx="49710">
                  <c:v>0</c:v>
                </c:pt>
                <c:pt idx="49711">
                  <c:v>0</c:v>
                </c:pt>
                <c:pt idx="49712">
                  <c:v>0</c:v>
                </c:pt>
                <c:pt idx="49713">
                  <c:v>0</c:v>
                </c:pt>
                <c:pt idx="49714">
                  <c:v>0</c:v>
                </c:pt>
                <c:pt idx="49715">
                  <c:v>0</c:v>
                </c:pt>
                <c:pt idx="49716">
                  <c:v>0</c:v>
                </c:pt>
                <c:pt idx="49717">
                  <c:v>0</c:v>
                </c:pt>
                <c:pt idx="49718">
                  <c:v>0</c:v>
                </c:pt>
                <c:pt idx="49719">
                  <c:v>0</c:v>
                </c:pt>
                <c:pt idx="49720">
                  <c:v>0</c:v>
                </c:pt>
                <c:pt idx="49721">
                  <c:v>0</c:v>
                </c:pt>
                <c:pt idx="49722">
                  <c:v>0</c:v>
                </c:pt>
                <c:pt idx="49723">
                  <c:v>0</c:v>
                </c:pt>
                <c:pt idx="49724">
                  <c:v>0</c:v>
                </c:pt>
                <c:pt idx="49725">
                  <c:v>0</c:v>
                </c:pt>
                <c:pt idx="49726">
                  <c:v>0</c:v>
                </c:pt>
                <c:pt idx="49727">
                  <c:v>0</c:v>
                </c:pt>
                <c:pt idx="49728">
                  <c:v>0</c:v>
                </c:pt>
                <c:pt idx="49729">
                  <c:v>0</c:v>
                </c:pt>
                <c:pt idx="49730">
                  <c:v>0</c:v>
                </c:pt>
                <c:pt idx="49731">
                  <c:v>0</c:v>
                </c:pt>
                <c:pt idx="49732">
                  <c:v>0</c:v>
                </c:pt>
                <c:pt idx="49733">
                  <c:v>0</c:v>
                </c:pt>
                <c:pt idx="49734">
                  <c:v>0</c:v>
                </c:pt>
                <c:pt idx="49735">
                  <c:v>0</c:v>
                </c:pt>
                <c:pt idx="49736">
                  <c:v>0</c:v>
                </c:pt>
                <c:pt idx="49737">
                  <c:v>0</c:v>
                </c:pt>
                <c:pt idx="49738">
                  <c:v>0</c:v>
                </c:pt>
                <c:pt idx="49739">
                  <c:v>0</c:v>
                </c:pt>
                <c:pt idx="49740">
                  <c:v>0</c:v>
                </c:pt>
                <c:pt idx="49741">
                  <c:v>0</c:v>
                </c:pt>
                <c:pt idx="49742">
                  <c:v>0</c:v>
                </c:pt>
                <c:pt idx="49743">
                  <c:v>0</c:v>
                </c:pt>
                <c:pt idx="49744">
                  <c:v>0</c:v>
                </c:pt>
                <c:pt idx="49745">
                  <c:v>0</c:v>
                </c:pt>
                <c:pt idx="49746">
                  <c:v>0</c:v>
                </c:pt>
                <c:pt idx="49747">
                  <c:v>0</c:v>
                </c:pt>
                <c:pt idx="49748">
                  <c:v>0</c:v>
                </c:pt>
                <c:pt idx="49749">
                  <c:v>0</c:v>
                </c:pt>
                <c:pt idx="49750">
                  <c:v>0</c:v>
                </c:pt>
                <c:pt idx="49751">
                  <c:v>0</c:v>
                </c:pt>
                <c:pt idx="49752">
                  <c:v>0</c:v>
                </c:pt>
                <c:pt idx="49753">
                  <c:v>0</c:v>
                </c:pt>
                <c:pt idx="49754">
                  <c:v>0</c:v>
                </c:pt>
                <c:pt idx="49755">
                  <c:v>0</c:v>
                </c:pt>
                <c:pt idx="49756">
                  <c:v>0</c:v>
                </c:pt>
                <c:pt idx="49757">
                  <c:v>0</c:v>
                </c:pt>
                <c:pt idx="49758">
                  <c:v>0</c:v>
                </c:pt>
                <c:pt idx="49759">
                  <c:v>0</c:v>
                </c:pt>
                <c:pt idx="49760">
                  <c:v>0</c:v>
                </c:pt>
                <c:pt idx="49761">
                  <c:v>0</c:v>
                </c:pt>
                <c:pt idx="49762">
                  <c:v>0</c:v>
                </c:pt>
                <c:pt idx="49763">
                  <c:v>0</c:v>
                </c:pt>
                <c:pt idx="49764">
                  <c:v>0</c:v>
                </c:pt>
                <c:pt idx="49765">
                  <c:v>0</c:v>
                </c:pt>
                <c:pt idx="49766">
                  <c:v>0</c:v>
                </c:pt>
                <c:pt idx="49767">
                  <c:v>0</c:v>
                </c:pt>
                <c:pt idx="49768">
                  <c:v>0</c:v>
                </c:pt>
                <c:pt idx="49769">
                  <c:v>0</c:v>
                </c:pt>
                <c:pt idx="49770">
                  <c:v>0</c:v>
                </c:pt>
                <c:pt idx="49771">
                  <c:v>0</c:v>
                </c:pt>
                <c:pt idx="49772">
                  <c:v>0</c:v>
                </c:pt>
                <c:pt idx="49773">
                  <c:v>0</c:v>
                </c:pt>
                <c:pt idx="49774">
                  <c:v>0</c:v>
                </c:pt>
                <c:pt idx="49775">
                  <c:v>0</c:v>
                </c:pt>
                <c:pt idx="49776">
                  <c:v>0</c:v>
                </c:pt>
                <c:pt idx="49777">
                  <c:v>0</c:v>
                </c:pt>
                <c:pt idx="49778">
                  <c:v>0</c:v>
                </c:pt>
                <c:pt idx="49779">
                  <c:v>0</c:v>
                </c:pt>
                <c:pt idx="49780">
                  <c:v>0</c:v>
                </c:pt>
                <c:pt idx="49781">
                  <c:v>0</c:v>
                </c:pt>
                <c:pt idx="49782">
                  <c:v>0</c:v>
                </c:pt>
                <c:pt idx="49783">
                  <c:v>0</c:v>
                </c:pt>
                <c:pt idx="49784">
                  <c:v>0</c:v>
                </c:pt>
                <c:pt idx="49785">
                  <c:v>0</c:v>
                </c:pt>
                <c:pt idx="49786">
                  <c:v>0</c:v>
                </c:pt>
                <c:pt idx="49787">
                  <c:v>0</c:v>
                </c:pt>
                <c:pt idx="49788">
                  <c:v>0</c:v>
                </c:pt>
                <c:pt idx="49789">
                  <c:v>0</c:v>
                </c:pt>
                <c:pt idx="49790">
                  <c:v>0</c:v>
                </c:pt>
                <c:pt idx="49791">
                  <c:v>0</c:v>
                </c:pt>
                <c:pt idx="49792">
                  <c:v>0</c:v>
                </c:pt>
                <c:pt idx="49793">
                  <c:v>0</c:v>
                </c:pt>
                <c:pt idx="49794">
                  <c:v>0</c:v>
                </c:pt>
                <c:pt idx="49795">
                  <c:v>0</c:v>
                </c:pt>
                <c:pt idx="49796">
                  <c:v>0</c:v>
                </c:pt>
                <c:pt idx="49797">
                  <c:v>0</c:v>
                </c:pt>
                <c:pt idx="49798">
                  <c:v>0</c:v>
                </c:pt>
                <c:pt idx="49799">
                  <c:v>0</c:v>
                </c:pt>
                <c:pt idx="49800">
                  <c:v>0</c:v>
                </c:pt>
                <c:pt idx="49801">
                  <c:v>0</c:v>
                </c:pt>
                <c:pt idx="49802">
                  <c:v>0</c:v>
                </c:pt>
                <c:pt idx="49803">
                  <c:v>0</c:v>
                </c:pt>
                <c:pt idx="49804">
                  <c:v>0</c:v>
                </c:pt>
                <c:pt idx="49805">
                  <c:v>0</c:v>
                </c:pt>
                <c:pt idx="49806">
                  <c:v>0</c:v>
                </c:pt>
                <c:pt idx="49807">
                  <c:v>0</c:v>
                </c:pt>
                <c:pt idx="49808">
                  <c:v>0</c:v>
                </c:pt>
                <c:pt idx="49809">
                  <c:v>0</c:v>
                </c:pt>
                <c:pt idx="49810">
                  <c:v>0</c:v>
                </c:pt>
                <c:pt idx="49811">
                  <c:v>0</c:v>
                </c:pt>
                <c:pt idx="49812">
                  <c:v>0</c:v>
                </c:pt>
                <c:pt idx="49813">
                  <c:v>0</c:v>
                </c:pt>
                <c:pt idx="49814">
                  <c:v>0</c:v>
                </c:pt>
                <c:pt idx="49815">
                  <c:v>0</c:v>
                </c:pt>
                <c:pt idx="49816">
                  <c:v>0</c:v>
                </c:pt>
                <c:pt idx="49817">
                  <c:v>0</c:v>
                </c:pt>
                <c:pt idx="49818">
                  <c:v>0</c:v>
                </c:pt>
                <c:pt idx="49819">
                  <c:v>0</c:v>
                </c:pt>
                <c:pt idx="49820">
                  <c:v>0</c:v>
                </c:pt>
                <c:pt idx="49821">
                  <c:v>0</c:v>
                </c:pt>
                <c:pt idx="49822">
                  <c:v>0</c:v>
                </c:pt>
                <c:pt idx="49823">
                  <c:v>0</c:v>
                </c:pt>
                <c:pt idx="49824">
                  <c:v>0</c:v>
                </c:pt>
                <c:pt idx="49825">
                  <c:v>0</c:v>
                </c:pt>
                <c:pt idx="49826">
                  <c:v>0</c:v>
                </c:pt>
                <c:pt idx="49827">
                  <c:v>0</c:v>
                </c:pt>
                <c:pt idx="49828">
                  <c:v>0</c:v>
                </c:pt>
                <c:pt idx="49829">
                  <c:v>0</c:v>
                </c:pt>
                <c:pt idx="49830">
                  <c:v>0</c:v>
                </c:pt>
                <c:pt idx="49831">
                  <c:v>0</c:v>
                </c:pt>
                <c:pt idx="49832">
                  <c:v>0</c:v>
                </c:pt>
                <c:pt idx="49833">
                  <c:v>0</c:v>
                </c:pt>
                <c:pt idx="49834">
                  <c:v>0</c:v>
                </c:pt>
                <c:pt idx="49835">
                  <c:v>0</c:v>
                </c:pt>
                <c:pt idx="49836">
                  <c:v>0</c:v>
                </c:pt>
                <c:pt idx="49837">
                  <c:v>0</c:v>
                </c:pt>
                <c:pt idx="49838">
                  <c:v>0</c:v>
                </c:pt>
                <c:pt idx="49839">
                  <c:v>0</c:v>
                </c:pt>
                <c:pt idx="49840">
                  <c:v>0</c:v>
                </c:pt>
                <c:pt idx="49841">
                  <c:v>0</c:v>
                </c:pt>
                <c:pt idx="49842">
                  <c:v>0</c:v>
                </c:pt>
                <c:pt idx="49843">
                  <c:v>0</c:v>
                </c:pt>
                <c:pt idx="49844">
                  <c:v>0</c:v>
                </c:pt>
                <c:pt idx="49845">
                  <c:v>0</c:v>
                </c:pt>
                <c:pt idx="49846">
                  <c:v>0</c:v>
                </c:pt>
                <c:pt idx="49847">
                  <c:v>0</c:v>
                </c:pt>
                <c:pt idx="49848">
                  <c:v>0</c:v>
                </c:pt>
                <c:pt idx="49849">
                  <c:v>0</c:v>
                </c:pt>
                <c:pt idx="49850">
                  <c:v>0</c:v>
                </c:pt>
                <c:pt idx="49851">
                  <c:v>0</c:v>
                </c:pt>
                <c:pt idx="49852">
                  <c:v>0</c:v>
                </c:pt>
                <c:pt idx="49853">
                  <c:v>0</c:v>
                </c:pt>
                <c:pt idx="49854">
                  <c:v>0</c:v>
                </c:pt>
                <c:pt idx="49855">
                  <c:v>0</c:v>
                </c:pt>
                <c:pt idx="49856">
                  <c:v>0</c:v>
                </c:pt>
                <c:pt idx="49857">
                  <c:v>0</c:v>
                </c:pt>
                <c:pt idx="49858">
                  <c:v>0</c:v>
                </c:pt>
                <c:pt idx="49859">
                  <c:v>0</c:v>
                </c:pt>
                <c:pt idx="49860">
                  <c:v>0</c:v>
                </c:pt>
                <c:pt idx="49861">
                  <c:v>0</c:v>
                </c:pt>
                <c:pt idx="49862">
                  <c:v>0</c:v>
                </c:pt>
                <c:pt idx="49863">
                  <c:v>0</c:v>
                </c:pt>
                <c:pt idx="49864">
                  <c:v>0</c:v>
                </c:pt>
                <c:pt idx="49865">
                  <c:v>0</c:v>
                </c:pt>
                <c:pt idx="49866">
                  <c:v>0</c:v>
                </c:pt>
                <c:pt idx="49867">
                  <c:v>0</c:v>
                </c:pt>
                <c:pt idx="49868">
                  <c:v>0</c:v>
                </c:pt>
                <c:pt idx="49869">
                  <c:v>0</c:v>
                </c:pt>
                <c:pt idx="49870">
                  <c:v>0</c:v>
                </c:pt>
                <c:pt idx="49871">
                  <c:v>0</c:v>
                </c:pt>
                <c:pt idx="49872">
                  <c:v>0</c:v>
                </c:pt>
                <c:pt idx="49873">
                  <c:v>0</c:v>
                </c:pt>
                <c:pt idx="49874">
                  <c:v>0</c:v>
                </c:pt>
                <c:pt idx="49875">
                  <c:v>0</c:v>
                </c:pt>
                <c:pt idx="49876">
                  <c:v>0</c:v>
                </c:pt>
                <c:pt idx="49877">
                  <c:v>0</c:v>
                </c:pt>
                <c:pt idx="49878">
                  <c:v>0</c:v>
                </c:pt>
                <c:pt idx="49879">
                  <c:v>0</c:v>
                </c:pt>
                <c:pt idx="49880">
                  <c:v>0</c:v>
                </c:pt>
                <c:pt idx="49881">
                  <c:v>0</c:v>
                </c:pt>
                <c:pt idx="49882">
                  <c:v>0</c:v>
                </c:pt>
                <c:pt idx="49883">
                  <c:v>0</c:v>
                </c:pt>
                <c:pt idx="49884">
                  <c:v>0</c:v>
                </c:pt>
                <c:pt idx="49885">
                  <c:v>0</c:v>
                </c:pt>
                <c:pt idx="49886">
                  <c:v>0</c:v>
                </c:pt>
                <c:pt idx="49887">
                  <c:v>0</c:v>
                </c:pt>
                <c:pt idx="49888">
                  <c:v>0</c:v>
                </c:pt>
                <c:pt idx="49889">
                  <c:v>0</c:v>
                </c:pt>
                <c:pt idx="49890">
                  <c:v>0</c:v>
                </c:pt>
                <c:pt idx="49891">
                  <c:v>0</c:v>
                </c:pt>
                <c:pt idx="49892">
                  <c:v>0</c:v>
                </c:pt>
                <c:pt idx="49893">
                  <c:v>0</c:v>
                </c:pt>
                <c:pt idx="49894">
                  <c:v>0</c:v>
                </c:pt>
                <c:pt idx="49895">
                  <c:v>0</c:v>
                </c:pt>
                <c:pt idx="49896">
                  <c:v>0</c:v>
                </c:pt>
                <c:pt idx="49897">
                  <c:v>0</c:v>
                </c:pt>
                <c:pt idx="49898">
                  <c:v>0</c:v>
                </c:pt>
                <c:pt idx="49899">
                  <c:v>0</c:v>
                </c:pt>
                <c:pt idx="49900">
                  <c:v>0</c:v>
                </c:pt>
                <c:pt idx="49901">
                  <c:v>0</c:v>
                </c:pt>
                <c:pt idx="49902">
                  <c:v>0</c:v>
                </c:pt>
                <c:pt idx="49903">
                  <c:v>0</c:v>
                </c:pt>
                <c:pt idx="49904">
                  <c:v>0</c:v>
                </c:pt>
                <c:pt idx="49905">
                  <c:v>0</c:v>
                </c:pt>
                <c:pt idx="49906">
                  <c:v>0</c:v>
                </c:pt>
                <c:pt idx="49907">
                  <c:v>0</c:v>
                </c:pt>
                <c:pt idx="49908">
                  <c:v>0</c:v>
                </c:pt>
                <c:pt idx="49909">
                  <c:v>0</c:v>
                </c:pt>
                <c:pt idx="49910">
                  <c:v>0</c:v>
                </c:pt>
                <c:pt idx="49911">
                  <c:v>0</c:v>
                </c:pt>
                <c:pt idx="49912">
                  <c:v>0</c:v>
                </c:pt>
                <c:pt idx="49913">
                  <c:v>0</c:v>
                </c:pt>
                <c:pt idx="49914">
                  <c:v>0</c:v>
                </c:pt>
                <c:pt idx="49915">
                  <c:v>0</c:v>
                </c:pt>
                <c:pt idx="49916">
                  <c:v>0</c:v>
                </c:pt>
                <c:pt idx="49917">
                  <c:v>0</c:v>
                </c:pt>
                <c:pt idx="49918">
                  <c:v>0</c:v>
                </c:pt>
                <c:pt idx="49919">
                  <c:v>0</c:v>
                </c:pt>
                <c:pt idx="49920">
                  <c:v>0</c:v>
                </c:pt>
                <c:pt idx="49921">
                  <c:v>0</c:v>
                </c:pt>
                <c:pt idx="49922">
                  <c:v>0</c:v>
                </c:pt>
                <c:pt idx="49923">
                  <c:v>0</c:v>
                </c:pt>
                <c:pt idx="49924">
                  <c:v>0</c:v>
                </c:pt>
                <c:pt idx="49925">
                  <c:v>0</c:v>
                </c:pt>
                <c:pt idx="49926">
                  <c:v>0</c:v>
                </c:pt>
                <c:pt idx="49927">
                  <c:v>0</c:v>
                </c:pt>
                <c:pt idx="49928">
                  <c:v>0</c:v>
                </c:pt>
                <c:pt idx="49929">
                  <c:v>0</c:v>
                </c:pt>
                <c:pt idx="49930">
                  <c:v>0</c:v>
                </c:pt>
                <c:pt idx="49931">
                  <c:v>0</c:v>
                </c:pt>
                <c:pt idx="49932">
                  <c:v>0</c:v>
                </c:pt>
                <c:pt idx="49933">
                  <c:v>0</c:v>
                </c:pt>
                <c:pt idx="49934">
                  <c:v>0</c:v>
                </c:pt>
                <c:pt idx="49935">
                  <c:v>0</c:v>
                </c:pt>
                <c:pt idx="49936">
                  <c:v>0</c:v>
                </c:pt>
                <c:pt idx="49937">
                  <c:v>0</c:v>
                </c:pt>
                <c:pt idx="49938">
                  <c:v>0</c:v>
                </c:pt>
                <c:pt idx="49939">
                  <c:v>0</c:v>
                </c:pt>
                <c:pt idx="49940">
                  <c:v>0</c:v>
                </c:pt>
                <c:pt idx="49941">
                  <c:v>0</c:v>
                </c:pt>
                <c:pt idx="49942">
                  <c:v>0</c:v>
                </c:pt>
                <c:pt idx="49943">
                  <c:v>0</c:v>
                </c:pt>
                <c:pt idx="49944">
                  <c:v>0</c:v>
                </c:pt>
                <c:pt idx="49945">
                  <c:v>0</c:v>
                </c:pt>
                <c:pt idx="49946">
                  <c:v>0</c:v>
                </c:pt>
                <c:pt idx="49947">
                  <c:v>0</c:v>
                </c:pt>
                <c:pt idx="49948">
                  <c:v>0</c:v>
                </c:pt>
                <c:pt idx="49949">
                  <c:v>0</c:v>
                </c:pt>
                <c:pt idx="49950">
                  <c:v>0</c:v>
                </c:pt>
                <c:pt idx="49951">
                  <c:v>0</c:v>
                </c:pt>
                <c:pt idx="49952">
                  <c:v>0</c:v>
                </c:pt>
                <c:pt idx="49953">
                  <c:v>0</c:v>
                </c:pt>
                <c:pt idx="49954">
                  <c:v>0</c:v>
                </c:pt>
                <c:pt idx="49955">
                  <c:v>0</c:v>
                </c:pt>
                <c:pt idx="49956">
                  <c:v>0</c:v>
                </c:pt>
                <c:pt idx="49957">
                  <c:v>0</c:v>
                </c:pt>
                <c:pt idx="49958">
                  <c:v>0</c:v>
                </c:pt>
                <c:pt idx="49959">
                  <c:v>0</c:v>
                </c:pt>
                <c:pt idx="49960">
                  <c:v>0</c:v>
                </c:pt>
                <c:pt idx="49961">
                  <c:v>0</c:v>
                </c:pt>
                <c:pt idx="49962">
                  <c:v>0</c:v>
                </c:pt>
                <c:pt idx="49963">
                  <c:v>0</c:v>
                </c:pt>
                <c:pt idx="49964">
                  <c:v>0</c:v>
                </c:pt>
                <c:pt idx="49965">
                  <c:v>0</c:v>
                </c:pt>
                <c:pt idx="49966">
                  <c:v>0</c:v>
                </c:pt>
                <c:pt idx="49967">
                  <c:v>0</c:v>
                </c:pt>
                <c:pt idx="49968">
                  <c:v>0</c:v>
                </c:pt>
                <c:pt idx="49969">
                  <c:v>0</c:v>
                </c:pt>
                <c:pt idx="49970">
                  <c:v>0</c:v>
                </c:pt>
                <c:pt idx="49971">
                  <c:v>0</c:v>
                </c:pt>
                <c:pt idx="49972">
                  <c:v>0</c:v>
                </c:pt>
                <c:pt idx="49973">
                  <c:v>0</c:v>
                </c:pt>
                <c:pt idx="49974">
                  <c:v>0</c:v>
                </c:pt>
                <c:pt idx="49975">
                  <c:v>0</c:v>
                </c:pt>
                <c:pt idx="49976">
                  <c:v>0</c:v>
                </c:pt>
                <c:pt idx="49977">
                  <c:v>0</c:v>
                </c:pt>
                <c:pt idx="49978">
                  <c:v>0</c:v>
                </c:pt>
                <c:pt idx="49979">
                  <c:v>0</c:v>
                </c:pt>
                <c:pt idx="49980">
                  <c:v>0</c:v>
                </c:pt>
                <c:pt idx="49981">
                  <c:v>0</c:v>
                </c:pt>
                <c:pt idx="49982">
                  <c:v>0</c:v>
                </c:pt>
                <c:pt idx="49983">
                  <c:v>0</c:v>
                </c:pt>
                <c:pt idx="49984">
                  <c:v>0</c:v>
                </c:pt>
                <c:pt idx="49985">
                  <c:v>0</c:v>
                </c:pt>
                <c:pt idx="49986">
                  <c:v>0</c:v>
                </c:pt>
                <c:pt idx="49987">
                  <c:v>0</c:v>
                </c:pt>
                <c:pt idx="49988">
                  <c:v>0</c:v>
                </c:pt>
                <c:pt idx="49989">
                  <c:v>0</c:v>
                </c:pt>
                <c:pt idx="49990">
                  <c:v>0</c:v>
                </c:pt>
                <c:pt idx="49991">
                  <c:v>0</c:v>
                </c:pt>
                <c:pt idx="49992">
                  <c:v>0</c:v>
                </c:pt>
                <c:pt idx="49993">
                  <c:v>0</c:v>
                </c:pt>
                <c:pt idx="49994">
                  <c:v>0</c:v>
                </c:pt>
                <c:pt idx="49995">
                  <c:v>0</c:v>
                </c:pt>
                <c:pt idx="49996">
                  <c:v>0</c:v>
                </c:pt>
                <c:pt idx="49997">
                  <c:v>0</c:v>
                </c:pt>
                <c:pt idx="49998">
                  <c:v>0</c:v>
                </c:pt>
                <c:pt idx="49999">
                  <c:v>0</c:v>
                </c:pt>
                <c:pt idx="50000">
                  <c:v>0</c:v>
                </c:pt>
                <c:pt idx="50001">
                  <c:v>0</c:v>
                </c:pt>
                <c:pt idx="50002">
                  <c:v>0</c:v>
                </c:pt>
                <c:pt idx="50003">
                  <c:v>0</c:v>
                </c:pt>
                <c:pt idx="50004">
                  <c:v>0</c:v>
                </c:pt>
                <c:pt idx="50005">
                  <c:v>0</c:v>
                </c:pt>
                <c:pt idx="50006">
                  <c:v>0</c:v>
                </c:pt>
                <c:pt idx="50007">
                  <c:v>0</c:v>
                </c:pt>
                <c:pt idx="50008">
                  <c:v>0</c:v>
                </c:pt>
                <c:pt idx="50009">
                  <c:v>0</c:v>
                </c:pt>
                <c:pt idx="50010">
                  <c:v>0</c:v>
                </c:pt>
                <c:pt idx="50011">
                  <c:v>0</c:v>
                </c:pt>
                <c:pt idx="50012">
                  <c:v>0</c:v>
                </c:pt>
                <c:pt idx="50013">
                  <c:v>0</c:v>
                </c:pt>
                <c:pt idx="50014">
                  <c:v>0</c:v>
                </c:pt>
                <c:pt idx="50015">
                  <c:v>0</c:v>
                </c:pt>
                <c:pt idx="50016">
                  <c:v>0</c:v>
                </c:pt>
                <c:pt idx="50017">
                  <c:v>0</c:v>
                </c:pt>
                <c:pt idx="50018">
                  <c:v>0</c:v>
                </c:pt>
                <c:pt idx="50019">
                  <c:v>0</c:v>
                </c:pt>
                <c:pt idx="50020">
                  <c:v>0</c:v>
                </c:pt>
                <c:pt idx="50021">
                  <c:v>0</c:v>
                </c:pt>
                <c:pt idx="50022">
                  <c:v>0</c:v>
                </c:pt>
                <c:pt idx="50023">
                  <c:v>0</c:v>
                </c:pt>
                <c:pt idx="50024">
                  <c:v>0</c:v>
                </c:pt>
                <c:pt idx="50025">
                  <c:v>0</c:v>
                </c:pt>
                <c:pt idx="50026">
                  <c:v>0</c:v>
                </c:pt>
                <c:pt idx="50027">
                  <c:v>0</c:v>
                </c:pt>
                <c:pt idx="50028">
                  <c:v>0</c:v>
                </c:pt>
                <c:pt idx="50029">
                  <c:v>0</c:v>
                </c:pt>
                <c:pt idx="50030">
                  <c:v>0</c:v>
                </c:pt>
                <c:pt idx="50031">
                  <c:v>0</c:v>
                </c:pt>
                <c:pt idx="50032">
                  <c:v>0</c:v>
                </c:pt>
                <c:pt idx="50033">
                  <c:v>0</c:v>
                </c:pt>
                <c:pt idx="50034">
                  <c:v>0</c:v>
                </c:pt>
                <c:pt idx="50035">
                  <c:v>0</c:v>
                </c:pt>
                <c:pt idx="50036">
                  <c:v>0</c:v>
                </c:pt>
                <c:pt idx="50037">
                  <c:v>0</c:v>
                </c:pt>
                <c:pt idx="50038">
                  <c:v>0</c:v>
                </c:pt>
                <c:pt idx="50039">
                  <c:v>0</c:v>
                </c:pt>
                <c:pt idx="50040">
                  <c:v>0</c:v>
                </c:pt>
                <c:pt idx="50041">
                  <c:v>0</c:v>
                </c:pt>
                <c:pt idx="50042">
                  <c:v>0</c:v>
                </c:pt>
                <c:pt idx="50043">
                  <c:v>0</c:v>
                </c:pt>
                <c:pt idx="50044">
                  <c:v>0</c:v>
                </c:pt>
                <c:pt idx="50045">
                  <c:v>0</c:v>
                </c:pt>
                <c:pt idx="50046">
                  <c:v>0</c:v>
                </c:pt>
                <c:pt idx="50047">
                  <c:v>0</c:v>
                </c:pt>
                <c:pt idx="50048">
                  <c:v>0</c:v>
                </c:pt>
                <c:pt idx="50049">
                  <c:v>0</c:v>
                </c:pt>
                <c:pt idx="50050">
                  <c:v>0</c:v>
                </c:pt>
                <c:pt idx="50051">
                  <c:v>0</c:v>
                </c:pt>
                <c:pt idx="50052">
                  <c:v>0</c:v>
                </c:pt>
                <c:pt idx="50053">
                  <c:v>0</c:v>
                </c:pt>
                <c:pt idx="50054">
                  <c:v>0</c:v>
                </c:pt>
                <c:pt idx="50055">
                  <c:v>0</c:v>
                </c:pt>
                <c:pt idx="50056">
                  <c:v>0</c:v>
                </c:pt>
                <c:pt idx="50057">
                  <c:v>0</c:v>
                </c:pt>
                <c:pt idx="50058">
                  <c:v>0</c:v>
                </c:pt>
                <c:pt idx="50059">
                  <c:v>0</c:v>
                </c:pt>
                <c:pt idx="50060">
                  <c:v>0</c:v>
                </c:pt>
                <c:pt idx="50061">
                  <c:v>0</c:v>
                </c:pt>
                <c:pt idx="50062">
                  <c:v>0</c:v>
                </c:pt>
                <c:pt idx="50063">
                  <c:v>0</c:v>
                </c:pt>
                <c:pt idx="50064">
                  <c:v>0</c:v>
                </c:pt>
                <c:pt idx="50065">
                  <c:v>0</c:v>
                </c:pt>
                <c:pt idx="50066">
                  <c:v>0</c:v>
                </c:pt>
                <c:pt idx="50067">
                  <c:v>0</c:v>
                </c:pt>
                <c:pt idx="50068">
                  <c:v>0</c:v>
                </c:pt>
                <c:pt idx="50069">
                  <c:v>0</c:v>
                </c:pt>
                <c:pt idx="50070">
                  <c:v>0</c:v>
                </c:pt>
                <c:pt idx="50071">
                  <c:v>0</c:v>
                </c:pt>
                <c:pt idx="50072">
                  <c:v>0</c:v>
                </c:pt>
                <c:pt idx="50073">
                  <c:v>0</c:v>
                </c:pt>
                <c:pt idx="50074">
                  <c:v>0</c:v>
                </c:pt>
                <c:pt idx="50075">
                  <c:v>0</c:v>
                </c:pt>
                <c:pt idx="50076">
                  <c:v>0</c:v>
                </c:pt>
                <c:pt idx="50077">
                  <c:v>0</c:v>
                </c:pt>
                <c:pt idx="50078">
                  <c:v>0</c:v>
                </c:pt>
                <c:pt idx="50079">
                  <c:v>0</c:v>
                </c:pt>
                <c:pt idx="50080">
                  <c:v>0</c:v>
                </c:pt>
                <c:pt idx="50081">
                  <c:v>0</c:v>
                </c:pt>
                <c:pt idx="50082">
                  <c:v>0</c:v>
                </c:pt>
                <c:pt idx="50083">
                  <c:v>0</c:v>
                </c:pt>
                <c:pt idx="50084">
                  <c:v>0</c:v>
                </c:pt>
                <c:pt idx="50085">
                  <c:v>0</c:v>
                </c:pt>
                <c:pt idx="50086">
                  <c:v>0</c:v>
                </c:pt>
                <c:pt idx="50087">
                  <c:v>0</c:v>
                </c:pt>
                <c:pt idx="50088">
                  <c:v>0</c:v>
                </c:pt>
                <c:pt idx="50089">
                  <c:v>0</c:v>
                </c:pt>
                <c:pt idx="50090">
                  <c:v>0</c:v>
                </c:pt>
                <c:pt idx="50091">
                  <c:v>0</c:v>
                </c:pt>
                <c:pt idx="50092">
                  <c:v>0</c:v>
                </c:pt>
                <c:pt idx="50093">
                  <c:v>0</c:v>
                </c:pt>
                <c:pt idx="50094">
                  <c:v>0</c:v>
                </c:pt>
                <c:pt idx="50095">
                  <c:v>0</c:v>
                </c:pt>
                <c:pt idx="50096">
                  <c:v>0</c:v>
                </c:pt>
                <c:pt idx="50097">
                  <c:v>0</c:v>
                </c:pt>
                <c:pt idx="50098">
                  <c:v>0</c:v>
                </c:pt>
                <c:pt idx="50099">
                  <c:v>0</c:v>
                </c:pt>
                <c:pt idx="50100">
                  <c:v>0</c:v>
                </c:pt>
                <c:pt idx="50101">
                  <c:v>0</c:v>
                </c:pt>
                <c:pt idx="50102">
                  <c:v>0</c:v>
                </c:pt>
                <c:pt idx="50103">
                  <c:v>0</c:v>
                </c:pt>
                <c:pt idx="50104">
                  <c:v>0</c:v>
                </c:pt>
                <c:pt idx="50105">
                  <c:v>0</c:v>
                </c:pt>
                <c:pt idx="50106">
                  <c:v>0</c:v>
                </c:pt>
                <c:pt idx="50107">
                  <c:v>0</c:v>
                </c:pt>
                <c:pt idx="50108">
                  <c:v>0</c:v>
                </c:pt>
                <c:pt idx="50109">
                  <c:v>0</c:v>
                </c:pt>
                <c:pt idx="50110">
                  <c:v>0</c:v>
                </c:pt>
                <c:pt idx="50111">
                  <c:v>0</c:v>
                </c:pt>
                <c:pt idx="50112">
                  <c:v>0</c:v>
                </c:pt>
                <c:pt idx="50113">
                  <c:v>0</c:v>
                </c:pt>
                <c:pt idx="50114">
                  <c:v>0</c:v>
                </c:pt>
                <c:pt idx="50115">
                  <c:v>0</c:v>
                </c:pt>
                <c:pt idx="50116">
                  <c:v>0</c:v>
                </c:pt>
                <c:pt idx="50117">
                  <c:v>0</c:v>
                </c:pt>
                <c:pt idx="50118">
                  <c:v>0</c:v>
                </c:pt>
                <c:pt idx="50119">
                  <c:v>0</c:v>
                </c:pt>
                <c:pt idx="50120">
                  <c:v>0</c:v>
                </c:pt>
                <c:pt idx="50121">
                  <c:v>0</c:v>
                </c:pt>
                <c:pt idx="50122">
                  <c:v>0</c:v>
                </c:pt>
                <c:pt idx="50123">
                  <c:v>0</c:v>
                </c:pt>
                <c:pt idx="50124">
                  <c:v>0</c:v>
                </c:pt>
                <c:pt idx="50125">
                  <c:v>0</c:v>
                </c:pt>
                <c:pt idx="50126">
                  <c:v>0</c:v>
                </c:pt>
                <c:pt idx="50127">
                  <c:v>0</c:v>
                </c:pt>
                <c:pt idx="50128">
                  <c:v>0</c:v>
                </c:pt>
                <c:pt idx="50129">
                  <c:v>0</c:v>
                </c:pt>
                <c:pt idx="50130">
                  <c:v>0</c:v>
                </c:pt>
                <c:pt idx="50131">
                  <c:v>0</c:v>
                </c:pt>
                <c:pt idx="50132">
                  <c:v>0</c:v>
                </c:pt>
                <c:pt idx="50133">
                  <c:v>0</c:v>
                </c:pt>
                <c:pt idx="50134">
                  <c:v>0</c:v>
                </c:pt>
                <c:pt idx="50135">
                  <c:v>0</c:v>
                </c:pt>
                <c:pt idx="50136">
                  <c:v>0</c:v>
                </c:pt>
                <c:pt idx="50137">
                  <c:v>0</c:v>
                </c:pt>
                <c:pt idx="50138">
                  <c:v>0</c:v>
                </c:pt>
                <c:pt idx="50139">
                  <c:v>0</c:v>
                </c:pt>
                <c:pt idx="50140">
                  <c:v>0</c:v>
                </c:pt>
                <c:pt idx="50141">
                  <c:v>0</c:v>
                </c:pt>
                <c:pt idx="50142">
                  <c:v>0</c:v>
                </c:pt>
                <c:pt idx="50143">
                  <c:v>0</c:v>
                </c:pt>
                <c:pt idx="50144">
                  <c:v>0</c:v>
                </c:pt>
                <c:pt idx="50145">
                  <c:v>0</c:v>
                </c:pt>
                <c:pt idx="50146">
                  <c:v>0</c:v>
                </c:pt>
                <c:pt idx="50147">
                  <c:v>0</c:v>
                </c:pt>
                <c:pt idx="50148">
                  <c:v>0</c:v>
                </c:pt>
                <c:pt idx="50149">
                  <c:v>0</c:v>
                </c:pt>
                <c:pt idx="50150">
                  <c:v>0</c:v>
                </c:pt>
                <c:pt idx="50151">
                  <c:v>0</c:v>
                </c:pt>
                <c:pt idx="50152">
                  <c:v>0</c:v>
                </c:pt>
                <c:pt idx="50153">
                  <c:v>0</c:v>
                </c:pt>
                <c:pt idx="50154">
                  <c:v>0</c:v>
                </c:pt>
                <c:pt idx="50155">
                  <c:v>0</c:v>
                </c:pt>
                <c:pt idx="50156">
                  <c:v>0</c:v>
                </c:pt>
                <c:pt idx="50157">
                  <c:v>0</c:v>
                </c:pt>
                <c:pt idx="50158">
                  <c:v>0</c:v>
                </c:pt>
                <c:pt idx="50159">
                  <c:v>0</c:v>
                </c:pt>
                <c:pt idx="50160">
                  <c:v>0</c:v>
                </c:pt>
                <c:pt idx="50161">
                  <c:v>0</c:v>
                </c:pt>
                <c:pt idx="50162">
                  <c:v>0</c:v>
                </c:pt>
                <c:pt idx="50163">
                  <c:v>0</c:v>
                </c:pt>
                <c:pt idx="50164">
                  <c:v>0</c:v>
                </c:pt>
                <c:pt idx="50165">
                  <c:v>0</c:v>
                </c:pt>
                <c:pt idx="50166">
                  <c:v>0</c:v>
                </c:pt>
                <c:pt idx="50167">
                  <c:v>0</c:v>
                </c:pt>
                <c:pt idx="50168">
                  <c:v>0</c:v>
                </c:pt>
                <c:pt idx="50169">
                  <c:v>0</c:v>
                </c:pt>
                <c:pt idx="50170">
                  <c:v>0</c:v>
                </c:pt>
                <c:pt idx="50171">
                  <c:v>0</c:v>
                </c:pt>
                <c:pt idx="50172">
                  <c:v>0</c:v>
                </c:pt>
                <c:pt idx="50173">
                  <c:v>0</c:v>
                </c:pt>
                <c:pt idx="50174">
                  <c:v>0</c:v>
                </c:pt>
                <c:pt idx="50175">
                  <c:v>0</c:v>
                </c:pt>
                <c:pt idx="50176">
                  <c:v>0</c:v>
                </c:pt>
                <c:pt idx="50177">
                  <c:v>0</c:v>
                </c:pt>
                <c:pt idx="50178">
                  <c:v>0</c:v>
                </c:pt>
                <c:pt idx="50179">
                  <c:v>0</c:v>
                </c:pt>
                <c:pt idx="50180">
                  <c:v>0</c:v>
                </c:pt>
                <c:pt idx="50181">
                  <c:v>0</c:v>
                </c:pt>
                <c:pt idx="50182">
                  <c:v>0</c:v>
                </c:pt>
                <c:pt idx="50183">
                  <c:v>0</c:v>
                </c:pt>
                <c:pt idx="50184">
                  <c:v>0</c:v>
                </c:pt>
                <c:pt idx="50185">
                  <c:v>0</c:v>
                </c:pt>
                <c:pt idx="50186">
                  <c:v>0</c:v>
                </c:pt>
                <c:pt idx="50187">
                  <c:v>0</c:v>
                </c:pt>
                <c:pt idx="50188">
                  <c:v>0</c:v>
                </c:pt>
                <c:pt idx="50189">
                  <c:v>0</c:v>
                </c:pt>
                <c:pt idx="50190">
                  <c:v>0</c:v>
                </c:pt>
                <c:pt idx="50191">
                  <c:v>0</c:v>
                </c:pt>
                <c:pt idx="50192">
                  <c:v>0</c:v>
                </c:pt>
                <c:pt idx="50193">
                  <c:v>0</c:v>
                </c:pt>
                <c:pt idx="50194">
                  <c:v>0</c:v>
                </c:pt>
                <c:pt idx="50195">
                  <c:v>0</c:v>
                </c:pt>
                <c:pt idx="50196">
                  <c:v>0</c:v>
                </c:pt>
                <c:pt idx="50197">
                  <c:v>0</c:v>
                </c:pt>
                <c:pt idx="50198">
                  <c:v>0</c:v>
                </c:pt>
                <c:pt idx="50199">
                  <c:v>0</c:v>
                </c:pt>
                <c:pt idx="50200">
                  <c:v>0</c:v>
                </c:pt>
                <c:pt idx="50201">
                  <c:v>0</c:v>
                </c:pt>
                <c:pt idx="50202">
                  <c:v>0</c:v>
                </c:pt>
                <c:pt idx="50203">
                  <c:v>0</c:v>
                </c:pt>
                <c:pt idx="50204">
                  <c:v>0</c:v>
                </c:pt>
                <c:pt idx="50205">
                  <c:v>0</c:v>
                </c:pt>
                <c:pt idx="50206">
                  <c:v>0</c:v>
                </c:pt>
                <c:pt idx="50207">
                  <c:v>0</c:v>
                </c:pt>
                <c:pt idx="50208">
                  <c:v>0</c:v>
                </c:pt>
                <c:pt idx="50209">
                  <c:v>0</c:v>
                </c:pt>
                <c:pt idx="50210">
                  <c:v>0</c:v>
                </c:pt>
                <c:pt idx="50211">
                  <c:v>0</c:v>
                </c:pt>
                <c:pt idx="50212">
                  <c:v>0</c:v>
                </c:pt>
                <c:pt idx="50213">
                  <c:v>0</c:v>
                </c:pt>
                <c:pt idx="50214">
                  <c:v>0</c:v>
                </c:pt>
                <c:pt idx="50215">
                  <c:v>0</c:v>
                </c:pt>
                <c:pt idx="50216">
                  <c:v>0</c:v>
                </c:pt>
                <c:pt idx="50217">
                  <c:v>0</c:v>
                </c:pt>
                <c:pt idx="50218">
                  <c:v>0</c:v>
                </c:pt>
                <c:pt idx="50219">
                  <c:v>0</c:v>
                </c:pt>
                <c:pt idx="50220">
                  <c:v>0</c:v>
                </c:pt>
                <c:pt idx="50221">
                  <c:v>0</c:v>
                </c:pt>
                <c:pt idx="50222">
                  <c:v>0</c:v>
                </c:pt>
                <c:pt idx="50223">
                  <c:v>0</c:v>
                </c:pt>
                <c:pt idx="50224">
                  <c:v>0</c:v>
                </c:pt>
                <c:pt idx="50225">
                  <c:v>0</c:v>
                </c:pt>
                <c:pt idx="50226">
                  <c:v>0</c:v>
                </c:pt>
                <c:pt idx="50227">
                  <c:v>0</c:v>
                </c:pt>
                <c:pt idx="50228">
                  <c:v>0</c:v>
                </c:pt>
                <c:pt idx="50229">
                  <c:v>0</c:v>
                </c:pt>
                <c:pt idx="50230">
                  <c:v>0</c:v>
                </c:pt>
                <c:pt idx="50231">
                  <c:v>0</c:v>
                </c:pt>
                <c:pt idx="50232">
                  <c:v>0</c:v>
                </c:pt>
                <c:pt idx="50233">
                  <c:v>0</c:v>
                </c:pt>
                <c:pt idx="50234">
                  <c:v>0</c:v>
                </c:pt>
                <c:pt idx="50235">
                  <c:v>0</c:v>
                </c:pt>
                <c:pt idx="50236">
                  <c:v>0</c:v>
                </c:pt>
                <c:pt idx="50237">
                  <c:v>0</c:v>
                </c:pt>
                <c:pt idx="50238">
                  <c:v>0</c:v>
                </c:pt>
                <c:pt idx="50239">
                  <c:v>0</c:v>
                </c:pt>
                <c:pt idx="50240">
                  <c:v>0</c:v>
                </c:pt>
                <c:pt idx="50241">
                  <c:v>0</c:v>
                </c:pt>
                <c:pt idx="50242">
                  <c:v>0</c:v>
                </c:pt>
                <c:pt idx="50243">
                  <c:v>0</c:v>
                </c:pt>
                <c:pt idx="50244">
                  <c:v>0</c:v>
                </c:pt>
                <c:pt idx="50245">
                  <c:v>0</c:v>
                </c:pt>
                <c:pt idx="50246">
                  <c:v>0</c:v>
                </c:pt>
                <c:pt idx="50247">
                  <c:v>0</c:v>
                </c:pt>
                <c:pt idx="50248">
                  <c:v>0</c:v>
                </c:pt>
                <c:pt idx="50249">
                  <c:v>0</c:v>
                </c:pt>
                <c:pt idx="50250">
                  <c:v>0</c:v>
                </c:pt>
                <c:pt idx="50251">
                  <c:v>0</c:v>
                </c:pt>
                <c:pt idx="50252">
                  <c:v>0</c:v>
                </c:pt>
                <c:pt idx="50253">
                  <c:v>0</c:v>
                </c:pt>
                <c:pt idx="50254">
                  <c:v>0</c:v>
                </c:pt>
                <c:pt idx="50255">
                  <c:v>0</c:v>
                </c:pt>
                <c:pt idx="50256">
                  <c:v>0</c:v>
                </c:pt>
                <c:pt idx="50257">
                  <c:v>0</c:v>
                </c:pt>
                <c:pt idx="50258">
                  <c:v>0</c:v>
                </c:pt>
                <c:pt idx="50259">
                  <c:v>0</c:v>
                </c:pt>
                <c:pt idx="50260">
                  <c:v>0</c:v>
                </c:pt>
                <c:pt idx="50261">
                  <c:v>0</c:v>
                </c:pt>
                <c:pt idx="50262">
                  <c:v>0</c:v>
                </c:pt>
                <c:pt idx="50263">
                  <c:v>0</c:v>
                </c:pt>
                <c:pt idx="50264">
                  <c:v>0</c:v>
                </c:pt>
                <c:pt idx="50265">
                  <c:v>0</c:v>
                </c:pt>
                <c:pt idx="50266">
                  <c:v>0</c:v>
                </c:pt>
                <c:pt idx="50267">
                  <c:v>0</c:v>
                </c:pt>
                <c:pt idx="50268">
                  <c:v>0</c:v>
                </c:pt>
                <c:pt idx="50269">
                  <c:v>0</c:v>
                </c:pt>
                <c:pt idx="50270">
                  <c:v>0</c:v>
                </c:pt>
                <c:pt idx="50271">
                  <c:v>0</c:v>
                </c:pt>
                <c:pt idx="50272">
                  <c:v>0</c:v>
                </c:pt>
                <c:pt idx="50273">
                  <c:v>0</c:v>
                </c:pt>
                <c:pt idx="50274">
                  <c:v>0</c:v>
                </c:pt>
                <c:pt idx="50275">
                  <c:v>0</c:v>
                </c:pt>
                <c:pt idx="50276">
                  <c:v>0</c:v>
                </c:pt>
                <c:pt idx="50277">
                  <c:v>0</c:v>
                </c:pt>
                <c:pt idx="50278">
                  <c:v>0</c:v>
                </c:pt>
                <c:pt idx="50279">
                  <c:v>0</c:v>
                </c:pt>
                <c:pt idx="50280">
                  <c:v>0</c:v>
                </c:pt>
                <c:pt idx="50281">
                  <c:v>0</c:v>
                </c:pt>
                <c:pt idx="50282">
                  <c:v>0</c:v>
                </c:pt>
                <c:pt idx="50283">
                  <c:v>0</c:v>
                </c:pt>
                <c:pt idx="50284">
                  <c:v>0</c:v>
                </c:pt>
                <c:pt idx="50285">
                  <c:v>0</c:v>
                </c:pt>
                <c:pt idx="50286">
                  <c:v>0</c:v>
                </c:pt>
                <c:pt idx="50287">
                  <c:v>0</c:v>
                </c:pt>
                <c:pt idx="50288">
                  <c:v>0</c:v>
                </c:pt>
                <c:pt idx="50289">
                  <c:v>0</c:v>
                </c:pt>
                <c:pt idx="50290">
                  <c:v>0</c:v>
                </c:pt>
                <c:pt idx="50291">
                  <c:v>0</c:v>
                </c:pt>
                <c:pt idx="50292">
                  <c:v>0</c:v>
                </c:pt>
                <c:pt idx="50293">
                  <c:v>0</c:v>
                </c:pt>
                <c:pt idx="50294">
                  <c:v>0</c:v>
                </c:pt>
                <c:pt idx="50295">
                  <c:v>0</c:v>
                </c:pt>
                <c:pt idx="50296">
                  <c:v>0</c:v>
                </c:pt>
                <c:pt idx="50297">
                  <c:v>0</c:v>
                </c:pt>
                <c:pt idx="50298">
                  <c:v>0</c:v>
                </c:pt>
                <c:pt idx="50299">
                  <c:v>0</c:v>
                </c:pt>
                <c:pt idx="50300">
                  <c:v>0</c:v>
                </c:pt>
                <c:pt idx="50301">
                  <c:v>0</c:v>
                </c:pt>
                <c:pt idx="50302">
                  <c:v>0</c:v>
                </c:pt>
                <c:pt idx="50303">
                  <c:v>0</c:v>
                </c:pt>
                <c:pt idx="50304">
                  <c:v>0</c:v>
                </c:pt>
                <c:pt idx="50305">
                  <c:v>0</c:v>
                </c:pt>
                <c:pt idx="50306">
                  <c:v>0</c:v>
                </c:pt>
                <c:pt idx="50307">
                  <c:v>0</c:v>
                </c:pt>
                <c:pt idx="50308">
                  <c:v>0</c:v>
                </c:pt>
                <c:pt idx="50309">
                  <c:v>0</c:v>
                </c:pt>
                <c:pt idx="50310">
                  <c:v>0</c:v>
                </c:pt>
                <c:pt idx="50311">
                  <c:v>0</c:v>
                </c:pt>
                <c:pt idx="50312">
                  <c:v>0</c:v>
                </c:pt>
                <c:pt idx="50313">
                  <c:v>0</c:v>
                </c:pt>
                <c:pt idx="50314">
                  <c:v>0</c:v>
                </c:pt>
                <c:pt idx="50315">
                  <c:v>0</c:v>
                </c:pt>
                <c:pt idx="50316">
                  <c:v>0</c:v>
                </c:pt>
                <c:pt idx="50317">
                  <c:v>0</c:v>
                </c:pt>
                <c:pt idx="50318">
                  <c:v>0</c:v>
                </c:pt>
                <c:pt idx="50319">
                  <c:v>0</c:v>
                </c:pt>
                <c:pt idx="50320">
                  <c:v>0</c:v>
                </c:pt>
                <c:pt idx="50321">
                  <c:v>0</c:v>
                </c:pt>
                <c:pt idx="50322">
                  <c:v>0</c:v>
                </c:pt>
                <c:pt idx="50323">
                  <c:v>0</c:v>
                </c:pt>
                <c:pt idx="50324">
                  <c:v>0</c:v>
                </c:pt>
                <c:pt idx="50325">
                  <c:v>0</c:v>
                </c:pt>
                <c:pt idx="50326">
                  <c:v>0</c:v>
                </c:pt>
                <c:pt idx="50327">
                  <c:v>0</c:v>
                </c:pt>
                <c:pt idx="50328">
                  <c:v>0</c:v>
                </c:pt>
                <c:pt idx="50329">
                  <c:v>0</c:v>
                </c:pt>
                <c:pt idx="50330">
                  <c:v>0</c:v>
                </c:pt>
                <c:pt idx="50331">
                  <c:v>0</c:v>
                </c:pt>
                <c:pt idx="50332">
                  <c:v>0</c:v>
                </c:pt>
                <c:pt idx="50333">
                  <c:v>0</c:v>
                </c:pt>
                <c:pt idx="50334">
                  <c:v>0</c:v>
                </c:pt>
                <c:pt idx="50335">
                  <c:v>0</c:v>
                </c:pt>
                <c:pt idx="50336">
                  <c:v>0</c:v>
                </c:pt>
                <c:pt idx="50337">
                  <c:v>0</c:v>
                </c:pt>
                <c:pt idx="50338">
                  <c:v>0</c:v>
                </c:pt>
                <c:pt idx="50339">
                  <c:v>0</c:v>
                </c:pt>
                <c:pt idx="50340">
                  <c:v>0</c:v>
                </c:pt>
                <c:pt idx="50341">
                  <c:v>0</c:v>
                </c:pt>
                <c:pt idx="50342">
                  <c:v>0</c:v>
                </c:pt>
                <c:pt idx="50343">
                  <c:v>0</c:v>
                </c:pt>
                <c:pt idx="50344">
                  <c:v>0</c:v>
                </c:pt>
                <c:pt idx="50345">
                  <c:v>0</c:v>
                </c:pt>
                <c:pt idx="50346">
                  <c:v>0</c:v>
                </c:pt>
                <c:pt idx="50347">
                  <c:v>0</c:v>
                </c:pt>
                <c:pt idx="50348">
                  <c:v>0</c:v>
                </c:pt>
                <c:pt idx="50349">
                  <c:v>0</c:v>
                </c:pt>
                <c:pt idx="50350">
                  <c:v>0</c:v>
                </c:pt>
                <c:pt idx="50351">
                  <c:v>0</c:v>
                </c:pt>
                <c:pt idx="50352">
                  <c:v>0</c:v>
                </c:pt>
                <c:pt idx="50353">
                  <c:v>0</c:v>
                </c:pt>
                <c:pt idx="50354">
                  <c:v>0</c:v>
                </c:pt>
                <c:pt idx="50355">
                  <c:v>0</c:v>
                </c:pt>
                <c:pt idx="50356">
                  <c:v>0</c:v>
                </c:pt>
                <c:pt idx="50357">
                  <c:v>0</c:v>
                </c:pt>
                <c:pt idx="50358">
                  <c:v>0</c:v>
                </c:pt>
                <c:pt idx="50359">
                  <c:v>0</c:v>
                </c:pt>
                <c:pt idx="50360">
                  <c:v>0</c:v>
                </c:pt>
                <c:pt idx="50361">
                  <c:v>0</c:v>
                </c:pt>
                <c:pt idx="50362">
                  <c:v>0</c:v>
                </c:pt>
                <c:pt idx="50363">
                  <c:v>0</c:v>
                </c:pt>
                <c:pt idx="50364">
                  <c:v>0</c:v>
                </c:pt>
                <c:pt idx="50365">
                  <c:v>0</c:v>
                </c:pt>
                <c:pt idx="50366">
                  <c:v>0</c:v>
                </c:pt>
                <c:pt idx="50367">
                  <c:v>0</c:v>
                </c:pt>
                <c:pt idx="50368">
                  <c:v>0</c:v>
                </c:pt>
                <c:pt idx="50369">
                  <c:v>0</c:v>
                </c:pt>
                <c:pt idx="50370">
                  <c:v>0</c:v>
                </c:pt>
                <c:pt idx="50371">
                  <c:v>0</c:v>
                </c:pt>
                <c:pt idx="50372">
                  <c:v>0</c:v>
                </c:pt>
                <c:pt idx="50373">
                  <c:v>0</c:v>
                </c:pt>
                <c:pt idx="50374">
                  <c:v>0</c:v>
                </c:pt>
                <c:pt idx="50375">
                  <c:v>0</c:v>
                </c:pt>
                <c:pt idx="50376">
                  <c:v>0</c:v>
                </c:pt>
                <c:pt idx="50377">
                  <c:v>0</c:v>
                </c:pt>
                <c:pt idx="50378">
                  <c:v>0</c:v>
                </c:pt>
                <c:pt idx="50379">
                  <c:v>0</c:v>
                </c:pt>
                <c:pt idx="50380">
                  <c:v>0</c:v>
                </c:pt>
                <c:pt idx="50381">
                  <c:v>0</c:v>
                </c:pt>
                <c:pt idx="50382">
                  <c:v>0</c:v>
                </c:pt>
                <c:pt idx="50383">
                  <c:v>0</c:v>
                </c:pt>
                <c:pt idx="50384">
                  <c:v>0</c:v>
                </c:pt>
                <c:pt idx="50385">
                  <c:v>0</c:v>
                </c:pt>
                <c:pt idx="50386">
                  <c:v>0</c:v>
                </c:pt>
                <c:pt idx="50387">
                  <c:v>0</c:v>
                </c:pt>
                <c:pt idx="50388">
                  <c:v>0</c:v>
                </c:pt>
                <c:pt idx="50389">
                  <c:v>0</c:v>
                </c:pt>
                <c:pt idx="50390">
                  <c:v>0</c:v>
                </c:pt>
                <c:pt idx="50391">
                  <c:v>0</c:v>
                </c:pt>
                <c:pt idx="50392">
                  <c:v>0</c:v>
                </c:pt>
                <c:pt idx="50393">
                  <c:v>0</c:v>
                </c:pt>
                <c:pt idx="50394">
                  <c:v>0</c:v>
                </c:pt>
                <c:pt idx="50395">
                  <c:v>0</c:v>
                </c:pt>
                <c:pt idx="50396">
                  <c:v>0</c:v>
                </c:pt>
                <c:pt idx="50397">
                  <c:v>0</c:v>
                </c:pt>
                <c:pt idx="50398">
                  <c:v>0</c:v>
                </c:pt>
                <c:pt idx="50399">
                  <c:v>0</c:v>
                </c:pt>
                <c:pt idx="50400">
                  <c:v>0</c:v>
                </c:pt>
                <c:pt idx="50401">
                  <c:v>0</c:v>
                </c:pt>
                <c:pt idx="50402">
                  <c:v>0</c:v>
                </c:pt>
                <c:pt idx="50403">
                  <c:v>0</c:v>
                </c:pt>
                <c:pt idx="50404">
                  <c:v>0</c:v>
                </c:pt>
                <c:pt idx="50405">
                  <c:v>0</c:v>
                </c:pt>
                <c:pt idx="50406">
                  <c:v>0</c:v>
                </c:pt>
                <c:pt idx="50407">
                  <c:v>0</c:v>
                </c:pt>
                <c:pt idx="50408">
                  <c:v>0</c:v>
                </c:pt>
                <c:pt idx="50409">
                  <c:v>0</c:v>
                </c:pt>
                <c:pt idx="50410">
                  <c:v>0</c:v>
                </c:pt>
                <c:pt idx="50411">
                  <c:v>0</c:v>
                </c:pt>
                <c:pt idx="50412">
                  <c:v>0</c:v>
                </c:pt>
                <c:pt idx="50413">
                  <c:v>0</c:v>
                </c:pt>
                <c:pt idx="50414">
                  <c:v>0</c:v>
                </c:pt>
                <c:pt idx="50415">
                  <c:v>0</c:v>
                </c:pt>
                <c:pt idx="50416">
                  <c:v>0</c:v>
                </c:pt>
                <c:pt idx="50417">
                  <c:v>0</c:v>
                </c:pt>
                <c:pt idx="50418">
                  <c:v>0</c:v>
                </c:pt>
                <c:pt idx="50419">
                  <c:v>0</c:v>
                </c:pt>
                <c:pt idx="50420">
                  <c:v>0</c:v>
                </c:pt>
                <c:pt idx="50421">
                  <c:v>0</c:v>
                </c:pt>
                <c:pt idx="50422">
                  <c:v>0</c:v>
                </c:pt>
                <c:pt idx="50423">
                  <c:v>0</c:v>
                </c:pt>
                <c:pt idx="50424">
                  <c:v>0</c:v>
                </c:pt>
                <c:pt idx="50425">
                  <c:v>0</c:v>
                </c:pt>
                <c:pt idx="50426">
                  <c:v>0</c:v>
                </c:pt>
                <c:pt idx="50427">
                  <c:v>0</c:v>
                </c:pt>
                <c:pt idx="50428">
                  <c:v>0</c:v>
                </c:pt>
                <c:pt idx="50429">
                  <c:v>0</c:v>
                </c:pt>
                <c:pt idx="50430">
                  <c:v>0</c:v>
                </c:pt>
                <c:pt idx="50431">
                  <c:v>0</c:v>
                </c:pt>
                <c:pt idx="50432">
                  <c:v>0</c:v>
                </c:pt>
                <c:pt idx="50433">
                  <c:v>0</c:v>
                </c:pt>
                <c:pt idx="50434">
                  <c:v>0</c:v>
                </c:pt>
                <c:pt idx="50435">
                  <c:v>0</c:v>
                </c:pt>
                <c:pt idx="50436">
                  <c:v>0</c:v>
                </c:pt>
                <c:pt idx="50437">
                  <c:v>0</c:v>
                </c:pt>
                <c:pt idx="50438">
                  <c:v>0</c:v>
                </c:pt>
                <c:pt idx="50439">
                  <c:v>0</c:v>
                </c:pt>
                <c:pt idx="50440">
                  <c:v>0</c:v>
                </c:pt>
                <c:pt idx="50441">
                  <c:v>0</c:v>
                </c:pt>
                <c:pt idx="50442">
                  <c:v>0</c:v>
                </c:pt>
                <c:pt idx="50443">
                  <c:v>0</c:v>
                </c:pt>
                <c:pt idx="50444">
                  <c:v>0</c:v>
                </c:pt>
                <c:pt idx="50445">
                  <c:v>0</c:v>
                </c:pt>
                <c:pt idx="50446">
                  <c:v>0</c:v>
                </c:pt>
                <c:pt idx="50447">
                  <c:v>0</c:v>
                </c:pt>
                <c:pt idx="50448">
                  <c:v>0</c:v>
                </c:pt>
                <c:pt idx="50449">
                  <c:v>0</c:v>
                </c:pt>
                <c:pt idx="50450">
                  <c:v>0</c:v>
                </c:pt>
                <c:pt idx="50451">
                  <c:v>0</c:v>
                </c:pt>
                <c:pt idx="50452">
                  <c:v>0</c:v>
                </c:pt>
                <c:pt idx="50453">
                  <c:v>0</c:v>
                </c:pt>
                <c:pt idx="50454">
                  <c:v>0</c:v>
                </c:pt>
                <c:pt idx="50455">
                  <c:v>0</c:v>
                </c:pt>
                <c:pt idx="50456">
                  <c:v>0</c:v>
                </c:pt>
                <c:pt idx="50457">
                  <c:v>0</c:v>
                </c:pt>
                <c:pt idx="50458">
                  <c:v>0</c:v>
                </c:pt>
                <c:pt idx="50459">
                  <c:v>0</c:v>
                </c:pt>
                <c:pt idx="50460">
                  <c:v>0</c:v>
                </c:pt>
                <c:pt idx="50461">
                  <c:v>0</c:v>
                </c:pt>
                <c:pt idx="50462">
                  <c:v>0</c:v>
                </c:pt>
                <c:pt idx="50463">
                  <c:v>0</c:v>
                </c:pt>
                <c:pt idx="50464">
                  <c:v>0</c:v>
                </c:pt>
                <c:pt idx="50465">
                  <c:v>0</c:v>
                </c:pt>
                <c:pt idx="50466">
                  <c:v>0</c:v>
                </c:pt>
                <c:pt idx="50467">
                  <c:v>0</c:v>
                </c:pt>
                <c:pt idx="50468">
                  <c:v>0</c:v>
                </c:pt>
                <c:pt idx="50469">
                  <c:v>0</c:v>
                </c:pt>
                <c:pt idx="50470">
                  <c:v>0</c:v>
                </c:pt>
                <c:pt idx="50471">
                  <c:v>0</c:v>
                </c:pt>
                <c:pt idx="50472">
                  <c:v>0</c:v>
                </c:pt>
                <c:pt idx="50473">
                  <c:v>0</c:v>
                </c:pt>
                <c:pt idx="50474">
                  <c:v>0</c:v>
                </c:pt>
                <c:pt idx="50475">
                  <c:v>0</c:v>
                </c:pt>
                <c:pt idx="50476">
                  <c:v>0</c:v>
                </c:pt>
                <c:pt idx="50477">
                  <c:v>0</c:v>
                </c:pt>
                <c:pt idx="50478">
                  <c:v>0</c:v>
                </c:pt>
                <c:pt idx="50479">
                  <c:v>0</c:v>
                </c:pt>
                <c:pt idx="50480">
                  <c:v>0</c:v>
                </c:pt>
                <c:pt idx="50481">
                  <c:v>0</c:v>
                </c:pt>
                <c:pt idx="50482">
                  <c:v>0</c:v>
                </c:pt>
                <c:pt idx="50483">
                  <c:v>0</c:v>
                </c:pt>
                <c:pt idx="50484">
                  <c:v>0</c:v>
                </c:pt>
                <c:pt idx="50485">
                  <c:v>0</c:v>
                </c:pt>
                <c:pt idx="50486">
                  <c:v>0</c:v>
                </c:pt>
                <c:pt idx="50487">
                  <c:v>0</c:v>
                </c:pt>
                <c:pt idx="50488">
                  <c:v>0</c:v>
                </c:pt>
                <c:pt idx="50489">
                  <c:v>0</c:v>
                </c:pt>
                <c:pt idx="50490">
                  <c:v>0</c:v>
                </c:pt>
                <c:pt idx="50491">
                  <c:v>0</c:v>
                </c:pt>
                <c:pt idx="50492">
                  <c:v>0</c:v>
                </c:pt>
                <c:pt idx="50493">
                  <c:v>0</c:v>
                </c:pt>
                <c:pt idx="50494">
                  <c:v>0</c:v>
                </c:pt>
                <c:pt idx="50495">
                  <c:v>0</c:v>
                </c:pt>
                <c:pt idx="50496">
                  <c:v>0</c:v>
                </c:pt>
                <c:pt idx="50497">
                  <c:v>0</c:v>
                </c:pt>
                <c:pt idx="50498">
                  <c:v>0</c:v>
                </c:pt>
                <c:pt idx="50499">
                  <c:v>0</c:v>
                </c:pt>
                <c:pt idx="50500">
                  <c:v>0</c:v>
                </c:pt>
                <c:pt idx="50501">
                  <c:v>0</c:v>
                </c:pt>
                <c:pt idx="50502">
                  <c:v>0</c:v>
                </c:pt>
                <c:pt idx="50503">
                  <c:v>0</c:v>
                </c:pt>
                <c:pt idx="50504">
                  <c:v>0</c:v>
                </c:pt>
                <c:pt idx="50505">
                  <c:v>0</c:v>
                </c:pt>
                <c:pt idx="50506">
                  <c:v>0</c:v>
                </c:pt>
                <c:pt idx="50507">
                  <c:v>0</c:v>
                </c:pt>
                <c:pt idx="50508">
                  <c:v>0</c:v>
                </c:pt>
                <c:pt idx="50509">
                  <c:v>0</c:v>
                </c:pt>
                <c:pt idx="50510">
                  <c:v>0</c:v>
                </c:pt>
                <c:pt idx="50511">
                  <c:v>0</c:v>
                </c:pt>
                <c:pt idx="50512">
                  <c:v>0</c:v>
                </c:pt>
                <c:pt idx="50513">
                  <c:v>0</c:v>
                </c:pt>
                <c:pt idx="50514">
                  <c:v>0</c:v>
                </c:pt>
                <c:pt idx="50515">
                  <c:v>0</c:v>
                </c:pt>
                <c:pt idx="50516">
                  <c:v>0</c:v>
                </c:pt>
                <c:pt idx="50517">
                  <c:v>0</c:v>
                </c:pt>
                <c:pt idx="50518">
                  <c:v>0</c:v>
                </c:pt>
                <c:pt idx="50519">
                  <c:v>0</c:v>
                </c:pt>
                <c:pt idx="50520">
                  <c:v>0</c:v>
                </c:pt>
                <c:pt idx="50521">
                  <c:v>0</c:v>
                </c:pt>
                <c:pt idx="50522">
                  <c:v>0</c:v>
                </c:pt>
                <c:pt idx="50523">
                  <c:v>0</c:v>
                </c:pt>
                <c:pt idx="50524">
                  <c:v>0</c:v>
                </c:pt>
                <c:pt idx="50525">
                  <c:v>0</c:v>
                </c:pt>
                <c:pt idx="50526">
                  <c:v>0</c:v>
                </c:pt>
                <c:pt idx="50527">
                  <c:v>0</c:v>
                </c:pt>
                <c:pt idx="50528">
                  <c:v>0</c:v>
                </c:pt>
                <c:pt idx="50529">
                  <c:v>0</c:v>
                </c:pt>
                <c:pt idx="50530">
                  <c:v>0</c:v>
                </c:pt>
                <c:pt idx="50531">
                  <c:v>0</c:v>
                </c:pt>
                <c:pt idx="50532">
                  <c:v>0</c:v>
                </c:pt>
                <c:pt idx="50533">
                  <c:v>0</c:v>
                </c:pt>
                <c:pt idx="50534">
                  <c:v>0</c:v>
                </c:pt>
                <c:pt idx="50535">
                  <c:v>0</c:v>
                </c:pt>
                <c:pt idx="50536">
                  <c:v>0</c:v>
                </c:pt>
                <c:pt idx="50537">
                  <c:v>0</c:v>
                </c:pt>
                <c:pt idx="50538">
                  <c:v>0</c:v>
                </c:pt>
                <c:pt idx="50539">
                  <c:v>0</c:v>
                </c:pt>
                <c:pt idx="50540">
                  <c:v>0</c:v>
                </c:pt>
                <c:pt idx="50541">
                  <c:v>0</c:v>
                </c:pt>
                <c:pt idx="50542">
                  <c:v>0</c:v>
                </c:pt>
                <c:pt idx="50543">
                  <c:v>0</c:v>
                </c:pt>
                <c:pt idx="50544">
                  <c:v>0</c:v>
                </c:pt>
                <c:pt idx="50545">
                  <c:v>0</c:v>
                </c:pt>
                <c:pt idx="50546">
                  <c:v>0</c:v>
                </c:pt>
                <c:pt idx="50547">
                  <c:v>0</c:v>
                </c:pt>
                <c:pt idx="50548">
                  <c:v>0</c:v>
                </c:pt>
                <c:pt idx="50549">
                  <c:v>0</c:v>
                </c:pt>
                <c:pt idx="50550">
                  <c:v>0</c:v>
                </c:pt>
                <c:pt idx="50551">
                  <c:v>0</c:v>
                </c:pt>
                <c:pt idx="50552">
                  <c:v>0</c:v>
                </c:pt>
                <c:pt idx="50553">
                  <c:v>0</c:v>
                </c:pt>
                <c:pt idx="50554">
                  <c:v>0</c:v>
                </c:pt>
                <c:pt idx="50555">
                  <c:v>0</c:v>
                </c:pt>
                <c:pt idx="50556">
                  <c:v>0</c:v>
                </c:pt>
                <c:pt idx="50557">
                  <c:v>0</c:v>
                </c:pt>
                <c:pt idx="50558">
                  <c:v>0</c:v>
                </c:pt>
                <c:pt idx="50559">
                  <c:v>0</c:v>
                </c:pt>
                <c:pt idx="50560">
                  <c:v>0</c:v>
                </c:pt>
                <c:pt idx="50561">
                  <c:v>0</c:v>
                </c:pt>
                <c:pt idx="50562">
                  <c:v>0</c:v>
                </c:pt>
                <c:pt idx="50563">
                  <c:v>0</c:v>
                </c:pt>
                <c:pt idx="50564">
                  <c:v>0</c:v>
                </c:pt>
                <c:pt idx="50565">
                  <c:v>0</c:v>
                </c:pt>
                <c:pt idx="50566">
                  <c:v>0</c:v>
                </c:pt>
                <c:pt idx="50567">
                  <c:v>0</c:v>
                </c:pt>
                <c:pt idx="50568">
                  <c:v>0</c:v>
                </c:pt>
                <c:pt idx="50569">
                  <c:v>0</c:v>
                </c:pt>
                <c:pt idx="50570">
                  <c:v>0</c:v>
                </c:pt>
                <c:pt idx="50571">
                  <c:v>0</c:v>
                </c:pt>
                <c:pt idx="50572">
                  <c:v>0</c:v>
                </c:pt>
                <c:pt idx="50573">
                  <c:v>0</c:v>
                </c:pt>
                <c:pt idx="50574">
                  <c:v>0</c:v>
                </c:pt>
                <c:pt idx="50575">
                  <c:v>0</c:v>
                </c:pt>
                <c:pt idx="50576">
                  <c:v>0</c:v>
                </c:pt>
                <c:pt idx="50577">
                  <c:v>0</c:v>
                </c:pt>
                <c:pt idx="50578">
                  <c:v>0</c:v>
                </c:pt>
                <c:pt idx="50579">
                  <c:v>0</c:v>
                </c:pt>
                <c:pt idx="50580">
                  <c:v>0</c:v>
                </c:pt>
                <c:pt idx="50581">
                  <c:v>0</c:v>
                </c:pt>
                <c:pt idx="50582">
                  <c:v>0</c:v>
                </c:pt>
                <c:pt idx="50583">
                  <c:v>0</c:v>
                </c:pt>
                <c:pt idx="50584">
                  <c:v>0</c:v>
                </c:pt>
                <c:pt idx="50585">
                  <c:v>0</c:v>
                </c:pt>
                <c:pt idx="50586">
                  <c:v>0</c:v>
                </c:pt>
                <c:pt idx="50587">
                  <c:v>0</c:v>
                </c:pt>
                <c:pt idx="50588">
                  <c:v>0</c:v>
                </c:pt>
                <c:pt idx="50589">
                  <c:v>0</c:v>
                </c:pt>
                <c:pt idx="50590">
                  <c:v>0</c:v>
                </c:pt>
                <c:pt idx="50591">
                  <c:v>0</c:v>
                </c:pt>
                <c:pt idx="50592">
                  <c:v>0</c:v>
                </c:pt>
                <c:pt idx="50593">
                  <c:v>0</c:v>
                </c:pt>
                <c:pt idx="50594">
                  <c:v>0</c:v>
                </c:pt>
                <c:pt idx="50595">
                  <c:v>0</c:v>
                </c:pt>
                <c:pt idx="50596">
                  <c:v>0</c:v>
                </c:pt>
                <c:pt idx="50597">
                  <c:v>0</c:v>
                </c:pt>
                <c:pt idx="50598">
                  <c:v>0</c:v>
                </c:pt>
                <c:pt idx="50599">
                  <c:v>0</c:v>
                </c:pt>
                <c:pt idx="50600">
                  <c:v>0</c:v>
                </c:pt>
                <c:pt idx="50601">
                  <c:v>0</c:v>
                </c:pt>
                <c:pt idx="50602">
                  <c:v>0</c:v>
                </c:pt>
                <c:pt idx="50603">
                  <c:v>0</c:v>
                </c:pt>
                <c:pt idx="50604">
                  <c:v>0</c:v>
                </c:pt>
                <c:pt idx="50605">
                  <c:v>0</c:v>
                </c:pt>
                <c:pt idx="50606">
                  <c:v>0</c:v>
                </c:pt>
                <c:pt idx="50607">
                  <c:v>0</c:v>
                </c:pt>
                <c:pt idx="50608">
                  <c:v>0</c:v>
                </c:pt>
                <c:pt idx="50609">
                  <c:v>0</c:v>
                </c:pt>
                <c:pt idx="50610">
                  <c:v>0</c:v>
                </c:pt>
                <c:pt idx="50611">
                  <c:v>0</c:v>
                </c:pt>
                <c:pt idx="50612">
                  <c:v>0</c:v>
                </c:pt>
                <c:pt idx="50613">
                  <c:v>0</c:v>
                </c:pt>
                <c:pt idx="50614">
                  <c:v>0</c:v>
                </c:pt>
                <c:pt idx="50615">
                  <c:v>0</c:v>
                </c:pt>
                <c:pt idx="50616">
                  <c:v>0</c:v>
                </c:pt>
                <c:pt idx="50617">
                  <c:v>0</c:v>
                </c:pt>
                <c:pt idx="50618">
                  <c:v>0</c:v>
                </c:pt>
                <c:pt idx="50619">
                  <c:v>0</c:v>
                </c:pt>
                <c:pt idx="50620">
                  <c:v>0</c:v>
                </c:pt>
                <c:pt idx="50621">
                  <c:v>0</c:v>
                </c:pt>
                <c:pt idx="50622">
                  <c:v>0</c:v>
                </c:pt>
                <c:pt idx="50623">
                  <c:v>0</c:v>
                </c:pt>
                <c:pt idx="50624">
                  <c:v>0</c:v>
                </c:pt>
                <c:pt idx="50625">
                  <c:v>0</c:v>
                </c:pt>
                <c:pt idx="50626">
                  <c:v>0</c:v>
                </c:pt>
                <c:pt idx="50627">
                  <c:v>0</c:v>
                </c:pt>
                <c:pt idx="50628">
                  <c:v>0</c:v>
                </c:pt>
                <c:pt idx="50629">
                  <c:v>0</c:v>
                </c:pt>
                <c:pt idx="50630">
                  <c:v>0</c:v>
                </c:pt>
                <c:pt idx="50631">
                  <c:v>0</c:v>
                </c:pt>
                <c:pt idx="50632">
                  <c:v>0</c:v>
                </c:pt>
                <c:pt idx="50633">
                  <c:v>0</c:v>
                </c:pt>
                <c:pt idx="50634">
                  <c:v>0</c:v>
                </c:pt>
                <c:pt idx="50635">
                  <c:v>0</c:v>
                </c:pt>
                <c:pt idx="50636">
                  <c:v>0</c:v>
                </c:pt>
                <c:pt idx="50637">
                  <c:v>0</c:v>
                </c:pt>
                <c:pt idx="50638">
                  <c:v>0</c:v>
                </c:pt>
                <c:pt idx="50639">
                  <c:v>0</c:v>
                </c:pt>
                <c:pt idx="50640">
                  <c:v>0</c:v>
                </c:pt>
                <c:pt idx="50641">
                  <c:v>0</c:v>
                </c:pt>
                <c:pt idx="50642">
                  <c:v>0</c:v>
                </c:pt>
                <c:pt idx="50643">
                  <c:v>0</c:v>
                </c:pt>
                <c:pt idx="50644">
                  <c:v>0</c:v>
                </c:pt>
                <c:pt idx="50645">
                  <c:v>0</c:v>
                </c:pt>
                <c:pt idx="50646">
                  <c:v>0</c:v>
                </c:pt>
                <c:pt idx="50647">
                  <c:v>0</c:v>
                </c:pt>
                <c:pt idx="50648">
                  <c:v>0</c:v>
                </c:pt>
                <c:pt idx="50649">
                  <c:v>0</c:v>
                </c:pt>
                <c:pt idx="50650">
                  <c:v>0</c:v>
                </c:pt>
                <c:pt idx="50651">
                  <c:v>0</c:v>
                </c:pt>
                <c:pt idx="50652">
                  <c:v>0</c:v>
                </c:pt>
                <c:pt idx="50653">
                  <c:v>0</c:v>
                </c:pt>
                <c:pt idx="50654">
                  <c:v>0</c:v>
                </c:pt>
                <c:pt idx="50655">
                  <c:v>0</c:v>
                </c:pt>
                <c:pt idx="50656">
                  <c:v>0</c:v>
                </c:pt>
                <c:pt idx="50657">
                  <c:v>0</c:v>
                </c:pt>
                <c:pt idx="50658">
                  <c:v>0</c:v>
                </c:pt>
                <c:pt idx="50659">
                  <c:v>0</c:v>
                </c:pt>
                <c:pt idx="50660">
                  <c:v>0</c:v>
                </c:pt>
                <c:pt idx="50661">
                  <c:v>0</c:v>
                </c:pt>
                <c:pt idx="50662">
                  <c:v>0</c:v>
                </c:pt>
                <c:pt idx="50663">
                  <c:v>0</c:v>
                </c:pt>
                <c:pt idx="50664">
                  <c:v>0</c:v>
                </c:pt>
                <c:pt idx="50665">
                  <c:v>0</c:v>
                </c:pt>
                <c:pt idx="50666">
                  <c:v>0</c:v>
                </c:pt>
                <c:pt idx="50667">
                  <c:v>0</c:v>
                </c:pt>
                <c:pt idx="50668">
                  <c:v>0</c:v>
                </c:pt>
                <c:pt idx="50669">
                  <c:v>0</c:v>
                </c:pt>
                <c:pt idx="50670">
                  <c:v>0</c:v>
                </c:pt>
                <c:pt idx="50671">
                  <c:v>0</c:v>
                </c:pt>
                <c:pt idx="50672">
                  <c:v>0</c:v>
                </c:pt>
                <c:pt idx="50673">
                  <c:v>0</c:v>
                </c:pt>
                <c:pt idx="50674">
                  <c:v>0</c:v>
                </c:pt>
                <c:pt idx="50675">
                  <c:v>0</c:v>
                </c:pt>
                <c:pt idx="50676">
                  <c:v>0</c:v>
                </c:pt>
                <c:pt idx="50677">
                  <c:v>0</c:v>
                </c:pt>
                <c:pt idx="50678">
                  <c:v>0</c:v>
                </c:pt>
                <c:pt idx="50679">
                  <c:v>0</c:v>
                </c:pt>
                <c:pt idx="50680">
                  <c:v>0</c:v>
                </c:pt>
                <c:pt idx="50681">
                  <c:v>0</c:v>
                </c:pt>
                <c:pt idx="50682">
                  <c:v>0</c:v>
                </c:pt>
                <c:pt idx="50683">
                  <c:v>0</c:v>
                </c:pt>
                <c:pt idx="50684">
                  <c:v>0</c:v>
                </c:pt>
                <c:pt idx="50685">
                  <c:v>0</c:v>
                </c:pt>
                <c:pt idx="50686">
                  <c:v>0</c:v>
                </c:pt>
                <c:pt idx="50687">
                  <c:v>0</c:v>
                </c:pt>
                <c:pt idx="50688">
                  <c:v>0</c:v>
                </c:pt>
                <c:pt idx="50689">
                  <c:v>0</c:v>
                </c:pt>
                <c:pt idx="50690">
                  <c:v>0</c:v>
                </c:pt>
                <c:pt idx="50691">
                  <c:v>0</c:v>
                </c:pt>
                <c:pt idx="50692">
                  <c:v>0</c:v>
                </c:pt>
                <c:pt idx="50693">
                  <c:v>0</c:v>
                </c:pt>
                <c:pt idx="50694">
                  <c:v>0</c:v>
                </c:pt>
                <c:pt idx="50695">
                  <c:v>0</c:v>
                </c:pt>
                <c:pt idx="50696">
                  <c:v>0</c:v>
                </c:pt>
                <c:pt idx="50697">
                  <c:v>0</c:v>
                </c:pt>
                <c:pt idx="50698">
                  <c:v>0</c:v>
                </c:pt>
                <c:pt idx="50699">
                  <c:v>0</c:v>
                </c:pt>
                <c:pt idx="50700">
                  <c:v>0</c:v>
                </c:pt>
                <c:pt idx="50701">
                  <c:v>0</c:v>
                </c:pt>
                <c:pt idx="50702">
                  <c:v>0</c:v>
                </c:pt>
                <c:pt idx="50703">
                  <c:v>0</c:v>
                </c:pt>
                <c:pt idx="50704">
                  <c:v>0</c:v>
                </c:pt>
                <c:pt idx="50705">
                  <c:v>0</c:v>
                </c:pt>
                <c:pt idx="50706">
                  <c:v>0</c:v>
                </c:pt>
                <c:pt idx="50707">
                  <c:v>0</c:v>
                </c:pt>
                <c:pt idx="50708">
                  <c:v>0</c:v>
                </c:pt>
                <c:pt idx="50709">
                  <c:v>0</c:v>
                </c:pt>
                <c:pt idx="50710">
                  <c:v>0</c:v>
                </c:pt>
                <c:pt idx="50711">
                  <c:v>0</c:v>
                </c:pt>
                <c:pt idx="50712">
                  <c:v>0</c:v>
                </c:pt>
                <c:pt idx="50713">
                  <c:v>0</c:v>
                </c:pt>
                <c:pt idx="50714">
                  <c:v>0</c:v>
                </c:pt>
                <c:pt idx="50715">
                  <c:v>0</c:v>
                </c:pt>
                <c:pt idx="50716">
                  <c:v>0</c:v>
                </c:pt>
                <c:pt idx="50717">
                  <c:v>0</c:v>
                </c:pt>
                <c:pt idx="50718">
                  <c:v>0</c:v>
                </c:pt>
                <c:pt idx="50719">
                  <c:v>0</c:v>
                </c:pt>
                <c:pt idx="50720">
                  <c:v>0</c:v>
                </c:pt>
                <c:pt idx="50721">
                  <c:v>0</c:v>
                </c:pt>
                <c:pt idx="50722">
                  <c:v>0</c:v>
                </c:pt>
                <c:pt idx="50723">
                  <c:v>0</c:v>
                </c:pt>
                <c:pt idx="50724">
                  <c:v>0</c:v>
                </c:pt>
                <c:pt idx="50725">
                  <c:v>0</c:v>
                </c:pt>
                <c:pt idx="50726">
                  <c:v>0</c:v>
                </c:pt>
                <c:pt idx="50727">
                  <c:v>0</c:v>
                </c:pt>
                <c:pt idx="50728">
                  <c:v>0</c:v>
                </c:pt>
                <c:pt idx="50729">
                  <c:v>0</c:v>
                </c:pt>
                <c:pt idx="50730">
                  <c:v>0</c:v>
                </c:pt>
                <c:pt idx="50731">
                  <c:v>0</c:v>
                </c:pt>
                <c:pt idx="50732">
                  <c:v>0</c:v>
                </c:pt>
                <c:pt idx="50733">
                  <c:v>0</c:v>
                </c:pt>
                <c:pt idx="50734">
                  <c:v>0</c:v>
                </c:pt>
                <c:pt idx="50735">
                  <c:v>0</c:v>
                </c:pt>
                <c:pt idx="50736">
                  <c:v>0</c:v>
                </c:pt>
                <c:pt idx="50737">
                  <c:v>0</c:v>
                </c:pt>
                <c:pt idx="50738">
                  <c:v>0</c:v>
                </c:pt>
                <c:pt idx="50739">
                  <c:v>0</c:v>
                </c:pt>
                <c:pt idx="50740">
                  <c:v>0</c:v>
                </c:pt>
                <c:pt idx="50741">
                  <c:v>0</c:v>
                </c:pt>
                <c:pt idx="50742">
                  <c:v>0</c:v>
                </c:pt>
                <c:pt idx="50743">
                  <c:v>0</c:v>
                </c:pt>
                <c:pt idx="50744">
                  <c:v>0</c:v>
                </c:pt>
                <c:pt idx="50745">
                  <c:v>0</c:v>
                </c:pt>
                <c:pt idx="50746">
                  <c:v>0</c:v>
                </c:pt>
                <c:pt idx="50747">
                  <c:v>0</c:v>
                </c:pt>
                <c:pt idx="50748">
                  <c:v>0</c:v>
                </c:pt>
                <c:pt idx="50749">
                  <c:v>0</c:v>
                </c:pt>
                <c:pt idx="50750">
                  <c:v>0</c:v>
                </c:pt>
                <c:pt idx="50751">
                  <c:v>0</c:v>
                </c:pt>
                <c:pt idx="50752">
                  <c:v>0</c:v>
                </c:pt>
                <c:pt idx="50753">
                  <c:v>0</c:v>
                </c:pt>
                <c:pt idx="50754">
                  <c:v>0</c:v>
                </c:pt>
                <c:pt idx="50755">
                  <c:v>0</c:v>
                </c:pt>
                <c:pt idx="50756">
                  <c:v>0</c:v>
                </c:pt>
                <c:pt idx="50757">
                  <c:v>0</c:v>
                </c:pt>
                <c:pt idx="50758">
                  <c:v>0</c:v>
                </c:pt>
                <c:pt idx="50759">
                  <c:v>0</c:v>
                </c:pt>
                <c:pt idx="50760">
                  <c:v>0</c:v>
                </c:pt>
                <c:pt idx="50761">
                  <c:v>0</c:v>
                </c:pt>
                <c:pt idx="50762">
                  <c:v>0</c:v>
                </c:pt>
                <c:pt idx="50763">
                  <c:v>0</c:v>
                </c:pt>
                <c:pt idx="50764">
                  <c:v>0</c:v>
                </c:pt>
                <c:pt idx="50765">
                  <c:v>0</c:v>
                </c:pt>
                <c:pt idx="50766">
                  <c:v>0</c:v>
                </c:pt>
                <c:pt idx="50767">
                  <c:v>0</c:v>
                </c:pt>
                <c:pt idx="50768">
                  <c:v>0</c:v>
                </c:pt>
                <c:pt idx="50769">
                  <c:v>0</c:v>
                </c:pt>
                <c:pt idx="50770">
                  <c:v>0</c:v>
                </c:pt>
                <c:pt idx="50771">
                  <c:v>0</c:v>
                </c:pt>
                <c:pt idx="50772">
                  <c:v>0</c:v>
                </c:pt>
                <c:pt idx="50773">
                  <c:v>0</c:v>
                </c:pt>
                <c:pt idx="50774">
                  <c:v>0</c:v>
                </c:pt>
                <c:pt idx="50775">
                  <c:v>0</c:v>
                </c:pt>
                <c:pt idx="50776">
                  <c:v>0</c:v>
                </c:pt>
                <c:pt idx="50777">
                  <c:v>0</c:v>
                </c:pt>
                <c:pt idx="50778">
                  <c:v>0</c:v>
                </c:pt>
                <c:pt idx="50779">
                  <c:v>0</c:v>
                </c:pt>
                <c:pt idx="50780">
                  <c:v>0</c:v>
                </c:pt>
                <c:pt idx="50781">
                  <c:v>0</c:v>
                </c:pt>
                <c:pt idx="50782">
                  <c:v>0</c:v>
                </c:pt>
                <c:pt idx="50783">
                  <c:v>0</c:v>
                </c:pt>
                <c:pt idx="50784">
                  <c:v>0</c:v>
                </c:pt>
                <c:pt idx="50785">
                  <c:v>0</c:v>
                </c:pt>
                <c:pt idx="50786">
                  <c:v>0</c:v>
                </c:pt>
                <c:pt idx="50787">
                  <c:v>0</c:v>
                </c:pt>
                <c:pt idx="50788">
                  <c:v>0</c:v>
                </c:pt>
                <c:pt idx="50789">
                  <c:v>0</c:v>
                </c:pt>
                <c:pt idx="50790">
                  <c:v>0</c:v>
                </c:pt>
                <c:pt idx="50791">
                  <c:v>0</c:v>
                </c:pt>
                <c:pt idx="50792">
                  <c:v>0</c:v>
                </c:pt>
                <c:pt idx="50793">
                  <c:v>0</c:v>
                </c:pt>
                <c:pt idx="50794">
                  <c:v>0</c:v>
                </c:pt>
                <c:pt idx="50795">
                  <c:v>0</c:v>
                </c:pt>
                <c:pt idx="50796">
                  <c:v>0</c:v>
                </c:pt>
                <c:pt idx="50797">
                  <c:v>0</c:v>
                </c:pt>
                <c:pt idx="50798">
                  <c:v>0</c:v>
                </c:pt>
                <c:pt idx="50799">
                  <c:v>0</c:v>
                </c:pt>
                <c:pt idx="50800">
                  <c:v>0</c:v>
                </c:pt>
                <c:pt idx="50801">
                  <c:v>0</c:v>
                </c:pt>
                <c:pt idx="50802">
                  <c:v>0</c:v>
                </c:pt>
                <c:pt idx="50803">
                  <c:v>0</c:v>
                </c:pt>
                <c:pt idx="50804">
                  <c:v>0</c:v>
                </c:pt>
                <c:pt idx="50805">
                  <c:v>0</c:v>
                </c:pt>
                <c:pt idx="50806">
                  <c:v>0</c:v>
                </c:pt>
                <c:pt idx="50807">
                  <c:v>0</c:v>
                </c:pt>
                <c:pt idx="50808">
                  <c:v>0</c:v>
                </c:pt>
                <c:pt idx="50809">
                  <c:v>0</c:v>
                </c:pt>
                <c:pt idx="50810">
                  <c:v>0</c:v>
                </c:pt>
                <c:pt idx="50811">
                  <c:v>0</c:v>
                </c:pt>
                <c:pt idx="50812">
                  <c:v>0</c:v>
                </c:pt>
                <c:pt idx="50813">
                  <c:v>0</c:v>
                </c:pt>
                <c:pt idx="50814">
                  <c:v>0</c:v>
                </c:pt>
                <c:pt idx="50815">
                  <c:v>0</c:v>
                </c:pt>
                <c:pt idx="50816">
                  <c:v>0</c:v>
                </c:pt>
                <c:pt idx="50817">
                  <c:v>0</c:v>
                </c:pt>
                <c:pt idx="50818">
                  <c:v>0</c:v>
                </c:pt>
                <c:pt idx="50819">
                  <c:v>0</c:v>
                </c:pt>
                <c:pt idx="50820">
                  <c:v>0</c:v>
                </c:pt>
                <c:pt idx="50821">
                  <c:v>0</c:v>
                </c:pt>
                <c:pt idx="50822">
                  <c:v>0</c:v>
                </c:pt>
                <c:pt idx="50823">
                  <c:v>0</c:v>
                </c:pt>
                <c:pt idx="50824">
                  <c:v>0</c:v>
                </c:pt>
                <c:pt idx="50825">
                  <c:v>0</c:v>
                </c:pt>
                <c:pt idx="50826">
                  <c:v>0</c:v>
                </c:pt>
                <c:pt idx="50827">
                  <c:v>0</c:v>
                </c:pt>
                <c:pt idx="50828">
                  <c:v>0</c:v>
                </c:pt>
                <c:pt idx="50829">
                  <c:v>0</c:v>
                </c:pt>
                <c:pt idx="50830">
                  <c:v>0</c:v>
                </c:pt>
                <c:pt idx="50831">
                  <c:v>0</c:v>
                </c:pt>
                <c:pt idx="50832">
                  <c:v>0</c:v>
                </c:pt>
                <c:pt idx="50833">
                  <c:v>0</c:v>
                </c:pt>
                <c:pt idx="50834">
                  <c:v>0</c:v>
                </c:pt>
                <c:pt idx="50835">
                  <c:v>0</c:v>
                </c:pt>
                <c:pt idx="50836">
                  <c:v>0</c:v>
                </c:pt>
                <c:pt idx="50837">
                  <c:v>0</c:v>
                </c:pt>
                <c:pt idx="50838">
                  <c:v>0</c:v>
                </c:pt>
                <c:pt idx="50839">
                  <c:v>0</c:v>
                </c:pt>
                <c:pt idx="50840">
                  <c:v>0</c:v>
                </c:pt>
                <c:pt idx="50841">
                  <c:v>0</c:v>
                </c:pt>
                <c:pt idx="50842">
                  <c:v>0</c:v>
                </c:pt>
                <c:pt idx="50843">
                  <c:v>0</c:v>
                </c:pt>
                <c:pt idx="50844">
                  <c:v>0</c:v>
                </c:pt>
                <c:pt idx="50845">
                  <c:v>0</c:v>
                </c:pt>
                <c:pt idx="50846">
                  <c:v>0</c:v>
                </c:pt>
                <c:pt idx="50847">
                  <c:v>0</c:v>
                </c:pt>
                <c:pt idx="50848">
                  <c:v>0</c:v>
                </c:pt>
                <c:pt idx="50849">
                  <c:v>0</c:v>
                </c:pt>
                <c:pt idx="50850">
                  <c:v>0</c:v>
                </c:pt>
                <c:pt idx="50851">
                  <c:v>0</c:v>
                </c:pt>
                <c:pt idx="50852">
                  <c:v>0</c:v>
                </c:pt>
                <c:pt idx="50853">
                  <c:v>0</c:v>
                </c:pt>
                <c:pt idx="50854">
                  <c:v>0</c:v>
                </c:pt>
                <c:pt idx="50855">
                  <c:v>0</c:v>
                </c:pt>
                <c:pt idx="50856">
                  <c:v>0</c:v>
                </c:pt>
                <c:pt idx="50857">
                  <c:v>0</c:v>
                </c:pt>
                <c:pt idx="50858">
                  <c:v>0</c:v>
                </c:pt>
                <c:pt idx="50859">
                  <c:v>0</c:v>
                </c:pt>
                <c:pt idx="50860">
                  <c:v>0</c:v>
                </c:pt>
                <c:pt idx="50861">
                  <c:v>0</c:v>
                </c:pt>
                <c:pt idx="50862">
                  <c:v>0</c:v>
                </c:pt>
                <c:pt idx="50863">
                  <c:v>0</c:v>
                </c:pt>
                <c:pt idx="50864">
                  <c:v>0</c:v>
                </c:pt>
                <c:pt idx="50865">
                  <c:v>0</c:v>
                </c:pt>
                <c:pt idx="50866">
                  <c:v>0</c:v>
                </c:pt>
                <c:pt idx="50867">
                  <c:v>0</c:v>
                </c:pt>
                <c:pt idx="50868">
                  <c:v>0</c:v>
                </c:pt>
                <c:pt idx="50869">
                  <c:v>0</c:v>
                </c:pt>
                <c:pt idx="50870">
                  <c:v>0</c:v>
                </c:pt>
                <c:pt idx="50871">
                  <c:v>0</c:v>
                </c:pt>
                <c:pt idx="50872">
                  <c:v>0</c:v>
                </c:pt>
                <c:pt idx="50873">
                  <c:v>0</c:v>
                </c:pt>
                <c:pt idx="50874">
                  <c:v>0</c:v>
                </c:pt>
                <c:pt idx="50875">
                  <c:v>0</c:v>
                </c:pt>
                <c:pt idx="50876">
                  <c:v>0</c:v>
                </c:pt>
                <c:pt idx="50877">
                  <c:v>0</c:v>
                </c:pt>
                <c:pt idx="50878">
                  <c:v>0</c:v>
                </c:pt>
                <c:pt idx="50879">
                  <c:v>0</c:v>
                </c:pt>
                <c:pt idx="50880">
                  <c:v>0</c:v>
                </c:pt>
                <c:pt idx="50881">
                  <c:v>0</c:v>
                </c:pt>
                <c:pt idx="50882">
                  <c:v>0</c:v>
                </c:pt>
                <c:pt idx="50883">
                  <c:v>0</c:v>
                </c:pt>
                <c:pt idx="50884">
                  <c:v>0</c:v>
                </c:pt>
                <c:pt idx="50885">
                  <c:v>0</c:v>
                </c:pt>
                <c:pt idx="50886">
                  <c:v>0</c:v>
                </c:pt>
                <c:pt idx="50887">
                  <c:v>0</c:v>
                </c:pt>
                <c:pt idx="50888">
                  <c:v>0</c:v>
                </c:pt>
                <c:pt idx="50889">
                  <c:v>0</c:v>
                </c:pt>
                <c:pt idx="50890">
                  <c:v>0</c:v>
                </c:pt>
                <c:pt idx="50891">
                  <c:v>0</c:v>
                </c:pt>
                <c:pt idx="50892">
                  <c:v>0</c:v>
                </c:pt>
                <c:pt idx="50893">
                  <c:v>0</c:v>
                </c:pt>
                <c:pt idx="50894">
                  <c:v>0</c:v>
                </c:pt>
                <c:pt idx="50895">
                  <c:v>0</c:v>
                </c:pt>
                <c:pt idx="50896">
                  <c:v>0</c:v>
                </c:pt>
                <c:pt idx="50897">
                  <c:v>0</c:v>
                </c:pt>
                <c:pt idx="50898">
                  <c:v>0</c:v>
                </c:pt>
                <c:pt idx="50899">
                  <c:v>0</c:v>
                </c:pt>
                <c:pt idx="50900">
                  <c:v>0</c:v>
                </c:pt>
                <c:pt idx="50901">
                  <c:v>0</c:v>
                </c:pt>
                <c:pt idx="50902">
                  <c:v>0</c:v>
                </c:pt>
                <c:pt idx="50903">
                  <c:v>0</c:v>
                </c:pt>
                <c:pt idx="50904">
                  <c:v>0</c:v>
                </c:pt>
                <c:pt idx="50905">
                  <c:v>0</c:v>
                </c:pt>
                <c:pt idx="50906">
                  <c:v>0</c:v>
                </c:pt>
                <c:pt idx="50907">
                  <c:v>0</c:v>
                </c:pt>
                <c:pt idx="50908">
                  <c:v>0</c:v>
                </c:pt>
                <c:pt idx="50909">
                  <c:v>0</c:v>
                </c:pt>
                <c:pt idx="50910">
                  <c:v>0</c:v>
                </c:pt>
                <c:pt idx="50911">
                  <c:v>0</c:v>
                </c:pt>
                <c:pt idx="50912">
                  <c:v>0</c:v>
                </c:pt>
                <c:pt idx="50913">
                  <c:v>0</c:v>
                </c:pt>
                <c:pt idx="50914">
                  <c:v>0</c:v>
                </c:pt>
                <c:pt idx="50915">
                  <c:v>0</c:v>
                </c:pt>
                <c:pt idx="50916">
                  <c:v>0</c:v>
                </c:pt>
                <c:pt idx="50917">
                  <c:v>0</c:v>
                </c:pt>
                <c:pt idx="50918">
                  <c:v>0</c:v>
                </c:pt>
                <c:pt idx="50919">
                  <c:v>0</c:v>
                </c:pt>
                <c:pt idx="50920">
                  <c:v>0</c:v>
                </c:pt>
                <c:pt idx="50921">
                  <c:v>0</c:v>
                </c:pt>
                <c:pt idx="50922">
                  <c:v>0</c:v>
                </c:pt>
                <c:pt idx="50923">
                  <c:v>0</c:v>
                </c:pt>
                <c:pt idx="50924">
                  <c:v>0</c:v>
                </c:pt>
                <c:pt idx="50925">
                  <c:v>0</c:v>
                </c:pt>
                <c:pt idx="50926">
                  <c:v>0</c:v>
                </c:pt>
                <c:pt idx="50927">
                  <c:v>0</c:v>
                </c:pt>
                <c:pt idx="50928">
                  <c:v>0</c:v>
                </c:pt>
                <c:pt idx="50929">
                  <c:v>0</c:v>
                </c:pt>
                <c:pt idx="50930">
                  <c:v>0</c:v>
                </c:pt>
                <c:pt idx="50931">
                  <c:v>0</c:v>
                </c:pt>
                <c:pt idx="50932">
                  <c:v>0</c:v>
                </c:pt>
                <c:pt idx="50933">
                  <c:v>0</c:v>
                </c:pt>
                <c:pt idx="50934">
                  <c:v>0</c:v>
                </c:pt>
                <c:pt idx="50935">
                  <c:v>0</c:v>
                </c:pt>
                <c:pt idx="50936">
                  <c:v>0</c:v>
                </c:pt>
                <c:pt idx="50937">
                  <c:v>0</c:v>
                </c:pt>
                <c:pt idx="50938">
                  <c:v>0</c:v>
                </c:pt>
                <c:pt idx="50939">
                  <c:v>0</c:v>
                </c:pt>
                <c:pt idx="50940">
                  <c:v>0</c:v>
                </c:pt>
                <c:pt idx="50941">
                  <c:v>0</c:v>
                </c:pt>
                <c:pt idx="50942">
                  <c:v>0</c:v>
                </c:pt>
                <c:pt idx="50943">
                  <c:v>0</c:v>
                </c:pt>
                <c:pt idx="50944">
                  <c:v>0</c:v>
                </c:pt>
                <c:pt idx="50945">
                  <c:v>0</c:v>
                </c:pt>
                <c:pt idx="50946">
                  <c:v>0</c:v>
                </c:pt>
                <c:pt idx="50947">
                  <c:v>0</c:v>
                </c:pt>
                <c:pt idx="50948">
                  <c:v>0</c:v>
                </c:pt>
                <c:pt idx="50949">
                  <c:v>0</c:v>
                </c:pt>
                <c:pt idx="50950">
                  <c:v>0</c:v>
                </c:pt>
                <c:pt idx="50951">
                  <c:v>0</c:v>
                </c:pt>
                <c:pt idx="50952">
                  <c:v>0</c:v>
                </c:pt>
                <c:pt idx="50953">
                  <c:v>0</c:v>
                </c:pt>
                <c:pt idx="50954">
                  <c:v>0</c:v>
                </c:pt>
                <c:pt idx="50955">
                  <c:v>0</c:v>
                </c:pt>
                <c:pt idx="50956">
                  <c:v>0</c:v>
                </c:pt>
                <c:pt idx="50957">
                  <c:v>0</c:v>
                </c:pt>
                <c:pt idx="50958">
                  <c:v>0</c:v>
                </c:pt>
                <c:pt idx="50959">
                  <c:v>0</c:v>
                </c:pt>
                <c:pt idx="50960">
                  <c:v>0</c:v>
                </c:pt>
                <c:pt idx="50961">
                  <c:v>0</c:v>
                </c:pt>
                <c:pt idx="50962">
                  <c:v>0</c:v>
                </c:pt>
                <c:pt idx="50963">
                  <c:v>0</c:v>
                </c:pt>
                <c:pt idx="50964">
                  <c:v>0</c:v>
                </c:pt>
                <c:pt idx="50965">
                  <c:v>0</c:v>
                </c:pt>
                <c:pt idx="50966">
                  <c:v>0</c:v>
                </c:pt>
                <c:pt idx="50967">
                  <c:v>0</c:v>
                </c:pt>
                <c:pt idx="50968">
                  <c:v>0</c:v>
                </c:pt>
                <c:pt idx="50969">
                  <c:v>0</c:v>
                </c:pt>
                <c:pt idx="50970">
                  <c:v>0</c:v>
                </c:pt>
                <c:pt idx="50971">
                  <c:v>0</c:v>
                </c:pt>
                <c:pt idx="50972">
                  <c:v>0</c:v>
                </c:pt>
                <c:pt idx="50973">
                  <c:v>0</c:v>
                </c:pt>
                <c:pt idx="50974">
                  <c:v>0</c:v>
                </c:pt>
                <c:pt idx="50975">
                  <c:v>0</c:v>
                </c:pt>
                <c:pt idx="50976">
                  <c:v>0</c:v>
                </c:pt>
                <c:pt idx="50977">
                  <c:v>0</c:v>
                </c:pt>
                <c:pt idx="50978">
                  <c:v>0</c:v>
                </c:pt>
                <c:pt idx="50979">
                  <c:v>0</c:v>
                </c:pt>
                <c:pt idx="50980">
                  <c:v>0</c:v>
                </c:pt>
                <c:pt idx="50981">
                  <c:v>0</c:v>
                </c:pt>
                <c:pt idx="50982">
                  <c:v>0</c:v>
                </c:pt>
                <c:pt idx="50983">
                  <c:v>0</c:v>
                </c:pt>
                <c:pt idx="50984">
                  <c:v>0</c:v>
                </c:pt>
                <c:pt idx="50985">
                  <c:v>0</c:v>
                </c:pt>
                <c:pt idx="50986">
                  <c:v>0</c:v>
                </c:pt>
                <c:pt idx="50987">
                  <c:v>0</c:v>
                </c:pt>
                <c:pt idx="50988">
                  <c:v>0</c:v>
                </c:pt>
                <c:pt idx="50989">
                  <c:v>0</c:v>
                </c:pt>
                <c:pt idx="50990">
                  <c:v>0</c:v>
                </c:pt>
                <c:pt idx="50991">
                  <c:v>0</c:v>
                </c:pt>
                <c:pt idx="50992">
                  <c:v>0</c:v>
                </c:pt>
                <c:pt idx="50993">
                  <c:v>0</c:v>
                </c:pt>
                <c:pt idx="50994">
                  <c:v>0</c:v>
                </c:pt>
                <c:pt idx="50995">
                  <c:v>0</c:v>
                </c:pt>
                <c:pt idx="50996">
                  <c:v>0</c:v>
                </c:pt>
                <c:pt idx="50997">
                  <c:v>0</c:v>
                </c:pt>
                <c:pt idx="50998">
                  <c:v>0</c:v>
                </c:pt>
                <c:pt idx="50999">
                  <c:v>0</c:v>
                </c:pt>
                <c:pt idx="51000">
                  <c:v>0</c:v>
                </c:pt>
                <c:pt idx="51001">
                  <c:v>0</c:v>
                </c:pt>
                <c:pt idx="51002">
                  <c:v>0</c:v>
                </c:pt>
                <c:pt idx="51003">
                  <c:v>0</c:v>
                </c:pt>
                <c:pt idx="51004">
                  <c:v>0</c:v>
                </c:pt>
                <c:pt idx="51005">
                  <c:v>0</c:v>
                </c:pt>
                <c:pt idx="51006">
                  <c:v>0</c:v>
                </c:pt>
                <c:pt idx="51007">
                  <c:v>0</c:v>
                </c:pt>
                <c:pt idx="51008">
                  <c:v>0</c:v>
                </c:pt>
                <c:pt idx="51009">
                  <c:v>0</c:v>
                </c:pt>
                <c:pt idx="51010">
                  <c:v>0</c:v>
                </c:pt>
                <c:pt idx="51011">
                  <c:v>0</c:v>
                </c:pt>
                <c:pt idx="51012">
                  <c:v>0</c:v>
                </c:pt>
                <c:pt idx="51013">
                  <c:v>0</c:v>
                </c:pt>
                <c:pt idx="51014">
                  <c:v>0</c:v>
                </c:pt>
                <c:pt idx="51015">
                  <c:v>0</c:v>
                </c:pt>
                <c:pt idx="51016">
                  <c:v>0</c:v>
                </c:pt>
                <c:pt idx="51017">
                  <c:v>0</c:v>
                </c:pt>
                <c:pt idx="51018">
                  <c:v>0</c:v>
                </c:pt>
                <c:pt idx="51019">
                  <c:v>0</c:v>
                </c:pt>
                <c:pt idx="51020">
                  <c:v>0</c:v>
                </c:pt>
                <c:pt idx="51021">
                  <c:v>0</c:v>
                </c:pt>
                <c:pt idx="51022">
                  <c:v>0</c:v>
                </c:pt>
                <c:pt idx="51023">
                  <c:v>0</c:v>
                </c:pt>
                <c:pt idx="51024">
                  <c:v>0</c:v>
                </c:pt>
                <c:pt idx="51025">
                  <c:v>0</c:v>
                </c:pt>
                <c:pt idx="51026">
                  <c:v>0</c:v>
                </c:pt>
                <c:pt idx="51027">
                  <c:v>0</c:v>
                </c:pt>
                <c:pt idx="51028">
                  <c:v>0</c:v>
                </c:pt>
                <c:pt idx="51029">
                  <c:v>0</c:v>
                </c:pt>
                <c:pt idx="51030">
                  <c:v>0</c:v>
                </c:pt>
                <c:pt idx="51031">
                  <c:v>0</c:v>
                </c:pt>
                <c:pt idx="51032">
                  <c:v>0</c:v>
                </c:pt>
                <c:pt idx="51033">
                  <c:v>0</c:v>
                </c:pt>
                <c:pt idx="51034">
                  <c:v>0</c:v>
                </c:pt>
                <c:pt idx="51035">
                  <c:v>0</c:v>
                </c:pt>
                <c:pt idx="51036">
                  <c:v>0</c:v>
                </c:pt>
                <c:pt idx="51037">
                  <c:v>0</c:v>
                </c:pt>
                <c:pt idx="51038">
                  <c:v>0</c:v>
                </c:pt>
                <c:pt idx="51039">
                  <c:v>0</c:v>
                </c:pt>
                <c:pt idx="51040">
                  <c:v>0</c:v>
                </c:pt>
                <c:pt idx="51041">
                  <c:v>0</c:v>
                </c:pt>
                <c:pt idx="51042">
                  <c:v>0</c:v>
                </c:pt>
                <c:pt idx="51043">
                  <c:v>0</c:v>
                </c:pt>
                <c:pt idx="51044">
                  <c:v>0</c:v>
                </c:pt>
                <c:pt idx="51045">
                  <c:v>0</c:v>
                </c:pt>
                <c:pt idx="51046">
                  <c:v>0</c:v>
                </c:pt>
                <c:pt idx="51047">
                  <c:v>0</c:v>
                </c:pt>
                <c:pt idx="51048">
                  <c:v>0</c:v>
                </c:pt>
                <c:pt idx="51049">
                  <c:v>0</c:v>
                </c:pt>
                <c:pt idx="51050">
                  <c:v>0</c:v>
                </c:pt>
                <c:pt idx="51051">
                  <c:v>0</c:v>
                </c:pt>
                <c:pt idx="51052">
                  <c:v>0</c:v>
                </c:pt>
                <c:pt idx="51053">
                  <c:v>0</c:v>
                </c:pt>
                <c:pt idx="51054">
                  <c:v>0</c:v>
                </c:pt>
                <c:pt idx="51055">
                  <c:v>0</c:v>
                </c:pt>
                <c:pt idx="51056">
                  <c:v>0</c:v>
                </c:pt>
                <c:pt idx="51057">
                  <c:v>0</c:v>
                </c:pt>
                <c:pt idx="51058">
                  <c:v>0</c:v>
                </c:pt>
                <c:pt idx="51059">
                  <c:v>0</c:v>
                </c:pt>
                <c:pt idx="51060">
                  <c:v>0</c:v>
                </c:pt>
                <c:pt idx="51061">
                  <c:v>0</c:v>
                </c:pt>
                <c:pt idx="51062">
                  <c:v>0</c:v>
                </c:pt>
                <c:pt idx="51063">
                  <c:v>0</c:v>
                </c:pt>
                <c:pt idx="51064">
                  <c:v>0</c:v>
                </c:pt>
                <c:pt idx="51065">
                  <c:v>0</c:v>
                </c:pt>
                <c:pt idx="51066">
                  <c:v>0</c:v>
                </c:pt>
                <c:pt idx="51067">
                  <c:v>0</c:v>
                </c:pt>
                <c:pt idx="51068">
                  <c:v>0</c:v>
                </c:pt>
                <c:pt idx="51069">
                  <c:v>0</c:v>
                </c:pt>
                <c:pt idx="51070">
                  <c:v>0</c:v>
                </c:pt>
                <c:pt idx="51071">
                  <c:v>0</c:v>
                </c:pt>
                <c:pt idx="51072">
                  <c:v>0</c:v>
                </c:pt>
                <c:pt idx="51073">
                  <c:v>0</c:v>
                </c:pt>
                <c:pt idx="51074">
                  <c:v>0</c:v>
                </c:pt>
                <c:pt idx="51075">
                  <c:v>0</c:v>
                </c:pt>
                <c:pt idx="51076">
                  <c:v>0</c:v>
                </c:pt>
                <c:pt idx="51077">
                  <c:v>0</c:v>
                </c:pt>
                <c:pt idx="51078">
                  <c:v>0</c:v>
                </c:pt>
                <c:pt idx="51079">
                  <c:v>0</c:v>
                </c:pt>
                <c:pt idx="51080">
                  <c:v>0</c:v>
                </c:pt>
                <c:pt idx="51081">
                  <c:v>0</c:v>
                </c:pt>
                <c:pt idx="51082">
                  <c:v>0</c:v>
                </c:pt>
                <c:pt idx="51083">
                  <c:v>0</c:v>
                </c:pt>
                <c:pt idx="51084">
                  <c:v>0</c:v>
                </c:pt>
                <c:pt idx="51085">
                  <c:v>0</c:v>
                </c:pt>
                <c:pt idx="51086">
                  <c:v>0</c:v>
                </c:pt>
                <c:pt idx="51087">
                  <c:v>0</c:v>
                </c:pt>
                <c:pt idx="51088">
                  <c:v>0</c:v>
                </c:pt>
                <c:pt idx="51089">
                  <c:v>0</c:v>
                </c:pt>
                <c:pt idx="51090">
                  <c:v>0</c:v>
                </c:pt>
                <c:pt idx="51091">
                  <c:v>0</c:v>
                </c:pt>
                <c:pt idx="51092">
                  <c:v>0</c:v>
                </c:pt>
                <c:pt idx="51093">
                  <c:v>0</c:v>
                </c:pt>
                <c:pt idx="51094">
                  <c:v>0</c:v>
                </c:pt>
                <c:pt idx="51095">
                  <c:v>0</c:v>
                </c:pt>
                <c:pt idx="51096">
                  <c:v>0</c:v>
                </c:pt>
                <c:pt idx="51097">
                  <c:v>0</c:v>
                </c:pt>
                <c:pt idx="51098">
                  <c:v>0</c:v>
                </c:pt>
                <c:pt idx="51099">
                  <c:v>0</c:v>
                </c:pt>
                <c:pt idx="51100">
                  <c:v>0</c:v>
                </c:pt>
                <c:pt idx="51101">
                  <c:v>0</c:v>
                </c:pt>
                <c:pt idx="51102">
                  <c:v>0</c:v>
                </c:pt>
                <c:pt idx="51103">
                  <c:v>0</c:v>
                </c:pt>
                <c:pt idx="51104">
                  <c:v>0</c:v>
                </c:pt>
                <c:pt idx="51105">
                  <c:v>0</c:v>
                </c:pt>
                <c:pt idx="51106">
                  <c:v>0</c:v>
                </c:pt>
                <c:pt idx="51107">
                  <c:v>0</c:v>
                </c:pt>
                <c:pt idx="51108">
                  <c:v>0</c:v>
                </c:pt>
                <c:pt idx="51109">
                  <c:v>0</c:v>
                </c:pt>
                <c:pt idx="51110">
                  <c:v>0</c:v>
                </c:pt>
                <c:pt idx="51111">
                  <c:v>0</c:v>
                </c:pt>
                <c:pt idx="51112">
                  <c:v>0</c:v>
                </c:pt>
                <c:pt idx="51113">
                  <c:v>0</c:v>
                </c:pt>
                <c:pt idx="51114">
                  <c:v>0</c:v>
                </c:pt>
                <c:pt idx="51115">
                  <c:v>0</c:v>
                </c:pt>
                <c:pt idx="51116">
                  <c:v>0</c:v>
                </c:pt>
                <c:pt idx="51117">
                  <c:v>0</c:v>
                </c:pt>
                <c:pt idx="51118">
                  <c:v>0</c:v>
                </c:pt>
                <c:pt idx="51119">
                  <c:v>0</c:v>
                </c:pt>
                <c:pt idx="51120">
                  <c:v>0</c:v>
                </c:pt>
                <c:pt idx="51121">
                  <c:v>0</c:v>
                </c:pt>
                <c:pt idx="51122">
                  <c:v>0</c:v>
                </c:pt>
                <c:pt idx="51123">
                  <c:v>0</c:v>
                </c:pt>
                <c:pt idx="51124">
                  <c:v>0</c:v>
                </c:pt>
                <c:pt idx="51125">
                  <c:v>0</c:v>
                </c:pt>
                <c:pt idx="51126">
                  <c:v>0</c:v>
                </c:pt>
                <c:pt idx="51127">
                  <c:v>0</c:v>
                </c:pt>
                <c:pt idx="51128">
                  <c:v>0</c:v>
                </c:pt>
                <c:pt idx="51129">
                  <c:v>0</c:v>
                </c:pt>
                <c:pt idx="51130">
                  <c:v>0</c:v>
                </c:pt>
                <c:pt idx="51131">
                  <c:v>0</c:v>
                </c:pt>
                <c:pt idx="51132">
                  <c:v>0</c:v>
                </c:pt>
                <c:pt idx="51133">
                  <c:v>0</c:v>
                </c:pt>
                <c:pt idx="51134">
                  <c:v>0</c:v>
                </c:pt>
                <c:pt idx="51135">
                  <c:v>0</c:v>
                </c:pt>
                <c:pt idx="51136">
                  <c:v>0</c:v>
                </c:pt>
                <c:pt idx="51137">
                  <c:v>0</c:v>
                </c:pt>
                <c:pt idx="51138">
                  <c:v>0</c:v>
                </c:pt>
                <c:pt idx="51139">
                  <c:v>0</c:v>
                </c:pt>
                <c:pt idx="51140">
                  <c:v>0</c:v>
                </c:pt>
                <c:pt idx="51141">
                  <c:v>0</c:v>
                </c:pt>
                <c:pt idx="51142">
                  <c:v>0</c:v>
                </c:pt>
                <c:pt idx="51143">
                  <c:v>0</c:v>
                </c:pt>
                <c:pt idx="51144">
                  <c:v>0</c:v>
                </c:pt>
                <c:pt idx="51145">
                  <c:v>0</c:v>
                </c:pt>
                <c:pt idx="51146">
                  <c:v>0</c:v>
                </c:pt>
                <c:pt idx="51147">
                  <c:v>0</c:v>
                </c:pt>
                <c:pt idx="51148">
                  <c:v>0</c:v>
                </c:pt>
                <c:pt idx="51149">
                  <c:v>0</c:v>
                </c:pt>
                <c:pt idx="51150">
                  <c:v>0</c:v>
                </c:pt>
                <c:pt idx="51151">
                  <c:v>0</c:v>
                </c:pt>
                <c:pt idx="51152">
                  <c:v>0</c:v>
                </c:pt>
                <c:pt idx="51153">
                  <c:v>0</c:v>
                </c:pt>
                <c:pt idx="51154">
                  <c:v>0</c:v>
                </c:pt>
                <c:pt idx="51155">
                  <c:v>0</c:v>
                </c:pt>
                <c:pt idx="51156">
                  <c:v>0</c:v>
                </c:pt>
                <c:pt idx="51157">
                  <c:v>0</c:v>
                </c:pt>
                <c:pt idx="51158">
                  <c:v>0</c:v>
                </c:pt>
                <c:pt idx="51159">
                  <c:v>0</c:v>
                </c:pt>
                <c:pt idx="51160">
                  <c:v>0</c:v>
                </c:pt>
                <c:pt idx="51161">
                  <c:v>0</c:v>
                </c:pt>
                <c:pt idx="51162">
                  <c:v>0</c:v>
                </c:pt>
                <c:pt idx="51163">
                  <c:v>0</c:v>
                </c:pt>
                <c:pt idx="51164">
                  <c:v>0</c:v>
                </c:pt>
                <c:pt idx="51165">
                  <c:v>0</c:v>
                </c:pt>
                <c:pt idx="51166">
                  <c:v>0</c:v>
                </c:pt>
                <c:pt idx="51167">
                  <c:v>0</c:v>
                </c:pt>
                <c:pt idx="51168">
                  <c:v>0</c:v>
                </c:pt>
                <c:pt idx="51169">
                  <c:v>0</c:v>
                </c:pt>
                <c:pt idx="51170">
                  <c:v>0</c:v>
                </c:pt>
                <c:pt idx="51171">
                  <c:v>0</c:v>
                </c:pt>
                <c:pt idx="51172">
                  <c:v>0</c:v>
                </c:pt>
                <c:pt idx="51173">
                  <c:v>0</c:v>
                </c:pt>
                <c:pt idx="51174">
                  <c:v>0</c:v>
                </c:pt>
                <c:pt idx="51175">
                  <c:v>0</c:v>
                </c:pt>
                <c:pt idx="51176">
                  <c:v>0</c:v>
                </c:pt>
                <c:pt idx="51177">
                  <c:v>0</c:v>
                </c:pt>
                <c:pt idx="51178">
                  <c:v>0</c:v>
                </c:pt>
                <c:pt idx="51179">
                  <c:v>0</c:v>
                </c:pt>
                <c:pt idx="51180">
                  <c:v>0</c:v>
                </c:pt>
                <c:pt idx="51181">
                  <c:v>0</c:v>
                </c:pt>
                <c:pt idx="51182">
                  <c:v>0</c:v>
                </c:pt>
                <c:pt idx="51183">
                  <c:v>0</c:v>
                </c:pt>
                <c:pt idx="51184">
                  <c:v>0</c:v>
                </c:pt>
                <c:pt idx="51185">
                  <c:v>0</c:v>
                </c:pt>
                <c:pt idx="51186">
                  <c:v>0</c:v>
                </c:pt>
                <c:pt idx="51187">
                  <c:v>0</c:v>
                </c:pt>
                <c:pt idx="51188">
                  <c:v>0</c:v>
                </c:pt>
                <c:pt idx="51189">
                  <c:v>0</c:v>
                </c:pt>
                <c:pt idx="51190">
                  <c:v>0</c:v>
                </c:pt>
                <c:pt idx="51191">
                  <c:v>0</c:v>
                </c:pt>
                <c:pt idx="51192">
                  <c:v>0</c:v>
                </c:pt>
                <c:pt idx="51193">
                  <c:v>0</c:v>
                </c:pt>
                <c:pt idx="51194">
                  <c:v>0</c:v>
                </c:pt>
                <c:pt idx="51195">
                  <c:v>0</c:v>
                </c:pt>
                <c:pt idx="51196">
                  <c:v>0</c:v>
                </c:pt>
                <c:pt idx="51197">
                  <c:v>0</c:v>
                </c:pt>
                <c:pt idx="51198">
                  <c:v>0</c:v>
                </c:pt>
                <c:pt idx="51199">
                  <c:v>0</c:v>
                </c:pt>
                <c:pt idx="51200">
                  <c:v>0</c:v>
                </c:pt>
                <c:pt idx="51201">
                  <c:v>0</c:v>
                </c:pt>
                <c:pt idx="51202">
                  <c:v>0</c:v>
                </c:pt>
                <c:pt idx="51203">
                  <c:v>0</c:v>
                </c:pt>
                <c:pt idx="51204">
                  <c:v>0</c:v>
                </c:pt>
                <c:pt idx="51205">
                  <c:v>0</c:v>
                </c:pt>
                <c:pt idx="51206">
                  <c:v>0</c:v>
                </c:pt>
                <c:pt idx="51207">
                  <c:v>0</c:v>
                </c:pt>
                <c:pt idx="51208">
                  <c:v>0</c:v>
                </c:pt>
                <c:pt idx="51209">
                  <c:v>0</c:v>
                </c:pt>
                <c:pt idx="51210">
                  <c:v>0</c:v>
                </c:pt>
                <c:pt idx="51211">
                  <c:v>0</c:v>
                </c:pt>
                <c:pt idx="51212">
                  <c:v>0</c:v>
                </c:pt>
                <c:pt idx="51213">
                  <c:v>0</c:v>
                </c:pt>
                <c:pt idx="51214">
                  <c:v>0</c:v>
                </c:pt>
                <c:pt idx="51215">
                  <c:v>0</c:v>
                </c:pt>
                <c:pt idx="51216">
                  <c:v>0</c:v>
                </c:pt>
                <c:pt idx="51217">
                  <c:v>0</c:v>
                </c:pt>
                <c:pt idx="51218">
                  <c:v>0</c:v>
                </c:pt>
                <c:pt idx="51219">
                  <c:v>0</c:v>
                </c:pt>
                <c:pt idx="51220">
                  <c:v>0</c:v>
                </c:pt>
                <c:pt idx="51221">
                  <c:v>0</c:v>
                </c:pt>
                <c:pt idx="51222">
                  <c:v>0</c:v>
                </c:pt>
                <c:pt idx="51223">
                  <c:v>0</c:v>
                </c:pt>
                <c:pt idx="51224">
                  <c:v>0</c:v>
                </c:pt>
                <c:pt idx="51225">
                  <c:v>0</c:v>
                </c:pt>
                <c:pt idx="51226">
                  <c:v>0</c:v>
                </c:pt>
                <c:pt idx="51227">
                  <c:v>0</c:v>
                </c:pt>
                <c:pt idx="51228">
                  <c:v>0</c:v>
                </c:pt>
                <c:pt idx="51229">
                  <c:v>0</c:v>
                </c:pt>
                <c:pt idx="51230">
                  <c:v>0</c:v>
                </c:pt>
                <c:pt idx="51231">
                  <c:v>0</c:v>
                </c:pt>
                <c:pt idx="51232">
                  <c:v>0</c:v>
                </c:pt>
                <c:pt idx="51233">
                  <c:v>0</c:v>
                </c:pt>
                <c:pt idx="51234">
                  <c:v>0</c:v>
                </c:pt>
                <c:pt idx="51235">
                  <c:v>0</c:v>
                </c:pt>
                <c:pt idx="51236">
                  <c:v>0</c:v>
                </c:pt>
                <c:pt idx="51237">
                  <c:v>0</c:v>
                </c:pt>
                <c:pt idx="51238">
                  <c:v>0</c:v>
                </c:pt>
                <c:pt idx="51239">
                  <c:v>0</c:v>
                </c:pt>
                <c:pt idx="51240">
                  <c:v>0</c:v>
                </c:pt>
                <c:pt idx="51241">
                  <c:v>0</c:v>
                </c:pt>
                <c:pt idx="51242">
                  <c:v>0</c:v>
                </c:pt>
                <c:pt idx="51243">
                  <c:v>0</c:v>
                </c:pt>
                <c:pt idx="51244">
                  <c:v>0</c:v>
                </c:pt>
                <c:pt idx="51245">
                  <c:v>0</c:v>
                </c:pt>
                <c:pt idx="51246">
                  <c:v>0</c:v>
                </c:pt>
                <c:pt idx="51247">
                  <c:v>0</c:v>
                </c:pt>
                <c:pt idx="51248">
                  <c:v>0</c:v>
                </c:pt>
                <c:pt idx="51249">
                  <c:v>0</c:v>
                </c:pt>
                <c:pt idx="51250">
                  <c:v>0</c:v>
                </c:pt>
                <c:pt idx="51251">
                  <c:v>0</c:v>
                </c:pt>
                <c:pt idx="51252">
                  <c:v>0</c:v>
                </c:pt>
                <c:pt idx="51253">
                  <c:v>0</c:v>
                </c:pt>
                <c:pt idx="51254">
                  <c:v>0</c:v>
                </c:pt>
                <c:pt idx="51255">
                  <c:v>0</c:v>
                </c:pt>
                <c:pt idx="51256">
                  <c:v>0</c:v>
                </c:pt>
                <c:pt idx="51257">
                  <c:v>0</c:v>
                </c:pt>
                <c:pt idx="51258">
                  <c:v>0</c:v>
                </c:pt>
                <c:pt idx="51259">
                  <c:v>0</c:v>
                </c:pt>
                <c:pt idx="51260">
                  <c:v>0</c:v>
                </c:pt>
                <c:pt idx="51261">
                  <c:v>0</c:v>
                </c:pt>
                <c:pt idx="51262">
                  <c:v>0</c:v>
                </c:pt>
                <c:pt idx="51263">
                  <c:v>0</c:v>
                </c:pt>
                <c:pt idx="51264">
                  <c:v>0</c:v>
                </c:pt>
                <c:pt idx="51265">
                  <c:v>0</c:v>
                </c:pt>
                <c:pt idx="51266">
                  <c:v>0</c:v>
                </c:pt>
                <c:pt idx="51267">
                  <c:v>0</c:v>
                </c:pt>
                <c:pt idx="51268">
                  <c:v>0</c:v>
                </c:pt>
                <c:pt idx="51269">
                  <c:v>0</c:v>
                </c:pt>
                <c:pt idx="51270">
                  <c:v>0</c:v>
                </c:pt>
                <c:pt idx="51271">
                  <c:v>0</c:v>
                </c:pt>
                <c:pt idx="51272">
                  <c:v>0</c:v>
                </c:pt>
                <c:pt idx="51273">
                  <c:v>0</c:v>
                </c:pt>
                <c:pt idx="51274">
                  <c:v>0</c:v>
                </c:pt>
                <c:pt idx="51275">
                  <c:v>0</c:v>
                </c:pt>
                <c:pt idx="51276">
                  <c:v>0</c:v>
                </c:pt>
                <c:pt idx="51277">
                  <c:v>0</c:v>
                </c:pt>
                <c:pt idx="51278">
                  <c:v>0</c:v>
                </c:pt>
                <c:pt idx="51279">
                  <c:v>0</c:v>
                </c:pt>
                <c:pt idx="51280">
                  <c:v>0</c:v>
                </c:pt>
                <c:pt idx="51281">
                  <c:v>0</c:v>
                </c:pt>
                <c:pt idx="51282">
                  <c:v>0</c:v>
                </c:pt>
                <c:pt idx="51283">
                  <c:v>0</c:v>
                </c:pt>
                <c:pt idx="51284">
                  <c:v>0</c:v>
                </c:pt>
                <c:pt idx="51285">
                  <c:v>0</c:v>
                </c:pt>
                <c:pt idx="51286">
                  <c:v>0</c:v>
                </c:pt>
                <c:pt idx="51287">
                  <c:v>0</c:v>
                </c:pt>
                <c:pt idx="51288">
                  <c:v>0</c:v>
                </c:pt>
                <c:pt idx="51289">
                  <c:v>0</c:v>
                </c:pt>
                <c:pt idx="51290">
                  <c:v>0</c:v>
                </c:pt>
                <c:pt idx="51291">
                  <c:v>0</c:v>
                </c:pt>
                <c:pt idx="51292">
                  <c:v>0</c:v>
                </c:pt>
                <c:pt idx="51293">
                  <c:v>0</c:v>
                </c:pt>
                <c:pt idx="51294">
                  <c:v>0</c:v>
                </c:pt>
                <c:pt idx="51295">
                  <c:v>0</c:v>
                </c:pt>
                <c:pt idx="51296">
                  <c:v>0</c:v>
                </c:pt>
                <c:pt idx="51297">
                  <c:v>0</c:v>
                </c:pt>
                <c:pt idx="51298">
                  <c:v>0</c:v>
                </c:pt>
                <c:pt idx="51299">
                  <c:v>0</c:v>
                </c:pt>
                <c:pt idx="51300">
                  <c:v>0</c:v>
                </c:pt>
                <c:pt idx="51301">
                  <c:v>0</c:v>
                </c:pt>
                <c:pt idx="51302">
                  <c:v>0</c:v>
                </c:pt>
                <c:pt idx="51303">
                  <c:v>0</c:v>
                </c:pt>
                <c:pt idx="51304">
                  <c:v>0</c:v>
                </c:pt>
                <c:pt idx="51305">
                  <c:v>0</c:v>
                </c:pt>
                <c:pt idx="51306">
                  <c:v>0</c:v>
                </c:pt>
                <c:pt idx="51307">
                  <c:v>0</c:v>
                </c:pt>
                <c:pt idx="51308">
                  <c:v>0</c:v>
                </c:pt>
                <c:pt idx="51309">
                  <c:v>0</c:v>
                </c:pt>
                <c:pt idx="51310">
                  <c:v>0</c:v>
                </c:pt>
                <c:pt idx="51311">
                  <c:v>0</c:v>
                </c:pt>
                <c:pt idx="51312">
                  <c:v>0</c:v>
                </c:pt>
                <c:pt idx="51313">
                  <c:v>0</c:v>
                </c:pt>
                <c:pt idx="51314">
                  <c:v>0</c:v>
                </c:pt>
                <c:pt idx="51315">
                  <c:v>0</c:v>
                </c:pt>
                <c:pt idx="51316">
                  <c:v>0</c:v>
                </c:pt>
                <c:pt idx="51317">
                  <c:v>0</c:v>
                </c:pt>
                <c:pt idx="51318">
                  <c:v>0</c:v>
                </c:pt>
                <c:pt idx="51319">
                  <c:v>0</c:v>
                </c:pt>
                <c:pt idx="51320">
                  <c:v>0</c:v>
                </c:pt>
                <c:pt idx="51321">
                  <c:v>0</c:v>
                </c:pt>
                <c:pt idx="51322">
                  <c:v>0</c:v>
                </c:pt>
                <c:pt idx="51323">
                  <c:v>0</c:v>
                </c:pt>
                <c:pt idx="51324">
                  <c:v>0</c:v>
                </c:pt>
                <c:pt idx="51325">
                  <c:v>0</c:v>
                </c:pt>
                <c:pt idx="51326">
                  <c:v>0</c:v>
                </c:pt>
                <c:pt idx="51327">
                  <c:v>0</c:v>
                </c:pt>
                <c:pt idx="51328">
                  <c:v>0</c:v>
                </c:pt>
                <c:pt idx="51329">
                  <c:v>0</c:v>
                </c:pt>
                <c:pt idx="51330">
                  <c:v>0</c:v>
                </c:pt>
                <c:pt idx="51331">
                  <c:v>0</c:v>
                </c:pt>
                <c:pt idx="51332">
                  <c:v>0</c:v>
                </c:pt>
                <c:pt idx="51333">
                  <c:v>0</c:v>
                </c:pt>
                <c:pt idx="51334">
                  <c:v>0</c:v>
                </c:pt>
                <c:pt idx="51335">
                  <c:v>0</c:v>
                </c:pt>
                <c:pt idx="51336">
                  <c:v>0</c:v>
                </c:pt>
                <c:pt idx="51337">
                  <c:v>0</c:v>
                </c:pt>
                <c:pt idx="51338">
                  <c:v>0</c:v>
                </c:pt>
                <c:pt idx="51339">
                  <c:v>0</c:v>
                </c:pt>
                <c:pt idx="51340">
                  <c:v>0</c:v>
                </c:pt>
                <c:pt idx="51341">
                  <c:v>0</c:v>
                </c:pt>
                <c:pt idx="51342">
                  <c:v>0</c:v>
                </c:pt>
                <c:pt idx="51343">
                  <c:v>0</c:v>
                </c:pt>
                <c:pt idx="51344">
                  <c:v>0</c:v>
                </c:pt>
                <c:pt idx="51345">
                  <c:v>0</c:v>
                </c:pt>
                <c:pt idx="51346">
                  <c:v>0</c:v>
                </c:pt>
                <c:pt idx="51347">
                  <c:v>0</c:v>
                </c:pt>
                <c:pt idx="51348">
                  <c:v>0</c:v>
                </c:pt>
                <c:pt idx="51349">
                  <c:v>0</c:v>
                </c:pt>
                <c:pt idx="51350">
                  <c:v>0</c:v>
                </c:pt>
                <c:pt idx="51351">
                  <c:v>0</c:v>
                </c:pt>
                <c:pt idx="51352">
                  <c:v>0</c:v>
                </c:pt>
                <c:pt idx="51353">
                  <c:v>0</c:v>
                </c:pt>
                <c:pt idx="51354">
                  <c:v>0</c:v>
                </c:pt>
                <c:pt idx="51355">
                  <c:v>0</c:v>
                </c:pt>
                <c:pt idx="51356">
                  <c:v>0</c:v>
                </c:pt>
                <c:pt idx="51357">
                  <c:v>0</c:v>
                </c:pt>
                <c:pt idx="51358">
                  <c:v>0</c:v>
                </c:pt>
                <c:pt idx="51359">
                  <c:v>0</c:v>
                </c:pt>
                <c:pt idx="51360">
                  <c:v>0</c:v>
                </c:pt>
                <c:pt idx="51361">
                  <c:v>0</c:v>
                </c:pt>
                <c:pt idx="51362">
                  <c:v>0</c:v>
                </c:pt>
                <c:pt idx="51363">
                  <c:v>0</c:v>
                </c:pt>
                <c:pt idx="51364">
                  <c:v>0</c:v>
                </c:pt>
                <c:pt idx="51365">
                  <c:v>0</c:v>
                </c:pt>
                <c:pt idx="51366">
                  <c:v>0</c:v>
                </c:pt>
                <c:pt idx="51367">
                  <c:v>0</c:v>
                </c:pt>
                <c:pt idx="51368">
                  <c:v>0</c:v>
                </c:pt>
                <c:pt idx="51369">
                  <c:v>0</c:v>
                </c:pt>
                <c:pt idx="51370">
                  <c:v>0</c:v>
                </c:pt>
                <c:pt idx="51371">
                  <c:v>0</c:v>
                </c:pt>
                <c:pt idx="51372">
                  <c:v>0</c:v>
                </c:pt>
                <c:pt idx="51373">
                  <c:v>0</c:v>
                </c:pt>
                <c:pt idx="51374">
                  <c:v>0</c:v>
                </c:pt>
                <c:pt idx="51375">
                  <c:v>0</c:v>
                </c:pt>
                <c:pt idx="51376">
                  <c:v>0</c:v>
                </c:pt>
                <c:pt idx="51377">
                  <c:v>0</c:v>
                </c:pt>
                <c:pt idx="51378">
                  <c:v>0</c:v>
                </c:pt>
                <c:pt idx="51379">
                  <c:v>0</c:v>
                </c:pt>
                <c:pt idx="51380">
                  <c:v>0</c:v>
                </c:pt>
                <c:pt idx="51381">
                  <c:v>0</c:v>
                </c:pt>
                <c:pt idx="51382">
                  <c:v>0</c:v>
                </c:pt>
                <c:pt idx="51383">
                  <c:v>0</c:v>
                </c:pt>
                <c:pt idx="51384">
                  <c:v>0</c:v>
                </c:pt>
                <c:pt idx="51385">
                  <c:v>0</c:v>
                </c:pt>
                <c:pt idx="51386">
                  <c:v>0</c:v>
                </c:pt>
                <c:pt idx="51387">
                  <c:v>0</c:v>
                </c:pt>
                <c:pt idx="51388">
                  <c:v>0</c:v>
                </c:pt>
                <c:pt idx="51389">
                  <c:v>0</c:v>
                </c:pt>
                <c:pt idx="51390">
                  <c:v>0</c:v>
                </c:pt>
                <c:pt idx="51391">
                  <c:v>0</c:v>
                </c:pt>
                <c:pt idx="51392">
                  <c:v>0</c:v>
                </c:pt>
                <c:pt idx="51393">
                  <c:v>0</c:v>
                </c:pt>
                <c:pt idx="51394">
                  <c:v>0</c:v>
                </c:pt>
                <c:pt idx="51395">
                  <c:v>0</c:v>
                </c:pt>
                <c:pt idx="51396">
                  <c:v>0</c:v>
                </c:pt>
                <c:pt idx="51397">
                  <c:v>0</c:v>
                </c:pt>
                <c:pt idx="51398">
                  <c:v>0</c:v>
                </c:pt>
                <c:pt idx="51399">
                  <c:v>0</c:v>
                </c:pt>
                <c:pt idx="51400">
                  <c:v>0</c:v>
                </c:pt>
                <c:pt idx="51401">
                  <c:v>0</c:v>
                </c:pt>
                <c:pt idx="51402">
                  <c:v>0</c:v>
                </c:pt>
                <c:pt idx="51403">
                  <c:v>0</c:v>
                </c:pt>
                <c:pt idx="51404">
                  <c:v>0</c:v>
                </c:pt>
                <c:pt idx="51405">
                  <c:v>0</c:v>
                </c:pt>
                <c:pt idx="51406">
                  <c:v>0</c:v>
                </c:pt>
                <c:pt idx="51407">
                  <c:v>0</c:v>
                </c:pt>
                <c:pt idx="51408">
                  <c:v>0</c:v>
                </c:pt>
                <c:pt idx="51409">
                  <c:v>0</c:v>
                </c:pt>
                <c:pt idx="51410">
                  <c:v>0</c:v>
                </c:pt>
                <c:pt idx="51411">
                  <c:v>0</c:v>
                </c:pt>
                <c:pt idx="51412">
                  <c:v>0</c:v>
                </c:pt>
                <c:pt idx="51413">
                  <c:v>0</c:v>
                </c:pt>
                <c:pt idx="51414">
                  <c:v>0</c:v>
                </c:pt>
                <c:pt idx="51415">
                  <c:v>0</c:v>
                </c:pt>
                <c:pt idx="51416">
                  <c:v>0</c:v>
                </c:pt>
                <c:pt idx="51417">
                  <c:v>0</c:v>
                </c:pt>
                <c:pt idx="51418">
                  <c:v>0</c:v>
                </c:pt>
                <c:pt idx="51419">
                  <c:v>0</c:v>
                </c:pt>
                <c:pt idx="51420">
                  <c:v>0</c:v>
                </c:pt>
                <c:pt idx="51421">
                  <c:v>0</c:v>
                </c:pt>
                <c:pt idx="51422">
                  <c:v>0</c:v>
                </c:pt>
                <c:pt idx="51423">
                  <c:v>0</c:v>
                </c:pt>
                <c:pt idx="51424">
                  <c:v>0</c:v>
                </c:pt>
                <c:pt idx="51425">
                  <c:v>0</c:v>
                </c:pt>
                <c:pt idx="51426">
                  <c:v>0</c:v>
                </c:pt>
                <c:pt idx="51427">
                  <c:v>0</c:v>
                </c:pt>
                <c:pt idx="51428">
                  <c:v>0</c:v>
                </c:pt>
                <c:pt idx="51429">
                  <c:v>0</c:v>
                </c:pt>
                <c:pt idx="51430">
                  <c:v>0</c:v>
                </c:pt>
                <c:pt idx="51431">
                  <c:v>0</c:v>
                </c:pt>
                <c:pt idx="51432">
                  <c:v>0</c:v>
                </c:pt>
                <c:pt idx="51433">
                  <c:v>0</c:v>
                </c:pt>
                <c:pt idx="51434">
                  <c:v>0</c:v>
                </c:pt>
                <c:pt idx="51435">
                  <c:v>0</c:v>
                </c:pt>
                <c:pt idx="51436">
                  <c:v>0</c:v>
                </c:pt>
                <c:pt idx="51437">
                  <c:v>0</c:v>
                </c:pt>
                <c:pt idx="51438">
                  <c:v>0</c:v>
                </c:pt>
                <c:pt idx="51439">
                  <c:v>0</c:v>
                </c:pt>
                <c:pt idx="51440">
                  <c:v>0</c:v>
                </c:pt>
                <c:pt idx="51441">
                  <c:v>0</c:v>
                </c:pt>
                <c:pt idx="51442">
                  <c:v>0</c:v>
                </c:pt>
                <c:pt idx="51443">
                  <c:v>0</c:v>
                </c:pt>
                <c:pt idx="51444">
                  <c:v>0</c:v>
                </c:pt>
                <c:pt idx="51445">
                  <c:v>0</c:v>
                </c:pt>
                <c:pt idx="51446">
                  <c:v>0</c:v>
                </c:pt>
                <c:pt idx="51447">
                  <c:v>0</c:v>
                </c:pt>
                <c:pt idx="51448">
                  <c:v>0</c:v>
                </c:pt>
                <c:pt idx="51449">
                  <c:v>0</c:v>
                </c:pt>
                <c:pt idx="51450">
                  <c:v>0</c:v>
                </c:pt>
                <c:pt idx="51451">
                  <c:v>0</c:v>
                </c:pt>
                <c:pt idx="51452">
                  <c:v>0</c:v>
                </c:pt>
                <c:pt idx="51453">
                  <c:v>0</c:v>
                </c:pt>
                <c:pt idx="51454">
                  <c:v>0</c:v>
                </c:pt>
                <c:pt idx="51455">
                  <c:v>0</c:v>
                </c:pt>
                <c:pt idx="51456">
                  <c:v>0</c:v>
                </c:pt>
                <c:pt idx="51457">
                  <c:v>0</c:v>
                </c:pt>
                <c:pt idx="51458">
                  <c:v>0</c:v>
                </c:pt>
                <c:pt idx="51459">
                  <c:v>0</c:v>
                </c:pt>
                <c:pt idx="51460">
                  <c:v>0</c:v>
                </c:pt>
                <c:pt idx="51461">
                  <c:v>0</c:v>
                </c:pt>
                <c:pt idx="51462">
                  <c:v>0</c:v>
                </c:pt>
                <c:pt idx="51463">
                  <c:v>0</c:v>
                </c:pt>
                <c:pt idx="51464">
                  <c:v>0</c:v>
                </c:pt>
                <c:pt idx="51465">
                  <c:v>0</c:v>
                </c:pt>
                <c:pt idx="51466">
                  <c:v>0</c:v>
                </c:pt>
                <c:pt idx="51467">
                  <c:v>0</c:v>
                </c:pt>
                <c:pt idx="51468">
                  <c:v>0</c:v>
                </c:pt>
                <c:pt idx="51469">
                  <c:v>0</c:v>
                </c:pt>
                <c:pt idx="51470">
                  <c:v>0</c:v>
                </c:pt>
                <c:pt idx="51471">
                  <c:v>0</c:v>
                </c:pt>
                <c:pt idx="51472">
                  <c:v>0</c:v>
                </c:pt>
                <c:pt idx="51473">
                  <c:v>0</c:v>
                </c:pt>
                <c:pt idx="51474">
                  <c:v>0</c:v>
                </c:pt>
                <c:pt idx="51475">
                  <c:v>0</c:v>
                </c:pt>
                <c:pt idx="51476">
                  <c:v>0</c:v>
                </c:pt>
                <c:pt idx="51477">
                  <c:v>0</c:v>
                </c:pt>
                <c:pt idx="51478">
                  <c:v>0</c:v>
                </c:pt>
                <c:pt idx="51479">
                  <c:v>0</c:v>
                </c:pt>
                <c:pt idx="51480">
                  <c:v>0</c:v>
                </c:pt>
                <c:pt idx="51481">
                  <c:v>0</c:v>
                </c:pt>
                <c:pt idx="51482">
                  <c:v>0</c:v>
                </c:pt>
                <c:pt idx="51483">
                  <c:v>0</c:v>
                </c:pt>
                <c:pt idx="51484">
                  <c:v>0</c:v>
                </c:pt>
                <c:pt idx="51485">
                  <c:v>0</c:v>
                </c:pt>
                <c:pt idx="51486">
                  <c:v>0</c:v>
                </c:pt>
                <c:pt idx="51487">
                  <c:v>0</c:v>
                </c:pt>
                <c:pt idx="51488">
                  <c:v>0</c:v>
                </c:pt>
                <c:pt idx="51489">
                  <c:v>0</c:v>
                </c:pt>
                <c:pt idx="51490">
                  <c:v>0</c:v>
                </c:pt>
                <c:pt idx="51491">
                  <c:v>0</c:v>
                </c:pt>
                <c:pt idx="51492">
                  <c:v>0</c:v>
                </c:pt>
                <c:pt idx="51493">
                  <c:v>0</c:v>
                </c:pt>
                <c:pt idx="51494">
                  <c:v>0</c:v>
                </c:pt>
                <c:pt idx="51495">
                  <c:v>0</c:v>
                </c:pt>
                <c:pt idx="51496">
                  <c:v>0</c:v>
                </c:pt>
                <c:pt idx="51497">
                  <c:v>0</c:v>
                </c:pt>
                <c:pt idx="51498">
                  <c:v>0</c:v>
                </c:pt>
                <c:pt idx="51499">
                  <c:v>0</c:v>
                </c:pt>
                <c:pt idx="51500">
                  <c:v>0</c:v>
                </c:pt>
                <c:pt idx="51501">
                  <c:v>0</c:v>
                </c:pt>
                <c:pt idx="51502">
                  <c:v>0</c:v>
                </c:pt>
                <c:pt idx="51503">
                  <c:v>0</c:v>
                </c:pt>
                <c:pt idx="51504">
                  <c:v>0</c:v>
                </c:pt>
                <c:pt idx="51505">
                  <c:v>0</c:v>
                </c:pt>
                <c:pt idx="51506">
                  <c:v>0</c:v>
                </c:pt>
                <c:pt idx="51507">
                  <c:v>0</c:v>
                </c:pt>
                <c:pt idx="51508">
                  <c:v>0</c:v>
                </c:pt>
                <c:pt idx="51509">
                  <c:v>0</c:v>
                </c:pt>
                <c:pt idx="51510">
                  <c:v>0</c:v>
                </c:pt>
                <c:pt idx="51511">
                  <c:v>0</c:v>
                </c:pt>
                <c:pt idx="51512">
                  <c:v>0</c:v>
                </c:pt>
                <c:pt idx="51513">
                  <c:v>0</c:v>
                </c:pt>
                <c:pt idx="51514">
                  <c:v>0</c:v>
                </c:pt>
                <c:pt idx="51515">
                  <c:v>0</c:v>
                </c:pt>
                <c:pt idx="51516">
                  <c:v>0</c:v>
                </c:pt>
                <c:pt idx="51517">
                  <c:v>0</c:v>
                </c:pt>
                <c:pt idx="51518">
                  <c:v>0</c:v>
                </c:pt>
                <c:pt idx="51519">
                  <c:v>0</c:v>
                </c:pt>
                <c:pt idx="51520">
                  <c:v>0</c:v>
                </c:pt>
                <c:pt idx="51521">
                  <c:v>0</c:v>
                </c:pt>
                <c:pt idx="51522">
                  <c:v>0</c:v>
                </c:pt>
                <c:pt idx="51523">
                  <c:v>0</c:v>
                </c:pt>
                <c:pt idx="51524">
                  <c:v>0</c:v>
                </c:pt>
                <c:pt idx="51525">
                  <c:v>0</c:v>
                </c:pt>
                <c:pt idx="51526">
                  <c:v>0</c:v>
                </c:pt>
                <c:pt idx="51527">
                  <c:v>0</c:v>
                </c:pt>
                <c:pt idx="51528">
                  <c:v>0</c:v>
                </c:pt>
                <c:pt idx="51529">
                  <c:v>0</c:v>
                </c:pt>
                <c:pt idx="51530">
                  <c:v>0</c:v>
                </c:pt>
                <c:pt idx="51531">
                  <c:v>0</c:v>
                </c:pt>
                <c:pt idx="51532">
                  <c:v>0</c:v>
                </c:pt>
                <c:pt idx="51533">
                  <c:v>0</c:v>
                </c:pt>
                <c:pt idx="51534">
                  <c:v>0</c:v>
                </c:pt>
                <c:pt idx="51535">
                  <c:v>0</c:v>
                </c:pt>
                <c:pt idx="51536">
                  <c:v>0</c:v>
                </c:pt>
                <c:pt idx="51537">
                  <c:v>0</c:v>
                </c:pt>
                <c:pt idx="51538">
                  <c:v>0</c:v>
                </c:pt>
                <c:pt idx="51539">
                  <c:v>0</c:v>
                </c:pt>
                <c:pt idx="51540">
                  <c:v>0</c:v>
                </c:pt>
                <c:pt idx="51541">
                  <c:v>0</c:v>
                </c:pt>
                <c:pt idx="51542">
                  <c:v>0</c:v>
                </c:pt>
                <c:pt idx="51543">
                  <c:v>0</c:v>
                </c:pt>
                <c:pt idx="51544">
                  <c:v>0</c:v>
                </c:pt>
                <c:pt idx="51545">
                  <c:v>0</c:v>
                </c:pt>
                <c:pt idx="51546">
                  <c:v>0</c:v>
                </c:pt>
                <c:pt idx="51547">
                  <c:v>0</c:v>
                </c:pt>
                <c:pt idx="51548">
                  <c:v>0</c:v>
                </c:pt>
                <c:pt idx="51549">
                  <c:v>0</c:v>
                </c:pt>
                <c:pt idx="51550">
                  <c:v>0</c:v>
                </c:pt>
                <c:pt idx="51551">
                  <c:v>0</c:v>
                </c:pt>
                <c:pt idx="51552">
                  <c:v>0</c:v>
                </c:pt>
                <c:pt idx="51553">
                  <c:v>0</c:v>
                </c:pt>
                <c:pt idx="51554">
                  <c:v>0</c:v>
                </c:pt>
                <c:pt idx="51555">
                  <c:v>0</c:v>
                </c:pt>
                <c:pt idx="51556">
                  <c:v>0</c:v>
                </c:pt>
                <c:pt idx="51557">
                  <c:v>0</c:v>
                </c:pt>
                <c:pt idx="51558">
                  <c:v>0</c:v>
                </c:pt>
                <c:pt idx="51559">
                  <c:v>0</c:v>
                </c:pt>
                <c:pt idx="51560">
                  <c:v>0</c:v>
                </c:pt>
                <c:pt idx="51561">
                  <c:v>0</c:v>
                </c:pt>
                <c:pt idx="51562">
                  <c:v>0</c:v>
                </c:pt>
                <c:pt idx="51563">
                  <c:v>0</c:v>
                </c:pt>
                <c:pt idx="51564">
                  <c:v>0</c:v>
                </c:pt>
                <c:pt idx="51565">
                  <c:v>0</c:v>
                </c:pt>
                <c:pt idx="51566">
                  <c:v>0</c:v>
                </c:pt>
                <c:pt idx="51567">
                  <c:v>0</c:v>
                </c:pt>
                <c:pt idx="51568">
                  <c:v>0</c:v>
                </c:pt>
                <c:pt idx="51569">
                  <c:v>0</c:v>
                </c:pt>
                <c:pt idx="51570">
                  <c:v>0</c:v>
                </c:pt>
                <c:pt idx="51571">
                  <c:v>0</c:v>
                </c:pt>
                <c:pt idx="51572">
                  <c:v>0</c:v>
                </c:pt>
                <c:pt idx="51573">
                  <c:v>0</c:v>
                </c:pt>
                <c:pt idx="51574">
                  <c:v>0</c:v>
                </c:pt>
                <c:pt idx="51575">
                  <c:v>0</c:v>
                </c:pt>
                <c:pt idx="51576">
                  <c:v>0</c:v>
                </c:pt>
                <c:pt idx="51577">
                  <c:v>0</c:v>
                </c:pt>
                <c:pt idx="51578">
                  <c:v>0</c:v>
                </c:pt>
                <c:pt idx="51579">
                  <c:v>0</c:v>
                </c:pt>
                <c:pt idx="51580">
                  <c:v>0</c:v>
                </c:pt>
                <c:pt idx="51581">
                  <c:v>0</c:v>
                </c:pt>
                <c:pt idx="51582">
                  <c:v>0</c:v>
                </c:pt>
                <c:pt idx="51583">
                  <c:v>0</c:v>
                </c:pt>
                <c:pt idx="51584">
                  <c:v>0</c:v>
                </c:pt>
                <c:pt idx="51585">
                  <c:v>0</c:v>
                </c:pt>
                <c:pt idx="51586">
                  <c:v>0</c:v>
                </c:pt>
                <c:pt idx="51587">
                  <c:v>0</c:v>
                </c:pt>
                <c:pt idx="51588">
                  <c:v>0</c:v>
                </c:pt>
                <c:pt idx="51589">
                  <c:v>0</c:v>
                </c:pt>
                <c:pt idx="51590">
                  <c:v>0</c:v>
                </c:pt>
                <c:pt idx="51591">
                  <c:v>0</c:v>
                </c:pt>
                <c:pt idx="51592">
                  <c:v>0</c:v>
                </c:pt>
                <c:pt idx="51593">
                  <c:v>0</c:v>
                </c:pt>
                <c:pt idx="51594">
                  <c:v>0</c:v>
                </c:pt>
                <c:pt idx="51595">
                  <c:v>0</c:v>
                </c:pt>
                <c:pt idx="51596">
                  <c:v>0</c:v>
                </c:pt>
                <c:pt idx="51597">
                  <c:v>0</c:v>
                </c:pt>
                <c:pt idx="51598">
                  <c:v>0</c:v>
                </c:pt>
                <c:pt idx="51599">
                  <c:v>0</c:v>
                </c:pt>
                <c:pt idx="51600">
                  <c:v>0</c:v>
                </c:pt>
                <c:pt idx="51601">
                  <c:v>0</c:v>
                </c:pt>
                <c:pt idx="51602">
                  <c:v>0</c:v>
                </c:pt>
                <c:pt idx="51603">
                  <c:v>0</c:v>
                </c:pt>
                <c:pt idx="51604">
                  <c:v>0</c:v>
                </c:pt>
                <c:pt idx="51605">
                  <c:v>0</c:v>
                </c:pt>
                <c:pt idx="51606">
                  <c:v>0</c:v>
                </c:pt>
                <c:pt idx="51607">
                  <c:v>0</c:v>
                </c:pt>
                <c:pt idx="51608">
                  <c:v>0</c:v>
                </c:pt>
                <c:pt idx="51609">
                  <c:v>0</c:v>
                </c:pt>
                <c:pt idx="51610">
                  <c:v>0</c:v>
                </c:pt>
                <c:pt idx="51611">
                  <c:v>0</c:v>
                </c:pt>
                <c:pt idx="51612">
                  <c:v>0</c:v>
                </c:pt>
                <c:pt idx="51613">
                  <c:v>0</c:v>
                </c:pt>
                <c:pt idx="51614">
                  <c:v>0</c:v>
                </c:pt>
                <c:pt idx="51615">
                  <c:v>0</c:v>
                </c:pt>
                <c:pt idx="51616">
                  <c:v>0</c:v>
                </c:pt>
                <c:pt idx="51617">
                  <c:v>0</c:v>
                </c:pt>
                <c:pt idx="51618">
                  <c:v>0</c:v>
                </c:pt>
                <c:pt idx="51619">
                  <c:v>0</c:v>
                </c:pt>
                <c:pt idx="51620">
                  <c:v>0</c:v>
                </c:pt>
                <c:pt idx="51621">
                  <c:v>0</c:v>
                </c:pt>
                <c:pt idx="51622">
                  <c:v>0</c:v>
                </c:pt>
                <c:pt idx="51623">
                  <c:v>0</c:v>
                </c:pt>
                <c:pt idx="51624">
                  <c:v>0</c:v>
                </c:pt>
                <c:pt idx="51625">
                  <c:v>0</c:v>
                </c:pt>
                <c:pt idx="51626">
                  <c:v>0</c:v>
                </c:pt>
                <c:pt idx="51627">
                  <c:v>0</c:v>
                </c:pt>
                <c:pt idx="51628">
                  <c:v>0</c:v>
                </c:pt>
                <c:pt idx="51629">
                  <c:v>0</c:v>
                </c:pt>
                <c:pt idx="51630">
                  <c:v>0</c:v>
                </c:pt>
                <c:pt idx="51631">
                  <c:v>0</c:v>
                </c:pt>
                <c:pt idx="51632">
                  <c:v>0</c:v>
                </c:pt>
                <c:pt idx="51633">
                  <c:v>0</c:v>
                </c:pt>
                <c:pt idx="51634">
                  <c:v>0</c:v>
                </c:pt>
                <c:pt idx="51635">
                  <c:v>0</c:v>
                </c:pt>
                <c:pt idx="51636">
                  <c:v>0</c:v>
                </c:pt>
                <c:pt idx="51637">
                  <c:v>0</c:v>
                </c:pt>
                <c:pt idx="51638">
                  <c:v>0</c:v>
                </c:pt>
                <c:pt idx="51639">
                  <c:v>0</c:v>
                </c:pt>
                <c:pt idx="51640">
                  <c:v>0</c:v>
                </c:pt>
                <c:pt idx="51641">
                  <c:v>0</c:v>
                </c:pt>
                <c:pt idx="51642">
                  <c:v>0</c:v>
                </c:pt>
                <c:pt idx="51643">
                  <c:v>0</c:v>
                </c:pt>
                <c:pt idx="51644">
                  <c:v>0</c:v>
                </c:pt>
                <c:pt idx="51645">
                  <c:v>0</c:v>
                </c:pt>
                <c:pt idx="51646">
                  <c:v>0</c:v>
                </c:pt>
                <c:pt idx="51647">
                  <c:v>0</c:v>
                </c:pt>
                <c:pt idx="51648">
                  <c:v>0</c:v>
                </c:pt>
                <c:pt idx="51649">
                  <c:v>0</c:v>
                </c:pt>
                <c:pt idx="51650">
                  <c:v>0</c:v>
                </c:pt>
                <c:pt idx="51651">
                  <c:v>0</c:v>
                </c:pt>
                <c:pt idx="51652">
                  <c:v>0</c:v>
                </c:pt>
                <c:pt idx="51653">
                  <c:v>0</c:v>
                </c:pt>
                <c:pt idx="51654">
                  <c:v>0</c:v>
                </c:pt>
                <c:pt idx="51655">
                  <c:v>0</c:v>
                </c:pt>
                <c:pt idx="51656">
                  <c:v>0</c:v>
                </c:pt>
                <c:pt idx="51657">
                  <c:v>0</c:v>
                </c:pt>
                <c:pt idx="51658">
                  <c:v>0</c:v>
                </c:pt>
                <c:pt idx="51659">
                  <c:v>0</c:v>
                </c:pt>
                <c:pt idx="51660">
                  <c:v>0</c:v>
                </c:pt>
                <c:pt idx="51661">
                  <c:v>0</c:v>
                </c:pt>
                <c:pt idx="51662">
                  <c:v>0</c:v>
                </c:pt>
                <c:pt idx="51663">
                  <c:v>0</c:v>
                </c:pt>
                <c:pt idx="51664">
                  <c:v>0</c:v>
                </c:pt>
                <c:pt idx="51665">
                  <c:v>0</c:v>
                </c:pt>
                <c:pt idx="51666">
                  <c:v>0</c:v>
                </c:pt>
                <c:pt idx="51667">
                  <c:v>0</c:v>
                </c:pt>
                <c:pt idx="51668">
                  <c:v>0</c:v>
                </c:pt>
                <c:pt idx="51669">
                  <c:v>0</c:v>
                </c:pt>
                <c:pt idx="51670">
                  <c:v>0</c:v>
                </c:pt>
                <c:pt idx="51671">
                  <c:v>0</c:v>
                </c:pt>
                <c:pt idx="51672">
                  <c:v>0</c:v>
                </c:pt>
                <c:pt idx="51673">
                  <c:v>0</c:v>
                </c:pt>
                <c:pt idx="51674">
                  <c:v>0</c:v>
                </c:pt>
                <c:pt idx="51675">
                  <c:v>0</c:v>
                </c:pt>
                <c:pt idx="51676">
                  <c:v>0</c:v>
                </c:pt>
                <c:pt idx="51677">
                  <c:v>0</c:v>
                </c:pt>
                <c:pt idx="51678">
                  <c:v>0</c:v>
                </c:pt>
                <c:pt idx="51679">
                  <c:v>0</c:v>
                </c:pt>
                <c:pt idx="51680">
                  <c:v>0</c:v>
                </c:pt>
                <c:pt idx="51681">
                  <c:v>0</c:v>
                </c:pt>
                <c:pt idx="51682">
                  <c:v>0</c:v>
                </c:pt>
                <c:pt idx="51683">
                  <c:v>0</c:v>
                </c:pt>
                <c:pt idx="51684">
                  <c:v>0</c:v>
                </c:pt>
                <c:pt idx="51685">
                  <c:v>0</c:v>
                </c:pt>
                <c:pt idx="51686">
                  <c:v>0</c:v>
                </c:pt>
                <c:pt idx="51687">
                  <c:v>0</c:v>
                </c:pt>
                <c:pt idx="51688">
                  <c:v>0</c:v>
                </c:pt>
                <c:pt idx="51689">
                  <c:v>0</c:v>
                </c:pt>
                <c:pt idx="51690">
                  <c:v>0</c:v>
                </c:pt>
                <c:pt idx="51691">
                  <c:v>0</c:v>
                </c:pt>
                <c:pt idx="51692">
                  <c:v>0</c:v>
                </c:pt>
                <c:pt idx="51693">
                  <c:v>0</c:v>
                </c:pt>
                <c:pt idx="51694">
                  <c:v>0</c:v>
                </c:pt>
                <c:pt idx="51695">
                  <c:v>0</c:v>
                </c:pt>
                <c:pt idx="51696">
                  <c:v>0</c:v>
                </c:pt>
                <c:pt idx="51697">
                  <c:v>0</c:v>
                </c:pt>
                <c:pt idx="51698">
                  <c:v>0</c:v>
                </c:pt>
                <c:pt idx="51699">
                  <c:v>0</c:v>
                </c:pt>
                <c:pt idx="51700">
                  <c:v>0</c:v>
                </c:pt>
                <c:pt idx="51701">
                  <c:v>0</c:v>
                </c:pt>
                <c:pt idx="51702">
                  <c:v>0</c:v>
                </c:pt>
                <c:pt idx="51703">
                  <c:v>0</c:v>
                </c:pt>
                <c:pt idx="51704">
                  <c:v>0</c:v>
                </c:pt>
                <c:pt idx="51705">
                  <c:v>0</c:v>
                </c:pt>
                <c:pt idx="51706">
                  <c:v>0</c:v>
                </c:pt>
                <c:pt idx="51707">
                  <c:v>0</c:v>
                </c:pt>
                <c:pt idx="51708">
                  <c:v>0</c:v>
                </c:pt>
                <c:pt idx="51709">
                  <c:v>0</c:v>
                </c:pt>
                <c:pt idx="51710">
                  <c:v>0</c:v>
                </c:pt>
                <c:pt idx="51711">
                  <c:v>0</c:v>
                </c:pt>
                <c:pt idx="51712">
                  <c:v>0</c:v>
                </c:pt>
                <c:pt idx="51713">
                  <c:v>0</c:v>
                </c:pt>
                <c:pt idx="51714">
                  <c:v>0</c:v>
                </c:pt>
                <c:pt idx="51715">
                  <c:v>0</c:v>
                </c:pt>
                <c:pt idx="51716">
                  <c:v>0</c:v>
                </c:pt>
                <c:pt idx="51717">
                  <c:v>0</c:v>
                </c:pt>
                <c:pt idx="51718">
                  <c:v>0</c:v>
                </c:pt>
                <c:pt idx="51719">
                  <c:v>0</c:v>
                </c:pt>
                <c:pt idx="51720">
                  <c:v>0</c:v>
                </c:pt>
                <c:pt idx="51721">
                  <c:v>0</c:v>
                </c:pt>
                <c:pt idx="51722">
                  <c:v>0</c:v>
                </c:pt>
                <c:pt idx="51723">
                  <c:v>0</c:v>
                </c:pt>
                <c:pt idx="51724">
                  <c:v>0</c:v>
                </c:pt>
                <c:pt idx="51725">
                  <c:v>0</c:v>
                </c:pt>
                <c:pt idx="51726">
                  <c:v>0</c:v>
                </c:pt>
                <c:pt idx="51727">
                  <c:v>0</c:v>
                </c:pt>
                <c:pt idx="51728">
                  <c:v>0</c:v>
                </c:pt>
                <c:pt idx="51729">
                  <c:v>0</c:v>
                </c:pt>
                <c:pt idx="51730">
                  <c:v>0</c:v>
                </c:pt>
                <c:pt idx="51731">
                  <c:v>0</c:v>
                </c:pt>
                <c:pt idx="51732">
                  <c:v>0</c:v>
                </c:pt>
                <c:pt idx="51733">
                  <c:v>0</c:v>
                </c:pt>
                <c:pt idx="51734">
                  <c:v>0</c:v>
                </c:pt>
                <c:pt idx="51735">
                  <c:v>0</c:v>
                </c:pt>
                <c:pt idx="51736">
                  <c:v>0</c:v>
                </c:pt>
                <c:pt idx="51737">
                  <c:v>0</c:v>
                </c:pt>
                <c:pt idx="51738">
                  <c:v>0</c:v>
                </c:pt>
                <c:pt idx="51739">
                  <c:v>0</c:v>
                </c:pt>
                <c:pt idx="51740">
                  <c:v>0</c:v>
                </c:pt>
                <c:pt idx="51741">
                  <c:v>0</c:v>
                </c:pt>
                <c:pt idx="51742">
                  <c:v>0</c:v>
                </c:pt>
                <c:pt idx="51743">
                  <c:v>0</c:v>
                </c:pt>
                <c:pt idx="51744">
                  <c:v>0</c:v>
                </c:pt>
                <c:pt idx="51745">
                  <c:v>0</c:v>
                </c:pt>
                <c:pt idx="51746">
                  <c:v>0</c:v>
                </c:pt>
                <c:pt idx="51747">
                  <c:v>0</c:v>
                </c:pt>
                <c:pt idx="51748">
                  <c:v>0</c:v>
                </c:pt>
                <c:pt idx="51749">
                  <c:v>0</c:v>
                </c:pt>
                <c:pt idx="51750">
                  <c:v>0</c:v>
                </c:pt>
                <c:pt idx="51751">
                  <c:v>0</c:v>
                </c:pt>
                <c:pt idx="51752">
                  <c:v>0</c:v>
                </c:pt>
                <c:pt idx="51753">
                  <c:v>0</c:v>
                </c:pt>
                <c:pt idx="51754">
                  <c:v>0</c:v>
                </c:pt>
                <c:pt idx="51755">
                  <c:v>0</c:v>
                </c:pt>
                <c:pt idx="51756">
                  <c:v>0</c:v>
                </c:pt>
                <c:pt idx="51757">
                  <c:v>0</c:v>
                </c:pt>
                <c:pt idx="51758">
                  <c:v>0</c:v>
                </c:pt>
                <c:pt idx="51759">
                  <c:v>0</c:v>
                </c:pt>
                <c:pt idx="51760">
                  <c:v>0</c:v>
                </c:pt>
                <c:pt idx="51761">
                  <c:v>0</c:v>
                </c:pt>
                <c:pt idx="51762">
                  <c:v>0</c:v>
                </c:pt>
                <c:pt idx="51763">
                  <c:v>0</c:v>
                </c:pt>
                <c:pt idx="51764">
                  <c:v>0</c:v>
                </c:pt>
                <c:pt idx="51765">
                  <c:v>0</c:v>
                </c:pt>
                <c:pt idx="51766">
                  <c:v>0</c:v>
                </c:pt>
                <c:pt idx="51767">
                  <c:v>0</c:v>
                </c:pt>
                <c:pt idx="51768">
                  <c:v>0</c:v>
                </c:pt>
                <c:pt idx="51769">
                  <c:v>0</c:v>
                </c:pt>
                <c:pt idx="51770">
                  <c:v>0</c:v>
                </c:pt>
                <c:pt idx="51771">
                  <c:v>0</c:v>
                </c:pt>
                <c:pt idx="51772">
                  <c:v>0</c:v>
                </c:pt>
                <c:pt idx="51773">
                  <c:v>0</c:v>
                </c:pt>
                <c:pt idx="51774">
                  <c:v>0</c:v>
                </c:pt>
                <c:pt idx="51775">
                  <c:v>0</c:v>
                </c:pt>
                <c:pt idx="51776">
                  <c:v>0</c:v>
                </c:pt>
                <c:pt idx="51777">
                  <c:v>0</c:v>
                </c:pt>
                <c:pt idx="51778">
                  <c:v>0</c:v>
                </c:pt>
                <c:pt idx="51779">
                  <c:v>0</c:v>
                </c:pt>
                <c:pt idx="51780">
                  <c:v>0</c:v>
                </c:pt>
                <c:pt idx="51781">
                  <c:v>0</c:v>
                </c:pt>
                <c:pt idx="51782">
                  <c:v>0</c:v>
                </c:pt>
                <c:pt idx="51783">
                  <c:v>0</c:v>
                </c:pt>
                <c:pt idx="51784">
                  <c:v>0</c:v>
                </c:pt>
                <c:pt idx="51785">
                  <c:v>0</c:v>
                </c:pt>
                <c:pt idx="51786">
                  <c:v>0</c:v>
                </c:pt>
                <c:pt idx="51787">
                  <c:v>0</c:v>
                </c:pt>
                <c:pt idx="51788">
                  <c:v>0</c:v>
                </c:pt>
                <c:pt idx="51789">
                  <c:v>0</c:v>
                </c:pt>
                <c:pt idx="51790">
                  <c:v>0</c:v>
                </c:pt>
                <c:pt idx="51791">
                  <c:v>0</c:v>
                </c:pt>
                <c:pt idx="51792">
                  <c:v>0</c:v>
                </c:pt>
                <c:pt idx="51793">
                  <c:v>0</c:v>
                </c:pt>
                <c:pt idx="51794">
                  <c:v>0</c:v>
                </c:pt>
                <c:pt idx="51795">
                  <c:v>0</c:v>
                </c:pt>
                <c:pt idx="51796">
                  <c:v>0</c:v>
                </c:pt>
                <c:pt idx="51797">
                  <c:v>0</c:v>
                </c:pt>
                <c:pt idx="51798">
                  <c:v>0</c:v>
                </c:pt>
                <c:pt idx="51799">
                  <c:v>0</c:v>
                </c:pt>
                <c:pt idx="51800">
                  <c:v>0</c:v>
                </c:pt>
                <c:pt idx="51801">
                  <c:v>0</c:v>
                </c:pt>
                <c:pt idx="51802">
                  <c:v>0</c:v>
                </c:pt>
                <c:pt idx="51803">
                  <c:v>0</c:v>
                </c:pt>
                <c:pt idx="51804">
                  <c:v>0</c:v>
                </c:pt>
                <c:pt idx="51805">
                  <c:v>0</c:v>
                </c:pt>
                <c:pt idx="51806">
                  <c:v>0</c:v>
                </c:pt>
                <c:pt idx="51807">
                  <c:v>0</c:v>
                </c:pt>
                <c:pt idx="51808">
                  <c:v>0</c:v>
                </c:pt>
                <c:pt idx="51809">
                  <c:v>0</c:v>
                </c:pt>
                <c:pt idx="51810">
                  <c:v>0</c:v>
                </c:pt>
                <c:pt idx="51811">
                  <c:v>0</c:v>
                </c:pt>
                <c:pt idx="51812">
                  <c:v>0</c:v>
                </c:pt>
                <c:pt idx="51813">
                  <c:v>0</c:v>
                </c:pt>
                <c:pt idx="51814">
                  <c:v>0</c:v>
                </c:pt>
                <c:pt idx="51815">
                  <c:v>0</c:v>
                </c:pt>
                <c:pt idx="51816">
                  <c:v>0</c:v>
                </c:pt>
                <c:pt idx="51817">
                  <c:v>0</c:v>
                </c:pt>
                <c:pt idx="51818">
                  <c:v>0</c:v>
                </c:pt>
                <c:pt idx="51819">
                  <c:v>0</c:v>
                </c:pt>
                <c:pt idx="51820">
                  <c:v>0</c:v>
                </c:pt>
                <c:pt idx="51821">
                  <c:v>0</c:v>
                </c:pt>
                <c:pt idx="51822">
                  <c:v>0</c:v>
                </c:pt>
                <c:pt idx="51823">
                  <c:v>0</c:v>
                </c:pt>
                <c:pt idx="51824">
                  <c:v>0</c:v>
                </c:pt>
                <c:pt idx="51825">
                  <c:v>0</c:v>
                </c:pt>
                <c:pt idx="51826">
                  <c:v>0</c:v>
                </c:pt>
                <c:pt idx="51827">
                  <c:v>0</c:v>
                </c:pt>
                <c:pt idx="51828">
                  <c:v>0</c:v>
                </c:pt>
                <c:pt idx="51829">
                  <c:v>0</c:v>
                </c:pt>
                <c:pt idx="51830">
                  <c:v>0</c:v>
                </c:pt>
                <c:pt idx="51831">
                  <c:v>0</c:v>
                </c:pt>
                <c:pt idx="51832">
                  <c:v>0</c:v>
                </c:pt>
                <c:pt idx="51833">
                  <c:v>0</c:v>
                </c:pt>
                <c:pt idx="51834">
                  <c:v>0</c:v>
                </c:pt>
                <c:pt idx="51835">
                  <c:v>0</c:v>
                </c:pt>
                <c:pt idx="51836">
                  <c:v>0</c:v>
                </c:pt>
                <c:pt idx="51837">
                  <c:v>0</c:v>
                </c:pt>
                <c:pt idx="51838">
                  <c:v>0</c:v>
                </c:pt>
                <c:pt idx="51839">
                  <c:v>0</c:v>
                </c:pt>
                <c:pt idx="51840">
                  <c:v>0</c:v>
                </c:pt>
                <c:pt idx="51841">
                  <c:v>0</c:v>
                </c:pt>
                <c:pt idx="51842">
                  <c:v>0</c:v>
                </c:pt>
                <c:pt idx="51843">
                  <c:v>0</c:v>
                </c:pt>
                <c:pt idx="51844">
                  <c:v>0</c:v>
                </c:pt>
                <c:pt idx="51845">
                  <c:v>0</c:v>
                </c:pt>
                <c:pt idx="51846">
                  <c:v>0</c:v>
                </c:pt>
                <c:pt idx="51847">
                  <c:v>0</c:v>
                </c:pt>
                <c:pt idx="51848">
                  <c:v>0</c:v>
                </c:pt>
                <c:pt idx="51849">
                  <c:v>0</c:v>
                </c:pt>
                <c:pt idx="51850">
                  <c:v>0</c:v>
                </c:pt>
                <c:pt idx="51851">
                  <c:v>0</c:v>
                </c:pt>
                <c:pt idx="51852">
                  <c:v>0</c:v>
                </c:pt>
                <c:pt idx="51853">
                  <c:v>0</c:v>
                </c:pt>
                <c:pt idx="51854">
                  <c:v>0</c:v>
                </c:pt>
                <c:pt idx="51855">
                  <c:v>0</c:v>
                </c:pt>
                <c:pt idx="51856">
                  <c:v>0</c:v>
                </c:pt>
                <c:pt idx="51857">
                  <c:v>0</c:v>
                </c:pt>
                <c:pt idx="51858">
                  <c:v>0</c:v>
                </c:pt>
                <c:pt idx="51859">
                  <c:v>0</c:v>
                </c:pt>
                <c:pt idx="51860">
                  <c:v>0</c:v>
                </c:pt>
                <c:pt idx="51861">
                  <c:v>0</c:v>
                </c:pt>
                <c:pt idx="51862">
                  <c:v>0</c:v>
                </c:pt>
                <c:pt idx="51863">
                  <c:v>0</c:v>
                </c:pt>
                <c:pt idx="51864">
                  <c:v>0</c:v>
                </c:pt>
                <c:pt idx="51865">
                  <c:v>0</c:v>
                </c:pt>
                <c:pt idx="51866">
                  <c:v>0</c:v>
                </c:pt>
                <c:pt idx="51867">
                  <c:v>0</c:v>
                </c:pt>
                <c:pt idx="51868">
                  <c:v>0</c:v>
                </c:pt>
                <c:pt idx="51869">
                  <c:v>0</c:v>
                </c:pt>
                <c:pt idx="51870">
                  <c:v>0</c:v>
                </c:pt>
                <c:pt idx="51871">
                  <c:v>0</c:v>
                </c:pt>
                <c:pt idx="51872">
                  <c:v>0</c:v>
                </c:pt>
                <c:pt idx="51873">
                  <c:v>0</c:v>
                </c:pt>
                <c:pt idx="51874">
                  <c:v>0</c:v>
                </c:pt>
                <c:pt idx="51875">
                  <c:v>0</c:v>
                </c:pt>
                <c:pt idx="51876">
                  <c:v>0</c:v>
                </c:pt>
                <c:pt idx="51877">
                  <c:v>0</c:v>
                </c:pt>
                <c:pt idx="51878">
                  <c:v>0</c:v>
                </c:pt>
                <c:pt idx="51879">
                  <c:v>0</c:v>
                </c:pt>
                <c:pt idx="51880">
                  <c:v>0</c:v>
                </c:pt>
                <c:pt idx="51881">
                  <c:v>0</c:v>
                </c:pt>
                <c:pt idx="51882">
                  <c:v>0</c:v>
                </c:pt>
                <c:pt idx="51883">
                  <c:v>0</c:v>
                </c:pt>
                <c:pt idx="51884">
                  <c:v>0</c:v>
                </c:pt>
                <c:pt idx="51885">
                  <c:v>0</c:v>
                </c:pt>
                <c:pt idx="51886">
                  <c:v>0</c:v>
                </c:pt>
                <c:pt idx="51887">
                  <c:v>0</c:v>
                </c:pt>
                <c:pt idx="51888">
                  <c:v>0</c:v>
                </c:pt>
                <c:pt idx="51889">
                  <c:v>0</c:v>
                </c:pt>
                <c:pt idx="51890">
                  <c:v>0</c:v>
                </c:pt>
                <c:pt idx="51891">
                  <c:v>0</c:v>
                </c:pt>
                <c:pt idx="51892">
                  <c:v>0</c:v>
                </c:pt>
                <c:pt idx="51893">
                  <c:v>0</c:v>
                </c:pt>
                <c:pt idx="51894">
                  <c:v>0</c:v>
                </c:pt>
                <c:pt idx="51895">
                  <c:v>0</c:v>
                </c:pt>
                <c:pt idx="51896">
                  <c:v>0</c:v>
                </c:pt>
                <c:pt idx="51897">
                  <c:v>0</c:v>
                </c:pt>
                <c:pt idx="51898">
                  <c:v>0</c:v>
                </c:pt>
                <c:pt idx="51899">
                  <c:v>0</c:v>
                </c:pt>
                <c:pt idx="51900">
                  <c:v>0</c:v>
                </c:pt>
                <c:pt idx="51901">
                  <c:v>0</c:v>
                </c:pt>
                <c:pt idx="51902">
                  <c:v>0</c:v>
                </c:pt>
                <c:pt idx="51903">
                  <c:v>0</c:v>
                </c:pt>
                <c:pt idx="51904">
                  <c:v>0</c:v>
                </c:pt>
                <c:pt idx="51905">
                  <c:v>0</c:v>
                </c:pt>
                <c:pt idx="51906">
                  <c:v>0</c:v>
                </c:pt>
                <c:pt idx="51907">
                  <c:v>0</c:v>
                </c:pt>
                <c:pt idx="51908">
                  <c:v>0</c:v>
                </c:pt>
                <c:pt idx="51909">
                  <c:v>0</c:v>
                </c:pt>
                <c:pt idx="51910">
                  <c:v>0</c:v>
                </c:pt>
                <c:pt idx="51911">
                  <c:v>0</c:v>
                </c:pt>
                <c:pt idx="51912">
                  <c:v>0</c:v>
                </c:pt>
                <c:pt idx="51913">
                  <c:v>0</c:v>
                </c:pt>
                <c:pt idx="51914">
                  <c:v>0</c:v>
                </c:pt>
                <c:pt idx="51915">
                  <c:v>0</c:v>
                </c:pt>
                <c:pt idx="51916">
                  <c:v>0</c:v>
                </c:pt>
                <c:pt idx="51917">
                  <c:v>0</c:v>
                </c:pt>
                <c:pt idx="51918">
                  <c:v>0</c:v>
                </c:pt>
                <c:pt idx="51919">
                  <c:v>0</c:v>
                </c:pt>
                <c:pt idx="51920">
                  <c:v>0</c:v>
                </c:pt>
                <c:pt idx="51921">
                  <c:v>0</c:v>
                </c:pt>
                <c:pt idx="51922">
                  <c:v>0</c:v>
                </c:pt>
                <c:pt idx="51923">
                  <c:v>0</c:v>
                </c:pt>
                <c:pt idx="51924">
                  <c:v>0</c:v>
                </c:pt>
                <c:pt idx="51925">
                  <c:v>0</c:v>
                </c:pt>
                <c:pt idx="51926">
                  <c:v>0</c:v>
                </c:pt>
                <c:pt idx="51927">
                  <c:v>0</c:v>
                </c:pt>
                <c:pt idx="51928">
                  <c:v>0</c:v>
                </c:pt>
                <c:pt idx="51929">
                  <c:v>0</c:v>
                </c:pt>
                <c:pt idx="51930">
                  <c:v>0</c:v>
                </c:pt>
                <c:pt idx="51931">
                  <c:v>0</c:v>
                </c:pt>
                <c:pt idx="51932">
                  <c:v>0</c:v>
                </c:pt>
                <c:pt idx="51933">
                  <c:v>0</c:v>
                </c:pt>
                <c:pt idx="51934">
                  <c:v>0</c:v>
                </c:pt>
                <c:pt idx="51935">
                  <c:v>0</c:v>
                </c:pt>
                <c:pt idx="51936">
                  <c:v>0</c:v>
                </c:pt>
                <c:pt idx="51937">
                  <c:v>0</c:v>
                </c:pt>
                <c:pt idx="51938">
                  <c:v>0</c:v>
                </c:pt>
                <c:pt idx="51939">
                  <c:v>0</c:v>
                </c:pt>
                <c:pt idx="51940">
                  <c:v>0</c:v>
                </c:pt>
                <c:pt idx="51941">
                  <c:v>0</c:v>
                </c:pt>
                <c:pt idx="51942">
                  <c:v>0</c:v>
                </c:pt>
                <c:pt idx="51943">
                  <c:v>0</c:v>
                </c:pt>
                <c:pt idx="51944">
                  <c:v>0</c:v>
                </c:pt>
                <c:pt idx="51945">
                  <c:v>0</c:v>
                </c:pt>
                <c:pt idx="51946">
                  <c:v>0</c:v>
                </c:pt>
                <c:pt idx="51947">
                  <c:v>0</c:v>
                </c:pt>
                <c:pt idx="51948">
                  <c:v>0</c:v>
                </c:pt>
                <c:pt idx="51949">
                  <c:v>0</c:v>
                </c:pt>
                <c:pt idx="51950">
                  <c:v>0</c:v>
                </c:pt>
                <c:pt idx="51951">
                  <c:v>0</c:v>
                </c:pt>
                <c:pt idx="51952">
                  <c:v>0</c:v>
                </c:pt>
                <c:pt idx="51953">
                  <c:v>0</c:v>
                </c:pt>
                <c:pt idx="51954">
                  <c:v>0</c:v>
                </c:pt>
                <c:pt idx="51955">
                  <c:v>0</c:v>
                </c:pt>
                <c:pt idx="51956">
                  <c:v>0</c:v>
                </c:pt>
                <c:pt idx="51957">
                  <c:v>0</c:v>
                </c:pt>
                <c:pt idx="51958">
                  <c:v>0</c:v>
                </c:pt>
                <c:pt idx="51959">
                  <c:v>0</c:v>
                </c:pt>
                <c:pt idx="51960">
                  <c:v>0</c:v>
                </c:pt>
                <c:pt idx="51961">
                  <c:v>0</c:v>
                </c:pt>
                <c:pt idx="51962">
                  <c:v>0</c:v>
                </c:pt>
                <c:pt idx="51963">
                  <c:v>0</c:v>
                </c:pt>
                <c:pt idx="51964">
                  <c:v>0</c:v>
                </c:pt>
                <c:pt idx="51965">
                  <c:v>0</c:v>
                </c:pt>
                <c:pt idx="51966">
                  <c:v>0</c:v>
                </c:pt>
                <c:pt idx="51967">
                  <c:v>0</c:v>
                </c:pt>
                <c:pt idx="51968">
                  <c:v>0</c:v>
                </c:pt>
                <c:pt idx="51969">
                  <c:v>0</c:v>
                </c:pt>
                <c:pt idx="51970">
                  <c:v>0</c:v>
                </c:pt>
                <c:pt idx="51971">
                  <c:v>0</c:v>
                </c:pt>
                <c:pt idx="51972">
                  <c:v>0</c:v>
                </c:pt>
                <c:pt idx="51973">
                  <c:v>0</c:v>
                </c:pt>
                <c:pt idx="51974">
                  <c:v>0</c:v>
                </c:pt>
                <c:pt idx="51975">
                  <c:v>0</c:v>
                </c:pt>
                <c:pt idx="51976">
                  <c:v>0</c:v>
                </c:pt>
                <c:pt idx="51977">
                  <c:v>0</c:v>
                </c:pt>
                <c:pt idx="51978">
                  <c:v>0</c:v>
                </c:pt>
                <c:pt idx="51979">
                  <c:v>0</c:v>
                </c:pt>
                <c:pt idx="51980">
                  <c:v>0</c:v>
                </c:pt>
                <c:pt idx="51981">
                  <c:v>0</c:v>
                </c:pt>
                <c:pt idx="51982">
                  <c:v>0</c:v>
                </c:pt>
                <c:pt idx="51983">
                  <c:v>0</c:v>
                </c:pt>
                <c:pt idx="51984">
                  <c:v>0</c:v>
                </c:pt>
                <c:pt idx="51985">
                  <c:v>0</c:v>
                </c:pt>
                <c:pt idx="51986">
                  <c:v>0</c:v>
                </c:pt>
                <c:pt idx="51987">
                  <c:v>0</c:v>
                </c:pt>
                <c:pt idx="51988">
                  <c:v>0</c:v>
                </c:pt>
                <c:pt idx="51989">
                  <c:v>0</c:v>
                </c:pt>
                <c:pt idx="51990">
                  <c:v>0</c:v>
                </c:pt>
                <c:pt idx="51991">
                  <c:v>0</c:v>
                </c:pt>
                <c:pt idx="51992">
                  <c:v>0</c:v>
                </c:pt>
                <c:pt idx="51993">
                  <c:v>0</c:v>
                </c:pt>
                <c:pt idx="51994">
                  <c:v>0</c:v>
                </c:pt>
                <c:pt idx="51995">
                  <c:v>0</c:v>
                </c:pt>
                <c:pt idx="51996">
                  <c:v>0</c:v>
                </c:pt>
                <c:pt idx="51997">
                  <c:v>0</c:v>
                </c:pt>
                <c:pt idx="51998">
                  <c:v>0</c:v>
                </c:pt>
                <c:pt idx="51999">
                  <c:v>0</c:v>
                </c:pt>
                <c:pt idx="52000">
                  <c:v>0</c:v>
                </c:pt>
                <c:pt idx="52001">
                  <c:v>0</c:v>
                </c:pt>
                <c:pt idx="52002">
                  <c:v>0</c:v>
                </c:pt>
                <c:pt idx="52003">
                  <c:v>0</c:v>
                </c:pt>
                <c:pt idx="52004">
                  <c:v>0</c:v>
                </c:pt>
                <c:pt idx="52005">
                  <c:v>0</c:v>
                </c:pt>
                <c:pt idx="52006">
                  <c:v>0</c:v>
                </c:pt>
                <c:pt idx="52007">
                  <c:v>0</c:v>
                </c:pt>
                <c:pt idx="52008">
                  <c:v>0</c:v>
                </c:pt>
                <c:pt idx="52009">
                  <c:v>0</c:v>
                </c:pt>
                <c:pt idx="52010">
                  <c:v>0</c:v>
                </c:pt>
                <c:pt idx="52011">
                  <c:v>0</c:v>
                </c:pt>
                <c:pt idx="52012">
                  <c:v>0</c:v>
                </c:pt>
                <c:pt idx="52013">
                  <c:v>0</c:v>
                </c:pt>
                <c:pt idx="52014">
                  <c:v>0</c:v>
                </c:pt>
                <c:pt idx="52015">
                  <c:v>0</c:v>
                </c:pt>
                <c:pt idx="52016">
                  <c:v>0</c:v>
                </c:pt>
                <c:pt idx="52017">
                  <c:v>0</c:v>
                </c:pt>
                <c:pt idx="52018">
                  <c:v>0</c:v>
                </c:pt>
                <c:pt idx="52019">
                  <c:v>0</c:v>
                </c:pt>
                <c:pt idx="52020">
                  <c:v>0</c:v>
                </c:pt>
                <c:pt idx="52021">
                  <c:v>0</c:v>
                </c:pt>
                <c:pt idx="52022">
                  <c:v>0</c:v>
                </c:pt>
                <c:pt idx="52023">
                  <c:v>0</c:v>
                </c:pt>
                <c:pt idx="52024">
                  <c:v>0</c:v>
                </c:pt>
                <c:pt idx="52025">
                  <c:v>0</c:v>
                </c:pt>
                <c:pt idx="52026">
                  <c:v>0</c:v>
                </c:pt>
                <c:pt idx="52027">
                  <c:v>0</c:v>
                </c:pt>
                <c:pt idx="52028">
                  <c:v>0</c:v>
                </c:pt>
                <c:pt idx="52029">
                  <c:v>0</c:v>
                </c:pt>
                <c:pt idx="52030">
                  <c:v>0</c:v>
                </c:pt>
                <c:pt idx="52031">
                  <c:v>0</c:v>
                </c:pt>
                <c:pt idx="52032">
                  <c:v>0</c:v>
                </c:pt>
                <c:pt idx="52033">
                  <c:v>0</c:v>
                </c:pt>
                <c:pt idx="52034">
                  <c:v>0</c:v>
                </c:pt>
                <c:pt idx="52035">
                  <c:v>0</c:v>
                </c:pt>
                <c:pt idx="52036">
                  <c:v>0</c:v>
                </c:pt>
                <c:pt idx="52037">
                  <c:v>0</c:v>
                </c:pt>
                <c:pt idx="52038">
                  <c:v>0</c:v>
                </c:pt>
                <c:pt idx="52039">
                  <c:v>0</c:v>
                </c:pt>
                <c:pt idx="52040">
                  <c:v>0</c:v>
                </c:pt>
                <c:pt idx="52041">
                  <c:v>0</c:v>
                </c:pt>
                <c:pt idx="52042">
                  <c:v>0</c:v>
                </c:pt>
                <c:pt idx="52043">
                  <c:v>0</c:v>
                </c:pt>
                <c:pt idx="52044">
                  <c:v>0</c:v>
                </c:pt>
                <c:pt idx="52045">
                  <c:v>0</c:v>
                </c:pt>
                <c:pt idx="52046">
                  <c:v>0</c:v>
                </c:pt>
                <c:pt idx="52047">
                  <c:v>0</c:v>
                </c:pt>
                <c:pt idx="52048">
                  <c:v>0</c:v>
                </c:pt>
                <c:pt idx="52049">
                  <c:v>0</c:v>
                </c:pt>
                <c:pt idx="52050">
                  <c:v>0</c:v>
                </c:pt>
                <c:pt idx="52051">
                  <c:v>0</c:v>
                </c:pt>
                <c:pt idx="52052">
                  <c:v>0</c:v>
                </c:pt>
                <c:pt idx="52053">
                  <c:v>0</c:v>
                </c:pt>
                <c:pt idx="52054">
                  <c:v>0</c:v>
                </c:pt>
                <c:pt idx="52055">
                  <c:v>0</c:v>
                </c:pt>
                <c:pt idx="52056">
                  <c:v>0</c:v>
                </c:pt>
                <c:pt idx="52057">
                  <c:v>0</c:v>
                </c:pt>
                <c:pt idx="52058">
                  <c:v>0</c:v>
                </c:pt>
                <c:pt idx="52059">
                  <c:v>0</c:v>
                </c:pt>
                <c:pt idx="52060">
                  <c:v>0</c:v>
                </c:pt>
                <c:pt idx="52061">
                  <c:v>0</c:v>
                </c:pt>
                <c:pt idx="52062">
                  <c:v>0</c:v>
                </c:pt>
                <c:pt idx="52063">
                  <c:v>0</c:v>
                </c:pt>
                <c:pt idx="52064">
                  <c:v>0</c:v>
                </c:pt>
                <c:pt idx="52065">
                  <c:v>0</c:v>
                </c:pt>
                <c:pt idx="52066">
                  <c:v>0</c:v>
                </c:pt>
                <c:pt idx="52067">
                  <c:v>0</c:v>
                </c:pt>
                <c:pt idx="52068">
                  <c:v>0</c:v>
                </c:pt>
                <c:pt idx="52069">
                  <c:v>0</c:v>
                </c:pt>
                <c:pt idx="52070">
                  <c:v>0</c:v>
                </c:pt>
                <c:pt idx="52071">
                  <c:v>0</c:v>
                </c:pt>
                <c:pt idx="52072">
                  <c:v>0</c:v>
                </c:pt>
                <c:pt idx="52073">
                  <c:v>0</c:v>
                </c:pt>
                <c:pt idx="52074">
                  <c:v>0</c:v>
                </c:pt>
                <c:pt idx="52075">
                  <c:v>0</c:v>
                </c:pt>
                <c:pt idx="52076">
                  <c:v>0</c:v>
                </c:pt>
                <c:pt idx="52077">
                  <c:v>0</c:v>
                </c:pt>
                <c:pt idx="52078">
                  <c:v>0</c:v>
                </c:pt>
                <c:pt idx="52079">
                  <c:v>0</c:v>
                </c:pt>
                <c:pt idx="52080">
                  <c:v>0</c:v>
                </c:pt>
                <c:pt idx="52081">
                  <c:v>0</c:v>
                </c:pt>
                <c:pt idx="52082">
                  <c:v>0</c:v>
                </c:pt>
                <c:pt idx="52083">
                  <c:v>0</c:v>
                </c:pt>
                <c:pt idx="52084">
                  <c:v>0</c:v>
                </c:pt>
                <c:pt idx="52085">
                  <c:v>0</c:v>
                </c:pt>
                <c:pt idx="52086">
                  <c:v>0</c:v>
                </c:pt>
                <c:pt idx="52087">
                  <c:v>0</c:v>
                </c:pt>
                <c:pt idx="52088">
                  <c:v>0</c:v>
                </c:pt>
                <c:pt idx="52089">
                  <c:v>0</c:v>
                </c:pt>
                <c:pt idx="52090">
                  <c:v>0</c:v>
                </c:pt>
                <c:pt idx="52091">
                  <c:v>0</c:v>
                </c:pt>
                <c:pt idx="52092">
                  <c:v>0</c:v>
                </c:pt>
                <c:pt idx="52093">
                  <c:v>0</c:v>
                </c:pt>
                <c:pt idx="52094">
                  <c:v>0</c:v>
                </c:pt>
                <c:pt idx="52095">
                  <c:v>0</c:v>
                </c:pt>
                <c:pt idx="52096">
                  <c:v>0</c:v>
                </c:pt>
                <c:pt idx="52097">
                  <c:v>0</c:v>
                </c:pt>
                <c:pt idx="52098">
                  <c:v>0</c:v>
                </c:pt>
                <c:pt idx="52099">
                  <c:v>0</c:v>
                </c:pt>
                <c:pt idx="52100">
                  <c:v>0</c:v>
                </c:pt>
                <c:pt idx="52101">
                  <c:v>0</c:v>
                </c:pt>
                <c:pt idx="52102">
                  <c:v>0</c:v>
                </c:pt>
                <c:pt idx="52103">
                  <c:v>0</c:v>
                </c:pt>
                <c:pt idx="52104">
                  <c:v>0</c:v>
                </c:pt>
                <c:pt idx="52105">
                  <c:v>0</c:v>
                </c:pt>
                <c:pt idx="52106">
                  <c:v>0</c:v>
                </c:pt>
                <c:pt idx="52107">
                  <c:v>0</c:v>
                </c:pt>
                <c:pt idx="52108">
                  <c:v>0</c:v>
                </c:pt>
                <c:pt idx="52109">
                  <c:v>0</c:v>
                </c:pt>
                <c:pt idx="52110">
                  <c:v>0</c:v>
                </c:pt>
                <c:pt idx="52111">
                  <c:v>0</c:v>
                </c:pt>
                <c:pt idx="52112">
                  <c:v>0</c:v>
                </c:pt>
                <c:pt idx="52113">
                  <c:v>0</c:v>
                </c:pt>
                <c:pt idx="52114">
                  <c:v>0</c:v>
                </c:pt>
                <c:pt idx="52115">
                  <c:v>0</c:v>
                </c:pt>
                <c:pt idx="52116">
                  <c:v>0</c:v>
                </c:pt>
                <c:pt idx="52117">
                  <c:v>0</c:v>
                </c:pt>
                <c:pt idx="52118">
                  <c:v>0</c:v>
                </c:pt>
                <c:pt idx="52119">
                  <c:v>0</c:v>
                </c:pt>
                <c:pt idx="52120">
                  <c:v>0</c:v>
                </c:pt>
                <c:pt idx="52121">
                  <c:v>0</c:v>
                </c:pt>
                <c:pt idx="52122">
                  <c:v>0</c:v>
                </c:pt>
                <c:pt idx="52123">
                  <c:v>0</c:v>
                </c:pt>
                <c:pt idx="52124">
                  <c:v>0</c:v>
                </c:pt>
                <c:pt idx="52125">
                  <c:v>0</c:v>
                </c:pt>
                <c:pt idx="52126">
                  <c:v>0</c:v>
                </c:pt>
                <c:pt idx="52127">
                  <c:v>0</c:v>
                </c:pt>
                <c:pt idx="52128">
                  <c:v>0</c:v>
                </c:pt>
                <c:pt idx="52129">
                  <c:v>0</c:v>
                </c:pt>
                <c:pt idx="52130">
                  <c:v>0</c:v>
                </c:pt>
                <c:pt idx="52131">
                  <c:v>0</c:v>
                </c:pt>
                <c:pt idx="52132">
                  <c:v>0</c:v>
                </c:pt>
                <c:pt idx="52133">
                  <c:v>0</c:v>
                </c:pt>
                <c:pt idx="52134">
                  <c:v>0</c:v>
                </c:pt>
                <c:pt idx="52135">
                  <c:v>0</c:v>
                </c:pt>
                <c:pt idx="52136">
                  <c:v>0</c:v>
                </c:pt>
                <c:pt idx="52137">
                  <c:v>0</c:v>
                </c:pt>
                <c:pt idx="52138">
                  <c:v>0</c:v>
                </c:pt>
                <c:pt idx="52139">
                  <c:v>0</c:v>
                </c:pt>
                <c:pt idx="52140">
                  <c:v>0</c:v>
                </c:pt>
                <c:pt idx="52141">
                  <c:v>0</c:v>
                </c:pt>
                <c:pt idx="52142">
                  <c:v>0</c:v>
                </c:pt>
                <c:pt idx="52143">
                  <c:v>0</c:v>
                </c:pt>
                <c:pt idx="52144">
                  <c:v>0</c:v>
                </c:pt>
                <c:pt idx="52145">
                  <c:v>0</c:v>
                </c:pt>
                <c:pt idx="52146">
                  <c:v>0</c:v>
                </c:pt>
                <c:pt idx="52147">
                  <c:v>0</c:v>
                </c:pt>
                <c:pt idx="52148">
                  <c:v>0</c:v>
                </c:pt>
                <c:pt idx="52149">
                  <c:v>0</c:v>
                </c:pt>
                <c:pt idx="52150">
                  <c:v>0</c:v>
                </c:pt>
                <c:pt idx="52151">
                  <c:v>0</c:v>
                </c:pt>
                <c:pt idx="52152">
                  <c:v>0</c:v>
                </c:pt>
                <c:pt idx="52153">
                  <c:v>0</c:v>
                </c:pt>
                <c:pt idx="52154">
                  <c:v>0</c:v>
                </c:pt>
                <c:pt idx="52155">
                  <c:v>0</c:v>
                </c:pt>
                <c:pt idx="52156">
                  <c:v>0</c:v>
                </c:pt>
                <c:pt idx="52157">
                  <c:v>0</c:v>
                </c:pt>
                <c:pt idx="52158">
                  <c:v>0</c:v>
                </c:pt>
                <c:pt idx="52159">
                  <c:v>0</c:v>
                </c:pt>
                <c:pt idx="52160">
                  <c:v>0</c:v>
                </c:pt>
                <c:pt idx="52161">
                  <c:v>0</c:v>
                </c:pt>
                <c:pt idx="52162">
                  <c:v>0</c:v>
                </c:pt>
                <c:pt idx="52163">
                  <c:v>0</c:v>
                </c:pt>
                <c:pt idx="52164">
                  <c:v>0</c:v>
                </c:pt>
                <c:pt idx="52165">
                  <c:v>0</c:v>
                </c:pt>
                <c:pt idx="52166">
                  <c:v>0</c:v>
                </c:pt>
                <c:pt idx="52167">
                  <c:v>0</c:v>
                </c:pt>
                <c:pt idx="52168">
                  <c:v>0</c:v>
                </c:pt>
                <c:pt idx="52169">
                  <c:v>0</c:v>
                </c:pt>
                <c:pt idx="52170">
                  <c:v>0</c:v>
                </c:pt>
                <c:pt idx="52171">
                  <c:v>0</c:v>
                </c:pt>
                <c:pt idx="52172">
                  <c:v>0</c:v>
                </c:pt>
                <c:pt idx="52173">
                  <c:v>0</c:v>
                </c:pt>
                <c:pt idx="52174">
                  <c:v>0</c:v>
                </c:pt>
                <c:pt idx="52175">
                  <c:v>0</c:v>
                </c:pt>
                <c:pt idx="52176">
                  <c:v>0</c:v>
                </c:pt>
                <c:pt idx="52177">
                  <c:v>0</c:v>
                </c:pt>
                <c:pt idx="52178">
                  <c:v>0</c:v>
                </c:pt>
                <c:pt idx="52179">
                  <c:v>0</c:v>
                </c:pt>
                <c:pt idx="52180">
                  <c:v>0</c:v>
                </c:pt>
                <c:pt idx="52181">
                  <c:v>0</c:v>
                </c:pt>
                <c:pt idx="52182">
                  <c:v>0</c:v>
                </c:pt>
                <c:pt idx="52183">
                  <c:v>0</c:v>
                </c:pt>
                <c:pt idx="52184">
                  <c:v>0</c:v>
                </c:pt>
                <c:pt idx="52185">
                  <c:v>0</c:v>
                </c:pt>
                <c:pt idx="52186">
                  <c:v>0</c:v>
                </c:pt>
                <c:pt idx="52187">
                  <c:v>0</c:v>
                </c:pt>
                <c:pt idx="52188">
                  <c:v>0</c:v>
                </c:pt>
                <c:pt idx="52189">
                  <c:v>0</c:v>
                </c:pt>
                <c:pt idx="52190">
                  <c:v>0</c:v>
                </c:pt>
                <c:pt idx="52191">
                  <c:v>0</c:v>
                </c:pt>
                <c:pt idx="52192">
                  <c:v>0</c:v>
                </c:pt>
                <c:pt idx="52193">
                  <c:v>0</c:v>
                </c:pt>
                <c:pt idx="52194">
                  <c:v>0</c:v>
                </c:pt>
                <c:pt idx="52195">
                  <c:v>0</c:v>
                </c:pt>
                <c:pt idx="52196">
                  <c:v>0</c:v>
                </c:pt>
                <c:pt idx="52197">
                  <c:v>0</c:v>
                </c:pt>
                <c:pt idx="52198">
                  <c:v>0</c:v>
                </c:pt>
                <c:pt idx="52199">
                  <c:v>0</c:v>
                </c:pt>
                <c:pt idx="52200">
                  <c:v>0</c:v>
                </c:pt>
                <c:pt idx="52201">
                  <c:v>0</c:v>
                </c:pt>
                <c:pt idx="52202">
                  <c:v>0</c:v>
                </c:pt>
                <c:pt idx="52203">
                  <c:v>0</c:v>
                </c:pt>
                <c:pt idx="52204">
                  <c:v>0</c:v>
                </c:pt>
                <c:pt idx="52205">
                  <c:v>0</c:v>
                </c:pt>
                <c:pt idx="52206">
                  <c:v>0</c:v>
                </c:pt>
                <c:pt idx="52207">
                  <c:v>0</c:v>
                </c:pt>
                <c:pt idx="52208">
                  <c:v>0</c:v>
                </c:pt>
                <c:pt idx="52209">
                  <c:v>0</c:v>
                </c:pt>
                <c:pt idx="52210">
                  <c:v>0</c:v>
                </c:pt>
                <c:pt idx="52211">
                  <c:v>0</c:v>
                </c:pt>
                <c:pt idx="52212">
                  <c:v>0</c:v>
                </c:pt>
                <c:pt idx="52213">
                  <c:v>0</c:v>
                </c:pt>
                <c:pt idx="52214">
                  <c:v>0</c:v>
                </c:pt>
                <c:pt idx="52215">
                  <c:v>0</c:v>
                </c:pt>
                <c:pt idx="52216">
                  <c:v>0</c:v>
                </c:pt>
                <c:pt idx="52217">
                  <c:v>0</c:v>
                </c:pt>
                <c:pt idx="52218">
                  <c:v>0</c:v>
                </c:pt>
                <c:pt idx="52219">
                  <c:v>0</c:v>
                </c:pt>
                <c:pt idx="52220">
                  <c:v>0</c:v>
                </c:pt>
                <c:pt idx="52221">
                  <c:v>0</c:v>
                </c:pt>
                <c:pt idx="52222">
                  <c:v>0</c:v>
                </c:pt>
                <c:pt idx="52223">
                  <c:v>0</c:v>
                </c:pt>
                <c:pt idx="52224">
                  <c:v>0</c:v>
                </c:pt>
                <c:pt idx="52225">
                  <c:v>0</c:v>
                </c:pt>
                <c:pt idx="52226">
                  <c:v>0</c:v>
                </c:pt>
                <c:pt idx="52227">
                  <c:v>0</c:v>
                </c:pt>
                <c:pt idx="52228">
                  <c:v>0</c:v>
                </c:pt>
                <c:pt idx="52229">
                  <c:v>0</c:v>
                </c:pt>
                <c:pt idx="52230">
                  <c:v>0</c:v>
                </c:pt>
                <c:pt idx="52231">
                  <c:v>0</c:v>
                </c:pt>
                <c:pt idx="52232">
                  <c:v>0</c:v>
                </c:pt>
                <c:pt idx="52233">
                  <c:v>0</c:v>
                </c:pt>
                <c:pt idx="52234">
                  <c:v>0</c:v>
                </c:pt>
                <c:pt idx="52235">
                  <c:v>0</c:v>
                </c:pt>
                <c:pt idx="52236">
                  <c:v>0</c:v>
                </c:pt>
                <c:pt idx="52237">
                  <c:v>0</c:v>
                </c:pt>
                <c:pt idx="52238">
                  <c:v>0</c:v>
                </c:pt>
                <c:pt idx="52239">
                  <c:v>0</c:v>
                </c:pt>
                <c:pt idx="52240">
                  <c:v>0</c:v>
                </c:pt>
                <c:pt idx="52241">
                  <c:v>0</c:v>
                </c:pt>
                <c:pt idx="52242">
                  <c:v>0</c:v>
                </c:pt>
                <c:pt idx="52243">
                  <c:v>0</c:v>
                </c:pt>
                <c:pt idx="52244">
                  <c:v>0</c:v>
                </c:pt>
                <c:pt idx="52245">
                  <c:v>0</c:v>
                </c:pt>
                <c:pt idx="52246">
                  <c:v>0</c:v>
                </c:pt>
                <c:pt idx="52247">
                  <c:v>0</c:v>
                </c:pt>
                <c:pt idx="52248">
                  <c:v>0</c:v>
                </c:pt>
                <c:pt idx="52249">
                  <c:v>0</c:v>
                </c:pt>
                <c:pt idx="52250">
                  <c:v>0</c:v>
                </c:pt>
                <c:pt idx="52251">
                  <c:v>0</c:v>
                </c:pt>
                <c:pt idx="52252">
                  <c:v>0</c:v>
                </c:pt>
                <c:pt idx="52253">
                  <c:v>0</c:v>
                </c:pt>
                <c:pt idx="52254">
                  <c:v>0</c:v>
                </c:pt>
                <c:pt idx="52255">
                  <c:v>0</c:v>
                </c:pt>
                <c:pt idx="52256">
                  <c:v>0</c:v>
                </c:pt>
                <c:pt idx="52257">
                  <c:v>0</c:v>
                </c:pt>
                <c:pt idx="52258">
                  <c:v>0</c:v>
                </c:pt>
                <c:pt idx="52259">
                  <c:v>0</c:v>
                </c:pt>
                <c:pt idx="52260">
                  <c:v>0</c:v>
                </c:pt>
                <c:pt idx="52261">
                  <c:v>0</c:v>
                </c:pt>
                <c:pt idx="52262">
                  <c:v>0</c:v>
                </c:pt>
                <c:pt idx="52263">
                  <c:v>0</c:v>
                </c:pt>
                <c:pt idx="52264">
                  <c:v>0</c:v>
                </c:pt>
                <c:pt idx="52265">
                  <c:v>0</c:v>
                </c:pt>
                <c:pt idx="52266">
                  <c:v>0</c:v>
                </c:pt>
                <c:pt idx="52267">
                  <c:v>0</c:v>
                </c:pt>
                <c:pt idx="52268">
                  <c:v>0</c:v>
                </c:pt>
                <c:pt idx="52269">
                  <c:v>0</c:v>
                </c:pt>
                <c:pt idx="52270">
                  <c:v>0</c:v>
                </c:pt>
                <c:pt idx="52271">
                  <c:v>0</c:v>
                </c:pt>
                <c:pt idx="52272">
                  <c:v>0</c:v>
                </c:pt>
                <c:pt idx="52273">
                  <c:v>0</c:v>
                </c:pt>
                <c:pt idx="52274">
                  <c:v>0</c:v>
                </c:pt>
                <c:pt idx="52275">
                  <c:v>0</c:v>
                </c:pt>
                <c:pt idx="52276">
                  <c:v>0</c:v>
                </c:pt>
                <c:pt idx="52277">
                  <c:v>0</c:v>
                </c:pt>
                <c:pt idx="52278">
                  <c:v>0</c:v>
                </c:pt>
                <c:pt idx="52279">
                  <c:v>0</c:v>
                </c:pt>
                <c:pt idx="52280">
                  <c:v>0</c:v>
                </c:pt>
                <c:pt idx="52281">
                  <c:v>0</c:v>
                </c:pt>
                <c:pt idx="52282">
                  <c:v>0</c:v>
                </c:pt>
                <c:pt idx="52283">
                  <c:v>0</c:v>
                </c:pt>
                <c:pt idx="52284">
                  <c:v>0</c:v>
                </c:pt>
                <c:pt idx="52285">
                  <c:v>0</c:v>
                </c:pt>
                <c:pt idx="52286">
                  <c:v>0</c:v>
                </c:pt>
                <c:pt idx="52287">
                  <c:v>0</c:v>
                </c:pt>
                <c:pt idx="52288">
                  <c:v>0</c:v>
                </c:pt>
                <c:pt idx="52289">
                  <c:v>0</c:v>
                </c:pt>
                <c:pt idx="52290">
                  <c:v>0</c:v>
                </c:pt>
                <c:pt idx="52291">
                  <c:v>0</c:v>
                </c:pt>
                <c:pt idx="52292">
                  <c:v>0</c:v>
                </c:pt>
                <c:pt idx="52293">
                  <c:v>0</c:v>
                </c:pt>
                <c:pt idx="52294">
                  <c:v>0</c:v>
                </c:pt>
                <c:pt idx="52295">
                  <c:v>0</c:v>
                </c:pt>
                <c:pt idx="52296">
                  <c:v>0</c:v>
                </c:pt>
                <c:pt idx="52297">
                  <c:v>0</c:v>
                </c:pt>
                <c:pt idx="52298">
                  <c:v>0</c:v>
                </c:pt>
                <c:pt idx="52299">
                  <c:v>0</c:v>
                </c:pt>
                <c:pt idx="52300">
                  <c:v>0</c:v>
                </c:pt>
                <c:pt idx="52301">
                  <c:v>0</c:v>
                </c:pt>
                <c:pt idx="52302">
                  <c:v>0</c:v>
                </c:pt>
                <c:pt idx="52303">
                  <c:v>0</c:v>
                </c:pt>
                <c:pt idx="52304">
                  <c:v>0</c:v>
                </c:pt>
                <c:pt idx="52305">
                  <c:v>0</c:v>
                </c:pt>
                <c:pt idx="52306">
                  <c:v>0</c:v>
                </c:pt>
                <c:pt idx="52307">
                  <c:v>0</c:v>
                </c:pt>
                <c:pt idx="52308">
                  <c:v>0</c:v>
                </c:pt>
                <c:pt idx="52309">
                  <c:v>0</c:v>
                </c:pt>
                <c:pt idx="52310">
                  <c:v>0</c:v>
                </c:pt>
                <c:pt idx="52311">
                  <c:v>0</c:v>
                </c:pt>
                <c:pt idx="52312">
                  <c:v>0</c:v>
                </c:pt>
                <c:pt idx="52313">
                  <c:v>0</c:v>
                </c:pt>
                <c:pt idx="52314">
                  <c:v>0</c:v>
                </c:pt>
                <c:pt idx="52315">
                  <c:v>0</c:v>
                </c:pt>
                <c:pt idx="52316">
                  <c:v>0</c:v>
                </c:pt>
                <c:pt idx="52317">
                  <c:v>0</c:v>
                </c:pt>
                <c:pt idx="52318">
                  <c:v>0</c:v>
                </c:pt>
                <c:pt idx="52319">
                  <c:v>0</c:v>
                </c:pt>
                <c:pt idx="52320">
                  <c:v>0</c:v>
                </c:pt>
                <c:pt idx="52321">
                  <c:v>0</c:v>
                </c:pt>
                <c:pt idx="52322">
                  <c:v>0</c:v>
                </c:pt>
                <c:pt idx="52323">
                  <c:v>0</c:v>
                </c:pt>
                <c:pt idx="52324">
                  <c:v>0</c:v>
                </c:pt>
                <c:pt idx="52325">
                  <c:v>0</c:v>
                </c:pt>
                <c:pt idx="52326">
                  <c:v>0</c:v>
                </c:pt>
                <c:pt idx="52327">
                  <c:v>0</c:v>
                </c:pt>
                <c:pt idx="52328">
                  <c:v>0</c:v>
                </c:pt>
                <c:pt idx="52329">
                  <c:v>0</c:v>
                </c:pt>
                <c:pt idx="52330">
                  <c:v>0</c:v>
                </c:pt>
                <c:pt idx="52331">
                  <c:v>0</c:v>
                </c:pt>
                <c:pt idx="52332">
                  <c:v>0</c:v>
                </c:pt>
                <c:pt idx="52333">
                  <c:v>0</c:v>
                </c:pt>
                <c:pt idx="52334">
                  <c:v>0</c:v>
                </c:pt>
                <c:pt idx="52335">
                  <c:v>0</c:v>
                </c:pt>
                <c:pt idx="52336">
                  <c:v>0</c:v>
                </c:pt>
                <c:pt idx="52337">
                  <c:v>0</c:v>
                </c:pt>
                <c:pt idx="52338">
                  <c:v>0</c:v>
                </c:pt>
                <c:pt idx="52339">
                  <c:v>0</c:v>
                </c:pt>
                <c:pt idx="52340">
                  <c:v>0</c:v>
                </c:pt>
                <c:pt idx="52341">
                  <c:v>0</c:v>
                </c:pt>
                <c:pt idx="52342">
                  <c:v>0</c:v>
                </c:pt>
                <c:pt idx="52343">
                  <c:v>0</c:v>
                </c:pt>
                <c:pt idx="52344">
                  <c:v>0</c:v>
                </c:pt>
                <c:pt idx="52345">
                  <c:v>0</c:v>
                </c:pt>
                <c:pt idx="52346">
                  <c:v>0</c:v>
                </c:pt>
                <c:pt idx="52347">
                  <c:v>0</c:v>
                </c:pt>
                <c:pt idx="52348">
                  <c:v>0</c:v>
                </c:pt>
                <c:pt idx="52349">
                  <c:v>0</c:v>
                </c:pt>
                <c:pt idx="52350">
                  <c:v>0</c:v>
                </c:pt>
                <c:pt idx="52351">
                  <c:v>0</c:v>
                </c:pt>
                <c:pt idx="52352">
                  <c:v>0</c:v>
                </c:pt>
                <c:pt idx="52353">
                  <c:v>0</c:v>
                </c:pt>
                <c:pt idx="52354">
                  <c:v>0</c:v>
                </c:pt>
                <c:pt idx="52355">
                  <c:v>0</c:v>
                </c:pt>
                <c:pt idx="52356">
                  <c:v>0</c:v>
                </c:pt>
                <c:pt idx="52357">
                  <c:v>0</c:v>
                </c:pt>
                <c:pt idx="52358">
                  <c:v>0</c:v>
                </c:pt>
                <c:pt idx="52359">
                  <c:v>0</c:v>
                </c:pt>
                <c:pt idx="52360">
                  <c:v>0</c:v>
                </c:pt>
                <c:pt idx="52361">
                  <c:v>0</c:v>
                </c:pt>
                <c:pt idx="52362">
                  <c:v>0</c:v>
                </c:pt>
                <c:pt idx="52363">
                  <c:v>0</c:v>
                </c:pt>
                <c:pt idx="52364">
                  <c:v>0</c:v>
                </c:pt>
                <c:pt idx="52365">
                  <c:v>0</c:v>
                </c:pt>
                <c:pt idx="52366">
                  <c:v>0</c:v>
                </c:pt>
                <c:pt idx="52367">
                  <c:v>0</c:v>
                </c:pt>
                <c:pt idx="52368">
                  <c:v>0</c:v>
                </c:pt>
                <c:pt idx="52369">
                  <c:v>0</c:v>
                </c:pt>
                <c:pt idx="52370">
                  <c:v>0</c:v>
                </c:pt>
                <c:pt idx="52371">
                  <c:v>0</c:v>
                </c:pt>
                <c:pt idx="52372">
                  <c:v>0</c:v>
                </c:pt>
                <c:pt idx="52373">
                  <c:v>0</c:v>
                </c:pt>
                <c:pt idx="52374">
                  <c:v>0</c:v>
                </c:pt>
                <c:pt idx="52375">
                  <c:v>0</c:v>
                </c:pt>
                <c:pt idx="52376">
                  <c:v>0</c:v>
                </c:pt>
                <c:pt idx="52377">
                  <c:v>0</c:v>
                </c:pt>
                <c:pt idx="52378">
                  <c:v>0</c:v>
                </c:pt>
                <c:pt idx="52379">
                  <c:v>0</c:v>
                </c:pt>
                <c:pt idx="52380">
                  <c:v>0</c:v>
                </c:pt>
                <c:pt idx="52381">
                  <c:v>0</c:v>
                </c:pt>
                <c:pt idx="52382">
                  <c:v>0</c:v>
                </c:pt>
                <c:pt idx="52383">
                  <c:v>0</c:v>
                </c:pt>
                <c:pt idx="52384">
                  <c:v>0</c:v>
                </c:pt>
                <c:pt idx="52385">
                  <c:v>0</c:v>
                </c:pt>
                <c:pt idx="52386">
                  <c:v>0</c:v>
                </c:pt>
                <c:pt idx="52387">
                  <c:v>0</c:v>
                </c:pt>
                <c:pt idx="52388">
                  <c:v>0</c:v>
                </c:pt>
                <c:pt idx="52389">
                  <c:v>0</c:v>
                </c:pt>
                <c:pt idx="52390">
                  <c:v>0</c:v>
                </c:pt>
                <c:pt idx="52391">
                  <c:v>0</c:v>
                </c:pt>
                <c:pt idx="52392">
                  <c:v>0</c:v>
                </c:pt>
                <c:pt idx="52393">
                  <c:v>0</c:v>
                </c:pt>
                <c:pt idx="52394">
                  <c:v>0</c:v>
                </c:pt>
                <c:pt idx="52395">
                  <c:v>0</c:v>
                </c:pt>
                <c:pt idx="52396">
                  <c:v>0</c:v>
                </c:pt>
                <c:pt idx="52397">
                  <c:v>0</c:v>
                </c:pt>
                <c:pt idx="52398">
                  <c:v>0</c:v>
                </c:pt>
                <c:pt idx="52399">
                  <c:v>0</c:v>
                </c:pt>
                <c:pt idx="52400">
                  <c:v>0</c:v>
                </c:pt>
                <c:pt idx="52401">
                  <c:v>0</c:v>
                </c:pt>
                <c:pt idx="52402">
                  <c:v>0</c:v>
                </c:pt>
                <c:pt idx="52403">
                  <c:v>0</c:v>
                </c:pt>
                <c:pt idx="52404">
                  <c:v>0</c:v>
                </c:pt>
                <c:pt idx="52405">
                  <c:v>0</c:v>
                </c:pt>
                <c:pt idx="52406">
                  <c:v>0</c:v>
                </c:pt>
                <c:pt idx="52407">
                  <c:v>0</c:v>
                </c:pt>
                <c:pt idx="52408">
                  <c:v>0</c:v>
                </c:pt>
                <c:pt idx="52409">
                  <c:v>0</c:v>
                </c:pt>
                <c:pt idx="52410">
                  <c:v>0</c:v>
                </c:pt>
                <c:pt idx="52411">
                  <c:v>0</c:v>
                </c:pt>
                <c:pt idx="52412">
                  <c:v>0</c:v>
                </c:pt>
                <c:pt idx="52413">
                  <c:v>0</c:v>
                </c:pt>
                <c:pt idx="52414">
                  <c:v>0</c:v>
                </c:pt>
                <c:pt idx="52415">
                  <c:v>0</c:v>
                </c:pt>
                <c:pt idx="52416">
                  <c:v>0</c:v>
                </c:pt>
                <c:pt idx="52417">
                  <c:v>0</c:v>
                </c:pt>
                <c:pt idx="52418">
                  <c:v>0</c:v>
                </c:pt>
                <c:pt idx="52419">
                  <c:v>0</c:v>
                </c:pt>
                <c:pt idx="52420">
                  <c:v>0</c:v>
                </c:pt>
                <c:pt idx="52421">
                  <c:v>0</c:v>
                </c:pt>
                <c:pt idx="52422">
                  <c:v>0</c:v>
                </c:pt>
                <c:pt idx="52423">
                  <c:v>0</c:v>
                </c:pt>
                <c:pt idx="52424">
                  <c:v>0</c:v>
                </c:pt>
                <c:pt idx="52425">
                  <c:v>0</c:v>
                </c:pt>
                <c:pt idx="52426">
                  <c:v>0</c:v>
                </c:pt>
                <c:pt idx="52427">
                  <c:v>0</c:v>
                </c:pt>
                <c:pt idx="52428">
                  <c:v>0</c:v>
                </c:pt>
                <c:pt idx="52429">
                  <c:v>0</c:v>
                </c:pt>
                <c:pt idx="52430">
                  <c:v>0</c:v>
                </c:pt>
                <c:pt idx="52431">
                  <c:v>0</c:v>
                </c:pt>
                <c:pt idx="52432">
                  <c:v>0</c:v>
                </c:pt>
                <c:pt idx="52433">
                  <c:v>0</c:v>
                </c:pt>
                <c:pt idx="52434">
                  <c:v>0</c:v>
                </c:pt>
                <c:pt idx="52435">
                  <c:v>0</c:v>
                </c:pt>
                <c:pt idx="52436">
                  <c:v>0</c:v>
                </c:pt>
                <c:pt idx="52437">
                  <c:v>0</c:v>
                </c:pt>
                <c:pt idx="52438">
                  <c:v>0</c:v>
                </c:pt>
                <c:pt idx="52439">
                  <c:v>0</c:v>
                </c:pt>
                <c:pt idx="52440">
                  <c:v>0</c:v>
                </c:pt>
                <c:pt idx="52441">
                  <c:v>0</c:v>
                </c:pt>
                <c:pt idx="52442">
                  <c:v>0</c:v>
                </c:pt>
                <c:pt idx="52443">
                  <c:v>0</c:v>
                </c:pt>
                <c:pt idx="52444">
                  <c:v>0</c:v>
                </c:pt>
                <c:pt idx="52445">
                  <c:v>0</c:v>
                </c:pt>
                <c:pt idx="52446">
                  <c:v>0</c:v>
                </c:pt>
                <c:pt idx="52447">
                  <c:v>0</c:v>
                </c:pt>
                <c:pt idx="52448">
                  <c:v>0</c:v>
                </c:pt>
                <c:pt idx="52449">
                  <c:v>0</c:v>
                </c:pt>
                <c:pt idx="52450">
                  <c:v>0</c:v>
                </c:pt>
                <c:pt idx="52451">
                  <c:v>0</c:v>
                </c:pt>
                <c:pt idx="52452">
                  <c:v>0</c:v>
                </c:pt>
                <c:pt idx="52453">
                  <c:v>0</c:v>
                </c:pt>
                <c:pt idx="52454">
                  <c:v>0</c:v>
                </c:pt>
                <c:pt idx="52455">
                  <c:v>0</c:v>
                </c:pt>
                <c:pt idx="52456">
                  <c:v>0</c:v>
                </c:pt>
                <c:pt idx="52457">
                  <c:v>0</c:v>
                </c:pt>
                <c:pt idx="52458">
                  <c:v>0</c:v>
                </c:pt>
                <c:pt idx="52459">
                  <c:v>0</c:v>
                </c:pt>
                <c:pt idx="52460">
                  <c:v>0</c:v>
                </c:pt>
                <c:pt idx="52461">
                  <c:v>0</c:v>
                </c:pt>
                <c:pt idx="52462">
                  <c:v>0</c:v>
                </c:pt>
                <c:pt idx="52463">
                  <c:v>0</c:v>
                </c:pt>
                <c:pt idx="52464">
                  <c:v>0</c:v>
                </c:pt>
                <c:pt idx="52465">
                  <c:v>0</c:v>
                </c:pt>
                <c:pt idx="52466">
                  <c:v>0</c:v>
                </c:pt>
                <c:pt idx="52467">
                  <c:v>0</c:v>
                </c:pt>
                <c:pt idx="52468">
                  <c:v>0</c:v>
                </c:pt>
                <c:pt idx="52469">
                  <c:v>0</c:v>
                </c:pt>
                <c:pt idx="52470">
                  <c:v>0</c:v>
                </c:pt>
                <c:pt idx="52471">
                  <c:v>0</c:v>
                </c:pt>
                <c:pt idx="52472">
                  <c:v>0</c:v>
                </c:pt>
                <c:pt idx="52473">
                  <c:v>0</c:v>
                </c:pt>
                <c:pt idx="52474">
                  <c:v>0</c:v>
                </c:pt>
                <c:pt idx="52475">
                  <c:v>0</c:v>
                </c:pt>
                <c:pt idx="52476">
                  <c:v>0</c:v>
                </c:pt>
                <c:pt idx="52477">
                  <c:v>0</c:v>
                </c:pt>
                <c:pt idx="52478">
                  <c:v>0</c:v>
                </c:pt>
                <c:pt idx="52479">
                  <c:v>0</c:v>
                </c:pt>
                <c:pt idx="52480">
                  <c:v>0</c:v>
                </c:pt>
                <c:pt idx="52481">
                  <c:v>0</c:v>
                </c:pt>
                <c:pt idx="52482">
                  <c:v>0</c:v>
                </c:pt>
                <c:pt idx="52483">
                  <c:v>0</c:v>
                </c:pt>
                <c:pt idx="52484">
                  <c:v>0</c:v>
                </c:pt>
                <c:pt idx="52485">
                  <c:v>0</c:v>
                </c:pt>
                <c:pt idx="52486">
                  <c:v>0</c:v>
                </c:pt>
                <c:pt idx="52487">
                  <c:v>0</c:v>
                </c:pt>
                <c:pt idx="52488">
                  <c:v>0</c:v>
                </c:pt>
                <c:pt idx="52489">
                  <c:v>0</c:v>
                </c:pt>
                <c:pt idx="52490">
                  <c:v>0</c:v>
                </c:pt>
                <c:pt idx="52491">
                  <c:v>0</c:v>
                </c:pt>
                <c:pt idx="52492">
                  <c:v>0</c:v>
                </c:pt>
                <c:pt idx="52493">
                  <c:v>0</c:v>
                </c:pt>
                <c:pt idx="52494">
                  <c:v>0</c:v>
                </c:pt>
                <c:pt idx="52495">
                  <c:v>0</c:v>
                </c:pt>
                <c:pt idx="52496">
                  <c:v>0</c:v>
                </c:pt>
                <c:pt idx="52497">
                  <c:v>0</c:v>
                </c:pt>
                <c:pt idx="52498">
                  <c:v>0</c:v>
                </c:pt>
                <c:pt idx="52499">
                  <c:v>0</c:v>
                </c:pt>
                <c:pt idx="52500">
                  <c:v>0</c:v>
                </c:pt>
                <c:pt idx="52501">
                  <c:v>0</c:v>
                </c:pt>
                <c:pt idx="52502">
                  <c:v>0</c:v>
                </c:pt>
                <c:pt idx="52503">
                  <c:v>0</c:v>
                </c:pt>
                <c:pt idx="52504">
                  <c:v>0</c:v>
                </c:pt>
                <c:pt idx="52505">
                  <c:v>0</c:v>
                </c:pt>
                <c:pt idx="52506">
                  <c:v>0</c:v>
                </c:pt>
                <c:pt idx="52507">
                  <c:v>0</c:v>
                </c:pt>
                <c:pt idx="52508">
                  <c:v>0</c:v>
                </c:pt>
                <c:pt idx="52509">
                  <c:v>0</c:v>
                </c:pt>
                <c:pt idx="52510">
                  <c:v>0</c:v>
                </c:pt>
                <c:pt idx="52511">
                  <c:v>0</c:v>
                </c:pt>
                <c:pt idx="52512">
                  <c:v>0</c:v>
                </c:pt>
                <c:pt idx="52513">
                  <c:v>0</c:v>
                </c:pt>
                <c:pt idx="52514">
                  <c:v>0</c:v>
                </c:pt>
                <c:pt idx="52515">
                  <c:v>0</c:v>
                </c:pt>
                <c:pt idx="52516">
                  <c:v>0</c:v>
                </c:pt>
                <c:pt idx="52517">
                  <c:v>0</c:v>
                </c:pt>
                <c:pt idx="52518">
                  <c:v>0</c:v>
                </c:pt>
                <c:pt idx="52519">
                  <c:v>0</c:v>
                </c:pt>
                <c:pt idx="52520">
                  <c:v>0</c:v>
                </c:pt>
                <c:pt idx="52521">
                  <c:v>0</c:v>
                </c:pt>
                <c:pt idx="52522">
                  <c:v>0</c:v>
                </c:pt>
                <c:pt idx="52523">
                  <c:v>0</c:v>
                </c:pt>
                <c:pt idx="52524">
                  <c:v>0</c:v>
                </c:pt>
                <c:pt idx="52525">
                  <c:v>0</c:v>
                </c:pt>
                <c:pt idx="52526">
                  <c:v>0</c:v>
                </c:pt>
                <c:pt idx="52527">
                  <c:v>0</c:v>
                </c:pt>
                <c:pt idx="52528">
                  <c:v>0</c:v>
                </c:pt>
                <c:pt idx="52529">
                  <c:v>0</c:v>
                </c:pt>
                <c:pt idx="52530">
                  <c:v>0</c:v>
                </c:pt>
                <c:pt idx="52531">
                  <c:v>0</c:v>
                </c:pt>
                <c:pt idx="52532">
                  <c:v>0</c:v>
                </c:pt>
                <c:pt idx="52533">
                  <c:v>0</c:v>
                </c:pt>
                <c:pt idx="52534">
                  <c:v>0</c:v>
                </c:pt>
                <c:pt idx="52535">
                  <c:v>0</c:v>
                </c:pt>
                <c:pt idx="52536">
                  <c:v>0</c:v>
                </c:pt>
                <c:pt idx="52537">
                  <c:v>0</c:v>
                </c:pt>
                <c:pt idx="52538">
                  <c:v>0</c:v>
                </c:pt>
                <c:pt idx="52539">
                  <c:v>0</c:v>
                </c:pt>
                <c:pt idx="52540">
                  <c:v>0</c:v>
                </c:pt>
                <c:pt idx="52541">
                  <c:v>0</c:v>
                </c:pt>
                <c:pt idx="52542">
                  <c:v>0</c:v>
                </c:pt>
                <c:pt idx="52543">
                  <c:v>0</c:v>
                </c:pt>
                <c:pt idx="52544">
                  <c:v>0</c:v>
                </c:pt>
                <c:pt idx="52545">
                  <c:v>0</c:v>
                </c:pt>
                <c:pt idx="52546">
                  <c:v>0</c:v>
                </c:pt>
                <c:pt idx="52547">
                  <c:v>0</c:v>
                </c:pt>
                <c:pt idx="52548">
                  <c:v>0</c:v>
                </c:pt>
                <c:pt idx="52549">
                  <c:v>0</c:v>
                </c:pt>
                <c:pt idx="52550">
                  <c:v>0</c:v>
                </c:pt>
                <c:pt idx="52551">
                  <c:v>0</c:v>
                </c:pt>
                <c:pt idx="52552">
                  <c:v>0</c:v>
                </c:pt>
                <c:pt idx="52553">
                  <c:v>0</c:v>
                </c:pt>
                <c:pt idx="52554">
                  <c:v>0</c:v>
                </c:pt>
                <c:pt idx="52555">
                  <c:v>0</c:v>
                </c:pt>
                <c:pt idx="52556">
                  <c:v>0</c:v>
                </c:pt>
                <c:pt idx="52557">
                  <c:v>0</c:v>
                </c:pt>
                <c:pt idx="52558">
                  <c:v>0</c:v>
                </c:pt>
                <c:pt idx="52559">
                  <c:v>0</c:v>
                </c:pt>
                <c:pt idx="52560">
                  <c:v>0</c:v>
                </c:pt>
                <c:pt idx="52561">
                  <c:v>0</c:v>
                </c:pt>
                <c:pt idx="52562">
                  <c:v>0</c:v>
                </c:pt>
                <c:pt idx="52563">
                  <c:v>0</c:v>
                </c:pt>
                <c:pt idx="52564">
                  <c:v>0</c:v>
                </c:pt>
                <c:pt idx="52565">
                  <c:v>0</c:v>
                </c:pt>
                <c:pt idx="52566">
                  <c:v>0</c:v>
                </c:pt>
                <c:pt idx="52567">
                  <c:v>0</c:v>
                </c:pt>
                <c:pt idx="52568">
                  <c:v>0</c:v>
                </c:pt>
                <c:pt idx="52569">
                  <c:v>0</c:v>
                </c:pt>
                <c:pt idx="52570">
                  <c:v>0</c:v>
                </c:pt>
                <c:pt idx="52571">
                  <c:v>0</c:v>
                </c:pt>
                <c:pt idx="52572">
                  <c:v>0</c:v>
                </c:pt>
                <c:pt idx="52573">
                  <c:v>0</c:v>
                </c:pt>
                <c:pt idx="52574">
                  <c:v>0</c:v>
                </c:pt>
                <c:pt idx="52575">
                  <c:v>0</c:v>
                </c:pt>
                <c:pt idx="52576">
                  <c:v>0</c:v>
                </c:pt>
                <c:pt idx="52577">
                  <c:v>0</c:v>
                </c:pt>
                <c:pt idx="52578">
                  <c:v>0</c:v>
                </c:pt>
                <c:pt idx="52579">
                  <c:v>0</c:v>
                </c:pt>
                <c:pt idx="52580">
                  <c:v>0</c:v>
                </c:pt>
                <c:pt idx="52581">
                  <c:v>0</c:v>
                </c:pt>
                <c:pt idx="52582">
                  <c:v>0</c:v>
                </c:pt>
                <c:pt idx="52583">
                  <c:v>0</c:v>
                </c:pt>
                <c:pt idx="52584">
                  <c:v>0</c:v>
                </c:pt>
                <c:pt idx="52585">
                  <c:v>0</c:v>
                </c:pt>
                <c:pt idx="52586">
                  <c:v>0</c:v>
                </c:pt>
                <c:pt idx="52587">
                  <c:v>0</c:v>
                </c:pt>
                <c:pt idx="52588">
                  <c:v>0</c:v>
                </c:pt>
                <c:pt idx="52589">
                  <c:v>0</c:v>
                </c:pt>
                <c:pt idx="52590">
                  <c:v>0</c:v>
                </c:pt>
                <c:pt idx="52591">
                  <c:v>0</c:v>
                </c:pt>
                <c:pt idx="52592">
                  <c:v>0</c:v>
                </c:pt>
                <c:pt idx="52593">
                  <c:v>0</c:v>
                </c:pt>
                <c:pt idx="52594">
                  <c:v>0</c:v>
                </c:pt>
                <c:pt idx="52595">
                  <c:v>0</c:v>
                </c:pt>
                <c:pt idx="52596">
                  <c:v>0</c:v>
                </c:pt>
                <c:pt idx="52597">
                  <c:v>0</c:v>
                </c:pt>
                <c:pt idx="52598">
                  <c:v>0</c:v>
                </c:pt>
                <c:pt idx="52599">
                  <c:v>0</c:v>
                </c:pt>
                <c:pt idx="52600">
                  <c:v>0</c:v>
                </c:pt>
                <c:pt idx="52601">
                  <c:v>0</c:v>
                </c:pt>
                <c:pt idx="52602">
                  <c:v>0</c:v>
                </c:pt>
                <c:pt idx="52603">
                  <c:v>0</c:v>
                </c:pt>
                <c:pt idx="52604">
                  <c:v>0</c:v>
                </c:pt>
                <c:pt idx="52605">
                  <c:v>0</c:v>
                </c:pt>
                <c:pt idx="52606">
                  <c:v>0</c:v>
                </c:pt>
                <c:pt idx="52607">
                  <c:v>0</c:v>
                </c:pt>
                <c:pt idx="52608">
                  <c:v>0</c:v>
                </c:pt>
                <c:pt idx="52609">
                  <c:v>0</c:v>
                </c:pt>
                <c:pt idx="52610">
                  <c:v>0</c:v>
                </c:pt>
                <c:pt idx="52611">
                  <c:v>0</c:v>
                </c:pt>
                <c:pt idx="52612">
                  <c:v>0</c:v>
                </c:pt>
                <c:pt idx="52613">
                  <c:v>0</c:v>
                </c:pt>
                <c:pt idx="52614">
                  <c:v>0</c:v>
                </c:pt>
                <c:pt idx="52615">
                  <c:v>0</c:v>
                </c:pt>
                <c:pt idx="52616">
                  <c:v>0</c:v>
                </c:pt>
                <c:pt idx="52617">
                  <c:v>0</c:v>
                </c:pt>
                <c:pt idx="52618">
                  <c:v>0</c:v>
                </c:pt>
                <c:pt idx="52619">
                  <c:v>0</c:v>
                </c:pt>
                <c:pt idx="52620">
                  <c:v>0</c:v>
                </c:pt>
                <c:pt idx="52621">
                  <c:v>0</c:v>
                </c:pt>
                <c:pt idx="52622">
                  <c:v>0</c:v>
                </c:pt>
                <c:pt idx="52623">
                  <c:v>0</c:v>
                </c:pt>
                <c:pt idx="52624">
                  <c:v>0</c:v>
                </c:pt>
                <c:pt idx="52625">
                  <c:v>0</c:v>
                </c:pt>
                <c:pt idx="52626">
                  <c:v>0</c:v>
                </c:pt>
                <c:pt idx="52627">
                  <c:v>0</c:v>
                </c:pt>
                <c:pt idx="52628">
                  <c:v>0</c:v>
                </c:pt>
                <c:pt idx="52629">
                  <c:v>0</c:v>
                </c:pt>
                <c:pt idx="52630">
                  <c:v>0</c:v>
                </c:pt>
                <c:pt idx="52631">
                  <c:v>0</c:v>
                </c:pt>
                <c:pt idx="52632">
                  <c:v>0</c:v>
                </c:pt>
                <c:pt idx="52633">
                  <c:v>0</c:v>
                </c:pt>
                <c:pt idx="52634">
                  <c:v>0</c:v>
                </c:pt>
                <c:pt idx="52635">
                  <c:v>0</c:v>
                </c:pt>
                <c:pt idx="52636">
                  <c:v>0</c:v>
                </c:pt>
                <c:pt idx="52637">
                  <c:v>0</c:v>
                </c:pt>
                <c:pt idx="52638">
                  <c:v>0</c:v>
                </c:pt>
                <c:pt idx="52639">
                  <c:v>0</c:v>
                </c:pt>
                <c:pt idx="52640">
                  <c:v>0</c:v>
                </c:pt>
                <c:pt idx="52641">
                  <c:v>0</c:v>
                </c:pt>
                <c:pt idx="52642">
                  <c:v>0</c:v>
                </c:pt>
                <c:pt idx="52643">
                  <c:v>0</c:v>
                </c:pt>
                <c:pt idx="52644">
                  <c:v>0</c:v>
                </c:pt>
                <c:pt idx="52645">
                  <c:v>0</c:v>
                </c:pt>
                <c:pt idx="52646">
                  <c:v>0</c:v>
                </c:pt>
                <c:pt idx="52647">
                  <c:v>0</c:v>
                </c:pt>
                <c:pt idx="52648">
                  <c:v>0</c:v>
                </c:pt>
                <c:pt idx="52649">
                  <c:v>0</c:v>
                </c:pt>
                <c:pt idx="52650">
                  <c:v>0</c:v>
                </c:pt>
                <c:pt idx="52651">
                  <c:v>0</c:v>
                </c:pt>
                <c:pt idx="52652">
                  <c:v>0</c:v>
                </c:pt>
                <c:pt idx="52653">
                  <c:v>0</c:v>
                </c:pt>
                <c:pt idx="52654">
                  <c:v>0</c:v>
                </c:pt>
                <c:pt idx="52655">
                  <c:v>0</c:v>
                </c:pt>
                <c:pt idx="52656">
                  <c:v>0</c:v>
                </c:pt>
                <c:pt idx="52657">
                  <c:v>0</c:v>
                </c:pt>
                <c:pt idx="52658">
                  <c:v>0</c:v>
                </c:pt>
                <c:pt idx="52659">
                  <c:v>0</c:v>
                </c:pt>
                <c:pt idx="52660">
                  <c:v>0</c:v>
                </c:pt>
                <c:pt idx="52661">
                  <c:v>0</c:v>
                </c:pt>
                <c:pt idx="52662">
                  <c:v>0</c:v>
                </c:pt>
                <c:pt idx="52663">
                  <c:v>0</c:v>
                </c:pt>
                <c:pt idx="52664">
                  <c:v>0</c:v>
                </c:pt>
                <c:pt idx="52665">
                  <c:v>0</c:v>
                </c:pt>
                <c:pt idx="52666">
                  <c:v>0</c:v>
                </c:pt>
                <c:pt idx="52667">
                  <c:v>0</c:v>
                </c:pt>
                <c:pt idx="52668">
                  <c:v>0</c:v>
                </c:pt>
                <c:pt idx="52669">
                  <c:v>0</c:v>
                </c:pt>
                <c:pt idx="52670">
                  <c:v>0</c:v>
                </c:pt>
                <c:pt idx="52671">
                  <c:v>0</c:v>
                </c:pt>
                <c:pt idx="52672">
                  <c:v>0</c:v>
                </c:pt>
                <c:pt idx="52673">
                  <c:v>0</c:v>
                </c:pt>
                <c:pt idx="52674">
                  <c:v>0</c:v>
                </c:pt>
                <c:pt idx="52675">
                  <c:v>0</c:v>
                </c:pt>
                <c:pt idx="52676">
                  <c:v>0</c:v>
                </c:pt>
                <c:pt idx="52677">
                  <c:v>0</c:v>
                </c:pt>
                <c:pt idx="52678">
                  <c:v>0</c:v>
                </c:pt>
                <c:pt idx="52679">
                  <c:v>0</c:v>
                </c:pt>
                <c:pt idx="52680">
                  <c:v>0</c:v>
                </c:pt>
                <c:pt idx="52681">
                  <c:v>0</c:v>
                </c:pt>
                <c:pt idx="52682">
                  <c:v>0</c:v>
                </c:pt>
                <c:pt idx="52683">
                  <c:v>0</c:v>
                </c:pt>
                <c:pt idx="52684">
                  <c:v>0</c:v>
                </c:pt>
                <c:pt idx="52685">
                  <c:v>0</c:v>
                </c:pt>
                <c:pt idx="52686">
                  <c:v>0</c:v>
                </c:pt>
                <c:pt idx="52687">
                  <c:v>0</c:v>
                </c:pt>
                <c:pt idx="52688">
                  <c:v>0</c:v>
                </c:pt>
                <c:pt idx="52689">
                  <c:v>0</c:v>
                </c:pt>
                <c:pt idx="52690">
                  <c:v>0</c:v>
                </c:pt>
                <c:pt idx="52691">
                  <c:v>0</c:v>
                </c:pt>
                <c:pt idx="52692">
                  <c:v>0</c:v>
                </c:pt>
                <c:pt idx="52693">
                  <c:v>0</c:v>
                </c:pt>
                <c:pt idx="52694">
                  <c:v>0</c:v>
                </c:pt>
                <c:pt idx="52695">
                  <c:v>0</c:v>
                </c:pt>
                <c:pt idx="52696">
                  <c:v>0</c:v>
                </c:pt>
                <c:pt idx="52697">
                  <c:v>0</c:v>
                </c:pt>
                <c:pt idx="52698">
                  <c:v>0</c:v>
                </c:pt>
                <c:pt idx="52699">
                  <c:v>0</c:v>
                </c:pt>
                <c:pt idx="52700">
                  <c:v>0</c:v>
                </c:pt>
                <c:pt idx="52701">
                  <c:v>0</c:v>
                </c:pt>
                <c:pt idx="52702">
                  <c:v>0</c:v>
                </c:pt>
                <c:pt idx="52703">
                  <c:v>0</c:v>
                </c:pt>
                <c:pt idx="52704">
                  <c:v>0</c:v>
                </c:pt>
                <c:pt idx="52705">
                  <c:v>0</c:v>
                </c:pt>
                <c:pt idx="52706">
                  <c:v>0</c:v>
                </c:pt>
                <c:pt idx="52707">
                  <c:v>0</c:v>
                </c:pt>
                <c:pt idx="52708">
                  <c:v>0</c:v>
                </c:pt>
                <c:pt idx="52709">
                  <c:v>0</c:v>
                </c:pt>
                <c:pt idx="52710">
                  <c:v>0</c:v>
                </c:pt>
                <c:pt idx="52711">
                  <c:v>0</c:v>
                </c:pt>
                <c:pt idx="52712">
                  <c:v>0</c:v>
                </c:pt>
                <c:pt idx="52713">
                  <c:v>0</c:v>
                </c:pt>
                <c:pt idx="52714">
                  <c:v>0</c:v>
                </c:pt>
                <c:pt idx="52715">
                  <c:v>0</c:v>
                </c:pt>
                <c:pt idx="52716">
                  <c:v>0</c:v>
                </c:pt>
                <c:pt idx="52717">
                  <c:v>0</c:v>
                </c:pt>
                <c:pt idx="52718">
                  <c:v>0</c:v>
                </c:pt>
                <c:pt idx="52719">
                  <c:v>0</c:v>
                </c:pt>
                <c:pt idx="52720">
                  <c:v>0</c:v>
                </c:pt>
                <c:pt idx="52721">
                  <c:v>0</c:v>
                </c:pt>
                <c:pt idx="52722">
                  <c:v>0</c:v>
                </c:pt>
                <c:pt idx="52723">
                  <c:v>0</c:v>
                </c:pt>
                <c:pt idx="52724">
                  <c:v>0</c:v>
                </c:pt>
                <c:pt idx="52725">
                  <c:v>0</c:v>
                </c:pt>
                <c:pt idx="52726">
                  <c:v>0</c:v>
                </c:pt>
                <c:pt idx="52727">
                  <c:v>0</c:v>
                </c:pt>
                <c:pt idx="52728">
                  <c:v>0</c:v>
                </c:pt>
                <c:pt idx="52729">
                  <c:v>0</c:v>
                </c:pt>
                <c:pt idx="52730">
                  <c:v>0</c:v>
                </c:pt>
                <c:pt idx="52731">
                  <c:v>0</c:v>
                </c:pt>
                <c:pt idx="52732">
                  <c:v>0</c:v>
                </c:pt>
                <c:pt idx="52733">
                  <c:v>0</c:v>
                </c:pt>
                <c:pt idx="52734">
                  <c:v>0</c:v>
                </c:pt>
                <c:pt idx="52735">
                  <c:v>0</c:v>
                </c:pt>
                <c:pt idx="52736">
                  <c:v>0</c:v>
                </c:pt>
                <c:pt idx="52737">
                  <c:v>0</c:v>
                </c:pt>
                <c:pt idx="52738">
                  <c:v>0</c:v>
                </c:pt>
                <c:pt idx="52739">
                  <c:v>0</c:v>
                </c:pt>
                <c:pt idx="52740">
                  <c:v>0</c:v>
                </c:pt>
                <c:pt idx="52741">
                  <c:v>0</c:v>
                </c:pt>
                <c:pt idx="52742">
                  <c:v>0</c:v>
                </c:pt>
                <c:pt idx="52743">
                  <c:v>0</c:v>
                </c:pt>
                <c:pt idx="52744">
                  <c:v>0</c:v>
                </c:pt>
                <c:pt idx="52745">
                  <c:v>0</c:v>
                </c:pt>
                <c:pt idx="52746">
                  <c:v>0</c:v>
                </c:pt>
                <c:pt idx="52747">
                  <c:v>0</c:v>
                </c:pt>
                <c:pt idx="52748">
                  <c:v>0</c:v>
                </c:pt>
                <c:pt idx="52749">
                  <c:v>0</c:v>
                </c:pt>
                <c:pt idx="52750">
                  <c:v>0</c:v>
                </c:pt>
                <c:pt idx="52751">
                  <c:v>0</c:v>
                </c:pt>
                <c:pt idx="52752">
                  <c:v>0</c:v>
                </c:pt>
                <c:pt idx="52753">
                  <c:v>0</c:v>
                </c:pt>
                <c:pt idx="52754">
                  <c:v>0</c:v>
                </c:pt>
                <c:pt idx="52755">
                  <c:v>0</c:v>
                </c:pt>
                <c:pt idx="52756">
                  <c:v>0</c:v>
                </c:pt>
                <c:pt idx="52757">
                  <c:v>0</c:v>
                </c:pt>
                <c:pt idx="52758">
                  <c:v>0</c:v>
                </c:pt>
                <c:pt idx="52759">
                  <c:v>0</c:v>
                </c:pt>
                <c:pt idx="52760">
                  <c:v>0</c:v>
                </c:pt>
                <c:pt idx="52761">
                  <c:v>0</c:v>
                </c:pt>
                <c:pt idx="52762">
                  <c:v>0</c:v>
                </c:pt>
                <c:pt idx="52763">
                  <c:v>0</c:v>
                </c:pt>
                <c:pt idx="52764">
                  <c:v>0</c:v>
                </c:pt>
                <c:pt idx="52765">
                  <c:v>0</c:v>
                </c:pt>
                <c:pt idx="52766">
                  <c:v>0</c:v>
                </c:pt>
                <c:pt idx="52767">
                  <c:v>0</c:v>
                </c:pt>
                <c:pt idx="52768">
                  <c:v>0</c:v>
                </c:pt>
                <c:pt idx="52769">
                  <c:v>0</c:v>
                </c:pt>
                <c:pt idx="52770">
                  <c:v>0</c:v>
                </c:pt>
                <c:pt idx="52771">
                  <c:v>0</c:v>
                </c:pt>
                <c:pt idx="52772">
                  <c:v>0</c:v>
                </c:pt>
                <c:pt idx="52773">
                  <c:v>0</c:v>
                </c:pt>
                <c:pt idx="52774">
                  <c:v>0</c:v>
                </c:pt>
                <c:pt idx="52775">
                  <c:v>0</c:v>
                </c:pt>
                <c:pt idx="52776">
                  <c:v>0</c:v>
                </c:pt>
                <c:pt idx="52777">
                  <c:v>0</c:v>
                </c:pt>
                <c:pt idx="52778">
                  <c:v>0</c:v>
                </c:pt>
                <c:pt idx="52779">
                  <c:v>0</c:v>
                </c:pt>
                <c:pt idx="52780">
                  <c:v>0</c:v>
                </c:pt>
                <c:pt idx="52781">
                  <c:v>0</c:v>
                </c:pt>
                <c:pt idx="52782">
                  <c:v>0</c:v>
                </c:pt>
                <c:pt idx="52783">
                  <c:v>0</c:v>
                </c:pt>
                <c:pt idx="52784">
                  <c:v>0</c:v>
                </c:pt>
                <c:pt idx="52785">
                  <c:v>0</c:v>
                </c:pt>
                <c:pt idx="52786">
                  <c:v>0</c:v>
                </c:pt>
                <c:pt idx="52787">
                  <c:v>0</c:v>
                </c:pt>
                <c:pt idx="52788">
                  <c:v>0</c:v>
                </c:pt>
                <c:pt idx="52789">
                  <c:v>0</c:v>
                </c:pt>
                <c:pt idx="52790">
                  <c:v>0</c:v>
                </c:pt>
                <c:pt idx="52791">
                  <c:v>0</c:v>
                </c:pt>
                <c:pt idx="52792">
                  <c:v>0</c:v>
                </c:pt>
                <c:pt idx="52793">
                  <c:v>0</c:v>
                </c:pt>
                <c:pt idx="52794">
                  <c:v>0</c:v>
                </c:pt>
                <c:pt idx="52795">
                  <c:v>0</c:v>
                </c:pt>
                <c:pt idx="52796">
                  <c:v>0</c:v>
                </c:pt>
                <c:pt idx="52797">
                  <c:v>0</c:v>
                </c:pt>
                <c:pt idx="52798">
                  <c:v>0</c:v>
                </c:pt>
                <c:pt idx="52799">
                  <c:v>0</c:v>
                </c:pt>
                <c:pt idx="52800">
                  <c:v>0</c:v>
                </c:pt>
                <c:pt idx="52801">
                  <c:v>0</c:v>
                </c:pt>
                <c:pt idx="52802">
                  <c:v>0</c:v>
                </c:pt>
                <c:pt idx="52803">
                  <c:v>0</c:v>
                </c:pt>
                <c:pt idx="52804">
                  <c:v>0</c:v>
                </c:pt>
                <c:pt idx="52805">
                  <c:v>0</c:v>
                </c:pt>
                <c:pt idx="52806">
                  <c:v>0</c:v>
                </c:pt>
                <c:pt idx="52807">
                  <c:v>0</c:v>
                </c:pt>
                <c:pt idx="52808">
                  <c:v>0</c:v>
                </c:pt>
                <c:pt idx="52809">
                  <c:v>0</c:v>
                </c:pt>
                <c:pt idx="52810">
                  <c:v>0</c:v>
                </c:pt>
                <c:pt idx="52811">
                  <c:v>0</c:v>
                </c:pt>
                <c:pt idx="52812">
                  <c:v>0</c:v>
                </c:pt>
                <c:pt idx="52813">
                  <c:v>0</c:v>
                </c:pt>
                <c:pt idx="52814">
                  <c:v>0</c:v>
                </c:pt>
                <c:pt idx="52815">
                  <c:v>0</c:v>
                </c:pt>
                <c:pt idx="52816">
                  <c:v>0</c:v>
                </c:pt>
                <c:pt idx="52817">
                  <c:v>0</c:v>
                </c:pt>
                <c:pt idx="52818">
                  <c:v>0</c:v>
                </c:pt>
                <c:pt idx="52819">
                  <c:v>0</c:v>
                </c:pt>
                <c:pt idx="52820">
                  <c:v>0</c:v>
                </c:pt>
                <c:pt idx="52821">
                  <c:v>0</c:v>
                </c:pt>
                <c:pt idx="52822">
                  <c:v>0</c:v>
                </c:pt>
                <c:pt idx="52823">
                  <c:v>0</c:v>
                </c:pt>
                <c:pt idx="52824">
                  <c:v>0</c:v>
                </c:pt>
                <c:pt idx="52825">
                  <c:v>0</c:v>
                </c:pt>
                <c:pt idx="52826">
                  <c:v>0</c:v>
                </c:pt>
                <c:pt idx="52827">
                  <c:v>0</c:v>
                </c:pt>
                <c:pt idx="52828">
                  <c:v>0</c:v>
                </c:pt>
                <c:pt idx="52829">
                  <c:v>0</c:v>
                </c:pt>
                <c:pt idx="52830">
                  <c:v>0</c:v>
                </c:pt>
                <c:pt idx="52831">
                  <c:v>0</c:v>
                </c:pt>
                <c:pt idx="52832">
                  <c:v>0</c:v>
                </c:pt>
                <c:pt idx="52833">
                  <c:v>0</c:v>
                </c:pt>
                <c:pt idx="52834">
                  <c:v>0</c:v>
                </c:pt>
                <c:pt idx="52835">
                  <c:v>0</c:v>
                </c:pt>
                <c:pt idx="52836">
                  <c:v>0</c:v>
                </c:pt>
                <c:pt idx="52837">
                  <c:v>0</c:v>
                </c:pt>
                <c:pt idx="52838">
                  <c:v>0</c:v>
                </c:pt>
                <c:pt idx="52839">
                  <c:v>0</c:v>
                </c:pt>
                <c:pt idx="52840">
                  <c:v>0</c:v>
                </c:pt>
                <c:pt idx="52841">
                  <c:v>0</c:v>
                </c:pt>
                <c:pt idx="52842">
                  <c:v>0</c:v>
                </c:pt>
                <c:pt idx="52843">
                  <c:v>0</c:v>
                </c:pt>
                <c:pt idx="52844">
                  <c:v>0</c:v>
                </c:pt>
                <c:pt idx="52845">
                  <c:v>0</c:v>
                </c:pt>
                <c:pt idx="52846">
                  <c:v>0</c:v>
                </c:pt>
                <c:pt idx="52847">
                  <c:v>0</c:v>
                </c:pt>
                <c:pt idx="52848">
                  <c:v>0</c:v>
                </c:pt>
                <c:pt idx="52849">
                  <c:v>0</c:v>
                </c:pt>
                <c:pt idx="52850">
                  <c:v>0</c:v>
                </c:pt>
                <c:pt idx="52851">
                  <c:v>0</c:v>
                </c:pt>
                <c:pt idx="52852">
                  <c:v>0</c:v>
                </c:pt>
                <c:pt idx="52853">
                  <c:v>0</c:v>
                </c:pt>
                <c:pt idx="52854">
                  <c:v>0</c:v>
                </c:pt>
                <c:pt idx="52855">
                  <c:v>0</c:v>
                </c:pt>
                <c:pt idx="52856">
                  <c:v>0</c:v>
                </c:pt>
                <c:pt idx="52857">
                  <c:v>0</c:v>
                </c:pt>
                <c:pt idx="52858">
                  <c:v>0</c:v>
                </c:pt>
                <c:pt idx="52859">
                  <c:v>0</c:v>
                </c:pt>
                <c:pt idx="52860">
                  <c:v>0</c:v>
                </c:pt>
                <c:pt idx="52861">
                  <c:v>0</c:v>
                </c:pt>
                <c:pt idx="52862">
                  <c:v>0</c:v>
                </c:pt>
                <c:pt idx="52863">
                  <c:v>0</c:v>
                </c:pt>
                <c:pt idx="52864">
                  <c:v>0</c:v>
                </c:pt>
                <c:pt idx="52865">
                  <c:v>0</c:v>
                </c:pt>
                <c:pt idx="52866">
                  <c:v>0</c:v>
                </c:pt>
                <c:pt idx="52867">
                  <c:v>0</c:v>
                </c:pt>
                <c:pt idx="52868">
                  <c:v>0</c:v>
                </c:pt>
                <c:pt idx="52869">
                  <c:v>0</c:v>
                </c:pt>
                <c:pt idx="52870">
                  <c:v>0</c:v>
                </c:pt>
                <c:pt idx="52871">
                  <c:v>0</c:v>
                </c:pt>
                <c:pt idx="52872">
                  <c:v>0</c:v>
                </c:pt>
                <c:pt idx="52873">
                  <c:v>0</c:v>
                </c:pt>
                <c:pt idx="52874">
                  <c:v>0</c:v>
                </c:pt>
                <c:pt idx="52875">
                  <c:v>0</c:v>
                </c:pt>
                <c:pt idx="52876">
                  <c:v>0</c:v>
                </c:pt>
                <c:pt idx="52877">
                  <c:v>0</c:v>
                </c:pt>
                <c:pt idx="52878">
                  <c:v>0</c:v>
                </c:pt>
                <c:pt idx="52879">
                  <c:v>0</c:v>
                </c:pt>
                <c:pt idx="52880">
                  <c:v>0</c:v>
                </c:pt>
                <c:pt idx="52881">
                  <c:v>0</c:v>
                </c:pt>
                <c:pt idx="52882">
                  <c:v>0</c:v>
                </c:pt>
                <c:pt idx="52883">
                  <c:v>0</c:v>
                </c:pt>
                <c:pt idx="52884">
                  <c:v>0</c:v>
                </c:pt>
                <c:pt idx="52885">
                  <c:v>0</c:v>
                </c:pt>
                <c:pt idx="52886">
                  <c:v>0</c:v>
                </c:pt>
                <c:pt idx="52887">
                  <c:v>0</c:v>
                </c:pt>
                <c:pt idx="52888">
                  <c:v>0</c:v>
                </c:pt>
                <c:pt idx="52889">
                  <c:v>0</c:v>
                </c:pt>
                <c:pt idx="52890">
                  <c:v>0</c:v>
                </c:pt>
                <c:pt idx="52891">
                  <c:v>0</c:v>
                </c:pt>
                <c:pt idx="52892">
                  <c:v>0</c:v>
                </c:pt>
                <c:pt idx="52893">
                  <c:v>0</c:v>
                </c:pt>
                <c:pt idx="52894">
                  <c:v>0</c:v>
                </c:pt>
                <c:pt idx="52895">
                  <c:v>0</c:v>
                </c:pt>
                <c:pt idx="52896">
                  <c:v>0</c:v>
                </c:pt>
                <c:pt idx="52897">
                  <c:v>0</c:v>
                </c:pt>
                <c:pt idx="52898">
                  <c:v>0</c:v>
                </c:pt>
                <c:pt idx="52899">
                  <c:v>0</c:v>
                </c:pt>
                <c:pt idx="52900">
                  <c:v>0</c:v>
                </c:pt>
                <c:pt idx="52901">
                  <c:v>0</c:v>
                </c:pt>
                <c:pt idx="52902">
                  <c:v>0</c:v>
                </c:pt>
                <c:pt idx="52903">
                  <c:v>0</c:v>
                </c:pt>
                <c:pt idx="52904">
                  <c:v>0</c:v>
                </c:pt>
                <c:pt idx="52905">
                  <c:v>0</c:v>
                </c:pt>
                <c:pt idx="52906">
                  <c:v>0</c:v>
                </c:pt>
                <c:pt idx="52907">
                  <c:v>0</c:v>
                </c:pt>
                <c:pt idx="52908">
                  <c:v>0</c:v>
                </c:pt>
                <c:pt idx="52909">
                  <c:v>0</c:v>
                </c:pt>
                <c:pt idx="52910">
                  <c:v>0</c:v>
                </c:pt>
                <c:pt idx="52911">
                  <c:v>0</c:v>
                </c:pt>
                <c:pt idx="52912">
                  <c:v>0</c:v>
                </c:pt>
                <c:pt idx="52913">
                  <c:v>0</c:v>
                </c:pt>
                <c:pt idx="52914">
                  <c:v>0</c:v>
                </c:pt>
                <c:pt idx="52915">
                  <c:v>0</c:v>
                </c:pt>
                <c:pt idx="52916">
                  <c:v>0</c:v>
                </c:pt>
                <c:pt idx="52917">
                  <c:v>0</c:v>
                </c:pt>
                <c:pt idx="52918">
                  <c:v>0</c:v>
                </c:pt>
                <c:pt idx="52919">
                  <c:v>0</c:v>
                </c:pt>
                <c:pt idx="52920">
                  <c:v>0</c:v>
                </c:pt>
                <c:pt idx="52921">
                  <c:v>0</c:v>
                </c:pt>
                <c:pt idx="52922">
                  <c:v>0</c:v>
                </c:pt>
                <c:pt idx="52923">
                  <c:v>0</c:v>
                </c:pt>
                <c:pt idx="52924">
                  <c:v>0</c:v>
                </c:pt>
                <c:pt idx="52925">
                  <c:v>0</c:v>
                </c:pt>
                <c:pt idx="52926">
                  <c:v>0</c:v>
                </c:pt>
                <c:pt idx="52927">
                  <c:v>0</c:v>
                </c:pt>
                <c:pt idx="52928">
                  <c:v>0</c:v>
                </c:pt>
                <c:pt idx="52929">
                  <c:v>0</c:v>
                </c:pt>
                <c:pt idx="52930">
                  <c:v>0</c:v>
                </c:pt>
                <c:pt idx="52931">
                  <c:v>0</c:v>
                </c:pt>
                <c:pt idx="52932">
                  <c:v>0</c:v>
                </c:pt>
                <c:pt idx="52933">
                  <c:v>0</c:v>
                </c:pt>
                <c:pt idx="52934">
                  <c:v>0</c:v>
                </c:pt>
                <c:pt idx="52935">
                  <c:v>0</c:v>
                </c:pt>
                <c:pt idx="52936">
                  <c:v>0</c:v>
                </c:pt>
                <c:pt idx="52937">
                  <c:v>0</c:v>
                </c:pt>
                <c:pt idx="52938">
                  <c:v>0</c:v>
                </c:pt>
                <c:pt idx="52939">
                  <c:v>0</c:v>
                </c:pt>
                <c:pt idx="52940">
                  <c:v>0</c:v>
                </c:pt>
                <c:pt idx="52941">
                  <c:v>0</c:v>
                </c:pt>
                <c:pt idx="52942">
                  <c:v>0</c:v>
                </c:pt>
                <c:pt idx="52943">
                  <c:v>0</c:v>
                </c:pt>
                <c:pt idx="52944">
                  <c:v>0</c:v>
                </c:pt>
                <c:pt idx="52945">
                  <c:v>0</c:v>
                </c:pt>
                <c:pt idx="52946">
                  <c:v>0</c:v>
                </c:pt>
                <c:pt idx="52947">
                  <c:v>0</c:v>
                </c:pt>
                <c:pt idx="52948">
                  <c:v>0</c:v>
                </c:pt>
                <c:pt idx="52949">
                  <c:v>0</c:v>
                </c:pt>
                <c:pt idx="52950">
                  <c:v>0</c:v>
                </c:pt>
                <c:pt idx="52951">
                  <c:v>0</c:v>
                </c:pt>
                <c:pt idx="52952">
                  <c:v>0</c:v>
                </c:pt>
                <c:pt idx="52953">
                  <c:v>0</c:v>
                </c:pt>
                <c:pt idx="52954">
                  <c:v>0</c:v>
                </c:pt>
                <c:pt idx="52955">
                  <c:v>0</c:v>
                </c:pt>
                <c:pt idx="52956">
                  <c:v>0</c:v>
                </c:pt>
                <c:pt idx="52957">
                  <c:v>0</c:v>
                </c:pt>
                <c:pt idx="52958">
                  <c:v>0</c:v>
                </c:pt>
                <c:pt idx="52959">
                  <c:v>0</c:v>
                </c:pt>
                <c:pt idx="52960">
                  <c:v>0</c:v>
                </c:pt>
                <c:pt idx="52961">
                  <c:v>0</c:v>
                </c:pt>
                <c:pt idx="52962">
                  <c:v>0</c:v>
                </c:pt>
                <c:pt idx="52963">
                  <c:v>0</c:v>
                </c:pt>
                <c:pt idx="52964">
                  <c:v>0</c:v>
                </c:pt>
                <c:pt idx="52965">
                  <c:v>0</c:v>
                </c:pt>
                <c:pt idx="52966">
                  <c:v>0</c:v>
                </c:pt>
                <c:pt idx="52967">
                  <c:v>0</c:v>
                </c:pt>
                <c:pt idx="52968">
                  <c:v>0</c:v>
                </c:pt>
                <c:pt idx="52969">
                  <c:v>0</c:v>
                </c:pt>
                <c:pt idx="52970">
                  <c:v>0</c:v>
                </c:pt>
                <c:pt idx="52971">
                  <c:v>0</c:v>
                </c:pt>
                <c:pt idx="52972">
                  <c:v>0</c:v>
                </c:pt>
                <c:pt idx="52973">
                  <c:v>0</c:v>
                </c:pt>
                <c:pt idx="52974">
                  <c:v>0</c:v>
                </c:pt>
                <c:pt idx="52975">
                  <c:v>0</c:v>
                </c:pt>
                <c:pt idx="52976">
                  <c:v>0</c:v>
                </c:pt>
                <c:pt idx="52977">
                  <c:v>0</c:v>
                </c:pt>
                <c:pt idx="52978">
                  <c:v>0</c:v>
                </c:pt>
                <c:pt idx="52979">
                  <c:v>0</c:v>
                </c:pt>
                <c:pt idx="52980">
                  <c:v>0</c:v>
                </c:pt>
                <c:pt idx="52981">
                  <c:v>0</c:v>
                </c:pt>
                <c:pt idx="52982">
                  <c:v>0</c:v>
                </c:pt>
                <c:pt idx="52983">
                  <c:v>0</c:v>
                </c:pt>
                <c:pt idx="52984">
                  <c:v>0</c:v>
                </c:pt>
                <c:pt idx="52985">
                  <c:v>0</c:v>
                </c:pt>
                <c:pt idx="52986">
                  <c:v>0</c:v>
                </c:pt>
                <c:pt idx="52987">
                  <c:v>0</c:v>
                </c:pt>
                <c:pt idx="52988">
                  <c:v>0</c:v>
                </c:pt>
                <c:pt idx="52989">
                  <c:v>0</c:v>
                </c:pt>
                <c:pt idx="52990">
                  <c:v>0</c:v>
                </c:pt>
                <c:pt idx="52991">
                  <c:v>0</c:v>
                </c:pt>
                <c:pt idx="52992">
                  <c:v>0</c:v>
                </c:pt>
                <c:pt idx="52993">
                  <c:v>0</c:v>
                </c:pt>
                <c:pt idx="52994">
                  <c:v>0</c:v>
                </c:pt>
                <c:pt idx="52995">
                  <c:v>0</c:v>
                </c:pt>
                <c:pt idx="52996">
                  <c:v>0</c:v>
                </c:pt>
                <c:pt idx="52997">
                  <c:v>0</c:v>
                </c:pt>
                <c:pt idx="52998">
                  <c:v>0</c:v>
                </c:pt>
                <c:pt idx="52999">
                  <c:v>0</c:v>
                </c:pt>
                <c:pt idx="53000">
                  <c:v>0</c:v>
                </c:pt>
                <c:pt idx="53001">
                  <c:v>0</c:v>
                </c:pt>
                <c:pt idx="53002">
                  <c:v>0</c:v>
                </c:pt>
                <c:pt idx="53003">
                  <c:v>0</c:v>
                </c:pt>
                <c:pt idx="53004">
                  <c:v>0</c:v>
                </c:pt>
                <c:pt idx="53005">
                  <c:v>0</c:v>
                </c:pt>
                <c:pt idx="53006">
                  <c:v>0</c:v>
                </c:pt>
                <c:pt idx="53007">
                  <c:v>0</c:v>
                </c:pt>
                <c:pt idx="53008">
                  <c:v>0</c:v>
                </c:pt>
                <c:pt idx="53009">
                  <c:v>0</c:v>
                </c:pt>
                <c:pt idx="53010">
                  <c:v>0</c:v>
                </c:pt>
                <c:pt idx="53011">
                  <c:v>0</c:v>
                </c:pt>
                <c:pt idx="53012">
                  <c:v>0</c:v>
                </c:pt>
                <c:pt idx="53013">
                  <c:v>0</c:v>
                </c:pt>
                <c:pt idx="53014">
                  <c:v>0</c:v>
                </c:pt>
                <c:pt idx="53015">
                  <c:v>0</c:v>
                </c:pt>
                <c:pt idx="53016">
                  <c:v>0</c:v>
                </c:pt>
                <c:pt idx="53017">
                  <c:v>0</c:v>
                </c:pt>
                <c:pt idx="53018">
                  <c:v>0</c:v>
                </c:pt>
                <c:pt idx="53019">
                  <c:v>0</c:v>
                </c:pt>
                <c:pt idx="53020">
                  <c:v>0</c:v>
                </c:pt>
                <c:pt idx="53021">
                  <c:v>0</c:v>
                </c:pt>
                <c:pt idx="53022">
                  <c:v>0</c:v>
                </c:pt>
                <c:pt idx="53023">
                  <c:v>0</c:v>
                </c:pt>
                <c:pt idx="53024">
                  <c:v>0</c:v>
                </c:pt>
                <c:pt idx="53025">
                  <c:v>0</c:v>
                </c:pt>
                <c:pt idx="53026">
                  <c:v>0</c:v>
                </c:pt>
                <c:pt idx="53027">
                  <c:v>0</c:v>
                </c:pt>
                <c:pt idx="53028">
                  <c:v>0</c:v>
                </c:pt>
                <c:pt idx="53029">
                  <c:v>0</c:v>
                </c:pt>
                <c:pt idx="53030">
                  <c:v>0</c:v>
                </c:pt>
                <c:pt idx="53031">
                  <c:v>0</c:v>
                </c:pt>
                <c:pt idx="53032">
                  <c:v>0</c:v>
                </c:pt>
                <c:pt idx="53033">
                  <c:v>0</c:v>
                </c:pt>
                <c:pt idx="53034">
                  <c:v>0</c:v>
                </c:pt>
                <c:pt idx="53035">
                  <c:v>0</c:v>
                </c:pt>
                <c:pt idx="53036">
                  <c:v>0</c:v>
                </c:pt>
                <c:pt idx="53037">
                  <c:v>0</c:v>
                </c:pt>
                <c:pt idx="53038">
                  <c:v>0</c:v>
                </c:pt>
                <c:pt idx="53039">
                  <c:v>0</c:v>
                </c:pt>
                <c:pt idx="53040">
                  <c:v>0</c:v>
                </c:pt>
                <c:pt idx="53041">
                  <c:v>0</c:v>
                </c:pt>
                <c:pt idx="53042">
                  <c:v>0</c:v>
                </c:pt>
                <c:pt idx="53043">
                  <c:v>0</c:v>
                </c:pt>
                <c:pt idx="53044">
                  <c:v>0</c:v>
                </c:pt>
                <c:pt idx="53045">
                  <c:v>0</c:v>
                </c:pt>
                <c:pt idx="53046">
                  <c:v>0</c:v>
                </c:pt>
                <c:pt idx="53047">
                  <c:v>0</c:v>
                </c:pt>
                <c:pt idx="53048">
                  <c:v>0</c:v>
                </c:pt>
                <c:pt idx="53049">
                  <c:v>0</c:v>
                </c:pt>
                <c:pt idx="53050">
                  <c:v>0</c:v>
                </c:pt>
                <c:pt idx="53051">
                  <c:v>0</c:v>
                </c:pt>
                <c:pt idx="53052">
                  <c:v>0</c:v>
                </c:pt>
                <c:pt idx="53053">
                  <c:v>0</c:v>
                </c:pt>
                <c:pt idx="53054">
                  <c:v>0</c:v>
                </c:pt>
                <c:pt idx="53055">
                  <c:v>0</c:v>
                </c:pt>
                <c:pt idx="53056">
                  <c:v>0</c:v>
                </c:pt>
                <c:pt idx="53057">
                  <c:v>0</c:v>
                </c:pt>
                <c:pt idx="53058">
                  <c:v>0</c:v>
                </c:pt>
                <c:pt idx="53059">
                  <c:v>0</c:v>
                </c:pt>
                <c:pt idx="53060">
                  <c:v>0</c:v>
                </c:pt>
                <c:pt idx="53061">
                  <c:v>0</c:v>
                </c:pt>
                <c:pt idx="53062">
                  <c:v>0</c:v>
                </c:pt>
                <c:pt idx="53063">
                  <c:v>0</c:v>
                </c:pt>
                <c:pt idx="53064">
                  <c:v>0</c:v>
                </c:pt>
                <c:pt idx="53065">
                  <c:v>0</c:v>
                </c:pt>
                <c:pt idx="53066">
                  <c:v>0</c:v>
                </c:pt>
                <c:pt idx="53067">
                  <c:v>0</c:v>
                </c:pt>
                <c:pt idx="53068">
                  <c:v>0</c:v>
                </c:pt>
                <c:pt idx="53069">
                  <c:v>0</c:v>
                </c:pt>
                <c:pt idx="53070">
                  <c:v>0</c:v>
                </c:pt>
                <c:pt idx="53071">
                  <c:v>0</c:v>
                </c:pt>
                <c:pt idx="53072">
                  <c:v>0</c:v>
                </c:pt>
                <c:pt idx="53073">
                  <c:v>0</c:v>
                </c:pt>
                <c:pt idx="53074">
                  <c:v>0</c:v>
                </c:pt>
                <c:pt idx="53075">
                  <c:v>0</c:v>
                </c:pt>
                <c:pt idx="53076">
                  <c:v>0</c:v>
                </c:pt>
                <c:pt idx="53077">
                  <c:v>0</c:v>
                </c:pt>
                <c:pt idx="53078">
                  <c:v>0</c:v>
                </c:pt>
                <c:pt idx="53079">
                  <c:v>0</c:v>
                </c:pt>
                <c:pt idx="53080">
                  <c:v>0</c:v>
                </c:pt>
                <c:pt idx="53081">
                  <c:v>0</c:v>
                </c:pt>
                <c:pt idx="53082">
                  <c:v>0</c:v>
                </c:pt>
                <c:pt idx="53083">
                  <c:v>0</c:v>
                </c:pt>
                <c:pt idx="53084">
                  <c:v>0</c:v>
                </c:pt>
                <c:pt idx="53085">
                  <c:v>0</c:v>
                </c:pt>
                <c:pt idx="53086">
                  <c:v>0</c:v>
                </c:pt>
                <c:pt idx="53087">
                  <c:v>0</c:v>
                </c:pt>
                <c:pt idx="53088">
                  <c:v>0</c:v>
                </c:pt>
                <c:pt idx="53089">
                  <c:v>0</c:v>
                </c:pt>
                <c:pt idx="53090">
                  <c:v>0</c:v>
                </c:pt>
                <c:pt idx="53091">
                  <c:v>0</c:v>
                </c:pt>
                <c:pt idx="53092">
                  <c:v>0</c:v>
                </c:pt>
                <c:pt idx="53093">
                  <c:v>0</c:v>
                </c:pt>
                <c:pt idx="53094">
                  <c:v>0</c:v>
                </c:pt>
                <c:pt idx="53095">
                  <c:v>0</c:v>
                </c:pt>
                <c:pt idx="53096">
                  <c:v>0</c:v>
                </c:pt>
                <c:pt idx="53097">
                  <c:v>0</c:v>
                </c:pt>
                <c:pt idx="53098">
                  <c:v>0</c:v>
                </c:pt>
                <c:pt idx="53099">
                  <c:v>0</c:v>
                </c:pt>
                <c:pt idx="53100">
                  <c:v>0</c:v>
                </c:pt>
                <c:pt idx="53101">
                  <c:v>0</c:v>
                </c:pt>
                <c:pt idx="53102">
                  <c:v>0</c:v>
                </c:pt>
                <c:pt idx="53103">
                  <c:v>0</c:v>
                </c:pt>
                <c:pt idx="53104">
                  <c:v>0</c:v>
                </c:pt>
                <c:pt idx="53105">
                  <c:v>0</c:v>
                </c:pt>
                <c:pt idx="53106">
                  <c:v>0</c:v>
                </c:pt>
                <c:pt idx="53107">
                  <c:v>0</c:v>
                </c:pt>
                <c:pt idx="53108">
                  <c:v>0</c:v>
                </c:pt>
                <c:pt idx="53109">
                  <c:v>0</c:v>
                </c:pt>
                <c:pt idx="53110">
                  <c:v>0</c:v>
                </c:pt>
                <c:pt idx="53111">
                  <c:v>0</c:v>
                </c:pt>
                <c:pt idx="53112">
                  <c:v>0</c:v>
                </c:pt>
                <c:pt idx="53113">
                  <c:v>0</c:v>
                </c:pt>
                <c:pt idx="53114">
                  <c:v>0</c:v>
                </c:pt>
                <c:pt idx="53115">
                  <c:v>0</c:v>
                </c:pt>
                <c:pt idx="53116">
                  <c:v>0</c:v>
                </c:pt>
                <c:pt idx="53117">
                  <c:v>0</c:v>
                </c:pt>
                <c:pt idx="53118">
                  <c:v>0</c:v>
                </c:pt>
                <c:pt idx="53119">
                  <c:v>0</c:v>
                </c:pt>
                <c:pt idx="53120">
                  <c:v>0</c:v>
                </c:pt>
                <c:pt idx="53121">
                  <c:v>0</c:v>
                </c:pt>
                <c:pt idx="53122">
                  <c:v>0</c:v>
                </c:pt>
                <c:pt idx="53123">
                  <c:v>0</c:v>
                </c:pt>
                <c:pt idx="53124">
                  <c:v>0</c:v>
                </c:pt>
                <c:pt idx="53125">
                  <c:v>0</c:v>
                </c:pt>
                <c:pt idx="53126">
                  <c:v>0</c:v>
                </c:pt>
                <c:pt idx="53127">
                  <c:v>0</c:v>
                </c:pt>
                <c:pt idx="53128">
                  <c:v>0</c:v>
                </c:pt>
                <c:pt idx="53129">
                  <c:v>0</c:v>
                </c:pt>
                <c:pt idx="53130">
                  <c:v>0</c:v>
                </c:pt>
                <c:pt idx="53131">
                  <c:v>0</c:v>
                </c:pt>
                <c:pt idx="53132">
                  <c:v>0</c:v>
                </c:pt>
                <c:pt idx="53133">
                  <c:v>0</c:v>
                </c:pt>
                <c:pt idx="53134">
                  <c:v>0</c:v>
                </c:pt>
                <c:pt idx="53135">
                  <c:v>0</c:v>
                </c:pt>
                <c:pt idx="53136">
                  <c:v>0</c:v>
                </c:pt>
                <c:pt idx="53137">
                  <c:v>0</c:v>
                </c:pt>
                <c:pt idx="53138">
                  <c:v>0</c:v>
                </c:pt>
                <c:pt idx="53139">
                  <c:v>0</c:v>
                </c:pt>
                <c:pt idx="53140">
                  <c:v>0</c:v>
                </c:pt>
                <c:pt idx="53141">
                  <c:v>0</c:v>
                </c:pt>
                <c:pt idx="53142">
                  <c:v>0</c:v>
                </c:pt>
                <c:pt idx="53143">
                  <c:v>0</c:v>
                </c:pt>
                <c:pt idx="53144">
                  <c:v>0</c:v>
                </c:pt>
                <c:pt idx="53145">
                  <c:v>0</c:v>
                </c:pt>
                <c:pt idx="53146">
                  <c:v>0</c:v>
                </c:pt>
                <c:pt idx="53147">
                  <c:v>0</c:v>
                </c:pt>
                <c:pt idx="53148">
                  <c:v>0</c:v>
                </c:pt>
                <c:pt idx="53149">
                  <c:v>0</c:v>
                </c:pt>
                <c:pt idx="53150">
                  <c:v>0</c:v>
                </c:pt>
                <c:pt idx="53151">
                  <c:v>0</c:v>
                </c:pt>
                <c:pt idx="53152">
                  <c:v>0</c:v>
                </c:pt>
                <c:pt idx="53153">
                  <c:v>0</c:v>
                </c:pt>
                <c:pt idx="53154">
                  <c:v>0</c:v>
                </c:pt>
                <c:pt idx="53155">
                  <c:v>0</c:v>
                </c:pt>
                <c:pt idx="53156">
                  <c:v>0</c:v>
                </c:pt>
                <c:pt idx="53157">
                  <c:v>0</c:v>
                </c:pt>
                <c:pt idx="53158">
                  <c:v>0</c:v>
                </c:pt>
                <c:pt idx="53159">
                  <c:v>0</c:v>
                </c:pt>
                <c:pt idx="53160">
                  <c:v>0</c:v>
                </c:pt>
                <c:pt idx="53161">
                  <c:v>0</c:v>
                </c:pt>
                <c:pt idx="53162">
                  <c:v>0</c:v>
                </c:pt>
                <c:pt idx="53163">
                  <c:v>0</c:v>
                </c:pt>
                <c:pt idx="53164">
                  <c:v>0</c:v>
                </c:pt>
                <c:pt idx="53165">
                  <c:v>0</c:v>
                </c:pt>
                <c:pt idx="53166">
                  <c:v>0</c:v>
                </c:pt>
                <c:pt idx="53167">
                  <c:v>0</c:v>
                </c:pt>
                <c:pt idx="53168">
                  <c:v>0</c:v>
                </c:pt>
                <c:pt idx="53169">
                  <c:v>0</c:v>
                </c:pt>
                <c:pt idx="53170">
                  <c:v>0</c:v>
                </c:pt>
                <c:pt idx="53171">
                  <c:v>0</c:v>
                </c:pt>
                <c:pt idx="53172">
                  <c:v>0</c:v>
                </c:pt>
                <c:pt idx="53173">
                  <c:v>0</c:v>
                </c:pt>
                <c:pt idx="53174">
                  <c:v>0</c:v>
                </c:pt>
                <c:pt idx="53175">
                  <c:v>0</c:v>
                </c:pt>
                <c:pt idx="53176">
                  <c:v>0</c:v>
                </c:pt>
                <c:pt idx="53177">
                  <c:v>0</c:v>
                </c:pt>
                <c:pt idx="53178">
                  <c:v>0</c:v>
                </c:pt>
                <c:pt idx="53179">
                  <c:v>0</c:v>
                </c:pt>
                <c:pt idx="53180">
                  <c:v>0</c:v>
                </c:pt>
                <c:pt idx="53181">
                  <c:v>0</c:v>
                </c:pt>
                <c:pt idx="53182">
                  <c:v>0</c:v>
                </c:pt>
                <c:pt idx="53183">
                  <c:v>0</c:v>
                </c:pt>
                <c:pt idx="53184">
                  <c:v>0</c:v>
                </c:pt>
                <c:pt idx="53185">
                  <c:v>0</c:v>
                </c:pt>
                <c:pt idx="53186">
                  <c:v>0</c:v>
                </c:pt>
                <c:pt idx="53187">
                  <c:v>0</c:v>
                </c:pt>
                <c:pt idx="53188">
                  <c:v>0</c:v>
                </c:pt>
                <c:pt idx="53189">
                  <c:v>0</c:v>
                </c:pt>
                <c:pt idx="53190">
                  <c:v>0</c:v>
                </c:pt>
                <c:pt idx="53191">
                  <c:v>0</c:v>
                </c:pt>
                <c:pt idx="53192">
                  <c:v>0</c:v>
                </c:pt>
                <c:pt idx="53193">
                  <c:v>0</c:v>
                </c:pt>
                <c:pt idx="53194">
                  <c:v>0</c:v>
                </c:pt>
                <c:pt idx="53195">
                  <c:v>0</c:v>
                </c:pt>
                <c:pt idx="53196">
                  <c:v>0</c:v>
                </c:pt>
                <c:pt idx="53197">
                  <c:v>0</c:v>
                </c:pt>
                <c:pt idx="53198">
                  <c:v>0</c:v>
                </c:pt>
                <c:pt idx="53199">
                  <c:v>0</c:v>
                </c:pt>
                <c:pt idx="53200">
                  <c:v>0</c:v>
                </c:pt>
                <c:pt idx="53201">
                  <c:v>0</c:v>
                </c:pt>
                <c:pt idx="53202">
                  <c:v>0</c:v>
                </c:pt>
                <c:pt idx="53203">
                  <c:v>0</c:v>
                </c:pt>
                <c:pt idx="53204">
                  <c:v>0</c:v>
                </c:pt>
                <c:pt idx="53205">
                  <c:v>0</c:v>
                </c:pt>
                <c:pt idx="53206">
                  <c:v>0</c:v>
                </c:pt>
                <c:pt idx="53207">
                  <c:v>0</c:v>
                </c:pt>
                <c:pt idx="53208">
                  <c:v>0</c:v>
                </c:pt>
                <c:pt idx="53209">
                  <c:v>0</c:v>
                </c:pt>
                <c:pt idx="53210">
                  <c:v>0</c:v>
                </c:pt>
                <c:pt idx="53211">
                  <c:v>0</c:v>
                </c:pt>
                <c:pt idx="53212">
                  <c:v>0</c:v>
                </c:pt>
                <c:pt idx="53213">
                  <c:v>0</c:v>
                </c:pt>
                <c:pt idx="53214">
                  <c:v>0</c:v>
                </c:pt>
                <c:pt idx="53215">
                  <c:v>0</c:v>
                </c:pt>
                <c:pt idx="53216">
                  <c:v>0</c:v>
                </c:pt>
                <c:pt idx="53217">
                  <c:v>0</c:v>
                </c:pt>
                <c:pt idx="53218">
                  <c:v>0</c:v>
                </c:pt>
                <c:pt idx="53219">
                  <c:v>0</c:v>
                </c:pt>
                <c:pt idx="53220">
                  <c:v>0</c:v>
                </c:pt>
                <c:pt idx="53221">
                  <c:v>0</c:v>
                </c:pt>
                <c:pt idx="53222">
                  <c:v>0</c:v>
                </c:pt>
                <c:pt idx="53223">
                  <c:v>0</c:v>
                </c:pt>
                <c:pt idx="53224">
                  <c:v>0</c:v>
                </c:pt>
                <c:pt idx="53225">
                  <c:v>0</c:v>
                </c:pt>
                <c:pt idx="53226">
                  <c:v>0</c:v>
                </c:pt>
                <c:pt idx="53227">
                  <c:v>0</c:v>
                </c:pt>
                <c:pt idx="53228">
                  <c:v>0</c:v>
                </c:pt>
                <c:pt idx="53229">
                  <c:v>0</c:v>
                </c:pt>
                <c:pt idx="53230">
                  <c:v>0</c:v>
                </c:pt>
                <c:pt idx="53231">
                  <c:v>0</c:v>
                </c:pt>
                <c:pt idx="53232">
                  <c:v>0</c:v>
                </c:pt>
                <c:pt idx="53233">
                  <c:v>0</c:v>
                </c:pt>
                <c:pt idx="53234">
                  <c:v>0</c:v>
                </c:pt>
                <c:pt idx="53235">
                  <c:v>0</c:v>
                </c:pt>
                <c:pt idx="53236">
                  <c:v>0</c:v>
                </c:pt>
                <c:pt idx="53237">
                  <c:v>0</c:v>
                </c:pt>
                <c:pt idx="53238">
                  <c:v>0</c:v>
                </c:pt>
                <c:pt idx="53239">
                  <c:v>0</c:v>
                </c:pt>
                <c:pt idx="53240">
                  <c:v>0</c:v>
                </c:pt>
                <c:pt idx="53241">
                  <c:v>0</c:v>
                </c:pt>
                <c:pt idx="53242">
                  <c:v>0</c:v>
                </c:pt>
                <c:pt idx="53243">
                  <c:v>0</c:v>
                </c:pt>
                <c:pt idx="53244">
                  <c:v>0</c:v>
                </c:pt>
                <c:pt idx="53245">
                  <c:v>0</c:v>
                </c:pt>
                <c:pt idx="53246">
                  <c:v>0</c:v>
                </c:pt>
                <c:pt idx="53247">
                  <c:v>0</c:v>
                </c:pt>
                <c:pt idx="53248">
                  <c:v>0</c:v>
                </c:pt>
                <c:pt idx="53249">
                  <c:v>0</c:v>
                </c:pt>
                <c:pt idx="53250">
                  <c:v>0</c:v>
                </c:pt>
                <c:pt idx="53251">
                  <c:v>0</c:v>
                </c:pt>
                <c:pt idx="53252">
                  <c:v>0</c:v>
                </c:pt>
                <c:pt idx="53253">
                  <c:v>0</c:v>
                </c:pt>
                <c:pt idx="53254">
                  <c:v>0</c:v>
                </c:pt>
                <c:pt idx="53255">
                  <c:v>0</c:v>
                </c:pt>
                <c:pt idx="53256">
                  <c:v>0</c:v>
                </c:pt>
                <c:pt idx="53257">
                  <c:v>0</c:v>
                </c:pt>
                <c:pt idx="53258">
                  <c:v>0</c:v>
                </c:pt>
                <c:pt idx="53259">
                  <c:v>0</c:v>
                </c:pt>
                <c:pt idx="53260">
                  <c:v>0</c:v>
                </c:pt>
                <c:pt idx="53261">
                  <c:v>0</c:v>
                </c:pt>
                <c:pt idx="53262">
                  <c:v>0</c:v>
                </c:pt>
                <c:pt idx="53263">
                  <c:v>0</c:v>
                </c:pt>
                <c:pt idx="53264">
                  <c:v>0</c:v>
                </c:pt>
                <c:pt idx="53265">
                  <c:v>0</c:v>
                </c:pt>
                <c:pt idx="53266">
                  <c:v>0</c:v>
                </c:pt>
                <c:pt idx="53267">
                  <c:v>0</c:v>
                </c:pt>
                <c:pt idx="53268">
                  <c:v>0</c:v>
                </c:pt>
                <c:pt idx="53269">
                  <c:v>0</c:v>
                </c:pt>
                <c:pt idx="53270">
                  <c:v>0</c:v>
                </c:pt>
                <c:pt idx="53271">
                  <c:v>0</c:v>
                </c:pt>
                <c:pt idx="53272">
                  <c:v>0</c:v>
                </c:pt>
                <c:pt idx="53273">
                  <c:v>0</c:v>
                </c:pt>
                <c:pt idx="53274">
                  <c:v>0</c:v>
                </c:pt>
                <c:pt idx="53275">
                  <c:v>0</c:v>
                </c:pt>
                <c:pt idx="53276">
                  <c:v>0</c:v>
                </c:pt>
                <c:pt idx="53277">
                  <c:v>0</c:v>
                </c:pt>
                <c:pt idx="53278">
                  <c:v>0</c:v>
                </c:pt>
                <c:pt idx="53279">
                  <c:v>0</c:v>
                </c:pt>
                <c:pt idx="53280">
                  <c:v>0</c:v>
                </c:pt>
                <c:pt idx="53281">
                  <c:v>0</c:v>
                </c:pt>
                <c:pt idx="53282">
                  <c:v>0</c:v>
                </c:pt>
                <c:pt idx="53283">
                  <c:v>0</c:v>
                </c:pt>
                <c:pt idx="53284">
                  <c:v>0</c:v>
                </c:pt>
                <c:pt idx="53285">
                  <c:v>0</c:v>
                </c:pt>
                <c:pt idx="53286">
                  <c:v>0</c:v>
                </c:pt>
                <c:pt idx="53287">
                  <c:v>0</c:v>
                </c:pt>
                <c:pt idx="53288">
                  <c:v>0</c:v>
                </c:pt>
                <c:pt idx="53289">
                  <c:v>0</c:v>
                </c:pt>
                <c:pt idx="53290">
                  <c:v>0</c:v>
                </c:pt>
                <c:pt idx="53291">
                  <c:v>0</c:v>
                </c:pt>
                <c:pt idx="53292">
                  <c:v>0</c:v>
                </c:pt>
                <c:pt idx="53293">
                  <c:v>0</c:v>
                </c:pt>
                <c:pt idx="53294">
                  <c:v>0</c:v>
                </c:pt>
                <c:pt idx="53295">
                  <c:v>0</c:v>
                </c:pt>
                <c:pt idx="53296">
                  <c:v>0</c:v>
                </c:pt>
                <c:pt idx="53297">
                  <c:v>0</c:v>
                </c:pt>
                <c:pt idx="53298">
                  <c:v>0</c:v>
                </c:pt>
                <c:pt idx="53299">
                  <c:v>0</c:v>
                </c:pt>
                <c:pt idx="53300">
                  <c:v>0</c:v>
                </c:pt>
                <c:pt idx="53301">
                  <c:v>0</c:v>
                </c:pt>
                <c:pt idx="53302">
                  <c:v>0</c:v>
                </c:pt>
                <c:pt idx="53303">
                  <c:v>0</c:v>
                </c:pt>
                <c:pt idx="53304">
                  <c:v>0</c:v>
                </c:pt>
                <c:pt idx="53305">
                  <c:v>0</c:v>
                </c:pt>
                <c:pt idx="53306">
                  <c:v>0</c:v>
                </c:pt>
                <c:pt idx="53307">
                  <c:v>0</c:v>
                </c:pt>
                <c:pt idx="53308">
                  <c:v>0</c:v>
                </c:pt>
                <c:pt idx="53309">
                  <c:v>0</c:v>
                </c:pt>
                <c:pt idx="53310">
                  <c:v>0</c:v>
                </c:pt>
                <c:pt idx="53311">
                  <c:v>0</c:v>
                </c:pt>
                <c:pt idx="53312">
                  <c:v>0</c:v>
                </c:pt>
                <c:pt idx="53313">
                  <c:v>0</c:v>
                </c:pt>
                <c:pt idx="53314">
                  <c:v>0</c:v>
                </c:pt>
                <c:pt idx="53315">
                  <c:v>0</c:v>
                </c:pt>
                <c:pt idx="53316">
                  <c:v>0</c:v>
                </c:pt>
                <c:pt idx="53317">
                  <c:v>0</c:v>
                </c:pt>
                <c:pt idx="53318">
                  <c:v>0</c:v>
                </c:pt>
                <c:pt idx="53319">
                  <c:v>0</c:v>
                </c:pt>
                <c:pt idx="53320">
                  <c:v>0</c:v>
                </c:pt>
                <c:pt idx="53321">
                  <c:v>0</c:v>
                </c:pt>
                <c:pt idx="53322">
                  <c:v>0</c:v>
                </c:pt>
                <c:pt idx="53323">
                  <c:v>0</c:v>
                </c:pt>
                <c:pt idx="53324">
                  <c:v>0</c:v>
                </c:pt>
                <c:pt idx="53325">
                  <c:v>0</c:v>
                </c:pt>
                <c:pt idx="53326">
                  <c:v>0</c:v>
                </c:pt>
                <c:pt idx="53327">
                  <c:v>0</c:v>
                </c:pt>
                <c:pt idx="53328">
                  <c:v>0</c:v>
                </c:pt>
                <c:pt idx="53329">
                  <c:v>0</c:v>
                </c:pt>
                <c:pt idx="53330">
                  <c:v>0</c:v>
                </c:pt>
                <c:pt idx="53331">
                  <c:v>0</c:v>
                </c:pt>
                <c:pt idx="53332">
                  <c:v>0</c:v>
                </c:pt>
                <c:pt idx="53333">
                  <c:v>0</c:v>
                </c:pt>
                <c:pt idx="53334">
                  <c:v>0</c:v>
                </c:pt>
                <c:pt idx="53335">
                  <c:v>0</c:v>
                </c:pt>
                <c:pt idx="53336">
                  <c:v>0</c:v>
                </c:pt>
                <c:pt idx="53337">
                  <c:v>0</c:v>
                </c:pt>
                <c:pt idx="53338">
                  <c:v>0</c:v>
                </c:pt>
                <c:pt idx="53339">
                  <c:v>0</c:v>
                </c:pt>
                <c:pt idx="53340">
                  <c:v>0</c:v>
                </c:pt>
                <c:pt idx="53341">
                  <c:v>0</c:v>
                </c:pt>
                <c:pt idx="53342">
                  <c:v>0</c:v>
                </c:pt>
                <c:pt idx="53343">
                  <c:v>0</c:v>
                </c:pt>
                <c:pt idx="53344">
                  <c:v>0</c:v>
                </c:pt>
                <c:pt idx="53345">
                  <c:v>0</c:v>
                </c:pt>
                <c:pt idx="53346">
                  <c:v>0</c:v>
                </c:pt>
                <c:pt idx="53347">
                  <c:v>0</c:v>
                </c:pt>
                <c:pt idx="53348">
                  <c:v>0</c:v>
                </c:pt>
                <c:pt idx="53349">
                  <c:v>0</c:v>
                </c:pt>
                <c:pt idx="53350">
                  <c:v>0</c:v>
                </c:pt>
                <c:pt idx="53351">
                  <c:v>0</c:v>
                </c:pt>
                <c:pt idx="53352">
                  <c:v>0</c:v>
                </c:pt>
                <c:pt idx="53353">
                  <c:v>0</c:v>
                </c:pt>
                <c:pt idx="53354">
                  <c:v>0</c:v>
                </c:pt>
                <c:pt idx="53355">
                  <c:v>0</c:v>
                </c:pt>
                <c:pt idx="53356">
                  <c:v>0</c:v>
                </c:pt>
                <c:pt idx="53357">
                  <c:v>0</c:v>
                </c:pt>
                <c:pt idx="53358">
                  <c:v>0</c:v>
                </c:pt>
                <c:pt idx="53359">
                  <c:v>0</c:v>
                </c:pt>
                <c:pt idx="53360">
                  <c:v>0</c:v>
                </c:pt>
                <c:pt idx="53361">
                  <c:v>0</c:v>
                </c:pt>
                <c:pt idx="53362">
                  <c:v>0</c:v>
                </c:pt>
                <c:pt idx="53363">
                  <c:v>0</c:v>
                </c:pt>
                <c:pt idx="53364">
                  <c:v>0</c:v>
                </c:pt>
                <c:pt idx="53365">
                  <c:v>0</c:v>
                </c:pt>
                <c:pt idx="53366">
                  <c:v>0</c:v>
                </c:pt>
                <c:pt idx="53367">
                  <c:v>0</c:v>
                </c:pt>
                <c:pt idx="53368">
                  <c:v>0</c:v>
                </c:pt>
                <c:pt idx="53369">
                  <c:v>0</c:v>
                </c:pt>
                <c:pt idx="53370">
                  <c:v>0</c:v>
                </c:pt>
                <c:pt idx="53371">
                  <c:v>0</c:v>
                </c:pt>
                <c:pt idx="53372">
                  <c:v>0</c:v>
                </c:pt>
                <c:pt idx="53373">
                  <c:v>0</c:v>
                </c:pt>
                <c:pt idx="53374">
                  <c:v>0</c:v>
                </c:pt>
                <c:pt idx="53375">
                  <c:v>0</c:v>
                </c:pt>
                <c:pt idx="53376">
                  <c:v>0</c:v>
                </c:pt>
                <c:pt idx="53377">
                  <c:v>0</c:v>
                </c:pt>
                <c:pt idx="53378">
                  <c:v>0</c:v>
                </c:pt>
                <c:pt idx="53379">
                  <c:v>0</c:v>
                </c:pt>
                <c:pt idx="53380">
                  <c:v>0</c:v>
                </c:pt>
                <c:pt idx="53381">
                  <c:v>0</c:v>
                </c:pt>
                <c:pt idx="53382">
                  <c:v>0</c:v>
                </c:pt>
                <c:pt idx="53383">
                  <c:v>0</c:v>
                </c:pt>
                <c:pt idx="53384">
                  <c:v>0</c:v>
                </c:pt>
                <c:pt idx="53385">
                  <c:v>0</c:v>
                </c:pt>
                <c:pt idx="53386">
                  <c:v>0</c:v>
                </c:pt>
                <c:pt idx="53387">
                  <c:v>0</c:v>
                </c:pt>
                <c:pt idx="53388">
                  <c:v>0</c:v>
                </c:pt>
                <c:pt idx="53389">
                  <c:v>0</c:v>
                </c:pt>
                <c:pt idx="53390">
                  <c:v>0</c:v>
                </c:pt>
                <c:pt idx="53391">
                  <c:v>0</c:v>
                </c:pt>
                <c:pt idx="53392">
                  <c:v>0</c:v>
                </c:pt>
                <c:pt idx="53393">
                  <c:v>0</c:v>
                </c:pt>
                <c:pt idx="53394">
                  <c:v>0</c:v>
                </c:pt>
                <c:pt idx="53395">
                  <c:v>0</c:v>
                </c:pt>
                <c:pt idx="53396">
                  <c:v>0</c:v>
                </c:pt>
                <c:pt idx="53397">
                  <c:v>0</c:v>
                </c:pt>
                <c:pt idx="53398">
                  <c:v>0</c:v>
                </c:pt>
                <c:pt idx="53399">
                  <c:v>0</c:v>
                </c:pt>
                <c:pt idx="53400">
                  <c:v>0</c:v>
                </c:pt>
                <c:pt idx="53401">
                  <c:v>0</c:v>
                </c:pt>
                <c:pt idx="53402">
                  <c:v>0</c:v>
                </c:pt>
                <c:pt idx="53403">
                  <c:v>0</c:v>
                </c:pt>
                <c:pt idx="53404">
                  <c:v>0</c:v>
                </c:pt>
                <c:pt idx="53405">
                  <c:v>0</c:v>
                </c:pt>
                <c:pt idx="53406">
                  <c:v>0</c:v>
                </c:pt>
                <c:pt idx="53407">
                  <c:v>0</c:v>
                </c:pt>
                <c:pt idx="53408">
                  <c:v>0</c:v>
                </c:pt>
                <c:pt idx="53409">
                  <c:v>0</c:v>
                </c:pt>
                <c:pt idx="53410">
                  <c:v>0</c:v>
                </c:pt>
                <c:pt idx="53411">
                  <c:v>0</c:v>
                </c:pt>
                <c:pt idx="53412">
                  <c:v>0</c:v>
                </c:pt>
                <c:pt idx="53413">
                  <c:v>0</c:v>
                </c:pt>
                <c:pt idx="53414">
                  <c:v>0</c:v>
                </c:pt>
                <c:pt idx="53415">
                  <c:v>0</c:v>
                </c:pt>
                <c:pt idx="53416">
                  <c:v>0</c:v>
                </c:pt>
                <c:pt idx="53417">
                  <c:v>0</c:v>
                </c:pt>
                <c:pt idx="53418">
                  <c:v>0</c:v>
                </c:pt>
                <c:pt idx="53419">
                  <c:v>0</c:v>
                </c:pt>
                <c:pt idx="53420">
                  <c:v>0</c:v>
                </c:pt>
                <c:pt idx="53421">
                  <c:v>0</c:v>
                </c:pt>
                <c:pt idx="53422">
                  <c:v>0</c:v>
                </c:pt>
                <c:pt idx="53423">
                  <c:v>0</c:v>
                </c:pt>
                <c:pt idx="53424">
                  <c:v>0</c:v>
                </c:pt>
                <c:pt idx="53425">
                  <c:v>0</c:v>
                </c:pt>
                <c:pt idx="53426">
                  <c:v>0</c:v>
                </c:pt>
                <c:pt idx="53427">
                  <c:v>0</c:v>
                </c:pt>
                <c:pt idx="53428">
                  <c:v>0</c:v>
                </c:pt>
                <c:pt idx="53429">
                  <c:v>0</c:v>
                </c:pt>
                <c:pt idx="53430">
                  <c:v>0</c:v>
                </c:pt>
                <c:pt idx="53431">
                  <c:v>0</c:v>
                </c:pt>
                <c:pt idx="53432">
                  <c:v>0</c:v>
                </c:pt>
                <c:pt idx="53433">
                  <c:v>0</c:v>
                </c:pt>
                <c:pt idx="53434">
                  <c:v>0</c:v>
                </c:pt>
                <c:pt idx="53435">
                  <c:v>0</c:v>
                </c:pt>
                <c:pt idx="53436">
                  <c:v>0</c:v>
                </c:pt>
                <c:pt idx="53437">
                  <c:v>0</c:v>
                </c:pt>
                <c:pt idx="53438">
                  <c:v>0</c:v>
                </c:pt>
                <c:pt idx="53439">
                  <c:v>0</c:v>
                </c:pt>
                <c:pt idx="53440">
                  <c:v>0</c:v>
                </c:pt>
                <c:pt idx="53441">
                  <c:v>0</c:v>
                </c:pt>
                <c:pt idx="53442">
                  <c:v>0</c:v>
                </c:pt>
                <c:pt idx="53443">
                  <c:v>0</c:v>
                </c:pt>
                <c:pt idx="53444">
                  <c:v>0</c:v>
                </c:pt>
                <c:pt idx="53445">
                  <c:v>0</c:v>
                </c:pt>
                <c:pt idx="53446">
                  <c:v>0</c:v>
                </c:pt>
                <c:pt idx="53447">
                  <c:v>0</c:v>
                </c:pt>
                <c:pt idx="53448">
                  <c:v>0</c:v>
                </c:pt>
                <c:pt idx="53449">
                  <c:v>0</c:v>
                </c:pt>
                <c:pt idx="53450">
                  <c:v>0</c:v>
                </c:pt>
                <c:pt idx="53451">
                  <c:v>0</c:v>
                </c:pt>
                <c:pt idx="53452">
                  <c:v>0</c:v>
                </c:pt>
                <c:pt idx="53453">
                  <c:v>0</c:v>
                </c:pt>
                <c:pt idx="53454">
                  <c:v>0</c:v>
                </c:pt>
                <c:pt idx="53455">
                  <c:v>0</c:v>
                </c:pt>
                <c:pt idx="53456">
                  <c:v>0</c:v>
                </c:pt>
                <c:pt idx="53457">
                  <c:v>0</c:v>
                </c:pt>
                <c:pt idx="53458">
                  <c:v>0</c:v>
                </c:pt>
                <c:pt idx="53459">
                  <c:v>0</c:v>
                </c:pt>
                <c:pt idx="53460">
                  <c:v>0</c:v>
                </c:pt>
                <c:pt idx="53461">
                  <c:v>0</c:v>
                </c:pt>
                <c:pt idx="53462">
                  <c:v>0</c:v>
                </c:pt>
                <c:pt idx="53463">
                  <c:v>0</c:v>
                </c:pt>
                <c:pt idx="53464">
                  <c:v>0</c:v>
                </c:pt>
                <c:pt idx="53465">
                  <c:v>0</c:v>
                </c:pt>
                <c:pt idx="53466">
                  <c:v>0</c:v>
                </c:pt>
                <c:pt idx="53467">
                  <c:v>0</c:v>
                </c:pt>
                <c:pt idx="53468">
                  <c:v>0</c:v>
                </c:pt>
                <c:pt idx="53469">
                  <c:v>0</c:v>
                </c:pt>
                <c:pt idx="53470">
                  <c:v>0</c:v>
                </c:pt>
                <c:pt idx="53471">
                  <c:v>0</c:v>
                </c:pt>
                <c:pt idx="53472">
                  <c:v>0</c:v>
                </c:pt>
                <c:pt idx="53473">
                  <c:v>0</c:v>
                </c:pt>
                <c:pt idx="53474">
                  <c:v>0</c:v>
                </c:pt>
                <c:pt idx="53475">
                  <c:v>0</c:v>
                </c:pt>
                <c:pt idx="53476">
                  <c:v>0</c:v>
                </c:pt>
                <c:pt idx="53477">
                  <c:v>0</c:v>
                </c:pt>
                <c:pt idx="53478">
                  <c:v>0</c:v>
                </c:pt>
                <c:pt idx="53479">
                  <c:v>0</c:v>
                </c:pt>
                <c:pt idx="53480">
                  <c:v>0</c:v>
                </c:pt>
                <c:pt idx="53481">
                  <c:v>0</c:v>
                </c:pt>
                <c:pt idx="53482">
                  <c:v>0</c:v>
                </c:pt>
                <c:pt idx="53483">
                  <c:v>0</c:v>
                </c:pt>
                <c:pt idx="53484">
                  <c:v>0</c:v>
                </c:pt>
                <c:pt idx="53485">
                  <c:v>0</c:v>
                </c:pt>
                <c:pt idx="53486">
                  <c:v>0</c:v>
                </c:pt>
                <c:pt idx="53487">
                  <c:v>0</c:v>
                </c:pt>
                <c:pt idx="53488">
                  <c:v>0</c:v>
                </c:pt>
                <c:pt idx="53489">
                  <c:v>0</c:v>
                </c:pt>
                <c:pt idx="53490">
                  <c:v>0</c:v>
                </c:pt>
                <c:pt idx="53491">
                  <c:v>0</c:v>
                </c:pt>
                <c:pt idx="53492">
                  <c:v>0</c:v>
                </c:pt>
                <c:pt idx="53493">
                  <c:v>0</c:v>
                </c:pt>
                <c:pt idx="53494">
                  <c:v>0</c:v>
                </c:pt>
                <c:pt idx="53495">
                  <c:v>0</c:v>
                </c:pt>
                <c:pt idx="53496">
                  <c:v>0</c:v>
                </c:pt>
                <c:pt idx="53497">
                  <c:v>0</c:v>
                </c:pt>
                <c:pt idx="53498">
                  <c:v>0</c:v>
                </c:pt>
                <c:pt idx="53499">
                  <c:v>0</c:v>
                </c:pt>
                <c:pt idx="53500">
                  <c:v>0</c:v>
                </c:pt>
                <c:pt idx="53501">
                  <c:v>0</c:v>
                </c:pt>
                <c:pt idx="53502">
                  <c:v>0</c:v>
                </c:pt>
                <c:pt idx="53503">
                  <c:v>0</c:v>
                </c:pt>
                <c:pt idx="53504">
                  <c:v>0</c:v>
                </c:pt>
                <c:pt idx="53505">
                  <c:v>0</c:v>
                </c:pt>
                <c:pt idx="53506">
                  <c:v>0</c:v>
                </c:pt>
                <c:pt idx="53507">
                  <c:v>0</c:v>
                </c:pt>
                <c:pt idx="53508">
                  <c:v>0</c:v>
                </c:pt>
                <c:pt idx="53509">
                  <c:v>0</c:v>
                </c:pt>
                <c:pt idx="53510">
                  <c:v>0</c:v>
                </c:pt>
                <c:pt idx="53511">
                  <c:v>0</c:v>
                </c:pt>
                <c:pt idx="53512">
                  <c:v>0</c:v>
                </c:pt>
                <c:pt idx="53513">
                  <c:v>0</c:v>
                </c:pt>
                <c:pt idx="53514">
                  <c:v>0</c:v>
                </c:pt>
                <c:pt idx="53515">
                  <c:v>0</c:v>
                </c:pt>
                <c:pt idx="53516">
                  <c:v>0</c:v>
                </c:pt>
                <c:pt idx="53517">
                  <c:v>0</c:v>
                </c:pt>
                <c:pt idx="53518">
                  <c:v>0</c:v>
                </c:pt>
                <c:pt idx="53519">
                  <c:v>0</c:v>
                </c:pt>
                <c:pt idx="53520">
                  <c:v>0</c:v>
                </c:pt>
                <c:pt idx="53521">
                  <c:v>0</c:v>
                </c:pt>
                <c:pt idx="53522">
                  <c:v>0</c:v>
                </c:pt>
                <c:pt idx="53523">
                  <c:v>0</c:v>
                </c:pt>
                <c:pt idx="53524">
                  <c:v>0</c:v>
                </c:pt>
                <c:pt idx="53525">
                  <c:v>0</c:v>
                </c:pt>
                <c:pt idx="53526">
                  <c:v>0</c:v>
                </c:pt>
                <c:pt idx="53527">
                  <c:v>0</c:v>
                </c:pt>
                <c:pt idx="53528">
                  <c:v>0</c:v>
                </c:pt>
                <c:pt idx="53529">
                  <c:v>0</c:v>
                </c:pt>
                <c:pt idx="53530">
                  <c:v>0</c:v>
                </c:pt>
                <c:pt idx="53531">
                  <c:v>0</c:v>
                </c:pt>
                <c:pt idx="53532">
                  <c:v>0</c:v>
                </c:pt>
                <c:pt idx="53533">
                  <c:v>0</c:v>
                </c:pt>
                <c:pt idx="53534">
                  <c:v>0</c:v>
                </c:pt>
                <c:pt idx="53535">
                  <c:v>0</c:v>
                </c:pt>
                <c:pt idx="53536">
                  <c:v>0</c:v>
                </c:pt>
                <c:pt idx="53537">
                  <c:v>0</c:v>
                </c:pt>
                <c:pt idx="53538">
                  <c:v>0</c:v>
                </c:pt>
                <c:pt idx="53539">
                  <c:v>0</c:v>
                </c:pt>
                <c:pt idx="53540">
                  <c:v>0</c:v>
                </c:pt>
                <c:pt idx="53541">
                  <c:v>0</c:v>
                </c:pt>
                <c:pt idx="53542">
                  <c:v>0</c:v>
                </c:pt>
                <c:pt idx="53543">
                  <c:v>0</c:v>
                </c:pt>
                <c:pt idx="53544">
                  <c:v>0</c:v>
                </c:pt>
                <c:pt idx="53545">
                  <c:v>0</c:v>
                </c:pt>
                <c:pt idx="53546">
                  <c:v>0</c:v>
                </c:pt>
                <c:pt idx="53547">
                  <c:v>0</c:v>
                </c:pt>
                <c:pt idx="53548">
                  <c:v>0</c:v>
                </c:pt>
                <c:pt idx="53549">
                  <c:v>0</c:v>
                </c:pt>
                <c:pt idx="53550">
                  <c:v>0</c:v>
                </c:pt>
                <c:pt idx="53551">
                  <c:v>0</c:v>
                </c:pt>
                <c:pt idx="53552">
                  <c:v>0</c:v>
                </c:pt>
                <c:pt idx="53553">
                  <c:v>0</c:v>
                </c:pt>
                <c:pt idx="53554">
                  <c:v>0</c:v>
                </c:pt>
                <c:pt idx="53555">
                  <c:v>0</c:v>
                </c:pt>
                <c:pt idx="53556">
                  <c:v>0</c:v>
                </c:pt>
                <c:pt idx="53557">
                  <c:v>0</c:v>
                </c:pt>
                <c:pt idx="53558">
                  <c:v>0</c:v>
                </c:pt>
                <c:pt idx="53559">
                  <c:v>0</c:v>
                </c:pt>
                <c:pt idx="53560">
                  <c:v>0</c:v>
                </c:pt>
                <c:pt idx="53561">
                  <c:v>0</c:v>
                </c:pt>
                <c:pt idx="53562">
                  <c:v>0</c:v>
                </c:pt>
                <c:pt idx="53563">
                  <c:v>0</c:v>
                </c:pt>
                <c:pt idx="53564">
                  <c:v>0</c:v>
                </c:pt>
                <c:pt idx="53565">
                  <c:v>0</c:v>
                </c:pt>
                <c:pt idx="53566">
                  <c:v>0</c:v>
                </c:pt>
                <c:pt idx="53567">
                  <c:v>0</c:v>
                </c:pt>
                <c:pt idx="53568">
                  <c:v>0</c:v>
                </c:pt>
                <c:pt idx="53569">
                  <c:v>0</c:v>
                </c:pt>
                <c:pt idx="53570">
                  <c:v>0</c:v>
                </c:pt>
                <c:pt idx="53571">
                  <c:v>0</c:v>
                </c:pt>
                <c:pt idx="53572">
                  <c:v>0</c:v>
                </c:pt>
                <c:pt idx="53573">
                  <c:v>0</c:v>
                </c:pt>
                <c:pt idx="53574">
                  <c:v>0</c:v>
                </c:pt>
                <c:pt idx="53575">
                  <c:v>0</c:v>
                </c:pt>
                <c:pt idx="53576">
                  <c:v>0</c:v>
                </c:pt>
                <c:pt idx="53577">
                  <c:v>0</c:v>
                </c:pt>
                <c:pt idx="53578">
                  <c:v>0</c:v>
                </c:pt>
                <c:pt idx="53579">
                  <c:v>0</c:v>
                </c:pt>
                <c:pt idx="53580">
                  <c:v>0</c:v>
                </c:pt>
                <c:pt idx="53581">
                  <c:v>0</c:v>
                </c:pt>
                <c:pt idx="53582">
                  <c:v>0</c:v>
                </c:pt>
                <c:pt idx="53583">
                  <c:v>0</c:v>
                </c:pt>
                <c:pt idx="53584">
                  <c:v>0</c:v>
                </c:pt>
                <c:pt idx="53585">
                  <c:v>0</c:v>
                </c:pt>
                <c:pt idx="53586">
                  <c:v>0</c:v>
                </c:pt>
                <c:pt idx="53587">
                  <c:v>0</c:v>
                </c:pt>
                <c:pt idx="53588">
                  <c:v>0</c:v>
                </c:pt>
                <c:pt idx="53589">
                  <c:v>0</c:v>
                </c:pt>
                <c:pt idx="53590">
                  <c:v>0</c:v>
                </c:pt>
                <c:pt idx="53591">
                  <c:v>0</c:v>
                </c:pt>
                <c:pt idx="53592">
                  <c:v>0</c:v>
                </c:pt>
                <c:pt idx="53593">
                  <c:v>0</c:v>
                </c:pt>
                <c:pt idx="53594">
                  <c:v>0</c:v>
                </c:pt>
                <c:pt idx="53595">
                  <c:v>0</c:v>
                </c:pt>
                <c:pt idx="53596">
                  <c:v>0</c:v>
                </c:pt>
                <c:pt idx="53597">
                  <c:v>0</c:v>
                </c:pt>
                <c:pt idx="53598">
                  <c:v>0</c:v>
                </c:pt>
                <c:pt idx="53599">
                  <c:v>0</c:v>
                </c:pt>
                <c:pt idx="53600">
                  <c:v>0</c:v>
                </c:pt>
                <c:pt idx="53601">
                  <c:v>0</c:v>
                </c:pt>
                <c:pt idx="53602">
                  <c:v>0</c:v>
                </c:pt>
                <c:pt idx="53603">
                  <c:v>0</c:v>
                </c:pt>
                <c:pt idx="53604">
                  <c:v>0</c:v>
                </c:pt>
                <c:pt idx="53605">
                  <c:v>0</c:v>
                </c:pt>
                <c:pt idx="53606">
                  <c:v>0</c:v>
                </c:pt>
                <c:pt idx="53607">
                  <c:v>0</c:v>
                </c:pt>
                <c:pt idx="53608">
                  <c:v>0</c:v>
                </c:pt>
                <c:pt idx="53609">
                  <c:v>0</c:v>
                </c:pt>
                <c:pt idx="53610">
                  <c:v>0</c:v>
                </c:pt>
                <c:pt idx="53611">
                  <c:v>0</c:v>
                </c:pt>
                <c:pt idx="53612">
                  <c:v>0</c:v>
                </c:pt>
                <c:pt idx="53613">
                  <c:v>0</c:v>
                </c:pt>
                <c:pt idx="53614">
                  <c:v>0</c:v>
                </c:pt>
                <c:pt idx="53615">
                  <c:v>0</c:v>
                </c:pt>
                <c:pt idx="53616">
                  <c:v>0</c:v>
                </c:pt>
                <c:pt idx="53617">
                  <c:v>0</c:v>
                </c:pt>
                <c:pt idx="53618">
                  <c:v>0</c:v>
                </c:pt>
                <c:pt idx="53619">
                  <c:v>0</c:v>
                </c:pt>
                <c:pt idx="53620">
                  <c:v>0</c:v>
                </c:pt>
                <c:pt idx="53621">
                  <c:v>0</c:v>
                </c:pt>
                <c:pt idx="53622">
                  <c:v>0</c:v>
                </c:pt>
                <c:pt idx="53623">
                  <c:v>0</c:v>
                </c:pt>
                <c:pt idx="53624">
                  <c:v>0</c:v>
                </c:pt>
                <c:pt idx="53625">
                  <c:v>0</c:v>
                </c:pt>
                <c:pt idx="53626">
                  <c:v>0</c:v>
                </c:pt>
                <c:pt idx="53627">
                  <c:v>0</c:v>
                </c:pt>
                <c:pt idx="53628">
                  <c:v>0</c:v>
                </c:pt>
                <c:pt idx="53629">
                  <c:v>0</c:v>
                </c:pt>
                <c:pt idx="53630">
                  <c:v>0</c:v>
                </c:pt>
                <c:pt idx="53631">
                  <c:v>0</c:v>
                </c:pt>
                <c:pt idx="53632">
                  <c:v>0</c:v>
                </c:pt>
                <c:pt idx="53633">
                  <c:v>0</c:v>
                </c:pt>
                <c:pt idx="53634">
                  <c:v>0</c:v>
                </c:pt>
                <c:pt idx="53635">
                  <c:v>0</c:v>
                </c:pt>
                <c:pt idx="53636">
                  <c:v>0</c:v>
                </c:pt>
                <c:pt idx="53637">
                  <c:v>0</c:v>
                </c:pt>
                <c:pt idx="53638">
                  <c:v>0</c:v>
                </c:pt>
                <c:pt idx="53639">
                  <c:v>0</c:v>
                </c:pt>
                <c:pt idx="53640">
                  <c:v>0</c:v>
                </c:pt>
                <c:pt idx="53641">
                  <c:v>0</c:v>
                </c:pt>
                <c:pt idx="53642">
                  <c:v>0</c:v>
                </c:pt>
                <c:pt idx="53643">
                  <c:v>0</c:v>
                </c:pt>
                <c:pt idx="53644">
                  <c:v>0</c:v>
                </c:pt>
                <c:pt idx="53645">
                  <c:v>0</c:v>
                </c:pt>
                <c:pt idx="53646">
                  <c:v>0</c:v>
                </c:pt>
                <c:pt idx="53647">
                  <c:v>0</c:v>
                </c:pt>
                <c:pt idx="53648">
                  <c:v>0</c:v>
                </c:pt>
                <c:pt idx="53649">
                  <c:v>0</c:v>
                </c:pt>
                <c:pt idx="53650">
                  <c:v>0</c:v>
                </c:pt>
                <c:pt idx="53651">
                  <c:v>0</c:v>
                </c:pt>
                <c:pt idx="53652">
                  <c:v>0</c:v>
                </c:pt>
                <c:pt idx="53653">
                  <c:v>0</c:v>
                </c:pt>
                <c:pt idx="53654">
                  <c:v>0</c:v>
                </c:pt>
                <c:pt idx="53655">
                  <c:v>0</c:v>
                </c:pt>
                <c:pt idx="53656">
                  <c:v>0</c:v>
                </c:pt>
                <c:pt idx="53657">
                  <c:v>0</c:v>
                </c:pt>
                <c:pt idx="53658">
                  <c:v>0</c:v>
                </c:pt>
                <c:pt idx="53659">
                  <c:v>0</c:v>
                </c:pt>
                <c:pt idx="53660">
                  <c:v>0</c:v>
                </c:pt>
                <c:pt idx="53661">
                  <c:v>0</c:v>
                </c:pt>
                <c:pt idx="53662">
                  <c:v>0</c:v>
                </c:pt>
                <c:pt idx="53663">
                  <c:v>0</c:v>
                </c:pt>
                <c:pt idx="53664">
                  <c:v>0</c:v>
                </c:pt>
                <c:pt idx="53665">
                  <c:v>0</c:v>
                </c:pt>
                <c:pt idx="53666">
                  <c:v>0</c:v>
                </c:pt>
                <c:pt idx="53667">
                  <c:v>0</c:v>
                </c:pt>
                <c:pt idx="53668">
                  <c:v>0</c:v>
                </c:pt>
                <c:pt idx="53669">
                  <c:v>0</c:v>
                </c:pt>
                <c:pt idx="53670">
                  <c:v>0</c:v>
                </c:pt>
                <c:pt idx="53671">
                  <c:v>0</c:v>
                </c:pt>
                <c:pt idx="53672">
                  <c:v>0</c:v>
                </c:pt>
                <c:pt idx="53673">
                  <c:v>0</c:v>
                </c:pt>
                <c:pt idx="53674">
                  <c:v>0</c:v>
                </c:pt>
                <c:pt idx="53675">
                  <c:v>0</c:v>
                </c:pt>
                <c:pt idx="53676">
                  <c:v>0</c:v>
                </c:pt>
                <c:pt idx="53677">
                  <c:v>0</c:v>
                </c:pt>
                <c:pt idx="53678">
                  <c:v>0</c:v>
                </c:pt>
                <c:pt idx="53679">
                  <c:v>0</c:v>
                </c:pt>
                <c:pt idx="53680">
                  <c:v>0</c:v>
                </c:pt>
                <c:pt idx="53681">
                  <c:v>0</c:v>
                </c:pt>
                <c:pt idx="53682">
                  <c:v>0</c:v>
                </c:pt>
                <c:pt idx="53683">
                  <c:v>0</c:v>
                </c:pt>
                <c:pt idx="53684">
                  <c:v>0</c:v>
                </c:pt>
                <c:pt idx="53685">
                  <c:v>0</c:v>
                </c:pt>
                <c:pt idx="53686">
                  <c:v>0</c:v>
                </c:pt>
                <c:pt idx="53687">
                  <c:v>0</c:v>
                </c:pt>
                <c:pt idx="53688">
                  <c:v>0</c:v>
                </c:pt>
                <c:pt idx="53689">
                  <c:v>0</c:v>
                </c:pt>
                <c:pt idx="53690">
                  <c:v>0</c:v>
                </c:pt>
                <c:pt idx="53691">
                  <c:v>0</c:v>
                </c:pt>
                <c:pt idx="53692">
                  <c:v>0</c:v>
                </c:pt>
                <c:pt idx="53693">
                  <c:v>0</c:v>
                </c:pt>
                <c:pt idx="53694">
                  <c:v>0</c:v>
                </c:pt>
                <c:pt idx="53695">
                  <c:v>0</c:v>
                </c:pt>
                <c:pt idx="53696">
                  <c:v>0</c:v>
                </c:pt>
                <c:pt idx="53697">
                  <c:v>0</c:v>
                </c:pt>
                <c:pt idx="53698">
                  <c:v>0</c:v>
                </c:pt>
                <c:pt idx="53699">
                  <c:v>0</c:v>
                </c:pt>
                <c:pt idx="53700">
                  <c:v>0</c:v>
                </c:pt>
                <c:pt idx="53701">
                  <c:v>0</c:v>
                </c:pt>
                <c:pt idx="53702">
                  <c:v>0</c:v>
                </c:pt>
                <c:pt idx="53703">
                  <c:v>0</c:v>
                </c:pt>
                <c:pt idx="53704">
                  <c:v>0</c:v>
                </c:pt>
                <c:pt idx="53705">
                  <c:v>0</c:v>
                </c:pt>
                <c:pt idx="53706">
                  <c:v>0</c:v>
                </c:pt>
                <c:pt idx="53707">
                  <c:v>0</c:v>
                </c:pt>
                <c:pt idx="53708">
                  <c:v>0</c:v>
                </c:pt>
                <c:pt idx="53709">
                  <c:v>0</c:v>
                </c:pt>
                <c:pt idx="53710">
                  <c:v>0</c:v>
                </c:pt>
                <c:pt idx="53711">
                  <c:v>0</c:v>
                </c:pt>
                <c:pt idx="53712">
                  <c:v>0</c:v>
                </c:pt>
                <c:pt idx="53713">
                  <c:v>0</c:v>
                </c:pt>
                <c:pt idx="53714">
                  <c:v>0</c:v>
                </c:pt>
                <c:pt idx="53715">
                  <c:v>0</c:v>
                </c:pt>
                <c:pt idx="53716">
                  <c:v>0</c:v>
                </c:pt>
                <c:pt idx="53717">
                  <c:v>0</c:v>
                </c:pt>
                <c:pt idx="53718">
                  <c:v>0</c:v>
                </c:pt>
                <c:pt idx="53719">
                  <c:v>0</c:v>
                </c:pt>
                <c:pt idx="53720">
                  <c:v>0</c:v>
                </c:pt>
                <c:pt idx="53721">
                  <c:v>0</c:v>
                </c:pt>
                <c:pt idx="53722">
                  <c:v>0</c:v>
                </c:pt>
                <c:pt idx="53723">
                  <c:v>0</c:v>
                </c:pt>
                <c:pt idx="53724">
                  <c:v>0</c:v>
                </c:pt>
                <c:pt idx="53725">
                  <c:v>0</c:v>
                </c:pt>
                <c:pt idx="53726">
                  <c:v>0</c:v>
                </c:pt>
                <c:pt idx="53727">
                  <c:v>0</c:v>
                </c:pt>
                <c:pt idx="53728">
                  <c:v>0</c:v>
                </c:pt>
                <c:pt idx="53729">
                  <c:v>0</c:v>
                </c:pt>
                <c:pt idx="53730">
                  <c:v>0</c:v>
                </c:pt>
                <c:pt idx="53731">
                  <c:v>0</c:v>
                </c:pt>
                <c:pt idx="53732">
                  <c:v>0</c:v>
                </c:pt>
                <c:pt idx="53733">
                  <c:v>0</c:v>
                </c:pt>
                <c:pt idx="53734">
                  <c:v>0</c:v>
                </c:pt>
                <c:pt idx="53735">
                  <c:v>0</c:v>
                </c:pt>
                <c:pt idx="53736">
                  <c:v>0</c:v>
                </c:pt>
                <c:pt idx="53737">
                  <c:v>0</c:v>
                </c:pt>
                <c:pt idx="53738">
                  <c:v>0</c:v>
                </c:pt>
                <c:pt idx="53739">
                  <c:v>0</c:v>
                </c:pt>
                <c:pt idx="53740">
                  <c:v>0</c:v>
                </c:pt>
                <c:pt idx="53741">
                  <c:v>0</c:v>
                </c:pt>
                <c:pt idx="53742">
                  <c:v>0</c:v>
                </c:pt>
                <c:pt idx="53743">
                  <c:v>0</c:v>
                </c:pt>
                <c:pt idx="53744">
                  <c:v>0</c:v>
                </c:pt>
                <c:pt idx="53745">
                  <c:v>0</c:v>
                </c:pt>
                <c:pt idx="53746">
                  <c:v>0</c:v>
                </c:pt>
                <c:pt idx="53747">
                  <c:v>0</c:v>
                </c:pt>
                <c:pt idx="53748">
                  <c:v>0</c:v>
                </c:pt>
                <c:pt idx="53749">
                  <c:v>0</c:v>
                </c:pt>
                <c:pt idx="53750">
                  <c:v>0</c:v>
                </c:pt>
                <c:pt idx="53751">
                  <c:v>0</c:v>
                </c:pt>
                <c:pt idx="53752">
                  <c:v>0</c:v>
                </c:pt>
                <c:pt idx="53753">
                  <c:v>0</c:v>
                </c:pt>
                <c:pt idx="53754">
                  <c:v>0</c:v>
                </c:pt>
                <c:pt idx="53755">
                  <c:v>0</c:v>
                </c:pt>
                <c:pt idx="53756">
                  <c:v>0</c:v>
                </c:pt>
                <c:pt idx="53757">
                  <c:v>0</c:v>
                </c:pt>
                <c:pt idx="53758">
                  <c:v>0</c:v>
                </c:pt>
                <c:pt idx="53759">
                  <c:v>0</c:v>
                </c:pt>
                <c:pt idx="53760">
                  <c:v>0</c:v>
                </c:pt>
                <c:pt idx="53761">
                  <c:v>0</c:v>
                </c:pt>
                <c:pt idx="53762">
                  <c:v>0</c:v>
                </c:pt>
                <c:pt idx="53763">
                  <c:v>0</c:v>
                </c:pt>
                <c:pt idx="53764">
                  <c:v>0</c:v>
                </c:pt>
                <c:pt idx="53765">
                  <c:v>0</c:v>
                </c:pt>
                <c:pt idx="53766">
                  <c:v>0</c:v>
                </c:pt>
                <c:pt idx="53767">
                  <c:v>0</c:v>
                </c:pt>
                <c:pt idx="53768">
                  <c:v>0</c:v>
                </c:pt>
                <c:pt idx="53769">
                  <c:v>0</c:v>
                </c:pt>
                <c:pt idx="53770">
                  <c:v>0</c:v>
                </c:pt>
                <c:pt idx="53771">
                  <c:v>0</c:v>
                </c:pt>
                <c:pt idx="53772">
                  <c:v>0</c:v>
                </c:pt>
                <c:pt idx="53773">
                  <c:v>0</c:v>
                </c:pt>
                <c:pt idx="53774">
                  <c:v>0</c:v>
                </c:pt>
                <c:pt idx="53775">
                  <c:v>0</c:v>
                </c:pt>
                <c:pt idx="53776">
                  <c:v>0</c:v>
                </c:pt>
                <c:pt idx="53777">
                  <c:v>0</c:v>
                </c:pt>
                <c:pt idx="53778">
                  <c:v>0</c:v>
                </c:pt>
                <c:pt idx="53779">
                  <c:v>0</c:v>
                </c:pt>
                <c:pt idx="53780">
                  <c:v>0</c:v>
                </c:pt>
                <c:pt idx="53781">
                  <c:v>0</c:v>
                </c:pt>
                <c:pt idx="53782">
                  <c:v>0</c:v>
                </c:pt>
                <c:pt idx="53783">
                  <c:v>0</c:v>
                </c:pt>
                <c:pt idx="53784">
                  <c:v>0</c:v>
                </c:pt>
                <c:pt idx="53785">
                  <c:v>0</c:v>
                </c:pt>
                <c:pt idx="53786">
                  <c:v>0</c:v>
                </c:pt>
                <c:pt idx="53787">
                  <c:v>0</c:v>
                </c:pt>
                <c:pt idx="53788">
                  <c:v>0</c:v>
                </c:pt>
                <c:pt idx="53789">
                  <c:v>0</c:v>
                </c:pt>
                <c:pt idx="53790">
                  <c:v>0</c:v>
                </c:pt>
                <c:pt idx="53791">
                  <c:v>0</c:v>
                </c:pt>
                <c:pt idx="53792">
                  <c:v>0</c:v>
                </c:pt>
                <c:pt idx="53793">
                  <c:v>0</c:v>
                </c:pt>
                <c:pt idx="53794">
                  <c:v>0</c:v>
                </c:pt>
                <c:pt idx="53795">
                  <c:v>0</c:v>
                </c:pt>
                <c:pt idx="53796">
                  <c:v>0</c:v>
                </c:pt>
                <c:pt idx="53797">
                  <c:v>0</c:v>
                </c:pt>
                <c:pt idx="53798">
                  <c:v>0</c:v>
                </c:pt>
                <c:pt idx="53799">
                  <c:v>0</c:v>
                </c:pt>
                <c:pt idx="53800">
                  <c:v>0</c:v>
                </c:pt>
                <c:pt idx="53801">
                  <c:v>0</c:v>
                </c:pt>
                <c:pt idx="53802">
                  <c:v>0</c:v>
                </c:pt>
                <c:pt idx="53803">
                  <c:v>0</c:v>
                </c:pt>
                <c:pt idx="53804">
                  <c:v>0</c:v>
                </c:pt>
                <c:pt idx="53805">
                  <c:v>0</c:v>
                </c:pt>
                <c:pt idx="53806">
                  <c:v>0</c:v>
                </c:pt>
                <c:pt idx="53807">
                  <c:v>0</c:v>
                </c:pt>
                <c:pt idx="53808">
                  <c:v>0</c:v>
                </c:pt>
                <c:pt idx="53809">
                  <c:v>0</c:v>
                </c:pt>
                <c:pt idx="53810">
                  <c:v>0</c:v>
                </c:pt>
                <c:pt idx="53811">
                  <c:v>0</c:v>
                </c:pt>
                <c:pt idx="53812">
                  <c:v>0</c:v>
                </c:pt>
                <c:pt idx="53813">
                  <c:v>0</c:v>
                </c:pt>
                <c:pt idx="53814">
                  <c:v>0</c:v>
                </c:pt>
                <c:pt idx="53815">
                  <c:v>0</c:v>
                </c:pt>
                <c:pt idx="53816">
                  <c:v>0</c:v>
                </c:pt>
                <c:pt idx="53817">
                  <c:v>0</c:v>
                </c:pt>
                <c:pt idx="53818">
                  <c:v>0</c:v>
                </c:pt>
                <c:pt idx="53819">
                  <c:v>0</c:v>
                </c:pt>
                <c:pt idx="53820">
                  <c:v>0</c:v>
                </c:pt>
                <c:pt idx="53821">
                  <c:v>0</c:v>
                </c:pt>
                <c:pt idx="53822">
                  <c:v>0</c:v>
                </c:pt>
                <c:pt idx="53823">
                  <c:v>0</c:v>
                </c:pt>
                <c:pt idx="53824">
                  <c:v>0</c:v>
                </c:pt>
                <c:pt idx="53825">
                  <c:v>0</c:v>
                </c:pt>
                <c:pt idx="53826">
                  <c:v>0</c:v>
                </c:pt>
                <c:pt idx="53827">
                  <c:v>0</c:v>
                </c:pt>
                <c:pt idx="53828">
                  <c:v>0</c:v>
                </c:pt>
                <c:pt idx="53829">
                  <c:v>0</c:v>
                </c:pt>
                <c:pt idx="53830">
                  <c:v>0</c:v>
                </c:pt>
                <c:pt idx="53831">
                  <c:v>0</c:v>
                </c:pt>
                <c:pt idx="53832">
                  <c:v>0</c:v>
                </c:pt>
                <c:pt idx="53833">
                  <c:v>0</c:v>
                </c:pt>
                <c:pt idx="53834">
                  <c:v>0</c:v>
                </c:pt>
                <c:pt idx="53835">
                  <c:v>0</c:v>
                </c:pt>
                <c:pt idx="53836">
                  <c:v>0</c:v>
                </c:pt>
                <c:pt idx="53837">
                  <c:v>0</c:v>
                </c:pt>
                <c:pt idx="53838">
                  <c:v>0</c:v>
                </c:pt>
                <c:pt idx="53839">
                  <c:v>0</c:v>
                </c:pt>
                <c:pt idx="53840">
                  <c:v>0</c:v>
                </c:pt>
                <c:pt idx="53841">
                  <c:v>0</c:v>
                </c:pt>
                <c:pt idx="53842">
                  <c:v>0</c:v>
                </c:pt>
                <c:pt idx="53843">
                  <c:v>0</c:v>
                </c:pt>
                <c:pt idx="53844">
                  <c:v>0</c:v>
                </c:pt>
                <c:pt idx="53845">
                  <c:v>0</c:v>
                </c:pt>
                <c:pt idx="53846">
                  <c:v>0</c:v>
                </c:pt>
                <c:pt idx="53847">
                  <c:v>0</c:v>
                </c:pt>
                <c:pt idx="53848">
                  <c:v>0</c:v>
                </c:pt>
                <c:pt idx="53849">
                  <c:v>0</c:v>
                </c:pt>
                <c:pt idx="53850">
                  <c:v>0</c:v>
                </c:pt>
                <c:pt idx="53851">
                  <c:v>0</c:v>
                </c:pt>
                <c:pt idx="53852">
                  <c:v>0</c:v>
                </c:pt>
                <c:pt idx="53853">
                  <c:v>0</c:v>
                </c:pt>
                <c:pt idx="53854">
                  <c:v>0</c:v>
                </c:pt>
                <c:pt idx="53855">
                  <c:v>0</c:v>
                </c:pt>
                <c:pt idx="53856">
                  <c:v>0</c:v>
                </c:pt>
                <c:pt idx="53857">
                  <c:v>0</c:v>
                </c:pt>
                <c:pt idx="53858">
                  <c:v>0</c:v>
                </c:pt>
                <c:pt idx="53859">
                  <c:v>0</c:v>
                </c:pt>
                <c:pt idx="53860">
                  <c:v>0</c:v>
                </c:pt>
                <c:pt idx="53861">
                  <c:v>0</c:v>
                </c:pt>
                <c:pt idx="53862">
                  <c:v>0</c:v>
                </c:pt>
                <c:pt idx="53863">
                  <c:v>0</c:v>
                </c:pt>
                <c:pt idx="53864">
                  <c:v>0</c:v>
                </c:pt>
                <c:pt idx="53865">
                  <c:v>0</c:v>
                </c:pt>
                <c:pt idx="53866">
                  <c:v>0</c:v>
                </c:pt>
                <c:pt idx="53867">
                  <c:v>0</c:v>
                </c:pt>
                <c:pt idx="53868">
                  <c:v>0</c:v>
                </c:pt>
                <c:pt idx="53869">
                  <c:v>0</c:v>
                </c:pt>
                <c:pt idx="53870">
                  <c:v>0</c:v>
                </c:pt>
                <c:pt idx="53871">
                  <c:v>0</c:v>
                </c:pt>
                <c:pt idx="53872">
                  <c:v>0</c:v>
                </c:pt>
                <c:pt idx="53873">
                  <c:v>0</c:v>
                </c:pt>
                <c:pt idx="53874">
                  <c:v>0</c:v>
                </c:pt>
                <c:pt idx="53875">
                  <c:v>0</c:v>
                </c:pt>
                <c:pt idx="53876">
                  <c:v>0</c:v>
                </c:pt>
                <c:pt idx="53877">
                  <c:v>0</c:v>
                </c:pt>
                <c:pt idx="53878">
                  <c:v>0</c:v>
                </c:pt>
                <c:pt idx="53879">
                  <c:v>0</c:v>
                </c:pt>
                <c:pt idx="53880">
                  <c:v>0</c:v>
                </c:pt>
                <c:pt idx="53881">
                  <c:v>0</c:v>
                </c:pt>
                <c:pt idx="53882">
                  <c:v>0</c:v>
                </c:pt>
                <c:pt idx="53883">
                  <c:v>0</c:v>
                </c:pt>
                <c:pt idx="53884">
                  <c:v>0</c:v>
                </c:pt>
                <c:pt idx="53885">
                  <c:v>0</c:v>
                </c:pt>
                <c:pt idx="53886">
                  <c:v>0</c:v>
                </c:pt>
                <c:pt idx="53887">
                  <c:v>0</c:v>
                </c:pt>
                <c:pt idx="53888">
                  <c:v>0</c:v>
                </c:pt>
                <c:pt idx="53889">
                  <c:v>0</c:v>
                </c:pt>
                <c:pt idx="53890">
                  <c:v>0</c:v>
                </c:pt>
                <c:pt idx="53891">
                  <c:v>0</c:v>
                </c:pt>
                <c:pt idx="53892">
                  <c:v>0</c:v>
                </c:pt>
                <c:pt idx="53893">
                  <c:v>0</c:v>
                </c:pt>
                <c:pt idx="53894">
                  <c:v>0</c:v>
                </c:pt>
                <c:pt idx="53895">
                  <c:v>0</c:v>
                </c:pt>
                <c:pt idx="53896">
                  <c:v>0</c:v>
                </c:pt>
                <c:pt idx="53897">
                  <c:v>0</c:v>
                </c:pt>
                <c:pt idx="53898">
                  <c:v>0</c:v>
                </c:pt>
                <c:pt idx="53899">
                  <c:v>0</c:v>
                </c:pt>
                <c:pt idx="53900">
                  <c:v>0</c:v>
                </c:pt>
                <c:pt idx="53901">
                  <c:v>0</c:v>
                </c:pt>
                <c:pt idx="53902">
                  <c:v>0</c:v>
                </c:pt>
                <c:pt idx="53903">
                  <c:v>0</c:v>
                </c:pt>
                <c:pt idx="53904">
                  <c:v>0</c:v>
                </c:pt>
                <c:pt idx="53905">
                  <c:v>0</c:v>
                </c:pt>
                <c:pt idx="53906">
                  <c:v>0</c:v>
                </c:pt>
                <c:pt idx="53907">
                  <c:v>0</c:v>
                </c:pt>
                <c:pt idx="53908">
                  <c:v>0</c:v>
                </c:pt>
                <c:pt idx="53909">
                  <c:v>0</c:v>
                </c:pt>
                <c:pt idx="53910">
                  <c:v>0</c:v>
                </c:pt>
                <c:pt idx="53911">
                  <c:v>0</c:v>
                </c:pt>
                <c:pt idx="53912">
                  <c:v>0</c:v>
                </c:pt>
                <c:pt idx="53913">
                  <c:v>0</c:v>
                </c:pt>
                <c:pt idx="53914">
                  <c:v>0</c:v>
                </c:pt>
                <c:pt idx="53915">
                  <c:v>0</c:v>
                </c:pt>
                <c:pt idx="53916">
                  <c:v>0</c:v>
                </c:pt>
                <c:pt idx="53917">
                  <c:v>0</c:v>
                </c:pt>
                <c:pt idx="53918">
                  <c:v>0</c:v>
                </c:pt>
                <c:pt idx="53919">
                  <c:v>0</c:v>
                </c:pt>
                <c:pt idx="53920">
                  <c:v>0</c:v>
                </c:pt>
                <c:pt idx="53921">
                  <c:v>0</c:v>
                </c:pt>
                <c:pt idx="53922">
                  <c:v>0</c:v>
                </c:pt>
                <c:pt idx="53923">
                  <c:v>0</c:v>
                </c:pt>
                <c:pt idx="53924">
                  <c:v>0</c:v>
                </c:pt>
                <c:pt idx="53925">
                  <c:v>0</c:v>
                </c:pt>
                <c:pt idx="53926">
                  <c:v>0</c:v>
                </c:pt>
                <c:pt idx="53927">
                  <c:v>0</c:v>
                </c:pt>
                <c:pt idx="53928">
                  <c:v>0</c:v>
                </c:pt>
                <c:pt idx="53929">
                  <c:v>0</c:v>
                </c:pt>
                <c:pt idx="53930">
                  <c:v>0</c:v>
                </c:pt>
                <c:pt idx="53931">
                  <c:v>0</c:v>
                </c:pt>
                <c:pt idx="53932">
                  <c:v>0</c:v>
                </c:pt>
                <c:pt idx="53933">
                  <c:v>0</c:v>
                </c:pt>
                <c:pt idx="53934">
                  <c:v>0</c:v>
                </c:pt>
                <c:pt idx="53935">
                  <c:v>0</c:v>
                </c:pt>
                <c:pt idx="53936">
                  <c:v>0</c:v>
                </c:pt>
                <c:pt idx="53937">
                  <c:v>0</c:v>
                </c:pt>
                <c:pt idx="53938">
                  <c:v>0</c:v>
                </c:pt>
                <c:pt idx="53939">
                  <c:v>0</c:v>
                </c:pt>
                <c:pt idx="53940">
                  <c:v>0</c:v>
                </c:pt>
                <c:pt idx="53941">
                  <c:v>0</c:v>
                </c:pt>
                <c:pt idx="53942">
                  <c:v>0</c:v>
                </c:pt>
                <c:pt idx="53943">
                  <c:v>0</c:v>
                </c:pt>
                <c:pt idx="53944">
                  <c:v>0</c:v>
                </c:pt>
                <c:pt idx="53945">
                  <c:v>0</c:v>
                </c:pt>
                <c:pt idx="53946">
                  <c:v>0</c:v>
                </c:pt>
                <c:pt idx="53947">
                  <c:v>0</c:v>
                </c:pt>
                <c:pt idx="53948">
                  <c:v>0</c:v>
                </c:pt>
                <c:pt idx="53949">
                  <c:v>0</c:v>
                </c:pt>
                <c:pt idx="53950">
                  <c:v>0</c:v>
                </c:pt>
                <c:pt idx="53951">
                  <c:v>0</c:v>
                </c:pt>
                <c:pt idx="53952">
                  <c:v>0</c:v>
                </c:pt>
                <c:pt idx="53953">
                  <c:v>0</c:v>
                </c:pt>
                <c:pt idx="53954">
                  <c:v>0</c:v>
                </c:pt>
                <c:pt idx="53955">
                  <c:v>0</c:v>
                </c:pt>
                <c:pt idx="53956">
                  <c:v>0</c:v>
                </c:pt>
                <c:pt idx="53957">
                  <c:v>0</c:v>
                </c:pt>
                <c:pt idx="53958">
                  <c:v>0</c:v>
                </c:pt>
                <c:pt idx="53959">
                  <c:v>0</c:v>
                </c:pt>
                <c:pt idx="53960">
                  <c:v>0</c:v>
                </c:pt>
                <c:pt idx="53961">
                  <c:v>0</c:v>
                </c:pt>
                <c:pt idx="53962">
                  <c:v>0</c:v>
                </c:pt>
                <c:pt idx="53963">
                  <c:v>0</c:v>
                </c:pt>
                <c:pt idx="53964">
                  <c:v>0</c:v>
                </c:pt>
                <c:pt idx="53965">
                  <c:v>0</c:v>
                </c:pt>
                <c:pt idx="53966">
                  <c:v>0</c:v>
                </c:pt>
                <c:pt idx="53967">
                  <c:v>0</c:v>
                </c:pt>
                <c:pt idx="53968">
                  <c:v>0</c:v>
                </c:pt>
                <c:pt idx="53969">
                  <c:v>0</c:v>
                </c:pt>
                <c:pt idx="53970">
                  <c:v>0</c:v>
                </c:pt>
                <c:pt idx="53971">
                  <c:v>0</c:v>
                </c:pt>
                <c:pt idx="53972">
                  <c:v>0</c:v>
                </c:pt>
                <c:pt idx="53973">
                  <c:v>0</c:v>
                </c:pt>
                <c:pt idx="53974">
                  <c:v>0</c:v>
                </c:pt>
                <c:pt idx="53975">
                  <c:v>0</c:v>
                </c:pt>
                <c:pt idx="53976">
                  <c:v>0</c:v>
                </c:pt>
                <c:pt idx="53977">
                  <c:v>0</c:v>
                </c:pt>
                <c:pt idx="53978">
                  <c:v>0</c:v>
                </c:pt>
                <c:pt idx="53979">
                  <c:v>0</c:v>
                </c:pt>
                <c:pt idx="53980">
                  <c:v>0</c:v>
                </c:pt>
                <c:pt idx="53981">
                  <c:v>0</c:v>
                </c:pt>
                <c:pt idx="53982">
                  <c:v>0</c:v>
                </c:pt>
                <c:pt idx="53983">
                  <c:v>0</c:v>
                </c:pt>
                <c:pt idx="53984">
                  <c:v>0</c:v>
                </c:pt>
                <c:pt idx="53985">
                  <c:v>0</c:v>
                </c:pt>
                <c:pt idx="53986">
                  <c:v>0</c:v>
                </c:pt>
                <c:pt idx="53987">
                  <c:v>0</c:v>
                </c:pt>
                <c:pt idx="53988">
                  <c:v>0</c:v>
                </c:pt>
                <c:pt idx="53989">
                  <c:v>0</c:v>
                </c:pt>
                <c:pt idx="53990">
                  <c:v>0</c:v>
                </c:pt>
                <c:pt idx="53991">
                  <c:v>0</c:v>
                </c:pt>
                <c:pt idx="53992">
                  <c:v>0</c:v>
                </c:pt>
                <c:pt idx="53993">
                  <c:v>0</c:v>
                </c:pt>
                <c:pt idx="53994">
                  <c:v>0</c:v>
                </c:pt>
                <c:pt idx="53995">
                  <c:v>0</c:v>
                </c:pt>
                <c:pt idx="53996">
                  <c:v>0</c:v>
                </c:pt>
                <c:pt idx="53997">
                  <c:v>0</c:v>
                </c:pt>
                <c:pt idx="53998">
                  <c:v>0</c:v>
                </c:pt>
                <c:pt idx="53999">
                  <c:v>0</c:v>
                </c:pt>
                <c:pt idx="54000">
                  <c:v>0</c:v>
                </c:pt>
                <c:pt idx="54001">
                  <c:v>0</c:v>
                </c:pt>
                <c:pt idx="54002">
                  <c:v>0</c:v>
                </c:pt>
                <c:pt idx="54003">
                  <c:v>0</c:v>
                </c:pt>
                <c:pt idx="54004">
                  <c:v>0</c:v>
                </c:pt>
                <c:pt idx="54005">
                  <c:v>0</c:v>
                </c:pt>
                <c:pt idx="54006">
                  <c:v>0</c:v>
                </c:pt>
                <c:pt idx="54007">
                  <c:v>0</c:v>
                </c:pt>
                <c:pt idx="54008">
                  <c:v>0</c:v>
                </c:pt>
                <c:pt idx="54009">
                  <c:v>0</c:v>
                </c:pt>
                <c:pt idx="54010">
                  <c:v>0</c:v>
                </c:pt>
                <c:pt idx="54011">
                  <c:v>0</c:v>
                </c:pt>
                <c:pt idx="54012">
                  <c:v>0</c:v>
                </c:pt>
                <c:pt idx="54013">
                  <c:v>0</c:v>
                </c:pt>
                <c:pt idx="54014">
                  <c:v>0</c:v>
                </c:pt>
                <c:pt idx="54015">
                  <c:v>0</c:v>
                </c:pt>
                <c:pt idx="54016">
                  <c:v>0</c:v>
                </c:pt>
                <c:pt idx="54017">
                  <c:v>0</c:v>
                </c:pt>
                <c:pt idx="54018">
                  <c:v>0</c:v>
                </c:pt>
                <c:pt idx="54019">
                  <c:v>0</c:v>
                </c:pt>
                <c:pt idx="54020">
                  <c:v>0</c:v>
                </c:pt>
                <c:pt idx="54021">
                  <c:v>0</c:v>
                </c:pt>
                <c:pt idx="54022">
                  <c:v>0</c:v>
                </c:pt>
                <c:pt idx="54023">
                  <c:v>0</c:v>
                </c:pt>
                <c:pt idx="54024">
                  <c:v>0</c:v>
                </c:pt>
                <c:pt idx="54025">
                  <c:v>0</c:v>
                </c:pt>
                <c:pt idx="54026">
                  <c:v>0</c:v>
                </c:pt>
                <c:pt idx="54027">
                  <c:v>0</c:v>
                </c:pt>
                <c:pt idx="54028">
                  <c:v>0</c:v>
                </c:pt>
                <c:pt idx="54029">
                  <c:v>0</c:v>
                </c:pt>
                <c:pt idx="54030">
                  <c:v>0</c:v>
                </c:pt>
                <c:pt idx="54031">
                  <c:v>0</c:v>
                </c:pt>
                <c:pt idx="54032">
                  <c:v>0</c:v>
                </c:pt>
                <c:pt idx="54033">
                  <c:v>0</c:v>
                </c:pt>
                <c:pt idx="54034">
                  <c:v>0</c:v>
                </c:pt>
                <c:pt idx="54035">
                  <c:v>0</c:v>
                </c:pt>
                <c:pt idx="54036">
                  <c:v>0</c:v>
                </c:pt>
                <c:pt idx="54037">
                  <c:v>0</c:v>
                </c:pt>
                <c:pt idx="54038">
                  <c:v>0</c:v>
                </c:pt>
                <c:pt idx="54039">
                  <c:v>0</c:v>
                </c:pt>
                <c:pt idx="54040">
                  <c:v>0</c:v>
                </c:pt>
                <c:pt idx="54041">
                  <c:v>0</c:v>
                </c:pt>
                <c:pt idx="54042">
                  <c:v>0</c:v>
                </c:pt>
                <c:pt idx="54043">
                  <c:v>0</c:v>
                </c:pt>
                <c:pt idx="54044">
                  <c:v>0</c:v>
                </c:pt>
                <c:pt idx="54045">
                  <c:v>0</c:v>
                </c:pt>
                <c:pt idx="54046">
                  <c:v>0</c:v>
                </c:pt>
                <c:pt idx="54047">
                  <c:v>0</c:v>
                </c:pt>
                <c:pt idx="54048">
                  <c:v>0</c:v>
                </c:pt>
                <c:pt idx="54049">
                  <c:v>0</c:v>
                </c:pt>
                <c:pt idx="54050">
                  <c:v>0</c:v>
                </c:pt>
                <c:pt idx="54051">
                  <c:v>0</c:v>
                </c:pt>
                <c:pt idx="54052">
                  <c:v>0</c:v>
                </c:pt>
                <c:pt idx="54053">
                  <c:v>0</c:v>
                </c:pt>
                <c:pt idx="54054">
                  <c:v>0</c:v>
                </c:pt>
                <c:pt idx="54055">
                  <c:v>0</c:v>
                </c:pt>
                <c:pt idx="54056">
                  <c:v>0</c:v>
                </c:pt>
                <c:pt idx="54057">
                  <c:v>0</c:v>
                </c:pt>
                <c:pt idx="54058">
                  <c:v>0</c:v>
                </c:pt>
                <c:pt idx="54059">
                  <c:v>0</c:v>
                </c:pt>
                <c:pt idx="54060">
                  <c:v>0</c:v>
                </c:pt>
                <c:pt idx="54061">
                  <c:v>0</c:v>
                </c:pt>
                <c:pt idx="54062">
                  <c:v>0</c:v>
                </c:pt>
                <c:pt idx="54063">
                  <c:v>0</c:v>
                </c:pt>
                <c:pt idx="54064">
                  <c:v>0</c:v>
                </c:pt>
                <c:pt idx="54065">
                  <c:v>0</c:v>
                </c:pt>
                <c:pt idx="54066">
                  <c:v>0</c:v>
                </c:pt>
                <c:pt idx="54067">
                  <c:v>0</c:v>
                </c:pt>
                <c:pt idx="54068">
                  <c:v>0</c:v>
                </c:pt>
                <c:pt idx="54069">
                  <c:v>0</c:v>
                </c:pt>
                <c:pt idx="54070">
                  <c:v>0</c:v>
                </c:pt>
                <c:pt idx="54071">
                  <c:v>0</c:v>
                </c:pt>
                <c:pt idx="54072">
                  <c:v>0</c:v>
                </c:pt>
                <c:pt idx="54073">
                  <c:v>0</c:v>
                </c:pt>
                <c:pt idx="54074">
                  <c:v>0</c:v>
                </c:pt>
                <c:pt idx="54075">
                  <c:v>0</c:v>
                </c:pt>
                <c:pt idx="54076">
                  <c:v>0</c:v>
                </c:pt>
                <c:pt idx="54077">
                  <c:v>0</c:v>
                </c:pt>
                <c:pt idx="54078">
                  <c:v>0</c:v>
                </c:pt>
                <c:pt idx="54079">
                  <c:v>0</c:v>
                </c:pt>
                <c:pt idx="54080">
                  <c:v>0</c:v>
                </c:pt>
                <c:pt idx="54081">
                  <c:v>0</c:v>
                </c:pt>
                <c:pt idx="54082">
                  <c:v>0</c:v>
                </c:pt>
                <c:pt idx="54083">
                  <c:v>0</c:v>
                </c:pt>
                <c:pt idx="54084">
                  <c:v>0</c:v>
                </c:pt>
                <c:pt idx="54085">
                  <c:v>0</c:v>
                </c:pt>
                <c:pt idx="54086">
                  <c:v>0</c:v>
                </c:pt>
                <c:pt idx="54087">
                  <c:v>0</c:v>
                </c:pt>
                <c:pt idx="54088">
                  <c:v>0</c:v>
                </c:pt>
                <c:pt idx="54089">
                  <c:v>0</c:v>
                </c:pt>
                <c:pt idx="54090">
                  <c:v>0</c:v>
                </c:pt>
                <c:pt idx="54091">
                  <c:v>0</c:v>
                </c:pt>
                <c:pt idx="54092">
                  <c:v>0</c:v>
                </c:pt>
                <c:pt idx="54093">
                  <c:v>0</c:v>
                </c:pt>
                <c:pt idx="54094">
                  <c:v>0</c:v>
                </c:pt>
                <c:pt idx="54095">
                  <c:v>0</c:v>
                </c:pt>
                <c:pt idx="54096">
                  <c:v>0</c:v>
                </c:pt>
                <c:pt idx="54097">
                  <c:v>0</c:v>
                </c:pt>
                <c:pt idx="54098">
                  <c:v>0</c:v>
                </c:pt>
                <c:pt idx="54099">
                  <c:v>0</c:v>
                </c:pt>
                <c:pt idx="54100">
                  <c:v>0</c:v>
                </c:pt>
                <c:pt idx="54101">
                  <c:v>0</c:v>
                </c:pt>
                <c:pt idx="54102">
                  <c:v>0</c:v>
                </c:pt>
                <c:pt idx="54103">
                  <c:v>0</c:v>
                </c:pt>
                <c:pt idx="54104">
                  <c:v>0</c:v>
                </c:pt>
                <c:pt idx="54105">
                  <c:v>0</c:v>
                </c:pt>
                <c:pt idx="54106">
                  <c:v>0</c:v>
                </c:pt>
                <c:pt idx="54107">
                  <c:v>0</c:v>
                </c:pt>
                <c:pt idx="54108">
                  <c:v>0</c:v>
                </c:pt>
                <c:pt idx="54109">
                  <c:v>0</c:v>
                </c:pt>
                <c:pt idx="54110">
                  <c:v>0</c:v>
                </c:pt>
                <c:pt idx="54111">
                  <c:v>0</c:v>
                </c:pt>
                <c:pt idx="54112">
                  <c:v>0</c:v>
                </c:pt>
                <c:pt idx="54113">
                  <c:v>0</c:v>
                </c:pt>
                <c:pt idx="54114">
                  <c:v>0</c:v>
                </c:pt>
                <c:pt idx="54115">
                  <c:v>0</c:v>
                </c:pt>
                <c:pt idx="54116">
                  <c:v>0</c:v>
                </c:pt>
                <c:pt idx="54117">
                  <c:v>0</c:v>
                </c:pt>
                <c:pt idx="54118">
                  <c:v>0</c:v>
                </c:pt>
                <c:pt idx="54119">
                  <c:v>0</c:v>
                </c:pt>
                <c:pt idx="54120">
                  <c:v>0</c:v>
                </c:pt>
                <c:pt idx="54121">
                  <c:v>0</c:v>
                </c:pt>
                <c:pt idx="54122">
                  <c:v>0</c:v>
                </c:pt>
                <c:pt idx="54123">
                  <c:v>0</c:v>
                </c:pt>
                <c:pt idx="54124">
                  <c:v>0</c:v>
                </c:pt>
                <c:pt idx="54125">
                  <c:v>0</c:v>
                </c:pt>
                <c:pt idx="54126">
                  <c:v>0</c:v>
                </c:pt>
                <c:pt idx="54127">
                  <c:v>0</c:v>
                </c:pt>
                <c:pt idx="54128">
                  <c:v>0</c:v>
                </c:pt>
                <c:pt idx="54129">
                  <c:v>0</c:v>
                </c:pt>
                <c:pt idx="54130">
                  <c:v>0</c:v>
                </c:pt>
                <c:pt idx="54131">
                  <c:v>0</c:v>
                </c:pt>
                <c:pt idx="54132">
                  <c:v>0</c:v>
                </c:pt>
                <c:pt idx="54133">
                  <c:v>0</c:v>
                </c:pt>
                <c:pt idx="54134">
                  <c:v>0</c:v>
                </c:pt>
                <c:pt idx="54135">
                  <c:v>0</c:v>
                </c:pt>
                <c:pt idx="54136">
                  <c:v>0</c:v>
                </c:pt>
                <c:pt idx="54137">
                  <c:v>0</c:v>
                </c:pt>
                <c:pt idx="54138">
                  <c:v>0</c:v>
                </c:pt>
                <c:pt idx="54139">
                  <c:v>0</c:v>
                </c:pt>
                <c:pt idx="54140">
                  <c:v>0</c:v>
                </c:pt>
                <c:pt idx="54141">
                  <c:v>0</c:v>
                </c:pt>
                <c:pt idx="54142">
                  <c:v>0</c:v>
                </c:pt>
                <c:pt idx="54143">
                  <c:v>0</c:v>
                </c:pt>
                <c:pt idx="54144">
                  <c:v>0</c:v>
                </c:pt>
                <c:pt idx="54145">
                  <c:v>0</c:v>
                </c:pt>
                <c:pt idx="54146">
                  <c:v>0</c:v>
                </c:pt>
                <c:pt idx="54147">
                  <c:v>0</c:v>
                </c:pt>
                <c:pt idx="54148">
                  <c:v>0</c:v>
                </c:pt>
                <c:pt idx="54149">
                  <c:v>0</c:v>
                </c:pt>
                <c:pt idx="54150">
                  <c:v>0</c:v>
                </c:pt>
                <c:pt idx="54151">
                  <c:v>0</c:v>
                </c:pt>
                <c:pt idx="54152">
                  <c:v>0</c:v>
                </c:pt>
                <c:pt idx="54153">
                  <c:v>0</c:v>
                </c:pt>
                <c:pt idx="54154">
                  <c:v>0</c:v>
                </c:pt>
                <c:pt idx="54155">
                  <c:v>0</c:v>
                </c:pt>
                <c:pt idx="54156">
                  <c:v>0</c:v>
                </c:pt>
                <c:pt idx="54157">
                  <c:v>0</c:v>
                </c:pt>
                <c:pt idx="54158">
                  <c:v>0</c:v>
                </c:pt>
                <c:pt idx="54159">
                  <c:v>0</c:v>
                </c:pt>
                <c:pt idx="54160">
                  <c:v>0</c:v>
                </c:pt>
                <c:pt idx="54161">
                  <c:v>0</c:v>
                </c:pt>
                <c:pt idx="54162">
                  <c:v>0</c:v>
                </c:pt>
                <c:pt idx="54163">
                  <c:v>0</c:v>
                </c:pt>
                <c:pt idx="54164">
                  <c:v>0</c:v>
                </c:pt>
                <c:pt idx="54165">
                  <c:v>0</c:v>
                </c:pt>
                <c:pt idx="54166">
                  <c:v>0</c:v>
                </c:pt>
                <c:pt idx="54167">
                  <c:v>0</c:v>
                </c:pt>
                <c:pt idx="54168">
                  <c:v>0</c:v>
                </c:pt>
                <c:pt idx="54169">
                  <c:v>0</c:v>
                </c:pt>
                <c:pt idx="54170">
                  <c:v>0</c:v>
                </c:pt>
                <c:pt idx="54171">
                  <c:v>0</c:v>
                </c:pt>
                <c:pt idx="54172">
                  <c:v>0</c:v>
                </c:pt>
                <c:pt idx="54173">
                  <c:v>0</c:v>
                </c:pt>
                <c:pt idx="54174">
                  <c:v>0</c:v>
                </c:pt>
                <c:pt idx="54175">
                  <c:v>0</c:v>
                </c:pt>
                <c:pt idx="54176">
                  <c:v>0</c:v>
                </c:pt>
                <c:pt idx="54177">
                  <c:v>0</c:v>
                </c:pt>
                <c:pt idx="54178">
                  <c:v>0</c:v>
                </c:pt>
                <c:pt idx="54179">
                  <c:v>0</c:v>
                </c:pt>
                <c:pt idx="54180">
                  <c:v>0</c:v>
                </c:pt>
                <c:pt idx="54181">
                  <c:v>0</c:v>
                </c:pt>
                <c:pt idx="54182">
                  <c:v>0</c:v>
                </c:pt>
                <c:pt idx="54183">
                  <c:v>0</c:v>
                </c:pt>
                <c:pt idx="54184">
                  <c:v>0</c:v>
                </c:pt>
                <c:pt idx="54185">
                  <c:v>0</c:v>
                </c:pt>
                <c:pt idx="54186">
                  <c:v>0</c:v>
                </c:pt>
                <c:pt idx="54187">
                  <c:v>0</c:v>
                </c:pt>
                <c:pt idx="54188">
                  <c:v>0</c:v>
                </c:pt>
                <c:pt idx="54189">
                  <c:v>0</c:v>
                </c:pt>
                <c:pt idx="54190">
                  <c:v>0</c:v>
                </c:pt>
                <c:pt idx="54191">
                  <c:v>0</c:v>
                </c:pt>
                <c:pt idx="54192">
                  <c:v>0</c:v>
                </c:pt>
                <c:pt idx="54193">
                  <c:v>0</c:v>
                </c:pt>
                <c:pt idx="54194">
                  <c:v>0</c:v>
                </c:pt>
                <c:pt idx="54195">
                  <c:v>0</c:v>
                </c:pt>
                <c:pt idx="54196">
                  <c:v>0</c:v>
                </c:pt>
                <c:pt idx="54197">
                  <c:v>0</c:v>
                </c:pt>
                <c:pt idx="54198">
                  <c:v>0</c:v>
                </c:pt>
                <c:pt idx="54199">
                  <c:v>0</c:v>
                </c:pt>
                <c:pt idx="54200">
                  <c:v>0</c:v>
                </c:pt>
                <c:pt idx="54201">
                  <c:v>0</c:v>
                </c:pt>
                <c:pt idx="54202">
                  <c:v>0</c:v>
                </c:pt>
                <c:pt idx="54203">
                  <c:v>0</c:v>
                </c:pt>
                <c:pt idx="54204">
                  <c:v>0</c:v>
                </c:pt>
                <c:pt idx="54205">
                  <c:v>0</c:v>
                </c:pt>
                <c:pt idx="54206">
                  <c:v>0</c:v>
                </c:pt>
                <c:pt idx="54207">
                  <c:v>0</c:v>
                </c:pt>
                <c:pt idx="54208">
                  <c:v>0</c:v>
                </c:pt>
                <c:pt idx="54209">
                  <c:v>0</c:v>
                </c:pt>
                <c:pt idx="54210">
                  <c:v>0</c:v>
                </c:pt>
                <c:pt idx="54211">
                  <c:v>0</c:v>
                </c:pt>
                <c:pt idx="54212">
                  <c:v>0</c:v>
                </c:pt>
                <c:pt idx="54213">
                  <c:v>0</c:v>
                </c:pt>
                <c:pt idx="54214">
                  <c:v>0</c:v>
                </c:pt>
                <c:pt idx="54215">
                  <c:v>0</c:v>
                </c:pt>
                <c:pt idx="54216">
                  <c:v>0</c:v>
                </c:pt>
                <c:pt idx="54217">
                  <c:v>0</c:v>
                </c:pt>
                <c:pt idx="54218">
                  <c:v>0</c:v>
                </c:pt>
                <c:pt idx="54219">
                  <c:v>0</c:v>
                </c:pt>
                <c:pt idx="54220">
                  <c:v>0</c:v>
                </c:pt>
                <c:pt idx="54221">
                  <c:v>0</c:v>
                </c:pt>
                <c:pt idx="54222">
                  <c:v>0</c:v>
                </c:pt>
                <c:pt idx="54223">
                  <c:v>0</c:v>
                </c:pt>
                <c:pt idx="54224">
                  <c:v>0</c:v>
                </c:pt>
                <c:pt idx="54225">
                  <c:v>0</c:v>
                </c:pt>
                <c:pt idx="54226">
                  <c:v>0</c:v>
                </c:pt>
                <c:pt idx="54227">
                  <c:v>0</c:v>
                </c:pt>
                <c:pt idx="54228">
                  <c:v>0</c:v>
                </c:pt>
                <c:pt idx="54229">
                  <c:v>0</c:v>
                </c:pt>
                <c:pt idx="54230">
                  <c:v>0</c:v>
                </c:pt>
                <c:pt idx="54231">
                  <c:v>0</c:v>
                </c:pt>
                <c:pt idx="54232">
                  <c:v>0</c:v>
                </c:pt>
                <c:pt idx="54233">
                  <c:v>0</c:v>
                </c:pt>
                <c:pt idx="54234">
                  <c:v>0</c:v>
                </c:pt>
                <c:pt idx="54235">
                  <c:v>0</c:v>
                </c:pt>
                <c:pt idx="54236">
                  <c:v>0</c:v>
                </c:pt>
                <c:pt idx="54237">
                  <c:v>0</c:v>
                </c:pt>
                <c:pt idx="54238">
                  <c:v>0</c:v>
                </c:pt>
                <c:pt idx="54239">
                  <c:v>0</c:v>
                </c:pt>
                <c:pt idx="54240">
                  <c:v>0</c:v>
                </c:pt>
                <c:pt idx="54241">
                  <c:v>0</c:v>
                </c:pt>
                <c:pt idx="54242">
                  <c:v>0</c:v>
                </c:pt>
                <c:pt idx="54243">
                  <c:v>0</c:v>
                </c:pt>
                <c:pt idx="54244">
                  <c:v>0</c:v>
                </c:pt>
                <c:pt idx="54245">
                  <c:v>0</c:v>
                </c:pt>
                <c:pt idx="54246">
                  <c:v>0</c:v>
                </c:pt>
                <c:pt idx="54247">
                  <c:v>0</c:v>
                </c:pt>
                <c:pt idx="54248">
                  <c:v>0</c:v>
                </c:pt>
                <c:pt idx="54249">
                  <c:v>0</c:v>
                </c:pt>
                <c:pt idx="54250">
                  <c:v>0</c:v>
                </c:pt>
                <c:pt idx="54251">
                  <c:v>0</c:v>
                </c:pt>
                <c:pt idx="54252">
                  <c:v>0</c:v>
                </c:pt>
                <c:pt idx="54253">
                  <c:v>0</c:v>
                </c:pt>
                <c:pt idx="54254">
                  <c:v>0</c:v>
                </c:pt>
                <c:pt idx="54255">
                  <c:v>0</c:v>
                </c:pt>
                <c:pt idx="54256">
                  <c:v>0</c:v>
                </c:pt>
                <c:pt idx="54257">
                  <c:v>0</c:v>
                </c:pt>
                <c:pt idx="54258">
                  <c:v>0</c:v>
                </c:pt>
                <c:pt idx="54259">
                  <c:v>0</c:v>
                </c:pt>
                <c:pt idx="54260">
                  <c:v>0</c:v>
                </c:pt>
                <c:pt idx="54261">
                  <c:v>0</c:v>
                </c:pt>
                <c:pt idx="54262">
                  <c:v>0</c:v>
                </c:pt>
                <c:pt idx="54263">
                  <c:v>0</c:v>
                </c:pt>
                <c:pt idx="54264">
                  <c:v>0</c:v>
                </c:pt>
                <c:pt idx="54265">
                  <c:v>0</c:v>
                </c:pt>
                <c:pt idx="54266">
                  <c:v>0</c:v>
                </c:pt>
                <c:pt idx="54267">
                  <c:v>0</c:v>
                </c:pt>
                <c:pt idx="54268">
                  <c:v>0</c:v>
                </c:pt>
                <c:pt idx="54269">
                  <c:v>0</c:v>
                </c:pt>
                <c:pt idx="54270">
                  <c:v>0</c:v>
                </c:pt>
                <c:pt idx="54271">
                  <c:v>0</c:v>
                </c:pt>
                <c:pt idx="54272">
                  <c:v>0</c:v>
                </c:pt>
                <c:pt idx="54273">
                  <c:v>0</c:v>
                </c:pt>
                <c:pt idx="54274">
                  <c:v>0</c:v>
                </c:pt>
                <c:pt idx="54275">
                  <c:v>0</c:v>
                </c:pt>
                <c:pt idx="54276">
                  <c:v>0</c:v>
                </c:pt>
                <c:pt idx="54277">
                  <c:v>0</c:v>
                </c:pt>
                <c:pt idx="54278">
                  <c:v>0</c:v>
                </c:pt>
                <c:pt idx="54279">
                  <c:v>0</c:v>
                </c:pt>
                <c:pt idx="54280">
                  <c:v>0</c:v>
                </c:pt>
                <c:pt idx="54281">
                  <c:v>0</c:v>
                </c:pt>
                <c:pt idx="54282">
                  <c:v>0</c:v>
                </c:pt>
                <c:pt idx="54283">
                  <c:v>0</c:v>
                </c:pt>
                <c:pt idx="54284">
                  <c:v>0</c:v>
                </c:pt>
                <c:pt idx="54285">
                  <c:v>0</c:v>
                </c:pt>
                <c:pt idx="54286">
                  <c:v>0</c:v>
                </c:pt>
                <c:pt idx="54287">
                  <c:v>0</c:v>
                </c:pt>
                <c:pt idx="54288">
                  <c:v>0</c:v>
                </c:pt>
                <c:pt idx="54289">
                  <c:v>0</c:v>
                </c:pt>
                <c:pt idx="54290">
                  <c:v>0</c:v>
                </c:pt>
                <c:pt idx="54291">
                  <c:v>0</c:v>
                </c:pt>
                <c:pt idx="54292">
                  <c:v>0</c:v>
                </c:pt>
                <c:pt idx="54293">
                  <c:v>0</c:v>
                </c:pt>
                <c:pt idx="54294">
                  <c:v>0</c:v>
                </c:pt>
                <c:pt idx="54295">
                  <c:v>0</c:v>
                </c:pt>
                <c:pt idx="54296">
                  <c:v>0</c:v>
                </c:pt>
                <c:pt idx="54297">
                  <c:v>0</c:v>
                </c:pt>
                <c:pt idx="54298">
                  <c:v>0</c:v>
                </c:pt>
                <c:pt idx="54299">
                  <c:v>0</c:v>
                </c:pt>
                <c:pt idx="54300">
                  <c:v>0</c:v>
                </c:pt>
                <c:pt idx="54301">
                  <c:v>0</c:v>
                </c:pt>
                <c:pt idx="54302">
                  <c:v>0</c:v>
                </c:pt>
                <c:pt idx="54303">
                  <c:v>0</c:v>
                </c:pt>
                <c:pt idx="54304">
                  <c:v>0</c:v>
                </c:pt>
                <c:pt idx="54305">
                  <c:v>0</c:v>
                </c:pt>
                <c:pt idx="54306">
                  <c:v>0</c:v>
                </c:pt>
                <c:pt idx="54307">
                  <c:v>0</c:v>
                </c:pt>
                <c:pt idx="54308">
                  <c:v>0</c:v>
                </c:pt>
                <c:pt idx="54309">
                  <c:v>0</c:v>
                </c:pt>
                <c:pt idx="54310">
                  <c:v>0</c:v>
                </c:pt>
                <c:pt idx="54311">
                  <c:v>0</c:v>
                </c:pt>
                <c:pt idx="54312">
                  <c:v>0</c:v>
                </c:pt>
                <c:pt idx="54313">
                  <c:v>0</c:v>
                </c:pt>
                <c:pt idx="54314">
                  <c:v>0</c:v>
                </c:pt>
                <c:pt idx="54315">
                  <c:v>0</c:v>
                </c:pt>
                <c:pt idx="54316">
                  <c:v>0</c:v>
                </c:pt>
                <c:pt idx="54317">
                  <c:v>0</c:v>
                </c:pt>
                <c:pt idx="54318">
                  <c:v>0</c:v>
                </c:pt>
                <c:pt idx="54319">
                  <c:v>0</c:v>
                </c:pt>
                <c:pt idx="54320">
                  <c:v>0</c:v>
                </c:pt>
                <c:pt idx="54321">
                  <c:v>0</c:v>
                </c:pt>
                <c:pt idx="54322">
                  <c:v>0</c:v>
                </c:pt>
                <c:pt idx="54323">
                  <c:v>0</c:v>
                </c:pt>
                <c:pt idx="54324">
                  <c:v>0</c:v>
                </c:pt>
                <c:pt idx="54325">
                  <c:v>0</c:v>
                </c:pt>
                <c:pt idx="54326">
                  <c:v>0</c:v>
                </c:pt>
                <c:pt idx="54327">
                  <c:v>0</c:v>
                </c:pt>
                <c:pt idx="54328">
                  <c:v>0</c:v>
                </c:pt>
                <c:pt idx="54329">
                  <c:v>0</c:v>
                </c:pt>
                <c:pt idx="54330">
                  <c:v>0</c:v>
                </c:pt>
                <c:pt idx="54331">
                  <c:v>0</c:v>
                </c:pt>
                <c:pt idx="54332">
                  <c:v>0</c:v>
                </c:pt>
                <c:pt idx="54333">
                  <c:v>0</c:v>
                </c:pt>
                <c:pt idx="54334">
                  <c:v>0</c:v>
                </c:pt>
                <c:pt idx="54335">
                  <c:v>0</c:v>
                </c:pt>
                <c:pt idx="54336">
                  <c:v>0</c:v>
                </c:pt>
                <c:pt idx="54337">
                  <c:v>0</c:v>
                </c:pt>
                <c:pt idx="54338">
                  <c:v>0</c:v>
                </c:pt>
                <c:pt idx="54339">
                  <c:v>0</c:v>
                </c:pt>
                <c:pt idx="54340">
                  <c:v>0</c:v>
                </c:pt>
                <c:pt idx="54341">
                  <c:v>0</c:v>
                </c:pt>
                <c:pt idx="54342">
                  <c:v>0</c:v>
                </c:pt>
                <c:pt idx="54343">
                  <c:v>0</c:v>
                </c:pt>
                <c:pt idx="54344">
                  <c:v>0</c:v>
                </c:pt>
                <c:pt idx="54345">
                  <c:v>0</c:v>
                </c:pt>
                <c:pt idx="54346">
                  <c:v>0</c:v>
                </c:pt>
                <c:pt idx="54347">
                  <c:v>0</c:v>
                </c:pt>
                <c:pt idx="54348">
                  <c:v>0</c:v>
                </c:pt>
                <c:pt idx="54349">
                  <c:v>0</c:v>
                </c:pt>
                <c:pt idx="54350">
                  <c:v>0</c:v>
                </c:pt>
                <c:pt idx="54351">
                  <c:v>0</c:v>
                </c:pt>
                <c:pt idx="54352">
                  <c:v>0</c:v>
                </c:pt>
                <c:pt idx="54353">
                  <c:v>0</c:v>
                </c:pt>
                <c:pt idx="54354">
                  <c:v>0</c:v>
                </c:pt>
                <c:pt idx="54355">
                  <c:v>0</c:v>
                </c:pt>
                <c:pt idx="54356">
                  <c:v>0</c:v>
                </c:pt>
                <c:pt idx="54357">
                  <c:v>0</c:v>
                </c:pt>
                <c:pt idx="54358">
                  <c:v>0</c:v>
                </c:pt>
                <c:pt idx="54359">
                  <c:v>0</c:v>
                </c:pt>
                <c:pt idx="54360">
                  <c:v>0</c:v>
                </c:pt>
                <c:pt idx="54361">
                  <c:v>0</c:v>
                </c:pt>
                <c:pt idx="54362">
                  <c:v>0</c:v>
                </c:pt>
                <c:pt idx="54363">
                  <c:v>0</c:v>
                </c:pt>
                <c:pt idx="54364">
                  <c:v>0</c:v>
                </c:pt>
                <c:pt idx="54365">
                  <c:v>0</c:v>
                </c:pt>
                <c:pt idx="54366">
                  <c:v>0</c:v>
                </c:pt>
                <c:pt idx="54367">
                  <c:v>0</c:v>
                </c:pt>
                <c:pt idx="54368">
                  <c:v>0</c:v>
                </c:pt>
                <c:pt idx="54369">
                  <c:v>0</c:v>
                </c:pt>
                <c:pt idx="54370">
                  <c:v>0</c:v>
                </c:pt>
                <c:pt idx="54371">
                  <c:v>0</c:v>
                </c:pt>
                <c:pt idx="54372">
                  <c:v>0</c:v>
                </c:pt>
                <c:pt idx="54373">
                  <c:v>0</c:v>
                </c:pt>
                <c:pt idx="54374">
                  <c:v>0</c:v>
                </c:pt>
                <c:pt idx="54375">
                  <c:v>0</c:v>
                </c:pt>
                <c:pt idx="54376">
                  <c:v>0</c:v>
                </c:pt>
                <c:pt idx="54377">
                  <c:v>0</c:v>
                </c:pt>
                <c:pt idx="54378">
                  <c:v>0</c:v>
                </c:pt>
                <c:pt idx="54379">
                  <c:v>0</c:v>
                </c:pt>
                <c:pt idx="54380">
                  <c:v>0</c:v>
                </c:pt>
                <c:pt idx="54381">
                  <c:v>0</c:v>
                </c:pt>
                <c:pt idx="54382">
                  <c:v>0</c:v>
                </c:pt>
                <c:pt idx="54383">
                  <c:v>0</c:v>
                </c:pt>
                <c:pt idx="54384">
                  <c:v>0</c:v>
                </c:pt>
                <c:pt idx="54385">
                  <c:v>0</c:v>
                </c:pt>
                <c:pt idx="54386">
                  <c:v>0</c:v>
                </c:pt>
                <c:pt idx="54387">
                  <c:v>0</c:v>
                </c:pt>
                <c:pt idx="54388">
                  <c:v>0</c:v>
                </c:pt>
                <c:pt idx="54389">
                  <c:v>0</c:v>
                </c:pt>
                <c:pt idx="54390">
                  <c:v>0</c:v>
                </c:pt>
                <c:pt idx="54391">
                  <c:v>0</c:v>
                </c:pt>
                <c:pt idx="54392">
                  <c:v>0</c:v>
                </c:pt>
                <c:pt idx="54393">
                  <c:v>0</c:v>
                </c:pt>
                <c:pt idx="54394">
                  <c:v>0</c:v>
                </c:pt>
                <c:pt idx="54395">
                  <c:v>0</c:v>
                </c:pt>
                <c:pt idx="54396">
                  <c:v>0</c:v>
                </c:pt>
                <c:pt idx="54397">
                  <c:v>0</c:v>
                </c:pt>
                <c:pt idx="54398">
                  <c:v>0</c:v>
                </c:pt>
                <c:pt idx="54399">
                  <c:v>0</c:v>
                </c:pt>
                <c:pt idx="54400">
                  <c:v>0</c:v>
                </c:pt>
                <c:pt idx="54401">
                  <c:v>0</c:v>
                </c:pt>
                <c:pt idx="54402">
                  <c:v>0</c:v>
                </c:pt>
                <c:pt idx="54403">
                  <c:v>0</c:v>
                </c:pt>
                <c:pt idx="54404">
                  <c:v>0</c:v>
                </c:pt>
                <c:pt idx="54405">
                  <c:v>0</c:v>
                </c:pt>
                <c:pt idx="54406">
                  <c:v>0</c:v>
                </c:pt>
                <c:pt idx="54407">
                  <c:v>0</c:v>
                </c:pt>
                <c:pt idx="54408">
                  <c:v>0</c:v>
                </c:pt>
                <c:pt idx="54409">
                  <c:v>0</c:v>
                </c:pt>
                <c:pt idx="54410">
                  <c:v>0</c:v>
                </c:pt>
                <c:pt idx="54411">
                  <c:v>0</c:v>
                </c:pt>
                <c:pt idx="54412">
                  <c:v>0</c:v>
                </c:pt>
                <c:pt idx="54413">
                  <c:v>0</c:v>
                </c:pt>
                <c:pt idx="54414">
                  <c:v>0</c:v>
                </c:pt>
                <c:pt idx="54415">
                  <c:v>0</c:v>
                </c:pt>
                <c:pt idx="54416">
                  <c:v>0</c:v>
                </c:pt>
                <c:pt idx="54417">
                  <c:v>0</c:v>
                </c:pt>
                <c:pt idx="54418">
                  <c:v>0</c:v>
                </c:pt>
                <c:pt idx="54419">
                  <c:v>0</c:v>
                </c:pt>
                <c:pt idx="54420">
                  <c:v>0</c:v>
                </c:pt>
                <c:pt idx="54421">
                  <c:v>0</c:v>
                </c:pt>
                <c:pt idx="54422">
                  <c:v>0</c:v>
                </c:pt>
                <c:pt idx="54423">
                  <c:v>0</c:v>
                </c:pt>
                <c:pt idx="54424">
                  <c:v>0</c:v>
                </c:pt>
                <c:pt idx="54425">
                  <c:v>0</c:v>
                </c:pt>
                <c:pt idx="54426">
                  <c:v>0</c:v>
                </c:pt>
                <c:pt idx="54427">
                  <c:v>0</c:v>
                </c:pt>
                <c:pt idx="54428">
                  <c:v>0</c:v>
                </c:pt>
                <c:pt idx="54429">
                  <c:v>0</c:v>
                </c:pt>
                <c:pt idx="54430">
                  <c:v>0</c:v>
                </c:pt>
                <c:pt idx="54431">
                  <c:v>0</c:v>
                </c:pt>
                <c:pt idx="54432">
                  <c:v>0</c:v>
                </c:pt>
                <c:pt idx="54433">
                  <c:v>0</c:v>
                </c:pt>
                <c:pt idx="54434">
                  <c:v>0</c:v>
                </c:pt>
                <c:pt idx="54435">
                  <c:v>0</c:v>
                </c:pt>
                <c:pt idx="54436">
                  <c:v>0</c:v>
                </c:pt>
                <c:pt idx="54437">
                  <c:v>0</c:v>
                </c:pt>
                <c:pt idx="54438">
                  <c:v>0</c:v>
                </c:pt>
                <c:pt idx="54439">
                  <c:v>0</c:v>
                </c:pt>
                <c:pt idx="54440">
                  <c:v>0</c:v>
                </c:pt>
                <c:pt idx="54441">
                  <c:v>0</c:v>
                </c:pt>
                <c:pt idx="54442">
                  <c:v>0</c:v>
                </c:pt>
                <c:pt idx="54443">
                  <c:v>0</c:v>
                </c:pt>
                <c:pt idx="54444">
                  <c:v>0</c:v>
                </c:pt>
                <c:pt idx="54445">
                  <c:v>0</c:v>
                </c:pt>
                <c:pt idx="54446">
                  <c:v>0</c:v>
                </c:pt>
                <c:pt idx="54447">
                  <c:v>0</c:v>
                </c:pt>
                <c:pt idx="54448">
                  <c:v>0</c:v>
                </c:pt>
                <c:pt idx="54449">
                  <c:v>0</c:v>
                </c:pt>
                <c:pt idx="54450">
                  <c:v>0</c:v>
                </c:pt>
                <c:pt idx="54451">
                  <c:v>0</c:v>
                </c:pt>
                <c:pt idx="54452">
                  <c:v>0</c:v>
                </c:pt>
                <c:pt idx="54453">
                  <c:v>0</c:v>
                </c:pt>
                <c:pt idx="54454">
                  <c:v>0</c:v>
                </c:pt>
                <c:pt idx="54455">
                  <c:v>0</c:v>
                </c:pt>
                <c:pt idx="54456">
                  <c:v>0</c:v>
                </c:pt>
                <c:pt idx="54457">
                  <c:v>0</c:v>
                </c:pt>
                <c:pt idx="54458">
                  <c:v>0</c:v>
                </c:pt>
                <c:pt idx="54459">
                  <c:v>0</c:v>
                </c:pt>
                <c:pt idx="54460">
                  <c:v>0</c:v>
                </c:pt>
                <c:pt idx="54461">
                  <c:v>0</c:v>
                </c:pt>
                <c:pt idx="54462">
                  <c:v>0</c:v>
                </c:pt>
                <c:pt idx="54463">
                  <c:v>0</c:v>
                </c:pt>
                <c:pt idx="54464">
                  <c:v>0</c:v>
                </c:pt>
                <c:pt idx="54465">
                  <c:v>0</c:v>
                </c:pt>
                <c:pt idx="54466">
                  <c:v>0</c:v>
                </c:pt>
                <c:pt idx="54467">
                  <c:v>0</c:v>
                </c:pt>
                <c:pt idx="54468">
                  <c:v>0</c:v>
                </c:pt>
                <c:pt idx="54469">
                  <c:v>0</c:v>
                </c:pt>
                <c:pt idx="54470">
                  <c:v>0</c:v>
                </c:pt>
                <c:pt idx="54471">
                  <c:v>0</c:v>
                </c:pt>
                <c:pt idx="54472">
                  <c:v>0</c:v>
                </c:pt>
                <c:pt idx="54473">
                  <c:v>0</c:v>
                </c:pt>
                <c:pt idx="54474">
                  <c:v>0</c:v>
                </c:pt>
                <c:pt idx="54475">
                  <c:v>0</c:v>
                </c:pt>
                <c:pt idx="54476">
                  <c:v>0</c:v>
                </c:pt>
                <c:pt idx="54477">
                  <c:v>0</c:v>
                </c:pt>
                <c:pt idx="54478">
                  <c:v>0</c:v>
                </c:pt>
                <c:pt idx="54479">
                  <c:v>0</c:v>
                </c:pt>
                <c:pt idx="54480">
                  <c:v>0</c:v>
                </c:pt>
                <c:pt idx="54481">
                  <c:v>0</c:v>
                </c:pt>
                <c:pt idx="54482">
                  <c:v>0</c:v>
                </c:pt>
                <c:pt idx="54483">
                  <c:v>0</c:v>
                </c:pt>
                <c:pt idx="54484">
                  <c:v>0</c:v>
                </c:pt>
                <c:pt idx="54485">
                  <c:v>0</c:v>
                </c:pt>
                <c:pt idx="54486">
                  <c:v>0</c:v>
                </c:pt>
                <c:pt idx="54487">
                  <c:v>0</c:v>
                </c:pt>
                <c:pt idx="54488">
                  <c:v>0</c:v>
                </c:pt>
                <c:pt idx="54489">
                  <c:v>0</c:v>
                </c:pt>
                <c:pt idx="54490">
                  <c:v>0</c:v>
                </c:pt>
                <c:pt idx="54491">
                  <c:v>0</c:v>
                </c:pt>
                <c:pt idx="54492">
                  <c:v>0</c:v>
                </c:pt>
                <c:pt idx="54493">
                  <c:v>0</c:v>
                </c:pt>
                <c:pt idx="54494">
                  <c:v>0</c:v>
                </c:pt>
                <c:pt idx="54495">
                  <c:v>0</c:v>
                </c:pt>
                <c:pt idx="54496">
                  <c:v>0</c:v>
                </c:pt>
                <c:pt idx="54497">
                  <c:v>0</c:v>
                </c:pt>
                <c:pt idx="54498">
                  <c:v>0</c:v>
                </c:pt>
                <c:pt idx="54499">
                  <c:v>0</c:v>
                </c:pt>
                <c:pt idx="54500">
                  <c:v>0</c:v>
                </c:pt>
                <c:pt idx="54501">
                  <c:v>0</c:v>
                </c:pt>
                <c:pt idx="54502">
                  <c:v>0</c:v>
                </c:pt>
                <c:pt idx="54503">
                  <c:v>0</c:v>
                </c:pt>
                <c:pt idx="54504">
                  <c:v>0</c:v>
                </c:pt>
                <c:pt idx="54505">
                  <c:v>0</c:v>
                </c:pt>
                <c:pt idx="54506">
                  <c:v>0</c:v>
                </c:pt>
                <c:pt idx="54507">
                  <c:v>0</c:v>
                </c:pt>
                <c:pt idx="54508">
                  <c:v>0</c:v>
                </c:pt>
                <c:pt idx="54509">
                  <c:v>0</c:v>
                </c:pt>
                <c:pt idx="54510">
                  <c:v>0</c:v>
                </c:pt>
                <c:pt idx="54511">
                  <c:v>0</c:v>
                </c:pt>
                <c:pt idx="54512">
                  <c:v>0</c:v>
                </c:pt>
                <c:pt idx="54513">
                  <c:v>0</c:v>
                </c:pt>
                <c:pt idx="54514">
                  <c:v>0</c:v>
                </c:pt>
                <c:pt idx="54515">
                  <c:v>0</c:v>
                </c:pt>
                <c:pt idx="54516">
                  <c:v>0</c:v>
                </c:pt>
                <c:pt idx="54517">
                  <c:v>0</c:v>
                </c:pt>
                <c:pt idx="54518">
                  <c:v>0</c:v>
                </c:pt>
                <c:pt idx="54519">
                  <c:v>0</c:v>
                </c:pt>
                <c:pt idx="54520">
                  <c:v>0</c:v>
                </c:pt>
                <c:pt idx="54521">
                  <c:v>0</c:v>
                </c:pt>
                <c:pt idx="54522">
                  <c:v>0</c:v>
                </c:pt>
                <c:pt idx="54523">
                  <c:v>0</c:v>
                </c:pt>
                <c:pt idx="54524">
                  <c:v>0</c:v>
                </c:pt>
                <c:pt idx="54525">
                  <c:v>0</c:v>
                </c:pt>
                <c:pt idx="54526">
                  <c:v>0</c:v>
                </c:pt>
                <c:pt idx="54527">
                  <c:v>0</c:v>
                </c:pt>
                <c:pt idx="54528">
                  <c:v>0</c:v>
                </c:pt>
                <c:pt idx="54529">
                  <c:v>0</c:v>
                </c:pt>
                <c:pt idx="54530">
                  <c:v>0</c:v>
                </c:pt>
                <c:pt idx="54531">
                  <c:v>0</c:v>
                </c:pt>
                <c:pt idx="54532">
                  <c:v>0</c:v>
                </c:pt>
                <c:pt idx="54533">
                  <c:v>0</c:v>
                </c:pt>
                <c:pt idx="54534">
                  <c:v>0</c:v>
                </c:pt>
                <c:pt idx="54535">
                  <c:v>0</c:v>
                </c:pt>
                <c:pt idx="54536">
                  <c:v>0</c:v>
                </c:pt>
                <c:pt idx="54537">
                  <c:v>0</c:v>
                </c:pt>
                <c:pt idx="54538">
                  <c:v>0</c:v>
                </c:pt>
                <c:pt idx="54539">
                  <c:v>0</c:v>
                </c:pt>
                <c:pt idx="54540">
                  <c:v>0</c:v>
                </c:pt>
                <c:pt idx="54541">
                  <c:v>0</c:v>
                </c:pt>
                <c:pt idx="54542">
                  <c:v>0</c:v>
                </c:pt>
                <c:pt idx="54543">
                  <c:v>0</c:v>
                </c:pt>
                <c:pt idx="54544">
                  <c:v>0</c:v>
                </c:pt>
                <c:pt idx="54545">
                  <c:v>0</c:v>
                </c:pt>
                <c:pt idx="54546">
                  <c:v>0</c:v>
                </c:pt>
                <c:pt idx="54547">
                  <c:v>0</c:v>
                </c:pt>
                <c:pt idx="54548">
                  <c:v>0</c:v>
                </c:pt>
                <c:pt idx="54549">
                  <c:v>0</c:v>
                </c:pt>
                <c:pt idx="54550">
                  <c:v>0</c:v>
                </c:pt>
                <c:pt idx="54551">
                  <c:v>0</c:v>
                </c:pt>
                <c:pt idx="54552">
                  <c:v>0</c:v>
                </c:pt>
                <c:pt idx="54553">
                  <c:v>0</c:v>
                </c:pt>
                <c:pt idx="54554">
                  <c:v>0</c:v>
                </c:pt>
                <c:pt idx="54555">
                  <c:v>0</c:v>
                </c:pt>
                <c:pt idx="54556">
                  <c:v>0</c:v>
                </c:pt>
                <c:pt idx="54557">
                  <c:v>0</c:v>
                </c:pt>
                <c:pt idx="54558">
                  <c:v>0</c:v>
                </c:pt>
                <c:pt idx="54559">
                  <c:v>0</c:v>
                </c:pt>
                <c:pt idx="54560">
                  <c:v>0</c:v>
                </c:pt>
                <c:pt idx="54561">
                  <c:v>0</c:v>
                </c:pt>
                <c:pt idx="54562">
                  <c:v>0</c:v>
                </c:pt>
                <c:pt idx="54563">
                  <c:v>0</c:v>
                </c:pt>
                <c:pt idx="54564">
                  <c:v>0</c:v>
                </c:pt>
                <c:pt idx="54565">
                  <c:v>0</c:v>
                </c:pt>
                <c:pt idx="54566">
                  <c:v>0</c:v>
                </c:pt>
                <c:pt idx="54567">
                  <c:v>0</c:v>
                </c:pt>
                <c:pt idx="54568">
                  <c:v>0</c:v>
                </c:pt>
                <c:pt idx="54569">
                  <c:v>0</c:v>
                </c:pt>
                <c:pt idx="54570">
                  <c:v>0</c:v>
                </c:pt>
                <c:pt idx="54571">
                  <c:v>0</c:v>
                </c:pt>
                <c:pt idx="54572">
                  <c:v>0</c:v>
                </c:pt>
                <c:pt idx="54573">
                  <c:v>0</c:v>
                </c:pt>
                <c:pt idx="54574">
                  <c:v>0</c:v>
                </c:pt>
                <c:pt idx="54575">
                  <c:v>0</c:v>
                </c:pt>
                <c:pt idx="54576">
                  <c:v>0</c:v>
                </c:pt>
                <c:pt idx="54577">
                  <c:v>0</c:v>
                </c:pt>
                <c:pt idx="54578">
                  <c:v>0</c:v>
                </c:pt>
                <c:pt idx="54579">
                  <c:v>0</c:v>
                </c:pt>
                <c:pt idx="54580">
                  <c:v>0</c:v>
                </c:pt>
                <c:pt idx="54581">
                  <c:v>0</c:v>
                </c:pt>
                <c:pt idx="54582">
                  <c:v>0</c:v>
                </c:pt>
                <c:pt idx="54583">
                  <c:v>0</c:v>
                </c:pt>
                <c:pt idx="54584">
                  <c:v>0</c:v>
                </c:pt>
                <c:pt idx="54585">
                  <c:v>0</c:v>
                </c:pt>
                <c:pt idx="54586">
                  <c:v>0</c:v>
                </c:pt>
                <c:pt idx="54587">
                  <c:v>0</c:v>
                </c:pt>
                <c:pt idx="54588">
                  <c:v>0</c:v>
                </c:pt>
                <c:pt idx="54589">
                  <c:v>0</c:v>
                </c:pt>
                <c:pt idx="54590">
                  <c:v>0</c:v>
                </c:pt>
                <c:pt idx="54591">
                  <c:v>0</c:v>
                </c:pt>
                <c:pt idx="54592">
                  <c:v>0</c:v>
                </c:pt>
                <c:pt idx="54593">
                  <c:v>0</c:v>
                </c:pt>
                <c:pt idx="54594">
                  <c:v>0</c:v>
                </c:pt>
                <c:pt idx="54595">
                  <c:v>0</c:v>
                </c:pt>
                <c:pt idx="54596">
                  <c:v>0</c:v>
                </c:pt>
                <c:pt idx="54597">
                  <c:v>0</c:v>
                </c:pt>
                <c:pt idx="54598">
                  <c:v>0</c:v>
                </c:pt>
                <c:pt idx="54599">
                  <c:v>0</c:v>
                </c:pt>
                <c:pt idx="54600">
                  <c:v>0</c:v>
                </c:pt>
                <c:pt idx="54601">
                  <c:v>0</c:v>
                </c:pt>
                <c:pt idx="54602">
                  <c:v>0</c:v>
                </c:pt>
                <c:pt idx="54603">
                  <c:v>0</c:v>
                </c:pt>
                <c:pt idx="54604">
                  <c:v>0</c:v>
                </c:pt>
                <c:pt idx="54605">
                  <c:v>0</c:v>
                </c:pt>
                <c:pt idx="54606">
                  <c:v>0</c:v>
                </c:pt>
                <c:pt idx="54607">
                  <c:v>0</c:v>
                </c:pt>
                <c:pt idx="54608">
                  <c:v>0</c:v>
                </c:pt>
                <c:pt idx="54609">
                  <c:v>0</c:v>
                </c:pt>
                <c:pt idx="54610">
                  <c:v>0</c:v>
                </c:pt>
                <c:pt idx="54611">
                  <c:v>0</c:v>
                </c:pt>
                <c:pt idx="54612">
                  <c:v>0</c:v>
                </c:pt>
                <c:pt idx="54613">
                  <c:v>0</c:v>
                </c:pt>
                <c:pt idx="54614">
                  <c:v>0</c:v>
                </c:pt>
                <c:pt idx="54615">
                  <c:v>0</c:v>
                </c:pt>
                <c:pt idx="54616">
                  <c:v>0</c:v>
                </c:pt>
                <c:pt idx="54617">
                  <c:v>0</c:v>
                </c:pt>
                <c:pt idx="54618">
                  <c:v>0</c:v>
                </c:pt>
                <c:pt idx="54619">
                  <c:v>0</c:v>
                </c:pt>
                <c:pt idx="54620">
                  <c:v>0</c:v>
                </c:pt>
                <c:pt idx="54621">
                  <c:v>0</c:v>
                </c:pt>
                <c:pt idx="54622">
                  <c:v>0</c:v>
                </c:pt>
                <c:pt idx="54623">
                  <c:v>0</c:v>
                </c:pt>
                <c:pt idx="54624">
                  <c:v>0</c:v>
                </c:pt>
                <c:pt idx="54625">
                  <c:v>0</c:v>
                </c:pt>
                <c:pt idx="54626">
                  <c:v>0</c:v>
                </c:pt>
                <c:pt idx="54627">
                  <c:v>0</c:v>
                </c:pt>
                <c:pt idx="54628">
                  <c:v>0</c:v>
                </c:pt>
                <c:pt idx="54629">
                  <c:v>0</c:v>
                </c:pt>
                <c:pt idx="54630">
                  <c:v>0</c:v>
                </c:pt>
                <c:pt idx="54631">
                  <c:v>0</c:v>
                </c:pt>
                <c:pt idx="54632">
                  <c:v>0</c:v>
                </c:pt>
                <c:pt idx="54633">
                  <c:v>0</c:v>
                </c:pt>
                <c:pt idx="54634">
                  <c:v>0</c:v>
                </c:pt>
                <c:pt idx="54635">
                  <c:v>0</c:v>
                </c:pt>
                <c:pt idx="54636">
                  <c:v>0</c:v>
                </c:pt>
                <c:pt idx="54637">
                  <c:v>0</c:v>
                </c:pt>
                <c:pt idx="54638">
                  <c:v>0</c:v>
                </c:pt>
                <c:pt idx="54639">
                  <c:v>0</c:v>
                </c:pt>
                <c:pt idx="54640">
                  <c:v>0</c:v>
                </c:pt>
                <c:pt idx="54641">
                  <c:v>0</c:v>
                </c:pt>
                <c:pt idx="54642">
                  <c:v>0</c:v>
                </c:pt>
                <c:pt idx="54643">
                  <c:v>0</c:v>
                </c:pt>
                <c:pt idx="54644">
                  <c:v>0</c:v>
                </c:pt>
                <c:pt idx="54645">
                  <c:v>0</c:v>
                </c:pt>
                <c:pt idx="54646">
                  <c:v>0</c:v>
                </c:pt>
                <c:pt idx="54647">
                  <c:v>0</c:v>
                </c:pt>
                <c:pt idx="54648">
                  <c:v>0</c:v>
                </c:pt>
                <c:pt idx="54649">
                  <c:v>0</c:v>
                </c:pt>
                <c:pt idx="54650">
                  <c:v>0</c:v>
                </c:pt>
                <c:pt idx="54651">
                  <c:v>0</c:v>
                </c:pt>
                <c:pt idx="54652">
                  <c:v>0</c:v>
                </c:pt>
                <c:pt idx="54653">
                  <c:v>0</c:v>
                </c:pt>
                <c:pt idx="54654">
                  <c:v>0</c:v>
                </c:pt>
                <c:pt idx="54655">
                  <c:v>0</c:v>
                </c:pt>
                <c:pt idx="54656">
                  <c:v>0</c:v>
                </c:pt>
                <c:pt idx="54657">
                  <c:v>0</c:v>
                </c:pt>
                <c:pt idx="54658">
                  <c:v>0</c:v>
                </c:pt>
                <c:pt idx="54659">
                  <c:v>0</c:v>
                </c:pt>
                <c:pt idx="54660">
                  <c:v>0</c:v>
                </c:pt>
                <c:pt idx="54661">
                  <c:v>0</c:v>
                </c:pt>
                <c:pt idx="54662">
                  <c:v>0</c:v>
                </c:pt>
                <c:pt idx="54663">
                  <c:v>0</c:v>
                </c:pt>
                <c:pt idx="54664">
                  <c:v>0</c:v>
                </c:pt>
                <c:pt idx="54665">
                  <c:v>0</c:v>
                </c:pt>
                <c:pt idx="54666">
                  <c:v>0</c:v>
                </c:pt>
                <c:pt idx="54667">
                  <c:v>0</c:v>
                </c:pt>
                <c:pt idx="54668">
                  <c:v>0</c:v>
                </c:pt>
                <c:pt idx="54669">
                  <c:v>0</c:v>
                </c:pt>
                <c:pt idx="54670">
                  <c:v>0</c:v>
                </c:pt>
                <c:pt idx="54671">
                  <c:v>0</c:v>
                </c:pt>
                <c:pt idx="54672">
                  <c:v>0</c:v>
                </c:pt>
                <c:pt idx="54673">
                  <c:v>0</c:v>
                </c:pt>
                <c:pt idx="54674">
                  <c:v>0</c:v>
                </c:pt>
                <c:pt idx="54675">
                  <c:v>0</c:v>
                </c:pt>
                <c:pt idx="54676">
                  <c:v>0</c:v>
                </c:pt>
                <c:pt idx="54677">
                  <c:v>0</c:v>
                </c:pt>
                <c:pt idx="54678">
                  <c:v>0</c:v>
                </c:pt>
                <c:pt idx="54679">
                  <c:v>0</c:v>
                </c:pt>
                <c:pt idx="54680">
                  <c:v>0</c:v>
                </c:pt>
                <c:pt idx="54681">
                  <c:v>0</c:v>
                </c:pt>
                <c:pt idx="54682">
                  <c:v>0</c:v>
                </c:pt>
                <c:pt idx="54683">
                  <c:v>0</c:v>
                </c:pt>
                <c:pt idx="54684">
                  <c:v>0</c:v>
                </c:pt>
                <c:pt idx="54685">
                  <c:v>0</c:v>
                </c:pt>
                <c:pt idx="54686">
                  <c:v>0</c:v>
                </c:pt>
                <c:pt idx="54687">
                  <c:v>0</c:v>
                </c:pt>
                <c:pt idx="54688">
                  <c:v>0</c:v>
                </c:pt>
                <c:pt idx="54689">
                  <c:v>0</c:v>
                </c:pt>
                <c:pt idx="54690">
                  <c:v>0</c:v>
                </c:pt>
                <c:pt idx="54691">
                  <c:v>0</c:v>
                </c:pt>
                <c:pt idx="54692">
                  <c:v>0</c:v>
                </c:pt>
                <c:pt idx="54693">
                  <c:v>0</c:v>
                </c:pt>
                <c:pt idx="54694">
                  <c:v>0</c:v>
                </c:pt>
                <c:pt idx="54695">
                  <c:v>0</c:v>
                </c:pt>
                <c:pt idx="54696">
                  <c:v>0</c:v>
                </c:pt>
                <c:pt idx="54697">
                  <c:v>0</c:v>
                </c:pt>
                <c:pt idx="54698">
                  <c:v>0</c:v>
                </c:pt>
                <c:pt idx="54699">
                  <c:v>0</c:v>
                </c:pt>
                <c:pt idx="54700">
                  <c:v>0</c:v>
                </c:pt>
                <c:pt idx="54701">
                  <c:v>0</c:v>
                </c:pt>
                <c:pt idx="54702">
                  <c:v>0</c:v>
                </c:pt>
                <c:pt idx="54703">
                  <c:v>0</c:v>
                </c:pt>
                <c:pt idx="54704">
                  <c:v>0</c:v>
                </c:pt>
                <c:pt idx="54705">
                  <c:v>0</c:v>
                </c:pt>
                <c:pt idx="54706">
                  <c:v>0</c:v>
                </c:pt>
                <c:pt idx="54707">
                  <c:v>0</c:v>
                </c:pt>
                <c:pt idx="54708">
                  <c:v>0</c:v>
                </c:pt>
                <c:pt idx="54709">
                  <c:v>0</c:v>
                </c:pt>
                <c:pt idx="54710">
                  <c:v>0</c:v>
                </c:pt>
                <c:pt idx="54711">
                  <c:v>0</c:v>
                </c:pt>
                <c:pt idx="54712">
                  <c:v>0</c:v>
                </c:pt>
                <c:pt idx="54713">
                  <c:v>0</c:v>
                </c:pt>
                <c:pt idx="54714">
                  <c:v>0</c:v>
                </c:pt>
                <c:pt idx="54715">
                  <c:v>0</c:v>
                </c:pt>
                <c:pt idx="54716">
                  <c:v>0</c:v>
                </c:pt>
                <c:pt idx="54717">
                  <c:v>0</c:v>
                </c:pt>
                <c:pt idx="54718">
                  <c:v>0</c:v>
                </c:pt>
                <c:pt idx="54719">
                  <c:v>0</c:v>
                </c:pt>
                <c:pt idx="54720">
                  <c:v>0</c:v>
                </c:pt>
                <c:pt idx="54721">
                  <c:v>0</c:v>
                </c:pt>
                <c:pt idx="54722">
                  <c:v>0</c:v>
                </c:pt>
                <c:pt idx="54723">
                  <c:v>0</c:v>
                </c:pt>
                <c:pt idx="54724">
                  <c:v>0</c:v>
                </c:pt>
                <c:pt idx="54725">
                  <c:v>0</c:v>
                </c:pt>
                <c:pt idx="54726">
                  <c:v>0</c:v>
                </c:pt>
                <c:pt idx="54727">
                  <c:v>0</c:v>
                </c:pt>
                <c:pt idx="54728">
                  <c:v>0</c:v>
                </c:pt>
                <c:pt idx="54729">
                  <c:v>0</c:v>
                </c:pt>
                <c:pt idx="54730">
                  <c:v>0</c:v>
                </c:pt>
                <c:pt idx="54731">
                  <c:v>0</c:v>
                </c:pt>
                <c:pt idx="54732">
                  <c:v>0</c:v>
                </c:pt>
                <c:pt idx="54733">
                  <c:v>0</c:v>
                </c:pt>
                <c:pt idx="54734">
                  <c:v>0</c:v>
                </c:pt>
                <c:pt idx="54735">
                  <c:v>0</c:v>
                </c:pt>
                <c:pt idx="54736">
                  <c:v>0</c:v>
                </c:pt>
                <c:pt idx="54737">
                  <c:v>0</c:v>
                </c:pt>
                <c:pt idx="54738">
                  <c:v>0</c:v>
                </c:pt>
                <c:pt idx="54739">
                  <c:v>0</c:v>
                </c:pt>
                <c:pt idx="54740">
                  <c:v>0</c:v>
                </c:pt>
                <c:pt idx="54741">
                  <c:v>0</c:v>
                </c:pt>
                <c:pt idx="54742">
                  <c:v>0</c:v>
                </c:pt>
                <c:pt idx="54743">
                  <c:v>0</c:v>
                </c:pt>
                <c:pt idx="54744">
                  <c:v>0</c:v>
                </c:pt>
                <c:pt idx="54745">
                  <c:v>0</c:v>
                </c:pt>
                <c:pt idx="54746">
                  <c:v>0</c:v>
                </c:pt>
                <c:pt idx="54747">
                  <c:v>0</c:v>
                </c:pt>
                <c:pt idx="54748">
                  <c:v>0</c:v>
                </c:pt>
                <c:pt idx="54749">
                  <c:v>0</c:v>
                </c:pt>
                <c:pt idx="54750">
                  <c:v>0</c:v>
                </c:pt>
                <c:pt idx="54751">
                  <c:v>0</c:v>
                </c:pt>
                <c:pt idx="54752">
                  <c:v>0</c:v>
                </c:pt>
                <c:pt idx="54753">
                  <c:v>0</c:v>
                </c:pt>
                <c:pt idx="54754">
                  <c:v>0</c:v>
                </c:pt>
                <c:pt idx="54755">
                  <c:v>0</c:v>
                </c:pt>
                <c:pt idx="54756">
                  <c:v>0</c:v>
                </c:pt>
                <c:pt idx="54757">
                  <c:v>0</c:v>
                </c:pt>
                <c:pt idx="54758">
                  <c:v>0</c:v>
                </c:pt>
                <c:pt idx="54759">
                  <c:v>0</c:v>
                </c:pt>
                <c:pt idx="54760">
                  <c:v>0</c:v>
                </c:pt>
                <c:pt idx="54761">
                  <c:v>0</c:v>
                </c:pt>
                <c:pt idx="54762">
                  <c:v>0</c:v>
                </c:pt>
                <c:pt idx="54763">
                  <c:v>0</c:v>
                </c:pt>
                <c:pt idx="54764">
                  <c:v>0</c:v>
                </c:pt>
                <c:pt idx="54765">
                  <c:v>0</c:v>
                </c:pt>
                <c:pt idx="54766">
                  <c:v>0</c:v>
                </c:pt>
                <c:pt idx="54767">
                  <c:v>0</c:v>
                </c:pt>
                <c:pt idx="54768">
                  <c:v>0</c:v>
                </c:pt>
                <c:pt idx="54769">
                  <c:v>0</c:v>
                </c:pt>
                <c:pt idx="54770">
                  <c:v>0</c:v>
                </c:pt>
                <c:pt idx="54771">
                  <c:v>0</c:v>
                </c:pt>
                <c:pt idx="54772">
                  <c:v>0</c:v>
                </c:pt>
                <c:pt idx="54773">
                  <c:v>0</c:v>
                </c:pt>
                <c:pt idx="54774">
                  <c:v>0</c:v>
                </c:pt>
                <c:pt idx="54775">
                  <c:v>0</c:v>
                </c:pt>
                <c:pt idx="54776">
                  <c:v>0</c:v>
                </c:pt>
                <c:pt idx="54777">
                  <c:v>0</c:v>
                </c:pt>
                <c:pt idx="54778">
                  <c:v>0</c:v>
                </c:pt>
                <c:pt idx="54779">
                  <c:v>0</c:v>
                </c:pt>
                <c:pt idx="54780">
                  <c:v>0</c:v>
                </c:pt>
                <c:pt idx="54781">
                  <c:v>0</c:v>
                </c:pt>
                <c:pt idx="54782">
                  <c:v>0</c:v>
                </c:pt>
                <c:pt idx="54783">
                  <c:v>0</c:v>
                </c:pt>
                <c:pt idx="54784">
                  <c:v>0</c:v>
                </c:pt>
                <c:pt idx="54785">
                  <c:v>0</c:v>
                </c:pt>
                <c:pt idx="54786">
                  <c:v>0</c:v>
                </c:pt>
                <c:pt idx="54787">
                  <c:v>0</c:v>
                </c:pt>
                <c:pt idx="54788">
                  <c:v>0</c:v>
                </c:pt>
                <c:pt idx="54789">
                  <c:v>0</c:v>
                </c:pt>
                <c:pt idx="54790">
                  <c:v>0</c:v>
                </c:pt>
                <c:pt idx="54791">
                  <c:v>0</c:v>
                </c:pt>
                <c:pt idx="54792">
                  <c:v>0</c:v>
                </c:pt>
                <c:pt idx="54793">
                  <c:v>0</c:v>
                </c:pt>
                <c:pt idx="54794">
                  <c:v>0</c:v>
                </c:pt>
                <c:pt idx="54795">
                  <c:v>0</c:v>
                </c:pt>
                <c:pt idx="54796">
                  <c:v>0</c:v>
                </c:pt>
                <c:pt idx="54797">
                  <c:v>0</c:v>
                </c:pt>
                <c:pt idx="54798">
                  <c:v>0</c:v>
                </c:pt>
                <c:pt idx="54799">
                  <c:v>0</c:v>
                </c:pt>
                <c:pt idx="54800">
                  <c:v>0</c:v>
                </c:pt>
                <c:pt idx="54801">
                  <c:v>0</c:v>
                </c:pt>
                <c:pt idx="54802">
                  <c:v>0</c:v>
                </c:pt>
                <c:pt idx="54803">
                  <c:v>0</c:v>
                </c:pt>
                <c:pt idx="54804">
                  <c:v>0</c:v>
                </c:pt>
                <c:pt idx="54805">
                  <c:v>0</c:v>
                </c:pt>
                <c:pt idx="54806">
                  <c:v>0</c:v>
                </c:pt>
                <c:pt idx="54807">
                  <c:v>0</c:v>
                </c:pt>
                <c:pt idx="54808">
                  <c:v>0</c:v>
                </c:pt>
                <c:pt idx="54809">
                  <c:v>0</c:v>
                </c:pt>
                <c:pt idx="54810">
                  <c:v>0</c:v>
                </c:pt>
                <c:pt idx="54811">
                  <c:v>0</c:v>
                </c:pt>
                <c:pt idx="54812">
                  <c:v>0</c:v>
                </c:pt>
                <c:pt idx="54813">
                  <c:v>0</c:v>
                </c:pt>
                <c:pt idx="54814">
                  <c:v>0</c:v>
                </c:pt>
                <c:pt idx="54815">
                  <c:v>0</c:v>
                </c:pt>
                <c:pt idx="54816">
                  <c:v>0</c:v>
                </c:pt>
                <c:pt idx="54817">
                  <c:v>0</c:v>
                </c:pt>
                <c:pt idx="54818">
                  <c:v>0</c:v>
                </c:pt>
                <c:pt idx="54819">
                  <c:v>0</c:v>
                </c:pt>
                <c:pt idx="54820">
                  <c:v>0</c:v>
                </c:pt>
                <c:pt idx="54821">
                  <c:v>0</c:v>
                </c:pt>
                <c:pt idx="54822">
                  <c:v>0</c:v>
                </c:pt>
                <c:pt idx="54823">
                  <c:v>0</c:v>
                </c:pt>
                <c:pt idx="54824">
                  <c:v>0</c:v>
                </c:pt>
                <c:pt idx="54825">
                  <c:v>0</c:v>
                </c:pt>
                <c:pt idx="54826">
                  <c:v>0</c:v>
                </c:pt>
                <c:pt idx="54827">
                  <c:v>0</c:v>
                </c:pt>
                <c:pt idx="54828">
                  <c:v>0</c:v>
                </c:pt>
                <c:pt idx="54829">
                  <c:v>0</c:v>
                </c:pt>
                <c:pt idx="54830">
                  <c:v>0</c:v>
                </c:pt>
                <c:pt idx="54831">
                  <c:v>0</c:v>
                </c:pt>
                <c:pt idx="54832">
                  <c:v>0</c:v>
                </c:pt>
                <c:pt idx="54833">
                  <c:v>0</c:v>
                </c:pt>
                <c:pt idx="54834">
                  <c:v>0</c:v>
                </c:pt>
                <c:pt idx="54835">
                  <c:v>0</c:v>
                </c:pt>
                <c:pt idx="54836">
                  <c:v>0</c:v>
                </c:pt>
                <c:pt idx="54837">
                  <c:v>0</c:v>
                </c:pt>
                <c:pt idx="54838">
                  <c:v>0</c:v>
                </c:pt>
                <c:pt idx="54839">
                  <c:v>0</c:v>
                </c:pt>
                <c:pt idx="54840">
                  <c:v>0</c:v>
                </c:pt>
                <c:pt idx="54841">
                  <c:v>0</c:v>
                </c:pt>
                <c:pt idx="54842">
                  <c:v>0</c:v>
                </c:pt>
                <c:pt idx="54843">
                  <c:v>0</c:v>
                </c:pt>
                <c:pt idx="54844">
                  <c:v>0</c:v>
                </c:pt>
                <c:pt idx="54845">
                  <c:v>0</c:v>
                </c:pt>
                <c:pt idx="54846">
                  <c:v>0</c:v>
                </c:pt>
                <c:pt idx="54847">
                  <c:v>0</c:v>
                </c:pt>
                <c:pt idx="54848">
                  <c:v>0</c:v>
                </c:pt>
                <c:pt idx="54849">
                  <c:v>0</c:v>
                </c:pt>
                <c:pt idx="54850">
                  <c:v>0</c:v>
                </c:pt>
                <c:pt idx="54851">
                  <c:v>0</c:v>
                </c:pt>
                <c:pt idx="54852">
                  <c:v>0</c:v>
                </c:pt>
                <c:pt idx="54853">
                  <c:v>0</c:v>
                </c:pt>
                <c:pt idx="54854">
                  <c:v>0</c:v>
                </c:pt>
                <c:pt idx="54855">
                  <c:v>0</c:v>
                </c:pt>
                <c:pt idx="54856">
                  <c:v>0</c:v>
                </c:pt>
                <c:pt idx="54857">
                  <c:v>0</c:v>
                </c:pt>
                <c:pt idx="54858">
                  <c:v>0</c:v>
                </c:pt>
                <c:pt idx="54859">
                  <c:v>0</c:v>
                </c:pt>
                <c:pt idx="54860">
                  <c:v>0</c:v>
                </c:pt>
                <c:pt idx="54861">
                  <c:v>0</c:v>
                </c:pt>
                <c:pt idx="54862">
                  <c:v>0</c:v>
                </c:pt>
                <c:pt idx="54863">
                  <c:v>0</c:v>
                </c:pt>
                <c:pt idx="54864">
                  <c:v>0</c:v>
                </c:pt>
                <c:pt idx="54865">
                  <c:v>0</c:v>
                </c:pt>
                <c:pt idx="54866">
                  <c:v>0</c:v>
                </c:pt>
                <c:pt idx="54867">
                  <c:v>0</c:v>
                </c:pt>
                <c:pt idx="54868">
                  <c:v>0</c:v>
                </c:pt>
                <c:pt idx="54869">
                  <c:v>0</c:v>
                </c:pt>
                <c:pt idx="54870">
                  <c:v>0</c:v>
                </c:pt>
                <c:pt idx="54871">
                  <c:v>0</c:v>
                </c:pt>
                <c:pt idx="54872">
                  <c:v>0</c:v>
                </c:pt>
                <c:pt idx="54873">
                  <c:v>0</c:v>
                </c:pt>
                <c:pt idx="54874">
                  <c:v>0</c:v>
                </c:pt>
                <c:pt idx="54875">
                  <c:v>0</c:v>
                </c:pt>
                <c:pt idx="54876">
                  <c:v>0</c:v>
                </c:pt>
                <c:pt idx="54877">
                  <c:v>0</c:v>
                </c:pt>
                <c:pt idx="54878">
                  <c:v>0</c:v>
                </c:pt>
                <c:pt idx="54879">
                  <c:v>0</c:v>
                </c:pt>
                <c:pt idx="54880">
                  <c:v>0</c:v>
                </c:pt>
                <c:pt idx="54881">
                  <c:v>0</c:v>
                </c:pt>
                <c:pt idx="54882">
                  <c:v>0</c:v>
                </c:pt>
                <c:pt idx="54883">
                  <c:v>0</c:v>
                </c:pt>
                <c:pt idx="54884">
                  <c:v>0</c:v>
                </c:pt>
                <c:pt idx="54885">
                  <c:v>0</c:v>
                </c:pt>
                <c:pt idx="54886">
                  <c:v>0</c:v>
                </c:pt>
                <c:pt idx="54887">
                  <c:v>0</c:v>
                </c:pt>
                <c:pt idx="54888">
                  <c:v>0</c:v>
                </c:pt>
                <c:pt idx="54889">
                  <c:v>0</c:v>
                </c:pt>
                <c:pt idx="54890">
                  <c:v>0</c:v>
                </c:pt>
                <c:pt idx="54891">
                  <c:v>0</c:v>
                </c:pt>
                <c:pt idx="54892">
                  <c:v>0</c:v>
                </c:pt>
                <c:pt idx="54893">
                  <c:v>0</c:v>
                </c:pt>
                <c:pt idx="54894">
                  <c:v>0</c:v>
                </c:pt>
                <c:pt idx="54895">
                  <c:v>0</c:v>
                </c:pt>
                <c:pt idx="54896">
                  <c:v>0</c:v>
                </c:pt>
                <c:pt idx="54897">
                  <c:v>0</c:v>
                </c:pt>
                <c:pt idx="54898">
                  <c:v>0</c:v>
                </c:pt>
                <c:pt idx="54899">
                  <c:v>0</c:v>
                </c:pt>
                <c:pt idx="54900">
                  <c:v>0</c:v>
                </c:pt>
                <c:pt idx="54901">
                  <c:v>0</c:v>
                </c:pt>
                <c:pt idx="54902">
                  <c:v>0</c:v>
                </c:pt>
                <c:pt idx="54903">
                  <c:v>0</c:v>
                </c:pt>
                <c:pt idx="54904">
                  <c:v>0</c:v>
                </c:pt>
                <c:pt idx="54905">
                  <c:v>0</c:v>
                </c:pt>
                <c:pt idx="54906">
                  <c:v>0</c:v>
                </c:pt>
                <c:pt idx="54907">
                  <c:v>0</c:v>
                </c:pt>
                <c:pt idx="54908">
                  <c:v>0</c:v>
                </c:pt>
                <c:pt idx="54909">
                  <c:v>0</c:v>
                </c:pt>
                <c:pt idx="54910">
                  <c:v>0</c:v>
                </c:pt>
                <c:pt idx="54911">
                  <c:v>0</c:v>
                </c:pt>
                <c:pt idx="54912">
                  <c:v>0</c:v>
                </c:pt>
                <c:pt idx="54913">
                  <c:v>0</c:v>
                </c:pt>
                <c:pt idx="54914">
                  <c:v>0</c:v>
                </c:pt>
                <c:pt idx="54915">
                  <c:v>0</c:v>
                </c:pt>
                <c:pt idx="54916">
                  <c:v>0</c:v>
                </c:pt>
                <c:pt idx="54917">
                  <c:v>0</c:v>
                </c:pt>
                <c:pt idx="54918">
                  <c:v>0</c:v>
                </c:pt>
                <c:pt idx="54919">
                  <c:v>0</c:v>
                </c:pt>
                <c:pt idx="54920">
                  <c:v>0</c:v>
                </c:pt>
                <c:pt idx="54921">
                  <c:v>0</c:v>
                </c:pt>
                <c:pt idx="54922">
                  <c:v>0</c:v>
                </c:pt>
                <c:pt idx="54923">
                  <c:v>0</c:v>
                </c:pt>
                <c:pt idx="54924">
                  <c:v>0</c:v>
                </c:pt>
                <c:pt idx="54925">
                  <c:v>0</c:v>
                </c:pt>
                <c:pt idx="54926">
                  <c:v>0</c:v>
                </c:pt>
                <c:pt idx="54927">
                  <c:v>0</c:v>
                </c:pt>
                <c:pt idx="54928">
                  <c:v>0</c:v>
                </c:pt>
                <c:pt idx="54929">
                  <c:v>0</c:v>
                </c:pt>
                <c:pt idx="54930">
                  <c:v>0</c:v>
                </c:pt>
                <c:pt idx="54931">
                  <c:v>0</c:v>
                </c:pt>
                <c:pt idx="54932">
                  <c:v>0</c:v>
                </c:pt>
                <c:pt idx="54933">
                  <c:v>0</c:v>
                </c:pt>
                <c:pt idx="54934">
                  <c:v>0</c:v>
                </c:pt>
                <c:pt idx="54935">
                  <c:v>0</c:v>
                </c:pt>
                <c:pt idx="54936">
                  <c:v>0</c:v>
                </c:pt>
                <c:pt idx="54937">
                  <c:v>0</c:v>
                </c:pt>
                <c:pt idx="54938">
                  <c:v>0</c:v>
                </c:pt>
                <c:pt idx="54939">
                  <c:v>0</c:v>
                </c:pt>
                <c:pt idx="54940">
                  <c:v>0</c:v>
                </c:pt>
                <c:pt idx="54941">
                  <c:v>0</c:v>
                </c:pt>
                <c:pt idx="54942">
                  <c:v>0</c:v>
                </c:pt>
                <c:pt idx="54943">
                  <c:v>0</c:v>
                </c:pt>
                <c:pt idx="54944">
                  <c:v>0</c:v>
                </c:pt>
                <c:pt idx="54945">
                  <c:v>0</c:v>
                </c:pt>
                <c:pt idx="54946">
                  <c:v>0</c:v>
                </c:pt>
                <c:pt idx="54947">
                  <c:v>0</c:v>
                </c:pt>
                <c:pt idx="54948">
                  <c:v>0</c:v>
                </c:pt>
                <c:pt idx="54949">
                  <c:v>0</c:v>
                </c:pt>
                <c:pt idx="54950">
                  <c:v>0</c:v>
                </c:pt>
                <c:pt idx="54951">
                  <c:v>0</c:v>
                </c:pt>
                <c:pt idx="54952">
                  <c:v>0</c:v>
                </c:pt>
                <c:pt idx="54953">
                  <c:v>0</c:v>
                </c:pt>
                <c:pt idx="54954">
                  <c:v>0</c:v>
                </c:pt>
                <c:pt idx="54955">
                  <c:v>0</c:v>
                </c:pt>
                <c:pt idx="54956">
                  <c:v>0</c:v>
                </c:pt>
                <c:pt idx="54957">
                  <c:v>0</c:v>
                </c:pt>
                <c:pt idx="54958">
                  <c:v>0</c:v>
                </c:pt>
                <c:pt idx="54959">
                  <c:v>0</c:v>
                </c:pt>
                <c:pt idx="54960">
                  <c:v>0</c:v>
                </c:pt>
                <c:pt idx="54961">
                  <c:v>0</c:v>
                </c:pt>
                <c:pt idx="54962">
                  <c:v>0</c:v>
                </c:pt>
                <c:pt idx="54963">
                  <c:v>0</c:v>
                </c:pt>
                <c:pt idx="54964">
                  <c:v>0</c:v>
                </c:pt>
                <c:pt idx="54965">
                  <c:v>0</c:v>
                </c:pt>
                <c:pt idx="54966">
                  <c:v>0</c:v>
                </c:pt>
                <c:pt idx="54967">
                  <c:v>0</c:v>
                </c:pt>
                <c:pt idx="54968">
                  <c:v>0</c:v>
                </c:pt>
                <c:pt idx="54969">
                  <c:v>0</c:v>
                </c:pt>
                <c:pt idx="54970">
                  <c:v>0</c:v>
                </c:pt>
                <c:pt idx="54971">
                  <c:v>0</c:v>
                </c:pt>
                <c:pt idx="54972">
                  <c:v>0</c:v>
                </c:pt>
                <c:pt idx="54973">
                  <c:v>0</c:v>
                </c:pt>
                <c:pt idx="54974">
                  <c:v>0</c:v>
                </c:pt>
                <c:pt idx="54975">
                  <c:v>0</c:v>
                </c:pt>
                <c:pt idx="54976">
                  <c:v>0</c:v>
                </c:pt>
                <c:pt idx="54977">
                  <c:v>0</c:v>
                </c:pt>
                <c:pt idx="54978">
                  <c:v>0</c:v>
                </c:pt>
                <c:pt idx="54979">
                  <c:v>0</c:v>
                </c:pt>
                <c:pt idx="54980">
                  <c:v>0</c:v>
                </c:pt>
                <c:pt idx="54981">
                  <c:v>0</c:v>
                </c:pt>
                <c:pt idx="54982">
                  <c:v>0</c:v>
                </c:pt>
                <c:pt idx="54983">
                  <c:v>0</c:v>
                </c:pt>
                <c:pt idx="54984">
                  <c:v>0</c:v>
                </c:pt>
                <c:pt idx="54985">
                  <c:v>0</c:v>
                </c:pt>
                <c:pt idx="54986">
                  <c:v>0</c:v>
                </c:pt>
                <c:pt idx="54987">
                  <c:v>0</c:v>
                </c:pt>
                <c:pt idx="54988">
                  <c:v>0</c:v>
                </c:pt>
                <c:pt idx="54989">
                  <c:v>0</c:v>
                </c:pt>
                <c:pt idx="54990">
                  <c:v>0</c:v>
                </c:pt>
                <c:pt idx="54991">
                  <c:v>0</c:v>
                </c:pt>
                <c:pt idx="54992">
                  <c:v>0</c:v>
                </c:pt>
                <c:pt idx="54993">
                  <c:v>0</c:v>
                </c:pt>
                <c:pt idx="54994">
                  <c:v>0</c:v>
                </c:pt>
                <c:pt idx="54995">
                  <c:v>0</c:v>
                </c:pt>
                <c:pt idx="54996">
                  <c:v>0</c:v>
                </c:pt>
                <c:pt idx="54997">
                  <c:v>0</c:v>
                </c:pt>
                <c:pt idx="54998">
                  <c:v>0</c:v>
                </c:pt>
                <c:pt idx="54999">
                  <c:v>0</c:v>
                </c:pt>
                <c:pt idx="55000">
                  <c:v>0</c:v>
                </c:pt>
                <c:pt idx="55001">
                  <c:v>0</c:v>
                </c:pt>
                <c:pt idx="55002">
                  <c:v>0</c:v>
                </c:pt>
                <c:pt idx="55003">
                  <c:v>0</c:v>
                </c:pt>
                <c:pt idx="55004">
                  <c:v>0</c:v>
                </c:pt>
                <c:pt idx="55005">
                  <c:v>0</c:v>
                </c:pt>
                <c:pt idx="55006">
                  <c:v>0</c:v>
                </c:pt>
                <c:pt idx="55007">
                  <c:v>0</c:v>
                </c:pt>
                <c:pt idx="55008">
                  <c:v>0</c:v>
                </c:pt>
                <c:pt idx="55009">
                  <c:v>0</c:v>
                </c:pt>
                <c:pt idx="55010">
                  <c:v>0</c:v>
                </c:pt>
                <c:pt idx="55011">
                  <c:v>0</c:v>
                </c:pt>
                <c:pt idx="55012">
                  <c:v>0</c:v>
                </c:pt>
                <c:pt idx="55013">
                  <c:v>0</c:v>
                </c:pt>
                <c:pt idx="55014">
                  <c:v>0</c:v>
                </c:pt>
                <c:pt idx="55015">
                  <c:v>0</c:v>
                </c:pt>
                <c:pt idx="55016">
                  <c:v>0</c:v>
                </c:pt>
                <c:pt idx="55017">
                  <c:v>0</c:v>
                </c:pt>
                <c:pt idx="55018">
                  <c:v>0</c:v>
                </c:pt>
                <c:pt idx="55019">
                  <c:v>0</c:v>
                </c:pt>
                <c:pt idx="55020">
                  <c:v>0</c:v>
                </c:pt>
                <c:pt idx="55021">
                  <c:v>0</c:v>
                </c:pt>
                <c:pt idx="55022">
                  <c:v>0</c:v>
                </c:pt>
                <c:pt idx="55023">
                  <c:v>0</c:v>
                </c:pt>
                <c:pt idx="55024">
                  <c:v>0</c:v>
                </c:pt>
                <c:pt idx="55025">
                  <c:v>0</c:v>
                </c:pt>
                <c:pt idx="55026">
                  <c:v>0</c:v>
                </c:pt>
                <c:pt idx="55027">
                  <c:v>0</c:v>
                </c:pt>
                <c:pt idx="55028">
                  <c:v>0</c:v>
                </c:pt>
                <c:pt idx="55029">
                  <c:v>0</c:v>
                </c:pt>
                <c:pt idx="55030">
                  <c:v>0</c:v>
                </c:pt>
                <c:pt idx="55031">
                  <c:v>0</c:v>
                </c:pt>
                <c:pt idx="55032">
                  <c:v>0</c:v>
                </c:pt>
                <c:pt idx="55033">
                  <c:v>0</c:v>
                </c:pt>
                <c:pt idx="55034">
                  <c:v>0</c:v>
                </c:pt>
                <c:pt idx="55035">
                  <c:v>0</c:v>
                </c:pt>
                <c:pt idx="55036">
                  <c:v>0</c:v>
                </c:pt>
                <c:pt idx="55037">
                  <c:v>0</c:v>
                </c:pt>
                <c:pt idx="55038">
                  <c:v>0</c:v>
                </c:pt>
                <c:pt idx="55039">
                  <c:v>0</c:v>
                </c:pt>
                <c:pt idx="55040">
                  <c:v>0</c:v>
                </c:pt>
                <c:pt idx="55041">
                  <c:v>0</c:v>
                </c:pt>
                <c:pt idx="55042">
                  <c:v>0</c:v>
                </c:pt>
                <c:pt idx="55043">
                  <c:v>0</c:v>
                </c:pt>
                <c:pt idx="55044">
                  <c:v>0</c:v>
                </c:pt>
                <c:pt idx="55045">
                  <c:v>0</c:v>
                </c:pt>
                <c:pt idx="55046">
                  <c:v>0</c:v>
                </c:pt>
                <c:pt idx="55047">
                  <c:v>0</c:v>
                </c:pt>
                <c:pt idx="55048">
                  <c:v>0</c:v>
                </c:pt>
                <c:pt idx="55049">
                  <c:v>0</c:v>
                </c:pt>
                <c:pt idx="55050">
                  <c:v>0</c:v>
                </c:pt>
                <c:pt idx="55051">
                  <c:v>0</c:v>
                </c:pt>
                <c:pt idx="55052">
                  <c:v>0</c:v>
                </c:pt>
                <c:pt idx="55053">
                  <c:v>0</c:v>
                </c:pt>
                <c:pt idx="55054">
                  <c:v>0</c:v>
                </c:pt>
                <c:pt idx="55055">
                  <c:v>0</c:v>
                </c:pt>
                <c:pt idx="55056">
                  <c:v>0</c:v>
                </c:pt>
                <c:pt idx="55057">
                  <c:v>0</c:v>
                </c:pt>
                <c:pt idx="55058">
                  <c:v>0</c:v>
                </c:pt>
                <c:pt idx="55059">
                  <c:v>0</c:v>
                </c:pt>
                <c:pt idx="55060">
                  <c:v>0</c:v>
                </c:pt>
                <c:pt idx="55061">
                  <c:v>0</c:v>
                </c:pt>
                <c:pt idx="55062">
                  <c:v>0</c:v>
                </c:pt>
                <c:pt idx="55063">
                  <c:v>0</c:v>
                </c:pt>
                <c:pt idx="55064">
                  <c:v>0</c:v>
                </c:pt>
                <c:pt idx="55065">
                  <c:v>0</c:v>
                </c:pt>
                <c:pt idx="55066">
                  <c:v>0</c:v>
                </c:pt>
                <c:pt idx="55067">
                  <c:v>0</c:v>
                </c:pt>
                <c:pt idx="55068">
                  <c:v>0</c:v>
                </c:pt>
                <c:pt idx="55069">
                  <c:v>0</c:v>
                </c:pt>
                <c:pt idx="55070">
                  <c:v>0</c:v>
                </c:pt>
                <c:pt idx="55071">
                  <c:v>0</c:v>
                </c:pt>
                <c:pt idx="55072">
                  <c:v>0</c:v>
                </c:pt>
                <c:pt idx="55073">
                  <c:v>0</c:v>
                </c:pt>
                <c:pt idx="55074">
                  <c:v>0</c:v>
                </c:pt>
                <c:pt idx="55075">
                  <c:v>0</c:v>
                </c:pt>
                <c:pt idx="55076">
                  <c:v>0</c:v>
                </c:pt>
                <c:pt idx="55077">
                  <c:v>0</c:v>
                </c:pt>
                <c:pt idx="55078">
                  <c:v>0</c:v>
                </c:pt>
                <c:pt idx="55079">
                  <c:v>0</c:v>
                </c:pt>
                <c:pt idx="55080">
                  <c:v>0</c:v>
                </c:pt>
                <c:pt idx="55081">
                  <c:v>0</c:v>
                </c:pt>
                <c:pt idx="55082">
                  <c:v>0</c:v>
                </c:pt>
                <c:pt idx="55083">
                  <c:v>0</c:v>
                </c:pt>
                <c:pt idx="55084">
                  <c:v>0</c:v>
                </c:pt>
                <c:pt idx="55085">
                  <c:v>0</c:v>
                </c:pt>
                <c:pt idx="55086">
                  <c:v>0</c:v>
                </c:pt>
                <c:pt idx="55087">
                  <c:v>0</c:v>
                </c:pt>
                <c:pt idx="55088">
                  <c:v>0</c:v>
                </c:pt>
                <c:pt idx="55089">
                  <c:v>0</c:v>
                </c:pt>
                <c:pt idx="55090">
                  <c:v>0</c:v>
                </c:pt>
                <c:pt idx="55091">
                  <c:v>0</c:v>
                </c:pt>
                <c:pt idx="55092">
                  <c:v>0</c:v>
                </c:pt>
                <c:pt idx="55093">
                  <c:v>0</c:v>
                </c:pt>
                <c:pt idx="55094">
                  <c:v>0</c:v>
                </c:pt>
                <c:pt idx="55095">
                  <c:v>0</c:v>
                </c:pt>
                <c:pt idx="55096">
                  <c:v>0</c:v>
                </c:pt>
                <c:pt idx="55097">
                  <c:v>0</c:v>
                </c:pt>
                <c:pt idx="55098">
                  <c:v>0</c:v>
                </c:pt>
                <c:pt idx="55099">
                  <c:v>0</c:v>
                </c:pt>
                <c:pt idx="55100">
                  <c:v>0</c:v>
                </c:pt>
                <c:pt idx="55101">
                  <c:v>0</c:v>
                </c:pt>
                <c:pt idx="55102">
                  <c:v>0</c:v>
                </c:pt>
                <c:pt idx="55103">
                  <c:v>0</c:v>
                </c:pt>
                <c:pt idx="55104">
                  <c:v>0</c:v>
                </c:pt>
                <c:pt idx="55105">
                  <c:v>0</c:v>
                </c:pt>
                <c:pt idx="55106">
                  <c:v>0</c:v>
                </c:pt>
                <c:pt idx="55107">
                  <c:v>0</c:v>
                </c:pt>
                <c:pt idx="55108">
                  <c:v>0</c:v>
                </c:pt>
                <c:pt idx="55109">
                  <c:v>0</c:v>
                </c:pt>
                <c:pt idx="55110">
                  <c:v>0</c:v>
                </c:pt>
                <c:pt idx="55111">
                  <c:v>0</c:v>
                </c:pt>
                <c:pt idx="55112">
                  <c:v>0</c:v>
                </c:pt>
                <c:pt idx="55113">
                  <c:v>0</c:v>
                </c:pt>
                <c:pt idx="55114">
                  <c:v>0</c:v>
                </c:pt>
                <c:pt idx="55115">
                  <c:v>0</c:v>
                </c:pt>
                <c:pt idx="55116">
                  <c:v>0</c:v>
                </c:pt>
                <c:pt idx="55117">
                  <c:v>0</c:v>
                </c:pt>
                <c:pt idx="55118">
                  <c:v>0</c:v>
                </c:pt>
                <c:pt idx="55119">
                  <c:v>0</c:v>
                </c:pt>
                <c:pt idx="55120">
                  <c:v>0</c:v>
                </c:pt>
                <c:pt idx="55121">
                  <c:v>0</c:v>
                </c:pt>
                <c:pt idx="55122">
                  <c:v>0</c:v>
                </c:pt>
                <c:pt idx="55123">
                  <c:v>0</c:v>
                </c:pt>
                <c:pt idx="55124">
                  <c:v>0</c:v>
                </c:pt>
                <c:pt idx="55125">
                  <c:v>0</c:v>
                </c:pt>
                <c:pt idx="55126">
                  <c:v>0</c:v>
                </c:pt>
                <c:pt idx="55127">
                  <c:v>0</c:v>
                </c:pt>
                <c:pt idx="55128">
                  <c:v>0</c:v>
                </c:pt>
                <c:pt idx="55129">
                  <c:v>0</c:v>
                </c:pt>
                <c:pt idx="55130">
                  <c:v>0</c:v>
                </c:pt>
                <c:pt idx="55131">
                  <c:v>0</c:v>
                </c:pt>
                <c:pt idx="55132">
                  <c:v>0</c:v>
                </c:pt>
                <c:pt idx="55133">
                  <c:v>0</c:v>
                </c:pt>
                <c:pt idx="55134">
                  <c:v>0</c:v>
                </c:pt>
                <c:pt idx="55135">
                  <c:v>0</c:v>
                </c:pt>
                <c:pt idx="55136">
                  <c:v>0</c:v>
                </c:pt>
                <c:pt idx="55137">
                  <c:v>0</c:v>
                </c:pt>
                <c:pt idx="55138">
                  <c:v>0</c:v>
                </c:pt>
                <c:pt idx="55139">
                  <c:v>0</c:v>
                </c:pt>
                <c:pt idx="55140">
                  <c:v>0</c:v>
                </c:pt>
                <c:pt idx="55141">
                  <c:v>0</c:v>
                </c:pt>
                <c:pt idx="55142">
                  <c:v>0</c:v>
                </c:pt>
                <c:pt idx="55143">
                  <c:v>0</c:v>
                </c:pt>
                <c:pt idx="55144">
                  <c:v>0</c:v>
                </c:pt>
                <c:pt idx="55145">
                  <c:v>0</c:v>
                </c:pt>
                <c:pt idx="55146">
                  <c:v>0</c:v>
                </c:pt>
                <c:pt idx="55147">
                  <c:v>0</c:v>
                </c:pt>
                <c:pt idx="55148">
                  <c:v>0</c:v>
                </c:pt>
                <c:pt idx="55149">
                  <c:v>0</c:v>
                </c:pt>
                <c:pt idx="55150">
                  <c:v>0</c:v>
                </c:pt>
                <c:pt idx="55151">
                  <c:v>0</c:v>
                </c:pt>
                <c:pt idx="55152">
                  <c:v>0</c:v>
                </c:pt>
                <c:pt idx="55153">
                  <c:v>0</c:v>
                </c:pt>
                <c:pt idx="55154">
                  <c:v>0</c:v>
                </c:pt>
                <c:pt idx="55155">
                  <c:v>0</c:v>
                </c:pt>
                <c:pt idx="55156">
                  <c:v>0</c:v>
                </c:pt>
                <c:pt idx="55157">
                  <c:v>0</c:v>
                </c:pt>
                <c:pt idx="55158">
                  <c:v>0</c:v>
                </c:pt>
                <c:pt idx="55159">
                  <c:v>0</c:v>
                </c:pt>
                <c:pt idx="55160">
                  <c:v>0</c:v>
                </c:pt>
                <c:pt idx="55161">
                  <c:v>0</c:v>
                </c:pt>
                <c:pt idx="55162">
                  <c:v>0</c:v>
                </c:pt>
                <c:pt idx="55163">
                  <c:v>0</c:v>
                </c:pt>
                <c:pt idx="55164">
                  <c:v>0</c:v>
                </c:pt>
                <c:pt idx="55165">
                  <c:v>0</c:v>
                </c:pt>
                <c:pt idx="55166">
                  <c:v>0</c:v>
                </c:pt>
                <c:pt idx="55167">
                  <c:v>0</c:v>
                </c:pt>
                <c:pt idx="55168">
                  <c:v>0</c:v>
                </c:pt>
                <c:pt idx="55169">
                  <c:v>0</c:v>
                </c:pt>
                <c:pt idx="55170">
                  <c:v>0</c:v>
                </c:pt>
                <c:pt idx="55171">
                  <c:v>0</c:v>
                </c:pt>
                <c:pt idx="55172">
                  <c:v>0</c:v>
                </c:pt>
                <c:pt idx="55173">
                  <c:v>0</c:v>
                </c:pt>
                <c:pt idx="55174">
                  <c:v>0</c:v>
                </c:pt>
                <c:pt idx="55175">
                  <c:v>0</c:v>
                </c:pt>
                <c:pt idx="55176">
                  <c:v>0</c:v>
                </c:pt>
                <c:pt idx="55177">
                  <c:v>0</c:v>
                </c:pt>
                <c:pt idx="55178">
                  <c:v>0</c:v>
                </c:pt>
                <c:pt idx="55179">
                  <c:v>0</c:v>
                </c:pt>
                <c:pt idx="55180">
                  <c:v>0</c:v>
                </c:pt>
                <c:pt idx="55181">
                  <c:v>0</c:v>
                </c:pt>
                <c:pt idx="55182">
                  <c:v>0</c:v>
                </c:pt>
                <c:pt idx="55183">
                  <c:v>0</c:v>
                </c:pt>
                <c:pt idx="55184">
                  <c:v>0</c:v>
                </c:pt>
                <c:pt idx="55185">
                  <c:v>0</c:v>
                </c:pt>
                <c:pt idx="55186">
                  <c:v>0</c:v>
                </c:pt>
                <c:pt idx="55187">
                  <c:v>0</c:v>
                </c:pt>
                <c:pt idx="55188">
                  <c:v>0</c:v>
                </c:pt>
                <c:pt idx="55189">
                  <c:v>0</c:v>
                </c:pt>
                <c:pt idx="55190">
                  <c:v>0</c:v>
                </c:pt>
                <c:pt idx="55191">
                  <c:v>0</c:v>
                </c:pt>
                <c:pt idx="55192">
                  <c:v>0</c:v>
                </c:pt>
                <c:pt idx="55193">
                  <c:v>0</c:v>
                </c:pt>
                <c:pt idx="55194">
                  <c:v>0</c:v>
                </c:pt>
                <c:pt idx="55195">
                  <c:v>0</c:v>
                </c:pt>
                <c:pt idx="55196">
                  <c:v>0</c:v>
                </c:pt>
                <c:pt idx="55197">
                  <c:v>0</c:v>
                </c:pt>
                <c:pt idx="55198">
                  <c:v>0</c:v>
                </c:pt>
                <c:pt idx="55199">
                  <c:v>0</c:v>
                </c:pt>
                <c:pt idx="55200">
                  <c:v>0</c:v>
                </c:pt>
                <c:pt idx="55201">
                  <c:v>0</c:v>
                </c:pt>
                <c:pt idx="55202">
                  <c:v>0</c:v>
                </c:pt>
                <c:pt idx="55203">
                  <c:v>0</c:v>
                </c:pt>
                <c:pt idx="55204">
                  <c:v>0</c:v>
                </c:pt>
                <c:pt idx="55205">
                  <c:v>0</c:v>
                </c:pt>
                <c:pt idx="55206">
                  <c:v>0</c:v>
                </c:pt>
                <c:pt idx="55207">
                  <c:v>0</c:v>
                </c:pt>
                <c:pt idx="55208">
                  <c:v>0</c:v>
                </c:pt>
                <c:pt idx="55209">
                  <c:v>0</c:v>
                </c:pt>
                <c:pt idx="55210">
                  <c:v>0</c:v>
                </c:pt>
                <c:pt idx="55211">
                  <c:v>0</c:v>
                </c:pt>
                <c:pt idx="55212">
                  <c:v>0</c:v>
                </c:pt>
                <c:pt idx="55213">
                  <c:v>0</c:v>
                </c:pt>
                <c:pt idx="55214">
                  <c:v>0</c:v>
                </c:pt>
                <c:pt idx="55215">
                  <c:v>0</c:v>
                </c:pt>
                <c:pt idx="55216">
                  <c:v>0</c:v>
                </c:pt>
                <c:pt idx="55217">
                  <c:v>0</c:v>
                </c:pt>
                <c:pt idx="55218">
                  <c:v>0</c:v>
                </c:pt>
                <c:pt idx="55219">
                  <c:v>0</c:v>
                </c:pt>
                <c:pt idx="55220">
                  <c:v>0</c:v>
                </c:pt>
                <c:pt idx="55221">
                  <c:v>0</c:v>
                </c:pt>
                <c:pt idx="55222">
                  <c:v>0</c:v>
                </c:pt>
                <c:pt idx="55223">
                  <c:v>0</c:v>
                </c:pt>
                <c:pt idx="55224">
                  <c:v>0</c:v>
                </c:pt>
                <c:pt idx="55225">
                  <c:v>0</c:v>
                </c:pt>
                <c:pt idx="55226">
                  <c:v>0</c:v>
                </c:pt>
                <c:pt idx="55227">
                  <c:v>0</c:v>
                </c:pt>
                <c:pt idx="55228">
                  <c:v>0</c:v>
                </c:pt>
                <c:pt idx="55229">
                  <c:v>0</c:v>
                </c:pt>
                <c:pt idx="55230">
                  <c:v>0</c:v>
                </c:pt>
                <c:pt idx="55231">
                  <c:v>0</c:v>
                </c:pt>
                <c:pt idx="55232">
                  <c:v>0</c:v>
                </c:pt>
                <c:pt idx="55233">
                  <c:v>0</c:v>
                </c:pt>
                <c:pt idx="55234">
                  <c:v>0</c:v>
                </c:pt>
                <c:pt idx="55235">
                  <c:v>0</c:v>
                </c:pt>
                <c:pt idx="55236">
                  <c:v>0</c:v>
                </c:pt>
                <c:pt idx="55237">
                  <c:v>0</c:v>
                </c:pt>
                <c:pt idx="55238">
                  <c:v>0</c:v>
                </c:pt>
                <c:pt idx="55239">
                  <c:v>0</c:v>
                </c:pt>
                <c:pt idx="55240">
                  <c:v>0</c:v>
                </c:pt>
                <c:pt idx="55241">
                  <c:v>0</c:v>
                </c:pt>
                <c:pt idx="55242">
                  <c:v>0</c:v>
                </c:pt>
                <c:pt idx="55243">
                  <c:v>0</c:v>
                </c:pt>
                <c:pt idx="55244">
                  <c:v>0</c:v>
                </c:pt>
                <c:pt idx="55245">
                  <c:v>0</c:v>
                </c:pt>
                <c:pt idx="55246">
                  <c:v>0</c:v>
                </c:pt>
                <c:pt idx="55247">
                  <c:v>0</c:v>
                </c:pt>
                <c:pt idx="55248">
                  <c:v>0</c:v>
                </c:pt>
                <c:pt idx="55249">
                  <c:v>0</c:v>
                </c:pt>
                <c:pt idx="55250">
                  <c:v>0</c:v>
                </c:pt>
                <c:pt idx="55251">
                  <c:v>0</c:v>
                </c:pt>
                <c:pt idx="55252">
                  <c:v>0</c:v>
                </c:pt>
                <c:pt idx="55253">
                  <c:v>0</c:v>
                </c:pt>
                <c:pt idx="55254">
                  <c:v>0</c:v>
                </c:pt>
                <c:pt idx="55255">
                  <c:v>0</c:v>
                </c:pt>
                <c:pt idx="55256">
                  <c:v>0</c:v>
                </c:pt>
                <c:pt idx="55257">
                  <c:v>0</c:v>
                </c:pt>
                <c:pt idx="55258">
                  <c:v>0</c:v>
                </c:pt>
                <c:pt idx="55259">
                  <c:v>0</c:v>
                </c:pt>
                <c:pt idx="55260">
                  <c:v>0</c:v>
                </c:pt>
                <c:pt idx="55261">
                  <c:v>0</c:v>
                </c:pt>
                <c:pt idx="55262">
                  <c:v>0</c:v>
                </c:pt>
                <c:pt idx="55263">
                  <c:v>0</c:v>
                </c:pt>
                <c:pt idx="55264">
                  <c:v>0</c:v>
                </c:pt>
                <c:pt idx="55265">
                  <c:v>0</c:v>
                </c:pt>
                <c:pt idx="55266">
                  <c:v>0</c:v>
                </c:pt>
                <c:pt idx="55267">
                  <c:v>0</c:v>
                </c:pt>
                <c:pt idx="55268">
                  <c:v>0</c:v>
                </c:pt>
                <c:pt idx="55269">
                  <c:v>0</c:v>
                </c:pt>
                <c:pt idx="55270">
                  <c:v>0</c:v>
                </c:pt>
                <c:pt idx="55271">
                  <c:v>0</c:v>
                </c:pt>
                <c:pt idx="55272">
                  <c:v>0</c:v>
                </c:pt>
                <c:pt idx="55273">
                  <c:v>0</c:v>
                </c:pt>
                <c:pt idx="55274">
                  <c:v>0</c:v>
                </c:pt>
                <c:pt idx="55275">
                  <c:v>0</c:v>
                </c:pt>
                <c:pt idx="55276">
                  <c:v>0</c:v>
                </c:pt>
                <c:pt idx="55277">
                  <c:v>0</c:v>
                </c:pt>
                <c:pt idx="55278">
                  <c:v>0</c:v>
                </c:pt>
                <c:pt idx="55279">
                  <c:v>0</c:v>
                </c:pt>
                <c:pt idx="55280">
                  <c:v>0</c:v>
                </c:pt>
                <c:pt idx="55281">
                  <c:v>0</c:v>
                </c:pt>
                <c:pt idx="55282">
                  <c:v>0</c:v>
                </c:pt>
                <c:pt idx="55283">
                  <c:v>0</c:v>
                </c:pt>
                <c:pt idx="55284">
                  <c:v>0</c:v>
                </c:pt>
                <c:pt idx="55285">
                  <c:v>0</c:v>
                </c:pt>
                <c:pt idx="55286">
                  <c:v>0</c:v>
                </c:pt>
                <c:pt idx="55287">
                  <c:v>0</c:v>
                </c:pt>
                <c:pt idx="55288">
                  <c:v>0</c:v>
                </c:pt>
                <c:pt idx="55289">
                  <c:v>0</c:v>
                </c:pt>
                <c:pt idx="55290">
                  <c:v>0</c:v>
                </c:pt>
                <c:pt idx="55291">
                  <c:v>0</c:v>
                </c:pt>
                <c:pt idx="55292">
                  <c:v>0</c:v>
                </c:pt>
                <c:pt idx="55293">
                  <c:v>0</c:v>
                </c:pt>
                <c:pt idx="55294">
                  <c:v>0</c:v>
                </c:pt>
                <c:pt idx="55295">
                  <c:v>0</c:v>
                </c:pt>
                <c:pt idx="55296">
                  <c:v>0</c:v>
                </c:pt>
                <c:pt idx="55297">
                  <c:v>0</c:v>
                </c:pt>
                <c:pt idx="55298">
                  <c:v>0</c:v>
                </c:pt>
                <c:pt idx="55299">
                  <c:v>0</c:v>
                </c:pt>
                <c:pt idx="55300">
                  <c:v>0</c:v>
                </c:pt>
                <c:pt idx="55301">
                  <c:v>0</c:v>
                </c:pt>
                <c:pt idx="55302">
                  <c:v>0</c:v>
                </c:pt>
                <c:pt idx="55303">
                  <c:v>0</c:v>
                </c:pt>
                <c:pt idx="55304">
                  <c:v>0</c:v>
                </c:pt>
                <c:pt idx="55305">
                  <c:v>0</c:v>
                </c:pt>
                <c:pt idx="55306">
                  <c:v>0</c:v>
                </c:pt>
                <c:pt idx="55307">
                  <c:v>0</c:v>
                </c:pt>
                <c:pt idx="55308">
                  <c:v>0</c:v>
                </c:pt>
                <c:pt idx="55309">
                  <c:v>0</c:v>
                </c:pt>
                <c:pt idx="55310">
                  <c:v>0</c:v>
                </c:pt>
                <c:pt idx="55311">
                  <c:v>0</c:v>
                </c:pt>
                <c:pt idx="55312">
                  <c:v>0</c:v>
                </c:pt>
                <c:pt idx="55313">
                  <c:v>0</c:v>
                </c:pt>
                <c:pt idx="55314">
                  <c:v>0</c:v>
                </c:pt>
                <c:pt idx="55315">
                  <c:v>0</c:v>
                </c:pt>
                <c:pt idx="55316">
                  <c:v>0</c:v>
                </c:pt>
                <c:pt idx="55317">
                  <c:v>0</c:v>
                </c:pt>
                <c:pt idx="55318">
                  <c:v>0</c:v>
                </c:pt>
                <c:pt idx="55319">
                  <c:v>0</c:v>
                </c:pt>
                <c:pt idx="55320">
                  <c:v>0</c:v>
                </c:pt>
                <c:pt idx="55321">
                  <c:v>0</c:v>
                </c:pt>
                <c:pt idx="55322">
                  <c:v>0</c:v>
                </c:pt>
                <c:pt idx="55323">
                  <c:v>0</c:v>
                </c:pt>
                <c:pt idx="55324">
                  <c:v>0</c:v>
                </c:pt>
                <c:pt idx="55325">
                  <c:v>0</c:v>
                </c:pt>
                <c:pt idx="55326">
                  <c:v>0</c:v>
                </c:pt>
                <c:pt idx="55327">
                  <c:v>0</c:v>
                </c:pt>
                <c:pt idx="55328">
                  <c:v>0</c:v>
                </c:pt>
                <c:pt idx="55329">
                  <c:v>0</c:v>
                </c:pt>
                <c:pt idx="55330">
                  <c:v>0</c:v>
                </c:pt>
                <c:pt idx="55331">
                  <c:v>0</c:v>
                </c:pt>
                <c:pt idx="55332">
                  <c:v>0</c:v>
                </c:pt>
                <c:pt idx="55333">
                  <c:v>0</c:v>
                </c:pt>
                <c:pt idx="55334">
                  <c:v>0</c:v>
                </c:pt>
                <c:pt idx="55335">
                  <c:v>0</c:v>
                </c:pt>
                <c:pt idx="55336">
                  <c:v>0</c:v>
                </c:pt>
                <c:pt idx="55337">
                  <c:v>0</c:v>
                </c:pt>
                <c:pt idx="55338">
                  <c:v>0</c:v>
                </c:pt>
                <c:pt idx="55339">
                  <c:v>0</c:v>
                </c:pt>
                <c:pt idx="55340">
                  <c:v>0</c:v>
                </c:pt>
                <c:pt idx="55341">
                  <c:v>0</c:v>
                </c:pt>
                <c:pt idx="55342">
                  <c:v>0</c:v>
                </c:pt>
                <c:pt idx="55343">
                  <c:v>0</c:v>
                </c:pt>
                <c:pt idx="55344">
                  <c:v>0</c:v>
                </c:pt>
                <c:pt idx="55345">
                  <c:v>0</c:v>
                </c:pt>
                <c:pt idx="55346">
                  <c:v>0</c:v>
                </c:pt>
                <c:pt idx="55347">
                  <c:v>0</c:v>
                </c:pt>
                <c:pt idx="55348">
                  <c:v>0</c:v>
                </c:pt>
                <c:pt idx="55349">
                  <c:v>0</c:v>
                </c:pt>
                <c:pt idx="55350">
                  <c:v>0</c:v>
                </c:pt>
                <c:pt idx="55351">
                  <c:v>0</c:v>
                </c:pt>
                <c:pt idx="55352">
                  <c:v>0</c:v>
                </c:pt>
                <c:pt idx="55353">
                  <c:v>0</c:v>
                </c:pt>
                <c:pt idx="55354">
                  <c:v>0</c:v>
                </c:pt>
                <c:pt idx="55355">
                  <c:v>0</c:v>
                </c:pt>
                <c:pt idx="55356">
                  <c:v>0</c:v>
                </c:pt>
                <c:pt idx="55357">
                  <c:v>0</c:v>
                </c:pt>
                <c:pt idx="55358">
                  <c:v>0</c:v>
                </c:pt>
                <c:pt idx="55359">
                  <c:v>0</c:v>
                </c:pt>
                <c:pt idx="55360">
                  <c:v>0</c:v>
                </c:pt>
                <c:pt idx="55361">
                  <c:v>0</c:v>
                </c:pt>
                <c:pt idx="55362">
                  <c:v>0</c:v>
                </c:pt>
                <c:pt idx="55363">
                  <c:v>0</c:v>
                </c:pt>
                <c:pt idx="55364">
                  <c:v>0</c:v>
                </c:pt>
                <c:pt idx="55365">
                  <c:v>0</c:v>
                </c:pt>
                <c:pt idx="55366">
                  <c:v>0</c:v>
                </c:pt>
                <c:pt idx="55367">
                  <c:v>0</c:v>
                </c:pt>
                <c:pt idx="55368">
                  <c:v>0</c:v>
                </c:pt>
                <c:pt idx="55369">
                  <c:v>0</c:v>
                </c:pt>
                <c:pt idx="55370">
                  <c:v>0</c:v>
                </c:pt>
                <c:pt idx="55371">
                  <c:v>0</c:v>
                </c:pt>
                <c:pt idx="55372">
                  <c:v>0</c:v>
                </c:pt>
                <c:pt idx="55373">
                  <c:v>0</c:v>
                </c:pt>
                <c:pt idx="55374">
                  <c:v>0</c:v>
                </c:pt>
                <c:pt idx="55375">
                  <c:v>0</c:v>
                </c:pt>
                <c:pt idx="55376">
                  <c:v>0</c:v>
                </c:pt>
                <c:pt idx="55377">
                  <c:v>0</c:v>
                </c:pt>
                <c:pt idx="55378">
                  <c:v>0</c:v>
                </c:pt>
                <c:pt idx="55379">
                  <c:v>0</c:v>
                </c:pt>
                <c:pt idx="55380">
                  <c:v>0</c:v>
                </c:pt>
                <c:pt idx="55381">
                  <c:v>0</c:v>
                </c:pt>
                <c:pt idx="55382">
                  <c:v>0</c:v>
                </c:pt>
                <c:pt idx="55383">
                  <c:v>0</c:v>
                </c:pt>
                <c:pt idx="55384">
                  <c:v>0</c:v>
                </c:pt>
                <c:pt idx="55385">
                  <c:v>0</c:v>
                </c:pt>
                <c:pt idx="55386">
                  <c:v>0</c:v>
                </c:pt>
                <c:pt idx="55387">
                  <c:v>0</c:v>
                </c:pt>
                <c:pt idx="55388">
                  <c:v>0</c:v>
                </c:pt>
                <c:pt idx="55389">
                  <c:v>0</c:v>
                </c:pt>
                <c:pt idx="55390">
                  <c:v>0</c:v>
                </c:pt>
                <c:pt idx="55391">
                  <c:v>0</c:v>
                </c:pt>
                <c:pt idx="55392">
                  <c:v>0</c:v>
                </c:pt>
                <c:pt idx="55393">
                  <c:v>0</c:v>
                </c:pt>
                <c:pt idx="55394">
                  <c:v>0</c:v>
                </c:pt>
                <c:pt idx="55395">
                  <c:v>0</c:v>
                </c:pt>
                <c:pt idx="55396">
                  <c:v>0</c:v>
                </c:pt>
                <c:pt idx="55397">
                  <c:v>0</c:v>
                </c:pt>
                <c:pt idx="55398">
                  <c:v>0</c:v>
                </c:pt>
                <c:pt idx="55399">
                  <c:v>0</c:v>
                </c:pt>
                <c:pt idx="55400">
                  <c:v>0</c:v>
                </c:pt>
                <c:pt idx="55401">
                  <c:v>0</c:v>
                </c:pt>
                <c:pt idx="55402">
                  <c:v>0</c:v>
                </c:pt>
                <c:pt idx="55403">
                  <c:v>0</c:v>
                </c:pt>
                <c:pt idx="55404">
                  <c:v>0</c:v>
                </c:pt>
                <c:pt idx="55405">
                  <c:v>0</c:v>
                </c:pt>
                <c:pt idx="55406">
                  <c:v>0</c:v>
                </c:pt>
                <c:pt idx="55407">
                  <c:v>0</c:v>
                </c:pt>
                <c:pt idx="55408">
                  <c:v>0</c:v>
                </c:pt>
                <c:pt idx="55409">
                  <c:v>0</c:v>
                </c:pt>
                <c:pt idx="55410">
                  <c:v>0</c:v>
                </c:pt>
                <c:pt idx="55411">
                  <c:v>0</c:v>
                </c:pt>
                <c:pt idx="55412">
                  <c:v>0</c:v>
                </c:pt>
                <c:pt idx="55413">
                  <c:v>0</c:v>
                </c:pt>
                <c:pt idx="55414">
                  <c:v>0</c:v>
                </c:pt>
                <c:pt idx="55415">
                  <c:v>0</c:v>
                </c:pt>
                <c:pt idx="55416">
                  <c:v>0</c:v>
                </c:pt>
                <c:pt idx="55417">
                  <c:v>0</c:v>
                </c:pt>
                <c:pt idx="55418">
                  <c:v>0</c:v>
                </c:pt>
                <c:pt idx="55419">
                  <c:v>0</c:v>
                </c:pt>
                <c:pt idx="55420">
                  <c:v>0</c:v>
                </c:pt>
                <c:pt idx="55421">
                  <c:v>0</c:v>
                </c:pt>
                <c:pt idx="55422">
                  <c:v>0</c:v>
                </c:pt>
                <c:pt idx="55423">
                  <c:v>0</c:v>
                </c:pt>
                <c:pt idx="55424">
                  <c:v>0</c:v>
                </c:pt>
                <c:pt idx="55425">
                  <c:v>0</c:v>
                </c:pt>
                <c:pt idx="55426">
                  <c:v>0</c:v>
                </c:pt>
                <c:pt idx="55427">
                  <c:v>0</c:v>
                </c:pt>
                <c:pt idx="55428">
                  <c:v>0</c:v>
                </c:pt>
                <c:pt idx="55429">
                  <c:v>0</c:v>
                </c:pt>
                <c:pt idx="55430">
                  <c:v>0</c:v>
                </c:pt>
                <c:pt idx="55431">
                  <c:v>0</c:v>
                </c:pt>
                <c:pt idx="55432">
                  <c:v>0</c:v>
                </c:pt>
                <c:pt idx="55433">
                  <c:v>0</c:v>
                </c:pt>
                <c:pt idx="55434">
                  <c:v>0</c:v>
                </c:pt>
                <c:pt idx="55435">
                  <c:v>0</c:v>
                </c:pt>
                <c:pt idx="55436">
                  <c:v>0</c:v>
                </c:pt>
                <c:pt idx="55437">
                  <c:v>0</c:v>
                </c:pt>
                <c:pt idx="55438">
                  <c:v>0</c:v>
                </c:pt>
                <c:pt idx="55439">
                  <c:v>0</c:v>
                </c:pt>
                <c:pt idx="55440">
                  <c:v>0</c:v>
                </c:pt>
                <c:pt idx="55441">
                  <c:v>0</c:v>
                </c:pt>
                <c:pt idx="55442">
                  <c:v>0</c:v>
                </c:pt>
                <c:pt idx="55443">
                  <c:v>0</c:v>
                </c:pt>
                <c:pt idx="55444">
                  <c:v>0</c:v>
                </c:pt>
                <c:pt idx="55445">
                  <c:v>0</c:v>
                </c:pt>
                <c:pt idx="55446">
                  <c:v>0</c:v>
                </c:pt>
                <c:pt idx="55447">
                  <c:v>0</c:v>
                </c:pt>
                <c:pt idx="55448">
                  <c:v>0</c:v>
                </c:pt>
                <c:pt idx="55449">
                  <c:v>0</c:v>
                </c:pt>
                <c:pt idx="55450">
                  <c:v>0</c:v>
                </c:pt>
                <c:pt idx="55451">
                  <c:v>0</c:v>
                </c:pt>
                <c:pt idx="55452">
                  <c:v>0</c:v>
                </c:pt>
                <c:pt idx="55453">
                  <c:v>0</c:v>
                </c:pt>
                <c:pt idx="55454">
                  <c:v>0</c:v>
                </c:pt>
                <c:pt idx="55455">
                  <c:v>0</c:v>
                </c:pt>
                <c:pt idx="55456">
                  <c:v>0</c:v>
                </c:pt>
                <c:pt idx="55457">
                  <c:v>0</c:v>
                </c:pt>
                <c:pt idx="55458">
                  <c:v>0</c:v>
                </c:pt>
                <c:pt idx="55459">
                  <c:v>0</c:v>
                </c:pt>
                <c:pt idx="55460">
                  <c:v>0</c:v>
                </c:pt>
                <c:pt idx="55461">
                  <c:v>0</c:v>
                </c:pt>
                <c:pt idx="55462">
                  <c:v>0</c:v>
                </c:pt>
                <c:pt idx="55463">
                  <c:v>0</c:v>
                </c:pt>
                <c:pt idx="55464">
                  <c:v>0</c:v>
                </c:pt>
                <c:pt idx="55465">
                  <c:v>0</c:v>
                </c:pt>
                <c:pt idx="55466">
                  <c:v>0</c:v>
                </c:pt>
                <c:pt idx="55467">
                  <c:v>0</c:v>
                </c:pt>
                <c:pt idx="55468">
                  <c:v>0</c:v>
                </c:pt>
                <c:pt idx="55469">
                  <c:v>0</c:v>
                </c:pt>
                <c:pt idx="55470">
                  <c:v>0</c:v>
                </c:pt>
                <c:pt idx="55471">
                  <c:v>0</c:v>
                </c:pt>
                <c:pt idx="55472">
                  <c:v>0</c:v>
                </c:pt>
                <c:pt idx="55473">
                  <c:v>0</c:v>
                </c:pt>
                <c:pt idx="55474">
                  <c:v>0</c:v>
                </c:pt>
                <c:pt idx="55475">
                  <c:v>0</c:v>
                </c:pt>
                <c:pt idx="55476">
                  <c:v>0</c:v>
                </c:pt>
                <c:pt idx="55477">
                  <c:v>0</c:v>
                </c:pt>
                <c:pt idx="55478">
                  <c:v>0</c:v>
                </c:pt>
                <c:pt idx="55479">
                  <c:v>0</c:v>
                </c:pt>
                <c:pt idx="55480">
                  <c:v>0</c:v>
                </c:pt>
                <c:pt idx="55481">
                  <c:v>0</c:v>
                </c:pt>
                <c:pt idx="55482">
                  <c:v>0</c:v>
                </c:pt>
                <c:pt idx="55483">
                  <c:v>0</c:v>
                </c:pt>
                <c:pt idx="55484">
                  <c:v>0</c:v>
                </c:pt>
                <c:pt idx="55485">
                  <c:v>0</c:v>
                </c:pt>
                <c:pt idx="55486">
                  <c:v>0</c:v>
                </c:pt>
                <c:pt idx="55487">
                  <c:v>0</c:v>
                </c:pt>
                <c:pt idx="55488">
                  <c:v>0</c:v>
                </c:pt>
                <c:pt idx="55489">
                  <c:v>0</c:v>
                </c:pt>
                <c:pt idx="55490">
                  <c:v>0</c:v>
                </c:pt>
                <c:pt idx="55491">
                  <c:v>0</c:v>
                </c:pt>
                <c:pt idx="55492">
                  <c:v>0</c:v>
                </c:pt>
                <c:pt idx="55493">
                  <c:v>0</c:v>
                </c:pt>
                <c:pt idx="55494">
                  <c:v>0</c:v>
                </c:pt>
                <c:pt idx="55495">
                  <c:v>0</c:v>
                </c:pt>
                <c:pt idx="55496">
                  <c:v>0</c:v>
                </c:pt>
                <c:pt idx="55497">
                  <c:v>0</c:v>
                </c:pt>
                <c:pt idx="55498">
                  <c:v>0</c:v>
                </c:pt>
                <c:pt idx="55499">
                  <c:v>0</c:v>
                </c:pt>
                <c:pt idx="55500">
                  <c:v>0</c:v>
                </c:pt>
                <c:pt idx="55501">
                  <c:v>0</c:v>
                </c:pt>
                <c:pt idx="55502">
                  <c:v>0</c:v>
                </c:pt>
                <c:pt idx="55503">
                  <c:v>0</c:v>
                </c:pt>
                <c:pt idx="55504">
                  <c:v>0</c:v>
                </c:pt>
                <c:pt idx="55505">
                  <c:v>0</c:v>
                </c:pt>
                <c:pt idx="55506">
                  <c:v>0</c:v>
                </c:pt>
                <c:pt idx="55507">
                  <c:v>0</c:v>
                </c:pt>
                <c:pt idx="55508">
                  <c:v>0</c:v>
                </c:pt>
                <c:pt idx="55509">
                  <c:v>0</c:v>
                </c:pt>
                <c:pt idx="55510">
                  <c:v>0</c:v>
                </c:pt>
                <c:pt idx="55511">
                  <c:v>0</c:v>
                </c:pt>
                <c:pt idx="55512">
                  <c:v>0</c:v>
                </c:pt>
                <c:pt idx="55513">
                  <c:v>0</c:v>
                </c:pt>
                <c:pt idx="55514">
                  <c:v>0</c:v>
                </c:pt>
                <c:pt idx="55515">
                  <c:v>0</c:v>
                </c:pt>
                <c:pt idx="55516">
                  <c:v>0</c:v>
                </c:pt>
                <c:pt idx="55517">
                  <c:v>0</c:v>
                </c:pt>
                <c:pt idx="55518">
                  <c:v>0</c:v>
                </c:pt>
                <c:pt idx="55519">
                  <c:v>0</c:v>
                </c:pt>
                <c:pt idx="55520">
                  <c:v>0</c:v>
                </c:pt>
                <c:pt idx="55521">
                  <c:v>0</c:v>
                </c:pt>
                <c:pt idx="55522">
                  <c:v>0</c:v>
                </c:pt>
                <c:pt idx="55523">
                  <c:v>0</c:v>
                </c:pt>
                <c:pt idx="55524">
                  <c:v>0</c:v>
                </c:pt>
                <c:pt idx="55525">
                  <c:v>0</c:v>
                </c:pt>
                <c:pt idx="55526">
                  <c:v>0</c:v>
                </c:pt>
                <c:pt idx="55527">
                  <c:v>0</c:v>
                </c:pt>
                <c:pt idx="55528">
                  <c:v>0</c:v>
                </c:pt>
                <c:pt idx="55529">
                  <c:v>0</c:v>
                </c:pt>
                <c:pt idx="55530">
                  <c:v>0</c:v>
                </c:pt>
                <c:pt idx="55531">
                  <c:v>0</c:v>
                </c:pt>
                <c:pt idx="55532">
                  <c:v>0</c:v>
                </c:pt>
                <c:pt idx="55533">
                  <c:v>0</c:v>
                </c:pt>
                <c:pt idx="55534">
                  <c:v>0</c:v>
                </c:pt>
                <c:pt idx="55535">
                  <c:v>0</c:v>
                </c:pt>
                <c:pt idx="55536">
                  <c:v>0</c:v>
                </c:pt>
                <c:pt idx="55537">
                  <c:v>0</c:v>
                </c:pt>
                <c:pt idx="55538">
                  <c:v>0</c:v>
                </c:pt>
                <c:pt idx="55539">
                  <c:v>0</c:v>
                </c:pt>
                <c:pt idx="55540">
                  <c:v>0</c:v>
                </c:pt>
                <c:pt idx="55541">
                  <c:v>0</c:v>
                </c:pt>
                <c:pt idx="55542">
                  <c:v>0</c:v>
                </c:pt>
                <c:pt idx="55543">
                  <c:v>0</c:v>
                </c:pt>
                <c:pt idx="55544">
                  <c:v>0</c:v>
                </c:pt>
                <c:pt idx="55545">
                  <c:v>0</c:v>
                </c:pt>
                <c:pt idx="55546">
                  <c:v>0</c:v>
                </c:pt>
                <c:pt idx="55547">
                  <c:v>0</c:v>
                </c:pt>
                <c:pt idx="55548">
                  <c:v>0</c:v>
                </c:pt>
                <c:pt idx="55549">
                  <c:v>0</c:v>
                </c:pt>
                <c:pt idx="55550">
                  <c:v>0</c:v>
                </c:pt>
                <c:pt idx="55551">
                  <c:v>0</c:v>
                </c:pt>
                <c:pt idx="55552">
                  <c:v>0</c:v>
                </c:pt>
                <c:pt idx="55553">
                  <c:v>0</c:v>
                </c:pt>
                <c:pt idx="55554">
                  <c:v>0</c:v>
                </c:pt>
                <c:pt idx="55555">
                  <c:v>0</c:v>
                </c:pt>
                <c:pt idx="55556">
                  <c:v>0</c:v>
                </c:pt>
                <c:pt idx="55557">
                  <c:v>0</c:v>
                </c:pt>
                <c:pt idx="55558">
                  <c:v>0</c:v>
                </c:pt>
                <c:pt idx="55559">
                  <c:v>0</c:v>
                </c:pt>
                <c:pt idx="55560">
                  <c:v>0</c:v>
                </c:pt>
                <c:pt idx="55561">
                  <c:v>0</c:v>
                </c:pt>
                <c:pt idx="55562">
                  <c:v>0</c:v>
                </c:pt>
                <c:pt idx="55563">
                  <c:v>0</c:v>
                </c:pt>
                <c:pt idx="55564">
                  <c:v>0</c:v>
                </c:pt>
                <c:pt idx="55565">
                  <c:v>0</c:v>
                </c:pt>
                <c:pt idx="55566">
                  <c:v>0</c:v>
                </c:pt>
                <c:pt idx="55567">
                  <c:v>0</c:v>
                </c:pt>
                <c:pt idx="55568">
                  <c:v>0</c:v>
                </c:pt>
                <c:pt idx="55569">
                  <c:v>0</c:v>
                </c:pt>
                <c:pt idx="55570">
                  <c:v>0</c:v>
                </c:pt>
                <c:pt idx="55571">
                  <c:v>0</c:v>
                </c:pt>
                <c:pt idx="55572">
                  <c:v>0</c:v>
                </c:pt>
                <c:pt idx="55573">
                  <c:v>0</c:v>
                </c:pt>
                <c:pt idx="55574">
                  <c:v>0</c:v>
                </c:pt>
                <c:pt idx="55575">
                  <c:v>0</c:v>
                </c:pt>
                <c:pt idx="55576">
                  <c:v>0</c:v>
                </c:pt>
                <c:pt idx="55577">
                  <c:v>0</c:v>
                </c:pt>
                <c:pt idx="55578">
                  <c:v>0</c:v>
                </c:pt>
                <c:pt idx="55579">
                  <c:v>0</c:v>
                </c:pt>
                <c:pt idx="55580">
                  <c:v>0</c:v>
                </c:pt>
                <c:pt idx="55581">
                  <c:v>0</c:v>
                </c:pt>
                <c:pt idx="55582">
                  <c:v>0</c:v>
                </c:pt>
                <c:pt idx="55583">
                  <c:v>0</c:v>
                </c:pt>
                <c:pt idx="55584">
                  <c:v>0</c:v>
                </c:pt>
                <c:pt idx="55585">
                  <c:v>0</c:v>
                </c:pt>
                <c:pt idx="55586">
                  <c:v>0</c:v>
                </c:pt>
                <c:pt idx="55587">
                  <c:v>0</c:v>
                </c:pt>
                <c:pt idx="55588">
                  <c:v>0</c:v>
                </c:pt>
                <c:pt idx="55589">
                  <c:v>0</c:v>
                </c:pt>
                <c:pt idx="55590">
                  <c:v>0</c:v>
                </c:pt>
                <c:pt idx="55591">
                  <c:v>0</c:v>
                </c:pt>
                <c:pt idx="55592">
                  <c:v>0</c:v>
                </c:pt>
                <c:pt idx="55593">
                  <c:v>0</c:v>
                </c:pt>
                <c:pt idx="55594">
                  <c:v>0</c:v>
                </c:pt>
                <c:pt idx="55595">
                  <c:v>0</c:v>
                </c:pt>
                <c:pt idx="55596">
                  <c:v>0</c:v>
                </c:pt>
                <c:pt idx="55597">
                  <c:v>0</c:v>
                </c:pt>
                <c:pt idx="55598">
                  <c:v>0</c:v>
                </c:pt>
                <c:pt idx="55599">
                  <c:v>0</c:v>
                </c:pt>
                <c:pt idx="55600">
                  <c:v>0</c:v>
                </c:pt>
                <c:pt idx="55601">
                  <c:v>0</c:v>
                </c:pt>
                <c:pt idx="55602">
                  <c:v>0</c:v>
                </c:pt>
                <c:pt idx="55603">
                  <c:v>0</c:v>
                </c:pt>
                <c:pt idx="55604">
                  <c:v>0</c:v>
                </c:pt>
                <c:pt idx="55605">
                  <c:v>0</c:v>
                </c:pt>
                <c:pt idx="55606">
                  <c:v>0</c:v>
                </c:pt>
                <c:pt idx="55607">
                  <c:v>0</c:v>
                </c:pt>
                <c:pt idx="55608">
                  <c:v>0</c:v>
                </c:pt>
                <c:pt idx="55609">
                  <c:v>0</c:v>
                </c:pt>
                <c:pt idx="55610">
                  <c:v>0</c:v>
                </c:pt>
                <c:pt idx="55611">
                  <c:v>0</c:v>
                </c:pt>
                <c:pt idx="55612">
                  <c:v>0</c:v>
                </c:pt>
                <c:pt idx="55613">
                  <c:v>0</c:v>
                </c:pt>
                <c:pt idx="55614">
                  <c:v>0</c:v>
                </c:pt>
                <c:pt idx="55615">
                  <c:v>0</c:v>
                </c:pt>
                <c:pt idx="55616">
                  <c:v>0</c:v>
                </c:pt>
                <c:pt idx="55617">
                  <c:v>0</c:v>
                </c:pt>
                <c:pt idx="55618">
                  <c:v>0</c:v>
                </c:pt>
                <c:pt idx="55619">
                  <c:v>0</c:v>
                </c:pt>
                <c:pt idx="55620">
                  <c:v>0</c:v>
                </c:pt>
                <c:pt idx="55621">
                  <c:v>0</c:v>
                </c:pt>
                <c:pt idx="55622">
                  <c:v>0</c:v>
                </c:pt>
                <c:pt idx="55623">
                  <c:v>0</c:v>
                </c:pt>
                <c:pt idx="55624">
                  <c:v>0</c:v>
                </c:pt>
                <c:pt idx="55625">
                  <c:v>0</c:v>
                </c:pt>
                <c:pt idx="55626">
                  <c:v>0</c:v>
                </c:pt>
                <c:pt idx="55627">
                  <c:v>0</c:v>
                </c:pt>
                <c:pt idx="55628">
                  <c:v>0</c:v>
                </c:pt>
                <c:pt idx="55629">
                  <c:v>0</c:v>
                </c:pt>
                <c:pt idx="55630">
                  <c:v>0</c:v>
                </c:pt>
                <c:pt idx="55631">
                  <c:v>0</c:v>
                </c:pt>
                <c:pt idx="55632">
                  <c:v>0</c:v>
                </c:pt>
                <c:pt idx="55633">
                  <c:v>0</c:v>
                </c:pt>
                <c:pt idx="55634">
                  <c:v>0</c:v>
                </c:pt>
                <c:pt idx="55635">
                  <c:v>0</c:v>
                </c:pt>
                <c:pt idx="55636">
                  <c:v>0</c:v>
                </c:pt>
                <c:pt idx="55637">
                  <c:v>0</c:v>
                </c:pt>
                <c:pt idx="55638">
                  <c:v>0</c:v>
                </c:pt>
                <c:pt idx="55639">
                  <c:v>0</c:v>
                </c:pt>
                <c:pt idx="55640">
                  <c:v>0</c:v>
                </c:pt>
                <c:pt idx="55641">
                  <c:v>0</c:v>
                </c:pt>
                <c:pt idx="55642">
                  <c:v>0</c:v>
                </c:pt>
                <c:pt idx="55643">
                  <c:v>0</c:v>
                </c:pt>
                <c:pt idx="55644">
                  <c:v>0</c:v>
                </c:pt>
                <c:pt idx="55645">
                  <c:v>0</c:v>
                </c:pt>
                <c:pt idx="55646">
                  <c:v>0</c:v>
                </c:pt>
                <c:pt idx="55647">
                  <c:v>0</c:v>
                </c:pt>
                <c:pt idx="55648">
                  <c:v>0</c:v>
                </c:pt>
                <c:pt idx="55649">
                  <c:v>0</c:v>
                </c:pt>
                <c:pt idx="55650">
                  <c:v>0</c:v>
                </c:pt>
                <c:pt idx="55651">
                  <c:v>0</c:v>
                </c:pt>
                <c:pt idx="55652">
                  <c:v>0</c:v>
                </c:pt>
                <c:pt idx="55653">
                  <c:v>0</c:v>
                </c:pt>
                <c:pt idx="55654">
                  <c:v>0</c:v>
                </c:pt>
                <c:pt idx="55655">
                  <c:v>0</c:v>
                </c:pt>
                <c:pt idx="55656">
                  <c:v>0</c:v>
                </c:pt>
                <c:pt idx="55657">
                  <c:v>0</c:v>
                </c:pt>
                <c:pt idx="55658">
                  <c:v>0</c:v>
                </c:pt>
                <c:pt idx="55659">
                  <c:v>0</c:v>
                </c:pt>
                <c:pt idx="55660">
                  <c:v>0</c:v>
                </c:pt>
                <c:pt idx="55661">
                  <c:v>0</c:v>
                </c:pt>
                <c:pt idx="55662">
                  <c:v>0</c:v>
                </c:pt>
                <c:pt idx="55663">
                  <c:v>0</c:v>
                </c:pt>
                <c:pt idx="55664">
                  <c:v>0</c:v>
                </c:pt>
                <c:pt idx="55665">
                  <c:v>0</c:v>
                </c:pt>
                <c:pt idx="55666">
                  <c:v>0</c:v>
                </c:pt>
                <c:pt idx="55667">
                  <c:v>0</c:v>
                </c:pt>
                <c:pt idx="55668">
                  <c:v>0</c:v>
                </c:pt>
                <c:pt idx="55669">
                  <c:v>0</c:v>
                </c:pt>
                <c:pt idx="55670">
                  <c:v>0</c:v>
                </c:pt>
                <c:pt idx="55671">
                  <c:v>0</c:v>
                </c:pt>
                <c:pt idx="55672">
                  <c:v>0</c:v>
                </c:pt>
                <c:pt idx="55673">
                  <c:v>0</c:v>
                </c:pt>
                <c:pt idx="55674">
                  <c:v>0</c:v>
                </c:pt>
                <c:pt idx="55675">
                  <c:v>0</c:v>
                </c:pt>
                <c:pt idx="55676">
                  <c:v>0</c:v>
                </c:pt>
                <c:pt idx="55677">
                  <c:v>0</c:v>
                </c:pt>
                <c:pt idx="55678">
                  <c:v>0</c:v>
                </c:pt>
                <c:pt idx="55679">
                  <c:v>0</c:v>
                </c:pt>
                <c:pt idx="55680">
                  <c:v>0</c:v>
                </c:pt>
                <c:pt idx="55681">
                  <c:v>0</c:v>
                </c:pt>
                <c:pt idx="55682">
                  <c:v>0</c:v>
                </c:pt>
                <c:pt idx="55683">
                  <c:v>0</c:v>
                </c:pt>
                <c:pt idx="55684">
                  <c:v>0</c:v>
                </c:pt>
                <c:pt idx="55685">
                  <c:v>0</c:v>
                </c:pt>
                <c:pt idx="55686">
                  <c:v>0</c:v>
                </c:pt>
                <c:pt idx="55687">
                  <c:v>0</c:v>
                </c:pt>
                <c:pt idx="55688">
                  <c:v>0</c:v>
                </c:pt>
                <c:pt idx="55689">
                  <c:v>0</c:v>
                </c:pt>
                <c:pt idx="55690">
                  <c:v>0</c:v>
                </c:pt>
                <c:pt idx="55691">
                  <c:v>0</c:v>
                </c:pt>
                <c:pt idx="55692">
                  <c:v>0</c:v>
                </c:pt>
                <c:pt idx="55693">
                  <c:v>0</c:v>
                </c:pt>
                <c:pt idx="55694">
                  <c:v>0</c:v>
                </c:pt>
                <c:pt idx="55695">
                  <c:v>0</c:v>
                </c:pt>
                <c:pt idx="55696">
                  <c:v>0</c:v>
                </c:pt>
                <c:pt idx="55697">
                  <c:v>0</c:v>
                </c:pt>
                <c:pt idx="55698">
                  <c:v>0</c:v>
                </c:pt>
                <c:pt idx="55699">
                  <c:v>0</c:v>
                </c:pt>
                <c:pt idx="55700">
                  <c:v>0</c:v>
                </c:pt>
                <c:pt idx="55701">
                  <c:v>0</c:v>
                </c:pt>
                <c:pt idx="55702">
                  <c:v>0</c:v>
                </c:pt>
                <c:pt idx="55703">
                  <c:v>0</c:v>
                </c:pt>
                <c:pt idx="55704">
                  <c:v>0</c:v>
                </c:pt>
                <c:pt idx="55705">
                  <c:v>0</c:v>
                </c:pt>
                <c:pt idx="55706">
                  <c:v>0</c:v>
                </c:pt>
                <c:pt idx="55707">
                  <c:v>0</c:v>
                </c:pt>
                <c:pt idx="55708">
                  <c:v>0</c:v>
                </c:pt>
                <c:pt idx="55709">
                  <c:v>0</c:v>
                </c:pt>
                <c:pt idx="55710">
                  <c:v>0</c:v>
                </c:pt>
                <c:pt idx="55711">
                  <c:v>0</c:v>
                </c:pt>
                <c:pt idx="55712">
                  <c:v>0</c:v>
                </c:pt>
                <c:pt idx="55713">
                  <c:v>0</c:v>
                </c:pt>
                <c:pt idx="55714">
                  <c:v>0</c:v>
                </c:pt>
                <c:pt idx="55715">
                  <c:v>0</c:v>
                </c:pt>
                <c:pt idx="55716">
                  <c:v>0</c:v>
                </c:pt>
                <c:pt idx="55717">
                  <c:v>0</c:v>
                </c:pt>
                <c:pt idx="55718">
                  <c:v>0</c:v>
                </c:pt>
                <c:pt idx="55719">
                  <c:v>0</c:v>
                </c:pt>
                <c:pt idx="55720">
                  <c:v>0</c:v>
                </c:pt>
                <c:pt idx="55721">
                  <c:v>0</c:v>
                </c:pt>
                <c:pt idx="55722">
                  <c:v>0</c:v>
                </c:pt>
                <c:pt idx="55723">
                  <c:v>0</c:v>
                </c:pt>
                <c:pt idx="55724">
                  <c:v>0</c:v>
                </c:pt>
                <c:pt idx="55725">
                  <c:v>0</c:v>
                </c:pt>
                <c:pt idx="55726">
                  <c:v>0</c:v>
                </c:pt>
                <c:pt idx="55727">
                  <c:v>0</c:v>
                </c:pt>
                <c:pt idx="55728">
                  <c:v>0</c:v>
                </c:pt>
                <c:pt idx="55729">
                  <c:v>0</c:v>
                </c:pt>
                <c:pt idx="55730">
                  <c:v>0</c:v>
                </c:pt>
                <c:pt idx="55731">
                  <c:v>0</c:v>
                </c:pt>
                <c:pt idx="55732">
                  <c:v>0</c:v>
                </c:pt>
                <c:pt idx="55733">
                  <c:v>0</c:v>
                </c:pt>
                <c:pt idx="55734">
                  <c:v>0</c:v>
                </c:pt>
                <c:pt idx="55735">
                  <c:v>0</c:v>
                </c:pt>
                <c:pt idx="55736">
                  <c:v>0</c:v>
                </c:pt>
                <c:pt idx="55737">
                  <c:v>0</c:v>
                </c:pt>
                <c:pt idx="55738">
                  <c:v>0</c:v>
                </c:pt>
                <c:pt idx="55739">
                  <c:v>0</c:v>
                </c:pt>
                <c:pt idx="55740">
                  <c:v>0</c:v>
                </c:pt>
                <c:pt idx="55741">
                  <c:v>0</c:v>
                </c:pt>
                <c:pt idx="55742">
                  <c:v>0</c:v>
                </c:pt>
                <c:pt idx="55743">
                  <c:v>0</c:v>
                </c:pt>
                <c:pt idx="55744">
                  <c:v>0</c:v>
                </c:pt>
                <c:pt idx="55745">
                  <c:v>0</c:v>
                </c:pt>
                <c:pt idx="55746">
                  <c:v>0</c:v>
                </c:pt>
                <c:pt idx="55747">
                  <c:v>0</c:v>
                </c:pt>
                <c:pt idx="55748">
                  <c:v>0</c:v>
                </c:pt>
                <c:pt idx="55749">
                  <c:v>0</c:v>
                </c:pt>
                <c:pt idx="55750">
                  <c:v>0</c:v>
                </c:pt>
                <c:pt idx="55751">
                  <c:v>0</c:v>
                </c:pt>
                <c:pt idx="55752">
                  <c:v>0</c:v>
                </c:pt>
                <c:pt idx="55753">
                  <c:v>0</c:v>
                </c:pt>
                <c:pt idx="55754">
                  <c:v>0</c:v>
                </c:pt>
                <c:pt idx="55755">
                  <c:v>0</c:v>
                </c:pt>
                <c:pt idx="55756">
                  <c:v>0</c:v>
                </c:pt>
                <c:pt idx="55757">
                  <c:v>0</c:v>
                </c:pt>
                <c:pt idx="55758">
                  <c:v>0</c:v>
                </c:pt>
                <c:pt idx="55759">
                  <c:v>0</c:v>
                </c:pt>
                <c:pt idx="55760">
                  <c:v>0</c:v>
                </c:pt>
                <c:pt idx="55761">
                  <c:v>0</c:v>
                </c:pt>
                <c:pt idx="55762">
                  <c:v>0</c:v>
                </c:pt>
                <c:pt idx="55763">
                  <c:v>0</c:v>
                </c:pt>
                <c:pt idx="55764">
                  <c:v>0</c:v>
                </c:pt>
                <c:pt idx="55765">
                  <c:v>0</c:v>
                </c:pt>
                <c:pt idx="55766">
                  <c:v>0</c:v>
                </c:pt>
                <c:pt idx="55767">
                  <c:v>0</c:v>
                </c:pt>
                <c:pt idx="55768">
                  <c:v>0</c:v>
                </c:pt>
                <c:pt idx="55769">
                  <c:v>0</c:v>
                </c:pt>
                <c:pt idx="55770">
                  <c:v>0</c:v>
                </c:pt>
                <c:pt idx="55771">
                  <c:v>0</c:v>
                </c:pt>
                <c:pt idx="55772">
                  <c:v>0</c:v>
                </c:pt>
                <c:pt idx="55773">
                  <c:v>0</c:v>
                </c:pt>
                <c:pt idx="55774">
                  <c:v>0</c:v>
                </c:pt>
                <c:pt idx="55775">
                  <c:v>0</c:v>
                </c:pt>
                <c:pt idx="55776">
                  <c:v>0</c:v>
                </c:pt>
                <c:pt idx="55777">
                  <c:v>0</c:v>
                </c:pt>
                <c:pt idx="55778">
                  <c:v>0</c:v>
                </c:pt>
                <c:pt idx="55779">
                  <c:v>0</c:v>
                </c:pt>
                <c:pt idx="55780">
                  <c:v>0</c:v>
                </c:pt>
                <c:pt idx="55781">
                  <c:v>0</c:v>
                </c:pt>
                <c:pt idx="55782">
                  <c:v>0</c:v>
                </c:pt>
                <c:pt idx="55783">
                  <c:v>0</c:v>
                </c:pt>
                <c:pt idx="55784">
                  <c:v>0</c:v>
                </c:pt>
                <c:pt idx="55785">
                  <c:v>0</c:v>
                </c:pt>
                <c:pt idx="55786">
                  <c:v>0</c:v>
                </c:pt>
                <c:pt idx="55787">
                  <c:v>0</c:v>
                </c:pt>
                <c:pt idx="55788">
                  <c:v>0</c:v>
                </c:pt>
                <c:pt idx="55789">
                  <c:v>0</c:v>
                </c:pt>
                <c:pt idx="55790">
                  <c:v>0</c:v>
                </c:pt>
                <c:pt idx="55791">
                  <c:v>0</c:v>
                </c:pt>
                <c:pt idx="55792">
                  <c:v>0</c:v>
                </c:pt>
                <c:pt idx="55793">
                  <c:v>0</c:v>
                </c:pt>
                <c:pt idx="55794">
                  <c:v>0</c:v>
                </c:pt>
                <c:pt idx="55795">
                  <c:v>0</c:v>
                </c:pt>
                <c:pt idx="55796">
                  <c:v>0</c:v>
                </c:pt>
                <c:pt idx="55797">
                  <c:v>0</c:v>
                </c:pt>
                <c:pt idx="55798">
                  <c:v>0</c:v>
                </c:pt>
                <c:pt idx="55799">
                  <c:v>0</c:v>
                </c:pt>
                <c:pt idx="55800">
                  <c:v>0</c:v>
                </c:pt>
                <c:pt idx="55801">
                  <c:v>0</c:v>
                </c:pt>
                <c:pt idx="55802">
                  <c:v>0</c:v>
                </c:pt>
                <c:pt idx="55803">
                  <c:v>0</c:v>
                </c:pt>
                <c:pt idx="55804">
                  <c:v>0</c:v>
                </c:pt>
                <c:pt idx="55805">
                  <c:v>0</c:v>
                </c:pt>
                <c:pt idx="55806">
                  <c:v>0</c:v>
                </c:pt>
                <c:pt idx="55807">
                  <c:v>0</c:v>
                </c:pt>
                <c:pt idx="55808">
                  <c:v>0</c:v>
                </c:pt>
                <c:pt idx="55809">
                  <c:v>0</c:v>
                </c:pt>
                <c:pt idx="55810">
                  <c:v>0</c:v>
                </c:pt>
                <c:pt idx="55811">
                  <c:v>0</c:v>
                </c:pt>
                <c:pt idx="55812">
                  <c:v>0</c:v>
                </c:pt>
                <c:pt idx="55813">
                  <c:v>0</c:v>
                </c:pt>
                <c:pt idx="55814">
                  <c:v>0</c:v>
                </c:pt>
                <c:pt idx="55815">
                  <c:v>0</c:v>
                </c:pt>
                <c:pt idx="55816">
                  <c:v>0</c:v>
                </c:pt>
                <c:pt idx="55817">
                  <c:v>0</c:v>
                </c:pt>
                <c:pt idx="55818">
                  <c:v>0</c:v>
                </c:pt>
                <c:pt idx="55819">
                  <c:v>0</c:v>
                </c:pt>
                <c:pt idx="55820">
                  <c:v>0</c:v>
                </c:pt>
                <c:pt idx="55821">
                  <c:v>0</c:v>
                </c:pt>
                <c:pt idx="55822">
                  <c:v>0</c:v>
                </c:pt>
                <c:pt idx="55823">
                  <c:v>0</c:v>
                </c:pt>
                <c:pt idx="55824">
                  <c:v>0</c:v>
                </c:pt>
                <c:pt idx="55825">
                  <c:v>0</c:v>
                </c:pt>
                <c:pt idx="55826">
                  <c:v>0</c:v>
                </c:pt>
                <c:pt idx="55827">
                  <c:v>0</c:v>
                </c:pt>
                <c:pt idx="55828">
                  <c:v>0</c:v>
                </c:pt>
                <c:pt idx="55829">
                  <c:v>0</c:v>
                </c:pt>
                <c:pt idx="55830">
                  <c:v>0</c:v>
                </c:pt>
                <c:pt idx="55831">
                  <c:v>0</c:v>
                </c:pt>
                <c:pt idx="55832">
                  <c:v>0</c:v>
                </c:pt>
                <c:pt idx="55833">
                  <c:v>0</c:v>
                </c:pt>
                <c:pt idx="55834">
                  <c:v>0</c:v>
                </c:pt>
                <c:pt idx="55835">
                  <c:v>0</c:v>
                </c:pt>
                <c:pt idx="55836">
                  <c:v>0</c:v>
                </c:pt>
                <c:pt idx="55837">
                  <c:v>0</c:v>
                </c:pt>
                <c:pt idx="55838">
                  <c:v>0</c:v>
                </c:pt>
                <c:pt idx="55839">
                  <c:v>0</c:v>
                </c:pt>
                <c:pt idx="55840">
                  <c:v>0</c:v>
                </c:pt>
                <c:pt idx="55841">
                  <c:v>0</c:v>
                </c:pt>
                <c:pt idx="55842">
                  <c:v>0</c:v>
                </c:pt>
                <c:pt idx="55843">
                  <c:v>0</c:v>
                </c:pt>
                <c:pt idx="55844">
                  <c:v>0</c:v>
                </c:pt>
                <c:pt idx="55845">
                  <c:v>0</c:v>
                </c:pt>
                <c:pt idx="55846">
                  <c:v>0</c:v>
                </c:pt>
                <c:pt idx="55847">
                  <c:v>0</c:v>
                </c:pt>
                <c:pt idx="55848">
                  <c:v>0</c:v>
                </c:pt>
                <c:pt idx="55849">
                  <c:v>0</c:v>
                </c:pt>
                <c:pt idx="55850">
                  <c:v>0</c:v>
                </c:pt>
                <c:pt idx="55851">
                  <c:v>0</c:v>
                </c:pt>
                <c:pt idx="55852">
                  <c:v>0</c:v>
                </c:pt>
                <c:pt idx="55853">
                  <c:v>0</c:v>
                </c:pt>
                <c:pt idx="55854">
                  <c:v>0</c:v>
                </c:pt>
                <c:pt idx="55855">
                  <c:v>0</c:v>
                </c:pt>
                <c:pt idx="55856">
                  <c:v>0</c:v>
                </c:pt>
                <c:pt idx="55857">
                  <c:v>0</c:v>
                </c:pt>
                <c:pt idx="55858">
                  <c:v>0</c:v>
                </c:pt>
                <c:pt idx="55859">
                  <c:v>0</c:v>
                </c:pt>
                <c:pt idx="55860">
                  <c:v>0</c:v>
                </c:pt>
                <c:pt idx="55861">
                  <c:v>0</c:v>
                </c:pt>
                <c:pt idx="55862">
                  <c:v>0</c:v>
                </c:pt>
                <c:pt idx="55863">
                  <c:v>0</c:v>
                </c:pt>
                <c:pt idx="55864">
                  <c:v>0</c:v>
                </c:pt>
                <c:pt idx="55865">
                  <c:v>0</c:v>
                </c:pt>
                <c:pt idx="55866">
                  <c:v>0</c:v>
                </c:pt>
                <c:pt idx="55867">
                  <c:v>0</c:v>
                </c:pt>
                <c:pt idx="55868">
                  <c:v>0</c:v>
                </c:pt>
                <c:pt idx="55869">
                  <c:v>0</c:v>
                </c:pt>
                <c:pt idx="55870">
                  <c:v>0</c:v>
                </c:pt>
                <c:pt idx="55871">
                  <c:v>0</c:v>
                </c:pt>
                <c:pt idx="55872">
                  <c:v>0</c:v>
                </c:pt>
                <c:pt idx="55873">
                  <c:v>0</c:v>
                </c:pt>
                <c:pt idx="55874">
                  <c:v>0</c:v>
                </c:pt>
                <c:pt idx="55875">
                  <c:v>0</c:v>
                </c:pt>
                <c:pt idx="55876">
                  <c:v>0</c:v>
                </c:pt>
                <c:pt idx="55877">
                  <c:v>0</c:v>
                </c:pt>
                <c:pt idx="55878">
                  <c:v>0</c:v>
                </c:pt>
                <c:pt idx="55879">
                  <c:v>0</c:v>
                </c:pt>
                <c:pt idx="55880">
                  <c:v>0</c:v>
                </c:pt>
                <c:pt idx="55881">
                  <c:v>0</c:v>
                </c:pt>
                <c:pt idx="55882">
                  <c:v>0</c:v>
                </c:pt>
                <c:pt idx="55883">
                  <c:v>0</c:v>
                </c:pt>
                <c:pt idx="55884">
                  <c:v>0</c:v>
                </c:pt>
                <c:pt idx="55885">
                  <c:v>0</c:v>
                </c:pt>
                <c:pt idx="55886">
                  <c:v>0</c:v>
                </c:pt>
                <c:pt idx="55887">
                  <c:v>0</c:v>
                </c:pt>
                <c:pt idx="55888">
                  <c:v>0</c:v>
                </c:pt>
                <c:pt idx="55889">
                  <c:v>0</c:v>
                </c:pt>
                <c:pt idx="55890">
                  <c:v>0</c:v>
                </c:pt>
                <c:pt idx="55891">
                  <c:v>0</c:v>
                </c:pt>
                <c:pt idx="55892">
                  <c:v>0</c:v>
                </c:pt>
                <c:pt idx="55893">
                  <c:v>0</c:v>
                </c:pt>
                <c:pt idx="55894">
                  <c:v>0</c:v>
                </c:pt>
                <c:pt idx="55895">
                  <c:v>0</c:v>
                </c:pt>
                <c:pt idx="55896">
                  <c:v>0</c:v>
                </c:pt>
                <c:pt idx="55897">
                  <c:v>0</c:v>
                </c:pt>
                <c:pt idx="55898">
                  <c:v>0</c:v>
                </c:pt>
                <c:pt idx="55899">
                  <c:v>0</c:v>
                </c:pt>
                <c:pt idx="55900">
                  <c:v>0</c:v>
                </c:pt>
                <c:pt idx="55901">
                  <c:v>0</c:v>
                </c:pt>
                <c:pt idx="55902">
                  <c:v>0</c:v>
                </c:pt>
                <c:pt idx="55903">
                  <c:v>0</c:v>
                </c:pt>
                <c:pt idx="55904">
                  <c:v>0</c:v>
                </c:pt>
                <c:pt idx="55905">
                  <c:v>0</c:v>
                </c:pt>
                <c:pt idx="55906">
                  <c:v>0</c:v>
                </c:pt>
                <c:pt idx="55907">
                  <c:v>0</c:v>
                </c:pt>
                <c:pt idx="55908">
                  <c:v>0</c:v>
                </c:pt>
                <c:pt idx="55909">
                  <c:v>0</c:v>
                </c:pt>
                <c:pt idx="55910">
                  <c:v>0</c:v>
                </c:pt>
                <c:pt idx="55911">
                  <c:v>0</c:v>
                </c:pt>
                <c:pt idx="55912">
                  <c:v>0</c:v>
                </c:pt>
                <c:pt idx="55913">
                  <c:v>0</c:v>
                </c:pt>
                <c:pt idx="55914">
                  <c:v>0</c:v>
                </c:pt>
                <c:pt idx="55915">
                  <c:v>0</c:v>
                </c:pt>
                <c:pt idx="55916">
                  <c:v>0</c:v>
                </c:pt>
                <c:pt idx="55917">
                  <c:v>0</c:v>
                </c:pt>
                <c:pt idx="55918">
                  <c:v>0</c:v>
                </c:pt>
                <c:pt idx="55919">
                  <c:v>0</c:v>
                </c:pt>
                <c:pt idx="55920">
                  <c:v>0</c:v>
                </c:pt>
                <c:pt idx="55921">
                  <c:v>0</c:v>
                </c:pt>
                <c:pt idx="55922">
                  <c:v>0</c:v>
                </c:pt>
                <c:pt idx="55923">
                  <c:v>0</c:v>
                </c:pt>
                <c:pt idx="55924">
                  <c:v>0</c:v>
                </c:pt>
                <c:pt idx="55925">
                  <c:v>0</c:v>
                </c:pt>
                <c:pt idx="55926">
                  <c:v>0</c:v>
                </c:pt>
                <c:pt idx="55927">
                  <c:v>0</c:v>
                </c:pt>
                <c:pt idx="55928">
                  <c:v>0</c:v>
                </c:pt>
                <c:pt idx="55929">
                  <c:v>0</c:v>
                </c:pt>
                <c:pt idx="55930">
                  <c:v>0</c:v>
                </c:pt>
                <c:pt idx="55931">
                  <c:v>0</c:v>
                </c:pt>
                <c:pt idx="55932">
                  <c:v>0</c:v>
                </c:pt>
                <c:pt idx="55933">
                  <c:v>0</c:v>
                </c:pt>
                <c:pt idx="55934">
                  <c:v>0</c:v>
                </c:pt>
                <c:pt idx="55935">
                  <c:v>0</c:v>
                </c:pt>
                <c:pt idx="55936">
                  <c:v>0</c:v>
                </c:pt>
                <c:pt idx="55937">
                  <c:v>0</c:v>
                </c:pt>
                <c:pt idx="55938">
                  <c:v>0</c:v>
                </c:pt>
                <c:pt idx="55939">
                  <c:v>0</c:v>
                </c:pt>
                <c:pt idx="55940">
                  <c:v>0</c:v>
                </c:pt>
                <c:pt idx="55941">
                  <c:v>0</c:v>
                </c:pt>
                <c:pt idx="55942">
                  <c:v>0</c:v>
                </c:pt>
                <c:pt idx="55943">
                  <c:v>0</c:v>
                </c:pt>
                <c:pt idx="55944">
                  <c:v>0</c:v>
                </c:pt>
                <c:pt idx="55945">
                  <c:v>0</c:v>
                </c:pt>
                <c:pt idx="55946">
                  <c:v>0</c:v>
                </c:pt>
                <c:pt idx="55947">
                  <c:v>0</c:v>
                </c:pt>
                <c:pt idx="55948">
                  <c:v>0</c:v>
                </c:pt>
                <c:pt idx="55949">
                  <c:v>0</c:v>
                </c:pt>
                <c:pt idx="55950">
                  <c:v>0</c:v>
                </c:pt>
                <c:pt idx="55951">
                  <c:v>0</c:v>
                </c:pt>
                <c:pt idx="55952">
                  <c:v>0</c:v>
                </c:pt>
                <c:pt idx="55953">
                  <c:v>0</c:v>
                </c:pt>
                <c:pt idx="55954">
                  <c:v>0</c:v>
                </c:pt>
                <c:pt idx="55955">
                  <c:v>0</c:v>
                </c:pt>
                <c:pt idx="55956">
                  <c:v>0</c:v>
                </c:pt>
                <c:pt idx="55957">
                  <c:v>0</c:v>
                </c:pt>
                <c:pt idx="55958">
                  <c:v>0</c:v>
                </c:pt>
                <c:pt idx="55959">
                  <c:v>0</c:v>
                </c:pt>
                <c:pt idx="55960">
                  <c:v>0</c:v>
                </c:pt>
                <c:pt idx="55961">
                  <c:v>0</c:v>
                </c:pt>
                <c:pt idx="55962">
                  <c:v>0</c:v>
                </c:pt>
                <c:pt idx="55963">
                  <c:v>0</c:v>
                </c:pt>
                <c:pt idx="55964">
                  <c:v>0</c:v>
                </c:pt>
                <c:pt idx="55965">
                  <c:v>0</c:v>
                </c:pt>
                <c:pt idx="55966">
                  <c:v>0</c:v>
                </c:pt>
                <c:pt idx="55967">
                  <c:v>0</c:v>
                </c:pt>
                <c:pt idx="55968">
                  <c:v>0</c:v>
                </c:pt>
                <c:pt idx="55969">
                  <c:v>0</c:v>
                </c:pt>
                <c:pt idx="55970">
                  <c:v>0</c:v>
                </c:pt>
                <c:pt idx="55971">
                  <c:v>0</c:v>
                </c:pt>
                <c:pt idx="55972">
                  <c:v>0</c:v>
                </c:pt>
                <c:pt idx="55973">
                  <c:v>0</c:v>
                </c:pt>
                <c:pt idx="55974">
                  <c:v>0</c:v>
                </c:pt>
                <c:pt idx="55975">
                  <c:v>0</c:v>
                </c:pt>
                <c:pt idx="55976">
                  <c:v>0</c:v>
                </c:pt>
                <c:pt idx="55977">
                  <c:v>0</c:v>
                </c:pt>
                <c:pt idx="55978">
                  <c:v>0</c:v>
                </c:pt>
                <c:pt idx="55979">
                  <c:v>0</c:v>
                </c:pt>
                <c:pt idx="55980">
                  <c:v>0</c:v>
                </c:pt>
                <c:pt idx="55981">
                  <c:v>0</c:v>
                </c:pt>
                <c:pt idx="55982">
                  <c:v>0</c:v>
                </c:pt>
                <c:pt idx="55983">
                  <c:v>0</c:v>
                </c:pt>
                <c:pt idx="55984">
                  <c:v>0</c:v>
                </c:pt>
                <c:pt idx="55985">
                  <c:v>0</c:v>
                </c:pt>
                <c:pt idx="55986">
                  <c:v>0</c:v>
                </c:pt>
                <c:pt idx="55987">
                  <c:v>0</c:v>
                </c:pt>
                <c:pt idx="55988">
                  <c:v>0</c:v>
                </c:pt>
                <c:pt idx="55989">
                  <c:v>0</c:v>
                </c:pt>
                <c:pt idx="55990">
                  <c:v>0</c:v>
                </c:pt>
                <c:pt idx="55991">
                  <c:v>0</c:v>
                </c:pt>
                <c:pt idx="55992">
                  <c:v>0</c:v>
                </c:pt>
                <c:pt idx="55993">
                  <c:v>0</c:v>
                </c:pt>
                <c:pt idx="55994">
                  <c:v>0</c:v>
                </c:pt>
                <c:pt idx="55995">
                  <c:v>0</c:v>
                </c:pt>
                <c:pt idx="55996">
                  <c:v>0</c:v>
                </c:pt>
                <c:pt idx="55997">
                  <c:v>0</c:v>
                </c:pt>
                <c:pt idx="55998">
                  <c:v>0</c:v>
                </c:pt>
                <c:pt idx="55999">
                  <c:v>0</c:v>
                </c:pt>
                <c:pt idx="56000">
                  <c:v>0</c:v>
                </c:pt>
                <c:pt idx="56001">
                  <c:v>0</c:v>
                </c:pt>
                <c:pt idx="56002">
                  <c:v>0</c:v>
                </c:pt>
                <c:pt idx="56003">
                  <c:v>0</c:v>
                </c:pt>
                <c:pt idx="56004">
                  <c:v>0</c:v>
                </c:pt>
                <c:pt idx="56005">
                  <c:v>0</c:v>
                </c:pt>
                <c:pt idx="56006">
                  <c:v>0</c:v>
                </c:pt>
                <c:pt idx="56007">
                  <c:v>0</c:v>
                </c:pt>
                <c:pt idx="56008">
                  <c:v>0</c:v>
                </c:pt>
                <c:pt idx="56009">
                  <c:v>0</c:v>
                </c:pt>
                <c:pt idx="56010">
                  <c:v>0</c:v>
                </c:pt>
                <c:pt idx="56011">
                  <c:v>0</c:v>
                </c:pt>
                <c:pt idx="56012">
                  <c:v>0</c:v>
                </c:pt>
                <c:pt idx="56013">
                  <c:v>0</c:v>
                </c:pt>
                <c:pt idx="56014">
                  <c:v>0</c:v>
                </c:pt>
                <c:pt idx="56015">
                  <c:v>0</c:v>
                </c:pt>
                <c:pt idx="56016">
                  <c:v>0</c:v>
                </c:pt>
                <c:pt idx="56017">
                  <c:v>0</c:v>
                </c:pt>
                <c:pt idx="56018">
                  <c:v>0</c:v>
                </c:pt>
                <c:pt idx="56019">
                  <c:v>0</c:v>
                </c:pt>
                <c:pt idx="56020">
                  <c:v>0</c:v>
                </c:pt>
                <c:pt idx="56021">
                  <c:v>0</c:v>
                </c:pt>
                <c:pt idx="56022">
                  <c:v>0</c:v>
                </c:pt>
                <c:pt idx="56023">
                  <c:v>0</c:v>
                </c:pt>
                <c:pt idx="56024">
                  <c:v>0</c:v>
                </c:pt>
                <c:pt idx="56025">
                  <c:v>0</c:v>
                </c:pt>
                <c:pt idx="56026">
                  <c:v>0</c:v>
                </c:pt>
                <c:pt idx="56027">
                  <c:v>0</c:v>
                </c:pt>
                <c:pt idx="56028">
                  <c:v>0</c:v>
                </c:pt>
                <c:pt idx="56029">
                  <c:v>0</c:v>
                </c:pt>
                <c:pt idx="56030">
                  <c:v>0</c:v>
                </c:pt>
                <c:pt idx="56031">
                  <c:v>0</c:v>
                </c:pt>
                <c:pt idx="56032">
                  <c:v>0</c:v>
                </c:pt>
                <c:pt idx="56033">
                  <c:v>0</c:v>
                </c:pt>
                <c:pt idx="56034">
                  <c:v>0</c:v>
                </c:pt>
                <c:pt idx="56035">
                  <c:v>0</c:v>
                </c:pt>
                <c:pt idx="56036">
                  <c:v>0</c:v>
                </c:pt>
                <c:pt idx="56037">
                  <c:v>0</c:v>
                </c:pt>
                <c:pt idx="56038">
                  <c:v>0</c:v>
                </c:pt>
                <c:pt idx="56039">
                  <c:v>0</c:v>
                </c:pt>
                <c:pt idx="56040">
                  <c:v>0</c:v>
                </c:pt>
                <c:pt idx="56041">
                  <c:v>0</c:v>
                </c:pt>
                <c:pt idx="56042">
                  <c:v>0</c:v>
                </c:pt>
                <c:pt idx="56043">
                  <c:v>0</c:v>
                </c:pt>
                <c:pt idx="56044">
                  <c:v>0</c:v>
                </c:pt>
                <c:pt idx="56045">
                  <c:v>0</c:v>
                </c:pt>
                <c:pt idx="56046">
                  <c:v>0</c:v>
                </c:pt>
                <c:pt idx="56047">
                  <c:v>0</c:v>
                </c:pt>
                <c:pt idx="56048">
                  <c:v>0</c:v>
                </c:pt>
                <c:pt idx="56049">
                  <c:v>0</c:v>
                </c:pt>
                <c:pt idx="56050">
                  <c:v>0</c:v>
                </c:pt>
                <c:pt idx="56051">
                  <c:v>0</c:v>
                </c:pt>
                <c:pt idx="56052">
                  <c:v>0</c:v>
                </c:pt>
                <c:pt idx="56053">
                  <c:v>0</c:v>
                </c:pt>
                <c:pt idx="56054">
                  <c:v>0</c:v>
                </c:pt>
                <c:pt idx="56055">
                  <c:v>0</c:v>
                </c:pt>
                <c:pt idx="56056">
                  <c:v>0</c:v>
                </c:pt>
                <c:pt idx="56057">
                  <c:v>0</c:v>
                </c:pt>
                <c:pt idx="56058">
                  <c:v>0</c:v>
                </c:pt>
                <c:pt idx="56059">
                  <c:v>0</c:v>
                </c:pt>
                <c:pt idx="56060">
                  <c:v>0</c:v>
                </c:pt>
                <c:pt idx="56061">
                  <c:v>0</c:v>
                </c:pt>
                <c:pt idx="56062">
                  <c:v>0</c:v>
                </c:pt>
                <c:pt idx="56063">
                  <c:v>0</c:v>
                </c:pt>
                <c:pt idx="56064">
                  <c:v>0</c:v>
                </c:pt>
                <c:pt idx="56065">
                  <c:v>0</c:v>
                </c:pt>
                <c:pt idx="56066">
                  <c:v>0</c:v>
                </c:pt>
                <c:pt idx="56067">
                  <c:v>0</c:v>
                </c:pt>
                <c:pt idx="56068">
                  <c:v>0</c:v>
                </c:pt>
                <c:pt idx="56069">
                  <c:v>0</c:v>
                </c:pt>
                <c:pt idx="56070">
                  <c:v>0</c:v>
                </c:pt>
                <c:pt idx="56071">
                  <c:v>0</c:v>
                </c:pt>
                <c:pt idx="56072">
                  <c:v>0</c:v>
                </c:pt>
                <c:pt idx="56073">
                  <c:v>0</c:v>
                </c:pt>
                <c:pt idx="56074">
                  <c:v>0</c:v>
                </c:pt>
                <c:pt idx="56075">
                  <c:v>0</c:v>
                </c:pt>
                <c:pt idx="56076">
                  <c:v>0</c:v>
                </c:pt>
                <c:pt idx="56077">
                  <c:v>0</c:v>
                </c:pt>
                <c:pt idx="56078">
                  <c:v>0</c:v>
                </c:pt>
                <c:pt idx="56079">
                  <c:v>0</c:v>
                </c:pt>
                <c:pt idx="56080">
                  <c:v>0</c:v>
                </c:pt>
                <c:pt idx="56081">
                  <c:v>0</c:v>
                </c:pt>
                <c:pt idx="56082">
                  <c:v>0</c:v>
                </c:pt>
                <c:pt idx="56083">
                  <c:v>0</c:v>
                </c:pt>
                <c:pt idx="56084">
                  <c:v>0</c:v>
                </c:pt>
                <c:pt idx="56085">
                  <c:v>0</c:v>
                </c:pt>
                <c:pt idx="56086">
                  <c:v>0</c:v>
                </c:pt>
                <c:pt idx="56087">
                  <c:v>0</c:v>
                </c:pt>
                <c:pt idx="56088">
                  <c:v>0</c:v>
                </c:pt>
                <c:pt idx="56089">
                  <c:v>0</c:v>
                </c:pt>
                <c:pt idx="56090">
                  <c:v>0</c:v>
                </c:pt>
                <c:pt idx="56091">
                  <c:v>0</c:v>
                </c:pt>
                <c:pt idx="56092">
                  <c:v>0</c:v>
                </c:pt>
                <c:pt idx="56093">
                  <c:v>0</c:v>
                </c:pt>
                <c:pt idx="56094">
                  <c:v>0</c:v>
                </c:pt>
                <c:pt idx="56095">
                  <c:v>0</c:v>
                </c:pt>
                <c:pt idx="56096">
                  <c:v>0</c:v>
                </c:pt>
                <c:pt idx="56097">
                  <c:v>0</c:v>
                </c:pt>
                <c:pt idx="56098">
                  <c:v>0</c:v>
                </c:pt>
                <c:pt idx="56099">
                  <c:v>0</c:v>
                </c:pt>
                <c:pt idx="56100">
                  <c:v>0</c:v>
                </c:pt>
                <c:pt idx="56101">
                  <c:v>0</c:v>
                </c:pt>
                <c:pt idx="56102">
                  <c:v>0</c:v>
                </c:pt>
                <c:pt idx="56103">
                  <c:v>0</c:v>
                </c:pt>
                <c:pt idx="56104">
                  <c:v>0</c:v>
                </c:pt>
                <c:pt idx="56105">
                  <c:v>0</c:v>
                </c:pt>
                <c:pt idx="56106">
                  <c:v>0</c:v>
                </c:pt>
                <c:pt idx="56107">
                  <c:v>0</c:v>
                </c:pt>
                <c:pt idx="56108">
                  <c:v>0</c:v>
                </c:pt>
                <c:pt idx="56109">
                  <c:v>0</c:v>
                </c:pt>
                <c:pt idx="56110">
                  <c:v>0</c:v>
                </c:pt>
                <c:pt idx="56111">
                  <c:v>0</c:v>
                </c:pt>
                <c:pt idx="56112">
                  <c:v>0</c:v>
                </c:pt>
                <c:pt idx="56113">
                  <c:v>0</c:v>
                </c:pt>
                <c:pt idx="56114">
                  <c:v>0</c:v>
                </c:pt>
                <c:pt idx="56115">
                  <c:v>0</c:v>
                </c:pt>
                <c:pt idx="56116">
                  <c:v>0</c:v>
                </c:pt>
                <c:pt idx="56117">
                  <c:v>0</c:v>
                </c:pt>
                <c:pt idx="56118">
                  <c:v>0</c:v>
                </c:pt>
                <c:pt idx="56119">
                  <c:v>0</c:v>
                </c:pt>
                <c:pt idx="56120">
                  <c:v>0</c:v>
                </c:pt>
                <c:pt idx="56121">
                  <c:v>0</c:v>
                </c:pt>
                <c:pt idx="56122">
                  <c:v>0</c:v>
                </c:pt>
                <c:pt idx="56123">
                  <c:v>0</c:v>
                </c:pt>
                <c:pt idx="56124">
                  <c:v>0</c:v>
                </c:pt>
                <c:pt idx="56125">
                  <c:v>0</c:v>
                </c:pt>
                <c:pt idx="56126">
                  <c:v>0</c:v>
                </c:pt>
                <c:pt idx="56127">
                  <c:v>0</c:v>
                </c:pt>
                <c:pt idx="56128">
                  <c:v>0</c:v>
                </c:pt>
                <c:pt idx="56129">
                  <c:v>0</c:v>
                </c:pt>
                <c:pt idx="56130">
                  <c:v>0</c:v>
                </c:pt>
                <c:pt idx="56131">
                  <c:v>0</c:v>
                </c:pt>
                <c:pt idx="56132">
                  <c:v>0</c:v>
                </c:pt>
                <c:pt idx="56133">
                  <c:v>0</c:v>
                </c:pt>
                <c:pt idx="56134">
                  <c:v>0</c:v>
                </c:pt>
                <c:pt idx="56135">
                  <c:v>0</c:v>
                </c:pt>
                <c:pt idx="56136">
                  <c:v>0</c:v>
                </c:pt>
                <c:pt idx="56137">
                  <c:v>0</c:v>
                </c:pt>
                <c:pt idx="56138">
                  <c:v>0</c:v>
                </c:pt>
                <c:pt idx="56139">
                  <c:v>0</c:v>
                </c:pt>
                <c:pt idx="56140">
                  <c:v>0</c:v>
                </c:pt>
                <c:pt idx="56141">
                  <c:v>0</c:v>
                </c:pt>
                <c:pt idx="56142">
                  <c:v>0</c:v>
                </c:pt>
                <c:pt idx="56143">
                  <c:v>0</c:v>
                </c:pt>
                <c:pt idx="56144">
                  <c:v>0</c:v>
                </c:pt>
                <c:pt idx="56145">
                  <c:v>0</c:v>
                </c:pt>
                <c:pt idx="56146">
                  <c:v>0</c:v>
                </c:pt>
                <c:pt idx="56147">
                  <c:v>0</c:v>
                </c:pt>
                <c:pt idx="56148">
                  <c:v>0</c:v>
                </c:pt>
                <c:pt idx="56149">
                  <c:v>0</c:v>
                </c:pt>
                <c:pt idx="56150">
                  <c:v>0</c:v>
                </c:pt>
                <c:pt idx="56151">
                  <c:v>0</c:v>
                </c:pt>
                <c:pt idx="56152">
                  <c:v>0</c:v>
                </c:pt>
                <c:pt idx="56153">
                  <c:v>0</c:v>
                </c:pt>
                <c:pt idx="56154">
                  <c:v>0</c:v>
                </c:pt>
                <c:pt idx="56155">
                  <c:v>0</c:v>
                </c:pt>
                <c:pt idx="56156">
                  <c:v>0</c:v>
                </c:pt>
                <c:pt idx="56157">
                  <c:v>0</c:v>
                </c:pt>
                <c:pt idx="56158">
                  <c:v>0</c:v>
                </c:pt>
                <c:pt idx="56159">
                  <c:v>0</c:v>
                </c:pt>
                <c:pt idx="56160">
                  <c:v>0</c:v>
                </c:pt>
                <c:pt idx="56161">
                  <c:v>0</c:v>
                </c:pt>
                <c:pt idx="56162">
                  <c:v>0</c:v>
                </c:pt>
                <c:pt idx="56163">
                  <c:v>0</c:v>
                </c:pt>
                <c:pt idx="56164">
                  <c:v>0</c:v>
                </c:pt>
                <c:pt idx="56165">
                  <c:v>0</c:v>
                </c:pt>
                <c:pt idx="56166">
                  <c:v>0</c:v>
                </c:pt>
                <c:pt idx="56167">
                  <c:v>0</c:v>
                </c:pt>
                <c:pt idx="56168">
                  <c:v>0</c:v>
                </c:pt>
                <c:pt idx="56169">
                  <c:v>0</c:v>
                </c:pt>
                <c:pt idx="56170">
                  <c:v>0</c:v>
                </c:pt>
                <c:pt idx="56171">
                  <c:v>0</c:v>
                </c:pt>
                <c:pt idx="56172">
                  <c:v>0</c:v>
                </c:pt>
                <c:pt idx="56173">
                  <c:v>0</c:v>
                </c:pt>
                <c:pt idx="56174">
                  <c:v>0</c:v>
                </c:pt>
                <c:pt idx="56175">
                  <c:v>0</c:v>
                </c:pt>
                <c:pt idx="56176">
                  <c:v>0</c:v>
                </c:pt>
                <c:pt idx="56177">
                  <c:v>0</c:v>
                </c:pt>
                <c:pt idx="56178">
                  <c:v>0</c:v>
                </c:pt>
                <c:pt idx="56179">
                  <c:v>0</c:v>
                </c:pt>
                <c:pt idx="56180">
                  <c:v>0</c:v>
                </c:pt>
                <c:pt idx="56181">
                  <c:v>0</c:v>
                </c:pt>
                <c:pt idx="56182">
                  <c:v>0</c:v>
                </c:pt>
                <c:pt idx="56183">
                  <c:v>0</c:v>
                </c:pt>
                <c:pt idx="56184">
                  <c:v>0</c:v>
                </c:pt>
                <c:pt idx="56185">
                  <c:v>0</c:v>
                </c:pt>
                <c:pt idx="56186">
                  <c:v>0</c:v>
                </c:pt>
                <c:pt idx="56187">
                  <c:v>0</c:v>
                </c:pt>
                <c:pt idx="56188">
                  <c:v>0</c:v>
                </c:pt>
                <c:pt idx="56189">
                  <c:v>0</c:v>
                </c:pt>
                <c:pt idx="56190">
                  <c:v>0</c:v>
                </c:pt>
                <c:pt idx="56191">
                  <c:v>0</c:v>
                </c:pt>
                <c:pt idx="56192">
                  <c:v>0</c:v>
                </c:pt>
                <c:pt idx="56193">
                  <c:v>0</c:v>
                </c:pt>
                <c:pt idx="56194">
                  <c:v>0</c:v>
                </c:pt>
                <c:pt idx="56195">
                  <c:v>0</c:v>
                </c:pt>
                <c:pt idx="56196">
                  <c:v>0</c:v>
                </c:pt>
                <c:pt idx="56197">
                  <c:v>0</c:v>
                </c:pt>
                <c:pt idx="56198">
                  <c:v>0</c:v>
                </c:pt>
                <c:pt idx="56199">
                  <c:v>0</c:v>
                </c:pt>
                <c:pt idx="56200">
                  <c:v>0</c:v>
                </c:pt>
                <c:pt idx="56201">
                  <c:v>0</c:v>
                </c:pt>
                <c:pt idx="56202">
                  <c:v>0</c:v>
                </c:pt>
                <c:pt idx="56203">
                  <c:v>0</c:v>
                </c:pt>
                <c:pt idx="56204">
                  <c:v>0</c:v>
                </c:pt>
                <c:pt idx="56205">
                  <c:v>0</c:v>
                </c:pt>
                <c:pt idx="56206">
                  <c:v>0</c:v>
                </c:pt>
                <c:pt idx="56207">
                  <c:v>0</c:v>
                </c:pt>
                <c:pt idx="56208">
                  <c:v>0</c:v>
                </c:pt>
                <c:pt idx="56209">
                  <c:v>0</c:v>
                </c:pt>
                <c:pt idx="56210">
                  <c:v>0</c:v>
                </c:pt>
                <c:pt idx="56211">
                  <c:v>0</c:v>
                </c:pt>
                <c:pt idx="56212">
                  <c:v>0</c:v>
                </c:pt>
                <c:pt idx="56213">
                  <c:v>0</c:v>
                </c:pt>
                <c:pt idx="56214">
                  <c:v>0</c:v>
                </c:pt>
                <c:pt idx="56215">
                  <c:v>0</c:v>
                </c:pt>
                <c:pt idx="56216">
                  <c:v>0</c:v>
                </c:pt>
                <c:pt idx="56217">
                  <c:v>0</c:v>
                </c:pt>
                <c:pt idx="56218">
                  <c:v>0</c:v>
                </c:pt>
                <c:pt idx="56219">
                  <c:v>0</c:v>
                </c:pt>
                <c:pt idx="56220">
                  <c:v>0</c:v>
                </c:pt>
                <c:pt idx="56221">
                  <c:v>0</c:v>
                </c:pt>
                <c:pt idx="56222">
                  <c:v>0</c:v>
                </c:pt>
                <c:pt idx="56223">
                  <c:v>0</c:v>
                </c:pt>
                <c:pt idx="56224">
                  <c:v>0</c:v>
                </c:pt>
                <c:pt idx="56225">
                  <c:v>0</c:v>
                </c:pt>
                <c:pt idx="56226">
                  <c:v>0</c:v>
                </c:pt>
                <c:pt idx="56227">
                  <c:v>0</c:v>
                </c:pt>
                <c:pt idx="56228">
                  <c:v>0</c:v>
                </c:pt>
                <c:pt idx="56229">
                  <c:v>0</c:v>
                </c:pt>
                <c:pt idx="56230">
                  <c:v>0</c:v>
                </c:pt>
                <c:pt idx="56231">
                  <c:v>0</c:v>
                </c:pt>
                <c:pt idx="56232">
                  <c:v>0</c:v>
                </c:pt>
                <c:pt idx="56233">
                  <c:v>0</c:v>
                </c:pt>
                <c:pt idx="56234">
                  <c:v>0</c:v>
                </c:pt>
                <c:pt idx="56235">
                  <c:v>0</c:v>
                </c:pt>
                <c:pt idx="56236">
                  <c:v>0</c:v>
                </c:pt>
                <c:pt idx="56237">
                  <c:v>0</c:v>
                </c:pt>
                <c:pt idx="56238">
                  <c:v>0</c:v>
                </c:pt>
                <c:pt idx="56239">
                  <c:v>0</c:v>
                </c:pt>
                <c:pt idx="56240">
                  <c:v>0</c:v>
                </c:pt>
                <c:pt idx="56241">
                  <c:v>0</c:v>
                </c:pt>
                <c:pt idx="56242">
                  <c:v>0</c:v>
                </c:pt>
                <c:pt idx="56243">
                  <c:v>0</c:v>
                </c:pt>
                <c:pt idx="56244">
                  <c:v>0</c:v>
                </c:pt>
                <c:pt idx="56245">
                  <c:v>0</c:v>
                </c:pt>
                <c:pt idx="56246">
                  <c:v>0</c:v>
                </c:pt>
                <c:pt idx="56247">
                  <c:v>0</c:v>
                </c:pt>
                <c:pt idx="56248">
                  <c:v>0</c:v>
                </c:pt>
                <c:pt idx="56249">
                  <c:v>0</c:v>
                </c:pt>
                <c:pt idx="56250">
                  <c:v>0</c:v>
                </c:pt>
                <c:pt idx="56251">
                  <c:v>0</c:v>
                </c:pt>
                <c:pt idx="56252">
                  <c:v>0</c:v>
                </c:pt>
                <c:pt idx="56253">
                  <c:v>0</c:v>
                </c:pt>
                <c:pt idx="56254">
                  <c:v>0</c:v>
                </c:pt>
                <c:pt idx="56255">
                  <c:v>0</c:v>
                </c:pt>
                <c:pt idx="56256">
                  <c:v>0</c:v>
                </c:pt>
                <c:pt idx="56257">
                  <c:v>0</c:v>
                </c:pt>
                <c:pt idx="56258">
                  <c:v>0</c:v>
                </c:pt>
                <c:pt idx="56259">
                  <c:v>0</c:v>
                </c:pt>
                <c:pt idx="56260">
                  <c:v>0</c:v>
                </c:pt>
                <c:pt idx="56261">
                  <c:v>0</c:v>
                </c:pt>
                <c:pt idx="56262">
                  <c:v>0</c:v>
                </c:pt>
                <c:pt idx="56263">
                  <c:v>0</c:v>
                </c:pt>
                <c:pt idx="56264">
                  <c:v>0</c:v>
                </c:pt>
                <c:pt idx="56265">
                  <c:v>0</c:v>
                </c:pt>
                <c:pt idx="56266">
                  <c:v>0</c:v>
                </c:pt>
                <c:pt idx="56267">
                  <c:v>0</c:v>
                </c:pt>
                <c:pt idx="56268">
                  <c:v>0</c:v>
                </c:pt>
                <c:pt idx="56269">
                  <c:v>0</c:v>
                </c:pt>
                <c:pt idx="56270">
                  <c:v>0</c:v>
                </c:pt>
                <c:pt idx="56271">
                  <c:v>0</c:v>
                </c:pt>
                <c:pt idx="56272">
                  <c:v>0</c:v>
                </c:pt>
                <c:pt idx="56273">
                  <c:v>0</c:v>
                </c:pt>
                <c:pt idx="56274">
                  <c:v>0</c:v>
                </c:pt>
                <c:pt idx="56275">
                  <c:v>0</c:v>
                </c:pt>
                <c:pt idx="56276">
                  <c:v>0</c:v>
                </c:pt>
                <c:pt idx="56277">
                  <c:v>0</c:v>
                </c:pt>
                <c:pt idx="56278">
                  <c:v>0</c:v>
                </c:pt>
                <c:pt idx="56279">
                  <c:v>0</c:v>
                </c:pt>
                <c:pt idx="56280">
                  <c:v>0</c:v>
                </c:pt>
                <c:pt idx="56281">
                  <c:v>0</c:v>
                </c:pt>
                <c:pt idx="56282">
                  <c:v>0</c:v>
                </c:pt>
                <c:pt idx="56283">
                  <c:v>0</c:v>
                </c:pt>
                <c:pt idx="56284">
                  <c:v>0</c:v>
                </c:pt>
                <c:pt idx="56285">
                  <c:v>0</c:v>
                </c:pt>
                <c:pt idx="56286">
                  <c:v>0</c:v>
                </c:pt>
                <c:pt idx="56287">
                  <c:v>0</c:v>
                </c:pt>
                <c:pt idx="56288">
                  <c:v>0</c:v>
                </c:pt>
                <c:pt idx="56289">
                  <c:v>0</c:v>
                </c:pt>
                <c:pt idx="56290">
                  <c:v>0</c:v>
                </c:pt>
                <c:pt idx="56291">
                  <c:v>0</c:v>
                </c:pt>
                <c:pt idx="56292">
                  <c:v>0</c:v>
                </c:pt>
                <c:pt idx="56293">
                  <c:v>0</c:v>
                </c:pt>
                <c:pt idx="56294">
                  <c:v>0</c:v>
                </c:pt>
                <c:pt idx="56295">
                  <c:v>0</c:v>
                </c:pt>
                <c:pt idx="56296">
                  <c:v>0</c:v>
                </c:pt>
                <c:pt idx="56297">
                  <c:v>0</c:v>
                </c:pt>
                <c:pt idx="56298">
                  <c:v>0</c:v>
                </c:pt>
                <c:pt idx="56299">
                  <c:v>0</c:v>
                </c:pt>
                <c:pt idx="56300">
                  <c:v>0</c:v>
                </c:pt>
                <c:pt idx="56301">
                  <c:v>0</c:v>
                </c:pt>
                <c:pt idx="56302">
                  <c:v>0</c:v>
                </c:pt>
                <c:pt idx="56303">
                  <c:v>0</c:v>
                </c:pt>
                <c:pt idx="56304">
                  <c:v>0</c:v>
                </c:pt>
                <c:pt idx="56305">
                  <c:v>0</c:v>
                </c:pt>
                <c:pt idx="56306">
                  <c:v>0</c:v>
                </c:pt>
                <c:pt idx="56307">
                  <c:v>0</c:v>
                </c:pt>
                <c:pt idx="56308">
                  <c:v>0</c:v>
                </c:pt>
                <c:pt idx="56309">
                  <c:v>0</c:v>
                </c:pt>
                <c:pt idx="56310">
                  <c:v>0</c:v>
                </c:pt>
                <c:pt idx="56311">
                  <c:v>0</c:v>
                </c:pt>
                <c:pt idx="56312">
                  <c:v>0</c:v>
                </c:pt>
                <c:pt idx="56313">
                  <c:v>0</c:v>
                </c:pt>
                <c:pt idx="56314">
                  <c:v>0</c:v>
                </c:pt>
                <c:pt idx="56315">
                  <c:v>0</c:v>
                </c:pt>
                <c:pt idx="56316">
                  <c:v>0</c:v>
                </c:pt>
                <c:pt idx="56317">
                  <c:v>0</c:v>
                </c:pt>
                <c:pt idx="56318">
                  <c:v>0</c:v>
                </c:pt>
                <c:pt idx="56319">
                  <c:v>0</c:v>
                </c:pt>
                <c:pt idx="56320">
                  <c:v>0</c:v>
                </c:pt>
                <c:pt idx="56321">
                  <c:v>0</c:v>
                </c:pt>
                <c:pt idx="56322">
                  <c:v>0</c:v>
                </c:pt>
                <c:pt idx="56323">
                  <c:v>0</c:v>
                </c:pt>
                <c:pt idx="56324">
                  <c:v>0</c:v>
                </c:pt>
                <c:pt idx="56325">
                  <c:v>0</c:v>
                </c:pt>
                <c:pt idx="56326">
                  <c:v>0</c:v>
                </c:pt>
                <c:pt idx="56327">
                  <c:v>0</c:v>
                </c:pt>
                <c:pt idx="56328">
                  <c:v>0</c:v>
                </c:pt>
                <c:pt idx="56329">
                  <c:v>0</c:v>
                </c:pt>
                <c:pt idx="56330">
                  <c:v>0</c:v>
                </c:pt>
                <c:pt idx="56331">
                  <c:v>0</c:v>
                </c:pt>
                <c:pt idx="56332">
                  <c:v>0</c:v>
                </c:pt>
                <c:pt idx="56333">
                  <c:v>0</c:v>
                </c:pt>
                <c:pt idx="56334">
                  <c:v>0</c:v>
                </c:pt>
                <c:pt idx="56335">
                  <c:v>0</c:v>
                </c:pt>
                <c:pt idx="56336">
                  <c:v>0</c:v>
                </c:pt>
                <c:pt idx="56337">
                  <c:v>0</c:v>
                </c:pt>
                <c:pt idx="56338">
                  <c:v>0</c:v>
                </c:pt>
                <c:pt idx="56339">
                  <c:v>0</c:v>
                </c:pt>
                <c:pt idx="56340">
                  <c:v>0</c:v>
                </c:pt>
                <c:pt idx="56341">
                  <c:v>0</c:v>
                </c:pt>
                <c:pt idx="56342">
                  <c:v>0</c:v>
                </c:pt>
                <c:pt idx="56343">
                  <c:v>0</c:v>
                </c:pt>
                <c:pt idx="56344">
                  <c:v>0</c:v>
                </c:pt>
                <c:pt idx="56345">
                  <c:v>0</c:v>
                </c:pt>
                <c:pt idx="56346">
                  <c:v>0</c:v>
                </c:pt>
                <c:pt idx="56347">
                  <c:v>0</c:v>
                </c:pt>
                <c:pt idx="56348">
                  <c:v>0</c:v>
                </c:pt>
                <c:pt idx="56349">
                  <c:v>0</c:v>
                </c:pt>
                <c:pt idx="56350">
                  <c:v>0</c:v>
                </c:pt>
                <c:pt idx="56351">
                  <c:v>0</c:v>
                </c:pt>
                <c:pt idx="56352">
                  <c:v>0</c:v>
                </c:pt>
                <c:pt idx="56353">
                  <c:v>0</c:v>
                </c:pt>
                <c:pt idx="56354">
                  <c:v>0</c:v>
                </c:pt>
                <c:pt idx="56355">
                  <c:v>0</c:v>
                </c:pt>
                <c:pt idx="56356">
                  <c:v>0</c:v>
                </c:pt>
                <c:pt idx="56357">
                  <c:v>0</c:v>
                </c:pt>
                <c:pt idx="56358">
                  <c:v>0</c:v>
                </c:pt>
                <c:pt idx="56359">
                  <c:v>0</c:v>
                </c:pt>
                <c:pt idx="56360">
                  <c:v>0</c:v>
                </c:pt>
                <c:pt idx="56361">
                  <c:v>0</c:v>
                </c:pt>
                <c:pt idx="56362">
                  <c:v>0</c:v>
                </c:pt>
                <c:pt idx="56363">
                  <c:v>0</c:v>
                </c:pt>
                <c:pt idx="56364">
                  <c:v>0</c:v>
                </c:pt>
                <c:pt idx="56365">
                  <c:v>0</c:v>
                </c:pt>
                <c:pt idx="56366">
                  <c:v>0</c:v>
                </c:pt>
                <c:pt idx="56367">
                  <c:v>0</c:v>
                </c:pt>
                <c:pt idx="56368">
                  <c:v>0</c:v>
                </c:pt>
                <c:pt idx="56369">
                  <c:v>0</c:v>
                </c:pt>
                <c:pt idx="56370">
                  <c:v>0</c:v>
                </c:pt>
                <c:pt idx="56371">
                  <c:v>0</c:v>
                </c:pt>
                <c:pt idx="56372">
                  <c:v>0</c:v>
                </c:pt>
                <c:pt idx="56373">
                  <c:v>0</c:v>
                </c:pt>
                <c:pt idx="56374">
                  <c:v>0</c:v>
                </c:pt>
                <c:pt idx="56375">
                  <c:v>0</c:v>
                </c:pt>
                <c:pt idx="56376">
                  <c:v>0</c:v>
                </c:pt>
                <c:pt idx="56377">
                  <c:v>0</c:v>
                </c:pt>
                <c:pt idx="56378">
                  <c:v>0</c:v>
                </c:pt>
                <c:pt idx="56379">
                  <c:v>0</c:v>
                </c:pt>
                <c:pt idx="56380">
                  <c:v>0</c:v>
                </c:pt>
                <c:pt idx="56381">
                  <c:v>0</c:v>
                </c:pt>
                <c:pt idx="56382">
                  <c:v>0</c:v>
                </c:pt>
                <c:pt idx="56383">
                  <c:v>0</c:v>
                </c:pt>
                <c:pt idx="56384">
                  <c:v>0</c:v>
                </c:pt>
                <c:pt idx="56385">
                  <c:v>0</c:v>
                </c:pt>
                <c:pt idx="56386">
                  <c:v>0</c:v>
                </c:pt>
                <c:pt idx="56387">
                  <c:v>0</c:v>
                </c:pt>
                <c:pt idx="56388">
                  <c:v>0</c:v>
                </c:pt>
                <c:pt idx="56389">
                  <c:v>0</c:v>
                </c:pt>
                <c:pt idx="56390">
                  <c:v>0</c:v>
                </c:pt>
                <c:pt idx="56391">
                  <c:v>0</c:v>
                </c:pt>
                <c:pt idx="56392">
                  <c:v>0</c:v>
                </c:pt>
                <c:pt idx="56393">
                  <c:v>0</c:v>
                </c:pt>
                <c:pt idx="56394">
                  <c:v>0</c:v>
                </c:pt>
                <c:pt idx="56395">
                  <c:v>0</c:v>
                </c:pt>
                <c:pt idx="56396">
                  <c:v>0</c:v>
                </c:pt>
                <c:pt idx="56397">
                  <c:v>0</c:v>
                </c:pt>
                <c:pt idx="56398">
                  <c:v>0</c:v>
                </c:pt>
                <c:pt idx="56399">
                  <c:v>0</c:v>
                </c:pt>
                <c:pt idx="56400">
                  <c:v>0</c:v>
                </c:pt>
                <c:pt idx="56401">
                  <c:v>0</c:v>
                </c:pt>
                <c:pt idx="56402">
                  <c:v>0</c:v>
                </c:pt>
                <c:pt idx="56403">
                  <c:v>0</c:v>
                </c:pt>
                <c:pt idx="56404">
                  <c:v>0</c:v>
                </c:pt>
                <c:pt idx="56405">
                  <c:v>0</c:v>
                </c:pt>
                <c:pt idx="56406">
                  <c:v>0</c:v>
                </c:pt>
                <c:pt idx="56407">
                  <c:v>0</c:v>
                </c:pt>
                <c:pt idx="56408">
                  <c:v>0</c:v>
                </c:pt>
                <c:pt idx="56409">
                  <c:v>0</c:v>
                </c:pt>
                <c:pt idx="56410">
                  <c:v>0</c:v>
                </c:pt>
                <c:pt idx="56411">
                  <c:v>0</c:v>
                </c:pt>
                <c:pt idx="56412">
                  <c:v>0</c:v>
                </c:pt>
                <c:pt idx="56413">
                  <c:v>0</c:v>
                </c:pt>
                <c:pt idx="56414">
                  <c:v>0</c:v>
                </c:pt>
                <c:pt idx="56415">
                  <c:v>0</c:v>
                </c:pt>
                <c:pt idx="56416">
                  <c:v>0</c:v>
                </c:pt>
                <c:pt idx="56417">
                  <c:v>0</c:v>
                </c:pt>
                <c:pt idx="56418">
                  <c:v>0</c:v>
                </c:pt>
                <c:pt idx="56419">
                  <c:v>0</c:v>
                </c:pt>
                <c:pt idx="56420">
                  <c:v>0</c:v>
                </c:pt>
                <c:pt idx="56421">
                  <c:v>0</c:v>
                </c:pt>
                <c:pt idx="56422">
                  <c:v>0</c:v>
                </c:pt>
                <c:pt idx="56423">
                  <c:v>0</c:v>
                </c:pt>
                <c:pt idx="56424">
                  <c:v>0</c:v>
                </c:pt>
                <c:pt idx="56425">
                  <c:v>0</c:v>
                </c:pt>
                <c:pt idx="56426">
                  <c:v>0</c:v>
                </c:pt>
                <c:pt idx="56427">
                  <c:v>0</c:v>
                </c:pt>
                <c:pt idx="56428">
                  <c:v>0</c:v>
                </c:pt>
                <c:pt idx="56429">
                  <c:v>0</c:v>
                </c:pt>
                <c:pt idx="56430">
                  <c:v>0</c:v>
                </c:pt>
                <c:pt idx="56431">
                  <c:v>0</c:v>
                </c:pt>
                <c:pt idx="56432">
                  <c:v>0</c:v>
                </c:pt>
                <c:pt idx="56433">
                  <c:v>0</c:v>
                </c:pt>
                <c:pt idx="56434">
                  <c:v>0</c:v>
                </c:pt>
                <c:pt idx="56435">
                  <c:v>0</c:v>
                </c:pt>
                <c:pt idx="56436">
                  <c:v>0</c:v>
                </c:pt>
                <c:pt idx="56437">
                  <c:v>0</c:v>
                </c:pt>
                <c:pt idx="56438">
                  <c:v>0</c:v>
                </c:pt>
                <c:pt idx="56439">
                  <c:v>0</c:v>
                </c:pt>
                <c:pt idx="56440">
                  <c:v>0</c:v>
                </c:pt>
                <c:pt idx="56441">
                  <c:v>0</c:v>
                </c:pt>
                <c:pt idx="56442">
                  <c:v>0</c:v>
                </c:pt>
                <c:pt idx="56443">
                  <c:v>0</c:v>
                </c:pt>
                <c:pt idx="56444">
                  <c:v>0</c:v>
                </c:pt>
                <c:pt idx="56445">
                  <c:v>0</c:v>
                </c:pt>
                <c:pt idx="56446">
                  <c:v>0</c:v>
                </c:pt>
                <c:pt idx="56447">
                  <c:v>0</c:v>
                </c:pt>
                <c:pt idx="56448">
                  <c:v>0</c:v>
                </c:pt>
                <c:pt idx="56449">
                  <c:v>0</c:v>
                </c:pt>
                <c:pt idx="56450">
                  <c:v>0</c:v>
                </c:pt>
                <c:pt idx="56451">
                  <c:v>0</c:v>
                </c:pt>
                <c:pt idx="56452">
                  <c:v>0</c:v>
                </c:pt>
                <c:pt idx="56453">
                  <c:v>0</c:v>
                </c:pt>
                <c:pt idx="56454">
                  <c:v>0</c:v>
                </c:pt>
                <c:pt idx="56455">
                  <c:v>0</c:v>
                </c:pt>
                <c:pt idx="56456">
                  <c:v>0</c:v>
                </c:pt>
                <c:pt idx="56457">
                  <c:v>0</c:v>
                </c:pt>
                <c:pt idx="56458">
                  <c:v>0</c:v>
                </c:pt>
                <c:pt idx="56459">
                  <c:v>0</c:v>
                </c:pt>
                <c:pt idx="56460">
                  <c:v>0</c:v>
                </c:pt>
                <c:pt idx="56461">
                  <c:v>0</c:v>
                </c:pt>
                <c:pt idx="56462">
                  <c:v>0</c:v>
                </c:pt>
                <c:pt idx="56463">
                  <c:v>0</c:v>
                </c:pt>
                <c:pt idx="56464">
                  <c:v>0</c:v>
                </c:pt>
                <c:pt idx="56465">
                  <c:v>0</c:v>
                </c:pt>
                <c:pt idx="56466">
                  <c:v>0</c:v>
                </c:pt>
                <c:pt idx="56467">
                  <c:v>0</c:v>
                </c:pt>
                <c:pt idx="56468">
                  <c:v>0</c:v>
                </c:pt>
                <c:pt idx="56469">
                  <c:v>0</c:v>
                </c:pt>
                <c:pt idx="56470">
                  <c:v>0</c:v>
                </c:pt>
                <c:pt idx="56471">
                  <c:v>0</c:v>
                </c:pt>
                <c:pt idx="56472">
                  <c:v>0</c:v>
                </c:pt>
                <c:pt idx="56473">
                  <c:v>0</c:v>
                </c:pt>
                <c:pt idx="56474">
                  <c:v>0</c:v>
                </c:pt>
                <c:pt idx="56475">
                  <c:v>0</c:v>
                </c:pt>
                <c:pt idx="56476">
                  <c:v>0</c:v>
                </c:pt>
                <c:pt idx="56477">
                  <c:v>0</c:v>
                </c:pt>
                <c:pt idx="56478">
                  <c:v>0</c:v>
                </c:pt>
                <c:pt idx="56479">
                  <c:v>0</c:v>
                </c:pt>
                <c:pt idx="56480">
                  <c:v>0</c:v>
                </c:pt>
                <c:pt idx="56481">
                  <c:v>0</c:v>
                </c:pt>
                <c:pt idx="56482">
                  <c:v>0</c:v>
                </c:pt>
                <c:pt idx="56483">
                  <c:v>0</c:v>
                </c:pt>
                <c:pt idx="56484">
                  <c:v>0</c:v>
                </c:pt>
                <c:pt idx="56485">
                  <c:v>0</c:v>
                </c:pt>
                <c:pt idx="56486">
                  <c:v>0</c:v>
                </c:pt>
                <c:pt idx="56487">
                  <c:v>0</c:v>
                </c:pt>
                <c:pt idx="56488">
                  <c:v>0</c:v>
                </c:pt>
                <c:pt idx="56489">
                  <c:v>0</c:v>
                </c:pt>
                <c:pt idx="56490">
                  <c:v>0</c:v>
                </c:pt>
                <c:pt idx="56491">
                  <c:v>0</c:v>
                </c:pt>
                <c:pt idx="56492">
                  <c:v>0</c:v>
                </c:pt>
                <c:pt idx="56493">
                  <c:v>0</c:v>
                </c:pt>
                <c:pt idx="56494">
                  <c:v>0</c:v>
                </c:pt>
                <c:pt idx="56495">
                  <c:v>0</c:v>
                </c:pt>
                <c:pt idx="56496">
                  <c:v>0</c:v>
                </c:pt>
                <c:pt idx="56497">
                  <c:v>0</c:v>
                </c:pt>
                <c:pt idx="56498">
                  <c:v>0</c:v>
                </c:pt>
                <c:pt idx="56499">
                  <c:v>0</c:v>
                </c:pt>
                <c:pt idx="56500">
                  <c:v>0</c:v>
                </c:pt>
                <c:pt idx="56501">
                  <c:v>0</c:v>
                </c:pt>
                <c:pt idx="56502">
                  <c:v>0</c:v>
                </c:pt>
                <c:pt idx="56503">
                  <c:v>0</c:v>
                </c:pt>
                <c:pt idx="56504">
                  <c:v>0</c:v>
                </c:pt>
                <c:pt idx="56505">
                  <c:v>0</c:v>
                </c:pt>
                <c:pt idx="56506">
                  <c:v>0</c:v>
                </c:pt>
                <c:pt idx="56507">
                  <c:v>0</c:v>
                </c:pt>
                <c:pt idx="56508">
                  <c:v>0</c:v>
                </c:pt>
                <c:pt idx="56509">
                  <c:v>0</c:v>
                </c:pt>
                <c:pt idx="56510">
                  <c:v>0</c:v>
                </c:pt>
                <c:pt idx="56511">
                  <c:v>0</c:v>
                </c:pt>
                <c:pt idx="56512">
                  <c:v>0</c:v>
                </c:pt>
                <c:pt idx="56513">
                  <c:v>0</c:v>
                </c:pt>
                <c:pt idx="56514">
                  <c:v>0</c:v>
                </c:pt>
                <c:pt idx="56515">
                  <c:v>0</c:v>
                </c:pt>
                <c:pt idx="56516">
                  <c:v>0</c:v>
                </c:pt>
                <c:pt idx="56517">
                  <c:v>0</c:v>
                </c:pt>
                <c:pt idx="56518">
                  <c:v>0</c:v>
                </c:pt>
                <c:pt idx="56519">
                  <c:v>0</c:v>
                </c:pt>
                <c:pt idx="56520">
                  <c:v>0</c:v>
                </c:pt>
                <c:pt idx="56521">
                  <c:v>0</c:v>
                </c:pt>
                <c:pt idx="56522">
                  <c:v>0</c:v>
                </c:pt>
                <c:pt idx="56523">
                  <c:v>0</c:v>
                </c:pt>
                <c:pt idx="56524">
                  <c:v>0</c:v>
                </c:pt>
                <c:pt idx="56525">
                  <c:v>0</c:v>
                </c:pt>
                <c:pt idx="56526">
                  <c:v>0</c:v>
                </c:pt>
                <c:pt idx="56527">
                  <c:v>0</c:v>
                </c:pt>
                <c:pt idx="56528">
                  <c:v>0</c:v>
                </c:pt>
                <c:pt idx="56529">
                  <c:v>0</c:v>
                </c:pt>
                <c:pt idx="56530">
                  <c:v>0</c:v>
                </c:pt>
                <c:pt idx="56531">
                  <c:v>0</c:v>
                </c:pt>
                <c:pt idx="56532">
                  <c:v>0</c:v>
                </c:pt>
                <c:pt idx="56533">
                  <c:v>0</c:v>
                </c:pt>
                <c:pt idx="56534">
                  <c:v>0</c:v>
                </c:pt>
                <c:pt idx="56535">
                  <c:v>0</c:v>
                </c:pt>
                <c:pt idx="56536">
                  <c:v>0</c:v>
                </c:pt>
                <c:pt idx="56537">
                  <c:v>0</c:v>
                </c:pt>
                <c:pt idx="56538">
                  <c:v>0</c:v>
                </c:pt>
                <c:pt idx="56539">
                  <c:v>0</c:v>
                </c:pt>
                <c:pt idx="56540">
                  <c:v>0</c:v>
                </c:pt>
                <c:pt idx="56541">
                  <c:v>0</c:v>
                </c:pt>
                <c:pt idx="56542">
                  <c:v>0</c:v>
                </c:pt>
                <c:pt idx="56543">
                  <c:v>0</c:v>
                </c:pt>
                <c:pt idx="56544">
                  <c:v>0</c:v>
                </c:pt>
                <c:pt idx="56545">
                  <c:v>0</c:v>
                </c:pt>
                <c:pt idx="56546">
                  <c:v>0</c:v>
                </c:pt>
                <c:pt idx="56547">
                  <c:v>0</c:v>
                </c:pt>
                <c:pt idx="56548">
                  <c:v>0</c:v>
                </c:pt>
                <c:pt idx="56549">
                  <c:v>0</c:v>
                </c:pt>
                <c:pt idx="56550">
                  <c:v>0</c:v>
                </c:pt>
                <c:pt idx="56551">
                  <c:v>0</c:v>
                </c:pt>
                <c:pt idx="56552">
                  <c:v>0</c:v>
                </c:pt>
                <c:pt idx="56553">
                  <c:v>0</c:v>
                </c:pt>
                <c:pt idx="56554">
                  <c:v>0</c:v>
                </c:pt>
                <c:pt idx="56555">
                  <c:v>0</c:v>
                </c:pt>
                <c:pt idx="56556">
                  <c:v>0</c:v>
                </c:pt>
                <c:pt idx="56557">
                  <c:v>0</c:v>
                </c:pt>
                <c:pt idx="56558">
                  <c:v>0</c:v>
                </c:pt>
                <c:pt idx="56559">
                  <c:v>0</c:v>
                </c:pt>
                <c:pt idx="56560">
                  <c:v>0</c:v>
                </c:pt>
                <c:pt idx="56561">
                  <c:v>0</c:v>
                </c:pt>
                <c:pt idx="56562">
                  <c:v>0</c:v>
                </c:pt>
                <c:pt idx="56563">
                  <c:v>0</c:v>
                </c:pt>
                <c:pt idx="56564">
                  <c:v>0</c:v>
                </c:pt>
                <c:pt idx="56565">
                  <c:v>0</c:v>
                </c:pt>
                <c:pt idx="56566">
                  <c:v>0</c:v>
                </c:pt>
                <c:pt idx="56567">
                  <c:v>0</c:v>
                </c:pt>
                <c:pt idx="56568">
                  <c:v>0</c:v>
                </c:pt>
                <c:pt idx="56569">
                  <c:v>0</c:v>
                </c:pt>
                <c:pt idx="56570">
                  <c:v>0</c:v>
                </c:pt>
                <c:pt idx="56571">
                  <c:v>0</c:v>
                </c:pt>
                <c:pt idx="56572">
                  <c:v>0</c:v>
                </c:pt>
                <c:pt idx="56573">
                  <c:v>0</c:v>
                </c:pt>
                <c:pt idx="56574">
                  <c:v>0</c:v>
                </c:pt>
                <c:pt idx="56575">
                  <c:v>0</c:v>
                </c:pt>
                <c:pt idx="56576">
                  <c:v>0</c:v>
                </c:pt>
                <c:pt idx="56577">
                  <c:v>0</c:v>
                </c:pt>
                <c:pt idx="56578">
                  <c:v>0</c:v>
                </c:pt>
                <c:pt idx="56579">
                  <c:v>0</c:v>
                </c:pt>
                <c:pt idx="56580">
                  <c:v>0</c:v>
                </c:pt>
                <c:pt idx="56581">
                  <c:v>0</c:v>
                </c:pt>
                <c:pt idx="56582">
                  <c:v>0</c:v>
                </c:pt>
                <c:pt idx="56583">
                  <c:v>0</c:v>
                </c:pt>
                <c:pt idx="56584">
                  <c:v>0</c:v>
                </c:pt>
                <c:pt idx="56585">
                  <c:v>0</c:v>
                </c:pt>
                <c:pt idx="56586">
                  <c:v>0</c:v>
                </c:pt>
                <c:pt idx="56587">
                  <c:v>0</c:v>
                </c:pt>
                <c:pt idx="56588">
                  <c:v>0</c:v>
                </c:pt>
                <c:pt idx="56589">
                  <c:v>0</c:v>
                </c:pt>
                <c:pt idx="56590">
                  <c:v>0</c:v>
                </c:pt>
                <c:pt idx="56591">
                  <c:v>0</c:v>
                </c:pt>
                <c:pt idx="56592">
                  <c:v>0</c:v>
                </c:pt>
                <c:pt idx="56593">
                  <c:v>0</c:v>
                </c:pt>
                <c:pt idx="56594">
                  <c:v>0</c:v>
                </c:pt>
                <c:pt idx="56595">
                  <c:v>0</c:v>
                </c:pt>
                <c:pt idx="56596">
                  <c:v>0</c:v>
                </c:pt>
                <c:pt idx="56597">
                  <c:v>0</c:v>
                </c:pt>
                <c:pt idx="56598">
                  <c:v>0</c:v>
                </c:pt>
                <c:pt idx="56599">
                  <c:v>0</c:v>
                </c:pt>
                <c:pt idx="56600">
                  <c:v>0</c:v>
                </c:pt>
                <c:pt idx="56601">
                  <c:v>0</c:v>
                </c:pt>
                <c:pt idx="56602">
                  <c:v>0</c:v>
                </c:pt>
                <c:pt idx="56603">
                  <c:v>0</c:v>
                </c:pt>
                <c:pt idx="56604">
                  <c:v>0</c:v>
                </c:pt>
                <c:pt idx="56605">
                  <c:v>0</c:v>
                </c:pt>
                <c:pt idx="56606">
                  <c:v>0</c:v>
                </c:pt>
                <c:pt idx="56607">
                  <c:v>0</c:v>
                </c:pt>
                <c:pt idx="56608">
                  <c:v>0</c:v>
                </c:pt>
                <c:pt idx="56609">
                  <c:v>0</c:v>
                </c:pt>
                <c:pt idx="56610">
                  <c:v>0</c:v>
                </c:pt>
                <c:pt idx="56611">
                  <c:v>0</c:v>
                </c:pt>
                <c:pt idx="56612">
                  <c:v>0</c:v>
                </c:pt>
                <c:pt idx="56613">
                  <c:v>0</c:v>
                </c:pt>
                <c:pt idx="56614">
                  <c:v>0</c:v>
                </c:pt>
                <c:pt idx="56615">
                  <c:v>0</c:v>
                </c:pt>
                <c:pt idx="56616">
                  <c:v>0</c:v>
                </c:pt>
                <c:pt idx="56617">
                  <c:v>0</c:v>
                </c:pt>
                <c:pt idx="56618">
                  <c:v>0</c:v>
                </c:pt>
                <c:pt idx="56619">
                  <c:v>0</c:v>
                </c:pt>
                <c:pt idx="56620">
                  <c:v>0</c:v>
                </c:pt>
                <c:pt idx="56621">
                  <c:v>0</c:v>
                </c:pt>
                <c:pt idx="56622">
                  <c:v>0</c:v>
                </c:pt>
                <c:pt idx="56623">
                  <c:v>0</c:v>
                </c:pt>
                <c:pt idx="56624">
                  <c:v>0</c:v>
                </c:pt>
                <c:pt idx="56625">
                  <c:v>0</c:v>
                </c:pt>
                <c:pt idx="56626">
                  <c:v>0</c:v>
                </c:pt>
                <c:pt idx="56627">
                  <c:v>0</c:v>
                </c:pt>
                <c:pt idx="56628">
                  <c:v>0</c:v>
                </c:pt>
                <c:pt idx="56629">
                  <c:v>0</c:v>
                </c:pt>
                <c:pt idx="56630">
                  <c:v>0</c:v>
                </c:pt>
                <c:pt idx="56631">
                  <c:v>0</c:v>
                </c:pt>
                <c:pt idx="56632">
                  <c:v>0</c:v>
                </c:pt>
                <c:pt idx="56633">
                  <c:v>0</c:v>
                </c:pt>
                <c:pt idx="56634">
                  <c:v>0</c:v>
                </c:pt>
                <c:pt idx="56635">
                  <c:v>0</c:v>
                </c:pt>
                <c:pt idx="56636">
                  <c:v>0</c:v>
                </c:pt>
                <c:pt idx="56637">
                  <c:v>0</c:v>
                </c:pt>
                <c:pt idx="56638">
                  <c:v>0</c:v>
                </c:pt>
                <c:pt idx="56639">
                  <c:v>0</c:v>
                </c:pt>
                <c:pt idx="56640">
                  <c:v>0</c:v>
                </c:pt>
                <c:pt idx="56641">
                  <c:v>0</c:v>
                </c:pt>
                <c:pt idx="56642">
                  <c:v>0</c:v>
                </c:pt>
                <c:pt idx="56643">
                  <c:v>0</c:v>
                </c:pt>
                <c:pt idx="56644">
                  <c:v>0</c:v>
                </c:pt>
                <c:pt idx="56645">
                  <c:v>0</c:v>
                </c:pt>
                <c:pt idx="56646">
                  <c:v>0</c:v>
                </c:pt>
                <c:pt idx="56647">
                  <c:v>0</c:v>
                </c:pt>
                <c:pt idx="56648">
                  <c:v>0</c:v>
                </c:pt>
                <c:pt idx="56649">
                  <c:v>0</c:v>
                </c:pt>
                <c:pt idx="56650">
                  <c:v>0</c:v>
                </c:pt>
                <c:pt idx="56651">
                  <c:v>0</c:v>
                </c:pt>
                <c:pt idx="56652">
                  <c:v>0</c:v>
                </c:pt>
                <c:pt idx="56653">
                  <c:v>0</c:v>
                </c:pt>
                <c:pt idx="56654">
                  <c:v>0</c:v>
                </c:pt>
                <c:pt idx="56655">
                  <c:v>0</c:v>
                </c:pt>
                <c:pt idx="56656">
                  <c:v>0</c:v>
                </c:pt>
                <c:pt idx="56657">
                  <c:v>0</c:v>
                </c:pt>
                <c:pt idx="56658">
                  <c:v>0</c:v>
                </c:pt>
                <c:pt idx="56659">
                  <c:v>0</c:v>
                </c:pt>
                <c:pt idx="56660">
                  <c:v>0</c:v>
                </c:pt>
                <c:pt idx="56661">
                  <c:v>0</c:v>
                </c:pt>
                <c:pt idx="56662">
                  <c:v>0</c:v>
                </c:pt>
                <c:pt idx="56663">
                  <c:v>0</c:v>
                </c:pt>
                <c:pt idx="56664">
                  <c:v>0</c:v>
                </c:pt>
                <c:pt idx="56665">
                  <c:v>0</c:v>
                </c:pt>
                <c:pt idx="56666">
                  <c:v>0</c:v>
                </c:pt>
                <c:pt idx="56667">
                  <c:v>0</c:v>
                </c:pt>
                <c:pt idx="56668">
                  <c:v>0</c:v>
                </c:pt>
                <c:pt idx="56669">
                  <c:v>0</c:v>
                </c:pt>
                <c:pt idx="56670">
                  <c:v>0</c:v>
                </c:pt>
                <c:pt idx="56671">
                  <c:v>0</c:v>
                </c:pt>
                <c:pt idx="56672">
                  <c:v>0</c:v>
                </c:pt>
                <c:pt idx="56673">
                  <c:v>0</c:v>
                </c:pt>
                <c:pt idx="56674">
                  <c:v>0</c:v>
                </c:pt>
                <c:pt idx="56675">
                  <c:v>0</c:v>
                </c:pt>
                <c:pt idx="56676">
                  <c:v>0</c:v>
                </c:pt>
                <c:pt idx="56677">
                  <c:v>0</c:v>
                </c:pt>
                <c:pt idx="56678">
                  <c:v>0</c:v>
                </c:pt>
                <c:pt idx="56679">
                  <c:v>0</c:v>
                </c:pt>
                <c:pt idx="56680">
                  <c:v>0</c:v>
                </c:pt>
                <c:pt idx="56681">
                  <c:v>0</c:v>
                </c:pt>
                <c:pt idx="56682">
                  <c:v>0</c:v>
                </c:pt>
                <c:pt idx="56683">
                  <c:v>0</c:v>
                </c:pt>
                <c:pt idx="56684">
                  <c:v>0</c:v>
                </c:pt>
                <c:pt idx="56685">
                  <c:v>0</c:v>
                </c:pt>
                <c:pt idx="56686">
                  <c:v>0</c:v>
                </c:pt>
                <c:pt idx="56687">
                  <c:v>0</c:v>
                </c:pt>
                <c:pt idx="56688">
                  <c:v>0</c:v>
                </c:pt>
                <c:pt idx="56689">
                  <c:v>0</c:v>
                </c:pt>
                <c:pt idx="56690">
                  <c:v>0</c:v>
                </c:pt>
                <c:pt idx="56691">
                  <c:v>0</c:v>
                </c:pt>
                <c:pt idx="56692">
                  <c:v>0</c:v>
                </c:pt>
                <c:pt idx="56693">
                  <c:v>0</c:v>
                </c:pt>
                <c:pt idx="56694">
                  <c:v>0</c:v>
                </c:pt>
                <c:pt idx="56695">
                  <c:v>0</c:v>
                </c:pt>
                <c:pt idx="56696">
                  <c:v>0</c:v>
                </c:pt>
                <c:pt idx="56697">
                  <c:v>0</c:v>
                </c:pt>
                <c:pt idx="56698">
                  <c:v>0</c:v>
                </c:pt>
                <c:pt idx="56699">
                  <c:v>0</c:v>
                </c:pt>
                <c:pt idx="56700">
                  <c:v>0</c:v>
                </c:pt>
                <c:pt idx="56701">
                  <c:v>0</c:v>
                </c:pt>
                <c:pt idx="56702">
                  <c:v>0</c:v>
                </c:pt>
                <c:pt idx="56703">
                  <c:v>0</c:v>
                </c:pt>
                <c:pt idx="56704">
                  <c:v>0</c:v>
                </c:pt>
                <c:pt idx="56705">
                  <c:v>0</c:v>
                </c:pt>
                <c:pt idx="56706">
                  <c:v>0</c:v>
                </c:pt>
                <c:pt idx="56707">
                  <c:v>0</c:v>
                </c:pt>
                <c:pt idx="56708">
                  <c:v>0</c:v>
                </c:pt>
                <c:pt idx="56709">
                  <c:v>0</c:v>
                </c:pt>
                <c:pt idx="56710">
                  <c:v>0</c:v>
                </c:pt>
                <c:pt idx="56711">
                  <c:v>0</c:v>
                </c:pt>
                <c:pt idx="56712">
                  <c:v>0</c:v>
                </c:pt>
                <c:pt idx="56713">
                  <c:v>0</c:v>
                </c:pt>
                <c:pt idx="56714">
                  <c:v>0</c:v>
                </c:pt>
                <c:pt idx="56715">
                  <c:v>0</c:v>
                </c:pt>
                <c:pt idx="56716">
                  <c:v>0</c:v>
                </c:pt>
                <c:pt idx="56717">
                  <c:v>0</c:v>
                </c:pt>
                <c:pt idx="56718">
                  <c:v>0</c:v>
                </c:pt>
                <c:pt idx="56719">
                  <c:v>0</c:v>
                </c:pt>
                <c:pt idx="56720">
                  <c:v>0</c:v>
                </c:pt>
                <c:pt idx="56721">
                  <c:v>0</c:v>
                </c:pt>
                <c:pt idx="56722">
                  <c:v>0</c:v>
                </c:pt>
                <c:pt idx="56723">
                  <c:v>0</c:v>
                </c:pt>
                <c:pt idx="56724">
                  <c:v>0</c:v>
                </c:pt>
                <c:pt idx="56725">
                  <c:v>0</c:v>
                </c:pt>
                <c:pt idx="56726">
                  <c:v>0</c:v>
                </c:pt>
                <c:pt idx="56727">
                  <c:v>0</c:v>
                </c:pt>
                <c:pt idx="56728">
                  <c:v>0</c:v>
                </c:pt>
                <c:pt idx="56729">
                  <c:v>0</c:v>
                </c:pt>
                <c:pt idx="56730">
                  <c:v>0</c:v>
                </c:pt>
                <c:pt idx="56731">
                  <c:v>0</c:v>
                </c:pt>
                <c:pt idx="56732">
                  <c:v>0</c:v>
                </c:pt>
                <c:pt idx="56733">
                  <c:v>0</c:v>
                </c:pt>
                <c:pt idx="56734">
                  <c:v>0</c:v>
                </c:pt>
                <c:pt idx="56735">
                  <c:v>0</c:v>
                </c:pt>
                <c:pt idx="56736">
                  <c:v>0</c:v>
                </c:pt>
                <c:pt idx="56737">
                  <c:v>0</c:v>
                </c:pt>
                <c:pt idx="56738">
                  <c:v>0</c:v>
                </c:pt>
                <c:pt idx="56739">
                  <c:v>0</c:v>
                </c:pt>
                <c:pt idx="56740">
                  <c:v>0</c:v>
                </c:pt>
                <c:pt idx="56741">
                  <c:v>0</c:v>
                </c:pt>
                <c:pt idx="56742">
                  <c:v>0</c:v>
                </c:pt>
                <c:pt idx="56743">
                  <c:v>0</c:v>
                </c:pt>
                <c:pt idx="56744">
                  <c:v>0</c:v>
                </c:pt>
                <c:pt idx="56745">
                  <c:v>0</c:v>
                </c:pt>
                <c:pt idx="56746">
                  <c:v>0</c:v>
                </c:pt>
                <c:pt idx="56747">
                  <c:v>0</c:v>
                </c:pt>
                <c:pt idx="56748">
                  <c:v>0</c:v>
                </c:pt>
                <c:pt idx="56749">
                  <c:v>0</c:v>
                </c:pt>
                <c:pt idx="56750">
                  <c:v>0</c:v>
                </c:pt>
                <c:pt idx="56751">
                  <c:v>0</c:v>
                </c:pt>
                <c:pt idx="56752">
                  <c:v>0</c:v>
                </c:pt>
                <c:pt idx="56753">
                  <c:v>0</c:v>
                </c:pt>
                <c:pt idx="56754">
                  <c:v>0</c:v>
                </c:pt>
                <c:pt idx="56755">
                  <c:v>0</c:v>
                </c:pt>
                <c:pt idx="56756">
                  <c:v>0</c:v>
                </c:pt>
                <c:pt idx="56757">
                  <c:v>0</c:v>
                </c:pt>
                <c:pt idx="56758">
                  <c:v>0</c:v>
                </c:pt>
                <c:pt idx="56759">
                  <c:v>0</c:v>
                </c:pt>
                <c:pt idx="56760">
                  <c:v>0</c:v>
                </c:pt>
                <c:pt idx="56761">
                  <c:v>0</c:v>
                </c:pt>
                <c:pt idx="56762">
                  <c:v>0</c:v>
                </c:pt>
                <c:pt idx="56763">
                  <c:v>0</c:v>
                </c:pt>
                <c:pt idx="56764">
                  <c:v>0</c:v>
                </c:pt>
                <c:pt idx="56765">
                  <c:v>0</c:v>
                </c:pt>
                <c:pt idx="56766">
                  <c:v>0</c:v>
                </c:pt>
                <c:pt idx="56767">
                  <c:v>0</c:v>
                </c:pt>
                <c:pt idx="56768">
                  <c:v>0</c:v>
                </c:pt>
                <c:pt idx="56769">
                  <c:v>0</c:v>
                </c:pt>
                <c:pt idx="56770">
                  <c:v>0</c:v>
                </c:pt>
                <c:pt idx="56771">
                  <c:v>0</c:v>
                </c:pt>
                <c:pt idx="56772">
                  <c:v>0</c:v>
                </c:pt>
                <c:pt idx="56773">
                  <c:v>0</c:v>
                </c:pt>
                <c:pt idx="56774">
                  <c:v>0</c:v>
                </c:pt>
                <c:pt idx="56775">
                  <c:v>0</c:v>
                </c:pt>
                <c:pt idx="56776">
                  <c:v>0</c:v>
                </c:pt>
                <c:pt idx="56777">
                  <c:v>0</c:v>
                </c:pt>
                <c:pt idx="56778">
                  <c:v>0</c:v>
                </c:pt>
                <c:pt idx="56779">
                  <c:v>0</c:v>
                </c:pt>
                <c:pt idx="56780">
                  <c:v>0</c:v>
                </c:pt>
                <c:pt idx="56781">
                  <c:v>0</c:v>
                </c:pt>
                <c:pt idx="56782">
                  <c:v>0</c:v>
                </c:pt>
                <c:pt idx="56783">
                  <c:v>0</c:v>
                </c:pt>
                <c:pt idx="56784">
                  <c:v>0</c:v>
                </c:pt>
                <c:pt idx="56785">
                  <c:v>0</c:v>
                </c:pt>
                <c:pt idx="56786">
                  <c:v>0</c:v>
                </c:pt>
                <c:pt idx="56787">
                  <c:v>0</c:v>
                </c:pt>
                <c:pt idx="56788">
                  <c:v>0</c:v>
                </c:pt>
                <c:pt idx="56789">
                  <c:v>0</c:v>
                </c:pt>
                <c:pt idx="56790">
                  <c:v>0</c:v>
                </c:pt>
                <c:pt idx="56791">
                  <c:v>0</c:v>
                </c:pt>
                <c:pt idx="56792">
                  <c:v>0</c:v>
                </c:pt>
                <c:pt idx="56793">
                  <c:v>0</c:v>
                </c:pt>
                <c:pt idx="56794">
                  <c:v>0</c:v>
                </c:pt>
                <c:pt idx="56795">
                  <c:v>0</c:v>
                </c:pt>
                <c:pt idx="56796">
                  <c:v>0</c:v>
                </c:pt>
                <c:pt idx="56797">
                  <c:v>0</c:v>
                </c:pt>
                <c:pt idx="56798">
                  <c:v>0</c:v>
                </c:pt>
                <c:pt idx="56799">
                  <c:v>0</c:v>
                </c:pt>
                <c:pt idx="56800">
                  <c:v>0</c:v>
                </c:pt>
                <c:pt idx="56801">
                  <c:v>0</c:v>
                </c:pt>
                <c:pt idx="56802">
                  <c:v>0</c:v>
                </c:pt>
                <c:pt idx="56803">
                  <c:v>0</c:v>
                </c:pt>
                <c:pt idx="56804">
                  <c:v>0</c:v>
                </c:pt>
                <c:pt idx="56805">
                  <c:v>0</c:v>
                </c:pt>
                <c:pt idx="56806">
                  <c:v>0</c:v>
                </c:pt>
                <c:pt idx="56807">
                  <c:v>0</c:v>
                </c:pt>
                <c:pt idx="56808">
                  <c:v>0</c:v>
                </c:pt>
                <c:pt idx="56809">
                  <c:v>0</c:v>
                </c:pt>
                <c:pt idx="56810">
                  <c:v>0</c:v>
                </c:pt>
                <c:pt idx="56811">
                  <c:v>0</c:v>
                </c:pt>
                <c:pt idx="56812">
                  <c:v>0</c:v>
                </c:pt>
                <c:pt idx="56813">
                  <c:v>0</c:v>
                </c:pt>
                <c:pt idx="56814">
                  <c:v>0</c:v>
                </c:pt>
                <c:pt idx="56815">
                  <c:v>0</c:v>
                </c:pt>
                <c:pt idx="56816">
                  <c:v>0</c:v>
                </c:pt>
                <c:pt idx="56817">
                  <c:v>0</c:v>
                </c:pt>
                <c:pt idx="56818">
                  <c:v>0</c:v>
                </c:pt>
                <c:pt idx="56819">
                  <c:v>0</c:v>
                </c:pt>
                <c:pt idx="56820">
                  <c:v>0</c:v>
                </c:pt>
                <c:pt idx="56821">
                  <c:v>0</c:v>
                </c:pt>
                <c:pt idx="56822">
                  <c:v>0</c:v>
                </c:pt>
                <c:pt idx="56823">
                  <c:v>0</c:v>
                </c:pt>
                <c:pt idx="56824">
                  <c:v>0</c:v>
                </c:pt>
                <c:pt idx="56825">
                  <c:v>0</c:v>
                </c:pt>
                <c:pt idx="56826">
                  <c:v>0</c:v>
                </c:pt>
                <c:pt idx="56827">
                  <c:v>0</c:v>
                </c:pt>
                <c:pt idx="56828">
                  <c:v>0</c:v>
                </c:pt>
                <c:pt idx="56829">
                  <c:v>0</c:v>
                </c:pt>
                <c:pt idx="56830">
                  <c:v>0</c:v>
                </c:pt>
                <c:pt idx="56831">
                  <c:v>0</c:v>
                </c:pt>
                <c:pt idx="56832">
                  <c:v>0</c:v>
                </c:pt>
                <c:pt idx="56833">
                  <c:v>0</c:v>
                </c:pt>
                <c:pt idx="56834">
                  <c:v>0</c:v>
                </c:pt>
                <c:pt idx="56835">
                  <c:v>0</c:v>
                </c:pt>
                <c:pt idx="56836">
                  <c:v>0</c:v>
                </c:pt>
                <c:pt idx="56837">
                  <c:v>0</c:v>
                </c:pt>
                <c:pt idx="56838">
                  <c:v>0</c:v>
                </c:pt>
                <c:pt idx="56839">
                  <c:v>0</c:v>
                </c:pt>
                <c:pt idx="56840">
                  <c:v>0</c:v>
                </c:pt>
                <c:pt idx="56841">
                  <c:v>0</c:v>
                </c:pt>
                <c:pt idx="56842">
                  <c:v>0</c:v>
                </c:pt>
                <c:pt idx="56843">
                  <c:v>0</c:v>
                </c:pt>
                <c:pt idx="56844">
                  <c:v>0</c:v>
                </c:pt>
                <c:pt idx="56845">
                  <c:v>0</c:v>
                </c:pt>
                <c:pt idx="56846">
                  <c:v>0</c:v>
                </c:pt>
                <c:pt idx="56847">
                  <c:v>0</c:v>
                </c:pt>
                <c:pt idx="56848">
                  <c:v>0</c:v>
                </c:pt>
                <c:pt idx="56849">
                  <c:v>0</c:v>
                </c:pt>
                <c:pt idx="56850">
                  <c:v>0</c:v>
                </c:pt>
                <c:pt idx="56851">
                  <c:v>0</c:v>
                </c:pt>
                <c:pt idx="56852">
                  <c:v>0</c:v>
                </c:pt>
                <c:pt idx="56853">
                  <c:v>0</c:v>
                </c:pt>
                <c:pt idx="56854">
                  <c:v>0</c:v>
                </c:pt>
                <c:pt idx="56855">
                  <c:v>0</c:v>
                </c:pt>
                <c:pt idx="56856">
                  <c:v>0</c:v>
                </c:pt>
                <c:pt idx="56857">
                  <c:v>0</c:v>
                </c:pt>
                <c:pt idx="56858">
                  <c:v>0</c:v>
                </c:pt>
                <c:pt idx="56859">
                  <c:v>0</c:v>
                </c:pt>
                <c:pt idx="56860">
                  <c:v>0</c:v>
                </c:pt>
                <c:pt idx="56861">
                  <c:v>0</c:v>
                </c:pt>
                <c:pt idx="56862">
                  <c:v>0</c:v>
                </c:pt>
                <c:pt idx="56863">
                  <c:v>0</c:v>
                </c:pt>
                <c:pt idx="56864">
                  <c:v>0</c:v>
                </c:pt>
                <c:pt idx="56865">
                  <c:v>0</c:v>
                </c:pt>
                <c:pt idx="56866">
                  <c:v>0</c:v>
                </c:pt>
                <c:pt idx="56867">
                  <c:v>0</c:v>
                </c:pt>
                <c:pt idx="56868">
                  <c:v>0</c:v>
                </c:pt>
                <c:pt idx="56869">
                  <c:v>0</c:v>
                </c:pt>
                <c:pt idx="56870">
                  <c:v>0</c:v>
                </c:pt>
                <c:pt idx="56871">
                  <c:v>0</c:v>
                </c:pt>
                <c:pt idx="56872">
                  <c:v>0</c:v>
                </c:pt>
                <c:pt idx="56873">
                  <c:v>0</c:v>
                </c:pt>
                <c:pt idx="56874">
                  <c:v>0</c:v>
                </c:pt>
                <c:pt idx="56875">
                  <c:v>0</c:v>
                </c:pt>
                <c:pt idx="56876">
                  <c:v>0</c:v>
                </c:pt>
                <c:pt idx="56877">
                  <c:v>0</c:v>
                </c:pt>
                <c:pt idx="56878">
                  <c:v>0</c:v>
                </c:pt>
                <c:pt idx="56879">
                  <c:v>0</c:v>
                </c:pt>
                <c:pt idx="56880">
                  <c:v>0</c:v>
                </c:pt>
                <c:pt idx="56881">
                  <c:v>0</c:v>
                </c:pt>
                <c:pt idx="56882">
                  <c:v>0</c:v>
                </c:pt>
                <c:pt idx="56883">
                  <c:v>0</c:v>
                </c:pt>
                <c:pt idx="56884">
                  <c:v>0</c:v>
                </c:pt>
                <c:pt idx="56885">
                  <c:v>0</c:v>
                </c:pt>
                <c:pt idx="56886">
                  <c:v>0</c:v>
                </c:pt>
                <c:pt idx="56887">
                  <c:v>0</c:v>
                </c:pt>
                <c:pt idx="56888">
                  <c:v>0</c:v>
                </c:pt>
                <c:pt idx="56889">
                  <c:v>0</c:v>
                </c:pt>
                <c:pt idx="56890">
                  <c:v>0</c:v>
                </c:pt>
                <c:pt idx="56891">
                  <c:v>0</c:v>
                </c:pt>
                <c:pt idx="56892">
                  <c:v>0</c:v>
                </c:pt>
                <c:pt idx="56893">
                  <c:v>0</c:v>
                </c:pt>
                <c:pt idx="56894">
                  <c:v>0</c:v>
                </c:pt>
                <c:pt idx="56895">
                  <c:v>0</c:v>
                </c:pt>
                <c:pt idx="56896">
                  <c:v>0</c:v>
                </c:pt>
                <c:pt idx="56897">
                  <c:v>0</c:v>
                </c:pt>
                <c:pt idx="56898">
                  <c:v>0</c:v>
                </c:pt>
                <c:pt idx="56899">
                  <c:v>0</c:v>
                </c:pt>
                <c:pt idx="56900">
                  <c:v>0</c:v>
                </c:pt>
                <c:pt idx="56901">
                  <c:v>0</c:v>
                </c:pt>
                <c:pt idx="56902">
                  <c:v>0</c:v>
                </c:pt>
                <c:pt idx="56903">
                  <c:v>0</c:v>
                </c:pt>
                <c:pt idx="56904">
                  <c:v>0</c:v>
                </c:pt>
                <c:pt idx="56905">
                  <c:v>0</c:v>
                </c:pt>
                <c:pt idx="56906">
                  <c:v>0</c:v>
                </c:pt>
                <c:pt idx="56907">
                  <c:v>0</c:v>
                </c:pt>
                <c:pt idx="56908">
                  <c:v>0</c:v>
                </c:pt>
                <c:pt idx="56909">
                  <c:v>0</c:v>
                </c:pt>
                <c:pt idx="56910">
                  <c:v>0</c:v>
                </c:pt>
                <c:pt idx="56911">
                  <c:v>0</c:v>
                </c:pt>
                <c:pt idx="56912">
                  <c:v>0</c:v>
                </c:pt>
                <c:pt idx="56913">
                  <c:v>0</c:v>
                </c:pt>
                <c:pt idx="56914">
                  <c:v>0</c:v>
                </c:pt>
                <c:pt idx="56915">
                  <c:v>0</c:v>
                </c:pt>
                <c:pt idx="56916">
                  <c:v>0</c:v>
                </c:pt>
                <c:pt idx="56917">
                  <c:v>0</c:v>
                </c:pt>
                <c:pt idx="56918">
                  <c:v>0</c:v>
                </c:pt>
                <c:pt idx="56919">
                  <c:v>0</c:v>
                </c:pt>
                <c:pt idx="56920">
                  <c:v>0</c:v>
                </c:pt>
                <c:pt idx="56921">
                  <c:v>0</c:v>
                </c:pt>
                <c:pt idx="56922">
                  <c:v>0</c:v>
                </c:pt>
                <c:pt idx="56923">
                  <c:v>0</c:v>
                </c:pt>
                <c:pt idx="56924">
                  <c:v>0</c:v>
                </c:pt>
                <c:pt idx="56925">
                  <c:v>0</c:v>
                </c:pt>
                <c:pt idx="56926">
                  <c:v>0</c:v>
                </c:pt>
                <c:pt idx="56927">
                  <c:v>0</c:v>
                </c:pt>
                <c:pt idx="56928">
                  <c:v>0</c:v>
                </c:pt>
                <c:pt idx="56929">
                  <c:v>0</c:v>
                </c:pt>
                <c:pt idx="56930">
                  <c:v>0</c:v>
                </c:pt>
                <c:pt idx="56931">
                  <c:v>0</c:v>
                </c:pt>
                <c:pt idx="56932">
                  <c:v>0</c:v>
                </c:pt>
                <c:pt idx="56933">
                  <c:v>0</c:v>
                </c:pt>
                <c:pt idx="56934">
                  <c:v>0</c:v>
                </c:pt>
                <c:pt idx="56935">
                  <c:v>0</c:v>
                </c:pt>
                <c:pt idx="56936">
                  <c:v>0</c:v>
                </c:pt>
                <c:pt idx="56937">
                  <c:v>0</c:v>
                </c:pt>
                <c:pt idx="56938">
                  <c:v>0</c:v>
                </c:pt>
                <c:pt idx="56939">
                  <c:v>0</c:v>
                </c:pt>
                <c:pt idx="56940">
                  <c:v>0</c:v>
                </c:pt>
                <c:pt idx="56941">
                  <c:v>0</c:v>
                </c:pt>
                <c:pt idx="56942">
                  <c:v>0</c:v>
                </c:pt>
                <c:pt idx="56943">
                  <c:v>0</c:v>
                </c:pt>
                <c:pt idx="56944">
                  <c:v>0</c:v>
                </c:pt>
                <c:pt idx="56945">
                  <c:v>0</c:v>
                </c:pt>
                <c:pt idx="56946">
                  <c:v>0</c:v>
                </c:pt>
                <c:pt idx="56947">
                  <c:v>0</c:v>
                </c:pt>
                <c:pt idx="56948">
                  <c:v>0</c:v>
                </c:pt>
                <c:pt idx="56949">
                  <c:v>0</c:v>
                </c:pt>
                <c:pt idx="56950">
                  <c:v>0</c:v>
                </c:pt>
                <c:pt idx="56951">
                  <c:v>0</c:v>
                </c:pt>
                <c:pt idx="56952">
                  <c:v>0</c:v>
                </c:pt>
                <c:pt idx="56953">
                  <c:v>0</c:v>
                </c:pt>
                <c:pt idx="56954">
                  <c:v>0</c:v>
                </c:pt>
                <c:pt idx="56955">
                  <c:v>0</c:v>
                </c:pt>
                <c:pt idx="56956">
                  <c:v>0</c:v>
                </c:pt>
                <c:pt idx="56957">
                  <c:v>0</c:v>
                </c:pt>
                <c:pt idx="56958">
                  <c:v>0</c:v>
                </c:pt>
                <c:pt idx="56959">
                  <c:v>0</c:v>
                </c:pt>
                <c:pt idx="56960">
                  <c:v>0</c:v>
                </c:pt>
                <c:pt idx="56961">
                  <c:v>0</c:v>
                </c:pt>
                <c:pt idx="56962">
                  <c:v>0</c:v>
                </c:pt>
                <c:pt idx="56963">
                  <c:v>0</c:v>
                </c:pt>
                <c:pt idx="56964">
                  <c:v>0</c:v>
                </c:pt>
                <c:pt idx="56965">
                  <c:v>0</c:v>
                </c:pt>
                <c:pt idx="56966">
                  <c:v>0</c:v>
                </c:pt>
                <c:pt idx="56967">
                  <c:v>0</c:v>
                </c:pt>
                <c:pt idx="56968">
                  <c:v>0</c:v>
                </c:pt>
                <c:pt idx="56969">
                  <c:v>0</c:v>
                </c:pt>
                <c:pt idx="56970">
                  <c:v>0</c:v>
                </c:pt>
                <c:pt idx="56971">
                  <c:v>0</c:v>
                </c:pt>
                <c:pt idx="56972">
                  <c:v>0</c:v>
                </c:pt>
                <c:pt idx="56973">
                  <c:v>0</c:v>
                </c:pt>
                <c:pt idx="56974">
                  <c:v>0</c:v>
                </c:pt>
                <c:pt idx="56975">
                  <c:v>0</c:v>
                </c:pt>
                <c:pt idx="56976">
                  <c:v>0</c:v>
                </c:pt>
                <c:pt idx="56977">
                  <c:v>0</c:v>
                </c:pt>
                <c:pt idx="56978">
                  <c:v>0</c:v>
                </c:pt>
                <c:pt idx="56979">
                  <c:v>0</c:v>
                </c:pt>
                <c:pt idx="56980">
                  <c:v>0</c:v>
                </c:pt>
                <c:pt idx="56981">
                  <c:v>0</c:v>
                </c:pt>
                <c:pt idx="56982">
                  <c:v>0</c:v>
                </c:pt>
                <c:pt idx="56983">
                  <c:v>0</c:v>
                </c:pt>
                <c:pt idx="56984">
                  <c:v>0</c:v>
                </c:pt>
                <c:pt idx="56985">
                  <c:v>0</c:v>
                </c:pt>
                <c:pt idx="56986">
                  <c:v>0</c:v>
                </c:pt>
                <c:pt idx="56987">
                  <c:v>0</c:v>
                </c:pt>
                <c:pt idx="56988">
                  <c:v>0</c:v>
                </c:pt>
                <c:pt idx="56989">
                  <c:v>0</c:v>
                </c:pt>
                <c:pt idx="56990">
                  <c:v>0</c:v>
                </c:pt>
                <c:pt idx="56991">
                  <c:v>0</c:v>
                </c:pt>
                <c:pt idx="56992">
                  <c:v>0</c:v>
                </c:pt>
                <c:pt idx="56993">
                  <c:v>0</c:v>
                </c:pt>
                <c:pt idx="56994">
                  <c:v>0</c:v>
                </c:pt>
                <c:pt idx="56995">
                  <c:v>0</c:v>
                </c:pt>
                <c:pt idx="56996">
                  <c:v>0</c:v>
                </c:pt>
                <c:pt idx="56997">
                  <c:v>0</c:v>
                </c:pt>
                <c:pt idx="56998">
                  <c:v>0</c:v>
                </c:pt>
                <c:pt idx="56999">
                  <c:v>0</c:v>
                </c:pt>
                <c:pt idx="57000">
                  <c:v>0</c:v>
                </c:pt>
                <c:pt idx="57001">
                  <c:v>0</c:v>
                </c:pt>
                <c:pt idx="57002">
                  <c:v>0</c:v>
                </c:pt>
                <c:pt idx="57003">
                  <c:v>0</c:v>
                </c:pt>
                <c:pt idx="57004">
                  <c:v>0</c:v>
                </c:pt>
                <c:pt idx="57005">
                  <c:v>0</c:v>
                </c:pt>
                <c:pt idx="57006">
                  <c:v>0</c:v>
                </c:pt>
                <c:pt idx="57007">
                  <c:v>0</c:v>
                </c:pt>
                <c:pt idx="57008">
                  <c:v>0</c:v>
                </c:pt>
                <c:pt idx="57009">
                  <c:v>0</c:v>
                </c:pt>
                <c:pt idx="57010">
                  <c:v>0</c:v>
                </c:pt>
                <c:pt idx="57011">
                  <c:v>0</c:v>
                </c:pt>
                <c:pt idx="57012">
                  <c:v>0</c:v>
                </c:pt>
                <c:pt idx="57013">
                  <c:v>0</c:v>
                </c:pt>
                <c:pt idx="57014">
                  <c:v>0</c:v>
                </c:pt>
                <c:pt idx="57015">
                  <c:v>0</c:v>
                </c:pt>
                <c:pt idx="57016">
                  <c:v>0</c:v>
                </c:pt>
                <c:pt idx="57017">
                  <c:v>0</c:v>
                </c:pt>
                <c:pt idx="57018">
                  <c:v>0</c:v>
                </c:pt>
                <c:pt idx="57019">
                  <c:v>0</c:v>
                </c:pt>
                <c:pt idx="57020">
                  <c:v>0</c:v>
                </c:pt>
                <c:pt idx="57021">
                  <c:v>0</c:v>
                </c:pt>
                <c:pt idx="57022">
                  <c:v>0</c:v>
                </c:pt>
                <c:pt idx="57023">
                  <c:v>0</c:v>
                </c:pt>
                <c:pt idx="57024">
                  <c:v>0</c:v>
                </c:pt>
                <c:pt idx="57025">
                  <c:v>0</c:v>
                </c:pt>
                <c:pt idx="57026">
                  <c:v>0</c:v>
                </c:pt>
                <c:pt idx="57027">
                  <c:v>0</c:v>
                </c:pt>
                <c:pt idx="57028">
                  <c:v>0</c:v>
                </c:pt>
                <c:pt idx="57029">
                  <c:v>0</c:v>
                </c:pt>
                <c:pt idx="57030">
                  <c:v>0</c:v>
                </c:pt>
                <c:pt idx="57031">
                  <c:v>0</c:v>
                </c:pt>
                <c:pt idx="57032">
                  <c:v>0</c:v>
                </c:pt>
                <c:pt idx="57033">
                  <c:v>0</c:v>
                </c:pt>
                <c:pt idx="57034">
                  <c:v>0</c:v>
                </c:pt>
                <c:pt idx="57035">
                  <c:v>0</c:v>
                </c:pt>
                <c:pt idx="57036">
                  <c:v>0</c:v>
                </c:pt>
                <c:pt idx="57037">
                  <c:v>0</c:v>
                </c:pt>
                <c:pt idx="57038">
                  <c:v>0</c:v>
                </c:pt>
                <c:pt idx="57039">
                  <c:v>0</c:v>
                </c:pt>
                <c:pt idx="57040">
                  <c:v>0</c:v>
                </c:pt>
                <c:pt idx="57041">
                  <c:v>0</c:v>
                </c:pt>
                <c:pt idx="57042">
                  <c:v>0</c:v>
                </c:pt>
                <c:pt idx="57043">
                  <c:v>0</c:v>
                </c:pt>
                <c:pt idx="57044">
                  <c:v>0</c:v>
                </c:pt>
                <c:pt idx="57045">
                  <c:v>0</c:v>
                </c:pt>
                <c:pt idx="57046">
                  <c:v>0</c:v>
                </c:pt>
                <c:pt idx="57047">
                  <c:v>0</c:v>
                </c:pt>
                <c:pt idx="57048">
                  <c:v>0</c:v>
                </c:pt>
                <c:pt idx="57049">
                  <c:v>0</c:v>
                </c:pt>
                <c:pt idx="57050">
                  <c:v>0</c:v>
                </c:pt>
                <c:pt idx="57051">
                  <c:v>0</c:v>
                </c:pt>
                <c:pt idx="57052">
                  <c:v>0</c:v>
                </c:pt>
                <c:pt idx="57053">
                  <c:v>0</c:v>
                </c:pt>
                <c:pt idx="57054">
                  <c:v>0</c:v>
                </c:pt>
                <c:pt idx="57055">
                  <c:v>0</c:v>
                </c:pt>
                <c:pt idx="57056">
                  <c:v>0</c:v>
                </c:pt>
                <c:pt idx="57057">
                  <c:v>0</c:v>
                </c:pt>
                <c:pt idx="57058">
                  <c:v>0</c:v>
                </c:pt>
                <c:pt idx="57059">
                  <c:v>0</c:v>
                </c:pt>
                <c:pt idx="57060">
                  <c:v>0</c:v>
                </c:pt>
                <c:pt idx="57061">
                  <c:v>0</c:v>
                </c:pt>
                <c:pt idx="57062">
                  <c:v>0</c:v>
                </c:pt>
                <c:pt idx="57063">
                  <c:v>0</c:v>
                </c:pt>
                <c:pt idx="57064">
                  <c:v>0</c:v>
                </c:pt>
                <c:pt idx="57065">
                  <c:v>0</c:v>
                </c:pt>
                <c:pt idx="57066">
                  <c:v>0</c:v>
                </c:pt>
                <c:pt idx="57067">
                  <c:v>0</c:v>
                </c:pt>
                <c:pt idx="57068">
                  <c:v>0</c:v>
                </c:pt>
                <c:pt idx="57069">
                  <c:v>0</c:v>
                </c:pt>
                <c:pt idx="57070">
                  <c:v>0</c:v>
                </c:pt>
                <c:pt idx="57071">
                  <c:v>0</c:v>
                </c:pt>
                <c:pt idx="57072">
                  <c:v>0</c:v>
                </c:pt>
                <c:pt idx="57073">
                  <c:v>0</c:v>
                </c:pt>
                <c:pt idx="57074">
                  <c:v>0</c:v>
                </c:pt>
                <c:pt idx="57075">
                  <c:v>0</c:v>
                </c:pt>
                <c:pt idx="57076">
                  <c:v>0</c:v>
                </c:pt>
                <c:pt idx="57077">
                  <c:v>0</c:v>
                </c:pt>
                <c:pt idx="57078">
                  <c:v>0</c:v>
                </c:pt>
                <c:pt idx="57079">
                  <c:v>0</c:v>
                </c:pt>
                <c:pt idx="57080">
                  <c:v>0</c:v>
                </c:pt>
                <c:pt idx="57081">
                  <c:v>0</c:v>
                </c:pt>
                <c:pt idx="57082">
                  <c:v>0</c:v>
                </c:pt>
                <c:pt idx="57083">
                  <c:v>0</c:v>
                </c:pt>
                <c:pt idx="57084">
                  <c:v>0</c:v>
                </c:pt>
                <c:pt idx="57085">
                  <c:v>0</c:v>
                </c:pt>
                <c:pt idx="57086">
                  <c:v>0</c:v>
                </c:pt>
                <c:pt idx="57087">
                  <c:v>0</c:v>
                </c:pt>
                <c:pt idx="57088">
                  <c:v>0</c:v>
                </c:pt>
                <c:pt idx="57089">
                  <c:v>0</c:v>
                </c:pt>
                <c:pt idx="57090">
                  <c:v>0</c:v>
                </c:pt>
                <c:pt idx="57091">
                  <c:v>0</c:v>
                </c:pt>
                <c:pt idx="57092">
                  <c:v>0</c:v>
                </c:pt>
                <c:pt idx="57093">
                  <c:v>0</c:v>
                </c:pt>
                <c:pt idx="57094">
                  <c:v>0</c:v>
                </c:pt>
                <c:pt idx="57095">
                  <c:v>0</c:v>
                </c:pt>
                <c:pt idx="57096">
                  <c:v>0</c:v>
                </c:pt>
                <c:pt idx="57097">
                  <c:v>0</c:v>
                </c:pt>
                <c:pt idx="57098">
                  <c:v>0</c:v>
                </c:pt>
                <c:pt idx="57099">
                  <c:v>0</c:v>
                </c:pt>
                <c:pt idx="57100">
                  <c:v>0</c:v>
                </c:pt>
                <c:pt idx="57101">
                  <c:v>0</c:v>
                </c:pt>
                <c:pt idx="57102">
                  <c:v>0</c:v>
                </c:pt>
                <c:pt idx="57103">
                  <c:v>0</c:v>
                </c:pt>
                <c:pt idx="57104">
                  <c:v>0</c:v>
                </c:pt>
                <c:pt idx="57105">
                  <c:v>0</c:v>
                </c:pt>
                <c:pt idx="57106">
                  <c:v>0</c:v>
                </c:pt>
                <c:pt idx="57107">
                  <c:v>0</c:v>
                </c:pt>
                <c:pt idx="57108">
                  <c:v>0</c:v>
                </c:pt>
                <c:pt idx="57109">
                  <c:v>0</c:v>
                </c:pt>
                <c:pt idx="57110">
                  <c:v>0</c:v>
                </c:pt>
                <c:pt idx="57111">
                  <c:v>0</c:v>
                </c:pt>
                <c:pt idx="57112">
                  <c:v>0</c:v>
                </c:pt>
                <c:pt idx="57113">
                  <c:v>0</c:v>
                </c:pt>
                <c:pt idx="57114">
                  <c:v>0</c:v>
                </c:pt>
                <c:pt idx="57115">
                  <c:v>0</c:v>
                </c:pt>
                <c:pt idx="57116">
                  <c:v>0</c:v>
                </c:pt>
                <c:pt idx="57117">
                  <c:v>0</c:v>
                </c:pt>
                <c:pt idx="57118">
                  <c:v>0</c:v>
                </c:pt>
                <c:pt idx="57119">
                  <c:v>0</c:v>
                </c:pt>
                <c:pt idx="57120">
                  <c:v>0</c:v>
                </c:pt>
                <c:pt idx="57121">
                  <c:v>0</c:v>
                </c:pt>
                <c:pt idx="57122">
                  <c:v>0</c:v>
                </c:pt>
                <c:pt idx="57123">
                  <c:v>0</c:v>
                </c:pt>
                <c:pt idx="57124">
                  <c:v>0</c:v>
                </c:pt>
                <c:pt idx="57125">
                  <c:v>0</c:v>
                </c:pt>
                <c:pt idx="57126">
                  <c:v>0</c:v>
                </c:pt>
                <c:pt idx="57127">
                  <c:v>0</c:v>
                </c:pt>
                <c:pt idx="57128">
                  <c:v>0</c:v>
                </c:pt>
                <c:pt idx="57129">
                  <c:v>0</c:v>
                </c:pt>
                <c:pt idx="57130">
                  <c:v>0</c:v>
                </c:pt>
                <c:pt idx="57131">
                  <c:v>0</c:v>
                </c:pt>
                <c:pt idx="57132">
                  <c:v>0</c:v>
                </c:pt>
                <c:pt idx="57133">
                  <c:v>0</c:v>
                </c:pt>
                <c:pt idx="57134">
                  <c:v>0</c:v>
                </c:pt>
                <c:pt idx="57135">
                  <c:v>0</c:v>
                </c:pt>
                <c:pt idx="57136">
                  <c:v>0</c:v>
                </c:pt>
                <c:pt idx="57137">
                  <c:v>0</c:v>
                </c:pt>
                <c:pt idx="57138">
                  <c:v>0</c:v>
                </c:pt>
                <c:pt idx="57139">
                  <c:v>0</c:v>
                </c:pt>
                <c:pt idx="57140">
                  <c:v>0</c:v>
                </c:pt>
                <c:pt idx="57141">
                  <c:v>0</c:v>
                </c:pt>
                <c:pt idx="57142">
                  <c:v>0</c:v>
                </c:pt>
                <c:pt idx="57143">
                  <c:v>0</c:v>
                </c:pt>
                <c:pt idx="57144">
                  <c:v>0</c:v>
                </c:pt>
                <c:pt idx="57145">
                  <c:v>0</c:v>
                </c:pt>
                <c:pt idx="57146">
                  <c:v>0</c:v>
                </c:pt>
                <c:pt idx="57147">
                  <c:v>0</c:v>
                </c:pt>
                <c:pt idx="57148">
                  <c:v>0</c:v>
                </c:pt>
                <c:pt idx="57149">
                  <c:v>0</c:v>
                </c:pt>
                <c:pt idx="57150">
                  <c:v>0</c:v>
                </c:pt>
                <c:pt idx="57151">
                  <c:v>0</c:v>
                </c:pt>
                <c:pt idx="57152">
                  <c:v>0</c:v>
                </c:pt>
                <c:pt idx="57153">
                  <c:v>0</c:v>
                </c:pt>
                <c:pt idx="57154">
                  <c:v>0</c:v>
                </c:pt>
                <c:pt idx="57155">
                  <c:v>0</c:v>
                </c:pt>
                <c:pt idx="57156">
                  <c:v>0</c:v>
                </c:pt>
                <c:pt idx="57157">
                  <c:v>0</c:v>
                </c:pt>
                <c:pt idx="57158">
                  <c:v>0</c:v>
                </c:pt>
                <c:pt idx="57159">
                  <c:v>0</c:v>
                </c:pt>
                <c:pt idx="57160">
                  <c:v>0</c:v>
                </c:pt>
                <c:pt idx="57161">
                  <c:v>0</c:v>
                </c:pt>
                <c:pt idx="57162">
                  <c:v>0</c:v>
                </c:pt>
                <c:pt idx="57163">
                  <c:v>0</c:v>
                </c:pt>
                <c:pt idx="57164">
                  <c:v>0</c:v>
                </c:pt>
                <c:pt idx="57165">
                  <c:v>0</c:v>
                </c:pt>
                <c:pt idx="57166">
                  <c:v>0</c:v>
                </c:pt>
                <c:pt idx="57167">
                  <c:v>0</c:v>
                </c:pt>
                <c:pt idx="57168">
                  <c:v>0</c:v>
                </c:pt>
                <c:pt idx="57169">
                  <c:v>0</c:v>
                </c:pt>
                <c:pt idx="57170">
                  <c:v>0</c:v>
                </c:pt>
                <c:pt idx="57171">
                  <c:v>0</c:v>
                </c:pt>
                <c:pt idx="57172">
                  <c:v>0</c:v>
                </c:pt>
                <c:pt idx="57173">
                  <c:v>0</c:v>
                </c:pt>
                <c:pt idx="57174">
                  <c:v>0</c:v>
                </c:pt>
                <c:pt idx="57175">
                  <c:v>0</c:v>
                </c:pt>
                <c:pt idx="57176">
                  <c:v>0</c:v>
                </c:pt>
                <c:pt idx="57177">
                  <c:v>0</c:v>
                </c:pt>
                <c:pt idx="57178">
                  <c:v>0</c:v>
                </c:pt>
                <c:pt idx="57179">
                  <c:v>0</c:v>
                </c:pt>
                <c:pt idx="57180">
                  <c:v>0</c:v>
                </c:pt>
                <c:pt idx="57181">
                  <c:v>0</c:v>
                </c:pt>
                <c:pt idx="57182">
                  <c:v>0</c:v>
                </c:pt>
                <c:pt idx="57183">
                  <c:v>0</c:v>
                </c:pt>
                <c:pt idx="57184">
                  <c:v>0</c:v>
                </c:pt>
                <c:pt idx="57185">
                  <c:v>0</c:v>
                </c:pt>
                <c:pt idx="57186">
                  <c:v>0</c:v>
                </c:pt>
                <c:pt idx="57187">
                  <c:v>0</c:v>
                </c:pt>
                <c:pt idx="57188">
                  <c:v>0</c:v>
                </c:pt>
                <c:pt idx="57189">
                  <c:v>0</c:v>
                </c:pt>
                <c:pt idx="57190">
                  <c:v>0</c:v>
                </c:pt>
                <c:pt idx="57191">
                  <c:v>0</c:v>
                </c:pt>
                <c:pt idx="57192">
                  <c:v>0</c:v>
                </c:pt>
                <c:pt idx="57193">
                  <c:v>0</c:v>
                </c:pt>
                <c:pt idx="57194">
                  <c:v>0</c:v>
                </c:pt>
                <c:pt idx="57195">
                  <c:v>0</c:v>
                </c:pt>
                <c:pt idx="57196">
                  <c:v>0</c:v>
                </c:pt>
                <c:pt idx="57197">
                  <c:v>0</c:v>
                </c:pt>
                <c:pt idx="57198">
                  <c:v>0</c:v>
                </c:pt>
                <c:pt idx="57199">
                  <c:v>0</c:v>
                </c:pt>
                <c:pt idx="57200">
                  <c:v>0</c:v>
                </c:pt>
                <c:pt idx="57201">
                  <c:v>0</c:v>
                </c:pt>
                <c:pt idx="57202">
                  <c:v>0</c:v>
                </c:pt>
                <c:pt idx="57203">
                  <c:v>0</c:v>
                </c:pt>
                <c:pt idx="57204">
                  <c:v>0</c:v>
                </c:pt>
                <c:pt idx="57205">
                  <c:v>0</c:v>
                </c:pt>
                <c:pt idx="57206">
                  <c:v>0</c:v>
                </c:pt>
                <c:pt idx="57207">
                  <c:v>0</c:v>
                </c:pt>
                <c:pt idx="57208">
                  <c:v>0</c:v>
                </c:pt>
                <c:pt idx="57209">
                  <c:v>0</c:v>
                </c:pt>
                <c:pt idx="57210">
                  <c:v>0</c:v>
                </c:pt>
                <c:pt idx="57211">
                  <c:v>0</c:v>
                </c:pt>
                <c:pt idx="57212">
                  <c:v>0</c:v>
                </c:pt>
                <c:pt idx="57213">
                  <c:v>0</c:v>
                </c:pt>
                <c:pt idx="57214">
                  <c:v>0</c:v>
                </c:pt>
                <c:pt idx="57215">
                  <c:v>0</c:v>
                </c:pt>
                <c:pt idx="57216">
                  <c:v>0</c:v>
                </c:pt>
                <c:pt idx="57217">
                  <c:v>0</c:v>
                </c:pt>
                <c:pt idx="57218">
                  <c:v>0</c:v>
                </c:pt>
                <c:pt idx="57219">
                  <c:v>0</c:v>
                </c:pt>
                <c:pt idx="57220">
                  <c:v>0</c:v>
                </c:pt>
                <c:pt idx="57221">
                  <c:v>0</c:v>
                </c:pt>
                <c:pt idx="57222">
                  <c:v>0</c:v>
                </c:pt>
                <c:pt idx="57223">
                  <c:v>0</c:v>
                </c:pt>
                <c:pt idx="57224">
                  <c:v>0</c:v>
                </c:pt>
                <c:pt idx="57225">
                  <c:v>0</c:v>
                </c:pt>
                <c:pt idx="57226">
                  <c:v>0</c:v>
                </c:pt>
                <c:pt idx="57227">
                  <c:v>0</c:v>
                </c:pt>
                <c:pt idx="57228">
                  <c:v>0</c:v>
                </c:pt>
                <c:pt idx="57229">
                  <c:v>0</c:v>
                </c:pt>
                <c:pt idx="57230">
                  <c:v>0</c:v>
                </c:pt>
                <c:pt idx="57231">
                  <c:v>0</c:v>
                </c:pt>
                <c:pt idx="57232">
                  <c:v>0</c:v>
                </c:pt>
                <c:pt idx="57233">
                  <c:v>0</c:v>
                </c:pt>
                <c:pt idx="57234">
                  <c:v>0</c:v>
                </c:pt>
                <c:pt idx="57235">
                  <c:v>0</c:v>
                </c:pt>
                <c:pt idx="57236">
                  <c:v>0</c:v>
                </c:pt>
                <c:pt idx="57237">
                  <c:v>0</c:v>
                </c:pt>
                <c:pt idx="57238">
                  <c:v>0</c:v>
                </c:pt>
                <c:pt idx="57239">
                  <c:v>0</c:v>
                </c:pt>
                <c:pt idx="57240">
                  <c:v>0</c:v>
                </c:pt>
                <c:pt idx="57241">
                  <c:v>0</c:v>
                </c:pt>
                <c:pt idx="57242">
                  <c:v>0</c:v>
                </c:pt>
                <c:pt idx="57243">
                  <c:v>0</c:v>
                </c:pt>
                <c:pt idx="57244">
                  <c:v>0</c:v>
                </c:pt>
                <c:pt idx="57245">
                  <c:v>0</c:v>
                </c:pt>
                <c:pt idx="57246">
                  <c:v>0</c:v>
                </c:pt>
                <c:pt idx="57247">
                  <c:v>0</c:v>
                </c:pt>
                <c:pt idx="57248">
                  <c:v>0</c:v>
                </c:pt>
                <c:pt idx="57249">
                  <c:v>0</c:v>
                </c:pt>
                <c:pt idx="57250">
                  <c:v>0</c:v>
                </c:pt>
                <c:pt idx="57251">
                  <c:v>0</c:v>
                </c:pt>
                <c:pt idx="57252">
                  <c:v>0</c:v>
                </c:pt>
                <c:pt idx="57253">
                  <c:v>0</c:v>
                </c:pt>
                <c:pt idx="57254">
                  <c:v>0</c:v>
                </c:pt>
                <c:pt idx="57255">
                  <c:v>0</c:v>
                </c:pt>
                <c:pt idx="57256">
                  <c:v>0</c:v>
                </c:pt>
                <c:pt idx="57257">
                  <c:v>0</c:v>
                </c:pt>
                <c:pt idx="57258">
                  <c:v>0</c:v>
                </c:pt>
                <c:pt idx="57259">
                  <c:v>0</c:v>
                </c:pt>
                <c:pt idx="57260">
                  <c:v>0</c:v>
                </c:pt>
                <c:pt idx="57261">
                  <c:v>0</c:v>
                </c:pt>
                <c:pt idx="57262">
                  <c:v>0</c:v>
                </c:pt>
                <c:pt idx="57263">
                  <c:v>0</c:v>
                </c:pt>
                <c:pt idx="57264">
                  <c:v>0</c:v>
                </c:pt>
                <c:pt idx="57265">
                  <c:v>0</c:v>
                </c:pt>
                <c:pt idx="57266">
                  <c:v>0</c:v>
                </c:pt>
                <c:pt idx="57267">
                  <c:v>0</c:v>
                </c:pt>
                <c:pt idx="57268">
                  <c:v>0</c:v>
                </c:pt>
                <c:pt idx="57269">
                  <c:v>0</c:v>
                </c:pt>
                <c:pt idx="57270">
                  <c:v>0</c:v>
                </c:pt>
                <c:pt idx="57271">
                  <c:v>0</c:v>
                </c:pt>
                <c:pt idx="57272">
                  <c:v>0</c:v>
                </c:pt>
                <c:pt idx="57273">
                  <c:v>0</c:v>
                </c:pt>
                <c:pt idx="57274">
                  <c:v>0</c:v>
                </c:pt>
                <c:pt idx="57275">
                  <c:v>0</c:v>
                </c:pt>
                <c:pt idx="57276">
                  <c:v>0</c:v>
                </c:pt>
                <c:pt idx="57277">
                  <c:v>0</c:v>
                </c:pt>
                <c:pt idx="57278">
                  <c:v>0</c:v>
                </c:pt>
                <c:pt idx="57279">
                  <c:v>0</c:v>
                </c:pt>
                <c:pt idx="57280">
                  <c:v>0</c:v>
                </c:pt>
                <c:pt idx="57281">
                  <c:v>0</c:v>
                </c:pt>
                <c:pt idx="57282">
                  <c:v>0</c:v>
                </c:pt>
                <c:pt idx="57283">
                  <c:v>0</c:v>
                </c:pt>
                <c:pt idx="57284">
                  <c:v>0</c:v>
                </c:pt>
                <c:pt idx="57285">
                  <c:v>0</c:v>
                </c:pt>
                <c:pt idx="57286">
                  <c:v>0</c:v>
                </c:pt>
                <c:pt idx="57287">
                  <c:v>0</c:v>
                </c:pt>
                <c:pt idx="57288">
                  <c:v>0</c:v>
                </c:pt>
                <c:pt idx="57289">
                  <c:v>0</c:v>
                </c:pt>
                <c:pt idx="57290">
                  <c:v>0</c:v>
                </c:pt>
                <c:pt idx="57291">
                  <c:v>0</c:v>
                </c:pt>
                <c:pt idx="57292">
                  <c:v>0</c:v>
                </c:pt>
                <c:pt idx="57293">
                  <c:v>0</c:v>
                </c:pt>
                <c:pt idx="57294">
                  <c:v>0</c:v>
                </c:pt>
                <c:pt idx="57295">
                  <c:v>0</c:v>
                </c:pt>
                <c:pt idx="57296">
                  <c:v>0</c:v>
                </c:pt>
                <c:pt idx="57297">
                  <c:v>0</c:v>
                </c:pt>
                <c:pt idx="57298">
                  <c:v>0</c:v>
                </c:pt>
                <c:pt idx="57299">
                  <c:v>0</c:v>
                </c:pt>
                <c:pt idx="57300">
                  <c:v>0</c:v>
                </c:pt>
                <c:pt idx="57301">
                  <c:v>0</c:v>
                </c:pt>
                <c:pt idx="57302">
                  <c:v>0</c:v>
                </c:pt>
                <c:pt idx="57303">
                  <c:v>0</c:v>
                </c:pt>
                <c:pt idx="57304">
                  <c:v>0</c:v>
                </c:pt>
                <c:pt idx="57305">
                  <c:v>0</c:v>
                </c:pt>
                <c:pt idx="57306">
                  <c:v>0</c:v>
                </c:pt>
                <c:pt idx="57307">
                  <c:v>0</c:v>
                </c:pt>
                <c:pt idx="57308">
                  <c:v>0</c:v>
                </c:pt>
                <c:pt idx="57309">
                  <c:v>0</c:v>
                </c:pt>
                <c:pt idx="57310">
                  <c:v>0</c:v>
                </c:pt>
                <c:pt idx="57311">
                  <c:v>0</c:v>
                </c:pt>
                <c:pt idx="57312">
                  <c:v>0</c:v>
                </c:pt>
                <c:pt idx="57313">
                  <c:v>0</c:v>
                </c:pt>
                <c:pt idx="57314">
                  <c:v>0</c:v>
                </c:pt>
                <c:pt idx="57315">
                  <c:v>0</c:v>
                </c:pt>
                <c:pt idx="57316">
                  <c:v>0</c:v>
                </c:pt>
                <c:pt idx="57317">
                  <c:v>0</c:v>
                </c:pt>
                <c:pt idx="57318">
                  <c:v>0</c:v>
                </c:pt>
                <c:pt idx="57319">
                  <c:v>0</c:v>
                </c:pt>
                <c:pt idx="57320">
                  <c:v>0</c:v>
                </c:pt>
                <c:pt idx="57321">
                  <c:v>0</c:v>
                </c:pt>
                <c:pt idx="57322">
                  <c:v>0</c:v>
                </c:pt>
                <c:pt idx="57323">
                  <c:v>0</c:v>
                </c:pt>
                <c:pt idx="57324">
                  <c:v>0</c:v>
                </c:pt>
                <c:pt idx="57325">
                  <c:v>0</c:v>
                </c:pt>
                <c:pt idx="57326">
                  <c:v>0</c:v>
                </c:pt>
                <c:pt idx="57327">
                  <c:v>0</c:v>
                </c:pt>
                <c:pt idx="57328">
                  <c:v>0</c:v>
                </c:pt>
                <c:pt idx="57329">
                  <c:v>0</c:v>
                </c:pt>
                <c:pt idx="57330">
                  <c:v>0</c:v>
                </c:pt>
                <c:pt idx="57331">
                  <c:v>0</c:v>
                </c:pt>
                <c:pt idx="57332">
                  <c:v>0</c:v>
                </c:pt>
                <c:pt idx="57333">
                  <c:v>0</c:v>
                </c:pt>
                <c:pt idx="57334">
                  <c:v>0</c:v>
                </c:pt>
                <c:pt idx="57335">
                  <c:v>0</c:v>
                </c:pt>
                <c:pt idx="57336">
                  <c:v>0</c:v>
                </c:pt>
                <c:pt idx="57337">
                  <c:v>0</c:v>
                </c:pt>
                <c:pt idx="57338">
                  <c:v>0</c:v>
                </c:pt>
                <c:pt idx="57339">
                  <c:v>0</c:v>
                </c:pt>
                <c:pt idx="57340">
                  <c:v>0</c:v>
                </c:pt>
                <c:pt idx="57341">
                  <c:v>0</c:v>
                </c:pt>
                <c:pt idx="57342">
                  <c:v>0</c:v>
                </c:pt>
                <c:pt idx="57343">
                  <c:v>0</c:v>
                </c:pt>
                <c:pt idx="57344">
                  <c:v>0</c:v>
                </c:pt>
                <c:pt idx="57345">
                  <c:v>0</c:v>
                </c:pt>
                <c:pt idx="57346">
                  <c:v>0</c:v>
                </c:pt>
                <c:pt idx="57347">
                  <c:v>0</c:v>
                </c:pt>
                <c:pt idx="57348">
                  <c:v>0</c:v>
                </c:pt>
                <c:pt idx="57349">
                  <c:v>0</c:v>
                </c:pt>
                <c:pt idx="57350">
                  <c:v>0</c:v>
                </c:pt>
                <c:pt idx="57351">
                  <c:v>0</c:v>
                </c:pt>
                <c:pt idx="57352">
                  <c:v>0</c:v>
                </c:pt>
                <c:pt idx="57353">
                  <c:v>0</c:v>
                </c:pt>
                <c:pt idx="57354">
                  <c:v>0</c:v>
                </c:pt>
                <c:pt idx="57355">
                  <c:v>0</c:v>
                </c:pt>
                <c:pt idx="57356">
                  <c:v>0</c:v>
                </c:pt>
                <c:pt idx="57357">
                  <c:v>0</c:v>
                </c:pt>
                <c:pt idx="57358">
                  <c:v>0</c:v>
                </c:pt>
                <c:pt idx="57359">
                  <c:v>0</c:v>
                </c:pt>
                <c:pt idx="57360">
                  <c:v>0</c:v>
                </c:pt>
                <c:pt idx="57361">
                  <c:v>0</c:v>
                </c:pt>
                <c:pt idx="57362">
                  <c:v>0</c:v>
                </c:pt>
                <c:pt idx="57363">
                  <c:v>0</c:v>
                </c:pt>
                <c:pt idx="57364">
                  <c:v>0</c:v>
                </c:pt>
                <c:pt idx="57365">
                  <c:v>0</c:v>
                </c:pt>
                <c:pt idx="57366">
                  <c:v>0</c:v>
                </c:pt>
                <c:pt idx="57367">
                  <c:v>0</c:v>
                </c:pt>
                <c:pt idx="57368">
                  <c:v>0</c:v>
                </c:pt>
                <c:pt idx="57369">
                  <c:v>0</c:v>
                </c:pt>
                <c:pt idx="57370">
                  <c:v>0</c:v>
                </c:pt>
                <c:pt idx="57371">
                  <c:v>0</c:v>
                </c:pt>
                <c:pt idx="57372">
                  <c:v>0</c:v>
                </c:pt>
                <c:pt idx="57373">
                  <c:v>0</c:v>
                </c:pt>
                <c:pt idx="57374">
                  <c:v>0</c:v>
                </c:pt>
                <c:pt idx="57375">
                  <c:v>0</c:v>
                </c:pt>
                <c:pt idx="57376">
                  <c:v>0</c:v>
                </c:pt>
                <c:pt idx="57377">
                  <c:v>0</c:v>
                </c:pt>
                <c:pt idx="57378">
                  <c:v>0</c:v>
                </c:pt>
                <c:pt idx="57379">
                  <c:v>0</c:v>
                </c:pt>
                <c:pt idx="57380">
                  <c:v>0</c:v>
                </c:pt>
                <c:pt idx="57381">
                  <c:v>0</c:v>
                </c:pt>
                <c:pt idx="57382">
                  <c:v>0</c:v>
                </c:pt>
                <c:pt idx="57383">
                  <c:v>0</c:v>
                </c:pt>
                <c:pt idx="57384">
                  <c:v>0</c:v>
                </c:pt>
                <c:pt idx="57385">
                  <c:v>0</c:v>
                </c:pt>
                <c:pt idx="57386">
                  <c:v>0</c:v>
                </c:pt>
                <c:pt idx="57387">
                  <c:v>0</c:v>
                </c:pt>
                <c:pt idx="57388">
                  <c:v>0</c:v>
                </c:pt>
                <c:pt idx="57389">
                  <c:v>0</c:v>
                </c:pt>
                <c:pt idx="57390">
                  <c:v>0</c:v>
                </c:pt>
                <c:pt idx="57391">
                  <c:v>0</c:v>
                </c:pt>
                <c:pt idx="57392">
                  <c:v>0</c:v>
                </c:pt>
                <c:pt idx="57393">
                  <c:v>0</c:v>
                </c:pt>
                <c:pt idx="57394">
                  <c:v>0</c:v>
                </c:pt>
                <c:pt idx="57395">
                  <c:v>0</c:v>
                </c:pt>
                <c:pt idx="57396">
                  <c:v>0</c:v>
                </c:pt>
                <c:pt idx="57397">
                  <c:v>0</c:v>
                </c:pt>
                <c:pt idx="57398">
                  <c:v>0</c:v>
                </c:pt>
                <c:pt idx="57399">
                  <c:v>0</c:v>
                </c:pt>
                <c:pt idx="57400">
                  <c:v>0</c:v>
                </c:pt>
                <c:pt idx="57401">
                  <c:v>0</c:v>
                </c:pt>
                <c:pt idx="57402">
                  <c:v>0</c:v>
                </c:pt>
                <c:pt idx="57403">
                  <c:v>0</c:v>
                </c:pt>
                <c:pt idx="57404">
                  <c:v>0</c:v>
                </c:pt>
                <c:pt idx="57405">
                  <c:v>0</c:v>
                </c:pt>
                <c:pt idx="57406">
                  <c:v>0</c:v>
                </c:pt>
                <c:pt idx="57407">
                  <c:v>0</c:v>
                </c:pt>
                <c:pt idx="57408">
                  <c:v>0</c:v>
                </c:pt>
                <c:pt idx="57409">
                  <c:v>0</c:v>
                </c:pt>
                <c:pt idx="57410">
                  <c:v>0</c:v>
                </c:pt>
                <c:pt idx="57411">
                  <c:v>0</c:v>
                </c:pt>
                <c:pt idx="57412">
                  <c:v>0</c:v>
                </c:pt>
                <c:pt idx="57413">
                  <c:v>0</c:v>
                </c:pt>
                <c:pt idx="57414">
                  <c:v>0</c:v>
                </c:pt>
                <c:pt idx="57415">
                  <c:v>0</c:v>
                </c:pt>
                <c:pt idx="57416">
                  <c:v>0</c:v>
                </c:pt>
                <c:pt idx="57417">
                  <c:v>0</c:v>
                </c:pt>
                <c:pt idx="57418">
                  <c:v>0</c:v>
                </c:pt>
                <c:pt idx="57419">
                  <c:v>0</c:v>
                </c:pt>
                <c:pt idx="57420">
                  <c:v>0</c:v>
                </c:pt>
                <c:pt idx="57421">
                  <c:v>0</c:v>
                </c:pt>
                <c:pt idx="57422">
                  <c:v>0</c:v>
                </c:pt>
                <c:pt idx="57423">
                  <c:v>0</c:v>
                </c:pt>
                <c:pt idx="57424">
                  <c:v>0</c:v>
                </c:pt>
                <c:pt idx="57425">
                  <c:v>0</c:v>
                </c:pt>
                <c:pt idx="57426">
                  <c:v>0</c:v>
                </c:pt>
                <c:pt idx="57427">
                  <c:v>0</c:v>
                </c:pt>
                <c:pt idx="57428">
                  <c:v>0</c:v>
                </c:pt>
                <c:pt idx="57429">
                  <c:v>0</c:v>
                </c:pt>
                <c:pt idx="57430">
                  <c:v>0</c:v>
                </c:pt>
                <c:pt idx="57431">
                  <c:v>0</c:v>
                </c:pt>
                <c:pt idx="57432">
                  <c:v>0</c:v>
                </c:pt>
                <c:pt idx="57433">
                  <c:v>0</c:v>
                </c:pt>
                <c:pt idx="57434">
                  <c:v>0</c:v>
                </c:pt>
                <c:pt idx="57435">
                  <c:v>0</c:v>
                </c:pt>
                <c:pt idx="57436">
                  <c:v>0</c:v>
                </c:pt>
                <c:pt idx="57437">
                  <c:v>0</c:v>
                </c:pt>
                <c:pt idx="57438">
                  <c:v>0</c:v>
                </c:pt>
                <c:pt idx="57439">
                  <c:v>0</c:v>
                </c:pt>
                <c:pt idx="57440">
                  <c:v>0</c:v>
                </c:pt>
                <c:pt idx="57441">
                  <c:v>0</c:v>
                </c:pt>
                <c:pt idx="57442">
                  <c:v>0</c:v>
                </c:pt>
                <c:pt idx="57443">
                  <c:v>0</c:v>
                </c:pt>
                <c:pt idx="57444">
                  <c:v>0</c:v>
                </c:pt>
                <c:pt idx="57445">
                  <c:v>0</c:v>
                </c:pt>
                <c:pt idx="57446">
                  <c:v>0</c:v>
                </c:pt>
                <c:pt idx="57447">
                  <c:v>0</c:v>
                </c:pt>
                <c:pt idx="57448">
                  <c:v>0</c:v>
                </c:pt>
                <c:pt idx="57449">
                  <c:v>0</c:v>
                </c:pt>
                <c:pt idx="57450">
                  <c:v>0</c:v>
                </c:pt>
                <c:pt idx="57451">
                  <c:v>0</c:v>
                </c:pt>
                <c:pt idx="57452">
                  <c:v>0</c:v>
                </c:pt>
                <c:pt idx="57453">
                  <c:v>0</c:v>
                </c:pt>
                <c:pt idx="57454">
                  <c:v>0</c:v>
                </c:pt>
                <c:pt idx="57455">
                  <c:v>0</c:v>
                </c:pt>
                <c:pt idx="57456">
                  <c:v>0</c:v>
                </c:pt>
                <c:pt idx="57457">
                  <c:v>0</c:v>
                </c:pt>
                <c:pt idx="57458">
                  <c:v>0</c:v>
                </c:pt>
                <c:pt idx="57459">
                  <c:v>0</c:v>
                </c:pt>
                <c:pt idx="57460">
                  <c:v>0</c:v>
                </c:pt>
                <c:pt idx="57461">
                  <c:v>0</c:v>
                </c:pt>
                <c:pt idx="57462">
                  <c:v>0</c:v>
                </c:pt>
                <c:pt idx="57463">
                  <c:v>0</c:v>
                </c:pt>
                <c:pt idx="57464">
                  <c:v>0</c:v>
                </c:pt>
                <c:pt idx="57465">
                  <c:v>0</c:v>
                </c:pt>
                <c:pt idx="57466">
                  <c:v>0</c:v>
                </c:pt>
                <c:pt idx="57467">
                  <c:v>0</c:v>
                </c:pt>
                <c:pt idx="57468">
                  <c:v>0</c:v>
                </c:pt>
                <c:pt idx="57469">
                  <c:v>0</c:v>
                </c:pt>
                <c:pt idx="57470">
                  <c:v>0</c:v>
                </c:pt>
                <c:pt idx="57471">
                  <c:v>0</c:v>
                </c:pt>
                <c:pt idx="57472">
                  <c:v>0</c:v>
                </c:pt>
                <c:pt idx="57473">
                  <c:v>0</c:v>
                </c:pt>
                <c:pt idx="57474">
                  <c:v>0</c:v>
                </c:pt>
                <c:pt idx="57475">
                  <c:v>0</c:v>
                </c:pt>
                <c:pt idx="57476">
                  <c:v>0</c:v>
                </c:pt>
                <c:pt idx="57477">
                  <c:v>0</c:v>
                </c:pt>
                <c:pt idx="57478">
                  <c:v>0</c:v>
                </c:pt>
                <c:pt idx="57479">
                  <c:v>0</c:v>
                </c:pt>
                <c:pt idx="57480">
                  <c:v>0</c:v>
                </c:pt>
                <c:pt idx="57481">
                  <c:v>0</c:v>
                </c:pt>
                <c:pt idx="57482">
                  <c:v>0</c:v>
                </c:pt>
                <c:pt idx="57483">
                  <c:v>0</c:v>
                </c:pt>
                <c:pt idx="57484">
                  <c:v>0</c:v>
                </c:pt>
                <c:pt idx="57485">
                  <c:v>0</c:v>
                </c:pt>
                <c:pt idx="57486">
                  <c:v>0</c:v>
                </c:pt>
                <c:pt idx="57487">
                  <c:v>0</c:v>
                </c:pt>
                <c:pt idx="57488">
                  <c:v>0</c:v>
                </c:pt>
                <c:pt idx="57489">
                  <c:v>0</c:v>
                </c:pt>
                <c:pt idx="57490">
                  <c:v>0</c:v>
                </c:pt>
                <c:pt idx="57491">
                  <c:v>0</c:v>
                </c:pt>
                <c:pt idx="57492">
                  <c:v>0</c:v>
                </c:pt>
                <c:pt idx="57493">
                  <c:v>0</c:v>
                </c:pt>
                <c:pt idx="57494">
                  <c:v>0</c:v>
                </c:pt>
                <c:pt idx="57495">
                  <c:v>0</c:v>
                </c:pt>
                <c:pt idx="57496">
                  <c:v>0</c:v>
                </c:pt>
                <c:pt idx="57497">
                  <c:v>0</c:v>
                </c:pt>
                <c:pt idx="57498">
                  <c:v>0</c:v>
                </c:pt>
                <c:pt idx="57499">
                  <c:v>0</c:v>
                </c:pt>
                <c:pt idx="57500">
                  <c:v>0</c:v>
                </c:pt>
                <c:pt idx="57501">
                  <c:v>0</c:v>
                </c:pt>
                <c:pt idx="57502">
                  <c:v>0</c:v>
                </c:pt>
                <c:pt idx="57503">
                  <c:v>0</c:v>
                </c:pt>
                <c:pt idx="57504">
                  <c:v>0</c:v>
                </c:pt>
                <c:pt idx="57505">
                  <c:v>0</c:v>
                </c:pt>
                <c:pt idx="57506">
                  <c:v>0</c:v>
                </c:pt>
                <c:pt idx="57507">
                  <c:v>0</c:v>
                </c:pt>
                <c:pt idx="57508">
                  <c:v>0</c:v>
                </c:pt>
                <c:pt idx="57509">
                  <c:v>0</c:v>
                </c:pt>
                <c:pt idx="57510">
                  <c:v>0</c:v>
                </c:pt>
                <c:pt idx="57511">
                  <c:v>0</c:v>
                </c:pt>
                <c:pt idx="57512">
                  <c:v>0</c:v>
                </c:pt>
                <c:pt idx="57513">
                  <c:v>0</c:v>
                </c:pt>
                <c:pt idx="57514">
                  <c:v>0</c:v>
                </c:pt>
                <c:pt idx="57515">
                  <c:v>0</c:v>
                </c:pt>
                <c:pt idx="57516">
                  <c:v>0</c:v>
                </c:pt>
                <c:pt idx="57517">
                  <c:v>0</c:v>
                </c:pt>
                <c:pt idx="57518">
                  <c:v>0</c:v>
                </c:pt>
                <c:pt idx="57519">
                  <c:v>0</c:v>
                </c:pt>
                <c:pt idx="57520">
                  <c:v>0</c:v>
                </c:pt>
                <c:pt idx="57521">
                  <c:v>0</c:v>
                </c:pt>
                <c:pt idx="57522">
                  <c:v>0</c:v>
                </c:pt>
                <c:pt idx="57523">
                  <c:v>0</c:v>
                </c:pt>
                <c:pt idx="57524">
                  <c:v>0</c:v>
                </c:pt>
                <c:pt idx="57525">
                  <c:v>0</c:v>
                </c:pt>
                <c:pt idx="57526">
                  <c:v>0</c:v>
                </c:pt>
                <c:pt idx="57527">
                  <c:v>0</c:v>
                </c:pt>
                <c:pt idx="57528">
                  <c:v>0</c:v>
                </c:pt>
                <c:pt idx="57529">
                  <c:v>0</c:v>
                </c:pt>
                <c:pt idx="57530">
                  <c:v>0</c:v>
                </c:pt>
                <c:pt idx="57531">
                  <c:v>0</c:v>
                </c:pt>
                <c:pt idx="57532">
                  <c:v>0</c:v>
                </c:pt>
                <c:pt idx="57533">
                  <c:v>0</c:v>
                </c:pt>
                <c:pt idx="57534">
                  <c:v>0</c:v>
                </c:pt>
                <c:pt idx="57535">
                  <c:v>0</c:v>
                </c:pt>
                <c:pt idx="57536">
                  <c:v>0</c:v>
                </c:pt>
                <c:pt idx="57537">
                  <c:v>0</c:v>
                </c:pt>
                <c:pt idx="57538">
                  <c:v>0</c:v>
                </c:pt>
                <c:pt idx="57539">
                  <c:v>0</c:v>
                </c:pt>
                <c:pt idx="57540">
                  <c:v>0</c:v>
                </c:pt>
                <c:pt idx="57541">
                  <c:v>0</c:v>
                </c:pt>
                <c:pt idx="57542">
                  <c:v>0</c:v>
                </c:pt>
                <c:pt idx="57543">
                  <c:v>0</c:v>
                </c:pt>
                <c:pt idx="57544">
                  <c:v>0</c:v>
                </c:pt>
                <c:pt idx="57545">
                  <c:v>0</c:v>
                </c:pt>
                <c:pt idx="57546">
                  <c:v>0</c:v>
                </c:pt>
                <c:pt idx="57547">
                  <c:v>0</c:v>
                </c:pt>
                <c:pt idx="57548">
                  <c:v>0</c:v>
                </c:pt>
                <c:pt idx="57549">
                  <c:v>0</c:v>
                </c:pt>
                <c:pt idx="57550">
                  <c:v>0</c:v>
                </c:pt>
                <c:pt idx="57551">
                  <c:v>0</c:v>
                </c:pt>
                <c:pt idx="57552">
                  <c:v>0</c:v>
                </c:pt>
                <c:pt idx="57553">
                  <c:v>0</c:v>
                </c:pt>
                <c:pt idx="57554">
                  <c:v>0</c:v>
                </c:pt>
                <c:pt idx="57555">
                  <c:v>0</c:v>
                </c:pt>
                <c:pt idx="57556">
                  <c:v>0</c:v>
                </c:pt>
                <c:pt idx="57557">
                  <c:v>0</c:v>
                </c:pt>
                <c:pt idx="57558">
                  <c:v>0</c:v>
                </c:pt>
                <c:pt idx="57559">
                  <c:v>0</c:v>
                </c:pt>
                <c:pt idx="57560">
                  <c:v>0</c:v>
                </c:pt>
                <c:pt idx="57561">
                  <c:v>0</c:v>
                </c:pt>
                <c:pt idx="57562">
                  <c:v>0</c:v>
                </c:pt>
                <c:pt idx="57563">
                  <c:v>0</c:v>
                </c:pt>
                <c:pt idx="57564">
                  <c:v>0</c:v>
                </c:pt>
                <c:pt idx="57565">
                  <c:v>0</c:v>
                </c:pt>
                <c:pt idx="57566">
                  <c:v>0</c:v>
                </c:pt>
                <c:pt idx="57567">
                  <c:v>0</c:v>
                </c:pt>
                <c:pt idx="57568">
                  <c:v>0</c:v>
                </c:pt>
                <c:pt idx="57569">
                  <c:v>0</c:v>
                </c:pt>
                <c:pt idx="57570">
                  <c:v>0</c:v>
                </c:pt>
                <c:pt idx="57571">
                  <c:v>0</c:v>
                </c:pt>
                <c:pt idx="57572">
                  <c:v>0</c:v>
                </c:pt>
                <c:pt idx="57573">
                  <c:v>0</c:v>
                </c:pt>
                <c:pt idx="57574">
                  <c:v>0</c:v>
                </c:pt>
                <c:pt idx="57575">
                  <c:v>0</c:v>
                </c:pt>
                <c:pt idx="57576">
                  <c:v>0</c:v>
                </c:pt>
                <c:pt idx="57577">
                  <c:v>0</c:v>
                </c:pt>
                <c:pt idx="57578">
                  <c:v>0</c:v>
                </c:pt>
                <c:pt idx="57579">
                  <c:v>0</c:v>
                </c:pt>
                <c:pt idx="57580">
                  <c:v>0</c:v>
                </c:pt>
                <c:pt idx="57581">
                  <c:v>0</c:v>
                </c:pt>
                <c:pt idx="57582">
                  <c:v>0</c:v>
                </c:pt>
                <c:pt idx="57583">
                  <c:v>0</c:v>
                </c:pt>
                <c:pt idx="57584">
                  <c:v>0</c:v>
                </c:pt>
                <c:pt idx="57585">
                  <c:v>0</c:v>
                </c:pt>
                <c:pt idx="57586">
                  <c:v>0</c:v>
                </c:pt>
                <c:pt idx="57587">
                  <c:v>0</c:v>
                </c:pt>
                <c:pt idx="57588">
                  <c:v>0</c:v>
                </c:pt>
                <c:pt idx="57589">
                  <c:v>0</c:v>
                </c:pt>
                <c:pt idx="57590">
                  <c:v>0</c:v>
                </c:pt>
                <c:pt idx="57591">
                  <c:v>0</c:v>
                </c:pt>
                <c:pt idx="57592">
                  <c:v>0</c:v>
                </c:pt>
                <c:pt idx="57593">
                  <c:v>0</c:v>
                </c:pt>
                <c:pt idx="57594">
                  <c:v>0</c:v>
                </c:pt>
                <c:pt idx="57595">
                  <c:v>0</c:v>
                </c:pt>
                <c:pt idx="57596">
                  <c:v>0</c:v>
                </c:pt>
                <c:pt idx="57597">
                  <c:v>0</c:v>
                </c:pt>
                <c:pt idx="57598">
                  <c:v>0</c:v>
                </c:pt>
                <c:pt idx="57599">
                  <c:v>0</c:v>
                </c:pt>
                <c:pt idx="57600">
                  <c:v>0</c:v>
                </c:pt>
                <c:pt idx="57601">
                  <c:v>0</c:v>
                </c:pt>
                <c:pt idx="57602">
                  <c:v>0</c:v>
                </c:pt>
                <c:pt idx="57603">
                  <c:v>0</c:v>
                </c:pt>
                <c:pt idx="57604">
                  <c:v>0</c:v>
                </c:pt>
                <c:pt idx="57605">
                  <c:v>0</c:v>
                </c:pt>
                <c:pt idx="57606">
                  <c:v>0</c:v>
                </c:pt>
                <c:pt idx="57607">
                  <c:v>0</c:v>
                </c:pt>
                <c:pt idx="57608">
                  <c:v>0</c:v>
                </c:pt>
                <c:pt idx="57609">
                  <c:v>0</c:v>
                </c:pt>
                <c:pt idx="57610">
                  <c:v>0</c:v>
                </c:pt>
                <c:pt idx="57611">
                  <c:v>0</c:v>
                </c:pt>
                <c:pt idx="57612">
                  <c:v>0</c:v>
                </c:pt>
                <c:pt idx="57613">
                  <c:v>0</c:v>
                </c:pt>
                <c:pt idx="57614">
                  <c:v>0</c:v>
                </c:pt>
                <c:pt idx="57615">
                  <c:v>0</c:v>
                </c:pt>
                <c:pt idx="57616">
                  <c:v>0</c:v>
                </c:pt>
                <c:pt idx="57617">
                  <c:v>0</c:v>
                </c:pt>
                <c:pt idx="57618">
                  <c:v>0</c:v>
                </c:pt>
                <c:pt idx="57619">
                  <c:v>0</c:v>
                </c:pt>
                <c:pt idx="57620">
                  <c:v>0</c:v>
                </c:pt>
                <c:pt idx="57621">
                  <c:v>0</c:v>
                </c:pt>
                <c:pt idx="57622">
                  <c:v>0</c:v>
                </c:pt>
                <c:pt idx="57623">
                  <c:v>0</c:v>
                </c:pt>
                <c:pt idx="57624">
                  <c:v>0</c:v>
                </c:pt>
                <c:pt idx="57625">
                  <c:v>0</c:v>
                </c:pt>
                <c:pt idx="57626">
                  <c:v>0</c:v>
                </c:pt>
                <c:pt idx="57627">
                  <c:v>0</c:v>
                </c:pt>
                <c:pt idx="57628">
                  <c:v>0</c:v>
                </c:pt>
                <c:pt idx="57629">
                  <c:v>0</c:v>
                </c:pt>
                <c:pt idx="57630">
                  <c:v>0</c:v>
                </c:pt>
                <c:pt idx="57631">
                  <c:v>0</c:v>
                </c:pt>
                <c:pt idx="57632">
                  <c:v>0</c:v>
                </c:pt>
                <c:pt idx="57633">
                  <c:v>0</c:v>
                </c:pt>
                <c:pt idx="57634">
                  <c:v>0</c:v>
                </c:pt>
                <c:pt idx="57635">
                  <c:v>0</c:v>
                </c:pt>
                <c:pt idx="57636">
                  <c:v>0</c:v>
                </c:pt>
                <c:pt idx="57637">
                  <c:v>0</c:v>
                </c:pt>
                <c:pt idx="57638">
                  <c:v>0</c:v>
                </c:pt>
                <c:pt idx="57639">
                  <c:v>0</c:v>
                </c:pt>
                <c:pt idx="57640">
                  <c:v>0</c:v>
                </c:pt>
                <c:pt idx="57641">
                  <c:v>0</c:v>
                </c:pt>
                <c:pt idx="57642">
                  <c:v>0</c:v>
                </c:pt>
                <c:pt idx="57643">
                  <c:v>0</c:v>
                </c:pt>
                <c:pt idx="57644">
                  <c:v>0</c:v>
                </c:pt>
                <c:pt idx="57645">
                  <c:v>0</c:v>
                </c:pt>
                <c:pt idx="57646">
                  <c:v>0</c:v>
                </c:pt>
                <c:pt idx="57647">
                  <c:v>0</c:v>
                </c:pt>
                <c:pt idx="57648">
                  <c:v>0</c:v>
                </c:pt>
                <c:pt idx="57649">
                  <c:v>0</c:v>
                </c:pt>
                <c:pt idx="57650">
                  <c:v>0</c:v>
                </c:pt>
                <c:pt idx="57651">
                  <c:v>0</c:v>
                </c:pt>
                <c:pt idx="57652">
                  <c:v>0</c:v>
                </c:pt>
                <c:pt idx="57653">
                  <c:v>0</c:v>
                </c:pt>
                <c:pt idx="57654">
                  <c:v>0</c:v>
                </c:pt>
                <c:pt idx="57655">
                  <c:v>0</c:v>
                </c:pt>
                <c:pt idx="57656">
                  <c:v>0</c:v>
                </c:pt>
                <c:pt idx="57657">
                  <c:v>0</c:v>
                </c:pt>
                <c:pt idx="57658">
                  <c:v>0</c:v>
                </c:pt>
                <c:pt idx="57659">
                  <c:v>0</c:v>
                </c:pt>
                <c:pt idx="57660">
                  <c:v>0</c:v>
                </c:pt>
                <c:pt idx="57661">
                  <c:v>0</c:v>
                </c:pt>
                <c:pt idx="57662">
                  <c:v>0</c:v>
                </c:pt>
                <c:pt idx="57663">
                  <c:v>0</c:v>
                </c:pt>
                <c:pt idx="57664">
                  <c:v>0</c:v>
                </c:pt>
                <c:pt idx="57665">
                  <c:v>0</c:v>
                </c:pt>
                <c:pt idx="57666">
                  <c:v>0</c:v>
                </c:pt>
                <c:pt idx="57667">
                  <c:v>0</c:v>
                </c:pt>
                <c:pt idx="57668">
                  <c:v>0</c:v>
                </c:pt>
                <c:pt idx="57669">
                  <c:v>0</c:v>
                </c:pt>
                <c:pt idx="57670">
                  <c:v>0</c:v>
                </c:pt>
                <c:pt idx="57671">
                  <c:v>0</c:v>
                </c:pt>
                <c:pt idx="57672">
                  <c:v>0</c:v>
                </c:pt>
                <c:pt idx="57673">
                  <c:v>0</c:v>
                </c:pt>
                <c:pt idx="57674">
                  <c:v>0</c:v>
                </c:pt>
                <c:pt idx="57675">
                  <c:v>0</c:v>
                </c:pt>
                <c:pt idx="57676">
                  <c:v>0</c:v>
                </c:pt>
                <c:pt idx="57677">
                  <c:v>0</c:v>
                </c:pt>
                <c:pt idx="57678">
                  <c:v>0</c:v>
                </c:pt>
                <c:pt idx="57679">
                  <c:v>0</c:v>
                </c:pt>
                <c:pt idx="57680">
                  <c:v>0</c:v>
                </c:pt>
                <c:pt idx="57681">
                  <c:v>0</c:v>
                </c:pt>
                <c:pt idx="57682">
                  <c:v>0</c:v>
                </c:pt>
                <c:pt idx="57683">
                  <c:v>0</c:v>
                </c:pt>
                <c:pt idx="57684">
                  <c:v>0</c:v>
                </c:pt>
                <c:pt idx="57685">
                  <c:v>0</c:v>
                </c:pt>
                <c:pt idx="57686">
                  <c:v>0</c:v>
                </c:pt>
                <c:pt idx="57687">
                  <c:v>0</c:v>
                </c:pt>
                <c:pt idx="57688">
                  <c:v>0</c:v>
                </c:pt>
                <c:pt idx="57689">
                  <c:v>0</c:v>
                </c:pt>
                <c:pt idx="57690">
                  <c:v>0</c:v>
                </c:pt>
                <c:pt idx="57691">
                  <c:v>0</c:v>
                </c:pt>
                <c:pt idx="57692">
                  <c:v>0</c:v>
                </c:pt>
                <c:pt idx="57693">
                  <c:v>0</c:v>
                </c:pt>
                <c:pt idx="57694">
                  <c:v>0</c:v>
                </c:pt>
                <c:pt idx="57695">
                  <c:v>0</c:v>
                </c:pt>
                <c:pt idx="57696">
                  <c:v>0</c:v>
                </c:pt>
                <c:pt idx="57697">
                  <c:v>0</c:v>
                </c:pt>
                <c:pt idx="57698">
                  <c:v>0</c:v>
                </c:pt>
                <c:pt idx="57699">
                  <c:v>0</c:v>
                </c:pt>
                <c:pt idx="57700">
                  <c:v>0</c:v>
                </c:pt>
                <c:pt idx="57701">
                  <c:v>0</c:v>
                </c:pt>
                <c:pt idx="57702">
                  <c:v>0</c:v>
                </c:pt>
                <c:pt idx="57703">
                  <c:v>0</c:v>
                </c:pt>
                <c:pt idx="57704">
                  <c:v>0</c:v>
                </c:pt>
                <c:pt idx="57705">
                  <c:v>0</c:v>
                </c:pt>
                <c:pt idx="57706">
                  <c:v>0</c:v>
                </c:pt>
                <c:pt idx="57707">
                  <c:v>0</c:v>
                </c:pt>
                <c:pt idx="57708">
                  <c:v>0</c:v>
                </c:pt>
                <c:pt idx="57709">
                  <c:v>0</c:v>
                </c:pt>
                <c:pt idx="57710">
                  <c:v>0</c:v>
                </c:pt>
                <c:pt idx="57711">
                  <c:v>0</c:v>
                </c:pt>
                <c:pt idx="57712">
                  <c:v>0</c:v>
                </c:pt>
                <c:pt idx="57713">
                  <c:v>0</c:v>
                </c:pt>
                <c:pt idx="57714">
                  <c:v>0</c:v>
                </c:pt>
                <c:pt idx="57715">
                  <c:v>0</c:v>
                </c:pt>
                <c:pt idx="57716">
                  <c:v>0</c:v>
                </c:pt>
                <c:pt idx="57717">
                  <c:v>0</c:v>
                </c:pt>
                <c:pt idx="57718">
                  <c:v>0</c:v>
                </c:pt>
                <c:pt idx="57719">
                  <c:v>0</c:v>
                </c:pt>
                <c:pt idx="57720">
                  <c:v>0</c:v>
                </c:pt>
                <c:pt idx="57721">
                  <c:v>0</c:v>
                </c:pt>
                <c:pt idx="57722">
                  <c:v>0</c:v>
                </c:pt>
                <c:pt idx="57723">
                  <c:v>0</c:v>
                </c:pt>
                <c:pt idx="57724">
                  <c:v>0</c:v>
                </c:pt>
                <c:pt idx="57725">
                  <c:v>0</c:v>
                </c:pt>
                <c:pt idx="57726">
                  <c:v>0</c:v>
                </c:pt>
                <c:pt idx="57727">
                  <c:v>0</c:v>
                </c:pt>
                <c:pt idx="57728">
                  <c:v>0</c:v>
                </c:pt>
                <c:pt idx="57729">
                  <c:v>0</c:v>
                </c:pt>
                <c:pt idx="57730">
                  <c:v>0</c:v>
                </c:pt>
                <c:pt idx="57731">
                  <c:v>0</c:v>
                </c:pt>
                <c:pt idx="57732">
                  <c:v>0</c:v>
                </c:pt>
                <c:pt idx="57733">
                  <c:v>0</c:v>
                </c:pt>
                <c:pt idx="57734">
                  <c:v>0</c:v>
                </c:pt>
                <c:pt idx="57735">
                  <c:v>0</c:v>
                </c:pt>
                <c:pt idx="57736">
                  <c:v>0</c:v>
                </c:pt>
                <c:pt idx="57737">
                  <c:v>0</c:v>
                </c:pt>
                <c:pt idx="57738">
                  <c:v>0</c:v>
                </c:pt>
                <c:pt idx="57739">
                  <c:v>0</c:v>
                </c:pt>
                <c:pt idx="57740">
                  <c:v>0</c:v>
                </c:pt>
                <c:pt idx="57741">
                  <c:v>0</c:v>
                </c:pt>
                <c:pt idx="57742">
                  <c:v>0</c:v>
                </c:pt>
                <c:pt idx="57743">
                  <c:v>0</c:v>
                </c:pt>
                <c:pt idx="57744">
                  <c:v>0</c:v>
                </c:pt>
                <c:pt idx="57745">
                  <c:v>0</c:v>
                </c:pt>
                <c:pt idx="57746">
                  <c:v>0</c:v>
                </c:pt>
                <c:pt idx="57747">
                  <c:v>0</c:v>
                </c:pt>
                <c:pt idx="57748">
                  <c:v>0</c:v>
                </c:pt>
                <c:pt idx="57749">
                  <c:v>0</c:v>
                </c:pt>
                <c:pt idx="57750">
                  <c:v>0</c:v>
                </c:pt>
                <c:pt idx="57751">
                  <c:v>0</c:v>
                </c:pt>
                <c:pt idx="57752">
                  <c:v>0</c:v>
                </c:pt>
                <c:pt idx="57753">
                  <c:v>0</c:v>
                </c:pt>
                <c:pt idx="57754">
                  <c:v>0</c:v>
                </c:pt>
                <c:pt idx="57755">
                  <c:v>0</c:v>
                </c:pt>
                <c:pt idx="57756">
                  <c:v>0</c:v>
                </c:pt>
                <c:pt idx="57757">
                  <c:v>0</c:v>
                </c:pt>
                <c:pt idx="57758">
                  <c:v>0</c:v>
                </c:pt>
                <c:pt idx="57759">
                  <c:v>0</c:v>
                </c:pt>
                <c:pt idx="57760">
                  <c:v>0</c:v>
                </c:pt>
                <c:pt idx="57761">
                  <c:v>0</c:v>
                </c:pt>
                <c:pt idx="57762">
                  <c:v>0</c:v>
                </c:pt>
                <c:pt idx="57763">
                  <c:v>0</c:v>
                </c:pt>
                <c:pt idx="57764">
                  <c:v>0</c:v>
                </c:pt>
                <c:pt idx="57765">
                  <c:v>0</c:v>
                </c:pt>
                <c:pt idx="57766">
                  <c:v>0</c:v>
                </c:pt>
                <c:pt idx="57767">
                  <c:v>0</c:v>
                </c:pt>
                <c:pt idx="57768">
                  <c:v>0</c:v>
                </c:pt>
                <c:pt idx="57769">
                  <c:v>0</c:v>
                </c:pt>
                <c:pt idx="57770">
                  <c:v>0</c:v>
                </c:pt>
                <c:pt idx="57771">
                  <c:v>0</c:v>
                </c:pt>
                <c:pt idx="57772">
                  <c:v>0</c:v>
                </c:pt>
                <c:pt idx="57773">
                  <c:v>0</c:v>
                </c:pt>
                <c:pt idx="57774">
                  <c:v>0</c:v>
                </c:pt>
                <c:pt idx="57775">
                  <c:v>0</c:v>
                </c:pt>
                <c:pt idx="57776">
                  <c:v>0</c:v>
                </c:pt>
                <c:pt idx="57777">
                  <c:v>0</c:v>
                </c:pt>
                <c:pt idx="57778">
                  <c:v>0</c:v>
                </c:pt>
                <c:pt idx="57779">
                  <c:v>0</c:v>
                </c:pt>
                <c:pt idx="57780">
                  <c:v>0</c:v>
                </c:pt>
                <c:pt idx="57781">
                  <c:v>0</c:v>
                </c:pt>
                <c:pt idx="57782">
                  <c:v>0</c:v>
                </c:pt>
                <c:pt idx="57783">
                  <c:v>0</c:v>
                </c:pt>
                <c:pt idx="57784">
                  <c:v>0</c:v>
                </c:pt>
                <c:pt idx="57785">
                  <c:v>0</c:v>
                </c:pt>
                <c:pt idx="57786">
                  <c:v>0</c:v>
                </c:pt>
                <c:pt idx="57787">
                  <c:v>0</c:v>
                </c:pt>
                <c:pt idx="57788">
                  <c:v>0</c:v>
                </c:pt>
                <c:pt idx="57789">
                  <c:v>0</c:v>
                </c:pt>
                <c:pt idx="57790">
                  <c:v>0</c:v>
                </c:pt>
                <c:pt idx="57791">
                  <c:v>0</c:v>
                </c:pt>
                <c:pt idx="57792">
                  <c:v>0</c:v>
                </c:pt>
                <c:pt idx="57793">
                  <c:v>0</c:v>
                </c:pt>
                <c:pt idx="57794">
                  <c:v>0</c:v>
                </c:pt>
                <c:pt idx="57795">
                  <c:v>0</c:v>
                </c:pt>
                <c:pt idx="57796">
                  <c:v>0</c:v>
                </c:pt>
                <c:pt idx="57797">
                  <c:v>0</c:v>
                </c:pt>
                <c:pt idx="57798">
                  <c:v>0</c:v>
                </c:pt>
                <c:pt idx="57799">
                  <c:v>0</c:v>
                </c:pt>
                <c:pt idx="57800">
                  <c:v>0</c:v>
                </c:pt>
                <c:pt idx="57801">
                  <c:v>0</c:v>
                </c:pt>
                <c:pt idx="57802">
                  <c:v>0</c:v>
                </c:pt>
                <c:pt idx="57803">
                  <c:v>0</c:v>
                </c:pt>
                <c:pt idx="57804">
                  <c:v>0</c:v>
                </c:pt>
                <c:pt idx="57805">
                  <c:v>0</c:v>
                </c:pt>
                <c:pt idx="57806">
                  <c:v>0</c:v>
                </c:pt>
                <c:pt idx="57807">
                  <c:v>0</c:v>
                </c:pt>
                <c:pt idx="57808">
                  <c:v>0</c:v>
                </c:pt>
                <c:pt idx="57809">
                  <c:v>0</c:v>
                </c:pt>
                <c:pt idx="57810">
                  <c:v>0</c:v>
                </c:pt>
                <c:pt idx="57811">
                  <c:v>0</c:v>
                </c:pt>
                <c:pt idx="57812">
                  <c:v>0</c:v>
                </c:pt>
                <c:pt idx="57813">
                  <c:v>0</c:v>
                </c:pt>
                <c:pt idx="57814">
                  <c:v>0</c:v>
                </c:pt>
                <c:pt idx="57815">
                  <c:v>0</c:v>
                </c:pt>
                <c:pt idx="57816">
                  <c:v>0</c:v>
                </c:pt>
                <c:pt idx="57817">
                  <c:v>0</c:v>
                </c:pt>
                <c:pt idx="57818">
                  <c:v>0</c:v>
                </c:pt>
                <c:pt idx="57819">
                  <c:v>0</c:v>
                </c:pt>
                <c:pt idx="57820">
                  <c:v>0</c:v>
                </c:pt>
                <c:pt idx="57821">
                  <c:v>0</c:v>
                </c:pt>
                <c:pt idx="57822">
                  <c:v>0</c:v>
                </c:pt>
                <c:pt idx="57823">
                  <c:v>0</c:v>
                </c:pt>
                <c:pt idx="57824">
                  <c:v>0</c:v>
                </c:pt>
                <c:pt idx="57825">
                  <c:v>0</c:v>
                </c:pt>
                <c:pt idx="57826">
                  <c:v>0</c:v>
                </c:pt>
                <c:pt idx="57827">
                  <c:v>0</c:v>
                </c:pt>
                <c:pt idx="57828">
                  <c:v>0</c:v>
                </c:pt>
                <c:pt idx="57829">
                  <c:v>0</c:v>
                </c:pt>
                <c:pt idx="57830">
                  <c:v>0</c:v>
                </c:pt>
                <c:pt idx="57831">
                  <c:v>0</c:v>
                </c:pt>
                <c:pt idx="57832">
                  <c:v>0</c:v>
                </c:pt>
                <c:pt idx="57833">
                  <c:v>0</c:v>
                </c:pt>
                <c:pt idx="57834">
                  <c:v>0</c:v>
                </c:pt>
                <c:pt idx="57835">
                  <c:v>0</c:v>
                </c:pt>
                <c:pt idx="57836">
                  <c:v>0</c:v>
                </c:pt>
                <c:pt idx="57837">
                  <c:v>0</c:v>
                </c:pt>
                <c:pt idx="57838">
                  <c:v>0</c:v>
                </c:pt>
                <c:pt idx="57839">
                  <c:v>0</c:v>
                </c:pt>
                <c:pt idx="57840">
                  <c:v>0</c:v>
                </c:pt>
                <c:pt idx="57841">
                  <c:v>0</c:v>
                </c:pt>
                <c:pt idx="57842">
                  <c:v>0</c:v>
                </c:pt>
                <c:pt idx="57843">
                  <c:v>0</c:v>
                </c:pt>
                <c:pt idx="57844">
                  <c:v>0</c:v>
                </c:pt>
                <c:pt idx="57845">
                  <c:v>0</c:v>
                </c:pt>
                <c:pt idx="57846">
                  <c:v>0</c:v>
                </c:pt>
                <c:pt idx="57847">
                  <c:v>0</c:v>
                </c:pt>
                <c:pt idx="57848">
                  <c:v>0</c:v>
                </c:pt>
                <c:pt idx="57849">
                  <c:v>0</c:v>
                </c:pt>
                <c:pt idx="57850">
                  <c:v>0</c:v>
                </c:pt>
                <c:pt idx="57851">
                  <c:v>0</c:v>
                </c:pt>
                <c:pt idx="57852">
                  <c:v>0</c:v>
                </c:pt>
                <c:pt idx="57853">
                  <c:v>0</c:v>
                </c:pt>
                <c:pt idx="57854">
                  <c:v>0</c:v>
                </c:pt>
                <c:pt idx="57855">
                  <c:v>0</c:v>
                </c:pt>
                <c:pt idx="57856">
                  <c:v>0</c:v>
                </c:pt>
                <c:pt idx="57857">
                  <c:v>0</c:v>
                </c:pt>
                <c:pt idx="57858">
                  <c:v>0</c:v>
                </c:pt>
                <c:pt idx="57859">
                  <c:v>0</c:v>
                </c:pt>
                <c:pt idx="57860">
                  <c:v>0</c:v>
                </c:pt>
                <c:pt idx="57861">
                  <c:v>0</c:v>
                </c:pt>
                <c:pt idx="57862">
                  <c:v>0</c:v>
                </c:pt>
                <c:pt idx="57863">
                  <c:v>0</c:v>
                </c:pt>
                <c:pt idx="57864">
                  <c:v>0</c:v>
                </c:pt>
                <c:pt idx="57865">
                  <c:v>0</c:v>
                </c:pt>
                <c:pt idx="57866">
                  <c:v>0</c:v>
                </c:pt>
                <c:pt idx="57867">
                  <c:v>0</c:v>
                </c:pt>
                <c:pt idx="57868">
                  <c:v>0</c:v>
                </c:pt>
                <c:pt idx="57869">
                  <c:v>0</c:v>
                </c:pt>
                <c:pt idx="57870">
                  <c:v>0</c:v>
                </c:pt>
                <c:pt idx="57871">
                  <c:v>0</c:v>
                </c:pt>
                <c:pt idx="57872">
                  <c:v>0</c:v>
                </c:pt>
                <c:pt idx="57873">
                  <c:v>0</c:v>
                </c:pt>
                <c:pt idx="57874">
                  <c:v>0</c:v>
                </c:pt>
                <c:pt idx="57875">
                  <c:v>0</c:v>
                </c:pt>
                <c:pt idx="57876">
                  <c:v>0</c:v>
                </c:pt>
                <c:pt idx="57877">
                  <c:v>0</c:v>
                </c:pt>
                <c:pt idx="57878">
                  <c:v>0</c:v>
                </c:pt>
                <c:pt idx="57879">
                  <c:v>0</c:v>
                </c:pt>
                <c:pt idx="57880">
                  <c:v>0</c:v>
                </c:pt>
                <c:pt idx="57881">
                  <c:v>0</c:v>
                </c:pt>
                <c:pt idx="57882">
                  <c:v>0</c:v>
                </c:pt>
                <c:pt idx="57883">
                  <c:v>0</c:v>
                </c:pt>
                <c:pt idx="57884">
                  <c:v>0</c:v>
                </c:pt>
                <c:pt idx="57885">
                  <c:v>0</c:v>
                </c:pt>
                <c:pt idx="57886">
                  <c:v>0</c:v>
                </c:pt>
                <c:pt idx="57887">
                  <c:v>0</c:v>
                </c:pt>
                <c:pt idx="57888">
                  <c:v>0</c:v>
                </c:pt>
                <c:pt idx="57889">
                  <c:v>0</c:v>
                </c:pt>
                <c:pt idx="57890">
                  <c:v>0</c:v>
                </c:pt>
                <c:pt idx="57891">
                  <c:v>0</c:v>
                </c:pt>
                <c:pt idx="57892">
                  <c:v>0</c:v>
                </c:pt>
                <c:pt idx="57893">
                  <c:v>0</c:v>
                </c:pt>
                <c:pt idx="57894">
                  <c:v>0</c:v>
                </c:pt>
                <c:pt idx="57895">
                  <c:v>0</c:v>
                </c:pt>
                <c:pt idx="57896">
                  <c:v>0</c:v>
                </c:pt>
                <c:pt idx="57897">
                  <c:v>0</c:v>
                </c:pt>
                <c:pt idx="57898">
                  <c:v>0</c:v>
                </c:pt>
                <c:pt idx="57899">
                  <c:v>0</c:v>
                </c:pt>
                <c:pt idx="57900">
                  <c:v>0</c:v>
                </c:pt>
                <c:pt idx="57901">
                  <c:v>0</c:v>
                </c:pt>
                <c:pt idx="57902">
                  <c:v>0</c:v>
                </c:pt>
                <c:pt idx="57903">
                  <c:v>0</c:v>
                </c:pt>
                <c:pt idx="57904">
                  <c:v>0</c:v>
                </c:pt>
                <c:pt idx="57905">
                  <c:v>0</c:v>
                </c:pt>
                <c:pt idx="57906">
                  <c:v>0</c:v>
                </c:pt>
                <c:pt idx="57907">
                  <c:v>0</c:v>
                </c:pt>
                <c:pt idx="57908">
                  <c:v>0</c:v>
                </c:pt>
                <c:pt idx="57909">
                  <c:v>0</c:v>
                </c:pt>
                <c:pt idx="57910">
                  <c:v>0</c:v>
                </c:pt>
                <c:pt idx="57911">
                  <c:v>0</c:v>
                </c:pt>
                <c:pt idx="57912">
                  <c:v>0</c:v>
                </c:pt>
                <c:pt idx="57913">
                  <c:v>0</c:v>
                </c:pt>
                <c:pt idx="57914">
                  <c:v>0</c:v>
                </c:pt>
                <c:pt idx="57915">
                  <c:v>0</c:v>
                </c:pt>
                <c:pt idx="57916">
                  <c:v>0</c:v>
                </c:pt>
                <c:pt idx="57917">
                  <c:v>0</c:v>
                </c:pt>
                <c:pt idx="57918">
                  <c:v>0</c:v>
                </c:pt>
                <c:pt idx="57919">
                  <c:v>0</c:v>
                </c:pt>
                <c:pt idx="57920">
                  <c:v>0</c:v>
                </c:pt>
                <c:pt idx="57921">
                  <c:v>0</c:v>
                </c:pt>
                <c:pt idx="57922">
                  <c:v>0</c:v>
                </c:pt>
                <c:pt idx="57923">
                  <c:v>0</c:v>
                </c:pt>
                <c:pt idx="57924">
                  <c:v>0</c:v>
                </c:pt>
                <c:pt idx="57925">
                  <c:v>0</c:v>
                </c:pt>
                <c:pt idx="57926">
                  <c:v>0</c:v>
                </c:pt>
                <c:pt idx="57927">
                  <c:v>0</c:v>
                </c:pt>
                <c:pt idx="57928">
                  <c:v>0</c:v>
                </c:pt>
                <c:pt idx="57929">
                  <c:v>0</c:v>
                </c:pt>
                <c:pt idx="57930">
                  <c:v>0</c:v>
                </c:pt>
                <c:pt idx="57931">
                  <c:v>0</c:v>
                </c:pt>
                <c:pt idx="57932">
                  <c:v>0</c:v>
                </c:pt>
                <c:pt idx="57933">
                  <c:v>0</c:v>
                </c:pt>
                <c:pt idx="57934">
                  <c:v>0</c:v>
                </c:pt>
                <c:pt idx="57935">
                  <c:v>0</c:v>
                </c:pt>
                <c:pt idx="57936">
                  <c:v>0</c:v>
                </c:pt>
                <c:pt idx="57937">
                  <c:v>0</c:v>
                </c:pt>
                <c:pt idx="57938">
                  <c:v>0</c:v>
                </c:pt>
                <c:pt idx="57939">
                  <c:v>0</c:v>
                </c:pt>
                <c:pt idx="57940">
                  <c:v>0</c:v>
                </c:pt>
                <c:pt idx="57941">
                  <c:v>0</c:v>
                </c:pt>
                <c:pt idx="57942">
                  <c:v>0</c:v>
                </c:pt>
                <c:pt idx="57943">
                  <c:v>0</c:v>
                </c:pt>
                <c:pt idx="57944">
                  <c:v>0</c:v>
                </c:pt>
                <c:pt idx="57945">
                  <c:v>0</c:v>
                </c:pt>
                <c:pt idx="57946">
                  <c:v>0</c:v>
                </c:pt>
                <c:pt idx="57947">
                  <c:v>0</c:v>
                </c:pt>
                <c:pt idx="57948">
                  <c:v>0</c:v>
                </c:pt>
                <c:pt idx="57949">
                  <c:v>0</c:v>
                </c:pt>
                <c:pt idx="57950">
                  <c:v>0</c:v>
                </c:pt>
                <c:pt idx="57951">
                  <c:v>0</c:v>
                </c:pt>
                <c:pt idx="57952">
                  <c:v>0</c:v>
                </c:pt>
                <c:pt idx="57953">
                  <c:v>0</c:v>
                </c:pt>
                <c:pt idx="57954">
                  <c:v>0</c:v>
                </c:pt>
                <c:pt idx="57955">
                  <c:v>0</c:v>
                </c:pt>
                <c:pt idx="57956">
                  <c:v>0</c:v>
                </c:pt>
                <c:pt idx="57957">
                  <c:v>0</c:v>
                </c:pt>
                <c:pt idx="57958">
                  <c:v>0</c:v>
                </c:pt>
                <c:pt idx="57959">
                  <c:v>0</c:v>
                </c:pt>
                <c:pt idx="57960">
                  <c:v>0</c:v>
                </c:pt>
                <c:pt idx="57961">
                  <c:v>0</c:v>
                </c:pt>
                <c:pt idx="57962">
                  <c:v>0</c:v>
                </c:pt>
                <c:pt idx="57963">
                  <c:v>0</c:v>
                </c:pt>
                <c:pt idx="57964">
                  <c:v>0</c:v>
                </c:pt>
                <c:pt idx="57965">
                  <c:v>0</c:v>
                </c:pt>
                <c:pt idx="57966">
                  <c:v>0</c:v>
                </c:pt>
                <c:pt idx="57967">
                  <c:v>0</c:v>
                </c:pt>
                <c:pt idx="57968">
                  <c:v>0</c:v>
                </c:pt>
                <c:pt idx="57969">
                  <c:v>0</c:v>
                </c:pt>
                <c:pt idx="57970">
                  <c:v>0</c:v>
                </c:pt>
                <c:pt idx="57971">
                  <c:v>0</c:v>
                </c:pt>
                <c:pt idx="57972">
                  <c:v>0</c:v>
                </c:pt>
                <c:pt idx="57973">
                  <c:v>0</c:v>
                </c:pt>
                <c:pt idx="57974">
                  <c:v>0</c:v>
                </c:pt>
                <c:pt idx="57975">
                  <c:v>0</c:v>
                </c:pt>
                <c:pt idx="57976">
                  <c:v>0</c:v>
                </c:pt>
                <c:pt idx="57977">
                  <c:v>0</c:v>
                </c:pt>
                <c:pt idx="57978">
                  <c:v>0</c:v>
                </c:pt>
                <c:pt idx="57979">
                  <c:v>0</c:v>
                </c:pt>
                <c:pt idx="57980">
                  <c:v>0</c:v>
                </c:pt>
                <c:pt idx="57981">
                  <c:v>0</c:v>
                </c:pt>
                <c:pt idx="57982">
                  <c:v>0</c:v>
                </c:pt>
                <c:pt idx="57983">
                  <c:v>0</c:v>
                </c:pt>
                <c:pt idx="57984">
                  <c:v>0</c:v>
                </c:pt>
                <c:pt idx="57985">
                  <c:v>0</c:v>
                </c:pt>
                <c:pt idx="57986">
                  <c:v>0</c:v>
                </c:pt>
                <c:pt idx="57987">
                  <c:v>0</c:v>
                </c:pt>
                <c:pt idx="57988">
                  <c:v>0</c:v>
                </c:pt>
                <c:pt idx="57989">
                  <c:v>0</c:v>
                </c:pt>
                <c:pt idx="57990">
                  <c:v>0</c:v>
                </c:pt>
                <c:pt idx="57991">
                  <c:v>0</c:v>
                </c:pt>
                <c:pt idx="57992">
                  <c:v>0</c:v>
                </c:pt>
                <c:pt idx="57993">
                  <c:v>0</c:v>
                </c:pt>
                <c:pt idx="57994">
                  <c:v>0</c:v>
                </c:pt>
                <c:pt idx="57995">
                  <c:v>0</c:v>
                </c:pt>
                <c:pt idx="57996">
                  <c:v>0</c:v>
                </c:pt>
                <c:pt idx="57997">
                  <c:v>0</c:v>
                </c:pt>
                <c:pt idx="57998">
                  <c:v>0</c:v>
                </c:pt>
                <c:pt idx="57999">
                  <c:v>0</c:v>
                </c:pt>
                <c:pt idx="58000">
                  <c:v>0</c:v>
                </c:pt>
                <c:pt idx="58001">
                  <c:v>0</c:v>
                </c:pt>
                <c:pt idx="58002">
                  <c:v>0</c:v>
                </c:pt>
                <c:pt idx="58003">
                  <c:v>0</c:v>
                </c:pt>
                <c:pt idx="58004">
                  <c:v>0</c:v>
                </c:pt>
                <c:pt idx="58005">
                  <c:v>0</c:v>
                </c:pt>
                <c:pt idx="58006">
                  <c:v>0</c:v>
                </c:pt>
                <c:pt idx="58007">
                  <c:v>0</c:v>
                </c:pt>
                <c:pt idx="58008">
                  <c:v>0</c:v>
                </c:pt>
                <c:pt idx="58009">
                  <c:v>0</c:v>
                </c:pt>
                <c:pt idx="58010">
                  <c:v>0</c:v>
                </c:pt>
                <c:pt idx="58011">
                  <c:v>0</c:v>
                </c:pt>
                <c:pt idx="58012">
                  <c:v>0</c:v>
                </c:pt>
                <c:pt idx="58013">
                  <c:v>0</c:v>
                </c:pt>
                <c:pt idx="58014">
                  <c:v>0</c:v>
                </c:pt>
                <c:pt idx="58015">
                  <c:v>0</c:v>
                </c:pt>
                <c:pt idx="58016">
                  <c:v>0</c:v>
                </c:pt>
                <c:pt idx="58017">
                  <c:v>0</c:v>
                </c:pt>
                <c:pt idx="58018">
                  <c:v>0</c:v>
                </c:pt>
                <c:pt idx="58019">
                  <c:v>0</c:v>
                </c:pt>
                <c:pt idx="58020">
                  <c:v>0</c:v>
                </c:pt>
                <c:pt idx="58021">
                  <c:v>0</c:v>
                </c:pt>
                <c:pt idx="58022">
                  <c:v>0</c:v>
                </c:pt>
                <c:pt idx="58023">
                  <c:v>0</c:v>
                </c:pt>
                <c:pt idx="58024">
                  <c:v>0</c:v>
                </c:pt>
                <c:pt idx="58025">
                  <c:v>0</c:v>
                </c:pt>
                <c:pt idx="58026">
                  <c:v>0</c:v>
                </c:pt>
                <c:pt idx="58027">
                  <c:v>0</c:v>
                </c:pt>
                <c:pt idx="58028">
                  <c:v>0</c:v>
                </c:pt>
                <c:pt idx="58029">
                  <c:v>0</c:v>
                </c:pt>
                <c:pt idx="58030">
                  <c:v>0</c:v>
                </c:pt>
                <c:pt idx="58031">
                  <c:v>0</c:v>
                </c:pt>
                <c:pt idx="58032">
                  <c:v>0</c:v>
                </c:pt>
                <c:pt idx="58033">
                  <c:v>0</c:v>
                </c:pt>
                <c:pt idx="58034">
                  <c:v>0</c:v>
                </c:pt>
                <c:pt idx="58035">
                  <c:v>0</c:v>
                </c:pt>
                <c:pt idx="58036">
                  <c:v>0</c:v>
                </c:pt>
                <c:pt idx="58037">
                  <c:v>0</c:v>
                </c:pt>
                <c:pt idx="58038">
                  <c:v>0</c:v>
                </c:pt>
                <c:pt idx="58039">
                  <c:v>0</c:v>
                </c:pt>
                <c:pt idx="58040">
                  <c:v>0</c:v>
                </c:pt>
                <c:pt idx="58041">
                  <c:v>0</c:v>
                </c:pt>
                <c:pt idx="58042">
                  <c:v>0</c:v>
                </c:pt>
                <c:pt idx="58043">
                  <c:v>0</c:v>
                </c:pt>
                <c:pt idx="58044">
                  <c:v>0</c:v>
                </c:pt>
                <c:pt idx="58045">
                  <c:v>0</c:v>
                </c:pt>
                <c:pt idx="58046">
                  <c:v>0</c:v>
                </c:pt>
                <c:pt idx="58047">
                  <c:v>0</c:v>
                </c:pt>
                <c:pt idx="58048">
                  <c:v>0</c:v>
                </c:pt>
                <c:pt idx="58049">
                  <c:v>0</c:v>
                </c:pt>
                <c:pt idx="58050">
                  <c:v>0</c:v>
                </c:pt>
                <c:pt idx="58051">
                  <c:v>0</c:v>
                </c:pt>
                <c:pt idx="58052">
                  <c:v>0</c:v>
                </c:pt>
                <c:pt idx="58053">
                  <c:v>0</c:v>
                </c:pt>
                <c:pt idx="58054">
                  <c:v>0</c:v>
                </c:pt>
                <c:pt idx="58055">
                  <c:v>0</c:v>
                </c:pt>
                <c:pt idx="58056">
                  <c:v>0</c:v>
                </c:pt>
                <c:pt idx="58057">
                  <c:v>0</c:v>
                </c:pt>
                <c:pt idx="58058">
                  <c:v>0</c:v>
                </c:pt>
                <c:pt idx="58059">
                  <c:v>0</c:v>
                </c:pt>
                <c:pt idx="58060">
                  <c:v>0</c:v>
                </c:pt>
                <c:pt idx="58061">
                  <c:v>0</c:v>
                </c:pt>
                <c:pt idx="58062">
                  <c:v>0</c:v>
                </c:pt>
                <c:pt idx="58063">
                  <c:v>0</c:v>
                </c:pt>
                <c:pt idx="58064">
                  <c:v>0</c:v>
                </c:pt>
                <c:pt idx="58065">
                  <c:v>0</c:v>
                </c:pt>
                <c:pt idx="58066">
                  <c:v>0</c:v>
                </c:pt>
                <c:pt idx="58067">
                  <c:v>0</c:v>
                </c:pt>
                <c:pt idx="58068">
                  <c:v>0</c:v>
                </c:pt>
                <c:pt idx="58069">
                  <c:v>0</c:v>
                </c:pt>
                <c:pt idx="58070">
                  <c:v>0</c:v>
                </c:pt>
                <c:pt idx="58071">
                  <c:v>0</c:v>
                </c:pt>
                <c:pt idx="58072">
                  <c:v>0</c:v>
                </c:pt>
                <c:pt idx="58073">
                  <c:v>0</c:v>
                </c:pt>
                <c:pt idx="58074">
                  <c:v>0</c:v>
                </c:pt>
                <c:pt idx="58075">
                  <c:v>0</c:v>
                </c:pt>
                <c:pt idx="58076">
                  <c:v>0</c:v>
                </c:pt>
                <c:pt idx="58077">
                  <c:v>0</c:v>
                </c:pt>
                <c:pt idx="58078">
                  <c:v>0</c:v>
                </c:pt>
                <c:pt idx="58079">
                  <c:v>0</c:v>
                </c:pt>
                <c:pt idx="58080">
                  <c:v>0</c:v>
                </c:pt>
                <c:pt idx="58081">
                  <c:v>0</c:v>
                </c:pt>
                <c:pt idx="58082">
                  <c:v>0</c:v>
                </c:pt>
                <c:pt idx="58083">
                  <c:v>0</c:v>
                </c:pt>
                <c:pt idx="58084">
                  <c:v>0</c:v>
                </c:pt>
                <c:pt idx="58085">
                  <c:v>0</c:v>
                </c:pt>
                <c:pt idx="58086">
                  <c:v>0</c:v>
                </c:pt>
                <c:pt idx="58087">
                  <c:v>0</c:v>
                </c:pt>
                <c:pt idx="58088">
                  <c:v>0</c:v>
                </c:pt>
                <c:pt idx="58089">
                  <c:v>0</c:v>
                </c:pt>
                <c:pt idx="58090">
                  <c:v>0</c:v>
                </c:pt>
                <c:pt idx="58091">
                  <c:v>0</c:v>
                </c:pt>
                <c:pt idx="58092">
                  <c:v>0</c:v>
                </c:pt>
                <c:pt idx="58093">
                  <c:v>0</c:v>
                </c:pt>
                <c:pt idx="58094">
                  <c:v>0</c:v>
                </c:pt>
                <c:pt idx="58095">
                  <c:v>0</c:v>
                </c:pt>
                <c:pt idx="58096">
                  <c:v>0</c:v>
                </c:pt>
                <c:pt idx="58097">
                  <c:v>0</c:v>
                </c:pt>
                <c:pt idx="58098">
                  <c:v>0</c:v>
                </c:pt>
                <c:pt idx="58099">
                  <c:v>0</c:v>
                </c:pt>
                <c:pt idx="58100">
                  <c:v>0</c:v>
                </c:pt>
                <c:pt idx="58101">
                  <c:v>0</c:v>
                </c:pt>
                <c:pt idx="58102">
                  <c:v>0</c:v>
                </c:pt>
                <c:pt idx="58103">
                  <c:v>0</c:v>
                </c:pt>
                <c:pt idx="58104">
                  <c:v>0</c:v>
                </c:pt>
                <c:pt idx="58105">
                  <c:v>0</c:v>
                </c:pt>
                <c:pt idx="58106">
                  <c:v>0</c:v>
                </c:pt>
                <c:pt idx="58107">
                  <c:v>0</c:v>
                </c:pt>
                <c:pt idx="58108">
                  <c:v>0</c:v>
                </c:pt>
                <c:pt idx="58109">
                  <c:v>0</c:v>
                </c:pt>
                <c:pt idx="58110">
                  <c:v>0</c:v>
                </c:pt>
                <c:pt idx="58111">
                  <c:v>0</c:v>
                </c:pt>
                <c:pt idx="58112">
                  <c:v>0</c:v>
                </c:pt>
                <c:pt idx="58113">
                  <c:v>0</c:v>
                </c:pt>
                <c:pt idx="58114">
                  <c:v>0</c:v>
                </c:pt>
                <c:pt idx="58115">
                  <c:v>0</c:v>
                </c:pt>
                <c:pt idx="58116">
                  <c:v>0</c:v>
                </c:pt>
                <c:pt idx="58117">
                  <c:v>0</c:v>
                </c:pt>
                <c:pt idx="58118">
                  <c:v>0</c:v>
                </c:pt>
                <c:pt idx="58119">
                  <c:v>0</c:v>
                </c:pt>
                <c:pt idx="58120">
                  <c:v>0</c:v>
                </c:pt>
                <c:pt idx="58121">
                  <c:v>0</c:v>
                </c:pt>
                <c:pt idx="58122">
                  <c:v>0</c:v>
                </c:pt>
                <c:pt idx="58123">
                  <c:v>0</c:v>
                </c:pt>
                <c:pt idx="58124">
                  <c:v>0</c:v>
                </c:pt>
                <c:pt idx="58125">
                  <c:v>0</c:v>
                </c:pt>
                <c:pt idx="58126">
                  <c:v>0</c:v>
                </c:pt>
                <c:pt idx="58127">
                  <c:v>0</c:v>
                </c:pt>
                <c:pt idx="58128">
                  <c:v>0</c:v>
                </c:pt>
                <c:pt idx="58129">
                  <c:v>0</c:v>
                </c:pt>
                <c:pt idx="58130">
                  <c:v>0</c:v>
                </c:pt>
                <c:pt idx="58131">
                  <c:v>0</c:v>
                </c:pt>
                <c:pt idx="58132">
                  <c:v>0</c:v>
                </c:pt>
                <c:pt idx="58133">
                  <c:v>0</c:v>
                </c:pt>
                <c:pt idx="58134">
                  <c:v>0</c:v>
                </c:pt>
                <c:pt idx="58135">
                  <c:v>0</c:v>
                </c:pt>
                <c:pt idx="58136">
                  <c:v>0</c:v>
                </c:pt>
                <c:pt idx="58137">
                  <c:v>0</c:v>
                </c:pt>
                <c:pt idx="58138">
                  <c:v>0</c:v>
                </c:pt>
                <c:pt idx="58139">
                  <c:v>0</c:v>
                </c:pt>
                <c:pt idx="58140">
                  <c:v>0</c:v>
                </c:pt>
                <c:pt idx="58141">
                  <c:v>0</c:v>
                </c:pt>
                <c:pt idx="58142">
                  <c:v>0</c:v>
                </c:pt>
                <c:pt idx="58143">
                  <c:v>0</c:v>
                </c:pt>
                <c:pt idx="58144">
                  <c:v>0</c:v>
                </c:pt>
                <c:pt idx="58145">
                  <c:v>0</c:v>
                </c:pt>
                <c:pt idx="58146">
                  <c:v>0</c:v>
                </c:pt>
                <c:pt idx="58147">
                  <c:v>0</c:v>
                </c:pt>
                <c:pt idx="58148">
                  <c:v>0</c:v>
                </c:pt>
                <c:pt idx="58149">
                  <c:v>0</c:v>
                </c:pt>
                <c:pt idx="58150">
                  <c:v>0</c:v>
                </c:pt>
                <c:pt idx="58151">
                  <c:v>0</c:v>
                </c:pt>
                <c:pt idx="58152">
                  <c:v>0</c:v>
                </c:pt>
                <c:pt idx="58153">
                  <c:v>0</c:v>
                </c:pt>
                <c:pt idx="58154">
                  <c:v>0</c:v>
                </c:pt>
                <c:pt idx="58155">
                  <c:v>0</c:v>
                </c:pt>
                <c:pt idx="58156">
                  <c:v>0</c:v>
                </c:pt>
                <c:pt idx="58157">
                  <c:v>0</c:v>
                </c:pt>
                <c:pt idx="58158">
                  <c:v>0</c:v>
                </c:pt>
                <c:pt idx="58159">
                  <c:v>0</c:v>
                </c:pt>
                <c:pt idx="58160">
                  <c:v>0</c:v>
                </c:pt>
                <c:pt idx="58161">
                  <c:v>0</c:v>
                </c:pt>
                <c:pt idx="58162">
                  <c:v>0</c:v>
                </c:pt>
                <c:pt idx="58163">
                  <c:v>0</c:v>
                </c:pt>
                <c:pt idx="58164">
                  <c:v>0</c:v>
                </c:pt>
                <c:pt idx="58165">
                  <c:v>0</c:v>
                </c:pt>
                <c:pt idx="58166">
                  <c:v>0</c:v>
                </c:pt>
                <c:pt idx="58167">
                  <c:v>0</c:v>
                </c:pt>
                <c:pt idx="58168">
                  <c:v>0</c:v>
                </c:pt>
                <c:pt idx="58169">
                  <c:v>0</c:v>
                </c:pt>
                <c:pt idx="58170">
                  <c:v>0</c:v>
                </c:pt>
                <c:pt idx="58171">
                  <c:v>0</c:v>
                </c:pt>
                <c:pt idx="58172">
                  <c:v>0</c:v>
                </c:pt>
                <c:pt idx="58173">
                  <c:v>0</c:v>
                </c:pt>
                <c:pt idx="58174">
                  <c:v>0</c:v>
                </c:pt>
                <c:pt idx="58175">
                  <c:v>0</c:v>
                </c:pt>
                <c:pt idx="58176">
                  <c:v>0</c:v>
                </c:pt>
                <c:pt idx="58177">
                  <c:v>0</c:v>
                </c:pt>
                <c:pt idx="58178">
                  <c:v>0</c:v>
                </c:pt>
                <c:pt idx="58179">
                  <c:v>0</c:v>
                </c:pt>
                <c:pt idx="58180">
                  <c:v>0</c:v>
                </c:pt>
                <c:pt idx="58181">
                  <c:v>0</c:v>
                </c:pt>
                <c:pt idx="58182">
                  <c:v>0</c:v>
                </c:pt>
                <c:pt idx="58183">
                  <c:v>0</c:v>
                </c:pt>
                <c:pt idx="58184">
                  <c:v>0</c:v>
                </c:pt>
                <c:pt idx="58185">
                  <c:v>0</c:v>
                </c:pt>
                <c:pt idx="58186">
                  <c:v>0</c:v>
                </c:pt>
                <c:pt idx="58187">
                  <c:v>0</c:v>
                </c:pt>
                <c:pt idx="58188">
                  <c:v>0</c:v>
                </c:pt>
                <c:pt idx="58189">
                  <c:v>0</c:v>
                </c:pt>
                <c:pt idx="58190">
                  <c:v>0</c:v>
                </c:pt>
                <c:pt idx="58191">
                  <c:v>0</c:v>
                </c:pt>
                <c:pt idx="58192">
                  <c:v>0</c:v>
                </c:pt>
                <c:pt idx="58193">
                  <c:v>0</c:v>
                </c:pt>
                <c:pt idx="58194">
                  <c:v>0</c:v>
                </c:pt>
                <c:pt idx="58195">
                  <c:v>0</c:v>
                </c:pt>
                <c:pt idx="58196">
                  <c:v>0</c:v>
                </c:pt>
                <c:pt idx="58197">
                  <c:v>0</c:v>
                </c:pt>
                <c:pt idx="58198">
                  <c:v>0</c:v>
                </c:pt>
                <c:pt idx="58199">
                  <c:v>0</c:v>
                </c:pt>
                <c:pt idx="58200">
                  <c:v>0</c:v>
                </c:pt>
                <c:pt idx="58201">
                  <c:v>0</c:v>
                </c:pt>
                <c:pt idx="58202">
                  <c:v>0</c:v>
                </c:pt>
                <c:pt idx="58203">
                  <c:v>0</c:v>
                </c:pt>
                <c:pt idx="58204">
                  <c:v>0</c:v>
                </c:pt>
                <c:pt idx="58205">
                  <c:v>0</c:v>
                </c:pt>
                <c:pt idx="58206">
                  <c:v>0</c:v>
                </c:pt>
                <c:pt idx="58207">
                  <c:v>0</c:v>
                </c:pt>
                <c:pt idx="58208">
                  <c:v>0</c:v>
                </c:pt>
                <c:pt idx="58209">
                  <c:v>0</c:v>
                </c:pt>
                <c:pt idx="58210">
                  <c:v>0</c:v>
                </c:pt>
                <c:pt idx="58211">
                  <c:v>0</c:v>
                </c:pt>
                <c:pt idx="58212">
                  <c:v>0</c:v>
                </c:pt>
                <c:pt idx="58213">
                  <c:v>0</c:v>
                </c:pt>
                <c:pt idx="58214">
                  <c:v>0</c:v>
                </c:pt>
                <c:pt idx="58215">
                  <c:v>0</c:v>
                </c:pt>
                <c:pt idx="58216">
                  <c:v>0</c:v>
                </c:pt>
                <c:pt idx="58217">
                  <c:v>0</c:v>
                </c:pt>
                <c:pt idx="58218">
                  <c:v>0</c:v>
                </c:pt>
                <c:pt idx="58219">
                  <c:v>0</c:v>
                </c:pt>
                <c:pt idx="58220">
                  <c:v>0</c:v>
                </c:pt>
                <c:pt idx="58221">
                  <c:v>0</c:v>
                </c:pt>
                <c:pt idx="58222">
                  <c:v>0</c:v>
                </c:pt>
                <c:pt idx="58223">
                  <c:v>0</c:v>
                </c:pt>
                <c:pt idx="58224">
                  <c:v>0</c:v>
                </c:pt>
                <c:pt idx="58225">
                  <c:v>0</c:v>
                </c:pt>
                <c:pt idx="58226">
                  <c:v>0</c:v>
                </c:pt>
                <c:pt idx="58227">
                  <c:v>0</c:v>
                </c:pt>
                <c:pt idx="58228">
                  <c:v>0</c:v>
                </c:pt>
                <c:pt idx="58229">
                  <c:v>0</c:v>
                </c:pt>
                <c:pt idx="58230">
                  <c:v>0</c:v>
                </c:pt>
                <c:pt idx="58231">
                  <c:v>0</c:v>
                </c:pt>
                <c:pt idx="58232">
                  <c:v>0</c:v>
                </c:pt>
                <c:pt idx="58233">
                  <c:v>0</c:v>
                </c:pt>
                <c:pt idx="58234">
                  <c:v>0</c:v>
                </c:pt>
                <c:pt idx="58235">
                  <c:v>0</c:v>
                </c:pt>
                <c:pt idx="58236">
                  <c:v>0</c:v>
                </c:pt>
                <c:pt idx="58237">
                  <c:v>0</c:v>
                </c:pt>
                <c:pt idx="58238">
                  <c:v>0</c:v>
                </c:pt>
                <c:pt idx="58239">
                  <c:v>0</c:v>
                </c:pt>
                <c:pt idx="58240">
                  <c:v>0</c:v>
                </c:pt>
                <c:pt idx="58241">
                  <c:v>0</c:v>
                </c:pt>
                <c:pt idx="58242">
                  <c:v>0</c:v>
                </c:pt>
                <c:pt idx="58243">
                  <c:v>0</c:v>
                </c:pt>
                <c:pt idx="58244">
                  <c:v>0</c:v>
                </c:pt>
                <c:pt idx="58245">
                  <c:v>0</c:v>
                </c:pt>
                <c:pt idx="58246">
                  <c:v>0</c:v>
                </c:pt>
                <c:pt idx="58247">
                  <c:v>0</c:v>
                </c:pt>
                <c:pt idx="58248">
                  <c:v>0</c:v>
                </c:pt>
                <c:pt idx="58249">
                  <c:v>0</c:v>
                </c:pt>
                <c:pt idx="58250">
                  <c:v>0</c:v>
                </c:pt>
                <c:pt idx="58251">
                  <c:v>0</c:v>
                </c:pt>
                <c:pt idx="58252">
                  <c:v>0</c:v>
                </c:pt>
                <c:pt idx="58253">
                  <c:v>0</c:v>
                </c:pt>
                <c:pt idx="58254">
                  <c:v>0</c:v>
                </c:pt>
                <c:pt idx="58255">
                  <c:v>0</c:v>
                </c:pt>
                <c:pt idx="58256">
                  <c:v>0</c:v>
                </c:pt>
                <c:pt idx="58257">
                  <c:v>0</c:v>
                </c:pt>
                <c:pt idx="58258">
                  <c:v>0</c:v>
                </c:pt>
                <c:pt idx="58259">
                  <c:v>0</c:v>
                </c:pt>
                <c:pt idx="58260">
                  <c:v>0</c:v>
                </c:pt>
                <c:pt idx="58261">
                  <c:v>0</c:v>
                </c:pt>
                <c:pt idx="58262">
                  <c:v>0</c:v>
                </c:pt>
                <c:pt idx="58263">
                  <c:v>0</c:v>
                </c:pt>
                <c:pt idx="58264">
                  <c:v>0</c:v>
                </c:pt>
                <c:pt idx="58265">
                  <c:v>0</c:v>
                </c:pt>
                <c:pt idx="58266">
                  <c:v>0</c:v>
                </c:pt>
                <c:pt idx="58267">
                  <c:v>0</c:v>
                </c:pt>
                <c:pt idx="58268">
                  <c:v>0</c:v>
                </c:pt>
                <c:pt idx="58269">
                  <c:v>0</c:v>
                </c:pt>
                <c:pt idx="58270">
                  <c:v>0</c:v>
                </c:pt>
                <c:pt idx="58271">
                  <c:v>0</c:v>
                </c:pt>
                <c:pt idx="58272">
                  <c:v>0</c:v>
                </c:pt>
                <c:pt idx="58273">
                  <c:v>0</c:v>
                </c:pt>
                <c:pt idx="58274">
                  <c:v>0</c:v>
                </c:pt>
                <c:pt idx="58275">
                  <c:v>0</c:v>
                </c:pt>
                <c:pt idx="58276">
                  <c:v>0</c:v>
                </c:pt>
                <c:pt idx="58277">
                  <c:v>0</c:v>
                </c:pt>
                <c:pt idx="58278">
                  <c:v>0</c:v>
                </c:pt>
                <c:pt idx="58279">
                  <c:v>0</c:v>
                </c:pt>
                <c:pt idx="58280">
                  <c:v>0</c:v>
                </c:pt>
                <c:pt idx="58281">
                  <c:v>0</c:v>
                </c:pt>
                <c:pt idx="58282">
                  <c:v>0</c:v>
                </c:pt>
                <c:pt idx="58283">
                  <c:v>0</c:v>
                </c:pt>
                <c:pt idx="58284">
                  <c:v>0</c:v>
                </c:pt>
                <c:pt idx="58285">
                  <c:v>0</c:v>
                </c:pt>
                <c:pt idx="58286">
                  <c:v>0</c:v>
                </c:pt>
                <c:pt idx="58287">
                  <c:v>0</c:v>
                </c:pt>
                <c:pt idx="58288">
                  <c:v>0</c:v>
                </c:pt>
                <c:pt idx="58289">
                  <c:v>0</c:v>
                </c:pt>
                <c:pt idx="58290">
                  <c:v>0</c:v>
                </c:pt>
                <c:pt idx="58291">
                  <c:v>0</c:v>
                </c:pt>
                <c:pt idx="58292">
                  <c:v>0</c:v>
                </c:pt>
                <c:pt idx="58293">
                  <c:v>0</c:v>
                </c:pt>
                <c:pt idx="58294">
                  <c:v>0</c:v>
                </c:pt>
                <c:pt idx="58295">
                  <c:v>0</c:v>
                </c:pt>
                <c:pt idx="58296">
                  <c:v>0</c:v>
                </c:pt>
                <c:pt idx="58297">
                  <c:v>0</c:v>
                </c:pt>
                <c:pt idx="58298">
                  <c:v>0</c:v>
                </c:pt>
                <c:pt idx="58299">
                  <c:v>0</c:v>
                </c:pt>
                <c:pt idx="58300">
                  <c:v>0</c:v>
                </c:pt>
                <c:pt idx="58301">
                  <c:v>0</c:v>
                </c:pt>
                <c:pt idx="58302">
                  <c:v>0</c:v>
                </c:pt>
                <c:pt idx="58303">
                  <c:v>0</c:v>
                </c:pt>
                <c:pt idx="58304">
                  <c:v>0</c:v>
                </c:pt>
                <c:pt idx="58305">
                  <c:v>0</c:v>
                </c:pt>
                <c:pt idx="58306">
                  <c:v>0</c:v>
                </c:pt>
                <c:pt idx="58307">
                  <c:v>0</c:v>
                </c:pt>
                <c:pt idx="58308">
                  <c:v>0</c:v>
                </c:pt>
                <c:pt idx="58309">
                  <c:v>0</c:v>
                </c:pt>
                <c:pt idx="58310">
                  <c:v>0</c:v>
                </c:pt>
                <c:pt idx="58311">
                  <c:v>0</c:v>
                </c:pt>
                <c:pt idx="58312">
                  <c:v>0</c:v>
                </c:pt>
                <c:pt idx="58313">
                  <c:v>0</c:v>
                </c:pt>
                <c:pt idx="58314">
                  <c:v>0</c:v>
                </c:pt>
                <c:pt idx="58315">
                  <c:v>0</c:v>
                </c:pt>
                <c:pt idx="58316">
                  <c:v>0</c:v>
                </c:pt>
                <c:pt idx="58317">
                  <c:v>0</c:v>
                </c:pt>
                <c:pt idx="58318">
                  <c:v>0</c:v>
                </c:pt>
                <c:pt idx="58319">
                  <c:v>0</c:v>
                </c:pt>
                <c:pt idx="58320">
                  <c:v>0</c:v>
                </c:pt>
                <c:pt idx="58321">
                  <c:v>0</c:v>
                </c:pt>
                <c:pt idx="58322">
                  <c:v>0</c:v>
                </c:pt>
                <c:pt idx="58323">
                  <c:v>0</c:v>
                </c:pt>
                <c:pt idx="58324">
                  <c:v>0</c:v>
                </c:pt>
                <c:pt idx="58325">
                  <c:v>0</c:v>
                </c:pt>
                <c:pt idx="58326">
                  <c:v>0</c:v>
                </c:pt>
                <c:pt idx="58327">
                  <c:v>0</c:v>
                </c:pt>
                <c:pt idx="58328">
                  <c:v>0</c:v>
                </c:pt>
                <c:pt idx="58329">
                  <c:v>0</c:v>
                </c:pt>
                <c:pt idx="58330">
                  <c:v>0</c:v>
                </c:pt>
                <c:pt idx="58331">
                  <c:v>0</c:v>
                </c:pt>
                <c:pt idx="58332">
                  <c:v>0</c:v>
                </c:pt>
                <c:pt idx="58333">
                  <c:v>0</c:v>
                </c:pt>
                <c:pt idx="58334">
                  <c:v>0</c:v>
                </c:pt>
                <c:pt idx="58335">
                  <c:v>0</c:v>
                </c:pt>
                <c:pt idx="58336">
                  <c:v>0</c:v>
                </c:pt>
                <c:pt idx="58337">
                  <c:v>0</c:v>
                </c:pt>
                <c:pt idx="58338">
                  <c:v>0</c:v>
                </c:pt>
                <c:pt idx="58339">
                  <c:v>0</c:v>
                </c:pt>
                <c:pt idx="58340">
                  <c:v>0</c:v>
                </c:pt>
                <c:pt idx="58341">
                  <c:v>0</c:v>
                </c:pt>
                <c:pt idx="58342">
                  <c:v>0</c:v>
                </c:pt>
                <c:pt idx="58343">
                  <c:v>0</c:v>
                </c:pt>
                <c:pt idx="58344">
                  <c:v>0</c:v>
                </c:pt>
                <c:pt idx="58345">
                  <c:v>0</c:v>
                </c:pt>
                <c:pt idx="58346">
                  <c:v>0</c:v>
                </c:pt>
                <c:pt idx="58347">
                  <c:v>0</c:v>
                </c:pt>
                <c:pt idx="58348">
                  <c:v>0</c:v>
                </c:pt>
                <c:pt idx="58349">
                  <c:v>0</c:v>
                </c:pt>
                <c:pt idx="58350">
                  <c:v>0</c:v>
                </c:pt>
                <c:pt idx="58351">
                  <c:v>0</c:v>
                </c:pt>
                <c:pt idx="58352">
                  <c:v>0</c:v>
                </c:pt>
                <c:pt idx="58353">
                  <c:v>0</c:v>
                </c:pt>
                <c:pt idx="58354">
                  <c:v>0</c:v>
                </c:pt>
                <c:pt idx="58355">
                  <c:v>0</c:v>
                </c:pt>
                <c:pt idx="58356">
                  <c:v>0</c:v>
                </c:pt>
                <c:pt idx="58357">
                  <c:v>0</c:v>
                </c:pt>
                <c:pt idx="58358">
                  <c:v>0</c:v>
                </c:pt>
                <c:pt idx="58359">
                  <c:v>0</c:v>
                </c:pt>
                <c:pt idx="58360">
                  <c:v>0</c:v>
                </c:pt>
                <c:pt idx="58361">
                  <c:v>0</c:v>
                </c:pt>
                <c:pt idx="58362">
                  <c:v>0</c:v>
                </c:pt>
                <c:pt idx="58363">
                  <c:v>0</c:v>
                </c:pt>
                <c:pt idx="58364">
                  <c:v>0</c:v>
                </c:pt>
                <c:pt idx="58365">
                  <c:v>0</c:v>
                </c:pt>
                <c:pt idx="58366">
                  <c:v>0</c:v>
                </c:pt>
                <c:pt idx="58367">
                  <c:v>0</c:v>
                </c:pt>
                <c:pt idx="58368">
                  <c:v>0</c:v>
                </c:pt>
                <c:pt idx="58369">
                  <c:v>0</c:v>
                </c:pt>
                <c:pt idx="58370">
                  <c:v>0</c:v>
                </c:pt>
                <c:pt idx="58371">
                  <c:v>0</c:v>
                </c:pt>
                <c:pt idx="58372">
                  <c:v>0</c:v>
                </c:pt>
                <c:pt idx="58373">
                  <c:v>0</c:v>
                </c:pt>
                <c:pt idx="58374">
                  <c:v>0</c:v>
                </c:pt>
                <c:pt idx="58375">
                  <c:v>0</c:v>
                </c:pt>
                <c:pt idx="58376">
                  <c:v>0</c:v>
                </c:pt>
                <c:pt idx="58377">
                  <c:v>0</c:v>
                </c:pt>
                <c:pt idx="58378">
                  <c:v>0</c:v>
                </c:pt>
                <c:pt idx="58379">
                  <c:v>0</c:v>
                </c:pt>
                <c:pt idx="58380">
                  <c:v>0</c:v>
                </c:pt>
                <c:pt idx="58381">
                  <c:v>0</c:v>
                </c:pt>
                <c:pt idx="58382">
                  <c:v>0</c:v>
                </c:pt>
                <c:pt idx="58383">
                  <c:v>0</c:v>
                </c:pt>
                <c:pt idx="58384">
                  <c:v>0</c:v>
                </c:pt>
                <c:pt idx="58385">
                  <c:v>0</c:v>
                </c:pt>
                <c:pt idx="58386">
                  <c:v>0</c:v>
                </c:pt>
                <c:pt idx="58387">
                  <c:v>0</c:v>
                </c:pt>
                <c:pt idx="58388">
                  <c:v>0</c:v>
                </c:pt>
                <c:pt idx="58389">
                  <c:v>0</c:v>
                </c:pt>
                <c:pt idx="58390">
                  <c:v>0</c:v>
                </c:pt>
                <c:pt idx="58391">
                  <c:v>0</c:v>
                </c:pt>
                <c:pt idx="58392">
                  <c:v>0</c:v>
                </c:pt>
                <c:pt idx="58393">
                  <c:v>0</c:v>
                </c:pt>
                <c:pt idx="58394">
                  <c:v>0</c:v>
                </c:pt>
                <c:pt idx="58395">
                  <c:v>0</c:v>
                </c:pt>
                <c:pt idx="58396">
                  <c:v>0</c:v>
                </c:pt>
                <c:pt idx="58397">
                  <c:v>0</c:v>
                </c:pt>
                <c:pt idx="58398">
                  <c:v>0</c:v>
                </c:pt>
                <c:pt idx="58399">
                  <c:v>0</c:v>
                </c:pt>
                <c:pt idx="58400">
                  <c:v>0</c:v>
                </c:pt>
                <c:pt idx="58401">
                  <c:v>0</c:v>
                </c:pt>
                <c:pt idx="58402">
                  <c:v>0</c:v>
                </c:pt>
                <c:pt idx="58403">
                  <c:v>0</c:v>
                </c:pt>
                <c:pt idx="58404">
                  <c:v>0</c:v>
                </c:pt>
                <c:pt idx="58405">
                  <c:v>0</c:v>
                </c:pt>
                <c:pt idx="58406">
                  <c:v>0</c:v>
                </c:pt>
                <c:pt idx="58407">
                  <c:v>0</c:v>
                </c:pt>
                <c:pt idx="58408">
                  <c:v>0</c:v>
                </c:pt>
                <c:pt idx="58409">
                  <c:v>0</c:v>
                </c:pt>
                <c:pt idx="58410">
                  <c:v>0</c:v>
                </c:pt>
                <c:pt idx="58411">
                  <c:v>0</c:v>
                </c:pt>
                <c:pt idx="58412">
                  <c:v>0</c:v>
                </c:pt>
                <c:pt idx="58413">
                  <c:v>0</c:v>
                </c:pt>
                <c:pt idx="58414">
                  <c:v>0</c:v>
                </c:pt>
                <c:pt idx="58415">
                  <c:v>0</c:v>
                </c:pt>
                <c:pt idx="58416">
                  <c:v>0</c:v>
                </c:pt>
                <c:pt idx="58417">
                  <c:v>0</c:v>
                </c:pt>
                <c:pt idx="58418">
                  <c:v>0</c:v>
                </c:pt>
                <c:pt idx="58419">
                  <c:v>0</c:v>
                </c:pt>
                <c:pt idx="58420">
                  <c:v>0</c:v>
                </c:pt>
                <c:pt idx="58421">
                  <c:v>0</c:v>
                </c:pt>
                <c:pt idx="58422">
                  <c:v>0</c:v>
                </c:pt>
                <c:pt idx="58423">
                  <c:v>0</c:v>
                </c:pt>
                <c:pt idx="58424">
                  <c:v>0</c:v>
                </c:pt>
                <c:pt idx="58425">
                  <c:v>0</c:v>
                </c:pt>
                <c:pt idx="58426">
                  <c:v>0</c:v>
                </c:pt>
                <c:pt idx="58427">
                  <c:v>0</c:v>
                </c:pt>
                <c:pt idx="58428">
                  <c:v>0</c:v>
                </c:pt>
                <c:pt idx="58429">
                  <c:v>0</c:v>
                </c:pt>
                <c:pt idx="58430">
                  <c:v>0</c:v>
                </c:pt>
                <c:pt idx="58431">
                  <c:v>0</c:v>
                </c:pt>
                <c:pt idx="58432">
                  <c:v>0</c:v>
                </c:pt>
                <c:pt idx="58433">
                  <c:v>0</c:v>
                </c:pt>
                <c:pt idx="58434">
                  <c:v>0</c:v>
                </c:pt>
                <c:pt idx="58435">
                  <c:v>0</c:v>
                </c:pt>
                <c:pt idx="58436">
                  <c:v>0</c:v>
                </c:pt>
                <c:pt idx="58437">
                  <c:v>0</c:v>
                </c:pt>
                <c:pt idx="58438">
                  <c:v>0</c:v>
                </c:pt>
                <c:pt idx="58439">
                  <c:v>0</c:v>
                </c:pt>
                <c:pt idx="58440">
                  <c:v>0</c:v>
                </c:pt>
                <c:pt idx="58441">
                  <c:v>0</c:v>
                </c:pt>
                <c:pt idx="58442">
                  <c:v>0</c:v>
                </c:pt>
                <c:pt idx="58443">
                  <c:v>0</c:v>
                </c:pt>
                <c:pt idx="58444">
                  <c:v>0</c:v>
                </c:pt>
                <c:pt idx="58445">
                  <c:v>0</c:v>
                </c:pt>
                <c:pt idx="58446">
                  <c:v>0</c:v>
                </c:pt>
                <c:pt idx="58447">
                  <c:v>0</c:v>
                </c:pt>
                <c:pt idx="58448">
                  <c:v>0</c:v>
                </c:pt>
                <c:pt idx="58449">
                  <c:v>0</c:v>
                </c:pt>
                <c:pt idx="58450">
                  <c:v>0</c:v>
                </c:pt>
                <c:pt idx="58451">
                  <c:v>0</c:v>
                </c:pt>
                <c:pt idx="58452">
                  <c:v>0</c:v>
                </c:pt>
                <c:pt idx="58453">
                  <c:v>0</c:v>
                </c:pt>
                <c:pt idx="58454">
                  <c:v>0</c:v>
                </c:pt>
                <c:pt idx="58455">
                  <c:v>0</c:v>
                </c:pt>
                <c:pt idx="58456">
                  <c:v>0</c:v>
                </c:pt>
                <c:pt idx="58457">
                  <c:v>0</c:v>
                </c:pt>
                <c:pt idx="58458">
                  <c:v>0</c:v>
                </c:pt>
                <c:pt idx="58459">
                  <c:v>0</c:v>
                </c:pt>
                <c:pt idx="58460">
                  <c:v>0</c:v>
                </c:pt>
                <c:pt idx="58461">
                  <c:v>0</c:v>
                </c:pt>
                <c:pt idx="58462">
                  <c:v>0</c:v>
                </c:pt>
                <c:pt idx="58463">
                  <c:v>0</c:v>
                </c:pt>
                <c:pt idx="58464">
                  <c:v>0</c:v>
                </c:pt>
                <c:pt idx="58465">
                  <c:v>0</c:v>
                </c:pt>
                <c:pt idx="58466">
                  <c:v>0</c:v>
                </c:pt>
                <c:pt idx="58467">
                  <c:v>0</c:v>
                </c:pt>
                <c:pt idx="58468">
                  <c:v>0</c:v>
                </c:pt>
                <c:pt idx="58469">
                  <c:v>0</c:v>
                </c:pt>
                <c:pt idx="58470">
                  <c:v>0</c:v>
                </c:pt>
                <c:pt idx="58471">
                  <c:v>0</c:v>
                </c:pt>
                <c:pt idx="58472">
                  <c:v>0</c:v>
                </c:pt>
                <c:pt idx="58473">
                  <c:v>0</c:v>
                </c:pt>
                <c:pt idx="58474">
                  <c:v>0</c:v>
                </c:pt>
                <c:pt idx="58475">
                  <c:v>0</c:v>
                </c:pt>
                <c:pt idx="58476">
                  <c:v>0</c:v>
                </c:pt>
                <c:pt idx="58477">
                  <c:v>0</c:v>
                </c:pt>
                <c:pt idx="58478">
                  <c:v>0</c:v>
                </c:pt>
                <c:pt idx="58479">
                  <c:v>0</c:v>
                </c:pt>
                <c:pt idx="58480">
                  <c:v>0</c:v>
                </c:pt>
                <c:pt idx="58481">
                  <c:v>0</c:v>
                </c:pt>
                <c:pt idx="58482">
                  <c:v>0</c:v>
                </c:pt>
                <c:pt idx="58483">
                  <c:v>0</c:v>
                </c:pt>
                <c:pt idx="58484">
                  <c:v>0</c:v>
                </c:pt>
                <c:pt idx="58485">
                  <c:v>0</c:v>
                </c:pt>
                <c:pt idx="58486">
                  <c:v>0</c:v>
                </c:pt>
                <c:pt idx="58487">
                  <c:v>0</c:v>
                </c:pt>
                <c:pt idx="58488">
                  <c:v>0</c:v>
                </c:pt>
                <c:pt idx="58489">
                  <c:v>0</c:v>
                </c:pt>
                <c:pt idx="58490">
                  <c:v>0</c:v>
                </c:pt>
                <c:pt idx="58491">
                  <c:v>0</c:v>
                </c:pt>
                <c:pt idx="58492">
                  <c:v>0</c:v>
                </c:pt>
                <c:pt idx="58493">
                  <c:v>0</c:v>
                </c:pt>
                <c:pt idx="58494">
                  <c:v>0</c:v>
                </c:pt>
                <c:pt idx="58495">
                  <c:v>0</c:v>
                </c:pt>
                <c:pt idx="58496">
                  <c:v>0</c:v>
                </c:pt>
                <c:pt idx="58497">
                  <c:v>0</c:v>
                </c:pt>
                <c:pt idx="58498">
                  <c:v>0</c:v>
                </c:pt>
                <c:pt idx="58499">
                  <c:v>0</c:v>
                </c:pt>
                <c:pt idx="58500">
                  <c:v>0</c:v>
                </c:pt>
                <c:pt idx="58501">
                  <c:v>0</c:v>
                </c:pt>
                <c:pt idx="58502">
                  <c:v>0</c:v>
                </c:pt>
                <c:pt idx="58503">
                  <c:v>0</c:v>
                </c:pt>
                <c:pt idx="58504">
                  <c:v>0</c:v>
                </c:pt>
                <c:pt idx="58505">
                  <c:v>0</c:v>
                </c:pt>
                <c:pt idx="58506">
                  <c:v>0</c:v>
                </c:pt>
                <c:pt idx="58507">
                  <c:v>0</c:v>
                </c:pt>
                <c:pt idx="58508">
                  <c:v>0</c:v>
                </c:pt>
                <c:pt idx="58509">
                  <c:v>0</c:v>
                </c:pt>
                <c:pt idx="58510">
                  <c:v>0</c:v>
                </c:pt>
                <c:pt idx="58511">
                  <c:v>0</c:v>
                </c:pt>
                <c:pt idx="58512">
                  <c:v>0</c:v>
                </c:pt>
                <c:pt idx="58513">
                  <c:v>0</c:v>
                </c:pt>
                <c:pt idx="58514">
                  <c:v>0</c:v>
                </c:pt>
                <c:pt idx="58515">
                  <c:v>0</c:v>
                </c:pt>
                <c:pt idx="58516">
                  <c:v>0</c:v>
                </c:pt>
                <c:pt idx="58517">
                  <c:v>0</c:v>
                </c:pt>
                <c:pt idx="58518">
                  <c:v>0</c:v>
                </c:pt>
                <c:pt idx="58519">
                  <c:v>0</c:v>
                </c:pt>
                <c:pt idx="58520">
                  <c:v>0</c:v>
                </c:pt>
                <c:pt idx="58521">
                  <c:v>0</c:v>
                </c:pt>
                <c:pt idx="58522">
                  <c:v>0</c:v>
                </c:pt>
                <c:pt idx="58523">
                  <c:v>0</c:v>
                </c:pt>
                <c:pt idx="58524">
                  <c:v>0</c:v>
                </c:pt>
                <c:pt idx="58525">
                  <c:v>0</c:v>
                </c:pt>
                <c:pt idx="58526">
                  <c:v>0</c:v>
                </c:pt>
                <c:pt idx="58527">
                  <c:v>0</c:v>
                </c:pt>
                <c:pt idx="58528">
                  <c:v>0</c:v>
                </c:pt>
                <c:pt idx="58529">
                  <c:v>0</c:v>
                </c:pt>
                <c:pt idx="58530">
                  <c:v>0</c:v>
                </c:pt>
                <c:pt idx="58531">
                  <c:v>0</c:v>
                </c:pt>
                <c:pt idx="58532">
                  <c:v>0</c:v>
                </c:pt>
                <c:pt idx="58533">
                  <c:v>0</c:v>
                </c:pt>
                <c:pt idx="58534">
                  <c:v>0</c:v>
                </c:pt>
                <c:pt idx="58535">
                  <c:v>0</c:v>
                </c:pt>
                <c:pt idx="58536">
                  <c:v>0</c:v>
                </c:pt>
                <c:pt idx="58537">
                  <c:v>0</c:v>
                </c:pt>
                <c:pt idx="58538">
                  <c:v>0</c:v>
                </c:pt>
                <c:pt idx="58539">
                  <c:v>0</c:v>
                </c:pt>
                <c:pt idx="58540">
                  <c:v>0</c:v>
                </c:pt>
                <c:pt idx="58541">
                  <c:v>0</c:v>
                </c:pt>
                <c:pt idx="58542">
                  <c:v>0</c:v>
                </c:pt>
                <c:pt idx="58543">
                  <c:v>0</c:v>
                </c:pt>
                <c:pt idx="58544">
                  <c:v>0</c:v>
                </c:pt>
                <c:pt idx="58545">
                  <c:v>0</c:v>
                </c:pt>
                <c:pt idx="58546">
                  <c:v>0</c:v>
                </c:pt>
                <c:pt idx="58547">
                  <c:v>0</c:v>
                </c:pt>
                <c:pt idx="58548">
                  <c:v>0</c:v>
                </c:pt>
                <c:pt idx="58549">
                  <c:v>0</c:v>
                </c:pt>
                <c:pt idx="58550">
                  <c:v>0</c:v>
                </c:pt>
                <c:pt idx="58551">
                  <c:v>0</c:v>
                </c:pt>
                <c:pt idx="58552">
                  <c:v>0</c:v>
                </c:pt>
                <c:pt idx="58553">
                  <c:v>0</c:v>
                </c:pt>
                <c:pt idx="58554">
                  <c:v>0</c:v>
                </c:pt>
                <c:pt idx="58555">
                  <c:v>0</c:v>
                </c:pt>
                <c:pt idx="58556">
                  <c:v>0</c:v>
                </c:pt>
                <c:pt idx="58557">
                  <c:v>0</c:v>
                </c:pt>
                <c:pt idx="58558">
                  <c:v>0</c:v>
                </c:pt>
                <c:pt idx="58559">
                  <c:v>0</c:v>
                </c:pt>
                <c:pt idx="58560">
                  <c:v>0</c:v>
                </c:pt>
                <c:pt idx="58561">
                  <c:v>0</c:v>
                </c:pt>
                <c:pt idx="58562">
                  <c:v>0</c:v>
                </c:pt>
                <c:pt idx="58563">
                  <c:v>0</c:v>
                </c:pt>
                <c:pt idx="58564">
                  <c:v>0</c:v>
                </c:pt>
                <c:pt idx="58565">
                  <c:v>0</c:v>
                </c:pt>
                <c:pt idx="58566">
                  <c:v>0</c:v>
                </c:pt>
                <c:pt idx="58567">
                  <c:v>0</c:v>
                </c:pt>
                <c:pt idx="58568">
                  <c:v>0</c:v>
                </c:pt>
                <c:pt idx="58569">
                  <c:v>0</c:v>
                </c:pt>
                <c:pt idx="58570">
                  <c:v>0</c:v>
                </c:pt>
                <c:pt idx="58571">
                  <c:v>0</c:v>
                </c:pt>
                <c:pt idx="58572">
                  <c:v>0</c:v>
                </c:pt>
                <c:pt idx="58573">
                  <c:v>0</c:v>
                </c:pt>
                <c:pt idx="58574">
                  <c:v>0</c:v>
                </c:pt>
                <c:pt idx="58575">
                  <c:v>0</c:v>
                </c:pt>
                <c:pt idx="58576">
                  <c:v>0</c:v>
                </c:pt>
                <c:pt idx="58577">
                  <c:v>0</c:v>
                </c:pt>
                <c:pt idx="58578">
                  <c:v>0</c:v>
                </c:pt>
                <c:pt idx="58579">
                  <c:v>0</c:v>
                </c:pt>
                <c:pt idx="58580">
                  <c:v>0</c:v>
                </c:pt>
                <c:pt idx="58581">
                  <c:v>0</c:v>
                </c:pt>
                <c:pt idx="58582">
                  <c:v>0</c:v>
                </c:pt>
                <c:pt idx="58583">
                  <c:v>0</c:v>
                </c:pt>
                <c:pt idx="58584">
                  <c:v>0</c:v>
                </c:pt>
                <c:pt idx="58585">
                  <c:v>0</c:v>
                </c:pt>
                <c:pt idx="58586">
                  <c:v>0</c:v>
                </c:pt>
                <c:pt idx="58587">
                  <c:v>0</c:v>
                </c:pt>
                <c:pt idx="58588">
                  <c:v>0</c:v>
                </c:pt>
                <c:pt idx="58589">
                  <c:v>0</c:v>
                </c:pt>
                <c:pt idx="58590">
                  <c:v>0</c:v>
                </c:pt>
                <c:pt idx="58591">
                  <c:v>0</c:v>
                </c:pt>
                <c:pt idx="58592">
                  <c:v>0</c:v>
                </c:pt>
                <c:pt idx="58593">
                  <c:v>0</c:v>
                </c:pt>
                <c:pt idx="58594">
                  <c:v>0</c:v>
                </c:pt>
                <c:pt idx="58595">
                  <c:v>0</c:v>
                </c:pt>
                <c:pt idx="58596">
                  <c:v>0</c:v>
                </c:pt>
                <c:pt idx="58597">
                  <c:v>0</c:v>
                </c:pt>
                <c:pt idx="58598">
                  <c:v>0</c:v>
                </c:pt>
                <c:pt idx="58599">
                  <c:v>0</c:v>
                </c:pt>
                <c:pt idx="58600">
                  <c:v>0</c:v>
                </c:pt>
                <c:pt idx="58601">
                  <c:v>0</c:v>
                </c:pt>
                <c:pt idx="58602">
                  <c:v>0</c:v>
                </c:pt>
                <c:pt idx="58603">
                  <c:v>0</c:v>
                </c:pt>
                <c:pt idx="58604">
                  <c:v>0</c:v>
                </c:pt>
                <c:pt idx="58605">
                  <c:v>0</c:v>
                </c:pt>
                <c:pt idx="58606">
                  <c:v>0</c:v>
                </c:pt>
                <c:pt idx="58607">
                  <c:v>0</c:v>
                </c:pt>
                <c:pt idx="58608">
                  <c:v>0</c:v>
                </c:pt>
                <c:pt idx="58609">
                  <c:v>0</c:v>
                </c:pt>
                <c:pt idx="58610">
                  <c:v>0</c:v>
                </c:pt>
                <c:pt idx="58611">
                  <c:v>0</c:v>
                </c:pt>
                <c:pt idx="58612">
                  <c:v>0</c:v>
                </c:pt>
                <c:pt idx="58613">
                  <c:v>0</c:v>
                </c:pt>
                <c:pt idx="58614">
                  <c:v>0</c:v>
                </c:pt>
                <c:pt idx="58615">
                  <c:v>0</c:v>
                </c:pt>
                <c:pt idx="58616">
                  <c:v>0</c:v>
                </c:pt>
                <c:pt idx="58617">
                  <c:v>0</c:v>
                </c:pt>
                <c:pt idx="58618">
                  <c:v>0</c:v>
                </c:pt>
                <c:pt idx="58619">
                  <c:v>0</c:v>
                </c:pt>
                <c:pt idx="58620">
                  <c:v>0</c:v>
                </c:pt>
                <c:pt idx="58621">
                  <c:v>0</c:v>
                </c:pt>
                <c:pt idx="58622">
                  <c:v>0</c:v>
                </c:pt>
                <c:pt idx="58623">
                  <c:v>0</c:v>
                </c:pt>
                <c:pt idx="58624">
                  <c:v>0</c:v>
                </c:pt>
                <c:pt idx="58625">
                  <c:v>0</c:v>
                </c:pt>
                <c:pt idx="58626">
                  <c:v>0</c:v>
                </c:pt>
                <c:pt idx="58627">
                  <c:v>0</c:v>
                </c:pt>
                <c:pt idx="58628">
                  <c:v>0</c:v>
                </c:pt>
                <c:pt idx="58629">
                  <c:v>0</c:v>
                </c:pt>
                <c:pt idx="58630">
                  <c:v>0</c:v>
                </c:pt>
                <c:pt idx="58631">
                  <c:v>0</c:v>
                </c:pt>
                <c:pt idx="58632">
                  <c:v>0</c:v>
                </c:pt>
                <c:pt idx="58633">
                  <c:v>0</c:v>
                </c:pt>
                <c:pt idx="58634">
                  <c:v>0</c:v>
                </c:pt>
                <c:pt idx="58635">
                  <c:v>0</c:v>
                </c:pt>
                <c:pt idx="58636">
                  <c:v>0</c:v>
                </c:pt>
                <c:pt idx="58637">
                  <c:v>0</c:v>
                </c:pt>
                <c:pt idx="58638">
                  <c:v>0</c:v>
                </c:pt>
                <c:pt idx="58639">
                  <c:v>0</c:v>
                </c:pt>
                <c:pt idx="58640">
                  <c:v>0</c:v>
                </c:pt>
                <c:pt idx="58641">
                  <c:v>0</c:v>
                </c:pt>
                <c:pt idx="58642">
                  <c:v>0</c:v>
                </c:pt>
                <c:pt idx="58643">
                  <c:v>0</c:v>
                </c:pt>
                <c:pt idx="58644">
                  <c:v>0</c:v>
                </c:pt>
                <c:pt idx="58645">
                  <c:v>0</c:v>
                </c:pt>
                <c:pt idx="58646">
                  <c:v>0</c:v>
                </c:pt>
                <c:pt idx="58647">
                  <c:v>0</c:v>
                </c:pt>
                <c:pt idx="58648">
                  <c:v>0</c:v>
                </c:pt>
                <c:pt idx="58649">
                  <c:v>0</c:v>
                </c:pt>
                <c:pt idx="58650">
                  <c:v>0</c:v>
                </c:pt>
                <c:pt idx="58651">
                  <c:v>0</c:v>
                </c:pt>
                <c:pt idx="58652">
                  <c:v>0</c:v>
                </c:pt>
                <c:pt idx="58653">
                  <c:v>0</c:v>
                </c:pt>
                <c:pt idx="58654">
                  <c:v>0</c:v>
                </c:pt>
                <c:pt idx="58655">
                  <c:v>0</c:v>
                </c:pt>
                <c:pt idx="58656">
                  <c:v>0</c:v>
                </c:pt>
                <c:pt idx="58657">
                  <c:v>0</c:v>
                </c:pt>
                <c:pt idx="58658">
                  <c:v>0</c:v>
                </c:pt>
                <c:pt idx="58659">
                  <c:v>0</c:v>
                </c:pt>
                <c:pt idx="58660">
                  <c:v>0</c:v>
                </c:pt>
                <c:pt idx="58661">
                  <c:v>0</c:v>
                </c:pt>
                <c:pt idx="58662">
                  <c:v>0</c:v>
                </c:pt>
                <c:pt idx="58663">
                  <c:v>0</c:v>
                </c:pt>
                <c:pt idx="58664">
                  <c:v>0</c:v>
                </c:pt>
                <c:pt idx="58665">
                  <c:v>0</c:v>
                </c:pt>
                <c:pt idx="58666">
                  <c:v>0</c:v>
                </c:pt>
                <c:pt idx="58667">
                  <c:v>0</c:v>
                </c:pt>
                <c:pt idx="58668">
                  <c:v>0</c:v>
                </c:pt>
                <c:pt idx="58669">
                  <c:v>0</c:v>
                </c:pt>
                <c:pt idx="58670">
                  <c:v>0</c:v>
                </c:pt>
                <c:pt idx="58671">
                  <c:v>0</c:v>
                </c:pt>
                <c:pt idx="58672">
                  <c:v>0</c:v>
                </c:pt>
                <c:pt idx="58673">
                  <c:v>0</c:v>
                </c:pt>
                <c:pt idx="58674">
                  <c:v>0</c:v>
                </c:pt>
                <c:pt idx="58675">
                  <c:v>0</c:v>
                </c:pt>
                <c:pt idx="58676">
                  <c:v>0</c:v>
                </c:pt>
                <c:pt idx="58677">
                  <c:v>0</c:v>
                </c:pt>
                <c:pt idx="58678">
                  <c:v>0</c:v>
                </c:pt>
                <c:pt idx="58679">
                  <c:v>0</c:v>
                </c:pt>
                <c:pt idx="58680">
                  <c:v>0</c:v>
                </c:pt>
                <c:pt idx="58681">
                  <c:v>0</c:v>
                </c:pt>
                <c:pt idx="58682">
                  <c:v>0</c:v>
                </c:pt>
                <c:pt idx="58683">
                  <c:v>0</c:v>
                </c:pt>
                <c:pt idx="58684">
                  <c:v>0</c:v>
                </c:pt>
                <c:pt idx="58685">
                  <c:v>0</c:v>
                </c:pt>
                <c:pt idx="58686">
                  <c:v>0</c:v>
                </c:pt>
                <c:pt idx="58687">
                  <c:v>0</c:v>
                </c:pt>
                <c:pt idx="58688">
                  <c:v>0</c:v>
                </c:pt>
                <c:pt idx="58689">
                  <c:v>0</c:v>
                </c:pt>
                <c:pt idx="58690">
                  <c:v>0</c:v>
                </c:pt>
                <c:pt idx="58691">
                  <c:v>0</c:v>
                </c:pt>
                <c:pt idx="58692">
                  <c:v>0</c:v>
                </c:pt>
                <c:pt idx="58693">
                  <c:v>0</c:v>
                </c:pt>
                <c:pt idx="58694">
                  <c:v>0</c:v>
                </c:pt>
                <c:pt idx="58695">
                  <c:v>0</c:v>
                </c:pt>
                <c:pt idx="58696">
                  <c:v>0</c:v>
                </c:pt>
                <c:pt idx="58697">
                  <c:v>0</c:v>
                </c:pt>
                <c:pt idx="58698">
                  <c:v>0</c:v>
                </c:pt>
                <c:pt idx="58699">
                  <c:v>0</c:v>
                </c:pt>
                <c:pt idx="58700">
                  <c:v>0</c:v>
                </c:pt>
                <c:pt idx="58701">
                  <c:v>0</c:v>
                </c:pt>
                <c:pt idx="58702">
                  <c:v>0</c:v>
                </c:pt>
                <c:pt idx="58703">
                  <c:v>0</c:v>
                </c:pt>
                <c:pt idx="58704">
                  <c:v>0</c:v>
                </c:pt>
                <c:pt idx="58705">
                  <c:v>0</c:v>
                </c:pt>
                <c:pt idx="58706">
                  <c:v>0</c:v>
                </c:pt>
                <c:pt idx="58707">
                  <c:v>0</c:v>
                </c:pt>
                <c:pt idx="58708">
                  <c:v>0</c:v>
                </c:pt>
                <c:pt idx="58709">
                  <c:v>0</c:v>
                </c:pt>
                <c:pt idx="58710">
                  <c:v>0</c:v>
                </c:pt>
                <c:pt idx="58711">
                  <c:v>0</c:v>
                </c:pt>
                <c:pt idx="58712">
                  <c:v>0</c:v>
                </c:pt>
                <c:pt idx="58713">
                  <c:v>0</c:v>
                </c:pt>
                <c:pt idx="58714">
                  <c:v>0</c:v>
                </c:pt>
                <c:pt idx="58715">
                  <c:v>0</c:v>
                </c:pt>
                <c:pt idx="58716">
                  <c:v>0</c:v>
                </c:pt>
                <c:pt idx="58717">
                  <c:v>0</c:v>
                </c:pt>
                <c:pt idx="58718">
                  <c:v>0</c:v>
                </c:pt>
                <c:pt idx="58719">
                  <c:v>0</c:v>
                </c:pt>
                <c:pt idx="58720">
                  <c:v>0</c:v>
                </c:pt>
                <c:pt idx="58721">
                  <c:v>0</c:v>
                </c:pt>
                <c:pt idx="58722">
                  <c:v>0</c:v>
                </c:pt>
                <c:pt idx="58723">
                  <c:v>0</c:v>
                </c:pt>
                <c:pt idx="58724">
                  <c:v>0</c:v>
                </c:pt>
                <c:pt idx="58725">
                  <c:v>0</c:v>
                </c:pt>
                <c:pt idx="58726">
                  <c:v>0</c:v>
                </c:pt>
                <c:pt idx="58727">
                  <c:v>0</c:v>
                </c:pt>
                <c:pt idx="58728">
                  <c:v>0</c:v>
                </c:pt>
                <c:pt idx="58729">
                  <c:v>0</c:v>
                </c:pt>
                <c:pt idx="58730">
                  <c:v>0</c:v>
                </c:pt>
                <c:pt idx="58731">
                  <c:v>0</c:v>
                </c:pt>
                <c:pt idx="58732">
                  <c:v>0</c:v>
                </c:pt>
                <c:pt idx="58733">
                  <c:v>0</c:v>
                </c:pt>
                <c:pt idx="58734">
                  <c:v>0</c:v>
                </c:pt>
                <c:pt idx="58735">
                  <c:v>0</c:v>
                </c:pt>
                <c:pt idx="58736">
                  <c:v>0</c:v>
                </c:pt>
                <c:pt idx="58737">
                  <c:v>0</c:v>
                </c:pt>
                <c:pt idx="58738">
                  <c:v>0</c:v>
                </c:pt>
                <c:pt idx="58739">
                  <c:v>0</c:v>
                </c:pt>
                <c:pt idx="58740">
                  <c:v>0</c:v>
                </c:pt>
                <c:pt idx="58741">
                  <c:v>0</c:v>
                </c:pt>
                <c:pt idx="58742">
                  <c:v>0</c:v>
                </c:pt>
                <c:pt idx="58743">
                  <c:v>0</c:v>
                </c:pt>
                <c:pt idx="58744">
                  <c:v>0</c:v>
                </c:pt>
                <c:pt idx="58745">
                  <c:v>0</c:v>
                </c:pt>
                <c:pt idx="58746">
                  <c:v>0</c:v>
                </c:pt>
                <c:pt idx="58747">
                  <c:v>0</c:v>
                </c:pt>
                <c:pt idx="58748">
                  <c:v>0</c:v>
                </c:pt>
                <c:pt idx="58749">
                  <c:v>0</c:v>
                </c:pt>
                <c:pt idx="58750">
                  <c:v>0</c:v>
                </c:pt>
                <c:pt idx="58751">
                  <c:v>0</c:v>
                </c:pt>
                <c:pt idx="58752">
                  <c:v>0</c:v>
                </c:pt>
                <c:pt idx="58753">
                  <c:v>0</c:v>
                </c:pt>
                <c:pt idx="58754">
                  <c:v>0</c:v>
                </c:pt>
                <c:pt idx="58755">
                  <c:v>0</c:v>
                </c:pt>
                <c:pt idx="58756">
                  <c:v>0</c:v>
                </c:pt>
                <c:pt idx="58757">
                  <c:v>0</c:v>
                </c:pt>
                <c:pt idx="58758">
                  <c:v>0</c:v>
                </c:pt>
                <c:pt idx="58759">
                  <c:v>0</c:v>
                </c:pt>
                <c:pt idx="58760">
                  <c:v>0</c:v>
                </c:pt>
                <c:pt idx="58761">
                  <c:v>0</c:v>
                </c:pt>
                <c:pt idx="58762">
                  <c:v>0</c:v>
                </c:pt>
                <c:pt idx="58763">
                  <c:v>0</c:v>
                </c:pt>
                <c:pt idx="58764">
                  <c:v>0</c:v>
                </c:pt>
                <c:pt idx="58765">
                  <c:v>0</c:v>
                </c:pt>
                <c:pt idx="58766">
                  <c:v>0</c:v>
                </c:pt>
                <c:pt idx="58767">
                  <c:v>0</c:v>
                </c:pt>
                <c:pt idx="58768">
                  <c:v>0</c:v>
                </c:pt>
                <c:pt idx="58769">
                  <c:v>0</c:v>
                </c:pt>
                <c:pt idx="58770">
                  <c:v>0</c:v>
                </c:pt>
                <c:pt idx="58771">
                  <c:v>0</c:v>
                </c:pt>
                <c:pt idx="58772">
                  <c:v>0</c:v>
                </c:pt>
                <c:pt idx="58773">
                  <c:v>0</c:v>
                </c:pt>
                <c:pt idx="58774">
                  <c:v>0</c:v>
                </c:pt>
                <c:pt idx="58775">
                  <c:v>0</c:v>
                </c:pt>
                <c:pt idx="58776">
                  <c:v>0</c:v>
                </c:pt>
                <c:pt idx="58777">
                  <c:v>0</c:v>
                </c:pt>
                <c:pt idx="58778">
                  <c:v>0</c:v>
                </c:pt>
                <c:pt idx="58779">
                  <c:v>0</c:v>
                </c:pt>
                <c:pt idx="58780">
                  <c:v>0</c:v>
                </c:pt>
                <c:pt idx="58781">
                  <c:v>0</c:v>
                </c:pt>
                <c:pt idx="58782">
                  <c:v>0</c:v>
                </c:pt>
                <c:pt idx="58783">
                  <c:v>0</c:v>
                </c:pt>
                <c:pt idx="58784">
                  <c:v>0</c:v>
                </c:pt>
                <c:pt idx="58785">
                  <c:v>0</c:v>
                </c:pt>
                <c:pt idx="58786">
                  <c:v>0</c:v>
                </c:pt>
                <c:pt idx="58787">
                  <c:v>0</c:v>
                </c:pt>
                <c:pt idx="58788">
                  <c:v>0</c:v>
                </c:pt>
                <c:pt idx="58789">
                  <c:v>0</c:v>
                </c:pt>
                <c:pt idx="58790">
                  <c:v>0</c:v>
                </c:pt>
                <c:pt idx="58791">
                  <c:v>0</c:v>
                </c:pt>
                <c:pt idx="58792">
                  <c:v>0</c:v>
                </c:pt>
                <c:pt idx="58793">
                  <c:v>0</c:v>
                </c:pt>
                <c:pt idx="58794">
                  <c:v>0</c:v>
                </c:pt>
                <c:pt idx="58795">
                  <c:v>0</c:v>
                </c:pt>
                <c:pt idx="58796">
                  <c:v>0</c:v>
                </c:pt>
                <c:pt idx="58797">
                  <c:v>0</c:v>
                </c:pt>
                <c:pt idx="58798">
                  <c:v>0</c:v>
                </c:pt>
                <c:pt idx="58799">
                  <c:v>0</c:v>
                </c:pt>
                <c:pt idx="58800">
                  <c:v>0</c:v>
                </c:pt>
                <c:pt idx="58801">
                  <c:v>0</c:v>
                </c:pt>
                <c:pt idx="58802">
                  <c:v>0</c:v>
                </c:pt>
                <c:pt idx="58803">
                  <c:v>0</c:v>
                </c:pt>
                <c:pt idx="58804">
                  <c:v>0</c:v>
                </c:pt>
                <c:pt idx="58805">
                  <c:v>0</c:v>
                </c:pt>
                <c:pt idx="58806">
                  <c:v>0</c:v>
                </c:pt>
                <c:pt idx="58807">
                  <c:v>0</c:v>
                </c:pt>
                <c:pt idx="58808">
                  <c:v>0</c:v>
                </c:pt>
                <c:pt idx="58809">
                  <c:v>0</c:v>
                </c:pt>
                <c:pt idx="58810">
                  <c:v>0</c:v>
                </c:pt>
                <c:pt idx="58811">
                  <c:v>0</c:v>
                </c:pt>
                <c:pt idx="58812">
                  <c:v>0</c:v>
                </c:pt>
                <c:pt idx="58813">
                  <c:v>0</c:v>
                </c:pt>
                <c:pt idx="58814">
                  <c:v>0</c:v>
                </c:pt>
                <c:pt idx="58815">
                  <c:v>0</c:v>
                </c:pt>
                <c:pt idx="58816">
                  <c:v>0</c:v>
                </c:pt>
                <c:pt idx="58817">
                  <c:v>0</c:v>
                </c:pt>
                <c:pt idx="58818">
                  <c:v>0</c:v>
                </c:pt>
                <c:pt idx="58819">
                  <c:v>0</c:v>
                </c:pt>
                <c:pt idx="58820">
                  <c:v>0</c:v>
                </c:pt>
                <c:pt idx="58821">
                  <c:v>0</c:v>
                </c:pt>
                <c:pt idx="58822">
                  <c:v>0</c:v>
                </c:pt>
                <c:pt idx="58823">
                  <c:v>0</c:v>
                </c:pt>
                <c:pt idx="58824">
                  <c:v>0</c:v>
                </c:pt>
                <c:pt idx="58825">
                  <c:v>0</c:v>
                </c:pt>
                <c:pt idx="58826">
                  <c:v>0</c:v>
                </c:pt>
                <c:pt idx="58827">
                  <c:v>0</c:v>
                </c:pt>
                <c:pt idx="58828">
                  <c:v>0</c:v>
                </c:pt>
                <c:pt idx="58829">
                  <c:v>0</c:v>
                </c:pt>
                <c:pt idx="58830">
                  <c:v>0</c:v>
                </c:pt>
                <c:pt idx="58831">
                  <c:v>0</c:v>
                </c:pt>
                <c:pt idx="58832">
                  <c:v>0</c:v>
                </c:pt>
                <c:pt idx="58833">
                  <c:v>0</c:v>
                </c:pt>
                <c:pt idx="58834">
                  <c:v>0</c:v>
                </c:pt>
                <c:pt idx="58835">
                  <c:v>0</c:v>
                </c:pt>
                <c:pt idx="58836">
                  <c:v>0</c:v>
                </c:pt>
                <c:pt idx="58837">
                  <c:v>0</c:v>
                </c:pt>
                <c:pt idx="58838">
                  <c:v>0</c:v>
                </c:pt>
                <c:pt idx="58839">
                  <c:v>0</c:v>
                </c:pt>
                <c:pt idx="58840">
                  <c:v>0</c:v>
                </c:pt>
                <c:pt idx="58841">
                  <c:v>0</c:v>
                </c:pt>
                <c:pt idx="58842">
                  <c:v>0</c:v>
                </c:pt>
                <c:pt idx="58843">
                  <c:v>0</c:v>
                </c:pt>
                <c:pt idx="58844">
                  <c:v>0</c:v>
                </c:pt>
                <c:pt idx="58845">
                  <c:v>0</c:v>
                </c:pt>
                <c:pt idx="58846">
                  <c:v>0</c:v>
                </c:pt>
                <c:pt idx="58847">
                  <c:v>0</c:v>
                </c:pt>
                <c:pt idx="58848">
                  <c:v>0</c:v>
                </c:pt>
                <c:pt idx="58849">
                  <c:v>0</c:v>
                </c:pt>
                <c:pt idx="58850">
                  <c:v>0</c:v>
                </c:pt>
                <c:pt idx="58851">
                  <c:v>0</c:v>
                </c:pt>
                <c:pt idx="58852">
                  <c:v>0</c:v>
                </c:pt>
                <c:pt idx="58853">
                  <c:v>0</c:v>
                </c:pt>
                <c:pt idx="58854">
                  <c:v>0</c:v>
                </c:pt>
                <c:pt idx="58855">
                  <c:v>0</c:v>
                </c:pt>
                <c:pt idx="58856">
                  <c:v>0</c:v>
                </c:pt>
                <c:pt idx="58857">
                  <c:v>0</c:v>
                </c:pt>
                <c:pt idx="58858">
                  <c:v>0</c:v>
                </c:pt>
                <c:pt idx="58859">
                  <c:v>0</c:v>
                </c:pt>
                <c:pt idx="58860">
                  <c:v>0</c:v>
                </c:pt>
                <c:pt idx="58861">
                  <c:v>0</c:v>
                </c:pt>
                <c:pt idx="58862">
                  <c:v>0</c:v>
                </c:pt>
                <c:pt idx="58863">
                  <c:v>0</c:v>
                </c:pt>
                <c:pt idx="58864">
                  <c:v>0</c:v>
                </c:pt>
                <c:pt idx="58865">
                  <c:v>0</c:v>
                </c:pt>
                <c:pt idx="58866">
                  <c:v>0</c:v>
                </c:pt>
                <c:pt idx="58867">
                  <c:v>0</c:v>
                </c:pt>
                <c:pt idx="58868">
                  <c:v>0</c:v>
                </c:pt>
                <c:pt idx="58869">
                  <c:v>0</c:v>
                </c:pt>
                <c:pt idx="58870">
                  <c:v>0</c:v>
                </c:pt>
                <c:pt idx="58871">
                  <c:v>0</c:v>
                </c:pt>
                <c:pt idx="58872">
                  <c:v>0</c:v>
                </c:pt>
                <c:pt idx="58873">
                  <c:v>0</c:v>
                </c:pt>
                <c:pt idx="58874">
                  <c:v>0</c:v>
                </c:pt>
                <c:pt idx="58875">
                  <c:v>0</c:v>
                </c:pt>
                <c:pt idx="58876">
                  <c:v>0</c:v>
                </c:pt>
                <c:pt idx="58877">
                  <c:v>0</c:v>
                </c:pt>
                <c:pt idx="58878">
                  <c:v>0</c:v>
                </c:pt>
                <c:pt idx="58879">
                  <c:v>0</c:v>
                </c:pt>
                <c:pt idx="58880">
                  <c:v>0</c:v>
                </c:pt>
                <c:pt idx="58881">
                  <c:v>0</c:v>
                </c:pt>
                <c:pt idx="58882">
                  <c:v>0</c:v>
                </c:pt>
                <c:pt idx="58883">
                  <c:v>0</c:v>
                </c:pt>
                <c:pt idx="58884">
                  <c:v>0</c:v>
                </c:pt>
                <c:pt idx="58885">
                  <c:v>0</c:v>
                </c:pt>
                <c:pt idx="58886">
                  <c:v>0</c:v>
                </c:pt>
                <c:pt idx="58887">
                  <c:v>0</c:v>
                </c:pt>
                <c:pt idx="58888">
                  <c:v>0</c:v>
                </c:pt>
                <c:pt idx="58889">
                  <c:v>0</c:v>
                </c:pt>
                <c:pt idx="58890">
                  <c:v>0</c:v>
                </c:pt>
                <c:pt idx="58891">
                  <c:v>0</c:v>
                </c:pt>
                <c:pt idx="58892">
                  <c:v>0</c:v>
                </c:pt>
                <c:pt idx="58893">
                  <c:v>0</c:v>
                </c:pt>
                <c:pt idx="58894">
                  <c:v>0</c:v>
                </c:pt>
                <c:pt idx="58895">
                  <c:v>0</c:v>
                </c:pt>
                <c:pt idx="58896">
                  <c:v>0</c:v>
                </c:pt>
                <c:pt idx="58897">
                  <c:v>0</c:v>
                </c:pt>
                <c:pt idx="58898">
                  <c:v>0</c:v>
                </c:pt>
                <c:pt idx="58899">
                  <c:v>0</c:v>
                </c:pt>
                <c:pt idx="58900">
                  <c:v>0</c:v>
                </c:pt>
                <c:pt idx="58901">
                  <c:v>0</c:v>
                </c:pt>
                <c:pt idx="58902">
                  <c:v>0</c:v>
                </c:pt>
                <c:pt idx="58903">
                  <c:v>0</c:v>
                </c:pt>
                <c:pt idx="58904">
                  <c:v>0</c:v>
                </c:pt>
                <c:pt idx="58905">
                  <c:v>0</c:v>
                </c:pt>
                <c:pt idx="58906">
                  <c:v>0</c:v>
                </c:pt>
                <c:pt idx="58907">
                  <c:v>0</c:v>
                </c:pt>
                <c:pt idx="58908">
                  <c:v>0</c:v>
                </c:pt>
                <c:pt idx="58909">
                  <c:v>0</c:v>
                </c:pt>
                <c:pt idx="58910">
                  <c:v>0</c:v>
                </c:pt>
                <c:pt idx="58911">
                  <c:v>0</c:v>
                </c:pt>
                <c:pt idx="58912">
                  <c:v>0</c:v>
                </c:pt>
                <c:pt idx="58913">
                  <c:v>0</c:v>
                </c:pt>
                <c:pt idx="58914">
                  <c:v>0</c:v>
                </c:pt>
                <c:pt idx="58915">
                  <c:v>0</c:v>
                </c:pt>
                <c:pt idx="58916">
                  <c:v>0</c:v>
                </c:pt>
                <c:pt idx="58917">
                  <c:v>0</c:v>
                </c:pt>
                <c:pt idx="58918">
                  <c:v>0</c:v>
                </c:pt>
                <c:pt idx="58919">
                  <c:v>0</c:v>
                </c:pt>
                <c:pt idx="58920">
                  <c:v>0</c:v>
                </c:pt>
                <c:pt idx="58921">
                  <c:v>0</c:v>
                </c:pt>
                <c:pt idx="58922">
                  <c:v>0</c:v>
                </c:pt>
                <c:pt idx="58923">
                  <c:v>0</c:v>
                </c:pt>
                <c:pt idx="58924">
                  <c:v>0</c:v>
                </c:pt>
                <c:pt idx="58925">
                  <c:v>0</c:v>
                </c:pt>
                <c:pt idx="58926">
                  <c:v>0</c:v>
                </c:pt>
                <c:pt idx="58927">
                  <c:v>0</c:v>
                </c:pt>
                <c:pt idx="58928">
                  <c:v>0</c:v>
                </c:pt>
                <c:pt idx="58929">
                  <c:v>0</c:v>
                </c:pt>
                <c:pt idx="58930">
                  <c:v>0</c:v>
                </c:pt>
                <c:pt idx="58931">
                  <c:v>0</c:v>
                </c:pt>
                <c:pt idx="58932">
                  <c:v>0</c:v>
                </c:pt>
                <c:pt idx="58933">
                  <c:v>0</c:v>
                </c:pt>
                <c:pt idx="58934">
                  <c:v>0</c:v>
                </c:pt>
                <c:pt idx="58935">
                  <c:v>0</c:v>
                </c:pt>
                <c:pt idx="58936">
                  <c:v>0</c:v>
                </c:pt>
                <c:pt idx="58937">
                  <c:v>0</c:v>
                </c:pt>
                <c:pt idx="58938">
                  <c:v>0</c:v>
                </c:pt>
                <c:pt idx="58939">
                  <c:v>0</c:v>
                </c:pt>
                <c:pt idx="58940">
                  <c:v>0</c:v>
                </c:pt>
                <c:pt idx="58941">
                  <c:v>0</c:v>
                </c:pt>
                <c:pt idx="58942">
                  <c:v>0</c:v>
                </c:pt>
                <c:pt idx="58943">
                  <c:v>0</c:v>
                </c:pt>
                <c:pt idx="58944">
                  <c:v>0</c:v>
                </c:pt>
                <c:pt idx="58945">
                  <c:v>0</c:v>
                </c:pt>
                <c:pt idx="58946">
                  <c:v>0</c:v>
                </c:pt>
                <c:pt idx="58947">
                  <c:v>0</c:v>
                </c:pt>
                <c:pt idx="58948">
                  <c:v>0</c:v>
                </c:pt>
                <c:pt idx="58949">
                  <c:v>0</c:v>
                </c:pt>
                <c:pt idx="58950">
                  <c:v>0</c:v>
                </c:pt>
                <c:pt idx="58951">
                  <c:v>0</c:v>
                </c:pt>
                <c:pt idx="58952">
                  <c:v>0</c:v>
                </c:pt>
                <c:pt idx="58953">
                  <c:v>0</c:v>
                </c:pt>
                <c:pt idx="58954">
                  <c:v>0</c:v>
                </c:pt>
                <c:pt idx="58955">
                  <c:v>0</c:v>
                </c:pt>
                <c:pt idx="58956">
                  <c:v>0</c:v>
                </c:pt>
                <c:pt idx="58957">
                  <c:v>0</c:v>
                </c:pt>
                <c:pt idx="58958">
                  <c:v>0</c:v>
                </c:pt>
                <c:pt idx="58959">
                  <c:v>0</c:v>
                </c:pt>
                <c:pt idx="58960">
                  <c:v>0</c:v>
                </c:pt>
                <c:pt idx="58961">
                  <c:v>0</c:v>
                </c:pt>
                <c:pt idx="58962">
                  <c:v>0</c:v>
                </c:pt>
                <c:pt idx="58963">
                  <c:v>0</c:v>
                </c:pt>
                <c:pt idx="58964">
                  <c:v>0</c:v>
                </c:pt>
                <c:pt idx="58965">
                  <c:v>0</c:v>
                </c:pt>
                <c:pt idx="58966">
                  <c:v>0</c:v>
                </c:pt>
                <c:pt idx="58967">
                  <c:v>0</c:v>
                </c:pt>
                <c:pt idx="58968">
                  <c:v>0</c:v>
                </c:pt>
                <c:pt idx="58969">
                  <c:v>0</c:v>
                </c:pt>
                <c:pt idx="58970">
                  <c:v>0</c:v>
                </c:pt>
                <c:pt idx="58971">
                  <c:v>0</c:v>
                </c:pt>
                <c:pt idx="58972">
                  <c:v>0</c:v>
                </c:pt>
                <c:pt idx="58973">
                  <c:v>0</c:v>
                </c:pt>
                <c:pt idx="58974">
                  <c:v>0</c:v>
                </c:pt>
                <c:pt idx="58975">
                  <c:v>0</c:v>
                </c:pt>
                <c:pt idx="58976">
                  <c:v>0</c:v>
                </c:pt>
                <c:pt idx="58977">
                  <c:v>0</c:v>
                </c:pt>
                <c:pt idx="58978">
                  <c:v>0</c:v>
                </c:pt>
                <c:pt idx="58979">
                  <c:v>0</c:v>
                </c:pt>
                <c:pt idx="58980">
                  <c:v>0</c:v>
                </c:pt>
                <c:pt idx="58981">
                  <c:v>0</c:v>
                </c:pt>
                <c:pt idx="58982">
                  <c:v>0</c:v>
                </c:pt>
                <c:pt idx="58983">
                  <c:v>0</c:v>
                </c:pt>
                <c:pt idx="58984">
                  <c:v>0</c:v>
                </c:pt>
                <c:pt idx="58985">
                  <c:v>0</c:v>
                </c:pt>
                <c:pt idx="58986">
                  <c:v>0</c:v>
                </c:pt>
                <c:pt idx="58987">
                  <c:v>0</c:v>
                </c:pt>
                <c:pt idx="58988">
                  <c:v>0</c:v>
                </c:pt>
                <c:pt idx="58989">
                  <c:v>0</c:v>
                </c:pt>
                <c:pt idx="58990">
                  <c:v>0</c:v>
                </c:pt>
                <c:pt idx="58991">
                  <c:v>0</c:v>
                </c:pt>
                <c:pt idx="58992">
                  <c:v>0</c:v>
                </c:pt>
                <c:pt idx="58993">
                  <c:v>0</c:v>
                </c:pt>
                <c:pt idx="58994">
                  <c:v>0</c:v>
                </c:pt>
                <c:pt idx="58995">
                  <c:v>0</c:v>
                </c:pt>
                <c:pt idx="58996">
                  <c:v>0</c:v>
                </c:pt>
                <c:pt idx="58997">
                  <c:v>0</c:v>
                </c:pt>
                <c:pt idx="58998">
                  <c:v>0</c:v>
                </c:pt>
                <c:pt idx="58999">
                  <c:v>0</c:v>
                </c:pt>
                <c:pt idx="59000">
                  <c:v>0</c:v>
                </c:pt>
                <c:pt idx="59001">
                  <c:v>0</c:v>
                </c:pt>
                <c:pt idx="59002">
                  <c:v>0</c:v>
                </c:pt>
                <c:pt idx="59003">
                  <c:v>0</c:v>
                </c:pt>
                <c:pt idx="59004">
                  <c:v>0</c:v>
                </c:pt>
                <c:pt idx="59005">
                  <c:v>0</c:v>
                </c:pt>
                <c:pt idx="59006">
                  <c:v>0</c:v>
                </c:pt>
                <c:pt idx="59007">
                  <c:v>0</c:v>
                </c:pt>
                <c:pt idx="59008">
                  <c:v>0</c:v>
                </c:pt>
                <c:pt idx="59009">
                  <c:v>0</c:v>
                </c:pt>
                <c:pt idx="59010">
                  <c:v>0</c:v>
                </c:pt>
                <c:pt idx="59011">
                  <c:v>0</c:v>
                </c:pt>
                <c:pt idx="59012">
                  <c:v>0</c:v>
                </c:pt>
                <c:pt idx="59013">
                  <c:v>0</c:v>
                </c:pt>
                <c:pt idx="59014">
                  <c:v>0</c:v>
                </c:pt>
                <c:pt idx="59015">
                  <c:v>0</c:v>
                </c:pt>
                <c:pt idx="59016">
                  <c:v>0</c:v>
                </c:pt>
                <c:pt idx="59017">
                  <c:v>0</c:v>
                </c:pt>
                <c:pt idx="59018">
                  <c:v>0</c:v>
                </c:pt>
                <c:pt idx="59019">
                  <c:v>0</c:v>
                </c:pt>
                <c:pt idx="59020">
                  <c:v>0</c:v>
                </c:pt>
                <c:pt idx="59021">
                  <c:v>0</c:v>
                </c:pt>
                <c:pt idx="59022">
                  <c:v>0</c:v>
                </c:pt>
                <c:pt idx="59023">
                  <c:v>0</c:v>
                </c:pt>
                <c:pt idx="59024">
                  <c:v>0</c:v>
                </c:pt>
                <c:pt idx="59025">
                  <c:v>0</c:v>
                </c:pt>
                <c:pt idx="59026">
                  <c:v>0</c:v>
                </c:pt>
                <c:pt idx="59027">
                  <c:v>0</c:v>
                </c:pt>
                <c:pt idx="59028">
                  <c:v>0</c:v>
                </c:pt>
                <c:pt idx="59029">
                  <c:v>0</c:v>
                </c:pt>
                <c:pt idx="59030">
                  <c:v>0</c:v>
                </c:pt>
                <c:pt idx="59031">
                  <c:v>0</c:v>
                </c:pt>
                <c:pt idx="59032">
                  <c:v>0</c:v>
                </c:pt>
                <c:pt idx="59033">
                  <c:v>0</c:v>
                </c:pt>
                <c:pt idx="59034">
                  <c:v>0</c:v>
                </c:pt>
                <c:pt idx="59035">
                  <c:v>0</c:v>
                </c:pt>
                <c:pt idx="59036">
                  <c:v>0</c:v>
                </c:pt>
                <c:pt idx="59037">
                  <c:v>0</c:v>
                </c:pt>
                <c:pt idx="59038">
                  <c:v>0</c:v>
                </c:pt>
                <c:pt idx="59039">
                  <c:v>0</c:v>
                </c:pt>
                <c:pt idx="59040">
                  <c:v>0</c:v>
                </c:pt>
                <c:pt idx="59041">
                  <c:v>0</c:v>
                </c:pt>
                <c:pt idx="59042">
                  <c:v>0</c:v>
                </c:pt>
                <c:pt idx="59043">
                  <c:v>0</c:v>
                </c:pt>
                <c:pt idx="59044">
                  <c:v>0</c:v>
                </c:pt>
                <c:pt idx="59045">
                  <c:v>0</c:v>
                </c:pt>
                <c:pt idx="59046">
                  <c:v>0</c:v>
                </c:pt>
                <c:pt idx="59047">
                  <c:v>0</c:v>
                </c:pt>
                <c:pt idx="59048">
                  <c:v>0</c:v>
                </c:pt>
                <c:pt idx="59049">
                  <c:v>0</c:v>
                </c:pt>
                <c:pt idx="59050">
                  <c:v>0</c:v>
                </c:pt>
                <c:pt idx="59051">
                  <c:v>0</c:v>
                </c:pt>
                <c:pt idx="59052">
                  <c:v>0</c:v>
                </c:pt>
                <c:pt idx="59053">
                  <c:v>0</c:v>
                </c:pt>
                <c:pt idx="59054">
                  <c:v>0</c:v>
                </c:pt>
                <c:pt idx="59055">
                  <c:v>0</c:v>
                </c:pt>
                <c:pt idx="59056">
                  <c:v>0</c:v>
                </c:pt>
                <c:pt idx="59057">
                  <c:v>0</c:v>
                </c:pt>
                <c:pt idx="59058">
                  <c:v>0</c:v>
                </c:pt>
                <c:pt idx="59059">
                  <c:v>0</c:v>
                </c:pt>
                <c:pt idx="59060">
                  <c:v>0</c:v>
                </c:pt>
                <c:pt idx="59061">
                  <c:v>0</c:v>
                </c:pt>
                <c:pt idx="59062">
                  <c:v>0</c:v>
                </c:pt>
                <c:pt idx="59063">
                  <c:v>0</c:v>
                </c:pt>
                <c:pt idx="59064">
                  <c:v>0</c:v>
                </c:pt>
                <c:pt idx="59065">
                  <c:v>0</c:v>
                </c:pt>
                <c:pt idx="59066">
                  <c:v>0</c:v>
                </c:pt>
                <c:pt idx="59067">
                  <c:v>0</c:v>
                </c:pt>
                <c:pt idx="59068">
                  <c:v>0</c:v>
                </c:pt>
                <c:pt idx="59069">
                  <c:v>0</c:v>
                </c:pt>
                <c:pt idx="59070">
                  <c:v>0</c:v>
                </c:pt>
                <c:pt idx="59071">
                  <c:v>0</c:v>
                </c:pt>
                <c:pt idx="59072">
                  <c:v>0</c:v>
                </c:pt>
                <c:pt idx="59073">
                  <c:v>0</c:v>
                </c:pt>
                <c:pt idx="59074">
                  <c:v>0</c:v>
                </c:pt>
                <c:pt idx="59075">
                  <c:v>0</c:v>
                </c:pt>
                <c:pt idx="59076">
                  <c:v>0</c:v>
                </c:pt>
                <c:pt idx="59077">
                  <c:v>0</c:v>
                </c:pt>
                <c:pt idx="59078">
                  <c:v>0</c:v>
                </c:pt>
                <c:pt idx="59079">
                  <c:v>0</c:v>
                </c:pt>
                <c:pt idx="59080">
                  <c:v>0</c:v>
                </c:pt>
                <c:pt idx="59081">
                  <c:v>0</c:v>
                </c:pt>
                <c:pt idx="59082">
                  <c:v>0</c:v>
                </c:pt>
                <c:pt idx="59083">
                  <c:v>0</c:v>
                </c:pt>
                <c:pt idx="59084">
                  <c:v>0</c:v>
                </c:pt>
                <c:pt idx="59085">
                  <c:v>0</c:v>
                </c:pt>
                <c:pt idx="59086">
                  <c:v>0</c:v>
                </c:pt>
                <c:pt idx="59087">
                  <c:v>0</c:v>
                </c:pt>
                <c:pt idx="59088">
                  <c:v>0</c:v>
                </c:pt>
                <c:pt idx="59089">
                  <c:v>0</c:v>
                </c:pt>
                <c:pt idx="59090">
                  <c:v>0</c:v>
                </c:pt>
                <c:pt idx="59091">
                  <c:v>0</c:v>
                </c:pt>
                <c:pt idx="59092">
                  <c:v>0</c:v>
                </c:pt>
                <c:pt idx="59093">
                  <c:v>0</c:v>
                </c:pt>
                <c:pt idx="59094">
                  <c:v>0</c:v>
                </c:pt>
                <c:pt idx="59095">
                  <c:v>0</c:v>
                </c:pt>
                <c:pt idx="59096">
                  <c:v>0</c:v>
                </c:pt>
                <c:pt idx="59097">
                  <c:v>0</c:v>
                </c:pt>
                <c:pt idx="59098">
                  <c:v>0</c:v>
                </c:pt>
                <c:pt idx="59099">
                  <c:v>0</c:v>
                </c:pt>
                <c:pt idx="59100">
                  <c:v>0</c:v>
                </c:pt>
                <c:pt idx="59101">
                  <c:v>0</c:v>
                </c:pt>
                <c:pt idx="59102">
                  <c:v>0</c:v>
                </c:pt>
                <c:pt idx="59103">
                  <c:v>0</c:v>
                </c:pt>
                <c:pt idx="59104">
                  <c:v>0</c:v>
                </c:pt>
                <c:pt idx="59105">
                  <c:v>0</c:v>
                </c:pt>
                <c:pt idx="59106">
                  <c:v>0</c:v>
                </c:pt>
                <c:pt idx="59107">
                  <c:v>0</c:v>
                </c:pt>
                <c:pt idx="59108">
                  <c:v>0</c:v>
                </c:pt>
                <c:pt idx="59109">
                  <c:v>0</c:v>
                </c:pt>
                <c:pt idx="59110">
                  <c:v>0</c:v>
                </c:pt>
                <c:pt idx="59111">
                  <c:v>0</c:v>
                </c:pt>
                <c:pt idx="59112">
                  <c:v>0</c:v>
                </c:pt>
                <c:pt idx="59113">
                  <c:v>0</c:v>
                </c:pt>
                <c:pt idx="59114">
                  <c:v>0</c:v>
                </c:pt>
                <c:pt idx="59115">
                  <c:v>0</c:v>
                </c:pt>
                <c:pt idx="59116">
                  <c:v>0</c:v>
                </c:pt>
                <c:pt idx="59117">
                  <c:v>0</c:v>
                </c:pt>
                <c:pt idx="59118">
                  <c:v>0</c:v>
                </c:pt>
                <c:pt idx="59119">
                  <c:v>0</c:v>
                </c:pt>
                <c:pt idx="59120">
                  <c:v>0</c:v>
                </c:pt>
                <c:pt idx="59121">
                  <c:v>0</c:v>
                </c:pt>
                <c:pt idx="59122">
                  <c:v>0</c:v>
                </c:pt>
                <c:pt idx="59123">
                  <c:v>0</c:v>
                </c:pt>
                <c:pt idx="59124">
                  <c:v>0</c:v>
                </c:pt>
                <c:pt idx="59125">
                  <c:v>0</c:v>
                </c:pt>
                <c:pt idx="59126">
                  <c:v>0</c:v>
                </c:pt>
                <c:pt idx="59127">
                  <c:v>0</c:v>
                </c:pt>
                <c:pt idx="59128">
                  <c:v>0</c:v>
                </c:pt>
                <c:pt idx="59129">
                  <c:v>0</c:v>
                </c:pt>
                <c:pt idx="59130">
                  <c:v>0</c:v>
                </c:pt>
                <c:pt idx="59131">
                  <c:v>0</c:v>
                </c:pt>
                <c:pt idx="59132">
                  <c:v>0</c:v>
                </c:pt>
                <c:pt idx="59133">
                  <c:v>0</c:v>
                </c:pt>
                <c:pt idx="59134">
                  <c:v>0</c:v>
                </c:pt>
                <c:pt idx="59135">
                  <c:v>0</c:v>
                </c:pt>
                <c:pt idx="59136">
                  <c:v>0</c:v>
                </c:pt>
                <c:pt idx="59137">
                  <c:v>0</c:v>
                </c:pt>
                <c:pt idx="59138">
                  <c:v>0</c:v>
                </c:pt>
                <c:pt idx="59139">
                  <c:v>0</c:v>
                </c:pt>
                <c:pt idx="59140">
                  <c:v>0</c:v>
                </c:pt>
                <c:pt idx="59141">
                  <c:v>0</c:v>
                </c:pt>
                <c:pt idx="59142">
                  <c:v>0</c:v>
                </c:pt>
                <c:pt idx="59143">
                  <c:v>0</c:v>
                </c:pt>
                <c:pt idx="59144">
                  <c:v>0</c:v>
                </c:pt>
                <c:pt idx="59145">
                  <c:v>0</c:v>
                </c:pt>
                <c:pt idx="59146">
                  <c:v>0</c:v>
                </c:pt>
                <c:pt idx="59147">
                  <c:v>0</c:v>
                </c:pt>
                <c:pt idx="59148">
                  <c:v>0</c:v>
                </c:pt>
                <c:pt idx="59149">
                  <c:v>0</c:v>
                </c:pt>
                <c:pt idx="59150">
                  <c:v>0</c:v>
                </c:pt>
                <c:pt idx="59151">
                  <c:v>0</c:v>
                </c:pt>
                <c:pt idx="59152">
                  <c:v>0</c:v>
                </c:pt>
                <c:pt idx="59153">
                  <c:v>0</c:v>
                </c:pt>
                <c:pt idx="59154">
                  <c:v>0</c:v>
                </c:pt>
                <c:pt idx="59155">
                  <c:v>0</c:v>
                </c:pt>
                <c:pt idx="59156">
                  <c:v>0</c:v>
                </c:pt>
                <c:pt idx="59157">
                  <c:v>0</c:v>
                </c:pt>
                <c:pt idx="59158">
                  <c:v>0</c:v>
                </c:pt>
                <c:pt idx="59159">
                  <c:v>0</c:v>
                </c:pt>
                <c:pt idx="59160">
                  <c:v>0</c:v>
                </c:pt>
                <c:pt idx="59161">
                  <c:v>0</c:v>
                </c:pt>
                <c:pt idx="59162">
                  <c:v>0</c:v>
                </c:pt>
                <c:pt idx="59163">
                  <c:v>0</c:v>
                </c:pt>
                <c:pt idx="59164">
                  <c:v>0</c:v>
                </c:pt>
                <c:pt idx="59165">
                  <c:v>0</c:v>
                </c:pt>
                <c:pt idx="59166">
                  <c:v>0</c:v>
                </c:pt>
                <c:pt idx="59167">
                  <c:v>0</c:v>
                </c:pt>
                <c:pt idx="59168">
                  <c:v>0</c:v>
                </c:pt>
                <c:pt idx="59169">
                  <c:v>0</c:v>
                </c:pt>
                <c:pt idx="59170">
                  <c:v>0</c:v>
                </c:pt>
                <c:pt idx="59171">
                  <c:v>0</c:v>
                </c:pt>
                <c:pt idx="59172">
                  <c:v>0</c:v>
                </c:pt>
                <c:pt idx="59173">
                  <c:v>0</c:v>
                </c:pt>
                <c:pt idx="59174">
                  <c:v>0</c:v>
                </c:pt>
                <c:pt idx="59175">
                  <c:v>0</c:v>
                </c:pt>
                <c:pt idx="59176">
                  <c:v>0</c:v>
                </c:pt>
                <c:pt idx="59177">
                  <c:v>0</c:v>
                </c:pt>
                <c:pt idx="59178">
                  <c:v>0</c:v>
                </c:pt>
                <c:pt idx="59179">
                  <c:v>0</c:v>
                </c:pt>
                <c:pt idx="59180">
                  <c:v>0</c:v>
                </c:pt>
                <c:pt idx="59181">
                  <c:v>0</c:v>
                </c:pt>
                <c:pt idx="59182">
                  <c:v>0</c:v>
                </c:pt>
                <c:pt idx="59183">
                  <c:v>0</c:v>
                </c:pt>
                <c:pt idx="59184">
                  <c:v>0</c:v>
                </c:pt>
                <c:pt idx="59185">
                  <c:v>0</c:v>
                </c:pt>
                <c:pt idx="59186">
                  <c:v>0</c:v>
                </c:pt>
                <c:pt idx="59187">
                  <c:v>0</c:v>
                </c:pt>
                <c:pt idx="59188">
                  <c:v>0</c:v>
                </c:pt>
                <c:pt idx="59189">
                  <c:v>0</c:v>
                </c:pt>
                <c:pt idx="59190">
                  <c:v>0</c:v>
                </c:pt>
                <c:pt idx="59191">
                  <c:v>0</c:v>
                </c:pt>
                <c:pt idx="59192">
                  <c:v>0</c:v>
                </c:pt>
                <c:pt idx="59193">
                  <c:v>0</c:v>
                </c:pt>
                <c:pt idx="59194">
                  <c:v>0</c:v>
                </c:pt>
                <c:pt idx="59195">
                  <c:v>0</c:v>
                </c:pt>
                <c:pt idx="59196">
                  <c:v>0</c:v>
                </c:pt>
                <c:pt idx="59197">
                  <c:v>0</c:v>
                </c:pt>
                <c:pt idx="59198">
                  <c:v>0</c:v>
                </c:pt>
                <c:pt idx="59199">
                  <c:v>0</c:v>
                </c:pt>
                <c:pt idx="59200">
                  <c:v>0</c:v>
                </c:pt>
                <c:pt idx="59201">
                  <c:v>0</c:v>
                </c:pt>
                <c:pt idx="59202">
                  <c:v>0</c:v>
                </c:pt>
                <c:pt idx="59203">
                  <c:v>0</c:v>
                </c:pt>
                <c:pt idx="59204">
                  <c:v>0</c:v>
                </c:pt>
                <c:pt idx="59205">
                  <c:v>0</c:v>
                </c:pt>
                <c:pt idx="59206">
                  <c:v>0</c:v>
                </c:pt>
                <c:pt idx="59207">
                  <c:v>0</c:v>
                </c:pt>
                <c:pt idx="59208">
                  <c:v>0</c:v>
                </c:pt>
                <c:pt idx="59209">
                  <c:v>0</c:v>
                </c:pt>
                <c:pt idx="59210">
                  <c:v>0</c:v>
                </c:pt>
                <c:pt idx="59211">
                  <c:v>0</c:v>
                </c:pt>
                <c:pt idx="59212">
                  <c:v>0</c:v>
                </c:pt>
                <c:pt idx="59213">
                  <c:v>0</c:v>
                </c:pt>
                <c:pt idx="59214">
                  <c:v>0</c:v>
                </c:pt>
                <c:pt idx="59215">
                  <c:v>0</c:v>
                </c:pt>
                <c:pt idx="59216">
                  <c:v>0</c:v>
                </c:pt>
                <c:pt idx="59217">
                  <c:v>0</c:v>
                </c:pt>
                <c:pt idx="59218">
                  <c:v>0</c:v>
                </c:pt>
                <c:pt idx="59219">
                  <c:v>0</c:v>
                </c:pt>
                <c:pt idx="59220">
                  <c:v>0</c:v>
                </c:pt>
                <c:pt idx="59221">
                  <c:v>0</c:v>
                </c:pt>
                <c:pt idx="59222">
                  <c:v>0</c:v>
                </c:pt>
                <c:pt idx="59223">
                  <c:v>0</c:v>
                </c:pt>
                <c:pt idx="59224">
                  <c:v>0</c:v>
                </c:pt>
                <c:pt idx="59225">
                  <c:v>0</c:v>
                </c:pt>
                <c:pt idx="59226">
                  <c:v>0</c:v>
                </c:pt>
                <c:pt idx="59227">
                  <c:v>0</c:v>
                </c:pt>
                <c:pt idx="59228">
                  <c:v>0</c:v>
                </c:pt>
                <c:pt idx="59229">
                  <c:v>0</c:v>
                </c:pt>
                <c:pt idx="59230">
                  <c:v>0</c:v>
                </c:pt>
                <c:pt idx="59231">
                  <c:v>0</c:v>
                </c:pt>
                <c:pt idx="59232">
                  <c:v>0</c:v>
                </c:pt>
                <c:pt idx="59233">
                  <c:v>0</c:v>
                </c:pt>
                <c:pt idx="59234">
                  <c:v>0</c:v>
                </c:pt>
                <c:pt idx="59235">
                  <c:v>0</c:v>
                </c:pt>
                <c:pt idx="59236">
                  <c:v>0</c:v>
                </c:pt>
                <c:pt idx="59237">
                  <c:v>0</c:v>
                </c:pt>
                <c:pt idx="59238">
                  <c:v>0</c:v>
                </c:pt>
                <c:pt idx="59239">
                  <c:v>0</c:v>
                </c:pt>
                <c:pt idx="59240">
                  <c:v>0</c:v>
                </c:pt>
                <c:pt idx="59241">
                  <c:v>0</c:v>
                </c:pt>
                <c:pt idx="59242">
                  <c:v>0</c:v>
                </c:pt>
                <c:pt idx="59243">
                  <c:v>0</c:v>
                </c:pt>
                <c:pt idx="59244">
                  <c:v>0</c:v>
                </c:pt>
                <c:pt idx="59245">
                  <c:v>0</c:v>
                </c:pt>
                <c:pt idx="59246">
                  <c:v>0</c:v>
                </c:pt>
                <c:pt idx="59247">
                  <c:v>0</c:v>
                </c:pt>
                <c:pt idx="59248">
                  <c:v>0</c:v>
                </c:pt>
                <c:pt idx="59249">
                  <c:v>0</c:v>
                </c:pt>
                <c:pt idx="59250">
                  <c:v>0</c:v>
                </c:pt>
                <c:pt idx="59251">
                  <c:v>0</c:v>
                </c:pt>
                <c:pt idx="59252">
                  <c:v>0</c:v>
                </c:pt>
                <c:pt idx="59253">
                  <c:v>0</c:v>
                </c:pt>
                <c:pt idx="59254">
                  <c:v>0</c:v>
                </c:pt>
                <c:pt idx="59255">
                  <c:v>0</c:v>
                </c:pt>
                <c:pt idx="59256">
                  <c:v>0</c:v>
                </c:pt>
                <c:pt idx="59257">
                  <c:v>0</c:v>
                </c:pt>
                <c:pt idx="59258">
                  <c:v>0</c:v>
                </c:pt>
                <c:pt idx="59259">
                  <c:v>0</c:v>
                </c:pt>
                <c:pt idx="59260">
                  <c:v>0</c:v>
                </c:pt>
                <c:pt idx="59261">
                  <c:v>0</c:v>
                </c:pt>
                <c:pt idx="59262">
                  <c:v>0</c:v>
                </c:pt>
                <c:pt idx="59263">
                  <c:v>0</c:v>
                </c:pt>
                <c:pt idx="59264">
                  <c:v>0</c:v>
                </c:pt>
                <c:pt idx="59265">
                  <c:v>0</c:v>
                </c:pt>
                <c:pt idx="59266">
                  <c:v>0</c:v>
                </c:pt>
                <c:pt idx="59267">
                  <c:v>0</c:v>
                </c:pt>
                <c:pt idx="59268">
                  <c:v>0</c:v>
                </c:pt>
                <c:pt idx="59269">
                  <c:v>0</c:v>
                </c:pt>
                <c:pt idx="59270">
                  <c:v>0</c:v>
                </c:pt>
                <c:pt idx="59271">
                  <c:v>0</c:v>
                </c:pt>
                <c:pt idx="59272">
                  <c:v>0</c:v>
                </c:pt>
                <c:pt idx="59273">
                  <c:v>0</c:v>
                </c:pt>
                <c:pt idx="59274">
                  <c:v>0</c:v>
                </c:pt>
                <c:pt idx="59275">
                  <c:v>0</c:v>
                </c:pt>
                <c:pt idx="59276">
                  <c:v>0</c:v>
                </c:pt>
                <c:pt idx="59277">
                  <c:v>0</c:v>
                </c:pt>
                <c:pt idx="59278">
                  <c:v>0</c:v>
                </c:pt>
                <c:pt idx="59279">
                  <c:v>0</c:v>
                </c:pt>
                <c:pt idx="59280">
                  <c:v>0</c:v>
                </c:pt>
                <c:pt idx="59281">
                  <c:v>0</c:v>
                </c:pt>
                <c:pt idx="59282">
                  <c:v>0</c:v>
                </c:pt>
                <c:pt idx="59283">
                  <c:v>0</c:v>
                </c:pt>
                <c:pt idx="59284">
                  <c:v>0</c:v>
                </c:pt>
                <c:pt idx="59285">
                  <c:v>0</c:v>
                </c:pt>
                <c:pt idx="59286">
                  <c:v>0</c:v>
                </c:pt>
                <c:pt idx="59287">
                  <c:v>0</c:v>
                </c:pt>
                <c:pt idx="59288">
                  <c:v>0</c:v>
                </c:pt>
                <c:pt idx="59289">
                  <c:v>0</c:v>
                </c:pt>
                <c:pt idx="59290">
                  <c:v>0</c:v>
                </c:pt>
                <c:pt idx="59291">
                  <c:v>0</c:v>
                </c:pt>
                <c:pt idx="59292">
                  <c:v>0</c:v>
                </c:pt>
                <c:pt idx="59293">
                  <c:v>0</c:v>
                </c:pt>
                <c:pt idx="59294">
                  <c:v>0</c:v>
                </c:pt>
                <c:pt idx="59295">
                  <c:v>0</c:v>
                </c:pt>
                <c:pt idx="59296">
                  <c:v>0</c:v>
                </c:pt>
                <c:pt idx="59297">
                  <c:v>0</c:v>
                </c:pt>
                <c:pt idx="59298">
                  <c:v>0</c:v>
                </c:pt>
                <c:pt idx="59299">
                  <c:v>0</c:v>
                </c:pt>
                <c:pt idx="59300">
                  <c:v>0</c:v>
                </c:pt>
                <c:pt idx="59301">
                  <c:v>0</c:v>
                </c:pt>
                <c:pt idx="59302">
                  <c:v>0</c:v>
                </c:pt>
                <c:pt idx="59303">
                  <c:v>0</c:v>
                </c:pt>
                <c:pt idx="59304">
                  <c:v>0</c:v>
                </c:pt>
                <c:pt idx="59305">
                  <c:v>0</c:v>
                </c:pt>
                <c:pt idx="59306">
                  <c:v>0</c:v>
                </c:pt>
                <c:pt idx="59307">
                  <c:v>0</c:v>
                </c:pt>
                <c:pt idx="59308">
                  <c:v>0</c:v>
                </c:pt>
                <c:pt idx="59309">
                  <c:v>0</c:v>
                </c:pt>
                <c:pt idx="59310">
                  <c:v>0</c:v>
                </c:pt>
                <c:pt idx="59311">
                  <c:v>0</c:v>
                </c:pt>
                <c:pt idx="59312">
                  <c:v>0</c:v>
                </c:pt>
                <c:pt idx="59313">
                  <c:v>0</c:v>
                </c:pt>
                <c:pt idx="59314">
                  <c:v>0</c:v>
                </c:pt>
                <c:pt idx="59315">
                  <c:v>0</c:v>
                </c:pt>
                <c:pt idx="59316">
                  <c:v>0</c:v>
                </c:pt>
                <c:pt idx="59317">
                  <c:v>0</c:v>
                </c:pt>
                <c:pt idx="59318">
                  <c:v>0</c:v>
                </c:pt>
                <c:pt idx="59319">
                  <c:v>0</c:v>
                </c:pt>
                <c:pt idx="59320">
                  <c:v>0</c:v>
                </c:pt>
                <c:pt idx="59321">
                  <c:v>0</c:v>
                </c:pt>
                <c:pt idx="59322">
                  <c:v>0</c:v>
                </c:pt>
                <c:pt idx="59323">
                  <c:v>0</c:v>
                </c:pt>
                <c:pt idx="59324">
                  <c:v>0</c:v>
                </c:pt>
                <c:pt idx="59325">
                  <c:v>0</c:v>
                </c:pt>
                <c:pt idx="59326">
                  <c:v>0</c:v>
                </c:pt>
                <c:pt idx="59327">
                  <c:v>0</c:v>
                </c:pt>
                <c:pt idx="59328">
                  <c:v>0</c:v>
                </c:pt>
                <c:pt idx="59329">
                  <c:v>0</c:v>
                </c:pt>
                <c:pt idx="59330">
                  <c:v>0</c:v>
                </c:pt>
                <c:pt idx="59331">
                  <c:v>0</c:v>
                </c:pt>
                <c:pt idx="59332">
                  <c:v>0</c:v>
                </c:pt>
                <c:pt idx="59333">
                  <c:v>0</c:v>
                </c:pt>
                <c:pt idx="59334">
                  <c:v>0</c:v>
                </c:pt>
                <c:pt idx="59335">
                  <c:v>0</c:v>
                </c:pt>
                <c:pt idx="59336">
                  <c:v>0</c:v>
                </c:pt>
                <c:pt idx="59337">
                  <c:v>0</c:v>
                </c:pt>
                <c:pt idx="59338">
                  <c:v>0</c:v>
                </c:pt>
                <c:pt idx="59339">
                  <c:v>0</c:v>
                </c:pt>
                <c:pt idx="59340">
                  <c:v>0</c:v>
                </c:pt>
                <c:pt idx="59341">
                  <c:v>0</c:v>
                </c:pt>
                <c:pt idx="59342">
                  <c:v>0</c:v>
                </c:pt>
                <c:pt idx="59343">
                  <c:v>0</c:v>
                </c:pt>
                <c:pt idx="59344">
                  <c:v>0</c:v>
                </c:pt>
                <c:pt idx="59345">
                  <c:v>0</c:v>
                </c:pt>
                <c:pt idx="59346">
                  <c:v>0</c:v>
                </c:pt>
                <c:pt idx="59347">
                  <c:v>0</c:v>
                </c:pt>
                <c:pt idx="59348">
                  <c:v>0</c:v>
                </c:pt>
                <c:pt idx="59349">
                  <c:v>0</c:v>
                </c:pt>
                <c:pt idx="59350">
                  <c:v>0</c:v>
                </c:pt>
                <c:pt idx="59351">
                  <c:v>0</c:v>
                </c:pt>
                <c:pt idx="59352">
                  <c:v>0</c:v>
                </c:pt>
                <c:pt idx="59353">
                  <c:v>0</c:v>
                </c:pt>
                <c:pt idx="59354">
                  <c:v>0</c:v>
                </c:pt>
                <c:pt idx="59355">
                  <c:v>0</c:v>
                </c:pt>
                <c:pt idx="59356">
                  <c:v>0</c:v>
                </c:pt>
                <c:pt idx="59357">
                  <c:v>0</c:v>
                </c:pt>
                <c:pt idx="59358">
                  <c:v>0</c:v>
                </c:pt>
                <c:pt idx="59359">
                  <c:v>0</c:v>
                </c:pt>
                <c:pt idx="59360">
                  <c:v>0</c:v>
                </c:pt>
                <c:pt idx="59361">
                  <c:v>0</c:v>
                </c:pt>
                <c:pt idx="59362">
                  <c:v>0</c:v>
                </c:pt>
                <c:pt idx="59363">
                  <c:v>0</c:v>
                </c:pt>
                <c:pt idx="59364">
                  <c:v>0</c:v>
                </c:pt>
                <c:pt idx="59365">
                  <c:v>0</c:v>
                </c:pt>
                <c:pt idx="59366">
                  <c:v>0</c:v>
                </c:pt>
                <c:pt idx="59367">
                  <c:v>0</c:v>
                </c:pt>
                <c:pt idx="59368">
                  <c:v>0</c:v>
                </c:pt>
                <c:pt idx="59369">
                  <c:v>0</c:v>
                </c:pt>
                <c:pt idx="59370">
                  <c:v>0</c:v>
                </c:pt>
                <c:pt idx="59371">
                  <c:v>0</c:v>
                </c:pt>
                <c:pt idx="59372">
                  <c:v>0</c:v>
                </c:pt>
                <c:pt idx="59373">
                  <c:v>0</c:v>
                </c:pt>
                <c:pt idx="59374">
                  <c:v>0</c:v>
                </c:pt>
                <c:pt idx="59375">
                  <c:v>0</c:v>
                </c:pt>
                <c:pt idx="59376">
                  <c:v>0</c:v>
                </c:pt>
                <c:pt idx="59377">
                  <c:v>0</c:v>
                </c:pt>
                <c:pt idx="59378">
                  <c:v>0</c:v>
                </c:pt>
                <c:pt idx="59379">
                  <c:v>0</c:v>
                </c:pt>
                <c:pt idx="59380">
                  <c:v>0</c:v>
                </c:pt>
                <c:pt idx="59381">
                  <c:v>0</c:v>
                </c:pt>
                <c:pt idx="59382">
                  <c:v>0</c:v>
                </c:pt>
                <c:pt idx="59383">
                  <c:v>0</c:v>
                </c:pt>
                <c:pt idx="59384">
                  <c:v>0</c:v>
                </c:pt>
                <c:pt idx="59385">
                  <c:v>0</c:v>
                </c:pt>
                <c:pt idx="59386">
                  <c:v>0</c:v>
                </c:pt>
                <c:pt idx="59387">
                  <c:v>0</c:v>
                </c:pt>
                <c:pt idx="59388">
                  <c:v>0</c:v>
                </c:pt>
                <c:pt idx="59389">
                  <c:v>0</c:v>
                </c:pt>
                <c:pt idx="59390">
                  <c:v>0</c:v>
                </c:pt>
                <c:pt idx="59391">
                  <c:v>0</c:v>
                </c:pt>
                <c:pt idx="59392">
                  <c:v>0</c:v>
                </c:pt>
                <c:pt idx="59393">
                  <c:v>0</c:v>
                </c:pt>
                <c:pt idx="59394">
                  <c:v>0</c:v>
                </c:pt>
                <c:pt idx="59395">
                  <c:v>0</c:v>
                </c:pt>
                <c:pt idx="59396">
                  <c:v>0</c:v>
                </c:pt>
                <c:pt idx="59397">
                  <c:v>0</c:v>
                </c:pt>
                <c:pt idx="59398">
                  <c:v>0</c:v>
                </c:pt>
                <c:pt idx="59399">
                  <c:v>0</c:v>
                </c:pt>
                <c:pt idx="59400">
                  <c:v>0</c:v>
                </c:pt>
                <c:pt idx="59401">
                  <c:v>0</c:v>
                </c:pt>
                <c:pt idx="59402">
                  <c:v>0</c:v>
                </c:pt>
                <c:pt idx="59403">
                  <c:v>0</c:v>
                </c:pt>
                <c:pt idx="59404">
                  <c:v>0</c:v>
                </c:pt>
                <c:pt idx="59405">
                  <c:v>0</c:v>
                </c:pt>
                <c:pt idx="59406">
                  <c:v>0</c:v>
                </c:pt>
                <c:pt idx="59407">
                  <c:v>0</c:v>
                </c:pt>
                <c:pt idx="59408">
                  <c:v>0</c:v>
                </c:pt>
                <c:pt idx="59409">
                  <c:v>0</c:v>
                </c:pt>
                <c:pt idx="59410">
                  <c:v>0</c:v>
                </c:pt>
                <c:pt idx="59411">
                  <c:v>0</c:v>
                </c:pt>
                <c:pt idx="59412">
                  <c:v>0</c:v>
                </c:pt>
                <c:pt idx="59413">
                  <c:v>0</c:v>
                </c:pt>
                <c:pt idx="59414">
                  <c:v>0</c:v>
                </c:pt>
                <c:pt idx="59415">
                  <c:v>0</c:v>
                </c:pt>
                <c:pt idx="59416">
                  <c:v>0</c:v>
                </c:pt>
                <c:pt idx="59417">
                  <c:v>0</c:v>
                </c:pt>
                <c:pt idx="59418">
                  <c:v>0</c:v>
                </c:pt>
                <c:pt idx="59419">
                  <c:v>0</c:v>
                </c:pt>
                <c:pt idx="59420">
                  <c:v>0</c:v>
                </c:pt>
                <c:pt idx="59421">
                  <c:v>0</c:v>
                </c:pt>
                <c:pt idx="59422">
                  <c:v>0</c:v>
                </c:pt>
                <c:pt idx="59423">
                  <c:v>0</c:v>
                </c:pt>
                <c:pt idx="59424">
                  <c:v>0</c:v>
                </c:pt>
                <c:pt idx="59425">
                  <c:v>0</c:v>
                </c:pt>
                <c:pt idx="59426">
                  <c:v>0</c:v>
                </c:pt>
                <c:pt idx="59427">
                  <c:v>0</c:v>
                </c:pt>
                <c:pt idx="59428">
                  <c:v>0</c:v>
                </c:pt>
                <c:pt idx="59429">
                  <c:v>0</c:v>
                </c:pt>
                <c:pt idx="59430">
                  <c:v>0</c:v>
                </c:pt>
                <c:pt idx="59431">
                  <c:v>0</c:v>
                </c:pt>
                <c:pt idx="59432">
                  <c:v>0</c:v>
                </c:pt>
                <c:pt idx="59433">
                  <c:v>0</c:v>
                </c:pt>
                <c:pt idx="59434">
                  <c:v>0</c:v>
                </c:pt>
                <c:pt idx="59435">
                  <c:v>0</c:v>
                </c:pt>
                <c:pt idx="59436">
                  <c:v>0</c:v>
                </c:pt>
                <c:pt idx="59437">
                  <c:v>0</c:v>
                </c:pt>
                <c:pt idx="59438">
                  <c:v>0</c:v>
                </c:pt>
                <c:pt idx="59439">
                  <c:v>0</c:v>
                </c:pt>
                <c:pt idx="59440">
                  <c:v>0</c:v>
                </c:pt>
                <c:pt idx="59441">
                  <c:v>0</c:v>
                </c:pt>
                <c:pt idx="59442">
                  <c:v>0</c:v>
                </c:pt>
                <c:pt idx="59443">
                  <c:v>0</c:v>
                </c:pt>
                <c:pt idx="59444">
                  <c:v>0</c:v>
                </c:pt>
                <c:pt idx="59445">
                  <c:v>0</c:v>
                </c:pt>
                <c:pt idx="59446">
                  <c:v>0</c:v>
                </c:pt>
                <c:pt idx="59447">
                  <c:v>0</c:v>
                </c:pt>
                <c:pt idx="59448">
                  <c:v>0</c:v>
                </c:pt>
                <c:pt idx="59449">
                  <c:v>0</c:v>
                </c:pt>
                <c:pt idx="59450">
                  <c:v>0</c:v>
                </c:pt>
                <c:pt idx="59451">
                  <c:v>0</c:v>
                </c:pt>
                <c:pt idx="59452">
                  <c:v>0</c:v>
                </c:pt>
                <c:pt idx="59453">
                  <c:v>0</c:v>
                </c:pt>
                <c:pt idx="59454">
                  <c:v>0</c:v>
                </c:pt>
                <c:pt idx="59455">
                  <c:v>0</c:v>
                </c:pt>
                <c:pt idx="59456">
                  <c:v>0</c:v>
                </c:pt>
                <c:pt idx="59457">
                  <c:v>0</c:v>
                </c:pt>
                <c:pt idx="59458">
                  <c:v>0</c:v>
                </c:pt>
                <c:pt idx="59459">
                  <c:v>0</c:v>
                </c:pt>
                <c:pt idx="59460">
                  <c:v>0</c:v>
                </c:pt>
                <c:pt idx="59461">
                  <c:v>0</c:v>
                </c:pt>
                <c:pt idx="59462">
                  <c:v>0</c:v>
                </c:pt>
                <c:pt idx="59463">
                  <c:v>0</c:v>
                </c:pt>
                <c:pt idx="59464">
                  <c:v>0</c:v>
                </c:pt>
                <c:pt idx="59465">
                  <c:v>0</c:v>
                </c:pt>
                <c:pt idx="59466">
                  <c:v>0</c:v>
                </c:pt>
                <c:pt idx="59467">
                  <c:v>0</c:v>
                </c:pt>
                <c:pt idx="59468">
                  <c:v>0</c:v>
                </c:pt>
                <c:pt idx="59469">
                  <c:v>0</c:v>
                </c:pt>
                <c:pt idx="59470">
                  <c:v>0</c:v>
                </c:pt>
                <c:pt idx="59471">
                  <c:v>0</c:v>
                </c:pt>
                <c:pt idx="59472">
                  <c:v>0</c:v>
                </c:pt>
                <c:pt idx="59473">
                  <c:v>0</c:v>
                </c:pt>
                <c:pt idx="59474">
                  <c:v>0</c:v>
                </c:pt>
                <c:pt idx="59475">
                  <c:v>0</c:v>
                </c:pt>
                <c:pt idx="59476">
                  <c:v>0</c:v>
                </c:pt>
                <c:pt idx="59477">
                  <c:v>0</c:v>
                </c:pt>
                <c:pt idx="59478">
                  <c:v>0</c:v>
                </c:pt>
                <c:pt idx="59479">
                  <c:v>0</c:v>
                </c:pt>
                <c:pt idx="59480">
                  <c:v>0</c:v>
                </c:pt>
                <c:pt idx="59481">
                  <c:v>0</c:v>
                </c:pt>
                <c:pt idx="59482">
                  <c:v>0</c:v>
                </c:pt>
                <c:pt idx="59483">
                  <c:v>0</c:v>
                </c:pt>
                <c:pt idx="59484">
                  <c:v>0</c:v>
                </c:pt>
                <c:pt idx="59485">
                  <c:v>0</c:v>
                </c:pt>
                <c:pt idx="59486">
                  <c:v>0</c:v>
                </c:pt>
                <c:pt idx="59487">
                  <c:v>0</c:v>
                </c:pt>
                <c:pt idx="59488">
                  <c:v>0</c:v>
                </c:pt>
                <c:pt idx="59489">
                  <c:v>0</c:v>
                </c:pt>
                <c:pt idx="59490">
                  <c:v>0</c:v>
                </c:pt>
                <c:pt idx="59491">
                  <c:v>0</c:v>
                </c:pt>
                <c:pt idx="59492">
                  <c:v>0</c:v>
                </c:pt>
                <c:pt idx="59493">
                  <c:v>0</c:v>
                </c:pt>
                <c:pt idx="59494">
                  <c:v>0</c:v>
                </c:pt>
                <c:pt idx="59495">
                  <c:v>0</c:v>
                </c:pt>
                <c:pt idx="59496">
                  <c:v>0</c:v>
                </c:pt>
                <c:pt idx="59497">
                  <c:v>0</c:v>
                </c:pt>
                <c:pt idx="59498">
                  <c:v>0</c:v>
                </c:pt>
                <c:pt idx="59499">
                  <c:v>0</c:v>
                </c:pt>
                <c:pt idx="59500">
                  <c:v>0</c:v>
                </c:pt>
                <c:pt idx="59501">
                  <c:v>0</c:v>
                </c:pt>
                <c:pt idx="59502">
                  <c:v>0</c:v>
                </c:pt>
                <c:pt idx="59503">
                  <c:v>0</c:v>
                </c:pt>
                <c:pt idx="59504">
                  <c:v>0</c:v>
                </c:pt>
                <c:pt idx="59505">
                  <c:v>0</c:v>
                </c:pt>
                <c:pt idx="59506">
                  <c:v>0</c:v>
                </c:pt>
                <c:pt idx="59507">
                  <c:v>0</c:v>
                </c:pt>
                <c:pt idx="59508">
                  <c:v>0</c:v>
                </c:pt>
                <c:pt idx="59509">
                  <c:v>0</c:v>
                </c:pt>
                <c:pt idx="59510">
                  <c:v>0</c:v>
                </c:pt>
                <c:pt idx="59511">
                  <c:v>0</c:v>
                </c:pt>
                <c:pt idx="59512">
                  <c:v>0</c:v>
                </c:pt>
                <c:pt idx="59513">
                  <c:v>0</c:v>
                </c:pt>
                <c:pt idx="59514">
                  <c:v>0</c:v>
                </c:pt>
                <c:pt idx="59515">
                  <c:v>0</c:v>
                </c:pt>
                <c:pt idx="59516">
                  <c:v>0</c:v>
                </c:pt>
                <c:pt idx="59517">
                  <c:v>0</c:v>
                </c:pt>
                <c:pt idx="59518">
                  <c:v>0</c:v>
                </c:pt>
                <c:pt idx="59519">
                  <c:v>0</c:v>
                </c:pt>
                <c:pt idx="59520">
                  <c:v>0</c:v>
                </c:pt>
                <c:pt idx="59521">
                  <c:v>0</c:v>
                </c:pt>
                <c:pt idx="59522">
                  <c:v>0</c:v>
                </c:pt>
                <c:pt idx="59523">
                  <c:v>0</c:v>
                </c:pt>
                <c:pt idx="59524">
                  <c:v>0</c:v>
                </c:pt>
                <c:pt idx="59525">
                  <c:v>0</c:v>
                </c:pt>
                <c:pt idx="59526">
                  <c:v>0</c:v>
                </c:pt>
                <c:pt idx="59527">
                  <c:v>0</c:v>
                </c:pt>
                <c:pt idx="59528">
                  <c:v>0</c:v>
                </c:pt>
                <c:pt idx="59529">
                  <c:v>0</c:v>
                </c:pt>
                <c:pt idx="59530">
                  <c:v>0</c:v>
                </c:pt>
                <c:pt idx="59531">
                  <c:v>0</c:v>
                </c:pt>
                <c:pt idx="59532">
                  <c:v>0</c:v>
                </c:pt>
                <c:pt idx="59533">
                  <c:v>0</c:v>
                </c:pt>
                <c:pt idx="59534">
                  <c:v>0</c:v>
                </c:pt>
                <c:pt idx="59535">
                  <c:v>0</c:v>
                </c:pt>
                <c:pt idx="59536">
                  <c:v>0</c:v>
                </c:pt>
                <c:pt idx="59537">
                  <c:v>0</c:v>
                </c:pt>
                <c:pt idx="59538">
                  <c:v>0</c:v>
                </c:pt>
                <c:pt idx="59539">
                  <c:v>0</c:v>
                </c:pt>
                <c:pt idx="59540">
                  <c:v>0</c:v>
                </c:pt>
                <c:pt idx="59541">
                  <c:v>0</c:v>
                </c:pt>
                <c:pt idx="59542">
                  <c:v>0</c:v>
                </c:pt>
                <c:pt idx="59543">
                  <c:v>0</c:v>
                </c:pt>
                <c:pt idx="59544">
                  <c:v>0</c:v>
                </c:pt>
                <c:pt idx="59545">
                  <c:v>0</c:v>
                </c:pt>
                <c:pt idx="59546">
                  <c:v>0</c:v>
                </c:pt>
                <c:pt idx="59547">
                  <c:v>0</c:v>
                </c:pt>
                <c:pt idx="59548">
                  <c:v>0</c:v>
                </c:pt>
                <c:pt idx="59549">
                  <c:v>0</c:v>
                </c:pt>
                <c:pt idx="59550">
                  <c:v>0</c:v>
                </c:pt>
                <c:pt idx="59551">
                  <c:v>0</c:v>
                </c:pt>
                <c:pt idx="59552">
                  <c:v>0</c:v>
                </c:pt>
                <c:pt idx="59553">
                  <c:v>0</c:v>
                </c:pt>
                <c:pt idx="59554">
                  <c:v>0</c:v>
                </c:pt>
                <c:pt idx="59555">
                  <c:v>0</c:v>
                </c:pt>
                <c:pt idx="59556">
                  <c:v>0</c:v>
                </c:pt>
                <c:pt idx="59557">
                  <c:v>0</c:v>
                </c:pt>
                <c:pt idx="59558">
                  <c:v>0</c:v>
                </c:pt>
                <c:pt idx="59559">
                  <c:v>0</c:v>
                </c:pt>
                <c:pt idx="59560">
                  <c:v>0</c:v>
                </c:pt>
                <c:pt idx="59561">
                  <c:v>0</c:v>
                </c:pt>
                <c:pt idx="59562">
                  <c:v>0</c:v>
                </c:pt>
                <c:pt idx="59563">
                  <c:v>0</c:v>
                </c:pt>
                <c:pt idx="59564">
                  <c:v>0</c:v>
                </c:pt>
                <c:pt idx="59565">
                  <c:v>0</c:v>
                </c:pt>
                <c:pt idx="59566">
                  <c:v>0</c:v>
                </c:pt>
                <c:pt idx="59567">
                  <c:v>0</c:v>
                </c:pt>
                <c:pt idx="59568">
                  <c:v>0</c:v>
                </c:pt>
                <c:pt idx="59569">
                  <c:v>0</c:v>
                </c:pt>
                <c:pt idx="59570">
                  <c:v>0</c:v>
                </c:pt>
                <c:pt idx="59571">
                  <c:v>0</c:v>
                </c:pt>
                <c:pt idx="59572">
                  <c:v>0</c:v>
                </c:pt>
                <c:pt idx="59573">
                  <c:v>0</c:v>
                </c:pt>
                <c:pt idx="59574">
                  <c:v>0</c:v>
                </c:pt>
                <c:pt idx="59575">
                  <c:v>0</c:v>
                </c:pt>
                <c:pt idx="59576">
                  <c:v>0</c:v>
                </c:pt>
                <c:pt idx="59577">
                  <c:v>0</c:v>
                </c:pt>
                <c:pt idx="59578">
                  <c:v>0</c:v>
                </c:pt>
                <c:pt idx="59579">
                  <c:v>0</c:v>
                </c:pt>
                <c:pt idx="59580">
                  <c:v>0</c:v>
                </c:pt>
                <c:pt idx="59581">
                  <c:v>0</c:v>
                </c:pt>
                <c:pt idx="59582">
                  <c:v>0</c:v>
                </c:pt>
                <c:pt idx="59583">
                  <c:v>0</c:v>
                </c:pt>
                <c:pt idx="59584">
                  <c:v>0</c:v>
                </c:pt>
                <c:pt idx="59585">
                  <c:v>0</c:v>
                </c:pt>
                <c:pt idx="59586">
                  <c:v>0</c:v>
                </c:pt>
                <c:pt idx="59587">
                  <c:v>0</c:v>
                </c:pt>
                <c:pt idx="59588">
                  <c:v>0</c:v>
                </c:pt>
                <c:pt idx="59589">
                  <c:v>0</c:v>
                </c:pt>
                <c:pt idx="59590">
                  <c:v>0</c:v>
                </c:pt>
                <c:pt idx="59591">
                  <c:v>0</c:v>
                </c:pt>
                <c:pt idx="59592">
                  <c:v>0</c:v>
                </c:pt>
                <c:pt idx="59593">
                  <c:v>0</c:v>
                </c:pt>
                <c:pt idx="59594">
                  <c:v>0</c:v>
                </c:pt>
                <c:pt idx="59595">
                  <c:v>0</c:v>
                </c:pt>
                <c:pt idx="59596">
                  <c:v>0</c:v>
                </c:pt>
                <c:pt idx="59597">
                  <c:v>0</c:v>
                </c:pt>
                <c:pt idx="59598">
                  <c:v>0</c:v>
                </c:pt>
                <c:pt idx="59599">
                  <c:v>0</c:v>
                </c:pt>
                <c:pt idx="59600">
                  <c:v>0</c:v>
                </c:pt>
                <c:pt idx="59601">
                  <c:v>0</c:v>
                </c:pt>
                <c:pt idx="59602">
                  <c:v>0</c:v>
                </c:pt>
                <c:pt idx="59603">
                  <c:v>0</c:v>
                </c:pt>
                <c:pt idx="59604">
                  <c:v>0</c:v>
                </c:pt>
                <c:pt idx="59605">
                  <c:v>0</c:v>
                </c:pt>
                <c:pt idx="59606">
                  <c:v>0</c:v>
                </c:pt>
                <c:pt idx="59607">
                  <c:v>0</c:v>
                </c:pt>
                <c:pt idx="59608">
                  <c:v>0</c:v>
                </c:pt>
                <c:pt idx="59609">
                  <c:v>0</c:v>
                </c:pt>
                <c:pt idx="59610">
                  <c:v>0</c:v>
                </c:pt>
                <c:pt idx="59611">
                  <c:v>0</c:v>
                </c:pt>
                <c:pt idx="59612">
                  <c:v>0</c:v>
                </c:pt>
                <c:pt idx="59613">
                  <c:v>0</c:v>
                </c:pt>
                <c:pt idx="59614">
                  <c:v>0</c:v>
                </c:pt>
                <c:pt idx="59615">
                  <c:v>0</c:v>
                </c:pt>
                <c:pt idx="59616">
                  <c:v>0</c:v>
                </c:pt>
                <c:pt idx="59617">
                  <c:v>0</c:v>
                </c:pt>
                <c:pt idx="59618">
                  <c:v>0</c:v>
                </c:pt>
                <c:pt idx="59619">
                  <c:v>0</c:v>
                </c:pt>
                <c:pt idx="59620">
                  <c:v>0</c:v>
                </c:pt>
                <c:pt idx="59621">
                  <c:v>0</c:v>
                </c:pt>
                <c:pt idx="59622">
                  <c:v>0</c:v>
                </c:pt>
                <c:pt idx="59623">
                  <c:v>0</c:v>
                </c:pt>
                <c:pt idx="59624">
                  <c:v>0</c:v>
                </c:pt>
                <c:pt idx="59625">
                  <c:v>0</c:v>
                </c:pt>
                <c:pt idx="59626">
                  <c:v>0</c:v>
                </c:pt>
                <c:pt idx="59627">
                  <c:v>0</c:v>
                </c:pt>
                <c:pt idx="59628">
                  <c:v>0</c:v>
                </c:pt>
                <c:pt idx="59629">
                  <c:v>0</c:v>
                </c:pt>
                <c:pt idx="59630">
                  <c:v>0</c:v>
                </c:pt>
                <c:pt idx="59631">
                  <c:v>0</c:v>
                </c:pt>
                <c:pt idx="59632">
                  <c:v>0</c:v>
                </c:pt>
                <c:pt idx="59633">
                  <c:v>0</c:v>
                </c:pt>
                <c:pt idx="59634">
                  <c:v>0</c:v>
                </c:pt>
                <c:pt idx="59635">
                  <c:v>0</c:v>
                </c:pt>
                <c:pt idx="59636">
                  <c:v>0</c:v>
                </c:pt>
                <c:pt idx="59637">
                  <c:v>0</c:v>
                </c:pt>
                <c:pt idx="59638">
                  <c:v>0</c:v>
                </c:pt>
                <c:pt idx="59639">
                  <c:v>0</c:v>
                </c:pt>
                <c:pt idx="59640">
                  <c:v>0</c:v>
                </c:pt>
                <c:pt idx="59641">
                  <c:v>0</c:v>
                </c:pt>
                <c:pt idx="59642">
                  <c:v>0</c:v>
                </c:pt>
                <c:pt idx="59643">
                  <c:v>0</c:v>
                </c:pt>
                <c:pt idx="59644">
                  <c:v>0</c:v>
                </c:pt>
                <c:pt idx="59645">
                  <c:v>0</c:v>
                </c:pt>
                <c:pt idx="59646">
                  <c:v>0</c:v>
                </c:pt>
                <c:pt idx="59647">
                  <c:v>0</c:v>
                </c:pt>
                <c:pt idx="59648">
                  <c:v>0</c:v>
                </c:pt>
                <c:pt idx="59649">
                  <c:v>0</c:v>
                </c:pt>
                <c:pt idx="59650">
                  <c:v>0</c:v>
                </c:pt>
                <c:pt idx="59651">
                  <c:v>0</c:v>
                </c:pt>
                <c:pt idx="59652">
                  <c:v>0</c:v>
                </c:pt>
                <c:pt idx="59653">
                  <c:v>0</c:v>
                </c:pt>
                <c:pt idx="59654">
                  <c:v>0</c:v>
                </c:pt>
                <c:pt idx="59655">
                  <c:v>0</c:v>
                </c:pt>
                <c:pt idx="59656">
                  <c:v>0</c:v>
                </c:pt>
                <c:pt idx="59657">
                  <c:v>0</c:v>
                </c:pt>
                <c:pt idx="59658">
                  <c:v>0</c:v>
                </c:pt>
                <c:pt idx="59659">
                  <c:v>0</c:v>
                </c:pt>
                <c:pt idx="59660">
                  <c:v>0</c:v>
                </c:pt>
                <c:pt idx="59661">
                  <c:v>0</c:v>
                </c:pt>
                <c:pt idx="59662">
                  <c:v>0</c:v>
                </c:pt>
                <c:pt idx="59663">
                  <c:v>0</c:v>
                </c:pt>
                <c:pt idx="59664">
                  <c:v>0</c:v>
                </c:pt>
                <c:pt idx="59665">
                  <c:v>0</c:v>
                </c:pt>
                <c:pt idx="59666">
                  <c:v>0</c:v>
                </c:pt>
                <c:pt idx="59667">
                  <c:v>0</c:v>
                </c:pt>
                <c:pt idx="59668">
                  <c:v>0</c:v>
                </c:pt>
                <c:pt idx="59669">
                  <c:v>0</c:v>
                </c:pt>
                <c:pt idx="59670">
                  <c:v>0</c:v>
                </c:pt>
                <c:pt idx="59671">
                  <c:v>0</c:v>
                </c:pt>
                <c:pt idx="59672">
                  <c:v>0</c:v>
                </c:pt>
                <c:pt idx="59673">
                  <c:v>0</c:v>
                </c:pt>
                <c:pt idx="59674">
                  <c:v>0</c:v>
                </c:pt>
                <c:pt idx="59675">
                  <c:v>0</c:v>
                </c:pt>
                <c:pt idx="59676">
                  <c:v>0</c:v>
                </c:pt>
                <c:pt idx="59677">
                  <c:v>0</c:v>
                </c:pt>
                <c:pt idx="59678">
                  <c:v>0</c:v>
                </c:pt>
                <c:pt idx="59679">
                  <c:v>0</c:v>
                </c:pt>
                <c:pt idx="59680">
                  <c:v>0</c:v>
                </c:pt>
                <c:pt idx="59681">
                  <c:v>0</c:v>
                </c:pt>
                <c:pt idx="59682">
                  <c:v>0</c:v>
                </c:pt>
                <c:pt idx="59683">
                  <c:v>0</c:v>
                </c:pt>
                <c:pt idx="59684">
                  <c:v>0</c:v>
                </c:pt>
                <c:pt idx="59685">
                  <c:v>0</c:v>
                </c:pt>
                <c:pt idx="59686">
                  <c:v>0</c:v>
                </c:pt>
                <c:pt idx="59687">
                  <c:v>0</c:v>
                </c:pt>
                <c:pt idx="59688">
                  <c:v>0</c:v>
                </c:pt>
                <c:pt idx="59689">
                  <c:v>0</c:v>
                </c:pt>
                <c:pt idx="59690">
                  <c:v>0</c:v>
                </c:pt>
                <c:pt idx="59691">
                  <c:v>0</c:v>
                </c:pt>
                <c:pt idx="59692">
                  <c:v>0</c:v>
                </c:pt>
                <c:pt idx="59693">
                  <c:v>0</c:v>
                </c:pt>
                <c:pt idx="59694">
                  <c:v>0</c:v>
                </c:pt>
                <c:pt idx="59695">
                  <c:v>0</c:v>
                </c:pt>
                <c:pt idx="59696">
                  <c:v>0</c:v>
                </c:pt>
                <c:pt idx="59697">
                  <c:v>0</c:v>
                </c:pt>
                <c:pt idx="59698">
                  <c:v>0</c:v>
                </c:pt>
                <c:pt idx="59699">
                  <c:v>0</c:v>
                </c:pt>
                <c:pt idx="59700">
                  <c:v>0</c:v>
                </c:pt>
                <c:pt idx="59701">
                  <c:v>0</c:v>
                </c:pt>
                <c:pt idx="59702">
                  <c:v>0</c:v>
                </c:pt>
                <c:pt idx="59703">
                  <c:v>0</c:v>
                </c:pt>
                <c:pt idx="59704">
                  <c:v>0</c:v>
                </c:pt>
                <c:pt idx="59705">
                  <c:v>0</c:v>
                </c:pt>
                <c:pt idx="59706">
                  <c:v>0</c:v>
                </c:pt>
                <c:pt idx="59707">
                  <c:v>0</c:v>
                </c:pt>
                <c:pt idx="59708">
                  <c:v>0</c:v>
                </c:pt>
                <c:pt idx="59709">
                  <c:v>0</c:v>
                </c:pt>
                <c:pt idx="59710">
                  <c:v>0</c:v>
                </c:pt>
                <c:pt idx="59711">
                  <c:v>0</c:v>
                </c:pt>
                <c:pt idx="59712">
                  <c:v>0</c:v>
                </c:pt>
                <c:pt idx="59713">
                  <c:v>0</c:v>
                </c:pt>
                <c:pt idx="59714">
                  <c:v>0</c:v>
                </c:pt>
                <c:pt idx="59715">
                  <c:v>0</c:v>
                </c:pt>
                <c:pt idx="59716">
                  <c:v>0</c:v>
                </c:pt>
                <c:pt idx="59717">
                  <c:v>0</c:v>
                </c:pt>
                <c:pt idx="59718">
                  <c:v>0</c:v>
                </c:pt>
                <c:pt idx="59719">
                  <c:v>0</c:v>
                </c:pt>
                <c:pt idx="59720">
                  <c:v>0</c:v>
                </c:pt>
                <c:pt idx="59721">
                  <c:v>0</c:v>
                </c:pt>
                <c:pt idx="59722">
                  <c:v>0</c:v>
                </c:pt>
                <c:pt idx="59723">
                  <c:v>0</c:v>
                </c:pt>
                <c:pt idx="59724">
                  <c:v>0</c:v>
                </c:pt>
                <c:pt idx="59725">
                  <c:v>0</c:v>
                </c:pt>
                <c:pt idx="59726">
                  <c:v>0</c:v>
                </c:pt>
                <c:pt idx="59727">
                  <c:v>0</c:v>
                </c:pt>
                <c:pt idx="59728">
                  <c:v>0</c:v>
                </c:pt>
                <c:pt idx="59729">
                  <c:v>0</c:v>
                </c:pt>
                <c:pt idx="59730">
                  <c:v>0</c:v>
                </c:pt>
                <c:pt idx="59731">
                  <c:v>0</c:v>
                </c:pt>
                <c:pt idx="59732">
                  <c:v>0</c:v>
                </c:pt>
                <c:pt idx="59733">
                  <c:v>0</c:v>
                </c:pt>
                <c:pt idx="59734">
                  <c:v>0</c:v>
                </c:pt>
                <c:pt idx="59735">
                  <c:v>0</c:v>
                </c:pt>
                <c:pt idx="59736">
                  <c:v>0</c:v>
                </c:pt>
                <c:pt idx="59737">
                  <c:v>0</c:v>
                </c:pt>
                <c:pt idx="59738">
                  <c:v>0</c:v>
                </c:pt>
                <c:pt idx="59739">
                  <c:v>0</c:v>
                </c:pt>
                <c:pt idx="59740">
                  <c:v>0</c:v>
                </c:pt>
                <c:pt idx="59741">
                  <c:v>0</c:v>
                </c:pt>
                <c:pt idx="59742">
                  <c:v>0</c:v>
                </c:pt>
                <c:pt idx="59743">
                  <c:v>0</c:v>
                </c:pt>
                <c:pt idx="59744">
                  <c:v>0</c:v>
                </c:pt>
                <c:pt idx="59745">
                  <c:v>0</c:v>
                </c:pt>
                <c:pt idx="59746">
                  <c:v>0</c:v>
                </c:pt>
                <c:pt idx="59747">
                  <c:v>0</c:v>
                </c:pt>
                <c:pt idx="59748">
                  <c:v>0</c:v>
                </c:pt>
                <c:pt idx="59749">
                  <c:v>0</c:v>
                </c:pt>
                <c:pt idx="59750">
                  <c:v>0</c:v>
                </c:pt>
                <c:pt idx="59751">
                  <c:v>0</c:v>
                </c:pt>
                <c:pt idx="59752">
                  <c:v>0</c:v>
                </c:pt>
                <c:pt idx="59753">
                  <c:v>0</c:v>
                </c:pt>
                <c:pt idx="59754">
                  <c:v>0</c:v>
                </c:pt>
                <c:pt idx="59755">
                  <c:v>0</c:v>
                </c:pt>
                <c:pt idx="59756">
                  <c:v>0</c:v>
                </c:pt>
                <c:pt idx="59757">
                  <c:v>0</c:v>
                </c:pt>
                <c:pt idx="59758">
                  <c:v>0</c:v>
                </c:pt>
                <c:pt idx="59759">
                  <c:v>0</c:v>
                </c:pt>
                <c:pt idx="59760">
                  <c:v>0</c:v>
                </c:pt>
                <c:pt idx="59761">
                  <c:v>0</c:v>
                </c:pt>
                <c:pt idx="59762">
                  <c:v>0</c:v>
                </c:pt>
                <c:pt idx="59763">
                  <c:v>0</c:v>
                </c:pt>
                <c:pt idx="59764">
                  <c:v>0</c:v>
                </c:pt>
                <c:pt idx="59765">
                  <c:v>0</c:v>
                </c:pt>
                <c:pt idx="59766">
                  <c:v>0</c:v>
                </c:pt>
                <c:pt idx="59767">
                  <c:v>0</c:v>
                </c:pt>
                <c:pt idx="59768">
                  <c:v>0</c:v>
                </c:pt>
                <c:pt idx="59769">
                  <c:v>0</c:v>
                </c:pt>
                <c:pt idx="59770">
                  <c:v>0</c:v>
                </c:pt>
                <c:pt idx="59771">
                  <c:v>0</c:v>
                </c:pt>
                <c:pt idx="59772">
                  <c:v>0</c:v>
                </c:pt>
                <c:pt idx="59773">
                  <c:v>0</c:v>
                </c:pt>
                <c:pt idx="59774">
                  <c:v>0</c:v>
                </c:pt>
                <c:pt idx="59775">
                  <c:v>0</c:v>
                </c:pt>
                <c:pt idx="59776">
                  <c:v>0</c:v>
                </c:pt>
                <c:pt idx="59777">
                  <c:v>0</c:v>
                </c:pt>
                <c:pt idx="59778">
                  <c:v>0</c:v>
                </c:pt>
                <c:pt idx="59779">
                  <c:v>0</c:v>
                </c:pt>
                <c:pt idx="59780">
                  <c:v>0</c:v>
                </c:pt>
                <c:pt idx="59781">
                  <c:v>0</c:v>
                </c:pt>
                <c:pt idx="59782">
                  <c:v>0</c:v>
                </c:pt>
                <c:pt idx="59783">
                  <c:v>0</c:v>
                </c:pt>
                <c:pt idx="59784">
                  <c:v>0</c:v>
                </c:pt>
                <c:pt idx="59785">
                  <c:v>0</c:v>
                </c:pt>
                <c:pt idx="59786">
                  <c:v>0</c:v>
                </c:pt>
                <c:pt idx="59787">
                  <c:v>0</c:v>
                </c:pt>
                <c:pt idx="59788">
                  <c:v>0</c:v>
                </c:pt>
                <c:pt idx="59789">
                  <c:v>0</c:v>
                </c:pt>
                <c:pt idx="59790">
                  <c:v>0</c:v>
                </c:pt>
                <c:pt idx="59791">
                  <c:v>0</c:v>
                </c:pt>
                <c:pt idx="59792">
                  <c:v>0</c:v>
                </c:pt>
                <c:pt idx="59793">
                  <c:v>0</c:v>
                </c:pt>
                <c:pt idx="59794">
                  <c:v>0</c:v>
                </c:pt>
                <c:pt idx="59795">
                  <c:v>0</c:v>
                </c:pt>
                <c:pt idx="59796">
                  <c:v>0</c:v>
                </c:pt>
                <c:pt idx="59797">
                  <c:v>0</c:v>
                </c:pt>
                <c:pt idx="59798">
                  <c:v>0</c:v>
                </c:pt>
                <c:pt idx="59799">
                  <c:v>0</c:v>
                </c:pt>
                <c:pt idx="59800">
                  <c:v>0</c:v>
                </c:pt>
                <c:pt idx="59801">
                  <c:v>0</c:v>
                </c:pt>
                <c:pt idx="59802">
                  <c:v>0</c:v>
                </c:pt>
                <c:pt idx="59803">
                  <c:v>0</c:v>
                </c:pt>
                <c:pt idx="59804">
                  <c:v>0</c:v>
                </c:pt>
                <c:pt idx="59805">
                  <c:v>0</c:v>
                </c:pt>
                <c:pt idx="59806">
                  <c:v>0</c:v>
                </c:pt>
                <c:pt idx="59807">
                  <c:v>0</c:v>
                </c:pt>
                <c:pt idx="59808">
                  <c:v>0</c:v>
                </c:pt>
                <c:pt idx="59809">
                  <c:v>0</c:v>
                </c:pt>
                <c:pt idx="59810">
                  <c:v>0</c:v>
                </c:pt>
                <c:pt idx="59811">
                  <c:v>0</c:v>
                </c:pt>
                <c:pt idx="59812">
                  <c:v>0</c:v>
                </c:pt>
                <c:pt idx="59813">
                  <c:v>0</c:v>
                </c:pt>
                <c:pt idx="59814">
                  <c:v>0</c:v>
                </c:pt>
                <c:pt idx="59815">
                  <c:v>0</c:v>
                </c:pt>
                <c:pt idx="59816">
                  <c:v>0</c:v>
                </c:pt>
                <c:pt idx="59817">
                  <c:v>0</c:v>
                </c:pt>
                <c:pt idx="59818">
                  <c:v>0</c:v>
                </c:pt>
                <c:pt idx="59819">
                  <c:v>0</c:v>
                </c:pt>
                <c:pt idx="59820">
                  <c:v>0</c:v>
                </c:pt>
                <c:pt idx="59821">
                  <c:v>0</c:v>
                </c:pt>
                <c:pt idx="59822">
                  <c:v>0</c:v>
                </c:pt>
                <c:pt idx="59823">
                  <c:v>0</c:v>
                </c:pt>
                <c:pt idx="59824">
                  <c:v>0</c:v>
                </c:pt>
                <c:pt idx="59825">
                  <c:v>0</c:v>
                </c:pt>
                <c:pt idx="59826">
                  <c:v>0</c:v>
                </c:pt>
                <c:pt idx="59827">
                  <c:v>0</c:v>
                </c:pt>
                <c:pt idx="59828">
                  <c:v>0</c:v>
                </c:pt>
                <c:pt idx="59829">
                  <c:v>0</c:v>
                </c:pt>
                <c:pt idx="59830">
                  <c:v>0</c:v>
                </c:pt>
                <c:pt idx="59831">
                  <c:v>0</c:v>
                </c:pt>
                <c:pt idx="59832">
                  <c:v>0</c:v>
                </c:pt>
                <c:pt idx="59833">
                  <c:v>0</c:v>
                </c:pt>
                <c:pt idx="59834">
                  <c:v>0</c:v>
                </c:pt>
                <c:pt idx="59835">
                  <c:v>0</c:v>
                </c:pt>
                <c:pt idx="59836">
                  <c:v>0</c:v>
                </c:pt>
                <c:pt idx="59837">
                  <c:v>0</c:v>
                </c:pt>
                <c:pt idx="59838">
                  <c:v>0</c:v>
                </c:pt>
                <c:pt idx="59839">
                  <c:v>0</c:v>
                </c:pt>
                <c:pt idx="59840">
                  <c:v>0</c:v>
                </c:pt>
                <c:pt idx="59841">
                  <c:v>0</c:v>
                </c:pt>
                <c:pt idx="59842">
                  <c:v>0</c:v>
                </c:pt>
                <c:pt idx="59843">
                  <c:v>0</c:v>
                </c:pt>
                <c:pt idx="59844">
                  <c:v>0</c:v>
                </c:pt>
                <c:pt idx="59845">
                  <c:v>0</c:v>
                </c:pt>
                <c:pt idx="59846">
                  <c:v>0</c:v>
                </c:pt>
                <c:pt idx="59847">
                  <c:v>0</c:v>
                </c:pt>
                <c:pt idx="59848">
                  <c:v>0</c:v>
                </c:pt>
                <c:pt idx="59849">
                  <c:v>0</c:v>
                </c:pt>
                <c:pt idx="59850">
                  <c:v>0</c:v>
                </c:pt>
                <c:pt idx="59851">
                  <c:v>0</c:v>
                </c:pt>
                <c:pt idx="59852">
                  <c:v>0</c:v>
                </c:pt>
                <c:pt idx="59853">
                  <c:v>0</c:v>
                </c:pt>
                <c:pt idx="59854">
                  <c:v>0</c:v>
                </c:pt>
                <c:pt idx="59855">
                  <c:v>0</c:v>
                </c:pt>
                <c:pt idx="59856">
                  <c:v>0</c:v>
                </c:pt>
                <c:pt idx="59857">
                  <c:v>0</c:v>
                </c:pt>
                <c:pt idx="59858">
                  <c:v>0</c:v>
                </c:pt>
                <c:pt idx="59859">
                  <c:v>0</c:v>
                </c:pt>
                <c:pt idx="59860">
                  <c:v>0</c:v>
                </c:pt>
                <c:pt idx="59861">
                  <c:v>0</c:v>
                </c:pt>
                <c:pt idx="59862">
                  <c:v>0</c:v>
                </c:pt>
                <c:pt idx="59863">
                  <c:v>0</c:v>
                </c:pt>
                <c:pt idx="59864">
                  <c:v>0</c:v>
                </c:pt>
                <c:pt idx="59865">
                  <c:v>0</c:v>
                </c:pt>
                <c:pt idx="59866">
                  <c:v>0</c:v>
                </c:pt>
                <c:pt idx="59867">
                  <c:v>0</c:v>
                </c:pt>
                <c:pt idx="59868">
                  <c:v>0</c:v>
                </c:pt>
                <c:pt idx="59869">
                  <c:v>0</c:v>
                </c:pt>
                <c:pt idx="59870">
                  <c:v>0</c:v>
                </c:pt>
                <c:pt idx="59871">
                  <c:v>0</c:v>
                </c:pt>
                <c:pt idx="59872">
                  <c:v>0</c:v>
                </c:pt>
                <c:pt idx="59873">
                  <c:v>0</c:v>
                </c:pt>
                <c:pt idx="59874">
                  <c:v>0</c:v>
                </c:pt>
                <c:pt idx="59875">
                  <c:v>0</c:v>
                </c:pt>
                <c:pt idx="59876">
                  <c:v>0</c:v>
                </c:pt>
                <c:pt idx="59877">
                  <c:v>0</c:v>
                </c:pt>
                <c:pt idx="59878">
                  <c:v>0</c:v>
                </c:pt>
                <c:pt idx="59879">
                  <c:v>0</c:v>
                </c:pt>
                <c:pt idx="59880">
                  <c:v>0</c:v>
                </c:pt>
                <c:pt idx="59881">
                  <c:v>0</c:v>
                </c:pt>
                <c:pt idx="59882">
                  <c:v>0</c:v>
                </c:pt>
                <c:pt idx="59883">
                  <c:v>0</c:v>
                </c:pt>
                <c:pt idx="59884">
                  <c:v>0</c:v>
                </c:pt>
                <c:pt idx="59885">
                  <c:v>0</c:v>
                </c:pt>
                <c:pt idx="59886">
                  <c:v>0</c:v>
                </c:pt>
                <c:pt idx="59887">
                  <c:v>0</c:v>
                </c:pt>
                <c:pt idx="59888">
                  <c:v>0</c:v>
                </c:pt>
                <c:pt idx="59889">
                  <c:v>0</c:v>
                </c:pt>
                <c:pt idx="59890">
                  <c:v>0</c:v>
                </c:pt>
                <c:pt idx="59891">
                  <c:v>0</c:v>
                </c:pt>
                <c:pt idx="59892">
                  <c:v>0</c:v>
                </c:pt>
                <c:pt idx="59893">
                  <c:v>0</c:v>
                </c:pt>
                <c:pt idx="59894">
                  <c:v>0</c:v>
                </c:pt>
                <c:pt idx="59895">
                  <c:v>0</c:v>
                </c:pt>
                <c:pt idx="59896">
                  <c:v>0</c:v>
                </c:pt>
                <c:pt idx="59897">
                  <c:v>0</c:v>
                </c:pt>
                <c:pt idx="59898">
                  <c:v>0</c:v>
                </c:pt>
                <c:pt idx="59899">
                  <c:v>0</c:v>
                </c:pt>
                <c:pt idx="59900">
                  <c:v>0</c:v>
                </c:pt>
                <c:pt idx="59901">
                  <c:v>0</c:v>
                </c:pt>
                <c:pt idx="59902">
                  <c:v>0</c:v>
                </c:pt>
                <c:pt idx="59903">
                  <c:v>0</c:v>
                </c:pt>
                <c:pt idx="59904">
                  <c:v>0</c:v>
                </c:pt>
                <c:pt idx="59905">
                  <c:v>0</c:v>
                </c:pt>
                <c:pt idx="59906">
                  <c:v>0</c:v>
                </c:pt>
                <c:pt idx="59907">
                  <c:v>0</c:v>
                </c:pt>
                <c:pt idx="59908">
                  <c:v>0</c:v>
                </c:pt>
                <c:pt idx="59909">
                  <c:v>0</c:v>
                </c:pt>
                <c:pt idx="59910">
                  <c:v>0</c:v>
                </c:pt>
                <c:pt idx="59911">
                  <c:v>0</c:v>
                </c:pt>
                <c:pt idx="59912">
                  <c:v>0</c:v>
                </c:pt>
                <c:pt idx="59913">
                  <c:v>0</c:v>
                </c:pt>
                <c:pt idx="59914">
                  <c:v>0</c:v>
                </c:pt>
                <c:pt idx="59915">
                  <c:v>0</c:v>
                </c:pt>
                <c:pt idx="59916">
                  <c:v>0</c:v>
                </c:pt>
                <c:pt idx="59917">
                  <c:v>0</c:v>
                </c:pt>
                <c:pt idx="59918">
                  <c:v>0</c:v>
                </c:pt>
                <c:pt idx="59919">
                  <c:v>0</c:v>
                </c:pt>
                <c:pt idx="59920">
                  <c:v>0</c:v>
                </c:pt>
                <c:pt idx="59921">
                  <c:v>0</c:v>
                </c:pt>
                <c:pt idx="59922">
                  <c:v>0</c:v>
                </c:pt>
                <c:pt idx="59923">
                  <c:v>0</c:v>
                </c:pt>
                <c:pt idx="59924">
                  <c:v>0</c:v>
                </c:pt>
                <c:pt idx="59925">
                  <c:v>0</c:v>
                </c:pt>
                <c:pt idx="59926">
                  <c:v>0</c:v>
                </c:pt>
                <c:pt idx="59927">
                  <c:v>0</c:v>
                </c:pt>
                <c:pt idx="59928">
                  <c:v>0</c:v>
                </c:pt>
                <c:pt idx="59929">
                  <c:v>0</c:v>
                </c:pt>
                <c:pt idx="59930">
                  <c:v>0</c:v>
                </c:pt>
                <c:pt idx="59931">
                  <c:v>0</c:v>
                </c:pt>
                <c:pt idx="59932">
                  <c:v>0</c:v>
                </c:pt>
                <c:pt idx="59933">
                  <c:v>0</c:v>
                </c:pt>
                <c:pt idx="59934">
                  <c:v>0</c:v>
                </c:pt>
                <c:pt idx="59935">
                  <c:v>0</c:v>
                </c:pt>
                <c:pt idx="59936">
                  <c:v>0</c:v>
                </c:pt>
                <c:pt idx="59937">
                  <c:v>0</c:v>
                </c:pt>
                <c:pt idx="59938">
                  <c:v>0</c:v>
                </c:pt>
                <c:pt idx="59939">
                  <c:v>0</c:v>
                </c:pt>
                <c:pt idx="59940">
                  <c:v>0</c:v>
                </c:pt>
                <c:pt idx="59941">
                  <c:v>0</c:v>
                </c:pt>
                <c:pt idx="59942">
                  <c:v>0</c:v>
                </c:pt>
                <c:pt idx="59943">
                  <c:v>0</c:v>
                </c:pt>
                <c:pt idx="59944">
                  <c:v>0</c:v>
                </c:pt>
                <c:pt idx="59945">
                  <c:v>0</c:v>
                </c:pt>
                <c:pt idx="59946">
                  <c:v>0</c:v>
                </c:pt>
                <c:pt idx="59947">
                  <c:v>0</c:v>
                </c:pt>
                <c:pt idx="59948">
                  <c:v>0</c:v>
                </c:pt>
                <c:pt idx="59949">
                  <c:v>0</c:v>
                </c:pt>
                <c:pt idx="59950">
                  <c:v>0</c:v>
                </c:pt>
                <c:pt idx="59951">
                  <c:v>0</c:v>
                </c:pt>
                <c:pt idx="59952">
                  <c:v>0</c:v>
                </c:pt>
                <c:pt idx="59953">
                  <c:v>0</c:v>
                </c:pt>
                <c:pt idx="59954">
                  <c:v>0</c:v>
                </c:pt>
                <c:pt idx="59955">
                  <c:v>0</c:v>
                </c:pt>
                <c:pt idx="59956">
                  <c:v>0</c:v>
                </c:pt>
                <c:pt idx="59957">
                  <c:v>0</c:v>
                </c:pt>
                <c:pt idx="59958">
                  <c:v>0</c:v>
                </c:pt>
                <c:pt idx="59959">
                  <c:v>0</c:v>
                </c:pt>
                <c:pt idx="59960">
                  <c:v>0</c:v>
                </c:pt>
                <c:pt idx="59961">
                  <c:v>0</c:v>
                </c:pt>
                <c:pt idx="59962">
                  <c:v>0</c:v>
                </c:pt>
                <c:pt idx="59963">
                  <c:v>0</c:v>
                </c:pt>
                <c:pt idx="59964">
                  <c:v>0</c:v>
                </c:pt>
                <c:pt idx="59965">
                  <c:v>0</c:v>
                </c:pt>
                <c:pt idx="59966">
                  <c:v>0</c:v>
                </c:pt>
                <c:pt idx="59967">
                  <c:v>0</c:v>
                </c:pt>
                <c:pt idx="59968">
                  <c:v>0</c:v>
                </c:pt>
                <c:pt idx="59969">
                  <c:v>0</c:v>
                </c:pt>
                <c:pt idx="59970">
                  <c:v>0</c:v>
                </c:pt>
                <c:pt idx="59971">
                  <c:v>0</c:v>
                </c:pt>
                <c:pt idx="59972">
                  <c:v>0</c:v>
                </c:pt>
                <c:pt idx="59973">
                  <c:v>0</c:v>
                </c:pt>
                <c:pt idx="59974">
                  <c:v>0</c:v>
                </c:pt>
                <c:pt idx="59975">
                  <c:v>0</c:v>
                </c:pt>
                <c:pt idx="59976">
                  <c:v>0</c:v>
                </c:pt>
                <c:pt idx="59977">
                  <c:v>0</c:v>
                </c:pt>
                <c:pt idx="59978">
                  <c:v>0</c:v>
                </c:pt>
                <c:pt idx="59979">
                  <c:v>0</c:v>
                </c:pt>
                <c:pt idx="59980">
                  <c:v>0</c:v>
                </c:pt>
                <c:pt idx="59981">
                  <c:v>0</c:v>
                </c:pt>
                <c:pt idx="59982">
                  <c:v>0</c:v>
                </c:pt>
                <c:pt idx="59983">
                  <c:v>0</c:v>
                </c:pt>
                <c:pt idx="59984">
                  <c:v>0</c:v>
                </c:pt>
                <c:pt idx="59985">
                  <c:v>0</c:v>
                </c:pt>
                <c:pt idx="59986">
                  <c:v>0</c:v>
                </c:pt>
                <c:pt idx="59987">
                  <c:v>0</c:v>
                </c:pt>
                <c:pt idx="59988">
                  <c:v>0</c:v>
                </c:pt>
                <c:pt idx="59989">
                  <c:v>0</c:v>
                </c:pt>
                <c:pt idx="59990">
                  <c:v>0</c:v>
                </c:pt>
                <c:pt idx="59991">
                  <c:v>0</c:v>
                </c:pt>
                <c:pt idx="59992">
                  <c:v>0</c:v>
                </c:pt>
                <c:pt idx="59993">
                  <c:v>0</c:v>
                </c:pt>
                <c:pt idx="59994">
                  <c:v>0</c:v>
                </c:pt>
                <c:pt idx="59995">
                  <c:v>0</c:v>
                </c:pt>
                <c:pt idx="59996">
                  <c:v>0</c:v>
                </c:pt>
                <c:pt idx="59997">
                  <c:v>0</c:v>
                </c:pt>
                <c:pt idx="59998">
                  <c:v>0</c:v>
                </c:pt>
                <c:pt idx="59999">
                  <c:v>0</c:v>
                </c:pt>
                <c:pt idx="60000">
                  <c:v>0</c:v>
                </c:pt>
                <c:pt idx="60001">
                  <c:v>0</c:v>
                </c:pt>
                <c:pt idx="60002">
                  <c:v>0</c:v>
                </c:pt>
                <c:pt idx="60003">
                  <c:v>0</c:v>
                </c:pt>
                <c:pt idx="60004">
                  <c:v>0</c:v>
                </c:pt>
                <c:pt idx="60005">
                  <c:v>0</c:v>
                </c:pt>
                <c:pt idx="60006">
                  <c:v>0</c:v>
                </c:pt>
                <c:pt idx="60007">
                  <c:v>0</c:v>
                </c:pt>
                <c:pt idx="60008">
                  <c:v>0</c:v>
                </c:pt>
                <c:pt idx="60009">
                  <c:v>0</c:v>
                </c:pt>
                <c:pt idx="60010">
                  <c:v>0</c:v>
                </c:pt>
                <c:pt idx="60011">
                  <c:v>0</c:v>
                </c:pt>
                <c:pt idx="60012">
                  <c:v>0</c:v>
                </c:pt>
                <c:pt idx="60013">
                  <c:v>0</c:v>
                </c:pt>
                <c:pt idx="60014">
                  <c:v>0</c:v>
                </c:pt>
                <c:pt idx="60015">
                  <c:v>0</c:v>
                </c:pt>
                <c:pt idx="60016">
                  <c:v>0</c:v>
                </c:pt>
                <c:pt idx="60017">
                  <c:v>0</c:v>
                </c:pt>
                <c:pt idx="60018">
                  <c:v>0</c:v>
                </c:pt>
                <c:pt idx="60019">
                  <c:v>0</c:v>
                </c:pt>
                <c:pt idx="60020">
                  <c:v>0</c:v>
                </c:pt>
                <c:pt idx="60021">
                  <c:v>0</c:v>
                </c:pt>
                <c:pt idx="60022">
                  <c:v>0</c:v>
                </c:pt>
                <c:pt idx="60023">
                  <c:v>0</c:v>
                </c:pt>
                <c:pt idx="60024">
                  <c:v>0</c:v>
                </c:pt>
                <c:pt idx="60025">
                  <c:v>0</c:v>
                </c:pt>
                <c:pt idx="60026">
                  <c:v>0</c:v>
                </c:pt>
                <c:pt idx="60027">
                  <c:v>0</c:v>
                </c:pt>
                <c:pt idx="60028">
                  <c:v>0</c:v>
                </c:pt>
                <c:pt idx="60029">
                  <c:v>0</c:v>
                </c:pt>
                <c:pt idx="60030">
                  <c:v>0</c:v>
                </c:pt>
                <c:pt idx="60031">
                  <c:v>0</c:v>
                </c:pt>
                <c:pt idx="60032">
                  <c:v>0</c:v>
                </c:pt>
                <c:pt idx="60033">
                  <c:v>0</c:v>
                </c:pt>
                <c:pt idx="60034">
                  <c:v>0</c:v>
                </c:pt>
                <c:pt idx="60035">
                  <c:v>0</c:v>
                </c:pt>
                <c:pt idx="60036">
                  <c:v>0</c:v>
                </c:pt>
                <c:pt idx="60037">
                  <c:v>0</c:v>
                </c:pt>
                <c:pt idx="60038">
                  <c:v>0</c:v>
                </c:pt>
                <c:pt idx="60039">
                  <c:v>0</c:v>
                </c:pt>
                <c:pt idx="60040">
                  <c:v>0</c:v>
                </c:pt>
                <c:pt idx="60041">
                  <c:v>0</c:v>
                </c:pt>
                <c:pt idx="60042">
                  <c:v>0</c:v>
                </c:pt>
                <c:pt idx="60043">
                  <c:v>0</c:v>
                </c:pt>
                <c:pt idx="60044">
                  <c:v>0</c:v>
                </c:pt>
                <c:pt idx="60045">
                  <c:v>0</c:v>
                </c:pt>
                <c:pt idx="60046">
                  <c:v>0</c:v>
                </c:pt>
                <c:pt idx="60047">
                  <c:v>0</c:v>
                </c:pt>
                <c:pt idx="60048">
                  <c:v>0</c:v>
                </c:pt>
                <c:pt idx="60049">
                  <c:v>0</c:v>
                </c:pt>
                <c:pt idx="60050">
                  <c:v>0</c:v>
                </c:pt>
                <c:pt idx="60051">
                  <c:v>0</c:v>
                </c:pt>
                <c:pt idx="60052">
                  <c:v>0</c:v>
                </c:pt>
                <c:pt idx="60053">
                  <c:v>0</c:v>
                </c:pt>
                <c:pt idx="60054">
                  <c:v>0</c:v>
                </c:pt>
                <c:pt idx="60055">
                  <c:v>0</c:v>
                </c:pt>
                <c:pt idx="60056">
                  <c:v>0</c:v>
                </c:pt>
                <c:pt idx="60057">
                  <c:v>0</c:v>
                </c:pt>
                <c:pt idx="60058">
                  <c:v>0</c:v>
                </c:pt>
                <c:pt idx="60059">
                  <c:v>0</c:v>
                </c:pt>
                <c:pt idx="60060">
                  <c:v>0</c:v>
                </c:pt>
                <c:pt idx="60061">
                  <c:v>0</c:v>
                </c:pt>
                <c:pt idx="60062">
                  <c:v>0</c:v>
                </c:pt>
                <c:pt idx="60063">
                  <c:v>0</c:v>
                </c:pt>
                <c:pt idx="60064">
                  <c:v>0</c:v>
                </c:pt>
                <c:pt idx="60065">
                  <c:v>0</c:v>
                </c:pt>
                <c:pt idx="60066">
                  <c:v>0</c:v>
                </c:pt>
                <c:pt idx="60067">
                  <c:v>0</c:v>
                </c:pt>
                <c:pt idx="60068">
                  <c:v>0</c:v>
                </c:pt>
                <c:pt idx="60069">
                  <c:v>0</c:v>
                </c:pt>
                <c:pt idx="60070">
                  <c:v>0</c:v>
                </c:pt>
                <c:pt idx="60071">
                  <c:v>0</c:v>
                </c:pt>
                <c:pt idx="60072">
                  <c:v>0</c:v>
                </c:pt>
                <c:pt idx="60073">
                  <c:v>0</c:v>
                </c:pt>
                <c:pt idx="60074">
                  <c:v>0</c:v>
                </c:pt>
                <c:pt idx="60075">
                  <c:v>0</c:v>
                </c:pt>
                <c:pt idx="60076">
                  <c:v>0</c:v>
                </c:pt>
                <c:pt idx="60077">
                  <c:v>0</c:v>
                </c:pt>
                <c:pt idx="60078">
                  <c:v>0</c:v>
                </c:pt>
                <c:pt idx="60079">
                  <c:v>0</c:v>
                </c:pt>
                <c:pt idx="60080">
                  <c:v>0</c:v>
                </c:pt>
                <c:pt idx="60081">
                  <c:v>0</c:v>
                </c:pt>
                <c:pt idx="60082">
                  <c:v>0</c:v>
                </c:pt>
                <c:pt idx="60083">
                  <c:v>0</c:v>
                </c:pt>
                <c:pt idx="60084">
                  <c:v>0</c:v>
                </c:pt>
                <c:pt idx="60085">
                  <c:v>0</c:v>
                </c:pt>
                <c:pt idx="60086">
                  <c:v>0</c:v>
                </c:pt>
                <c:pt idx="60087">
                  <c:v>0</c:v>
                </c:pt>
                <c:pt idx="60088">
                  <c:v>0</c:v>
                </c:pt>
                <c:pt idx="60089">
                  <c:v>0</c:v>
                </c:pt>
                <c:pt idx="60090">
                  <c:v>0</c:v>
                </c:pt>
                <c:pt idx="60091">
                  <c:v>0</c:v>
                </c:pt>
                <c:pt idx="60092">
                  <c:v>0</c:v>
                </c:pt>
                <c:pt idx="60093">
                  <c:v>0</c:v>
                </c:pt>
                <c:pt idx="60094">
                  <c:v>0</c:v>
                </c:pt>
                <c:pt idx="60095">
                  <c:v>0</c:v>
                </c:pt>
                <c:pt idx="60096">
                  <c:v>0</c:v>
                </c:pt>
                <c:pt idx="60097">
                  <c:v>0</c:v>
                </c:pt>
                <c:pt idx="60098">
                  <c:v>0</c:v>
                </c:pt>
                <c:pt idx="60099">
                  <c:v>0</c:v>
                </c:pt>
                <c:pt idx="60100">
                  <c:v>0</c:v>
                </c:pt>
                <c:pt idx="60101">
                  <c:v>0</c:v>
                </c:pt>
                <c:pt idx="60102">
                  <c:v>0</c:v>
                </c:pt>
                <c:pt idx="60103">
                  <c:v>0</c:v>
                </c:pt>
                <c:pt idx="60104">
                  <c:v>0</c:v>
                </c:pt>
                <c:pt idx="60105">
                  <c:v>0</c:v>
                </c:pt>
                <c:pt idx="60106">
                  <c:v>0</c:v>
                </c:pt>
                <c:pt idx="60107">
                  <c:v>0</c:v>
                </c:pt>
                <c:pt idx="60108">
                  <c:v>0</c:v>
                </c:pt>
                <c:pt idx="60109">
                  <c:v>0</c:v>
                </c:pt>
                <c:pt idx="60110">
                  <c:v>0</c:v>
                </c:pt>
                <c:pt idx="60111">
                  <c:v>0</c:v>
                </c:pt>
                <c:pt idx="60112">
                  <c:v>0</c:v>
                </c:pt>
                <c:pt idx="60113">
                  <c:v>0</c:v>
                </c:pt>
                <c:pt idx="60114">
                  <c:v>0</c:v>
                </c:pt>
                <c:pt idx="60115">
                  <c:v>0</c:v>
                </c:pt>
                <c:pt idx="60116">
                  <c:v>0</c:v>
                </c:pt>
                <c:pt idx="60117">
                  <c:v>0</c:v>
                </c:pt>
                <c:pt idx="60118">
                  <c:v>0</c:v>
                </c:pt>
                <c:pt idx="60119">
                  <c:v>0</c:v>
                </c:pt>
                <c:pt idx="60120">
                  <c:v>0</c:v>
                </c:pt>
                <c:pt idx="60121">
                  <c:v>0</c:v>
                </c:pt>
                <c:pt idx="60122">
                  <c:v>0</c:v>
                </c:pt>
                <c:pt idx="60123">
                  <c:v>0</c:v>
                </c:pt>
                <c:pt idx="60124">
                  <c:v>0</c:v>
                </c:pt>
                <c:pt idx="60125">
                  <c:v>0</c:v>
                </c:pt>
                <c:pt idx="60126">
                  <c:v>0</c:v>
                </c:pt>
                <c:pt idx="60127">
                  <c:v>0</c:v>
                </c:pt>
                <c:pt idx="60128">
                  <c:v>0</c:v>
                </c:pt>
                <c:pt idx="60129">
                  <c:v>0</c:v>
                </c:pt>
                <c:pt idx="60130">
                  <c:v>0</c:v>
                </c:pt>
                <c:pt idx="60131">
                  <c:v>0</c:v>
                </c:pt>
                <c:pt idx="60132">
                  <c:v>0</c:v>
                </c:pt>
                <c:pt idx="60133">
                  <c:v>0</c:v>
                </c:pt>
                <c:pt idx="60134">
                  <c:v>0</c:v>
                </c:pt>
                <c:pt idx="60135">
                  <c:v>0</c:v>
                </c:pt>
                <c:pt idx="60136">
                  <c:v>0</c:v>
                </c:pt>
                <c:pt idx="60137">
                  <c:v>0</c:v>
                </c:pt>
                <c:pt idx="60138">
                  <c:v>0</c:v>
                </c:pt>
                <c:pt idx="60139">
                  <c:v>0</c:v>
                </c:pt>
                <c:pt idx="60140">
                  <c:v>0</c:v>
                </c:pt>
                <c:pt idx="60141">
                  <c:v>0</c:v>
                </c:pt>
                <c:pt idx="60142">
                  <c:v>0</c:v>
                </c:pt>
                <c:pt idx="60143">
                  <c:v>0</c:v>
                </c:pt>
                <c:pt idx="60144">
                  <c:v>0</c:v>
                </c:pt>
                <c:pt idx="60145">
                  <c:v>0</c:v>
                </c:pt>
                <c:pt idx="60146">
                  <c:v>0</c:v>
                </c:pt>
                <c:pt idx="60147">
                  <c:v>0</c:v>
                </c:pt>
                <c:pt idx="60148">
                  <c:v>0</c:v>
                </c:pt>
                <c:pt idx="60149">
                  <c:v>0</c:v>
                </c:pt>
                <c:pt idx="60150">
                  <c:v>0</c:v>
                </c:pt>
                <c:pt idx="60151">
                  <c:v>0</c:v>
                </c:pt>
                <c:pt idx="60152">
                  <c:v>0</c:v>
                </c:pt>
                <c:pt idx="60153">
                  <c:v>0</c:v>
                </c:pt>
                <c:pt idx="60154">
                  <c:v>0</c:v>
                </c:pt>
                <c:pt idx="60155">
                  <c:v>0</c:v>
                </c:pt>
                <c:pt idx="60156">
                  <c:v>0</c:v>
                </c:pt>
                <c:pt idx="60157">
                  <c:v>0</c:v>
                </c:pt>
                <c:pt idx="60158">
                  <c:v>0</c:v>
                </c:pt>
                <c:pt idx="60159">
                  <c:v>0</c:v>
                </c:pt>
                <c:pt idx="60160">
                  <c:v>0</c:v>
                </c:pt>
                <c:pt idx="60161">
                  <c:v>0</c:v>
                </c:pt>
                <c:pt idx="60162">
                  <c:v>0</c:v>
                </c:pt>
                <c:pt idx="60163">
                  <c:v>0</c:v>
                </c:pt>
                <c:pt idx="60164">
                  <c:v>0</c:v>
                </c:pt>
                <c:pt idx="60165">
                  <c:v>0</c:v>
                </c:pt>
                <c:pt idx="60166">
                  <c:v>0</c:v>
                </c:pt>
                <c:pt idx="60167">
                  <c:v>0</c:v>
                </c:pt>
                <c:pt idx="60168">
                  <c:v>0</c:v>
                </c:pt>
                <c:pt idx="60169">
                  <c:v>0</c:v>
                </c:pt>
                <c:pt idx="60170">
                  <c:v>0</c:v>
                </c:pt>
                <c:pt idx="60171">
                  <c:v>0</c:v>
                </c:pt>
                <c:pt idx="60172">
                  <c:v>0</c:v>
                </c:pt>
                <c:pt idx="60173">
                  <c:v>0</c:v>
                </c:pt>
                <c:pt idx="60174">
                  <c:v>0</c:v>
                </c:pt>
                <c:pt idx="60175">
                  <c:v>0</c:v>
                </c:pt>
                <c:pt idx="60176">
                  <c:v>0</c:v>
                </c:pt>
                <c:pt idx="60177">
                  <c:v>0</c:v>
                </c:pt>
                <c:pt idx="60178">
                  <c:v>0</c:v>
                </c:pt>
                <c:pt idx="60179">
                  <c:v>0</c:v>
                </c:pt>
                <c:pt idx="60180">
                  <c:v>0</c:v>
                </c:pt>
                <c:pt idx="60181">
                  <c:v>0</c:v>
                </c:pt>
                <c:pt idx="60182">
                  <c:v>0</c:v>
                </c:pt>
                <c:pt idx="60183">
                  <c:v>0</c:v>
                </c:pt>
                <c:pt idx="60184">
                  <c:v>0</c:v>
                </c:pt>
                <c:pt idx="60185">
                  <c:v>0</c:v>
                </c:pt>
                <c:pt idx="60186">
                  <c:v>0</c:v>
                </c:pt>
                <c:pt idx="60187">
                  <c:v>0</c:v>
                </c:pt>
                <c:pt idx="60188">
                  <c:v>0</c:v>
                </c:pt>
                <c:pt idx="60189">
                  <c:v>0</c:v>
                </c:pt>
                <c:pt idx="60190">
                  <c:v>0</c:v>
                </c:pt>
                <c:pt idx="60191">
                  <c:v>0</c:v>
                </c:pt>
                <c:pt idx="60192">
                  <c:v>0</c:v>
                </c:pt>
                <c:pt idx="60193">
                  <c:v>0</c:v>
                </c:pt>
                <c:pt idx="60194">
                  <c:v>0</c:v>
                </c:pt>
                <c:pt idx="60195">
                  <c:v>0</c:v>
                </c:pt>
                <c:pt idx="60196">
                  <c:v>0</c:v>
                </c:pt>
                <c:pt idx="60197">
                  <c:v>0</c:v>
                </c:pt>
                <c:pt idx="60198">
                  <c:v>0</c:v>
                </c:pt>
                <c:pt idx="60199">
                  <c:v>0</c:v>
                </c:pt>
                <c:pt idx="60200">
                  <c:v>0</c:v>
                </c:pt>
                <c:pt idx="60201">
                  <c:v>0</c:v>
                </c:pt>
                <c:pt idx="60202">
                  <c:v>0</c:v>
                </c:pt>
                <c:pt idx="60203">
                  <c:v>0</c:v>
                </c:pt>
                <c:pt idx="60204">
                  <c:v>0</c:v>
                </c:pt>
                <c:pt idx="60205">
                  <c:v>0</c:v>
                </c:pt>
                <c:pt idx="60206">
                  <c:v>0</c:v>
                </c:pt>
                <c:pt idx="60207">
                  <c:v>0</c:v>
                </c:pt>
                <c:pt idx="60208">
                  <c:v>0</c:v>
                </c:pt>
                <c:pt idx="60209">
                  <c:v>0</c:v>
                </c:pt>
                <c:pt idx="60210">
                  <c:v>0</c:v>
                </c:pt>
                <c:pt idx="60211">
                  <c:v>0</c:v>
                </c:pt>
                <c:pt idx="60212">
                  <c:v>0</c:v>
                </c:pt>
                <c:pt idx="60213">
                  <c:v>0</c:v>
                </c:pt>
                <c:pt idx="60214">
                  <c:v>0</c:v>
                </c:pt>
                <c:pt idx="60215">
                  <c:v>0</c:v>
                </c:pt>
                <c:pt idx="60216">
                  <c:v>0</c:v>
                </c:pt>
                <c:pt idx="60217">
                  <c:v>0</c:v>
                </c:pt>
                <c:pt idx="60218">
                  <c:v>0</c:v>
                </c:pt>
                <c:pt idx="60219">
                  <c:v>0</c:v>
                </c:pt>
                <c:pt idx="60220">
                  <c:v>0</c:v>
                </c:pt>
                <c:pt idx="60221">
                  <c:v>0</c:v>
                </c:pt>
                <c:pt idx="60222">
                  <c:v>0</c:v>
                </c:pt>
                <c:pt idx="60223">
                  <c:v>0</c:v>
                </c:pt>
                <c:pt idx="60224">
                  <c:v>0</c:v>
                </c:pt>
                <c:pt idx="60225">
                  <c:v>0</c:v>
                </c:pt>
                <c:pt idx="60226">
                  <c:v>0</c:v>
                </c:pt>
                <c:pt idx="60227">
                  <c:v>0</c:v>
                </c:pt>
                <c:pt idx="60228">
                  <c:v>0</c:v>
                </c:pt>
                <c:pt idx="60229">
                  <c:v>0</c:v>
                </c:pt>
                <c:pt idx="60230">
                  <c:v>0</c:v>
                </c:pt>
                <c:pt idx="60231">
                  <c:v>0</c:v>
                </c:pt>
                <c:pt idx="60232">
                  <c:v>0</c:v>
                </c:pt>
                <c:pt idx="60233">
                  <c:v>0</c:v>
                </c:pt>
                <c:pt idx="60234">
                  <c:v>0</c:v>
                </c:pt>
                <c:pt idx="60235">
                  <c:v>0</c:v>
                </c:pt>
                <c:pt idx="60236">
                  <c:v>0</c:v>
                </c:pt>
                <c:pt idx="60237">
                  <c:v>0</c:v>
                </c:pt>
                <c:pt idx="60238">
                  <c:v>0</c:v>
                </c:pt>
                <c:pt idx="60239">
                  <c:v>0</c:v>
                </c:pt>
                <c:pt idx="60240">
                  <c:v>0</c:v>
                </c:pt>
                <c:pt idx="60241">
                  <c:v>0</c:v>
                </c:pt>
                <c:pt idx="60242">
                  <c:v>0</c:v>
                </c:pt>
                <c:pt idx="60243">
                  <c:v>0</c:v>
                </c:pt>
                <c:pt idx="60244">
                  <c:v>0</c:v>
                </c:pt>
                <c:pt idx="60245">
                  <c:v>0</c:v>
                </c:pt>
                <c:pt idx="60246">
                  <c:v>0</c:v>
                </c:pt>
                <c:pt idx="60247">
                  <c:v>0</c:v>
                </c:pt>
                <c:pt idx="60248">
                  <c:v>0</c:v>
                </c:pt>
                <c:pt idx="60249">
                  <c:v>0</c:v>
                </c:pt>
                <c:pt idx="60250">
                  <c:v>0</c:v>
                </c:pt>
                <c:pt idx="60251">
                  <c:v>0</c:v>
                </c:pt>
                <c:pt idx="60252">
                  <c:v>0</c:v>
                </c:pt>
                <c:pt idx="60253">
                  <c:v>0</c:v>
                </c:pt>
                <c:pt idx="60254">
                  <c:v>0</c:v>
                </c:pt>
                <c:pt idx="60255">
                  <c:v>0</c:v>
                </c:pt>
                <c:pt idx="60256">
                  <c:v>0</c:v>
                </c:pt>
                <c:pt idx="60257">
                  <c:v>0</c:v>
                </c:pt>
                <c:pt idx="60258">
                  <c:v>0</c:v>
                </c:pt>
                <c:pt idx="60259">
                  <c:v>0</c:v>
                </c:pt>
                <c:pt idx="60260">
                  <c:v>0</c:v>
                </c:pt>
                <c:pt idx="60261">
                  <c:v>0</c:v>
                </c:pt>
                <c:pt idx="60262">
                  <c:v>0</c:v>
                </c:pt>
                <c:pt idx="60263">
                  <c:v>0</c:v>
                </c:pt>
                <c:pt idx="60264">
                  <c:v>0</c:v>
                </c:pt>
                <c:pt idx="60265">
                  <c:v>0</c:v>
                </c:pt>
                <c:pt idx="60266">
                  <c:v>0</c:v>
                </c:pt>
                <c:pt idx="60267">
                  <c:v>0</c:v>
                </c:pt>
                <c:pt idx="60268">
                  <c:v>0</c:v>
                </c:pt>
                <c:pt idx="60269">
                  <c:v>0</c:v>
                </c:pt>
                <c:pt idx="60270">
                  <c:v>0</c:v>
                </c:pt>
                <c:pt idx="60271">
                  <c:v>0</c:v>
                </c:pt>
                <c:pt idx="60272">
                  <c:v>0</c:v>
                </c:pt>
                <c:pt idx="60273">
                  <c:v>0</c:v>
                </c:pt>
                <c:pt idx="60274">
                  <c:v>0</c:v>
                </c:pt>
                <c:pt idx="60275">
                  <c:v>0</c:v>
                </c:pt>
                <c:pt idx="60276">
                  <c:v>0</c:v>
                </c:pt>
                <c:pt idx="60277">
                  <c:v>0</c:v>
                </c:pt>
                <c:pt idx="60278">
                  <c:v>0</c:v>
                </c:pt>
                <c:pt idx="60279">
                  <c:v>0</c:v>
                </c:pt>
                <c:pt idx="60280">
                  <c:v>0</c:v>
                </c:pt>
                <c:pt idx="60281">
                  <c:v>0</c:v>
                </c:pt>
                <c:pt idx="60282">
                  <c:v>0</c:v>
                </c:pt>
                <c:pt idx="60283">
                  <c:v>0</c:v>
                </c:pt>
                <c:pt idx="60284">
                  <c:v>0</c:v>
                </c:pt>
                <c:pt idx="60285">
                  <c:v>0</c:v>
                </c:pt>
                <c:pt idx="60286">
                  <c:v>0</c:v>
                </c:pt>
                <c:pt idx="60287">
                  <c:v>0</c:v>
                </c:pt>
                <c:pt idx="60288">
                  <c:v>0</c:v>
                </c:pt>
                <c:pt idx="60289">
                  <c:v>0</c:v>
                </c:pt>
                <c:pt idx="60290">
                  <c:v>0</c:v>
                </c:pt>
                <c:pt idx="60291">
                  <c:v>0</c:v>
                </c:pt>
                <c:pt idx="60292">
                  <c:v>0</c:v>
                </c:pt>
                <c:pt idx="60293">
                  <c:v>0</c:v>
                </c:pt>
                <c:pt idx="60294">
                  <c:v>0</c:v>
                </c:pt>
                <c:pt idx="60295">
                  <c:v>0</c:v>
                </c:pt>
                <c:pt idx="60296">
                  <c:v>0</c:v>
                </c:pt>
                <c:pt idx="60297">
                  <c:v>0</c:v>
                </c:pt>
                <c:pt idx="60298">
                  <c:v>0</c:v>
                </c:pt>
                <c:pt idx="60299">
                  <c:v>0</c:v>
                </c:pt>
                <c:pt idx="60300">
                  <c:v>0</c:v>
                </c:pt>
                <c:pt idx="60301">
                  <c:v>0</c:v>
                </c:pt>
                <c:pt idx="60302">
                  <c:v>0</c:v>
                </c:pt>
                <c:pt idx="60303">
                  <c:v>0</c:v>
                </c:pt>
                <c:pt idx="60304">
                  <c:v>0</c:v>
                </c:pt>
                <c:pt idx="60305">
                  <c:v>0</c:v>
                </c:pt>
                <c:pt idx="60306">
                  <c:v>0</c:v>
                </c:pt>
                <c:pt idx="60307">
                  <c:v>0</c:v>
                </c:pt>
                <c:pt idx="60308">
                  <c:v>0</c:v>
                </c:pt>
                <c:pt idx="60309">
                  <c:v>0</c:v>
                </c:pt>
                <c:pt idx="60310">
                  <c:v>0</c:v>
                </c:pt>
                <c:pt idx="60311">
                  <c:v>0</c:v>
                </c:pt>
                <c:pt idx="60312">
                  <c:v>0</c:v>
                </c:pt>
                <c:pt idx="60313">
                  <c:v>0</c:v>
                </c:pt>
                <c:pt idx="60314">
                  <c:v>0</c:v>
                </c:pt>
                <c:pt idx="60315">
                  <c:v>0</c:v>
                </c:pt>
                <c:pt idx="60316">
                  <c:v>0</c:v>
                </c:pt>
                <c:pt idx="60317">
                  <c:v>0</c:v>
                </c:pt>
                <c:pt idx="60318">
                  <c:v>0</c:v>
                </c:pt>
                <c:pt idx="60319">
                  <c:v>0</c:v>
                </c:pt>
                <c:pt idx="60320">
                  <c:v>0</c:v>
                </c:pt>
                <c:pt idx="60321">
                  <c:v>0</c:v>
                </c:pt>
                <c:pt idx="60322">
                  <c:v>0</c:v>
                </c:pt>
                <c:pt idx="60323">
                  <c:v>0</c:v>
                </c:pt>
                <c:pt idx="60324">
                  <c:v>0</c:v>
                </c:pt>
                <c:pt idx="60325">
                  <c:v>0</c:v>
                </c:pt>
                <c:pt idx="60326">
                  <c:v>0</c:v>
                </c:pt>
                <c:pt idx="60327">
                  <c:v>0</c:v>
                </c:pt>
                <c:pt idx="60328">
                  <c:v>0</c:v>
                </c:pt>
                <c:pt idx="60329">
                  <c:v>0</c:v>
                </c:pt>
                <c:pt idx="60330">
                  <c:v>0</c:v>
                </c:pt>
                <c:pt idx="60331">
                  <c:v>0</c:v>
                </c:pt>
                <c:pt idx="60332">
                  <c:v>0</c:v>
                </c:pt>
                <c:pt idx="60333">
                  <c:v>0</c:v>
                </c:pt>
                <c:pt idx="60334">
                  <c:v>0</c:v>
                </c:pt>
                <c:pt idx="60335">
                  <c:v>0</c:v>
                </c:pt>
                <c:pt idx="60336">
                  <c:v>0</c:v>
                </c:pt>
                <c:pt idx="60337">
                  <c:v>0</c:v>
                </c:pt>
                <c:pt idx="60338">
                  <c:v>0</c:v>
                </c:pt>
                <c:pt idx="60339">
                  <c:v>0</c:v>
                </c:pt>
                <c:pt idx="60340">
                  <c:v>0</c:v>
                </c:pt>
                <c:pt idx="60341">
                  <c:v>0</c:v>
                </c:pt>
                <c:pt idx="60342">
                  <c:v>0</c:v>
                </c:pt>
                <c:pt idx="60343">
                  <c:v>0</c:v>
                </c:pt>
                <c:pt idx="60344">
                  <c:v>0</c:v>
                </c:pt>
                <c:pt idx="60345">
                  <c:v>0</c:v>
                </c:pt>
                <c:pt idx="60346">
                  <c:v>0</c:v>
                </c:pt>
                <c:pt idx="60347">
                  <c:v>0</c:v>
                </c:pt>
                <c:pt idx="60348">
                  <c:v>0</c:v>
                </c:pt>
                <c:pt idx="60349">
                  <c:v>0</c:v>
                </c:pt>
                <c:pt idx="60350">
                  <c:v>0</c:v>
                </c:pt>
                <c:pt idx="60351">
                  <c:v>0</c:v>
                </c:pt>
                <c:pt idx="60352">
                  <c:v>0</c:v>
                </c:pt>
                <c:pt idx="60353">
                  <c:v>0</c:v>
                </c:pt>
                <c:pt idx="60354">
                  <c:v>0</c:v>
                </c:pt>
                <c:pt idx="60355">
                  <c:v>0</c:v>
                </c:pt>
                <c:pt idx="60356">
                  <c:v>0</c:v>
                </c:pt>
                <c:pt idx="60357">
                  <c:v>0</c:v>
                </c:pt>
                <c:pt idx="60358">
                  <c:v>0</c:v>
                </c:pt>
                <c:pt idx="60359">
                  <c:v>0</c:v>
                </c:pt>
                <c:pt idx="60360">
                  <c:v>0</c:v>
                </c:pt>
                <c:pt idx="60361">
                  <c:v>0</c:v>
                </c:pt>
                <c:pt idx="60362">
                  <c:v>0</c:v>
                </c:pt>
                <c:pt idx="60363">
                  <c:v>0</c:v>
                </c:pt>
                <c:pt idx="60364">
                  <c:v>0</c:v>
                </c:pt>
                <c:pt idx="60365">
                  <c:v>0</c:v>
                </c:pt>
                <c:pt idx="60366">
                  <c:v>0</c:v>
                </c:pt>
                <c:pt idx="60367">
                  <c:v>0</c:v>
                </c:pt>
                <c:pt idx="60368">
                  <c:v>0</c:v>
                </c:pt>
                <c:pt idx="60369">
                  <c:v>0</c:v>
                </c:pt>
                <c:pt idx="60370">
                  <c:v>0</c:v>
                </c:pt>
                <c:pt idx="60371">
                  <c:v>0</c:v>
                </c:pt>
                <c:pt idx="60372">
                  <c:v>0</c:v>
                </c:pt>
                <c:pt idx="60373">
                  <c:v>0</c:v>
                </c:pt>
                <c:pt idx="60374">
                  <c:v>0</c:v>
                </c:pt>
                <c:pt idx="60375">
                  <c:v>0</c:v>
                </c:pt>
                <c:pt idx="60376">
                  <c:v>0</c:v>
                </c:pt>
                <c:pt idx="60377">
                  <c:v>0</c:v>
                </c:pt>
                <c:pt idx="60378">
                  <c:v>0</c:v>
                </c:pt>
                <c:pt idx="60379">
                  <c:v>0</c:v>
                </c:pt>
                <c:pt idx="60380">
                  <c:v>0</c:v>
                </c:pt>
                <c:pt idx="60381">
                  <c:v>0</c:v>
                </c:pt>
                <c:pt idx="60382">
                  <c:v>0</c:v>
                </c:pt>
                <c:pt idx="60383">
                  <c:v>0</c:v>
                </c:pt>
                <c:pt idx="60384">
                  <c:v>0</c:v>
                </c:pt>
                <c:pt idx="60385">
                  <c:v>0</c:v>
                </c:pt>
                <c:pt idx="60386">
                  <c:v>0</c:v>
                </c:pt>
                <c:pt idx="60387">
                  <c:v>0</c:v>
                </c:pt>
                <c:pt idx="60388">
                  <c:v>0</c:v>
                </c:pt>
                <c:pt idx="60389">
                  <c:v>0</c:v>
                </c:pt>
                <c:pt idx="60390">
                  <c:v>0</c:v>
                </c:pt>
                <c:pt idx="60391">
                  <c:v>0</c:v>
                </c:pt>
                <c:pt idx="60392">
                  <c:v>0</c:v>
                </c:pt>
                <c:pt idx="60393">
                  <c:v>0</c:v>
                </c:pt>
                <c:pt idx="60394">
                  <c:v>0</c:v>
                </c:pt>
                <c:pt idx="60395">
                  <c:v>0</c:v>
                </c:pt>
                <c:pt idx="60396">
                  <c:v>0</c:v>
                </c:pt>
                <c:pt idx="60397">
                  <c:v>0</c:v>
                </c:pt>
                <c:pt idx="60398">
                  <c:v>0</c:v>
                </c:pt>
                <c:pt idx="60399">
                  <c:v>0</c:v>
                </c:pt>
                <c:pt idx="60400">
                  <c:v>0</c:v>
                </c:pt>
                <c:pt idx="60401">
                  <c:v>0</c:v>
                </c:pt>
                <c:pt idx="60402">
                  <c:v>0</c:v>
                </c:pt>
                <c:pt idx="60403">
                  <c:v>0</c:v>
                </c:pt>
                <c:pt idx="60404">
                  <c:v>0</c:v>
                </c:pt>
                <c:pt idx="60405">
                  <c:v>0</c:v>
                </c:pt>
                <c:pt idx="60406">
                  <c:v>0</c:v>
                </c:pt>
                <c:pt idx="60407">
                  <c:v>0</c:v>
                </c:pt>
                <c:pt idx="60408">
                  <c:v>0</c:v>
                </c:pt>
                <c:pt idx="60409">
                  <c:v>0</c:v>
                </c:pt>
                <c:pt idx="60410">
                  <c:v>0</c:v>
                </c:pt>
                <c:pt idx="60411">
                  <c:v>0</c:v>
                </c:pt>
                <c:pt idx="60412">
                  <c:v>0</c:v>
                </c:pt>
                <c:pt idx="60413">
                  <c:v>0</c:v>
                </c:pt>
                <c:pt idx="60414">
                  <c:v>0</c:v>
                </c:pt>
                <c:pt idx="60415">
                  <c:v>0</c:v>
                </c:pt>
                <c:pt idx="60416">
                  <c:v>0</c:v>
                </c:pt>
                <c:pt idx="60417">
                  <c:v>0</c:v>
                </c:pt>
                <c:pt idx="60418">
                  <c:v>0</c:v>
                </c:pt>
                <c:pt idx="60419">
                  <c:v>0</c:v>
                </c:pt>
                <c:pt idx="60420">
                  <c:v>0</c:v>
                </c:pt>
                <c:pt idx="60421">
                  <c:v>0</c:v>
                </c:pt>
                <c:pt idx="60422">
                  <c:v>0</c:v>
                </c:pt>
                <c:pt idx="60423">
                  <c:v>0</c:v>
                </c:pt>
                <c:pt idx="60424">
                  <c:v>0</c:v>
                </c:pt>
                <c:pt idx="60425">
                  <c:v>0</c:v>
                </c:pt>
                <c:pt idx="60426">
                  <c:v>0</c:v>
                </c:pt>
                <c:pt idx="60427">
                  <c:v>0</c:v>
                </c:pt>
                <c:pt idx="60428">
                  <c:v>0</c:v>
                </c:pt>
                <c:pt idx="60429">
                  <c:v>0</c:v>
                </c:pt>
                <c:pt idx="60430">
                  <c:v>0</c:v>
                </c:pt>
                <c:pt idx="60431">
                  <c:v>0</c:v>
                </c:pt>
                <c:pt idx="60432">
                  <c:v>0</c:v>
                </c:pt>
                <c:pt idx="60433">
                  <c:v>0</c:v>
                </c:pt>
                <c:pt idx="60434">
                  <c:v>0</c:v>
                </c:pt>
                <c:pt idx="60435">
                  <c:v>0</c:v>
                </c:pt>
                <c:pt idx="60436">
                  <c:v>0</c:v>
                </c:pt>
                <c:pt idx="60437">
                  <c:v>0</c:v>
                </c:pt>
                <c:pt idx="60438">
                  <c:v>0</c:v>
                </c:pt>
                <c:pt idx="60439">
                  <c:v>0</c:v>
                </c:pt>
                <c:pt idx="60440">
                  <c:v>0</c:v>
                </c:pt>
                <c:pt idx="60441">
                  <c:v>0</c:v>
                </c:pt>
                <c:pt idx="60442">
                  <c:v>0</c:v>
                </c:pt>
                <c:pt idx="60443">
                  <c:v>0</c:v>
                </c:pt>
                <c:pt idx="60444">
                  <c:v>0</c:v>
                </c:pt>
                <c:pt idx="60445">
                  <c:v>0</c:v>
                </c:pt>
                <c:pt idx="60446">
                  <c:v>0</c:v>
                </c:pt>
                <c:pt idx="60447">
                  <c:v>0</c:v>
                </c:pt>
                <c:pt idx="60448">
                  <c:v>0</c:v>
                </c:pt>
                <c:pt idx="60449">
                  <c:v>0</c:v>
                </c:pt>
                <c:pt idx="60450">
                  <c:v>0</c:v>
                </c:pt>
                <c:pt idx="60451">
                  <c:v>0</c:v>
                </c:pt>
                <c:pt idx="60452">
                  <c:v>0</c:v>
                </c:pt>
                <c:pt idx="60453">
                  <c:v>0</c:v>
                </c:pt>
                <c:pt idx="60454">
                  <c:v>0</c:v>
                </c:pt>
                <c:pt idx="60455">
                  <c:v>0</c:v>
                </c:pt>
                <c:pt idx="60456">
                  <c:v>0</c:v>
                </c:pt>
                <c:pt idx="60457">
                  <c:v>0</c:v>
                </c:pt>
                <c:pt idx="60458">
                  <c:v>0</c:v>
                </c:pt>
                <c:pt idx="60459">
                  <c:v>0</c:v>
                </c:pt>
                <c:pt idx="60460">
                  <c:v>0</c:v>
                </c:pt>
                <c:pt idx="60461">
                  <c:v>0</c:v>
                </c:pt>
                <c:pt idx="60462">
                  <c:v>0</c:v>
                </c:pt>
                <c:pt idx="60463">
                  <c:v>0</c:v>
                </c:pt>
                <c:pt idx="60464">
                  <c:v>0</c:v>
                </c:pt>
                <c:pt idx="60465">
                  <c:v>0</c:v>
                </c:pt>
                <c:pt idx="60466">
                  <c:v>0</c:v>
                </c:pt>
                <c:pt idx="60467">
                  <c:v>0</c:v>
                </c:pt>
                <c:pt idx="60468">
                  <c:v>0</c:v>
                </c:pt>
                <c:pt idx="60469">
                  <c:v>0</c:v>
                </c:pt>
                <c:pt idx="60470">
                  <c:v>0</c:v>
                </c:pt>
                <c:pt idx="60471">
                  <c:v>0</c:v>
                </c:pt>
                <c:pt idx="60472">
                  <c:v>0</c:v>
                </c:pt>
                <c:pt idx="60473">
                  <c:v>0</c:v>
                </c:pt>
                <c:pt idx="60474">
                  <c:v>0</c:v>
                </c:pt>
                <c:pt idx="60475">
                  <c:v>0</c:v>
                </c:pt>
                <c:pt idx="60476">
                  <c:v>0</c:v>
                </c:pt>
                <c:pt idx="60477">
                  <c:v>0</c:v>
                </c:pt>
                <c:pt idx="60478">
                  <c:v>0</c:v>
                </c:pt>
                <c:pt idx="60479">
                  <c:v>0</c:v>
                </c:pt>
                <c:pt idx="60480">
                  <c:v>0</c:v>
                </c:pt>
                <c:pt idx="60481">
                  <c:v>0</c:v>
                </c:pt>
                <c:pt idx="60482">
                  <c:v>0</c:v>
                </c:pt>
                <c:pt idx="60483">
                  <c:v>0</c:v>
                </c:pt>
                <c:pt idx="60484">
                  <c:v>0</c:v>
                </c:pt>
                <c:pt idx="60485">
                  <c:v>0</c:v>
                </c:pt>
                <c:pt idx="60486">
                  <c:v>0</c:v>
                </c:pt>
                <c:pt idx="60487">
                  <c:v>0</c:v>
                </c:pt>
                <c:pt idx="60488">
                  <c:v>0</c:v>
                </c:pt>
                <c:pt idx="60489">
                  <c:v>0</c:v>
                </c:pt>
                <c:pt idx="60490">
                  <c:v>0</c:v>
                </c:pt>
                <c:pt idx="60491">
                  <c:v>0</c:v>
                </c:pt>
                <c:pt idx="60492">
                  <c:v>0</c:v>
                </c:pt>
                <c:pt idx="60493">
                  <c:v>0</c:v>
                </c:pt>
                <c:pt idx="60494">
                  <c:v>0</c:v>
                </c:pt>
                <c:pt idx="60495">
                  <c:v>0</c:v>
                </c:pt>
                <c:pt idx="60496">
                  <c:v>0</c:v>
                </c:pt>
                <c:pt idx="60497">
                  <c:v>0</c:v>
                </c:pt>
                <c:pt idx="60498">
                  <c:v>0</c:v>
                </c:pt>
                <c:pt idx="60499">
                  <c:v>0</c:v>
                </c:pt>
                <c:pt idx="60500">
                  <c:v>0</c:v>
                </c:pt>
                <c:pt idx="60501">
                  <c:v>0</c:v>
                </c:pt>
                <c:pt idx="60502">
                  <c:v>0</c:v>
                </c:pt>
                <c:pt idx="60503">
                  <c:v>0</c:v>
                </c:pt>
                <c:pt idx="60504">
                  <c:v>0</c:v>
                </c:pt>
                <c:pt idx="60505">
                  <c:v>0</c:v>
                </c:pt>
                <c:pt idx="60506">
                  <c:v>0</c:v>
                </c:pt>
                <c:pt idx="60507">
                  <c:v>0</c:v>
                </c:pt>
                <c:pt idx="60508">
                  <c:v>0</c:v>
                </c:pt>
                <c:pt idx="60509">
                  <c:v>0</c:v>
                </c:pt>
                <c:pt idx="60510">
                  <c:v>0</c:v>
                </c:pt>
                <c:pt idx="60511">
                  <c:v>0</c:v>
                </c:pt>
                <c:pt idx="60512">
                  <c:v>0</c:v>
                </c:pt>
                <c:pt idx="60513">
                  <c:v>0</c:v>
                </c:pt>
                <c:pt idx="60514">
                  <c:v>0</c:v>
                </c:pt>
                <c:pt idx="60515">
                  <c:v>0</c:v>
                </c:pt>
                <c:pt idx="60516">
                  <c:v>0</c:v>
                </c:pt>
                <c:pt idx="60517">
                  <c:v>0</c:v>
                </c:pt>
                <c:pt idx="60518">
                  <c:v>0</c:v>
                </c:pt>
                <c:pt idx="60519">
                  <c:v>0</c:v>
                </c:pt>
                <c:pt idx="60520">
                  <c:v>0</c:v>
                </c:pt>
                <c:pt idx="60521">
                  <c:v>0</c:v>
                </c:pt>
                <c:pt idx="60522">
                  <c:v>0</c:v>
                </c:pt>
                <c:pt idx="60523">
                  <c:v>0</c:v>
                </c:pt>
                <c:pt idx="60524">
                  <c:v>0</c:v>
                </c:pt>
                <c:pt idx="60525">
                  <c:v>0</c:v>
                </c:pt>
                <c:pt idx="60526">
                  <c:v>0</c:v>
                </c:pt>
                <c:pt idx="60527">
                  <c:v>0</c:v>
                </c:pt>
                <c:pt idx="60528">
                  <c:v>0</c:v>
                </c:pt>
                <c:pt idx="60529">
                  <c:v>0</c:v>
                </c:pt>
                <c:pt idx="60530">
                  <c:v>0</c:v>
                </c:pt>
                <c:pt idx="60531">
                  <c:v>0</c:v>
                </c:pt>
                <c:pt idx="60532">
                  <c:v>0</c:v>
                </c:pt>
                <c:pt idx="60533">
                  <c:v>0</c:v>
                </c:pt>
                <c:pt idx="60534">
                  <c:v>0</c:v>
                </c:pt>
                <c:pt idx="60535">
                  <c:v>0</c:v>
                </c:pt>
                <c:pt idx="60536">
                  <c:v>0</c:v>
                </c:pt>
                <c:pt idx="60537">
                  <c:v>0</c:v>
                </c:pt>
                <c:pt idx="60538">
                  <c:v>0</c:v>
                </c:pt>
                <c:pt idx="60539">
                  <c:v>0</c:v>
                </c:pt>
                <c:pt idx="60540">
                  <c:v>0</c:v>
                </c:pt>
                <c:pt idx="60541">
                  <c:v>0</c:v>
                </c:pt>
                <c:pt idx="60542">
                  <c:v>0</c:v>
                </c:pt>
                <c:pt idx="60543">
                  <c:v>0</c:v>
                </c:pt>
                <c:pt idx="60544">
                  <c:v>0</c:v>
                </c:pt>
                <c:pt idx="60545">
                  <c:v>0</c:v>
                </c:pt>
                <c:pt idx="60546">
                  <c:v>0</c:v>
                </c:pt>
                <c:pt idx="60547">
                  <c:v>0</c:v>
                </c:pt>
                <c:pt idx="60548">
                  <c:v>0</c:v>
                </c:pt>
                <c:pt idx="60549">
                  <c:v>0</c:v>
                </c:pt>
                <c:pt idx="60550">
                  <c:v>0</c:v>
                </c:pt>
                <c:pt idx="60551">
                  <c:v>0</c:v>
                </c:pt>
                <c:pt idx="60552">
                  <c:v>0</c:v>
                </c:pt>
                <c:pt idx="60553">
                  <c:v>0</c:v>
                </c:pt>
                <c:pt idx="60554">
                  <c:v>0</c:v>
                </c:pt>
                <c:pt idx="60555">
                  <c:v>0</c:v>
                </c:pt>
                <c:pt idx="60556">
                  <c:v>0</c:v>
                </c:pt>
                <c:pt idx="60557">
                  <c:v>0</c:v>
                </c:pt>
                <c:pt idx="60558">
                  <c:v>0</c:v>
                </c:pt>
                <c:pt idx="60559">
                  <c:v>0</c:v>
                </c:pt>
                <c:pt idx="60560">
                  <c:v>0</c:v>
                </c:pt>
                <c:pt idx="60561">
                  <c:v>0</c:v>
                </c:pt>
                <c:pt idx="60562">
                  <c:v>0</c:v>
                </c:pt>
                <c:pt idx="60563">
                  <c:v>0</c:v>
                </c:pt>
                <c:pt idx="60564">
                  <c:v>0</c:v>
                </c:pt>
                <c:pt idx="60565">
                  <c:v>0</c:v>
                </c:pt>
                <c:pt idx="60566">
                  <c:v>0</c:v>
                </c:pt>
                <c:pt idx="60567">
                  <c:v>0</c:v>
                </c:pt>
                <c:pt idx="60568">
                  <c:v>0</c:v>
                </c:pt>
                <c:pt idx="60569">
                  <c:v>0</c:v>
                </c:pt>
                <c:pt idx="60570">
                  <c:v>0</c:v>
                </c:pt>
                <c:pt idx="60571">
                  <c:v>0</c:v>
                </c:pt>
                <c:pt idx="60572">
                  <c:v>0</c:v>
                </c:pt>
                <c:pt idx="60573">
                  <c:v>0</c:v>
                </c:pt>
                <c:pt idx="60574">
                  <c:v>0</c:v>
                </c:pt>
                <c:pt idx="60575">
                  <c:v>0</c:v>
                </c:pt>
                <c:pt idx="60576">
                  <c:v>0</c:v>
                </c:pt>
                <c:pt idx="60577">
                  <c:v>0</c:v>
                </c:pt>
                <c:pt idx="60578">
                  <c:v>0</c:v>
                </c:pt>
                <c:pt idx="60579">
                  <c:v>0</c:v>
                </c:pt>
                <c:pt idx="60580">
                  <c:v>0</c:v>
                </c:pt>
                <c:pt idx="60581">
                  <c:v>0</c:v>
                </c:pt>
                <c:pt idx="60582">
                  <c:v>0</c:v>
                </c:pt>
                <c:pt idx="60583">
                  <c:v>0</c:v>
                </c:pt>
                <c:pt idx="60584">
                  <c:v>0</c:v>
                </c:pt>
                <c:pt idx="60585">
                  <c:v>0</c:v>
                </c:pt>
                <c:pt idx="60586">
                  <c:v>0</c:v>
                </c:pt>
                <c:pt idx="60587">
                  <c:v>0</c:v>
                </c:pt>
                <c:pt idx="60588">
                  <c:v>0</c:v>
                </c:pt>
                <c:pt idx="60589">
                  <c:v>0</c:v>
                </c:pt>
                <c:pt idx="60590">
                  <c:v>0</c:v>
                </c:pt>
                <c:pt idx="60591">
                  <c:v>0</c:v>
                </c:pt>
                <c:pt idx="60592">
                  <c:v>0</c:v>
                </c:pt>
                <c:pt idx="60593">
                  <c:v>0</c:v>
                </c:pt>
                <c:pt idx="60594">
                  <c:v>0</c:v>
                </c:pt>
                <c:pt idx="60595">
                  <c:v>0</c:v>
                </c:pt>
                <c:pt idx="60596">
                  <c:v>0</c:v>
                </c:pt>
                <c:pt idx="60597">
                  <c:v>0</c:v>
                </c:pt>
                <c:pt idx="60598">
                  <c:v>0</c:v>
                </c:pt>
                <c:pt idx="60599">
                  <c:v>0</c:v>
                </c:pt>
                <c:pt idx="60600">
                  <c:v>0</c:v>
                </c:pt>
                <c:pt idx="60601">
                  <c:v>0</c:v>
                </c:pt>
                <c:pt idx="60602">
                  <c:v>0</c:v>
                </c:pt>
                <c:pt idx="60603">
                  <c:v>0</c:v>
                </c:pt>
                <c:pt idx="60604">
                  <c:v>0</c:v>
                </c:pt>
                <c:pt idx="60605">
                  <c:v>0</c:v>
                </c:pt>
                <c:pt idx="60606">
                  <c:v>0</c:v>
                </c:pt>
                <c:pt idx="60607">
                  <c:v>0</c:v>
                </c:pt>
                <c:pt idx="60608">
                  <c:v>0</c:v>
                </c:pt>
                <c:pt idx="60609">
                  <c:v>0</c:v>
                </c:pt>
                <c:pt idx="60610">
                  <c:v>0</c:v>
                </c:pt>
                <c:pt idx="60611">
                  <c:v>0</c:v>
                </c:pt>
                <c:pt idx="60612">
                  <c:v>0</c:v>
                </c:pt>
                <c:pt idx="60613">
                  <c:v>0</c:v>
                </c:pt>
                <c:pt idx="60614">
                  <c:v>0</c:v>
                </c:pt>
                <c:pt idx="60615">
                  <c:v>0</c:v>
                </c:pt>
                <c:pt idx="60616">
                  <c:v>0</c:v>
                </c:pt>
                <c:pt idx="60617">
                  <c:v>0</c:v>
                </c:pt>
                <c:pt idx="60618">
                  <c:v>0</c:v>
                </c:pt>
                <c:pt idx="60619">
                  <c:v>0</c:v>
                </c:pt>
                <c:pt idx="60620">
                  <c:v>0</c:v>
                </c:pt>
                <c:pt idx="60621">
                  <c:v>0</c:v>
                </c:pt>
                <c:pt idx="60622">
                  <c:v>0</c:v>
                </c:pt>
                <c:pt idx="60623">
                  <c:v>0</c:v>
                </c:pt>
                <c:pt idx="60624">
                  <c:v>0</c:v>
                </c:pt>
                <c:pt idx="60625">
                  <c:v>0</c:v>
                </c:pt>
                <c:pt idx="60626">
                  <c:v>0</c:v>
                </c:pt>
                <c:pt idx="60627">
                  <c:v>0</c:v>
                </c:pt>
                <c:pt idx="60628">
                  <c:v>0</c:v>
                </c:pt>
                <c:pt idx="60629">
                  <c:v>0</c:v>
                </c:pt>
                <c:pt idx="60630">
                  <c:v>0</c:v>
                </c:pt>
                <c:pt idx="60631">
                  <c:v>0</c:v>
                </c:pt>
                <c:pt idx="60632">
                  <c:v>0</c:v>
                </c:pt>
                <c:pt idx="60633">
                  <c:v>0</c:v>
                </c:pt>
                <c:pt idx="60634">
                  <c:v>0</c:v>
                </c:pt>
                <c:pt idx="60635">
                  <c:v>0</c:v>
                </c:pt>
                <c:pt idx="60636">
                  <c:v>0</c:v>
                </c:pt>
                <c:pt idx="60637">
                  <c:v>0</c:v>
                </c:pt>
                <c:pt idx="60638">
                  <c:v>0</c:v>
                </c:pt>
                <c:pt idx="60639">
                  <c:v>0</c:v>
                </c:pt>
                <c:pt idx="60640">
                  <c:v>0</c:v>
                </c:pt>
                <c:pt idx="60641">
                  <c:v>0</c:v>
                </c:pt>
                <c:pt idx="60642">
                  <c:v>0</c:v>
                </c:pt>
                <c:pt idx="60643">
                  <c:v>0</c:v>
                </c:pt>
                <c:pt idx="60644">
                  <c:v>0</c:v>
                </c:pt>
                <c:pt idx="60645">
                  <c:v>0</c:v>
                </c:pt>
                <c:pt idx="60646">
                  <c:v>0</c:v>
                </c:pt>
                <c:pt idx="60647">
                  <c:v>0</c:v>
                </c:pt>
                <c:pt idx="60648">
                  <c:v>0</c:v>
                </c:pt>
                <c:pt idx="60649">
                  <c:v>0</c:v>
                </c:pt>
                <c:pt idx="60650">
                  <c:v>0</c:v>
                </c:pt>
                <c:pt idx="60651">
                  <c:v>0</c:v>
                </c:pt>
                <c:pt idx="60652">
                  <c:v>0</c:v>
                </c:pt>
                <c:pt idx="60653">
                  <c:v>0</c:v>
                </c:pt>
                <c:pt idx="60654">
                  <c:v>0</c:v>
                </c:pt>
                <c:pt idx="60655">
                  <c:v>0</c:v>
                </c:pt>
                <c:pt idx="60656">
                  <c:v>0</c:v>
                </c:pt>
                <c:pt idx="60657">
                  <c:v>0</c:v>
                </c:pt>
                <c:pt idx="60658">
                  <c:v>0</c:v>
                </c:pt>
                <c:pt idx="60659">
                  <c:v>0</c:v>
                </c:pt>
                <c:pt idx="60660">
                  <c:v>0</c:v>
                </c:pt>
                <c:pt idx="60661">
                  <c:v>0</c:v>
                </c:pt>
                <c:pt idx="60662">
                  <c:v>0</c:v>
                </c:pt>
                <c:pt idx="60663">
                  <c:v>0</c:v>
                </c:pt>
                <c:pt idx="60664">
                  <c:v>0</c:v>
                </c:pt>
                <c:pt idx="60665">
                  <c:v>0</c:v>
                </c:pt>
                <c:pt idx="60666">
                  <c:v>0</c:v>
                </c:pt>
                <c:pt idx="60667">
                  <c:v>0</c:v>
                </c:pt>
                <c:pt idx="60668">
                  <c:v>0</c:v>
                </c:pt>
                <c:pt idx="60669">
                  <c:v>0</c:v>
                </c:pt>
                <c:pt idx="60670">
                  <c:v>0</c:v>
                </c:pt>
                <c:pt idx="60671">
                  <c:v>0</c:v>
                </c:pt>
                <c:pt idx="60672">
                  <c:v>0</c:v>
                </c:pt>
                <c:pt idx="60673">
                  <c:v>0</c:v>
                </c:pt>
                <c:pt idx="60674">
                  <c:v>0</c:v>
                </c:pt>
                <c:pt idx="60675">
                  <c:v>0</c:v>
                </c:pt>
                <c:pt idx="60676">
                  <c:v>0</c:v>
                </c:pt>
                <c:pt idx="60677">
                  <c:v>0</c:v>
                </c:pt>
                <c:pt idx="60678">
                  <c:v>0</c:v>
                </c:pt>
                <c:pt idx="60679">
                  <c:v>0</c:v>
                </c:pt>
                <c:pt idx="60680">
                  <c:v>0</c:v>
                </c:pt>
                <c:pt idx="60681">
                  <c:v>0</c:v>
                </c:pt>
                <c:pt idx="60682">
                  <c:v>0</c:v>
                </c:pt>
                <c:pt idx="60683">
                  <c:v>0</c:v>
                </c:pt>
                <c:pt idx="60684">
                  <c:v>0</c:v>
                </c:pt>
                <c:pt idx="60685">
                  <c:v>0</c:v>
                </c:pt>
                <c:pt idx="60686">
                  <c:v>0</c:v>
                </c:pt>
                <c:pt idx="60687">
                  <c:v>0</c:v>
                </c:pt>
                <c:pt idx="60688">
                  <c:v>0</c:v>
                </c:pt>
                <c:pt idx="60689">
                  <c:v>0</c:v>
                </c:pt>
                <c:pt idx="60690">
                  <c:v>0</c:v>
                </c:pt>
                <c:pt idx="60691">
                  <c:v>0</c:v>
                </c:pt>
                <c:pt idx="60692">
                  <c:v>0</c:v>
                </c:pt>
                <c:pt idx="60693">
                  <c:v>0</c:v>
                </c:pt>
                <c:pt idx="60694">
                  <c:v>0</c:v>
                </c:pt>
                <c:pt idx="60695">
                  <c:v>0</c:v>
                </c:pt>
                <c:pt idx="60696">
                  <c:v>0</c:v>
                </c:pt>
                <c:pt idx="60697">
                  <c:v>0</c:v>
                </c:pt>
                <c:pt idx="60698">
                  <c:v>0</c:v>
                </c:pt>
                <c:pt idx="60699">
                  <c:v>0</c:v>
                </c:pt>
                <c:pt idx="60700">
                  <c:v>0</c:v>
                </c:pt>
                <c:pt idx="60701">
                  <c:v>0</c:v>
                </c:pt>
                <c:pt idx="60702">
                  <c:v>0</c:v>
                </c:pt>
                <c:pt idx="60703">
                  <c:v>0</c:v>
                </c:pt>
                <c:pt idx="60704">
                  <c:v>0</c:v>
                </c:pt>
                <c:pt idx="60705">
                  <c:v>0</c:v>
                </c:pt>
                <c:pt idx="60706">
                  <c:v>0</c:v>
                </c:pt>
                <c:pt idx="60707">
                  <c:v>0</c:v>
                </c:pt>
                <c:pt idx="60708">
                  <c:v>0</c:v>
                </c:pt>
                <c:pt idx="60709">
                  <c:v>0</c:v>
                </c:pt>
                <c:pt idx="60710">
                  <c:v>0</c:v>
                </c:pt>
                <c:pt idx="60711">
                  <c:v>0</c:v>
                </c:pt>
                <c:pt idx="60712">
                  <c:v>0</c:v>
                </c:pt>
                <c:pt idx="60713">
                  <c:v>0</c:v>
                </c:pt>
                <c:pt idx="60714">
                  <c:v>0</c:v>
                </c:pt>
                <c:pt idx="60715">
                  <c:v>0</c:v>
                </c:pt>
                <c:pt idx="60716">
                  <c:v>0</c:v>
                </c:pt>
                <c:pt idx="60717">
                  <c:v>0</c:v>
                </c:pt>
                <c:pt idx="60718">
                  <c:v>0</c:v>
                </c:pt>
                <c:pt idx="60719">
                  <c:v>0</c:v>
                </c:pt>
                <c:pt idx="60720">
                  <c:v>0</c:v>
                </c:pt>
                <c:pt idx="60721">
                  <c:v>0</c:v>
                </c:pt>
                <c:pt idx="60722">
                  <c:v>0</c:v>
                </c:pt>
                <c:pt idx="60723">
                  <c:v>0</c:v>
                </c:pt>
                <c:pt idx="60724">
                  <c:v>0</c:v>
                </c:pt>
                <c:pt idx="60725">
                  <c:v>0</c:v>
                </c:pt>
                <c:pt idx="60726">
                  <c:v>0</c:v>
                </c:pt>
                <c:pt idx="60727">
                  <c:v>0</c:v>
                </c:pt>
                <c:pt idx="60728">
                  <c:v>0</c:v>
                </c:pt>
                <c:pt idx="60729">
                  <c:v>0</c:v>
                </c:pt>
                <c:pt idx="60730">
                  <c:v>0</c:v>
                </c:pt>
                <c:pt idx="60731">
                  <c:v>0</c:v>
                </c:pt>
                <c:pt idx="60732">
                  <c:v>0</c:v>
                </c:pt>
                <c:pt idx="60733">
                  <c:v>0</c:v>
                </c:pt>
                <c:pt idx="60734">
                  <c:v>0</c:v>
                </c:pt>
                <c:pt idx="60735">
                  <c:v>0</c:v>
                </c:pt>
                <c:pt idx="60736">
                  <c:v>0</c:v>
                </c:pt>
                <c:pt idx="60737">
                  <c:v>0</c:v>
                </c:pt>
                <c:pt idx="60738">
                  <c:v>0</c:v>
                </c:pt>
                <c:pt idx="60739">
                  <c:v>0</c:v>
                </c:pt>
                <c:pt idx="60740">
                  <c:v>0</c:v>
                </c:pt>
                <c:pt idx="60741">
                  <c:v>0</c:v>
                </c:pt>
                <c:pt idx="60742">
                  <c:v>0</c:v>
                </c:pt>
                <c:pt idx="60743">
                  <c:v>0</c:v>
                </c:pt>
                <c:pt idx="60744">
                  <c:v>0</c:v>
                </c:pt>
                <c:pt idx="60745">
                  <c:v>0</c:v>
                </c:pt>
                <c:pt idx="60746">
                  <c:v>0</c:v>
                </c:pt>
                <c:pt idx="60747">
                  <c:v>0</c:v>
                </c:pt>
                <c:pt idx="60748">
                  <c:v>0</c:v>
                </c:pt>
                <c:pt idx="60749">
                  <c:v>0</c:v>
                </c:pt>
                <c:pt idx="60750">
                  <c:v>0</c:v>
                </c:pt>
                <c:pt idx="60751">
                  <c:v>0</c:v>
                </c:pt>
                <c:pt idx="60752">
                  <c:v>0</c:v>
                </c:pt>
                <c:pt idx="60753">
                  <c:v>0</c:v>
                </c:pt>
                <c:pt idx="60754">
                  <c:v>0</c:v>
                </c:pt>
                <c:pt idx="60755">
                  <c:v>0</c:v>
                </c:pt>
                <c:pt idx="60756">
                  <c:v>0</c:v>
                </c:pt>
                <c:pt idx="60757">
                  <c:v>0</c:v>
                </c:pt>
                <c:pt idx="60758">
                  <c:v>0</c:v>
                </c:pt>
                <c:pt idx="60759">
                  <c:v>0</c:v>
                </c:pt>
                <c:pt idx="60760">
                  <c:v>0</c:v>
                </c:pt>
                <c:pt idx="60761">
                  <c:v>0</c:v>
                </c:pt>
                <c:pt idx="60762">
                  <c:v>0</c:v>
                </c:pt>
                <c:pt idx="60763">
                  <c:v>0</c:v>
                </c:pt>
                <c:pt idx="60764">
                  <c:v>0</c:v>
                </c:pt>
                <c:pt idx="60765">
                  <c:v>0</c:v>
                </c:pt>
                <c:pt idx="60766">
                  <c:v>0</c:v>
                </c:pt>
                <c:pt idx="60767">
                  <c:v>0</c:v>
                </c:pt>
                <c:pt idx="60768">
                  <c:v>0</c:v>
                </c:pt>
                <c:pt idx="60769">
                  <c:v>0</c:v>
                </c:pt>
                <c:pt idx="60770">
                  <c:v>0</c:v>
                </c:pt>
                <c:pt idx="60771">
                  <c:v>0</c:v>
                </c:pt>
                <c:pt idx="60772">
                  <c:v>0</c:v>
                </c:pt>
                <c:pt idx="60773">
                  <c:v>0</c:v>
                </c:pt>
                <c:pt idx="60774">
                  <c:v>0</c:v>
                </c:pt>
                <c:pt idx="60775">
                  <c:v>0</c:v>
                </c:pt>
                <c:pt idx="60776">
                  <c:v>0</c:v>
                </c:pt>
                <c:pt idx="60777">
                  <c:v>0</c:v>
                </c:pt>
                <c:pt idx="60778">
                  <c:v>0</c:v>
                </c:pt>
                <c:pt idx="60779">
                  <c:v>0</c:v>
                </c:pt>
                <c:pt idx="60780">
                  <c:v>0</c:v>
                </c:pt>
                <c:pt idx="60781">
                  <c:v>0</c:v>
                </c:pt>
                <c:pt idx="60782">
                  <c:v>0</c:v>
                </c:pt>
                <c:pt idx="60783">
                  <c:v>0</c:v>
                </c:pt>
                <c:pt idx="60784">
                  <c:v>0</c:v>
                </c:pt>
                <c:pt idx="60785">
                  <c:v>0</c:v>
                </c:pt>
                <c:pt idx="60786">
                  <c:v>0</c:v>
                </c:pt>
                <c:pt idx="60787">
                  <c:v>0</c:v>
                </c:pt>
                <c:pt idx="60788">
                  <c:v>0</c:v>
                </c:pt>
                <c:pt idx="60789">
                  <c:v>0</c:v>
                </c:pt>
                <c:pt idx="60790">
                  <c:v>0</c:v>
                </c:pt>
                <c:pt idx="60791">
                  <c:v>0</c:v>
                </c:pt>
                <c:pt idx="60792">
                  <c:v>0</c:v>
                </c:pt>
                <c:pt idx="60793">
                  <c:v>0</c:v>
                </c:pt>
                <c:pt idx="60794">
                  <c:v>0</c:v>
                </c:pt>
                <c:pt idx="60795">
                  <c:v>0</c:v>
                </c:pt>
                <c:pt idx="60796">
                  <c:v>0</c:v>
                </c:pt>
                <c:pt idx="60797">
                  <c:v>0</c:v>
                </c:pt>
                <c:pt idx="60798">
                  <c:v>0</c:v>
                </c:pt>
                <c:pt idx="60799">
                  <c:v>0</c:v>
                </c:pt>
                <c:pt idx="60800">
                  <c:v>0</c:v>
                </c:pt>
                <c:pt idx="60801">
                  <c:v>0</c:v>
                </c:pt>
                <c:pt idx="60802">
                  <c:v>0</c:v>
                </c:pt>
                <c:pt idx="60803">
                  <c:v>0</c:v>
                </c:pt>
                <c:pt idx="60804">
                  <c:v>0</c:v>
                </c:pt>
                <c:pt idx="60805">
                  <c:v>0</c:v>
                </c:pt>
                <c:pt idx="60806">
                  <c:v>0</c:v>
                </c:pt>
                <c:pt idx="60807">
                  <c:v>0</c:v>
                </c:pt>
                <c:pt idx="60808">
                  <c:v>0</c:v>
                </c:pt>
                <c:pt idx="60809">
                  <c:v>0</c:v>
                </c:pt>
                <c:pt idx="60810">
                  <c:v>0</c:v>
                </c:pt>
                <c:pt idx="60811">
                  <c:v>0</c:v>
                </c:pt>
                <c:pt idx="60812">
                  <c:v>0</c:v>
                </c:pt>
                <c:pt idx="60813">
                  <c:v>0</c:v>
                </c:pt>
                <c:pt idx="60814">
                  <c:v>0</c:v>
                </c:pt>
                <c:pt idx="60815">
                  <c:v>0</c:v>
                </c:pt>
                <c:pt idx="60816">
                  <c:v>0</c:v>
                </c:pt>
                <c:pt idx="60817">
                  <c:v>0</c:v>
                </c:pt>
                <c:pt idx="60818">
                  <c:v>0</c:v>
                </c:pt>
                <c:pt idx="60819">
                  <c:v>0</c:v>
                </c:pt>
                <c:pt idx="60820">
                  <c:v>0</c:v>
                </c:pt>
                <c:pt idx="60821">
                  <c:v>0</c:v>
                </c:pt>
                <c:pt idx="60822">
                  <c:v>0</c:v>
                </c:pt>
                <c:pt idx="60823">
                  <c:v>0</c:v>
                </c:pt>
                <c:pt idx="60824">
                  <c:v>0</c:v>
                </c:pt>
                <c:pt idx="60825">
                  <c:v>0</c:v>
                </c:pt>
                <c:pt idx="60826">
                  <c:v>0</c:v>
                </c:pt>
                <c:pt idx="60827">
                  <c:v>0</c:v>
                </c:pt>
                <c:pt idx="60828">
                  <c:v>0</c:v>
                </c:pt>
                <c:pt idx="60829">
                  <c:v>0</c:v>
                </c:pt>
                <c:pt idx="60830">
                  <c:v>0</c:v>
                </c:pt>
                <c:pt idx="60831">
                  <c:v>0</c:v>
                </c:pt>
                <c:pt idx="60832">
                  <c:v>0</c:v>
                </c:pt>
                <c:pt idx="60833">
                  <c:v>0</c:v>
                </c:pt>
                <c:pt idx="60834">
                  <c:v>0</c:v>
                </c:pt>
                <c:pt idx="60835">
                  <c:v>0</c:v>
                </c:pt>
                <c:pt idx="60836">
                  <c:v>0</c:v>
                </c:pt>
                <c:pt idx="60837">
                  <c:v>0</c:v>
                </c:pt>
                <c:pt idx="60838">
                  <c:v>0</c:v>
                </c:pt>
                <c:pt idx="60839">
                  <c:v>0</c:v>
                </c:pt>
                <c:pt idx="60840">
                  <c:v>0</c:v>
                </c:pt>
                <c:pt idx="60841">
                  <c:v>0</c:v>
                </c:pt>
                <c:pt idx="60842">
                  <c:v>0</c:v>
                </c:pt>
                <c:pt idx="60843">
                  <c:v>0</c:v>
                </c:pt>
                <c:pt idx="60844">
                  <c:v>0</c:v>
                </c:pt>
                <c:pt idx="60845">
                  <c:v>0</c:v>
                </c:pt>
                <c:pt idx="60846">
                  <c:v>0</c:v>
                </c:pt>
                <c:pt idx="60847">
                  <c:v>0</c:v>
                </c:pt>
                <c:pt idx="60848">
                  <c:v>0</c:v>
                </c:pt>
                <c:pt idx="60849">
                  <c:v>0</c:v>
                </c:pt>
                <c:pt idx="60850">
                  <c:v>0</c:v>
                </c:pt>
                <c:pt idx="60851">
                  <c:v>0</c:v>
                </c:pt>
                <c:pt idx="60852">
                  <c:v>0</c:v>
                </c:pt>
                <c:pt idx="60853">
                  <c:v>0</c:v>
                </c:pt>
                <c:pt idx="60854">
                  <c:v>0</c:v>
                </c:pt>
                <c:pt idx="60855">
                  <c:v>0</c:v>
                </c:pt>
                <c:pt idx="60856">
                  <c:v>0</c:v>
                </c:pt>
                <c:pt idx="60857">
                  <c:v>0</c:v>
                </c:pt>
                <c:pt idx="60858">
                  <c:v>0</c:v>
                </c:pt>
                <c:pt idx="60859">
                  <c:v>0</c:v>
                </c:pt>
                <c:pt idx="60860">
                  <c:v>0</c:v>
                </c:pt>
                <c:pt idx="60861">
                  <c:v>0</c:v>
                </c:pt>
                <c:pt idx="60862">
                  <c:v>0</c:v>
                </c:pt>
                <c:pt idx="60863">
                  <c:v>0</c:v>
                </c:pt>
                <c:pt idx="60864">
                  <c:v>0</c:v>
                </c:pt>
                <c:pt idx="60865">
                  <c:v>0</c:v>
                </c:pt>
                <c:pt idx="60866">
                  <c:v>0</c:v>
                </c:pt>
                <c:pt idx="60867">
                  <c:v>0</c:v>
                </c:pt>
                <c:pt idx="60868">
                  <c:v>0</c:v>
                </c:pt>
                <c:pt idx="60869">
                  <c:v>0</c:v>
                </c:pt>
                <c:pt idx="60870">
                  <c:v>0</c:v>
                </c:pt>
                <c:pt idx="60871">
                  <c:v>0</c:v>
                </c:pt>
                <c:pt idx="60872">
                  <c:v>0</c:v>
                </c:pt>
                <c:pt idx="60873">
                  <c:v>0</c:v>
                </c:pt>
                <c:pt idx="60874">
                  <c:v>0</c:v>
                </c:pt>
                <c:pt idx="60875">
                  <c:v>0</c:v>
                </c:pt>
                <c:pt idx="60876">
                  <c:v>0</c:v>
                </c:pt>
                <c:pt idx="60877">
                  <c:v>0</c:v>
                </c:pt>
                <c:pt idx="60878">
                  <c:v>0</c:v>
                </c:pt>
                <c:pt idx="60879">
                  <c:v>0</c:v>
                </c:pt>
                <c:pt idx="60880">
                  <c:v>0</c:v>
                </c:pt>
                <c:pt idx="60881">
                  <c:v>0</c:v>
                </c:pt>
                <c:pt idx="60882">
                  <c:v>0</c:v>
                </c:pt>
                <c:pt idx="60883">
                  <c:v>0</c:v>
                </c:pt>
                <c:pt idx="60884">
                  <c:v>0</c:v>
                </c:pt>
                <c:pt idx="60885">
                  <c:v>0</c:v>
                </c:pt>
                <c:pt idx="60886">
                  <c:v>0</c:v>
                </c:pt>
                <c:pt idx="60887">
                  <c:v>0</c:v>
                </c:pt>
                <c:pt idx="60888">
                  <c:v>0</c:v>
                </c:pt>
                <c:pt idx="60889">
                  <c:v>0</c:v>
                </c:pt>
                <c:pt idx="60890">
                  <c:v>0</c:v>
                </c:pt>
                <c:pt idx="60891">
                  <c:v>0</c:v>
                </c:pt>
                <c:pt idx="60892">
                  <c:v>0</c:v>
                </c:pt>
                <c:pt idx="60893">
                  <c:v>0</c:v>
                </c:pt>
                <c:pt idx="60894">
                  <c:v>0</c:v>
                </c:pt>
                <c:pt idx="60895">
                  <c:v>0</c:v>
                </c:pt>
                <c:pt idx="60896">
                  <c:v>0</c:v>
                </c:pt>
                <c:pt idx="60897">
                  <c:v>0</c:v>
                </c:pt>
                <c:pt idx="60898">
                  <c:v>0</c:v>
                </c:pt>
                <c:pt idx="60899">
                  <c:v>0</c:v>
                </c:pt>
                <c:pt idx="60900">
                  <c:v>0</c:v>
                </c:pt>
                <c:pt idx="60901">
                  <c:v>0</c:v>
                </c:pt>
                <c:pt idx="60902">
                  <c:v>0</c:v>
                </c:pt>
                <c:pt idx="60903">
                  <c:v>0</c:v>
                </c:pt>
                <c:pt idx="60904">
                  <c:v>0</c:v>
                </c:pt>
                <c:pt idx="60905">
                  <c:v>0</c:v>
                </c:pt>
                <c:pt idx="60906">
                  <c:v>0</c:v>
                </c:pt>
                <c:pt idx="60907">
                  <c:v>0</c:v>
                </c:pt>
                <c:pt idx="60908">
                  <c:v>0</c:v>
                </c:pt>
                <c:pt idx="60909">
                  <c:v>0</c:v>
                </c:pt>
                <c:pt idx="60910">
                  <c:v>0</c:v>
                </c:pt>
                <c:pt idx="60911">
                  <c:v>0</c:v>
                </c:pt>
                <c:pt idx="60912">
                  <c:v>0</c:v>
                </c:pt>
                <c:pt idx="60913">
                  <c:v>0</c:v>
                </c:pt>
                <c:pt idx="60914">
                  <c:v>0</c:v>
                </c:pt>
                <c:pt idx="60915">
                  <c:v>0</c:v>
                </c:pt>
                <c:pt idx="60916">
                  <c:v>0</c:v>
                </c:pt>
                <c:pt idx="60917">
                  <c:v>0</c:v>
                </c:pt>
                <c:pt idx="60918">
                  <c:v>0</c:v>
                </c:pt>
                <c:pt idx="60919">
                  <c:v>0</c:v>
                </c:pt>
                <c:pt idx="60920">
                  <c:v>0</c:v>
                </c:pt>
                <c:pt idx="60921">
                  <c:v>0</c:v>
                </c:pt>
                <c:pt idx="60922">
                  <c:v>0</c:v>
                </c:pt>
                <c:pt idx="60923">
                  <c:v>0</c:v>
                </c:pt>
                <c:pt idx="60924">
                  <c:v>0</c:v>
                </c:pt>
                <c:pt idx="60925">
                  <c:v>0</c:v>
                </c:pt>
                <c:pt idx="60926">
                  <c:v>0</c:v>
                </c:pt>
                <c:pt idx="60927">
                  <c:v>0</c:v>
                </c:pt>
                <c:pt idx="60928">
                  <c:v>0</c:v>
                </c:pt>
                <c:pt idx="60929">
                  <c:v>0</c:v>
                </c:pt>
                <c:pt idx="60930">
                  <c:v>0</c:v>
                </c:pt>
                <c:pt idx="60931">
                  <c:v>0</c:v>
                </c:pt>
                <c:pt idx="60932">
                  <c:v>0</c:v>
                </c:pt>
                <c:pt idx="60933">
                  <c:v>0</c:v>
                </c:pt>
                <c:pt idx="60934">
                  <c:v>0</c:v>
                </c:pt>
                <c:pt idx="60935">
                  <c:v>0</c:v>
                </c:pt>
                <c:pt idx="60936">
                  <c:v>0</c:v>
                </c:pt>
                <c:pt idx="60937">
                  <c:v>0</c:v>
                </c:pt>
                <c:pt idx="60938">
                  <c:v>0</c:v>
                </c:pt>
                <c:pt idx="60939">
                  <c:v>0</c:v>
                </c:pt>
                <c:pt idx="60940">
                  <c:v>0</c:v>
                </c:pt>
                <c:pt idx="60941">
                  <c:v>0</c:v>
                </c:pt>
                <c:pt idx="60942">
                  <c:v>0</c:v>
                </c:pt>
                <c:pt idx="60943">
                  <c:v>0</c:v>
                </c:pt>
                <c:pt idx="60944">
                  <c:v>0</c:v>
                </c:pt>
                <c:pt idx="60945">
                  <c:v>0</c:v>
                </c:pt>
                <c:pt idx="60946">
                  <c:v>0</c:v>
                </c:pt>
                <c:pt idx="60947">
                  <c:v>0</c:v>
                </c:pt>
                <c:pt idx="60948">
                  <c:v>0</c:v>
                </c:pt>
                <c:pt idx="60949">
                  <c:v>0</c:v>
                </c:pt>
                <c:pt idx="60950">
                  <c:v>0</c:v>
                </c:pt>
                <c:pt idx="60951">
                  <c:v>0</c:v>
                </c:pt>
                <c:pt idx="60952">
                  <c:v>0</c:v>
                </c:pt>
                <c:pt idx="60953">
                  <c:v>0</c:v>
                </c:pt>
                <c:pt idx="60954">
                  <c:v>0</c:v>
                </c:pt>
                <c:pt idx="60955">
                  <c:v>0</c:v>
                </c:pt>
                <c:pt idx="60956">
                  <c:v>0</c:v>
                </c:pt>
                <c:pt idx="60957">
                  <c:v>0</c:v>
                </c:pt>
                <c:pt idx="60958">
                  <c:v>0</c:v>
                </c:pt>
                <c:pt idx="60959">
                  <c:v>0</c:v>
                </c:pt>
                <c:pt idx="60960">
                  <c:v>0</c:v>
                </c:pt>
                <c:pt idx="60961">
                  <c:v>0</c:v>
                </c:pt>
                <c:pt idx="60962">
                  <c:v>0</c:v>
                </c:pt>
                <c:pt idx="60963">
                  <c:v>0</c:v>
                </c:pt>
                <c:pt idx="60964">
                  <c:v>0</c:v>
                </c:pt>
                <c:pt idx="60965">
                  <c:v>0</c:v>
                </c:pt>
                <c:pt idx="60966">
                  <c:v>0</c:v>
                </c:pt>
                <c:pt idx="60967">
                  <c:v>0</c:v>
                </c:pt>
                <c:pt idx="60968">
                  <c:v>0</c:v>
                </c:pt>
                <c:pt idx="60969">
                  <c:v>0</c:v>
                </c:pt>
                <c:pt idx="60970">
                  <c:v>0</c:v>
                </c:pt>
                <c:pt idx="60971">
                  <c:v>0</c:v>
                </c:pt>
                <c:pt idx="60972">
                  <c:v>0</c:v>
                </c:pt>
                <c:pt idx="60973">
                  <c:v>0</c:v>
                </c:pt>
                <c:pt idx="60974">
                  <c:v>0</c:v>
                </c:pt>
                <c:pt idx="60975">
                  <c:v>0</c:v>
                </c:pt>
                <c:pt idx="60976">
                  <c:v>0</c:v>
                </c:pt>
                <c:pt idx="60977">
                  <c:v>0</c:v>
                </c:pt>
                <c:pt idx="60978">
                  <c:v>0</c:v>
                </c:pt>
                <c:pt idx="60979">
                  <c:v>0</c:v>
                </c:pt>
                <c:pt idx="60980">
                  <c:v>0</c:v>
                </c:pt>
                <c:pt idx="60981">
                  <c:v>0</c:v>
                </c:pt>
                <c:pt idx="60982">
                  <c:v>0</c:v>
                </c:pt>
                <c:pt idx="60983">
                  <c:v>0</c:v>
                </c:pt>
                <c:pt idx="60984">
                  <c:v>0</c:v>
                </c:pt>
                <c:pt idx="60985">
                  <c:v>0</c:v>
                </c:pt>
                <c:pt idx="60986">
                  <c:v>0</c:v>
                </c:pt>
                <c:pt idx="60987">
                  <c:v>0</c:v>
                </c:pt>
                <c:pt idx="60988">
                  <c:v>0</c:v>
                </c:pt>
                <c:pt idx="60989">
                  <c:v>0</c:v>
                </c:pt>
                <c:pt idx="60990">
                  <c:v>0</c:v>
                </c:pt>
                <c:pt idx="60991">
                  <c:v>0</c:v>
                </c:pt>
                <c:pt idx="60992">
                  <c:v>0</c:v>
                </c:pt>
                <c:pt idx="60993">
                  <c:v>0</c:v>
                </c:pt>
                <c:pt idx="60994">
                  <c:v>0</c:v>
                </c:pt>
                <c:pt idx="60995">
                  <c:v>0</c:v>
                </c:pt>
                <c:pt idx="60996">
                  <c:v>0</c:v>
                </c:pt>
                <c:pt idx="60997">
                  <c:v>0</c:v>
                </c:pt>
                <c:pt idx="60998">
                  <c:v>0</c:v>
                </c:pt>
                <c:pt idx="60999">
                  <c:v>0</c:v>
                </c:pt>
                <c:pt idx="61000">
                  <c:v>0</c:v>
                </c:pt>
                <c:pt idx="61001">
                  <c:v>0</c:v>
                </c:pt>
                <c:pt idx="61002">
                  <c:v>0</c:v>
                </c:pt>
                <c:pt idx="61003">
                  <c:v>0</c:v>
                </c:pt>
                <c:pt idx="61004">
                  <c:v>0</c:v>
                </c:pt>
                <c:pt idx="61005">
                  <c:v>0</c:v>
                </c:pt>
                <c:pt idx="61006">
                  <c:v>0</c:v>
                </c:pt>
                <c:pt idx="61007">
                  <c:v>0</c:v>
                </c:pt>
                <c:pt idx="61008">
                  <c:v>0</c:v>
                </c:pt>
                <c:pt idx="61009">
                  <c:v>0</c:v>
                </c:pt>
                <c:pt idx="61010">
                  <c:v>0</c:v>
                </c:pt>
                <c:pt idx="61011">
                  <c:v>0</c:v>
                </c:pt>
                <c:pt idx="61012">
                  <c:v>0</c:v>
                </c:pt>
                <c:pt idx="61013">
                  <c:v>0</c:v>
                </c:pt>
                <c:pt idx="61014">
                  <c:v>0</c:v>
                </c:pt>
                <c:pt idx="61015">
                  <c:v>0</c:v>
                </c:pt>
                <c:pt idx="61016">
                  <c:v>0</c:v>
                </c:pt>
                <c:pt idx="61017">
                  <c:v>0</c:v>
                </c:pt>
                <c:pt idx="61018">
                  <c:v>0</c:v>
                </c:pt>
                <c:pt idx="61019">
                  <c:v>0</c:v>
                </c:pt>
                <c:pt idx="61020">
                  <c:v>0</c:v>
                </c:pt>
                <c:pt idx="61021">
                  <c:v>0</c:v>
                </c:pt>
                <c:pt idx="61022">
                  <c:v>0</c:v>
                </c:pt>
                <c:pt idx="61023">
                  <c:v>0</c:v>
                </c:pt>
                <c:pt idx="61024">
                  <c:v>0</c:v>
                </c:pt>
                <c:pt idx="61025">
                  <c:v>0</c:v>
                </c:pt>
                <c:pt idx="61026">
                  <c:v>0</c:v>
                </c:pt>
                <c:pt idx="61027">
                  <c:v>0</c:v>
                </c:pt>
                <c:pt idx="61028">
                  <c:v>0</c:v>
                </c:pt>
                <c:pt idx="61029">
                  <c:v>0</c:v>
                </c:pt>
                <c:pt idx="61030">
                  <c:v>0</c:v>
                </c:pt>
                <c:pt idx="61031">
                  <c:v>0</c:v>
                </c:pt>
                <c:pt idx="61032">
                  <c:v>0</c:v>
                </c:pt>
                <c:pt idx="61033">
                  <c:v>0</c:v>
                </c:pt>
                <c:pt idx="61034">
                  <c:v>0</c:v>
                </c:pt>
                <c:pt idx="61035">
                  <c:v>0</c:v>
                </c:pt>
                <c:pt idx="61036">
                  <c:v>0</c:v>
                </c:pt>
                <c:pt idx="61037">
                  <c:v>0</c:v>
                </c:pt>
                <c:pt idx="61038">
                  <c:v>0</c:v>
                </c:pt>
                <c:pt idx="61039">
                  <c:v>0</c:v>
                </c:pt>
                <c:pt idx="61040">
                  <c:v>0</c:v>
                </c:pt>
                <c:pt idx="61041">
                  <c:v>0</c:v>
                </c:pt>
                <c:pt idx="61042">
                  <c:v>0</c:v>
                </c:pt>
                <c:pt idx="61043">
                  <c:v>0</c:v>
                </c:pt>
                <c:pt idx="61044">
                  <c:v>0</c:v>
                </c:pt>
                <c:pt idx="61045">
                  <c:v>0</c:v>
                </c:pt>
                <c:pt idx="61046">
                  <c:v>0</c:v>
                </c:pt>
                <c:pt idx="61047">
                  <c:v>0</c:v>
                </c:pt>
                <c:pt idx="61048">
                  <c:v>0</c:v>
                </c:pt>
                <c:pt idx="61049">
                  <c:v>0</c:v>
                </c:pt>
                <c:pt idx="61050">
                  <c:v>0</c:v>
                </c:pt>
                <c:pt idx="61051">
                  <c:v>0</c:v>
                </c:pt>
                <c:pt idx="61052">
                  <c:v>0</c:v>
                </c:pt>
                <c:pt idx="61053">
                  <c:v>0</c:v>
                </c:pt>
                <c:pt idx="61054">
                  <c:v>0</c:v>
                </c:pt>
                <c:pt idx="61055">
                  <c:v>0</c:v>
                </c:pt>
                <c:pt idx="61056">
                  <c:v>0</c:v>
                </c:pt>
                <c:pt idx="61057">
                  <c:v>0</c:v>
                </c:pt>
                <c:pt idx="61058">
                  <c:v>0</c:v>
                </c:pt>
                <c:pt idx="61059">
                  <c:v>0</c:v>
                </c:pt>
                <c:pt idx="61060">
                  <c:v>0</c:v>
                </c:pt>
                <c:pt idx="61061">
                  <c:v>0</c:v>
                </c:pt>
                <c:pt idx="61062">
                  <c:v>0</c:v>
                </c:pt>
                <c:pt idx="61063">
                  <c:v>0</c:v>
                </c:pt>
                <c:pt idx="61064">
                  <c:v>0</c:v>
                </c:pt>
                <c:pt idx="61065">
                  <c:v>0</c:v>
                </c:pt>
                <c:pt idx="61066">
                  <c:v>0</c:v>
                </c:pt>
                <c:pt idx="61067">
                  <c:v>0</c:v>
                </c:pt>
                <c:pt idx="61068">
                  <c:v>0</c:v>
                </c:pt>
                <c:pt idx="61069">
                  <c:v>0</c:v>
                </c:pt>
                <c:pt idx="61070">
                  <c:v>0</c:v>
                </c:pt>
                <c:pt idx="61071">
                  <c:v>0</c:v>
                </c:pt>
                <c:pt idx="61072">
                  <c:v>0</c:v>
                </c:pt>
                <c:pt idx="61073">
                  <c:v>0</c:v>
                </c:pt>
                <c:pt idx="61074">
                  <c:v>0</c:v>
                </c:pt>
                <c:pt idx="61075">
                  <c:v>0</c:v>
                </c:pt>
                <c:pt idx="61076">
                  <c:v>0</c:v>
                </c:pt>
                <c:pt idx="61077">
                  <c:v>0</c:v>
                </c:pt>
                <c:pt idx="61078">
                  <c:v>0</c:v>
                </c:pt>
                <c:pt idx="61079">
                  <c:v>0</c:v>
                </c:pt>
                <c:pt idx="61080">
                  <c:v>0</c:v>
                </c:pt>
                <c:pt idx="61081">
                  <c:v>0</c:v>
                </c:pt>
                <c:pt idx="61082">
                  <c:v>0</c:v>
                </c:pt>
                <c:pt idx="61083">
                  <c:v>0</c:v>
                </c:pt>
                <c:pt idx="61084">
                  <c:v>0</c:v>
                </c:pt>
                <c:pt idx="61085">
                  <c:v>0</c:v>
                </c:pt>
                <c:pt idx="61086">
                  <c:v>0</c:v>
                </c:pt>
                <c:pt idx="61087">
                  <c:v>0</c:v>
                </c:pt>
                <c:pt idx="61088">
                  <c:v>0</c:v>
                </c:pt>
                <c:pt idx="61089">
                  <c:v>0</c:v>
                </c:pt>
                <c:pt idx="61090">
                  <c:v>0</c:v>
                </c:pt>
                <c:pt idx="61091">
                  <c:v>0</c:v>
                </c:pt>
                <c:pt idx="61092">
                  <c:v>0</c:v>
                </c:pt>
                <c:pt idx="61093">
                  <c:v>0</c:v>
                </c:pt>
                <c:pt idx="61094">
                  <c:v>0</c:v>
                </c:pt>
                <c:pt idx="61095">
                  <c:v>0</c:v>
                </c:pt>
                <c:pt idx="61096">
                  <c:v>0</c:v>
                </c:pt>
                <c:pt idx="61097">
                  <c:v>0</c:v>
                </c:pt>
                <c:pt idx="61098">
                  <c:v>0</c:v>
                </c:pt>
                <c:pt idx="61099">
                  <c:v>0</c:v>
                </c:pt>
                <c:pt idx="61100">
                  <c:v>0</c:v>
                </c:pt>
                <c:pt idx="61101">
                  <c:v>0</c:v>
                </c:pt>
                <c:pt idx="61102">
                  <c:v>0</c:v>
                </c:pt>
                <c:pt idx="61103">
                  <c:v>0</c:v>
                </c:pt>
                <c:pt idx="61104">
                  <c:v>0</c:v>
                </c:pt>
                <c:pt idx="61105">
                  <c:v>0</c:v>
                </c:pt>
                <c:pt idx="61106">
                  <c:v>0</c:v>
                </c:pt>
                <c:pt idx="61107">
                  <c:v>0</c:v>
                </c:pt>
                <c:pt idx="61108">
                  <c:v>0</c:v>
                </c:pt>
                <c:pt idx="61109">
                  <c:v>0</c:v>
                </c:pt>
                <c:pt idx="61110">
                  <c:v>0</c:v>
                </c:pt>
                <c:pt idx="61111">
                  <c:v>0</c:v>
                </c:pt>
                <c:pt idx="61112">
                  <c:v>0</c:v>
                </c:pt>
                <c:pt idx="61113">
                  <c:v>0</c:v>
                </c:pt>
                <c:pt idx="61114">
                  <c:v>0</c:v>
                </c:pt>
                <c:pt idx="61115">
                  <c:v>0</c:v>
                </c:pt>
                <c:pt idx="61116">
                  <c:v>0</c:v>
                </c:pt>
                <c:pt idx="61117">
                  <c:v>0</c:v>
                </c:pt>
                <c:pt idx="61118">
                  <c:v>0</c:v>
                </c:pt>
                <c:pt idx="61119">
                  <c:v>0</c:v>
                </c:pt>
                <c:pt idx="61120">
                  <c:v>0</c:v>
                </c:pt>
                <c:pt idx="61121">
                  <c:v>0</c:v>
                </c:pt>
                <c:pt idx="61122">
                  <c:v>0</c:v>
                </c:pt>
                <c:pt idx="61123">
                  <c:v>0</c:v>
                </c:pt>
                <c:pt idx="61124">
                  <c:v>0</c:v>
                </c:pt>
                <c:pt idx="61125">
                  <c:v>0</c:v>
                </c:pt>
                <c:pt idx="61126">
                  <c:v>0</c:v>
                </c:pt>
                <c:pt idx="61127">
                  <c:v>0</c:v>
                </c:pt>
                <c:pt idx="61128">
                  <c:v>0</c:v>
                </c:pt>
                <c:pt idx="61129">
                  <c:v>0</c:v>
                </c:pt>
                <c:pt idx="61130">
                  <c:v>0</c:v>
                </c:pt>
                <c:pt idx="61131">
                  <c:v>0</c:v>
                </c:pt>
                <c:pt idx="61132">
                  <c:v>0</c:v>
                </c:pt>
                <c:pt idx="61133">
                  <c:v>0</c:v>
                </c:pt>
                <c:pt idx="61134">
                  <c:v>0</c:v>
                </c:pt>
                <c:pt idx="61135">
                  <c:v>0</c:v>
                </c:pt>
                <c:pt idx="61136">
                  <c:v>0</c:v>
                </c:pt>
                <c:pt idx="61137">
                  <c:v>0</c:v>
                </c:pt>
                <c:pt idx="61138">
                  <c:v>0</c:v>
                </c:pt>
                <c:pt idx="61139">
                  <c:v>0</c:v>
                </c:pt>
                <c:pt idx="61140">
                  <c:v>0</c:v>
                </c:pt>
                <c:pt idx="61141">
                  <c:v>0</c:v>
                </c:pt>
                <c:pt idx="61142">
                  <c:v>0</c:v>
                </c:pt>
                <c:pt idx="61143">
                  <c:v>0</c:v>
                </c:pt>
                <c:pt idx="61144">
                  <c:v>0</c:v>
                </c:pt>
                <c:pt idx="61145">
                  <c:v>0</c:v>
                </c:pt>
                <c:pt idx="61146">
                  <c:v>0</c:v>
                </c:pt>
                <c:pt idx="61147">
                  <c:v>0</c:v>
                </c:pt>
                <c:pt idx="61148">
                  <c:v>0</c:v>
                </c:pt>
                <c:pt idx="61149">
                  <c:v>0</c:v>
                </c:pt>
                <c:pt idx="61150">
                  <c:v>0</c:v>
                </c:pt>
                <c:pt idx="61151">
                  <c:v>0</c:v>
                </c:pt>
                <c:pt idx="61152">
                  <c:v>0</c:v>
                </c:pt>
                <c:pt idx="61153">
                  <c:v>0</c:v>
                </c:pt>
                <c:pt idx="61154">
                  <c:v>0</c:v>
                </c:pt>
                <c:pt idx="61155">
                  <c:v>0</c:v>
                </c:pt>
                <c:pt idx="61156">
                  <c:v>0</c:v>
                </c:pt>
                <c:pt idx="61157">
                  <c:v>0</c:v>
                </c:pt>
                <c:pt idx="61158">
                  <c:v>0</c:v>
                </c:pt>
                <c:pt idx="61159">
                  <c:v>0</c:v>
                </c:pt>
                <c:pt idx="61160">
                  <c:v>0</c:v>
                </c:pt>
                <c:pt idx="61161">
                  <c:v>0</c:v>
                </c:pt>
                <c:pt idx="61162">
                  <c:v>0</c:v>
                </c:pt>
                <c:pt idx="61163">
                  <c:v>0</c:v>
                </c:pt>
                <c:pt idx="61164">
                  <c:v>0</c:v>
                </c:pt>
                <c:pt idx="61165">
                  <c:v>0</c:v>
                </c:pt>
                <c:pt idx="61166">
                  <c:v>0</c:v>
                </c:pt>
                <c:pt idx="61167">
                  <c:v>0</c:v>
                </c:pt>
                <c:pt idx="61168">
                  <c:v>0</c:v>
                </c:pt>
                <c:pt idx="61169">
                  <c:v>0</c:v>
                </c:pt>
                <c:pt idx="61170">
                  <c:v>0</c:v>
                </c:pt>
                <c:pt idx="61171">
                  <c:v>0</c:v>
                </c:pt>
                <c:pt idx="61172">
                  <c:v>0</c:v>
                </c:pt>
                <c:pt idx="61173">
                  <c:v>0</c:v>
                </c:pt>
                <c:pt idx="61174">
                  <c:v>0</c:v>
                </c:pt>
                <c:pt idx="61175">
                  <c:v>0</c:v>
                </c:pt>
                <c:pt idx="61176">
                  <c:v>0</c:v>
                </c:pt>
                <c:pt idx="61177">
                  <c:v>0</c:v>
                </c:pt>
                <c:pt idx="61178">
                  <c:v>0</c:v>
                </c:pt>
                <c:pt idx="61179">
                  <c:v>0</c:v>
                </c:pt>
                <c:pt idx="61180">
                  <c:v>0</c:v>
                </c:pt>
                <c:pt idx="61181">
                  <c:v>0</c:v>
                </c:pt>
                <c:pt idx="61182">
                  <c:v>0</c:v>
                </c:pt>
                <c:pt idx="61183">
                  <c:v>0</c:v>
                </c:pt>
                <c:pt idx="61184">
                  <c:v>0</c:v>
                </c:pt>
                <c:pt idx="61185">
                  <c:v>0</c:v>
                </c:pt>
                <c:pt idx="61186">
                  <c:v>0</c:v>
                </c:pt>
                <c:pt idx="61187">
                  <c:v>0</c:v>
                </c:pt>
                <c:pt idx="61188">
                  <c:v>0</c:v>
                </c:pt>
                <c:pt idx="61189">
                  <c:v>0</c:v>
                </c:pt>
                <c:pt idx="61190">
                  <c:v>0</c:v>
                </c:pt>
                <c:pt idx="61191">
                  <c:v>0</c:v>
                </c:pt>
                <c:pt idx="61192">
                  <c:v>0</c:v>
                </c:pt>
                <c:pt idx="61193">
                  <c:v>0</c:v>
                </c:pt>
                <c:pt idx="61194">
                  <c:v>0</c:v>
                </c:pt>
                <c:pt idx="61195">
                  <c:v>0</c:v>
                </c:pt>
                <c:pt idx="61196">
                  <c:v>0</c:v>
                </c:pt>
                <c:pt idx="61197">
                  <c:v>0</c:v>
                </c:pt>
                <c:pt idx="61198">
                  <c:v>0</c:v>
                </c:pt>
                <c:pt idx="61199">
                  <c:v>0</c:v>
                </c:pt>
                <c:pt idx="61200">
                  <c:v>0</c:v>
                </c:pt>
                <c:pt idx="61201">
                  <c:v>0</c:v>
                </c:pt>
                <c:pt idx="61202">
                  <c:v>0</c:v>
                </c:pt>
                <c:pt idx="61203">
                  <c:v>0</c:v>
                </c:pt>
                <c:pt idx="61204">
                  <c:v>0</c:v>
                </c:pt>
                <c:pt idx="61205">
                  <c:v>0</c:v>
                </c:pt>
                <c:pt idx="61206">
                  <c:v>0</c:v>
                </c:pt>
                <c:pt idx="61207">
                  <c:v>0</c:v>
                </c:pt>
                <c:pt idx="61208">
                  <c:v>0</c:v>
                </c:pt>
                <c:pt idx="61209">
                  <c:v>0</c:v>
                </c:pt>
                <c:pt idx="61210">
                  <c:v>0</c:v>
                </c:pt>
                <c:pt idx="61211">
                  <c:v>0</c:v>
                </c:pt>
                <c:pt idx="61212">
                  <c:v>0</c:v>
                </c:pt>
                <c:pt idx="61213">
                  <c:v>0</c:v>
                </c:pt>
                <c:pt idx="61214">
                  <c:v>0</c:v>
                </c:pt>
                <c:pt idx="61215">
                  <c:v>0</c:v>
                </c:pt>
                <c:pt idx="61216">
                  <c:v>0</c:v>
                </c:pt>
                <c:pt idx="61217">
                  <c:v>0</c:v>
                </c:pt>
                <c:pt idx="61218">
                  <c:v>0</c:v>
                </c:pt>
                <c:pt idx="61219">
                  <c:v>0</c:v>
                </c:pt>
                <c:pt idx="61220">
                  <c:v>0</c:v>
                </c:pt>
                <c:pt idx="61221">
                  <c:v>0</c:v>
                </c:pt>
                <c:pt idx="61222">
                  <c:v>0</c:v>
                </c:pt>
                <c:pt idx="61223">
                  <c:v>0</c:v>
                </c:pt>
                <c:pt idx="61224">
                  <c:v>0</c:v>
                </c:pt>
                <c:pt idx="61225">
                  <c:v>0</c:v>
                </c:pt>
                <c:pt idx="61226">
                  <c:v>0</c:v>
                </c:pt>
                <c:pt idx="61227">
                  <c:v>0</c:v>
                </c:pt>
                <c:pt idx="61228">
                  <c:v>0</c:v>
                </c:pt>
                <c:pt idx="61229">
                  <c:v>0</c:v>
                </c:pt>
                <c:pt idx="61230">
                  <c:v>0</c:v>
                </c:pt>
                <c:pt idx="61231">
                  <c:v>0</c:v>
                </c:pt>
                <c:pt idx="61232">
                  <c:v>0</c:v>
                </c:pt>
                <c:pt idx="61233">
                  <c:v>0</c:v>
                </c:pt>
                <c:pt idx="61234">
                  <c:v>0</c:v>
                </c:pt>
                <c:pt idx="61235">
                  <c:v>0</c:v>
                </c:pt>
                <c:pt idx="61236">
                  <c:v>0</c:v>
                </c:pt>
                <c:pt idx="61237">
                  <c:v>0</c:v>
                </c:pt>
                <c:pt idx="61238">
                  <c:v>0</c:v>
                </c:pt>
                <c:pt idx="61239">
                  <c:v>0</c:v>
                </c:pt>
                <c:pt idx="61240">
                  <c:v>0</c:v>
                </c:pt>
                <c:pt idx="61241">
                  <c:v>0</c:v>
                </c:pt>
                <c:pt idx="61242">
                  <c:v>0</c:v>
                </c:pt>
                <c:pt idx="61243">
                  <c:v>0</c:v>
                </c:pt>
                <c:pt idx="61244">
                  <c:v>0</c:v>
                </c:pt>
                <c:pt idx="61245">
                  <c:v>0</c:v>
                </c:pt>
                <c:pt idx="61246">
                  <c:v>0</c:v>
                </c:pt>
                <c:pt idx="61247">
                  <c:v>0</c:v>
                </c:pt>
                <c:pt idx="61248">
                  <c:v>0</c:v>
                </c:pt>
                <c:pt idx="61249">
                  <c:v>0</c:v>
                </c:pt>
                <c:pt idx="61250">
                  <c:v>0</c:v>
                </c:pt>
                <c:pt idx="61251">
                  <c:v>0</c:v>
                </c:pt>
                <c:pt idx="61252">
                  <c:v>0</c:v>
                </c:pt>
                <c:pt idx="61253">
                  <c:v>0</c:v>
                </c:pt>
                <c:pt idx="61254">
                  <c:v>0</c:v>
                </c:pt>
                <c:pt idx="61255">
                  <c:v>0</c:v>
                </c:pt>
                <c:pt idx="61256">
                  <c:v>0</c:v>
                </c:pt>
                <c:pt idx="61257">
                  <c:v>0</c:v>
                </c:pt>
                <c:pt idx="61258">
                  <c:v>0</c:v>
                </c:pt>
                <c:pt idx="61259">
                  <c:v>0</c:v>
                </c:pt>
                <c:pt idx="61260">
                  <c:v>0</c:v>
                </c:pt>
                <c:pt idx="61261">
                  <c:v>0</c:v>
                </c:pt>
                <c:pt idx="61262">
                  <c:v>0</c:v>
                </c:pt>
                <c:pt idx="61263">
                  <c:v>0</c:v>
                </c:pt>
                <c:pt idx="61264">
                  <c:v>0</c:v>
                </c:pt>
                <c:pt idx="61265">
                  <c:v>0</c:v>
                </c:pt>
                <c:pt idx="61266">
                  <c:v>0</c:v>
                </c:pt>
                <c:pt idx="61267">
                  <c:v>0</c:v>
                </c:pt>
                <c:pt idx="61268">
                  <c:v>0</c:v>
                </c:pt>
                <c:pt idx="61269">
                  <c:v>0</c:v>
                </c:pt>
                <c:pt idx="61270">
                  <c:v>0</c:v>
                </c:pt>
                <c:pt idx="61271">
                  <c:v>0</c:v>
                </c:pt>
                <c:pt idx="61272">
                  <c:v>0</c:v>
                </c:pt>
                <c:pt idx="61273">
                  <c:v>0</c:v>
                </c:pt>
                <c:pt idx="61274">
                  <c:v>0</c:v>
                </c:pt>
                <c:pt idx="61275">
                  <c:v>0</c:v>
                </c:pt>
                <c:pt idx="61276">
                  <c:v>0</c:v>
                </c:pt>
                <c:pt idx="61277">
                  <c:v>0</c:v>
                </c:pt>
                <c:pt idx="61278">
                  <c:v>0</c:v>
                </c:pt>
                <c:pt idx="61279">
                  <c:v>0</c:v>
                </c:pt>
                <c:pt idx="61280">
                  <c:v>0</c:v>
                </c:pt>
                <c:pt idx="61281">
                  <c:v>0</c:v>
                </c:pt>
                <c:pt idx="61282">
                  <c:v>0</c:v>
                </c:pt>
                <c:pt idx="61283">
                  <c:v>0</c:v>
                </c:pt>
                <c:pt idx="61284">
                  <c:v>0</c:v>
                </c:pt>
                <c:pt idx="61285">
                  <c:v>0</c:v>
                </c:pt>
                <c:pt idx="61286">
                  <c:v>0</c:v>
                </c:pt>
                <c:pt idx="61287">
                  <c:v>0</c:v>
                </c:pt>
                <c:pt idx="61288">
                  <c:v>0</c:v>
                </c:pt>
                <c:pt idx="61289">
                  <c:v>0</c:v>
                </c:pt>
                <c:pt idx="61290">
                  <c:v>0</c:v>
                </c:pt>
                <c:pt idx="61291">
                  <c:v>0</c:v>
                </c:pt>
                <c:pt idx="61292">
                  <c:v>0</c:v>
                </c:pt>
                <c:pt idx="61293">
                  <c:v>0</c:v>
                </c:pt>
                <c:pt idx="61294">
                  <c:v>0</c:v>
                </c:pt>
                <c:pt idx="61295">
                  <c:v>0</c:v>
                </c:pt>
                <c:pt idx="61296">
                  <c:v>0</c:v>
                </c:pt>
                <c:pt idx="61297">
                  <c:v>0</c:v>
                </c:pt>
                <c:pt idx="61298">
                  <c:v>0</c:v>
                </c:pt>
                <c:pt idx="61299">
                  <c:v>0</c:v>
                </c:pt>
                <c:pt idx="61300">
                  <c:v>0</c:v>
                </c:pt>
                <c:pt idx="61301">
                  <c:v>0</c:v>
                </c:pt>
                <c:pt idx="61302">
                  <c:v>0</c:v>
                </c:pt>
                <c:pt idx="61303">
                  <c:v>0</c:v>
                </c:pt>
                <c:pt idx="61304">
                  <c:v>0</c:v>
                </c:pt>
                <c:pt idx="61305">
                  <c:v>0</c:v>
                </c:pt>
                <c:pt idx="61306">
                  <c:v>0</c:v>
                </c:pt>
                <c:pt idx="61307">
                  <c:v>0</c:v>
                </c:pt>
                <c:pt idx="61308">
                  <c:v>0</c:v>
                </c:pt>
                <c:pt idx="61309">
                  <c:v>0</c:v>
                </c:pt>
                <c:pt idx="61310">
                  <c:v>0</c:v>
                </c:pt>
                <c:pt idx="61311">
                  <c:v>0</c:v>
                </c:pt>
                <c:pt idx="61312">
                  <c:v>0</c:v>
                </c:pt>
                <c:pt idx="61313">
                  <c:v>0</c:v>
                </c:pt>
                <c:pt idx="61314">
                  <c:v>0</c:v>
                </c:pt>
                <c:pt idx="61315">
                  <c:v>0</c:v>
                </c:pt>
                <c:pt idx="61316">
                  <c:v>0</c:v>
                </c:pt>
                <c:pt idx="61317">
                  <c:v>0</c:v>
                </c:pt>
                <c:pt idx="61318">
                  <c:v>0</c:v>
                </c:pt>
                <c:pt idx="61319">
                  <c:v>0</c:v>
                </c:pt>
                <c:pt idx="61320">
                  <c:v>0</c:v>
                </c:pt>
                <c:pt idx="61321">
                  <c:v>0</c:v>
                </c:pt>
                <c:pt idx="61322">
                  <c:v>0</c:v>
                </c:pt>
                <c:pt idx="61323">
                  <c:v>0</c:v>
                </c:pt>
                <c:pt idx="61324">
                  <c:v>0</c:v>
                </c:pt>
                <c:pt idx="61325">
                  <c:v>0</c:v>
                </c:pt>
                <c:pt idx="61326">
                  <c:v>0</c:v>
                </c:pt>
                <c:pt idx="61327">
                  <c:v>0</c:v>
                </c:pt>
                <c:pt idx="61328">
                  <c:v>0</c:v>
                </c:pt>
                <c:pt idx="61329">
                  <c:v>0</c:v>
                </c:pt>
                <c:pt idx="61330">
                  <c:v>0</c:v>
                </c:pt>
                <c:pt idx="61331">
                  <c:v>0</c:v>
                </c:pt>
                <c:pt idx="61332">
                  <c:v>0</c:v>
                </c:pt>
                <c:pt idx="61333">
                  <c:v>0</c:v>
                </c:pt>
                <c:pt idx="61334">
                  <c:v>0</c:v>
                </c:pt>
                <c:pt idx="61335">
                  <c:v>0</c:v>
                </c:pt>
                <c:pt idx="61336">
                  <c:v>0</c:v>
                </c:pt>
                <c:pt idx="61337">
                  <c:v>0</c:v>
                </c:pt>
                <c:pt idx="61338">
                  <c:v>0</c:v>
                </c:pt>
                <c:pt idx="61339">
                  <c:v>0</c:v>
                </c:pt>
                <c:pt idx="61340">
                  <c:v>0</c:v>
                </c:pt>
                <c:pt idx="61341">
                  <c:v>0</c:v>
                </c:pt>
                <c:pt idx="61342">
                  <c:v>0</c:v>
                </c:pt>
                <c:pt idx="61343">
                  <c:v>0</c:v>
                </c:pt>
                <c:pt idx="61344">
                  <c:v>0</c:v>
                </c:pt>
                <c:pt idx="61345">
                  <c:v>0</c:v>
                </c:pt>
                <c:pt idx="61346">
                  <c:v>0</c:v>
                </c:pt>
                <c:pt idx="61347">
                  <c:v>0</c:v>
                </c:pt>
                <c:pt idx="61348">
                  <c:v>0</c:v>
                </c:pt>
                <c:pt idx="61349">
                  <c:v>0</c:v>
                </c:pt>
                <c:pt idx="61350">
                  <c:v>0</c:v>
                </c:pt>
                <c:pt idx="61351">
                  <c:v>0</c:v>
                </c:pt>
                <c:pt idx="61352">
                  <c:v>0</c:v>
                </c:pt>
                <c:pt idx="61353">
                  <c:v>0</c:v>
                </c:pt>
                <c:pt idx="61354">
                  <c:v>0</c:v>
                </c:pt>
                <c:pt idx="61355">
                  <c:v>0</c:v>
                </c:pt>
                <c:pt idx="61356">
                  <c:v>0</c:v>
                </c:pt>
                <c:pt idx="61357">
                  <c:v>0</c:v>
                </c:pt>
                <c:pt idx="61358">
                  <c:v>0</c:v>
                </c:pt>
                <c:pt idx="61359">
                  <c:v>0</c:v>
                </c:pt>
                <c:pt idx="61360">
                  <c:v>0</c:v>
                </c:pt>
                <c:pt idx="61361">
                  <c:v>0</c:v>
                </c:pt>
                <c:pt idx="61362">
                  <c:v>0</c:v>
                </c:pt>
                <c:pt idx="61363">
                  <c:v>0</c:v>
                </c:pt>
                <c:pt idx="61364">
                  <c:v>0</c:v>
                </c:pt>
                <c:pt idx="61365">
                  <c:v>0</c:v>
                </c:pt>
                <c:pt idx="61366">
                  <c:v>0</c:v>
                </c:pt>
                <c:pt idx="61367">
                  <c:v>0</c:v>
                </c:pt>
                <c:pt idx="61368">
                  <c:v>0</c:v>
                </c:pt>
                <c:pt idx="61369">
                  <c:v>0</c:v>
                </c:pt>
                <c:pt idx="61370">
                  <c:v>0</c:v>
                </c:pt>
                <c:pt idx="61371">
                  <c:v>0</c:v>
                </c:pt>
                <c:pt idx="61372">
                  <c:v>0</c:v>
                </c:pt>
                <c:pt idx="61373">
                  <c:v>0</c:v>
                </c:pt>
                <c:pt idx="61374">
                  <c:v>0</c:v>
                </c:pt>
                <c:pt idx="61375">
                  <c:v>0</c:v>
                </c:pt>
                <c:pt idx="61376">
                  <c:v>0</c:v>
                </c:pt>
                <c:pt idx="61377">
                  <c:v>0</c:v>
                </c:pt>
                <c:pt idx="61378">
                  <c:v>0</c:v>
                </c:pt>
                <c:pt idx="61379">
                  <c:v>0</c:v>
                </c:pt>
                <c:pt idx="61380">
                  <c:v>0</c:v>
                </c:pt>
                <c:pt idx="61381">
                  <c:v>0</c:v>
                </c:pt>
                <c:pt idx="61382">
                  <c:v>0</c:v>
                </c:pt>
                <c:pt idx="61383">
                  <c:v>0</c:v>
                </c:pt>
                <c:pt idx="61384">
                  <c:v>0</c:v>
                </c:pt>
                <c:pt idx="61385">
                  <c:v>0</c:v>
                </c:pt>
                <c:pt idx="61386">
                  <c:v>0</c:v>
                </c:pt>
                <c:pt idx="61387">
                  <c:v>0</c:v>
                </c:pt>
                <c:pt idx="61388">
                  <c:v>0</c:v>
                </c:pt>
                <c:pt idx="61389">
                  <c:v>0</c:v>
                </c:pt>
                <c:pt idx="61390">
                  <c:v>0</c:v>
                </c:pt>
                <c:pt idx="61391">
                  <c:v>0</c:v>
                </c:pt>
                <c:pt idx="61392">
                  <c:v>0</c:v>
                </c:pt>
                <c:pt idx="61393">
                  <c:v>0</c:v>
                </c:pt>
                <c:pt idx="61394">
                  <c:v>0</c:v>
                </c:pt>
                <c:pt idx="61395">
                  <c:v>0</c:v>
                </c:pt>
                <c:pt idx="61396">
                  <c:v>0</c:v>
                </c:pt>
                <c:pt idx="61397">
                  <c:v>0</c:v>
                </c:pt>
                <c:pt idx="61398">
                  <c:v>0</c:v>
                </c:pt>
                <c:pt idx="61399">
                  <c:v>0</c:v>
                </c:pt>
                <c:pt idx="61400">
                  <c:v>0</c:v>
                </c:pt>
                <c:pt idx="61401">
                  <c:v>0</c:v>
                </c:pt>
                <c:pt idx="61402">
                  <c:v>0</c:v>
                </c:pt>
                <c:pt idx="61403">
                  <c:v>0</c:v>
                </c:pt>
                <c:pt idx="61404">
                  <c:v>0</c:v>
                </c:pt>
                <c:pt idx="61405">
                  <c:v>0</c:v>
                </c:pt>
                <c:pt idx="61406">
                  <c:v>0</c:v>
                </c:pt>
                <c:pt idx="61407">
                  <c:v>0</c:v>
                </c:pt>
                <c:pt idx="61408">
                  <c:v>0</c:v>
                </c:pt>
                <c:pt idx="61409">
                  <c:v>0</c:v>
                </c:pt>
                <c:pt idx="61410">
                  <c:v>0</c:v>
                </c:pt>
                <c:pt idx="61411">
                  <c:v>0</c:v>
                </c:pt>
                <c:pt idx="61412">
                  <c:v>0</c:v>
                </c:pt>
                <c:pt idx="61413">
                  <c:v>0</c:v>
                </c:pt>
                <c:pt idx="61414">
                  <c:v>0</c:v>
                </c:pt>
                <c:pt idx="61415">
                  <c:v>0</c:v>
                </c:pt>
                <c:pt idx="61416">
                  <c:v>0</c:v>
                </c:pt>
                <c:pt idx="61417">
                  <c:v>0</c:v>
                </c:pt>
                <c:pt idx="61418">
                  <c:v>0</c:v>
                </c:pt>
                <c:pt idx="61419">
                  <c:v>0</c:v>
                </c:pt>
                <c:pt idx="61420">
                  <c:v>0</c:v>
                </c:pt>
                <c:pt idx="61421">
                  <c:v>0</c:v>
                </c:pt>
                <c:pt idx="61422">
                  <c:v>0</c:v>
                </c:pt>
                <c:pt idx="61423">
                  <c:v>0</c:v>
                </c:pt>
                <c:pt idx="61424">
                  <c:v>0</c:v>
                </c:pt>
                <c:pt idx="61425">
                  <c:v>0</c:v>
                </c:pt>
                <c:pt idx="61426">
                  <c:v>0</c:v>
                </c:pt>
                <c:pt idx="61427">
                  <c:v>0</c:v>
                </c:pt>
                <c:pt idx="61428">
                  <c:v>0</c:v>
                </c:pt>
                <c:pt idx="61429">
                  <c:v>0</c:v>
                </c:pt>
                <c:pt idx="61430">
                  <c:v>0</c:v>
                </c:pt>
                <c:pt idx="61431">
                  <c:v>0</c:v>
                </c:pt>
                <c:pt idx="61432">
                  <c:v>0</c:v>
                </c:pt>
                <c:pt idx="61433">
                  <c:v>0</c:v>
                </c:pt>
                <c:pt idx="61434">
                  <c:v>0</c:v>
                </c:pt>
                <c:pt idx="61435">
                  <c:v>0</c:v>
                </c:pt>
                <c:pt idx="61436">
                  <c:v>0</c:v>
                </c:pt>
                <c:pt idx="61437">
                  <c:v>0</c:v>
                </c:pt>
                <c:pt idx="61438">
                  <c:v>0</c:v>
                </c:pt>
                <c:pt idx="61439">
                  <c:v>0</c:v>
                </c:pt>
                <c:pt idx="61440">
                  <c:v>0</c:v>
                </c:pt>
                <c:pt idx="61441">
                  <c:v>0</c:v>
                </c:pt>
                <c:pt idx="61442">
                  <c:v>0</c:v>
                </c:pt>
                <c:pt idx="61443">
                  <c:v>0</c:v>
                </c:pt>
                <c:pt idx="61444">
                  <c:v>0</c:v>
                </c:pt>
                <c:pt idx="61445">
                  <c:v>0</c:v>
                </c:pt>
                <c:pt idx="61446">
                  <c:v>0</c:v>
                </c:pt>
                <c:pt idx="61447">
                  <c:v>0</c:v>
                </c:pt>
                <c:pt idx="61448">
                  <c:v>0</c:v>
                </c:pt>
                <c:pt idx="61449">
                  <c:v>0</c:v>
                </c:pt>
                <c:pt idx="61450">
                  <c:v>0</c:v>
                </c:pt>
                <c:pt idx="61451">
                  <c:v>0</c:v>
                </c:pt>
                <c:pt idx="61452">
                  <c:v>0</c:v>
                </c:pt>
                <c:pt idx="61453">
                  <c:v>0</c:v>
                </c:pt>
                <c:pt idx="61454">
                  <c:v>0</c:v>
                </c:pt>
                <c:pt idx="61455">
                  <c:v>0</c:v>
                </c:pt>
                <c:pt idx="61456">
                  <c:v>0</c:v>
                </c:pt>
                <c:pt idx="61457">
                  <c:v>0</c:v>
                </c:pt>
                <c:pt idx="61458">
                  <c:v>0</c:v>
                </c:pt>
                <c:pt idx="61459">
                  <c:v>0</c:v>
                </c:pt>
                <c:pt idx="61460">
                  <c:v>0</c:v>
                </c:pt>
                <c:pt idx="61461">
                  <c:v>0</c:v>
                </c:pt>
                <c:pt idx="61462">
                  <c:v>0</c:v>
                </c:pt>
                <c:pt idx="61463">
                  <c:v>0</c:v>
                </c:pt>
                <c:pt idx="61464">
                  <c:v>0</c:v>
                </c:pt>
                <c:pt idx="61465">
                  <c:v>0</c:v>
                </c:pt>
                <c:pt idx="61466">
                  <c:v>0</c:v>
                </c:pt>
                <c:pt idx="61467">
                  <c:v>0</c:v>
                </c:pt>
                <c:pt idx="61468">
                  <c:v>0</c:v>
                </c:pt>
                <c:pt idx="61469">
                  <c:v>0</c:v>
                </c:pt>
                <c:pt idx="61470">
                  <c:v>0</c:v>
                </c:pt>
                <c:pt idx="61471">
                  <c:v>0</c:v>
                </c:pt>
                <c:pt idx="61472">
                  <c:v>0</c:v>
                </c:pt>
                <c:pt idx="61473">
                  <c:v>0</c:v>
                </c:pt>
                <c:pt idx="61474">
                  <c:v>0</c:v>
                </c:pt>
                <c:pt idx="61475">
                  <c:v>0</c:v>
                </c:pt>
                <c:pt idx="61476">
                  <c:v>0</c:v>
                </c:pt>
                <c:pt idx="61477">
                  <c:v>0</c:v>
                </c:pt>
                <c:pt idx="61478">
                  <c:v>0</c:v>
                </c:pt>
                <c:pt idx="61479">
                  <c:v>0</c:v>
                </c:pt>
                <c:pt idx="61480">
                  <c:v>0</c:v>
                </c:pt>
                <c:pt idx="61481">
                  <c:v>0</c:v>
                </c:pt>
                <c:pt idx="61482">
                  <c:v>0</c:v>
                </c:pt>
                <c:pt idx="61483">
                  <c:v>0</c:v>
                </c:pt>
                <c:pt idx="61484">
                  <c:v>0</c:v>
                </c:pt>
                <c:pt idx="61485">
                  <c:v>0</c:v>
                </c:pt>
                <c:pt idx="61486">
                  <c:v>0</c:v>
                </c:pt>
                <c:pt idx="61487">
                  <c:v>0</c:v>
                </c:pt>
                <c:pt idx="61488">
                  <c:v>0</c:v>
                </c:pt>
                <c:pt idx="61489">
                  <c:v>0</c:v>
                </c:pt>
                <c:pt idx="61490">
                  <c:v>0</c:v>
                </c:pt>
                <c:pt idx="61491">
                  <c:v>0</c:v>
                </c:pt>
                <c:pt idx="61492">
                  <c:v>0</c:v>
                </c:pt>
                <c:pt idx="61493">
                  <c:v>0</c:v>
                </c:pt>
                <c:pt idx="61494">
                  <c:v>0</c:v>
                </c:pt>
                <c:pt idx="61495">
                  <c:v>0</c:v>
                </c:pt>
                <c:pt idx="61496">
                  <c:v>0</c:v>
                </c:pt>
                <c:pt idx="61497">
                  <c:v>0</c:v>
                </c:pt>
                <c:pt idx="61498">
                  <c:v>0</c:v>
                </c:pt>
                <c:pt idx="61499">
                  <c:v>0</c:v>
                </c:pt>
                <c:pt idx="61500">
                  <c:v>0</c:v>
                </c:pt>
                <c:pt idx="61501">
                  <c:v>0</c:v>
                </c:pt>
                <c:pt idx="61502">
                  <c:v>0</c:v>
                </c:pt>
                <c:pt idx="61503">
                  <c:v>0</c:v>
                </c:pt>
                <c:pt idx="61504">
                  <c:v>0</c:v>
                </c:pt>
                <c:pt idx="61505">
                  <c:v>0</c:v>
                </c:pt>
                <c:pt idx="61506">
                  <c:v>0</c:v>
                </c:pt>
                <c:pt idx="61507">
                  <c:v>0</c:v>
                </c:pt>
                <c:pt idx="61508">
                  <c:v>0</c:v>
                </c:pt>
                <c:pt idx="61509">
                  <c:v>0</c:v>
                </c:pt>
                <c:pt idx="61510">
                  <c:v>0</c:v>
                </c:pt>
                <c:pt idx="61511">
                  <c:v>0</c:v>
                </c:pt>
                <c:pt idx="61512">
                  <c:v>0</c:v>
                </c:pt>
                <c:pt idx="61513">
                  <c:v>0</c:v>
                </c:pt>
                <c:pt idx="61514">
                  <c:v>0</c:v>
                </c:pt>
                <c:pt idx="61515">
                  <c:v>0</c:v>
                </c:pt>
                <c:pt idx="61516">
                  <c:v>0</c:v>
                </c:pt>
                <c:pt idx="61517">
                  <c:v>0</c:v>
                </c:pt>
                <c:pt idx="61518">
                  <c:v>0</c:v>
                </c:pt>
                <c:pt idx="61519">
                  <c:v>0</c:v>
                </c:pt>
                <c:pt idx="61520">
                  <c:v>0</c:v>
                </c:pt>
                <c:pt idx="61521">
                  <c:v>0</c:v>
                </c:pt>
                <c:pt idx="61522">
                  <c:v>0</c:v>
                </c:pt>
                <c:pt idx="61523">
                  <c:v>0</c:v>
                </c:pt>
                <c:pt idx="61524">
                  <c:v>0</c:v>
                </c:pt>
                <c:pt idx="61525">
                  <c:v>0</c:v>
                </c:pt>
                <c:pt idx="61526">
                  <c:v>0</c:v>
                </c:pt>
                <c:pt idx="61527">
                  <c:v>0</c:v>
                </c:pt>
                <c:pt idx="61528">
                  <c:v>0</c:v>
                </c:pt>
                <c:pt idx="61529">
                  <c:v>0</c:v>
                </c:pt>
                <c:pt idx="61530">
                  <c:v>0</c:v>
                </c:pt>
                <c:pt idx="61531">
                  <c:v>0</c:v>
                </c:pt>
                <c:pt idx="61532">
                  <c:v>0</c:v>
                </c:pt>
                <c:pt idx="61533">
                  <c:v>0</c:v>
                </c:pt>
                <c:pt idx="61534">
                  <c:v>0</c:v>
                </c:pt>
                <c:pt idx="61535">
                  <c:v>0</c:v>
                </c:pt>
                <c:pt idx="61536">
                  <c:v>0</c:v>
                </c:pt>
                <c:pt idx="61537">
                  <c:v>0</c:v>
                </c:pt>
                <c:pt idx="61538">
                  <c:v>0</c:v>
                </c:pt>
                <c:pt idx="61539">
                  <c:v>0</c:v>
                </c:pt>
                <c:pt idx="61540">
                  <c:v>0</c:v>
                </c:pt>
                <c:pt idx="61541">
                  <c:v>0</c:v>
                </c:pt>
                <c:pt idx="61542">
                  <c:v>0</c:v>
                </c:pt>
                <c:pt idx="61543">
                  <c:v>0</c:v>
                </c:pt>
                <c:pt idx="61544">
                  <c:v>0</c:v>
                </c:pt>
                <c:pt idx="61545">
                  <c:v>0</c:v>
                </c:pt>
                <c:pt idx="61546">
                  <c:v>0</c:v>
                </c:pt>
                <c:pt idx="61547">
                  <c:v>0</c:v>
                </c:pt>
                <c:pt idx="61548">
                  <c:v>0</c:v>
                </c:pt>
                <c:pt idx="61549">
                  <c:v>0</c:v>
                </c:pt>
                <c:pt idx="61550">
                  <c:v>0</c:v>
                </c:pt>
                <c:pt idx="61551">
                  <c:v>0</c:v>
                </c:pt>
                <c:pt idx="61552">
                  <c:v>0</c:v>
                </c:pt>
                <c:pt idx="61553">
                  <c:v>0</c:v>
                </c:pt>
                <c:pt idx="61554">
                  <c:v>0</c:v>
                </c:pt>
                <c:pt idx="61555">
                  <c:v>0</c:v>
                </c:pt>
                <c:pt idx="61556">
                  <c:v>0</c:v>
                </c:pt>
                <c:pt idx="61557">
                  <c:v>0</c:v>
                </c:pt>
                <c:pt idx="61558">
                  <c:v>0</c:v>
                </c:pt>
                <c:pt idx="61559">
                  <c:v>0</c:v>
                </c:pt>
                <c:pt idx="61560">
                  <c:v>0</c:v>
                </c:pt>
                <c:pt idx="61561">
                  <c:v>0</c:v>
                </c:pt>
                <c:pt idx="61562">
                  <c:v>0</c:v>
                </c:pt>
                <c:pt idx="61563">
                  <c:v>0</c:v>
                </c:pt>
                <c:pt idx="61564">
                  <c:v>0</c:v>
                </c:pt>
                <c:pt idx="61565">
                  <c:v>0</c:v>
                </c:pt>
                <c:pt idx="61566">
                  <c:v>0</c:v>
                </c:pt>
                <c:pt idx="61567">
                  <c:v>0</c:v>
                </c:pt>
                <c:pt idx="61568">
                  <c:v>0</c:v>
                </c:pt>
                <c:pt idx="61569">
                  <c:v>0</c:v>
                </c:pt>
                <c:pt idx="61570">
                  <c:v>0</c:v>
                </c:pt>
                <c:pt idx="61571">
                  <c:v>0</c:v>
                </c:pt>
                <c:pt idx="61572">
                  <c:v>0</c:v>
                </c:pt>
                <c:pt idx="61573">
                  <c:v>0</c:v>
                </c:pt>
                <c:pt idx="61574">
                  <c:v>0</c:v>
                </c:pt>
                <c:pt idx="61575">
                  <c:v>0</c:v>
                </c:pt>
                <c:pt idx="61576">
                  <c:v>0</c:v>
                </c:pt>
                <c:pt idx="61577">
                  <c:v>0</c:v>
                </c:pt>
                <c:pt idx="61578">
                  <c:v>0</c:v>
                </c:pt>
                <c:pt idx="61579">
                  <c:v>0</c:v>
                </c:pt>
                <c:pt idx="61580">
                  <c:v>0</c:v>
                </c:pt>
                <c:pt idx="61581">
                  <c:v>0</c:v>
                </c:pt>
                <c:pt idx="61582">
                  <c:v>0</c:v>
                </c:pt>
                <c:pt idx="61583">
                  <c:v>0</c:v>
                </c:pt>
                <c:pt idx="61584">
                  <c:v>0</c:v>
                </c:pt>
                <c:pt idx="61585">
                  <c:v>0</c:v>
                </c:pt>
                <c:pt idx="61586">
                  <c:v>0</c:v>
                </c:pt>
                <c:pt idx="61587">
                  <c:v>0</c:v>
                </c:pt>
                <c:pt idx="61588">
                  <c:v>0</c:v>
                </c:pt>
                <c:pt idx="61589">
                  <c:v>0</c:v>
                </c:pt>
                <c:pt idx="61590">
                  <c:v>0</c:v>
                </c:pt>
                <c:pt idx="61591">
                  <c:v>0</c:v>
                </c:pt>
                <c:pt idx="61592">
                  <c:v>0</c:v>
                </c:pt>
                <c:pt idx="61593">
                  <c:v>0</c:v>
                </c:pt>
                <c:pt idx="61594">
                  <c:v>0</c:v>
                </c:pt>
                <c:pt idx="61595">
                  <c:v>0</c:v>
                </c:pt>
                <c:pt idx="61596">
                  <c:v>0</c:v>
                </c:pt>
                <c:pt idx="61597">
                  <c:v>0</c:v>
                </c:pt>
                <c:pt idx="61598">
                  <c:v>0</c:v>
                </c:pt>
                <c:pt idx="61599">
                  <c:v>0</c:v>
                </c:pt>
                <c:pt idx="61600">
                  <c:v>0</c:v>
                </c:pt>
                <c:pt idx="61601">
                  <c:v>0</c:v>
                </c:pt>
                <c:pt idx="61602">
                  <c:v>0</c:v>
                </c:pt>
                <c:pt idx="61603">
                  <c:v>0</c:v>
                </c:pt>
                <c:pt idx="61604">
                  <c:v>0</c:v>
                </c:pt>
                <c:pt idx="61605">
                  <c:v>0</c:v>
                </c:pt>
                <c:pt idx="61606">
                  <c:v>0</c:v>
                </c:pt>
                <c:pt idx="61607">
                  <c:v>0</c:v>
                </c:pt>
                <c:pt idx="61608">
                  <c:v>0</c:v>
                </c:pt>
                <c:pt idx="61609">
                  <c:v>0</c:v>
                </c:pt>
                <c:pt idx="61610">
                  <c:v>0</c:v>
                </c:pt>
                <c:pt idx="61611">
                  <c:v>0</c:v>
                </c:pt>
                <c:pt idx="61612">
                  <c:v>0</c:v>
                </c:pt>
                <c:pt idx="61613">
                  <c:v>0</c:v>
                </c:pt>
                <c:pt idx="61614">
                  <c:v>0</c:v>
                </c:pt>
                <c:pt idx="61615">
                  <c:v>0</c:v>
                </c:pt>
                <c:pt idx="61616">
                  <c:v>0</c:v>
                </c:pt>
                <c:pt idx="61617">
                  <c:v>0</c:v>
                </c:pt>
                <c:pt idx="61618">
                  <c:v>0</c:v>
                </c:pt>
                <c:pt idx="61619">
                  <c:v>0</c:v>
                </c:pt>
                <c:pt idx="61620">
                  <c:v>0</c:v>
                </c:pt>
                <c:pt idx="61621">
                  <c:v>0</c:v>
                </c:pt>
                <c:pt idx="61622">
                  <c:v>0</c:v>
                </c:pt>
                <c:pt idx="61623">
                  <c:v>0</c:v>
                </c:pt>
                <c:pt idx="61624">
                  <c:v>0</c:v>
                </c:pt>
                <c:pt idx="61625">
                  <c:v>0</c:v>
                </c:pt>
                <c:pt idx="61626">
                  <c:v>0</c:v>
                </c:pt>
                <c:pt idx="61627">
                  <c:v>0</c:v>
                </c:pt>
                <c:pt idx="61628">
                  <c:v>0</c:v>
                </c:pt>
                <c:pt idx="61629">
                  <c:v>0</c:v>
                </c:pt>
                <c:pt idx="61630">
                  <c:v>0</c:v>
                </c:pt>
                <c:pt idx="61631">
                  <c:v>0</c:v>
                </c:pt>
                <c:pt idx="61632">
                  <c:v>0</c:v>
                </c:pt>
                <c:pt idx="61633">
                  <c:v>0</c:v>
                </c:pt>
                <c:pt idx="61634">
                  <c:v>0</c:v>
                </c:pt>
                <c:pt idx="61635">
                  <c:v>0</c:v>
                </c:pt>
                <c:pt idx="61636">
                  <c:v>0</c:v>
                </c:pt>
                <c:pt idx="61637">
                  <c:v>0</c:v>
                </c:pt>
                <c:pt idx="61638">
                  <c:v>0</c:v>
                </c:pt>
                <c:pt idx="61639">
                  <c:v>0</c:v>
                </c:pt>
                <c:pt idx="61640">
                  <c:v>0</c:v>
                </c:pt>
                <c:pt idx="61641">
                  <c:v>0</c:v>
                </c:pt>
                <c:pt idx="61642">
                  <c:v>0</c:v>
                </c:pt>
                <c:pt idx="61643">
                  <c:v>0</c:v>
                </c:pt>
                <c:pt idx="61644">
                  <c:v>0</c:v>
                </c:pt>
                <c:pt idx="61645">
                  <c:v>0</c:v>
                </c:pt>
                <c:pt idx="61646">
                  <c:v>0</c:v>
                </c:pt>
                <c:pt idx="61647">
                  <c:v>0</c:v>
                </c:pt>
                <c:pt idx="61648">
                  <c:v>0</c:v>
                </c:pt>
                <c:pt idx="61649">
                  <c:v>0</c:v>
                </c:pt>
                <c:pt idx="61650">
                  <c:v>0</c:v>
                </c:pt>
                <c:pt idx="61651">
                  <c:v>0</c:v>
                </c:pt>
                <c:pt idx="61652">
                  <c:v>0</c:v>
                </c:pt>
                <c:pt idx="61653">
                  <c:v>0</c:v>
                </c:pt>
                <c:pt idx="61654">
                  <c:v>0</c:v>
                </c:pt>
                <c:pt idx="61655">
                  <c:v>0</c:v>
                </c:pt>
                <c:pt idx="61656">
                  <c:v>0</c:v>
                </c:pt>
                <c:pt idx="61657">
                  <c:v>0</c:v>
                </c:pt>
                <c:pt idx="61658">
                  <c:v>0</c:v>
                </c:pt>
                <c:pt idx="61659">
                  <c:v>0</c:v>
                </c:pt>
                <c:pt idx="61660">
                  <c:v>0</c:v>
                </c:pt>
                <c:pt idx="61661">
                  <c:v>0</c:v>
                </c:pt>
                <c:pt idx="61662">
                  <c:v>0</c:v>
                </c:pt>
                <c:pt idx="61663">
                  <c:v>0</c:v>
                </c:pt>
                <c:pt idx="61664">
                  <c:v>0</c:v>
                </c:pt>
                <c:pt idx="61665">
                  <c:v>0</c:v>
                </c:pt>
                <c:pt idx="61666">
                  <c:v>0</c:v>
                </c:pt>
                <c:pt idx="61667">
                  <c:v>0</c:v>
                </c:pt>
                <c:pt idx="61668">
                  <c:v>0</c:v>
                </c:pt>
                <c:pt idx="61669">
                  <c:v>0</c:v>
                </c:pt>
                <c:pt idx="61670">
                  <c:v>0</c:v>
                </c:pt>
                <c:pt idx="61671">
                  <c:v>0</c:v>
                </c:pt>
                <c:pt idx="61672">
                  <c:v>0</c:v>
                </c:pt>
                <c:pt idx="61673">
                  <c:v>0</c:v>
                </c:pt>
                <c:pt idx="61674">
                  <c:v>0</c:v>
                </c:pt>
                <c:pt idx="61675">
                  <c:v>0</c:v>
                </c:pt>
                <c:pt idx="61676">
                  <c:v>0</c:v>
                </c:pt>
                <c:pt idx="61677">
                  <c:v>0</c:v>
                </c:pt>
                <c:pt idx="61678">
                  <c:v>0</c:v>
                </c:pt>
                <c:pt idx="61679">
                  <c:v>0</c:v>
                </c:pt>
                <c:pt idx="61680">
                  <c:v>0</c:v>
                </c:pt>
                <c:pt idx="61681">
                  <c:v>0</c:v>
                </c:pt>
                <c:pt idx="61682">
                  <c:v>0</c:v>
                </c:pt>
                <c:pt idx="61683">
                  <c:v>0</c:v>
                </c:pt>
                <c:pt idx="61684">
                  <c:v>0</c:v>
                </c:pt>
                <c:pt idx="61685">
                  <c:v>0</c:v>
                </c:pt>
                <c:pt idx="61686">
                  <c:v>0</c:v>
                </c:pt>
                <c:pt idx="61687">
                  <c:v>0</c:v>
                </c:pt>
                <c:pt idx="61688">
                  <c:v>0</c:v>
                </c:pt>
                <c:pt idx="61689">
                  <c:v>0</c:v>
                </c:pt>
                <c:pt idx="61690">
                  <c:v>0</c:v>
                </c:pt>
                <c:pt idx="61691">
                  <c:v>0</c:v>
                </c:pt>
                <c:pt idx="61692">
                  <c:v>0</c:v>
                </c:pt>
                <c:pt idx="61693">
                  <c:v>0</c:v>
                </c:pt>
                <c:pt idx="61694">
                  <c:v>0</c:v>
                </c:pt>
                <c:pt idx="61695">
                  <c:v>0</c:v>
                </c:pt>
                <c:pt idx="61696">
                  <c:v>0</c:v>
                </c:pt>
                <c:pt idx="61697">
                  <c:v>0</c:v>
                </c:pt>
                <c:pt idx="61698">
                  <c:v>0</c:v>
                </c:pt>
                <c:pt idx="61699">
                  <c:v>0</c:v>
                </c:pt>
                <c:pt idx="61700">
                  <c:v>0</c:v>
                </c:pt>
                <c:pt idx="61701">
                  <c:v>0</c:v>
                </c:pt>
                <c:pt idx="61702">
                  <c:v>0</c:v>
                </c:pt>
                <c:pt idx="61703">
                  <c:v>0</c:v>
                </c:pt>
                <c:pt idx="61704">
                  <c:v>0</c:v>
                </c:pt>
                <c:pt idx="61705">
                  <c:v>0</c:v>
                </c:pt>
                <c:pt idx="61706">
                  <c:v>0</c:v>
                </c:pt>
                <c:pt idx="61707">
                  <c:v>0</c:v>
                </c:pt>
                <c:pt idx="61708">
                  <c:v>0</c:v>
                </c:pt>
                <c:pt idx="61709">
                  <c:v>0</c:v>
                </c:pt>
                <c:pt idx="61710">
                  <c:v>0</c:v>
                </c:pt>
                <c:pt idx="61711">
                  <c:v>0</c:v>
                </c:pt>
                <c:pt idx="61712">
                  <c:v>0</c:v>
                </c:pt>
                <c:pt idx="61713">
                  <c:v>0</c:v>
                </c:pt>
                <c:pt idx="61714">
                  <c:v>0</c:v>
                </c:pt>
                <c:pt idx="61715">
                  <c:v>0</c:v>
                </c:pt>
                <c:pt idx="61716">
                  <c:v>0</c:v>
                </c:pt>
                <c:pt idx="61717">
                  <c:v>0</c:v>
                </c:pt>
                <c:pt idx="61718">
                  <c:v>0</c:v>
                </c:pt>
                <c:pt idx="61719">
                  <c:v>0</c:v>
                </c:pt>
                <c:pt idx="61720">
                  <c:v>0</c:v>
                </c:pt>
                <c:pt idx="61721">
                  <c:v>0</c:v>
                </c:pt>
                <c:pt idx="61722">
                  <c:v>0</c:v>
                </c:pt>
                <c:pt idx="61723">
                  <c:v>0</c:v>
                </c:pt>
                <c:pt idx="61724">
                  <c:v>0</c:v>
                </c:pt>
                <c:pt idx="61725">
                  <c:v>0</c:v>
                </c:pt>
                <c:pt idx="61726">
                  <c:v>0</c:v>
                </c:pt>
                <c:pt idx="61727">
                  <c:v>0</c:v>
                </c:pt>
                <c:pt idx="61728">
                  <c:v>0</c:v>
                </c:pt>
                <c:pt idx="61729">
                  <c:v>0</c:v>
                </c:pt>
                <c:pt idx="61730">
                  <c:v>0</c:v>
                </c:pt>
                <c:pt idx="61731">
                  <c:v>0</c:v>
                </c:pt>
                <c:pt idx="61732">
                  <c:v>0</c:v>
                </c:pt>
                <c:pt idx="61733">
                  <c:v>0</c:v>
                </c:pt>
                <c:pt idx="61734">
                  <c:v>0</c:v>
                </c:pt>
                <c:pt idx="61735">
                  <c:v>0</c:v>
                </c:pt>
                <c:pt idx="61736">
                  <c:v>0</c:v>
                </c:pt>
                <c:pt idx="61737">
                  <c:v>0</c:v>
                </c:pt>
                <c:pt idx="61738">
                  <c:v>0</c:v>
                </c:pt>
                <c:pt idx="61739">
                  <c:v>0</c:v>
                </c:pt>
                <c:pt idx="61740">
                  <c:v>0</c:v>
                </c:pt>
                <c:pt idx="61741">
                  <c:v>0</c:v>
                </c:pt>
                <c:pt idx="61742">
                  <c:v>0</c:v>
                </c:pt>
                <c:pt idx="61743">
                  <c:v>0</c:v>
                </c:pt>
                <c:pt idx="61744">
                  <c:v>0</c:v>
                </c:pt>
                <c:pt idx="61745">
                  <c:v>0</c:v>
                </c:pt>
                <c:pt idx="61746">
                  <c:v>0</c:v>
                </c:pt>
                <c:pt idx="61747">
                  <c:v>0</c:v>
                </c:pt>
                <c:pt idx="61748">
                  <c:v>0</c:v>
                </c:pt>
                <c:pt idx="61749">
                  <c:v>0</c:v>
                </c:pt>
                <c:pt idx="61750">
                  <c:v>0</c:v>
                </c:pt>
                <c:pt idx="61751">
                  <c:v>0</c:v>
                </c:pt>
                <c:pt idx="61752">
                  <c:v>0</c:v>
                </c:pt>
                <c:pt idx="61753">
                  <c:v>0</c:v>
                </c:pt>
                <c:pt idx="61754">
                  <c:v>0</c:v>
                </c:pt>
                <c:pt idx="61755">
                  <c:v>0</c:v>
                </c:pt>
                <c:pt idx="61756">
                  <c:v>0</c:v>
                </c:pt>
                <c:pt idx="61757">
                  <c:v>0</c:v>
                </c:pt>
                <c:pt idx="61758">
                  <c:v>0</c:v>
                </c:pt>
                <c:pt idx="61759">
                  <c:v>0</c:v>
                </c:pt>
                <c:pt idx="61760">
                  <c:v>0</c:v>
                </c:pt>
                <c:pt idx="61761">
                  <c:v>0</c:v>
                </c:pt>
                <c:pt idx="61762">
                  <c:v>0</c:v>
                </c:pt>
                <c:pt idx="61763">
                  <c:v>0</c:v>
                </c:pt>
                <c:pt idx="61764">
                  <c:v>0</c:v>
                </c:pt>
                <c:pt idx="61765">
                  <c:v>0</c:v>
                </c:pt>
                <c:pt idx="61766">
                  <c:v>0</c:v>
                </c:pt>
                <c:pt idx="61767">
                  <c:v>0</c:v>
                </c:pt>
                <c:pt idx="61768">
                  <c:v>0</c:v>
                </c:pt>
                <c:pt idx="61769">
                  <c:v>0</c:v>
                </c:pt>
                <c:pt idx="61770">
                  <c:v>0</c:v>
                </c:pt>
                <c:pt idx="61771">
                  <c:v>0</c:v>
                </c:pt>
                <c:pt idx="61772">
                  <c:v>0</c:v>
                </c:pt>
                <c:pt idx="61773">
                  <c:v>0</c:v>
                </c:pt>
                <c:pt idx="61774">
                  <c:v>0</c:v>
                </c:pt>
                <c:pt idx="61775">
                  <c:v>0</c:v>
                </c:pt>
                <c:pt idx="61776">
                  <c:v>0</c:v>
                </c:pt>
                <c:pt idx="61777">
                  <c:v>0</c:v>
                </c:pt>
                <c:pt idx="61778">
                  <c:v>0</c:v>
                </c:pt>
                <c:pt idx="61779">
                  <c:v>0</c:v>
                </c:pt>
                <c:pt idx="61780">
                  <c:v>0</c:v>
                </c:pt>
                <c:pt idx="61781">
                  <c:v>0</c:v>
                </c:pt>
                <c:pt idx="61782">
                  <c:v>0</c:v>
                </c:pt>
                <c:pt idx="61783">
                  <c:v>0</c:v>
                </c:pt>
                <c:pt idx="61784">
                  <c:v>0</c:v>
                </c:pt>
                <c:pt idx="61785">
                  <c:v>0</c:v>
                </c:pt>
                <c:pt idx="61786">
                  <c:v>0</c:v>
                </c:pt>
                <c:pt idx="61787">
                  <c:v>0</c:v>
                </c:pt>
                <c:pt idx="61788">
                  <c:v>0</c:v>
                </c:pt>
                <c:pt idx="61789">
                  <c:v>0</c:v>
                </c:pt>
                <c:pt idx="61790">
                  <c:v>0</c:v>
                </c:pt>
                <c:pt idx="61791">
                  <c:v>0</c:v>
                </c:pt>
                <c:pt idx="61792">
                  <c:v>0</c:v>
                </c:pt>
                <c:pt idx="61793">
                  <c:v>0</c:v>
                </c:pt>
                <c:pt idx="61794">
                  <c:v>0</c:v>
                </c:pt>
                <c:pt idx="61795">
                  <c:v>0</c:v>
                </c:pt>
                <c:pt idx="61796">
                  <c:v>0</c:v>
                </c:pt>
                <c:pt idx="61797">
                  <c:v>0</c:v>
                </c:pt>
                <c:pt idx="61798">
                  <c:v>0</c:v>
                </c:pt>
                <c:pt idx="61799">
                  <c:v>0</c:v>
                </c:pt>
                <c:pt idx="61800">
                  <c:v>0</c:v>
                </c:pt>
                <c:pt idx="61801">
                  <c:v>0</c:v>
                </c:pt>
                <c:pt idx="61802">
                  <c:v>0</c:v>
                </c:pt>
                <c:pt idx="61803">
                  <c:v>0</c:v>
                </c:pt>
                <c:pt idx="61804">
                  <c:v>0</c:v>
                </c:pt>
                <c:pt idx="61805">
                  <c:v>0</c:v>
                </c:pt>
                <c:pt idx="61806">
                  <c:v>0</c:v>
                </c:pt>
                <c:pt idx="61807">
                  <c:v>0</c:v>
                </c:pt>
                <c:pt idx="61808">
                  <c:v>0</c:v>
                </c:pt>
                <c:pt idx="61809">
                  <c:v>0</c:v>
                </c:pt>
                <c:pt idx="61810">
                  <c:v>0</c:v>
                </c:pt>
                <c:pt idx="61811">
                  <c:v>0</c:v>
                </c:pt>
                <c:pt idx="61812">
                  <c:v>0</c:v>
                </c:pt>
                <c:pt idx="61813">
                  <c:v>0</c:v>
                </c:pt>
                <c:pt idx="61814">
                  <c:v>0</c:v>
                </c:pt>
                <c:pt idx="61815">
                  <c:v>0</c:v>
                </c:pt>
                <c:pt idx="61816">
                  <c:v>0</c:v>
                </c:pt>
                <c:pt idx="61817">
                  <c:v>0</c:v>
                </c:pt>
                <c:pt idx="61818">
                  <c:v>0</c:v>
                </c:pt>
                <c:pt idx="61819">
                  <c:v>0</c:v>
                </c:pt>
                <c:pt idx="61820">
                  <c:v>0</c:v>
                </c:pt>
                <c:pt idx="61821">
                  <c:v>0</c:v>
                </c:pt>
                <c:pt idx="61822">
                  <c:v>0</c:v>
                </c:pt>
                <c:pt idx="61823">
                  <c:v>0</c:v>
                </c:pt>
                <c:pt idx="61824">
                  <c:v>0</c:v>
                </c:pt>
                <c:pt idx="61825">
                  <c:v>0</c:v>
                </c:pt>
                <c:pt idx="61826">
                  <c:v>0</c:v>
                </c:pt>
                <c:pt idx="61827">
                  <c:v>0</c:v>
                </c:pt>
                <c:pt idx="61828">
                  <c:v>0</c:v>
                </c:pt>
                <c:pt idx="61829">
                  <c:v>0</c:v>
                </c:pt>
                <c:pt idx="61830">
                  <c:v>0</c:v>
                </c:pt>
                <c:pt idx="61831">
                  <c:v>0</c:v>
                </c:pt>
                <c:pt idx="61832">
                  <c:v>0</c:v>
                </c:pt>
                <c:pt idx="61833">
                  <c:v>0</c:v>
                </c:pt>
                <c:pt idx="61834">
                  <c:v>0</c:v>
                </c:pt>
                <c:pt idx="61835">
                  <c:v>0</c:v>
                </c:pt>
                <c:pt idx="61836">
                  <c:v>0</c:v>
                </c:pt>
                <c:pt idx="61837">
                  <c:v>0</c:v>
                </c:pt>
                <c:pt idx="61838">
                  <c:v>0</c:v>
                </c:pt>
                <c:pt idx="61839">
                  <c:v>0</c:v>
                </c:pt>
                <c:pt idx="61840">
                  <c:v>0</c:v>
                </c:pt>
                <c:pt idx="61841">
                  <c:v>0</c:v>
                </c:pt>
                <c:pt idx="61842">
                  <c:v>0</c:v>
                </c:pt>
                <c:pt idx="61843">
                  <c:v>0</c:v>
                </c:pt>
                <c:pt idx="61844">
                  <c:v>0</c:v>
                </c:pt>
                <c:pt idx="61845">
                  <c:v>0</c:v>
                </c:pt>
                <c:pt idx="61846">
                  <c:v>0</c:v>
                </c:pt>
                <c:pt idx="61847">
                  <c:v>0</c:v>
                </c:pt>
                <c:pt idx="61848">
                  <c:v>0</c:v>
                </c:pt>
                <c:pt idx="61849">
                  <c:v>0</c:v>
                </c:pt>
                <c:pt idx="61850">
                  <c:v>0</c:v>
                </c:pt>
                <c:pt idx="61851">
                  <c:v>0</c:v>
                </c:pt>
                <c:pt idx="61852">
                  <c:v>0</c:v>
                </c:pt>
                <c:pt idx="61853">
                  <c:v>0</c:v>
                </c:pt>
                <c:pt idx="61854">
                  <c:v>0</c:v>
                </c:pt>
                <c:pt idx="61855">
                  <c:v>0</c:v>
                </c:pt>
                <c:pt idx="61856">
                  <c:v>0</c:v>
                </c:pt>
                <c:pt idx="61857">
                  <c:v>0</c:v>
                </c:pt>
                <c:pt idx="61858">
                  <c:v>0</c:v>
                </c:pt>
                <c:pt idx="61859">
                  <c:v>0</c:v>
                </c:pt>
                <c:pt idx="61860">
                  <c:v>0</c:v>
                </c:pt>
                <c:pt idx="61861">
                  <c:v>0</c:v>
                </c:pt>
                <c:pt idx="61862">
                  <c:v>0</c:v>
                </c:pt>
                <c:pt idx="61863">
                  <c:v>0</c:v>
                </c:pt>
                <c:pt idx="61864">
                  <c:v>0</c:v>
                </c:pt>
                <c:pt idx="61865">
                  <c:v>0</c:v>
                </c:pt>
                <c:pt idx="61866">
                  <c:v>0</c:v>
                </c:pt>
                <c:pt idx="61867">
                  <c:v>0</c:v>
                </c:pt>
                <c:pt idx="61868">
                  <c:v>0</c:v>
                </c:pt>
                <c:pt idx="61869">
                  <c:v>0</c:v>
                </c:pt>
                <c:pt idx="61870">
                  <c:v>0</c:v>
                </c:pt>
                <c:pt idx="61871">
                  <c:v>0</c:v>
                </c:pt>
                <c:pt idx="61872">
                  <c:v>0</c:v>
                </c:pt>
                <c:pt idx="61873">
                  <c:v>0</c:v>
                </c:pt>
                <c:pt idx="61874">
                  <c:v>0</c:v>
                </c:pt>
                <c:pt idx="61875">
                  <c:v>0</c:v>
                </c:pt>
                <c:pt idx="61876">
                  <c:v>0</c:v>
                </c:pt>
                <c:pt idx="61877">
                  <c:v>0</c:v>
                </c:pt>
                <c:pt idx="61878">
                  <c:v>0</c:v>
                </c:pt>
                <c:pt idx="61879">
                  <c:v>0</c:v>
                </c:pt>
                <c:pt idx="61880">
                  <c:v>0</c:v>
                </c:pt>
                <c:pt idx="61881">
                  <c:v>0</c:v>
                </c:pt>
                <c:pt idx="61882">
                  <c:v>0</c:v>
                </c:pt>
                <c:pt idx="61883">
                  <c:v>0</c:v>
                </c:pt>
                <c:pt idx="61884">
                  <c:v>0</c:v>
                </c:pt>
                <c:pt idx="61885">
                  <c:v>0</c:v>
                </c:pt>
                <c:pt idx="61886">
                  <c:v>0</c:v>
                </c:pt>
                <c:pt idx="61887">
                  <c:v>0</c:v>
                </c:pt>
                <c:pt idx="61888">
                  <c:v>0</c:v>
                </c:pt>
                <c:pt idx="61889">
                  <c:v>0</c:v>
                </c:pt>
                <c:pt idx="61890">
                  <c:v>0</c:v>
                </c:pt>
                <c:pt idx="61891">
                  <c:v>0</c:v>
                </c:pt>
                <c:pt idx="61892">
                  <c:v>0</c:v>
                </c:pt>
                <c:pt idx="61893">
                  <c:v>0</c:v>
                </c:pt>
                <c:pt idx="61894">
                  <c:v>0</c:v>
                </c:pt>
                <c:pt idx="61895">
                  <c:v>0</c:v>
                </c:pt>
                <c:pt idx="61896">
                  <c:v>0</c:v>
                </c:pt>
                <c:pt idx="61897">
                  <c:v>0</c:v>
                </c:pt>
                <c:pt idx="61898">
                  <c:v>0</c:v>
                </c:pt>
                <c:pt idx="61899">
                  <c:v>0</c:v>
                </c:pt>
                <c:pt idx="61900">
                  <c:v>0</c:v>
                </c:pt>
                <c:pt idx="61901">
                  <c:v>0</c:v>
                </c:pt>
                <c:pt idx="61902">
                  <c:v>0</c:v>
                </c:pt>
                <c:pt idx="61903">
                  <c:v>0</c:v>
                </c:pt>
                <c:pt idx="61904">
                  <c:v>0</c:v>
                </c:pt>
                <c:pt idx="61905">
                  <c:v>0</c:v>
                </c:pt>
                <c:pt idx="61906">
                  <c:v>0</c:v>
                </c:pt>
                <c:pt idx="61907">
                  <c:v>0</c:v>
                </c:pt>
                <c:pt idx="61908">
                  <c:v>0</c:v>
                </c:pt>
                <c:pt idx="61909">
                  <c:v>0</c:v>
                </c:pt>
                <c:pt idx="61910">
                  <c:v>0</c:v>
                </c:pt>
                <c:pt idx="61911">
                  <c:v>0</c:v>
                </c:pt>
                <c:pt idx="61912">
                  <c:v>0</c:v>
                </c:pt>
                <c:pt idx="61913">
                  <c:v>0</c:v>
                </c:pt>
                <c:pt idx="61914">
                  <c:v>0</c:v>
                </c:pt>
                <c:pt idx="61915">
                  <c:v>0</c:v>
                </c:pt>
                <c:pt idx="61916">
                  <c:v>0</c:v>
                </c:pt>
                <c:pt idx="61917">
                  <c:v>0</c:v>
                </c:pt>
                <c:pt idx="61918">
                  <c:v>0</c:v>
                </c:pt>
                <c:pt idx="61919">
                  <c:v>0</c:v>
                </c:pt>
                <c:pt idx="61920">
                  <c:v>0</c:v>
                </c:pt>
                <c:pt idx="61921">
                  <c:v>0</c:v>
                </c:pt>
                <c:pt idx="61922">
                  <c:v>0</c:v>
                </c:pt>
                <c:pt idx="61923">
                  <c:v>0</c:v>
                </c:pt>
                <c:pt idx="61924">
                  <c:v>0</c:v>
                </c:pt>
                <c:pt idx="61925">
                  <c:v>0</c:v>
                </c:pt>
                <c:pt idx="61926">
                  <c:v>0</c:v>
                </c:pt>
                <c:pt idx="61927">
                  <c:v>0</c:v>
                </c:pt>
                <c:pt idx="61928">
                  <c:v>0</c:v>
                </c:pt>
                <c:pt idx="61929">
                  <c:v>0</c:v>
                </c:pt>
                <c:pt idx="61930">
                  <c:v>0</c:v>
                </c:pt>
                <c:pt idx="61931">
                  <c:v>0</c:v>
                </c:pt>
                <c:pt idx="61932">
                  <c:v>0</c:v>
                </c:pt>
                <c:pt idx="61933">
                  <c:v>0</c:v>
                </c:pt>
                <c:pt idx="61934">
                  <c:v>0</c:v>
                </c:pt>
                <c:pt idx="61935">
                  <c:v>0</c:v>
                </c:pt>
                <c:pt idx="61936">
                  <c:v>0</c:v>
                </c:pt>
                <c:pt idx="61937">
                  <c:v>0</c:v>
                </c:pt>
                <c:pt idx="61938">
                  <c:v>0</c:v>
                </c:pt>
                <c:pt idx="61939">
                  <c:v>0</c:v>
                </c:pt>
                <c:pt idx="61940">
                  <c:v>0</c:v>
                </c:pt>
                <c:pt idx="61941">
                  <c:v>0</c:v>
                </c:pt>
                <c:pt idx="61942">
                  <c:v>0</c:v>
                </c:pt>
                <c:pt idx="61943">
                  <c:v>0</c:v>
                </c:pt>
                <c:pt idx="61944">
                  <c:v>0</c:v>
                </c:pt>
                <c:pt idx="61945">
                  <c:v>0</c:v>
                </c:pt>
                <c:pt idx="61946">
                  <c:v>0</c:v>
                </c:pt>
                <c:pt idx="61947">
                  <c:v>0</c:v>
                </c:pt>
                <c:pt idx="61948">
                  <c:v>0</c:v>
                </c:pt>
                <c:pt idx="61949">
                  <c:v>0</c:v>
                </c:pt>
                <c:pt idx="61950">
                  <c:v>0</c:v>
                </c:pt>
                <c:pt idx="61951">
                  <c:v>0</c:v>
                </c:pt>
                <c:pt idx="61952">
                  <c:v>0</c:v>
                </c:pt>
                <c:pt idx="61953">
                  <c:v>0</c:v>
                </c:pt>
                <c:pt idx="61954">
                  <c:v>0</c:v>
                </c:pt>
                <c:pt idx="61955">
                  <c:v>0</c:v>
                </c:pt>
                <c:pt idx="61956">
                  <c:v>0</c:v>
                </c:pt>
                <c:pt idx="61957">
                  <c:v>0</c:v>
                </c:pt>
                <c:pt idx="61958">
                  <c:v>0</c:v>
                </c:pt>
                <c:pt idx="61959">
                  <c:v>0</c:v>
                </c:pt>
                <c:pt idx="61960">
                  <c:v>0</c:v>
                </c:pt>
                <c:pt idx="61961">
                  <c:v>0</c:v>
                </c:pt>
                <c:pt idx="61962">
                  <c:v>0</c:v>
                </c:pt>
                <c:pt idx="61963">
                  <c:v>0</c:v>
                </c:pt>
                <c:pt idx="61964">
                  <c:v>0</c:v>
                </c:pt>
                <c:pt idx="61965">
                  <c:v>0</c:v>
                </c:pt>
                <c:pt idx="61966">
                  <c:v>0</c:v>
                </c:pt>
                <c:pt idx="61967">
                  <c:v>0</c:v>
                </c:pt>
                <c:pt idx="61968">
                  <c:v>0</c:v>
                </c:pt>
                <c:pt idx="61969">
                  <c:v>0</c:v>
                </c:pt>
                <c:pt idx="61970">
                  <c:v>0</c:v>
                </c:pt>
                <c:pt idx="61971">
                  <c:v>0</c:v>
                </c:pt>
                <c:pt idx="61972">
                  <c:v>0</c:v>
                </c:pt>
                <c:pt idx="61973">
                  <c:v>0</c:v>
                </c:pt>
                <c:pt idx="61974">
                  <c:v>0</c:v>
                </c:pt>
                <c:pt idx="61975">
                  <c:v>0</c:v>
                </c:pt>
                <c:pt idx="61976">
                  <c:v>0</c:v>
                </c:pt>
                <c:pt idx="61977">
                  <c:v>0</c:v>
                </c:pt>
                <c:pt idx="61978">
                  <c:v>0</c:v>
                </c:pt>
                <c:pt idx="61979">
                  <c:v>0</c:v>
                </c:pt>
                <c:pt idx="61980">
                  <c:v>0</c:v>
                </c:pt>
                <c:pt idx="61981">
                  <c:v>0</c:v>
                </c:pt>
                <c:pt idx="61982">
                  <c:v>0</c:v>
                </c:pt>
                <c:pt idx="61983">
                  <c:v>0</c:v>
                </c:pt>
                <c:pt idx="61984">
                  <c:v>0</c:v>
                </c:pt>
                <c:pt idx="61985">
                  <c:v>0</c:v>
                </c:pt>
                <c:pt idx="61986">
                  <c:v>0</c:v>
                </c:pt>
                <c:pt idx="61987">
                  <c:v>0</c:v>
                </c:pt>
                <c:pt idx="61988">
                  <c:v>0</c:v>
                </c:pt>
                <c:pt idx="61989">
                  <c:v>0</c:v>
                </c:pt>
                <c:pt idx="61990">
                  <c:v>0</c:v>
                </c:pt>
                <c:pt idx="61991">
                  <c:v>0</c:v>
                </c:pt>
                <c:pt idx="61992">
                  <c:v>0</c:v>
                </c:pt>
                <c:pt idx="61993">
                  <c:v>0</c:v>
                </c:pt>
                <c:pt idx="61994">
                  <c:v>0</c:v>
                </c:pt>
                <c:pt idx="61995">
                  <c:v>0</c:v>
                </c:pt>
                <c:pt idx="61996">
                  <c:v>0</c:v>
                </c:pt>
                <c:pt idx="61997">
                  <c:v>0</c:v>
                </c:pt>
                <c:pt idx="61998">
                  <c:v>0</c:v>
                </c:pt>
                <c:pt idx="61999">
                  <c:v>0</c:v>
                </c:pt>
                <c:pt idx="62000">
                  <c:v>0</c:v>
                </c:pt>
                <c:pt idx="62001">
                  <c:v>0</c:v>
                </c:pt>
                <c:pt idx="62002">
                  <c:v>0</c:v>
                </c:pt>
                <c:pt idx="62003">
                  <c:v>0</c:v>
                </c:pt>
                <c:pt idx="62004">
                  <c:v>0</c:v>
                </c:pt>
                <c:pt idx="62005">
                  <c:v>0</c:v>
                </c:pt>
                <c:pt idx="62006">
                  <c:v>0</c:v>
                </c:pt>
                <c:pt idx="62007">
                  <c:v>0</c:v>
                </c:pt>
                <c:pt idx="62008">
                  <c:v>0</c:v>
                </c:pt>
                <c:pt idx="62009">
                  <c:v>0</c:v>
                </c:pt>
                <c:pt idx="62010">
                  <c:v>0</c:v>
                </c:pt>
                <c:pt idx="62011">
                  <c:v>0</c:v>
                </c:pt>
                <c:pt idx="62012">
                  <c:v>0</c:v>
                </c:pt>
                <c:pt idx="62013">
                  <c:v>0</c:v>
                </c:pt>
                <c:pt idx="62014">
                  <c:v>0</c:v>
                </c:pt>
                <c:pt idx="62015">
                  <c:v>0</c:v>
                </c:pt>
                <c:pt idx="62016">
                  <c:v>0</c:v>
                </c:pt>
                <c:pt idx="62017">
                  <c:v>0</c:v>
                </c:pt>
                <c:pt idx="62018">
                  <c:v>0</c:v>
                </c:pt>
                <c:pt idx="62019">
                  <c:v>0</c:v>
                </c:pt>
                <c:pt idx="62020">
                  <c:v>0</c:v>
                </c:pt>
                <c:pt idx="62021">
                  <c:v>0</c:v>
                </c:pt>
                <c:pt idx="62022">
                  <c:v>0</c:v>
                </c:pt>
                <c:pt idx="62023">
                  <c:v>0</c:v>
                </c:pt>
                <c:pt idx="62024">
                  <c:v>0</c:v>
                </c:pt>
                <c:pt idx="62025">
                  <c:v>0</c:v>
                </c:pt>
                <c:pt idx="62026">
                  <c:v>0</c:v>
                </c:pt>
                <c:pt idx="62027">
                  <c:v>0</c:v>
                </c:pt>
                <c:pt idx="62028">
                  <c:v>0</c:v>
                </c:pt>
                <c:pt idx="62029">
                  <c:v>0</c:v>
                </c:pt>
                <c:pt idx="62030">
                  <c:v>0</c:v>
                </c:pt>
                <c:pt idx="62031">
                  <c:v>0</c:v>
                </c:pt>
                <c:pt idx="62032">
                  <c:v>0</c:v>
                </c:pt>
                <c:pt idx="62033">
                  <c:v>0</c:v>
                </c:pt>
                <c:pt idx="62034">
                  <c:v>0</c:v>
                </c:pt>
                <c:pt idx="62035">
                  <c:v>0</c:v>
                </c:pt>
                <c:pt idx="62036">
                  <c:v>0</c:v>
                </c:pt>
                <c:pt idx="62037">
                  <c:v>0</c:v>
                </c:pt>
                <c:pt idx="62038">
                  <c:v>0</c:v>
                </c:pt>
                <c:pt idx="62039">
                  <c:v>0</c:v>
                </c:pt>
                <c:pt idx="62040">
                  <c:v>0</c:v>
                </c:pt>
                <c:pt idx="62041">
                  <c:v>0</c:v>
                </c:pt>
                <c:pt idx="62042">
                  <c:v>0</c:v>
                </c:pt>
                <c:pt idx="62043">
                  <c:v>0</c:v>
                </c:pt>
                <c:pt idx="62044">
                  <c:v>0</c:v>
                </c:pt>
                <c:pt idx="62045">
                  <c:v>0</c:v>
                </c:pt>
                <c:pt idx="62046">
                  <c:v>0</c:v>
                </c:pt>
                <c:pt idx="62047">
                  <c:v>0</c:v>
                </c:pt>
                <c:pt idx="62048">
                  <c:v>0</c:v>
                </c:pt>
                <c:pt idx="62049">
                  <c:v>0</c:v>
                </c:pt>
                <c:pt idx="62050">
                  <c:v>0</c:v>
                </c:pt>
                <c:pt idx="62051">
                  <c:v>0</c:v>
                </c:pt>
                <c:pt idx="62052">
                  <c:v>0</c:v>
                </c:pt>
                <c:pt idx="62053">
                  <c:v>0</c:v>
                </c:pt>
                <c:pt idx="62054">
                  <c:v>0</c:v>
                </c:pt>
                <c:pt idx="62055">
                  <c:v>0</c:v>
                </c:pt>
                <c:pt idx="62056">
                  <c:v>0</c:v>
                </c:pt>
                <c:pt idx="62057">
                  <c:v>0</c:v>
                </c:pt>
                <c:pt idx="62058">
                  <c:v>0</c:v>
                </c:pt>
                <c:pt idx="62059">
                  <c:v>0</c:v>
                </c:pt>
                <c:pt idx="62060">
                  <c:v>0</c:v>
                </c:pt>
                <c:pt idx="62061">
                  <c:v>0</c:v>
                </c:pt>
                <c:pt idx="62062">
                  <c:v>0</c:v>
                </c:pt>
                <c:pt idx="62063">
                  <c:v>0</c:v>
                </c:pt>
                <c:pt idx="62064">
                  <c:v>0</c:v>
                </c:pt>
                <c:pt idx="62065">
                  <c:v>0</c:v>
                </c:pt>
                <c:pt idx="62066">
                  <c:v>0</c:v>
                </c:pt>
                <c:pt idx="62067">
                  <c:v>0</c:v>
                </c:pt>
                <c:pt idx="62068">
                  <c:v>0</c:v>
                </c:pt>
                <c:pt idx="62069">
                  <c:v>0</c:v>
                </c:pt>
                <c:pt idx="62070">
                  <c:v>0</c:v>
                </c:pt>
                <c:pt idx="62071">
                  <c:v>0</c:v>
                </c:pt>
                <c:pt idx="62072">
                  <c:v>0</c:v>
                </c:pt>
                <c:pt idx="62073">
                  <c:v>0</c:v>
                </c:pt>
                <c:pt idx="62074">
                  <c:v>0</c:v>
                </c:pt>
                <c:pt idx="62075">
                  <c:v>0</c:v>
                </c:pt>
                <c:pt idx="62076">
                  <c:v>0</c:v>
                </c:pt>
                <c:pt idx="62077">
                  <c:v>0</c:v>
                </c:pt>
                <c:pt idx="62078">
                  <c:v>0</c:v>
                </c:pt>
                <c:pt idx="62079">
                  <c:v>0</c:v>
                </c:pt>
                <c:pt idx="62080">
                  <c:v>0</c:v>
                </c:pt>
                <c:pt idx="62081">
                  <c:v>0</c:v>
                </c:pt>
                <c:pt idx="62082">
                  <c:v>0</c:v>
                </c:pt>
                <c:pt idx="62083">
                  <c:v>0</c:v>
                </c:pt>
                <c:pt idx="62084">
                  <c:v>0</c:v>
                </c:pt>
                <c:pt idx="62085">
                  <c:v>0</c:v>
                </c:pt>
                <c:pt idx="62086">
                  <c:v>0</c:v>
                </c:pt>
                <c:pt idx="62087">
                  <c:v>0</c:v>
                </c:pt>
                <c:pt idx="62088">
                  <c:v>0</c:v>
                </c:pt>
                <c:pt idx="62089">
                  <c:v>0</c:v>
                </c:pt>
                <c:pt idx="62090">
                  <c:v>0</c:v>
                </c:pt>
                <c:pt idx="62091">
                  <c:v>0</c:v>
                </c:pt>
                <c:pt idx="62092">
                  <c:v>0</c:v>
                </c:pt>
                <c:pt idx="62093">
                  <c:v>0</c:v>
                </c:pt>
                <c:pt idx="62094">
                  <c:v>0</c:v>
                </c:pt>
                <c:pt idx="62095">
                  <c:v>0</c:v>
                </c:pt>
                <c:pt idx="62096">
                  <c:v>0</c:v>
                </c:pt>
                <c:pt idx="62097">
                  <c:v>0</c:v>
                </c:pt>
                <c:pt idx="62098">
                  <c:v>0</c:v>
                </c:pt>
                <c:pt idx="62099">
                  <c:v>0</c:v>
                </c:pt>
                <c:pt idx="62100">
                  <c:v>0</c:v>
                </c:pt>
                <c:pt idx="62101">
                  <c:v>0</c:v>
                </c:pt>
                <c:pt idx="62102">
                  <c:v>0</c:v>
                </c:pt>
                <c:pt idx="62103">
                  <c:v>0</c:v>
                </c:pt>
                <c:pt idx="62104">
                  <c:v>0</c:v>
                </c:pt>
                <c:pt idx="62105">
                  <c:v>0</c:v>
                </c:pt>
                <c:pt idx="62106">
                  <c:v>0</c:v>
                </c:pt>
                <c:pt idx="62107">
                  <c:v>0</c:v>
                </c:pt>
                <c:pt idx="62108">
                  <c:v>0</c:v>
                </c:pt>
                <c:pt idx="62109">
                  <c:v>0</c:v>
                </c:pt>
                <c:pt idx="62110">
                  <c:v>0</c:v>
                </c:pt>
                <c:pt idx="62111">
                  <c:v>0</c:v>
                </c:pt>
                <c:pt idx="62112">
                  <c:v>0</c:v>
                </c:pt>
                <c:pt idx="62113">
                  <c:v>0</c:v>
                </c:pt>
                <c:pt idx="62114">
                  <c:v>0</c:v>
                </c:pt>
                <c:pt idx="62115">
                  <c:v>0</c:v>
                </c:pt>
                <c:pt idx="62116">
                  <c:v>0</c:v>
                </c:pt>
                <c:pt idx="62117">
                  <c:v>0</c:v>
                </c:pt>
                <c:pt idx="62118">
                  <c:v>0</c:v>
                </c:pt>
                <c:pt idx="62119">
                  <c:v>0</c:v>
                </c:pt>
                <c:pt idx="62120">
                  <c:v>0</c:v>
                </c:pt>
                <c:pt idx="62121">
                  <c:v>0</c:v>
                </c:pt>
                <c:pt idx="62122">
                  <c:v>0</c:v>
                </c:pt>
                <c:pt idx="62123">
                  <c:v>0</c:v>
                </c:pt>
                <c:pt idx="62124">
                  <c:v>0</c:v>
                </c:pt>
                <c:pt idx="62125">
                  <c:v>0</c:v>
                </c:pt>
                <c:pt idx="62126">
                  <c:v>0</c:v>
                </c:pt>
                <c:pt idx="62127">
                  <c:v>0</c:v>
                </c:pt>
                <c:pt idx="62128">
                  <c:v>0</c:v>
                </c:pt>
                <c:pt idx="62129">
                  <c:v>0</c:v>
                </c:pt>
                <c:pt idx="62130">
                  <c:v>0</c:v>
                </c:pt>
                <c:pt idx="62131">
                  <c:v>0</c:v>
                </c:pt>
                <c:pt idx="62132">
                  <c:v>0</c:v>
                </c:pt>
                <c:pt idx="62133">
                  <c:v>0</c:v>
                </c:pt>
                <c:pt idx="62134">
                  <c:v>0</c:v>
                </c:pt>
                <c:pt idx="62135">
                  <c:v>0</c:v>
                </c:pt>
                <c:pt idx="62136">
                  <c:v>0</c:v>
                </c:pt>
                <c:pt idx="62137">
                  <c:v>0</c:v>
                </c:pt>
                <c:pt idx="62138">
                  <c:v>0</c:v>
                </c:pt>
                <c:pt idx="62139">
                  <c:v>0</c:v>
                </c:pt>
                <c:pt idx="62140">
                  <c:v>0</c:v>
                </c:pt>
                <c:pt idx="62141">
                  <c:v>0</c:v>
                </c:pt>
                <c:pt idx="62142">
                  <c:v>0</c:v>
                </c:pt>
                <c:pt idx="62143">
                  <c:v>0</c:v>
                </c:pt>
                <c:pt idx="62144">
                  <c:v>0</c:v>
                </c:pt>
                <c:pt idx="62145">
                  <c:v>0</c:v>
                </c:pt>
                <c:pt idx="62146">
                  <c:v>0</c:v>
                </c:pt>
                <c:pt idx="62147">
                  <c:v>0</c:v>
                </c:pt>
                <c:pt idx="62148">
                  <c:v>0</c:v>
                </c:pt>
                <c:pt idx="62149">
                  <c:v>0</c:v>
                </c:pt>
                <c:pt idx="62150">
                  <c:v>0</c:v>
                </c:pt>
                <c:pt idx="62151">
                  <c:v>0</c:v>
                </c:pt>
                <c:pt idx="62152">
                  <c:v>0</c:v>
                </c:pt>
                <c:pt idx="62153">
                  <c:v>0</c:v>
                </c:pt>
                <c:pt idx="62154">
                  <c:v>0</c:v>
                </c:pt>
                <c:pt idx="62155">
                  <c:v>0</c:v>
                </c:pt>
                <c:pt idx="62156">
                  <c:v>0</c:v>
                </c:pt>
                <c:pt idx="62157">
                  <c:v>0</c:v>
                </c:pt>
                <c:pt idx="62158">
                  <c:v>0</c:v>
                </c:pt>
                <c:pt idx="62159">
                  <c:v>0</c:v>
                </c:pt>
                <c:pt idx="62160">
                  <c:v>0</c:v>
                </c:pt>
                <c:pt idx="62161">
                  <c:v>0</c:v>
                </c:pt>
                <c:pt idx="62162">
                  <c:v>0</c:v>
                </c:pt>
                <c:pt idx="62163">
                  <c:v>0</c:v>
                </c:pt>
                <c:pt idx="62164">
                  <c:v>0</c:v>
                </c:pt>
                <c:pt idx="62165">
                  <c:v>0</c:v>
                </c:pt>
                <c:pt idx="62166">
                  <c:v>0</c:v>
                </c:pt>
                <c:pt idx="62167">
                  <c:v>0</c:v>
                </c:pt>
                <c:pt idx="62168">
                  <c:v>0</c:v>
                </c:pt>
                <c:pt idx="62169">
                  <c:v>0</c:v>
                </c:pt>
                <c:pt idx="62170">
                  <c:v>0</c:v>
                </c:pt>
                <c:pt idx="62171">
                  <c:v>0</c:v>
                </c:pt>
                <c:pt idx="62172">
                  <c:v>0</c:v>
                </c:pt>
                <c:pt idx="62173">
                  <c:v>0</c:v>
                </c:pt>
                <c:pt idx="62174">
                  <c:v>0</c:v>
                </c:pt>
                <c:pt idx="62175">
                  <c:v>0</c:v>
                </c:pt>
                <c:pt idx="62176">
                  <c:v>0</c:v>
                </c:pt>
                <c:pt idx="62177">
                  <c:v>0</c:v>
                </c:pt>
                <c:pt idx="62178">
                  <c:v>0</c:v>
                </c:pt>
                <c:pt idx="62179">
                  <c:v>0</c:v>
                </c:pt>
                <c:pt idx="62180">
                  <c:v>0</c:v>
                </c:pt>
                <c:pt idx="62181">
                  <c:v>0</c:v>
                </c:pt>
                <c:pt idx="62182">
                  <c:v>0</c:v>
                </c:pt>
                <c:pt idx="62183">
                  <c:v>0</c:v>
                </c:pt>
                <c:pt idx="62184">
                  <c:v>0</c:v>
                </c:pt>
                <c:pt idx="62185">
                  <c:v>0</c:v>
                </c:pt>
                <c:pt idx="62186">
                  <c:v>0</c:v>
                </c:pt>
                <c:pt idx="62187">
                  <c:v>0</c:v>
                </c:pt>
                <c:pt idx="62188">
                  <c:v>0</c:v>
                </c:pt>
                <c:pt idx="62189">
                  <c:v>0</c:v>
                </c:pt>
                <c:pt idx="62190">
                  <c:v>0</c:v>
                </c:pt>
                <c:pt idx="62191">
                  <c:v>0</c:v>
                </c:pt>
                <c:pt idx="62192">
                  <c:v>0</c:v>
                </c:pt>
                <c:pt idx="62193">
                  <c:v>0</c:v>
                </c:pt>
                <c:pt idx="62194">
                  <c:v>0</c:v>
                </c:pt>
                <c:pt idx="62195">
                  <c:v>0</c:v>
                </c:pt>
                <c:pt idx="62196">
                  <c:v>0</c:v>
                </c:pt>
                <c:pt idx="62197">
                  <c:v>0</c:v>
                </c:pt>
                <c:pt idx="62198">
                  <c:v>0</c:v>
                </c:pt>
                <c:pt idx="62199">
                  <c:v>0</c:v>
                </c:pt>
                <c:pt idx="62200">
                  <c:v>0</c:v>
                </c:pt>
                <c:pt idx="62201">
                  <c:v>0</c:v>
                </c:pt>
                <c:pt idx="62202">
                  <c:v>0</c:v>
                </c:pt>
                <c:pt idx="62203">
                  <c:v>0</c:v>
                </c:pt>
                <c:pt idx="62204">
                  <c:v>0</c:v>
                </c:pt>
                <c:pt idx="62205">
                  <c:v>0</c:v>
                </c:pt>
                <c:pt idx="62206">
                  <c:v>0</c:v>
                </c:pt>
                <c:pt idx="62207">
                  <c:v>0</c:v>
                </c:pt>
                <c:pt idx="62208">
                  <c:v>0</c:v>
                </c:pt>
                <c:pt idx="62209">
                  <c:v>0</c:v>
                </c:pt>
                <c:pt idx="62210">
                  <c:v>0</c:v>
                </c:pt>
                <c:pt idx="62211">
                  <c:v>0</c:v>
                </c:pt>
                <c:pt idx="62212">
                  <c:v>0</c:v>
                </c:pt>
                <c:pt idx="62213">
                  <c:v>0</c:v>
                </c:pt>
                <c:pt idx="62214">
                  <c:v>0</c:v>
                </c:pt>
                <c:pt idx="62215">
                  <c:v>0</c:v>
                </c:pt>
                <c:pt idx="62216">
                  <c:v>0</c:v>
                </c:pt>
                <c:pt idx="62217">
                  <c:v>0</c:v>
                </c:pt>
                <c:pt idx="62218">
                  <c:v>0</c:v>
                </c:pt>
                <c:pt idx="62219">
                  <c:v>0</c:v>
                </c:pt>
                <c:pt idx="62220">
                  <c:v>0</c:v>
                </c:pt>
                <c:pt idx="62221">
                  <c:v>0</c:v>
                </c:pt>
                <c:pt idx="62222">
                  <c:v>0</c:v>
                </c:pt>
                <c:pt idx="62223">
                  <c:v>0</c:v>
                </c:pt>
                <c:pt idx="62224">
                  <c:v>0</c:v>
                </c:pt>
                <c:pt idx="62225">
                  <c:v>0</c:v>
                </c:pt>
                <c:pt idx="62226">
                  <c:v>0</c:v>
                </c:pt>
                <c:pt idx="62227">
                  <c:v>0</c:v>
                </c:pt>
                <c:pt idx="62228">
                  <c:v>0</c:v>
                </c:pt>
                <c:pt idx="62229">
                  <c:v>0</c:v>
                </c:pt>
                <c:pt idx="62230">
                  <c:v>0</c:v>
                </c:pt>
                <c:pt idx="62231">
                  <c:v>0</c:v>
                </c:pt>
                <c:pt idx="62232">
                  <c:v>0</c:v>
                </c:pt>
                <c:pt idx="62233">
                  <c:v>0</c:v>
                </c:pt>
                <c:pt idx="62234">
                  <c:v>0</c:v>
                </c:pt>
                <c:pt idx="62235">
                  <c:v>0</c:v>
                </c:pt>
                <c:pt idx="62236">
                  <c:v>0</c:v>
                </c:pt>
                <c:pt idx="62237">
                  <c:v>0</c:v>
                </c:pt>
                <c:pt idx="62238">
                  <c:v>0</c:v>
                </c:pt>
                <c:pt idx="62239">
                  <c:v>0</c:v>
                </c:pt>
                <c:pt idx="62240">
                  <c:v>0</c:v>
                </c:pt>
                <c:pt idx="62241">
                  <c:v>0</c:v>
                </c:pt>
                <c:pt idx="62242">
                  <c:v>0</c:v>
                </c:pt>
                <c:pt idx="62243">
                  <c:v>0</c:v>
                </c:pt>
                <c:pt idx="62244">
                  <c:v>0</c:v>
                </c:pt>
                <c:pt idx="62245">
                  <c:v>0</c:v>
                </c:pt>
                <c:pt idx="62246">
                  <c:v>0</c:v>
                </c:pt>
                <c:pt idx="62247">
                  <c:v>0</c:v>
                </c:pt>
                <c:pt idx="62248">
                  <c:v>0</c:v>
                </c:pt>
                <c:pt idx="62249">
                  <c:v>0</c:v>
                </c:pt>
                <c:pt idx="62250">
                  <c:v>0</c:v>
                </c:pt>
                <c:pt idx="62251">
                  <c:v>0</c:v>
                </c:pt>
                <c:pt idx="62252">
                  <c:v>0</c:v>
                </c:pt>
                <c:pt idx="62253">
                  <c:v>0</c:v>
                </c:pt>
                <c:pt idx="62254">
                  <c:v>0</c:v>
                </c:pt>
                <c:pt idx="62255">
                  <c:v>0</c:v>
                </c:pt>
                <c:pt idx="62256">
                  <c:v>0</c:v>
                </c:pt>
                <c:pt idx="62257">
                  <c:v>0</c:v>
                </c:pt>
                <c:pt idx="62258">
                  <c:v>0</c:v>
                </c:pt>
                <c:pt idx="62259">
                  <c:v>0</c:v>
                </c:pt>
                <c:pt idx="62260">
                  <c:v>0</c:v>
                </c:pt>
                <c:pt idx="62261">
                  <c:v>0</c:v>
                </c:pt>
                <c:pt idx="62262">
                  <c:v>0</c:v>
                </c:pt>
                <c:pt idx="62263">
                  <c:v>0</c:v>
                </c:pt>
                <c:pt idx="62264">
                  <c:v>0</c:v>
                </c:pt>
                <c:pt idx="62265">
                  <c:v>0</c:v>
                </c:pt>
                <c:pt idx="62266">
                  <c:v>0</c:v>
                </c:pt>
                <c:pt idx="62267">
                  <c:v>0</c:v>
                </c:pt>
                <c:pt idx="62268">
                  <c:v>0</c:v>
                </c:pt>
                <c:pt idx="62269">
                  <c:v>0</c:v>
                </c:pt>
                <c:pt idx="62270">
                  <c:v>0</c:v>
                </c:pt>
                <c:pt idx="62271">
                  <c:v>0</c:v>
                </c:pt>
                <c:pt idx="62272">
                  <c:v>0</c:v>
                </c:pt>
                <c:pt idx="62273">
                  <c:v>0</c:v>
                </c:pt>
                <c:pt idx="62274">
                  <c:v>0</c:v>
                </c:pt>
                <c:pt idx="62275">
                  <c:v>0</c:v>
                </c:pt>
                <c:pt idx="62276">
                  <c:v>0</c:v>
                </c:pt>
                <c:pt idx="62277">
                  <c:v>0</c:v>
                </c:pt>
                <c:pt idx="62278">
                  <c:v>0</c:v>
                </c:pt>
                <c:pt idx="62279">
                  <c:v>0</c:v>
                </c:pt>
                <c:pt idx="62280">
                  <c:v>0</c:v>
                </c:pt>
                <c:pt idx="62281">
                  <c:v>0</c:v>
                </c:pt>
                <c:pt idx="62282">
                  <c:v>0</c:v>
                </c:pt>
                <c:pt idx="62283">
                  <c:v>0</c:v>
                </c:pt>
                <c:pt idx="62284">
                  <c:v>0</c:v>
                </c:pt>
                <c:pt idx="62285">
                  <c:v>0</c:v>
                </c:pt>
                <c:pt idx="62286">
                  <c:v>0</c:v>
                </c:pt>
                <c:pt idx="62287">
                  <c:v>0</c:v>
                </c:pt>
                <c:pt idx="62288">
                  <c:v>0</c:v>
                </c:pt>
                <c:pt idx="62289">
                  <c:v>0</c:v>
                </c:pt>
                <c:pt idx="62290">
                  <c:v>0</c:v>
                </c:pt>
                <c:pt idx="62291">
                  <c:v>0</c:v>
                </c:pt>
                <c:pt idx="62292">
                  <c:v>0</c:v>
                </c:pt>
                <c:pt idx="62293">
                  <c:v>0</c:v>
                </c:pt>
                <c:pt idx="62294">
                  <c:v>0</c:v>
                </c:pt>
                <c:pt idx="62295">
                  <c:v>0</c:v>
                </c:pt>
                <c:pt idx="62296">
                  <c:v>0</c:v>
                </c:pt>
                <c:pt idx="62297">
                  <c:v>0</c:v>
                </c:pt>
                <c:pt idx="62298">
                  <c:v>0</c:v>
                </c:pt>
                <c:pt idx="62299">
                  <c:v>0</c:v>
                </c:pt>
                <c:pt idx="62300">
                  <c:v>0</c:v>
                </c:pt>
                <c:pt idx="62301">
                  <c:v>0</c:v>
                </c:pt>
                <c:pt idx="62302">
                  <c:v>0</c:v>
                </c:pt>
                <c:pt idx="62303">
                  <c:v>0</c:v>
                </c:pt>
                <c:pt idx="62304">
                  <c:v>0</c:v>
                </c:pt>
                <c:pt idx="62305">
                  <c:v>0</c:v>
                </c:pt>
                <c:pt idx="62306">
                  <c:v>0</c:v>
                </c:pt>
                <c:pt idx="62307">
                  <c:v>0</c:v>
                </c:pt>
                <c:pt idx="62308">
                  <c:v>0</c:v>
                </c:pt>
                <c:pt idx="62309">
                  <c:v>0</c:v>
                </c:pt>
                <c:pt idx="62310">
                  <c:v>0</c:v>
                </c:pt>
                <c:pt idx="62311">
                  <c:v>0</c:v>
                </c:pt>
                <c:pt idx="62312">
                  <c:v>0</c:v>
                </c:pt>
                <c:pt idx="62313">
                  <c:v>0</c:v>
                </c:pt>
                <c:pt idx="62314">
                  <c:v>0</c:v>
                </c:pt>
                <c:pt idx="62315">
                  <c:v>0</c:v>
                </c:pt>
                <c:pt idx="62316">
                  <c:v>0</c:v>
                </c:pt>
                <c:pt idx="62317">
                  <c:v>0</c:v>
                </c:pt>
                <c:pt idx="62318">
                  <c:v>0</c:v>
                </c:pt>
                <c:pt idx="62319">
                  <c:v>0</c:v>
                </c:pt>
                <c:pt idx="62320">
                  <c:v>0</c:v>
                </c:pt>
                <c:pt idx="62321">
                  <c:v>0</c:v>
                </c:pt>
                <c:pt idx="62322">
                  <c:v>0</c:v>
                </c:pt>
                <c:pt idx="62323">
                  <c:v>0</c:v>
                </c:pt>
                <c:pt idx="62324">
                  <c:v>0</c:v>
                </c:pt>
                <c:pt idx="62325">
                  <c:v>0</c:v>
                </c:pt>
                <c:pt idx="62326">
                  <c:v>0</c:v>
                </c:pt>
                <c:pt idx="62327">
                  <c:v>0</c:v>
                </c:pt>
                <c:pt idx="62328">
                  <c:v>0</c:v>
                </c:pt>
                <c:pt idx="62329">
                  <c:v>0</c:v>
                </c:pt>
                <c:pt idx="62330">
                  <c:v>0</c:v>
                </c:pt>
                <c:pt idx="62331">
                  <c:v>0</c:v>
                </c:pt>
                <c:pt idx="62332">
                  <c:v>0</c:v>
                </c:pt>
                <c:pt idx="62333">
                  <c:v>0</c:v>
                </c:pt>
                <c:pt idx="62334">
                  <c:v>0</c:v>
                </c:pt>
                <c:pt idx="62335">
                  <c:v>0</c:v>
                </c:pt>
                <c:pt idx="62336">
                  <c:v>0</c:v>
                </c:pt>
                <c:pt idx="62337">
                  <c:v>0</c:v>
                </c:pt>
                <c:pt idx="62338">
                  <c:v>0</c:v>
                </c:pt>
                <c:pt idx="62339">
                  <c:v>0</c:v>
                </c:pt>
                <c:pt idx="62340">
                  <c:v>0</c:v>
                </c:pt>
                <c:pt idx="62341">
                  <c:v>0</c:v>
                </c:pt>
                <c:pt idx="62342">
                  <c:v>0</c:v>
                </c:pt>
                <c:pt idx="62343">
                  <c:v>0</c:v>
                </c:pt>
                <c:pt idx="62344">
                  <c:v>0</c:v>
                </c:pt>
                <c:pt idx="62345">
                  <c:v>0</c:v>
                </c:pt>
                <c:pt idx="62346">
                  <c:v>0</c:v>
                </c:pt>
                <c:pt idx="62347">
                  <c:v>0</c:v>
                </c:pt>
                <c:pt idx="62348">
                  <c:v>0</c:v>
                </c:pt>
                <c:pt idx="62349">
                  <c:v>0</c:v>
                </c:pt>
                <c:pt idx="62350">
                  <c:v>0</c:v>
                </c:pt>
                <c:pt idx="62351">
                  <c:v>0</c:v>
                </c:pt>
                <c:pt idx="62352">
                  <c:v>0</c:v>
                </c:pt>
                <c:pt idx="62353">
                  <c:v>0</c:v>
                </c:pt>
                <c:pt idx="62354">
                  <c:v>0</c:v>
                </c:pt>
                <c:pt idx="62355">
                  <c:v>0</c:v>
                </c:pt>
                <c:pt idx="62356">
                  <c:v>0</c:v>
                </c:pt>
                <c:pt idx="62357">
                  <c:v>0</c:v>
                </c:pt>
                <c:pt idx="62358">
                  <c:v>0</c:v>
                </c:pt>
                <c:pt idx="62359">
                  <c:v>0</c:v>
                </c:pt>
                <c:pt idx="62360">
                  <c:v>0</c:v>
                </c:pt>
                <c:pt idx="62361">
                  <c:v>0</c:v>
                </c:pt>
                <c:pt idx="62362">
                  <c:v>0</c:v>
                </c:pt>
                <c:pt idx="62363">
                  <c:v>0</c:v>
                </c:pt>
                <c:pt idx="62364">
                  <c:v>0</c:v>
                </c:pt>
                <c:pt idx="62365">
                  <c:v>0</c:v>
                </c:pt>
                <c:pt idx="62366">
                  <c:v>0</c:v>
                </c:pt>
                <c:pt idx="62367">
                  <c:v>0</c:v>
                </c:pt>
                <c:pt idx="62368">
                  <c:v>0</c:v>
                </c:pt>
                <c:pt idx="62369">
                  <c:v>0</c:v>
                </c:pt>
                <c:pt idx="62370">
                  <c:v>0</c:v>
                </c:pt>
                <c:pt idx="62371">
                  <c:v>0</c:v>
                </c:pt>
                <c:pt idx="62372">
                  <c:v>0</c:v>
                </c:pt>
                <c:pt idx="62373">
                  <c:v>0</c:v>
                </c:pt>
                <c:pt idx="62374">
                  <c:v>0</c:v>
                </c:pt>
                <c:pt idx="62375">
                  <c:v>0</c:v>
                </c:pt>
                <c:pt idx="62376">
                  <c:v>0</c:v>
                </c:pt>
                <c:pt idx="62377">
                  <c:v>0</c:v>
                </c:pt>
                <c:pt idx="62378">
                  <c:v>0</c:v>
                </c:pt>
                <c:pt idx="62379">
                  <c:v>0</c:v>
                </c:pt>
                <c:pt idx="62380">
                  <c:v>0</c:v>
                </c:pt>
                <c:pt idx="62381">
                  <c:v>0</c:v>
                </c:pt>
                <c:pt idx="62382">
                  <c:v>0</c:v>
                </c:pt>
                <c:pt idx="62383">
                  <c:v>0</c:v>
                </c:pt>
                <c:pt idx="62384">
                  <c:v>0</c:v>
                </c:pt>
                <c:pt idx="62385">
                  <c:v>0</c:v>
                </c:pt>
                <c:pt idx="62386">
                  <c:v>0</c:v>
                </c:pt>
                <c:pt idx="62387">
                  <c:v>0</c:v>
                </c:pt>
                <c:pt idx="62388">
                  <c:v>0</c:v>
                </c:pt>
                <c:pt idx="62389">
                  <c:v>0</c:v>
                </c:pt>
                <c:pt idx="62390">
                  <c:v>0</c:v>
                </c:pt>
                <c:pt idx="62391">
                  <c:v>0</c:v>
                </c:pt>
                <c:pt idx="62392">
                  <c:v>0</c:v>
                </c:pt>
                <c:pt idx="62393">
                  <c:v>0</c:v>
                </c:pt>
                <c:pt idx="62394">
                  <c:v>0</c:v>
                </c:pt>
                <c:pt idx="62395">
                  <c:v>0</c:v>
                </c:pt>
                <c:pt idx="62396">
                  <c:v>0</c:v>
                </c:pt>
                <c:pt idx="62397">
                  <c:v>0</c:v>
                </c:pt>
                <c:pt idx="62398">
                  <c:v>0</c:v>
                </c:pt>
                <c:pt idx="62399">
                  <c:v>0</c:v>
                </c:pt>
                <c:pt idx="62400">
                  <c:v>0</c:v>
                </c:pt>
                <c:pt idx="62401">
                  <c:v>0</c:v>
                </c:pt>
                <c:pt idx="62402">
                  <c:v>0</c:v>
                </c:pt>
                <c:pt idx="62403">
                  <c:v>0</c:v>
                </c:pt>
                <c:pt idx="62404">
                  <c:v>0</c:v>
                </c:pt>
                <c:pt idx="62405">
                  <c:v>0</c:v>
                </c:pt>
                <c:pt idx="62406">
                  <c:v>0</c:v>
                </c:pt>
                <c:pt idx="62407">
                  <c:v>0</c:v>
                </c:pt>
                <c:pt idx="62408">
                  <c:v>0</c:v>
                </c:pt>
                <c:pt idx="62409">
                  <c:v>0</c:v>
                </c:pt>
                <c:pt idx="62410">
                  <c:v>0</c:v>
                </c:pt>
                <c:pt idx="62411">
                  <c:v>0</c:v>
                </c:pt>
                <c:pt idx="62412">
                  <c:v>0</c:v>
                </c:pt>
                <c:pt idx="62413">
                  <c:v>0</c:v>
                </c:pt>
                <c:pt idx="62414">
                  <c:v>0</c:v>
                </c:pt>
                <c:pt idx="62415">
                  <c:v>0</c:v>
                </c:pt>
                <c:pt idx="62416">
                  <c:v>0</c:v>
                </c:pt>
                <c:pt idx="62417">
                  <c:v>0</c:v>
                </c:pt>
                <c:pt idx="62418">
                  <c:v>0</c:v>
                </c:pt>
                <c:pt idx="62419">
                  <c:v>0</c:v>
                </c:pt>
                <c:pt idx="62420">
                  <c:v>0</c:v>
                </c:pt>
                <c:pt idx="62421">
                  <c:v>0</c:v>
                </c:pt>
                <c:pt idx="62422">
                  <c:v>0</c:v>
                </c:pt>
                <c:pt idx="62423">
                  <c:v>0</c:v>
                </c:pt>
                <c:pt idx="62424">
                  <c:v>0</c:v>
                </c:pt>
                <c:pt idx="62425">
                  <c:v>0</c:v>
                </c:pt>
                <c:pt idx="62426">
                  <c:v>0</c:v>
                </c:pt>
                <c:pt idx="62427">
                  <c:v>0</c:v>
                </c:pt>
                <c:pt idx="62428">
                  <c:v>0</c:v>
                </c:pt>
                <c:pt idx="62429">
                  <c:v>0</c:v>
                </c:pt>
                <c:pt idx="62430">
                  <c:v>0</c:v>
                </c:pt>
                <c:pt idx="62431">
                  <c:v>0</c:v>
                </c:pt>
                <c:pt idx="62432">
                  <c:v>0</c:v>
                </c:pt>
                <c:pt idx="62433">
                  <c:v>0</c:v>
                </c:pt>
                <c:pt idx="62434">
                  <c:v>0</c:v>
                </c:pt>
                <c:pt idx="62435">
                  <c:v>0</c:v>
                </c:pt>
                <c:pt idx="62436">
                  <c:v>0</c:v>
                </c:pt>
                <c:pt idx="62437">
                  <c:v>0</c:v>
                </c:pt>
                <c:pt idx="62438">
                  <c:v>0</c:v>
                </c:pt>
                <c:pt idx="62439">
                  <c:v>0</c:v>
                </c:pt>
                <c:pt idx="62440">
                  <c:v>0</c:v>
                </c:pt>
                <c:pt idx="62441">
                  <c:v>0</c:v>
                </c:pt>
                <c:pt idx="62442">
                  <c:v>0</c:v>
                </c:pt>
                <c:pt idx="62443">
                  <c:v>0</c:v>
                </c:pt>
                <c:pt idx="62444">
                  <c:v>0</c:v>
                </c:pt>
                <c:pt idx="62445">
                  <c:v>0</c:v>
                </c:pt>
                <c:pt idx="62446">
                  <c:v>0</c:v>
                </c:pt>
                <c:pt idx="62447">
                  <c:v>0</c:v>
                </c:pt>
                <c:pt idx="62448">
                  <c:v>0</c:v>
                </c:pt>
                <c:pt idx="62449">
                  <c:v>0</c:v>
                </c:pt>
                <c:pt idx="62450">
                  <c:v>0</c:v>
                </c:pt>
                <c:pt idx="62451">
                  <c:v>0</c:v>
                </c:pt>
                <c:pt idx="62452">
                  <c:v>0</c:v>
                </c:pt>
                <c:pt idx="62453">
                  <c:v>0</c:v>
                </c:pt>
                <c:pt idx="62454">
                  <c:v>0</c:v>
                </c:pt>
                <c:pt idx="62455">
                  <c:v>0</c:v>
                </c:pt>
                <c:pt idx="62456">
                  <c:v>0</c:v>
                </c:pt>
                <c:pt idx="62457">
                  <c:v>0</c:v>
                </c:pt>
                <c:pt idx="62458">
                  <c:v>0</c:v>
                </c:pt>
                <c:pt idx="62459">
                  <c:v>0</c:v>
                </c:pt>
                <c:pt idx="62460">
                  <c:v>0</c:v>
                </c:pt>
                <c:pt idx="62461">
                  <c:v>0</c:v>
                </c:pt>
                <c:pt idx="62462">
                  <c:v>0</c:v>
                </c:pt>
                <c:pt idx="62463">
                  <c:v>0</c:v>
                </c:pt>
                <c:pt idx="62464">
                  <c:v>0</c:v>
                </c:pt>
                <c:pt idx="62465">
                  <c:v>0</c:v>
                </c:pt>
                <c:pt idx="62466">
                  <c:v>0</c:v>
                </c:pt>
                <c:pt idx="62467">
                  <c:v>0</c:v>
                </c:pt>
                <c:pt idx="62468">
                  <c:v>0</c:v>
                </c:pt>
                <c:pt idx="62469">
                  <c:v>0</c:v>
                </c:pt>
                <c:pt idx="62470">
                  <c:v>0</c:v>
                </c:pt>
                <c:pt idx="62471">
                  <c:v>0</c:v>
                </c:pt>
                <c:pt idx="62472">
                  <c:v>0</c:v>
                </c:pt>
                <c:pt idx="62473">
                  <c:v>0</c:v>
                </c:pt>
                <c:pt idx="62474">
                  <c:v>0</c:v>
                </c:pt>
                <c:pt idx="62475">
                  <c:v>0</c:v>
                </c:pt>
                <c:pt idx="62476">
                  <c:v>0</c:v>
                </c:pt>
                <c:pt idx="62477">
                  <c:v>0</c:v>
                </c:pt>
                <c:pt idx="62478">
                  <c:v>0</c:v>
                </c:pt>
                <c:pt idx="62479">
                  <c:v>0</c:v>
                </c:pt>
                <c:pt idx="62480">
                  <c:v>0</c:v>
                </c:pt>
                <c:pt idx="62481">
                  <c:v>0</c:v>
                </c:pt>
                <c:pt idx="62482">
                  <c:v>0</c:v>
                </c:pt>
                <c:pt idx="62483">
                  <c:v>0</c:v>
                </c:pt>
                <c:pt idx="62484">
                  <c:v>0</c:v>
                </c:pt>
                <c:pt idx="62485">
                  <c:v>0</c:v>
                </c:pt>
                <c:pt idx="62486">
                  <c:v>0</c:v>
                </c:pt>
                <c:pt idx="62487">
                  <c:v>0</c:v>
                </c:pt>
                <c:pt idx="62488">
                  <c:v>0</c:v>
                </c:pt>
                <c:pt idx="62489">
                  <c:v>0</c:v>
                </c:pt>
                <c:pt idx="62490">
                  <c:v>0</c:v>
                </c:pt>
                <c:pt idx="62491">
                  <c:v>0</c:v>
                </c:pt>
                <c:pt idx="62492">
                  <c:v>0</c:v>
                </c:pt>
                <c:pt idx="62493">
                  <c:v>0</c:v>
                </c:pt>
                <c:pt idx="62494">
                  <c:v>0</c:v>
                </c:pt>
                <c:pt idx="62495">
                  <c:v>0</c:v>
                </c:pt>
                <c:pt idx="62496">
                  <c:v>0</c:v>
                </c:pt>
                <c:pt idx="62497">
                  <c:v>0</c:v>
                </c:pt>
                <c:pt idx="62498">
                  <c:v>0</c:v>
                </c:pt>
                <c:pt idx="62499">
                  <c:v>0</c:v>
                </c:pt>
                <c:pt idx="62500">
                  <c:v>0</c:v>
                </c:pt>
                <c:pt idx="62501">
                  <c:v>0</c:v>
                </c:pt>
                <c:pt idx="62502">
                  <c:v>0</c:v>
                </c:pt>
                <c:pt idx="62503">
                  <c:v>0</c:v>
                </c:pt>
                <c:pt idx="62504">
                  <c:v>0</c:v>
                </c:pt>
                <c:pt idx="62505">
                  <c:v>0</c:v>
                </c:pt>
                <c:pt idx="62506">
                  <c:v>0</c:v>
                </c:pt>
                <c:pt idx="62507">
                  <c:v>0</c:v>
                </c:pt>
                <c:pt idx="62508">
                  <c:v>0</c:v>
                </c:pt>
                <c:pt idx="62509">
                  <c:v>0</c:v>
                </c:pt>
                <c:pt idx="62510">
                  <c:v>0</c:v>
                </c:pt>
                <c:pt idx="62511">
                  <c:v>0</c:v>
                </c:pt>
                <c:pt idx="62512">
                  <c:v>0</c:v>
                </c:pt>
                <c:pt idx="62513">
                  <c:v>0</c:v>
                </c:pt>
                <c:pt idx="62514">
                  <c:v>0</c:v>
                </c:pt>
                <c:pt idx="62515">
                  <c:v>0</c:v>
                </c:pt>
                <c:pt idx="62516">
                  <c:v>0</c:v>
                </c:pt>
                <c:pt idx="62517">
                  <c:v>0</c:v>
                </c:pt>
                <c:pt idx="62518">
                  <c:v>0</c:v>
                </c:pt>
                <c:pt idx="62519">
                  <c:v>0</c:v>
                </c:pt>
                <c:pt idx="62520">
                  <c:v>0</c:v>
                </c:pt>
                <c:pt idx="62521">
                  <c:v>0</c:v>
                </c:pt>
                <c:pt idx="62522">
                  <c:v>0</c:v>
                </c:pt>
                <c:pt idx="62523">
                  <c:v>0</c:v>
                </c:pt>
                <c:pt idx="62524">
                  <c:v>0</c:v>
                </c:pt>
                <c:pt idx="62525">
                  <c:v>0</c:v>
                </c:pt>
                <c:pt idx="62526">
                  <c:v>0</c:v>
                </c:pt>
                <c:pt idx="62527">
                  <c:v>0</c:v>
                </c:pt>
                <c:pt idx="62528">
                  <c:v>0</c:v>
                </c:pt>
                <c:pt idx="62529">
                  <c:v>0</c:v>
                </c:pt>
                <c:pt idx="62530">
                  <c:v>0</c:v>
                </c:pt>
                <c:pt idx="62531">
                  <c:v>0</c:v>
                </c:pt>
                <c:pt idx="62532">
                  <c:v>0</c:v>
                </c:pt>
                <c:pt idx="62533">
                  <c:v>0</c:v>
                </c:pt>
                <c:pt idx="62534">
                  <c:v>0</c:v>
                </c:pt>
                <c:pt idx="62535">
                  <c:v>0</c:v>
                </c:pt>
                <c:pt idx="62536">
                  <c:v>0</c:v>
                </c:pt>
                <c:pt idx="62537">
                  <c:v>0</c:v>
                </c:pt>
                <c:pt idx="62538">
                  <c:v>0</c:v>
                </c:pt>
                <c:pt idx="62539">
                  <c:v>0</c:v>
                </c:pt>
                <c:pt idx="62540">
                  <c:v>0</c:v>
                </c:pt>
                <c:pt idx="62541">
                  <c:v>0</c:v>
                </c:pt>
                <c:pt idx="62542">
                  <c:v>0</c:v>
                </c:pt>
                <c:pt idx="62543">
                  <c:v>0</c:v>
                </c:pt>
                <c:pt idx="62544">
                  <c:v>0</c:v>
                </c:pt>
                <c:pt idx="62545">
                  <c:v>0</c:v>
                </c:pt>
                <c:pt idx="62546">
                  <c:v>0</c:v>
                </c:pt>
                <c:pt idx="62547">
                  <c:v>0</c:v>
                </c:pt>
                <c:pt idx="62548">
                  <c:v>0</c:v>
                </c:pt>
                <c:pt idx="62549">
                  <c:v>0</c:v>
                </c:pt>
                <c:pt idx="62550">
                  <c:v>0</c:v>
                </c:pt>
                <c:pt idx="62551">
                  <c:v>0</c:v>
                </c:pt>
                <c:pt idx="62552">
                  <c:v>0</c:v>
                </c:pt>
                <c:pt idx="62553">
                  <c:v>0</c:v>
                </c:pt>
                <c:pt idx="62554">
                  <c:v>0</c:v>
                </c:pt>
                <c:pt idx="62555">
                  <c:v>0</c:v>
                </c:pt>
                <c:pt idx="62556">
                  <c:v>0</c:v>
                </c:pt>
                <c:pt idx="62557">
                  <c:v>0</c:v>
                </c:pt>
                <c:pt idx="62558">
                  <c:v>0</c:v>
                </c:pt>
                <c:pt idx="62559">
                  <c:v>0</c:v>
                </c:pt>
                <c:pt idx="62560">
                  <c:v>0</c:v>
                </c:pt>
                <c:pt idx="62561">
                  <c:v>0</c:v>
                </c:pt>
                <c:pt idx="62562">
                  <c:v>0</c:v>
                </c:pt>
                <c:pt idx="62563">
                  <c:v>0</c:v>
                </c:pt>
                <c:pt idx="62564">
                  <c:v>0</c:v>
                </c:pt>
                <c:pt idx="62565">
                  <c:v>0</c:v>
                </c:pt>
                <c:pt idx="62566">
                  <c:v>0</c:v>
                </c:pt>
                <c:pt idx="62567">
                  <c:v>0</c:v>
                </c:pt>
                <c:pt idx="62568">
                  <c:v>0</c:v>
                </c:pt>
                <c:pt idx="62569">
                  <c:v>0</c:v>
                </c:pt>
                <c:pt idx="62570">
                  <c:v>0</c:v>
                </c:pt>
                <c:pt idx="62571">
                  <c:v>0</c:v>
                </c:pt>
                <c:pt idx="62572">
                  <c:v>0</c:v>
                </c:pt>
                <c:pt idx="62573">
                  <c:v>0</c:v>
                </c:pt>
                <c:pt idx="62574">
                  <c:v>0</c:v>
                </c:pt>
                <c:pt idx="62575">
                  <c:v>0</c:v>
                </c:pt>
                <c:pt idx="62576">
                  <c:v>0</c:v>
                </c:pt>
                <c:pt idx="62577">
                  <c:v>0</c:v>
                </c:pt>
                <c:pt idx="62578">
                  <c:v>0</c:v>
                </c:pt>
                <c:pt idx="62579">
                  <c:v>0</c:v>
                </c:pt>
                <c:pt idx="62580">
                  <c:v>0</c:v>
                </c:pt>
                <c:pt idx="62581">
                  <c:v>0</c:v>
                </c:pt>
                <c:pt idx="62582">
                  <c:v>0</c:v>
                </c:pt>
                <c:pt idx="62583">
                  <c:v>0</c:v>
                </c:pt>
                <c:pt idx="62584">
                  <c:v>0</c:v>
                </c:pt>
                <c:pt idx="62585">
                  <c:v>0</c:v>
                </c:pt>
                <c:pt idx="62586">
                  <c:v>0</c:v>
                </c:pt>
                <c:pt idx="62587">
                  <c:v>0</c:v>
                </c:pt>
                <c:pt idx="62588">
                  <c:v>0</c:v>
                </c:pt>
                <c:pt idx="62589">
                  <c:v>0</c:v>
                </c:pt>
                <c:pt idx="62590">
                  <c:v>0</c:v>
                </c:pt>
                <c:pt idx="62591">
                  <c:v>0</c:v>
                </c:pt>
                <c:pt idx="62592">
                  <c:v>0</c:v>
                </c:pt>
                <c:pt idx="62593">
                  <c:v>0</c:v>
                </c:pt>
                <c:pt idx="62594">
                  <c:v>0</c:v>
                </c:pt>
                <c:pt idx="62595">
                  <c:v>0</c:v>
                </c:pt>
                <c:pt idx="62596">
                  <c:v>0</c:v>
                </c:pt>
                <c:pt idx="62597">
                  <c:v>0</c:v>
                </c:pt>
                <c:pt idx="62598">
                  <c:v>0</c:v>
                </c:pt>
                <c:pt idx="62599">
                  <c:v>0</c:v>
                </c:pt>
                <c:pt idx="62600">
                  <c:v>0</c:v>
                </c:pt>
                <c:pt idx="62601">
                  <c:v>0</c:v>
                </c:pt>
                <c:pt idx="62602">
                  <c:v>0</c:v>
                </c:pt>
                <c:pt idx="62603">
                  <c:v>0</c:v>
                </c:pt>
                <c:pt idx="62604">
                  <c:v>0</c:v>
                </c:pt>
                <c:pt idx="62605">
                  <c:v>0</c:v>
                </c:pt>
                <c:pt idx="62606">
                  <c:v>0</c:v>
                </c:pt>
                <c:pt idx="62607">
                  <c:v>0</c:v>
                </c:pt>
                <c:pt idx="62608">
                  <c:v>0</c:v>
                </c:pt>
                <c:pt idx="62609">
                  <c:v>0</c:v>
                </c:pt>
                <c:pt idx="62610">
                  <c:v>0</c:v>
                </c:pt>
                <c:pt idx="62611">
                  <c:v>0</c:v>
                </c:pt>
                <c:pt idx="62612">
                  <c:v>0</c:v>
                </c:pt>
                <c:pt idx="62613">
                  <c:v>0</c:v>
                </c:pt>
                <c:pt idx="62614">
                  <c:v>0</c:v>
                </c:pt>
                <c:pt idx="62615">
                  <c:v>0</c:v>
                </c:pt>
                <c:pt idx="62616">
                  <c:v>0</c:v>
                </c:pt>
                <c:pt idx="62617">
                  <c:v>0</c:v>
                </c:pt>
                <c:pt idx="62618">
                  <c:v>0</c:v>
                </c:pt>
                <c:pt idx="62619">
                  <c:v>0</c:v>
                </c:pt>
                <c:pt idx="62620">
                  <c:v>0</c:v>
                </c:pt>
                <c:pt idx="62621">
                  <c:v>0</c:v>
                </c:pt>
                <c:pt idx="62622">
                  <c:v>0</c:v>
                </c:pt>
                <c:pt idx="62623">
                  <c:v>0</c:v>
                </c:pt>
                <c:pt idx="62624">
                  <c:v>0</c:v>
                </c:pt>
                <c:pt idx="62625">
                  <c:v>0</c:v>
                </c:pt>
                <c:pt idx="62626">
                  <c:v>0</c:v>
                </c:pt>
                <c:pt idx="62627">
                  <c:v>0</c:v>
                </c:pt>
                <c:pt idx="62628">
                  <c:v>0</c:v>
                </c:pt>
                <c:pt idx="62629">
                  <c:v>0</c:v>
                </c:pt>
                <c:pt idx="62630">
                  <c:v>0</c:v>
                </c:pt>
                <c:pt idx="62631">
                  <c:v>0</c:v>
                </c:pt>
                <c:pt idx="62632">
                  <c:v>0</c:v>
                </c:pt>
                <c:pt idx="62633">
                  <c:v>0</c:v>
                </c:pt>
                <c:pt idx="62634">
                  <c:v>0</c:v>
                </c:pt>
                <c:pt idx="62635">
                  <c:v>0</c:v>
                </c:pt>
                <c:pt idx="62636">
                  <c:v>0</c:v>
                </c:pt>
                <c:pt idx="62637">
                  <c:v>0</c:v>
                </c:pt>
                <c:pt idx="62638">
                  <c:v>0</c:v>
                </c:pt>
                <c:pt idx="62639">
                  <c:v>0</c:v>
                </c:pt>
                <c:pt idx="62640">
                  <c:v>0</c:v>
                </c:pt>
                <c:pt idx="62641">
                  <c:v>0</c:v>
                </c:pt>
                <c:pt idx="62642">
                  <c:v>0</c:v>
                </c:pt>
                <c:pt idx="62643">
                  <c:v>0</c:v>
                </c:pt>
                <c:pt idx="62644">
                  <c:v>0</c:v>
                </c:pt>
                <c:pt idx="62645">
                  <c:v>0</c:v>
                </c:pt>
                <c:pt idx="62646">
                  <c:v>0</c:v>
                </c:pt>
                <c:pt idx="62647">
                  <c:v>0</c:v>
                </c:pt>
                <c:pt idx="62648">
                  <c:v>0</c:v>
                </c:pt>
                <c:pt idx="62649">
                  <c:v>0</c:v>
                </c:pt>
                <c:pt idx="62650">
                  <c:v>0</c:v>
                </c:pt>
                <c:pt idx="62651">
                  <c:v>0</c:v>
                </c:pt>
                <c:pt idx="62652">
                  <c:v>0</c:v>
                </c:pt>
                <c:pt idx="62653">
                  <c:v>0</c:v>
                </c:pt>
                <c:pt idx="62654">
                  <c:v>0</c:v>
                </c:pt>
                <c:pt idx="62655">
                  <c:v>0</c:v>
                </c:pt>
                <c:pt idx="62656">
                  <c:v>0</c:v>
                </c:pt>
                <c:pt idx="62657">
                  <c:v>0</c:v>
                </c:pt>
                <c:pt idx="62658">
                  <c:v>0</c:v>
                </c:pt>
                <c:pt idx="62659">
                  <c:v>0</c:v>
                </c:pt>
                <c:pt idx="62660">
                  <c:v>0</c:v>
                </c:pt>
                <c:pt idx="62661">
                  <c:v>0</c:v>
                </c:pt>
                <c:pt idx="62662">
                  <c:v>0</c:v>
                </c:pt>
                <c:pt idx="62663">
                  <c:v>0</c:v>
                </c:pt>
                <c:pt idx="62664">
                  <c:v>0</c:v>
                </c:pt>
                <c:pt idx="62665">
                  <c:v>0</c:v>
                </c:pt>
                <c:pt idx="62666">
                  <c:v>0</c:v>
                </c:pt>
                <c:pt idx="62667">
                  <c:v>0</c:v>
                </c:pt>
                <c:pt idx="62668">
                  <c:v>0</c:v>
                </c:pt>
                <c:pt idx="62669">
                  <c:v>0</c:v>
                </c:pt>
                <c:pt idx="62670">
                  <c:v>0</c:v>
                </c:pt>
                <c:pt idx="62671">
                  <c:v>0</c:v>
                </c:pt>
                <c:pt idx="62672">
                  <c:v>0</c:v>
                </c:pt>
                <c:pt idx="62673">
                  <c:v>0</c:v>
                </c:pt>
                <c:pt idx="62674">
                  <c:v>0</c:v>
                </c:pt>
                <c:pt idx="62675">
                  <c:v>0</c:v>
                </c:pt>
                <c:pt idx="62676">
                  <c:v>0</c:v>
                </c:pt>
                <c:pt idx="62677">
                  <c:v>0</c:v>
                </c:pt>
                <c:pt idx="62678">
                  <c:v>0</c:v>
                </c:pt>
                <c:pt idx="62679">
                  <c:v>0</c:v>
                </c:pt>
                <c:pt idx="62680">
                  <c:v>0</c:v>
                </c:pt>
                <c:pt idx="62681">
                  <c:v>0</c:v>
                </c:pt>
                <c:pt idx="62682">
                  <c:v>0</c:v>
                </c:pt>
                <c:pt idx="62683">
                  <c:v>0</c:v>
                </c:pt>
                <c:pt idx="62684">
                  <c:v>0</c:v>
                </c:pt>
                <c:pt idx="62685">
                  <c:v>0</c:v>
                </c:pt>
                <c:pt idx="62686">
                  <c:v>0</c:v>
                </c:pt>
                <c:pt idx="62687">
                  <c:v>0</c:v>
                </c:pt>
                <c:pt idx="62688">
                  <c:v>0</c:v>
                </c:pt>
                <c:pt idx="62689">
                  <c:v>0</c:v>
                </c:pt>
                <c:pt idx="62690">
                  <c:v>0</c:v>
                </c:pt>
                <c:pt idx="62691">
                  <c:v>0</c:v>
                </c:pt>
                <c:pt idx="62692">
                  <c:v>0</c:v>
                </c:pt>
                <c:pt idx="62693">
                  <c:v>0</c:v>
                </c:pt>
                <c:pt idx="62694">
                  <c:v>0</c:v>
                </c:pt>
                <c:pt idx="62695">
                  <c:v>0</c:v>
                </c:pt>
                <c:pt idx="62696">
                  <c:v>0</c:v>
                </c:pt>
                <c:pt idx="62697">
                  <c:v>0</c:v>
                </c:pt>
                <c:pt idx="62698">
                  <c:v>0</c:v>
                </c:pt>
                <c:pt idx="62699">
                  <c:v>0</c:v>
                </c:pt>
                <c:pt idx="62700">
                  <c:v>0</c:v>
                </c:pt>
                <c:pt idx="62701">
                  <c:v>0</c:v>
                </c:pt>
                <c:pt idx="62702">
                  <c:v>0</c:v>
                </c:pt>
                <c:pt idx="62703">
                  <c:v>0</c:v>
                </c:pt>
                <c:pt idx="62704">
                  <c:v>0</c:v>
                </c:pt>
                <c:pt idx="62705">
                  <c:v>0</c:v>
                </c:pt>
                <c:pt idx="62706">
                  <c:v>0</c:v>
                </c:pt>
                <c:pt idx="62707">
                  <c:v>0</c:v>
                </c:pt>
                <c:pt idx="62708">
                  <c:v>0</c:v>
                </c:pt>
                <c:pt idx="62709">
                  <c:v>0</c:v>
                </c:pt>
                <c:pt idx="62710">
                  <c:v>0</c:v>
                </c:pt>
                <c:pt idx="62711">
                  <c:v>0</c:v>
                </c:pt>
                <c:pt idx="62712">
                  <c:v>0</c:v>
                </c:pt>
                <c:pt idx="62713">
                  <c:v>0</c:v>
                </c:pt>
                <c:pt idx="62714">
                  <c:v>0</c:v>
                </c:pt>
                <c:pt idx="62715">
                  <c:v>0</c:v>
                </c:pt>
                <c:pt idx="62716">
                  <c:v>0</c:v>
                </c:pt>
                <c:pt idx="62717">
                  <c:v>0</c:v>
                </c:pt>
                <c:pt idx="62718">
                  <c:v>0</c:v>
                </c:pt>
                <c:pt idx="62719">
                  <c:v>0</c:v>
                </c:pt>
                <c:pt idx="62720">
                  <c:v>0</c:v>
                </c:pt>
                <c:pt idx="62721">
                  <c:v>0</c:v>
                </c:pt>
                <c:pt idx="62722">
                  <c:v>0</c:v>
                </c:pt>
                <c:pt idx="62723">
                  <c:v>0</c:v>
                </c:pt>
                <c:pt idx="62724">
                  <c:v>0</c:v>
                </c:pt>
                <c:pt idx="62725">
                  <c:v>0</c:v>
                </c:pt>
                <c:pt idx="62726">
                  <c:v>0</c:v>
                </c:pt>
                <c:pt idx="62727">
                  <c:v>0</c:v>
                </c:pt>
                <c:pt idx="62728">
                  <c:v>0</c:v>
                </c:pt>
                <c:pt idx="62729">
                  <c:v>0</c:v>
                </c:pt>
                <c:pt idx="62730">
                  <c:v>0</c:v>
                </c:pt>
                <c:pt idx="62731">
                  <c:v>0</c:v>
                </c:pt>
                <c:pt idx="62732">
                  <c:v>0</c:v>
                </c:pt>
                <c:pt idx="62733">
                  <c:v>0</c:v>
                </c:pt>
                <c:pt idx="62734">
                  <c:v>0</c:v>
                </c:pt>
                <c:pt idx="62735">
                  <c:v>0</c:v>
                </c:pt>
                <c:pt idx="62736">
                  <c:v>0</c:v>
                </c:pt>
                <c:pt idx="62737">
                  <c:v>0</c:v>
                </c:pt>
                <c:pt idx="62738">
                  <c:v>0</c:v>
                </c:pt>
                <c:pt idx="62739">
                  <c:v>0</c:v>
                </c:pt>
                <c:pt idx="62740">
                  <c:v>0</c:v>
                </c:pt>
                <c:pt idx="62741">
                  <c:v>0</c:v>
                </c:pt>
                <c:pt idx="62742">
                  <c:v>0</c:v>
                </c:pt>
                <c:pt idx="62743">
                  <c:v>0</c:v>
                </c:pt>
                <c:pt idx="62744">
                  <c:v>0</c:v>
                </c:pt>
                <c:pt idx="62745">
                  <c:v>0</c:v>
                </c:pt>
                <c:pt idx="62746">
                  <c:v>0</c:v>
                </c:pt>
                <c:pt idx="62747">
                  <c:v>0</c:v>
                </c:pt>
                <c:pt idx="62748">
                  <c:v>0</c:v>
                </c:pt>
                <c:pt idx="62749">
                  <c:v>0</c:v>
                </c:pt>
                <c:pt idx="62750">
                  <c:v>0</c:v>
                </c:pt>
                <c:pt idx="62751">
                  <c:v>0</c:v>
                </c:pt>
                <c:pt idx="62752">
                  <c:v>0</c:v>
                </c:pt>
                <c:pt idx="62753">
                  <c:v>0</c:v>
                </c:pt>
                <c:pt idx="62754">
                  <c:v>0</c:v>
                </c:pt>
                <c:pt idx="62755">
                  <c:v>0</c:v>
                </c:pt>
                <c:pt idx="62756">
                  <c:v>0</c:v>
                </c:pt>
                <c:pt idx="62757">
                  <c:v>0</c:v>
                </c:pt>
                <c:pt idx="62758">
                  <c:v>0</c:v>
                </c:pt>
                <c:pt idx="62759">
                  <c:v>0</c:v>
                </c:pt>
                <c:pt idx="62760">
                  <c:v>0</c:v>
                </c:pt>
                <c:pt idx="62761">
                  <c:v>0</c:v>
                </c:pt>
                <c:pt idx="62762">
                  <c:v>0</c:v>
                </c:pt>
                <c:pt idx="62763">
                  <c:v>0</c:v>
                </c:pt>
                <c:pt idx="62764">
                  <c:v>0</c:v>
                </c:pt>
                <c:pt idx="62765">
                  <c:v>0</c:v>
                </c:pt>
                <c:pt idx="62766">
                  <c:v>0</c:v>
                </c:pt>
                <c:pt idx="62767">
                  <c:v>0</c:v>
                </c:pt>
                <c:pt idx="62768">
                  <c:v>0</c:v>
                </c:pt>
                <c:pt idx="62769">
                  <c:v>0</c:v>
                </c:pt>
                <c:pt idx="62770">
                  <c:v>0</c:v>
                </c:pt>
                <c:pt idx="62771">
                  <c:v>0</c:v>
                </c:pt>
                <c:pt idx="62772">
                  <c:v>0</c:v>
                </c:pt>
                <c:pt idx="62773">
                  <c:v>0</c:v>
                </c:pt>
                <c:pt idx="62774">
                  <c:v>0</c:v>
                </c:pt>
                <c:pt idx="62775">
                  <c:v>0</c:v>
                </c:pt>
                <c:pt idx="62776">
                  <c:v>0</c:v>
                </c:pt>
                <c:pt idx="62777">
                  <c:v>0</c:v>
                </c:pt>
                <c:pt idx="62778">
                  <c:v>0</c:v>
                </c:pt>
                <c:pt idx="62779">
                  <c:v>0</c:v>
                </c:pt>
                <c:pt idx="62780">
                  <c:v>0</c:v>
                </c:pt>
                <c:pt idx="62781">
                  <c:v>0</c:v>
                </c:pt>
                <c:pt idx="62782">
                  <c:v>0</c:v>
                </c:pt>
                <c:pt idx="62783">
                  <c:v>0</c:v>
                </c:pt>
                <c:pt idx="62784">
                  <c:v>0</c:v>
                </c:pt>
                <c:pt idx="62785">
                  <c:v>0</c:v>
                </c:pt>
                <c:pt idx="62786">
                  <c:v>0</c:v>
                </c:pt>
                <c:pt idx="62787">
                  <c:v>0</c:v>
                </c:pt>
                <c:pt idx="62788">
                  <c:v>0</c:v>
                </c:pt>
                <c:pt idx="62789">
                  <c:v>0</c:v>
                </c:pt>
                <c:pt idx="62790">
                  <c:v>0</c:v>
                </c:pt>
                <c:pt idx="62791">
                  <c:v>0</c:v>
                </c:pt>
                <c:pt idx="62792">
                  <c:v>0</c:v>
                </c:pt>
                <c:pt idx="62793">
                  <c:v>0</c:v>
                </c:pt>
                <c:pt idx="62794">
                  <c:v>0</c:v>
                </c:pt>
                <c:pt idx="62795">
                  <c:v>0</c:v>
                </c:pt>
                <c:pt idx="62796">
                  <c:v>0</c:v>
                </c:pt>
                <c:pt idx="62797">
                  <c:v>0</c:v>
                </c:pt>
                <c:pt idx="62798">
                  <c:v>0</c:v>
                </c:pt>
                <c:pt idx="62799">
                  <c:v>0</c:v>
                </c:pt>
                <c:pt idx="62800">
                  <c:v>0</c:v>
                </c:pt>
                <c:pt idx="62801">
                  <c:v>0</c:v>
                </c:pt>
                <c:pt idx="62802">
                  <c:v>0</c:v>
                </c:pt>
                <c:pt idx="62803">
                  <c:v>0</c:v>
                </c:pt>
                <c:pt idx="62804">
                  <c:v>0</c:v>
                </c:pt>
                <c:pt idx="62805">
                  <c:v>0</c:v>
                </c:pt>
                <c:pt idx="62806">
                  <c:v>0</c:v>
                </c:pt>
                <c:pt idx="62807">
                  <c:v>0</c:v>
                </c:pt>
                <c:pt idx="62808">
                  <c:v>0</c:v>
                </c:pt>
                <c:pt idx="62809">
                  <c:v>0</c:v>
                </c:pt>
                <c:pt idx="62810">
                  <c:v>0</c:v>
                </c:pt>
                <c:pt idx="62811">
                  <c:v>0</c:v>
                </c:pt>
                <c:pt idx="62812">
                  <c:v>0</c:v>
                </c:pt>
                <c:pt idx="62813">
                  <c:v>0</c:v>
                </c:pt>
                <c:pt idx="62814">
                  <c:v>0</c:v>
                </c:pt>
                <c:pt idx="62815">
                  <c:v>0</c:v>
                </c:pt>
                <c:pt idx="62816">
                  <c:v>0</c:v>
                </c:pt>
                <c:pt idx="62817">
                  <c:v>0</c:v>
                </c:pt>
                <c:pt idx="62818">
                  <c:v>0</c:v>
                </c:pt>
                <c:pt idx="62819">
                  <c:v>0</c:v>
                </c:pt>
                <c:pt idx="62820">
                  <c:v>0</c:v>
                </c:pt>
                <c:pt idx="62821">
                  <c:v>0</c:v>
                </c:pt>
                <c:pt idx="62822">
                  <c:v>0</c:v>
                </c:pt>
                <c:pt idx="62823">
                  <c:v>0</c:v>
                </c:pt>
                <c:pt idx="62824">
                  <c:v>0</c:v>
                </c:pt>
                <c:pt idx="62825">
                  <c:v>0</c:v>
                </c:pt>
                <c:pt idx="62826">
                  <c:v>0</c:v>
                </c:pt>
                <c:pt idx="62827">
                  <c:v>0</c:v>
                </c:pt>
                <c:pt idx="62828">
                  <c:v>0</c:v>
                </c:pt>
                <c:pt idx="62829">
                  <c:v>0</c:v>
                </c:pt>
                <c:pt idx="62830">
                  <c:v>0</c:v>
                </c:pt>
                <c:pt idx="62831">
                  <c:v>0</c:v>
                </c:pt>
                <c:pt idx="62832">
                  <c:v>0</c:v>
                </c:pt>
                <c:pt idx="62833">
                  <c:v>0</c:v>
                </c:pt>
                <c:pt idx="62834">
                  <c:v>0</c:v>
                </c:pt>
                <c:pt idx="62835">
                  <c:v>0</c:v>
                </c:pt>
                <c:pt idx="62836">
                  <c:v>0</c:v>
                </c:pt>
                <c:pt idx="62837">
                  <c:v>0</c:v>
                </c:pt>
                <c:pt idx="62838">
                  <c:v>0</c:v>
                </c:pt>
                <c:pt idx="62839">
                  <c:v>0</c:v>
                </c:pt>
                <c:pt idx="62840">
                  <c:v>0</c:v>
                </c:pt>
                <c:pt idx="62841">
                  <c:v>0</c:v>
                </c:pt>
                <c:pt idx="62842">
                  <c:v>0</c:v>
                </c:pt>
                <c:pt idx="62843">
                  <c:v>0</c:v>
                </c:pt>
                <c:pt idx="62844">
                  <c:v>0</c:v>
                </c:pt>
                <c:pt idx="62845">
                  <c:v>0</c:v>
                </c:pt>
                <c:pt idx="62846">
                  <c:v>0</c:v>
                </c:pt>
                <c:pt idx="62847">
                  <c:v>0</c:v>
                </c:pt>
                <c:pt idx="62848">
                  <c:v>0</c:v>
                </c:pt>
                <c:pt idx="62849">
                  <c:v>0</c:v>
                </c:pt>
                <c:pt idx="62850">
                  <c:v>0</c:v>
                </c:pt>
                <c:pt idx="62851">
                  <c:v>0</c:v>
                </c:pt>
                <c:pt idx="62852">
                  <c:v>0</c:v>
                </c:pt>
                <c:pt idx="62853">
                  <c:v>0</c:v>
                </c:pt>
                <c:pt idx="62854">
                  <c:v>0</c:v>
                </c:pt>
                <c:pt idx="62855">
                  <c:v>0</c:v>
                </c:pt>
                <c:pt idx="62856">
                  <c:v>0</c:v>
                </c:pt>
                <c:pt idx="62857">
                  <c:v>0</c:v>
                </c:pt>
                <c:pt idx="62858">
                  <c:v>0</c:v>
                </c:pt>
                <c:pt idx="62859">
                  <c:v>0</c:v>
                </c:pt>
                <c:pt idx="62860">
                  <c:v>0</c:v>
                </c:pt>
                <c:pt idx="62861">
                  <c:v>0</c:v>
                </c:pt>
                <c:pt idx="62862">
                  <c:v>0</c:v>
                </c:pt>
                <c:pt idx="62863">
                  <c:v>0</c:v>
                </c:pt>
                <c:pt idx="62864">
                  <c:v>0</c:v>
                </c:pt>
                <c:pt idx="62865">
                  <c:v>0</c:v>
                </c:pt>
                <c:pt idx="62866">
                  <c:v>0</c:v>
                </c:pt>
                <c:pt idx="62867">
                  <c:v>0</c:v>
                </c:pt>
                <c:pt idx="62868">
                  <c:v>0</c:v>
                </c:pt>
                <c:pt idx="62869">
                  <c:v>0</c:v>
                </c:pt>
                <c:pt idx="62870">
                  <c:v>0</c:v>
                </c:pt>
                <c:pt idx="62871">
                  <c:v>0</c:v>
                </c:pt>
                <c:pt idx="62872">
                  <c:v>0</c:v>
                </c:pt>
                <c:pt idx="62873">
                  <c:v>0</c:v>
                </c:pt>
                <c:pt idx="62874">
                  <c:v>0</c:v>
                </c:pt>
                <c:pt idx="62875">
                  <c:v>0</c:v>
                </c:pt>
                <c:pt idx="62876">
                  <c:v>0</c:v>
                </c:pt>
                <c:pt idx="62877">
                  <c:v>0</c:v>
                </c:pt>
                <c:pt idx="62878">
                  <c:v>0</c:v>
                </c:pt>
                <c:pt idx="62879">
                  <c:v>0</c:v>
                </c:pt>
                <c:pt idx="62880">
                  <c:v>0</c:v>
                </c:pt>
                <c:pt idx="62881">
                  <c:v>0</c:v>
                </c:pt>
                <c:pt idx="62882">
                  <c:v>0</c:v>
                </c:pt>
                <c:pt idx="62883">
                  <c:v>0</c:v>
                </c:pt>
                <c:pt idx="62884">
                  <c:v>0</c:v>
                </c:pt>
                <c:pt idx="62885">
                  <c:v>0</c:v>
                </c:pt>
                <c:pt idx="62886">
                  <c:v>0</c:v>
                </c:pt>
                <c:pt idx="62887">
                  <c:v>0</c:v>
                </c:pt>
                <c:pt idx="62888">
                  <c:v>0</c:v>
                </c:pt>
                <c:pt idx="62889">
                  <c:v>0</c:v>
                </c:pt>
                <c:pt idx="62890">
                  <c:v>0</c:v>
                </c:pt>
                <c:pt idx="62891">
                  <c:v>0</c:v>
                </c:pt>
                <c:pt idx="62892">
                  <c:v>0</c:v>
                </c:pt>
                <c:pt idx="62893">
                  <c:v>0</c:v>
                </c:pt>
                <c:pt idx="62894">
                  <c:v>0</c:v>
                </c:pt>
                <c:pt idx="62895">
                  <c:v>0</c:v>
                </c:pt>
                <c:pt idx="62896">
                  <c:v>0</c:v>
                </c:pt>
                <c:pt idx="62897">
                  <c:v>0</c:v>
                </c:pt>
                <c:pt idx="62898">
                  <c:v>0</c:v>
                </c:pt>
                <c:pt idx="62899">
                  <c:v>0</c:v>
                </c:pt>
                <c:pt idx="62900">
                  <c:v>0</c:v>
                </c:pt>
                <c:pt idx="62901">
                  <c:v>0</c:v>
                </c:pt>
                <c:pt idx="62902">
                  <c:v>0</c:v>
                </c:pt>
                <c:pt idx="62903">
                  <c:v>0</c:v>
                </c:pt>
                <c:pt idx="62904">
                  <c:v>0</c:v>
                </c:pt>
                <c:pt idx="62905">
                  <c:v>0</c:v>
                </c:pt>
                <c:pt idx="62906">
                  <c:v>0</c:v>
                </c:pt>
                <c:pt idx="62907">
                  <c:v>0</c:v>
                </c:pt>
                <c:pt idx="62908">
                  <c:v>0</c:v>
                </c:pt>
                <c:pt idx="62909">
                  <c:v>0</c:v>
                </c:pt>
                <c:pt idx="62910">
                  <c:v>0</c:v>
                </c:pt>
                <c:pt idx="62911">
                  <c:v>0</c:v>
                </c:pt>
                <c:pt idx="62912">
                  <c:v>0</c:v>
                </c:pt>
                <c:pt idx="62913">
                  <c:v>0</c:v>
                </c:pt>
                <c:pt idx="62914">
                  <c:v>0</c:v>
                </c:pt>
                <c:pt idx="62915">
                  <c:v>0</c:v>
                </c:pt>
                <c:pt idx="62916">
                  <c:v>0</c:v>
                </c:pt>
                <c:pt idx="62917">
                  <c:v>0</c:v>
                </c:pt>
                <c:pt idx="62918">
                  <c:v>0</c:v>
                </c:pt>
                <c:pt idx="62919">
                  <c:v>0</c:v>
                </c:pt>
                <c:pt idx="62920">
                  <c:v>0</c:v>
                </c:pt>
                <c:pt idx="62921">
                  <c:v>0</c:v>
                </c:pt>
                <c:pt idx="62922">
                  <c:v>0</c:v>
                </c:pt>
                <c:pt idx="62923">
                  <c:v>0</c:v>
                </c:pt>
                <c:pt idx="62924">
                  <c:v>0</c:v>
                </c:pt>
                <c:pt idx="62925">
                  <c:v>0</c:v>
                </c:pt>
                <c:pt idx="62926">
                  <c:v>0</c:v>
                </c:pt>
                <c:pt idx="62927">
                  <c:v>0</c:v>
                </c:pt>
                <c:pt idx="62928">
                  <c:v>0</c:v>
                </c:pt>
                <c:pt idx="62929">
                  <c:v>0</c:v>
                </c:pt>
                <c:pt idx="62930">
                  <c:v>0</c:v>
                </c:pt>
                <c:pt idx="62931">
                  <c:v>0</c:v>
                </c:pt>
                <c:pt idx="62932">
                  <c:v>0</c:v>
                </c:pt>
                <c:pt idx="62933">
                  <c:v>0</c:v>
                </c:pt>
                <c:pt idx="62934">
                  <c:v>0</c:v>
                </c:pt>
                <c:pt idx="62935">
                  <c:v>0</c:v>
                </c:pt>
                <c:pt idx="62936">
                  <c:v>0</c:v>
                </c:pt>
                <c:pt idx="62937">
                  <c:v>0</c:v>
                </c:pt>
                <c:pt idx="62938">
                  <c:v>0</c:v>
                </c:pt>
                <c:pt idx="62939">
                  <c:v>0</c:v>
                </c:pt>
                <c:pt idx="62940">
                  <c:v>0</c:v>
                </c:pt>
                <c:pt idx="62941">
                  <c:v>0</c:v>
                </c:pt>
                <c:pt idx="62942">
                  <c:v>0</c:v>
                </c:pt>
                <c:pt idx="62943">
                  <c:v>0</c:v>
                </c:pt>
                <c:pt idx="62944">
                  <c:v>0</c:v>
                </c:pt>
                <c:pt idx="62945">
                  <c:v>0</c:v>
                </c:pt>
                <c:pt idx="62946">
                  <c:v>0</c:v>
                </c:pt>
                <c:pt idx="62947">
                  <c:v>0</c:v>
                </c:pt>
                <c:pt idx="62948">
                  <c:v>0</c:v>
                </c:pt>
                <c:pt idx="62949">
                  <c:v>0</c:v>
                </c:pt>
                <c:pt idx="62950">
                  <c:v>0</c:v>
                </c:pt>
                <c:pt idx="62951">
                  <c:v>0</c:v>
                </c:pt>
                <c:pt idx="62952">
                  <c:v>0</c:v>
                </c:pt>
                <c:pt idx="62953">
                  <c:v>0</c:v>
                </c:pt>
                <c:pt idx="62954">
                  <c:v>0</c:v>
                </c:pt>
                <c:pt idx="62955">
                  <c:v>0</c:v>
                </c:pt>
                <c:pt idx="62956">
                  <c:v>0</c:v>
                </c:pt>
                <c:pt idx="62957">
                  <c:v>0</c:v>
                </c:pt>
                <c:pt idx="62958">
                  <c:v>0</c:v>
                </c:pt>
                <c:pt idx="62959">
                  <c:v>0</c:v>
                </c:pt>
                <c:pt idx="62960">
                  <c:v>0</c:v>
                </c:pt>
                <c:pt idx="62961">
                  <c:v>0</c:v>
                </c:pt>
                <c:pt idx="62962">
                  <c:v>0</c:v>
                </c:pt>
                <c:pt idx="62963">
                  <c:v>0</c:v>
                </c:pt>
                <c:pt idx="62964">
                  <c:v>0</c:v>
                </c:pt>
                <c:pt idx="62965">
                  <c:v>0</c:v>
                </c:pt>
                <c:pt idx="62966">
                  <c:v>0</c:v>
                </c:pt>
                <c:pt idx="62967">
                  <c:v>0</c:v>
                </c:pt>
                <c:pt idx="62968">
                  <c:v>0</c:v>
                </c:pt>
                <c:pt idx="62969">
                  <c:v>0</c:v>
                </c:pt>
                <c:pt idx="62970">
                  <c:v>0</c:v>
                </c:pt>
                <c:pt idx="62971">
                  <c:v>0</c:v>
                </c:pt>
                <c:pt idx="62972">
                  <c:v>0</c:v>
                </c:pt>
                <c:pt idx="62973">
                  <c:v>0</c:v>
                </c:pt>
                <c:pt idx="62974">
                  <c:v>0</c:v>
                </c:pt>
                <c:pt idx="62975">
                  <c:v>0</c:v>
                </c:pt>
                <c:pt idx="62976">
                  <c:v>0</c:v>
                </c:pt>
                <c:pt idx="62977">
                  <c:v>0</c:v>
                </c:pt>
                <c:pt idx="62978">
                  <c:v>0</c:v>
                </c:pt>
                <c:pt idx="62979">
                  <c:v>0</c:v>
                </c:pt>
                <c:pt idx="62980">
                  <c:v>0</c:v>
                </c:pt>
                <c:pt idx="62981">
                  <c:v>0</c:v>
                </c:pt>
                <c:pt idx="62982">
                  <c:v>0</c:v>
                </c:pt>
                <c:pt idx="62983">
                  <c:v>0</c:v>
                </c:pt>
                <c:pt idx="62984">
                  <c:v>0</c:v>
                </c:pt>
                <c:pt idx="62985">
                  <c:v>0</c:v>
                </c:pt>
                <c:pt idx="62986">
                  <c:v>0</c:v>
                </c:pt>
                <c:pt idx="62987">
                  <c:v>0</c:v>
                </c:pt>
                <c:pt idx="62988">
                  <c:v>0</c:v>
                </c:pt>
                <c:pt idx="62989">
                  <c:v>0</c:v>
                </c:pt>
                <c:pt idx="62990">
                  <c:v>0</c:v>
                </c:pt>
                <c:pt idx="62991">
                  <c:v>0</c:v>
                </c:pt>
                <c:pt idx="62992">
                  <c:v>0</c:v>
                </c:pt>
                <c:pt idx="62993">
                  <c:v>0</c:v>
                </c:pt>
                <c:pt idx="62994">
                  <c:v>0</c:v>
                </c:pt>
                <c:pt idx="62995">
                  <c:v>0</c:v>
                </c:pt>
                <c:pt idx="62996">
                  <c:v>0</c:v>
                </c:pt>
                <c:pt idx="62997">
                  <c:v>0</c:v>
                </c:pt>
                <c:pt idx="62998">
                  <c:v>0</c:v>
                </c:pt>
                <c:pt idx="62999">
                  <c:v>0</c:v>
                </c:pt>
                <c:pt idx="63000">
                  <c:v>0</c:v>
                </c:pt>
                <c:pt idx="63001">
                  <c:v>0</c:v>
                </c:pt>
                <c:pt idx="63002">
                  <c:v>0</c:v>
                </c:pt>
                <c:pt idx="63003">
                  <c:v>0</c:v>
                </c:pt>
                <c:pt idx="63004">
                  <c:v>0</c:v>
                </c:pt>
                <c:pt idx="63005">
                  <c:v>0</c:v>
                </c:pt>
                <c:pt idx="63006">
                  <c:v>0</c:v>
                </c:pt>
                <c:pt idx="63007">
                  <c:v>0</c:v>
                </c:pt>
                <c:pt idx="63008">
                  <c:v>0</c:v>
                </c:pt>
                <c:pt idx="63009">
                  <c:v>0</c:v>
                </c:pt>
                <c:pt idx="63010">
                  <c:v>0</c:v>
                </c:pt>
                <c:pt idx="63011">
                  <c:v>0</c:v>
                </c:pt>
                <c:pt idx="63012">
                  <c:v>0</c:v>
                </c:pt>
                <c:pt idx="63013">
                  <c:v>0</c:v>
                </c:pt>
                <c:pt idx="63014">
                  <c:v>0</c:v>
                </c:pt>
                <c:pt idx="63015">
                  <c:v>0</c:v>
                </c:pt>
                <c:pt idx="63016">
                  <c:v>0</c:v>
                </c:pt>
                <c:pt idx="63017">
                  <c:v>0</c:v>
                </c:pt>
                <c:pt idx="63018">
                  <c:v>0</c:v>
                </c:pt>
                <c:pt idx="63019">
                  <c:v>0</c:v>
                </c:pt>
                <c:pt idx="63020">
                  <c:v>0</c:v>
                </c:pt>
                <c:pt idx="63021">
                  <c:v>0</c:v>
                </c:pt>
                <c:pt idx="63022">
                  <c:v>0</c:v>
                </c:pt>
                <c:pt idx="63023">
                  <c:v>0</c:v>
                </c:pt>
                <c:pt idx="63024">
                  <c:v>0</c:v>
                </c:pt>
                <c:pt idx="63025">
                  <c:v>0</c:v>
                </c:pt>
                <c:pt idx="63026">
                  <c:v>0</c:v>
                </c:pt>
                <c:pt idx="63027">
                  <c:v>0</c:v>
                </c:pt>
                <c:pt idx="63028">
                  <c:v>0</c:v>
                </c:pt>
                <c:pt idx="63029">
                  <c:v>0</c:v>
                </c:pt>
                <c:pt idx="63030">
                  <c:v>0</c:v>
                </c:pt>
                <c:pt idx="63031">
                  <c:v>0</c:v>
                </c:pt>
                <c:pt idx="63032">
                  <c:v>0</c:v>
                </c:pt>
                <c:pt idx="63033">
                  <c:v>0</c:v>
                </c:pt>
                <c:pt idx="63034">
                  <c:v>0</c:v>
                </c:pt>
                <c:pt idx="63035">
                  <c:v>0</c:v>
                </c:pt>
                <c:pt idx="63036">
                  <c:v>0</c:v>
                </c:pt>
                <c:pt idx="63037">
                  <c:v>0</c:v>
                </c:pt>
                <c:pt idx="63038">
                  <c:v>0</c:v>
                </c:pt>
                <c:pt idx="63039">
                  <c:v>0</c:v>
                </c:pt>
                <c:pt idx="63040">
                  <c:v>0</c:v>
                </c:pt>
                <c:pt idx="63041">
                  <c:v>0</c:v>
                </c:pt>
                <c:pt idx="63042">
                  <c:v>0</c:v>
                </c:pt>
                <c:pt idx="63043">
                  <c:v>0</c:v>
                </c:pt>
                <c:pt idx="63044">
                  <c:v>0</c:v>
                </c:pt>
                <c:pt idx="63045">
                  <c:v>0</c:v>
                </c:pt>
                <c:pt idx="63046">
                  <c:v>0</c:v>
                </c:pt>
                <c:pt idx="63047">
                  <c:v>0</c:v>
                </c:pt>
                <c:pt idx="63048">
                  <c:v>0</c:v>
                </c:pt>
                <c:pt idx="63049">
                  <c:v>0</c:v>
                </c:pt>
                <c:pt idx="63050">
                  <c:v>0</c:v>
                </c:pt>
                <c:pt idx="63051">
                  <c:v>0</c:v>
                </c:pt>
                <c:pt idx="63052">
                  <c:v>0</c:v>
                </c:pt>
                <c:pt idx="63053">
                  <c:v>0</c:v>
                </c:pt>
                <c:pt idx="63054">
                  <c:v>0</c:v>
                </c:pt>
                <c:pt idx="63055">
                  <c:v>0</c:v>
                </c:pt>
                <c:pt idx="63056">
                  <c:v>0</c:v>
                </c:pt>
                <c:pt idx="63057">
                  <c:v>0</c:v>
                </c:pt>
                <c:pt idx="63058">
                  <c:v>0</c:v>
                </c:pt>
                <c:pt idx="63059">
                  <c:v>0</c:v>
                </c:pt>
                <c:pt idx="63060">
                  <c:v>0</c:v>
                </c:pt>
                <c:pt idx="63061">
                  <c:v>0</c:v>
                </c:pt>
                <c:pt idx="63062">
                  <c:v>0</c:v>
                </c:pt>
                <c:pt idx="63063">
                  <c:v>0</c:v>
                </c:pt>
                <c:pt idx="63064">
                  <c:v>0</c:v>
                </c:pt>
                <c:pt idx="63065">
                  <c:v>0</c:v>
                </c:pt>
                <c:pt idx="63066">
                  <c:v>0</c:v>
                </c:pt>
                <c:pt idx="63067">
                  <c:v>0</c:v>
                </c:pt>
                <c:pt idx="63068">
                  <c:v>0</c:v>
                </c:pt>
                <c:pt idx="63069">
                  <c:v>0</c:v>
                </c:pt>
                <c:pt idx="63070">
                  <c:v>0</c:v>
                </c:pt>
                <c:pt idx="63071">
                  <c:v>0</c:v>
                </c:pt>
                <c:pt idx="63072">
                  <c:v>0</c:v>
                </c:pt>
                <c:pt idx="63073">
                  <c:v>0</c:v>
                </c:pt>
                <c:pt idx="63074">
                  <c:v>0</c:v>
                </c:pt>
                <c:pt idx="63075">
                  <c:v>0</c:v>
                </c:pt>
                <c:pt idx="63076">
                  <c:v>0</c:v>
                </c:pt>
                <c:pt idx="63077">
                  <c:v>0</c:v>
                </c:pt>
                <c:pt idx="63078">
                  <c:v>0</c:v>
                </c:pt>
                <c:pt idx="63079">
                  <c:v>0</c:v>
                </c:pt>
                <c:pt idx="63080">
                  <c:v>0</c:v>
                </c:pt>
                <c:pt idx="63081">
                  <c:v>0</c:v>
                </c:pt>
                <c:pt idx="63082">
                  <c:v>0</c:v>
                </c:pt>
                <c:pt idx="63083">
                  <c:v>0</c:v>
                </c:pt>
                <c:pt idx="63084">
                  <c:v>0</c:v>
                </c:pt>
                <c:pt idx="63085">
                  <c:v>0</c:v>
                </c:pt>
                <c:pt idx="63086">
                  <c:v>0</c:v>
                </c:pt>
                <c:pt idx="63087">
                  <c:v>0</c:v>
                </c:pt>
                <c:pt idx="63088">
                  <c:v>0</c:v>
                </c:pt>
                <c:pt idx="63089">
                  <c:v>0</c:v>
                </c:pt>
                <c:pt idx="63090">
                  <c:v>0</c:v>
                </c:pt>
                <c:pt idx="63091">
                  <c:v>0</c:v>
                </c:pt>
                <c:pt idx="63092">
                  <c:v>0</c:v>
                </c:pt>
                <c:pt idx="63093">
                  <c:v>0</c:v>
                </c:pt>
                <c:pt idx="63094">
                  <c:v>0</c:v>
                </c:pt>
                <c:pt idx="63095">
                  <c:v>0</c:v>
                </c:pt>
                <c:pt idx="63096">
                  <c:v>0</c:v>
                </c:pt>
                <c:pt idx="63097">
                  <c:v>0</c:v>
                </c:pt>
                <c:pt idx="63098">
                  <c:v>0</c:v>
                </c:pt>
                <c:pt idx="63099">
                  <c:v>0</c:v>
                </c:pt>
                <c:pt idx="63100">
                  <c:v>0</c:v>
                </c:pt>
                <c:pt idx="63101">
                  <c:v>0</c:v>
                </c:pt>
                <c:pt idx="63102">
                  <c:v>0</c:v>
                </c:pt>
                <c:pt idx="63103">
                  <c:v>0</c:v>
                </c:pt>
                <c:pt idx="63104">
                  <c:v>0</c:v>
                </c:pt>
                <c:pt idx="63105">
                  <c:v>0</c:v>
                </c:pt>
                <c:pt idx="63106">
                  <c:v>0</c:v>
                </c:pt>
                <c:pt idx="63107">
                  <c:v>0</c:v>
                </c:pt>
                <c:pt idx="63108">
                  <c:v>0</c:v>
                </c:pt>
                <c:pt idx="63109">
                  <c:v>0</c:v>
                </c:pt>
                <c:pt idx="63110">
                  <c:v>0</c:v>
                </c:pt>
                <c:pt idx="63111">
                  <c:v>0</c:v>
                </c:pt>
                <c:pt idx="63112">
                  <c:v>0</c:v>
                </c:pt>
                <c:pt idx="63113">
                  <c:v>0</c:v>
                </c:pt>
                <c:pt idx="63114">
                  <c:v>0</c:v>
                </c:pt>
                <c:pt idx="63115">
                  <c:v>0</c:v>
                </c:pt>
                <c:pt idx="63116">
                  <c:v>0</c:v>
                </c:pt>
                <c:pt idx="63117">
                  <c:v>0</c:v>
                </c:pt>
                <c:pt idx="63118">
                  <c:v>0</c:v>
                </c:pt>
                <c:pt idx="63119">
                  <c:v>0</c:v>
                </c:pt>
                <c:pt idx="63120">
                  <c:v>0</c:v>
                </c:pt>
                <c:pt idx="63121">
                  <c:v>0</c:v>
                </c:pt>
                <c:pt idx="63122">
                  <c:v>0</c:v>
                </c:pt>
                <c:pt idx="63123">
                  <c:v>0</c:v>
                </c:pt>
                <c:pt idx="63124">
                  <c:v>0</c:v>
                </c:pt>
                <c:pt idx="63125">
                  <c:v>0</c:v>
                </c:pt>
                <c:pt idx="63126">
                  <c:v>0</c:v>
                </c:pt>
                <c:pt idx="63127">
                  <c:v>0</c:v>
                </c:pt>
                <c:pt idx="63128">
                  <c:v>0</c:v>
                </c:pt>
                <c:pt idx="63129">
                  <c:v>0</c:v>
                </c:pt>
                <c:pt idx="63130">
                  <c:v>0</c:v>
                </c:pt>
                <c:pt idx="63131">
                  <c:v>0</c:v>
                </c:pt>
                <c:pt idx="63132">
                  <c:v>0</c:v>
                </c:pt>
                <c:pt idx="63133">
                  <c:v>0</c:v>
                </c:pt>
                <c:pt idx="63134">
                  <c:v>0</c:v>
                </c:pt>
                <c:pt idx="63135">
                  <c:v>0</c:v>
                </c:pt>
                <c:pt idx="63136">
                  <c:v>0</c:v>
                </c:pt>
                <c:pt idx="63137">
                  <c:v>0</c:v>
                </c:pt>
                <c:pt idx="63138">
                  <c:v>0</c:v>
                </c:pt>
                <c:pt idx="63139">
                  <c:v>0</c:v>
                </c:pt>
                <c:pt idx="63140">
                  <c:v>0</c:v>
                </c:pt>
                <c:pt idx="63141">
                  <c:v>0</c:v>
                </c:pt>
                <c:pt idx="63142">
                  <c:v>0</c:v>
                </c:pt>
                <c:pt idx="63143">
                  <c:v>0</c:v>
                </c:pt>
                <c:pt idx="63144">
                  <c:v>0</c:v>
                </c:pt>
                <c:pt idx="63145">
                  <c:v>0</c:v>
                </c:pt>
                <c:pt idx="63146">
                  <c:v>0</c:v>
                </c:pt>
                <c:pt idx="63147">
                  <c:v>0</c:v>
                </c:pt>
                <c:pt idx="63148">
                  <c:v>0</c:v>
                </c:pt>
                <c:pt idx="63149">
                  <c:v>0</c:v>
                </c:pt>
                <c:pt idx="63150">
                  <c:v>0</c:v>
                </c:pt>
                <c:pt idx="63151">
                  <c:v>0</c:v>
                </c:pt>
                <c:pt idx="63152">
                  <c:v>0</c:v>
                </c:pt>
                <c:pt idx="63153">
                  <c:v>0</c:v>
                </c:pt>
                <c:pt idx="63154">
                  <c:v>0</c:v>
                </c:pt>
                <c:pt idx="63155">
                  <c:v>0</c:v>
                </c:pt>
                <c:pt idx="63156">
                  <c:v>0</c:v>
                </c:pt>
                <c:pt idx="63157">
                  <c:v>0</c:v>
                </c:pt>
                <c:pt idx="63158">
                  <c:v>0</c:v>
                </c:pt>
                <c:pt idx="63159">
                  <c:v>0</c:v>
                </c:pt>
                <c:pt idx="63160">
                  <c:v>0</c:v>
                </c:pt>
                <c:pt idx="63161">
                  <c:v>0</c:v>
                </c:pt>
                <c:pt idx="63162">
                  <c:v>0</c:v>
                </c:pt>
                <c:pt idx="63163">
                  <c:v>0</c:v>
                </c:pt>
                <c:pt idx="63164">
                  <c:v>0</c:v>
                </c:pt>
                <c:pt idx="63165">
                  <c:v>0</c:v>
                </c:pt>
                <c:pt idx="63166">
                  <c:v>0</c:v>
                </c:pt>
                <c:pt idx="63167">
                  <c:v>0</c:v>
                </c:pt>
                <c:pt idx="63168">
                  <c:v>0</c:v>
                </c:pt>
                <c:pt idx="63169">
                  <c:v>0</c:v>
                </c:pt>
                <c:pt idx="63170">
                  <c:v>0</c:v>
                </c:pt>
                <c:pt idx="63171">
                  <c:v>0</c:v>
                </c:pt>
                <c:pt idx="63172">
                  <c:v>0</c:v>
                </c:pt>
                <c:pt idx="63173">
                  <c:v>0</c:v>
                </c:pt>
                <c:pt idx="63174">
                  <c:v>0</c:v>
                </c:pt>
                <c:pt idx="63175">
                  <c:v>0</c:v>
                </c:pt>
                <c:pt idx="63176">
                  <c:v>0</c:v>
                </c:pt>
                <c:pt idx="63177">
                  <c:v>0</c:v>
                </c:pt>
                <c:pt idx="63178">
                  <c:v>0</c:v>
                </c:pt>
                <c:pt idx="63179">
                  <c:v>0</c:v>
                </c:pt>
                <c:pt idx="63180">
                  <c:v>0</c:v>
                </c:pt>
                <c:pt idx="63181">
                  <c:v>0</c:v>
                </c:pt>
                <c:pt idx="63182">
                  <c:v>0</c:v>
                </c:pt>
                <c:pt idx="63183">
                  <c:v>0</c:v>
                </c:pt>
                <c:pt idx="63184">
                  <c:v>0</c:v>
                </c:pt>
                <c:pt idx="63185">
                  <c:v>0</c:v>
                </c:pt>
                <c:pt idx="63186">
                  <c:v>0</c:v>
                </c:pt>
                <c:pt idx="63187">
                  <c:v>0</c:v>
                </c:pt>
                <c:pt idx="63188">
                  <c:v>0</c:v>
                </c:pt>
                <c:pt idx="63189">
                  <c:v>0</c:v>
                </c:pt>
                <c:pt idx="63190">
                  <c:v>0</c:v>
                </c:pt>
                <c:pt idx="63191">
                  <c:v>0</c:v>
                </c:pt>
                <c:pt idx="63192">
                  <c:v>0</c:v>
                </c:pt>
                <c:pt idx="63193">
                  <c:v>0</c:v>
                </c:pt>
                <c:pt idx="63194">
                  <c:v>0</c:v>
                </c:pt>
                <c:pt idx="63195">
                  <c:v>0</c:v>
                </c:pt>
                <c:pt idx="63196">
                  <c:v>0</c:v>
                </c:pt>
                <c:pt idx="63197">
                  <c:v>0</c:v>
                </c:pt>
                <c:pt idx="63198">
                  <c:v>0</c:v>
                </c:pt>
                <c:pt idx="63199">
                  <c:v>0</c:v>
                </c:pt>
                <c:pt idx="63200">
                  <c:v>0</c:v>
                </c:pt>
                <c:pt idx="63201">
                  <c:v>0</c:v>
                </c:pt>
                <c:pt idx="63202">
                  <c:v>0</c:v>
                </c:pt>
                <c:pt idx="63203">
                  <c:v>0</c:v>
                </c:pt>
                <c:pt idx="63204">
                  <c:v>0</c:v>
                </c:pt>
                <c:pt idx="63205">
                  <c:v>0</c:v>
                </c:pt>
                <c:pt idx="63206">
                  <c:v>0</c:v>
                </c:pt>
                <c:pt idx="63207">
                  <c:v>0</c:v>
                </c:pt>
                <c:pt idx="63208">
                  <c:v>0</c:v>
                </c:pt>
                <c:pt idx="63209">
                  <c:v>0</c:v>
                </c:pt>
                <c:pt idx="63210">
                  <c:v>0</c:v>
                </c:pt>
                <c:pt idx="63211">
                  <c:v>0</c:v>
                </c:pt>
                <c:pt idx="63212">
                  <c:v>0</c:v>
                </c:pt>
                <c:pt idx="63213">
                  <c:v>0</c:v>
                </c:pt>
                <c:pt idx="63214">
                  <c:v>0</c:v>
                </c:pt>
                <c:pt idx="63215">
                  <c:v>0</c:v>
                </c:pt>
                <c:pt idx="63216">
                  <c:v>0</c:v>
                </c:pt>
                <c:pt idx="63217">
                  <c:v>0</c:v>
                </c:pt>
                <c:pt idx="63218">
                  <c:v>0</c:v>
                </c:pt>
                <c:pt idx="63219">
                  <c:v>0</c:v>
                </c:pt>
                <c:pt idx="63220">
                  <c:v>0</c:v>
                </c:pt>
                <c:pt idx="63221">
                  <c:v>0</c:v>
                </c:pt>
                <c:pt idx="63222">
                  <c:v>0</c:v>
                </c:pt>
                <c:pt idx="63223">
                  <c:v>0</c:v>
                </c:pt>
                <c:pt idx="63224">
                  <c:v>0</c:v>
                </c:pt>
                <c:pt idx="63225">
                  <c:v>0</c:v>
                </c:pt>
                <c:pt idx="63226">
                  <c:v>0</c:v>
                </c:pt>
                <c:pt idx="63227">
                  <c:v>0</c:v>
                </c:pt>
                <c:pt idx="63228">
                  <c:v>0</c:v>
                </c:pt>
                <c:pt idx="63229">
                  <c:v>0</c:v>
                </c:pt>
                <c:pt idx="63230">
                  <c:v>0</c:v>
                </c:pt>
                <c:pt idx="63231">
                  <c:v>0</c:v>
                </c:pt>
                <c:pt idx="63232">
                  <c:v>0</c:v>
                </c:pt>
                <c:pt idx="63233">
                  <c:v>0</c:v>
                </c:pt>
                <c:pt idx="63234">
                  <c:v>0</c:v>
                </c:pt>
                <c:pt idx="63235">
                  <c:v>0</c:v>
                </c:pt>
                <c:pt idx="63236">
                  <c:v>0</c:v>
                </c:pt>
                <c:pt idx="63237">
                  <c:v>0</c:v>
                </c:pt>
                <c:pt idx="63238">
                  <c:v>0</c:v>
                </c:pt>
                <c:pt idx="63239">
                  <c:v>0</c:v>
                </c:pt>
                <c:pt idx="63240">
                  <c:v>0</c:v>
                </c:pt>
                <c:pt idx="63241">
                  <c:v>0</c:v>
                </c:pt>
                <c:pt idx="63242">
                  <c:v>0</c:v>
                </c:pt>
                <c:pt idx="63243">
                  <c:v>0</c:v>
                </c:pt>
                <c:pt idx="63244">
                  <c:v>0</c:v>
                </c:pt>
                <c:pt idx="63245">
                  <c:v>0</c:v>
                </c:pt>
                <c:pt idx="63246">
                  <c:v>0</c:v>
                </c:pt>
                <c:pt idx="63247">
                  <c:v>0</c:v>
                </c:pt>
                <c:pt idx="63248">
                  <c:v>0</c:v>
                </c:pt>
                <c:pt idx="63249">
                  <c:v>0</c:v>
                </c:pt>
                <c:pt idx="63250">
                  <c:v>0</c:v>
                </c:pt>
                <c:pt idx="63251">
                  <c:v>0</c:v>
                </c:pt>
                <c:pt idx="63252">
                  <c:v>0</c:v>
                </c:pt>
                <c:pt idx="63253">
                  <c:v>0</c:v>
                </c:pt>
                <c:pt idx="63254">
                  <c:v>0</c:v>
                </c:pt>
                <c:pt idx="63255">
                  <c:v>0</c:v>
                </c:pt>
                <c:pt idx="63256">
                  <c:v>0</c:v>
                </c:pt>
                <c:pt idx="63257">
                  <c:v>0</c:v>
                </c:pt>
                <c:pt idx="63258">
                  <c:v>0</c:v>
                </c:pt>
                <c:pt idx="63259">
                  <c:v>0</c:v>
                </c:pt>
                <c:pt idx="63260">
                  <c:v>0</c:v>
                </c:pt>
                <c:pt idx="63261">
                  <c:v>0</c:v>
                </c:pt>
                <c:pt idx="63262">
                  <c:v>0</c:v>
                </c:pt>
                <c:pt idx="63263">
                  <c:v>0</c:v>
                </c:pt>
                <c:pt idx="63264">
                  <c:v>0</c:v>
                </c:pt>
                <c:pt idx="63265">
                  <c:v>0</c:v>
                </c:pt>
                <c:pt idx="63266">
                  <c:v>0</c:v>
                </c:pt>
                <c:pt idx="63267">
                  <c:v>0</c:v>
                </c:pt>
                <c:pt idx="63268">
                  <c:v>0</c:v>
                </c:pt>
                <c:pt idx="63269">
                  <c:v>0</c:v>
                </c:pt>
                <c:pt idx="63270">
                  <c:v>0</c:v>
                </c:pt>
                <c:pt idx="63271">
                  <c:v>0</c:v>
                </c:pt>
                <c:pt idx="63272">
                  <c:v>0</c:v>
                </c:pt>
                <c:pt idx="63273">
                  <c:v>0</c:v>
                </c:pt>
                <c:pt idx="63274">
                  <c:v>0</c:v>
                </c:pt>
                <c:pt idx="63275">
                  <c:v>0</c:v>
                </c:pt>
                <c:pt idx="63276">
                  <c:v>0</c:v>
                </c:pt>
                <c:pt idx="63277">
                  <c:v>0</c:v>
                </c:pt>
                <c:pt idx="63278">
                  <c:v>0</c:v>
                </c:pt>
                <c:pt idx="63279">
                  <c:v>0</c:v>
                </c:pt>
                <c:pt idx="63280">
                  <c:v>0</c:v>
                </c:pt>
                <c:pt idx="63281">
                  <c:v>0</c:v>
                </c:pt>
                <c:pt idx="63282">
                  <c:v>0</c:v>
                </c:pt>
                <c:pt idx="63283">
                  <c:v>0</c:v>
                </c:pt>
                <c:pt idx="63284">
                  <c:v>0</c:v>
                </c:pt>
                <c:pt idx="63285">
                  <c:v>0</c:v>
                </c:pt>
                <c:pt idx="63286">
                  <c:v>0</c:v>
                </c:pt>
                <c:pt idx="63287">
                  <c:v>0</c:v>
                </c:pt>
                <c:pt idx="63288">
                  <c:v>0</c:v>
                </c:pt>
                <c:pt idx="63289">
                  <c:v>0</c:v>
                </c:pt>
                <c:pt idx="63290">
                  <c:v>0</c:v>
                </c:pt>
                <c:pt idx="63291">
                  <c:v>0</c:v>
                </c:pt>
                <c:pt idx="63292">
                  <c:v>0</c:v>
                </c:pt>
                <c:pt idx="63293">
                  <c:v>0</c:v>
                </c:pt>
                <c:pt idx="63294">
                  <c:v>0</c:v>
                </c:pt>
                <c:pt idx="63295">
                  <c:v>0</c:v>
                </c:pt>
                <c:pt idx="63296">
                  <c:v>0</c:v>
                </c:pt>
                <c:pt idx="63297">
                  <c:v>0</c:v>
                </c:pt>
                <c:pt idx="63298">
                  <c:v>0</c:v>
                </c:pt>
                <c:pt idx="63299">
                  <c:v>0</c:v>
                </c:pt>
                <c:pt idx="63300">
                  <c:v>0</c:v>
                </c:pt>
                <c:pt idx="63301">
                  <c:v>0</c:v>
                </c:pt>
                <c:pt idx="63302">
                  <c:v>0</c:v>
                </c:pt>
                <c:pt idx="63303">
                  <c:v>0</c:v>
                </c:pt>
                <c:pt idx="63304">
                  <c:v>0</c:v>
                </c:pt>
                <c:pt idx="63305">
                  <c:v>0</c:v>
                </c:pt>
                <c:pt idx="63306">
                  <c:v>0</c:v>
                </c:pt>
                <c:pt idx="63307">
                  <c:v>0</c:v>
                </c:pt>
                <c:pt idx="63308">
                  <c:v>0</c:v>
                </c:pt>
                <c:pt idx="63309">
                  <c:v>0</c:v>
                </c:pt>
                <c:pt idx="63310">
                  <c:v>0</c:v>
                </c:pt>
                <c:pt idx="63311">
                  <c:v>0</c:v>
                </c:pt>
                <c:pt idx="63312">
                  <c:v>0</c:v>
                </c:pt>
                <c:pt idx="63313">
                  <c:v>0</c:v>
                </c:pt>
                <c:pt idx="63314">
                  <c:v>0</c:v>
                </c:pt>
                <c:pt idx="63315">
                  <c:v>0</c:v>
                </c:pt>
                <c:pt idx="63316">
                  <c:v>0</c:v>
                </c:pt>
                <c:pt idx="63317">
                  <c:v>0</c:v>
                </c:pt>
                <c:pt idx="63318">
                  <c:v>0</c:v>
                </c:pt>
                <c:pt idx="63319">
                  <c:v>0</c:v>
                </c:pt>
                <c:pt idx="63320">
                  <c:v>0</c:v>
                </c:pt>
                <c:pt idx="63321">
                  <c:v>0</c:v>
                </c:pt>
                <c:pt idx="63322">
                  <c:v>0</c:v>
                </c:pt>
                <c:pt idx="63323">
                  <c:v>0</c:v>
                </c:pt>
                <c:pt idx="63324">
                  <c:v>0</c:v>
                </c:pt>
                <c:pt idx="63325">
                  <c:v>0</c:v>
                </c:pt>
                <c:pt idx="63326">
                  <c:v>0</c:v>
                </c:pt>
                <c:pt idx="63327">
                  <c:v>0</c:v>
                </c:pt>
                <c:pt idx="63328">
                  <c:v>0</c:v>
                </c:pt>
                <c:pt idx="63329">
                  <c:v>0</c:v>
                </c:pt>
                <c:pt idx="63330">
                  <c:v>0</c:v>
                </c:pt>
                <c:pt idx="63331">
                  <c:v>0</c:v>
                </c:pt>
                <c:pt idx="63332">
                  <c:v>0</c:v>
                </c:pt>
                <c:pt idx="63333">
                  <c:v>0</c:v>
                </c:pt>
                <c:pt idx="63334">
                  <c:v>0</c:v>
                </c:pt>
                <c:pt idx="63335">
                  <c:v>0</c:v>
                </c:pt>
                <c:pt idx="63336">
                  <c:v>0</c:v>
                </c:pt>
                <c:pt idx="63337">
                  <c:v>0</c:v>
                </c:pt>
                <c:pt idx="63338">
                  <c:v>0</c:v>
                </c:pt>
                <c:pt idx="63339">
                  <c:v>0</c:v>
                </c:pt>
                <c:pt idx="63340">
                  <c:v>0</c:v>
                </c:pt>
                <c:pt idx="63341">
                  <c:v>0</c:v>
                </c:pt>
                <c:pt idx="63342">
                  <c:v>0</c:v>
                </c:pt>
                <c:pt idx="63343">
                  <c:v>0</c:v>
                </c:pt>
                <c:pt idx="63344">
                  <c:v>0</c:v>
                </c:pt>
                <c:pt idx="63345">
                  <c:v>0</c:v>
                </c:pt>
                <c:pt idx="63346">
                  <c:v>0</c:v>
                </c:pt>
                <c:pt idx="63347">
                  <c:v>0</c:v>
                </c:pt>
                <c:pt idx="63348">
                  <c:v>0</c:v>
                </c:pt>
                <c:pt idx="63349">
                  <c:v>0</c:v>
                </c:pt>
                <c:pt idx="63350">
                  <c:v>0</c:v>
                </c:pt>
                <c:pt idx="63351">
                  <c:v>0</c:v>
                </c:pt>
                <c:pt idx="63352">
                  <c:v>0</c:v>
                </c:pt>
                <c:pt idx="63353">
                  <c:v>0</c:v>
                </c:pt>
                <c:pt idx="63354">
                  <c:v>0</c:v>
                </c:pt>
                <c:pt idx="63355">
                  <c:v>0</c:v>
                </c:pt>
                <c:pt idx="63356">
                  <c:v>0</c:v>
                </c:pt>
                <c:pt idx="63357">
                  <c:v>0</c:v>
                </c:pt>
                <c:pt idx="63358">
                  <c:v>0</c:v>
                </c:pt>
                <c:pt idx="63359">
                  <c:v>0</c:v>
                </c:pt>
                <c:pt idx="63360">
                  <c:v>0</c:v>
                </c:pt>
                <c:pt idx="63361">
                  <c:v>0</c:v>
                </c:pt>
                <c:pt idx="63362">
                  <c:v>0</c:v>
                </c:pt>
                <c:pt idx="63363">
                  <c:v>0</c:v>
                </c:pt>
                <c:pt idx="63364">
                  <c:v>0</c:v>
                </c:pt>
                <c:pt idx="63365">
                  <c:v>0</c:v>
                </c:pt>
                <c:pt idx="63366">
                  <c:v>0</c:v>
                </c:pt>
                <c:pt idx="63367">
                  <c:v>0</c:v>
                </c:pt>
                <c:pt idx="63368">
                  <c:v>0</c:v>
                </c:pt>
                <c:pt idx="63369">
                  <c:v>0</c:v>
                </c:pt>
                <c:pt idx="63370">
                  <c:v>0</c:v>
                </c:pt>
                <c:pt idx="63371">
                  <c:v>0</c:v>
                </c:pt>
                <c:pt idx="63372">
                  <c:v>0</c:v>
                </c:pt>
                <c:pt idx="63373">
                  <c:v>0</c:v>
                </c:pt>
                <c:pt idx="63374">
                  <c:v>0</c:v>
                </c:pt>
                <c:pt idx="63375">
                  <c:v>0</c:v>
                </c:pt>
                <c:pt idx="63376">
                  <c:v>0</c:v>
                </c:pt>
                <c:pt idx="63377">
                  <c:v>0</c:v>
                </c:pt>
                <c:pt idx="63378">
                  <c:v>0</c:v>
                </c:pt>
                <c:pt idx="63379">
                  <c:v>0</c:v>
                </c:pt>
                <c:pt idx="63380">
                  <c:v>0</c:v>
                </c:pt>
                <c:pt idx="63381">
                  <c:v>0</c:v>
                </c:pt>
                <c:pt idx="63382">
                  <c:v>0</c:v>
                </c:pt>
                <c:pt idx="63383">
                  <c:v>0</c:v>
                </c:pt>
                <c:pt idx="63384">
                  <c:v>0</c:v>
                </c:pt>
                <c:pt idx="63385">
                  <c:v>0</c:v>
                </c:pt>
                <c:pt idx="63386">
                  <c:v>0</c:v>
                </c:pt>
                <c:pt idx="63387">
                  <c:v>0</c:v>
                </c:pt>
                <c:pt idx="63388">
                  <c:v>0</c:v>
                </c:pt>
                <c:pt idx="63389">
                  <c:v>0</c:v>
                </c:pt>
                <c:pt idx="63390">
                  <c:v>0</c:v>
                </c:pt>
                <c:pt idx="63391">
                  <c:v>0</c:v>
                </c:pt>
                <c:pt idx="63392">
                  <c:v>0</c:v>
                </c:pt>
                <c:pt idx="63393">
                  <c:v>0</c:v>
                </c:pt>
                <c:pt idx="63394">
                  <c:v>0</c:v>
                </c:pt>
                <c:pt idx="63395">
                  <c:v>0</c:v>
                </c:pt>
                <c:pt idx="63396">
                  <c:v>0</c:v>
                </c:pt>
                <c:pt idx="63397">
                  <c:v>0</c:v>
                </c:pt>
                <c:pt idx="63398">
                  <c:v>0</c:v>
                </c:pt>
                <c:pt idx="63399">
                  <c:v>0</c:v>
                </c:pt>
                <c:pt idx="63400">
                  <c:v>0</c:v>
                </c:pt>
                <c:pt idx="63401">
                  <c:v>0</c:v>
                </c:pt>
                <c:pt idx="63402">
                  <c:v>0</c:v>
                </c:pt>
                <c:pt idx="63403">
                  <c:v>0</c:v>
                </c:pt>
                <c:pt idx="63404">
                  <c:v>0</c:v>
                </c:pt>
                <c:pt idx="63405">
                  <c:v>0</c:v>
                </c:pt>
                <c:pt idx="63406">
                  <c:v>0</c:v>
                </c:pt>
                <c:pt idx="63407">
                  <c:v>0</c:v>
                </c:pt>
                <c:pt idx="63408">
                  <c:v>0</c:v>
                </c:pt>
                <c:pt idx="63409">
                  <c:v>0</c:v>
                </c:pt>
                <c:pt idx="63410">
                  <c:v>0</c:v>
                </c:pt>
                <c:pt idx="63411">
                  <c:v>0</c:v>
                </c:pt>
                <c:pt idx="63412">
                  <c:v>0</c:v>
                </c:pt>
                <c:pt idx="63413">
                  <c:v>0</c:v>
                </c:pt>
                <c:pt idx="63414">
                  <c:v>0</c:v>
                </c:pt>
                <c:pt idx="63415">
                  <c:v>0</c:v>
                </c:pt>
                <c:pt idx="63416">
                  <c:v>0</c:v>
                </c:pt>
                <c:pt idx="63417">
                  <c:v>0</c:v>
                </c:pt>
                <c:pt idx="63418">
                  <c:v>0</c:v>
                </c:pt>
                <c:pt idx="63419">
                  <c:v>0</c:v>
                </c:pt>
                <c:pt idx="63420">
                  <c:v>0</c:v>
                </c:pt>
                <c:pt idx="63421">
                  <c:v>0</c:v>
                </c:pt>
                <c:pt idx="63422">
                  <c:v>0</c:v>
                </c:pt>
                <c:pt idx="63423">
                  <c:v>0</c:v>
                </c:pt>
                <c:pt idx="63424">
                  <c:v>0</c:v>
                </c:pt>
                <c:pt idx="63425">
                  <c:v>0</c:v>
                </c:pt>
                <c:pt idx="63426">
                  <c:v>0</c:v>
                </c:pt>
                <c:pt idx="63427">
                  <c:v>0</c:v>
                </c:pt>
                <c:pt idx="63428">
                  <c:v>0</c:v>
                </c:pt>
                <c:pt idx="63429">
                  <c:v>0</c:v>
                </c:pt>
                <c:pt idx="63430">
                  <c:v>0</c:v>
                </c:pt>
                <c:pt idx="63431">
                  <c:v>0</c:v>
                </c:pt>
                <c:pt idx="63432">
                  <c:v>0</c:v>
                </c:pt>
                <c:pt idx="63433">
                  <c:v>0</c:v>
                </c:pt>
                <c:pt idx="63434">
                  <c:v>0</c:v>
                </c:pt>
                <c:pt idx="63435">
                  <c:v>0</c:v>
                </c:pt>
                <c:pt idx="63436">
                  <c:v>0</c:v>
                </c:pt>
                <c:pt idx="63437">
                  <c:v>0</c:v>
                </c:pt>
                <c:pt idx="63438">
                  <c:v>0</c:v>
                </c:pt>
                <c:pt idx="63439">
                  <c:v>0</c:v>
                </c:pt>
                <c:pt idx="63440">
                  <c:v>0</c:v>
                </c:pt>
                <c:pt idx="63441">
                  <c:v>0</c:v>
                </c:pt>
                <c:pt idx="63442">
                  <c:v>0</c:v>
                </c:pt>
                <c:pt idx="63443">
                  <c:v>0</c:v>
                </c:pt>
                <c:pt idx="63444">
                  <c:v>0</c:v>
                </c:pt>
                <c:pt idx="63445">
                  <c:v>0</c:v>
                </c:pt>
                <c:pt idx="63446">
                  <c:v>0</c:v>
                </c:pt>
                <c:pt idx="63447">
                  <c:v>0</c:v>
                </c:pt>
                <c:pt idx="63448">
                  <c:v>0</c:v>
                </c:pt>
                <c:pt idx="63449">
                  <c:v>0</c:v>
                </c:pt>
                <c:pt idx="63450">
                  <c:v>0</c:v>
                </c:pt>
                <c:pt idx="63451">
                  <c:v>0</c:v>
                </c:pt>
                <c:pt idx="63452">
                  <c:v>0</c:v>
                </c:pt>
                <c:pt idx="63453">
                  <c:v>0</c:v>
                </c:pt>
                <c:pt idx="63454">
                  <c:v>0</c:v>
                </c:pt>
                <c:pt idx="63455">
                  <c:v>0</c:v>
                </c:pt>
                <c:pt idx="63456">
                  <c:v>0</c:v>
                </c:pt>
                <c:pt idx="63457">
                  <c:v>0</c:v>
                </c:pt>
                <c:pt idx="63458">
                  <c:v>0</c:v>
                </c:pt>
                <c:pt idx="63459">
                  <c:v>0</c:v>
                </c:pt>
                <c:pt idx="63460">
                  <c:v>0</c:v>
                </c:pt>
                <c:pt idx="63461">
                  <c:v>0</c:v>
                </c:pt>
                <c:pt idx="63462">
                  <c:v>0</c:v>
                </c:pt>
                <c:pt idx="63463">
                  <c:v>0</c:v>
                </c:pt>
                <c:pt idx="63464">
                  <c:v>0</c:v>
                </c:pt>
                <c:pt idx="63465">
                  <c:v>0</c:v>
                </c:pt>
                <c:pt idx="63466">
                  <c:v>0</c:v>
                </c:pt>
                <c:pt idx="63467">
                  <c:v>0</c:v>
                </c:pt>
                <c:pt idx="63468">
                  <c:v>0</c:v>
                </c:pt>
                <c:pt idx="63469">
                  <c:v>0</c:v>
                </c:pt>
                <c:pt idx="63470">
                  <c:v>0</c:v>
                </c:pt>
                <c:pt idx="63471">
                  <c:v>0</c:v>
                </c:pt>
                <c:pt idx="63472">
                  <c:v>0</c:v>
                </c:pt>
                <c:pt idx="63473">
                  <c:v>0</c:v>
                </c:pt>
                <c:pt idx="63474">
                  <c:v>0</c:v>
                </c:pt>
                <c:pt idx="63475">
                  <c:v>0</c:v>
                </c:pt>
                <c:pt idx="63476">
                  <c:v>0</c:v>
                </c:pt>
                <c:pt idx="63477">
                  <c:v>0</c:v>
                </c:pt>
                <c:pt idx="63478">
                  <c:v>0</c:v>
                </c:pt>
                <c:pt idx="63479">
                  <c:v>0</c:v>
                </c:pt>
                <c:pt idx="63480">
                  <c:v>0</c:v>
                </c:pt>
                <c:pt idx="63481">
                  <c:v>0</c:v>
                </c:pt>
                <c:pt idx="63482">
                  <c:v>0</c:v>
                </c:pt>
                <c:pt idx="63483">
                  <c:v>0</c:v>
                </c:pt>
                <c:pt idx="63484">
                  <c:v>0</c:v>
                </c:pt>
                <c:pt idx="63485">
                  <c:v>0</c:v>
                </c:pt>
                <c:pt idx="63486">
                  <c:v>0</c:v>
                </c:pt>
                <c:pt idx="63487">
                  <c:v>0</c:v>
                </c:pt>
                <c:pt idx="63488">
                  <c:v>0</c:v>
                </c:pt>
                <c:pt idx="63489">
                  <c:v>0</c:v>
                </c:pt>
                <c:pt idx="63490">
                  <c:v>0</c:v>
                </c:pt>
                <c:pt idx="63491">
                  <c:v>0</c:v>
                </c:pt>
                <c:pt idx="63492">
                  <c:v>0</c:v>
                </c:pt>
                <c:pt idx="63493">
                  <c:v>0</c:v>
                </c:pt>
                <c:pt idx="63494">
                  <c:v>0</c:v>
                </c:pt>
                <c:pt idx="63495">
                  <c:v>0</c:v>
                </c:pt>
                <c:pt idx="63496">
                  <c:v>0</c:v>
                </c:pt>
                <c:pt idx="63497">
                  <c:v>0</c:v>
                </c:pt>
                <c:pt idx="63498">
                  <c:v>0</c:v>
                </c:pt>
                <c:pt idx="63499">
                  <c:v>0</c:v>
                </c:pt>
                <c:pt idx="63500">
                  <c:v>0</c:v>
                </c:pt>
                <c:pt idx="63501">
                  <c:v>0</c:v>
                </c:pt>
                <c:pt idx="63502">
                  <c:v>0</c:v>
                </c:pt>
                <c:pt idx="63503">
                  <c:v>0</c:v>
                </c:pt>
                <c:pt idx="63504">
                  <c:v>0</c:v>
                </c:pt>
                <c:pt idx="63505">
                  <c:v>0</c:v>
                </c:pt>
                <c:pt idx="63506">
                  <c:v>0</c:v>
                </c:pt>
                <c:pt idx="63507">
                  <c:v>0</c:v>
                </c:pt>
                <c:pt idx="63508">
                  <c:v>0</c:v>
                </c:pt>
                <c:pt idx="63509">
                  <c:v>0</c:v>
                </c:pt>
                <c:pt idx="63510">
                  <c:v>0</c:v>
                </c:pt>
                <c:pt idx="63511">
                  <c:v>0</c:v>
                </c:pt>
                <c:pt idx="63512">
                  <c:v>0</c:v>
                </c:pt>
                <c:pt idx="63513">
                  <c:v>0</c:v>
                </c:pt>
                <c:pt idx="63514">
                  <c:v>0</c:v>
                </c:pt>
                <c:pt idx="63515">
                  <c:v>0</c:v>
                </c:pt>
                <c:pt idx="63516">
                  <c:v>0</c:v>
                </c:pt>
                <c:pt idx="63517">
                  <c:v>0</c:v>
                </c:pt>
                <c:pt idx="63518">
                  <c:v>0</c:v>
                </c:pt>
                <c:pt idx="63519">
                  <c:v>0</c:v>
                </c:pt>
                <c:pt idx="63520">
                  <c:v>0</c:v>
                </c:pt>
                <c:pt idx="63521">
                  <c:v>0</c:v>
                </c:pt>
                <c:pt idx="63522">
                  <c:v>0</c:v>
                </c:pt>
                <c:pt idx="63523">
                  <c:v>0</c:v>
                </c:pt>
                <c:pt idx="63524">
                  <c:v>0</c:v>
                </c:pt>
                <c:pt idx="63525">
                  <c:v>0</c:v>
                </c:pt>
                <c:pt idx="63526">
                  <c:v>0</c:v>
                </c:pt>
                <c:pt idx="63527">
                  <c:v>0</c:v>
                </c:pt>
                <c:pt idx="63528">
                  <c:v>0</c:v>
                </c:pt>
                <c:pt idx="63529">
                  <c:v>0</c:v>
                </c:pt>
                <c:pt idx="63530">
                  <c:v>0</c:v>
                </c:pt>
                <c:pt idx="63531">
                  <c:v>0</c:v>
                </c:pt>
                <c:pt idx="63532">
                  <c:v>0</c:v>
                </c:pt>
                <c:pt idx="63533">
                  <c:v>0</c:v>
                </c:pt>
                <c:pt idx="63534">
                  <c:v>0</c:v>
                </c:pt>
                <c:pt idx="63535">
                  <c:v>0</c:v>
                </c:pt>
                <c:pt idx="63536">
                  <c:v>0</c:v>
                </c:pt>
                <c:pt idx="63537">
                  <c:v>0</c:v>
                </c:pt>
                <c:pt idx="63538">
                  <c:v>0</c:v>
                </c:pt>
                <c:pt idx="63539">
                  <c:v>0</c:v>
                </c:pt>
                <c:pt idx="63540">
                  <c:v>0</c:v>
                </c:pt>
                <c:pt idx="63541">
                  <c:v>0</c:v>
                </c:pt>
                <c:pt idx="63542">
                  <c:v>0</c:v>
                </c:pt>
                <c:pt idx="63543">
                  <c:v>0</c:v>
                </c:pt>
                <c:pt idx="63544">
                  <c:v>0</c:v>
                </c:pt>
                <c:pt idx="63545">
                  <c:v>0</c:v>
                </c:pt>
                <c:pt idx="63546">
                  <c:v>0</c:v>
                </c:pt>
                <c:pt idx="63547">
                  <c:v>0</c:v>
                </c:pt>
                <c:pt idx="63548">
                  <c:v>0</c:v>
                </c:pt>
                <c:pt idx="63549">
                  <c:v>0</c:v>
                </c:pt>
                <c:pt idx="63550">
                  <c:v>0</c:v>
                </c:pt>
                <c:pt idx="63551">
                  <c:v>0</c:v>
                </c:pt>
                <c:pt idx="63552">
                  <c:v>0</c:v>
                </c:pt>
                <c:pt idx="63553">
                  <c:v>0</c:v>
                </c:pt>
                <c:pt idx="63554">
                  <c:v>0</c:v>
                </c:pt>
                <c:pt idx="63555">
                  <c:v>0</c:v>
                </c:pt>
                <c:pt idx="63556">
                  <c:v>0</c:v>
                </c:pt>
                <c:pt idx="63557">
                  <c:v>0</c:v>
                </c:pt>
                <c:pt idx="63558">
                  <c:v>0</c:v>
                </c:pt>
                <c:pt idx="63559">
                  <c:v>0</c:v>
                </c:pt>
                <c:pt idx="63560">
                  <c:v>0</c:v>
                </c:pt>
                <c:pt idx="63561">
                  <c:v>0</c:v>
                </c:pt>
                <c:pt idx="63562">
                  <c:v>0</c:v>
                </c:pt>
                <c:pt idx="63563">
                  <c:v>0</c:v>
                </c:pt>
                <c:pt idx="63564">
                  <c:v>0</c:v>
                </c:pt>
                <c:pt idx="63565">
                  <c:v>0</c:v>
                </c:pt>
                <c:pt idx="63566">
                  <c:v>0</c:v>
                </c:pt>
                <c:pt idx="63567">
                  <c:v>0</c:v>
                </c:pt>
                <c:pt idx="63568">
                  <c:v>0</c:v>
                </c:pt>
                <c:pt idx="63569">
                  <c:v>0</c:v>
                </c:pt>
                <c:pt idx="63570">
                  <c:v>0</c:v>
                </c:pt>
                <c:pt idx="63571">
                  <c:v>0</c:v>
                </c:pt>
                <c:pt idx="63572">
                  <c:v>0</c:v>
                </c:pt>
                <c:pt idx="63573">
                  <c:v>0</c:v>
                </c:pt>
                <c:pt idx="63574">
                  <c:v>0</c:v>
                </c:pt>
                <c:pt idx="63575">
                  <c:v>0</c:v>
                </c:pt>
                <c:pt idx="63576">
                  <c:v>0</c:v>
                </c:pt>
                <c:pt idx="63577">
                  <c:v>0</c:v>
                </c:pt>
                <c:pt idx="63578">
                  <c:v>0</c:v>
                </c:pt>
                <c:pt idx="63579">
                  <c:v>0</c:v>
                </c:pt>
                <c:pt idx="63580">
                  <c:v>0</c:v>
                </c:pt>
                <c:pt idx="63581">
                  <c:v>0</c:v>
                </c:pt>
                <c:pt idx="63582">
                  <c:v>0</c:v>
                </c:pt>
                <c:pt idx="63583">
                  <c:v>0</c:v>
                </c:pt>
                <c:pt idx="63584">
                  <c:v>0</c:v>
                </c:pt>
                <c:pt idx="63585">
                  <c:v>0</c:v>
                </c:pt>
                <c:pt idx="63586">
                  <c:v>0</c:v>
                </c:pt>
                <c:pt idx="63587">
                  <c:v>0</c:v>
                </c:pt>
                <c:pt idx="63588">
                  <c:v>0</c:v>
                </c:pt>
                <c:pt idx="63589">
                  <c:v>0</c:v>
                </c:pt>
                <c:pt idx="63590">
                  <c:v>0</c:v>
                </c:pt>
                <c:pt idx="63591">
                  <c:v>0</c:v>
                </c:pt>
                <c:pt idx="63592">
                  <c:v>0</c:v>
                </c:pt>
                <c:pt idx="63593">
                  <c:v>0</c:v>
                </c:pt>
                <c:pt idx="63594">
                  <c:v>0</c:v>
                </c:pt>
                <c:pt idx="63595">
                  <c:v>0</c:v>
                </c:pt>
                <c:pt idx="63596">
                  <c:v>0</c:v>
                </c:pt>
                <c:pt idx="63597">
                  <c:v>0</c:v>
                </c:pt>
                <c:pt idx="63598">
                  <c:v>0</c:v>
                </c:pt>
                <c:pt idx="63599">
                  <c:v>0</c:v>
                </c:pt>
                <c:pt idx="63600">
                  <c:v>0</c:v>
                </c:pt>
                <c:pt idx="63601">
                  <c:v>0</c:v>
                </c:pt>
                <c:pt idx="63602">
                  <c:v>0</c:v>
                </c:pt>
                <c:pt idx="63603">
                  <c:v>0</c:v>
                </c:pt>
                <c:pt idx="63604">
                  <c:v>0</c:v>
                </c:pt>
                <c:pt idx="63605">
                  <c:v>0</c:v>
                </c:pt>
                <c:pt idx="63606">
                  <c:v>0</c:v>
                </c:pt>
                <c:pt idx="63607">
                  <c:v>0</c:v>
                </c:pt>
                <c:pt idx="63608">
                  <c:v>0</c:v>
                </c:pt>
                <c:pt idx="63609">
                  <c:v>0</c:v>
                </c:pt>
                <c:pt idx="63610">
                  <c:v>0</c:v>
                </c:pt>
                <c:pt idx="63611">
                  <c:v>0</c:v>
                </c:pt>
                <c:pt idx="63612">
                  <c:v>0</c:v>
                </c:pt>
                <c:pt idx="63613">
                  <c:v>0</c:v>
                </c:pt>
                <c:pt idx="63614">
                  <c:v>0</c:v>
                </c:pt>
                <c:pt idx="63615">
                  <c:v>0</c:v>
                </c:pt>
                <c:pt idx="63616">
                  <c:v>0</c:v>
                </c:pt>
                <c:pt idx="63617">
                  <c:v>0</c:v>
                </c:pt>
                <c:pt idx="63618">
                  <c:v>0</c:v>
                </c:pt>
                <c:pt idx="63619">
                  <c:v>0</c:v>
                </c:pt>
                <c:pt idx="63620">
                  <c:v>0</c:v>
                </c:pt>
                <c:pt idx="63621">
                  <c:v>0</c:v>
                </c:pt>
                <c:pt idx="63622">
                  <c:v>0</c:v>
                </c:pt>
                <c:pt idx="63623">
                  <c:v>0</c:v>
                </c:pt>
                <c:pt idx="63624">
                  <c:v>0</c:v>
                </c:pt>
                <c:pt idx="63625">
                  <c:v>0</c:v>
                </c:pt>
                <c:pt idx="63626">
                  <c:v>0</c:v>
                </c:pt>
                <c:pt idx="63627">
                  <c:v>0</c:v>
                </c:pt>
                <c:pt idx="63628">
                  <c:v>0</c:v>
                </c:pt>
                <c:pt idx="63629">
                  <c:v>0</c:v>
                </c:pt>
                <c:pt idx="63630">
                  <c:v>0</c:v>
                </c:pt>
                <c:pt idx="63631">
                  <c:v>0</c:v>
                </c:pt>
                <c:pt idx="63632">
                  <c:v>0</c:v>
                </c:pt>
                <c:pt idx="63633">
                  <c:v>0</c:v>
                </c:pt>
                <c:pt idx="63634">
                  <c:v>0</c:v>
                </c:pt>
                <c:pt idx="63635">
                  <c:v>0</c:v>
                </c:pt>
                <c:pt idx="63636">
                  <c:v>0</c:v>
                </c:pt>
                <c:pt idx="63637">
                  <c:v>0</c:v>
                </c:pt>
                <c:pt idx="63638">
                  <c:v>0</c:v>
                </c:pt>
                <c:pt idx="63639">
                  <c:v>0</c:v>
                </c:pt>
                <c:pt idx="63640">
                  <c:v>0</c:v>
                </c:pt>
                <c:pt idx="63641">
                  <c:v>0</c:v>
                </c:pt>
                <c:pt idx="63642">
                  <c:v>0</c:v>
                </c:pt>
                <c:pt idx="63643">
                  <c:v>0</c:v>
                </c:pt>
                <c:pt idx="63644">
                  <c:v>0</c:v>
                </c:pt>
                <c:pt idx="63645">
                  <c:v>0</c:v>
                </c:pt>
                <c:pt idx="63646">
                  <c:v>0</c:v>
                </c:pt>
                <c:pt idx="63647">
                  <c:v>0</c:v>
                </c:pt>
                <c:pt idx="63648">
                  <c:v>0</c:v>
                </c:pt>
                <c:pt idx="63649">
                  <c:v>0</c:v>
                </c:pt>
                <c:pt idx="63650">
                  <c:v>0</c:v>
                </c:pt>
                <c:pt idx="63651">
                  <c:v>0</c:v>
                </c:pt>
                <c:pt idx="63652">
                  <c:v>0</c:v>
                </c:pt>
                <c:pt idx="63653">
                  <c:v>0</c:v>
                </c:pt>
                <c:pt idx="63654">
                  <c:v>0</c:v>
                </c:pt>
                <c:pt idx="63655">
                  <c:v>0</c:v>
                </c:pt>
                <c:pt idx="63656">
                  <c:v>0</c:v>
                </c:pt>
                <c:pt idx="63657">
                  <c:v>0</c:v>
                </c:pt>
                <c:pt idx="63658">
                  <c:v>0</c:v>
                </c:pt>
                <c:pt idx="63659">
                  <c:v>0</c:v>
                </c:pt>
                <c:pt idx="63660">
                  <c:v>0</c:v>
                </c:pt>
                <c:pt idx="63661">
                  <c:v>0</c:v>
                </c:pt>
                <c:pt idx="63662">
                  <c:v>0</c:v>
                </c:pt>
                <c:pt idx="63663">
                  <c:v>0</c:v>
                </c:pt>
                <c:pt idx="63664">
                  <c:v>0</c:v>
                </c:pt>
                <c:pt idx="63665">
                  <c:v>0</c:v>
                </c:pt>
                <c:pt idx="63666">
                  <c:v>0</c:v>
                </c:pt>
                <c:pt idx="63667">
                  <c:v>0</c:v>
                </c:pt>
                <c:pt idx="63668">
                  <c:v>0</c:v>
                </c:pt>
                <c:pt idx="63669">
                  <c:v>0</c:v>
                </c:pt>
                <c:pt idx="63670">
                  <c:v>0</c:v>
                </c:pt>
                <c:pt idx="63671">
                  <c:v>0</c:v>
                </c:pt>
                <c:pt idx="63672">
                  <c:v>0</c:v>
                </c:pt>
                <c:pt idx="63673">
                  <c:v>0</c:v>
                </c:pt>
                <c:pt idx="63674">
                  <c:v>0</c:v>
                </c:pt>
                <c:pt idx="63675">
                  <c:v>0</c:v>
                </c:pt>
                <c:pt idx="63676">
                  <c:v>0</c:v>
                </c:pt>
                <c:pt idx="63677">
                  <c:v>0</c:v>
                </c:pt>
                <c:pt idx="63678">
                  <c:v>0</c:v>
                </c:pt>
                <c:pt idx="63679">
                  <c:v>0</c:v>
                </c:pt>
                <c:pt idx="63680">
                  <c:v>0</c:v>
                </c:pt>
                <c:pt idx="63681">
                  <c:v>0</c:v>
                </c:pt>
                <c:pt idx="63682">
                  <c:v>0</c:v>
                </c:pt>
                <c:pt idx="63683">
                  <c:v>0</c:v>
                </c:pt>
                <c:pt idx="63684">
                  <c:v>0</c:v>
                </c:pt>
                <c:pt idx="63685">
                  <c:v>0</c:v>
                </c:pt>
                <c:pt idx="63686">
                  <c:v>0</c:v>
                </c:pt>
                <c:pt idx="63687">
                  <c:v>0</c:v>
                </c:pt>
                <c:pt idx="63688">
                  <c:v>0</c:v>
                </c:pt>
                <c:pt idx="63689">
                  <c:v>0</c:v>
                </c:pt>
                <c:pt idx="63690">
                  <c:v>0</c:v>
                </c:pt>
                <c:pt idx="63691">
                  <c:v>0</c:v>
                </c:pt>
                <c:pt idx="63692">
                  <c:v>0</c:v>
                </c:pt>
                <c:pt idx="63693">
                  <c:v>0</c:v>
                </c:pt>
                <c:pt idx="63694">
                  <c:v>0</c:v>
                </c:pt>
                <c:pt idx="63695">
                  <c:v>0</c:v>
                </c:pt>
                <c:pt idx="63696">
                  <c:v>0</c:v>
                </c:pt>
                <c:pt idx="63697">
                  <c:v>0</c:v>
                </c:pt>
                <c:pt idx="63698">
                  <c:v>0</c:v>
                </c:pt>
                <c:pt idx="63699">
                  <c:v>0</c:v>
                </c:pt>
                <c:pt idx="63700">
                  <c:v>0</c:v>
                </c:pt>
                <c:pt idx="63701">
                  <c:v>0</c:v>
                </c:pt>
                <c:pt idx="63702">
                  <c:v>0</c:v>
                </c:pt>
                <c:pt idx="63703">
                  <c:v>0</c:v>
                </c:pt>
                <c:pt idx="63704">
                  <c:v>0</c:v>
                </c:pt>
                <c:pt idx="63705">
                  <c:v>0</c:v>
                </c:pt>
                <c:pt idx="63706">
                  <c:v>0</c:v>
                </c:pt>
                <c:pt idx="63707">
                  <c:v>0</c:v>
                </c:pt>
                <c:pt idx="63708">
                  <c:v>0</c:v>
                </c:pt>
                <c:pt idx="63709">
                  <c:v>0</c:v>
                </c:pt>
                <c:pt idx="63710">
                  <c:v>0</c:v>
                </c:pt>
                <c:pt idx="63711">
                  <c:v>0</c:v>
                </c:pt>
                <c:pt idx="63712">
                  <c:v>0</c:v>
                </c:pt>
                <c:pt idx="63713">
                  <c:v>0</c:v>
                </c:pt>
                <c:pt idx="63714">
                  <c:v>0</c:v>
                </c:pt>
                <c:pt idx="63715">
                  <c:v>0</c:v>
                </c:pt>
                <c:pt idx="63716">
                  <c:v>0</c:v>
                </c:pt>
                <c:pt idx="63717">
                  <c:v>0</c:v>
                </c:pt>
                <c:pt idx="63718">
                  <c:v>0</c:v>
                </c:pt>
                <c:pt idx="63719">
                  <c:v>0</c:v>
                </c:pt>
                <c:pt idx="63720">
                  <c:v>0</c:v>
                </c:pt>
                <c:pt idx="63721">
                  <c:v>0</c:v>
                </c:pt>
                <c:pt idx="63722">
                  <c:v>0</c:v>
                </c:pt>
                <c:pt idx="63723">
                  <c:v>0</c:v>
                </c:pt>
                <c:pt idx="63724">
                  <c:v>0</c:v>
                </c:pt>
                <c:pt idx="63725">
                  <c:v>0</c:v>
                </c:pt>
                <c:pt idx="63726">
                  <c:v>0</c:v>
                </c:pt>
                <c:pt idx="63727">
                  <c:v>0</c:v>
                </c:pt>
                <c:pt idx="63728">
                  <c:v>0</c:v>
                </c:pt>
                <c:pt idx="63729">
                  <c:v>0</c:v>
                </c:pt>
                <c:pt idx="63730">
                  <c:v>0</c:v>
                </c:pt>
                <c:pt idx="63731">
                  <c:v>0</c:v>
                </c:pt>
                <c:pt idx="63732">
                  <c:v>0</c:v>
                </c:pt>
                <c:pt idx="63733">
                  <c:v>0</c:v>
                </c:pt>
                <c:pt idx="63734">
                  <c:v>0</c:v>
                </c:pt>
                <c:pt idx="63735">
                  <c:v>0</c:v>
                </c:pt>
                <c:pt idx="63736">
                  <c:v>0</c:v>
                </c:pt>
                <c:pt idx="63737">
                  <c:v>0</c:v>
                </c:pt>
                <c:pt idx="63738">
                  <c:v>0</c:v>
                </c:pt>
                <c:pt idx="63739">
                  <c:v>0</c:v>
                </c:pt>
                <c:pt idx="63740">
                  <c:v>0</c:v>
                </c:pt>
                <c:pt idx="63741">
                  <c:v>0</c:v>
                </c:pt>
                <c:pt idx="63742">
                  <c:v>0</c:v>
                </c:pt>
                <c:pt idx="63743">
                  <c:v>0</c:v>
                </c:pt>
                <c:pt idx="63744">
                  <c:v>0</c:v>
                </c:pt>
                <c:pt idx="63745">
                  <c:v>0</c:v>
                </c:pt>
                <c:pt idx="63746">
                  <c:v>0</c:v>
                </c:pt>
                <c:pt idx="63747">
                  <c:v>0</c:v>
                </c:pt>
                <c:pt idx="63748">
                  <c:v>0</c:v>
                </c:pt>
                <c:pt idx="63749">
                  <c:v>0</c:v>
                </c:pt>
                <c:pt idx="63750">
                  <c:v>0</c:v>
                </c:pt>
                <c:pt idx="63751">
                  <c:v>0</c:v>
                </c:pt>
                <c:pt idx="63752">
                  <c:v>0</c:v>
                </c:pt>
                <c:pt idx="63753">
                  <c:v>0</c:v>
                </c:pt>
                <c:pt idx="63754">
                  <c:v>0</c:v>
                </c:pt>
                <c:pt idx="63755">
                  <c:v>0</c:v>
                </c:pt>
                <c:pt idx="63756">
                  <c:v>0</c:v>
                </c:pt>
                <c:pt idx="63757">
                  <c:v>0</c:v>
                </c:pt>
                <c:pt idx="63758">
                  <c:v>0</c:v>
                </c:pt>
                <c:pt idx="63759">
                  <c:v>0</c:v>
                </c:pt>
                <c:pt idx="63760">
                  <c:v>0</c:v>
                </c:pt>
                <c:pt idx="63761">
                  <c:v>0</c:v>
                </c:pt>
                <c:pt idx="63762">
                  <c:v>0</c:v>
                </c:pt>
                <c:pt idx="63763">
                  <c:v>0</c:v>
                </c:pt>
                <c:pt idx="63764">
                  <c:v>0</c:v>
                </c:pt>
                <c:pt idx="63765">
                  <c:v>0</c:v>
                </c:pt>
                <c:pt idx="63766">
                  <c:v>0</c:v>
                </c:pt>
                <c:pt idx="63767">
                  <c:v>0</c:v>
                </c:pt>
                <c:pt idx="63768">
                  <c:v>0</c:v>
                </c:pt>
                <c:pt idx="63769">
                  <c:v>0</c:v>
                </c:pt>
                <c:pt idx="63770">
                  <c:v>0</c:v>
                </c:pt>
                <c:pt idx="63771">
                  <c:v>0</c:v>
                </c:pt>
                <c:pt idx="63772">
                  <c:v>0</c:v>
                </c:pt>
                <c:pt idx="63773">
                  <c:v>0</c:v>
                </c:pt>
                <c:pt idx="63774">
                  <c:v>0</c:v>
                </c:pt>
                <c:pt idx="63775">
                  <c:v>0</c:v>
                </c:pt>
                <c:pt idx="63776">
                  <c:v>0</c:v>
                </c:pt>
                <c:pt idx="63777">
                  <c:v>0</c:v>
                </c:pt>
                <c:pt idx="63778">
                  <c:v>0</c:v>
                </c:pt>
                <c:pt idx="63779">
                  <c:v>0</c:v>
                </c:pt>
                <c:pt idx="63780">
                  <c:v>0</c:v>
                </c:pt>
                <c:pt idx="63781">
                  <c:v>0</c:v>
                </c:pt>
                <c:pt idx="63782">
                  <c:v>0</c:v>
                </c:pt>
                <c:pt idx="63783">
                  <c:v>0</c:v>
                </c:pt>
                <c:pt idx="63784">
                  <c:v>0</c:v>
                </c:pt>
                <c:pt idx="63785">
                  <c:v>0</c:v>
                </c:pt>
                <c:pt idx="63786">
                  <c:v>0</c:v>
                </c:pt>
                <c:pt idx="63787">
                  <c:v>0</c:v>
                </c:pt>
                <c:pt idx="63788">
                  <c:v>0</c:v>
                </c:pt>
                <c:pt idx="63789">
                  <c:v>0</c:v>
                </c:pt>
                <c:pt idx="63790">
                  <c:v>0</c:v>
                </c:pt>
                <c:pt idx="63791">
                  <c:v>0</c:v>
                </c:pt>
                <c:pt idx="63792">
                  <c:v>0</c:v>
                </c:pt>
                <c:pt idx="63793">
                  <c:v>0</c:v>
                </c:pt>
                <c:pt idx="63794">
                  <c:v>0</c:v>
                </c:pt>
                <c:pt idx="63795">
                  <c:v>0</c:v>
                </c:pt>
                <c:pt idx="63796">
                  <c:v>0</c:v>
                </c:pt>
                <c:pt idx="63797">
                  <c:v>0</c:v>
                </c:pt>
                <c:pt idx="63798">
                  <c:v>0</c:v>
                </c:pt>
                <c:pt idx="63799">
                  <c:v>0</c:v>
                </c:pt>
                <c:pt idx="63800">
                  <c:v>0</c:v>
                </c:pt>
                <c:pt idx="63801">
                  <c:v>0</c:v>
                </c:pt>
                <c:pt idx="63802">
                  <c:v>0</c:v>
                </c:pt>
                <c:pt idx="63803">
                  <c:v>0</c:v>
                </c:pt>
                <c:pt idx="63804">
                  <c:v>0</c:v>
                </c:pt>
                <c:pt idx="63805">
                  <c:v>0</c:v>
                </c:pt>
                <c:pt idx="63806">
                  <c:v>0</c:v>
                </c:pt>
                <c:pt idx="63807">
                  <c:v>0</c:v>
                </c:pt>
                <c:pt idx="63808">
                  <c:v>0</c:v>
                </c:pt>
                <c:pt idx="63809">
                  <c:v>0</c:v>
                </c:pt>
                <c:pt idx="63810">
                  <c:v>0</c:v>
                </c:pt>
                <c:pt idx="63811">
                  <c:v>0</c:v>
                </c:pt>
                <c:pt idx="63812">
                  <c:v>0</c:v>
                </c:pt>
                <c:pt idx="63813">
                  <c:v>0</c:v>
                </c:pt>
                <c:pt idx="63814">
                  <c:v>0</c:v>
                </c:pt>
                <c:pt idx="63815">
                  <c:v>0</c:v>
                </c:pt>
                <c:pt idx="63816">
                  <c:v>0</c:v>
                </c:pt>
                <c:pt idx="63817">
                  <c:v>0</c:v>
                </c:pt>
                <c:pt idx="63818">
                  <c:v>0</c:v>
                </c:pt>
                <c:pt idx="63819">
                  <c:v>0</c:v>
                </c:pt>
                <c:pt idx="63820">
                  <c:v>0</c:v>
                </c:pt>
                <c:pt idx="63821">
                  <c:v>0</c:v>
                </c:pt>
                <c:pt idx="63822">
                  <c:v>0</c:v>
                </c:pt>
                <c:pt idx="63823">
                  <c:v>0</c:v>
                </c:pt>
                <c:pt idx="63824">
                  <c:v>0</c:v>
                </c:pt>
                <c:pt idx="63825">
                  <c:v>0</c:v>
                </c:pt>
                <c:pt idx="63826">
                  <c:v>0</c:v>
                </c:pt>
                <c:pt idx="63827">
                  <c:v>0</c:v>
                </c:pt>
                <c:pt idx="63828">
                  <c:v>0</c:v>
                </c:pt>
                <c:pt idx="63829">
                  <c:v>0</c:v>
                </c:pt>
                <c:pt idx="63830">
                  <c:v>0</c:v>
                </c:pt>
                <c:pt idx="63831">
                  <c:v>0</c:v>
                </c:pt>
                <c:pt idx="63832">
                  <c:v>0</c:v>
                </c:pt>
                <c:pt idx="63833">
                  <c:v>0</c:v>
                </c:pt>
                <c:pt idx="63834">
                  <c:v>0</c:v>
                </c:pt>
                <c:pt idx="63835">
                  <c:v>0</c:v>
                </c:pt>
                <c:pt idx="63836">
                  <c:v>0</c:v>
                </c:pt>
                <c:pt idx="63837">
                  <c:v>0</c:v>
                </c:pt>
                <c:pt idx="63838">
                  <c:v>0</c:v>
                </c:pt>
                <c:pt idx="63839">
                  <c:v>0</c:v>
                </c:pt>
                <c:pt idx="63840">
                  <c:v>0</c:v>
                </c:pt>
                <c:pt idx="63841">
                  <c:v>0</c:v>
                </c:pt>
                <c:pt idx="63842">
                  <c:v>0</c:v>
                </c:pt>
                <c:pt idx="63843">
                  <c:v>0</c:v>
                </c:pt>
                <c:pt idx="63844">
                  <c:v>0</c:v>
                </c:pt>
                <c:pt idx="63845">
                  <c:v>0</c:v>
                </c:pt>
                <c:pt idx="63846">
                  <c:v>0</c:v>
                </c:pt>
                <c:pt idx="63847">
                  <c:v>0</c:v>
                </c:pt>
                <c:pt idx="63848">
                  <c:v>0</c:v>
                </c:pt>
                <c:pt idx="63849">
                  <c:v>0</c:v>
                </c:pt>
                <c:pt idx="63850">
                  <c:v>0</c:v>
                </c:pt>
                <c:pt idx="63851">
                  <c:v>0</c:v>
                </c:pt>
                <c:pt idx="63852">
                  <c:v>0</c:v>
                </c:pt>
                <c:pt idx="63853">
                  <c:v>0</c:v>
                </c:pt>
                <c:pt idx="63854">
                  <c:v>0</c:v>
                </c:pt>
                <c:pt idx="63855">
                  <c:v>0</c:v>
                </c:pt>
                <c:pt idx="63856">
                  <c:v>0</c:v>
                </c:pt>
                <c:pt idx="63857">
                  <c:v>0</c:v>
                </c:pt>
                <c:pt idx="63858">
                  <c:v>0</c:v>
                </c:pt>
                <c:pt idx="63859">
                  <c:v>0</c:v>
                </c:pt>
                <c:pt idx="63860">
                  <c:v>0</c:v>
                </c:pt>
                <c:pt idx="63861">
                  <c:v>0</c:v>
                </c:pt>
                <c:pt idx="63862">
                  <c:v>0</c:v>
                </c:pt>
                <c:pt idx="63863">
                  <c:v>0</c:v>
                </c:pt>
                <c:pt idx="63864">
                  <c:v>0</c:v>
                </c:pt>
                <c:pt idx="63865">
                  <c:v>0</c:v>
                </c:pt>
                <c:pt idx="63866">
                  <c:v>0</c:v>
                </c:pt>
                <c:pt idx="63867">
                  <c:v>0</c:v>
                </c:pt>
                <c:pt idx="63868">
                  <c:v>0</c:v>
                </c:pt>
                <c:pt idx="63869">
                  <c:v>0</c:v>
                </c:pt>
                <c:pt idx="63870">
                  <c:v>0</c:v>
                </c:pt>
                <c:pt idx="63871">
                  <c:v>0</c:v>
                </c:pt>
                <c:pt idx="63872">
                  <c:v>0</c:v>
                </c:pt>
                <c:pt idx="63873">
                  <c:v>0</c:v>
                </c:pt>
                <c:pt idx="63874">
                  <c:v>0</c:v>
                </c:pt>
                <c:pt idx="63875">
                  <c:v>0</c:v>
                </c:pt>
                <c:pt idx="63876">
                  <c:v>0</c:v>
                </c:pt>
                <c:pt idx="63877">
                  <c:v>0</c:v>
                </c:pt>
                <c:pt idx="63878">
                  <c:v>0</c:v>
                </c:pt>
                <c:pt idx="63879">
                  <c:v>0</c:v>
                </c:pt>
                <c:pt idx="63880">
                  <c:v>0</c:v>
                </c:pt>
                <c:pt idx="63881">
                  <c:v>0</c:v>
                </c:pt>
                <c:pt idx="63882">
                  <c:v>0</c:v>
                </c:pt>
                <c:pt idx="63883">
                  <c:v>0</c:v>
                </c:pt>
                <c:pt idx="63884">
                  <c:v>0</c:v>
                </c:pt>
                <c:pt idx="63885">
                  <c:v>0</c:v>
                </c:pt>
                <c:pt idx="63886">
                  <c:v>0</c:v>
                </c:pt>
                <c:pt idx="63887">
                  <c:v>0</c:v>
                </c:pt>
                <c:pt idx="63888">
                  <c:v>0</c:v>
                </c:pt>
                <c:pt idx="63889">
                  <c:v>0</c:v>
                </c:pt>
                <c:pt idx="63890">
                  <c:v>0</c:v>
                </c:pt>
                <c:pt idx="63891">
                  <c:v>0</c:v>
                </c:pt>
                <c:pt idx="63892">
                  <c:v>0</c:v>
                </c:pt>
                <c:pt idx="63893">
                  <c:v>0</c:v>
                </c:pt>
                <c:pt idx="63894">
                  <c:v>0</c:v>
                </c:pt>
                <c:pt idx="63895">
                  <c:v>0</c:v>
                </c:pt>
                <c:pt idx="63896">
                  <c:v>0</c:v>
                </c:pt>
                <c:pt idx="63897">
                  <c:v>0</c:v>
                </c:pt>
                <c:pt idx="63898">
                  <c:v>0</c:v>
                </c:pt>
                <c:pt idx="63899">
                  <c:v>0</c:v>
                </c:pt>
                <c:pt idx="63900">
                  <c:v>0</c:v>
                </c:pt>
                <c:pt idx="63901">
                  <c:v>0</c:v>
                </c:pt>
                <c:pt idx="63902">
                  <c:v>0</c:v>
                </c:pt>
                <c:pt idx="63903">
                  <c:v>0</c:v>
                </c:pt>
                <c:pt idx="63904">
                  <c:v>0</c:v>
                </c:pt>
                <c:pt idx="63905">
                  <c:v>0</c:v>
                </c:pt>
                <c:pt idx="63906">
                  <c:v>0</c:v>
                </c:pt>
                <c:pt idx="63907">
                  <c:v>0</c:v>
                </c:pt>
                <c:pt idx="63908">
                  <c:v>0</c:v>
                </c:pt>
                <c:pt idx="63909">
                  <c:v>0</c:v>
                </c:pt>
                <c:pt idx="63910">
                  <c:v>0</c:v>
                </c:pt>
                <c:pt idx="63911">
                  <c:v>0</c:v>
                </c:pt>
                <c:pt idx="63912">
                  <c:v>0</c:v>
                </c:pt>
                <c:pt idx="63913">
                  <c:v>0</c:v>
                </c:pt>
                <c:pt idx="63914">
                  <c:v>0</c:v>
                </c:pt>
                <c:pt idx="63915">
                  <c:v>0</c:v>
                </c:pt>
                <c:pt idx="63916">
                  <c:v>0</c:v>
                </c:pt>
                <c:pt idx="63917">
                  <c:v>0</c:v>
                </c:pt>
                <c:pt idx="63918">
                  <c:v>0</c:v>
                </c:pt>
                <c:pt idx="63919">
                  <c:v>0</c:v>
                </c:pt>
                <c:pt idx="63920">
                  <c:v>0</c:v>
                </c:pt>
                <c:pt idx="63921">
                  <c:v>0</c:v>
                </c:pt>
                <c:pt idx="63922">
                  <c:v>0</c:v>
                </c:pt>
                <c:pt idx="63923">
                  <c:v>0</c:v>
                </c:pt>
                <c:pt idx="63924">
                  <c:v>0</c:v>
                </c:pt>
                <c:pt idx="63925">
                  <c:v>0</c:v>
                </c:pt>
                <c:pt idx="63926">
                  <c:v>0</c:v>
                </c:pt>
                <c:pt idx="63927">
                  <c:v>0</c:v>
                </c:pt>
                <c:pt idx="63928">
                  <c:v>0</c:v>
                </c:pt>
                <c:pt idx="63929">
                  <c:v>0</c:v>
                </c:pt>
                <c:pt idx="63930">
                  <c:v>0</c:v>
                </c:pt>
                <c:pt idx="63931">
                  <c:v>0</c:v>
                </c:pt>
                <c:pt idx="63932">
                  <c:v>0</c:v>
                </c:pt>
                <c:pt idx="63933">
                  <c:v>0</c:v>
                </c:pt>
                <c:pt idx="63934">
                  <c:v>0</c:v>
                </c:pt>
                <c:pt idx="63935">
                  <c:v>0</c:v>
                </c:pt>
                <c:pt idx="63936">
                  <c:v>0</c:v>
                </c:pt>
                <c:pt idx="63937">
                  <c:v>0</c:v>
                </c:pt>
                <c:pt idx="63938">
                  <c:v>0</c:v>
                </c:pt>
                <c:pt idx="63939">
                  <c:v>0</c:v>
                </c:pt>
                <c:pt idx="63940">
                  <c:v>0</c:v>
                </c:pt>
                <c:pt idx="63941">
                  <c:v>0</c:v>
                </c:pt>
                <c:pt idx="63942">
                  <c:v>0</c:v>
                </c:pt>
                <c:pt idx="63943">
                  <c:v>0</c:v>
                </c:pt>
                <c:pt idx="63944">
                  <c:v>0</c:v>
                </c:pt>
                <c:pt idx="63945">
                  <c:v>0</c:v>
                </c:pt>
                <c:pt idx="63946">
                  <c:v>0</c:v>
                </c:pt>
                <c:pt idx="63947">
                  <c:v>0</c:v>
                </c:pt>
                <c:pt idx="63948">
                  <c:v>0</c:v>
                </c:pt>
                <c:pt idx="63949">
                  <c:v>0</c:v>
                </c:pt>
                <c:pt idx="63950">
                  <c:v>0</c:v>
                </c:pt>
                <c:pt idx="63951">
                  <c:v>0</c:v>
                </c:pt>
                <c:pt idx="63952">
                  <c:v>0</c:v>
                </c:pt>
                <c:pt idx="63953">
                  <c:v>0</c:v>
                </c:pt>
                <c:pt idx="63954">
                  <c:v>0</c:v>
                </c:pt>
                <c:pt idx="63955">
                  <c:v>0</c:v>
                </c:pt>
                <c:pt idx="63956">
                  <c:v>0</c:v>
                </c:pt>
                <c:pt idx="63957">
                  <c:v>0</c:v>
                </c:pt>
                <c:pt idx="63958">
                  <c:v>0</c:v>
                </c:pt>
                <c:pt idx="63959">
                  <c:v>0</c:v>
                </c:pt>
                <c:pt idx="63960">
                  <c:v>0</c:v>
                </c:pt>
                <c:pt idx="63961">
                  <c:v>0</c:v>
                </c:pt>
                <c:pt idx="63962">
                  <c:v>0</c:v>
                </c:pt>
                <c:pt idx="63963">
                  <c:v>0</c:v>
                </c:pt>
                <c:pt idx="63964">
                  <c:v>0</c:v>
                </c:pt>
                <c:pt idx="63965">
                  <c:v>0</c:v>
                </c:pt>
                <c:pt idx="63966">
                  <c:v>0</c:v>
                </c:pt>
                <c:pt idx="63967">
                  <c:v>0</c:v>
                </c:pt>
                <c:pt idx="63968">
                  <c:v>0</c:v>
                </c:pt>
                <c:pt idx="63969">
                  <c:v>0</c:v>
                </c:pt>
                <c:pt idx="63970">
                  <c:v>0</c:v>
                </c:pt>
                <c:pt idx="63971">
                  <c:v>0</c:v>
                </c:pt>
                <c:pt idx="63972">
                  <c:v>0</c:v>
                </c:pt>
                <c:pt idx="63973">
                  <c:v>0</c:v>
                </c:pt>
                <c:pt idx="63974">
                  <c:v>0</c:v>
                </c:pt>
                <c:pt idx="63975">
                  <c:v>0</c:v>
                </c:pt>
                <c:pt idx="63976">
                  <c:v>0</c:v>
                </c:pt>
                <c:pt idx="63977">
                  <c:v>0</c:v>
                </c:pt>
                <c:pt idx="63978">
                  <c:v>0</c:v>
                </c:pt>
                <c:pt idx="63979">
                  <c:v>0</c:v>
                </c:pt>
                <c:pt idx="63980">
                  <c:v>0</c:v>
                </c:pt>
                <c:pt idx="63981">
                  <c:v>0</c:v>
                </c:pt>
                <c:pt idx="63982">
                  <c:v>0</c:v>
                </c:pt>
                <c:pt idx="63983">
                  <c:v>0</c:v>
                </c:pt>
                <c:pt idx="63984">
                  <c:v>0</c:v>
                </c:pt>
                <c:pt idx="63985">
                  <c:v>0</c:v>
                </c:pt>
                <c:pt idx="63986">
                  <c:v>0</c:v>
                </c:pt>
                <c:pt idx="63987">
                  <c:v>0</c:v>
                </c:pt>
                <c:pt idx="63988">
                  <c:v>0</c:v>
                </c:pt>
                <c:pt idx="63989">
                  <c:v>0</c:v>
                </c:pt>
                <c:pt idx="63990">
                  <c:v>0</c:v>
                </c:pt>
                <c:pt idx="63991">
                  <c:v>0</c:v>
                </c:pt>
                <c:pt idx="63992">
                  <c:v>0</c:v>
                </c:pt>
                <c:pt idx="63993">
                  <c:v>0</c:v>
                </c:pt>
                <c:pt idx="63994">
                  <c:v>0</c:v>
                </c:pt>
                <c:pt idx="63995">
                  <c:v>0</c:v>
                </c:pt>
                <c:pt idx="63996">
                  <c:v>0</c:v>
                </c:pt>
                <c:pt idx="63997">
                  <c:v>0</c:v>
                </c:pt>
                <c:pt idx="63998">
                  <c:v>0</c:v>
                </c:pt>
                <c:pt idx="63999">
                  <c:v>0</c:v>
                </c:pt>
                <c:pt idx="64000">
                  <c:v>0</c:v>
                </c:pt>
                <c:pt idx="64001">
                  <c:v>0</c:v>
                </c:pt>
                <c:pt idx="64002">
                  <c:v>0</c:v>
                </c:pt>
                <c:pt idx="64003">
                  <c:v>0</c:v>
                </c:pt>
                <c:pt idx="64004">
                  <c:v>0</c:v>
                </c:pt>
                <c:pt idx="64005">
                  <c:v>0</c:v>
                </c:pt>
                <c:pt idx="64006">
                  <c:v>0</c:v>
                </c:pt>
                <c:pt idx="64007">
                  <c:v>0</c:v>
                </c:pt>
                <c:pt idx="64008">
                  <c:v>0</c:v>
                </c:pt>
                <c:pt idx="64009">
                  <c:v>0</c:v>
                </c:pt>
                <c:pt idx="64010">
                  <c:v>0</c:v>
                </c:pt>
                <c:pt idx="64011">
                  <c:v>0</c:v>
                </c:pt>
                <c:pt idx="64012">
                  <c:v>0</c:v>
                </c:pt>
                <c:pt idx="64013">
                  <c:v>0</c:v>
                </c:pt>
                <c:pt idx="64014">
                  <c:v>0</c:v>
                </c:pt>
                <c:pt idx="64015">
                  <c:v>0</c:v>
                </c:pt>
                <c:pt idx="64016">
                  <c:v>0</c:v>
                </c:pt>
                <c:pt idx="64017">
                  <c:v>0</c:v>
                </c:pt>
                <c:pt idx="64018">
                  <c:v>0</c:v>
                </c:pt>
                <c:pt idx="64019">
                  <c:v>0</c:v>
                </c:pt>
                <c:pt idx="64020">
                  <c:v>0</c:v>
                </c:pt>
                <c:pt idx="64021">
                  <c:v>0</c:v>
                </c:pt>
                <c:pt idx="64022">
                  <c:v>0</c:v>
                </c:pt>
                <c:pt idx="64023">
                  <c:v>0</c:v>
                </c:pt>
                <c:pt idx="64024">
                  <c:v>0</c:v>
                </c:pt>
                <c:pt idx="64025">
                  <c:v>0</c:v>
                </c:pt>
                <c:pt idx="64026">
                  <c:v>0</c:v>
                </c:pt>
                <c:pt idx="64027">
                  <c:v>0</c:v>
                </c:pt>
                <c:pt idx="64028">
                  <c:v>0</c:v>
                </c:pt>
                <c:pt idx="64029">
                  <c:v>0</c:v>
                </c:pt>
                <c:pt idx="64030">
                  <c:v>0</c:v>
                </c:pt>
                <c:pt idx="64031">
                  <c:v>0</c:v>
                </c:pt>
                <c:pt idx="64032">
                  <c:v>0</c:v>
                </c:pt>
                <c:pt idx="64033">
                  <c:v>0</c:v>
                </c:pt>
                <c:pt idx="64034">
                  <c:v>0</c:v>
                </c:pt>
                <c:pt idx="64035">
                  <c:v>0</c:v>
                </c:pt>
                <c:pt idx="64036">
                  <c:v>0</c:v>
                </c:pt>
                <c:pt idx="64037">
                  <c:v>0</c:v>
                </c:pt>
                <c:pt idx="64038">
                  <c:v>0</c:v>
                </c:pt>
                <c:pt idx="64039">
                  <c:v>0</c:v>
                </c:pt>
                <c:pt idx="64040">
                  <c:v>0</c:v>
                </c:pt>
                <c:pt idx="64041">
                  <c:v>0</c:v>
                </c:pt>
                <c:pt idx="64042">
                  <c:v>0</c:v>
                </c:pt>
                <c:pt idx="64043">
                  <c:v>0</c:v>
                </c:pt>
                <c:pt idx="64044">
                  <c:v>0</c:v>
                </c:pt>
                <c:pt idx="64045">
                  <c:v>0</c:v>
                </c:pt>
                <c:pt idx="64046">
                  <c:v>0</c:v>
                </c:pt>
                <c:pt idx="64047">
                  <c:v>0</c:v>
                </c:pt>
                <c:pt idx="64048">
                  <c:v>0</c:v>
                </c:pt>
                <c:pt idx="64049">
                  <c:v>0</c:v>
                </c:pt>
                <c:pt idx="64050">
                  <c:v>0</c:v>
                </c:pt>
                <c:pt idx="64051">
                  <c:v>0</c:v>
                </c:pt>
                <c:pt idx="64052">
                  <c:v>0</c:v>
                </c:pt>
                <c:pt idx="64053">
                  <c:v>0</c:v>
                </c:pt>
                <c:pt idx="64054">
                  <c:v>0</c:v>
                </c:pt>
                <c:pt idx="64055">
                  <c:v>0</c:v>
                </c:pt>
                <c:pt idx="64056">
                  <c:v>0</c:v>
                </c:pt>
                <c:pt idx="64057">
                  <c:v>0</c:v>
                </c:pt>
                <c:pt idx="64058">
                  <c:v>0</c:v>
                </c:pt>
                <c:pt idx="64059">
                  <c:v>0</c:v>
                </c:pt>
                <c:pt idx="64060">
                  <c:v>0</c:v>
                </c:pt>
                <c:pt idx="64061">
                  <c:v>0</c:v>
                </c:pt>
                <c:pt idx="64062">
                  <c:v>0</c:v>
                </c:pt>
                <c:pt idx="64063">
                  <c:v>0</c:v>
                </c:pt>
                <c:pt idx="64064">
                  <c:v>0</c:v>
                </c:pt>
                <c:pt idx="64065">
                  <c:v>0</c:v>
                </c:pt>
                <c:pt idx="64066">
                  <c:v>0</c:v>
                </c:pt>
                <c:pt idx="64067">
                  <c:v>0</c:v>
                </c:pt>
                <c:pt idx="64068">
                  <c:v>0</c:v>
                </c:pt>
                <c:pt idx="64069">
                  <c:v>0</c:v>
                </c:pt>
                <c:pt idx="64070">
                  <c:v>0</c:v>
                </c:pt>
                <c:pt idx="64071">
                  <c:v>0</c:v>
                </c:pt>
                <c:pt idx="64072">
                  <c:v>0</c:v>
                </c:pt>
                <c:pt idx="64073">
                  <c:v>0</c:v>
                </c:pt>
                <c:pt idx="64074">
                  <c:v>0</c:v>
                </c:pt>
                <c:pt idx="64075">
                  <c:v>0</c:v>
                </c:pt>
                <c:pt idx="64076">
                  <c:v>0</c:v>
                </c:pt>
                <c:pt idx="64077">
                  <c:v>0</c:v>
                </c:pt>
                <c:pt idx="64078">
                  <c:v>0</c:v>
                </c:pt>
                <c:pt idx="64079">
                  <c:v>0</c:v>
                </c:pt>
                <c:pt idx="64080">
                  <c:v>0</c:v>
                </c:pt>
                <c:pt idx="64081">
                  <c:v>0</c:v>
                </c:pt>
                <c:pt idx="64082">
                  <c:v>0</c:v>
                </c:pt>
                <c:pt idx="64083">
                  <c:v>0</c:v>
                </c:pt>
                <c:pt idx="64084">
                  <c:v>0</c:v>
                </c:pt>
                <c:pt idx="64085">
                  <c:v>0</c:v>
                </c:pt>
                <c:pt idx="64086">
                  <c:v>0</c:v>
                </c:pt>
                <c:pt idx="64087">
                  <c:v>0</c:v>
                </c:pt>
                <c:pt idx="64088">
                  <c:v>0</c:v>
                </c:pt>
                <c:pt idx="64089">
                  <c:v>0</c:v>
                </c:pt>
                <c:pt idx="64090">
                  <c:v>0</c:v>
                </c:pt>
                <c:pt idx="64091">
                  <c:v>0</c:v>
                </c:pt>
                <c:pt idx="64092">
                  <c:v>0</c:v>
                </c:pt>
                <c:pt idx="64093">
                  <c:v>0</c:v>
                </c:pt>
                <c:pt idx="64094">
                  <c:v>0</c:v>
                </c:pt>
                <c:pt idx="64095">
                  <c:v>0</c:v>
                </c:pt>
                <c:pt idx="64096">
                  <c:v>0</c:v>
                </c:pt>
                <c:pt idx="64097">
                  <c:v>0</c:v>
                </c:pt>
                <c:pt idx="64098">
                  <c:v>0</c:v>
                </c:pt>
                <c:pt idx="64099">
                  <c:v>0</c:v>
                </c:pt>
                <c:pt idx="64100">
                  <c:v>0</c:v>
                </c:pt>
                <c:pt idx="64101">
                  <c:v>0</c:v>
                </c:pt>
                <c:pt idx="64102">
                  <c:v>0</c:v>
                </c:pt>
                <c:pt idx="64103">
                  <c:v>0</c:v>
                </c:pt>
                <c:pt idx="64104">
                  <c:v>0</c:v>
                </c:pt>
                <c:pt idx="64105">
                  <c:v>0</c:v>
                </c:pt>
                <c:pt idx="64106">
                  <c:v>0</c:v>
                </c:pt>
                <c:pt idx="64107">
                  <c:v>0</c:v>
                </c:pt>
                <c:pt idx="64108">
                  <c:v>0</c:v>
                </c:pt>
                <c:pt idx="64109">
                  <c:v>0</c:v>
                </c:pt>
                <c:pt idx="64110">
                  <c:v>0</c:v>
                </c:pt>
                <c:pt idx="64111">
                  <c:v>0</c:v>
                </c:pt>
                <c:pt idx="64112">
                  <c:v>0</c:v>
                </c:pt>
                <c:pt idx="64113">
                  <c:v>0</c:v>
                </c:pt>
                <c:pt idx="64114">
                  <c:v>0</c:v>
                </c:pt>
                <c:pt idx="64115">
                  <c:v>0</c:v>
                </c:pt>
                <c:pt idx="64116">
                  <c:v>0</c:v>
                </c:pt>
                <c:pt idx="64117">
                  <c:v>0</c:v>
                </c:pt>
                <c:pt idx="64118">
                  <c:v>0</c:v>
                </c:pt>
                <c:pt idx="64119">
                  <c:v>0</c:v>
                </c:pt>
                <c:pt idx="64120">
                  <c:v>0</c:v>
                </c:pt>
                <c:pt idx="64121">
                  <c:v>0</c:v>
                </c:pt>
                <c:pt idx="64122">
                  <c:v>0</c:v>
                </c:pt>
                <c:pt idx="64123">
                  <c:v>0</c:v>
                </c:pt>
                <c:pt idx="64124">
                  <c:v>0</c:v>
                </c:pt>
                <c:pt idx="64125">
                  <c:v>0</c:v>
                </c:pt>
                <c:pt idx="64126">
                  <c:v>0</c:v>
                </c:pt>
                <c:pt idx="64127">
                  <c:v>0</c:v>
                </c:pt>
                <c:pt idx="64128">
                  <c:v>0</c:v>
                </c:pt>
                <c:pt idx="64129">
                  <c:v>0</c:v>
                </c:pt>
                <c:pt idx="64130">
                  <c:v>0</c:v>
                </c:pt>
                <c:pt idx="64131">
                  <c:v>0</c:v>
                </c:pt>
                <c:pt idx="64132">
                  <c:v>0</c:v>
                </c:pt>
                <c:pt idx="64133">
                  <c:v>0</c:v>
                </c:pt>
                <c:pt idx="64134">
                  <c:v>0</c:v>
                </c:pt>
                <c:pt idx="64135">
                  <c:v>0</c:v>
                </c:pt>
                <c:pt idx="64136">
                  <c:v>0</c:v>
                </c:pt>
                <c:pt idx="64137">
                  <c:v>0</c:v>
                </c:pt>
                <c:pt idx="64138">
                  <c:v>0</c:v>
                </c:pt>
                <c:pt idx="64139">
                  <c:v>0</c:v>
                </c:pt>
                <c:pt idx="64140">
                  <c:v>0</c:v>
                </c:pt>
                <c:pt idx="64141">
                  <c:v>0</c:v>
                </c:pt>
                <c:pt idx="64142">
                  <c:v>0</c:v>
                </c:pt>
                <c:pt idx="64143">
                  <c:v>0</c:v>
                </c:pt>
                <c:pt idx="64144">
                  <c:v>0</c:v>
                </c:pt>
                <c:pt idx="64145">
                  <c:v>0</c:v>
                </c:pt>
                <c:pt idx="64146">
                  <c:v>0</c:v>
                </c:pt>
                <c:pt idx="64147">
                  <c:v>0</c:v>
                </c:pt>
                <c:pt idx="64148">
                  <c:v>0</c:v>
                </c:pt>
                <c:pt idx="64149">
                  <c:v>0</c:v>
                </c:pt>
                <c:pt idx="64150">
                  <c:v>0</c:v>
                </c:pt>
                <c:pt idx="64151">
                  <c:v>0</c:v>
                </c:pt>
                <c:pt idx="64152">
                  <c:v>0</c:v>
                </c:pt>
                <c:pt idx="64153">
                  <c:v>0</c:v>
                </c:pt>
                <c:pt idx="64154">
                  <c:v>0</c:v>
                </c:pt>
                <c:pt idx="64155">
                  <c:v>0</c:v>
                </c:pt>
                <c:pt idx="64156">
                  <c:v>0</c:v>
                </c:pt>
                <c:pt idx="64157">
                  <c:v>0</c:v>
                </c:pt>
                <c:pt idx="64158">
                  <c:v>0</c:v>
                </c:pt>
                <c:pt idx="64159">
                  <c:v>0</c:v>
                </c:pt>
                <c:pt idx="64160">
                  <c:v>0</c:v>
                </c:pt>
                <c:pt idx="64161">
                  <c:v>0</c:v>
                </c:pt>
                <c:pt idx="64162">
                  <c:v>0</c:v>
                </c:pt>
                <c:pt idx="64163">
                  <c:v>0</c:v>
                </c:pt>
                <c:pt idx="64164">
                  <c:v>0</c:v>
                </c:pt>
                <c:pt idx="64165">
                  <c:v>0</c:v>
                </c:pt>
                <c:pt idx="64166">
                  <c:v>0</c:v>
                </c:pt>
                <c:pt idx="64167">
                  <c:v>0</c:v>
                </c:pt>
                <c:pt idx="64168">
                  <c:v>0</c:v>
                </c:pt>
                <c:pt idx="64169">
                  <c:v>0</c:v>
                </c:pt>
                <c:pt idx="64170">
                  <c:v>0</c:v>
                </c:pt>
                <c:pt idx="64171">
                  <c:v>0</c:v>
                </c:pt>
                <c:pt idx="64172">
                  <c:v>0</c:v>
                </c:pt>
                <c:pt idx="64173">
                  <c:v>0</c:v>
                </c:pt>
                <c:pt idx="64174">
                  <c:v>0</c:v>
                </c:pt>
                <c:pt idx="64175">
                  <c:v>0</c:v>
                </c:pt>
                <c:pt idx="64176">
                  <c:v>0</c:v>
                </c:pt>
                <c:pt idx="64177">
                  <c:v>0</c:v>
                </c:pt>
                <c:pt idx="64178">
                  <c:v>0</c:v>
                </c:pt>
                <c:pt idx="64179">
                  <c:v>0</c:v>
                </c:pt>
                <c:pt idx="64180">
                  <c:v>0</c:v>
                </c:pt>
                <c:pt idx="64181">
                  <c:v>0</c:v>
                </c:pt>
                <c:pt idx="64182">
                  <c:v>0</c:v>
                </c:pt>
                <c:pt idx="64183">
                  <c:v>0</c:v>
                </c:pt>
                <c:pt idx="64184">
                  <c:v>0</c:v>
                </c:pt>
                <c:pt idx="64185">
                  <c:v>0</c:v>
                </c:pt>
                <c:pt idx="64186">
                  <c:v>0</c:v>
                </c:pt>
                <c:pt idx="64187">
                  <c:v>0</c:v>
                </c:pt>
                <c:pt idx="64188">
                  <c:v>0</c:v>
                </c:pt>
                <c:pt idx="64189">
                  <c:v>0</c:v>
                </c:pt>
                <c:pt idx="64190">
                  <c:v>0</c:v>
                </c:pt>
                <c:pt idx="64191">
                  <c:v>0</c:v>
                </c:pt>
                <c:pt idx="64192">
                  <c:v>0</c:v>
                </c:pt>
                <c:pt idx="64193">
                  <c:v>0</c:v>
                </c:pt>
                <c:pt idx="64194">
                  <c:v>0</c:v>
                </c:pt>
                <c:pt idx="64195">
                  <c:v>0</c:v>
                </c:pt>
                <c:pt idx="64196">
                  <c:v>0</c:v>
                </c:pt>
                <c:pt idx="64197">
                  <c:v>0</c:v>
                </c:pt>
                <c:pt idx="64198">
                  <c:v>0</c:v>
                </c:pt>
                <c:pt idx="64199">
                  <c:v>0</c:v>
                </c:pt>
                <c:pt idx="64200">
                  <c:v>0</c:v>
                </c:pt>
                <c:pt idx="64201">
                  <c:v>0</c:v>
                </c:pt>
                <c:pt idx="64202">
                  <c:v>0</c:v>
                </c:pt>
                <c:pt idx="64203">
                  <c:v>0</c:v>
                </c:pt>
                <c:pt idx="64204">
                  <c:v>0</c:v>
                </c:pt>
                <c:pt idx="64205">
                  <c:v>0</c:v>
                </c:pt>
                <c:pt idx="64206">
                  <c:v>0</c:v>
                </c:pt>
                <c:pt idx="64207">
                  <c:v>0</c:v>
                </c:pt>
                <c:pt idx="64208">
                  <c:v>0</c:v>
                </c:pt>
                <c:pt idx="64209">
                  <c:v>0</c:v>
                </c:pt>
                <c:pt idx="64210">
                  <c:v>0</c:v>
                </c:pt>
                <c:pt idx="64211">
                  <c:v>0</c:v>
                </c:pt>
                <c:pt idx="64212">
                  <c:v>0</c:v>
                </c:pt>
                <c:pt idx="64213">
                  <c:v>0</c:v>
                </c:pt>
                <c:pt idx="64214">
                  <c:v>0</c:v>
                </c:pt>
                <c:pt idx="64215">
                  <c:v>0</c:v>
                </c:pt>
                <c:pt idx="64216">
                  <c:v>0</c:v>
                </c:pt>
                <c:pt idx="64217">
                  <c:v>0</c:v>
                </c:pt>
                <c:pt idx="64218">
                  <c:v>0</c:v>
                </c:pt>
                <c:pt idx="64219">
                  <c:v>0</c:v>
                </c:pt>
                <c:pt idx="64220">
                  <c:v>0</c:v>
                </c:pt>
                <c:pt idx="64221">
                  <c:v>0</c:v>
                </c:pt>
                <c:pt idx="64222">
                  <c:v>0</c:v>
                </c:pt>
                <c:pt idx="64223">
                  <c:v>0</c:v>
                </c:pt>
                <c:pt idx="64224">
                  <c:v>0</c:v>
                </c:pt>
                <c:pt idx="64225">
                  <c:v>0</c:v>
                </c:pt>
                <c:pt idx="64226">
                  <c:v>0</c:v>
                </c:pt>
                <c:pt idx="64227">
                  <c:v>0</c:v>
                </c:pt>
                <c:pt idx="64228">
                  <c:v>0</c:v>
                </c:pt>
                <c:pt idx="64229">
                  <c:v>0</c:v>
                </c:pt>
                <c:pt idx="64230">
                  <c:v>0</c:v>
                </c:pt>
                <c:pt idx="64231">
                  <c:v>0</c:v>
                </c:pt>
                <c:pt idx="64232">
                  <c:v>0</c:v>
                </c:pt>
                <c:pt idx="64233">
                  <c:v>0</c:v>
                </c:pt>
                <c:pt idx="64234">
                  <c:v>0</c:v>
                </c:pt>
                <c:pt idx="64235">
                  <c:v>0</c:v>
                </c:pt>
                <c:pt idx="64236">
                  <c:v>0</c:v>
                </c:pt>
                <c:pt idx="64237">
                  <c:v>0</c:v>
                </c:pt>
                <c:pt idx="64238">
                  <c:v>0</c:v>
                </c:pt>
                <c:pt idx="64239">
                  <c:v>0</c:v>
                </c:pt>
                <c:pt idx="64240">
                  <c:v>0</c:v>
                </c:pt>
                <c:pt idx="64241">
                  <c:v>0</c:v>
                </c:pt>
                <c:pt idx="64242">
                  <c:v>0</c:v>
                </c:pt>
                <c:pt idx="64243">
                  <c:v>0</c:v>
                </c:pt>
                <c:pt idx="64244">
                  <c:v>0</c:v>
                </c:pt>
                <c:pt idx="64245">
                  <c:v>0</c:v>
                </c:pt>
                <c:pt idx="64246">
                  <c:v>0</c:v>
                </c:pt>
                <c:pt idx="64247">
                  <c:v>0</c:v>
                </c:pt>
                <c:pt idx="64248">
                  <c:v>0</c:v>
                </c:pt>
                <c:pt idx="64249">
                  <c:v>0</c:v>
                </c:pt>
                <c:pt idx="64250">
                  <c:v>0</c:v>
                </c:pt>
                <c:pt idx="64251">
                  <c:v>0</c:v>
                </c:pt>
                <c:pt idx="64252">
                  <c:v>0</c:v>
                </c:pt>
                <c:pt idx="64253">
                  <c:v>0</c:v>
                </c:pt>
                <c:pt idx="64254">
                  <c:v>0</c:v>
                </c:pt>
                <c:pt idx="64255">
                  <c:v>0</c:v>
                </c:pt>
                <c:pt idx="64256">
                  <c:v>0</c:v>
                </c:pt>
                <c:pt idx="64257">
                  <c:v>0</c:v>
                </c:pt>
                <c:pt idx="64258">
                  <c:v>0</c:v>
                </c:pt>
                <c:pt idx="64259">
                  <c:v>0</c:v>
                </c:pt>
                <c:pt idx="64260">
                  <c:v>0</c:v>
                </c:pt>
                <c:pt idx="64261">
                  <c:v>0</c:v>
                </c:pt>
                <c:pt idx="64262">
                  <c:v>0</c:v>
                </c:pt>
                <c:pt idx="64263">
                  <c:v>0</c:v>
                </c:pt>
                <c:pt idx="64264">
                  <c:v>0</c:v>
                </c:pt>
                <c:pt idx="64265">
                  <c:v>0</c:v>
                </c:pt>
                <c:pt idx="64266">
                  <c:v>0</c:v>
                </c:pt>
                <c:pt idx="64267">
                  <c:v>0</c:v>
                </c:pt>
                <c:pt idx="64268">
                  <c:v>0</c:v>
                </c:pt>
                <c:pt idx="64269">
                  <c:v>0</c:v>
                </c:pt>
                <c:pt idx="64270">
                  <c:v>0</c:v>
                </c:pt>
                <c:pt idx="64271">
                  <c:v>0</c:v>
                </c:pt>
                <c:pt idx="64272">
                  <c:v>0</c:v>
                </c:pt>
                <c:pt idx="64273">
                  <c:v>0</c:v>
                </c:pt>
                <c:pt idx="64274">
                  <c:v>0</c:v>
                </c:pt>
                <c:pt idx="64275">
                  <c:v>0</c:v>
                </c:pt>
                <c:pt idx="64276">
                  <c:v>0</c:v>
                </c:pt>
                <c:pt idx="64277">
                  <c:v>0</c:v>
                </c:pt>
                <c:pt idx="64278">
                  <c:v>0</c:v>
                </c:pt>
                <c:pt idx="64279">
                  <c:v>0</c:v>
                </c:pt>
                <c:pt idx="64280">
                  <c:v>0</c:v>
                </c:pt>
                <c:pt idx="64281">
                  <c:v>0</c:v>
                </c:pt>
                <c:pt idx="64282">
                  <c:v>0</c:v>
                </c:pt>
                <c:pt idx="64283">
                  <c:v>0</c:v>
                </c:pt>
                <c:pt idx="64284">
                  <c:v>0</c:v>
                </c:pt>
                <c:pt idx="64285">
                  <c:v>0</c:v>
                </c:pt>
                <c:pt idx="64286">
                  <c:v>0</c:v>
                </c:pt>
                <c:pt idx="64287">
                  <c:v>0</c:v>
                </c:pt>
                <c:pt idx="64288">
                  <c:v>0</c:v>
                </c:pt>
                <c:pt idx="64289">
                  <c:v>0</c:v>
                </c:pt>
                <c:pt idx="64290">
                  <c:v>0</c:v>
                </c:pt>
                <c:pt idx="64291">
                  <c:v>0</c:v>
                </c:pt>
                <c:pt idx="64292">
                  <c:v>0</c:v>
                </c:pt>
                <c:pt idx="64293">
                  <c:v>0</c:v>
                </c:pt>
                <c:pt idx="64294">
                  <c:v>0</c:v>
                </c:pt>
                <c:pt idx="64295">
                  <c:v>0</c:v>
                </c:pt>
                <c:pt idx="64296">
                  <c:v>0</c:v>
                </c:pt>
                <c:pt idx="64297">
                  <c:v>0</c:v>
                </c:pt>
                <c:pt idx="64298">
                  <c:v>0</c:v>
                </c:pt>
                <c:pt idx="64299">
                  <c:v>0</c:v>
                </c:pt>
                <c:pt idx="64300">
                  <c:v>0</c:v>
                </c:pt>
                <c:pt idx="64301">
                  <c:v>0</c:v>
                </c:pt>
                <c:pt idx="64302">
                  <c:v>0</c:v>
                </c:pt>
                <c:pt idx="64303">
                  <c:v>0</c:v>
                </c:pt>
                <c:pt idx="64304">
                  <c:v>0</c:v>
                </c:pt>
                <c:pt idx="64305">
                  <c:v>0</c:v>
                </c:pt>
                <c:pt idx="64306">
                  <c:v>0</c:v>
                </c:pt>
                <c:pt idx="64307">
                  <c:v>0</c:v>
                </c:pt>
                <c:pt idx="64308">
                  <c:v>0</c:v>
                </c:pt>
                <c:pt idx="64309">
                  <c:v>0</c:v>
                </c:pt>
                <c:pt idx="64310">
                  <c:v>0</c:v>
                </c:pt>
                <c:pt idx="64311">
                  <c:v>0</c:v>
                </c:pt>
                <c:pt idx="64312">
                  <c:v>0</c:v>
                </c:pt>
                <c:pt idx="64313">
                  <c:v>0</c:v>
                </c:pt>
                <c:pt idx="64314">
                  <c:v>0</c:v>
                </c:pt>
                <c:pt idx="64315">
                  <c:v>0</c:v>
                </c:pt>
                <c:pt idx="64316">
                  <c:v>0</c:v>
                </c:pt>
                <c:pt idx="64317">
                  <c:v>0</c:v>
                </c:pt>
                <c:pt idx="64318">
                  <c:v>0</c:v>
                </c:pt>
                <c:pt idx="64319">
                  <c:v>0</c:v>
                </c:pt>
                <c:pt idx="64320">
                  <c:v>0</c:v>
                </c:pt>
                <c:pt idx="64321">
                  <c:v>0</c:v>
                </c:pt>
                <c:pt idx="64322">
                  <c:v>0</c:v>
                </c:pt>
                <c:pt idx="64323">
                  <c:v>0</c:v>
                </c:pt>
                <c:pt idx="64324">
                  <c:v>0</c:v>
                </c:pt>
                <c:pt idx="64325">
                  <c:v>0</c:v>
                </c:pt>
                <c:pt idx="64326">
                  <c:v>0</c:v>
                </c:pt>
                <c:pt idx="64327">
                  <c:v>0</c:v>
                </c:pt>
                <c:pt idx="64328">
                  <c:v>0</c:v>
                </c:pt>
                <c:pt idx="64329">
                  <c:v>0</c:v>
                </c:pt>
                <c:pt idx="64330">
                  <c:v>0</c:v>
                </c:pt>
                <c:pt idx="64331">
                  <c:v>0</c:v>
                </c:pt>
                <c:pt idx="64332">
                  <c:v>0</c:v>
                </c:pt>
                <c:pt idx="64333">
                  <c:v>0</c:v>
                </c:pt>
                <c:pt idx="64334">
                  <c:v>0</c:v>
                </c:pt>
                <c:pt idx="64335">
                  <c:v>0</c:v>
                </c:pt>
                <c:pt idx="64336">
                  <c:v>0</c:v>
                </c:pt>
                <c:pt idx="64337">
                  <c:v>0</c:v>
                </c:pt>
                <c:pt idx="64338">
                  <c:v>0</c:v>
                </c:pt>
                <c:pt idx="64339">
                  <c:v>0</c:v>
                </c:pt>
                <c:pt idx="64340">
                  <c:v>0</c:v>
                </c:pt>
                <c:pt idx="64341">
                  <c:v>0</c:v>
                </c:pt>
                <c:pt idx="64342">
                  <c:v>0</c:v>
                </c:pt>
                <c:pt idx="64343">
                  <c:v>0</c:v>
                </c:pt>
                <c:pt idx="64344">
                  <c:v>0</c:v>
                </c:pt>
                <c:pt idx="64345">
                  <c:v>0</c:v>
                </c:pt>
                <c:pt idx="64346">
                  <c:v>0</c:v>
                </c:pt>
                <c:pt idx="64347">
                  <c:v>0</c:v>
                </c:pt>
                <c:pt idx="64348">
                  <c:v>0</c:v>
                </c:pt>
                <c:pt idx="64349">
                  <c:v>0</c:v>
                </c:pt>
                <c:pt idx="64350">
                  <c:v>0</c:v>
                </c:pt>
                <c:pt idx="64351">
                  <c:v>0</c:v>
                </c:pt>
                <c:pt idx="64352">
                  <c:v>0</c:v>
                </c:pt>
                <c:pt idx="64353">
                  <c:v>0</c:v>
                </c:pt>
                <c:pt idx="64354">
                  <c:v>0</c:v>
                </c:pt>
                <c:pt idx="64355">
                  <c:v>0</c:v>
                </c:pt>
                <c:pt idx="64356">
                  <c:v>0</c:v>
                </c:pt>
                <c:pt idx="64357">
                  <c:v>0</c:v>
                </c:pt>
                <c:pt idx="64358">
                  <c:v>0</c:v>
                </c:pt>
                <c:pt idx="64359">
                  <c:v>0</c:v>
                </c:pt>
                <c:pt idx="64360">
                  <c:v>0</c:v>
                </c:pt>
                <c:pt idx="64361">
                  <c:v>0</c:v>
                </c:pt>
                <c:pt idx="64362">
                  <c:v>0</c:v>
                </c:pt>
                <c:pt idx="64363">
                  <c:v>0</c:v>
                </c:pt>
                <c:pt idx="64364">
                  <c:v>0</c:v>
                </c:pt>
                <c:pt idx="64365">
                  <c:v>0</c:v>
                </c:pt>
                <c:pt idx="64366">
                  <c:v>0</c:v>
                </c:pt>
                <c:pt idx="64367">
                  <c:v>0</c:v>
                </c:pt>
                <c:pt idx="64368">
                  <c:v>0</c:v>
                </c:pt>
                <c:pt idx="64369">
                  <c:v>0</c:v>
                </c:pt>
                <c:pt idx="64370">
                  <c:v>0</c:v>
                </c:pt>
                <c:pt idx="64371">
                  <c:v>0</c:v>
                </c:pt>
                <c:pt idx="64372">
                  <c:v>0</c:v>
                </c:pt>
                <c:pt idx="64373">
                  <c:v>0</c:v>
                </c:pt>
                <c:pt idx="64374">
                  <c:v>0</c:v>
                </c:pt>
                <c:pt idx="64375">
                  <c:v>0</c:v>
                </c:pt>
                <c:pt idx="64376">
                  <c:v>0</c:v>
                </c:pt>
                <c:pt idx="64377">
                  <c:v>0</c:v>
                </c:pt>
                <c:pt idx="64378">
                  <c:v>0</c:v>
                </c:pt>
                <c:pt idx="64379">
                  <c:v>0</c:v>
                </c:pt>
                <c:pt idx="64380">
                  <c:v>0</c:v>
                </c:pt>
                <c:pt idx="64381">
                  <c:v>0</c:v>
                </c:pt>
                <c:pt idx="64382">
                  <c:v>0</c:v>
                </c:pt>
                <c:pt idx="64383">
                  <c:v>0</c:v>
                </c:pt>
                <c:pt idx="64384">
                  <c:v>0</c:v>
                </c:pt>
                <c:pt idx="64385">
                  <c:v>0</c:v>
                </c:pt>
                <c:pt idx="64386">
                  <c:v>0</c:v>
                </c:pt>
                <c:pt idx="64387">
                  <c:v>0</c:v>
                </c:pt>
                <c:pt idx="64388">
                  <c:v>0</c:v>
                </c:pt>
                <c:pt idx="64389">
                  <c:v>0</c:v>
                </c:pt>
                <c:pt idx="64390">
                  <c:v>0</c:v>
                </c:pt>
                <c:pt idx="64391">
                  <c:v>0</c:v>
                </c:pt>
                <c:pt idx="64392">
                  <c:v>0</c:v>
                </c:pt>
                <c:pt idx="64393">
                  <c:v>0</c:v>
                </c:pt>
                <c:pt idx="64394">
                  <c:v>0</c:v>
                </c:pt>
                <c:pt idx="64395">
                  <c:v>0</c:v>
                </c:pt>
                <c:pt idx="64396">
                  <c:v>0</c:v>
                </c:pt>
                <c:pt idx="64397">
                  <c:v>0</c:v>
                </c:pt>
                <c:pt idx="64398">
                  <c:v>0</c:v>
                </c:pt>
                <c:pt idx="64399">
                  <c:v>0</c:v>
                </c:pt>
                <c:pt idx="64400">
                  <c:v>0</c:v>
                </c:pt>
                <c:pt idx="64401">
                  <c:v>0</c:v>
                </c:pt>
                <c:pt idx="64402">
                  <c:v>0</c:v>
                </c:pt>
                <c:pt idx="64403">
                  <c:v>0</c:v>
                </c:pt>
                <c:pt idx="64404">
                  <c:v>0</c:v>
                </c:pt>
                <c:pt idx="64405">
                  <c:v>0</c:v>
                </c:pt>
                <c:pt idx="64406">
                  <c:v>0</c:v>
                </c:pt>
                <c:pt idx="64407">
                  <c:v>0</c:v>
                </c:pt>
                <c:pt idx="64408">
                  <c:v>0</c:v>
                </c:pt>
                <c:pt idx="64409">
                  <c:v>0</c:v>
                </c:pt>
                <c:pt idx="64410">
                  <c:v>0</c:v>
                </c:pt>
                <c:pt idx="64411">
                  <c:v>0</c:v>
                </c:pt>
                <c:pt idx="64412">
                  <c:v>0</c:v>
                </c:pt>
                <c:pt idx="64413">
                  <c:v>0</c:v>
                </c:pt>
                <c:pt idx="64414">
                  <c:v>0</c:v>
                </c:pt>
                <c:pt idx="64415">
                  <c:v>0</c:v>
                </c:pt>
                <c:pt idx="64416">
                  <c:v>0</c:v>
                </c:pt>
                <c:pt idx="64417">
                  <c:v>0</c:v>
                </c:pt>
                <c:pt idx="64418">
                  <c:v>0</c:v>
                </c:pt>
                <c:pt idx="64419">
                  <c:v>0</c:v>
                </c:pt>
                <c:pt idx="64420">
                  <c:v>0</c:v>
                </c:pt>
                <c:pt idx="64421">
                  <c:v>0</c:v>
                </c:pt>
                <c:pt idx="64422">
                  <c:v>0</c:v>
                </c:pt>
                <c:pt idx="64423">
                  <c:v>0</c:v>
                </c:pt>
                <c:pt idx="64424">
                  <c:v>0</c:v>
                </c:pt>
                <c:pt idx="64425">
                  <c:v>0</c:v>
                </c:pt>
                <c:pt idx="64426">
                  <c:v>0</c:v>
                </c:pt>
                <c:pt idx="64427">
                  <c:v>0</c:v>
                </c:pt>
                <c:pt idx="64428">
                  <c:v>0</c:v>
                </c:pt>
                <c:pt idx="64429">
                  <c:v>0</c:v>
                </c:pt>
                <c:pt idx="64430">
                  <c:v>0</c:v>
                </c:pt>
                <c:pt idx="64431">
                  <c:v>0</c:v>
                </c:pt>
                <c:pt idx="64432">
                  <c:v>0</c:v>
                </c:pt>
                <c:pt idx="64433">
                  <c:v>0</c:v>
                </c:pt>
                <c:pt idx="64434">
                  <c:v>0</c:v>
                </c:pt>
                <c:pt idx="64435">
                  <c:v>0</c:v>
                </c:pt>
                <c:pt idx="64436">
                  <c:v>0</c:v>
                </c:pt>
                <c:pt idx="64437">
                  <c:v>0</c:v>
                </c:pt>
                <c:pt idx="64438">
                  <c:v>0</c:v>
                </c:pt>
                <c:pt idx="64439">
                  <c:v>0</c:v>
                </c:pt>
                <c:pt idx="64440">
                  <c:v>0</c:v>
                </c:pt>
                <c:pt idx="64441">
                  <c:v>0</c:v>
                </c:pt>
                <c:pt idx="64442">
                  <c:v>0</c:v>
                </c:pt>
                <c:pt idx="64443">
                  <c:v>0</c:v>
                </c:pt>
                <c:pt idx="64444">
                  <c:v>0</c:v>
                </c:pt>
                <c:pt idx="64445">
                  <c:v>0</c:v>
                </c:pt>
                <c:pt idx="64446">
                  <c:v>0</c:v>
                </c:pt>
                <c:pt idx="64447">
                  <c:v>0</c:v>
                </c:pt>
                <c:pt idx="64448">
                  <c:v>0</c:v>
                </c:pt>
                <c:pt idx="64449">
                  <c:v>0</c:v>
                </c:pt>
                <c:pt idx="64450">
                  <c:v>0</c:v>
                </c:pt>
                <c:pt idx="64451">
                  <c:v>0</c:v>
                </c:pt>
                <c:pt idx="64452">
                  <c:v>0</c:v>
                </c:pt>
                <c:pt idx="64453">
                  <c:v>0</c:v>
                </c:pt>
                <c:pt idx="64454">
                  <c:v>0</c:v>
                </c:pt>
                <c:pt idx="64455">
                  <c:v>0</c:v>
                </c:pt>
                <c:pt idx="64456">
                  <c:v>0</c:v>
                </c:pt>
                <c:pt idx="64457">
                  <c:v>0</c:v>
                </c:pt>
                <c:pt idx="64458">
                  <c:v>0</c:v>
                </c:pt>
                <c:pt idx="64459">
                  <c:v>0</c:v>
                </c:pt>
                <c:pt idx="64460">
                  <c:v>0</c:v>
                </c:pt>
                <c:pt idx="64461">
                  <c:v>0</c:v>
                </c:pt>
                <c:pt idx="64462">
                  <c:v>0</c:v>
                </c:pt>
                <c:pt idx="64463">
                  <c:v>0</c:v>
                </c:pt>
                <c:pt idx="64464">
                  <c:v>0</c:v>
                </c:pt>
                <c:pt idx="64465">
                  <c:v>0</c:v>
                </c:pt>
                <c:pt idx="64466">
                  <c:v>0</c:v>
                </c:pt>
                <c:pt idx="64467">
                  <c:v>0</c:v>
                </c:pt>
                <c:pt idx="64468">
                  <c:v>0</c:v>
                </c:pt>
                <c:pt idx="64469">
                  <c:v>0</c:v>
                </c:pt>
                <c:pt idx="64470">
                  <c:v>0</c:v>
                </c:pt>
                <c:pt idx="64471">
                  <c:v>0</c:v>
                </c:pt>
                <c:pt idx="64472">
                  <c:v>0</c:v>
                </c:pt>
                <c:pt idx="64473">
                  <c:v>0</c:v>
                </c:pt>
                <c:pt idx="64474">
                  <c:v>0</c:v>
                </c:pt>
                <c:pt idx="64475">
                  <c:v>0</c:v>
                </c:pt>
                <c:pt idx="64476">
                  <c:v>0</c:v>
                </c:pt>
                <c:pt idx="64477">
                  <c:v>0</c:v>
                </c:pt>
                <c:pt idx="64478">
                  <c:v>0</c:v>
                </c:pt>
                <c:pt idx="64479">
                  <c:v>0</c:v>
                </c:pt>
                <c:pt idx="64480">
                  <c:v>0</c:v>
                </c:pt>
                <c:pt idx="64481">
                  <c:v>0</c:v>
                </c:pt>
                <c:pt idx="64482">
                  <c:v>0</c:v>
                </c:pt>
                <c:pt idx="64483">
                  <c:v>0</c:v>
                </c:pt>
                <c:pt idx="64484">
                  <c:v>0</c:v>
                </c:pt>
                <c:pt idx="64485">
                  <c:v>0</c:v>
                </c:pt>
                <c:pt idx="64486">
                  <c:v>0</c:v>
                </c:pt>
                <c:pt idx="64487">
                  <c:v>0</c:v>
                </c:pt>
                <c:pt idx="64488">
                  <c:v>0</c:v>
                </c:pt>
                <c:pt idx="64489">
                  <c:v>0</c:v>
                </c:pt>
                <c:pt idx="64490">
                  <c:v>0</c:v>
                </c:pt>
                <c:pt idx="64491">
                  <c:v>0</c:v>
                </c:pt>
                <c:pt idx="64492">
                  <c:v>0</c:v>
                </c:pt>
                <c:pt idx="64493">
                  <c:v>0</c:v>
                </c:pt>
                <c:pt idx="64494">
                  <c:v>0</c:v>
                </c:pt>
                <c:pt idx="64495">
                  <c:v>0</c:v>
                </c:pt>
                <c:pt idx="64496">
                  <c:v>0</c:v>
                </c:pt>
                <c:pt idx="64497">
                  <c:v>0</c:v>
                </c:pt>
                <c:pt idx="64498">
                  <c:v>0</c:v>
                </c:pt>
                <c:pt idx="64499">
                  <c:v>0</c:v>
                </c:pt>
                <c:pt idx="64500">
                  <c:v>0</c:v>
                </c:pt>
                <c:pt idx="64501">
                  <c:v>0</c:v>
                </c:pt>
                <c:pt idx="64502">
                  <c:v>0</c:v>
                </c:pt>
                <c:pt idx="64503">
                  <c:v>0</c:v>
                </c:pt>
                <c:pt idx="64504">
                  <c:v>0</c:v>
                </c:pt>
                <c:pt idx="64505">
                  <c:v>0</c:v>
                </c:pt>
                <c:pt idx="64506">
                  <c:v>0</c:v>
                </c:pt>
                <c:pt idx="64507">
                  <c:v>0</c:v>
                </c:pt>
                <c:pt idx="64508">
                  <c:v>0</c:v>
                </c:pt>
                <c:pt idx="64509">
                  <c:v>0</c:v>
                </c:pt>
                <c:pt idx="64510">
                  <c:v>0</c:v>
                </c:pt>
                <c:pt idx="64511">
                  <c:v>0</c:v>
                </c:pt>
                <c:pt idx="64512">
                  <c:v>0</c:v>
                </c:pt>
                <c:pt idx="64513">
                  <c:v>0</c:v>
                </c:pt>
                <c:pt idx="64514">
                  <c:v>0</c:v>
                </c:pt>
                <c:pt idx="64515">
                  <c:v>0</c:v>
                </c:pt>
                <c:pt idx="64516">
                  <c:v>0</c:v>
                </c:pt>
                <c:pt idx="64517">
                  <c:v>0</c:v>
                </c:pt>
                <c:pt idx="64518">
                  <c:v>0</c:v>
                </c:pt>
                <c:pt idx="64519">
                  <c:v>0</c:v>
                </c:pt>
                <c:pt idx="64520">
                  <c:v>0</c:v>
                </c:pt>
                <c:pt idx="64521">
                  <c:v>0</c:v>
                </c:pt>
                <c:pt idx="64522">
                  <c:v>0</c:v>
                </c:pt>
                <c:pt idx="64523">
                  <c:v>0</c:v>
                </c:pt>
                <c:pt idx="64524">
                  <c:v>0</c:v>
                </c:pt>
                <c:pt idx="64525">
                  <c:v>0</c:v>
                </c:pt>
                <c:pt idx="64526">
                  <c:v>0</c:v>
                </c:pt>
                <c:pt idx="64527">
                  <c:v>0</c:v>
                </c:pt>
                <c:pt idx="64528">
                  <c:v>0</c:v>
                </c:pt>
                <c:pt idx="64529">
                  <c:v>0</c:v>
                </c:pt>
                <c:pt idx="64530">
                  <c:v>0</c:v>
                </c:pt>
                <c:pt idx="64531">
                  <c:v>0</c:v>
                </c:pt>
                <c:pt idx="64532">
                  <c:v>0</c:v>
                </c:pt>
                <c:pt idx="64533">
                  <c:v>0</c:v>
                </c:pt>
                <c:pt idx="64534">
                  <c:v>0</c:v>
                </c:pt>
                <c:pt idx="64535">
                  <c:v>0</c:v>
                </c:pt>
                <c:pt idx="64536">
                  <c:v>0</c:v>
                </c:pt>
                <c:pt idx="64537">
                  <c:v>0</c:v>
                </c:pt>
                <c:pt idx="64538">
                  <c:v>0</c:v>
                </c:pt>
                <c:pt idx="64539">
                  <c:v>0</c:v>
                </c:pt>
                <c:pt idx="64540">
                  <c:v>0</c:v>
                </c:pt>
                <c:pt idx="64541">
                  <c:v>0</c:v>
                </c:pt>
                <c:pt idx="64542">
                  <c:v>0</c:v>
                </c:pt>
                <c:pt idx="64543">
                  <c:v>0</c:v>
                </c:pt>
                <c:pt idx="64544">
                  <c:v>0</c:v>
                </c:pt>
                <c:pt idx="64545">
                  <c:v>0</c:v>
                </c:pt>
                <c:pt idx="64546">
                  <c:v>0</c:v>
                </c:pt>
                <c:pt idx="64547">
                  <c:v>0</c:v>
                </c:pt>
                <c:pt idx="64548">
                  <c:v>0</c:v>
                </c:pt>
                <c:pt idx="64549">
                  <c:v>0</c:v>
                </c:pt>
                <c:pt idx="64550">
                  <c:v>0</c:v>
                </c:pt>
                <c:pt idx="64551">
                  <c:v>0</c:v>
                </c:pt>
                <c:pt idx="64552">
                  <c:v>0</c:v>
                </c:pt>
                <c:pt idx="64553">
                  <c:v>0</c:v>
                </c:pt>
                <c:pt idx="64554">
                  <c:v>0</c:v>
                </c:pt>
                <c:pt idx="64555">
                  <c:v>0</c:v>
                </c:pt>
                <c:pt idx="64556">
                  <c:v>0</c:v>
                </c:pt>
                <c:pt idx="64557">
                  <c:v>0</c:v>
                </c:pt>
                <c:pt idx="64558">
                  <c:v>0</c:v>
                </c:pt>
                <c:pt idx="64559">
                  <c:v>0</c:v>
                </c:pt>
                <c:pt idx="64560">
                  <c:v>0</c:v>
                </c:pt>
                <c:pt idx="64561">
                  <c:v>0</c:v>
                </c:pt>
                <c:pt idx="64562">
                  <c:v>0</c:v>
                </c:pt>
                <c:pt idx="64563">
                  <c:v>0</c:v>
                </c:pt>
                <c:pt idx="64564">
                  <c:v>0</c:v>
                </c:pt>
                <c:pt idx="64565">
                  <c:v>0</c:v>
                </c:pt>
                <c:pt idx="64566">
                  <c:v>0</c:v>
                </c:pt>
                <c:pt idx="64567">
                  <c:v>0</c:v>
                </c:pt>
                <c:pt idx="64568">
                  <c:v>0</c:v>
                </c:pt>
                <c:pt idx="64569">
                  <c:v>0</c:v>
                </c:pt>
                <c:pt idx="64570">
                  <c:v>0</c:v>
                </c:pt>
                <c:pt idx="64571">
                  <c:v>0</c:v>
                </c:pt>
                <c:pt idx="64572">
                  <c:v>0</c:v>
                </c:pt>
                <c:pt idx="64573">
                  <c:v>0</c:v>
                </c:pt>
                <c:pt idx="64574">
                  <c:v>0</c:v>
                </c:pt>
                <c:pt idx="64575">
                  <c:v>0</c:v>
                </c:pt>
                <c:pt idx="64576">
                  <c:v>0</c:v>
                </c:pt>
                <c:pt idx="64577">
                  <c:v>0</c:v>
                </c:pt>
                <c:pt idx="64578">
                  <c:v>0</c:v>
                </c:pt>
                <c:pt idx="64579">
                  <c:v>0</c:v>
                </c:pt>
                <c:pt idx="64580">
                  <c:v>0</c:v>
                </c:pt>
                <c:pt idx="64581">
                  <c:v>0</c:v>
                </c:pt>
                <c:pt idx="64582">
                  <c:v>0</c:v>
                </c:pt>
                <c:pt idx="64583">
                  <c:v>0</c:v>
                </c:pt>
                <c:pt idx="64584">
                  <c:v>0</c:v>
                </c:pt>
                <c:pt idx="64585">
                  <c:v>0</c:v>
                </c:pt>
                <c:pt idx="64586">
                  <c:v>0</c:v>
                </c:pt>
                <c:pt idx="64587">
                  <c:v>0</c:v>
                </c:pt>
                <c:pt idx="64588">
                  <c:v>0</c:v>
                </c:pt>
                <c:pt idx="64589">
                  <c:v>0</c:v>
                </c:pt>
                <c:pt idx="64590">
                  <c:v>0</c:v>
                </c:pt>
                <c:pt idx="64591">
                  <c:v>0</c:v>
                </c:pt>
                <c:pt idx="64592">
                  <c:v>0</c:v>
                </c:pt>
                <c:pt idx="64593">
                  <c:v>0</c:v>
                </c:pt>
                <c:pt idx="64594">
                  <c:v>0</c:v>
                </c:pt>
                <c:pt idx="64595">
                  <c:v>0</c:v>
                </c:pt>
                <c:pt idx="64596">
                  <c:v>0</c:v>
                </c:pt>
                <c:pt idx="64597">
                  <c:v>0</c:v>
                </c:pt>
                <c:pt idx="64598">
                  <c:v>0</c:v>
                </c:pt>
                <c:pt idx="64599">
                  <c:v>0</c:v>
                </c:pt>
                <c:pt idx="64600">
                  <c:v>0</c:v>
                </c:pt>
                <c:pt idx="64601">
                  <c:v>0</c:v>
                </c:pt>
                <c:pt idx="64602">
                  <c:v>0</c:v>
                </c:pt>
                <c:pt idx="64603">
                  <c:v>0</c:v>
                </c:pt>
                <c:pt idx="64604">
                  <c:v>0</c:v>
                </c:pt>
                <c:pt idx="64605">
                  <c:v>0</c:v>
                </c:pt>
                <c:pt idx="64606">
                  <c:v>0</c:v>
                </c:pt>
                <c:pt idx="64607">
                  <c:v>0</c:v>
                </c:pt>
                <c:pt idx="64608">
                  <c:v>0</c:v>
                </c:pt>
                <c:pt idx="64609">
                  <c:v>0</c:v>
                </c:pt>
                <c:pt idx="64610">
                  <c:v>0</c:v>
                </c:pt>
                <c:pt idx="64611">
                  <c:v>0</c:v>
                </c:pt>
                <c:pt idx="64612">
                  <c:v>0</c:v>
                </c:pt>
                <c:pt idx="64613">
                  <c:v>0</c:v>
                </c:pt>
                <c:pt idx="64614">
                  <c:v>0</c:v>
                </c:pt>
                <c:pt idx="64615">
                  <c:v>0</c:v>
                </c:pt>
                <c:pt idx="64616">
                  <c:v>0</c:v>
                </c:pt>
                <c:pt idx="64617">
                  <c:v>0</c:v>
                </c:pt>
                <c:pt idx="64618">
                  <c:v>0</c:v>
                </c:pt>
                <c:pt idx="64619">
                  <c:v>0</c:v>
                </c:pt>
                <c:pt idx="64620">
                  <c:v>0</c:v>
                </c:pt>
                <c:pt idx="64621">
                  <c:v>0</c:v>
                </c:pt>
                <c:pt idx="64622">
                  <c:v>0</c:v>
                </c:pt>
                <c:pt idx="64623">
                  <c:v>0</c:v>
                </c:pt>
                <c:pt idx="64624">
                  <c:v>0</c:v>
                </c:pt>
                <c:pt idx="64625">
                  <c:v>0</c:v>
                </c:pt>
                <c:pt idx="64626">
                  <c:v>0</c:v>
                </c:pt>
                <c:pt idx="64627">
                  <c:v>0</c:v>
                </c:pt>
                <c:pt idx="64628">
                  <c:v>0</c:v>
                </c:pt>
                <c:pt idx="64629">
                  <c:v>0</c:v>
                </c:pt>
                <c:pt idx="64630">
                  <c:v>0</c:v>
                </c:pt>
                <c:pt idx="64631">
                  <c:v>0</c:v>
                </c:pt>
                <c:pt idx="64632">
                  <c:v>0</c:v>
                </c:pt>
                <c:pt idx="64633">
                  <c:v>0</c:v>
                </c:pt>
                <c:pt idx="64634">
                  <c:v>0</c:v>
                </c:pt>
                <c:pt idx="64635">
                  <c:v>0</c:v>
                </c:pt>
                <c:pt idx="64636">
                  <c:v>0</c:v>
                </c:pt>
                <c:pt idx="64637">
                  <c:v>0</c:v>
                </c:pt>
                <c:pt idx="64638">
                  <c:v>0</c:v>
                </c:pt>
                <c:pt idx="64639">
                  <c:v>0</c:v>
                </c:pt>
                <c:pt idx="64640">
                  <c:v>0</c:v>
                </c:pt>
                <c:pt idx="64641">
                  <c:v>0</c:v>
                </c:pt>
                <c:pt idx="64642">
                  <c:v>0</c:v>
                </c:pt>
                <c:pt idx="64643">
                  <c:v>0</c:v>
                </c:pt>
                <c:pt idx="64644">
                  <c:v>0</c:v>
                </c:pt>
                <c:pt idx="64645">
                  <c:v>0</c:v>
                </c:pt>
                <c:pt idx="64646">
                  <c:v>0</c:v>
                </c:pt>
                <c:pt idx="64647">
                  <c:v>0</c:v>
                </c:pt>
                <c:pt idx="64648">
                  <c:v>0</c:v>
                </c:pt>
                <c:pt idx="64649">
                  <c:v>0</c:v>
                </c:pt>
                <c:pt idx="64650">
                  <c:v>0</c:v>
                </c:pt>
                <c:pt idx="64651">
                  <c:v>0</c:v>
                </c:pt>
                <c:pt idx="64652">
                  <c:v>0</c:v>
                </c:pt>
                <c:pt idx="64653">
                  <c:v>0</c:v>
                </c:pt>
                <c:pt idx="64654">
                  <c:v>0</c:v>
                </c:pt>
                <c:pt idx="64655">
                  <c:v>0</c:v>
                </c:pt>
                <c:pt idx="64656">
                  <c:v>0</c:v>
                </c:pt>
                <c:pt idx="64657">
                  <c:v>0</c:v>
                </c:pt>
                <c:pt idx="64658">
                  <c:v>0</c:v>
                </c:pt>
                <c:pt idx="64659">
                  <c:v>0</c:v>
                </c:pt>
                <c:pt idx="64660">
                  <c:v>0</c:v>
                </c:pt>
                <c:pt idx="64661">
                  <c:v>0</c:v>
                </c:pt>
                <c:pt idx="64662">
                  <c:v>0</c:v>
                </c:pt>
                <c:pt idx="64663">
                  <c:v>0</c:v>
                </c:pt>
                <c:pt idx="64664">
                  <c:v>0</c:v>
                </c:pt>
                <c:pt idx="64665">
                  <c:v>0</c:v>
                </c:pt>
                <c:pt idx="64666">
                  <c:v>0</c:v>
                </c:pt>
                <c:pt idx="64667">
                  <c:v>0</c:v>
                </c:pt>
                <c:pt idx="64668">
                  <c:v>0</c:v>
                </c:pt>
                <c:pt idx="64669">
                  <c:v>0</c:v>
                </c:pt>
                <c:pt idx="64670">
                  <c:v>0</c:v>
                </c:pt>
                <c:pt idx="64671">
                  <c:v>0</c:v>
                </c:pt>
                <c:pt idx="64672">
                  <c:v>0</c:v>
                </c:pt>
                <c:pt idx="64673">
                  <c:v>0</c:v>
                </c:pt>
                <c:pt idx="64674">
                  <c:v>0</c:v>
                </c:pt>
                <c:pt idx="64675">
                  <c:v>0</c:v>
                </c:pt>
                <c:pt idx="64676">
                  <c:v>0</c:v>
                </c:pt>
                <c:pt idx="64677">
                  <c:v>0</c:v>
                </c:pt>
                <c:pt idx="64678">
                  <c:v>0</c:v>
                </c:pt>
                <c:pt idx="64679">
                  <c:v>0</c:v>
                </c:pt>
                <c:pt idx="64680">
                  <c:v>0</c:v>
                </c:pt>
                <c:pt idx="64681">
                  <c:v>0</c:v>
                </c:pt>
                <c:pt idx="64682">
                  <c:v>0</c:v>
                </c:pt>
                <c:pt idx="64683">
                  <c:v>0</c:v>
                </c:pt>
                <c:pt idx="64684">
                  <c:v>0</c:v>
                </c:pt>
                <c:pt idx="64685">
                  <c:v>0</c:v>
                </c:pt>
                <c:pt idx="64686">
                  <c:v>0</c:v>
                </c:pt>
                <c:pt idx="64687">
                  <c:v>0</c:v>
                </c:pt>
                <c:pt idx="64688">
                  <c:v>0</c:v>
                </c:pt>
                <c:pt idx="64689">
                  <c:v>0</c:v>
                </c:pt>
                <c:pt idx="64690">
                  <c:v>0</c:v>
                </c:pt>
                <c:pt idx="64691">
                  <c:v>0</c:v>
                </c:pt>
                <c:pt idx="64692">
                  <c:v>0</c:v>
                </c:pt>
                <c:pt idx="64693">
                  <c:v>0</c:v>
                </c:pt>
                <c:pt idx="64694">
                  <c:v>0</c:v>
                </c:pt>
                <c:pt idx="64695">
                  <c:v>0</c:v>
                </c:pt>
                <c:pt idx="64696">
                  <c:v>0</c:v>
                </c:pt>
                <c:pt idx="64697">
                  <c:v>0</c:v>
                </c:pt>
                <c:pt idx="64698">
                  <c:v>0</c:v>
                </c:pt>
                <c:pt idx="64699">
                  <c:v>0</c:v>
                </c:pt>
                <c:pt idx="64700">
                  <c:v>0</c:v>
                </c:pt>
                <c:pt idx="64701">
                  <c:v>0</c:v>
                </c:pt>
                <c:pt idx="64702">
                  <c:v>0</c:v>
                </c:pt>
                <c:pt idx="64703">
                  <c:v>0</c:v>
                </c:pt>
                <c:pt idx="64704">
                  <c:v>0</c:v>
                </c:pt>
                <c:pt idx="64705">
                  <c:v>0</c:v>
                </c:pt>
                <c:pt idx="64706">
                  <c:v>0</c:v>
                </c:pt>
                <c:pt idx="64707">
                  <c:v>0</c:v>
                </c:pt>
                <c:pt idx="64708">
                  <c:v>0</c:v>
                </c:pt>
                <c:pt idx="64709">
                  <c:v>0</c:v>
                </c:pt>
                <c:pt idx="64710">
                  <c:v>0</c:v>
                </c:pt>
                <c:pt idx="64711">
                  <c:v>0</c:v>
                </c:pt>
                <c:pt idx="64712">
                  <c:v>0</c:v>
                </c:pt>
                <c:pt idx="64713">
                  <c:v>0</c:v>
                </c:pt>
                <c:pt idx="64714">
                  <c:v>0</c:v>
                </c:pt>
                <c:pt idx="64715">
                  <c:v>0</c:v>
                </c:pt>
                <c:pt idx="64716">
                  <c:v>0</c:v>
                </c:pt>
                <c:pt idx="64717">
                  <c:v>0</c:v>
                </c:pt>
                <c:pt idx="64718">
                  <c:v>0</c:v>
                </c:pt>
                <c:pt idx="64719">
                  <c:v>0</c:v>
                </c:pt>
                <c:pt idx="64720">
                  <c:v>0</c:v>
                </c:pt>
                <c:pt idx="64721">
                  <c:v>0</c:v>
                </c:pt>
                <c:pt idx="64722">
                  <c:v>0</c:v>
                </c:pt>
                <c:pt idx="64723">
                  <c:v>0</c:v>
                </c:pt>
                <c:pt idx="64724">
                  <c:v>0</c:v>
                </c:pt>
                <c:pt idx="64725">
                  <c:v>0</c:v>
                </c:pt>
                <c:pt idx="64726">
                  <c:v>0</c:v>
                </c:pt>
                <c:pt idx="64727">
                  <c:v>0</c:v>
                </c:pt>
                <c:pt idx="64728">
                  <c:v>0</c:v>
                </c:pt>
                <c:pt idx="64729">
                  <c:v>0</c:v>
                </c:pt>
                <c:pt idx="64730">
                  <c:v>0</c:v>
                </c:pt>
                <c:pt idx="64731">
                  <c:v>0</c:v>
                </c:pt>
                <c:pt idx="64732">
                  <c:v>0</c:v>
                </c:pt>
                <c:pt idx="64733">
                  <c:v>0</c:v>
                </c:pt>
                <c:pt idx="64734">
                  <c:v>0</c:v>
                </c:pt>
                <c:pt idx="64735">
                  <c:v>0</c:v>
                </c:pt>
                <c:pt idx="64736">
                  <c:v>0</c:v>
                </c:pt>
                <c:pt idx="64737">
                  <c:v>0</c:v>
                </c:pt>
                <c:pt idx="64738">
                  <c:v>0</c:v>
                </c:pt>
                <c:pt idx="64739">
                  <c:v>0</c:v>
                </c:pt>
                <c:pt idx="64740">
                  <c:v>0</c:v>
                </c:pt>
                <c:pt idx="64741">
                  <c:v>0</c:v>
                </c:pt>
                <c:pt idx="64742">
                  <c:v>0</c:v>
                </c:pt>
                <c:pt idx="64743">
                  <c:v>0</c:v>
                </c:pt>
                <c:pt idx="64744">
                  <c:v>0</c:v>
                </c:pt>
                <c:pt idx="64745">
                  <c:v>0</c:v>
                </c:pt>
                <c:pt idx="64746">
                  <c:v>0</c:v>
                </c:pt>
                <c:pt idx="64747">
                  <c:v>0</c:v>
                </c:pt>
                <c:pt idx="64748">
                  <c:v>0</c:v>
                </c:pt>
                <c:pt idx="64749">
                  <c:v>0</c:v>
                </c:pt>
                <c:pt idx="64750">
                  <c:v>0</c:v>
                </c:pt>
                <c:pt idx="64751">
                  <c:v>0</c:v>
                </c:pt>
                <c:pt idx="64752">
                  <c:v>0</c:v>
                </c:pt>
                <c:pt idx="64753">
                  <c:v>0</c:v>
                </c:pt>
                <c:pt idx="64754">
                  <c:v>0</c:v>
                </c:pt>
                <c:pt idx="64755">
                  <c:v>0</c:v>
                </c:pt>
                <c:pt idx="64756">
                  <c:v>0</c:v>
                </c:pt>
                <c:pt idx="64757">
                  <c:v>0</c:v>
                </c:pt>
                <c:pt idx="64758">
                  <c:v>0</c:v>
                </c:pt>
                <c:pt idx="64759">
                  <c:v>0</c:v>
                </c:pt>
                <c:pt idx="64760">
                  <c:v>0</c:v>
                </c:pt>
                <c:pt idx="64761">
                  <c:v>0</c:v>
                </c:pt>
                <c:pt idx="64762">
                  <c:v>0</c:v>
                </c:pt>
                <c:pt idx="64763">
                  <c:v>0</c:v>
                </c:pt>
                <c:pt idx="64764">
                  <c:v>0</c:v>
                </c:pt>
                <c:pt idx="64765">
                  <c:v>0</c:v>
                </c:pt>
                <c:pt idx="64766">
                  <c:v>0</c:v>
                </c:pt>
                <c:pt idx="64767">
                  <c:v>0</c:v>
                </c:pt>
                <c:pt idx="64768">
                  <c:v>0</c:v>
                </c:pt>
                <c:pt idx="64769">
                  <c:v>0</c:v>
                </c:pt>
                <c:pt idx="64770">
                  <c:v>0</c:v>
                </c:pt>
                <c:pt idx="64771">
                  <c:v>0</c:v>
                </c:pt>
                <c:pt idx="64772">
                  <c:v>0</c:v>
                </c:pt>
                <c:pt idx="64773">
                  <c:v>0</c:v>
                </c:pt>
                <c:pt idx="64774">
                  <c:v>0</c:v>
                </c:pt>
                <c:pt idx="64775">
                  <c:v>0</c:v>
                </c:pt>
                <c:pt idx="64776">
                  <c:v>0</c:v>
                </c:pt>
                <c:pt idx="64777">
                  <c:v>0</c:v>
                </c:pt>
                <c:pt idx="64778">
                  <c:v>0</c:v>
                </c:pt>
                <c:pt idx="64779">
                  <c:v>0</c:v>
                </c:pt>
                <c:pt idx="64780">
                  <c:v>0</c:v>
                </c:pt>
                <c:pt idx="64781">
                  <c:v>0</c:v>
                </c:pt>
                <c:pt idx="64782">
                  <c:v>0</c:v>
                </c:pt>
                <c:pt idx="64783">
                  <c:v>0</c:v>
                </c:pt>
                <c:pt idx="64784">
                  <c:v>0</c:v>
                </c:pt>
                <c:pt idx="64785">
                  <c:v>0</c:v>
                </c:pt>
                <c:pt idx="64786">
                  <c:v>0</c:v>
                </c:pt>
                <c:pt idx="64787">
                  <c:v>0</c:v>
                </c:pt>
                <c:pt idx="64788">
                  <c:v>0</c:v>
                </c:pt>
                <c:pt idx="64789">
                  <c:v>0</c:v>
                </c:pt>
                <c:pt idx="64790">
                  <c:v>0</c:v>
                </c:pt>
                <c:pt idx="64791">
                  <c:v>0</c:v>
                </c:pt>
                <c:pt idx="64792">
                  <c:v>0</c:v>
                </c:pt>
                <c:pt idx="64793">
                  <c:v>0</c:v>
                </c:pt>
                <c:pt idx="64794">
                  <c:v>0</c:v>
                </c:pt>
                <c:pt idx="64795">
                  <c:v>0</c:v>
                </c:pt>
                <c:pt idx="64796">
                  <c:v>0</c:v>
                </c:pt>
                <c:pt idx="64797">
                  <c:v>0</c:v>
                </c:pt>
                <c:pt idx="64798">
                  <c:v>0</c:v>
                </c:pt>
                <c:pt idx="64799">
                  <c:v>0</c:v>
                </c:pt>
                <c:pt idx="64800">
                  <c:v>0</c:v>
                </c:pt>
                <c:pt idx="64801">
                  <c:v>0</c:v>
                </c:pt>
                <c:pt idx="64802">
                  <c:v>0</c:v>
                </c:pt>
                <c:pt idx="64803">
                  <c:v>0</c:v>
                </c:pt>
                <c:pt idx="64804">
                  <c:v>0</c:v>
                </c:pt>
                <c:pt idx="64805">
                  <c:v>0</c:v>
                </c:pt>
                <c:pt idx="64806">
                  <c:v>0</c:v>
                </c:pt>
                <c:pt idx="64807">
                  <c:v>0</c:v>
                </c:pt>
                <c:pt idx="64808">
                  <c:v>0</c:v>
                </c:pt>
                <c:pt idx="64809">
                  <c:v>0</c:v>
                </c:pt>
                <c:pt idx="64810">
                  <c:v>0</c:v>
                </c:pt>
                <c:pt idx="64811">
                  <c:v>0</c:v>
                </c:pt>
                <c:pt idx="64812">
                  <c:v>0</c:v>
                </c:pt>
                <c:pt idx="64813">
                  <c:v>0</c:v>
                </c:pt>
                <c:pt idx="64814">
                  <c:v>0</c:v>
                </c:pt>
                <c:pt idx="64815">
                  <c:v>0</c:v>
                </c:pt>
                <c:pt idx="64816">
                  <c:v>0</c:v>
                </c:pt>
                <c:pt idx="64817">
                  <c:v>0</c:v>
                </c:pt>
                <c:pt idx="64818">
                  <c:v>0</c:v>
                </c:pt>
                <c:pt idx="64819">
                  <c:v>0</c:v>
                </c:pt>
                <c:pt idx="64820">
                  <c:v>0</c:v>
                </c:pt>
                <c:pt idx="64821">
                  <c:v>0</c:v>
                </c:pt>
                <c:pt idx="64822">
                  <c:v>0</c:v>
                </c:pt>
                <c:pt idx="64823">
                  <c:v>0</c:v>
                </c:pt>
                <c:pt idx="64824">
                  <c:v>0</c:v>
                </c:pt>
                <c:pt idx="64825">
                  <c:v>0</c:v>
                </c:pt>
                <c:pt idx="64826">
                  <c:v>0</c:v>
                </c:pt>
                <c:pt idx="64827">
                  <c:v>0</c:v>
                </c:pt>
                <c:pt idx="64828">
                  <c:v>0</c:v>
                </c:pt>
                <c:pt idx="64829">
                  <c:v>0</c:v>
                </c:pt>
                <c:pt idx="64830">
                  <c:v>0</c:v>
                </c:pt>
                <c:pt idx="64831">
                  <c:v>0</c:v>
                </c:pt>
                <c:pt idx="64832">
                  <c:v>0</c:v>
                </c:pt>
                <c:pt idx="64833">
                  <c:v>0</c:v>
                </c:pt>
                <c:pt idx="64834">
                  <c:v>0</c:v>
                </c:pt>
                <c:pt idx="64835">
                  <c:v>0</c:v>
                </c:pt>
                <c:pt idx="64836">
                  <c:v>0</c:v>
                </c:pt>
                <c:pt idx="64837">
                  <c:v>0</c:v>
                </c:pt>
                <c:pt idx="64838">
                  <c:v>0</c:v>
                </c:pt>
                <c:pt idx="64839">
                  <c:v>0</c:v>
                </c:pt>
                <c:pt idx="64840">
                  <c:v>0</c:v>
                </c:pt>
                <c:pt idx="64841">
                  <c:v>0</c:v>
                </c:pt>
                <c:pt idx="64842">
                  <c:v>0</c:v>
                </c:pt>
                <c:pt idx="64843">
                  <c:v>0</c:v>
                </c:pt>
                <c:pt idx="64844">
                  <c:v>0</c:v>
                </c:pt>
                <c:pt idx="64845">
                  <c:v>0</c:v>
                </c:pt>
                <c:pt idx="64846">
                  <c:v>0</c:v>
                </c:pt>
                <c:pt idx="64847">
                  <c:v>0</c:v>
                </c:pt>
                <c:pt idx="64848">
                  <c:v>0</c:v>
                </c:pt>
                <c:pt idx="64849">
                  <c:v>0</c:v>
                </c:pt>
                <c:pt idx="64850">
                  <c:v>0</c:v>
                </c:pt>
                <c:pt idx="64851">
                  <c:v>0</c:v>
                </c:pt>
                <c:pt idx="64852">
                  <c:v>0</c:v>
                </c:pt>
                <c:pt idx="64853">
                  <c:v>0</c:v>
                </c:pt>
                <c:pt idx="64854">
                  <c:v>0</c:v>
                </c:pt>
                <c:pt idx="64855">
                  <c:v>0</c:v>
                </c:pt>
                <c:pt idx="64856">
                  <c:v>0</c:v>
                </c:pt>
                <c:pt idx="64857">
                  <c:v>0</c:v>
                </c:pt>
                <c:pt idx="64858">
                  <c:v>0</c:v>
                </c:pt>
                <c:pt idx="64859">
                  <c:v>0</c:v>
                </c:pt>
                <c:pt idx="64860">
                  <c:v>0</c:v>
                </c:pt>
                <c:pt idx="64861">
                  <c:v>0</c:v>
                </c:pt>
                <c:pt idx="64862">
                  <c:v>0</c:v>
                </c:pt>
                <c:pt idx="64863">
                  <c:v>0</c:v>
                </c:pt>
                <c:pt idx="64864">
                  <c:v>0</c:v>
                </c:pt>
                <c:pt idx="64865">
                  <c:v>0</c:v>
                </c:pt>
                <c:pt idx="64866">
                  <c:v>0</c:v>
                </c:pt>
                <c:pt idx="64867">
                  <c:v>0</c:v>
                </c:pt>
                <c:pt idx="64868">
                  <c:v>0</c:v>
                </c:pt>
                <c:pt idx="64869">
                  <c:v>0</c:v>
                </c:pt>
                <c:pt idx="64870">
                  <c:v>0</c:v>
                </c:pt>
                <c:pt idx="64871">
                  <c:v>0</c:v>
                </c:pt>
                <c:pt idx="64872">
                  <c:v>0</c:v>
                </c:pt>
                <c:pt idx="64873">
                  <c:v>0</c:v>
                </c:pt>
                <c:pt idx="64874">
                  <c:v>0</c:v>
                </c:pt>
                <c:pt idx="64875">
                  <c:v>0</c:v>
                </c:pt>
                <c:pt idx="64876">
                  <c:v>0</c:v>
                </c:pt>
                <c:pt idx="64877">
                  <c:v>0</c:v>
                </c:pt>
                <c:pt idx="64878">
                  <c:v>0</c:v>
                </c:pt>
                <c:pt idx="64879">
                  <c:v>0</c:v>
                </c:pt>
                <c:pt idx="64880">
                  <c:v>0</c:v>
                </c:pt>
                <c:pt idx="64881">
                  <c:v>0</c:v>
                </c:pt>
                <c:pt idx="64882">
                  <c:v>0</c:v>
                </c:pt>
                <c:pt idx="64883">
                  <c:v>0</c:v>
                </c:pt>
                <c:pt idx="64884">
                  <c:v>0</c:v>
                </c:pt>
                <c:pt idx="64885">
                  <c:v>0</c:v>
                </c:pt>
                <c:pt idx="64886">
                  <c:v>0</c:v>
                </c:pt>
                <c:pt idx="64887">
                  <c:v>0</c:v>
                </c:pt>
                <c:pt idx="64888">
                  <c:v>0</c:v>
                </c:pt>
                <c:pt idx="64889">
                  <c:v>0</c:v>
                </c:pt>
                <c:pt idx="64890">
                  <c:v>0</c:v>
                </c:pt>
                <c:pt idx="64891">
                  <c:v>0</c:v>
                </c:pt>
                <c:pt idx="64892">
                  <c:v>0</c:v>
                </c:pt>
                <c:pt idx="64893">
                  <c:v>0</c:v>
                </c:pt>
                <c:pt idx="64894">
                  <c:v>0</c:v>
                </c:pt>
                <c:pt idx="64895">
                  <c:v>0</c:v>
                </c:pt>
                <c:pt idx="64896">
                  <c:v>0</c:v>
                </c:pt>
                <c:pt idx="64897">
                  <c:v>0</c:v>
                </c:pt>
                <c:pt idx="64898">
                  <c:v>0</c:v>
                </c:pt>
                <c:pt idx="64899">
                  <c:v>0</c:v>
                </c:pt>
                <c:pt idx="64900">
                  <c:v>0</c:v>
                </c:pt>
                <c:pt idx="64901">
                  <c:v>0</c:v>
                </c:pt>
                <c:pt idx="64902">
                  <c:v>0</c:v>
                </c:pt>
                <c:pt idx="64903">
                  <c:v>0</c:v>
                </c:pt>
                <c:pt idx="64904">
                  <c:v>0</c:v>
                </c:pt>
                <c:pt idx="64905">
                  <c:v>0</c:v>
                </c:pt>
                <c:pt idx="64906">
                  <c:v>0</c:v>
                </c:pt>
                <c:pt idx="64907">
                  <c:v>0</c:v>
                </c:pt>
                <c:pt idx="64908">
                  <c:v>0</c:v>
                </c:pt>
                <c:pt idx="64909">
                  <c:v>0</c:v>
                </c:pt>
                <c:pt idx="64910">
                  <c:v>0</c:v>
                </c:pt>
                <c:pt idx="64911">
                  <c:v>0</c:v>
                </c:pt>
                <c:pt idx="64912">
                  <c:v>0</c:v>
                </c:pt>
                <c:pt idx="64913">
                  <c:v>0</c:v>
                </c:pt>
                <c:pt idx="64914">
                  <c:v>0</c:v>
                </c:pt>
                <c:pt idx="64915">
                  <c:v>0</c:v>
                </c:pt>
                <c:pt idx="64916">
                  <c:v>0</c:v>
                </c:pt>
                <c:pt idx="64917">
                  <c:v>0</c:v>
                </c:pt>
                <c:pt idx="64918">
                  <c:v>0</c:v>
                </c:pt>
                <c:pt idx="64919">
                  <c:v>0</c:v>
                </c:pt>
                <c:pt idx="64920">
                  <c:v>0</c:v>
                </c:pt>
                <c:pt idx="64921">
                  <c:v>0</c:v>
                </c:pt>
                <c:pt idx="64922">
                  <c:v>0</c:v>
                </c:pt>
                <c:pt idx="64923">
                  <c:v>0</c:v>
                </c:pt>
                <c:pt idx="64924">
                  <c:v>0</c:v>
                </c:pt>
                <c:pt idx="64925">
                  <c:v>0</c:v>
                </c:pt>
                <c:pt idx="64926">
                  <c:v>0</c:v>
                </c:pt>
                <c:pt idx="64927">
                  <c:v>0</c:v>
                </c:pt>
                <c:pt idx="64928">
                  <c:v>0</c:v>
                </c:pt>
                <c:pt idx="64929">
                  <c:v>0</c:v>
                </c:pt>
                <c:pt idx="64930">
                  <c:v>0</c:v>
                </c:pt>
                <c:pt idx="64931">
                  <c:v>0</c:v>
                </c:pt>
                <c:pt idx="64932">
                  <c:v>0</c:v>
                </c:pt>
                <c:pt idx="64933">
                  <c:v>0</c:v>
                </c:pt>
                <c:pt idx="64934">
                  <c:v>0</c:v>
                </c:pt>
                <c:pt idx="64935">
                  <c:v>0</c:v>
                </c:pt>
                <c:pt idx="64936">
                  <c:v>0</c:v>
                </c:pt>
                <c:pt idx="64937">
                  <c:v>0</c:v>
                </c:pt>
                <c:pt idx="64938">
                  <c:v>0</c:v>
                </c:pt>
                <c:pt idx="64939">
                  <c:v>0</c:v>
                </c:pt>
                <c:pt idx="64940">
                  <c:v>0</c:v>
                </c:pt>
                <c:pt idx="64941">
                  <c:v>0</c:v>
                </c:pt>
                <c:pt idx="64942">
                  <c:v>0</c:v>
                </c:pt>
                <c:pt idx="64943">
                  <c:v>0</c:v>
                </c:pt>
                <c:pt idx="64944">
                  <c:v>0</c:v>
                </c:pt>
                <c:pt idx="64945">
                  <c:v>0</c:v>
                </c:pt>
                <c:pt idx="64946">
                  <c:v>0</c:v>
                </c:pt>
                <c:pt idx="64947">
                  <c:v>0</c:v>
                </c:pt>
                <c:pt idx="64948">
                  <c:v>0</c:v>
                </c:pt>
                <c:pt idx="64949">
                  <c:v>0</c:v>
                </c:pt>
                <c:pt idx="64950">
                  <c:v>0</c:v>
                </c:pt>
                <c:pt idx="64951">
                  <c:v>0</c:v>
                </c:pt>
                <c:pt idx="64952">
                  <c:v>0</c:v>
                </c:pt>
                <c:pt idx="64953">
                  <c:v>0</c:v>
                </c:pt>
                <c:pt idx="64954">
                  <c:v>0</c:v>
                </c:pt>
                <c:pt idx="64955">
                  <c:v>0</c:v>
                </c:pt>
                <c:pt idx="64956">
                  <c:v>0</c:v>
                </c:pt>
                <c:pt idx="64957">
                  <c:v>0</c:v>
                </c:pt>
                <c:pt idx="64958">
                  <c:v>0</c:v>
                </c:pt>
                <c:pt idx="64959">
                  <c:v>0</c:v>
                </c:pt>
                <c:pt idx="64960">
                  <c:v>0</c:v>
                </c:pt>
                <c:pt idx="64961">
                  <c:v>0</c:v>
                </c:pt>
                <c:pt idx="64962">
                  <c:v>0</c:v>
                </c:pt>
                <c:pt idx="64963">
                  <c:v>0</c:v>
                </c:pt>
                <c:pt idx="64964">
                  <c:v>0</c:v>
                </c:pt>
                <c:pt idx="64965">
                  <c:v>0</c:v>
                </c:pt>
                <c:pt idx="64966">
                  <c:v>0</c:v>
                </c:pt>
                <c:pt idx="64967">
                  <c:v>0</c:v>
                </c:pt>
                <c:pt idx="64968">
                  <c:v>0</c:v>
                </c:pt>
                <c:pt idx="64969">
                  <c:v>0</c:v>
                </c:pt>
                <c:pt idx="64970">
                  <c:v>0</c:v>
                </c:pt>
                <c:pt idx="64971">
                  <c:v>0</c:v>
                </c:pt>
                <c:pt idx="64972">
                  <c:v>0</c:v>
                </c:pt>
                <c:pt idx="64973">
                  <c:v>0</c:v>
                </c:pt>
                <c:pt idx="64974">
                  <c:v>0</c:v>
                </c:pt>
                <c:pt idx="64975">
                  <c:v>0</c:v>
                </c:pt>
                <c:pt idx="64976">
                  <c:v>0</c:v>
                </c:pt>
                <c:pt idx="64977">
                  <c:v>0</c:v>
                </c:pt>
                <c:pt idx="64978">
                  <c:v>0</c:v>
                </c:pt>
                <c:pt idx="64979">
                  <c:v>0</c:v>
                </c:pt>
                <c:pt idx="64980">
                  <c:v>0</c:v>
                </c:pt>
                <c:pt idx="64981">
                  <c:v>0</c:v>
                </c:pt>
                <c:pt idx="64982">
                  <c:v>0</c:v>
                </c:pt>
                <c:pt idx="64983">
                  <c:v>0</c:v>
                </c:pt>
                <c:pt idx="64984">
                  <c:v>0</c:v>
                </c:pt>
                <c:pt idx="64985">
                  <c:v>0</c:v>
                </c:pt>
                <c:pt idx="64986">
                  <c:v>0</c:v>
                </c:pt>
                <c:pt idx="64987">
                  <c:v>0</c:v>
                </c:pt>
                <c:pt idx="64988">
                  <c:v>0</c:v>
                </c:pt>
                <c:pt idx="64989">
                  <c:v>0</c:v>
                </c:pt>
                <c:pt idx="64990">
                  <c:v>0</c:v>
                </c:pt>
                <c:pt idx="64991">
                  <c:v>0</c:v>
                </c:pt>
                <c:pt idx="64992">
                  <c:v>0</c:v>
                </c:pt>
                <c:pt idx="64993">
                  <c:v>0</c:v>
                </c:pt>
                <c:pt idx="64994">
                  <c:v>0</c:v>
                </c:pt>
                <c:pt idx="64995">
                  <c:v>0</c:v>
                </c:pt>
                <c:pt idx="64996">
                  <c:v>0</c:v>
                </c:pt>
                <c:pt idx="64997">
                  <c:v>0</c:v>
                </c:pt>
                <c:pt idx="64998">
                  <c:v>0</c:v>
                </c:pt>
                <c:pt idx="64999">
                  <c:v>0</c:v>
                </c:pt>
                <c:pt idx="65000">
                  <c:v>0</c:v>
                </c:pt>
                <c:pt idx="65001">
                  <c:v>0</c:v>
                </c:pt>
                <c:pt idx="65002">
                  <c:v>0</c:v>
                </c:pt>
                <c:pt idx="65003">
                  <c:v>0</c:v>
                </c:pt>
                <c:pt idx="65004">
                  <c:v>0</c:v>
                </c:pt>
                <c:pt idx="65005">
                  <c:v>0</c:v>
                </c:pt>
                <c:pt idx="65006">
                  <c:v>0</c:v>
                </c:pt>
                <c:pt idx="65007">
                  <c:v>0</c:v>
                </c:pt>
                <c:pt idx="65008">
                  <c:v>0</c:v>
                </c:pt>
                <c:pt idx="65009">
                  <c:v>0</c:v>
                </c:pt>
                <c:pt idx="65010">
                  <c:v>0</c:v>
                </c:pt>
                <c:pt idx="65011">
                  <c:v>0</c:v>
                </c:pt>
                <c:pt idx="65012">
                  <c:v>0</c:v>
                </c:pt>
                <c:pt idx="65013">
                  <c:v>0</c:v>
                </c:pt>
                <c:pt idx="65014">
                  <c:v>0</c:v>
                </c:pt>
                <c:pt idx="65015">
                  <c:v>0</c:v>
                </c:pt>
                <c:pt idx="65016">
                  <c:v>0</c:v>
                </c:pt>
                <c:pt idx="65017">
                  <c:v>0</c:v>
                </c:pt>
                <c:pt idx="65018">
                  <c:v>0</c:v>
                </c:pt>
                <c:pt idx="65019">
                  <c:v>0</c:v>
                </c:pt>
                <c:pt idx="65020">
                  <c:v>0</c:v>
                </c:pt>
                <c:pt idx="65021">
                  <c:v>0</c:v>
                </c:pt>
                <c:pt idx="65022">
                  <c:v>0</c:v>
                </c:pt>
                <c:pt idx="65023">
                  <c:v>0</c:v>
                </c:pt>
                <c:pt idx="65024">
                  <c:v>0</c:v>
                </c:pt>
                <c:pt idx="65025">
                  <c:v>0</c:v>
                </c:pt>
                <c:pt idx="65026">
                  <c:v>0</c:v>
                </c:pt>
                <c:pt idx="65027">
                  <c:v>0</c:v>
                </c:pt>
                <c:pt idx="65028">
                  <c:v>0</c:v>
                </c:pt>
                <c:pt idx="65029">
                  <c:v>0</c:v>
                </c:pt>
                <c:pt idx="65030">
                  <c:v>0</c:v>
                </c:pt>
                <c:pt idx="65031">
                  <c:v>0</c:v>
                </c:pt>
                <c:pt idx="65032">
                  <c:v>0</c:v>
                </c:pt>
                <c:pt idx="65033">
                  <c:v>0</c:v>
                </c:pt>
                <c:pt idx="65034">
                  <c:v>0</c:v>
                </c:pt>
                <c:pt idx="65035">
                  <c:v>0</c:v>
                </c:pt>
                <c:pt idx="65036">
                  <c:v>0</c:v>
                </c:pt>
                <c:pt idx="65037">
                  <c:v>0</c:v>
                </c:pt>
                <c:pt idx="65038">
                  <c:v>0</c:v>
                </c:pt>
                <c:pt idx="65039">
                  <c:v>0</c:v>
                </c:pt>
                <c:pt idx="65040">
                  <c:v>0</c:v>
                </c:pt>
                <c:pt idx="65041">
                  <c:v>0</c:v>
                </c:pt>
                <c:pt idx="65042">
                  <c:v>0</c:v>
                </c:pt>
                <c:pt idx="65043">
                  <c:v>0</c:v>
                </c:pt>
                <c:pt idx="65044">
                  <c:v>0</c:v>
                </c:pt>
                <c:pt idx="65045">
                  <c:v>0</c:v>
                </c:pt>
                <c:pt idx="65046">
                  <c:v>0</c:v>
                </c:pt>
                <c:pt idx="65047">
                  <c:v>0</c:v>
                </c:pt>
                <c:pt idx="65048">
                  <c:v>0</c:v>
                </c:pt>
                <c:pt idx="65049">
                  <c:v>0</c:v>
                </c:pt>
                <c:pt idx="65050">
                  <c:v>0</c:v>
                </c:pt>
                <c:pt idx="65051">
                  <c:v>0</c:v>
                </c:pt>
                <c:pt idx="65052">
                  <c:v>0</c:v>
                </c:pt>
                <c:pt idx="65053">
                  <c:v>0</c:v>
                </c:pt>
                <c:pt idx="65054">
                  <c:v>0</c:v>
                </c:pt>
                <c:pt idx="65055">
                  <c:v>0</c:v>
                </c:pt>
                <c:pt idx="65056">
                  <c:v>0</c:v>
                </c:pt>
                <c:pt idx="65057">
                  <c:v>0</c:v>
                </c:pt>
                <c:pt idx="65058">
                  <c:v>0</c:v>
                </c:pt>
                <c:pt idx="65059">
                  <c:v>0</c:v>
                </c:pt>
                <c:pt idx="65060">
                  <c:v>0</c:v>
                </c:pt>
                <c:pt idx="65061">
                  <c:v>0</c:v>
                </c:pt>
                <c:pt idx="65062">
                  <c:v>0</c:v>
                </c:pt>
                <c:pt idx="65063">
                  <c:v>0</c:v>
                </c:pt>
                <c:pt idx="65064">
                  <c:v>0</c:v>
                </c:pt>
                <c:pt idx="65065">
                  <c:v>0</c:v>
                </c:pt>
                <c:pt idx="65066">
                  <c:v>0</c:v>
                </c:pt>
                <c:pt idx="65067">
                  <c:v>0</c:v>
                </c:pt>
                <c:pt idx="65068">
                  <c:v>0</c:v>
                </c:pt>
                <c:pt idx="65069">
                  <c:v>0</c:v>
                </c:pt>
                <c:pt idx="65070">
                  <c:v>0</c:v>
                </c:pt>
                <c:pt idx="65071">
                  <c:v>0</c:v>
                </c:pt>
                <c:pt idx="65072">
                  <c:v>0</c:v>
                </c:pt>
                <c:pt idx="65073">
                  <c:v>0</c:v>
                </c:pt>
                <c:pt idx="65074">
                  <c:v>0</c:v>
                </c:pt>
                <c:pt idx="65075">
                  <c:v>0</c:v>
                </c:pt>
                <c:pt idx="65076">
                  <c:v>0</c:v>
                </c:pt>
                <c:pt idx="65077">
                  <c:v>0</c:v>
                </c:pt>
                <c:pt idx="65078">
                  <c:v>0</c:v>
                </c:pt>
                <c:pt idx="65079">
                  <c:v>0</c:v>
                </c:pt>
                <c:pt idx="65080">
                  <c:v>0</c:v>
                </c:pt>
                <c:pt idx="65081">
                  <c:v>0</c:v>
                </c:pt>
                <c:pt idx="65082">
                  <c:v>0</c:v>
                </c:pt>
                <c:pt idx="65083">
                  <c:v>0</c:v>
                </c:pt>
                <c:pt idx="65084">
                  <c:v>0</c:v>
                </c:pt>
                <c:pt idx="65085">
                  <c:v>0</c:v>
                </c:pt>
                <c:pt idx="65086">
                  <c:v>0</c:v>
                </c:pt>
                <c:pt idx="65087">
                  <c:v>0</c:v>
                </c:pt>
                <c:pt idx="65088">
                  <c:v>0</c:v>
                </c:pt>
                <c:pt idx="65089">
                  <c:v>0</c:v>
                </c:pt>
                <c:pt idx="65090">
                  <c:v>0</c:v>
                </c:pt>
                <c:pt idx="65091">
                  <c:v>0</c:v>
                </c:pt>
                <c:pt idx="65092">
                  <c:v>0</c:v>
                </c:pt>
                <c:pt idx="65093">
                  <c:v>0</c:v>
                </c:pt>
                <c:pt idx="65094">
                  <c:v>0</c:v>
                </c:pt>
                <c:pt idx="65095">
                  <c:v>0</c:v>
                </c:pt>
                <c:pt idx="65096">
                  <c:v>0</c:v>
                </c:pt>
                <c:pt idx="65097">
                  <c:v>0</c:v>
                </c:pt>
                <c:pt idx="65098">
                  <c:v>0</c:v>
                </c:pt>
                <c:pt idx="65099">
                  <c:v>0</c:v>
                </c:pt>
                <c:pt idx="65100">
                  <c:v>0</c:v>
                </c:pt>
                <c:pt idx="65101">
                  <c:v>0</c:v>
                </c:pt>
                <c:pt idx="65102">
                  <c:v>0</c:v>
                </c:pt>
                <c:pt idx="65103">
                  <c:v>0</c:v>
                </c:pt>
                <c:pt idx="65104">
                  <c:v>0</c:v>
                </c:pt>
                <c:pt idx="65105">
                  <c:v>0</c:v>
                </c:pt>
                <c:pt idx="65106">
                  <c:v>0</c:v>
                </c:pt>
                <c:pt idx="65107">
                  <c:v>0</c:v>
                </c:pt>
                <c:pt idx="65108">
                  <c:v>0</c:v>
                </c:pt>
                <c:pt idx="65109">
                  <c:v>0</c:v>
                </c:pt>
                <c:pt idx="65110">
                  <c:v>0</c:v>
                </c:pt>
                <c:pt idx="65111">
                  <c:v>0</c:v>
                </c:pt>
                <c:pt idx="65112">
                  <c:v>0</c:v>
                </c:pt>
                <c:pt idx="65113">
                  <c:v>0</c:v>
                </c:pt>
                <c:pt idx="65114">
                  <c:v>0</c:v>
                </c:pt>
                <c:pt idx="65115">
                  <c:v>0</c:v>
                </c:pt>
                <c:pt idx="65116">
                  <c:v>0</c:v>
                </c:pt>
                <c:pt idx="65117">
                  <c:v>0</c:v>
                </c:pt>
                <c:pt idx="65118">
                  <c:v>0</c:v>
                </c:pt>
                <c:pt idx="65119">
                  <c:v>0</c:v>
                </c:pt>
                <c:pt idx="65120">
                  <c:v>0</c:v>
                </c:pt>
                <c:pt idx="65121">
                  <c:v>0</c:v>
                </c:pt>
                <c:pt idx="65122">
                  <c:v>0</c:v>
                </c:pt>
                <c:pt idx="65123">
                  <c:v>0</c:v>
                </c:pt>
                <c:pt idx="65124">
                  <c:v>0</c:v>
                </c:pt>
                <c:pt idx="65125">
                  <c:v>0</c:v>
                </c:pt>
                <c:pt idx="65126">
                  <c:v>0</c:v>
                </c:pt>
                <c:pt idx="65127">
                  <c:v>0</c:v>
                </c:pt>
                <c:pt idx="65128">
                  <c:v>0</c:v>
                </c:pt>
                <c:pt idx="65129">
                  <c:v>0</c:v>
                </c:pt>
                <c:pt idx="65130">
                  <c:v>0</c:v>
                </c:pt>
                <c:pt idx="65131">
                  <c:v>0</c:v>
                </c:pt>
                <c:pt idx="65132">
                  <c:v>0</c:v>
                </c:pt>
                <c:pt idx="65133">
                  <c:v>0</c:v>
                </c:pt>
                <c:pt idx="65134">
                  <c:v>0</c:v>
                </c:pt>
                <c:pt idx="65135">
                  <c:v>0</c:v>
                </c:pt>
                <c:pt idx="65136">
                  <c:v>0</c:v>
                </c:pt>
                <c:pt idx="65137">
                  <c:v>0</c:v>
                </c:pt>
                <c:pt idx="65138">
                  <c:v>0</c:v>
                </c:pt>
                <c:pt idx="65139">
                  <c:v>0</c:v>
                </c:pt>
                <c:pt idx="65140">
                  <c:v>0</c:v>
                </c:pt>
                <c:pt idx="65141">
                  <c:v>0</c:v>
                </c:pt>
                <c:pt idx="65142">
                  <c:v>0</c:v>
                </c:pt>
                <c:pt idx="65143">
                  <c:v>0</c:v>
                </c:pt>
                <c:pt idx="65144">
                  <c:v>0</c:v>
                </c:pt>
                <c:pt idx="65145">
                  <c:v>0</c:v>
                </c:pt>
                <c:pt idx="65146">
                  <c:v>0</c:v>
                </c:pt>
                <c:pt idx="65147">
                  <c:v>0</c:v>
                </c:pt>
                <c:pt idx="65148">
                  <c:v>0</c:v>
                </c:pt>
                <c:pt idx="65149">
                  <c:v>0</c:v>
                </c:pt>
                <c:pt idx="65150">
                  <c:v>0</c:v>
                </c:pt>
                <c:pt idx="65151">
                  <c:v>0</c:v>
                </c:pt>
                <c:pt idx="65152">
                  <c:v>0</c:v>
                </c:pt>
                <c:pt idx="65153">
                  <c:v>0</c:v>
                </c:pt>
                <c:pt idx="65154">
                  <c:v>0</c:v>
                </c:pt>
                <c:pt idx="65155">
                  <c:v>0</c:v>
                </c:pt>
                <c:pt idx="65156">
                  <c:v>0</c:v>
                </c:pt>
                <c:pt idx="65157">
                  <c:v>0</c:v>
                </c:pt>
                <c:pt idx="65158">
                  <c:v>0</c:v>
                </c:pt>
                <c:pt idx="65159">
                  <c:v>0</c:v>
                </c:pt>
                <c:pt idx="65160">
                  <c:v>0</c:v>
                </c:pt>
                <c:pt idx="65161">
                  <c:v>0</c:v>
                </c:pt>
                <c:pt idx="65162">
                  <c:v>0</c:v>
                </c:pt>
                <c:pt idx="65163">
                  <c:v>0</c:v>
                </c:pt>
                <c:pt idx="65164">
                  <c:v>0</c:v>
                </c:pt>
                <c:pt idx="65165">
                  <c:v>0</c:v>
                </c:pt>
                <c:pt idx="65166">
                  <c:v>0</c:v>
                </c:pt>
                <c:pt idx="65167">
                  <c:v>0</c:v>
                </c:pt>
                <c:pt idx="65168">
                  <c:v>0</c:v>
                </c:pt>
                <c:pt idx="65169">
                  <c:v>0</c:v>
                </c:pt>
                <c:pt idx="65170">
                  <c:v>0</c:v>
                </c:pt>
                <c:pt idx="65171">
                  <c:v>0</c:v>
                </c:pt>
                <c:pt idx="65172">
                  <c:v>0</c:v>
                </c:pt>
                <c:pt idx="65173">
                  <c:v>0</c:v>
                </c:pt>
                <c:pt idx="65174">
                  <c:v>0</c:v>
                </c:pt>
                <c:pt idx="65175">
                  <c:v>0</c:v>
                </c:pt>
                <c:pt idx="65176">
                  <c:v>0</c:v>
                </c:pt>
                <c:pt idx="65177">
                  <c:v>0</c:v>
                </c:pt>
                <c:pt idx="65178">
                  <c:v>0</c:v>
                </c:pt>
                <c:pt idx="65179">
                  <c:v>0</c:v>
                </c:pt>
                <c:pt idx="65180">
                  <c:v>0</c:v>
                </c:pt>
                <c:pt idx="65181">
                  <c:v>0</c:v>
                </c:pt>
                <c:pt idx="65182">
                  <c:v>0</c:v>
                </c:pt>
                <c:pt idx="65183">
                  <c:v>0</c:v>
                </c:pt>
                <c:pt idx="65184">
                  <c:v>0</c:v>
                </c:pt>
                <c:pt idx="65185">
                  <c:v>0</c:v>
                </c:pt>
                <c:pt idx="65186">
                  <c:v>0</c:v>
                </c:pt>
                <c:pt idx="65187">
                  <c:v>0</c:v>
                </c:pt>
                <c:pt idx="65188">
                  <c:v>0</c:v>
                </c:pt>
                <c:pt idx="65189">
                  <c:v>0</c:v>
                </c:pt>
                <c:pt idx="65190">
                  <c:v>0</c:v>
                </c:pt>
                <c:pt idx="65191">
                  <c:v>0</c:v>
                </c:pt>
                <c:pt idx="65192">
                  <c:v>0</c:v>
                </c:pt>
                <c:pt idx="65193">
                  <c:v>0</c:v>
                </c:pt>
                <c:pt idx="65194">
                  <c:v>0</c:v>
                </c:pt>
                <c:pt idx="65195">
                  <c:v>0</c:v>
                </c:pt>
                <c:pt idx="65196">
                  <c:v>0</c:v>
                </c:pt>
                <c:pt idx="65197">
                  <c:v>0</c:v>
                </c:pt>
                <c:pt idx="65198">
                  <c:v>0</c:v>
                </c:pt>
                <c:pt idx="65199">
                  <c:v>0</c:v>
                </c:pt>
                <c:pt idx="65200">
                  <c:v>0</c:v>
                </c:pt>
                <c:pt idx="65201">
                  <c:v>0</c:v>
                </c:pt>
                <c:pt idx="65202">
                  <c:v>0</c:v>
                </c:pt>
                <c:pt idx="65203">
                  <c:v>0</c:v>
                </c:pt>
                <c:pt idx="65204">
                  <c:v>0</c:v>
                </c:pt>
                <c:pt idx="65205">
                  <c:v>0</c:v>
                </c:pt>
                <c:pt idx="65206">
                  <c:v>0</c:v>
                </c:pt>
                <c:pt idx="65207">
                  <c:v>0</c:v>
                </c:pt>
                <c:pt idx="65208">
                  <c:v>0</c:v>
                </c:pt>
                <c:pt idx="65209">
                  <c:v>0</c:v>
                </c:pt>
                <c:pt idx="65210">
                  <c:v>0</c:v>
                </c:pt>
                <c:pt idx="65211">
                  <c:v>0</c:v>
                </c:pt>
                <c:pt idx="65212">
                  <c:v>0</c:v>
                </c:pt>
                <c:pt idx="65213">
                  <c:v>0</c:v>
                </c:pt>
                <c:pt idx="65214">
                  <c:v>0</c:v>
                </c:pt>
                <c:pt idx="65215">
                  <c:v>0</c:v>
                </c:pt>
                <c:pt idx="65216">
                  <c:v>0</c:v>
                </c:pt>
                <c:pt idx="65217">
                  <c:v>0</c:v>
                </c:pt>
                <c:pt idx="65218">
                  <c:v>0</c:v>
                </c:pt>
                <c:pt idx="65219">
                  <c:v>0</c:v>
                </c:pt>
                <c:pt idx="65220">
                  <c:v>0</c:v>
                </c:pt>
                <c:pt idx="65221">
                  <c:v>0</c:v>
                </c:pt>
                <c:pt idx="65222">
                  <c:v>0</c:v>
                </c:pt>
                <c:pt idx="65223">
                  <c:v>0</c:v>
                </c:pt>
                <c:pt idx="65224">
                  <c:v>0</c:v>
                </c:pt>
                <c:pt idx="65225">
                  <c:v>0</c:v>
                </c:pt>
                <c:pt idx="65226">
                  <c:v>0</c:v>
                </c:pt>
                <c:pt idx="65227">
                  <c:v>0</c:v>
                </c:pt>
                <c:pt idx="65228">
                  <c:v>0</c:v>
                </c:pt>
                <c:pt idx="65229">
                  <c:v>0</c:v>
                </c:pt>
                <c:pt idx="65230">
                  <c:v>0</c:v>
                </c:pt>
                <c:pt idx="65231">
                  <c:v>0</c:v>
                </c:pt>
                <c:pt idx="65232">
                  <c:v>0</c:v>
                </c:pt>
                <c:pt idx="65233">
                  <c:v>0</c:v>
                </c:pt>
                <c:pt idx="65234">
                  <c:v>0</c:v>
                </c:pt>
                <c:pt idx="65235">
                  <c:v>0</c:v>
                </c:pt>
                <c:pt idx="65236">
                  <c:v>0</c:v>
                </c:pt>
                <c:pt idx="65237">
                  <c:v>0</c:v>
                </c:pt>
                <c:pt idx="65238">
                  <c:v>0</c:v>
                </c:pt>
                <c:pt idx="65239">
                  <c:v>0</c:v>
                </c:pt>
                <c:pt idx="65240">
                  <c:v>0</c:v>
                </c:pt>
                <c:pt idx="65241">
                  <c:v>0</c:v>
                </c:pt>
                <c:pt idx="65242">
                  <c:v>0</c:v>
                </c:pt>
                <c:pt idx="65243">
                  <c:v>0</c:v>
                </c:pt>
                <c:pt idx="65244">
                  <c:v>0</c:v>
                </c:pt>
                <c:pt idx="65245">
                  <c:v>0</c:v>
                </c:pt>
                <c:pt idx="65246">
                  <c:v>0</c:v>
                </c:pt>
                <c:pt idx="65247">
                  <c:v>0</c:v>
                </c:pt>
                <c:pt idx="65248">
                  <c:v>0</c:v>
                </c:pt>
                <c:pt idx="65249">
                  <c:v>0</c:v>
                </c:pt>
                <c:pt idx="65250">
                  <c:v>0</c:v>
                </c:pt>
                <c:pt idx="65251">
                  <c:v>0</c:v>
                </c:pt>
                <c:pt idx="65252">
                  <c:v>0</c:v>
                </c:pt>
                <c:pt idx="65253">
                  <c:v>0</c:v>
                </c:pt>
                <c:pt idx="65254">
                  <c:v>0</c:v>
                </c:pt>
                <c:pt idx="65255">
                  <c:v>0</c:v>
                </c:pt>
                <c:pt idx="65256">
                  <c:v>0</c:v>
                </c:pt>
                <c:pt idx="65257">
                  <c:v>0</c:v>
                </c:pt>
                <c:pt idx="65258">
                  <c:v>0</c:v>
                </c:pt>
                <c:pt idx="65259">
                  <c:v>0</c:v>
                </c:pt>
                <c:pt idx="65260">
                  <c:v>0</c:v>
                </c:pt>
                <c:pt idx="65261">
                  <c:v>0</c:v>
                </c:pt>
                <c:pt idx="65262">
                  <c:v>0</c:v>
                </c:pt>
                <c:pt idx="65263">
                  <c:v>0</c:v>
                </c:pt>
                <c:pt idx="65264">
                  <c:v>0</c:v>
                </c:pt>
                <c:pt idx="65265">
                  <c:v>0</c:v>
                </c:pt>
                <c:pt idx="65266">
                  <c:v>0</c:v>
                </c:pt>
                <c:pt idx="65267">
                  <c:v>0</c:v>
                </c:pt>
                <c:pt idx="65268">
                  <c:v>0</c:v>
                </c:pt>
                <c:pt idx="65269">
                  <c:v>0</c:v>
                </c:pt>
                <c:pt idx="65270">
                  <c:v>0</c:v>
                </c:pt>
                <c:pt idx="65271">
                  <c:v>0</c:v>
                </c:pt>
                <c:pt idx="65272">
                  <c:v>0</c:v>
                </c:pt>
                <c:pt idx="65273">
                  <c:v>0</c:v>
                </c:pt>
                <c:pt idx="65274">
                  <c:v>0</c:v>
                </c:pt>
                <c:pt idx="65275">
                  <c:v>0</c:v>
                </c:pt>
                <c:pt idx="65276">
                  <c:v>0</c:v>
                </c:pt>
                <c:pt idx="65277">
                  <c:v>0</c:v>
                </c:pt>
                <c:pt idx="65278">
                  <c:v>0</c:v>
                </c:pt>
                <c:pt idx="65279">
                  <c:v>0</c:v>
                </c:pt>
                <c:pt idx="65280">
                  <c:v>0</c:v>
                </c:pt>
                <c:pt idx="65281">
                  <c:v>0</c:v>
                </c:pt>
                <c:pt idx="65282">
                  <c:v>0</c:v>
                </c:pt>
                <c:pt idx="65283">
                  <c:v>0</c:v>
                </c:pt>
                <c:pt idx="65284">
                  <c:v>0</c:v>
                </c:pt>
                <c:pt idx="65285">
                  <c:v>0</c:v>
                </c:pt>
                <c:pt idx="65286">
                  <c:v>0</c:v>
                </c:pt>
                <c:pt idx="65287">
                  <c:v>0</c:v>
                </c:pt>
                <c:pt idx="65288">
                  <c:v>0</c:v>
                </c:pt>
                <c:pt idx="65289">
                  <c:v>0</c:v>
                </c:pt>
                <c:pt idx="65290">
                  <c:v>0</c:v>
                </c:pt>
                <c:pt idx="65291">
                  <c:v>0</c:v>
                </c:pt>
                <c:pt idx="65292">
                  <c:v>0</c:v>
                </c:pt>
                <c:pt idx="65293">
                  <c:v>0</c:v>
                </c:pt>
                <c:pt idx="65294">
                  <c:v>0</c:v>
                </c:pt>
                <c:pt idx="65295">
                  <c:v>0</c:v>
                </c:pt>
                <c:pt idx="65296">
                  <c:v>0</c:v>
                </c:pt>
                <c:pt idx="65297">
                  <c:v>0</c:v>
                </c:pt>
                <c:pt idx="65298">
                  <c:v>0</c:v>
                </c:pt>
                <c:pt idx="65299">
                  <c:v>0</c:v>
                </c:pt>
                <c:pt idx="65300">
                  <c:v>0</c:v>
                </c:pt>
                <c:pt idx="65301">
                  <c:v>0</c:v>
                </c:pt>
                <c:pt idx="65302">
                  <c:v>0</c:v>
                </c:pt>
                <c:pt idx="65303">
                  <c:v>0</c:v>
                </c:pt>
                <c:pt idx="65304">
                  <c:v>0</c:v>
                </c:pt>
                <c:pt idx="65305">
                  <c:v>0</c:v>
                </c:pt>
                <c:pt idx="65306">
                  <c:v>0</c:v>
                </c:pt>
                <c:pt idx="65307">
                  <c:v>0</c:v>
                </c:pt>
                <c:pt idx="65308">
                  <c:v>0</c:v>
                </c:pt>
                <c:pt idx="65309">
                  <c:v>0</c:v>
                </c:pt>
                <c:pt idx="65310">
                  <c:v>0</c:v>
                </c:pt>
                <c:pt idx="65311">
                  <c:v>0</c:v>
                </c:pt>
                <c:pt idx="65312">
                  <c:v>0</c:v>
                </c:pt>
                <c:pt idx="65313">
                  <c:v>0</c:v>
                </c:pt>
                <c:pt idx="65314">
                  <c:v>0</c:v>
                </c:pt>
                <c:pt idx="65315">
                  <c:v>0</c:v>
                </c:pt>
                <c:pt idx="65316">
                  <c:v>0</c:v>
                </c:pt>
                <c:pt idx="65317">
                  <c:v>0</c:v>
                </c:pt>
                <c:pt idx="65318">
                  <c:v>0</c:v>
                </c:pt>
                <c:pt idx="65319">
                  <c:v>0</c:v>
                </c:pt>
                <c:pt idx="65320">
                  <c:v>0</c:v>
                </c:pt>
                <c:pt idx="65321">
                  <c:v>0</c:v>
                </c:pt>
                <c:pt idx="65322">
                  <c:v>0</c:v>
                </c:pt>
                <c:pt idx="65323">
                  <c:v>0</c:v>
                </c:pt>
                <c:pt idx="65324">
                  <c:v>0</c:v>
                </c:pt>
                <c:pt idx="65325">
                  <c:v>0</c:v>
                </c:pt>
                <c:pt idx="65326">
                  <c:v>0</c:v>
                </c:pt>
                <c:pt idx="65327">
                  <c:v>0</c:v>
                </c:pt>
                <c:pt idx="65328">
                  <c:v>0</c:v>
                </c:pt>
                <c:pt idx="65329">
                  <c:v>0</c:v>
                </c:pt>
                <c:pt idx="65330">
                  <c:v>0</c:v>
                </c:pt>
                <c:pt idx="65331">
                  <c:v>0</c:v>
                </c:pt>
                <c:pt idx="65332">
                  <c:v>0</c:v>
                </c:pt>
                <c:pt idx="65333">
                  <c:v>0</c:v>
                </c:pt>
                <c:pt idx="65334">
                  <c:v>0</c:v>
                </c:pt>
                <c:pt idx="65335">
                  <c:v>0</c:v>
                </c:pt>
                <c:pt idx="65336">
                  <c:v>0</c:v>
                </c:pt>
                <c:pt idx="65337">
                  <c:v>0</c:v>
                </c:pt>
                <c:pt idx="65338">
                  <c:v>0</c:v>
                </c:pt>
                <c:pt idx="65339">
                  <c:v>0</c:v>
                </c:pt>
                <c:pt idx="65340">
                  <c:v>0</c:v>
                </c:pt>
                <c:pt idx="65341">
                  <c:v>0</c:v>
                </c:pt>
                <c:pt idx="65342">
                  <c:v>0</c:v>
                </c:pt>
                <c:pt idx="65343">
                  <c:v>0</c:v>
                </c:pt>
                <c:pt idx="65344">
                  <c:v>0</c:v>
                </c:pt>
                <c:pt idx="65345">
                  <c:v>0</c:v>
                </c:pt>
                <c:pt idx="65346">
                  <c:v>0</c:v>
                </c:pt>
                <c:pt idx="65347">
                  <c:v>0</c:v>
                </c:pt>
                <c:pt idx="65348">
                  <c:v>0</c:v>
                </c:pt>
                <c:pt idx="65349">
                  <c:v>0</c:v>
                </c:pt>
                <c:pt idx="65350">
                  <c:v>0</c:v>
                </c:pt>
                <c:pt idx="65351">
                  <c:v>0</c:v>
                </c:pt>
                <c:pt idx="65352">
                  <c:v>0</c:v>
                </c:pt>
                <c:pt idx="65353">
                  <c:v>0</c:v>
                </c:pt>
                <c:pt idx="65354">
                  <c:v>0</c:v>
                </c:pt>
                <c:pt idx="65355">
                  <c:v>0</c:v>
                </c:pt>
                <c:pt idx="65356">
                  <c:v>0</c:v>
                </c:pt>
                <c:pt idx="65357">
                  <c:v>0</c:v>
                </c:pt>
                <c:pt idx="65358">
                  <c:v>0</c:v>
                </c:pt>
                <c:pt idx="65359">
                  <c:v>0</c:v>
                </c:pt>
                <c:pt idx="65360">
                  <c:v>0</c:v>
                </c:pt>
                <c:pt idx="65361">
                  <c:v>0</c:v>
                </c:pt>
                <c:pt idx="65362">
                  <c:v>0</c:v>
                </c:pt>
                <c:pt idx="65363">
                  <c:v>0</c:v>
                </c:pt>
                <c:pt idx="65364">
                  <c:v>0</c:v>
                </c:pt>
                <c:pt idx="65365">
                  <c:v>0</c:v>
                </c:pt>
                <c:pt idx="65366">
                  <c:v>0</c:v>
                </c:pt>
                <c:pt idx="65367">
                  <c:v>0</c:v>
                </c:pt>
                <c:pt idx="65368">
                  <c:v>0</c:v>
                </c:pt>
                <c:pt idx="65369">
                  <c:v>0</c:v>
                </c:pt>
                <c:pt idx="65370">
                  <c:v>0</c:v>
                </c:pt>
                <c:pt idx="65371">
                  <c:v>0</c:v>
                </c:pt>
                <c:pt idx="65372">
                  <c:v>0</c:v>
                </c:pt>
                <c:pt idx="65373">
                  <c:v>0</c:v>
                </c:pt>
                <c:pt idx="65374">
                  <c:v>0</c:v>
                </c:pt>
                <c:pt idx="65375">
                  <c:v>0</c:v>
                </c:pt>
                <c:pt idx="65376">
                  <c:v>0</c:v>
                </c:pt>
                <c:pt idx="65377">
                  <c:v>0</c:v>
                </c:pt>
                <c:pt idx="65378">
                  <c:v>0</c:v>
                </c:pt>
                <c:pt idx="65379">
                  <c:v>0</c:v>
                </c:pt>
                <c:pt idx="65380">
                  <c:v>0</c:v>
                </c:pt>
                <c:pt idx="65381">
                  <c:v>0</c:v>
                </c:pt>
                <c:pt idx="65382">
                  <c:v>0</c:v>
                </c:pt>
                <c:pt idx="65383">
                  <c:v>0</c:v>
                </c:pt>
                <c:pt idx="65384">
                  <c:v>0</c:v>
                </c:pt>
                <c:pt idx="65385">
                  <c:v>0</c:v>
                </c:pt>
                <c:pt idx="65386">
                  <c:v>0</c:v>
                </c:pt>
                <c:pt idx="65387">
                  <c:v>0</c:v>
                </c:pt>
                <c:pt idx="65388">
                  <c:v>0</c:v>
                </c:pt>
                <c:pt idx="65389">
                  <c:v>0</c:v>
                </c:pt>
                <c:pt idx="65390">
                  <c:v>0</c:v>
                </c:pt>
                <c:pt idx="65391">
                  <c:v>0</c:v>
                </c:pt>
                <c:pt idx="65392">
                  <c:v>0</c:v>
                </c:pt>
                <c:pt idx="65393">
                  <c:v>0</c:v>
                </c:pt>
                <c:pt idx="65394">
                  <c:v>0</c:v>
                </c:pt>
                <c:pt idx="65395">
                  <c:v>0</c:v>
                </c:pt>
                <c:pt idx="65396">
                  <c:v>0</c:v>
                </c:pt>
                <c:pt idx="65397">
                  <c:v>0</c:v>
                </c:pt>
                <c:pt idx="65398">
                  <c:v>0</c:v>
                </c:pt>
                <c:pt idx="65399">
                  <c:v>0</c:v>
                </c:pt>
                <c:pt idx="65400">
                  <c:v>0</c:v>
                </c:pt>
                <c:pt idx="65401">
                  <c:v>0</c:v>
                </c:pt>
                <c:pt idx="65402">
                  <c:v>0</c:v>
                </c:pt>
                <c:pt idx="65403">
                  <c:v>0</c:v>
                </c:pt>
                <c:pt idx="65404">
                  <c:v>0</c:v>
                </c:pt>
                <c:pt idx="65405">
                  <c:v>0</c:v>
                </c:pt>
                <c:pt idx="65406">
                  <c:v>0</c:v>
                </c:pt>
                <c:pt idx="65407">
                  <c:v>0</c:v>
                </c:pt>
                <c:pt idx="65408">
                  <c:v>0</c:v>
                </c:pt>
                <c:pt idx="65409">
                  <c:v>0</c:v>
                </c:pt>
                <c:pt idx="65410">
                  <c:v>0</c:v>
                </c:pt>
                <c:pt idx="65411">
                  <c:v>0</c:v>
                </c:pt>
                <c:pt idx="65412">
                  <c:v>0</c:v>
                </c:pt>
                <c:pt idx="65413">
                  <c:v>0</c:v>
                </c:pt>
                <c:pt idx="65414">
                  <c:v>0</c:v>
                </c:pt>
                <c:pt idx="65415">
                  <c:v>0</c:v>
                </c:pt>
                <c:pt idx="65416">
                  <c:v>0</c:v>
                </c:pt>
                <c:pt idx="65417">
                  <c:v>0</c:v>
                </c:pt>
                <c:pt idx="65418">
                  <c:v>0</c:v>
                </c:pt>
                <c:pt idx="65419">
                  <c:v>0</c:v>
                </c:pt>
                <c:pt idx="65420">
                  <c:v>0</c:v>
                </c:pt>
                <c:pt idx="65421">
                  <c:v>0</c:v>
                </c:pt>
                <c:pt idx="65422">
                  <c:v>0</c:v>
                </c:pt>
                <c:pt idx="65423">
                  <c:v>0</c:v>
                </c:pt>
                <c:pt idx="65424">
                  <c:v>0</c:v>
                </c:pt>
                <c:pt idx="65425">
                  <c:v>0</c:v>
                </c:pt>
                <c:pt idx="65426">
                  <c:v>0</c:v>
                </c:pt>
                <c:pt idx="65427">
                  <c:v>0</c:v>
                </c:pt>
                <c:pt idx="65428">
                  <c:v>0</c:v>
                </c:pt>
                <c:pt idx="65429">
                  <c:v>0</c:v>
                </c:pt>
                <c:pt idx="65430">
                  <c:v>0</c:v>
                </c:pt>
                <c:pt idx="65431">
                  <c:v>0</c:v>
                </c:pt>
                <c:pt idx="65432">
                  <c:v>0</c:v>
                </c:pt>
                <c:pt idx="65433">
                  <c:v>0</c:v>
                </c:pt>
                <c:pt idx="65434">
                  <c:v>0</c:v>
                </c:pt>
                <c:pt idx="65435">
                  <c:v>0</c:v>
                </c:pt>
                <c:pt idx="65436">
                  <c:v>0</c:v>
                </c:pt>
                <c:pt idx="65437">
                  <c:v>0</c:v>
                </c:pt>
                <c:pt idx="65438">
                  <c:v>0</c:v>
                </c:pt>
                <c:pt idx="65439">
                  <c:v>0</c:v>
                </c:pt>
                <c:pt idx="65440">
                  <c:v>0</c:v>
                </c:pt>
                <c:pt idx="65441">
                  <c:v>0</c:v>
                </c:pt>
                <c:pt idx="65442">
                  <c:v>0</c:v>
                </c:pt>
                <c:pt idx="65443">
                  <c:v>0</c:v>
                </c:pt>
                <c:pt idx="65444">
                  <c:v>0</c:v>
                </c:pt>
                <c:pt idx="65445">
                  <c:v>0</c:v>
                </c:pt>
                <c:pt idx="65446">
                  <c:v>0</c:v>
                </c:pt>
                <c:pt idx="65447">
                  <c:v>0</c:v>
                </c:pt>
                <c:pt idx="65448">
                  <c:v>0</c:v>
                </c:pt>
                <c:pt idx="65449">
                  <c:v>0</c:v>
                </c:pt>
                <c:pt idx="65450">
                  <c:v>0</c:v>
                </c:pt>
                <c:pt idx="65451">
                  <c:v>0</c:v>
                </c:pt>
                <c:pt idx="65452">
                  <c:v>0</c:v>
                </c:pt>
                <c:pt idx="65453">
                  <c:v>0</c:v>
                </c:pt>
                <c:pt idx="65454">
                  <c:v>0</c:v>
                </c:pt>
                <c:pt idx="65455">
                  <c:v>0</c:v>
                </c:pt>
                <c:pt idx="65456">
                  <c:v>0</c:v>
                </c:pt>
                <c:pt idx="65457">
                  <c:v>0</c:v>
                </c:pt>
                <c:pt idx="65458">
                  <c:v>0</c:v>
                </c:pt>
                <c:pt idx="65459">
                  <c:v>0</c:v>
                </c:pt>
                <c:pt idx="65460">
                  <c:v>0</c:v>
                </c:pt>
                <c:pt idx="65461">
                  <c:v>0</c:v>
                </c:pt>
                <c:pt idx="65462">
                  <c:v>0</c:v>
                </c:pt>
                <c:pt idx="65463">
                  <c:v>0</c:v>
                </c:pt>
                <c:pt idx="65464">
                  <c:v>0</c:v>
                </c:pt>
                <c:pt idx="65465">
                  <c:v>0</c:v>
                </c:pt>
                <c:pt idx="65466">
                  <c:v>0</c:v>
                </c:pt>
                <c:pt idx="65467">
                  <c:v>0</c:v>
                </c:pt>
                <c:pt idx="65468">
                  <c:v>0</c:v>
                </c:pt>
                <c:pt idx="65469">
                  <c:v>0</c:v>
                </c:pt>
                <c:pt idx="65470">
                  <c:v>0</c:v>
                </c:pt>
                <c:pt idx="65471">
                  <c:v>0</c:v>
                </c:pt>
                <c:pt idx="65472">
                  <c:v>0</c:v>
                </c:pt>
                <c:pt idx="65473">
                  <c:v>0</c:v>
                </c:pt>
                <c:pt idx="65474">
                  <c:v>0</c:v>
                </c:pt>
                <c:pt idx="65475">
                  <c:v>0</c:v>
                </c:pt>
                <c:pt idx="65476">
                  <c:v>0</c:v>
                </c:pt>
                <c:pt idx="65477">
                  <c:v>0</c:v>
                </c:pt>
                <c:pt idx="65478">
                  <c:v>0</c:v>
                </c:pt>
                <c:pt idx="65479">
                  <c:v>0</c:v>
                </c:pt>
                <c:pt idx="65480">
                  <c:v>0</c:v>
                </c:pt>
                <c:pt idx="65481">
                  <c:v>0</c:v>
                </c:pt>
                <c:pt idx="65482">
                  <c:v>0</c:v>
                </c:pt>
                <c:pt idx="65483">
                  <c:v>0</c:v>
                </c:pt>
                <c:pt idx="65484">
                  <c:v>0</c:v>
                </c:pt>
                <c:pt idx="65485">
                  <c:v>0</c:v>
                </c:pt>
                <c:pt idx="65486">
                  <c:v>0</c:v>
                </c:pt>
                <c:pt idx="65487">
                  <c:v>0</c:v>
                </c:pt>
                <c:pt idx="65488">
                  <c:v>0</c:v>
                </c:pt>
                <c:pt idx="65489">
                  <c:v>0</c:v>
                </c:pt>
                <c:pt idx="65490">
                  <c:v>0</c:v>
                </c:pt>
                <c:pt idx="65491">
                  <c:v>0</c:v>
                </c:pt>
                <c:pt idx="65492">
                  <c:v>0</c:v>
                </c:pt>
                <c:pt idx="65493">
                  <c:v>0</c:v>
                </c:pt>
                <c:pt idx="65494">
                  <c:v>0</c:v>
                </c:pt>
                <c:pt idx="65495">
                  <c:v>0</c:v>
                </c:pt>
                <c:pt idx="65496">
                  <c:v>0</c:v>
                </c:pt>
                <c:pt idx="65497">
                  <c:v>0</c:v>
                </c:pt>
                <c:pt idx="65498">
                  <c:v>0</c:v>
                </c:pt>
                <c:pt idx="65499">
                  <c:v>0</c:v>
                </c:pt>
                <c:pt idx="65500">
                  <c:v>0</c:v>
                </c:pt>
                <c:pt idx="65501">
                  <c:v>0</c:v>
                </c:pt>
                <c:pt idx="65502">
                  <c:v>0</c:v>
                </c:pt>
                <c:pt idx="65503">
                  <c:v>0</c:v>
                </c:pt>
                <c:pt idx="65504">
                  <c:v>0</c:v>
                </c:pt>
                <c:pt idx="65505">
                  <c:v>0</c:v>
                </c:pt>
                <c:pt idx="65506">
                  <c:v>0</c:v>
                </c:pt>
                <c:pt idx="65507">
                  <c:v>0</c:v>
                </c:pt>
                <c:pt idx="65508">
                  <c:v>0</c:v>
                </c:pt>
                <c:pt idx="65509">
                  <c:v>0</c:v>
                </c:pt>
                <c:pt idx="65510">
                  <c:v>0</c:v>
                </c:pt>
                <c:pt idx="65511">
                  <c:v>0</c:v>
                </c:pt>
                <c:pt idx="65512">
                  <c:v>0</c:v>
                </c:pt>
                <c:pt idx="65513">
                  <c:v>0</c:v>
                </c:pt>
                <c:pt idx="65514">
                  <c:v>0</c:v>
                </c:pt>
                <c:pt idx="65515">
                  <c:v>0</c:v>
                </c:pt>
                <c:pt idx="65516">
                  <c:v>0</c:v>
                </c:pt>
                <c:pt idx="65517">
                  <c:v>0</c:v>
                </c:pt>
                <c:pt idx="65518">
                  <c:v>0</c:v>
                </c:pt>
                <c:pt idx="65519">
                  <c:v>0</c:v>
                </c:pt>
                <c:pt idx="65520">
                  <c:v>0</c:v>
                </c:pt>
                <c:pt idx="65521">
                  <c:v>0</c:v>
                </c:pt>
                <c:pt idx="65522">
                  <c:v>0</c:v>
                </c:pt>
                <c:pt idx="65523">
                  <c:v>0</c:v>
                </c:pt>
                <c:pt idx="65524">
                  <c:v>0</c:v>
                </c:pt>
                <c:pt idx="65525">
                  <c:v>0</c:v>
                </c:pt>
                <c:pt idx="65526">
                  <c:v>0</c:v>
                </c:pt>
                <c:pt idx="65527">
                  <c:v>0</c:v>
                </c:pt>
                <c:pt idx="65528">
                  <c:v>0</c:v>
                </c:pt>
                <c:pt idx="65529">
                  <c:v>0</c:v>
                </c:pt>
                <c:pt idx="65530">
                  <c:v>0</c:v>
                </c:pt>
                <c:pt idx="65531">
                  <c:v>0</c:v>
                </c:pt>
                <c:pt idx="65532">
                  <c:v>0</c:v>
                </c:pt>
                <c:pt idx="65533">
                  <c:v>0</c:v>
                </c:pt>
                <c:pt idx="65534">
                  <c:v>0</c:v>
                </c:pt>
                <c:pt idx="65535">
                  <c:v>0</c:v>
                </c:pt>
                <c:pt idx="65536">
                  <c:v>0</c:v>
                </c:pt>
                <c:pt idx="65537">
                  <c:v>0</c:v>
                </c:pt>
                <c:pt idx="65538">
                  <c:v>0</c:v>
                </c:pt>
                <c:pt idx="65539">
                  <c:v>0</c:v>
                </c:pt>
                <c:pt idx="65540">
                  <c:v>0</c:v>
                </c:pt>
                <c:pt idx="65541">
                  <c:v>0</c:v>
                </c:pt>
                <c:pt idx="65542">
                  <c:v>0</c:v>
                </c:pt>
                <c:pt idx="65543">
                  <c:v>0</c:v>
                </c:pt>
                <c:pt idx="65544">
                  <c:v>0</c:v>
                </c:pt>
                <c:pt idx="65545">
                  <c:v>0</c:v>
                </c:pt>
                <c:pt idx="65546">
                  <c:v>0</c:v>
                </c:pt>
                <c:pt idx="65547">
                  <c:v>0</c:v>
                </c:pt>
                <c:pt idx="65548">
                  <c:v>0</c:v>
                </c:pt>
                <c:pt idx="65549">
                  <c:v>0</c:v>
                </c:pt>
                <c:pt idx="65550">
                  <c:v>0</c:v>
                </c:pt>
                <c:pt idx="65551">
                  <c:v>0</c:v>
                </c:pt>
                <c:pt idx="65552">
                  <c:v>0</c:v>
                </c:pt>
                <c:pt idx="65553">
                  <c:v>0</c:v>
                </c:pt>
                <c:pt idx="65554">
                  <c:v>0</c:v>
                </c:pt>
                <c:pt idx="65555">
                  <c:v>0</c:v>
                </c:pt>
                <c:pt idx="65556">
                  <c:v>0</c:v>
                </c:pt>
                <c:pt idx="65557">
                  <c:v>0</c:v>
                </c:pt>
                <c:pt idx="65558">
                  <c:v>0</c:v>
                </c:pt>
                <c:pt idx="65559">
                  <c:v>0</c:v>
                </c:pt>
                <c:pt idx="65560">
                  <c:v>0</c:v>
                </c:pt>
                <c:pt idx="65561">
                  <c:v>0</c:v>
                </c:pt>
                <c:pt idx="65562">
                  <c:v>0</c:v>
                </c:pt>
                <c:pt idx="65563">
                  <c:v>0</c:v>
                </c:pt>
                <c:pt idx="65564">
                  <c:v>0</c:v>
                </c:pt>
                <c:pt idx="65565">
                  <c:v>0</c:v>
                </c:pt>
                <c:pt idx="65566">
                  <c:v>0</c:v>
                </c:pt>
                <c:pt idx="65567">
                  <c:v>0</c:v>
                </c:pt>
                <c:pt idx="65568">
                  <c:v>0</c:v>
                </c:pt>
                <c:pt idx="65569">
                  <c:v>0</c:v>
                </c:pt>
                <c:pt idx="65570">
                  <c:v>0</c:v>
                </c:pt>
                <c:pt idx="65571">
                  <c:v>0</c:v>
                </c:pt>
                <c:pt idx="65572">
                  <c:v>0</c:v>
                </c:pt>
                <c:pt idx="65573">
                  <c:v>0</c:v>
                </c:pt>
                <c:pt idx="65574">
                  <c:v>0</c:v>
                </c:pt>
                <c:pt idx="65575">
                  <c:v>0</c:v>
                </c:pt>
                <c:pt idx="65576">
                  <c:v>0</c:v>
                </c:pt>
                <c:pt idx="65577">
                  <c:v>0</c:v>
                </c:pt>
                <c:pt idx="65578">
                  <c:v>0</c:v>
                </c:pt>
                <c:pt idx="65579">
                  <c:v>0</c:v>
                </c:pt>
                <c:pt idx="65580">
                  <c:v>0</c:v>
                </c:pt>
                <c:pt idx="65581">
                  <c:v>0</c:v>
                </c:pt>
                <c:pt idx="65582">
                  <c:v>0</c:v>
                </c:pt>
                <c:pt idx="65583">
                  <c:v>0</c:v>
                </c:pt>
                <c:pt idx="65584">
                  <c:v>0</c:v>
                </c:pt>
                <c:pt idx="65585">
                  <c:v>0</c:v>
                </c:pt>
                <c:pt idx="65586">
                  <c:v>0</c:v>
                </c:pt>
                <c:pt idx="65587">
                  <c:v>0</c:v>
                </c:pt>
                <c:pt idx="65588">
                  <c:v>0</c:v>
                </c:pt>
                <c:pt idx="65589">
                  <c:v>0</c:v>
                </c:pt>
                <c:pt idx="65590">
                  <c:v>0</c:v>
                </c:pt>
                <c:pt idx="65591">
                  <c:v>0</c:v>
                </c:pt>
                <c:pt idx="65592">
                  <c:v>0</c:v>
                </c:pt>
                <c:pt idx="65593">
                  <c:v>0</c:v>
                </c:pt>
                <c:pt idx="65594">
                  <c:v>0</c:v>
                </c:pt>
                <c:pt idx="65595">
                  <c:v>0</c:v>
                </c:pt>
                <c:pt idx="65596">
                  <c:v>0</c:v>
                </c:pt>
                <c:pt idx="65597">
                  <c:v>0</c:v>
                </c:pt>
                <c:pt idx="65598">
                  <c:v>0</c:v>
                </c:pt>
                <c:pt idx="65599">
                  <c:v>0</c:v>
                </c:pt>
                <c:pt idx="65600">
                  <c:v>0</c:v>
                </c:pt>
                <c:pt idx="65601">
                  <c:v>0</c:v>
                </c:pt>
                <c:pt idx="65602">
                  <c:v>0</c:v>
                </c:pt>
                <c:pt idx="65603">
                  <c:v>0</c:v>
                </c:pt>
                <c:pt idx="65604">
                  <c:v>0</c:v>
                </c:pt>
                <c:pt idx="65605">
                  <c:v>0</c:v>
                </c:pt>
                <c:pt idx="65606">
                  <c:v>0</c:v>
                </c:pt>
                <c:pt idx="65607">
                  <c:v>0</c:v>
                </c:pt>
                <c:pt idx="65608">
                  <c:v>0</c:v>
                </c:pt>
                <c:pt idx="65609">
                  <c:v>0</c:v>
                </c:pt>
                <c:pt idx="65610">
                  <c:v>0</c:v>
                </c:pt>
                <c:pt idx="65611">
                  <c:v>0</c:v>
                </c:pt>
                <c:pt idx="65612">
                  <c:v>0</c:v>
                </c:pt>
                <c:pt idx="65613">
                  <c:v>0</c:v>
                </c:pt>
                <c:pt idx="65614">
                  <c:v>0</c:v>
                </c:pt>
                <c:pt idx="65615">
                  <c:v>0</c:v>
                </c:pt>
                <c:pt idx="65616">
                  <c:v>0</c:v>
                </c:pt>
                <c:pt idx="65617">
                  <c:v>0</c:v>
                </c:pt>
                <c:pt idx="65618">
                  <c:v>0</c:v>
                </c:pt>
                <c:pt idx="65619">
                  <c:v>0</c:v>
                </c:pt>
                <c:pt idx="65620">
                  <c:v>0</c:v>
                </c:pt>
                <c:pt idx="65621">
                  <c:v>0</c:v>
                </c:pt>
                <c:pt idx="65622">
                  <c:v>0</c:v>
                </c:pt>
                <c:pt idx="65623">
                  <c:v>0</c:v>
                </c:pt>
                <c:pt idx="65624">
                  <c:v>0</c:v>
                </c:pt>
                <c:pt idx="65625">
                  <c:v>0</c:v>
                </c:pt>
                <c:pt idx="65626">
                  <c:v>0</c:v>
                </c:pt>
                <c:pt idx="65627">
                  <c:v>0</c:v>
                </c:pt>
                <c:pt idx="65628">
                  <c:v>0</c:v>
                </c:pt>
                <c:pt idx="65629">
                  <c:v>0</c:v>
                </c:pt>
                <c:pt idx="65630">
                  <c:v>0</c:v>
                </c:pt>
                <c:pt idx="65631">
                  <c:v>0</c:v>
                </c:pt>
                <c:pt idx="65632">
                  <c:v>0</c:v>
                </c:pt>
                <c:pt idx="65633">
                  <c:v>0</c:v>
                </c:pt>
                <c:pt idx="65634">
                  <c:v>0</c:v>
                </c:pt>
                <c:pt idx="65635">
                  <c:v>0</c:v>
                </c:pt>
                <c:pt idx="65636">
                  <c:v>0</c:v>
                </c:pt>
                <c:pt idx="65637">
                  <c:v>0</c:v>
                </c:pt>
                <c:pt idx="65638">
                  <c:v>0</c:v>
                </c:pt>
                <c:pt idx="65639">
                  <c:v>0</c:v>
                </c:pt>
                <c:pt idx="65640">
                  <c:v>0</c:v>
                </c:pt>
                <c:pt idx="65641">
                  <c:v>0</c:v>
                </c:pt>
                <c:pt idx="65642">
                  <c:v>0</c:v>
                </c:pt>
                <c:pt idx="65643">
                  <c:v>0</c:v>
                </c:pt>
                <c:pt idx="65644">
                  <c:v>0</c:v>
                </c:pt>
                <c:pt idx="65645">
                  <c:v>0</c:v>
                </c:pt>
                <c:pt idx="65646">
                  <c:v>0</c:v>
                </c:pt>
                <c:pt idx="65647">
                  <c:v>0</c:v>
                </c:pt>
                <c:pt idx="65648">
                  <c:v>0</c:v>
                </c:pt>
                <c:pt idx="65649">
                  <c:v>0</c:v>
                </c:pt>
                <c:pt idx="65650">
                  <c:v>0</c:v>
                </c:pt>
                <c:pt idx="65651">
                  <c:v>0</c:v>
                </c:pt>
                <c:pt idx="65652">
                  <c:v>0</c:v>
                </c:pt>
                <c:pt idx="65653">
                  <c:v>0</c:v>
                </c:pt>
                <c:pt idx="65654">
                  <c:v>0</c:v>
                </c:pt>
                <c:pt idx="65655">
                  <c:v>0</c:v>
                </c:pt>
                <c:pt idx="65656">
                  <c:v>0</c:v>
                </c:pt>
                <c:pt idx="65657">
                  <c:v>0</c:v>
                </c:pt>
                <c:pt idx="65658">
                  <c:v>0</c:v>
                </c:pt>
                <c:pt idx="65659">
                  <c:v>0</c:v>
                </c:pt>
                <c:pt idx="65660">
                  <c:v>0</c:v>
                </c:pt>
                <c:pt idx="65661">
                  <c:v>0</c:v>
                </c:pt>
                <c:pt idx="65662">
                  <c:v>0</c:v>
                </c:pt>
                <c:pt idx="65663">
                  <c:v>0</c:v>
                </c:pt>
                <c:pt idx="65664">
                  <c:v>0</c:v>
                </c:pt>
                <c:pt idx="65665">
                  <c:v>0</c:v>
                </c:pt>
                <c:pt idx="65666">
                  <c:v>0</c:v>
                </c:pt>
                <c:pt idx="65667">
                  <c:v>0</c:v>
                </c:pt>
                <c:pt idx="65668">
                  <c:v>0</c:v>
                </c:pt>
                <c:pt idx="65669">
                  <c:v>0</c:v>
                </c:pt>
                <c:pt idx="65670">
                  <c:v>0</c:v>
                </c:pt>
                <c:pt idx="65671">
                  <c:v>0</c:v>
                </c:pt>
                <c:pt idx="65672">
                  <c:v>0</c:v>
                </c:pt>
                <c:pt idx="65673">
                  <c:v>0</c:v>
                </c:pt>
                <c:pt idx="65674">
                  <c:v>0</c:v>
                </c:pt>
                <c:pt idx="65675">
                  <c:v>0</c:v>
                </c:pt>
                <c:pt idx="65676">
                  <c:v>0</c:v>
                </c:pt>
                <c:pt idx="65677">
                  <c:v>0</c:v>
                </c:pt>
                <c:pt idx="65678">
                  <c:v>0</c:v>
                </c:pt>
                <c:pt idx="65679">
                  <c:v>0</c:v>
                </c:pt>
                <c:pt idx="65680">
                  <c:v>0</c:v>
                </c:pt>
                <c:pt idx="65681">
                  <c:v>0</c:v>
                </c:pt>
                <c:pt idx="65682">
                  <c:v>0</c:v>
                </c:pt>
                <c:pt idx="65683">
                  <c:v>0</c:v>
                </c:pt>
                <c:pt idx="65684">
                  <c:v>0</c:v>
                </c:pt>
                <c:pt idx="65685">
                  <c:v>0</c:v>
                </c:pt>
                <c:pt idx="65686">
                  <c:v>0</c:v>
                </c:pt>
                <c:pt idx="65687">
                  <c:v>0</c:v>
                </c:pt>
                <c:pt idx="65688">
                  <c:v>0</c:v>
                </c:pt>
                <c:pt idx="65689">
                  <c:v>0</c:v>
                </c:pt>
                <c:pt idx="65690">
                  <c:v>0</c:v>
                </c:pt>
                <c:pt idx="65691">
                  <c:v>0</c:v>
                </c:pt>
                <c:pt idx="65692">
                  <c:v>0</c:v>
                </c:pt>
                <c:pt idx="65693">
                  <c:v>0</c:v>
                </c:pt>
                <c:pt idx="65694">
                  <c:v>0</c:v>
                </c:pt>
                <c:pt idx="65695">
                  <c:v>0</c:v>
                </c:pt>
                <c:pt idx="65696">
                  <c:v>0</c:v>
                </c:pt>
                <c:pt idx="65697">
                  <c:v>0</c:v>
                </c:pt>
                <c:pt idx="65698">
                  <c:v>0</c:v>
                </c:pt>
                <c:pt idx="65699">
                  <c:v>0</c:v>
                </c:pt>
                <c:pt idx="65700">
                  <c:v>0</c:v>
                </c:pt>
                <c:pt idx="65701">
                  <c:v>0</c:v>
                </c:pt>
                <c:pt idx="65702">
                  <c:v>0</c:v>
                </c:pt>
                <c:pt idx="65703">
                  <c:v>0</c:v>
                </c:pt>
                <c:pt idx="65704">
                  <c:v>0</c:v>
                </c:pt>
                <c:pt idx="65705">
                  <c:v>0</c:v>
                </c:pt>
                <c:pt idx="65706">
                  <c:v>0</c:v>
                </c:pt>
                <c:pt idx="65707">
                  <c:v>0</c:v>
                </c:pt>
                <c:pt idx="65708">
                  <c:v>0</c:v>
                </c:pt>
                <c:pt idx="65709">
                  <c:v>0</c:v>
                </c:pt>
                <c:pt idx="65710">
                  <c:v>0</c:v>
                </c:pt>
                <c:pt idx="65711">
                  <c:v>0</c:v>
                </c:pt>
                <c:pt idx="65712">
                  <c:v>0</c:v>
                </c:pt>
                <c:pt idx="65713">
                  <c:v>0</c:v>
                </c:pt>
                <c:pt idx="65714">
                  <c:v>0</c:v>
                </c:pt>
                <c:pt idx="65715">
                  <c:v>0</c:v>
                </c:pt>
                <c:pt idx="65716">
                  <c:v>0</c:v>
                </c:pt>
                <c:pt idx="65717">
                  <c:v>0</c:v>
                </c:pt>
                <c:pt idx="65718">
                  <c:v>0</c:v>
                </c:pt>
                <c:pt idx="65719">
                  <c:v>0</c:v>
                </c:pt>
                <c:pt idx="65720">
                  <c:v>0</c:v>
                </c:pt>
                <c:pt idx="65721">
                  <c:v>0</c:v>
                </c:pt>
                <c:pt idx="65722">
                  <c:v>0</c:v>
                </c:pt>
                <c:pt idx="65723">
                  <c:v>0</c:v>
                </c:pt>
                <c:pt idx="65724">
                  <c:v>0</c:v>
                </c:pt>
                <c:pt idx="65725">
                  <c:v>0</c:v>
                </c:pt>
                <c:pt idx="65726">
                  <c:v>0</c:v>
                </c:pt>
                <c:pt idx="65727">
                  <c:v>0</c:v>
                </c:pt>
                <c:pt idx="65728">
                  <c:v>0</c:v>
                </c:pt>
                <c:pt idx="65729">
                  <c:v>0</c:v>
                </c:pt>
                <c:pt idx="65730">
                  <c:v>0</c:v>
                </c:pt>
                <c:pt idx="65731">
                  <c:v>0</c:v>
                </c:pt>
                <c:pt idx="65732">
                  <c:v>0</c:v>
                </c:pt>
                <c:pt idx="65733">
                  <c:v>0</c:v>
                </c:pt>
                <c:pt idx="65734">
                  <c:v>0</c:v>
                </c:pt>
                <c:pt idx="65735">
                  <c:v>0</c:v>
                </c:pt>
                <c:pt idx="65736">
                  <c:v>0</c:v>
                </c:pt>
                <c:pt idx="65737">
                  <c:v>0</c:v>
                </c:pt>
                <c:pt idx="65738">
                  <c:v>0</c:v>
                </c:pt>
                <c:pt idx="65739">
                  <c:v>0</c:v>
                </c:pt>
                <c:pt idx="65740">
                  <c:v>0</c:v>
                </c:pt>
                <c:pt idx="65741">
                  <c:v>0</c:v>
                </c:pt>
                <c:pt idx="65742">
                  <c:v>0</c:v>
                </c:pt>
                <c:pt idx="65743">
                  <c:v>0</c:v>
                </c:pt>
                <c:pt idx="65744">
                  <c:v>0</c:v>
                </c:pt>
                <c:pt idx="65745">
                  <c:v>0</c:v>
                </c:pt>
                <c:pt idx="65746">
                  <c:v>0</c:v>
                </c:pt>
                <c:pt idx="65747">
                  <c:v>0</c:v>
                </c:pt>
                <c:pt idx="65748">
                  <c:v>0</c:v>
                </c:pt>
                <c:pt idx="65749">
                  <c:v>0</c:v>
                </c:pt>
                <c:pt idx="65750">
                  <c:v>0</c:v>
                </c:pt>
                <c:pt idx="65751">
                  <c:v>0</c:v>
                </c:pt>
                <c:pt idx="65752">
                  <c:v>0</c:v>
                </c:pt>
                <c:pt idx="65753">
                  <c:v>0</c:v>
                </c:pt>
                <c:pt idx="65754">
                  <c:v>0</c:v>
                </c:pt>
                <c:pt idx="65755">
                  <c:v>0</c:v>
                </c:pt>
                <c:pt idx="65756">
                  <c:v>0</c:v>
                </c:pt>
                <c:pt idx="65757">
                  <c:v>0</c:v>
                </c:pt>
                <c:pt idx="65758">
                  <c:v>0</c:v>
                </c:pt>
                <c:pt idx="65759">
                  <c:v>0</c:v>
                </c:pt>
                <c:pt idx="65760">
                  <c:v>0</c:v>
                </c:pt>
                <c:pt idx="65761">
                  <c:v>0</c:v>
                </c:pt>
                <c:pt idx="65762">
                  <c:v>0</c:v>
                </c:pt>
                <c:pt idx="65763">
                  <c:v>0</c:v>
                </c:pt>
                <c:pt idx="65764">
                  <c:v>0</c:v>
                </c:pt>
                <c:pt idx="65765">
                  <c:v>0</c:v>
                </c:pt>
                <c:pt idx="65766">
                  <c:v>0</c:v>
                </c:pt>
                <c:pt idx="65767">
                  <c:v>0</c:v>
                </c:pt>
                <c:pt idx="65768">
                  <c:v>0</c:v>
                </c:pt>
                <c:pt idx="65769">
                  <c:v>0</c:v>
                </c:pt>
                <c:pt idx="65770">
                  <c:v>0</c:v>
                </c:pt>
                <c:pt idx="65771">
                  <c:v>0</c:v>
                </c:pt>
                <c:pt idx="65772">
                  <c:v>0</c:v>
                </c:pt>
                <c:pt idx="65773">
                  <c:v>0</c:v>
                </c:pt>
                <c:pt idx="65774">
                  <c:v>0</c:v>
                </c:pt>
                <c:pt idx="65775">
                  <c:v>0</c:v>
                </c:pt>
                <c:pt idx="65776">
                  <c:v>0</c:v>
                </c:pt>
                <c:pt idx="65777">
                  <c:v>0</c:v>
                </c:pt>
                <c:pt idx="65778">
                  <c:v>0</c:v>
                </c:pt>
                <c:pt idx="65779">
                  <c:v>0</c:v>
                </c:pt>
                <c:pt idx="65780">
                  <c:v>0</c:v>
                </c:pt>
                <c:pt idx="65781">
                  <c:v>0</c:v>
                </c:pt>
                <c:pt idx="65782">
                  <c:v>0</c:v>
                </c:pt>
                <c:pt idx="65783">
                  <c:v>0</c:v>
                </c:pt>
                <c:pt idx="65784">
                  <c:v>0</c:v>
                </c:pt>
                <c:pt idx="65785">
                  <c:v>0</c:v>
                </c:pt>
                <c:pt idx="65786">
                  <c:v>0</c:v>
                </c:pt>
                <c:pt idx="65787">
                  <c:v>0</c:v>
                </c:pt>
                <c:pt idx="65788">
                  <c:v>0</c:v>
                </c:pt>
                <c:pt idx="65789">
                  <c:v>0</c:v>
                </c:pt>
                <c:pt idx="65790">
                  <c:v>0</c:v>
                </c:pt>
                <c:pt idx="65791">
                  <c:v>0</c:v>
                </c:pt>
                <c:pt idx="65792">
                  <c:v>0</c:v>
                </c:pt>
                <c:pt idx="65793">
                  <c:v>0</c:v>
                </c:pt>
                <c:pt idx="65794">
                  <c:v>0</c:v>
                </c:pt>
                <c:pt idx="65795">
                  <c:v>0</c:v>
                </c:pt>
                <c:pt idx="65796">
                  <c:v>0</c:v>
                </c:pt>
                <c:pt idx="65797">
                  <c:v>0</c:v>
                </c:pt>
                <c:pt idx="65798">
                  <c:v>0</c:v>
                </c:pt>
                <c:pt idx="65799">
                  <c:v>0</c:v>
                </c:pt>
                <c:pt idx="65800">
                  <c:v>0</c:v>
                </c:pt>
                <c:pt idx="65801">
                  <c:v>0</c:v>
                </c:pt>
                <c:pt idx="65802">
                  <c:v>0</c:v>
                </c:pt>
                <c:pt idx="65803">
                  <c:v>0</c:v>
                </c:pt>
                <c:pt idx="65804">
                  <c:v>0</c:v>
                </c:pt>
                <c:pt idx="65805">
                  <c:v>0</c:v>
                </c:pt>
                <c:pt idx="65806">
                  <c:v>0</c:v>
                </c:pt>
                <c:pt idx="65807">
                  <c:v>0</c:v>
                </c:pt>
                <c:pt idx="65808">
                  <c:v>0</c:v>
                </c:pt>
                <c:pt idx="65809">
                  <c:v>0</c:v>
                </c:pt>
                <c:pt idx="65810">
                  <c:v>0</c:v>
                </c:pt>
                <c:pt idx="65811">
                  <c:v>0</c:v>
                </c:pt>
                <c:pt idx="65812">
                  <c:v>0</c:v>
                </c:pt>
                <c:pt idx="65813">
                  <c:v>0</c:v>
                </c:pt>
                <c:pt idx="65814">
                  <c:v>0</c:v>
                </c:pt>
                <c:pt idx="65815">
                  <c:v>0</c:v>
                </c:pt>
                <c:pt idx="65816">
                  <c:v>0</c:v>
                </c:pt>
                <c:pt idx="65817">
                  <c:v>0</c:v>
                </c:pt>
                <c:pt idx="65818">
                  <c:v>0</c:v>
                </c:pt>
                <c:pt idx="65819">
                  <c:v>0</c:v>
                </c:pt>
                <c:pt idx="65820">
                  <c:v>0</c:v>
                </c:pt>
                <c:pt idx="65821">
                  <c:v>0</c:v>
                </c:pt>
                <c:pt idx="65822">
                  <c:v>0</c:v>
                </c:pt>
                <c:pt idx="65823">
                  <c:v>0</c:v>
                </c:pt>
                <c:pt idx="65824">
                  <c:v>0</c:v>
                </c:pt>
                <c:pt idx="65825">
                  <c:v>0</c:v>
                </c:pt>
                <c:pt idx="65826">
                  <c:v>0</c:v>
                </c:pt>
                <c:pt idx="65827">
                  <c:v>0</c:v>
                </c:pt>
                <c:pt idx="65828">
                  <c:v>0</c:v>
                </c:pt>
                <c:pt idx="65829">
                  <c:v>0</c:v>
                </c:pt>
                <c:pt idx="65830">
                  <c:v>0</c:v>
                </c:pt>
                <c:pt idx="65831">
                  <c:v>0</c:v>
                </c:pt>
                <c:pt idx="65832">
                  <c:v>0</c:v>
                </c:pt>
                <c:pt idx="65833">
                  <c:v>0</c:v>
                </c:pt>
                <c:pt idx="65834">
                  <c:v>0</c:v>
                </c:pt>
                <c:pt idx="65835">
                  <c:v>0</c:v>
                </c:pt>
                <c:pt idx="65836">
                  <c:v>0</c:v>
                </c:pt>
                <c:pt idx="65837">
                  <c:v>0</c:v>
                </c:pt>
                <c:pt idx="65838">
                  <c:v>0</c:v>
                </c:pt>
                <c:pt idx="65839">
                  <c:v>0</c:v>
                </c:pt>
                <c:pt idx="65840">
                  <c:v>0</c:v>
                </c:pt>
                <c:pt idx="65841">
                  <c:v>0</c:v>
                </c:pt>
                <c:pt idx="65842">
                  <c:v>0</c:v>
                </c:pt>
                <c:pt idx="65843">
                  <c:v>0</c:v>
                </c:pt>
                <c:pt idx="65844">
                  <c:v>0</c:v>
                </c:pt>
                <c:pt idx="65845">
                  <c:v>0</c:v>
                </c:pt>
                <c:pt idx="65846">
                  <c:v>0</c:v>
                </c:pt>
                <c:pt idx="65847">
                  <c:v>0</c:v>
                </c:pt>
                <c:pt idx="65848">
                  <c:v>0</c:v>
                </c:pt>
                <c:pt idx="65849">
                  <c:v>0</c:v>
                </c:pt>
                <c:pt idx="65850">
                  <c:v>0</c:v>
                </c:pt>
                <c:pt idx="65851">
                  <c:v>0</c:v>
                </c:pt>
                <c:pt idx="65852">
                  <c:v>0</c:v>
                </c:pt>
                <c:pt idx="65853">
                  <c:v>0</c:v>
                </c:pt>
                <c:pt idx="65854">
                  <c:v>0</c:v>
                </c:pt>
                <c:pt idx="65855">
                  <c:v>0</c:v>
                </c:pt>
                <c:pt idx="65856">
                  <c:v>0</c:v>
                </c:pt>
                <c:pt idx="65857">
                  <c:v>0</c:v>
                </c:pt>
                <c:pt idx="65858">
                  <c:v>0</c:v>
                </c:pt>
                <c:pt idx="65859">
                  <c:v>0</c:v>
                </c:pt>
                <c:pt idx="65860">
                  <c:v>0</c:v>
                </c:pt>
                <c:pt idx="65861">
                  <c:v>0</c:v>
                </c:pt>
                <c:pt idx="65862">
                  <c:v>0</c:v>
                </c:pt>
                <c:pt idx="65863">
                  <c:v>0</c:v>
                </c:pt>
                <c:pt idx="65864">
                  <c:v>0</c:v>
                </c:pt>
                <c:pt idx="65865">
                  <c:v>0</c:v>
                </c:pt>
                <c:pt idx="65866">
                  <c:v>0</c:v>
                </c:pt>
                <c:pt idx="65867">
                  <c:v>0</c:v>
                </c:pt>
                <c:pt idx="65868">
                  <c:v>0</c:v>
                </c:pt>
                <c:pt idx="65869">
                  <c:v>0</c:v>
                </c:pt>
                <c:pt idx="65870">
                  <c:v>0</c:v>
                </c:pt>
                <c:pt idx="65871">
                  <c:v>0</c:v>
                </c:pt>
                <c:pt idx="65872">
                  <c:v>0</c:v>
                </c:pt>
                <c:pt idx="65873">
                  <c:v>0</c:v>
                </c:pt>
                <c:pt idx="65874">
                  <c:v>0</c:v>
                </c:pt>
                <c:pt idx="65875">
                  <c:v>0</c:v>
                </c:pt>
                <c:pt idx="65876">
                  <c:v>0</c:v>
                </c:pt>
                <c:pt idx="65877">
                  <c:v>0</c:v>
                </c:pt>
                <c:pt idx="65878">
                  <c:v>0</c:v>
                </c:pt>
                <c:pt idx="65879">
                  <c:v>0</c:v>
                </c:pt>
                <c:pt idx="65880">
                  <c:v>0</c:v>
                </c:pt>
                <c:pt idx="65881">
                  <c:v>0</c:v>
                </c:pt>
                <c:pt idx="65882">
                  <c:v>0</c:v>
                </c:pt>
                <c:pt idx="65883">
                  <c:v>0</c:v>
                </c:pt>
                <c:pt idx="65884">
                  <c:v>0</c:v>
                </c:pt>
                <c:pt idx="65885">
                  <c:v>0</c:v>
                </c:pt>
                <c:pt idx="65886">
                  <c:v>0</c:v>
                </c:pt>
                <c:pt idx="65887">
                  <c:v>0</c:v>
                </c:pt>
                <c:pt idx="65888">
                  <c:v>0</c:v>
                </c:pt>
                <c:pt idx="65889">
                  <c:v>0</c:v>
                </c:pt>
                <c:pt idx="65890">
                  <c:v>0</c:v>
                </c:pt>
                <c:pt idx="65891">
                  <c:v>0</c:v>
                </c:pt>
                <c:pt idx="65892">
                  <c:v>0</c:v>
                </c:pt>
                <c:pt idx="65893">
                  <c:v>0</c:v>
                </c:pt>
                <c:pt idx="65894">
                  <c:v>0</c:v>
                </c:pt>
                <c:pt idx="65895">
                  <c:v>0</c:v>
                </c:pt>
                <c:pt idx="65896">
                  <c:v>0</c:v>
                </c:pt>
                <c:pt idx="65897">
                  <c:v>0</c:v>
                </c:pt>
                <c:pt idx="65898">
                  <c:v>0</c:v>
                </c:pt>
                <c:pt idx="65899">
                  <c:v>0</c:v>
                </c:pt>
                <c:pt idx="65900">
                  <c:v>0</c:v>
                </c:pt>
                <c:pt idx="65901">
                  <c:v>0</c:v>
                </c:pt>
                <c:pt idx="65902">
                  <c:v>0</c:v>
                </c:pt>
                <c:pt idx="65903">
                  <c:v>0</c:v>
                </c:pt>
                <c:pt idx="65904">
                  <c:v>0</c:v>
                </c:pt>
                <c:pt idx="65905">
                  <c:v>0</c:v>
                </c:pt>
                <c:pt idx="65906">
                  <c:v>0</c:v>
                </c:pt>
                <c:pt idx="65907">
                  <c:v>0</c:v>
                </c:pt>
                <c:pt idx="65908">
                  <c:v>0</c:v>
                </c:pt>
                <c:pt idx="65909">
                  <c:v>0</c:v>
                </c:pt>
                <c:pt idx="65910">
                  <c:v>0</c:v>
                </c:pt>
                <c:pt idx="65911">
                  <c:v>0</c:v>
                </c:pt>
                <c:pt idx="65912">
                  <c:v>0</c:v>
                </c:pt>
                <c:pt idx="65913">
                  <c:v>0</c:v>
                </c:pt>
                <c:pt idx="65914">
                  <c:v>0</c:v>
                </c:pt>
                <c:pt idx="65915">
                  <c:v>0</c:v>
                </c:pt>
                <c:pt idx="65916">
                  <c:v>0</c:v>
                </c:pt>
                <c:pt idx="65917">
                  <c:v>0</c:v>
                </c:pt>
                <c:pt idx="65918">
                  <c:v>0</c:v>
                </c:pt>
                <c:pt idx="65919">
                  <c:v>0</c:v>
                </c:pt>
                <c:pt idx="65920">
                  <c:v>0</c:v>
                </c:pt>
                <c:pt idx="65921">
                  <c:v>0</c:v>
                </c:pt>
                <c:pt idx="65922">
                  <c:v>0</c:v>
                </c:pt>
                <c:pt idx="65923">
                  <c:v>0</c:v>
                </c:pt>
                <c:pt idx="65924">
                  <c:v>0</c:v>
                </c:pt>
                <c:pt idx="65925">
                  <c:v>0</c:v>
                </c:pt>
                <c:pt idx="65926">
                  <c:v>0</c:v>
                </c:pt>
                <c:pt idx="65927">
                  <c:v>0</c:v>
                </c:pt>
                <c:pt idx="65928">
                  <c:v>0</c:v>
                </c:pt>
                <c:pt idx="65929">
                  <c:v>0</c:v>
                </c:pt>
                <c:pt idx="65930">
                  <c:v>0</c:v>
                </c:pt>
                <c:pt idx="65931">
                  <c:v>0</c:v>
                </c:pt>
                <c:pt idx="65932">
                  <c:v>0</c:v>
                </c:pt>
                <c:pt idx="65933">
                  <c:v>0</c:v>
                </c:pt>
                <c:pt idx="65934">
                  <c:v>0</c:v>
                </c:pt>
                <c:pt idx="65935">
                  <c:v>0</c:v>
                </c:pt>
                <c:pt idx="65936">
                  <c:v>0</c:v>
                </c:pt>
                <c:pt idx="65937">
                  <c:v>0</c:v>
                </c:pt>
                <c:pt idx="65938">
                  <c:v>0</c:v>
                </c:pt>
                <c:pt idx="65939">
                  <c:v>0</c:v>
                </c:pt>
                <c:pt idx="65940">
                  <c:v>0</c:v>
                </c:pt>
                <c:pt idx="65941">
                  <c:v>0</c:v>
                </c:pt>
                <c:pt idx="65942">
                  <c:v>0</c:v>
                </c:pt>
                <c:pt idx="65943">
                  <c:v>0</c:v>
                </c:pt>
                <c:pt idx="65944">
                  <c:v>0</c:v>
                </c:pt>
                <c:pt idx="65945">
                  <c:v>0</c:v>
                </c:pt>
                <c:pt idx="65946">
                  <c:v>0</c:v>
                </c:pt>
                <c:pt idx="65947">
                  <c:v>0</c:v>
                </c:pt>
                <c:pt idx="65948">
                  <c:v>0</c:v>
                </c:pt>
                <c:pt idx="65949">
                  <c:v>0</c:v>
                </c:pt>
                <c:pt idx="65950">
                  <c:v>0</c:v>
                </c:pt>
                <c:pt idx="65951">
                  <c:v>0</c:v>
                </c:pt>
                <c:pt idx="65952">
                  <c:v>0</c:v>
                </c:pt>
                <c:pt idx="65953">
                  <c:v>0</c:v>
                </c:pt>
                <c:pt idx="65954">
                  <c:v>0</c:v>
                </c:pt>
                <c:pt idx="65955">
                  <c:v>0</c:v>
                </c:pt>
                <c:pt idx="65956">
                  <c:v>0</c:v>
                </c:pt>
                <c:pt idx="65957">
                  <c:v>0</c:v>
                </c:pt>
                <c:pt idx="65958">
                  <c:v>0</c:v>
                </c:pt>
                <c:pt idx="65959">
                  <c:v>0</c:v>
                </c:pt>
                <c:pt idx="65960">
                  <c:v>0</c:v>
                </c:pt>
                <c:pt idx="65961">
                  <c:v>0</c:v>
                </c:pt>
                <c:pt idx="65962">
                  <c:v>0</c:v>
                </c:pt>
                <c:pt idx="65963">
                  <c:v>0</c:v>
                </c:pt>
                <c:pt idx="65964">
                  <c:v>0</c:v>
                </c:pt>
                <c:pt idx="65965">
                  <c:v>0</c:v>
                </c:pt>
                <c:pt idx="65966">
                  <c:v>0</c:v>
                </c:pt>
                <c:pt idx="65967">
                  <c:v>0</c:v>
                </c:pt>
                <c:pt idx="65968">
                  <c:v>0</c:v>
                </c:pt>
                <c:pt idx="65969">
                  <c:v>0</c:v>
                </c:pt>
                <c:pt idx="65970">
                  <c:v>0</c:v>
                </c:pt>
                <c:pt idx="65971">
                  <c:v>0</c:v>
                </c:pt>
                <c:pt idx="65972">
                  <c:v>0</c:v>
                </c:pt>
                <c:pt idx="65973">
                  <c:v>0</c:v>
                </c:pt>
                <c:pt idx="65974">
                  <c:v>0</c:v>
                </c:pt>
                <c:pt idx="65975">
                  <c:v>0</c:v>
                </c:pt>
                <c:pt idx="65976">
                  <c:v>0</c:v>
                </c:pt>
                <c:pt idx="65977">
                  <c:v>0</c:v>
                </c:pt>
                <c:pt idx="65978">
                  <c:v>0</c:v>
                </c:pt>
                <c:pt idx="65979">
                  <c:v>0</c:v>
                </c:pt>
                <c:pt idx="65980">
                  <c:v>0</c:v>
                </c:pt>
                <c:pt idx="65981">
                  <c:v>0</c:v>
                </c:pt>
                <c:pt idx="65982">
                  <c:v>0</c:v>
                </c:pt>
                <c:pt idx="65983">
                  <c:v>0</c:v>
                </c:pt>
                <c:pt idx="65984">
                  <c:v>0</c:v>
                </c:pt>
                <c:pt idx="65985">
                  <c:v>0</c:v>
                </c:pt>
                <c:pt idx="65986">
                  <c:v>0</c:v>
                </c:pt>
                <c:pt idx="65987">
                  <c:v>0</c:v>
                </c:pt>
                <c:pt idx="65988">
                  <c:v>0</c:v>
                </c:pt>
                <c:pt idx="65989">
                  <c:v>0</c:v>
                </c:pt>
                <c:pt idx="65990">
                  <c:v>0</c:v>
                </c:pt>
                <c:pt idx="65991">
                  <c:v>0</c:v>
                </c:pt>
                <c:pt idx="65992">
                  <c:v>0</c:v>
                </c:pt>
                <c:pt idx="65993">
                  <c:v>0</c:v>
                </c:pt>
                <c:pt idx="65994">
                  <c:v>0</c:v>
                </c:pt>
                <c:pt idx="65995">
                  <c:v>0</c:v>
                </c:pt>
                <c:pt idx="65996">
                  <c:v>0</c:v>
                </c:pt>
                <c:pt idx="65997">
                  <c:v>0</c:v>
                </c:pt>
                <c:pt idx="65998">
                  <c:v>0</c:v>
                </c:pt>
                <c:pt idx="65999">
                  <c:v>0</c:v>
                </c:pt>
                <c:pt idx="66000">
                  <c:v>0</c:v>
                </c:pt>
                <c:pt idx="66001">
                  <c:v>0</c:v>
                </c:pt>
                <c:pt idx="66002">
                  <c:v>0</c:v>
                </c:pt>
                <c:pt idx="66003">
                  <c:v>0</c:v>
                </c:pt>
                <c:pt idx="66004">
                  <c:v>0</c:v>
                </c:pt>
                <c:pt idx="66005">
                  <c:v>0</c:v>
                </c:pt>
                <c:pt idx="66006">
                  <c:v>0</c:v>
                </c:pt>
                <c:pt idx="66007">
                  <c:v>0</c:v>
                </c:pt>
                <c:pt idx="66008">
                  <c:v>0</c:v>
                </c:pt>
                <c:pt idx="66009">
                  <c:v>0</c:v>
                </c:pt>
                <c:pt idx="66010">
                  <c:v>0</c:v>
                </c:pt>
                <c:pt idx="66011">
                  <c:v>0</c:v>
                </c:pt>
                <c:pt idx="66012">
                  <c:v>0</c:v>
                </c:pt>
                <c:pt idx="66013">
                  <c:v>0</c:v>
                </c:pt>
                <c:pt idx="66014">
                  <c:v>0</c:v>
                </c:pt>
                <c:pt idx="66015">
                  <c:v>0</c:v>
                </c:pt>
                <c:pt idx="66016">
                  <c:v>0</c:v>
                </c:pt>
                <c:pt idx="66017">
                  <c:v>0</c:v>
                </c:pt>
                <c:pt idx="66018">
                  <c:v>0</c:v>
                </c:pt>
                <c:pt idx="66019">
                  <c:v>0</c:v>
                </c:pt>
                <c:pt idx="66020">
                  <c:v>0</c:v>
                </c:pt>
                <c:pt idx="66021">
                  <c:v>0</c:v>
                </c:pt>
                <c:pt idx="66022">
                  <c:v>0</c:v>
                </c:pt>
                <c:pt idx="66023">
                  <c:v>0</c:v>
                </c:pt>
                <c:pt idx="66024">
                  <c:v>0</c:v>
                </c:pt>
                <c:pt idx="66025">
                  <c:v>0</c:v>
                </c:pt>
                <c:pt idx="66026">
                  <c:v>0</c:v>
                </c:pt>
                <c:pt idx="66027">
                  <c:v>0</c:v>
                </c:pt>
                <c:pt idx="66028">
                  <c:v>0</c:v>
                </c:pt>
                <c:pt idx="66029">
                  <c:v>0</c:v>
                </c:pt>
                <c:pt idx="66030">
                  <c:v>0</c:v>
                </c:pt>
                <c:pt idx="66031">
                  <c:v>0</c:v>
                </c:pt>
                <c:pt idx="66032">
                  <c:v>0</c:v>
                </c:pt>
                <c:pt idx="66033">
                  <c:v>0</c:v>
                </c:pt>
                <c:pt idx="66034">
                  <c:v>0</c:v>
                </c:pt>
                <c:pt idx="66035">
                  <c:v>0</c:v>
                </c:pt>
                <c:pt idx="66036">
                  <c:v>0</c:v>
                </c:pt>
                <c:pt idx="66037">
                  <c:v>0</c:v>
                </c:pt>
                <c:pt idx="66038">
                  <c:v>0</c:v>
                </c:pt>
                <c:pt idx="66039">
                  <c:v>0</c:v>
                </c:pt>
                <c:pt idx="66040">
                  <c:v>0</c:v>
                </c:pt>
                <c:pt idx="66041">
                  <c:v>0</c:v>
                </c:pt>
                <c:pt idx="66042">
                  <c:v>0</c:v>
                </c:pt>
                <c:pt idx="66043">
                  <c:v>0</c:v>
                </c:pt>
                <c:pt idx="66044">
                  <c:v>0</c:v>
                </c:pt>
                <c:pt idx="66045">
                  <c:v>0</c:v>
                </c:pt>
                <c:pt idx="66046">
                  <c:v>0</c:v>
                </c:pt>
                <c:pt idx="66047">
                  <c:v>0</c:v>
                </c:pt>
                <c:pt idx="66048">
                  <c:v>0</c:v>
                </c:pt>
                <c:pt idx="66049">
                  <c:v>0</c:v>
                </c:pt>
                <c:pt idx="66050">
                  <c:v>0</c:v>
                </c:pt>
                <c:pt idx="66051">
                  <c:v>0</c:v>
                </c:pt>
                <c:pt idx="66052">
                  <c:v>0</c:v>
                </c:pt>
                <c:pt idx="66053">
                  <c:v>0</c:v>
                </c:pt>
                <c:pt idx="66054">
                  <c:v>0</c:v>
                </c:pt>
                <c:pt idx="66055">
                  <c:v>0</c:v>
                </c:pt>
                <c:pt idx="66056">
                  <c:v>0</c:v>
                </c:pt>
                <c:pt idx="66057">
                  <c:v>0</c:v>
                </c:pt>
                <c:pt idx="66058">
                  <c:v>0</c:v>
                </c:pt>
                <c:pt idx="66059">
                  <c:v>0</c:v>
                </c:pt>
                <c:pt idx="66060">
                  <c:v>0</c:v>
                </c:pt>
                <c:pt idx="66061">
                  <c:v>0</c:v>
                </c:pt>
                <c:pt idx="66062">
                  <c:v>0</c:v>
                </c:pt>
                <c:pt idx="66063">
                  <c:v>0</c:v>
                </c:pt>
                <c:pt idx="66064">
                  <c:v>0</c:v>
                </c:pt>
                <c:pt idx="66065">
                  <c:v>0</c:v>
                </c:pt>
                <c:pt idx="66066">
                  <c:v>0</c:v>
                </c:pt>
                <c:pt idx="66067">
                  <c:v>0</c:v>
                </c:pt>
                <c:pt idx="66068">
                  <c:v>0</c:v>
                </c:pt>
                <c:pt idx="66069">
                  <c:v>0</c:v>
                </c:pt>
                <c:pt idx="66070">
                  <c:v>0</c:v>
                </c:pt>
                <c:pt idx="66071">
                  <c:v>0</c:v>
                </c:pt>
                <c:pt idx="66072">
                  <c:v>0</c:v>
                </c:pt>
                <c:pt idx="66073">
                  <c:v>0</c:v>
                </c:pt>
                <c:pt idx="66074">
                  <c:v>0</c:v>
                </c:pt>
                <c:pt idx="66075">
                  <c:v>0</c:v>
                </c:pt>
                <c:pt idx="66076">
                  <c:v>0</c:v>
                </c:pt>
                <c:pt idx="66077">
                  <c:v>0</c:v>
                </c:pt>
                <c:pt idx="66078">
                  <c:v>0</c:v>
                </c:pt>
                <c:pt idx="66079">
                  <c:v>0</c:v>
                </c:pt>
                <c:pt idx="66080">
                  <c:v>0</c:v>
                </c:pt>
                <c:pt idx="66081">
                  <c:v>0</c:v>
                </c:pt>
                <c:pt idx="66082">
                  <c:v>0</c:v>
                </c:pt>
                <c:pt idx="66083">
                  <c:v>0</c:v>
                </c:pt>
                <c:pt idx="66084">
                  <c:v>0</c:v>
                </c:pt>
                <c:pt idx="66085">
                  <c:v>0</c:v>
                </c:pt>
                <c:pt idx="66086">
                  <c:v>0</c:v>
                </c:pt>
                <c:pt idx="66087">
                  <c:v>0</c:v>
                </c:pt>
                <c:pt idx="66088">
                  <c:v>0</c:v>
                </c:pt>
                <c:pt idx="66089">
                  <c:v>0</c:v>
                </c:pt>
                <c:pt idx="66090">
                  <c:v>0</c:v>
                </c:pt>
                <c:pt idx="66091">
                  <c:v>0</c:v>
                </c:pt>
                <c:pt idx="66092">
                  <c:v>0</c:v>
                </c:pt>
                <c:pt idx="66093">
                  <c:v>0</c:v>
                </c:pt>
                <c:pt idx="66094">
                  <c:v>0</c:v>
                </c:pt>
                <c:pt idx="66095">
                  <c:v>0</c:v>
                </c:pt>
                <c:pt idx="66096">
                  <c:v>0</c:v>
                </c:pt>
                <c:pt idx="66097">
                  <c:v>0</c:v>
                </c:pt>
                <c:pt idx="66098">
                  <c:v>0</c:v>
                </c:pt>
                <c:pt idx="66099">
                  <c:v>0</c:v>
                </c:pt>
                <c:pt idx="66100">
                  <c:v>0</c:v>
                </c:pt>
                <c:pt idx="66101">
                  <c:v>0</c:v>
                </c:pt>
                <c:pt idx="66102">
                  <c:v>0</c:v>
                </c:pt>
                <c:pt idx="66103">
                  <c:v>0</c:v>
                </c:pt>
                <c:pt idx="66104">
                  <c:v>0</c:v>
                </c:pt>
                <c:pt idx="66105">
                  <c:v>0</c:v>
                </c:pt>
                <c:pt idx="66106">
                  <c:v>0</c:v>
                </c:pt>
                <c:pt idx="66107">
                  <c:v>0</c:v>
                </c:pt>
                <c:pt idx="66108">
                  <c:v>0</c:v>
                </c:pt>
                <c:pt idx="66109">
                  <c:v>0</c:v>
                </c:pt>
                <c:pt idx="66110">
                  <c:v>0</c:v>
                </c:pt>
                <c:pt idx="66111">
                  <c:v>0</c:v>
                </c:pt>
                <c:pt idx="66112">
                  <c:v>0</c:v>
                </c:pt>
                <c:pt idx="66113">
                  <c:v>0</c:v>
                </c:pt>
                <c:pt idx="66114">
                  <c:v>0</c:v>
                </c:pt>
                <c:pt idx="66115">
                  <c:v>0</c:v>
                </c:pt>
                <c:pt idx="66116">
                  <c:v>0</c:v>
                </c:pt>
                <c:pt idx="66117">
                  <c:v>0</c:v>
                </c:pt>
                <c:pt idx="66118">
                  <c:v>0</c:v>
                </c:pt>
                <c:pt idx="66119">
                  <c:v>0</c:v>
                </c:pt>
                <c:pt idx="66120">
                  <c:v>0</c:v>
                </c:pt>
                <c:pt idx="66121">
                  <c:v>0</c:v>
                </c:pt>
                <c:pt idx="66122">
                  <c:v>0</c:v>
                </c:pt>
                <c:pt idx="66123">
                  <c:v>0</c:v>
                </c:pt>
                <c:pt idx="66124">
                  <c:v>0</c:v>
                </c:pt>
                <c:pt idx="66125">
                  <c:v>0</c:v>
                </c:pt>
                <c:pt idx="66126">
                  <c:v>0</c:v>
                </c:pt>
                <c:pt idx="66127">
                  <c:v>0</c:v>
                </c:pt>
                <c:pt idx="66128">
                  <c:v>0</c:v>
                </c:pt>
                <c:pt idx="66129">
                  <c:v>0</c:v>
                </c:pt>
                <c:pt idx="66130">
                  <c:v>0</c:v>
                </c:pt>
                <c:pt idx="66131">
                  <c:v>0</c:v>
                </c:pt>
                <c:pt idx="66132">
                  <c:v>0</c:v>
                </c:pt>
                <c:pt idx="66133">
                  <c:v>0</c:v>
                </c:pt>
                <c:pt idx="66134">
                  <c:v>0</c:v>
                </c:pt>
                <c:pt idx="66135">
                  <c:v>0</c:v>
                </c:pt>
                <c:pt idx="66136">
                  <c:v>0</c:v>
                </c:pt>
                <c:pt idx="66137">
                  <c:v>0</c:v>
                </c:pt>
                <c:pt idx="66138">
                  <c:v>0</c:v>
                </c:pt>
                <c:pt idx="66139">
                  <c:v>0</c:v>
                </c:pt>
                <c:pt idx="66140">
                  <c:v>0</c:v>
                </c:pt>
                <c:pt idx="66141">
                  <c:v>0</c:v>
                </c:pt>
                <c:pt idx="66142">
                  <c:v>0</c:v>
                </c:pt>
                <c:pt idx="66143">
                  <c:v>0</c:v>
                </c:pt>
                <c:pt idx="66144">
                  <c:v>0</c:v>
                </c:pt>
                <c:pt idx="66145">
                  <c:v>0</c:v>
                </c:pt>
                <c:pt idx="66146">
                  <c:v>0</c:v>
                </c:pt>
                <c:pt idx="66147">
                  <c:v>0</c:v>
                </c:pt>
                <c:pt idx="66148">
                  <c:v>0</c:v>
                </c:pt>
                <c:pt idx="66149">
                  <c:v>0</c:v>
                </c:pt>
                <c:pt idx="66150">
                  <c:v>0</c:v>
                </c:pt>
                <c:pt idx="66151">
                  <c:v>0</c:v>
                </c:pt>
                <c:pt idx="66152">
                  <c:v>0</c:v>
                </c:pt>
                <c:pt idx="66153">
                  <c:v>0</c:v>
                </c:pt>
                <c:pt idx="66154">
                  <c:v>0</c:v>
                </c:pt>
                <c:pt idx="66155">
                  <c:v>0</c:v>
                </c:pt>
                <c:pt idx="66156">
                  <c:v>0</c:v>
                </c:pt>
                <c:pt idx="66157">
                  <c:v>0</c:v>
                </c:pt>
                <c:pt idx="66158">
                  <c:v>0</c:v>
                </c:pt>
                <c:pt idx="66159">
                  <c:v>0</c:v>
                </c:pt>
                <c:pt idx="66160">
                  <c:v>0</c:v>
                </c:pt>
                <c:pt idx="66161">
                  <c:v>0</c:v>
                </c:pt>
                <c:pt idx="66162">
                  <c:v>0</c:v>
                </c:pt>
                <c:pt idx="66163">
                  <c:v>0</c:v>
                </c:pt>
                <c:pt idx="66164">
                  <c:v>0</c:v>
                </c:pt>
                <c:pt idx="66165">
                  <c:v>0</c:v>
                </c:pt>
                <c:pt idx="66166">
                  <c:v>0</c:v>
                </c:pt>
                <c:pt idx="66167">
                  <c:v>0</c:v>
                </c:pt>
                <c:pt idx="66168">
                  <c:v>0</c:v>
                </c:pt>
                <c:pt idx="66169">
                  <c:v>0</c:v>
                </c:pt>
                <c:pt idx="66170">
                  <c:v>0</c:v>
                </c:pt>
                <c:pt idx="66171">
                  <c:v>0</c:v>
                </c:pt>
                <c:pt idx="66172">
                  <c:v>0</c:v>
                </c:pt>
                <c:pt idx="66173">
                  <c:v>0</c:v>
                </c:pt>
                <c:pt idx="66174">
                  <c:v>0</c:v>
                </c:pt>
                <c:pt idx="66175">
                  <c:v>0</c:v>
                </c:pt>
                <c:pt idx="66176">
                  <c:v>0</c:v>
                </c:pt>
                <c:pt idx="66177">
                  <c:v>0</c:v>
                </c:pt>
                <c:pt idx="66178">
                  <c:v>0</c:v>
                </c:pt>
                <c:pt idx="66179">
                  <c:v>0</c:v>
                </c:pt>
                <c:pt idx="66180">
                  <c:v>0</c:v>
                </c:pt>
                <c:pt idx="66181">
                  <c:v>0</c:v>
                </c:pt>
                <c:pt idx="66182">
                  <c:v>0</c:v>
                </c:pt>
                <c:pt idx="66183">
                  <c:v>0</c:v>
                </c:pt>
                <c:pt idx="66184">
                  <c:v>0</c:v>
                </c:pt>
                <c:pt idx="66185">
                  <c:v>0</c:v>
                </c:pt>
                <c:pt idx="66186">
                  <c:v>0</c:v>
                </c:pt>
                <c:pt idx="66187">
                  <c:v>0</c:v>
                </c:pt>
                <c:pt idx="66188">
                  <c:v>0</c:v>
                </c:pt>
                <c:pt idx="66189">
                  <c:v>0</c:v>
                </c:pt>
                <c:pt idx="66190">
                  <c:v>0</c:v>
                </c:pt>
                <c:pt idx="66191">
                  <c:v>0</c:v>
                </c:pt>
                <c:pt idx="66192">
                  <c:v>0</c:v>
                </c:pt>
                <c:pt idx="66193">
                  <c:v>0</c:v>
                </c:pt>
                <c:pt idx="66194">
                  <c:v>0</c:v>
                </c:pt>
                <c:pt idx="66195">
                  <c:v>0</c:v>
                </c:pt>
                <c:pt idx="66196">
                  <c:v>0</c:v>
                </c:pt>
                <c:pt idx="66197">
                  <c:v>0</c:v>
                </c:pt>
                <c:pt idx="66198">
                  <c:v>0</c:v>
                </c:pt>
                <c:pt idx="66199">
                  <c:v>0</c:v>
                </c:pt>
                <c:pt idx="66200">
                  <c:v>0</c:v>
                </c:pt>
                <c:pt idx="66201">
                  <c:v>0</c:v>
                </c:pt>
                <c:pt idx="66202">
                  <c:v>0</c:v>
                </c:pt>
                <c:pt idx="66203">
                  <c:v>0</c:v>
                </c:pt>
                <c:pt idx="66204">
                  <c:v>0</c:v>
                </c:pt>
                <c:pt idx="66205">
                  <c:v>0</c:v>
                </c:pt>
                <c:pt idx="66206">
                  <c:v>0</c:v>
                </c:pt>
                <c:pt idx="66207">
                  <c:v>0</c:v>
                </c:pt>
                <c:pt idx="66208">
                  <c:v>0</c:v>
                </c:pt>
                <c:pt idx="66209">
                  <c:v>0</c:v>
                </c:pt>
                <c:pt idx="66210">
                  <c:v>0</c:v>
                </c:pt>
                <c:pt idx="66211">
                  <c:v>0</c:v>
                </c:pt>
                <c:pt idx="66212">
                  <c:v>0</c:v>
                </c:pt>
                <c:pt idx="66213">
                  <c:v>0</c:v>
                </c:pt>
                <c:pt idx="66214">
                  <c:v>0</c:v>
                </c:pt>
                <c:pt idx="66215">
                  <c:v>0</c:v>
                </c:pt>
                <c:pt idx="66216">
                  <c:v>0</c:v>
                </c:pt>
                <c:pt idx="66217">
                  <c:v>0</c:v>
                </c:pt>
                <c:pt idx="66218">
                  <c:v>0</c:v>
                </c:pt>
                <c:pt idx="66219">
                  <c:v>0</c:v>
                </c:pt>
                <c:pt idx="66220">
                  <c:v>0</c:v>
                </c:pt>
                <c:pt idx="66221">
                  <c:v>0</c:v>
                </c:pt>
                <c:pt idx="66222">
                  <c:v>0</c:v>
                </c:pt>
                <c:pt idx="66223">
                  <c:v>0</c:v>
                </c:pt>
                <c:pt idx="66224">
                  <c:v>0</c:v>
                </c:pt>
                <c:pt idx="66225">
                  <c:v>0</c:v>
                </c:pt>
                <c:pt idx="66226">
                  <c:v>0</c:v>
                </c:pt>
                <c:pt idx="66227">
                  <c:v>0</c:v>
                </c:pt>
                <c:pt idx="66228">
                  <c:v>0</c:v>
                </c:pt>
                <c:pt idx="66229">
                  <c:v>0</c:v>
                </c:pt>
                <c:pt idx="66230">
                  <c:v>0</c:v>
                </c:pt>
                <c:pt idx="66231">
                  <c:v>0</c:v>
                </c:pt>
                <c:pt idx="66232">
                  <c:v>0</c:v>
                </c:pt>
                <c:pt idx="66233">
                  <c:v>0</c:v>
                </c:pt>
                <c:pt idx="66234">
                  <c:v>0</c:v>
                </c:pt>
                <c:pt idx="66235">
                  <c:v>0</c:v>
                </c:pt>
                <c:pt idx="66236">
                  <c:v>0</c:v>
                </c:pt>
                <c:pt idx="66237">
                  <c:v>0</c:v>
                </c:pt>
                <c:pt idx="66238">
                  <c:v>0</c:v>
                </c:pt>
                <c:pt idx="66239">
                  <c:v>0</c:v>
                </c:pt>
                <c:pt idx="66240">
                  <c:v>0</c:v>
                </c:pt>
                <c:pt idx="66241">
                  <c:v>0</c:v>
                </c:pt>
                <c:pt idx="66242">
                  <c:v>0</c:v>
                </c:pt>
                <c:pt idx="66243">
                  <c:v>0</c:v>
                </c:pt>
                <c:pt idx="66244">
                  <c:v>0</c:v>
                </c:pt>
                <c:pt idx="66245">
                  <c:v>0</c:v>
                </c:pt>
                <c:pt idx="66246">
                  <c:v>0</c:v>
                </c:pt>
                <c:pt idx="66247">
                  <c:v>0</c:v>
                </c:pt>
                <c:pt idx="66248">
                  <c:v>0</c:v>
                </c:pt>
                <c:pt idx="66249">
                  <c:v>0</c:v>
                </c:pt>
                <c:pt idx="66250">
                  <c:v>0</c:v>
                </c:pt>
                <c:pt idx="66251">
                  <c:v>0</c:v>
                </c:pt>
                <c:pt idx="66252">
                  <c:v>0</c:v>
                </c:pt>
                <c:pt idx="66253">
                  <c:v>0</c:v>
                </c:pt>
                <c:pt idx="66254">
                  <c:v>0</c:v>
                </c:pt>
                <c:pt idx="66255">
                  <c:v>0</c:v>
                </c:pt>
                <c:pt idx="66256">
                  <c:v>0</c:v>
                </c:pt>
                <c:pt idx="66257">
                  <c:v>0</c:v>
                </c:pt>
                <c:pt idx="66258">
                  <c:v>0</c:v>
                </c:pt>
                <c:pt idx="66259">
                  <c:v>0</c:v>
                </c:pt>
                <c:pt idx="66260">
                  <c:v>0</c:v>
                </c:pt>
                <c:pt idx="66261">
                  <c:v>0</c:v>
                </c:pt>
                <c:pt idx="66262">
                  <c:v>0</c:v>
                </c:pt>
                <c:pt idx="66263">
                  <c:v>0</c:v>
                </c:pt>
                <c:pt idx="66264">
                  <c:v>0</c:v>
                </c:pt>
                <c:pt idx="66265">
                  <c:v>0</c:v>
                </c:pt>
                <c:pt idx="66266">
                  <c:v>0</c:v>
                </c:pt>
                <c:pt idx="66267">
                  <c:v>0</c:v>
                </c:pt>
                <c:pt idx="66268">
                  <c:v>0</c:v>
                </c:pt>
                <c:pt idx="66269">
                  <c:v>0</c:v>
                </c:pt>
                <c:pt idx="66270">
                  <c:v>0</c:v>
                </c:pt>
                <c:pt idx="66271">
                  <c:v>0</c:v>
                </c:pt>
                <c:pt idx="66272">
                  <c:v>0</c:v>
                </c:pt>
                <c:pt idx="66273">
                  <c:v>0</c:v>
                </c:pt>
                <c:pt idx="66274">
                  <c:v>0</c:v>
                </c:pt>
                <c:pt idx="66275">
                  <c:v>0</c:v>
                </c:pt>
                <c:pt idx="66276">
                  <c:v>0</c:v>
                </c:pt>
                <c:pt idx="66277">
                  <c:v>0</c:v>
                </c:pt>
                <c:pt idx="66278">
                  <c:v>0</c:v>
                </c:pt>
                <c:pt idx="66279">
                  <c:v>0</c:v>
                </c:pt>
                <c:pt idx="66280">
                  <c:v>0</c:v>
                </c:pt>
                <c:pt idx="66281">
                  <c:v>0</c:v>
                </c:pt>
                <c:pt idx="66282">
                  <c:v>0</c:v>
                </c:pt>
                <c:pt idx="66283">
                  <c:v>0</c:v>
                </c:pt>
                <c:pt idx="66284">
                  <c:v>0</c:v>
                </c:pt>
                <c:pt idx="66285">
                  <c:v>0</c:v>
                </c:pt>
                <c:pt idx="66286">
                  <c:v>0</c:v>
                </c:pt>
                <c:pt idx="66287">
                  <c:v>0</c:v>
                </c:pt>
                <c:pt idx="66288">
                  <c:v>0</c:v>
                </c:pt>
                <c:pt idx="66289">
                  <c:v>0</c:v>
                </c:pt>
                <c:pt idx="66290">
                  <c:v>0</c:v>
                </c:pt>
                <c:pt idx="66291">
                  <c:v>0</c:v>
                </c:pt>
                <c:pt idx="66292">
                  <c:v>0</c:v>
                </c:pt>
                <c:pt idx="66293">
                  <c:v>0</c:v>
                </c:pt>
                <c:pt idx="66294">
                  <c:v>0</c:v>
                </c:pt>
                <c:pt idx="66295">
                  <c:v>0</c:v>
                </c:pt>
                <c:pt idx="66296">
                  <c:v>0</c:v>
                </c:pt>
                <c:pt idx="66297">
                  <c:v>0</c:v>
                </c:pt>
                <c:pt idx="66298">
                  <c:v>0</c:v>
                </c:pt>
                <c:pt idx="66299">
                  <c:v>0</c:v>
                </c:pt>
                <c:pt idx="66300">
                  <c:v>0</c:v>
                </c:pt>
                <c:pt idx="66301">
                  <c:v>0</c:v>
                </c:pt>
                <c:pt idx="66302">
                  <c:v>0</c:v>
                </c:pt>
                <c:pt idx="66303">
                  <c:v>0</c:v>
                </c:pt>
                <c:pt idx="66304">
                  <c:v>0</c:v>
                </c:pt>
                <c:pt idx="66305">
                  <c:v>0</c:v>
                </c:pt>
                <c:pt idx="66306">
                  <c:v>0</c:v>
                </c:pt>
                <c:pt idx="66307">
                  <c:v>0</c:v>
                </c:pt>
                <c:pt idx="66308">
                  <c:v>0</c:v>
                </c:pt>
                <c:pt idx="66309">
                  <c:v>0</c:v>
                </c:pt>
                <c:pt idx="66310">
                  <c:v>0</c:v>
                </c:pt>
                <c:pt idx="66311">
                  <c:v>0</c:v>
                </c:pt>
                <c:pt idx="66312">
                  <c:v>0</c:v>
                </c:pt>
                <c:pt idx="66313">
                  <c:v>0</c:v>
                </c:pt>
                <c:pt idx="66314">
                  <c:v>0</c:v>
                </c:pt>
                <c:pt idx="66315">
                  <c:v>0</c:v>
                </c:pt>
                <c:pt idx="66316">
                  <c:v>0</c:v>
                </c:pt>
                <c:pt idx="66317">
                  <c:v>0</c:v>
                </c:pt>
                <c:pt idx="66318">
                  <c:v>0</c:v>
                </c:pt>
                <c:pt idx="66319">
                  <c:v>0</c:v>
                </c:pt>
                <c:pt idx="66320">
                  <c:v>0</c:v>
                </c:pt>
                <c:pt idx="66321">
                  <c:v>0</c:v>
                </c:pt>
                <c:pt idx="66322">
                  <c:v>0</c:v>
                </c:pt>
                <c:pt idx="66323">
                  <c:v>0</c:v>
                </c:pt>
                <c:pt idx="66324">
                  <c:v>0</c:v>
                </c:pt>
                <c:pt idx="66325">
                  <c:v>0</c:v>
                </c:pt>
                <c:pt idx="66326">
                  <c:v>0</c:v>
                </c:pt>
                <c:pt idx="66327">
                  <c:v>0</c:v>
                </c:pt>
                <c:pt idx="66328">
                  <c:v>0</c:v>
                </c:pt>
                <c:pt idx="66329">
                  <c:v>0</c:v>
                </c:pt>
                <c:pt idx="66330">
                  <c:v>0</c:v>
                </c:pt>
                <c:pt idx="66331">
                  <c:v>0</c:v>
                </c:pt>
                <c:pt idx="66332">
                  <c:v>0</c:v>
                </c:pt>
                <c:pt idx="66333">
                  <c:v>0</c:v>
                </c:pt>
                <c:pt idx="66334">
                  <c:v>0</c:v>
                </c:pt>
                <c:pt idx="66335">
                  <c:v>0</c:v>
                </c:pt>
                <c:pt idx="66336">
                  <c:v>0</c:v>
                </c:pt>
                <c:pt idx="66337">
                  <c:v>0</c:v>
                </c:pt>
                <c:pt idx="66338">
                  <c:v>0</c:v>
                </c:pt>
                <c:pt idx="66339">
                  <c:v>0</c:v>
                </c:pt>
                <c:pt idx="66340">
                  <c:v>0</c:v>
                </c:pt>
                <c:pt idx="66341">
                  <c:v>0</c:v>
                </c:pt>
                <c:pt idx="66342">
                  <c:v>0</c:v>
                </c:pt>
                <c:pt idx="66343">
                  <c:v>0</c:v>
                </c:pt>
                <c:pt idx="66344">
                  <c:v>0</c:v>
                </c:pt>
                <c:pt idx="66345">
                  <c:v>0</c:v>
                </c:pt>
                <c:pt idx="66346">
                  <c:v>0</c:v>
                </c:pt>
                <c:pt idx="66347">
                  <c:v>0</c:v>
                </c:pt>
                <c:pt idx="66348">
                  <c:v>0</c:v>
                </c:pt>
                <c:pt idx="66349">
                  <c:v>0</c:v>
                </c:pt>
                <c:pt idx="66350">
                  <c:v>0</c:v>
                </c:pt>
                <c:pt idx="66351">
                  <c:v>0</c:v>
                </c:pt>
                <c:pt idx="66352">
                  <c:v>0</c:v>
                </c:pt>
                <c:pt idx="66353">
                  <c:v>0</c:v>
                </c:pt>
                <c:pt idx="66354">
                  <c:v>0</c:v>
                </c:pt>
                <c:pt idx="66355">
                  <c:v>0</c:v>
                </c:pt>
                <c:pt idx="66356">
                  <c:v>0</c:v>
                </c:pt>
                <c:pt idx="66357">
                  <c:v>0</c:v>
                </c:pt>
                <c:pt idx="66358">
                  <c:v>0</c:v>
                </c:pt>
                <c:pt idx="66359">
                  <c:v>0</c:v>
                </c:pt>
                <c:pt idx="66360">
                  <c:v>0</c:v>
                </c:pt>
                <c:pt idx="66361">
                  <c:v>0</c:v>
                </c:pt>
                <c:pt idx="66362">
                  <c:v>0</c:v>
                </c:pt>
                <c:pt idx="66363">
                  <c:v>0</c:v>
                </c:pt>
                <c:pt idx="66364">
                  <c:v>0</c:v>
                </c:pt>
                <c:pt idx="66365">
                  <c:v>0</c:v>
                </c:pt>
                <c:pt idx="66366">
                  <c:v>0</c:v>
                </c:pt>
                <c:pt idx="66367">
                  <c:v>0</c:v>
                </c:pt>
                <c:pt idx="66368">
                  <c:v>0</c:v>
                </c:pt>
                <c:pt idx="66369">
                  <c:v>0</c:v>
                </c:pt>
                <c:pt idx="66370">
                  <c:v>0</c:v>
                </c:pt>
                <c:pt idx="66371">
                  <c:v>0</c:v>
                </c:pt>
                <c:pt idx="66372">
                  <c:v>0</c:v>
                </c:pt>
                <c:pt idx="66373">
                  <c:v>0</c:v>
                </c:pt>
                <c:pt idx="66374">
                  <c:v>0</c:v>
                </c:pt>
                <c:pt idx="66375">
                  <c:v>0</c:v>
                </c:pt>
                <c:pt idx="66376">
                  <c:v>0</c:v>
                </c:pt>
                <c:pt idx="66377">
                  <c:v>0</c:v>
                </c:pt>
                <c:pt idx="66378">
                  <c:v>0</c:v>
                </c:pt>
                <c:pt idx="66379">
                  <c:v>0</c:v>
                </c:pt>
                <c:pt idx="66380">
                  <c:v>0</c:v>
                </c:pt>
                <c:pt idx="66381">
                  <c:v>0</c:v>
                </c:pt>
                <c:pt idx="66382">
                  <c:v>0</c:v>
                </c:pt>
                <c:pt idx="66383">
                  <c:v>0</c:v>
                </c:pt>
                <c:pt idx="66384">
                  <c:v>0</c:v>
                </c:pt>
                <c:pt idx="66385">
                  <c:v>0</c:v>
                </c:pt>
                <c:pt idx="66386">
                  <c:v>0</c:v>
                </c:pt>
                <c:pt idx="66387">
                  <c:v>0</c:v>
                </c:pt>
                <c:pt idx="66388">
                  <c:v>0</c:v>
                </c:pt>
                <c:pt idx="66389">
                  <c:v>0</c:v>
                </c:pt>
                <c:pt idx="66390">
                  <c:v>0</c:v>
                </c:pt>
                <c:pt idx="66391">
                  <c:v>0</c:v>
                </c:pt>
                <c:pt idx="66392">
                  <c:v>0</c:v>
                </c:pt>
                <c:pt idx="66393">
                  <c:v>0</c:v>
                </c:pt>
                <c:pt idx="66394">
                  <c:v>0</c:v>
                </c:pt>
                <c:pt idx="66395">
                  <c:v>0</c:v>
                </c:pt>
                <c:pt idx="66396">
                  <c:v>0</c:v>
                </c:pt>
                <c:pt idx="66397">
                  <c:v>0</c:v>
                </c:pt>
                <c:pt idx="66398">
                  <c:v>0</c:v>
                </c:pt>
                <c:pt idx="66399">
                  <c:v>0</c:v>
                </c:pt>
                <c:pt idx="66400">
                  <c:v>0</c:v>
                </c:pt>
                <c:pt idx="66401">
                  <c:v>0</c:v>
                </c:pt>
                <c:pt idx="66402">
                  <c:v>0</c:v>
                </c:pt>
                <c:pt idx="66403">
                  <c:v>0</c:v>
                </c:pt>
                <c:pt idx="66404">
                  <c:v>0</c:v>
                </c:pt>
                <c:pt idx="66405">
                  <c:v>0</c:v>
                </c:pt>
                <c:pt idx="66406">
                  <c:v>0</c:v>
                </c:pt>
                <c:pt idx="66407">
                  <c:v>0</c:v>
                </c:pt>
                <c:pt idx="66408">
                  <c:v>0</c:v>
                </c:pt>
                <c:pt idx="66409">
                  <c:v>0</c:v>
                </c:pt>
                <c:pt idx="66410">
                  <c:v>0</c:v>
                </c:pt>
                <c:pt idx="66411">
                  <c:v>0</c:v>
                </c:pt>
                <c:pt idx="66412">
                  <c:v>0</c:v>
                </c:pt>
                <c:pt idx="66413">
                  <c:v>0</c:v>
                </c:pt>
                <c:pt idx="66414">
                  <c:v>0</c:v>
                </c:pt>
                <c:pt idx="66415">
                  <c:v>0</c:v>
                </c:pt>
                <c:pt idx="66416">
                  <c:v>0</c:v>
                </c:pt>
                <c:pt idx="66417">
                  <c:v>0</c:v>
                </c:pt>
                <c:pt idx="66418">
                  <c:v>0</c:v>
                </c:pt>
                <c:pt idx="66419">
                  <c:v>0</c:v>
                </c:pt>
                <c:pt idx="66420">
                  <c:v>0</c:v>
                </c:pt>
                <c:pt idx="66421">
                  <c:v>0</c:v>
                </c:pt>
                <c:pt idx="66422">
                  <c:v>0</c:v>
                </c:pt>
                <c:pt idx="66423">
                  <c:v>0</c:v>
                </c:pt>
                <c:pt idx="66424">
                  <c:v>0</c:v>
                </c:pt>
                <c:pt idx="66425">
                  <c:v>0</c:v>
                </c:pt>
                <c:pt idx="66426">
                  <c:v>0</c:v>
                </c:pt>
                <c:pt idx="66427">
                  <c:v>0</c:v>
                </c:pt>
                <c:pt idx="66428">
                  <c:v>0</c:v>
                </c:pt>
                <c:pt idx="66429">
                  <c:v>0</c:v>
                </c:pt>
                <c:pt idx="66430">
                  <c:v>0</c:v>
                </c:pt>
                <c:pt idx="66431">
                  <c:v>0</c:v>
                </c:pt>
                <c:pt idx="66432">
                  <c:v>0</c:v>
                </c:pt>
                <c:pt idx="66433">
                  <c:v>0</c:v>
                </c:pt>
                <c:pt idx="66434">
                  <c:v>0</c:v>
                </c:pt>
                <c:pt idx="66435">
                  <c:v>0</c:v>
                </c:pt>
                <c:pt idx="66436">
                  <c:v>0</c:v>
                </c:pt>
                <c:pt idx="66437">
                  <c:v>0</c:v>
                </c:pt>
                <c:pt idx="66438">
                  <c:v>0</c:v>
                </c:pt>
                <c:pt idx="66439">
                  <c:v>0</c:v>
                </c:pt>
                <c:pt idx="66440">
                  <c:v>0</c:v>
                </c:pt>
                <c:pt idx="66441">
                  <c:v>0</c:v>
                </c:pt>
                <c:pt idx="66442">
                  <c:v>0</c:v>
                </c:pt>
                <c:pt idx="66443">
                  <c:v>0</c:v>
                </c:pt>
                <c:pt idx="66444">
                  <c:v>0</c:v>
                </c:pt>
                <c:pt idx="66445">
                  <c:v>0</c:v>
                </c:pt>
                <c:pt idx="66446">
                  <c:v>0</c:v>
                </c:pt>
                <c:pt idx="66447">
                  <c:v>0</c:v>
                </c:pt>
                <c:pt idx="66448">
                  <c:v>0</c:v>
                </c:pt>
                <c:pt idx="66449">
                  <c:v>0</c:v>
                </c:pt>
                <c:pt idx="66450">
                  <c:v>0</c:v>
                </c:pt>
                <c:pt idx="66451">
                  <c:v>0</c:v>
                </c:pt>
                <c:pt idx="66452">
                  <c:v>0</c:v>
                </c:pt>
                <c:pt idx="66453">
                  <c:v>0</c:v>
                </c:pt>
                <c:pt idx="66454">
                  <c:v>0</c:v>
                </c:pt>
                <c:pt idx="66455">
                  <c:v>0</c:v>
                </c:pt>
                <c:pt idx="66456">
                  <c:v>0</c:v>
                </c:pt>
                <c:pt idx="66457">
                  <c:v>0</c:v>
                </c:pt>
                <c:pt idx="66458">
                  <c:v>0</c:v>
                </c:pt>
                <c:pt idx="66459">
                  <c:v>0</c:v>
                </c:pt>
                <c:pt idx="66460">
                  <c:v>0</c:v>
                </c:pt>
                <c:pt idx="66461">
                  <c:v>0</c:v>
                </c:pt>
                <c:pt idx="66462">
                  <c:v>0</c:v>
                </c:pt>
                <c:pt idx="66463">
                  <c:v>0</c:v>
                </c:pt>
                <c:pt idx="66464">
                  <c:v>0</c:v>
                </c:pt>
                <c:pt idx="66465">
                  <c:v>0</c:v>
                </c:pt>
                <c:pt idx="66466">
                  <c:v>0</c:v>
                </c:pt>
                <c:pt idx="66467">
                  <c:v>0</c:v>
                </c:pt>
                <c:pt idx="66468">
                  <c:v>0</c:v>
                </c:pt>
                <c:pt idx="66469">
                  <c:v>0</c:v>
                </c:pt>
                <c:pt idx="66470">
                  <c:v>0</c:v>
                </c:pt>
                <c:pt idx="66471">
                  <c:v>0</c:v>
                </c:pt>
                <c:pt idx="66472">
                  <c:v>0</c:v>
                </c:pt>
                <c:pt idx="66473">
                  <c:v>0</c:v>
                </c:pt>
                <c:pt idx="66474">
                  <c:v>0</c:v>
                </c:pt>
                <c:pt idx="66475">
                  <c:v>0</c:v>
                </c:pt>
                <c:pt idx="66476">
                  <c:v>0</c:v>
                </c:pt>
                <c:pt idx="66477">
                  <c:v>0</c:v>
                </c:pt>
                <c:pt idx="66478">
                  <c:v>0</c:v>
                </c:pt>
                <c:pt idx="66479">
                  <c:v>0</c:v>
                </c:pt>
                <c:pt idx="66480">
                  <c:v>0</c:v>
                </c:pt>
                <c:pt idx="66481">
                  <c:v>0</c:v>
                </c:pt>
                <c:pt idx="66482">
                  <c:v>0</c:v>
                </c:pt>
                <c:pt idx="66483">
                  <c:v>0</c:v>
                </c:pt>
                <c:pt idx="66484">
                  <c:v>0</c:v>
                </c:pt>
                <c:pt idx="66485">
                  <c:v>0</c:v>
                </c:pt>
                <c:pt idx="66486">
                  <c:v>0</c:v>
                </c:pt>
                <c:pt idx="66487">
                  <c:v>0</c:v>
                </c:pt>
                <c:pt idx="66488">
                  <c:v>0</c:v>
                </c:pt>
                <c:pt idx="66489">
                  <c:v>0</c:v>
                </c:pt>
                <c:pt idx="66490">
                  <c:v>0</c:v>
                </c:pt>
                <c:pt idx="66491">
                  <c:v>0</c:v>
                </c:pt>
                <c:pt idx="66492">
                  <c:v>0</c:v>
                </c:pt>
                <c:pt idx="66493">
                  <c:v>0</c:v>
                </c:pt>
                <c:pt idx="66494">
                  <c:v>0</c:v>
                </c:pt>
                <c:pt idx="66495">
                  <c:v>0</c:v>
                </c:pt>
                <c:pt idx="66496">
                  <c:v>0</c:v>
                </c:pt>
                <c:pt idx="66497">
                  <c:v>0</c:v>
                </c:pt>
                <c:pt idx="66498">
                  <c:v>0</c:v>
                </c:pt>
                <c:pt idx="66499">
                  <c:v>0</c:v>
                </c:pt>
                <c:pt idx="66500">
                  <c:v>0</c:v>
                </c:pt>
                <c:pt idx="66501">
                  <c:v>0</c:v>
                </c:pt>
                <c:pt idx="66502">
                  <c:v>0</c:v>
                </c:pt>
                <c:pt idx="66503">
                  <c:v>0</c:v>
                </c:pt>
                <c:pt idx="66504">
                  <c:v>0</c:v>
                </c:pt>
                <c:pt idx="66505">
                  <c:v>0</c:v>
                </c:pt>
                <c:pt idx="66506">
                  <c:v>0</c:v>
                </c:pt>
                <c:pt idx="66507">
                  <c:v>0</c:v>
                </c:pt>
                <c:pt idx="66508">
                  <c:v>0</c:v>
                </c:pt>
                <c:pt idx="66509">
                  <c:v>0</c:v>
                </c:pt>
                <c:pt idx="66510">
                  <c:v>0</c:v>
                </c:pt>
                <c:pt idx="66511">
                  <c:v>0</c:v>
                </c:pt>
                <c:pt idx="66512">
                  <c:v>0</c:v>
                </c:pt>
                <c:pt idx="66513">
                  <c:v>0</c:v>
                </c:pt>
                <c:pt idx="66514">
                  <c:v>0</c:v>
                </c:pt>
                <c:pt idx="66515">
                  <c:v>0</c:v>
                </c:pt>
                <c:pt idx="66516">
                  <c:v>0</c:v>
                </c:pt>
                <c:pt idx="66517">
                  <c:v>0</c:v>
                </c:pt>
                <c:pt idx="66518">
                  <c:v>0</c:v>
                </c:pt>
                <c:pt idx="66519">
                  <c:v>0</c:v>
                </c:pt>
                <c:pt idx="66520">
                  <c:v>0</c:v>
                </c:pt>
                <c:pt idx="66521">
                  <c:v>0</c:v>
                </c:pt>
                <c:pt idx="66522">
                  <c:v>0</c:v>
                </c:pt>
                <c:pt idx="66523">
                  <c:v>0</c:v>
                </c:pt>
                <c:pt idx="66524">
                  <c:v>0</c:v>
                </c:pt>
                <c:pt idx="66525">
                  <c:v>0</c:v>
                </c:pt>
                <c:pt idx="66526">
                  <c:v>0</c:v>
                </c:pt>
                <c:pt idx="66527">
                  <c:v>0</c:v>
                </c:pt>
                <c:pt idx="66528">
                  <c:v>0</c:v>
                </c:pt>
                <c:pt idx="66529">
                  <c:v>0</c:v>
                </c:pt>
                <c:pt idx="66530">
                  <c:v>0</c:v>
                </c:pt>
                <c:pt idx="66531">
                  <c:v>0</c:v>
                </c:pt>
                <c:pt idx="66532">
                  <c:v>0</c:v>
                </c:pt>
                <c:pt idx="66533">
                  <c:v>0</c:v>
                </c:pt>
                <c:pt idx="66534">
                  <c:v>0</c:v>
                </c:pt>
                <c:pt idx="66535">
                  <c:v>0</c:v>
                </c:pt>
                <c:pt idx="66536">
                  <c:v>0</c:v>
                </c:pt>
                <c:pt idx="66537">
                  <c:v>0</c:v>
                </c:pt>
                <c:pt idx="66538">
                  <c:v>0</c:v>
                </c:pt>
                <c:pt idx="66539">
                  <c:v>0</c:v>
                </c:pt>
                <c:pt idx="66540">
                  <c:v>0</c:v>
                </c:pt>
                <c:pt idx="66541">
                  <c:v>0</c:v>
                </c:pt>
                <c:pt idx="66542">
                  <c:v>0</c:v>
                </c:pt>
                <c:pt idx="66543">
                  <c:v>0</c:v>
                </c:pt>
                <c:pt idx="66544">
                  <c:v>0</c:v>
                </c:pt>
                <c:pt idx="66545">
                  <c:v>0</c:v>
                </c:pt>
                <c:pt idx="66546">
                  <c:v>0</c:v>
                </c:pt>
                <c:pt idx="66547">
                  <c:v>0</c:v>
                </c:pt>
                <c:pt idx="66548">
                  <c:v>0</c:v>
                </c:pt>
                <c:pt idx="66549">
                  <c:v>0</c:v>
                </c:pt>
                <c:pt idx="66550">
                  <c:v>0</c:v>
                </c:pt>
                <c:pt idx="66551">
                  <c:v>0</c:v>
                </c:pt>
                <c:pt idx="66552">
                  <c:v>0</c:v>
                </c:pt>
                <c:pt idx="66553">
                  <c:v>0</c:v>
                </c:pt>
                <c:pt idx="66554">
                  <c:v>0</c:v>
                </c:pt>
                <c:pt idx="66555">
                  <c:v>0</c:v>
                </c:pt>
                <c:pt idx="66556">
                  <c:v>0</c:v>
                </c:pt>
                <c:pt idx="66557">
                  <c:v>0</c:v>
                </c:pt>
                <c:pt idx="66558">
                  <c:v>0</c:v>
                </c:pt>
                <c:pt idx="66559">
                  <c:v>0</c:v>
                </c:pt>
                <c:pt idx="66560">
                  <c:v>0</c:v>
                </c:pt>
                <c:pt idx="66561">
                  <c:v>0</c:v>
                </c:pt>
                <c:pt idx="66562">
                  <c:v>0</c:v>
                </c:pt>
                <c:pt idx="66563">
                  <c:v>0</c:v>
                </c:pt>
                <c:pt idx="66564">
                  <c:v>0</c:v>
                </c:pt>
                <c:pt idx="66565">
                  <c:v>0</c:v>
                </c:pt>
                <c:pt idx="66566">
                  <c:v>0</c:v>
                </c:pt>
                <c:pt idx="66567">
                  <c:v>0</c:v>
                </c:pt>
                <c:pt idx="66568">
                  <c:v>0</c:v>
                </c:pt>
                <c:pt idx="66569">
                  <c:v>0</c:v>
                </c:pt>
                <c:pt idx="66570">
                  <c:v>0</c:v>
                </c:pt>
                <c:pt idx="66571">
                  <c:v>0</c:v>
                </c:pt>
                <c:pt idx="66572">
                  <c:v>0</c:v>
                </c:pt>
                <c:pt idx="66573">
                  <c:v>0</c:v>
                </c:pt>
                <c:pt idx="66574">
                  <c:v>0</c:v>
                </c:pt>
                <c:pt idx="66575">
                  <c:v>0</c:v>
                </c:pt>
                <c:pt idx="66576">
                  <c:v>0</c:v>
                </c:pt>
                <c:pt idx="66577">
                  <c:v>0</c:v>
                </c:pt>
                <c:pt idx="66578">
                  <c:v>0</c:v>
                </c:pt>
                <c:pt idx="66579">
                  <c:v>0</c:v>
                </c:pt>
                <c:pt idx="66580">
                  <c:v>0</c:v>
                </c:pt>
                <c:pt idx="66581">
                  <c:v>0</c:v>
                </c:pt>
                <c:pt idx="66582">
                  <c:v>0</c:v>
                </c:pt>
                <c:pt idx="66583">
                  <c:v>0</c:v>
                </c:pt>
                <c:pt idx="66584">
                  <c:v>0</c:v>
                </c:pt>
                <c:pt idx="66585">
                  <c:v>0</c:v>
                </c:pt>
                <c:pt idx="66586">
                  <c:v>0</c:v>
                </c:pt>
                <c:pt idx="66587">
                  <c:v>0</c:v>
                </c:pt>
                <c:pt idx="66588">
                  <c:v>0</c:v>
                </c:pt>
                <c:pt idx="66589">
                  <c:v>0</c:v>
                </c:pt>
                <c:pt idx="66590">
                  <c:v>0</c:v>
                </c:pt>
                <c:pt idx="66591">
                  <c:v>0</c:v>
                </c:pt>
                <c:pt idx="66592">
                  <c:v>0</c:v>
                </c:pt>
                <c:pt idx="66593">
                  <c:v>0</c:v>
                </c:pt>
                <c:pt idx="66594">
                  <c:v>0</c:v>
                </c:pt>
                <c:pt idx="66595">
                  <c:v>0</c:v>
                </c:pt>
                <c:pt idx="66596">
                  <c:v>0</c:v>
                </c:pt>
                <c:pt idx="66597">
                  <c:v>0</c:v>
                </c:pt>
                <c:pt idx="66598">
                  <c:v>0</c:v>
                </c:pt>
                <c:pt idx="66599">
                  <c:v>0</c:v>
                </c:pt>
                <c:pt idx="66600">
                  <c:v>0</c:v>
                </c:pt>
                <c:pt idx="66601">
                  <c:v>0</c:v>
                </c:pt>
                <c:pt idx="66602">
                  <c:v>0</c:v>
                </c:pt>
                <c:pt idx="66603">
                  <c:v>0</c:v>
                </c:pt>
                <c:pt idx="66604">
                  <c:v>0</c:v>
                </c:pt>
                <c:pt idx="66605">
                  <c:v>0</c:v>
                </c:pt>
                <c:pt idx="66606">
                  <c:v>0</c:v>
                </c:pt>
                <c:pt idx="66607">
                  <c:v>0</c:v>
                </c:pt>
                <c:pt idx="66608">
                  <c:v>0</c:v>
                </c:pt>
                <c:pt idx="66609">
                  <c:v>0</c:v>
                </c:pt>
                <c:pt idx="66610">
                  <c:v>0</c:v>
                </c:pt>
                <c:pt idx="66611">
                  <c:v>0</c:v>
                </c:pt>
                <c:pt idx="66612">
                  <c:v>0</c:v>
                </c:pt>
                <c:pt idx="66613">
                  <c:v>0</c:v>
                </c:pt>
                <c:pt idx="66614">
                  <c:v>0</c:v>
                </c:pt>
                <c:pt idx="66615">
                  <c:v>0</c:v>
                </c:pt>
                <c:pt idx="66616">
                  <c:v>0</c:v>
                </c:pt>
                <c:pt idx="66617">
                  <c:v>0</c:v>
                </c:pt>
                <c:pt idx="66618">
                  <c:v>0</c:v>
                </c:pt>
                <c:pt idx="66619">
                  <c:v>0</c:v>
                </c:pt>
                <c:pt idx="66620">
                  <c:v>0</c:v>
                </c:pt>
                <c:pt idx="66621">
                  <c:v>0</c:v>
                </c:pt>
                <c:pt idx="66622">
                  <c:v>0</c:v>
                </c:pt>
                <c:pt idx="66623">
                  <c:v>0</c:v>
                </c:pt>
                <c:pt idx="66624">
                  <c:v>0</c:v>
                </c:pt>
                <c:pt idx="66625">
                  <c:v>0</c:v>
                </c:pt>
                <c:pt idx="66626">
                  <c:v>0</c:v>
                </c:pt>
                <c:pt idx="66627">
                  <c:v>0</c:v>
                </c:pt>
                <c:pt idx="66628">
                  <c:v>0</c:v>
                </c:pt>
                <c:pt idx="66629">
                  <c:v>0</c:v>
                </c:pt>
                <c:pt idx="66630">
                  <c:v>0</c:v>
                </c:pt>
                <c:pt idx="66631">
                  <c:v>0</c:v>
                </c:pt>
                <c:pt idx="66632">
                  <c:v>0</c:v>
                </c:pt>
                <c:pt idx="66633">
                  <c:v>0</c:v>
                </c:pt>
                <c:pt idx="66634">
                  <c:v>0</c:v>
                </c:pt>
                <c:pt idx="66635">
                  <c:v>0</c:v>
                </c:pt>
                <c:pt idx="66636">
                  <c:v>0</c:v>
                </c:pt>
                <c:pt idx="66637">
                  <c:v>0</c:v>
                </c:pt>
                <c:pt idx="66638">
                  <c:v>0</c:v>
                </c:pt>
                <c:pt idx="66639">
                  <c:v>0</c:v>
                </c:pt>
                <c:pt idx="66640">
                  <c:v>0</c:v>
                </c:pt>
                <c:pt idx="66641">
                  <c:v>0</c:v>
                </c:pt>
                <c:pt idx="66642">
                  <c:v>0</c:v>
                </c:pt>
                <c:pt idx="66643">
                  <c:v>0</c:v>
                </c:pt>
                <c:pt idx="66644">
                  <c:v>0</c:v>
                </c:pt>
                <c:pt idx="66645">
                  <c:v>0</c:v>
                </c:pt>
                <c:pt idx="66646">
                  <c:v>0</c:v>
                </c:pt>
                <c:pt idx="66647">
                  <c:v>0</c:v>
                </c:pt>
                <c:pt idx="66648">
                  <c:v>0</c:v>
                </c:pt>
                <c:pt idx="66649">
                  <c:v>0</c:v>
                </c:pt>
                <c:pt idx="66650">
                  <c:v>0</c:v>
                </c:pt>
                <c:pt idx="66651">
                  <c:v>0</c:v>
                </c:pt>
                <c:pt idx="66652">
                  <c:v>0</c:v>
                </c:pt>
                <c:pt idx="66653">
                  <c:v>0</c:v>
                </c:pt>
                <c:pt idx="66654">
                  <c:v>0</c:v>
                </c:pt>
                <c:pt idx="66655">
                  <c:v>0</c:v>
                </c:pt>
                <c:pt idx="66656">
                  <c:v>0</c:v>
                </c:pt>
                <c:pt idx="66657">
                  <c:v>0</c:v>
                </c:pt>
                <c:pt idx="66658">
                  <c:v>0</c:v>
                </c:pt>
                <c:pt idx="66659">
                  <c:v>0</c:v>
                </c:pt>
                <c:pt idx="66660">
                  <c:v>0</c:v>
                </c:pt>
                <c:pt idx="66661">
                  <c:v>0</c:v>
                </c:pt>
                <c:pt idx="66662">
                  <c:v>0</c:v>
                </c:pt>
                <c:pt idx="66663">
                  <c:v>0</c:v>
                </c:pt>
                <c:pt idx="66664">
                  <c:v>0</c:v>
                </c:pt>
                <c:pt idx="66665">
                  <c:v>0</c:v>
                </c:pt>
                <c:pt idx="66666">
                  <c:v>0</c:v>
                </c:pt>
                <c:pt idx="66667">
                  <c:v>0</c:v>
                </c:pt>
                <c:pt idx="66668">
                  <c:v>0</c:v>
                </c:pt>
                <c:pt idx="66669">
                  <c:v>0</c:v>
                </c:pt>
                <c:pt idx="66670">
                  <c:v>0</c:v>
                </c:pt>
                <c:pt idx="66671">
                  <c:v>0</c:v>
                </c:pt>
                <c:pt idx="66672">
                  <c:v>0</c:v>
                </c:pt>
                <c:pt idx="66673">
                  <c:v>0</c:v>
                </c:pt>
                <c:pt idx="66674">
                  <c:v>0</c:v>
                </c:pt>
                <c:pt idx="66675">
                  <c:v>0</c:v>
                </c:pt>
                <c:pt idx="66676">
                  <c:v>0</c:v>
                </c:pt>
                <c:pt idx="66677">
                  <c:v>0</c:v>
                </c:pt>
                <c:pt idx="66678">
                  <c:v>0</c:v>
                </c:pt>
                <c:pt idx="66679">
                  <c:v>0</c:v>
                </c:pt>
                <c:pt idx="66680">
                  <c:v>0</c:v>
                </c:pt>
                <c:pt idx="66681">
                  <c:v>0</c:v>
                </c:pt>
                <c:pt idx="66682">
                  <c:v>0</c:v>
                </c:pt>
                <c:pt idx="66683">
                  <c:v>0</c:v>
                </c:pt>
                <c:pt idx="66684">
                  <c:v>0</c:v>
                </c:pt>
                <c:pt idx="66685">
                  <c:v>0</c:v>
                </c:pt>
                <c:pt idx="66686">
                  <c:v>0</c:v>
                </c:pt>
                <c:pt idx="66687">
                  <c:v>0</c:v>
                </c:pt>
                <c:pt idx="66688">
                  <c:v>0</c:v>
                </c:pt>
                <c:pt idx="66689">
                  <c:v>0</c:v>
                </c:pt>
                <c:pt idx="66690">
                  <c:v>0</c:v>
                </c:pt>
                <c:pt idx="66691">
                  <c:v>0</c:v>
                </c:pt>
                <c:pt idx="66692">
                  <c:v>0</c:v>
                </c:pt>
                <c:pt idx="66693">
                  <c:v>0</c:v>
                </c:pt>
                <c:pt idx="66694">
                  <c:v>0</c:v>
                </c:pt>
                <c:pt idx="66695">
                  <c:v>0</c:v>
                </c:pt>
                <c:pt idx="66696">
                  <c:v>0</c:v>
                </c:pt>
                <c:pt idx="66697">
                  <c:v>0</c:v>
                </c:pt>
                <c:pt idx="66698">
                  <c:v>0</c:v>
                </c:pt>
                <c:pt idx="66699">
                  <c:v>0</c:v>
                </c:pt>
                <c:pt idx="66700">
                  <c:v>0</c:v>
                </c:pt>
                <c:pt idx="66701">
                  <c:v>0</c:v>
                </c:pt>
                <c:pt idx="66702">
                  <c:v>0</c:v>
                </c:pt>
                <c:pt idx="66703">
                  <c:v>0</c:v>
                </c:pt>
                <c:pt idx="66704">
                  <c:v>0</c:v>
                </c:pt>
                <c:pt idx="66705">
                  <c:v>0</c:v>
                </c:pt>
                <c:pt idx="66706">
                  <c:v>0</c:v>
                </c:pt>
                <c:pt idx="66707">
                  <c:v>0</c:v>
                </c:pt>
                <c:pt idx="66708">
                  <c:v>0</c:v>
                </c:pt>
                <c:pt idx="66709">
                  <c:v>0</c:v>
                </c:pt>
                <c:pt idx="66710">
                  <c:v>0</c:v>
                </c:pt>
                <c:pt idx="66711">
                  <c:v>0</c:v>
                </c:pt>
                <c:pt idx="66712">
                  <c:v>0</c:v>
                </c:pt>
                <c:pt idx="66713">
                  <c:v>0</c:v>
                </c:pt>
                <c:pt idx="66714">
                  <c:v>0</c:v>
                </c:pt>
                <c:pt idx="66715">
                  <c:v>0</c:v>
                </c:pt>
                <c:pt idx="66716">
                  <c:v>0</c:v>
                </c:pt>
                <c:pt idx="66717">
                  <c:v>0</c:v>
                </c:pt>
                <c:pt idx="66718">
                  <c:v>0</c:v>
                </c:pt>
                <c:pt idx="66719">
                  <c:v>0</c:v>
                </c:pt>
                <c:pt idx="66720">
                  <c:v>0</c:v>
                </c:pt>
                <c:pt idx="66721">
                  <c:v>0</c:v>
                </c:pt>
                <c:pt idx="66722">
                  <c:v>0</c:v>
                </c:pt>
                <c:pt idx="66723">
                  <c:v>0</c:v>
                </c:pt>
                <c:pt idx="66724">
                  <c:v>0</c:v>
                </c:pt>
                <c:pt idx="66725">
                  <c:v>0</c:v>
                </c:pt>
                <c:pt idx="66726">
                  <c:v>0</c:v>
                </c:pt>
                <c:pt idx="66727">
                  <c:v>0</c:v>
                </c:pt>
                <c:pt idx="66728">
                  <c:v>0</c:v>
                </c:pt>
                <c:pt idx="66729">
                  <c:v>0</c:v>
                </c:pt>
                <c:pt idx="66730">
                  <c:v>0</c:v>
                </c:pt>
                <c:pt idx="66731">
                  <c:v>0</c:v>
                </c:pt>
                <c:pt idx="66732">
                  <c:v>0</c:v>
                </c:pt>
                <c:pt idx="66733">
                  <c:v>0</c:v>
                </c:pt>
                <c:pt idx="66734">
                  <c:v>0</c:v>
                </c:pt>
                <c:pt idx="66735">
                  <c:v>0</c:v>
                </c:pt>
                <c:pt idx="66736">
                  <c:v>0</c:v>
                </c:pt>
                <c:pt idx="66737">
                  <c:v>0</c:v>
                </c:pt>
                <c:pt idx="66738">
                  <c:v>0</c:v>
                </c:pt>
                <c:pt idx="66739">
                  <c:v>0</c:v>
                </c:pt>
                <c:pt idx="66740">
                  <c:v>0</c:v>
                </c:pt>
                <c:pt idx="66741">
                  <c:v>0</c:v>
                </c:pt>
                <c:pt idx="66742">
                  <c:v>0</c:v>
                </c:pt>
                <c:pt idx="66743">
                  <c:v>0</c:v>
                </c:pt>
                <c:pt idx="66744">
                  <c:v>0</c:v>
                </c:pt>
                <c:pt idx="66745">
                  <c:v>0</c:v>
                </c:pt>
                <c:pt idx="66746">
                  <c:v>0</c:v>
                </c:pt>
                <c:pt idx="66747">
                  <c:v>0</c:v>
                </c:pt>
                <c:pt idx="66748">
                  <c:v>0</c:v>
                </c:pt>
                <c:pt idx="66749">
                  <c:v>0</c:v>
                </c:pt>
                <c:pt idx="66750">
                  <c:v>0</c:v>
                </c:pt>
                <c:pt idx="66751">
                  <c:v>0</c:v>
                </c:pt>
                <c:pt idx="66752">
                  <c:v>0</c:v>
                </c:pt>
                <c:pt idx="66753">
                  <c:v>0</c:v>
                </c:pt>
                <c:pt idx="66754">
                  <c:v>0</c:v>
                </c:pt>
                <c:pt idx="66755">
                  <c:v>0</c:v>
                </c:pt>
                <c:pt idx="66756">
                  <c:v>0</c:v>
                </c:pt>
                <c:pt idx="66757">
                  <c:v>0</c:v>
                </c:pt>
                <c:pt idx="66758">
                  <c:v>0</c:v>
                </c:pt>
                <c:pt idx="66759">
                  <c:v>0</c:v>
                </c:pt>
                <c:pt idx="66760">
                  <c:v>0</c:v>
                </c:pt>
                <c:pt idx="66761">
                  <c:v>0</c:v>
                </c:pt>
                <c:pt idx="66762">
                  <c:v>0</c:v>
                </c:pt>
                <c:pt idx="66763">
                  <c:v>0</c:v>
                </c:pt>
                <c:pt idx="66764">
                  <c:v>0</c:v>
                </c:pt>
                <c:pt idx="66765">
                  <c:v>0</c:v>
                </c:pt>
                <c:pt idx="66766">
                  <c:v>0</c:v>
                </c:pt>
                <c:pt idx="66767">
                  <c:v>0</c:v>
                </c:pt>
                <c:pt idx="66768">
                  <c:v>0</c:v>
                </c:pt>
                <c:pt idx="66769">
                  <c:v>0</c:v>
                </c:pt>
                <c:pt idx="66770">
                  <c:v>0</c:v>
                </c:pt>
                <c:pt idx="66771">
                  <c:v>0</c:v>
                </c:pt>
                <c:pt idx="66772">
                  <c:v>0</c:v>
                </c:pt>
                <c:pt idx="66773">
                  <c:v>0</c:v>
                </c:pt>
                <c:pt idx="66774">
                  <c:v>0</c:v>
                </c:pt>
                <c:pt idx="66775">
                  <c:v>0</c:v>
                </c:pt>
                <c:pt idx="66776">
                  <c:v>0</c:v>
                </c:pt>
                <c:pt idx="66777">
                  <c:v>0</c:v>
                </c:pt>
                <c:pt idx="66778">
                  <c:v>0</c:v>
                </c:pt>
                <c:pt idx="66779">
                  <c:v>0</c:v>
                </c:pt>
                <c:pt idx="66780">
                  <c:v>0</c:v>
                </c:pt>
                <c:pt idx="66781">
                  <c:v>0</c:v>
                </c:pt>
                <c:pt idx="66782">
                  <c:v>0</c:v>
                </c:pt>
                <c:pt idx="66783">
                  <c:v>0</c:v>
                </c:pt>
                <c:pt idx="66784">
                  <c:v>0</c:v>
                </c:pt>
                <c:pt idx="66785">
                  <c:v>0</c:v>
                </c:pt>
                <c:pt idx="66786">
                  <c:v>0</c:v>
                </c:pt>
                <c:pt idx="66787">
                  <c:v>0</c:v>
                </c:pt>
                <c:pt idx="66788">
                  <c:v>0</c:v>
                </c:pt>
                <c:pt idx="66789">
                  <c:v>0</c:v>
                </c:pt>
                <c:pt idx="66790">
                  <c:v>0</c:v>
                </c:pt>
                <c:pt idx="66791">
                  <c:v>0</c:v>
                </c:pt>
                <c:pt idx="66792">
                  <c:v>0</c:v>
                </c:pt>
                <c:pt idx="66793">
                  <c:v>0</c:v>
                </c:pt>
                <c:pt idx="66794">
                  <c:v>0</c:v>
                </c:pt>
                <c:pt idx="66795">
                  <c:v>0</c:v>
                </c:pt>
                <c:pt idx="66796">
                  <c:v>0</c:v>
                </c:pt>
                <c:pt idx="66797">
                  <c:v>0</c:v>
                </c:pt>
                <c:pt idx="66798">
                  <c:v>0</c:v>
                </c:pt>
                <c:pt idx="66799">
                  <c:v>0</c:v>
                </c:pt>
                <c:pt idx="66800">
                  <c:v>0</c:v>
                </c:pt>
                <c:pt idx="66801">
                  <c:v>0</c:v>
                </c:pt>
                <c:pt idx="66802">
                  <c:v>0</c:v>
                </c:pt>
                <c:pt idx="66803">
                  <c:v>0</c:v>
                </c:pt>
                <c:pt idx="66804">
                  <c:v>0</c:v>
                </c:pt>
                <c:pt idx="66805">
                  <c:v>0</c:v>
                </c:pt>
                <c:pt idx="66806">
                  <c:v>0</c:v>
                </c:pt>
                <c:pt idx="66807">
                  <c:v>0</c:v>
                </c:pt>
                <c:pt idx="66808">
                  <c:v>0</c:v>
                </c:pt>
                <c:pt idx="66809">
                  <c:v>0</c:v>
                </c:pt>
                <c:pt idx="66810">
                  <c:v>0</c:v>
                </c:pt>
                <c:pt idx="66811">
                  <c:v>0</c:v>
                </c:pt>
                <c:pt idx="66812">
                  <c:v>0</c:v>
                </c:pt>
                <c:pt idx="66813">
                  <c:v>0</c:v>
                </c:pt>
                <c:pt idx="66814">
                  <c:v>0</c:v>
                </c:pt>
                <c:pt idx="66815">
                  <c:v>0</c:v>
                </c:pt>
                <c:pt idx="66816">
                  <c:v>0</c:v>
                </c:pt>
                <c:pt idx="66817">
                  <c:v>0</c:v>
                </c:pt>
                <c:pt idx="66818">
                  <c:v>0</c:v>
                </c:pt>
                <c:pt idx="66819">
                  <c:v>0</c:v>
                </c:pt>
                <c:pt idx="66820">
                  <c:v>0</c:v>
                </c:pt>
                <c:pt idx="66821">
                  <c:v>0</c:v>
                </c:pt>
                <c:pt idx="66822">
                  <c:v>0</c:v>
                </c:pt>
                <c:pt idx="66823">
                  <c:v>0</c:v>
                </c:pt>
                <c:pt idx="66824">
                  <c:v>0</c:v>
                </c:pt>
                <c:pt idx="66825">
                  <c:v>0</c:v>
                </c:pt>
                <c:pt idx="66826">
                  <c:v>0</c:v>
                </c:pt>
                <c:pt idx="66827">
                  <c:v>0</c:v>
                </c:pt>
                <c:pt idx="66828">
                  <c:v>0</c:v>
                </c:pt>
                <c:pt idx="66829">
                  <c:v>0</c:v>
                </c:pt>
                <c:pt idx="66830">
                  <c:v>0</c:v>
                </c:pt>
                <c:pt idx="66831">
                  <c:v>0</c:v>
                </c:pt>
                <c:pt idx="66832">
                  <c:v>0</c:v>
                </c:pt>
                <c:pt idx="66833">
                  <c:v>0</c:v>
                </c:pt>
                <c:pt idx="66834">
                  <c:v>0</c:v>
                </c:pt>
                <c:pt idx="66835">
                  <c:v>0</c:v>
                </c:pt>
                <c:pt idx="66836">
                  <c:v>0</c:v>
                </c:pt>
                <c:pt idx="66837">
                  <c:v>0</c:v>
                </c:pt>
                <c:pt idx="66838">
                  <c:v>0</c:v>
                </c:pt>
                <c:pt idx="66839">
                  <c:v>0</c:v>
                </c:pt>
                <c:pt idx="66840">
                  <c:v>0</c:v>
                </c:pt>
                <c:pt idx="66841">
                  <c:v>0</c:v>
                </c:pt>
                <c:pt idx="66842">
                  <c:v>0</c:v>
                </c:pt>
                <c:pt idx="66843">
                  <c:v>0</c:v>
                </c:pt>
                <c:pt idx="66844">
                  <c:v>0</c:v>
                </c:pt>
                <c:pt idx="66845">
                  <c:v>0</c:v>
                </c:pt>
                <c:pt idx="66846">
                  <c:v>0</c:v>
                </c:pt>
                <c:pt idx="66847">
                  <c:v>0</c:v>
                </c:pt>
                <c:pt idx="66848">
                  <c:v>0</c:v>
                </c:pt>
                <c:pt idx="66849">
                  <c:v>0</c:v>
                </c:pt>
                <c:pt idx="66850">
                  <c:v>0</c:v>
                </c:pt>
                <c:pt idx="66851">
                  <c:v>0</c:v>
                </c:pt>
                <c:pt idx="66852">
                  <c:v>0</c:v>
                </c:pt>
                <c:pt idx="66853">
                  <c:v>0</c:v>
                </c:pt>
                <c:pt idx="66854">
                  <c:v>0</c:v>
                </c:pt>
                <c:pt idx="66855">
                  <c:v>0</c:v>
                </c:pt>
                <c:pt idx="66856">
                  <c:v>0</c:v>
                </c:pt>
                <c:pt idx="66857">
                  <c:v>0</c:v>
                </c:pt>
                <c:pt idx="66858">
                  <c:v>0</c:v>
                </c:pt>
                <c:pt idx="66859">
                  <c:v>0</c:v>
                </c:pt>
                <c:pt idx="66860">
                  <c:v>0</c:v>
                </c:pt>
                <c:pt idx="66861">
                  <c:v>0</c:v>
                </c:pt>
                <c:pt idx="66862">
                  <c:v>0</c:v>
                </c:pt>
                <c:pt idx="66863">
                  <c:v>0</c:v>
                </c:pt>
                <c:pt idx="66864">
                  <c:v>0</c:v>
                </c:pt>
                <c:pt idx="66865">
                  <c:v>0</c:v>
                </c:pt>
                <c:pt idx="66866">
                  <c:v>0</c:v>
                </c:pt>
                <c:pt idx="66867">
                  <c:v>0</c:v>
                </c:pt>
                <c:pt idx="66868">
                  <c:v>0</c:v>
                </c:pt>
                <c:pt idx="66869">
                  <c:v>0</c:v>
                </c:pt>
                <c:pt idx="66870">
                  <c:v>0</c:v>
                </c:pt>
                <c:pt idx="66871">
                  <c:v>0</c:v>
                </c:pt>
                <c:pt idx="66872">
                  <c:v>0</c:v>
                </c:pt>
                <c:pt idx="66873">
                  <c:v>0</c:v>
                </c:pt>
                <c:pt idx="66874">
                  <c:v>0</c:v>
                </c:pt>
                <c:pt idx="66875">
                  <c:v>0</c:v>
                </c:pt>
                <c:pt idx="66876">
                  <c:v>0</c:v>
                </c:pt>
                <c:pt idx="66877">
                  <c:v>0</c:v>
                </c:pt>
                <c:pt idx="66878">
                  <c:v>0</c:v>
                </c:pt>
                <c:pt idx="66879">
                  <c:v>0</c:v>
                </c:pt>
                <c:pt idx="66880">
                  <c:v>0</c:v>
                </c:pt>
                <c:pt idx="66881">
                  <c:v>0</c:v>
                </c:pt>
                <c:pt idx="66882">
                  <c:v>0</c:v>
                </c:pt>
                <c:pt idx="66883">
                  <c:v>0</c:v>
                </c:pt>
                <c:pt idx="66884">
                  <c:v>0</c:v>
                </c:pt>
                <c:pt idx="66885">
                  <c:v>0</c:v>
                </c:pt>
                <c:pt idx="66886">
                  <c:v>0</c:v>
                </c:pt>
                <c:pt idx="66887">
                  <c:v>0</c:v>
                </c:pt>
                <c:pt idx="66888">
                  <c:v>0</c:v>
                </c:pt>
                <c:pt idx="66889">
                  <c:v>0</c:v>
                </c:pt>
                <c:pt idx="66890">
                  <c:v>0</c:v>
                </c:pt>
                <c:pt idx="66891">
                  <c:v>0</c:v>
                </c:pt>
                <c:pt idx="66892">
                  <c:v>0</c:v>
                </c:pt>
                <c:pt idx="66893">
                  <c:v>0</c:v>
                </c:pt>
                <c:pt idx="66894">
                  <c:v>0</c:v>
                </c:pt>
                <c:pt idx="66895">
                  <c:v>0</c:v>
                </c:pt>
                <c:pt idx="66896">
                  <c:v>0</c:v>
                </c:pt>
                <c:pt idx="66897">
                  <c:v>0</c:v>
                </c:pt>
                <c:pt idx="66898">
                  <c:v>0</c:v>
                </c:pt>
                <c:pt idx="66899">
                  <c:v>0</c:v>
                </c:pt>
                <c:pt idx="66900">
                  <c:v>0</c:v>
                </c:pt>
                <c:pt idx="66901">
                  <c:v>0</c:v>
                </c:pt>
                <c:pt idx="66902">
                  <c:v>0</c:v>
                </c:pt>
                <c:pt idx="66903">
                  <c:v>0</c:v>
                </c:pt>
                <c:pt idx="66904">
                  <c:v>0</c:v>
                </c:pt>
                <c:pt idx="66905">
                  <c:v>0</c:v>
                </c:pt>
                <c:pt idx="66906">
                  <c:v>0</c:v>
                </c:pt>
                <c:pt idx="66907">
                  <c:v>0</c:v>
                </c:pt>
                <c:pt idx="66908">
                  <c:v>0</c:v>
                </c:pt>
                <c:pt idx="66909">
                  <c:v>0</c:v>
                </c:pt>
                <c:pt idx="66910">
                  <c:v>0</c:v>
                </c:pt>
                <c:pt idx="66911">
                  <c:v>0</c:v>
                </c:pt>
                <c:pt idx="66912">
                  <c:v>0</c:v>
                </c:pt>
                <c:pt idx="66913">
                  <c:v>0</c:v>
                </c:pt>
                <c:pt idx="66914">
                  <c:v>0</c:v>
                </c:pt>
                <c:pt idx="66915">
                  <c:v>0</c:v>
                </c:pt>
                <c:pt idx="66916">
                  <c:v>0</c:v>
                </c:pt>
                <c:pt idx="66917">
                  <c:v>0</c:v>
                </c:pt>
                <c:pt idx="66918">
                  <c:v>0</c:v>
                </c:pt>
                <c:pt idx="66919">
                  <c:v>0</c:v>
                </c:pt>
                <c:pt idx="66920">
                  <c:v>0</c:v>
                </c:pt>
                <c:pt idx="66921">
                  <c:v>0</c:v>
                </c:pt>
                <c:pt idx="66922">
                  <c:v>0</c:v>
                </c:pt>
                <c:pt idx="66923">
                  <c:v>0</c:v>
                </c:pt>
                <c:pt idx="66924">
                  <c:v>0</c:v>
                </c:pt>
                <c:pt idx="66925">
                  <c:v>0</c:v>
                </c:pt>
                <c:pt idx="66926">
                  <c:v>0</c:v>
                </c:pt>
                <c:pt idx="66927">
                  <c:v>0</c:v>
                </c:pt>
                <c:pt idx="66928">
                  <c:v>0</c:v>
                </c:pt>
                <c:pt idx="66929">
                  <c:v>0</c:v>
                </c:pt>
                <c:pt idx="66930">
                  <c:v>0</c:v>
                </c:pt>
                <c:pt idx="66931">
                  <c:v>0</c:v>
                </c:pt>
                <c:pt idx="66932">
                  <c:v>0</c:v>
                </c:pt>
                <c:pt idx="66933">
                  <c:v>0</c:v>
                </c:pt>
                <c:pt idx="66934">
                  <c:v>0</c:v>
                </c:pt>
                <c:pt idx="66935">
                  <c:v>0</c:v>
                </c:pt>
                <c:pt idx="66936">
                  <c:v>0</c:v>
                </c:pt>
                <c:pt idx="66937">
                  <c:v>0</c:v>
                </c:pt>
                <c:pt idx="66938">
                  <c:v>0</c:v>
                </c:pt>
                <c:pt idx="66939">
                  <c:v>0</c:v>
                </c:pt>
                <c:pt idx="66940">
                  <c:v>0</c:v>
                </c:pt>
                <c:pt idx="66941">
                  <c:v>0</c:v>
                </c:pt>
                <c:pt idx="66942">
                  <c:v>0</c:v>
                </c:pt>
                <c:pt idx="66943">
                  <c:v>0</c:v>
                </c:pt>
                <c:pt idx="66944">
                  <c:v>0</c:v>
                </c:pt>
                <c:pt idx="66945">
                  <c:v>0</c:v>
                </c:pt>
                <c:pt idx="66946">
                  <c:v>0</c:v>
                </c:pt>
                <c:pt idx="66947">
                  <c:v>0</c:v>
                </c:pt>
                <c:pt idx="66948">
                  <c:v>0</c:v>
                </c:pt>
                <c:pt idx="66949">
                  <c:v>0</c:v>
                </c:pt>
                <c:pt idx="66950">
                  <c:v>0</c:v>
                </c:pt>
                <c:pt idx="66951">
                  <c:v>0</c:v>
                </c:pt>
                <c:pt idx="66952">
                  <c:v>0</c:v>
                </c:pt>
                <c:pt idx="66953">
                  <c:v>0</c:v>
                </c:pt>
                <c:pt idx="66954">
                  <c:v>0</c:v>
                </c:pt>
                <c:pt idx="66955">
                  <c:v>0</c:v>
                </c:pt>
                <c:pt idx="66956">
                  <c:v>0</c:v>
                </c:pt>
                <c:pt idx="66957">
                  <c:v>0</c:v>
                </c:pt>
                <c:pt idx="66958">
                  <c:v>0</c:v>
                </c:pt>
                <c:pt idx="66959">
                  <c:v>0</c:v>
                </c:pt>
                <c:pt idx="66960">
                  <c:v>0</c:v>
                </c:pt>
                <c:pt idx="66961">
                  <c:v>0</c:v>
                </c:pt>
                <c:pt idx="66962">
                  <c:v>0</c:v>
                </c:pt>
                <c:pt idx="66963">
                  <c:v>0</c:v>
                </c:pt>
                <c:pt idx="66964">
                  <c:v>0</c:v>
                </c:pt>
                <c:pt idx="66965">
                  <c:v>0</c:v>
                </c:pt>
                <c:pt idx="66966">
                  <c:v>0</c:v>
                </c:pt>
                <c:pt idx="66967">
                  <c:v>0</c:v>
                </c:pt>
                <c:pt idx="66968">
                  <c:v>0</c:v>
                </c:pt>
                <c:pt idx="66969">
                  <c:v>0</c:v>
                </c:pt>
                <c:pt idx="66970">
                  <c:v>0</c:v>
                </c:pt>
                <c:pt idx="66971">
                  <c:v>0</c:v>
                </c:pt>
                <c:pt idx="66972">
                  <c:v>0</c:v>
                </c:pt>
                <c:pt idx="66973">
                  <c:v>0</c:v>
                </c:pt>
                <c:pt idx="66974">
                  <c:v>0</c:v>
                </c:pt>
                <c:pt idx="66975">
                  <c:v>0</c:v>
                </c:pt>
                <c:pt idx="66976">
                  <c:v>0</c:v>
                </c:pt>
                <c:pt idx="66977">
                  <c:v>0</c:v>
                </c:pt>
                <c:pt idx="66978">
                  <c:v>0</c:v>
                </c:pt>
                <c:pt idx="66979">
                  <c:v>0</c:v>
                </c:pt>
                <c:pt idx="66980">
                  <c:v>0</c:v>
                </c:pt>
                <c:pt idx="66981">
                  <c:v>0</c:v>
                </c:pt>
                <c:pt idx="66982">
                  <c:v>0</c:v>
                </c:pt>
                <c:pt idx="66983">
                  <c:v>0</c:v>
                </c:pt>
                <c:pt idx="66984">
                  <c:v>0</c:v>
                </c:pt>
                <c:pt idx="66985">
                  <c:v>0</c:v>
                </c:pt>
                <c:pt idx="66986">
                  <c:v>0</c:v>
                </c:pt>
                <c:pt idx="66987">
                  <c:v>0</c:v>
                </c:pt>
                <c:pt idx="66988">
                  <c:v>0</c:v>
                </c:pt>
                <c:pt idx="66989">
                  <c:v>0</c:v>
                </c:pt>
                <c:pt idx="66990">
                  <c:v>0</c:v>
                </c:pt>
                <c:pt idx="66991">
                  <c:v>0</c:v>
                </c:pt>
                <c:pt idx="66992">
                  <c:v>0</c:v>
                </c:pt>
                <c:pt idx="66993">
                  <c:v>0</c:v>
                </c:pt>
                <c:pt idx="66994">
                  <c:v>0</c:v>
                </c:pt>
                <c:pt idx="66995">
                  <c:v>0</c:v>
                </c:pt>
                <c:pt idx="66996">
                  <c:v>0</c:v>
                </c:pt>
                <c:pt idx="66997">
                  <c:v>0</c:v>
                </c:pt>
                <c:pt idx="66998">
                  <c:v>0</c:v>
                </c:pt>
                <c:pt idx="66999">
                  <c:v>0</c:v>
                </c:pt>
                <c:pt idx="67000">
                  <c:v>0</c:v>
                </c:pt>
                <c:pt idx="67001">
                  <c:v>0</c:v>
                </c:pt>
                <c:pt idx="67002">
                  <c:v>0</c:v>
                </c:pt>
                <c:pt idx="67003">
                  <c:v>0</c:v>
                </c:pt>
                <c:pt idx="67004">
                  <c:v>0</c:v>
                </c:pt>
                <c:pt idx="67005">
                  <c:v>0</c:v>
                </c:pt>
                <c:pt idx="67006">
                  <c:v>0</c:v>
                </c:pt>
                <c:pt idx="67007">
                  <c:v>0</c:v>
                </c:pt>
                <c:pt idx="67008">
                  <c:v>0</c:v>
                </c:pt>
                <c:pt idx="67009">
                  <c:v>0</c:v>
                </c:pt>
                <c:pt idx="67010">
                  <c:v>0</c:v>
                </c:pt>
                <c:pt idx="67011">
                  <c:v>0</c:v>
                </c:pt>
                <c:pt idx="67012">
                  <c:v>0</c:v>
                </c:pt>
                <c:pt idx="67013">
                  <c:v>0</c:v>
                </c:pt>
                <c:pt idx="67014">
                  <c:v>0</c:v>
                </c:pt>
                <c:pt idx="67015">
                  <c:v>0</c:v>
                </c:pt>
                <c:pt idx="67016">
                  <c:v>0</c:v>
                </c:pt>
                <c:pt idx="67017">
                  <c:v>0</c:v>
                </c:pt>
                <c:pt idx="67018">
                  <c:v>0</c:v>
                </c:pt>
                <c:pt idx="67019">
                  <c:v>0</c:v>
                </c:pt>
                <c:pt idx="67020">
                  <c:v>0</c:v>
                </c:pt>
                <c:pt idx="67021">
                  <c:v>0</c:v>
                </c:pt>
                <c:pt idx="67022">
                  <c:v>0</c:v>
                </c:pt>
                <c:pt idx="67023">
                  <c:v>0</c:v>
                </c:pt>
                <c:pt idx="67024">
                  <c:v>0</c:v>
                </c:pt>
                <c:pt idx="67025">
                  <c:v>0</c:v>
                </c:pt>
                <c:pt idx="67026">
                  <c:v>0</c:v>
                </c:pt>
                <c:pt idx="67027">
                  <c:v>0</c:v>
                </c:pt>
                <c:pt idx="67028">
                  <c:v>0</c:v>
                </c:pt>
                <c:pt idx="67029">
                  <c:v>0</c:v>
                </c:pt>
                <c:pt idx="67030">
                  <c:v>0</c:v>
                </c:pt>
                <c:pt idx="67031">
                  <c:v>0</c:v>
                </c:pt>
                <c:pt idx="67032">
                  <c:v>0</c:v>
                </c:pt>
                <c:pt idx="67033">
                  <c:v>0</c:v>
                </c:pt>
                <c:pt idx="67034">
                  <c:v>0</c:v>
                </c:pt>
                <c:pt idx="67035">
                  <c:v>0</c:v>
                </c:pt>
                <c:pt idx="67036">
                  <c:v>0</c:v>
                </c:pt>
                <c:pt idx="67037">
                  <c:v>0</c:v>
                </c:pt>
                <c:pt idx="67038">
                  <c:v>0</c:v>
                </c:pt>
                <c:pt idx="67039">
                  <c:v>0</c:v>
                </c:pt>
                <c:pt idx="67040">
                  <c:v>0</c:v>
                </c:pt>
                <c:pt idx="67041">
                  <c:v>0</c:v>
                </c:pt>
                <c:pt idx="67042">
                  <c:v>0</c:v>
                </c:pt>
                <c:pt idx="67043">
                  <c:v>0</c:v>
                </c:pt>
                <c:pt idx="67044">
                  <c:v>0</c:v>
                </c:pt>
                <c:pt idx="67045">
                  <c:v>0</c:v>
                </c:pt>
                <c:pt idx="67046">
                  <c:v>0</c:v>
                </c:pt>
                <c:pt idx="67047">
                  <c:v>0</c:v>
                </c:pt>
                <c:pt idx="67048">
                  <c:v>0</c:v>
                </c:pt>
                <c:pt idx="67049">
                  <c:v>0</c:v>
                </c:pt>
                <c:pt idx="67050">
                  <c:v>0</c:v>
                </c:pt>
                <c:pt idx="67051">
                  <c:v>0</c:v>
                </c:pt>
                <c:pt idx="67052">
                  <c:v>0</c:v>
                </c:pt>
                <c:pt idx="67053">
                  <c:v>0</c:v>
                </c:pt>
                <c:pt idx="67054">
                  <c:v>0</c:v>
                </c:pt>
                <c:pt idx="67055">
                  <c:v>0</c:v>
                </c:pt>
                <c:pt idx="67056">
                  <c:v>0</c:v>
                </c:pt>
                <c:pt idx="67057">
                  <c:v>0</c:v>
                </c:pt>
                <c:pt idx="67058">
                  <c:v>0</c:v>
                </c:pt>
                <c:pt idx="67059">
                  <c:v>0</c:v>
                </c:pt>
                <c:pt idx="67060">
                  <c:v>0</c:v>
                </c:pt>
                <c:pt idx="67061">
                  <c:v>0</c:v>
                </c:pt>
                <c:pt idx="67062">
                  <c:v>0</c:v>
                </c:pt>
                <c:pt idx="67063">
                  <c:v>0</c:v>
                </c:pt>
                <c:pt idx="67064">
                  <c:v>0</c:v>
                </c:pt>
                <c:pt idx="67065">
                  <c:v>0</c:v>
                </c:pt>
                <c:pt idx="67066">
                  <c:v>0</c:v>
                </c:pt>
                <c:pt idx="67067">
                  <c:v>0</c:v>
                </c:pt>
                <c:pt idx="67068">
                  <c:v>0</c:v>
                </c:pt>
                <c:pt idx="67069">
                  <c:v>0</c:v>
                </c:pt>
                <c:pt idx="67070">
                  <c:v>0</c:v>
                </c:pt>
                <c:pt idx="67071">
                  <c:v>0</c:v>
                </c:pt>
                <c:pt idx="67072">
                  <c:v>0</c:v>
                </c:pt>
                <c:pt idx="67073">
                  <c:v>0</c:v>
                </c:pt>
                <c:pt idx="67074">
                  <c:v>0</c:v>
                </c:pt>
                <c:pt idx="67075">
                  <c:v>0</c:v>
                </c:pt>
                <c:pt idx="67076">
                  <c:v>0</c:v>
                </c:pt>
                <c:pt idx="67077">
                  <c:v>0</c:v>
                </c:pt>
                <c:pt idx="67078">
                  <c:v>0</c:v>
                </c:pt>
                <c:pt idx="67079">
                  <c:v>0</c:v>
                </c:pt>
                <c:pt idx="67080">
                  <c:v>0</c:v>
                </c:pt>
                <c:pt idx="67081">
                  <c:v>0</c:v>
                </c:pt>
                <c:pt idx="67082">
                  <c:v>0</c:v>
                </c:pt>
                <c:pt idx="67083">
                  <c:v>0</c:v>
                </c:pt>
                <c:pt idx="67084">
                  <c:v>0</c:v>
                </c:pt>
                <c:pt idx="67085">
                  <c:v>0</c:v>
                </c:pt>
                <c:pt idx="67086">
                  <c:v>0</c:v>
                </c:pt>
                <c:pt idx="67087">
                  <c:v>0</c:v>
                </c:pt>
                <c:pt idx="67088">
                  <c:v>0</c:v>
                </c:pt>
                <c:pt idx="67089">
                  <c:v>0</c:v>
                </c:pt>
                <c:pt idx="67090">
                  <c:v>0</c:v>
                </c:pt>
                <c:pt idx="67091">
                  <c:v>0</c:v>
                </c:pt>
                <c:pt idx="67092">
                  <c:v>0</c:v>
                </c:pt>
                <c:pt idx="67093">
                  <c:v>0</c:v>
                </c:pt>
                <c:pt idx="67094">
                  <c:v>0</c:v>
                </c:pt>
                <c:pt idx="67095">
                  <c:v>0</c:v>
                </c:pt>
                <c:pt idx="67096">
                  <c:v>0</c:v>
                </c:pt>
                <c:pt idx="67097">
                  <c:v>0</c:v>
                </c:pt>
                <c:pt idx="67098">
                  <c:v>0</c:v>
                </c:pt>
                <c:pt idx="67099">
                  <c:v>0</c:v>
                </c:pt>
                <c:pt idx="67100">
                  <c:v>0</c:v>
                </c:pt>
                <c:pt idx="67101">
                  <c:v>0</c:v>
                </c:pt>
                <c:pt idx="67102">
                  <c:v>0</c:v>
                </c:pt>
                <c:pt idx="67103">
                  <c:v>0</c:v>
                </c:pt>
                <c:pt idx="67104">
                  <c:v>0</c:v>
                </c:pt>
                <c:pt idx="67105">
                  <c:v>0</c:v>
                </c:pt>
                <c:pt idx="67106">
                  <c:v>0</c:v>
                </c:pt>
                <c:pt idx="67107">
                  <c:v>0</c:v>
                </c:pt>
                <c:pt idx="67108">
                  <c:v>0</c:v>
                </c:pt>
                <c:pt idx="67109">
                  <c:v>0</c:v>
                </c:pt>
                <c:pt idx="67110">
                  <c:v>0</c:v>
                </c:pt>
                <c:pt idx="67111">
                  <c:v>0</c:v>
                </c:pt>
                <c:pt idx="67112">
                  <c:v>0</c:v>
                </c:pt>
                <c:pt idx="67113">
                  <c:v>0</c:v>
                </c:pt>
                <c:pt idx="67114">
                  <c:v>0</c:v>
                </c:pt>
                <c:pt idx="67115">
                  <c:v>0</c:v>
                </c:pt>
                <c:pt idx="67116">
                  <c:v>0</c:v>
                </c:pt>
                <c:pt idx="67117">
                  <c:v>0</c:v>
                </c:pt>
                <c:pt idx="67118">
                  <c:v>0</c:v>
                </c:pt>
                <c:pt idx="67119">
                  <c:v>0</c:v>
                </c:pt>
                <c:pt idx="67120">
                  <c:v>0</c:v>
                </c:pt>
                <c:pt idx="67121">
                  <c:v>0</c:v>
                </c:pt>
                <c:pt idx="67122">
                  <c:v>0</c:v>
                </c:pt>
                <c:pt idx="67123">
                  <c:v>0</c:v>
                </c:pt>
                <c:pt idx="67124">
                  <c:v>0</c:v>
                </c:pt>
                <c:pt idx="67125">
                  <c:v>0</c:v>
                </c:pt>
                <c:pt idx="67126">
                  <c:v>0</c:v>
                </c:pt>
                <c:pt idx="67127">
                  <c:v>0</c:v>
                </c:pt>
                <c:pt idx="67128">
                  <c:v>0</c:v>
                </c:pt>
                <c:pt idx="67129">
                  <c:v>0</c:v>
                </c:pt>
                <c:pt idx="67130">
                  <c:v>0</c:v>
                </c:pt>
                <c:pt idx="67131">
                  <c:v>0</c:v>
                </c:pt>
                <c:pt idx="67132">
                  <c:v>0</c:v>
                </c:pt>
                <c:pt idx="67133">
                  <c:v>0</c:v>
                </c:pt>
                <c:pt idx="67134">
                  <c:v>0</c:v>
                </c:pt>
                <c:pt idx="67135">
                  <c:v>0</c:v>
                </c:pt>
                <c:pt idx="67136">
                  <c:v>0</c:v>
                </c:pt>
                <c:pt idx="67137">
                  <c:v>0</c:v>
                </c:pt>
                <c:pt idx="67138">
                  <c:v>0</c:v>
                </c:pt>
                <c:pt idx="67139">
                  <c:v>0</c:v>
                </c:pt>
                <c:pt idx="67140">
                  <c:v>0</c:v>
                </c:pt>
                <c:pt idx="67141">
                  <c:v>0</c:v>
                </c:pt>
                <c:pt idx="67142">
                  <c:v>0</c:v>
                </c:pt>
                <c:pt idx="67143">
                  <c:v>0</c:v>
                </c:pt>
                <c:pt idx="67144">
                  <c:v>0</c:v>
                </c:pt>
                <c:pt idx="67145">
                  <c:v>0</c:v>
                </c:pt>
                <c:pt idx="67146">
                  <c:v>0</c:v>
                </c:pt>
                <c:pt idx="67147">
                  <c:v>0</c:v>
                </c:pt>
                <c:pt idx="67148">
                  <c:v>0</c:v>
                </c:pt>
                <c:pt idx="67149">
                  <c:v>0</c:v>
                </c:pt>
                <c:pt idx="67150">
                  <c:v>0</c:v>
                </c:pt>
                <c:pt idx="67151">
                  <c:v>0</c:v>
                </c:pt>
                <c:pt idx="67152">
                  <c:v>0</c:v>
                </c:pt>
                <c:pt idx="67153">
                  <c:v>0</c:v>
                </c:pt>
                <c:pt idx="67154">
                  <c:v>0</c:v>
                </c:pt>
                <c:pt idx="67155">
                  <c:v>0</c:v>
                </c:pt>
                <c:pt idx="67156">
                  <c:v>0</c:v>
                </c:pt>
                <c:pt idx="67157">
                  <c:v>0</c:v>
                </c:pt>
                <c:pt idx="67158">
                  <c:v>0</c:v>
                </c:pt>
                <c:pt idx="67159">
                  <c:v>0</c:v>
                </c:pt>
                <c:pt idx="67160">
                  <c:v>0</c:v>
                </c:pt>
                <c:pt idx="67161">
                  <c:v>0</c:v>
                </c:pt>
                <c:pt idx="67162">
                  <c:v>0</c:v>
                </c:pt>
                <c:pt idx="67163">
                  <c:v>0</c:v>
                </c:pt>
                <c:pt idx="67164">
                  <c:v>0</c:v>
                </c:pt>
                <c:pt idx="67165">
                  <c:v>0</c:v>
                </c:pt>
                <c:pt idx="67166">
                  <c:v>0</c:v>
                </c:pt>
                <c:pt idx="67167">
                  <c:v>0</c:v>
                </c:pt>
                <c:pt idx="67168">
                  <c:v>0</c:v>
                </c:pt>
                <c:pt idx="67169">
                  <c:v>0</c:v>
                </c:pt>
                <c:pt idx="67170">
                  <c:v>0</c:v>
                </c:pt>
                <c:pt idx="67171">
                  <c:v>0</c:v>
                </c:pt>
                <c:pt idx="67172">
                  <c:v>0</c:v>
                </c:pt>
                <c:pt idx="67173">
                  <c:v>0</c:v>
                </c:pt>
                <c:pt idx="67174">
                  <c:v>0</c:v>
                </c:pt>
                <c:pt idx="67175">
                  <c:v>0</c:v>
                </c:pt>
                <c:pt idx="67176">
                  <c:v>0</c:v>
                </c:pt>
                <c:pt idx="67177">
                  <c:v>0</c:v>
                </c:pt>
                <c:pt idx="67178">
                  <c:v>0</c:v>
                </c:pt>
                <c:pt idx="67179">
                  <c:v>0</c:v>
                </c:pt>
                <c:pt idx="67180">
                  <c:v>0</c:v>
                </c:pt>
                <c:pt idx="67181">
                  <c:v>0</c:v>
                </c:pt>
                <c:pt idx="67182">
                  <c:v>0</c:v>
                </c:pt>
                <c:pt idx="67183">
                  <c:v>0</c:v>
                </c:pt>
                <c:pt idx="67184">
                  <c:v>0</c:v>
                </c:pt>
                <c:pt idx="67185">
                  <c:v>0</c:v>
                </c:pt>
                <c:pt idx="67186">
                  <c:v>0</c:v>
                </c:pt>
                <c:pt idx="67187">
                  <c:v>0</c:v>
                </c:pt>
                <c:pt idx="67188">
                  <c:v>0</c:v>
                </c:pt>
                <c:pt idx="67189">
                  <c:v>0</c:v>
                </c:pt>
                <c:pt idx="67190">
                  <c:v>0</c:v>
                </c:pt>
                <c:pt idx="67191">
                  <c:v>0</c:v>
                </c:pt>
                <c:pt idx="67192">
                  <c:v>0</c:v>
                </c:pt>
                <c:pt idx="67193">
                  <c:v>0</c:v>
                </c:pt>
                <c:pt idx="67194">
                  <c:v>0</c:v>
                </c:pt>
                <c:pt idx="67195">
                  <c:v>0</c:v>
                </c:pt>
                <c:pt idx="67196">
                  <c:v>0</c:v>
                </c:pt>
                <c:pt idx="67197">
                  <c:v>0</c:v>
                </c:pt>
                <c:pt idx="67198">
                  <c:v>0</c:v>
                </c:pt>
                <c:pt idx="67199">
                  <c:v>0</c:v>
                </c:pt>
                <c:pt idx="67200">
                  <c:v>0</c:v>
                </c:pt>
                <c:pt idx="67201">
                  <c:v>0</c:v>
                </c:pt>
                <c:pt idx="67202">
                  <c:v>0</c:v>
                </c:pt>
                <c:pt idx="67203">
                  <c:v>0</c:v>
                </c:pt>
                <c:pt idx="67204">
                  <c:v>0</c:v>
                </c:pt>
                <c:pt idx="67205">
                  <c:v>0</c:v>
                </c:pt>
                <c:pt idx="67206">
                  <c:v>0</c:v>
                </c:pt>
                <c:pt idx="67207">
                  <c:v>0</c:v>
                </c:pt>
                <c:pt idx="67208">
                  <c:v>0</c:v>
                </c:pt>
                <c:pt idx="67209">
                  <c:v>0</c:v>
                </c:pt>
                <c:pt idx="67210">
                  <c:v>0</c:v>
                </c:pt>
                <c:pt idx="67211">
                  <c:v>0</c:v>
                </c:pt>
                <c:pt idx="67212">
                  <c:v>0</c:v>
                </c:pt>
                <c:pt idx="67213">
                  <c:v>0</c:v>
                </c:pt>
                <c:pt idx="67214">
                  <c:v>0</c:v>
                </c:pt>
                <c:pt idx="67215">
                  <c:v>0</c:v>
                </c:pt>
                <c:pt idx="67216">
                  <c:v>0</c:v>
                </c:pt>
                <c:pt idx="67217">
                  <c:v>0</c:v>
                </c:pt>
                <c:pt idx="67218">
                  <c:v>0</c:v>
                </c:pt>
                <c:pt idx="67219">
                  <c:v>0</c:v>
                </c:pt>
                <c:pt idx="67220">
                  <c:v>0</c:v>
                </c:pt>
                <c:pt idx="67221">
                  <c:v>0</c:v>
                </c:pt>
                <c:pt idx="67222">
                  <c:v>0</c:v>
                </c:pt>
                <c:pt idx="67223">
                  <c:v>0</c:v>
                </c:pt>
                <c:pt idx="67224">
                  <c:v>0</c:v>
                </c:pt>
                <c:pt idx="67225">
                  <c:v>0</c:v>
                </c:pt>
                <c:pt idx="67226">
                  <c:v>0</c:v>
                </c:pt>
                <c:pt idx="67227">
                  <c:v>0</c:v>
                </c:pt>
                <c:pt idx="67228">
                  <c:v>0</c:v>
                </c:pt>
                <c:pt idx="67229">
                  <c:v>0</c:v>
                </c:pt>
                <c:pt idx="67230">
                  <c:v>0</c:v>
                </c:pt>
                <c:pt idx="67231">
                  <c:v>0</c:v>
                </c:pt>
                <c:pt idx="67232">
                  <c:v>0</c:v>
                </c:pt>
                <c:pt idx="67233">
                  <c:v>0</c:v>
                </c:pt>
                <c:pt idx="67234">
                  <c:v>0</c:v>
                </c:pt>
                <c:pt idx="67235">
                  <c:v>0</c:v>
                </c:pt>
                <c:pt idx="67236">
                  <c:v>0</c:v>
                </c:pt>
                <c:pt idx="67237">
                  <c:v>0</c:v>
                </c:pt>
                <c:pt idx="67238">
                  <c:v>0</c:v>
                </c:pt>
                <c:pt idx="67239">
                  <c:v>0</c:v>
                </c:pt>
                <c:pt idx="67240">
                  <c:v>0</c:v>
                </c:pt>
                <c:pt idx="67241">
                  <c:v>0</c:v>
                </c:pt>
                <c:pt idx="67242">
                  <c:v>0</c:v>
                </c:pt>
                <c:pt idx="67243">
                  <c:v>0</c:v>
                </c:pt>
                <c:pt idx="67244">
                  <c:v>0</c:v>
                </c:pt>
                <c:pt idx="67245">
                  <c:v>0</c:v>
                </c:pt>
                <c:pt idx="67246">
                  <c:v>0</c:v>
                </c:pt>
                <c:pt idx="67247">
                  <c:v>0</c:v>
                </c:pt>
                <c:pt idx="67248">
                  <c:v>0</c:v>
                </c:pt>
                <c:pt idx="67249">
                  <c:v>0</c:v>
                </c:pt>
                <c:pt idx="67250">
                  <c:v>0</c:v>
                </c:pt>
                <c:pt idx="67251">
                  <c:v>0</c:v>
                </c:pt>
                <c:pt idx="67252">
                  <c:v>0</c:v>
                </c:pt>
                <c:pt idx="67253">
                  <c:v>0</c:v>
                </c:pt>
                <c:pt idx="67254">
                  <c:v>0</c:v>
                </c:pt>
                <c:pt idx="67255">
                  <c:v>0</c:v>
                </c:pt>
                <c:pt idx="67256">
                  <c:v>0</c:v>
                </c:pt>
                <c:pt idx="67257">
                  <c:v>0</c:v>
                </c:pt>
                <c:pt idx="67258">
                  <c:v>0</c:v>
                </c:pt>
                <c:pt idx="67259">
                  <c:v>0</c:v>
                </c:pt>
                <c:pt idx="67260">
                  <c:v>0</c:v>
                </c:pt>
                <c:pt idx="67261">
                  <c:v>0</c:v>
                </c:pt>
                <c:pt idx="67262">
                  <c:v>0</c:v>
                </c:pt>
                <c:pt idx="67263">
                  <c:v>0</c:v>
                </c:pt>
                <c:pt idx="67264">
                  <c:v>0</c:v>
                </c:pt>
                <c:pt idx="67265">
                  <c:v>0</c:v>
                </c:pt>
                <c:pt idx="67266">
                  <c:v>0</c:v>
                </c:pt>
                <c:pt idx="67267">
                  <c:v>0</c:v>
                </c:pt>
                <c:pt idx="67268">
                  <c:v>0</c:v>
                </c:pt>
                <c:pt idx="67269">
                  <c:v>0</c:v>
                </c:pt>
                <c:pt idx="67270">
                  <c:v>0</c:v>
                </c:pt>
                <c:pt idx="67271">
                  <c:v>0</c:v>
                </c:pt>
                <c:pt idx="67272">
                  <c:v>0</c:v>
                </c:pt>
                <c:pt idx="67273">
                  <c:v>0</c:v>
                </c:pt>
                <c:pt idx="67274">
                  <c:v>0</c:v>
                </c:pt>
                <c:pt idx="67275">
                  <c:v>0</c:v>
                </c:pt>
                <c:pt idx="67276">
                  <c:v>0</c:v>
                </c:pt>
                <c:pt idx="67277">
                  <c:v>0</c:v>
                </c:pt>
                <c:pt idx="67278">
                  <c:v>0</c:v>
                </c:pt>
                <c:pt idx="67279">
                  <c:v>0</c:v>
                </c:pt>
                <c:pt idx="67280">
                  <c:v>0</c:v>
                </c:pt>
                <c:pt idx="67281">
                  <c:v>0</c:v>
                </c:pt>
                <c:pt idx="67282">
                  <c:v>0</c:v>
                </c:pt>
                <c:pt idx="67283">
                  <c:v>0</c:v>
                </c:pt>
                <c:pt idx="67284">
                  <c:v>0</c:v>
                </c:pt>
                <c:pt idx="67285">
                  <c:v>0</c:v>
                </c:pt>
                <c:pt idx="67286">
                  <c:v>0</c:v>
                </c:pt>
                <c:pt idx="67287">
                  <c:v>0</c:v>
                </c:pt>
                <c:pt idx="67288">
                  <c:v>0</c:v>
                </c:pt>
                <c:pt idx="67289">
                  <c:v>0</c:v>
                </c:pt>
                <c:pt idx="67290">
                  <c:v>0</c:v>
                </c:pt>
                <c:pt idx="67291">
                  <c:v>0</c:v>
                </c:pt>
                <c:pt idx="67292">
                  <c:v>0</c:v>
                </c:pt>
                <c:pt idx="67293">
                  <c:v>0</c:v>
                </c:pt>
                <c:pt idx="67294">
                  <c:v>0</c:v>
                </c:pt>
                <c:pt idx="67295">
                  <c:v>0</c:v>
                </c:pt>
                <c:pt idx="67296">
                  <c:v>0</c:v>
                </c:pt>
                <c:pt idx="67297">
                  <c:v>0</c:v>
                </c:pt>
                <c:pt idx="67298">
                  <c:v>0</c:v>
                </c:pt>
                <c:pt idx="67299">
                  <c:v>0</c:v>
                </c:pt>
                <c:pt idx="67300">
                  <c:v>0</c:v>
                </c:pt>
                <c:pt idx="67301">
                  <c:v>0</c:v>
                </c:pt>
                <c:pt idx="67302">
                  <c:v>0</c:v>
                </c:pt>
                <c:pt idx="67303">
                  <c:v>0</c:v>
                </c:pt>
                <c:pt idx="67304">
                  <c:v>0</c:v>
                </c:pt>
                <c:pt idx="67305">
                  <c:v>0</c:v>
                </c:pt>
                <c:pt idx="67306">
                  <c:v>0</c:v>
                </c:pt>
                <c:pt idx="67307">
                  <c:v>0</c:v>
                </c:pt>
                <c:pt idx="67308">
                  <c:v>0</c:v>
                </c:pt>
                <c:pt idx="67309">
                  <c:v>0</c:v>
                </c:pt>
                <c:pt idx="67310">
                  <c:v>0</c:v>
                </c:pt>
                <c:pt idx="67311">
                  <c:v>0</c:v>
                </c:pt>
                <c:pt idx="67312">
                  <c:v>0</c:v>
                </c:pt>
                <c:pt idx="67313">
                  <c:v>0</c:v>
                </c:pt>
                <c:pt idx="67314">
                  <c:v>0</c:v>
                </c:pt>
                <c:pt idx="67315">
                  <c:v>0</c:v>
                </c:pt>
                <c:pt idx="67316">
                  <c:v>0</c:v>
                </c:pt>
                <c:pt idx="67317">
                  <c:v>0</c:v>
                </c:pt>
                <c:pt idx="67318">
                  <c:v>0</c:v>
                </c:pt>
                <c:pt idx="67319">
                  <c:v>0</c:v>
                </c:pt>
                <c:pt idx="67320">
                  <c:v>0</c:v>
                </c:pt>
                <c:pt idx="67321">
                  <c:v>0</c:v>
                </c:pt>
                <c:pt idx="67322">
                  <c:v>0</c:v>
                </c:pt>
                <c:pt idx="67323">
                  <c:v>0</c:v>
                </c:pt>
                <c:pt idx="67324">
                  <c:v>0</c:v>
                </c:pt>
                <c:pt idx="67325">
                  <c:v>0</c:v>
                </c:pt>
                <c:pt idx="67326">
                  <c:v>0</c:v>
                </c:pt>
                <c:pt idx="67327">
                  <c:v>0</c:v>
                </c:pt>
                <c:pt idx="67328">
                  <c:v>0</c:v>
                </c:pt>
                <c:pt idx="67329">
                  <c:v>0</c:v>
                </c:pt>
                <c:pt idx="67330">
                  <c:v>0</c:v>
                </c:pt>
                <c:pt idx="67331">
                  <c:v>0</c:v>
                </c:pt>
                <c:pt idx="67332">
                  <c:v>0</c:v>
                </c:pt>
                <c:pt idx="67333">
                  <c:v>0</c:v>
                </c:pt>
                <c:pt idx="67334">
                  <c:v>0</c:v>
                </c:pt>
                <c:pt idx="67335">
                  <c:v>0</c:v>
                </c:pt>
                <c:pt idx="67336">
                  <c:v>0</c:v>
                </c:pt>
                <c:pt idx="67337">
                  <c:v>0</c:v>
                </c:pt>
                <c:pt idx="67338">
                  <c:v>0</c:v>
                </c:pt>
                <c:pt idx="67339">
                  <c:v>0</c:v>
                </c:pt>
                <c:pt idx="67340">
                  <c:v>0</c:v>
                </c:pt>
                <c:pt idx="67341">
                  <c:v>0</c:v>
                </c:pt>
                <c:pt idx="67342">
                  <c:v>0</c:v>
                </c:pt>
                <c:pt idx="67343">
                  <c:v>0</c:v>
                </c:pt>
                <c:pt idx="67344">
                  <c:v>0</c:v>
                </c:pt>
                <c:pt idx="67345">
                  <c:v>0</c:v>
                </c:pt>
                <c:pt idx="67346">
                  <c:v>0</c:v>
                </c:pt>
                <c:pt idx="67347">
                  <c:v>0</c:v>
                </c:pt>
                <c:pt idx="67348">
                  <c:v>0</c:v>
                </c:pt>
                <c:pt idx="67349">
                  <c:v>0</c:v>
                </c:pt>
                <c:pt idx="67350">
                  <c:v>0</c:v>
                </c:pt>
                <c:pt idx="67351">
                  <c:v>0</c:v>
                </c:pt>
                <c:pt idx="67352">
                  <c:v>0</c:v>
                </c:pt>
                <c:pt idx="67353">
                  <c:v>0</c:v>
                </c:pt>
                <c:pt idx="67354">
                  <c:v>0</c:v>
                </c:pt>
                <c:pt idx="67355">
                  <c:v>0</c:v>
                </c:pt>
                <c:pt idx="67356">
                  <c:v>0</c:v>
                </c:pt>
                <c:pt idx="67357">
                  <c:v>0</c:v>
                </c:pt>
                <c:pt idx="67358">
                  <c:v>0</c:v>
                </c:pt>
                <c:pt idx="67359">
                  <c:v>0</c:v>
                </c:pt>
                <c:pt idx="67360">
                  <c:v>0</c:v>
                </c:pt>
                <c:pt idx="67361">
                  <c:v>0</c:v>
                </c:pt>
                <c:pt idx="67362">
                  <c:v>0</c:v>
                </c:pt>
                <c:pt idx="67363">
                  <c:v>0</c:v>
                </c:pt>
                <c:pt idx="67364">
                  <c:v>0</c:v>
                </c:pt>
                <c:pt idx="67365">
                  <c:v>0</c:v>
                </c:pt>
                <c:pt idx="67366">
                  <c:v>0</c:v>
                </c:pt>
                <c:pt idx="67367">
                  <c:v>0</c:v>
                </c:pt>
                <c:pt idx="67368">
                  <c:v>0</c:v>
                </c:pt>
                <c:pt idx="67369">
                  <c:v>0</c:v>
                </c:pt>
                <c:pt idx="67370">
                  <c:v>0</c:v>
                </c:pt>
                <c:pt idx="67371">
                  <c:v>0</c:v>
                </c:pt>
                <c:pt idx="67372">
                  <c:v>0</c:v>
                </c:pt>
                <c:pt idx="67373">
                  <c:v>0</c:v>
                </c:pt>
                <c:pt idx="67374">
                  <c:v>0</c:v>
                </c:pt>
                <c:pt idx="67375">
                  <c:v>0</c:v>
                </c:pt>
                <c:pt idx="67376">
                  <c:v>0</c:v>
                </c:pt>
                <c:pt idx="67377">
                  <c:v>0</c:v>
                </c:pt>
                <c:pt idx="67378">
                  <c:v>0</c:v>
                </c:pt>
                <c:pt idx="67379">
                  <c:v>0</c:v>
                </c:pt>
                <c:pt idx="67380">
                  <c:v>0</c:v>
                </c:pt>
                <c:pt idx="67381">
                  <c:v>0</c:v>
                </c:pt>
                <c:pt idx="67382">
                  <c:v>0</c:v>
                </c:pt>
                <c:pt idx="67383">
                  <c:v>0</c:v>
                </c:pt>
                <c:pt idx="67384">
                  <c:v>0</c:v>
                </c:pt>
                <c:pt idx="67385">
                  <c:v>0</c:v>
                </c:pt>
                <c:pt idx="67386">
                  <c:v>0</c:v>
                </c:pt>
                <c:pt idx="67387">
                  <c:v>0</c:v>
                </c:pt>
                <c:pt idx="67388">
                  <c:v>0</c:v>
                </c:pt>
                <c:pt idx="67389">
                  <c:v>0</c:v>
                </c:pt>
                <c:pt idx="67390">
                  <c:v>0</c:v>
                </c:pt>
                <c:pt idx="67391">
                  <c:v>0</c:v>
                </c:pt>
                <c:pt idx="67392">
                  <c:v>0</c:v>
                </c:pt>
                <c:pt idx="67393">
                  <c:v>0</c:v>
                </c:pt>
                <c:pt idx="67394">
                  <c:v>0</c:v>
                </c:pt>
                <c:pt idx="67395">
                  <c:v>0</c:v>
                </c:pt>
                <c:pt idx="67396">
                  <c:v>0</c:v>
                </c:pt>
                <c:pt idx="67397">
                  <c:v>0</c:v>
                </c:pt>
                <c:pt idx="67398">
                  <c:v>0</c:v>
                </c:pt>
                <c:pt idx="67399">
                  <c:v>0</c:v>
                </c:pt>
                <c:pt idx="67400">
                  <c:v>0</c:v>
                </c:pt>
                <c:pt idx="67401">
                  <c:v>0</c:v>
                </c:pt>
                <c:pt idx="67402">
                  <c:v>0</c:v>
                </c:pt>
                <c:pt idx="67403">
                  <c:v>0</c:v>
                </c:pt>
                <c:pt idx="67404">
                  <c:v>0</c:v>
                </c:pt>
                <c:pt idx="67405">
                  <c:v>0</c:v>
                </c:pt>
                <c:pt idx="67406">
                  <c:v>0</c:v>
                </c:pt>
                <c:pt idx="67407">
                  <c:v>0</c:v>
                </c:pt>
                <c:pt idx="67408">
                  <c:v>0</c:v>
                </c:pt>
                <c:pt idx="67409">
                  <c:v>0</c:v>
                </c:pt>
                <c:pt idx="67410">
                  <c:v>0</c:v>
                </c:pt>
                <c:pt idx="67411">
                  <c:v>0</c:v>
                </c:pt>
                <c:pt idx="67412">
                  <c:v>0</c:v>
                </c:pt>
                <c:pt idx="67413">
                  <c:v>0</c:v>
                </c:pt>
                <c:pt idx="67414">
                  <c:v>0</c:v>
                </c:pt>
                <c:pt idx="67415">
                  <c:v>0</c:v>
                </c:pt>
                <c:pt idx="67416">
                  <c:v>0</c:v>
                </c:pt>
                <c:pt idx="67417">
                  <c:v>0</c:v>
                </c:pt>
                <c:pt idx="67418">
                  <c:v>0</c:v>
                </c:pt>
                <c:pt idx="67419">
                  <c:v>0</c:v>
                </c:pt>
                <c:pt idx="67420">
                  <c:v>0</c:v>
                </c:pt>
                <c:pt idx="67421">
                  <c:v>0</c:v>
                </c:pt>
                <c:pt idx="67422">
                  <c:v>0</c:v>
                </c:pt>
                <c:pt idx="67423">
                  <c:v>0</c:v>
                </c:pt>
                <c:pt idx="67424">
                  <c:v>0</c:v>
                </c:pt>
                <c:pt idx="67425">
                  <c:v>0</c:v>
                </c:pt>
                <c:pt idx="67426">
                  <c:v>0</c:v>
                </c:pt>
                <c:pt idx="67427">
                  <c:v>0</c:v>
                </c:pt>
                <c:pt idx="67428">
                  <c:v>0</c:v>
                </c:pt>
                <c:pt idx="67429">
                  <c:v>0</c:v>
                </c:pt>
                <c:pt idx="67430">
                  <c:v>0</c:v>
                </c:pt>
                <c:pt idx="67431">
                  <c:v>0</c:v>
                </c:pt>
                <c:pt idx="67432">
                  <c:v>0</c:v>
                </c:pt>
                <c:pt idx="67433">
                  <c:v>0</c:v>
                </c:pt>
                <c:pt idx="67434">
                  <c:v>0</c:v>
                </c:pt>
                <c:pt idx="67435">
                  <c:v>0</c:v>
                </c:pt>
                <c:pt idx="67436">
                  <c:v>0</c:v>
                </c:pt>
                <c:pt idx="67437">
                  <c:v>0</c:v>
                </c:pt>
                <c:pt idx="67438">
                  <c:v>0</c:v>
                </c:pt>
                <c:pt idx="67439">
                  <c:v>0</c:v>
                </c:pt>
                <c:pt idx="67440">
                  <c:v>0</c:v>
                </c:pt>
                <c:pt idx="67441">
                  <c:v>0</c:v>
                </c:pt>
                <c:pt idx="67442">
                  <c:v>0</c:v>
                </c:pt>
                <c:pt idx="67443">
                  <c:v>0</c:v>
                </c:pt>
                <c:pt idx="67444">
                  <c:v>0</c:v>
                </c:pt>
                <c:pt idx="67445">
                  <c:v>0</c:v>
                </c:pt>
                <c:pt idx="67446">
                  <c:v>0</c:v>
                </c:pt>
                <c:pt idx="67447">
                  <c:v>0</c:v>
                </c:pt>
                <c:pt idx="67448">
                  <c:v>0</c:v>
                </c:pt>
                <c:pt idx="67449">
                  <c:v>0</c:v>
                </c:pt>
                <c:pt idx="67450">
                  <c:v>0</c:v>
                </c:pt>
                <c:pt idx="67451">
                  <c:v>0</c:v>
                </c:pt>
                <c:pt idx="67452">
                  <c:v>0</c:v>
                </c:pt>
                <c:pt idx="67453">
                  <c:v>0</c:v>
                </c:pt>
                <c:pt idx="67454">
                  <c:v>0</c:v>
                </c:pt>
                <c:pt idx="67455">
                  <c:v>0</c:v>
                </c:pt>
                <c:pt idx="67456">
                  <c:v>0</c:v>
                </c:pt>
                <c:pt idx="67457">
                  <c:v>0</c:v>
                </c:pt>
                <c:pt idx="67458">
                  <c:v>0</c:v>
                </c:pt>
                <c:pt idx="67459">
                  <c:v>0</c:v>
                </c:pt>
                <c:pt idx="67460">
                  <c:v>0</c:v>
                </c:pt>
                <c:pt idx="67461">
                  <c:v>0</c:v>
                </c:pt>
                <c:pt idx="67462">
                  <c:v>0</c:v>
                </c:pt>
                <c:pt idx="67463">
                  <c:v>0</c:v>
                </c:pt>
                <c:pt idx="67464">
                  <c:v>0</c:v>
                </c:pt>
                <c:pt idx="67465">
                  <c:v>0</c:v>
                </c:pt>
                <c:pt idx="67466">
                  <c:v>0</c:v>
                </c:pt>
                <c:pt idx="67467">
                  <c:v>0</c:v>
                </c:pt>
                <c:pt idx="67468">
                  <c:v>0</c:v>
                </c:pt>
                <c:pt idx="67469">
                  <c:v>0</c:v>
                </c:pt>
                <c:pt idx="67470">
                  <c:v>0</c:v>
                </c:pt>
                <c:pt idx="67471">
                  <c:v>0</c:v>
                </c:pt>
                <c:pt idx="67472">
                  <c:v>0</c:v>
                </c:pt>
                <c:pt idx="67473">
                  <c:v>0</c:v>
                </c:pt>
                <c:pt idx="67474">
                  <c:v>0</c:v>
                </c:pt>
                <c:pt idx="67475">
                  <c:v>0</c:v>
                </c:pt>
                <c:pt idx="67476">
                  <c:v>0</c:v>
                </c:pt>
                <c:pt idx="67477">
                  <c:v>0</c:v>
                </c:pt>
                <c:pt idx="67478">
                  <c:v>0</c:v>
                </c:pt>
                <c:pt idx="67479">
                  <c:v>0</c:v>
                </c:pt>
                <c:pt idx="67480">
                  <c:v>0</c:v>
                </c:pt>
                <c:pt idx="67481">
                  <c:v>0</c:v>
                </c:pt>
                <c:pt idx="67482">
                  <c:v>0</c:v>
                </c:pt>
                <c:pt idx="67483">
                  <c:v>0</c:v>
                </c:pt>
                <c:pt idx="67484">
                  <c:v>0</c:v>
                </c:pt>
                <c:pt idx="67485">
                  <c:v>0</c:v>
                </c:pt>
                <c:pt idx="67486">
                  <c:v>0</c:v>
                </c:pt>
                <c:pt idx="67487">
                  <c:v>0</c:v>
                </c:pt>
                <c:pt idx="67488">
                  <c:v>0</c:v>
                </c:pt>
                <c:pt idx="67489">
                  <c:v>0</c:v>
                </c:pt>
                <c:pt idx="67490">
                  <c:v>0</c:v>
                </c:pt>
                <c:pt idx="67491">
                  <c:v>0</c:v>
                </c:pt>
                <c:pt idx="67492">
                  <c:v>0</c:v>
                </c:pt>
                <c:pt idx="67493">
                  <c:v>0</c:v>
                </c:pt>
                <c:pt idx="67494">
                  <c:v>0</c:v>
                </c:pt>
                <c:pt idx="67495">
                  <c:v>0</c:v>
                </c:pt>
                <c:pt idx="67496">
                  <c:v>0</c:v>
                </c:pt>
                <c:pt idx="67497">
                  <c:v>0</c:v>
                </c:pt>
                <c:pt idx="67498">
                  <c:v>0</c:v>
                </c:pt>
                <c:pt idx="67499">
                  <c:v>0</c:v>
                </c:pt>
                <c:pt idx="67500">
                  <c:v>0</c:v>
                </c:pt>
                <c:pt idx="67501">
                  <c:v>0</c:v>
                </c:pt>
                <c:pt idx="67502">
                  <c:v>0</c:v>
                </c:pt>
                <c:pt idx="67503">
                  <c:v>0</c:v>
                </c:pt>
                <c:pt idx="67504">
                  <c:v>0</c:v>
                </c:pt>
                <c:pt idx="67505">
                  <c:v>0</c:v>
                </c:pt>
                <c:pt idx="67506">
                  <c:v>0</c:v>
                </c:pt>
                <c:pt idx="67507">
                  <c:v>0</c:v>
                </c:pt>
                <c:pt idx="67508">
                  <c:v>0</c:v>
                </c:pt>
                <c:pt idx="67509">
                  <c:v>0</c:v>
                </c:pt>
                <c:pt idx="67510">
                  <c:v>0</c:v>
                </c:pt>
                <c:pt idx="67511">
                  <c:v>0</c:v>
                </c:pt>
                <c:pt idx="67512">
                  <c:v>0</c:v>
                </c:pt>
                <c:pt idx="67513">
                  <c:v>0</c:v>
                </c:pt>
                <c:pt idx="67514">
                  <c:v>0</c:v>
                </c:pt>
                <c:pt idx="67515">
                  <c:v>0</c:v>
                </c:pt>
                <c:pt idx="67516">
                  <c:v>0</c:v>
                </c:pt>
                <c:pt idx="67517">
                  <c:v>0</c:v>
                </c:pt>
                <c:pt idx="67518">
                  <c:v>0</c:v>
                </c:pt>
                <c:pt idx="67519">
                  <c:v>0</c:v>
                </c:pt>
                <c:pt idx="67520">
                  <c:v>0</c:v>
                </c:pt>
                <c:pt idx="67521">
                  <c:v>0</c:v>
                </c:pt>
                <c:pt idx="67522">
                  <c:v>0</c:v>
                </c:pt>
                <c:pt idx="67523">
                  <c:v>0</c:v>
                </c:pt>
                <c:pt idx="67524">
                  <c:v>0</c:v>
                </c:pt>
                <c:pt idx="67525">
                  <c:v>0</c:v>
                </c:pt>
                <c:pt idx="67526">
                  <c:v>0</c:v>
                </c:pt>
                <c:pt idx="67527">
                  <c:v>0</c:v>
                </c:pt>
                <c:pt idx="67528">
                  <c:v>0</c:v>
                </c:pt>
                <c:pt idx="67529">
                  <c:v>0</c:v>
                </c:pt>
                <c:pt idx="67530">
                  <c:v>0</c:v>
                </c:pt>
                <c:pt idx="67531">
                  <c:v>0</c:v>
                </c:pt>
                <c:pt idx="67532">
                  <c:v>0</c:v>
                </c:pt>
                <c:pt idx="67533">
                  <c:v>0</c:v>
                </c:pt>
                <c:pt idx="67534">
                  <c:v>0</c:v>
                </c:pt>
                <c:pt idx="67535">
                  <c:v>0</c:v>
                </c:pt>
                <c:pt idx="67536">
                  <c:v>0</c:v>
                </c:pt>
                <c:pt idx="67537">
                  <c:v>0</c:v>
                </c:pt>
                <c:pt idx="67538">
                  <c:v>0</c:v>
                </c:pt>
                <c:pt idx="67539">
                  <c:v>0</c:v>
                </c:pt>
                <c:pt idx="67540">
                  <c:v>0</c:v>
                </c:pt>
                <c:pt idx="67541">
                  <c:v>0</c:v>
                </c:pt>
                <c:pt idx="67542">
                  <c:v>0</c:v>
                </c:pt>
                <c:pt idx="67543">
                  <c:v>0</c:v>
                </c:pt>
                <c:pt idx="67544">
                  <c:v>0</c:v>
                </c:pt>
                <c:pt idx="67545">
                  <c:v>0</c:v>
                </c:pt>
                <c:pt idx="67546">
                  <c:v>0</c:v>
                </c:pt>
                <c:pt idx="67547">
                  <c:v>0</c:v>
                </c:pt>
                <c:pt idx="67548">
                  <c:v>0</c:v>
                </c:pt>
                <c:pt idx="67549">
                  <c:v>0</c:v>
                </c:pt>
                <c:pt idx="67550">
                  <c:v>0</c:v>
                </c:pt>
                <c:pt idx="67551">
                  <c:v>0</c:v>
                </c:pt>
                <c:pt idx="67552">
                  <c:v>0</c:v>
                </c:pt>
                <c:pt idx="67553">
                  <c:v>0</c:v>
                </c:pt>
                <c:pt idx="67554">
                  <c:v>0</c:v>
                </c:pt>
                <c:pt idx="67555">
                  <c:v>0</c:v>
                </c:pt>
                <c:pt idx="67556">
                  <c:v>0</c:v>
                </c:pt>
                <c:pt idx="67557">
                  <c:v>0</c:v>
                </c:pt>
                <c:pt idx="67558">
                  <c:v>0</c:v>
                </c:pt>
                <c:pt idx="67559">
                  <c:v>0</c:v>
                </c:pt>
                <c:pt idx="67560">
                  <c:v>0</c:v>
                </c:pt>
                <c:pt idx="67561">
                  <c:v>0</c:v>
                </c:pt>
                <c:pt idx="67562">
                  <c:v>0</c:v>
                </c:pt>
                <c:pt idx="67563">
                  <c:v>0</c:v>
                </c:pt>
                <c:pt idx="67564">
                  <c:v>0</c:v>
                </c:pt>
                <c:pt idx="67565">
                  <c:v>0</c:v>
                </c:pt>
                <c:pt idx="67566">
                  <c:v>0</c:v>
                </c:pt>
                <c:pt idx="67567">
                  <c:v>0</c:v>
                </c:pt>
                <c:pt idx="67568">
                  <c:v>0</c:v>
                </c:pt>
                <c:pt idx="67569">
                  <c:v>0</c:v>
                </c:pt>
                <c:pt idx="67570">
                  <c:v>0</c:v>
                </c:pt>
                <c:pt idx="67571">
                  <c:v>0</c:v>
                </c:pt>
                <c:pt idx="67572">
                  <c:v>0</c:v>
                </c:pt>
                <c:pt idx="67573">
                  <c:v>0</c:v>
                </c:pt>
                <c:pt idx="67574">
                  <c:v>0</c:v>
                </c:pt>
                <c:pt idx="67575">
                  <c:v>0</c:v>
                </c:pt>
                <c:pt idx="67576">
                  <c:v>0</c:v>
                </c:pt>
                <c:pt idx="67577">
                  <c:v>0</c:v>
                </c:pt>
                <c:pt idx="67578">
                  <c:v>0</c:v>
                </c:pt>
                <c:pt idx="67579">
                  <c:v>0</c:v>
                </c:pt>
                <c:pt idx="67580">
                  <c:v>0</c:v>
                </c:pt>
                <c:pt idx="67581">
                  <c:v>0</c:v>
                </c:pt>
                <c:pt idx="67582">
                  <c:v>0</c:v>
                </c:pt>
                <c:pt idx="67583">
                  <c:v>0</c:v>
                </c:pt>
                <c:pt idx="67584">
                  <c:v>0</c:v>
                </c:pt>
                <c:pt idx="67585">
                  <c:v>0</c:v>
                </c:pt>
                <c:pt idx="67586">
                  <c:v>0</c:v>
                </c:pt>
                <c:pt idx="67587">
                  <c:v>0</c:v>
                </c:pt>
                <c:pt idx="67588">
                  <c:v>0</c:v>
                </c:pt>
                <c:pt idx="67589">
                  <c:v>0</c:v>
                </c:pt>
                <c:pt idx="67590">
                  <c:v>0</c:v>
                </c:pt>
                <c:pt idx="67591">
                  <c:v>0</c:v>
                </c:pt>
                <c:pt idx="67592">
                  <c:v>0</c:v>
                </c:pt>
                <c:pt idx="67593">
                  <c:v>0</c:v>
                </c:pt>
                <c:pt idx="67594">
                  <c:v>0</c:v>
                </c:pt>
                <c:pt idx="67595">
                  <c:v>0</c:v>
                </c:pt>
                <c:pt idx="67596">
                  <c:v>0</c:v>
                </c:pt>
                <c:pt idx="67597">
                  <c:v>0</c:v>
                </c:pt>
                <c:pt idx="67598">
                  <c:v>0</c:v>
                </c:pt>
                <c:pt idx="67599">
                  <c:v>0</c:v>
                </c:pt>
                <c:pt idx="67600">
                  <c:v>0</c:v>
                </c:pt>
                <c:pt idx="67601">
                  <c:v>0</c:v>
                </c:pt>
                <c:pt idx="67602">
                  <c:v>0</c:v>
                </c:pt>
                <c:pt idx="67603">
                  <c:v>0</c:v>
                </c:pt>
                <c:pt idx="67604">
                  <c:v>0</c:v>
                </c:pt>
                <c:pt idx="67605">
                  <c:v>0</c:v>
                </c:pt>
                <c:pt idx="67606">
                  <c:v>0</c:v>
                </c:pt>
                <c:pt idx="67607">
                  <c:v>0</c:v>
                </c:pt>
                <c:pt idx="67608">
                  <c:v>0</c:v>
                </c:pt>
                <c:pt idx="67609">
                  <c:v>0</c:v>
                </c:pt>
                <c:pt idx="67610">
                  <c:v>0</c:v>
                </c:pt>
                <c:pt idx="67611">
                  <c:v>0</c:v>
                </c:pt>
                <c:pt idx="67612">
                  <c:v>0</c:v>
                </c:pt>
                <c:pt idx="67613">
                  <c:v>0</c:v>
                </c:pt>
                <c:pt idx="67614">
                  <c:v>0</c:v>
                </c:pt>
                <c:pt idx="67615">
                  <c:v>0</c:v>
                </c:pt>
                <c:pt idx="67616">
                  <c:v>0</c:v>
                </c:pt>
                <c:pt idx="67617">
                  <c:v>0</c:v>
                </c:pt>
                <c:pt idx="67618">
                  <c:v>0</c:v>
                </c:pt>
                <c:pt idx="67619">
                  <c:v>0</c:v>
                </c:pt>
                <c:pt idx="67620">
                  <c:v>0</c:v>
                </c:pt>
                <c:pt idx="67621">
                  <c:v>0</c:v>
                </c:pt>
                <c:pt idx="67622">
                  <c:v>0</c:v>
                </c:pt>
                <c:pt idx="67623">
                  <c:v>0</c:v>
                </c:pt>
                <c:pt idx="67624">
                  <c:v>0</c:v>
                </c:pt>
                <c:pt idx="67625">
                  <c:v>0</c:v>
                </c:pt>
                <c:pt idx="67626">
                  <c:v>0</c:v>
                </c:pt>
                <c:pt idx="67627">
                  <c:v>0</c:v>
                </c:pt>
                <c:pt idx="67628">
                  <c:v>0</c:v>
                </c:pt>
                <c:pt idx="67629">
                  <c:v>0</c:v>
                </c:pt>
                <c:pt idx="67630">
                  <c:v>0</c:v>
                </c:pt>
                <c:pt idx="67631">
                  <c:v>0</c:v>
                </c:pt>
                <c:pt idx="67632">
                  <c:v>0</c:v>
                </c:pt>
                <c:pt idx="67633">
                  <c:v>0</c:v>
                </c:pt>
                <c:pt idx="67634">
                  <c:v>0</c:v>
                </c:pt>
                <c:pt idx="67635">
                  <c:v>0</c:v>
                </c:pt>
                <c:pt idx="67636">
                  <c:v>0</c:v>
                </c:pt>
                <c:pt idx="67637">
                  <c:v>0</c:v>
                </c:pt>
                <c:pt idx="67638">
                  <c:v>0</c:v>
                </c:pt>
                <c:pt idx="67639">
                  <c:v>0</c:v>
                </c:pt>
                <c:pt idx="67640">
                  <c:v>0</c:v>
                </c:pt>
                <c:pt idx="67641">
                  <c:v>0</c:v>
                </c:pt>
                <c:pt idx="67642">
                  <c:v>0</c:v>
                </c:pt>
                <c:pt idx="67643">
                  <c:v>0</c:v>
                </c:pt>
                <c:pt idx="67644">
                  <c:v>0</c:v>
                </c:pt>
                <c:pt idx="67645">
                  <c:v>0</c:v>
                </c:pt>
                <c:pt idx="67646">
                  <c:v>0</c:v>
                </c:pt>
                <c:pt idx="67647">
                  <c:v>0</c:v>
                </c:pt>
                <c:pt idx="67648">
                  <c:v>0</c:v>
                </c:pt>
                <c:pt idx="67649">
                  <c:v>0</c:v>
                </c:pt>
                <c:pt idx="67650">
                  <c:v>0</c:v>
                </c:pt>
                <c:pt idx="67651">
                  <c:v>0</c:v>
                </c:pt>
                <c:pt idx="67652">
                  <c:v>0</c:v>
                </c:pt>
                <c:pt idx="67653">
                  <c:v>0</c:v>
                </c:pt>
                <c:pt idx="67654">
                  <c:v>0</c:v>
                </c:pt>
                <c:pt idx="67655">
                  <c:v>0</c:v>
                </c:pt>
                <c:pt idx="67656">
                  <c:v>0</c:v>
                </c:pt>
                <c:pt idx="67657">
                  <c:v>0</c:v>
                </c:pt>
                <c:pt idx="67658">
                  <c:v>0</c:v>
                </c:pt>
                <c:pt idx="67659">
                  <c:v>0</c:v>
                </c:pt>
                <c:pt idx="67660">
                  <c:v>0</c:v>
                </c:pt>
                <c:pt idx="67661">
                  <c:v>0</c:v>
                </c:pt>
                <c:pt idx="67662">
                  <c:v>0</c:v>
                </c:pt>
                <c:pt idx="67663">
                  <c:v>0</c:v>
                </c:pt>
                <c:pt idx="67664">
                  <c:v>0</c:v>
                </c:pt>
                <c:pt idx="67665">
                  <c:v>0</c:v>
                </c:pt>
                <c:pt idx="67666">
                  <c:v>0</c:v>
                </c:pt>
                <c:pt idx="67667">
                  <c:v>0</c:v>
                </c:pt>
                <c:pt idx="67668">
                  <c:v>0</c:v>
                </c:pt>
                <c:pt idx="67669">
                  <c:v>0</c:v>
                </c:pt>
                <c:pt idx="67670">
                  <c:v>0</c:v>
                </c:pt>
                <c:pt idx="67671">
                  <c:v>0</c:v>
                </c:pt>
                <c:pt idx="67672">
                  <c:v>0</c:v>
                </c:pt>
                <c:pt idx="67673">
                  <c:v>0</c:v>
                </c:pt>
                <c:pt idx="67674">
                  <c:v>0</c:v>
                </c:pt>
                <c:pt idx="67675">
                  <c:v>0</c:v>
                </c:pt>
                <c:pt idx="67676">
                  <c:v>0</c:v>
                </c:pt>
                <c:pt idx="67677">
                  <c:v>0</c:v>
                </c:pt>
                <c:pt idx="67678">
                  <c:v>0</c:v>
                </c:pt>
                <c:pt idx="67679">
                  <c:v>0</c:v>
                </c:pt>
                <c:pt idx="67680">
                  <c:v>0</c:v>
                </c:pt>
                <c:pt idx="67681">
                  <c:v>0</c:v>
                </c:pt>
                <c:pt idx="67682">
                  <c:v>0</c:v>
                </c:pt>
                <c:pt idx="67683">
                  <c:v>0</c:v>
                </c:pt>
                <c:pt idx="67684">
                  <c:v>0</c:v>
                </c:pt>
                <c:pt idx="67685">
                  <c:v>0</c:v>
                </c:pt>
                <c:pt idx="67686">
                  <c:v>0</c:v>
                </c:pt>
                <c:pt idx="67687">
                  <c:v>0</c:v>
                </c:pt>
                <c:pt idx="67688">
                  <c:v>0</c:v>
                </c:pt>
                <c:pt idx="67689">
                  <c:v>0</c:v>
                </c:pt>
                <c:pt idx="67690">
                  <c:v>0</c:v>
                </c:pt>
                <c:pt idx="67691">
                  <c:v>0</c:v>
                </c:pt>
                <c:pt idx="67692">
                  <c:v>0</c:v>
                </c:pt>
                <c:pt idx="67693">
                  <c:v>0</c:v>
                </c:pt>
                <c:pt idx="67694">
                  <c:v>0</c:v>
                </c:pt>
                <c:pt idx="67695">
                  <c:v>0</c:v>
                </c:pt>
                <c:pt idx="67696">
                  <c:v>0</c:v>
                </c:pt>
                <c:pt idx="67697">
                  <c:v>0</c:v>
                </c:pt>
                <c:pt idx="67698">
                  <c:v>0</c:v>
                </c:pt>
                <c:pt idx="67699">
                  <c:v>0</c:v>
                </c:pt>
                <c:pt idx="67700">
                  <c:v>0</c:v>
                </c:pt>
                <c:pt idx="67701">
                  <c:v>0</c:v>
                </c:pt>
                <c:pt idx="67702">
                  <c:v>0</c:v>
                </c:pt>
                <c:pt idx="67703">
                  <c:v>0</c:v>
                </c:pt>
                <c:pt idx="67704">
                  <c:v>0</c:v>
                </c:pt>
                <c:pt idx="67705">
                  <c:v>0</c:v>
                </c:pt>
                <c:pt idx="67706">
                  <c:v>0</c:v>
                </c:pt>
                <c:pt idx="67707">
                  <c:v>0</c:v>
                </c:pt>
                <c:pt idx="67708">
                  <c:v>0</c:v>
                </c:pt>
                <c:pt idx="67709">
                  <c:v>0</c:v>
                </c:pt>
                <c:pt idx="67710">
                  <c:v>0</c:v>
                </c:pt>
                <c:pt idx="67711">
                  <c:v>0</c:v>
                </c:pt>
                <c:pt idx="67712">
                  <c:v>0</c:v>
                </c:pt>
                <c:pt idx="67713">
                  <c:v>0</c:v>
                </c:pt>
                <c:pt idx="67714">
                  <c:v>0</c:v>
                </c:pt>
                <c:pt idx="67715">
                  <c:v>0</c:v>
                </c:pt>
                <c:pt idx="67716">
                  <c:v>0</c:v>
                </c:pt>
                <c:pt idx="67717">
                  <c:v>0</c:v>
                </c:pt>
                <c:pt idx="67718">
                  <c:v>0</c:v>
                </c:pt>
                <c:pt idx="67719">
                  <c:v>0</c:v>
                </c:pt>
                <c:pt idx="67720">
                  <c:v>0</c:v>
                </c:pt>
                <c:pt idx="67721">
                  <c:v>0</c:v>
                </c:pt>
                <c:pt idx="67722">
                  <c:v>0</c:v>
                </c:pt>
                <c:pt idx="67723">
                  <c:v>0</c:v>
                </c:pt>
                <c:pt idx="67724">
                  <c:v>0</c:v>
                </c:pt>
                <c:pt idx="67725">
                  <c:v>0</c:v>
                </c:pt>
                <c:pt idx="67726">
                  <c:v>0</c:v>
                </c:pt>
                <c:pt idx="67727">
                  <c:v>0</c:v>
                </c:pt>
                <c:pt idx="67728">
                  <c:v>0</c:v>
                </c:pt>
                <c:pt idx="67729">
                  <c:v>0</c:v>
                </c:pt>
                <c:pt idx="67730">
                  <c:v>0</c:v>
                </c:pt>
                <c:pt idx="67731">
                  <c:v>0</c:v>
                </c:pt>
                <c:pt idx="67732">
                  <c:v>0</c:v>
                </c:pt>
                <c:pt idx="67733">
                  <c:v>0</c:v>
                </c:pt>
                <c:pt idx="67734">
                  <c:v>0</c:v>
                </c:pt>
                <c:pt idx="67735">
                  <c:v>0</c:v>
                </c:pt>
                <c:pt idx="67736">
                  <c:v>0</c:v>
                </c:pt>
                <c:pt idx="67737">
                  <c:v>0</c:v>
                </c:pt>
                <c:pt idx="67738">
                  <c:v>0</c:v>
                </c:pt>
                <c:pt idx="67739">
                  <c:v>0</c:v>
                </c:pt>
                <c:pt idx="67740">
                  <c:v>0</c:v>
                </c:pt>
                <c:pt idx="67741">
                  <c:v>0</c:v>
                </c:pt>
                <c:pt idx="67742">
                  <c:v>0</c:v>
                </c:pt>
                <c:pt idx="67743">
                  <c:v>0</c:v>
                </c:pt>
                <c:pt idx="67744">
                  <c:v>0</c:v>
                </c:pt>
                <c:pt idx="67745">
                  <c:v>0</c:v>
                </c:pt>
                <c:pt idx="67746">
                  <c:v>0</c:v>
                </c:pt>
                <c:pt idx="67747">
                  <c:v>0</c:v>
                </c:pt>
                <c:pt idx="67748">
                  <c:v>0</c:v>
                </c:pt>
                <c:pt idx="67749">
                  <c:v>0</c:v>
                </c:pt>
                <c:pt idx="67750">
                  <c:v>0</c:v>
                </c:pt>
                <c:pt idx="67751">
                  <c:v>0</c:v>
                </c:pt>
                <c:pt idx="67752">
                  <c:v>0</c:v>
                </c:pt>
                <c:pt idx="67753">
                  <c:v>0</c:v>
                </c:pt>
                <c:pt idx="67754">
                  <c:v>0</c:v>
                </c:pt>
                <c:pt idx="67755">
                  <c:v>0</c:v>
                </c:pt>
                <c:pt idx="67756">
                  <c:v>0</c:v>
                </c:pt>
                <c:pt idx="67757">
                  <c:v>0</c:v>
                </c:pt>
                <c:pt idx="67758">
                  <c:v>0</c:v>
                </c:pt>
                <c:pt idx="67759">
                  <c:v>0</c:v>
                </c:pt>
                <c:pt idx="67760">
                  <c:v>0</c:v>
                </c:pt>
                <c:pt idx="67761">
                  <c:v>0</c:v>
                </c:pt>
                <c:pt idx="67762">
                  <c:v>0</c:v>
                </c:pt>
                <c:pt idx="67763">
                  <c:v>0</c:v>
                </c:pt>
                <c:pt idx="67764">
                  <c:v>0</c:v>
                </c:pt>
                <c:pt idx="67765">
                  <c:v>0</c:v>
                </c:pt>
                <c:pt idx="67766">
                  <c:v>0</c:v>
                </c:pt>
                <c:pt idx="67767">
                  <c:v>0</c:v>
                </c:pt>
                <c:pt idx="67768">
                  <c:v>0</c:v>
                </c:pt>
                <c:pt idx="67769">
                  <c:v>0</c:v>
                </c:pt>
                <c:pt idx="67770">
                  <c:v>0</c:v>
                </c:pt>
                <c:pt idx="67771">
                  <c:v>0</c:v>
                </c:pt>
                <c:pt idx="67772">
                  <c:v>0</c:v>
                </c:pt>
                <c:pt idx="67773">
                  <c:v>0</c:v>
                </c:pt>
                <c:pt idx="67774">
                  <c:v>0</c:v>
                </c:pt>
                <c:pt idx="67775">
                  <c:v>0</c:v>
                </c:pt>
                <c:pt idx="67776">
                  <c:v>0</c:v>
                </c:pt>
                <c:pt idx="67777">
                  <c:v>0</c:v>
                </c:pt>
                <c:pt idx="67778">
                  <c:v>0</c:v>
                </c:pt>
                <c:pt idx="67779">
                  <c:v>0</c:v>
                </c:pt>
                <c:pt idx="67780">
                  <c:v>0</c:v>
                </c:pt>
                <c:pt idx="67781">
                  <c:v>0</c:v>
                </c:pt>
                <c:pt idx="67782">
                  <c:v>0</c:v>
                </c:pt>
                <c:pt idx="67783">
                  <c:v>0</c:v>
                </c:pt>
                <c:pt idx="67784">
                  <c:v>0</c:v>
                </c:pt>
                <c:pt idx="67785">
                  <c:v>0</c:v>
                </c:pt>
                <c:pt idx="67786">
                  <c:v>0</c:v>
                </c:pt>
                <c:pt idx="67787">
                  <c:v>0</c:v>
                </c:pt>
                <c:pt idx="67788">
                  <c:v>0</c:v>
                </c:pt>
                <c:pt idx="67789">
                  <c:v>0</c:v>
                </c:pt>
                <c:pt idx="67790">
                  <c:v>0</c:v>
                </c:pt>
                <c:pt idx="67791">
                  <c:v>0</c:v>
                </c:pt>
                <c:pt idx="67792">
                  <c:v>0</c:v>
                </c:pt>
                <c:pt idx="67793">
                  <c:v>0</c:v>
                </c:pt>
                <c:pt idx="67794">
                  <c:v>0</c:v>
                </c:pt>
                <c:pt idx="67795">
                  <c:v>0</c:v>
                </c:pt>
                <c:pt idx="67796">
                  <c:v>0</c:v>
                </c:pt>
                <c:pt idx="67797">
                  <c:v>0</c:v>
                </c:pt>
                <c:pt idx="67798">
                  <c:v>0</c:v>
                </c:pt>
                <c:pt idx="67799">
                  <c:v>0</c:v>
                </c:pt>
                <c:pt idx="67800">
                  <c:v>0</c:v>
                </c:pt>
                <c:pt idx="67801">
                  <c:v>0</c:v>
                </c:pt>
                <c:pt idx="67802">
                  <c:v>0</c:v>
                </c:pt>
                <c:pt idx="67803">
                  <c:v>0</c:v>
                </c:pt>
                <c:pt idx="67804">
                  <c:v>0</c:v>
                </c:pt>
                <c:pt idx="67805">
                  <c:v>0</c:v>
                </c:pt>
                <c:pt idx="67806">
                  <c:v>0</c:v>
                </c:pt>
                <c:pt idx="67807">
                  <c:v>0</c:v>
                </c:pt>
                <c:pt idx="67808">
                  <c:v>0</c:v>
                </c:pt>
                <c:pt idx="67809">
                  <c:v>0</c:v>
                </c:pt>
                <c:pt idx="67810">
                  <c:v>0</c:v>
                </c:pt>
                <c:pt idx="67811">
                  <c:v>0</c:v>
                </c:pt>
                <c:pt idx="67812">
                  <c:v>0</c:v>
                </c:pt>
                <c:pt idx="67813">
                  <c:v>0</c:v>
                </c:pt>
                <c:pt idx="67814">
                  <c:v>0</c:v>
                </c:pt>
                <c:pt idx="67815">
                  <c:v>0</c:v>
                </c:pt>
                <c:pt idx="67816">
                  <c:v>0</c:v>
                </c:pt>
                <c:pt idx="67817">
                  <c:v>0</c:v>
                </c:pt>
                <c:pt idx="67818">
                  <c:v>0</c:v>
                </c:pt>
                <c:pt idx="67819">
                  <c:v>0</c:v>
                </c:pt>
                <c:pt idx="67820">
                  <c:v>0</c:v>
                </c:pt>
                <c:pt idx="67821">
                  <c:v>0</c:v>
                </c:pt>
                <c:pt idx="67822">
                  <c:v>0</c:v>
                </c:pt>
                <c:pt idx="67823">
                  <c:v>0</c:v>
                </c:pt>
                <c:pt idx="67824">
                  <c:v>0</c:v>
                </c:pt>
                <c:pt idx="67825">
                  <c:v>0</c:v>
                </c:pt>
                <c:pt idx="67826">
                  <c:v>0</c:v>
                </c:pt>
                <c:pt idx="67827">
                  <c:v>0</c:v>
                </c:pt>
                <c:pt idx="67828">
                  <c:v>0</c:v>
                </c:pt>
                <c:pt idx="67829">
                  <c:v>0</c:v>
                </c:pt>
                <c:pt idx="67830">
                  <c:v>0</c:v>
                </c:pt>
                <c:pt idx="67831">
                  <c:v>0</c:v>
                </c:pt>
                <c:pt idx="67832">
                  <c:v>0</c:v>
                </c:pt>
                <c:pt idx="67833">
                  <c:v>0</c:v>
                </c:pt>
                <c:pt idx="67834">
                  <c:v>0</c:v>
                </c:pt>
                <c:pt idx="67835">
                  <c:v>0</c:v>
                </c:pt>
                <c:pt idx="67836">
                  <c:v>0</c:v>
                </c:pt>
                <c:pt idx="67837">
                  <c:v>0</c:v>
                </c:pt>
                <c:pt idx="67838">
                  <c:v>0</c:v>
                </c:pt>
                <c:pt idx="67839">
                  <c:v>0</c:v>
                </c:pt>
                <c:pt idx="67840">
                  <c:v>0</c:v>
                </c:pt>
                <c:pt idx="67841">
                  <c:v>0</c:v>
                </c:pt>
                <c:pt idx="67842">
                  <c:v>0</c:v>
                </c:pt>
                <c:pt idx="67843">
                  <c:v>0</c:v>
                </c:pt>
                <c:pt idx="67844">
                  <c:v>0</c:v>
                </c:pt>
                <c:pt idx="67845">
                  <c:v>0</c:v>
                </c:pt>
                <c:pt idx="67846">
                  <c:v>0</c:v>
                </c:pt>
                <c:pt idx="67847">
                  <c:v>0</c:v>
                </c:pt>
                <c:pt idx="67848">
                  <c:v>0</c:v>
                </c:pt>
                <c:pt idx="67849">
                  <c:v>0</c:v>
                </c:pt>
                <c:pt idx="67850">
                  <c:v>0</c:v>
                </c:pt>
                <c:pt idx="67851">
                  <c:v>0</c:v>
                </c:pt>
                <c:pt idx="67852">
                  <c:v>0</c:v>
                </c:pt>
                <c:pt idx="67853">
                  <c:v>0</c:v>
                </c:pt>
                <c:pt idx="67854">
                  <c:v>0</c:v>
                </c:pt>
                <c:pt idx="67855">
                  <c:v>0</c:v>
                </c:pt>
                <c:pt idx="67856">
                  <c:v>0</c:v>
                </c:pt>
                <c:pt idx="67857">
                  <c:v>0</c:v>
                </c:pt>
                <c:pt idx="67858">
                  <c:v>0</c:v>
                </c:pt>
                <c:pt idx="67859">
                  <c:v>0</c:v>
                </c:pt>
                <c:pt idx="67860">
                  <c:v>0</c:v>
                </c:pt>
                <c:pt idx="67861">
                  <c:v>0</c:v>
                </c:pt>
                <c:pt idx="67862">
                  <c:v>0</c:v>
                </c:pt>
                <c:pt idx="67863">
                  <c:v>0</c:v>
                </c:pt>
                <c:pt idx="67864">
                  <c:v>0</c:v>
                </c:pt>
                <c:pt idx="67865">
                  <c:v>0</c:v>
                </c:pt>
                <c:pt idx="67866">
                  <c:v>0</c:v>
                </c:pt>
                <c:pt idx="67867">
                  <c:v>0</c:v>
                </c:pt>
                <c:pt idx="67868">
                  <c:v>0</c:v>
                </c:pt>
                <c:pt idx="67869">
                  <c:v>0</c:v>
                </c:pt>
                <c:pt idx="67870">
                  <c:v>0</c:v>
                </c:pt>
                <c:pt idx="67871">
                  <c:v>0</c:v>
                </c:pt>
                <c:pt idx="67872">
                  <c:v>0</c:v>
                </c:pt>
                <c:pt idx="67873">
                  <c:v>0</c:v>
                </c:pt>
                <c:pt idx="67874">
                  <c:v>0</c:v>
                </c:pt>
                <c:pt idx="67875">
                  <c:v>0</c:v>
                </c:pt>
                <c:pt idx="67876">
                  <c:v>0</c:v>
                </c:pt>
                <c:pt idx="67877">
                  <c:v>0</c:v>
                </c:pt>
                <c:pt idx="67878">
                  <c:v>0</c:v>
                </c:pt>
                <c:pt idx="67879">
                  <c:v>0</c:v>
                </c:pt>
                <c:pt idx="67880">
                  <c:v>0</c:v>
                </c:pt>
                <c:pt idx="67881">
                  <c:v>0</c:v>
                </c:pt>
                <c:pt idx="67882">
                  <c:v>0</c:v>
                </c:pt>
                <c:pt idx="67883">
                  <c:v>0</c:v>
                </c:pt>
                <c:pt idx="67884">
                  <c:v>0</c:v>
                </c:pt>
                <c:pt idx="67885">
                  <c:v>0</c:v>
                </c:pt>
                <c:pt idx="67886">
                  <c:v>0</c:v>
                </c:pt>
                <c:pt idx="67887">
                  <c:v>0</c:v>
                </c:pt>
                <c:pt idx="67888">
                  <c:v>0</c:v>
                </c:pt>
                <c:pt idx="67889">
                  <c:v>0</c:v>
                </c:pt>
                <c:pt idx="67890">
                  <c:v>0</c:v>
                </c:pt>
                <c:pt idx="67891">
                  <c:v>0</c:v>
                </c:pt>
                <c:pt idx="67892">
                  <c:v>0</c:v>
                </c:pt>
                <c:pt idx="67893">
                  <c:v>0</c:v>
                </c:pt>
                <c:pt idx="67894">
                  <c:v>0</c:v>
                </c:pt>
                <c:pt idx="67895">
                  <c:v>0</c:v>
                </c:pt>
                <c:pt idx="67896">
                  <c:v>0</c:v>
                </c:pt>
                <c:pt idx="67897">
                  <c:v>0</c:v>
                </c:pt>
                <c:pt idx="67898">
                  <c:v>0</c:v>
                </c:pt>
                <c:pt idx="67899">
                  <c:v>0</c:v>
                </c:pt>
                <c:pt idx="67900">
                  <c:v>0</c:v>
                </c:pt>
                <c:pt idx="67901">
                  <c:v>0</c:v>
                </c:pt>
                <c:pt idx="67902">
                  <c:v>0</c:v>
                </c:pt>
                <c:pt idx="67903">
                  <c:v>0</c:v>
                </c:pt>
                <c:pt idx="67904">
                  <c:v>0</c:v>
                </c:pt>
                <c:pt idx="67905">
                  <c:v>0</c:v>
                </c:pt>
                <c:pt idx="67906">
                  <c:v>0</c:v>
                </c:pt>
                <c:pt idx="67907">
                  <c:v>0</c:v>
                </c:pt>
                <c:pt idx="67908">
                  <c:v>0</c:v>
                </c:pt>
                <c:pt idx="67909">
                  <c:v>0</c:v>
                </c:pt>
                <c:pt idx="67910">
                  <c:v>0</c:v>
                </c:pt>
                <c:pt idx="67911">
                  <c:v>0</c:v>
                </c:pt>
                <c:pt idx="67912">
                  <c:v>0</c:v>
                </c:pt>
                <c:pt idx="67913">
                  <c:v>0</c:v>
                </c:pt>
                <c:pt idx="67914">
                  <c:v>0</c:v>
                </c:pt>
                <c:pt idx="67915">
                  <c:v>0</c:v>
                </c:pt>
                <c:pt idx="67916">
                  <c:v>0</c:v>
                </c:pt>
                <c:pt idx="67917">
                  <c:v>0</c:v>
                </c:pt>
                <c:pt idx="67918">
                  <c:v>0</c:v>
                </c:pt>
                <c:pt idx="67919">
                  <c:v>0</c:v>
                </c:pt>
                <c:pt idx="67920">
                  <c:v>0</c:v>
                </c:pt>
                <c:pt idx="67921">
                  <c:v>0</c:v>
                </c:pt>
                <c:pt idx="67922">
                  <c:v>0</c:v>
                </c:pt>
                <c:pt idx="67923">
                  <c:v>0</c:v>
                </c:pt>
                <c:pt idx="67924">
                  <c:v>0</c:v>
                </c:pt>
                <c:pt idx="67925">
                  <c:v>0</c:v>
                </c:pt>
                <c:pt idx="67926">
                  <c:v>0</c:v>
                </c:pt>
                <c:pt idx="67927">
                  <c:v>0</c:v>
                </c:pt>
                <c:pt idx="67928">
                  <c:v>0</c:v>
                </c:pt>
                <c:pt idx="67929">
                  <c:v>0</c:v>
                </c:pt>
                <c:pt idx="67930">
                  <c:v>0</c:v>
                </c:pt>
                <c:pt idx="67931">
                  <c:v>0</c:v>
                </c:pt>
                <c:pt idx="67932">
                  <c:v>0</c:v>
                </c:pt>
                <c:pt idx="67933">
                  <c:v>0</c:v>
                </c:pt>
                <c:pt idx="67934">
                  <c:v>0</c:v>
                </c:pt>
                <c:pt idx="67935">
                  <c:v>0</c:v>
                </c:pt>
                <c:pt idx="67936">
                  <c:v>0</c:v>
                </c:pt>
                <c:pt idx="67937">
                  <c:v>0</c:v>
                </c:pt>
                <c:pt idx="67938">
                  <c:v>0</c:v>
                </c:pt>
                <c:pt idx="67939">
                  <c:v>0</c:v>
                </c:pt>
                <c:pt idx="67940">
                  <c:v>0</c:v>
                </c:pt>
                <c:pt idx="67941">
                  <c:v>0</c:v>
                </c:pt>
                <c:pt idx="67942">
                  <c:v>0</c:v>
                </c:pt>
                <c:pt idx="67943">
                  <c:v>0</c:v>
                </c:pt>
                <c:pt idx="67944">
                  <c:v>0</c:v>
                </c:pt>
                <c:pt idx="67945">
                  <c:v>0</c:v>
                </c:pt>
                <c:pt idx="67946">
                  <c:v>0</c:v>
                </c:pt>
                <c:pt idx="67947">
                  <c:v>0</c:v>
                </c:pt>
                <c:pt idx="67948">
                  <c:v>0</c:v>
                </c:pt>
                <c:pt idx="67949">
                  <c:v>0</c:v>
                </c:pt>
                <c:pt idx="67950">
                  <c:v>0</c:v>
                </c:pt>
                <c:pt idx="67951">
                  <c:v>0</c:v>
                </c:pt>
                <c:pt idx="67952">
                  <c:v>0</c:v>
                </c:pt>
                <c:pt idx="67953">
                  <c:v>0</c:v>
                </c:pt>
                <c:pt idx="67954">
                  <c:v>0</c:v>
                </c:pt>
                <c:pt idx="67955">
                  <c:v>0</c:v>
                </c:pt>
                <c:pt idx="67956">
                  <c:v>0</c:v>
                </c:pt>
                <c:pt idx="67957">
                  <c:v>0</c:v>
                </c:pt>
                <c:pt idx="67958">
                  <c:v>0</c:v>
                </c:pt>
                <c:pt idx="67959">
                  <c:v>0</c:v>
                </c:pt>
                <c:pt idx="67960">
                  <c:v>0</c:v>
                </c:pt>
                <c:pt idx="67961">
                  <c:v>0</c:v>
                </c:pt>
                <c:pt idx="67962">
                  <c:v>0</c:v>
                </c:pt>
                <c:pt idx="67963">
                  <c:v>0</c:v>
                </c:pt>
                <c:pt idx="67964">
                  <c:v>0</c:v>
                </c:pt>
                <c:pt idx="67965">
                  <c:v>0</c:v>
                </c:pt>
                <c:pt idx="67966">
                  <c:v>0</c:v>
                </c:pt>
                <c:pt idx="67967">
                  <c:v>0</c:v>
                </c:pt>
                <c:pt idx="67968">
                  <c:v>0</c:v>
                </c:pt>
                <c:pt idx="67969">
                  <c:v>0</c:v>
                </c:pt>
                <c:pt idx="67970">
                  <c:v>0</c:v>
                </c:pt>
                <c:pt idx="67971">
                  <c:v>0</c:v>
                </c:pt>
                <c:pt idx="67972">
                  <c:v>0</c:v>
                </c:pt>
                <c:pt idx="67973">
                  <c:v>0</c:v>
                </c:pt>
                <c:pt idx="67974">
                  <c:v>0</c:v>
                </c:pt>
                <c:pt idx="67975">
                  <c:v>0</c:v>
                </c:pt>
                <c:pt idx="67976">
                  <c:v>0</c:v>
                </c:pt>
                <c:pt idx="67977">
                  <c:v>0</c:v>
                </c:pt>
                <c:pt idx="67978">
                  <c:v>0</c:v>
                </c:pt>
                <c:pt idx="67979">
                  <c:v>0</c:v>
                </c:pt>
                <c:pt idx="67980">
                  <c:v>0</c:v>
                </c:pt>
                <c:pt idx="67981">
                  <c:v>0</c:v>
                </c:pt>
                <c:pt idx="67982">
                  <c:v>0</c:v>
                </c:pt>
                <c:pt idx="67983">
                  <c:v>0</c:v>
                </c:pt>
                <c:pt idx="67984">
                  <c:v>0</c:v>
                </c:pt>
                <c:pt idx="67985">
                  <c:v>0</c:v>
                </c:pt>
                <c:pt idx="67986">
                  <c:v>0</c:v>
                </c:pt>
                <c:pt idx="67987">
                  <c:v>0</c:v>
                </c:pt>
                <c:pt idx="67988">
                  <c:v>0</c:v>
                </c:pt>
                <c:pt idx="67989">
                  <c:v>0</c:v>
                </c:pt>
                <c:pt idx="67990">
                  <c:v>0</c:v>
                </c:pt>
                <c:pt idx="67991">
                  <c:v>0</c:v>
                </c:pt>
                <c:pt idx="67992">
                  <c:v>0</c:v>
                </c:pt>
                <c:pt idx="67993">
                  <c:v>0</c:v>
                </c:pt>
                <c:pt idx="67994">
                  <c:v>0</c:v>
                </c:pt>
                <c:pt idx="67995">
                  <c:v>0</c:v>
                </c:pt>
                <c:pt idx="67996">
                  <c:v>0</c:v>
                </c:pt>
                <c:pt idx="67997">
                  <c:v>0</c:v>
                </c:pt>
                <c:pt idx="67998">
                  <c:v>0</c:v>
                </c:pt>
                <c:pt idx="67999">
                  <c:v>0</c:v>
                </c:pt>
                <c:pt idx="68000">
                  <c:v>0</c:v>
                </c:pt>
                <c:pt idx="68001">
                  <c:v>0</c:v>
                </c:pt>
                <c:pt idx="68002">
                  <c:v>0</c:v>
                </c:pt>
                <c:pt idx="68003">
                  <c:v>0</c:v>
                </c:pt>
                <c:pt idx="68004">
                  <c:v>0</c:v>
                </c:pt>
                <c:pt idx="68005">
                  <c:v>0</c:v>
                </c:pt>
                <c:pt idx="68006">
                  <c:v>0</c:v>
                </c:pt>
                <c:pt idx="68007">
                  <c:v>0</c:v>
                </c:pt>
                <c:pt idx="68008">
                  <c:v>0</c:v>
                </c:pt>
                <c:pt idx="68009">
                  <c:v>0</c:v>
                </c:pt>
                <c:pt idx="68010">
                  <c:v>0</c:v>
                </c:pt>
                <c:pt idx="68011">
                  <c:v>0</c:v>
                </c:pt>
                <c:pt idx="68012">
                  <c:v>0</c:v>
                </c:pt>
                <c:pt idx="68013">
                  <c:v>0</c:v>
                </c:pt>
                <c:pt idx="68014">
                  <c:v>0</c:v>
                </c:pt>
                <c:pt idx="68015">
                  <c:v>0</c:v>
                </c:pt>
                <c:pt idx="68016">
                  <c:v>0</c:v>
                </c:pt>
                <c:pt idx="68017">
                  <c:v>0</c:v>
                </c:pt>
                <c:pt idx="68018">
                  <c:v>0</c:v>
                </c:pt>
                <c:pt idx="68019">
                  <c:v>0</c:v>
                </c:pt>
                <c:pt idx="68020">
                  <c:v>0</c:v>
                </c:pt>
                <c:pt idx="68021">
                  <c:v>0</c:v>
                </c:pt>
                <c:pt idx="68022">
                  <c:v>0</c:v>
                </c:pt>
                <c:pt idx="68023">
                  <c:v>0</c:v>
                </c:pt>
                <c:pt idx="68024">
                  <c:v>0</c:v>
                </c:pt>
                <c:pt idx="68025">
                  <c:v>0</c:v>
                </c:pt>
                <c:pt idx="68026">
                  <c:v>0</c:v>
                </c:pt>
                <c:pt idx="68027">
                  <c:v>0</c:v>
                </c:pt>
                <c:pt idx="68028">
                  <c:v>0</c:v>
                </c:pt>
                <c:pt idx="68029">
                  <c:v>0</c:v>
                </c:pt>
                <c:pt idx="68030">
                  <c:v>0</c:v>
                </c:pt>
                <c:pt idx="68031">
                  <c:v>0</c:v>
                </c:pt>
                <c:pt idx="68032">
                  <c:v>0</c:v>
                </c:pt>
                <c:pt idx="68033">
                  <c:v>0</c:v>
                </c:pt>
                <c:pt idx="68034">
                  <c:v>0</c:v>
                </c:pt>
                <c:pt idx="68035">
                  <c:v>0</c:v>
                </c:pt>
                <c:pt idx="68036">
                  <c:v>0</c:v>
                </c:pt>
                <c:pt idx="68037">
                  <c:v>0</c:v>
                </c:pt>
                <c:pt idx="68038">
                  <c:v>0</c:v>
                </c:pt>
                <c:pt idx="68039">
                  <c:v>0</c:v>
                </c:pt>
                <c:pt idx="68040">
                  <c:v>0</c:v>
                </c:pt>
                <c:pt idx="68041">
                  <c:v>0</c:v>
                </c:pt>
                <c:pt idx="68042">
                  <c:v>0</c:v>
                </c:pt>
                <c:pt idx="68043">
                  <c:v>0</c:v>
                </c:pt>
                <c:pt idx="68044">
                  <c:v>0</c:v>
                </c:pt>
                <c:pt idx="68045">
                  <c:v>0</c:v>
                </c:pt>
                <c:pt idx="68046">
                  <c:v>0</c:v>
                </c:pt>
                <c:pt idx="68047">
                  <c:v>0</c:v>
                </c:pt>
                <c:pt idx="68048">
                  <c:v>0</c:v>
                </c:pt>
                <c:pt idx="68049">
                  <c:v>0</c:v>
                </c:pt>
                <c:pt idx="68050">
                  <c:v>0</c:v>
                </c:pt>
                <c:pt idx="68051">
                  <c:v>0</c:v>
                </c:pt>
                <c:pt idx="68052">
                  <c:v>0</c:v>
                </c:pt>
                <c:pt idx="68053">
                  <c:v>0</c:v>
                </c:pt>
                <c:pt idx="68054">
                  <c:v>0</c:v>
                </c:pt>
                <c:pt idx="68055">
                  <c:v>0</c:v>
                </c:pt>
                <c:pt idx="68056">
                  <c:v>0</c:v>
                </c:pt>
                <c:pt idx="68057">
                  <c:v>0</c:v>
                </c:pt>
                <c:pt idx="68058">
                  <c:v>0</c:v>
                </c:pt>
                <c:pt idx="68059">
                  <c:v>0</c:v>
                </c:pt>
                <c:pt idx="68060">
                  <c:v>0</c:v>
                </c:pt>
                <c:pt idx="68061">
                  <c:v>0</c:v>
                </c:pt>
                <c:pt idx="68062">
                  <c:v>0</c:v>
                </c:pt>
                <c:pt idx="68063">
                  <c:v>0</c:v>
                </c:pt>
                <c:pt idx="68064">
                  <c:v>0</c:v>
                </c:pt>
                <c:pt idx="68065">
                  <c:v>0</c:v>
                </c:pt>
                <c:pt idx="68066">
                  <c:v>0</c:v>
                </c:pt>
                <c:pt idx="68067">
                  <c:v>0</c:v>
                </c:pt>
                <c:pt idx="68068">
                  <c:v>0</c:v>
                </c:pt>
                <c:pt idx="68069">
                  <c:v>0</c:v>
                </c:pt>
                <c:pt idx="68070">
                  <c:v>0</c:v>
                </c:pt>
                <c:pt idx="68071">
                  <c:v>0</c:v>
                </c:pt>
                <c:pt idx="68072">
                  <c:v>0</c:v>
                </c:pt>
                <c:pt idx="68073">
                  <c:v>0</c:v>
                </c:pt>
                <c:pt idx="68074">
                  <c:v>0</c:v>
                </c:pt>
                <c:pt idx="68075">
                  <c:v>0</c:v>
                </c:pt>
                <c:pt idx="68076">
                  <c:v>0</c:v>
                </c:pt>
                <c:pt idx="68077">
                  <c:v>0</c:v>
                </c:pt>
                <c:pt idx="68078">
                  <c:v>0</c:v>
                </c:pt>
                <c:pt idx="68079">
                  <c:v>0</c:v>
                </c:pt>
                <c:pt idx="68080">
                  <c:v>0</c:v>
                </c:pt>
                <c:pt idx="68081">
                  <c:v>0</c:v>
                </c:pt>
                <c:pt idx="68082">
                  <c:v>0</c:v>
                </c:pt>
                <c:pt idx="68083">
                  <c:v>0</c:v>
                </c:pt>
                <c:pt idx="68084">
                  <c:v>0</c:v>
                </c:pt>
                <c:pt idx="68085">
                  <c:v>0</c:v>
                </c:pt>
                <c:pt idx="68086">
                  <c:v>0</c:v>
                </c:pt>
                <c:pt idx="68087">
                  <c:v>0</c:v>
                </c:pt>
                <c:pt idx="68088">
                  <c:v>0</c:v>
                </c:pt>
                <c:pt idx="68089">
                  <c:v>0</c:v>
                </c:pt>
                <c:pt idx="68090">
                  <c:v>0</c:v>
                </c:pt>
                <c:pt idx="68091">
                  <c:v>0</c:v>
                </c:pt>
                <c:pt idx="68092">
                  <c:v>0</c:v>
                </c:pt>
                <c:pt idx="68093">
                  <c:v>0</c:v>
                </c:pt>
                <c:pt idx="68094">
                  <c:v>0</c:v>
                </c:pt>
                <c:pt idx="68095">
                  <c:v>0</c:v>
                </c:pt>
                <c:pt idx="68096">
                  <c:v>0</c:v>
                </c:pt>
                <c:pt idx="68097">
                  <c:v>0</c:v>
                </c:pt>
                <c:pt idx="68098">
                  <c:v>0</c:v>
                </c:pt>
                <c:pt idx="68099">
                  <c:v>0</c:v>
                </c:pt>
                <c:pt idx="68100">
                  <c:v>0</c:v>
                </c:pt>
                <c:pt idx="68101">
                  <c:v>0</c:v>
                </c:pt>
                <c:pt idx="68102">
                  <c:v>0</c:v>
                </c:pt>
                <c:pt idx="68103">
                  <c:v>0</c:v>
                </c:pt>
                <c:pt idx="68104">
                  <c:v>0</c:v>
                </c:pt>
                <c:pt idx="68105">
                  <c:v>0</c:v>
                </c:pt>
                <c:pt idx="68106">
                  <c:v>0</c:v>
                </c:pt>
                <c:pt idx="68107">
                  <c:v>0</c:v>
                </c:pt>
                <c:pt idx="68108">
                  <c:v>0</c:v>
                </c:pt>
                <c:pt idx="68109">
                  <c:v>0</c:v>
                </c:pt>
                <c:pt idx="68110">
                  <c:v>0</c:v>
                </c:pt>
                <c:pt idx="68111">
                  <c:v>0</c:v>
                </c:pt>
                <c:pt idx="68112">
                  <c:v>0</c:v>
                </c:pt>
                <c:pt idx="68113">
                  <c:v>0</c:v>
                </c:pt>
                <c:pt idx="68114">
                  <c:v>0</c:v>
                </c:pt>
                <c:pt idx="68115">
                  <c:v>0</c:v>
                </c:pt>
                <c:pt idx="68116">
                  <c:v>0</c:v>
                </c:pt>
                <c:pt idx="68117">
                  <c:v>0</c:v>
                </c:pt>
                <c:pt idx="68118">
                  <c:v>0</c:v>
                </c:pt>
                <c:pt idx="68119">
                  <c:v>0</c:v>
                </c:pt>
                <c:pt idx="68120">
                  <c:v>0</c:v>
                </c:pt>
                <c:pt idx="68121">
                  <c:v>0</c:v>
                </c:pt>
                <c:pt idx="68122">
                  <c:v>0</c:v>
                </c:pt>
                <c:pt idx="68123">
                  <c:v>0</c:v>
                </c:pt>
                <c:pt idx="68124">
                  <c:v>0</c:v>
                </c:pt>
                <c:pt idx="68125">
                  <c:v>0</c:v>
                </c:pt>
                <c:pt idx="68126">
                  <c:v>0</c:v>
                </c:pt>
                <c:pt idx="68127">
                  <c:v>0</c:v>
                </c:pt>
                <c:pt idx="68128">
                  <c:v>0</c:v>
                </c:pt>
                <c:pt idx="68129">
                  <c:v>0</c:v>
                </c:pt>
                <c:pt idx="68130">
                  <c:v>0</c:v>
                </c:pt>
                <c:pt idx="68131">
                  <c:v>0</c:v>
                </c:pt>
                <c:pt idx="68132">
                  <c:v>0</c:v>
                </c:pt>
                <c:pt idx="68133">
                  <c:v>0</c:v>
                </c:pt>
                <c:pt idx="68134">
                  <c:v>0</c:v>
                </c:pt>
                <c:pt idx="68135">
                  <c:v>0</c:v>
                </c:pt>
                <c:pt idx="68136">
                  <c:v>0</c:v>
                </c:pt>
                <c:pt idx="68137">
                  <c:v>0</c:v>
                </c:pt>
                <c:pt idx="68138">
                  <c:v>0</c:v>
                </c:pt>
                <c:pt idx="68139">
                  <c:v>0</c:v>
                </c:pt>
                <c:pt idx="68140">
                  <c:v>0</c:v>
                </c:pt>
                <c:pt idx="68141">
                  <c:v>0</c:v>
                </c:pt>
                <c:pt idx="68142">
                  <c:v>0</c:v>
                </c:pt>
                <c:pt idx="68143">
                  <c:v>0</c:v>
                </c:pt>
                <c:pt idx="68144">
                  <c:v>0</c:v>
                </c:pt>
                <c:pt idx="68145">
                  <c:v>0</c:v>
                </c:pt>
                <c:pt idx="68146">
                  <c:v>0</c:v>
                </c:pt>
                <c:pt idx="68147">
                  <c:v>0</c:v>
                </c:pt>
                <c:pt idx="68148">
                  <c:v>0</c:v>
                </c:pt>
                <c:pt idx="68149">
                  <c:v>0</c:v>
                </c:pt>
                <c:pt idx="68150">
                  <c:v>0</c:v>
                </c:pt>
                <c:pt idx="68151">
                  <c:v>0</c:v>
                </c:pt>
                <c:pt idx="68152">
                  <c:v>0</c:v>
                </c:pt>
                <c:pt idx="68153">
                  <c:v>0</c:v>
                </c:pt>
                <c:pt idx="68154">
                  <c:v>0</c:v>
                </c:pt>
                <c:pt idx="68155">
                  <c:v>0</c:v>
                </c:pt>
                <c:pt idx="68156">
                  <c:v>0</c:v>
                </c:pt>
                <c:pt idx="68157">
                  <c:v>0</c:v>
                </c:pt>
                <c:pt idx="68158">
                  <c:v>0</c:v>
                </c:pt>
                <c:pt idx="68159">
                  <c:v>0</c:v>
                </c:pt>
                <c:pt idx="68160">
                  <c:v>0</c:v>
                </c:pt>
                <c:pt idx="68161">
                  <c:v>0</c:v>
                </c:pt>
                <c:pt idx="68162">
                  <c:v>0</c:v>
                </c:pt>
                <c:pt idx="68163">
                  <c:v>0</c:v>
                </c:pt>
                <c:pt idx="68164">
                  <c:v>0</c:v>
                </c:pt>
                <c:pt idx="68165">
                  <c:v>0</c:v>
                </c:pt>
                <c:pt idx="68166">
                  <c:v>0</c:v>
                </c:pt>
                <c:pt idx="68167">
                  <c:v>0</c:v>
                </c:pt>
                <c:pt idx="68168">
                  <c:v>0</c:v>
                </c:pt>
                <c:pt idx="68169">
                  <c:v>0</c:v>
                </c:pt>
                <c:pt idx="68170">
                  <c:v>0</c:v>
                </c:pt>
                <c:pt idx="68171">
                  <c:v>0</c:v>
                </c:pt>
                <c:pt idx="68172">
                  <c:v>0</c:v>
                </c:pt>
                <c:pt idx="68173">
                  <c:v>0</c:v>
                </c:pt>
                <c:pt idx="68174">
                  <c:v>0</c:v>
                </c:pt>
                <c:pt idx="68175">
                  <c:v>0</c:v>
                </c:pt>
                <c:pt idx="68176">
                  <c:v>0</c:v>
                </c:pt>
                <c:pt idx="68177">
                  <c:v>0</c:v>
                </c:pt>
                <c:pt idx="68178">
                  <c:v>0</c:v>
                </c:pt>
                <c:pt idx="68179">
                  <c:v>0</c:v>
                </c:pt>
                <c:pt idx="68180">
                  <c:v>0</c:v>
                </c:pt>
                <c:pt idx="68181">
                  <c:v>0</c:v>
                </c:pt>
                <c:pt idx="68182">
                  <c:v>0</c:v>
                </c:pt>
                <c:pt idx="68183">
                  <c:v>0</c:v>
                </c:pt>
                <c:pt idx="68184">
                  <c:v>0</c:v>
                </c:pt>
                <c:pt idx="68185">
                  <c:v>0</c:v>
                </c:pt>
                <c:pt idx="68186">
                  <c:v>0</c:v>
                </c:pt>
                <c:pt idx="68187">
                  <c:v>0</c:v>
                </c:pt>
                <c:pt idx="68188">
                  <c:v>0</c:v>
                </c:pt>
                <c:pt idx="68189">
                  <c:v>0</c:v>
                </c:pt>
                <c:pt idx="68190">
                  <c:v>0</c:v>
                </c:pt>
                <c:pt idx="68191">
                  <c:v>0</c:v>
                </c:pt>
                <c:pt idx="68192">
                  <c:v>0</c:v>
                </c:pt>
                <c:pt idx="68193">
                  <c:v>0</c:v>
                </c:pt>
                <c:pt idx="68194">
                  <c:v>0</c:v>
                </c:pt>
                <c:pt idx="68195">
                  <c:v>0</c:v>
                </c:pt>
                <c:pt idx="68196">
                  <c:v>0</c:v>
                </c:pt>
                <c:pt idx="68197">
                  <c:v>0</c:v>
                </c:pt>
                <c:pt idx="68198">
                  <c:v>0</c:v>
                </c:pt>
                <c:pt idx="68199">
                  <c:v>0</c:v>
                </c:pt>
                <c:pt idx="68200">
                  <c:v>0</c:v>
                </c:pt>
                <c:pt idx="68201">
                  <c:v>0</c:v>
                </c:pt>
                <c:pt idx="68202">
                  <c:v>0</c:v>
                </c:pt>
                <c:pt idx="68203">
                  <c:v>0</c:v>
                </c:pt>
                <c:pt idx="68204">
                  <c:v>0</c:v>
                </c:pt>
                <c:pt idx="68205">
                  <c:v>0</c:v>
                </c:pt>
                <c:pt idx="68206">
                  <c:v>0</c:v>
                </c:pt>
                <c:pt idx="68207">
                  <c:v>0</c:v>
                </c:pt>
                <c:pt idx="68208">
                  <c:v>0</c:v>
                </c:pt>
                <c:pt idx="68209">
                  <c:v>0</c:v>
                </c:pt>
                <c:pt idx="68210">
                  <c:v>0</c:v>
                </c:pt>
                <c:pt idx="68211">
                  <c:v>0</c:v>
                </c:pt>
                <c:pt idx="68212">
                  <c:v>0</c:v>
                </c:pt>
                <c:pt idx="68213">
                  <c:v>0</c:v>
                </c:pt>
                <c:pt idx="68214">
                  <c:v>0</c:v>
                </c:pt>
                <c:pt idx="68215">
                  <c:v>0</c:v>
                </c:pt>
                <c:pt idx="68216">
                  <c:v>0</c:v>
                </c:pt>
                <c:pt idx="68217">
                  <c:v>0</c:v>
                </c:pt>
                <c:pt idx="68218">
                  <c:v>0</c:v>
                </c:pt>
                <c:pt idx="68219">
                  <c:v>0</c:v>
                </c:pt>
                <c:pt idx="68220">
                  <c:v>0</c:v>
                </c:pt>
                <c:pt idx="68221">
                  <c:v>0</c:v>
                </c:pt>
                <c:pt idx="68222">
                  <c:v>0</c:v>
                </c:pt>
                <c:pt idx="68223">
                  <c:v>0</c:v>
                </c:pt>
                <c:pt idx="68224">
                  <c:v>0</c:v>
                </c:pt>
                <c:pt idx="68225">
                  <c:v>0</c:v>
                </c:pt>
                <c:pt idx="68226">
                  <c:v>0</c:v>
                </c:pt>
                <c:pt idx="68227">
                  <c:v>0</c:v>
                </c:pt>
                <c:pt idx="68228">
                  <c:v>0</c:v>
                </c:pt>
                <c:pt idx="68229">
                  <c:v>0</c:v>
                </c:pt>
                <c:pt idx="68230">
                  <c:v>0</c:v>
                </c:pt>
                <c:pt idx="68231">
                  <c:v>0</c:v>
                </c:pt>
                <c:pt idx="68232">
                  <c:v>0</c:v>
                </c:pt>
                <c:pt idx="68233">
                  <c:v>0</c:v>
                </c:pt>
                <c:pt idx="68234">
                  <c:v>0</c:v>
                </c:pt>
                <c:pt idx="68235">
                  <c:v>0</c:v>
                </c:pt>
                <c:pt idx="68236">
                  <c:v>0</c:v>
                </c:pt>
                <c:pt idx="68237">
                  <c:v>0</c:v>
                </c:pt>
                <c:pt idx="68238">
                  <c:v>0</c:v>
                </c:pt>
                <c:pt idx="68239">
                  <c:v>0</c:v>
                </c:pt>
                <c:pt idx="68240">
                  <c:v>0</c:v>
                </c:pt>
                <c:pt idx="68241">
                  <c:v>0</c:v>
                </c:pt>
                <c:pt idx="68242">
                  <c:v>0</c:v>
                </c:pt>
                <c:pt idx="68243">
                  <c:v>0</c:v>
                </c:pt>
                <c:pt idx="68244">
                  <c:v>0</c:v>
                </c:pt>
                <c:pt idx="68245">
                  <c:v>0</c:v>
                </c:pt>
                <c:pt idx="68246">
                  <c:v>0</c:v>
                </c:pt>
                <c:pt idx="68247">
                  <c:v>0</c:v>
                </c:pt>
                <c:pt idx="68248">
                  <c:v>0</c:v>
                </c:pt>
                <c:pt idx="68249">
                  <c:v>0</c:v>
                </c:pt>
                <c:pt idx="68250">
                  <c:v>0</c:v>
                </c:pt>
                <c:pt idx="68251">
                  <c:v>0</c:v>
                </c:pt>
                <c:pt idx="68252">
                  <c:v>0</c:v>
                </c:pt>
                <c:pt idx="68253">
                  <c:v>0</c:v>
                </c:pt>
                <c:pt idx="68254">
                  <c:v>0</c:v>
                </c:pt>
                <c:pt idx="68255">
                  <c:v>0</c:v>
                </c:pt>
                <c:pt idx="68256">
                  <c:v>0</c:v>
                </c:pt>
                <c:pt idx="68257">
                  <c:v>0</c:v>
                </c:pt>
                <c:pt idx="68258">
                  <c:v>0</c:v>
                </c:pt>
                <c:pt idx="68259">
                  <c:v>0</c:v>
                </c:pt>
                <c:pt idx="68260">
                  <c:v>0</c:v>
                </c:pt>
                <c:pt idx="68261">
                  <c:v>0</c:v>
                </c:pt>
                <c:pt idx="68262">
                  <c:v>0</c:v>
                </c:pt>
                <c:pt idx="68263">
                  <c:v>0</c:v>
                </c:pt>
                <c:pt idx="68264">
                  <c:v>0</c:v>
                </c:pt>
                <c:pt idx="68265">
                  <c:v>0</c:v>
                </c:pt>
                <c:pt idx="68266">
                  <c:v>0</c:v>
                </c:pt>
                <c:pt idx="68267">
                  <c:v>0</c:v>
                </c:pt>
                <c:pt idx="68268">
                  <c:v>0</c:v>
                </c:pt>
                <c:pt idx="68269">
                  <c:v>0</c:v>
                </c:pt>
                <c:pt idx="68270">
                  <c:v>0</c:v>
                </c:pt>
                <c:pt idx="68271">
                  <c:v>0</c:v>
                </c:pt>
                <c:pt idx="68272">
                  <c:v>0</c:v>
                </c:pt>
                <c:pt idx="68273">
                  <c:v>0</c:v>
                </c:pt>
                <c:pt idx="68274">
                  <c:v>0</c:v>
                </c:pt>
                <c:pt idx="68275">
                  <c:v>0</c:v>
                </c:pt>
                <c:pt idx="68276">
                  <c:v>0</c:v>
                </c:pt>
                <c:pt idx="68277">
                  <c:v>0</c:v>
                </c:pt>
                <c:pt idx="68278">
                  <c:v>0</c:v>
                </c:pt>
                <c:pt idx="68279">
                  <c:v>0</c:v>
                </c:pt>
                <c:pt idx="68280">
                  <c:v>0</c:v>
                </c:pt>
                <c:pt idx="68281">
                  <c:v>0</c:v>
                </c:pt>
                <c:pt idx="68282">
                  <c:v>0</c:v>
                </c:pt>
                <c:pt idx="68283">
                  <c:v>0</c:v>
                </c:pt>
                <c:pt idx="68284">
                  <c:v>0</c:v>
                </c:pt>
                <c:pt idx="68285">
                  <c:v>0</c:v>
                </c:pt>
                <c:pt idx="68286">
                  <c:v>0</c:v>
                </c:pt>
                <c:pt idx="68287">
                  <c:v>0</c:v>
                </c:pt>
                <c:pt idx="68288">
                  <c:v>0</c:v>
                </c:pt>
                <c:pt idx="68289">
                  <c:v>0</c:v>
                </c:pt>
                <c:pt idx="68290">
                  <c:v>0</c:v>
                </c:pt>
                <c:pt idx="68291">
                  <c:v>0</c:v>
                </c:pt>
                <c:pt idx="68292">
                  <c:v>0</c:v>
                </c:pt>
                <c:pt idx="68293">
                  <c:v>0</c:v>
                </c:pt>
                <c:pt idx="68294">
                  <c:v>0</c:v>
                </c:pt>
                <c:pt idx="68295">
                  <c:v>0</c:v>
                </c:pt>
                <c:pt idx="68296">
                  <c:v>0</c:v>
                </c:pt>
                <c:pt idx="68297">
                  <c:v>0</c:v>
                </c:pt>
                <c:pt idx="68298">
                  <c:v>0</c:v>
                </c:pt>
                <c:pt idx="68299">
                  <c:v>0</c:v>
                </c:pt>
                <c:pt idx="68300">
                  <c:v>0</c:v>
                </c:pt>
                <c:pt idx="68301">
                  <c:v>0</c:v>
                </c:pt>
                <c:pt idx="68302">
                  <c:v>0</c:v>
                </c:pt>
                <c:pt idx="68303">
                  <c:v>0</c:v>
                </c:pt>
                <c:pt idx="68304">
                  <c:v>0</c:v>
                </c:pt>
                <c:pt idx="68305">
                  <c:v>0</c:v>
                </c:pt>
                <c:pt idx="68306">
                  <c:v>0</c:v>
                </c:pt>
                <c:pt idx="68307">
                  <c:v>0</c:v>
                </c:pt>
                <c:pt idx="68308">
                  <c:v>0</c:v>
                </c:pt>
                <c:pt idx="68309">
                  <c:v>0</c:v>
                </c:pt>
                <c:pt idx="68310">
                  <c:v>0</c:v>
                </c:pt>
                <c:pt idx="68311">
                  <c:v>0</c:v>
                </c:pt>
                <c:pt idx="68312">
                  <c:v>0</c:v>
                </c:pt>
                <c:pt idx="68313">
                  <c:v>0</c:v>
                </c:pt>
                <c:pt idx="68314">
                  <c:v>0</c:v>
                </c:pt>
                <c:pt idx="68315">
                  <c:v>0</c:v>
                </c:pt>
                <c:pt idx="68316">
                  <c:v>0</c:v>
                </c:pt>
                <c:pt idx="68317">
                  <c:v>0</c:v>
                </c:pt>
                <c:pt idx="68318">
                  <c:v>0</c:v>
                </c:pt>
                <c:pt idx="68319">
                  <c:v>0</c:v>
                </c:pt>
                <c:pt idx="68320">
                  <c:v>0</c:v>
                </c:pt>
                <c:pt idx="68321">
                  <c:v>0</c:v>
                </c:pt>
                <c:pt idx="68322">
                  <c:v>0</c:v>
                </c:pt>
                <c:pt idx="68323">
                  <c:v>0</c:v>
                </c:pt>
                <c:pt idx="68324">
                  <c:v>0</c:v>
                </c:pt>
                <c:pt idx="68325">
                  <c:v>0</c:v>
                </c:pt>
                <c:pt idx="68326">
                  <c:v>0</c:v>
                </c:pt>
                <c:pt idx="68327">
                  <c:v>0</c:v>
                </c:pt>
                <c:pt idx="68328">
                  <c:v>0</c:v>
                </c:pt>
                <c:pt idx="68329">
                  <c:v>0</c:v>
                </c:pt>
                <c:pt idx="68330">
                  <c:v>0</c:v>
                </c:pt>
                <c:pt idx="68331">
                  <c:v>0</c:v>
                </c:pt>
                <c:pt idx="68332">
                  <c:v>0</c:v>
                </c:pt>
                <c:pt idx="68333">
                  <c:v>0</c:v>
                </c:pt>
                <c:pt idx="68334">
                  <c:v>0</c:v>
                </c:pt>
                <c:pt idx="68335">
                  <c:v>0</c:v>
                </c:pt>
                <c:pt idx="68336">
                  <c:v>0</c:v>
                </c:pt>
                <c:pt idx="68337">
                  <c:v>0</c:v>
                </c:pt>
                <c:pt idx="68338">
                  <c:v>0</c:v>
                </c:pt>
                <c:pt idx="68339">
                  <c:v>0</c:v>
                </c:pt>
                <c:pt idx="68340">
                  <c:v>0</c:v>
                </c:pt>
                <c:pt idx="68341">
                  <c:v>0</c:v>
                </c:pt>
                <c:pt idx="68342">
                  <c:v>0</c:v>
                </c:pt>
                <c:pt idx="68343">
                  <c:v>0</c:v>
                </c:pt>
                <c:pt idx="68344">
                  <c:v>0</c:v>
                </c:pt>
                <c:pt idx="68345">
                  <c:v>0</c:v>
                </c:pt>
                <c:pt idx="68346">
                  <c:v>0</c:v>
                </c:pt>
                <c:pt idx="68347">
                  <c:v>0</c:v>
                </c:pt>
                <c:pt idx="68348">
                  <c:v>0</c:v>
                </c:pt>
                <c:pt idx="68349">
                  <c:v>0</c:v>
                </c:pt>
                <c:pt idx="68350">
                  <c:v>0</c:v>
                </c:pt>
                <c:pt idx="68351">
                  <c:v>0</c:v>
                </c:pt>
                <c:pt idx="68352">
                  <c:v>0</c:v>
                </c:pt>
                <c:pt idx="68353">
                  <c:v>0</c:v>
                </c:pt>
                <c:pt idx="68354">
                  <c:v>0</c:v>
                </c:pt>
                <c:pt idx="68355">
                  <c:v>0</c:v>
                </c:pt>
                <c:pt idx="68356">
                  <c:v>0</c:v>
                </c:pt>
                <c:pt idx="68357">
                  <c:v>0</c:v>
                </c:pt>
                <c:pt idx="68358">
                  <c:v>0</c:v>
                </c:pt>
                <c:pt idx="68359">
                  <c:v>0</c:v>
                </c:pt>
                <c:pt idx="68360">
                  <c:v>0</c:v>
                </c:pt>
                <c:pt idx="68361">
                  <c:v>0</c:v>
                </c:pt>
                <c:pt idx="68362">
                  <c:v>0</c:v>
                </c:pt>
                <c:pt idx="68363">
                  <c:v>0</c:v>
                </c:pt>
                <c:pt idx="68364">
                  <c:v>0</c:v>
                </c:pt>
                <c:pt idx="68365">
                  <c:v>0</c:v>
                </c:pt>
                <c:pt idx="68366">
                  <c:v>0</c:v>
                </c:pt>
                <c:pt idx="68367">
                  <c:v>0</c:v>
                </c:pt>
                <c:pt idx="68368">
                  <c:v>0</c:v>
                </c:pt>
                <c:pt idx="68369">
                  <c:v>0</c:v>
                </c:pt>
                <c:pt idx="68370">
                  <c:v>0</c:v>
                </c:pt>
                <c:pt idx="68371">
                  <c:v>0</c:v>
                </c:pt>
                <c:pt idx="68372">
                  <c:v>0</c:v>
                </c:pt>
                <c:pt idx="68373">
                  <c:v>0</c:v>
                </c:pt>
                <c:pt idx="68374">
                  <c:v>0</c:v>
                </c:pt>
                <c:pt idx="68375">
                  <c:v>0</c:v>
                </c:pt>
                <c:pt idx="68376">
                  <c:v>0</c:v>
                </c:pt>
                <c:pt idx="68377">
                  <c:v>0</c:v>
                </c:pt>
                <c:pt idx="68378">
                  <c:v>0</c:v>
                </c:pt>
                <c:pt idx="68379">
                  <c:v>0</c:v>
                </c:pt>
                <c:pt idx="68380">
                  <c:v>0</c:v>
                </c:pt>
                <c:pt idx="68381">
                  <c:v>0</c:v>
                </c:pt>
                <c:pt idx="68382">
                  <c:v>0</c:v>
                </c:pt>
                <c:pt idx="68383">
                  <c:v>0</c:v>
                </c:pt>
                <c:pt idx="68384">
                  <c:v>0</c:v>
                </c:pt>
                <c:pt idx="68385">
                  <c:v>0</c:v>
                </c:pt>
                <c:pt idx="68386">
                  <c:v>0</c:v>
                </c:pt>
                <c:pt idx="68387">
                  <c:v>0</c:v>
                </c:pt>
                <c:pt idx="68388">
                  <c:v>0</c:v>
                </c:pt>
                <c:pt idx="68389">
                  <c:v>0</c:v>
                </c:pt>
                <c:pt idx="68390">
                  <c:v>0</c:v>
                </c:pt>
                <c:pt idx="68391">
                  <c:v>0</c:v>
                </c:pt>
                <c:pt idx="68392">
                  <c:v>0</c:v>
                </c:pt>
                <c:pt idx="68393">
                  <c:v>0</c:v>
                </c:pt>
                <c:pt idx="68394">
                  <c:v>0</c:v>
                </c:pt>
                <c:pt idx="68395">
                  <c:v>0</c:v>
                </c:pt>
                <c:pt idx="68396">
                  <c:v>0</c:v>
                </c:pt>
                <c:pt idx="68397">
                  <c:v>0</c:v>
                </c:pt>
                <c:pt idx="68398">
                  <c:v>0</c:v>
                </c:pt>
                <c:pt idx="68399">
                  <c:v>0</c:v>
                </c:pt>
                <c:pt idx="68400">
                  <c:v>0</c:v>
                </c:pt>
                <c:pt idx="68401">
                  <c:v>0</c:v>
                </c:pt>
                <c:pt idx="68402">
                  <c:v>0</c:v>
                </c:pt>
                <c:pt idx="68403">
                  <c:v>0</c:v>
                </c:pt>
                <c:pt idx="68404">
                  <c:v>0</c:v>
                </c:pt>
                <c:pt idx="68405">
                  <c:v>0</c:v>
                </c:pt>
                <c:pt idx="68406">
                  <c:v>0</c:v>
                </c:pt>
                <c:pt idx="68407">
                  <c:v>0</c:v>
                </c:pt>
                <c:pt idx="68408">
                  <c:v>0</c:v>
                </c:pt>
                <c:pt idx="68409">
                  <c:v>0</c:v>
                </c:pt>
                <c:pt idx="68410">
                  <c:v>0</c:v>
                </c:pt>
                <c:pt idx="68411">
                  <c:v>0</c:v>
                </c:pt>
                <c:pt idx="68412">
                  <c:v>0</c:v>
                </c:pt>
                <c:pt idx="68413">
                  <c:v>0</c:v>
                </c:pt>
                <c:pt idx="68414">
                  <c:v>0</c:v>
                </c:pt>
                <c:pt idx="68415">
                  <c:v>0</c:v>
                </c:pt>
                <c:pt idx="68416">
                  <c:v>0</c:v>
                </c:pt>
                <c:pt idx="68417">
                  <c:v>0</c:v>
                </c:pt>
                <c:pt idx="68418">
                  <c:v>0</c:v>
                </c:pt>
                <c:pt idx="68419">
                  <c:v>0</c:v>
                </c:pt>
                <c:pt idx="68420">
                  <c:v>0</c:v>
                </c:pt>
                <c:pt idx="68421">
                  <c:v>0</c:v>
                </c:pt>
                <c:pt idx="68422">
                  <c:v>0</c:v>
                </c:pt>
                <c:pt idx="68423">
                  <c:v>0</c:v>
                </c:pt>
                <c:pt idx="68424">
                  <c:v>0</c:v>
                </c:pt>
                <c:pt idx="68425">
                  <c:v>0</c:v>
                </c:pt>
                <c:pt idx="68426">
                  <c:v>0</c:v>
                </c:pt>
                <c:pt idx="68427">
                  <c:v>0</c:v>
                </c:pt>
                <c:pt idx="68428">
                  <c:v>0</c:v>
                </c:pt>
                <c:pt idx="68429">
                  <c:v>0</c:v>
                </c:pt>
                <c:pt idx="68430">
                  <c:v>0</c:v>
                </c:pt>
                <c:pt idx="68431">
                  <c:v>0</c:v>
                </c:pt>
                <c:pt idx="68432">
                  <c:v>0</c:v>
                </c:pt>
                <c:pt idx="68433">
                  <c:v>0</c:v>
                </c:pt>
                <c:pt idx="68434">
                  <c:v>0</c:v>
                </c:pt>
                <c:pt idx="68435">
                  <c:v>0</c:v>
                </c:pt>
                <c:pt idx="68436">
                  <c:v>0</c:v>
                </c:pt>
                <c:pt idx="68437">
                  <c:v>0</c:v>
                </c:pt>
                <c:pt idx="68438">
                  <c:v>0</c:v>
                </c:pt>
                <c:pt idx="68439">
                  <c:v>0</c:v>
                </c:pt>
                <c:pt idx="68440">
                  <c:v>0</c:v>
                </c:pt>
                <c:pt idx="68441">
                  <c:v>0</c:v>
                </c:pt>
                <c:pt idx="68442">
                  <c:v>0</c:v>
                </c:pt>
                <c:pt idx="68443">
                  <c:v>0</c:v>
                </c:pt>
                <c:pt idx="68444">
                  <c:v>0</c:v>
                </c:pt>
                <c:pt idx="68445">
                  <c:v>0</c:v>
                </c:pt>
                <c:pt idx="68446">
                  <c:v>0</c:v>
                </c:pt>
                <c:pt idx="68447">
                  <c:v>0</c:v>
                </c:pt>
                <c:pt idx="68448">
                  <c:v>0</c:v>
                </c:pt>
                <c:pt idx="68449">
                  <c:v>0</c:v>
                </c:pt>
                <c:pt idx="68450">
                  <c:v>0</c:v>
                </c:pt>
                <c:pt idx="68451">
                  <c:v>0</c:v>
                </c:pt>
                <c:pt idx="68452">
                  <c:v>0</c:v>
                </c:pt>
                <c:pt idx="68453">
                  <c:v>0</c:v>
                </c:pt>
                <c:pt idx="68454">
                  <c:v>0</c:v>
                </c:pt>
                <c:pt idx="68455">
                  <c:v>0</c:v>
                </c:pt>
                <c:pt idx="68456">
                  <c:v>0</c:v>
                </c:pt>
                <c:pt idx="68457">
                  <c:v>0</c:v>
                </c:pt>
                <c:pt idx="68458">
                  <c:v>0</c:v>
                </c:pt>
                <c:pt idx="68459">
                  <c:v>0</c:v>
                </c:pt>
                <c:pt idx="68460">
                  <c:v>0</c:v>
                </c:pt>
                <c:pt idx="68461">
                  <c:v>0</c:v>
                </c:pt>
                <c:pt idx="68462">
                  <c:v>0</c:v>
                </c:pt>
                <c:pt idx="68463">
                  <c:v>0</c:v>
                </c:pt>
                <c:pt idx="68464">
                  <c:v>0</c:v>
                </c:pt>
                <c:pt idx="68465">
                  <c:v>0</c:v>
                </c:pt>
                <c:pt idx="68466">
                  <c:v>0</c:v>
                </c:pt>
                <c:pt idx="68467">
                  <c:v>0</c:v>
                </c:pt>
                <c:pt idx="68468">
                  <c:v>0</c:v>
                </c:pt>
                <c:pt idx="68469">
                  <c:v>0</c:v>
                </c:pt>
                <c:pt idx="68470">
                  <c:v>0</c:v>
                </c:pt>
                <c:pt idx="68471">
                  <c:v>0</c:v>
                </c:pt>
                <c:pt idx="68472">
                  <c:v>0</c:v>
                </c:pt>
                <c:pt idx="68473">
                  <c:v>0</c:v>
                </c:pt>
                <c:pt idx="68474">
                  <c:v>0</c:v>
                </c:pt>
                <c:pt idx="68475">
                  <c:v>0</c:v>
                </c:pt>
                <c:pt idx="68476">
                  <c:v>0</c:v>
                </c:pt>
                <c:pt idx="68477">
                  <c:v>0</c:v>
                </c:pt>
                <c:pt idx="68478">
                  <c:v>0</c:v>
                </c:pt>
                <c:pt idx="68479">
                  <c:v>0</c:v>
                </c:pt>
                <c:pt idx="68480">
                  <c:v>0</c:v>
                </c:pt>
                <c:pt idx="68481">
                  <c:v>0</c:v>
                </c:pt>
                <c:pt idx="68482">
                  <c:v>0</c:v>
                </c:pt>
                <c:pt idx="68483">
                  <c:v>0</c:v>
                </c:pt>
                <c:pt idx="68484">
                  <c:v>0</c:v>
                </c:pt>
                <c:pt idx="68485">
                  <c:v>0</c:v>
                </c:pt>
                <c:pt idx="68486">
                  <c:v>0</c:v>
                </c:pt>
                <c:pt idx="68487">
                  <c:v>0</c:v>
                </c:pt>
                <c:pt idx="68488">
                  <c:v>0</c:v>
                </c:pt>
                <c:pt idx="68489">
                  <c:v>0</c:v>
                </c:pt>
                <c:pt idx="68490">
                  <c:v>0</c:v>
                </c:pt>
                <c:pt idx="68491">
                  <c:v>0</c:v>
                </c:pt>
                <c:pt idx="68492">
                  <c:v>0</c:v>
                </c:pt>
                <c:pt idx="68493">
                  <c:v>0</c:v>
                </c:pt>
                <c:pt idx="68494">
                  <c:v>0</c:v>
                </c:pt>
                <c:pt idx="68495">
                  <c:v>0</c:v>
                </c:pt>
                <c:pt idx="68496">
                  <c:v>0</c:v>
                </c:pt>
                <c:pt idx="68497">
                  <c:v>0</c:v>
                </c:pt>
                <c:pt idx="68498">
                  <c:v>0</c:v>
                </c:pt>
                <c:pt idx="68499">
                  <c:v>0</c:v>
                </c:pt>
                <c:pt idx="68500">
                  <c:v>0</c:v>
                </c:pt>
                <c:pt idx="68501">
                  <c:v>0</c:v>
                </c:pt>
                <c:pt idx="68502">
                  <c:v>0</c:v>
                </c:pt>
                <c:pt idx="68503">
                  <c:v>0</c:v>
                </c:pt>
                <c:pt idx="68504">
                  <c:v>0</c:v>
                </c:pt>
                <c:pt idx="68505">
                  <c:v>0</c:v>
                </c:pt>
                <c:pt idx="68506">
                  <c:v>0</c:v>
                </c:pt>
                <c:pt idx="68507">
                  <c:v>0</c:v>
                </c:pt>
                <c:pt idx="68508">
                  <c:v>0</c:v>
                </c:pt>
                <c:pt idx="68509">
                  <c:v>0</c:v>
                </c:pt>
                <c:pt idx="68510">
                  <c:v>0</c:v>
                </c:pt>
                <c:pt idx="68511">
                  <c:v>0</c:v>
                </c:pt>
                <c:pt idx="68512">
                  <c:v>0</c:v>
                </c:pt>
                <c:pt idx="68513">
                  <c:v>0</c:v>
                </c:pt>
                <c:pt idx="68514">
                  <c:v>0</c:v>
                </c:pt>
                <c:pt idx="68515">
                  <c:v>0</c:v>
                </c:pt>
                <c:pt idx="68516">
                  <c:v>0</c:v>
                </c:pt>
                <c:pt idx="68517">
                  <c:v>0</c:v>
                </c:pt>
                <c:pt idx="68518">
                  <c:v>0</c:v>
                </c:pt>
                <c:pt idx="68519">
                  <c:v>0</c:v>
                </c:pt>
                <c:pt idx="68520">
                  <c:v>0</c:v>
                </c:pt>
                <c:pt idx="68521">
                  <c:v>0</c:v>
                </c:pt>
                <c:pt idx="68522">
                  <c:v>0</c:v>
                </c:pt>
                <c:pt idx="68523">
                  <c:v>0</c:v>
                </c:pt>
                <c:pt idx="68524">
                  <c:v>0</c:v>
                </c:pt>
                <c:pt idx="68525">
                  <c:v>0</c:v>
                </c:pt>
                <c:pt idx="68526">
                  <c:v>0</c:v>
                </c:pt>
                <c:pt idx="68527">
                  <c:v>0</c:v>
                </c:pt>
                <c:pt idx="68528">
                  <c:v>0</c:v>
                </c:pt>
                <c:pt idx="68529">
                  <c:v>0</c:v>
                </c:pt>
                <c:pt idx="68530">
                  <c:v>0</c:v>
                </c:pt>
                <c:pt idx="68531">
                  <c:v>0</c:v>
                </c:pt>
                <c:pt idx="68532">
                  <c:v>0</c:v>
                </c:pt>
                <c:pt idx="68533">
                  <c:v>0</c:v>
                </c:pt>
                <c:pt idx="68534">
                  <c:v>0</c:v>
                </c:pt>
                <c:pt idx="68535">
                  <c:v>0</c:v>
                </c:pt>
                <c:pt idx="68536">
                  <c:v>0</c:v>
                </c:pt>
                <c:pt idx="68537">
                  <c:v>0</c:v>
                </c:pt>
                <c:pt idx="68538">
                  <c:v>0</c:v>
                </c:pt>
                <c:pt idx="68539">
                  <c:v>0</c:v>
                </c:pt>
                <c:pt idx="68540">
                  <c:v>0</c:v>
                </c:pt>
                <c:pt idx="68541">
                  <c:v>0</c:v>
                </c:pt>
                <c:pt idx="68542">
                  <c:v>0</c:v>
                </c:pt>
                <c:pt idx="68543">
                  <c:v>0</c:v>
                </c:pt>
                <c:pt idx="68544">
                  <c:v>0</c:v>
                </c:pt>
                <c:pt idx="68545">
                  <c:v>0</c:v>
                </c:pt>
                <c:pt idx="68546">
                  <c:v>0</c:v>
                </c:pt>
                <c:pt idx="68547">
                  <c:v>0</c:v>
                </c:pt>
                <c:pt idx="68548">
                  <c:v>0</c:v>
                </c:pt>
                <c:pt idx="68549">
                  <c:v>0</c:v>
                </c:pt>
                <c:pt idx="68550">
                  <c:v>0</c:v>
                </c:pt>
                <c:pt idx="68551">
                  <c:v>0</c:v>
                </c:pt>
                <c:pt idx="68552">
                  <c:v>0</c:v>
                </c:pt>
                <c:pt idx="68553">
                  <c:v>0</c:v>
                </c:pt>
                <c:pt idx="68554">
                  <c:v>0</c:v>
                </c:pt>
                <c:pt idx="68555">
                  <c:v>0</c:v>
                </c:pt>
                <c:pt idx="68556">
                  <c:v>0</c:v>
                </c:pt>
                <c:pt idx="68557">
                  <c:v>0</c:v>
                </c:pt>
                <c:pt idx="68558">
                  <c:v>0</c:v>
                </c:pt>
                <c:pt idx="68559">
                  <c:v>0</c:v>
                </c:pt>
                <c:pt idx="68560">
                  <c:v>0</c:v>
                </c:pt>
                <c:pt idx="68561">
                  <c:v>0</c:v>
                </c:pt>
                <c:pt idx="68562">
                  <c:v>0</c:v>
                </c:pt>
                <c:pt idx="68563">
                  <c:v>0</c:v>
                </c:pt>
                <c:pt idx="68564">
                  <c:v>0</c:v>
                </c:pt>
                <c:pt idx="68565">
                  <c:v>0</c:v>
                </c:pt>
                <c:pt idx="68566">
                  <c:v>0</c:v>
                </c:pt>
                <c:pt idx="68567">
                  <c:v>0</c:v>
                </c:pt>
                <c:pt idx="68568">
                  <c:v>0</c:v>
                </c:pt>
                <c:pt idx="68569">
                  <c:v>0</c:v>
                </c:pt>
                <c:pt idx="68570">
                  <c:v>0</c:v>
                </c:pt>
                <c:pt idx="68571">
                  <c:v>0</c:v>
                </c:pt>
                <c:pt idx="68572">
                  <c:v>0</c:v>
                </c:pt>
                <c:pt idx="68573">
                  <c:v>0</c:v>
                </c:pt>
                <c:pt idx="68574">
                  <c:v>0</c:v>
                </c:pt>
                <c:pt idx="68575">
                  <c:v>0</c:v>
                </c:pt>
                <c:pt idx="68576">
                  <c:v>0</c:v>
                </c:pt>
                <c:pt idx="68577">
                  <c:v>0</c:v>
                </c:pt>
                <c:pt idx="68578">
                  <c:v>0</c:v>
                </c:pt>
                <c:pt idx="68579">
                  <c:v>0</c:v>
                </c:pt>
                <c:pt idx="68580">
                  <c:v>0</c:v>
                </c:pt>
                <c:pt idx="68581">
                  <c:v>0</c:v>
                </c:pt>
                <c:pt idx="68582">
                  <c:v>0</c:v>
                </c:pt>
                <c:pt idx="68583">
                  <c:v>0</c:v>
                </c:pt>
                <c:pt idx="68584">
                  <c:v>0</c:v>
                </c:pt>
                <c:pt idx="68585">
                  <c:v>0</c:v>
                </c:pt>
                <c:pt idx="68586">
                  <c:v>0</c:v>
                </c:pt>
                <c:pt idx="68587">
                  <c:v>0</c:v>
                </c:pt>
                <c:pt idx="68588">
                  <c:v>0</c:v>
                </c:pt>
                <c:pt idx="68589">
                  <c:v>0</c:v>
                </c:pt>
                <c:pt idx="68590">
                  <c:v>0</c:v>
                </c:pt>
                <c:pt idx="68591">
                  <c:v>0</c:v>
                </c:pt>
                <c:pt idx="68592">
                  <c:v>0</c:v>
                </c:pt>
                <c:pt idx="68593">
                  <c:v>0</c:v>
                </c:pt>
                <c:pt idx="68594">
                  <c:v>0</c:v>
                </c:pt>
                <c:pt idx="68595">
                  <c:v>0</c:v>
                </c:pt>
                <c:pt idx="68596">
                  <c:v>0</c:v>
                </c:pt>
                <c:pt idx="68597">
                  <c:v>0</c:v>
                </c:pt>
                <c:pt idx="68598">
                  <c:v>0</c:v>
                </c:pt>
                <c:pt idx="68599">
                  <c:v>0</c:v>
                </c:pt>
                <c:pt idx="68600">
                  <c:v>0</c:v>
                </c:pt>
                <c:pt idx="68601">
                  <c:v>0</c:v>
                </c:pt>
                <c:pt idx="68602">
                  <c:v>0</c:v>
                </c:pt>
                <c:pt idx="68603">
                  <c:v>0</c:v>
                </c:pt>
                <c:pt idx="68604">
                  <c:v>0</c:v>
                </c:pt>
                <c:pt idx="68605">
                  <c:v>0</c:v>
                </c:pt>
                <c:pt idx="68606">
                  <c:v>0</c:v>
                </c:pt>
                <c:pt idx="68607">
                  <c:v>0</c:v>
                </c:pt>
                <c:pt idx="68608">
                  <c:v>0</c:v>
                </c:pt>
                <c:pt idx="68609">
                  <c:v>0</c:v>
                </c:pt>
                <c:pt idx="68610">
                  <c:v>0</c:v>
                </c:pt>
                <c:pt idx="68611">
                  <c:v>0</c:v>
                </c:pt>
                <c:pt idx="68612">
                  <c:v>0</c:v>
                </c:pt>
                <c:pt idx="68613">
                  <c:v>0</c:v>
                </c:pt>
                <c:pt idx="68614">
                  <c:v>0</c:v>
                </c:pt>
                <c:pt idx="68615">
                  <c:v>0</c:v>
                </c:pt>
                <c:pt idx="68616">
                  <c:v>0</c:v>
                </c:pt>
                <c:pt idx="68617">
                  <c:v>0</c:v>
                </c:pt>
                <c:pt idx="68618">
                  <c:v>0</c:v>
                </c:pt>
                <c:pt idx="68619">
                  <c:v>0</c:v>
                </c:pt>
                <c:pt idx="68620">
                  <c:v>0</c:v>
                </c:pt>
                <c:pt idx="68621">
                  <c:v>0</c:v>
                </c:pt>
                <c:pt idx="68622">
                  <c:v>0</c:v>
                </c:pt>
                <c:pt idx="68623">
                  <c:v>0</c:v>
                </c:pt>
                <c:pt idx="68624">
                  <c:v>0</c:v>
                </c:pt>
                <c:pt idx="68625">
                  <c:v>0</c:v>
                </c:pt>
                <c:pt idx="68626">
                  <c:v>0</c:v>
                </c:pt>
                <c:pt idx="68627">
                  <c:v>0</c:v>
                </c:pt>
                <c:pt idx="68628">
                  <c:v>0</c:v>
                </c:pt>
                <c:pt idx="68629">
                  <c:v>0</c:v>
                </c:pt>
                <c:pt idx="68630">
                  <c:v>0</c:v>
                </c:pt>
                <c:pt idx="68631">
                  <c:v>0</c:v>
                </c:pt>
                <c:pt idx="68632">
                  <c:v>0</c:v>
                </c:pt>
                <c:pt idx="68633">
                  <c:v>0</c:v>
                </c:pt>
                <c:pt idx="68634">
                  <c:v>0</c:v>
                </c:pt>
                <c:pt idx="68635">
                  <c:v>0</c:v>
                </c:pt>
                <c:pt idx="68636">
                  <c:v>0</c:v>
                </c:pt>
                <c:pt idx="68637">
                  <c:v>0</c:v>
                </c:pt>
                <c:pt idx="68638">
                  <c:v>0</c:v>
                </c:pt>
                <c:pt idx="68639">
                  <c:v>0</c:v>
                </c:pt>
                <c:pt idx="68640">
                  <c:v>0</c:v>
                </c:pt>
                <c:pt idx="68641">
                  <c:v>0</c:v>
                </c:pt>
                <c:pt idx="68642">
                  <c:v>0</c:v>
                </c:pt>
                <c:pt idx="68643">
                  <c:v>0</c:v>
                </c:pt>
                <c:pt idx="68644">
                  <c:v>0</c:v>
                </c:pt>
                <c:pt idx="68645">
                  <c:v>0</c:v>
                </c:pt>
                <c:pt idx="68646">
                  <c:v>0</c:v>
                </c:pt>
                <c:pt idx="68647">
                  <c:v>0</c:v>
                </c:pt>
                <c:pt idx="68648">
                  <c:v>0</c:v>
                </c:pt>
                <c:pt idx="68649">
                  <c:v>0</c:v>
                </c:pt>
                <c:pt idx="68650">
                  <c:v>0</c:v>
                </c:pt>
                <c:pt idx="68651">
                  <c:v>0</c:v>
                </c:pt>
                <c:pt idx="68652">
                  <c:v>0</c:v>
                </c:pt>
                <c:pt idx="68653">
                  <c:v>0</c:v>
                </c:pt>
                <c:pt idx="68654">
                  <c:v>0</c:v>
                </c:pt>
                <c:pt idx="68655">
                  <c:v>0</c:v>
                </c:pt>
                <c:pt idx="68656">
                  <c:v>0</c:v>
                </c:pt>
                <c:pt idx="68657">
                  <c:v>0</c:v>
                </c:pt>
                <c:pt idx="68658">
                  <c:v>0</c:v>
                </c:pt>
                <c:pt idx="68659">
                  <c:v>0</c:v>
                </c:pt>
                <c:pt idx="68660">
                  <c:v>0</c:v>
                </c:pt>
                <c:pt idx="68661">
                  <c:v>0</c:v>
                </c:pt>
                <c:pt idx="68662">
                  <c:v>0</c:v>
                </c:pt>
                <c:pt idx="68663">
                  <c:v>0</c:v>
                </c:pt>
                <c:pt idx="68664">
                  <c:v>0</c:v>
                </c:pt>
                <c:pt idx="68665">
                  <c:v>0</c:v>
                </c:pt>
                <c:pt idx="68666">
                  <c:v>0</c:v>
                </c:pt>
                <c:pt idx="68667">
                  <c:v>0</c:v>
                </c:pt>
                <c:pt idx="68668">
                  <c:v>0</c:v>
                </c:pt>
                <c:pt idx="68669">
                  <c:v>0</c:v>
                </c:pt>
                <c:pt idx="68670">
                  <c:v>0</c:v>
                </c:pt>
                <c:pt idx="68671">
                  <c:v>0</c:v>
                </c:pt>
                <c:pt idx="68672">
                  <c:v>0</c:v>
                </c:pt>
                <c:pt idx="68673">
                  <c:v>0</c:v>
                </c:pt>
                <c:pt idx="68674">
                  <c:v>0</c:v>
                </c:pt>
                <c:pt idx="68675">
                  <c:v>0</c:v>
                </c:pt>
                <c:pt idx="68676">
                  <c:v>0</c:v>
                </c:pt>
                <c:pt idx="68677">
                  <c:v>0</c:v>
                </c:pt>
                <c:pt idx="68678">
                  <c:v>0</c:v>
                </c:pt>
                <c:pt idx="68679">
                  <c:v>0</c:v>
                </c:pt>
                <c:pt idx="68680">
                  <c:v>0</c:v>
                </c:pt>
                <c:pt idx="68681">
                  <c:v>0</c:v>
                </c:pt>
                <c:pt idx="68682">
                  <c:v>0</c:v>
                </c:pt>
                <c:pt idx="68683">
                  <c:v>0</c:v>
                </c:pt>
                <c:pt idx="68684">
                  <c:v>0</c:v>
                </c:pt>
                <c:pt idx="68685">
                  <c:v>0</c:v>
                </c:pt>
                <c:pt idx="68686">
                  <c:v>0</c:v>
                </c:pt>
                <c:pt idx="68687">
                  <c:v>0</c:v>
                </c:pt>
                <c:pt idx="68688">
                  <c:v>0</c:v>
                </c:pt>
                <c:pt idx="68689">
                  <c:v>0</c:v>
                </c:pt>
                <c:pt idx="68690">
                  <c:v>0</c:v>
                </c:pt>
                <c:pt idx="68691">
                  <c:v>0</c:v>
                </c:pt>
                <c:pt idx="68692">
                  <c:v>0</c:v>
                </c:pt>
                <c:pt idx="68693">
                  <c:v>0</c:v>
                </c:pt>
                <c:pt idx="68694">
                  <c:v>0</c:v>
                </c:pt>
                <c:pt idx="68695">
                  <c:v>0</c:v>
                </c:pt>
                <c:pt idx="68696">
                  <c:v>0</c:v>
                </c:pt>
                <c:pt idx="68697">
                  <c:v>0</c:v>
                </c:pt>
                <c:pt idx="68698">
                  <c:v>0</c:v>
                </c:pt>
                <c:pt idx="68699">
                  <c:v>0</c:v>
                </c:pt>
                <c:pt idx="68700">
                  <c:v>0</c:v>
                </c:pt>
                <c:pt idx="68701">
                  <c:v>0</c:v>
                </c:pt>
                <c:pt idx="68702">
                  <c:v>0</c:v>
                </c:pt>
                <c:pt idx="68703">
                  <c:v>0</c:v>
                </c:pt>
                <c:pt idx="68704">
                  <c:v>0</c:v>
                </c:pt>
                <c:pt idx="68705">
                  <c:v>0</c:v>
                </c:pt>
                <c:pt idx="68706">
                  <c:v>0</c:v>
                </c:pt>
                <c:pt idx="68707">
                  <c:v>0</c:v>
                </c:pt>
                <c:pt idx="68708">
                  <c:v>0</c:v>
                </c:pt>
                <c:pt idx="68709">
                  <c:v>0</c:v>
                </c:pt>
                <c:pt idx="68710">
                  <c:v>0</c:v>
                </c:pt>
                <c:pt idx="68711">
                  <c:v>0</c:v>
                </c:pt>
                <c:pt idx="68712">
                  <c:v>0</c:v>
                </c:pt>
                <c:pt idx="68713">
                  <c:v>0</c:v>
                </c:pt>
                <c:pt idx="68714">
                  <c:v>0</c:v>
                </c:pt>
                <c:pt idx="68715">
                  <c:v>0</c:v>
                </c:pt>
                <c:pt idx="68716">
                  <c:v>0</c:v>
                </c:pt>
                <c:pt idx="68717">
                  <c:v>0</c:v>
                </c:pt>
                <c:pt idx="68718">
                  <c:v>0</c:v>
                </c:pt>
                <c:pt idx="68719">
                  <c:v>0</c:v>
                </c:pt>
                <c:pt idx="68720">
                  <c:v>0</c:v>
                </c:pt>
                <c:pt idx="68721">
                  <c:v>0</c:v>
                </c:pt>
                <c:pt idx="68722">
                  <c:v>0</c:v>
                </c:pt>
                <c:pt idx="68723">
                  <c:v>0</c:v>
                </c:pt>
                <c:pt idx="68724">
                  <c:v>0</c:v>
                </c:pt>
                <c:pt idx="68725">
                  <c:v>0</c:v>
                </c:pt>
                <c:pt idx="68726">
                  <c:v>0</c:v>
                </c:pt>
                <c:pt idx="68727">
                  <c:v>0</c:v>
                </c:pt>
                <c:pt idx="68728">
                  <c:v>0</c:v>
                </c:pt>
                <c:pt idx="68729">
                  <c:v>0</c:v>
                </c:pt>
                <c:pt idx="68730">
                  <c:v>0</c:v>
                </c:pt>
                <c:pt idx="68731">
                  <c:v>0</c:v>
                </c:pt>
                <c:pt idx="68732">
                  <c:v>0</c:v>
                </c:pt>
                <c:pt idx="68733">
                  <c:v>0</c:v>
                </c:pt>
                <c:pt idx="68734">
                  <c:v>0</c:v>
                </c:pt>
                <c:pt idx="68735">
                  <c:v>0</c:v>
                </c:pt>
                <c:pt idx="68736">
                  <c:v>0</c:v>
                </c:pt>
                <c:pt idx="68737">
                  <c:v>0</c:v>
                </c:pt>
                <c:pt idx="68738">
                  <c:v>0</c:v>
                </c:pt>
                <c:pt idx="68739">
                  <c:v>0</c:v>
                </c:pt>
                <c:pt idx="68740">
                  <c:v>0</c:v>
                </c:pt>
                <c:pt idx="68741">
                  <c:v>0</c:v>
                </c:pt>
                <c:pt idx="68742">
                  <c:v>0</c:v>
                </c:pt>
                <c:pt idx="68743">
                  <c:v>0</c:v>
                </c:pt>
                <c:pt idx="68744">
                  <c:v>0</c:v>
                </c:pt>
                <c:pt idx="68745">
                  <c:v>0</c:v>
                </c:pt>
                <c:pt idx="68746">
                  <c:v>0</c:v>
                </c:pt>
                <c:pt idx="68747">
                  <c:v>0</c:v>
                </c:pt>
                <c:pt idx="68748">
                  <c:v>0</c:v>
                </c:pt>
                <c:pt idx="68749">
                  <c:v>0</c:v>
                </c:pt>
                <c:pt idx="68750">
                  <c:v>0</c:v>
                </c:pt>
                <c:pt idx="68751">
                  <c:v>0</c:v>
                </c:pt>
                <c:pt idx="68752">
                  <c:v>0</c:v>
                </c:pt>
                <c:pt idx="68753">
                  <c:v>0</c:v>
                </c:pt>
                <c:pt idx="68754">
                  <c:v>0</c:v>
                </c:pt>
                <c:pt idx="68755">
                  <c:v>0</c:v>
                </c:pt>
                <c:pt idx="68756">
                  <c:v>0</c:v>
                </c:pt>
                <c:pt idx="68757">
                  <c:v>0</c:v>
                </c:pt>
                <c:pt idx="68758">
                  <c:v>0</c:v>
                </c:pt>
                <c:pt idx="68759">
                  <c:v>0</c:v>
                </c:pt>
                <c:pt idx="68760">
                  <c:v>0</c:v>
                </c:pt>
                <c:pt idx="68761">
                  <c:v>0</c:v>
                </c:pt>
                <c:pt idx="68762">
                  <c:v>0</c:v>
                </c:pt>
                <c:pt idx="68763">
                  <c:v>0</c:v>
                </c:pt>
                <c:pt idx="68764">
                  <c:v>0</c:v>
                </c:pt>
                <c:pt idx="68765">
                  <c:v>0</c:v>
                </c:pt>
                <c:pt idx="68766">
                  <c:v>0</c:v>
                </c:pt>
                <c:pt idx="68767">
                  <c:v>0</c:v>
                </c:pt>
                <c:pt idx="68768">
                  <c:v>0</c:v>
                </c:pt>
                <c:pt idx="68769">
                  <c:v>0</c:v>
                </c:pt>
                <c:pt idx="68770">
                  <c:v>0</c:v>
                </c:pt>
                <c:pt idx="68771">
                  <c:v>0</c:v>
                </c:pt>
                <c:pt idx="68772">
                  <c:v>0</c:v>
                </c:pt>
                <c:pt idx="68773">
                  <c:v>0</c:v>
                </c:pt>
                <c:pt idx="68774">
                  <c:v>0</c:v>
                </c:pt>
                <c:pt idx="68775">
                  <c:v>0</c:v>
                </c:pt>
                <c:pt idx="68776">
                  <c:v>0</c:v>
                </c:pt>
                <c:pt idx="68777">
                  <c:v>0</c:v>
                </c:pt>
                <c:pt idx="68778">
                  <c:v>0</c:v>
                </c:pt>
                <c:pt idx="68779">
                  <c:v>0</c:v>
                </c:pt>
                <c:pt idx="68780">
                  <c:v>0</c:v>
                </c:pt>
                <c:pt idx="68781">
                  <c:v>0</c:v>
                </c:pt>
                <c:pt idx="68782">
                  <c:v>0</c:v>
                </c:pt>
                <c:pt idx="68783">
                  <c:v>0</c:v>
                </c:pt>
                <c:pt idx="68784">
                  <c:v>0</c:v>
                </c:pt>
                <c:pt idx="68785">
                  <c:v>0</c:v>
                </c:pt>
                <c:pt idx="68786">
                  <c:v>0</c:v>
                </c:pt>
                <c:pt idx="68787">
                  <c:v>0</c:v>
                </c:pt>
                <c:pt idx="68788">
                  <c:v>0</c:v>
                </c:pt>
                <c:pt idx="68789">
                  <c:v>0</c:v>
                </c:pt>
                <c:pt idx="68790">
                  <c:v>0</c:v>
                </c:pt>
                <c:pt idx="68791">
                  <c:v>0</c:v>
                </c:pt>
                <c:pt idx="68792">
                  <c:v>0</c:v>
                </c:pt>
                <c:pt idx="68793">
                  <c:v>0</c:v>
                </c:pt>
                <c:pt idx="68794">
                  <c:v>0</c:v>
                </c:pt>
                <c:pt idx="68795">
                  <c:v>0</c:v>
                </c:pt>
                <c:pt idx="68796">
                  <c:v>0</c:v>
                </c:pt>
                <c:pt idx="68797">
                  <c:v>0</c:v>
                </c:pt>
                <c:pt idx="68798">
                  <c:v>0</c:v>
                </c:pt>
                <c:pt idx="68799">
                  <c:v>0</c:v>
                </c:pt>
                <c:pt idx="68800">
                  <c:v>0</c:v>
                </c:pt>
                <c:pt idx="68801">
                  <c:v>0</c:v>
                </c:pt>
                <c:pt idx="68802">
                  <c:v>0</c:v>
                </c:pt>
                <c:pt idx="68803">
                  <c:v>0</c:v>
                </c:pt>
                <c:pt idx="68804">
                  <c:v>0</c:v>
                </c:pt>
                <c:pt idx="68805">
                  <c:v>0</c:v>
                </c:pt>
                <c:pt idx="68806">
                  <c:v>0</c:v>
                </c:pt>
                <c:pt idx="68807">
                  <c:v>0</c:v>
                </c:pt>
                <c:pt idx="68808">
                  <c:v>0</c:v>
                </c:pt>
                <c:pt idx="68809">
                  <c:v>0</c:v>
                </c:pt>
                <c:pt idx="68810">
                  <c:v>0</c:v>
                </c:pt>
                <c:pt idx="68811">
                  <c:v>0</c:v>
                </c:pt>
                <c:pt idx="68812">
                  <c:v>0</c:v>
                </c:pt>
                <c:pt idx="68813">
                  <c:v>0</c:v>
                </c:pt>
                <c:pt idx="68814">
                  <c:v>0</c:v>
                </c:pt>
                <c:pt idx="68815">
                  <c:v>0</c:v>
                </c:pt>
                <c:pt idx="68816">
                  <c:v>0</c:v>
                </c:pt>
                <c:pt idx="68817">
                  <c:v>0</c:v>
                </c:pt>
                <c:pt idx="68818">
                  <c:v>0</c:v>
                </c:pt>
                <c:pt idx="68819">
                  <c:v>0</c:v>
                </c:pt>
                <c:pt idx="68820">
                  <c:v>0</c:v>
                </c:pt>
                <c:pt idx="68821">
                  <c:v>0</c:v>
                </c:pt>
                <c:pt idx="68822">
                  <c:v>0</c:v>
                </c:pt>
                <c:pt idx="68823">
                  <c:v>0</c:v>
                </c:pt>
                <c:pt idx="68824">
                  <c:v>0</c:v>
                </c:pt>
                <c:pt idx="68825">
                  <c:v>0</c:v>
                </c:pt>
                <c:pt idx="68826">
                  <c:v>0</c:v>
                </c:pt>
                <c:pt idx="68827">
                  <c:v>0</c:v>
                </c:pt>
                <c:pt idx="68828">
                  <c:v>0</c:v>
                </c:pt>
                <c:pt idx="68829">
                  <c:v>0</c:v>
                </c:pt>
                <c:pt idx="68830">
                  <c:v>0</c:v>
                </c:pt>
                <c:pt idx="68831">
                  <c:v>0</c:v>
                </c:pt>
                <c:pt idx="68832">
                  <c:v>0</c:v>
                </c:pt>
                <c:pt idx="68833">
                  <c:v>0</c:v>
                </c:pt>
                <c:pt idx="68834">
                  <c:v>0</c:v>
                </c:pt>
                <c:pt idx="68835">
                  <c:v>0</c:v>
                </c:pt>
                <c:pt idx="68836">
                  <c:v>0</c:v>
                </c:pt>
                <c:pt idx="68837">
                  <c:v>0</c:v>
                </c:pt>
                <c:pt idx="68838">
                  <c:v>0</c:v>
                </c:pt>
                <c:pt idx="68839">
                  <c:v>0</c:v>
                </c:pt>
                <c:pt idx="68840">
                  <c:v>0</c:v>
                </c:pt>
                <c:pt idx="68841">
                  <c:v>0</c:v>
                </c:pt>
                <c:pt idx="68842">
                  <c:v>0</c:v>
                </c:pt>
                <c:pt idx="68843">
                  <c:v>0</c:v>
                </c:pt>
                <c:pt idx="68844">
                  <c:v>0</c:v>
                </c:pt>
                <c:pt idx="68845">
                  <c:v>0</c:v>
                </c:pt>
                <c:pt idx="68846">
                  <c:v>0</c:v>
                </c:pt>
                <c:pt idx="68847">
                  <c:v>0</c:v>
                </c:pt>
                <c:pt idx="68848">
                  <c:v>0</c:v>
                </c:pt>
                <c:pt idx="68849">
                  <c:v>0</c:v>
                </c:pt>
                <c:pt idx="68850">
                  <c:v>0</c:v>
                </c:pt>
                <c:pt idx="68851">
                  <c:v>0</c:v>
                </c:pt>
                <c:pt idx="68852">
                  <c:v>0</c:v>
                </c:pt>
                <c:pt idx="68853">
                  <c:v>0</c:v>
                </c:pt>
                <c:pt idx="68854">
                  <c:v>0</c:v>
                </c:pt>
                <c:pt idx="68855">
                  <c:v>0</c:v>
                </c:pt>
                <c:pt idx="68856">
                  <c:v>0</c:v>
                </c:pt>
                <c:pt idx="68857">
                  <c:v>0</c:v>
                </c:pt>
                <c:pt idx="68858">
                  <c:v>0</c:v>
                </c:pt>
                <c:pt idx="68859">
                  <c:v>0</c:v>
                </c:pt>
                <c:pt idx="68860">
                  <c:v>0</c:v>
                </c:pt>
                <c:pt idx="68861">
                  <c:v>0</c:v>
                </c:pt>
                <c:pt idx="68862">
                  <c:v>0</c:v>
                </c:pt>
                <c:pt idx="68863">
                  <c:v>0</c:v>
                </c:pt>
                <c:pt idx="68864">
                  <c:v>0</c:v>
                </c:pt>
                <c:pt idx="68865">
                  <c:v>0</c:v>
                </c:pt>
                <c:pt idx="68866">
                  <c:v>0</c:v>
                </c:pt>
                <c:pt idx="68867">
                  <c:v>0</c:v>
                </c:pt>
                <c:pt idx="68868">
                  <c:v>0</c:v>
                </c:pt>
                <c:pt idx="68869">
                  <c:v>0</c:v>
                </c:pt>
                <c:pt idx="68870">
                  <c:v>0</c:v>
                </c:pt>
                <c:pt idx="68871">
                  <c:v>0</c:v>
                </c:pt>
                <c:pt idx="68872">
                  <c:v>0</c:v>
                </c:pt>
                <c:pt idx="68873">
                  <c:v>0</c:v>
                </c:pt>
                <c:pt idx="68874">
                  <c:v>0</c:v>
                </c:pt>
                <c:pt idx="68875">
                  <c:v>0</c:v>
                </c:pt>
                <c:pt idx="68876">
                  <c:v>0</c:v>
                </c:pt>
                <c:pt idx="68877">
                  <c:v>0</c:v>
                </c:pt>
                <c:pt idx="68878">
                  <c:v>0</c:v>
                </c:pt>
                <c:pt idx="68879">
                  <c:v>0</c:v>
                </c:pt>
                <c:pt idx="68880">
                  <c:v>0</c:v>
                </c:pt>
                <c:pt idx="68881">
                  <c:v>0</c:v>
                </c:pt>
                <c:pt idx="68882">
                  <c:v>0</c:v>
                </c:pt>
                <c:pt idx="68883">
                  <c:v>0</c:v>
                </c:pt>
                <c:pt idx="68884">
                  <c:v>0</c:v>
                </c:pt>
                <c:pt idx="68885">
                  <c:v>0</c:v>
                </c:pt>
                <c:pt idx="68886">
                  <c:v>0</c:v>
                </c:pt>
                <c:pt idx="68887">
                  <c:v>0</c:v>
                </c:pt>
                <c:pt idx="68888">
                  <c:v>0</c:v>
                </c:pt>
                <c:pt idx="68889">
                  <c:v>0</c:v>
                </c:pt>
                <c:pt idx="68890">
                  <c:v>0</c:v>
                </c:pt>
                <c:pt idx="68891">
                  <c:v>0</c:v>
                </c:pt>
                <c:pt idx="68892">
                  <c:v>0</c:v>
                </c:pt>
                <c:pt idx="68893">
                  <c:v>0</c:v>
                </c:pt>
                <c:pt idx="68894">
                  <c:v>0</c:v>
                </c:pt>
                <c:pt idx="68895">
                  <c:v>0</c:v>
                </c:pt>
                <c:pt idx="68896">
                  <c:v>0</c:v>
                </c:pt>
                <c:pt idx="68897">
                  <c:v>0</c:v>
                </c:pt>
                <c:pt idx="68898">
                  <c:v>0</c:v>
                </c:pt>
                <c:pt idx="68899">
                  <c:v>0</c:v>
                </c:pt>
                <c:pt idx="68900">
                  <c:v>0</c:v>
                </c:pt>
                <c:pt idx="68901">
                  <c:v>0</c:v>
                </c:pt>
                <c:pt idx="68902">
                  <c:v>0</c:v>
                </c:pt>
                <c:pt idx="68903">
                  <c:v>0</c:v>
                </c:pt>
                <c:pt idx="68904">
                  <c:v>0</c:v>
                </c:pt>
                <c:pt idx="68905">
                  <c:v>0</c:v>
                </c:pt>
                <c:pt idx="68906">
                  <c:v>0</c:v>
                </c:pt>
                <c:pt idx="68907">
                  <c:v>0</c:v>
                </c:pt>
                <c:pt idx="68908">
                  <c:v>0</c:v>
                </c:pt>
                <c:pt idx="68909">
                  <c:v>0</c:v>
                </c:pt>
                <c:pt idx="68910">
                  <c:v>0</c:v>
                </c:pt>
                <c:pt idx="68911">
                  <c:v>0</c:v>
                </c:pt>
                <c:pt idx="68912">
                  <c:v>0</c:v>
                </c:pt>
                <c:pt idx="68913">
                  <c:v>0</c:v>
                </c:pt>
                <c:pt idx="68914">
                  <c:v>0</c:v>
                </c:pt>
                <c:pt idx="68915">
                  <c:v>0</c:v>
                </c:pt>
                <c:pt idx="68916">
                  <c:v>0</c:v>
                </c:pt>
                <c:pt idx="68917">
                  <c:v>0</c:v>
                </c:pt>
                <c:pt idx="68918">
                  <c:v>0</c:v>
                </c:pt>
                <c:pt idx="68919">
                  <c:v>0</c:v>
                </c:pt>
                <c:pt idx="68920">
                  <c:v>0</c:v>
                </c:pt>
                <c:pt idx="68921">
                  <c:v>0</c:v>
                </c:pt>
                <c:pt idx="68922">
                  <c:v>0</c:v>
                </c:pt>
                <c:pt idx="68923">
                  <c:v>0</c:v>
                </c:pt>
                <c:pt idx="68924">
                  <c:v>0</c:v>
                </c:pt>
                <c:pt idx="68925">
                  <c:v>0</c:v>
                </c:pt>
                <c:pt idx="68926">
                  <c:v>0</c:v>
                </c:pt>
                <c:pt idx="68927">
                  <c:v>0</c:v>
                </c:pt>
                <c:pt idx="68928">
                  <c:v>0</c:v>
                </c:pt>
                <c:pt idx="68929">
                  <c:v>0</c:v>
                </c:pt>
                <c:pt idx="68930">
                  <c:v>0</c:v>
                </c:pt>
                <c:pt idx="68931">
                  <c:v>0</c:v>
                </c:pt>
                <c:pt idx="68932">
                  <c:v>0</c:v>
                </c:pt>
                <c:pt idx="68933">
                  <c:v>0</c:v>
                </c:pt>
                <c:pt idx="68934">
                  <c:v>0</c:v>
                </c:pt>
                <c:pt idx="68935">
                  <c:v>0</c:v>
                </c:pt>
                <c:pt idx="68936">
                  <c:v>0</c:v>
                </c:pt>
                <c:pt idx="68937">
                  <c:v>0</c:v>
                </c:pt>
                <c:pt idx="68938">
                  <c:v>0</c:v>
                </c:pt>
                <c:pt idx="68939">
                  <c:v>0</c:v>
                </c:pt>
                <c:pt idx="68940">
                  <c:v>0</c:v>
                </c:pt>
                <c:pt idx="68941">
                  <c:v>0</c:v>
                </c:pt>
                <c:pt idx="68942">
                  <c:v>0</c:v>
                </c:pt>
                <c:pt idx="68943">
                  <c:v>0</c:v>
                </c:pt>
                <c:pt idx="68944">
                  <c:v>0</c:v>
                </c:pt>
                <c:pt idx="68945">
                  <c:v>0</c:v>
                </c:pt>
                <c:pt idx="68946">
                  <c:v>0</c:v>
                </c:pt>
                <c:pt idx="68947">
                  <c:v>0</c:v>
                </c:pt>
                <c:pt idx="68948">
                  <c:v>0</c:v>
                </c:pt>
                <c:pt idx="68949">
                  <c:v>0</c:v>
                </c:pt>
                <c:pt idx="68950">
                  <c:v>0</c:v>
                </c:pt>
                <c:pt idx="68951">
                  <c:v>0</c:v>
                </c:pt>
                <c:pt idx="68952">
                  <c:v>0</c:v>
                </c:pt>
                <c:pt idx="68953">
                  <c:v>0</c:v>
                </c:pt>
                <c:pt idx="68954">
                  <c:v>0</c:v>
                </c:pt>
                <c:pt idx="68955">
                  <c:v>0</c:v>
                </c:pt>
                <c:pt idx="68956">
                  <c:v>0</c:v>
                </c:pt>
                <c:pt idx="68957">
                  <c:v>0</c:v>
                </c:pt>
                <c:pt idx="68958">
                  <c:v>0</c:v>
                </c:pt>
                <c:pt idx="68959">
                  <c:v>0</c:v>
                </c:pt>
                <c:pt idx="68960">
                  <c:v>0</c:v>
                </c:pt>
                <c:pt idx="68961">
                  <c:v>0</c:v>
                </c:pt>
                <c:pt idx="68962">
                  <c:v>0</c:v>
                </c:pt>
                <c:pt idx="68963">
                  <c:v>0</c:v>
                </c:pt>
                <c:pt idx="68964">
                  <c:v>0</c:v>
                </c:pt>
                <c:pt idx="68965">
                  <c:v>0</c:v>
                </c:pt>
                <c:pt idx="68966">
                  <c:v>0</c:v>
                </c:pt>
                <c:pt idx="68967">
                  <c:v>0</c:v>
                </c:pt>
                <c:pt idx="68968">
                  <c:v>0</c:v>
                </c:pt>
                <c:pt idx="68969">
                  <c:v>0</c:v>
                </c:pt>
                <c:pt idx="68970">
                  <c:v>0</c:v>
                </c:pt>
                <c:pt idx="68971">
                  <c:v>0</c:v>
                </c:pt>
                <c:pt idx="68972">
                  <c:v>0</c:v>
                </c:pt>
                <c:pt idx="68973">
                  <c:v>0</c:v>
                </c:pt>
                <c:pt idx="68974">
                  <c:v>0</c:v>
                </c:pt>
                <c:pt idx="68975">
                  <c:v>0</c:v>
                </c:pt>
                <c:pt idx="68976">
                  <c:v>0</c:v>
                </c:pt>
                <c:pt idx="68977">
                  <c:v>0</c:v>
                </c:pt>
                <c:pt idx="68978">
                  <c:v>0</c:v>
                </c:pt>
                <c:pt idx="68979">
                  <c:v>0</c:v>
                </c:pt>
                <c:pt idx="68980">
                  <c:v>0</c:v>
                </c:pt>
                <c:pt idx="68981">
                  <c:v>0</c:v>
                </c:pt>
                <c:pt idx="68982">
                  <c:v>0</c:v>
                </c:pt>
                <c:pt idx="68983">
                  <c:v>0</c:v>
                </c:pt>
                <c:pt idx="68984">
                  <c:v>0</c:v>
                </c:pt>
                <c:pt idx="68985">
                  <c:v>0</c:v>
                </c:pt>
                <c:pt idx="68986">
                  <c:v>0</c:v>
                </c:pt>
                <c:pt idx="68987">
                  <c:v>0</c:v>
                </c:pt>
                <c:pt idx="68988">
                  <c:v>0</c:v>
                </c:pt>
                <c:pt idx="68989">
                  <c:v>0</c:v>
                </c:pt>
                <c:pt idx="68990">
                  <c:v>0</c:v>
                </c:pt>
                <c:pt idx="68991">
                  <c:v>0</c:v>
                </c:pt>
                <c:pt idx="68992">
                  <c:v>0</c:v>
                </c:pt>
                <c:pt idx="68993">
                  <c:v>0</c:v>
                </c:pt>
                <c:pt idx="68994">
                  <c:v>0</c:v>
                </c:pt>
                <c:pt idx="68995">
                  <c:v>0</c:v>
                </c:pt>
                <c:pt idx="68996">
                  <c:v>0</c:v>
                </c:pt>
                <c:pt idx="68997">
                  <c:v>0</c:v>
                </c:pt>
                <c:pt idx="68998">
                  <c:v>0</c:v>
                </c:pt>
                <c:pt idx="68999">
                  <c:v>0</c:v>
                </c:pt>
                <c:pt idx="69000">
                  <c:v>0</c:v>
                </c:pt>
                <c:pt idx="69001">
                  <c:v>0</c:v>
                </c:pt>
                <c:pt idx="69002">
                  <c:v>0</c:v>
                </c:pt>
                <c:pt idx="69003">
                  <c:v>0</c:v>
                </c:pt>
                <c:pt idx="69004">
                  <c:v>0</c:v>
                </c:pt>
                <c:pt idx="69005">
                  <c:v>0</c:v>
                </c:pt>
                <c:pt idx="69006">
                  <c:v>0</c:v>
                </c:pt>
                <c:pt idx="69007">
                  <c:v>0</c:v>
                </c:pt>
                <c:pt idx="69008">
                  <c:v>0</c:v>
                </c:pt>
                <c:pt idx="69009">
                  <c:v>0</c:v>
                </c:pt>
                <c:pt idx="69010">
                  <c:v>0</c:v>
                </c:pt>
                <c:pt idx="69011">
                  <c:v>0</c:v>
                </c:pt>
                <c:pt idx="69012">
                  <c:v>0</c:v>
                </c:pt>
                <c:pt idx="69013">
                  <c:v>0</c:v>
                </c:pt>
                <c:pt idx="69014">
                  <c:v>0</c:v>
                </c:pt>
                <c:pt idx="69015">
                  <c:v>0</c:v>
                </c:pt>
                <c:pt idx="69016">
                  <c:v>0</c:v>
                </c:pt>
                <c:pt idx="69017">
                  <c:v>0</c:v>
                </c:pt>
                <c:pt idx="69018">
                  <c:v>0</c:v>
                </c:pt>
                <c:pt idx="69019">
                  <c:v>0</c:v>
                </c:pt>
                <c:pt idx="69020">
                  <c:v>0</c:v>
                </c:pt>
                <c:pt idx="69021">
                  <c:v>0</c:v>
                </c:pt>
                <c:pt idx="69022">
                  <c:v>0</c:v>
                </c:pt>
                <c:pt idx="69023">
                  <c:v>0</c:v>
                </c:pt>
                <c:pt idx="69024">
                  <c:v>0</c:v>
                </c:pt>
                <c:pt idx="69025">
                  <c:v>0</c:v>
                </c:pt>
                <c:pt idx="69026">
                  <c:v>0</c:v>
                </c:pt>
                <c:pt idx="69027">
                  <c:v>0</c:v>
                </c:pt>
                <c:pt idx="69028">
                  <c:v>0</c:v>
                </c:pt>
                <c:pt idx="69029">
                  <c:v>0</c:v>
                </c:pt>
                <c:pt idx="69030">
                  <c:v>0</c:v>
                </c:pt>
                <c:pt idx="69031">
                  <c:v>0</c:v>
                </c:pt>
                <c:pt idx="69032">
                  <c:v>0</c:v>
                </c:pt>
                <c:pt idx="69033">
                  <c:v>0</c:v>
                </c:pt>
                <c:pt idx="69034">
                  <c:v>0</c:v>
                </c:pt>
                <c:pt idx="69035">
                  <c:v>0</c:v>
                </c:pt>
                <c:pt idx="69036">
                  <c:v>0</c:v>
                </c:pt>
                <c:pt idx="69037">
                  <c:v>0</c:v>
                </c:pt>
                <c:pt idx="69038">
                  <c:v>0</c:v>
                </c:pt>
                <c:pt idx="69039">
                  <c:v>0</c:v>
                </c:pt>
                <c:pt idx="69040">
                  <c:v>0</c:v>
                </c:pt>
                <c:pt idx="69041">
                  <c:v>0</c:v>
                </c:pt>
                <c:pt idx="69042">
                  <c:v>0</c:v>
                </c:pt>
                <c:pt idx="69043">
                  <c:v>0</c:v>
                </c:pt>
                <c:pt idx="69044">
                  <c:v>0</c:v>
                </c:pt>
                <c:pt idx="69045">
                  <c:v>0</c:v>
                </c:pt>
                <c:pt idx="69046">
                  <c:v>0</c:v>
                </c:pt>
                <c:pt idx="69047">
                  <c:v>0</c:v>
                </c:pt>
                <c:pt idx="69048">
                  <c:v>0</c:v>
                </c:pt>
                <c:pt idx="69049">
                  <c:v>0</c:v>
                </c:pt>
                <c:pt idx="69050">
                  <c:v>0</c:v>
                </c:pt>
                <c:pt idx="69051">
                  <c:v>0</c:v>
                </c:pt>
                <c:pt idx="69052">
                  <c:v>0</c:v>
                </c:pt>
                <c:pt idx="69053">
                  <c:v>0</c:v>
                </c:pt>
                <c:pt idx="69054">
                  <c:v>0</c:v>
                </c:pt>
                <c:pt idx="69055">
                  <c:v>0</c:v>
                </c:pt>
                <c:pt idx="69056">
                  <c:v>0</c:v>
                </c:pt>
                <c:pt idx="69057">
                  <c:v>0</c:v>
                </c:pt>
                <c:pt idx="69058">
                  <c:v>0</c:v>
                </c:pt>
                <c:pt idx="69059">
                  <c:v>0</c:v>
                </c:pt>
                <c:pt idx="69060">
                  <c:v>0</c:v>
                </c:pt>
                <c:pt idx="69061">
                  <c:v>0</c:v>
                </c:pt>
                <c:pt idx="69062">
                  <c:v>0</c:v>
                </c:pt>
                <c:pt idx="69063">
                  <c:v>0</c:v>
                </c:pt>
                <c:pt idx="69064">
                  <c:v>0</c:v>
                </c:pt>
                <c:pt idx="69065">
                  <c:v>0</c:v>
                </c:pt>
                <c:pt idx="69066">
                  <c:v>0</c:v>
                </c:pt>
                <c:pt idx="69067">
                  <c:v>0</c:v>
                </c:pt>
                <c:pt idx="69068">
                  <c:v>0</c:v>
                </c:pt>
                <c:pt idx="69069">
                  <c:v>0</c:v>
                </c:pt>
                <c:pt idx="69070">
                  <c:v>0</c:v>
                </c:pt>
                <c:pt idx="69071">
                  <c:v>0</c:v>
                </c:pt>
                <c:pt idx="69072">
                  <c:v>0</c:v>
                </c:pt>
                <c:pt idx="69073">
                  <c:v>0</c:v>
                </c:pt>
                <c:pt idx="69074">
                  <c:v>0</c:v>
                </c:pt>
                <c:pt idx="69075">
                  <c:v>0</c:v>
                </c:pt>
                <c:pt idx="69076">
                  <c:v>0</c:v>
                </c:pt>
                <c:pt idx="69077">
                  <c:v>0</c:v>
                </c:pt>
                <c:pt idx="69078">
                  <c:v>0</c:v>
                </c:pt>
                <c:pt idx="69079">
                  <c:v>0</c:v>
                </c:pt>
                <c:pt idx="69080">
                  <c:v>0</c:v>
                </c:pt>
                <c:pt idx="69081">
                  <c:v>0</c:v>
                </c:pt>
                <c:pt idx="69082">
                  <c:v>0</c:v>
                </c:pt>
                <c:pt idx="69083">
                  <c:v>0</c:v>
                </c:pt>
                <c:pt idx="69084">
                  <c:v>0</c:v>
                </c:pt>
                <c:pt idx="69085">
                  <c:v>0</c:v>
                </c:pt>
                <c:pt idx="69086">
                  <c:v>0</c:v>
                </c:pt>
                <c:pt idx="69087">
                  <c:v>0</c:v>
                </c:pt>
                <c:pt idx="69088">
                  <c:v>0</c:v>
                </c:pt>
                <c:pt idx="69089">
                  <c:v>0</c:v>
                </c:pt>
                <c:pt idx="69090">
                  <c:v>0</c:v>
                </c:pt>
                <c:pt idx="69091">
                  <c:v>0</c:v>
                </c:pt>
                <c:pt idx="69092">
                  <c:v>0</c:v>
                </c:pt>
                <c:pt idx="69093">
                  <c:v>0</c:v>
                </c:pt>
                <c:pt idx="69094">
                  <c:v>0</c:v>
                </c:pt>
                <c:pt idx="69095">
                  <c:v>0</c:v>
                </c:pt>
                <c:pt idx="69096">
                  <c:v>0</c:v>
                </c:pt>
                <c:pt idx="69097">
                  <c:v>0</c:v>
                </c:pt>
                <c:pt idx="69098">
                  <c:v>0</c:v>
                </c:pt>
                <c:pt idx="69099">
                  <c:v>0</c:v>
                </c:pt>
                <c:pt idx="69100">
                  <c:v>0</c:v>
                </c:pt>
                <c:pt idx="69101">
                  <c:v>0</c:v>
                </c:pt>
                <c:pt idx="69102">
                  <c:v>0</c:v>
                </c:pt>
                <c:pt idx="69103">
                  <c:v>0</c:v>
                </c:pt>
                <c:pt idx="69104">
                  <c:v>0</c:v>
                </c:pt>
                <c:pt idx="69105">
                  <c:v>0</c:v>
                </c:pt>
                <c:pt idx="69106">
                  <c:v>0</c:v>
                </c:pt>
                <c:pt idx="69107">
                  <c:v>0</c:v>
                </c:pt>
                <c:pt idx="69108">
                  <c:v>0</c:v>
                </c:pt>
                <c:pt idx="69109">
                  <c:v>0</c:v>
                </c:pt>
                <c:pt idx="69110">
                  <c:v>0</c:v>
                </c:pt>
                <c:pt idx="69111">
                  <c:v>0</c:v>
                </c:pt>
                <c:pt idx="69112">
                  <c:v>0</c:v>
                </c:pt>
                <c:pt idx="69113">
                  <c:v>0</c:v>
                </c:pt>
                <c:pt idx="69114">
                  <c:v>0</c:v>
                </c:pt>
                <c:pt idx="69115">
                  <c:v>0</c:v>
                </c:pt>
                <c:pt idx="69116">
                  <c:v>0</c:v>
                </c:pt>
                <c:pt idx="69117">
                  <c:v>0</c:v>
                </c:pt>
                <c:pt idx="69118">
                  <c:v>0</c:v>
                </c:pt>
                <c:pt idx="69119">
                  <c:v>0</c:v>
                </c:pt>
                <c:pt idx="69120">
                  <c:v>0</c:v>
                </c:pt>
                <c:pt idx="69121">
                  <c:v>0</c:v>
                </c:pt>
                <c:pt idx="69122">
                  <c:v>0</c:v>
                </c:pt>
                <c:pt idx="69123">
                  <c:v>0</c:v>
                </c:pt>
                <c:pt idx="69124">
                  <c:v>0</c:v>
                </c:pt>
                <c:pt idx="69125">
                  <c:v>0</c:v>
                </c:pt>
                <c:pt idx="69126">
                  <c:v>0</c:v>
                </c:pt>
                <c:pt idx="69127">
                  <c:v>0</c:v>
                </c:pt>
                <c:pt idx="69128">
                  <c:v>0</c:v>
                </c:pt>
                <c:pt idx="69129">
                  <c:v>0</c:v>
                </c:pt>
                <c:pt idx="69130">
                  <c:v>0</c:v>
                </c:pt>
                <c:pt idx="69131">
                  <c:v>0</c:v>
                </c:pt>
                <c:pt idx="69132">
                  <c:v>0</c:v>
                </c:pt>
                <c:pt idx="69133">
                  <c:v>0</c:v>
                </c:pt>
                <c:pt idx="69134">
                  <c:v>0</c:v>
                </c:pt>
                <c:pt idx="69135">
                  <c:v>0</c:v>
                </c:pt>
                <c:pt idx="69136">
                  <c:v>0</c:v>
                </c:pt>
                <c:pt idx="69137">
                  <c:v>0</c:v>
                </c:pt>
                <c:pt idx="69138">
                  <c:v>0</c:v>
                </c:pt>
                <c:pt idx="69139">
                  <c:v>0</c:v>
                </c:pt>
                <c:pt idx="69140">
                  <c:v>0</c:v>
                </c:pt>
                <c:pt idx="69141">
                  <c:v>0</c:v>
                </c:pt>
                <c:pt idx="69142">
                  <c:v>0</c:v>
                </c:pt>
                <c:pt idx="69143">
                  <c:v>0</c:v>
                </c:pt>
                <c:pt idx="69144">
                  <c:v>0</c:v>
                </c:pt>
                <c:pt idx="69145">
                  <c:v>0</c:v>
                </c:pt>
                <c:pt idx="69146">
                  <c:v>0</c:v>
                </c:pt>
                <c:pt idx="69147">
                  <c:v>0</c:v>
                </c:pt>
                <c:pt idx="69148">
                  <c:v>0</c:v>
                </c:pt>
                <c:pt idx="69149">
                  <c:v>0</c:v>
                </c:pt>
                <c:pt idx="69150">
                  <c:v>0</c:v>
                </c:pt>
                <c:pt idx="69151">
                  <c:v>0</c:v>
                </c:pt>
                <c:pt idx="69152">
                  <c:v>0</c:v>
                </c:pt>
                <c:pt idx="69153">
                  <c:v>0</c:v>
                </c:pt>
                <c:pt idx="69154">
                  <c:v>0</c:v>
                </c:pt>
                <c:pt idx="69155">
                  <c:v>0</c:v>
                </c:pt>
                <c:pt idx="69156">
                  <c:v>0</c:v>
                </c:pt>
                <c:pt idx="69157">
                  <c:v>0</c:v>
                </c:pt>
                <c:pt idx="69158">
                  <c:v>0</c:v>
                </c:pt>
                <c:pt idx="69159">
                  <c:v>0</c:v>
                </c:pt>
                <c:pt idx="69160">
                  <c:v>0</c:v>
                </c:pt>
                <c:pt idx="69161">
                  <c:v>0</c:v>
                </c:pt>
                <c:pt idx="69162">
                  <c:v>0</c:v>
                </c:pt>
                <c:pt idx="69163">
                  <c:v>0</c:v>
                </c:pt>
                <c:pt idx="69164">
                  <c:v>0</c:v>
                </c:pt>
                <c:pt idx="69165">
                  <c:v>0</c:v>
                </c:pt>
                <c:pt idx="69166">
                  <c:v>0</c:v>
                </c:pt>
                <c:pt idx="69167">
                  <c:v>0</c:v>
                </c:pt>
                <c:pt idx="69168">
                  <c:v>0</c:v>
                </c:pt>
                <c:pt idx="69169">
                  <c:v>0</c:v>
                </c:pt>
                <c:pt idx="69170">
                  <c:v>0</c:v>
                </c:pt>
                <c:pt idx="69171">
                  <c:v>0</c:v>
                </c:pt>
                <c:pt idx="69172">
                  <c:v>0</c:v>
                </c:pt>
                <c:pt idx="69173">
                  <c:v>0</c:v>
                </c:pt>
                <c:pt idx="69174">
                  <c:v>0</c:v>
                </c:pt>
                <c:pt idx="69175">
                  <c:v>0</c:v>
                </c:pt>
                <c:pt idx="69176">
                  <c:v>0</c:v>
                </c:pt>
                <c:pt idx="69177">
                  <c:v>0</c:v>
                </c:pt>
                <c:pt idx="69178">
                  <c:v>0</c:v>
                </c:pt>
                <c:pt idx="69179">
                  <c:v>0</c:v>
                </c:pt>
                <c:pt idx="69180">
                  <c:v>0</c:v>
                </c:pt>
                <c:pt idx="69181">
                  <c:v>0</c:v>
                </c:pt>
                <c:pt idx="69182">
                  <c:v>0</c:v>
                </c:pt>
                <c:pt idx="69183">
                  <c:v>0</c:v>
                </c:pt>
                <c:pt idx="69184">
                  <c:v>0</c:v>
                </c:pt>
                <c:pt idx="69185">
                  <c:v>0</c:v>
                </c:pt>
                <c:pt idx="69186">
                  <c:v>0</c:v>
                </c:pt>
                <c:pt idx="69187">
                  <c:v>0</c:v>
                </c:pt>
                <c:pt idx="69188">
                  <c:v>0</c:v>
                </c:pt>
                <c:pt idx="69189">
                  <c:v>0</c:v>
                </c:pt>
                <c:pt idx="69190">
                  <c:v>0</c:v>
                </c:pt>
                <c:pt idx="69191">
                  <c:v>0</c:v>
                </c:pt>
                <c:pt idx="69192">
                  <c:v>0</c:v>
                </c:pt>
                <c:pt idx="69193">
                  <c:v>0</c:v>
                </c:pt>
                <c:pt idx="69194">
                  <c:v>0</c:v>
                </c:pt>
                <c:pt idx="69195">
                  <c:v>0</c:v>
                </c:pt>
                <c:pt idx="69196">
                  <c:v>0</c:v>
                </c:pt>
                <c:pt idx="69197">
                  <c:v>0</c:v>
                </c:pt>
                <c:pt idx="69198">
                  <c:v>0</c:v>
                </c:pt>
                <c:pt idx="69199">
                  <c:v>0</c:v>
                </c:pt>
                <c:pt idx="69200">
                  <c:v>0</c:v>
                </c:pt>
                <c:pt idx="69201">
                  <c:v>0</c:v>
                </c:pt>
                <c:pt idx="69202">
                  <c:v>0</c:v>
                </c:pt>
                <c:pt idx="69203">
                  <c:v>0</c:v>
                </c:pt>
                <c:pt idx="69204">
                  <c:v>0</c:v>
                </c:pt>
                <c:pt idx="69205">
                  <c:v>0</c:v>
                </c:pt>
                <c:pt idx="69206">
                  <c:v>0</c:v>
                </c:pt>
                <c:pt idx="69207">
                  <c:v>0</c:v>
                </c:pt>
                <c:pt idx="69208">
                  <c:v>0</c:v>
                </c:pt>
                <c:pt idx="69209">
                  <c:v>0</c:v>
                </c:pt>
                <c:pt idx="69210">
                  <c:v>0</c:v>
                </c:pt>
                <c:pt idx="69211">
                  <c:v>0</c:v>
                </c:pt>
                <c:pt idx="69212">
                  <c:v>0</c:v>
                </c:pt>
                <c:pt idx="69213">
                  <c:v>0</c:v>
                </c:pt>
                <c:pt idx="69214">
                  <c:v>0</c:v>
                </c:pt>
                <c:pt idx="69215">
                  <c:v>0</c:v>
                </c:pt>
                <c:pt idx="69216">
                  <c:v>0</c:v>
                </c:pt>
                <c:pt idx="69217">
                  <c:v>0</c:v>
                </c:pt>
                <c:pt idx="69218">
                  <c:v>0</c:v>
                </c:pt>
                <c:pt idx="69219">
                  <c:v>0</c:v>
                </c:pt>
                <c:pt idx="69220">
                  <c:v>0</c:v>
                </c:pt>
                <c:pt idx="69221">
                  <c:v>0</c:v>
                </c:pt>
                <c:pt idx="69222">
                  <c:v>0</c:v>
                </c:pt>
                <c:pt idx="69223">
                  <c:v>0</c:v>
                </c:pt>
                <c:pt idx="69224">
                  <c:v>0</c:v>
                </c:pt>
                <c:pt idx="69225">
                  <c:v>0</c:v>
                </c:pt>
                <c:pt idx="69226">
                  <c:v>0</c:v>
                </c:pt>
                <c:pt idx="69227">
                  <c:v>0</c:v>
                </c:pt>
                <c:pt idx="69228">
                  <c:v>0</c:v>
                </c:pt>
                <c:pt idx="69229">
                  <c:v>0</c:v>
                </c:pt>
                <c:pt idx="69230">
                  <c:v>0</c:v>
                </c:pt>
                <c:pt idx="69231">
                  <c:v>0</c:v>
                </c:pt>
                <c:pt idx="69232">
                  <c:v>0</c:v>
                </c:pt>
                <c:pt idx="69233">
                  <c:v>0</c:v>
                </c:pt>
                <c:pt idx="69234">
                  <c:v>0</c:v>
                </c:pt>
                <c:pt idx="69235">
                  <c:v>0</c:v>
                </c:pt>
                <c:pt idx="69236">
                  <c:v>0</c:v>
                </c:pt>
                <c:pt idx="69237">
                  <c:v>0</c:v>
                </c:pt>
                <c:pt idx="69238">
                  <c:v>0</c:v>
                </c:pt>
                <c:pt idx="69239">
                  <c:v>0</c:v>
                </c:pt>
                <c:pt idx="69240">
                  <c:v>0</c:v>
                </c:pt>
                <c:pt idx="69241">
                  <c:v>0</c:v>
                </c:pt>
                <c:pt idx="69242">
                  <c:v>0</c:v>
                </c:pt>
                <c:pt idx="69243">
                  <c:v>0</c:v>
                </c:pt>
                <c:pt idx="69244">
                  <c:v>0</c:v>
                </c:pt>
                <c:pt idx="69245">
                  <c:v>0</c:v>
                </c:pt>
                <c:pt idx="69246">
                  <c:v>0</c:v>
                </c:pt>
                <c:pt idx="69247">
                  <c:v>0</c:v>
                </c:pt>
                <c:pt idx="69248">
                  <c:v>0</c:v>
                </c:pt>
                <c:pt idx="69249">
                  <c:v>0</c:v>
                </c:pt>
                <c:pt idx="69250">
                  <c:v>0</c:v>
                </c:pt>
                <c:pt idx="69251">
                  <c:v>0</c:v>
                </c:pt>
                <c:pt idx="69252">
                  <c:v>0</c:v>
                </c:pt>
                <c:pt idx="69253">
                  <c:v>0</c:v>
                </c:pt>
                <c:pt idx="69254">
                  <c:v>0</c:v>
                </c:pt>
                <c:pt idx="69255">
                  <c:v>0</c:v>
                </c:pt>
                <c:pt idx="69256">
                  <c:v>0</c:v>
                </c:pt>
                <c:pt idx="69257">
                  <c:v>0</c:v>
                </c:pt>
                <c:pt idx="69258">
                  <c:v>0</c:v>
                </c:pt>
                <c:pt idx="69259">
                  <c:v>0</c:v>
                </c:pt>
                <c:pt idx="69260">
                  <c:v>0</c:v>
                </c:pt>
                <c:pt idx="69261">
                  <c:v>0</c:v>
                </c:pt>
                <c:pt idx="69262">
                  <c:v>0</c:v>
                </c:pt>
                <c:pt idx="69263">
                  <c:v>0</c:v>
                </c:pt>
                <c:pt idx="69264">
                  <c:v>0</c:v>
                </c:pt>
                <c:pt idx="69265">
                  <c:v>0</c:v>
                </c:pt>
                <c:pt idx="69266">
                  <c:v>0</c:v>
                </c:pt>
                <c:pt idx="69267">
                  <c:v>0</c:v>
                </c:pt>
                <c:pt idx="69268">
                  <c:v>0</c:v>
                </c:pt>
                <c:pt idx="69269">
                  <c:v>0</c:v>
                </c:pt>
                <c:pt idx="69270">
                  <c:v>0</c:v>
                </c:pt>
                <c:pt idx="69271">
                  <c:v>0</c:v>
                </c:pt>
                <c:pt idx="69272">
                  <c:v>0</c:v>
                </c:pt>
                <c:pt idx="69273">
                  <c:v>0</c:v>
                </c:pt>
                <c:pt idx="69274">
                  <c:v>0</c:v>
                </c:pt>
                <c:pt idx="69275">
                  <c:v>0</c:v>
                </c:pt>
                <c:pt idx="69276">
                  <c:v>0</c:v>
                </c:pt>
                <c:pt idx="69277">
                  <c:v>0</c:v>
                </c:pt>
                <c:pt idx="69278">
                  <c:v>0</c:v>
                </c:pt>
                <c:pt idx="69279">
                  <c:v>0</c:v>
                </c:pt>
                <c:pt idx="69280">
                  <c:v>0</c:v>
                </c:pt>
                <c:pt idx="69281">
                  <c:v>0</c:v>
                </c:pt>
                <c:pt idx="69282">
                  <c:v>0</c:v>
                </c:pt>
                <c:pt idx="69283">
                  <c:v>0</c:v>
                </c:pt>
                <c:pt idx="69284">
                  <c:v>0</c:v>
                </c:pt>
                <c:pt idx="69285">
                  <c:v>0</c:v>
                </c:pt>
                <c:pt idx="69286">
                  <c:v>0</c:v>
                </c:pt>
                <c:pt idx="69287">
                  <c:v>0</c:v>
                </c:pt>
                <c:pt idx="69288">
                  <c:v>0</c:v>
                </c:pt>
                <c:pt idx="69289">
                  <c:v>0</c:v>
                </c:pt>
                <c:pt idx="69290">
                  <c:v>0</c:v>
                </c:pt>
                <c:pt idx="69291">
                  <c:v>0</c:v>
                </c:pt>
                <c:pt idx="69292">
                  <c:v>0</c:v>
                </c:pt>
                <c:pt idx="69293">
                  <c:v>0</c:v>
                </c:pt>
                <c:pt idx="69294">
                  <c:v>0</c:v>
                </c:pt>
                <c:pt idx="69295">
                  <c:v>0</c:v>
                </c:pt>
                <c:pt idx="69296">
                  <c:v>0</c:v>
                </c:pt>
                <c:pt idx="69297">
                  <c:v>0</c:v>
                </c:pt>
                <c:pt idx="69298">
                  <c:v>0</c:v>
                </c:pt>
                <c:pt idx="69299">
                  <c:v>0</c:v>
                </c:pt>
                <c:pt idx="69300">
                  <c:v>0</c:v>
                </c:pt>
                <c:pt idx="69301">
                  <c:v>0</c:v>
                </c:pt>
                <c:pt idx="69302">
                  <c:v>0</c:v>
                </c:pt>
                <c:pt idx="69303">
                  <c:v>0</c:v>
                </c:pt>
                <c:pt idx="69304">
                  <c:v>0</c:v>
                </c:pt>
                <c:pt idx="69305">
                  <c:v>0</c:v>
                </c:pt>
                <c:pt idx="69306">
                  <c:v>0</c:v>
                </c:pt>
                <c:pt idx="69307">
                  <c:v>0</c:v>
                </c:pt>
                <c:pt idx="69308">
                  <c:v>0</c:v>
                </c:pt>
                <c:pt idx="69309">
                  <c:v>0</c:v>
                </c:pt>
                <c:pt idx="69310">
                  <c:v>0</c:v>
                </c:pt>
                <c:pt idx="69311">
                  <c:v>0</c:v>
                </c:pt>
                <c:pt idx="69312">
                  <c:v>0</c:v>
                </c:pt>
                <c:pt idx="69313">
                  <c:v>0</c:v>
                </c:pt>
                <c:pt idx="69314">
                  <c:v>0</c:v>
                </c:pt>
                <c:pt idx="69315">
                  <c:v>0</c:v>
                </c:pt>
                <c:pt idx="69316">
                  <c:v>0</c:v>
                </c:pt>
                <c:pt idx="69317">
                  <c:v>0</c:v>
                </c:pt>
                <c:pt idx="69318">
                  <c:v>0</c:v>
                </c:pt>
                <c:pt idx="69319">
                  <c:v>0</c:v>
                </c:pt>
                <c:pt idx="69320">
                  <c:v>0</c:v>
                </c:pt>
                <c:pt idx="69321">
                  <c:v>0</c:v>
                </c:pt>
                <c:pt idx="69322">
                  <c:v>0</c:v>
                </c:pt>
                <c:pt idx="69323">
                  <c:v>0</c:v>
                </c:pt>
                <c:pt idx="69324">
                  <c:v>0</c:v>
                </c:pt>
                <c:pt idx="69325">
                  <c:v>0</c:v>
                </c:pt>
                <c:pt idx="69326">
                  <c:v>0</c:v>
                </c:pt>
                <c:pt idx="69327">
                  <c:v>0</c:v>
                </c:pt>
                <c:pt idx="69328">
                  <c:v>0</c:v>
                </c:pt>
                <c:pt idx="69329">
                  <c:v>0</c:v>
                </c:pt>
                <c:pt idx="69330">
                  <c:v>0</c:v>
                </c:pt>
                <c:pt idx="69331">
                  <c:v>0</c:v>
                </c:pt>
                <c:pt idx="69332">
                  <c:v>0</c:v>
                </c:pt>
                <c:pt idx="69333">
                  <c:v>0</c:v>
                </c:pt>
                <c:pt idx="69334">
                  <c:v>0</c:v>
                </c:pt>
                <c:pt idx="69335">
                  <c:v>0</c:v>
                </c:pt>
                <c:pt idx="69336">
                  <c:v>0</c:v>
                </c:pt>
                <c:pt idx="69337">
                  <c:v>0</c:v>
                </c:pt>
                <c:pt idx="69338">
                  <c:v>0</c:v>
                </c:pt>
                <c:pt idx="69339">
                  <c:v>0</c:v>
                </c:pt>
                <c:pt idx="69340">
                  <c:v>0</c:v>
                </c:pt>
                <c:pt idx="69341">
                  <c:v>0</c:v>
                </c:pt>
                <c:pt idx="69342">
                  <c:v>0</c:v>
                </c:pt>
                <c:pt idx="69343">
                  <c:v>0</c:v>
                </c:pt>
                <c:pt idx="69344">
                  <c:v>0</c:v>
                </c:pt>
                <c:pt idx="69345">
                  <c:v>0</c:v>
                </c:pt>
                <c:pt idx="69346">
                  <c:v>0</c:v>
                </c:pt>
                <c:pt idx="69347">
                  <c:v>0</c:v>
                </c:pt>
                <c:pt idx="69348">
                  <c:v>0</c:v>
                </c:pt>
                <c:pt idx="69349">
                  <c:v>0</c:v>
                </c:pt>
                <c:pt idx="69350">
                  <c:v>0</c:v>
                </c:pt>
                <c:pt idx="69351">
                  <c:v>0</c:v>
                </c:pt>
                <c:pt idx="69352">
                  <c:v>0</c:v>
                </c:pt>
                <c:pt idx="69353">
                  <c:v>0</c:v>
                </c:pt>
                <c:pt idx="69354">
                  <c:v>0</c:v>
                </c:pt>
                <c:pt idx="69355">
                  <c:v>0</c:v>
                </c:pt>
                <c:pt idx="69356">
                  <c:v>0</c:v>
                </c:pt>
                <c:pt idx="69357">
                  <c:v>0</c:v>
                </c:pt>
                <c:pt idx="69358">
                  <c:v>0</c:v>
                </c:pt>
                <c:pt idx="69359">
                  <c:v>0</c:v>
                </c:pt>
                <c:pt idx="69360">
                  <c:v>0</c:v>
                </c:pt>
                <c:pt idx="69361">
                  <c:v>0</c:v>
                </c:pt>
                <c:pt idx="69362">
                  <c:v>0</c:v>
                </c:pt>
                <c:pt idx="69363">
                  <c:v>0</c:v>
                </c:pt>
                <c:pt idx="69364">
                  <c:v>0</c:v>
                </c:pt>
                <c:pt idx="69365">
                  <c:v>0</c:v>
                </c:pt>
                <c:pt idx="69366">
                  <c:v>0</c:v>
                </c:pt>
                <c:pt idx="69367">
                  <c:v>0</c:v>
                </c:pt>
                <c:pt idx="69368">
                  <c:v>0</c:v>
                </c:pt>
                <c:pt idx="69369">
                  <c:v>0</c:v>
                </c:pt>
                <c:pt idx="69370">
                  <c:v>0</c:v>
                </c:pt>
                <c:pt idx="69371">
                  <c:v>0</c:v>
                </c:pt>
                <c:pt idx="69372">
                  <c:v>0</c:v>
                </c:pt>
                <c:pt idx="69373">
                  <c:v>0</c:v>
                </c:pt>
                <c:pt idx="69374">
                  <c:v>0</c:v>
                </c:pt>
                <c:pt idx="69375">
                  <c:v>0</c:v>
                </c:pt>
                <c:pt idx="69376">
                  <c:v>0</c:v>
                </c:pt>
                <c:pt idx="69377">
                  <c:v>0</c:v>
                </c:pt>
                <c:pt idx="69378">
                  <c:v>0</c:v>
                </c:pt>
                <c:pt idx="69379">
                  <c:v>0</c:v>
                </c:pt>
                <c:pt idx="69380">
                  <c:v>0</c:v>
                </c:pt>
                <c:pt idx="69381">
                  <c:v>0</c:v>
                </c:pt>
                <c:pt idx="69382">
                  <c:v>0</c:v>
                </c:pt>
                <c:pt idx="69383">
                  <c:v>0</c:v>
                </c:pt>
                <c:pt idx="69384">
                  <c:v>0</c:v>
                </c:pt>
                <c:pt idx="69385">
                  <c:v>0</c:v>
                </c:pt>
                <c:pt idx="69386">
                  <c:v>0</c:v>
                </c:pt>
                <c:pt idx="69387">
                  <c:v>0</c:v>
                </c:pt>
                <c:pt idx="69388">
                  <c:v>0</c:v>
                </c:pt>
                <c:pt idx="69389">
                  <c:v>0</c:v>
                </c:pt>
                <c:pt idx="69390">
                  <c:v>0</c:v>
                </c:pt>
                <c:pt idx="69391">
                  <c:v>0</c:v>
                </c:pt>
                <c:pt idx="69392">
                  <c:v>0</c:v>
                </c:pt>
                <c:pt idx="69393">
                  <c:v>0</c:v>
                </c:pt>
                <c:pt idx="69394">
                  <c:v>0</c:v>
                </c:pt>
                <c:pt idx="69395">
                  <c:v>0</c:v>
                </c:pt>
                <c:pt idx="69396">
                  <c:v>0</c:v>
                </c:pt>
                <c:pt idx="69397">
                  <c:v>0</c:v>
                </c:pt>
                <c:pt idx="69398">
                  <c:v>0</c:v>
                </c:pt>
                <c:pt idx="69399">
                  <c:v>0</c:v>
                </c:pt>
                <c:pt idx="69400">
                  <c:v>0</c:v>
                </c:pt>
                <c:pt idx="69401">
                  <c:v>0</c:v>
                </c:pt>
                <c:pt idx="69402">
                  <c:v>0</c:v>
                </c:pt>
                <c:pt idx="69403">
                  <c:v>0</c:v>
                </c:pt>
                <c:pt idx="69404">
                  <c:v>0</c:v>
                </c:pt>
                <c:pt idx="69405">
                  <c:v>0</c:v>
                </c:pt>
                <c:pt idx="69406">
                  <c:v>0</c:v>
                </c:pt>
                <c:pt idx="69407">
                  <c:v>0</c:v>
                </c:pt>
                <c:pt idx="69408">
                  <c:v>0</c:v>
                </c:pt>
                <c:pt idx="69409">
                  <c:v>0</c:v>
                </c:pt>
                <c:pt idx="69410">
                  <c:v>0</c:v>
                </c:pt>
                <c:pt idx="69411">
                  <c:v>0</c:v>
                </c:pt>
                <c:pt idx="69412">
                  <c:v>0</c:v>
                </c:pt>
                <c:pt idx="69413">
                  <c:v>0</c:v>
                </c:pt>
                <c:pt idx="69414">
                  <c:v>0</c:v>
                </c:pt>
                <c:pt idx="69415">
                  <c:v>0</c:v>
                </c:pt>
                <c:pt idx="69416">
                  <c:v>0</c:v>
                </c:pt>
                <c:pt idx="69417">
                  <c:v>0</c:v>
                </c:pt>
                <c:pt idx="69418">
                  <c:v>0</c:v>
                </c:pt>
                <c:pt idx="69419">
                  <c:v>0</c:v>
                </c:pt>
                <c:pt idx="69420">
                  <c:v>0</c:v>
                </c:pt>
                <c:pt idx="69421">
                  <c:v>0</c:v>
                </c:pt>
                <c:pt idx="69422">
                  <c:v>0</c:v>
                </c:pt>
                <c:pt idx="69423">
                  <c:v>0</c:v>
                </c:pt>
                <c:pt idx="69424">
                  <c:v>0</c:v>
                </c:pt>
                <c:pt idx="69425">
                  <c:v>0</c:v>
                </c:pt>
                <c:pt idx="69426">
                  <c:v>0</c:v>
                </c:pt>
                <c:pt idx="69427">
                  <c:v>0</c:v>
                </c:pt>
                <c:pt idx="69428">
                  <c:v>0</c:v>
                </c:pt>
                <c:pt idx="69429">
                  <c:v>0</c:v>
                </c:pt>
                <c:pt idx="69430">
                  <c:v>0</c:v>
                </c:pt>
                <c:pt idx="69431">
                  <c:v>0</c:v>
                </c:pt>
                <c:pt idx="69432">
                  <c:v>0</c:v>
                </c:pt>
                <c:pt idx="69433">
                  <c:v>0</c:v>
                </c:pt>
                <c:pt idx="69434">
                  <c:v>0</c:v>
                </c:pt>
                <c:pt idx="69435">
                  <c:v>0</c:v>
                </c:pt>
                <c:pt idx="69436">
                  <c:v>0</c:v>
                </c:pt>
                <c:pt idx="69437">
                  <c:v>0</c:v>
                </c:pt>
                <c:pt idx="69438">
                  <c:v>0</c:v>
                </c:pt>
                <c:pt idx="69439">
                  <c:v>0</c:v>
                </c:pt>
                <c:pt idx="69440">
                  <c:v>0</c:v>
                </c:pt>
                <c:pt idx="69441">
                  <c:v>0</c:v>
                </c:pt>
                <c:pt idx="69442">
                  <c:v>0</c:v>
                </c:pt>
                <c:pt idx="69443">
                  <c:v>0</c:v>
                </c:pt>
                <c:pt idx="69444">
                  <c:v>0</c:v>
                </c:pt>
                <c:pt idx="69445">
                  <c:v>0</c:v>
                </c:pt>
                <c:pt idx="69446">
                  <c:v>0</c:v>
                </c:pt>
                <c:pt idx="69447">
                  <c:v>0</c:v>
                </c:pt>
                <c:pt idx="69448">
                  <c:v>0</c:v>
                </c:pt>
                <c:pt idx="69449">
                  <c:v>0</c:v>
                </c:pt>
                <c:pt idx="69450">
                  <c:v>0</c:v>
                </c:pt>
                <c:pt idx="69451">
                  <c:v>0</c:v>
                </c:pt>
                <c:pt idx="69452">
                  <c:v>0</c:v>
                </c:pt>
                <c:pt idx="69453">
                  <c:v>0</c:v>
                </c:pt>
                <c:pt idx="69454">
                  <c:v>0</c:v>
                </c:pt>
                <c:pt idx="69455">
                  <c:v>0</c:v>
                </c:pt>
                <c:pt idx="69456">
                  <c:v>0</c:v>
                </c:pt>
                <c:pt idx="69457">
                  <c:v>0</c:v>
                </c:pt>
                <c:pt idx="69458">
                  <c:v>0</c:v>
                </c:pt>
                <c:pt idx="69459">
                  <c:v>0</c:v>
                </c:pt>
                <c:pt idx="69460">
                  <c:v>0</c:v>
                </c:pt>
                <c:pt idx="69461">
                  <c:v>0</c:v>
                </c:pt>
                <c:pt idx="69462">
                  <c:v>0</c:v>
                </c:pt>
                <c:pt idx="69463">
                  <c:v>0</c:v>
                </c:pt>
                <c:pt idx="69464">
                  <c:v>0</c:v>
                </c:pt>
                <c:pt idx="69465">
                  <c:v>0</c:v>
                </c:pt>
                <c:pt idx="69466">
                  <c:v>0</c:v>
                </c:pt>
                <c:pt idx="69467">
                  <c:v>0</c:v>
                </c:pt>
                <c:pt idx="69468">
                  <c:v>0</c:v>
                </c:pt>
                <c:pt idx="69469">
                  <c:v>0</c:v>
                </c:pt>
                <c:pt idx="69470">
                  <c:v>0</c:v>
                </c:pt>
                <c:pt idx="69471">
                  <c:v>0</c:v>
                </c:pt>
                <c:pt idx="69472">
                  <c:v>0</c:v>
                </c:pt>
                <c:pt idx="69473">
                  <c:v>0</c:v>
                </c:pt>
                <c:pt idx="69474">
                  <c:v>0</c:v>
                </c:pt>
                <c:pt idx="69475">
                  <c:v>0</c:v>
                </c:pt>
                <c:pt idx="69476">
                  <c:v>0</c:v>
                </c:pt>
                <c:pt idx="69477">
                  <c:v>0</c:v>
                </c:pt>
                <c:pt idx="69478">
                  <c:v>0</c:v>
                </c:pt>
                <c:pt idx="69479">
                  <c:v>0</c:v>
                </c:pt>
                <c:pt idx="69480">
                  <c:v>0</c:v>
                </c:pt>
                <c:pt idx="69481">
                  <c:v>0</c:v>
                </c:pt>
                <c:pt idx="69482">
                  <c:v>0</c:v>
                </c:pt>
                <c:pt idx="69483">
                  <c:v>0</c:v>
                </c:pt>
                <c:pt idx="69484">
                  <c:v>0</c:v>
                </c:pt>
                <c:pt idx="69485">
                  <c:v>0</c:v>
                </c:pt>
                <c:pt idx="69486">
                  <c:v>0</c:v>
                </c:pt>
                <c:pt idx="69487">
                  <c:v>0</c:v>
                </c:pt>
                <c:pt idx="69488">
                  <c:v>0</c:v>
                </c:pt>
                <c:pt idx="69489">
                  <c:v>0</c:v>
                </c:pt>
                <c:pt idx="69490">
                  <c:v>0</c:v>
                </c:pt>
                <c:pt idx="69491">
                  <c:v>0</c:v>
                </c:pt>
                <c:pt idx="69492">
                  <c:v>0</c:v>
                </c:pt>
                <c:pt idx="69493">
                  <c:v>0</c:v>
                </c:pt>
                <c:pt idx="69494">
                  <c:v>0</c:v>
                </c:pt>
                <c:pt idx="69495">
                  <c:v>0</c:v>
                </c:pt>
                <c:pt idx="69496">
                  <c:v>0</c:v>
                </c:pt>
                <c:pt idx="69497">
                  <c:v>0</c:v>
                </c:pt>
                <c:pt idx="69498">
                  <c:v>0</c:v>
                </c:pt>
                <c:pt idx="69499">
                  <c:v>0</c:v>
                </c:pt>
                <c:pt idx="69500">
                  <c:v>0</c:v>
                </c:pt>
                <c:pt idx="69501">
                  <c:v>0</c:v>
                </c:pt>
                <c:pt idx="69502">
                  <c:v>0</c:v>
                </c:pt>
                <c:pt idx="69503">
                  <c:v>0</c:v>
                </c:pt>
                <c:pt idx="69504">
                  <c:v>0</c:v>
                </c:pt>
                <c:pt idx="69505">
                  <c:v>0</c:v>
                </c:pt>
                <c:pt idx="69506">
                  <c:v>0</c:v>
                </c:pt>
                <c:pt idx="69507">
                  <c:v>0</c:v>
                </c:pt>
                <c:pt idx="69508">
                  <c:v>0</c:v>
                </c:pt>
                <c:pt idx="69509">
                  <c:v>0</c:v>
                </c:pt>
                <c:pt idx="69510">
                  <c:v>0</c:v>
                </c:pt>
                <c:pt idx="69511">
                  <c:v>0</c:v>
                </c:pt>
                <c:pt idx="69512">
                  <c:v>0</c:v>
                </c:pt>
                <c:pt idx="69513">
                  <c:v>0</c:v>
                </c:pt>
                <c:pt idx="69514">
                  <c:v>0</c:v>
                </c:pt>
                <c:pt idx="69515">
                  <c:v>0</c:v>
                </c:pt>
                <c:pt idx="69516">
                  <c:v>0</c:v>
                </c:pt>
                <c:pt idx="69517">
                  <c:v>0</c:v>
                </c:pt>
                <c:pt idx="69518">
                  <c:v>0</c:v>
                </c:pt>
                <c:pt idx="69519">
                  <c:v>0</c:v>
                </c:pt>
                <c:pt idx="69520">
                  <c:v>0</c:v>
                </c:pt>
                <c:pt idx="69521">
                  <c:v>0</c:v>
                </c:pt>
                <c:pt idx="69522">
                  <c:v>0</c:v>
                </c:pt>
                <c:pt idx="69523">
                  <c:v>0</c:v>
                </c:pt>
                <c:pt idx="69524">
                  <c:v>0</c:v>
                </c:pt>
                <c:pt idx="69525">
                  <c:v>0</c:v>
                </c:pt>
                <c:pt idx="69526">
                  <c:v>0</c:v>
                </c:pt>
                <c:pt idx="69527">
                  <c:v>0</c:v>
                </c:pt>
                <c:pt idx="69528">
                  <c:v>0</c:v>
                </c:pt>
                <c:pt idx="69529">
                  <c:v>0</c:v>
                </c:pt>
                <c:pt idx="69530">
                  <c:v>0</c:v>
                </c:pt>
                <c:pt idx="69531">
                  <c:v>0</c:v>
                </c:pt>
                <c:pt idx="69532">
                  <c:v>0</c:v>
                </c:pt>
                <c:pt idx="69533">
                  <c:v>0</c:v>
                </c:pt>
                <c:pt idx="69534">
                  <c:v>0</c:v>
                </c:pt>
                <c:pt idx="69535">
                  <c:v>0</c:v>
                </c:pt>
                <c:pt idx="69536">
                  <c:v>0</c:v>
                </c:pt>
                <c:pt idx="69537">
                  <c:v>0</c:v>
                </c:pt>
                <c:pt idx="69538">
                  <c:v>0</c:v>
                </c:pt>
                <c:pt idx="69539">
                  <c:v>0</c:v>
                </c:pt>
                <c:pt idx="69540">
                  <c:v>0</c:v>
                </c:pt>
                <c:pt idx="69541">
                  <c:v>0</c:v>
                </c:pt>
                <c:pt idx="69542">
                  <c:v>0</c:v>
                </c:pt>
                <c:pt idx="69543">
                  <c:v>0</c:v>
                </c:pt>
                <c:pt idx="69544">
                  <c:v>0</c:v>
                </c:pt>
                <c:pt idx="69545">
                  <c:v>0</c:v>
                </c:pt>
                <c:pt idx="69546">
                  <c:v>0</c:v>
                </c:pt>
                <c:pt idx="69547">
                  <c:v>0</c:v>
                </c:pt>
                <c:pt idx="69548">
                  <c:v>0</c:v>
                </c:pt>
                <c:pt idx="69549">
                  <c:v>0</c:v>
                </c:pt>
                <c:pt idx="69550">
                  <c:v>0</c:v>
                </c:pt>
                <c:pt idx="69551">
                  <c:v>0</c:v>
                </c:pt>
                <c:pt idx="69552">
                  <c:v>0</c:v>
                </c:pt>
                <c:pt idx="69553">
                  <c:v>0</c:v>
                </c:pt>
                <c:pt idx="69554">
                  <c:v>0</c:v>
                </c:pt>
                <c:pt idx="69555">
                  <c:v>0</c:v>
                </c:pt>
                <c:pt idx="69556">
                  <c:v>0</c:v>
                </c:pt>
                <c:pt idx="69557">
                  <c:v>0</c:v>
                </c:pt>
                <c:pt idx="69558">
                  <c:v>0</c:v>
                </c:pt>
                <c:pt idx="69559">
                  <c:v>0</c:v>
                </c:pt>
                <c:pt idx="69560">
                  <c:v>0</c:v>
                </c:pt>
                <c:pt idx="69561">
                  <c:v>0</c:v>
                </c:pt>
                <c:pt idx="69562">
                  <c:v>0</c:v>
                </c:pt>
                <c:pt idx="69563">
                  <c:v>0</c:v>
                </c:pt>
                <c:pt idx="69564">
                  <c:v>0</c:v>
                </c:pt>
                <c:pt idx="69565">
                  <c:v>0</c:v>
                </c:pt>
                <c:pt idx="69566">
                  <c:v>0</c:v>
                </c:pt>
                <c:pt idx="69567">
                  <c:v>0</c:v>
                </c:pt>
                <c:pt idx="69568">
                  <c:v>0</c:v>
                </c:pt>
                <c:pt idx="69569">
                  <c:v>0</c:v>
                </c:pt>
                <c:pt idx="69570">
                  <c:v>0</c:v>
                </c:pt>
                <c:pt idx="69571">
                  <c:v>0</c:v>
                </c:pt>
                <c:pt idx="69572">
                  <c:v>0</c:v>
                </c:pt>
                <c:pt idx="69573">
                  <c:v>0</c:v>
                </c:pt>
                <c:pt idx="69574">
                  <c:v>0</c:v>
                </c:pt>
                <c:pt idx="69575">
                  <c:v>0</c:v>
                </c:pt>
                <c:pt idx="69576">
                  <c:v>0</c:v>
                </c:pt>
                <c:pt idx="69577">
                  <c:v>0</c:v>
                </c:pt>
                <c:pt idx="69578">
                  <c:v>0</c:v>
                </c:pt>
                <c:pt idx="69579">
                  <c:v>0</c:v>
                </c:pt>
                <c:pt idx="69580">
                  <c:v>0</c:v>
                </c:pt>
                <c:pt idx="69581">
                  <c:v>0</c:v>
                </c:pt>
                <c:pt idx="69582">
                  <c:v>0</c:v>
                </c:pt>
                <c:pt idx="69583">
                  <c:v>0</c:v>
                </c:pt>
                <c:pt idx="69584">
                  <c:v>0</c:v>
                </c:pt>
                <c:pt idx="69585">
                  <c:v>0</c:v>
                </c:pt>
                <c:pt idx="69586">
                  <c:v>0</c:v>
                </c:pt>
                <c:pt idx="69587">
                  <c:v>0</c:v>
                </c:pt>
                <c:pt idx="69588">
                  <c:v>0</c:v>
                </c:pt>
                <c:pt idx="69589">
                  <c:v>0</c:v>
                </c:pt>
                <c:pt idx="69590">
                  <c:v>0</c:v>
                </c:pt>
                <c:pt idx="69591">
                  <c:v>0</c:v>
                </c:pt>
                <c:pt idx="69592">
                  <c:v>0</c:v>
                </c:pt>
                <c:pt idx="69593">
                  <c:v>0</c:v>
                </c:pt>
                <c:pt idx="69594">
                  <c:v>0</c:v>
                </c:pt>
                <c:pt idx="69595">
                  <c:v>0</c:v>
                </c:pt>
                <c:pt idx="69596">
                  <c:v>0</c:v>
                </c:pt>
                <c:pt idx="69597">
                  <c:v>0</c:v>
                </c:pt>
                <c:pt idx="69598">
                  <c:v>0</c:v>
                </c:pt>
                <c:pt idx="69599">
                  <c:v>0</c:v>
                </c:pt>
                <c:pt idx="69600">
                  <c:v>0</c:v>
                </c:pt>
                <c:pt idx="69601">
                  <c:v>0</c:v>
                </c:pt>
                <c:pt idx="69602">
                  <c:v>0</c:v>
                </c:pt>
                <c:pt idx="69603">
                  <c:v>0</c:v>
                </c:pt>
                <c:pt idx="69604">
                  <c:v>0</c:v>
                </c:pt>
                <c:pt idx="69605">
                  <c:v>0</c:v>
                </c:pt>
                <c:pt idx="69606">
                  <c:v>0</c:v>
                </c:pt>
                <c:pt idx="69607">
                  <c:v>0</c:v>
                </c:pt>
                <c:pt idx="69608">
                  <c:v>0</c:v>
                </c:pt>
                <c:pt idx="69609">
                  <c:v>0</c:v>
                </c:pt>
                <c:pt idx="69610">
                  <c:v>0</c:v>
                </c:pt>
                <c:pt idx="69611">
                  <c:v>0</c:v>
                </c:pt>
                <c:pt idx="69612">
                  <c:v>0</c:v>
                </c:pt>
                <c:pt idx="69613">
                  <c:v>0</c:v>
                </c:pt>
                <c:pt idx="69614">
                  <c:v>0</c:v>
                </c:pt>
                <c:pt idx="69615">
                  <c:v>0</c:v>
                </c:pt>
                <c:pt idx="69616">
                  <c:v>0</c:v>
                </c:pt>
                <c:pt idx="69617">
                  <c:v>0</c:v>
                </c:pt>
                <c:pt idx="69618">
                  <c:v>0</c:v>
                </c:pt>
                <c:pt idx="69619">
                  <c:v>0</c:v>
                </c:pt>
                <c:pt idx="69620">
                  <c:v>0</c:v>
                </c:pt>
                <c:pt idx="69621">
                  <c:v>0</c:v>
                </c:pt>
                <c:pt idx="69622">
                  <c:v>0</c:v>
                </c:pt>
                <c:pt idx="69623">
                  <c:v>0</c:v>
                </c:pt>
                <c:pt idx="69624">
                  <c:v>0</c:v>
                </c:pt>
                <c:pt idx="69625">
                  <c:v>0</c:v>
                </c:pt>
                <c:pt idx="69626">
                  <c:v>0</c:v>
                </c:pt>
                <c:pt idx="69627">
                  <c:v>0</c:v>
                </c:pt>
                <c:pt idx="69628">
                  <c:v>0</c:v>
                </c:pt>
                <c:pt idx="69629">
                  <c:v>0</c:v>
                </c:pt>
                <c:pt idx="69630">
                  <c:v>0</c:v>
                </c:pt>
                <c:pt idx="69631">
                  <c:v>0</c:v>
                </c:pt>
                <c:pt idx="69632">
                  <c:v>0</c:v>
                </c:pt>
                <c:pt idx="69633">
                  <c:v>0</c:v>
                </c:pt>
                <c:pt idx="69634">
                  <c:v>0</c:v>
                </c:pt>
                <c:pt idx="69635">
                  <c:v>0</c:v>
                </c:pt>
                <c:pt idx="69636">
                  <c:v>0</c:v>
                </c:pt>
                <c:pt idx="69637">
                  <c:v>0</c:v>
                </c:pt>
                <c:pt idx="69638">
                  <c:v>0</c:v>
                </c:pt>
                <c:pt idx="69639">
                  <c:v>0</c:v>
                </c:pt>
                <c:pt idx="69640">
                  <c:v>0</c:v>
                </c:pt>
                <c:pt idx="69641">
                  <c:v>0</c:v>
                </c:pt>
                <c:pt idx="69642">
                  <c:v>0</c:v>
                </c:pt>
                <c:pt idx="69643">
                  <c:v>0</c:v>
                </c:pt>
                <c:pt idx="69644">
                  <c:v>0</c:v>
                </c:pt>
                <c:pt idx="69645">
                  <c:v>0</c:v>
                </c:pt>
                <c:pt idx="69646">
                  <c:v>0</c:v>
                </c:pt>
                <c:pt idx="69647">
                  <c:v>0</c:v>
                </c:pt>
                <c:pt idx="69648">
                  <c:v>0</c:v>
                </c:pt>
                <c:pt idx="69649">
                  <c:v>0</c:v>
                </c:pt>
                <c:pt idx="69650">
                  <c:v>0</c:v>
                </c:pt>
                <c:pt idx="69651">
                  <c:v>0</c:v>
                </c:pt>
                <c:pt idx="69652">
                  <c:v>0</c:v>
                </c:pt>
                <c:pt idx="69653">
                  <c:v>0</c:v>
                </c:pt>
                <c:pt idx="69654">
                  <c:v>0</c:v>
                </c:pt>
                <c:pt idx="69655">
                  <c:v>0</c:v>
                </c:pt>
                <c:pt idx="69656">
                  <c:v>0</c:v>
                </c:pt>
                <c:pt idx="69657">
                  <c:v>0</c:v>
                </c:pt>
                <c:pt idx="69658">
                  <c:v>0</c:v>
                </c:pt>
                <c:pt idx="69659">
                  <c:v>0</c:v>
                </c:pt>
                <c:pt idx="69660">
                  <c:v>0</c:v>
                </c:pt>
                <c:pt idx="69661">
                  <c:v>0</c:v>
                </c:pt>
                <c:pt idx="69662">
                  <c:v>0</c:v>
                </c:pt>
                <c:pt idx="69663">
                  <c:v>0</c:v>
                </c:pt>
                <c:pt idx="69664">
                  <c:v>0</c:v>
                </c:pt>
                <c:pt idx="69665">
                  <c:v>0</c:v>
                </c:pt>
                <c:pt idx="69666">
                  <c:v>0</c:v>
                </c:pt>
                <c:pt idx="69667">
                  <c:v>0</c:v>
                </c:pt>
                <c:pt idx="69668">
                  <c:v>0</c:v>
                </c:pt>
                <c:pt idx="69669">
                  <c:v>0</c:v>
                </c:pt>
                <c:pt idx="69670">
                  <c:v>0</c:v>
                </c:pt>
                <c:pt idx="69671">
                  <c:v>0</c:v>
                </c:pt>
                <c:pt idx="69672">
                  <c:v>0</c:v>
                </c:pt>
                <c:pt idx="69673">
                  <c:v>0</c:v>
                </c:pt>
                <c:pt idx="69674">
                  <c:v>0</c:v>
                </c:pt>
                <c:pt idx="69675">
                  <c:v>0</c:v>
                </c:pt>
                <c:pt idx="69676">
                  <c:v>0</c:v>
                </c:pt>
                <c:pt idx="69677">
                  <c:v>0</c:v>
                </c:pt>
                <c:pt idx="69678">
                  <c:v>0</c:v>
                </c:pt>
                <c:pt idx="69679">
                  <c:v>0</c:v>
                </c:pt>
                <c:pt idx="69680">
                  <c:v>0</c:v>
                </c:pt>
                <c:pt idx="69681">
                  <c:v>0</c:v>
                </c:pt>
                <c:pt idx="69682">
                  <c:v>0</c:v>
                </c:pt>
                <c:pt idx="69683">
                  <c:v>0</c:v>
                </c:pt>
                <c:pt idx="69684">
                  <c:v>0</c:v>
                </c:pt>
                <c:pt idx="69685">
                  <c:v>0</c:v>
                </c:pt>
                <c:pt idx="69686">
                  <c:v>0</c:v>
                </c:pt>
                <c:pt idx="69687">
                  <c:v>0</c:v>
                </c:pt>
                <c:pt idx="69688">
                  <c:v>0</c:v>
                </c:pt>
                <c:pt idx="69689">
                  <c:v>0</c:v>
                </c:pt>
                <c:pt idx="69690">
                  <c:v>0</c:v>
                </c:pt>
                <c:pt idx="69691">
                  <c:v>0</c:v>
                </c:pt>
                <c:pt idx="69692">
                  <c:v>0</c:v>
                </c:pt>
                <c:pt idx="69693">
                  <c:v>0</c:v>
                </c:pt>
                <c:pt idx="69694">
                  <c:v>0</c:v>
                </c:pt>
                <c:pt idx="69695">
                  <c:v>0</c:v>
                </c:pt>
                <c:pt idx="69696">
                  <c:v>0</c:v>
                </c:pt>
                <c:pt idx="69697">
                  <c:v>0</c:v>
                </c:pt>
                <c:pt idx="69698">
                  <c:v>0</c:v>
                </c:pt>
                <c:pt idx="69699">
                  <c:v>0</c:v>
                </c:pt>
                <c:pt idx="69700">
                  <c:v>0</c:v>
                </c:pt>
                <c:pt idx="69701">
                  <c:v>0</c:v>
                </c:pt>
                <c:pt idx="69702">
                  <c:v>0</c:v>
                </c:pt>
                <c:pt idx="69703">
                  <c:v>0</c:v>
                </c:pt>
                <c:pt idx="69704">
                  <c:v>0</c:v>
                </c:pt>
                <c:pt idx="69705">
                  <c:v>0</c:v>
                </c:pt>
                <c:pt idx="69706">
                  <c:v>0</c:v>
                </c:pt>
                <c:pt idx="69707">
                  <c:v>0</c:v>
                </c:pt>
                <c:pt idx="69708">
                  <c:v>0</c:v>
                </c:pt>
                <c:pt idx="69709">
                  <c:v>0</c:v>
                </c:pt>
                <c:pt idx="69710">
                  <c:v>0</c:v>
                </c:pt>
                <c:pt idx="69711">
                  <c:v>0</c:v>
                </c:pt>
                <c:pt idx="69712">
                  <c:v>0</c:v>
                </c:pt>
                <c:pt idx="69713">
                  <c:v>0</c:v>
                </c:pt>
                <c:pt idx="69714">
                  <c:v>0</c:v>
                </c:pt>
                <c:pt idx="69715">
                  <c:v>0</c:v>
                </c:pt>
                <c:pt idx="69716">
                  <c:v>0</c:v>
                </c:pt>
                <c:pt idx="69717">
                  <c:v>0</c:v>
                </c:pt>
                <c:pt idx="69718">
                  <c:v>0</c:v>
                </c:pt>
                <c:pt idx="69719">
                  <c:v>0</c:v>
                </c:pt>
                <c:pt idx="69720">
                  <c:v>0</c:v>
                </c:pt>
                <c:pt idx="69721">
                  <c:v>0</c:v>
                </c:pt>
                <c:pt idx="69722">
                  <c:v>0</c:v>
                </c:pt>
                <c:pt idx="69723">
                  <c:v>0</c:v>
                </c:pt>
                <c:pt idx="69724">
                  <c:v>0</c:v>
                </c:pt>
                <c:pt idx="69725">
                  <c:v>0</c:v>
                </c:pt>
                <c:pt idx="69726">
                  <c:v>0</c:v>
                </c:pt>
                <c:pt idx="69727">
                  <c:v>0</c:v>
                </c:pt>
                <c:pt idx="69728">
                  <c:v>0</c:v>
                </c:pt>
                <c:pt idx="69729">
                  <c:v>0</c:v>
                </c:pt>
                <c:pt idx="69730">
                  <c:v>0</c:v>
                </c:pt>
                <c:pt idx="69731">
                  <c:v>0</c:v>
                </c:pt>
                <c:pt idx="69732">
                  <c:v>0</c:v>
                </c:pt>
                <c:pt idx="69733">
                  <c:v>0</c:v>
                </c:pt>
                <c:pt idx="69734">
                  <c:v>0</c:v>
                </c:pt>
                <c:pt idx="69735">
                  <c:v>0</c:v>
                </c:pt>
                <c:pt idx="69736">
                  <c:v>0</c:v>
                </c:pt>
                <c:pt idx="69737">
                  <c:v>0</c:v>
                </c:pt>
                <c:pt idx="69738">
                  <c:v>0</c:v>
                </c:pt>
                <c:pt idx="69739">
                  <c:v>0</c:v>
                </c:pt>
                <c:pt idx="69740">
                  <c:v>0</c:v>
                </c:pt>
                <c:pt idx="69741">
                  <c:v>0</c:v>
                </c:pt>
                <c:pt idx="69742">
                  <c:v>0</c:v>
                </c:pt>
                <c:pt idx="69743">
                  <c:v>0</c:v>
                </c:pt>
                <c:pt idx="69744">
                  <c:v>0</c:v>
                </c:pt>
                <c:pt idx="69745">
                  <c:v>0</c:v>
                </c:pt>
                <c:pt idx="69746">
                  <c:v>0</c:v>
                </c:pt>
                <c:pt idx="69747">
                  <c:v>0</c:v>
                </c:pt>
                <c:pt idx="69748">
                  <c:v>0</c:v>
                </c:pt>
                <c:pt idx="69749">
                  <c:v>0</c:v>
                </c:pt>
                <c:pt idx="69750">
                  <c:v>0</c:v>
                </c:pt>
                <c:pt idx="69751">
                  <c:v>0</c:v>
                </c:pt>
                <c:pt idx="69752">
                  <c:v>0</c:v>
                </c:pt>
                <c:pt idx="69753">
                  <c:v>0</c:v>
                </c:pt>
                <c:pt idx="69754">
                  <c:v>0</c:v>
                </c:pt>
                <c:pt idx="69755">
                  <c:v>0</c:v>
                </c:pt>
                <c:pt idx="69756">
                  <c:v>0</c:v>
                </c:pt>
                <c:pt idx="69757">
                  <c:v>0</c:v>
                </c:pt>
                <c:pt idx="69758">
                  <c:v>0</c:v>
                </c:pt>
                <c:pt idx="69759">
                  <c:v>0</c:v>
                </c:pt>
                <c:pt idx="69760">
                  <c:v>0</c:v>
                </c:pt>
                <c:pt idx="69761">
                  <c:v>0</c:v>
                </c:pt>
                <c:pt idx="69762">
                  <c:v>0</c:v>
                </c:pt>
                <c:pt idx="69763">
                  <c:v>0</c:v>
                </c:pt>
                <c:pt idx="69764">
                  <c:v>0</c:v>
                </c:pt>
                <c:pt idx="69765">
                  <c:v>0</c:v>
                </c:pt>
                <c:pt idx="69766">
                  <c:v>0</c:v>
                </c:pt>
                <c:pt idx="69767">
                  <c:v>0</c:v>
                </c:pt>
                <c:pt idx="69768">
                  <c:v>0</c:v>
                </c:pt>
                <c:pt idx="69769">
                  <c:v>0</c:v>
                </c:pt>
                <c:pt idx="69770">
                  <c:v>0</c:v>
                </c:pt>
                <c:pt idx="69771">
                  <c:v>0</c:v>
                </c:pt>
                <c:pt idx="69772">
                  <c:v>0</c:v>
                </c:pt>
                <c:pt idx="69773">
                  <c:v>0</c:v>
                </c:pt>
                <c:pt idx="69774">
                  <c:v>0</c:v>
                </c:pt>
                <c:pt idx="69775">
                  <c:v>0</c:v>
                </c:pt>
                <c:pt idx="69776">
                  <c:v>0</c:v>
                </c:pt>
                <c:pt idx="69777">
                  <c:v>0</c:v>
                </c:pt>
                <c:pt idx="69778">
                  <c:v>0</c:v>
                </c:pt>
                <c:pt idx="69779">
                  <c:v>0</c:v>
                </c:pt>
                <c:pt idx="69780">
                  <c:v>0</c:v>
                </c:pt>
                <c:pt idx="69781">
                  <c:v>0</c:v>
                </c:pt>
                <c:pt idx="69782">
                  <c:v>0</c:v>
                </c:pt>
                <c:pt idx="69783">
                  <c:v>0</c:v>
                </c:pt>
                <c:pt idx="69784">
                  <c:v>0</c:v>
                </c:pt>
                <c:pt idx="69785">
                  <c:v>0</c:v>
                </c:pt>
                <c:pt idx="69786">
                  <c:v>0</c:v>
                </c:pt>
                <c:pt idx="69787">
                  <c:v>0</c:v>
                </c:pt>
                <c:pt idx="69788">
                  <c:v>0</c:v>
                </c:pt>
                <c:pt idx="69789">
                  <c:v>0</c:v>
                </c:pt>
                <c:pt idx="69790">
                  <c:v>0</c:v>
                </c:pt>
                <c:pt idx="69791">
                  <c:v>0</c:v>
                </c:pt>
                <c:pt idx="69792">
                  <c:v>0</c:v>
                </c:pt>
                <c:pt idx="69793">
                  <c:v>0</c:v>
                </c:pt>
                <c:pt idx="69794">
                  <c:v>0</c:v>
                </c:pt>
                <c:pt idx="69795">
                  <c:v>0</c:v>
                </c:pt>
                <c:pt idx="69796">
                  <c:v>0</c:v>
                </c:pt>
                <c:pt idx="69797">
                  <c:v>0</c:v>
                </c:pt>
                <c:pt idx="69798">
                  <c:v>0</c:v>
                </c:pt>
                <c:pt idx="69799">
                  <c:v>0</c:v>
                </c:pt>
                <c:pt idx="69800">
                  <c:v>0</c:v>
                </c:pt>
                <c:pt idx="69801">
                  <c:v>0</c:v>
                </c:pt>
                <c:pt idx="69802">
                  <c:v>0</c:v>
                </c:pt>
                <c:pt idx="69803">
                  <c:v>0</c:v>
                </c:pt>
                <c:pt idx="69804">
                  <c:v>0</c:v>
                </c:pt>
                <c:pt idx="69805">
                  <c:v>0</c:v>
                </c:pt>
                <c:pt idx="69806">
                  <c:v>0</c:v>
                </c:pt>
                <c:pt idx="69807">
                  <c:v>0</c:v>
                </c:pt>
                <c:pt idx="69808">
                  <c:v>0</c:v>
                </c:pt>
                <c:pt idx="69809">
                  <c:v>0</c:v>
                </c:pt>
                <c:pt idx="69810">
                  <c:v>0</c:v>
                </c:pt>
                <c:pt idx="69811">
                  <c:v>0</c:v>
                </c:pt>
                <c:pt idx="69812">
                  <c:v>0</c:v>
                </c:pt>
                <c:pt idx="69813">
                  <c:v>0</c:v>
                </c:pt>
                <c:pt idx="69814">
                  <c:v>0</c:v>
                </c:pt>
                <c:pt idx="69815">
                  <c:v>0</c:v>
                </c:pt>
                <c:pt idx="69816">
                  <c:v>0</c:v>
                </c:pt>
                <c:pt idx="69817">
                  <c:v>0</c:v>
                </c:pt>
                <c:pt idx="69818">
                  <c:v>0</c:v>
                </c:pt>
                <c:pt idx="69819">
                  <c:v>0</c:v>
                </c:pt>
                <c:pt idx="69820">
                  <c:v>0</c:v>
                </c:pt>
                <c:pt idx="69821">
                  <c:v>0</c:v>
                </c:pt>
                <c:pt idx="69822">
                  <c:v>0</c:v>
                </c:pt>
                <c:pt idx="69823">
                  <c:v>0</c:v>
                </c:pt>
                <c:pt idx="69824">
                  <c:v>0</c:v>
                </c:pt>
                <c:pt idx="69825">
                  <c:v>0</c:v>
                </c:pt>
                <c:pt idx="69826">
                  <c:v>0</c:v>
                </c:pt>
                <c:pt idx="69827">
                  <c:v>0</c:v>
                </c:pt>
                <c:pt idx="69828">
                  <c:v>0</c:v>
                </c:pt>
                <c:pt idx="69829">
                  <c:v>0</c:v>
                </c:pt>
                <c:pt idx="69830">
                  <c:v>0</c:v>
                </c:pt>
                <c:pt idx="69831">
                  <c:v>0</c:v>
                </c:pt>
                <c:pt idx="69832">
                  <c:v>0</c:v>
                </c:pt>
                <c:pt idx="69833">
                  <c:v>0</c:v>
                </c:pt>
                <c:pt idx="69834">
                  <c:v>0</c:v>
                </c:pt>
                <c:pt idx="69835">
                  <c:v>0</c:v>
                </c:pt>
                <c:pt idx="69836">
                  <c:v>0</c:v>
                </c:pt>
                <c:pt idx="69837">
                  <c:v>0</c:v>
                </c:pt>
                <c:pt idx="69838">
                  <c:v>0</c:v>
                </c:pt>
                <c:pt idx="69839">
                  <c:v>0</c:v>
                </c:pt>
                <c:pt idx="69840">
                  <c:v>0</c:v>
                </c:pt>
                <c:pt idx="69841">
                  <c:v>0</c:v>
                </c:pt>
                <c:pt idx="69842">
                  <c:v>0</c:v>
                </c:pt>
                <c:pt idx="69843">
                  <c:v>0</c:v>
                </c:pt>
                <c:pt idx="69844">
                  <c:v>0</c:v>
                </c:pt>
                <c:pt idx="69845">
                  <c:v>0</c:v>
                </c:pt>
                <c:pt idx="69846">
                  <c:v>0</c:v>
                </c:pt>
                <c:pt idx="69847">
                  <c:v>0</c:v>
                </c:pt>
                <c:pt idx="69848">
                  <c:v>0</c:v>
                </c:pt>
                <c:pt idx="69849">
                  <c:v>0</c:v>
                </c:pt>
                <c:pt idx="69850">
                  <c:v>0</c:v>
                </c:pt>
                <c:pt idx="69851">
                  <c:v>0</c:v>
                </c:pt>
                <c:pt idx="69852">
                  <c:v>0</c:v>
                </c:pt>
                <c:pt idx="69853">
                  <c:v>0</c:v>
                </c:pt>
                <c:pt idx="69854">
                  <c:v>0</c:v>
                </c:pt>
                <c:pt idx="69855">
                  <c:v>0</c:v>
                </c:pt>
                <c:pt idx="69856">
                  <c:v>0</c:v>
                </c:pt>
                <c:pt idx="69857">
                  <c:v>0</c:v>
                </c:pt>
                <c:pt idx="69858">
                  <c:v>0</c:v>
                </c:pt>
                <c:pt idx="69859">
                  <c:v>0</c:v>
                </c:pt>
                <c:pt idx="69860">
                  <c:v>0</c:v>
                </c:pt>
                <c:pt idx="69861">
                  <c:v>0</c:v>
                </c:pt>
                <c:pt idx="69862">
                  <c:v>0</c:v>
                </c:pt>
                <c:pt idx="69863">
                  <c:v>0</c:v>
                </c:pt>
                <c:pt idx="69864">
                  <c:v>0</c:v>
                </c:pt>
                <c:pt idx="69865">
                  <c:v>0</c:v>
                </c:pt>
                <c:pt idx="69866">
                  <c:v>0</c:v>
                </c:pt>
                <c:pt idx="69867">
                  <c:v>0</c:v>
                </c:pt>
                <c:pt idx="69868">
                  <c:v>0</c:v>
                </c:pt>
                <c:pt idx="69869">
                  <c:v>0</c:v>
                </c:pt>
                <c:pt idx="69870">
                  <c:v>0</c:v>
                </c:pt>
                <c:pt idx="69871">
                  <c:v>0</c:v>
                </c:pt>
                <c:pt idx="69872">
                  <c:v>0</c:v>
                </c:pt>
                <c:pt idx="69873">
                  <c:v>0</c:v>
                </c:pt>
                <c:pt idx="69874">
                  <c:v>0</c:v>
                </c:pt>
                <c:pt idx="69875">
                  <c:v>0</c:v>
                </c:pt>
                <c:pt idx="69876">
                  <c:v>0</c:v>
                </c:pt>
                <c:pt idx="69877">
                  <c:v>0</c:v>
                </c:pt>
                <c:pt idx="69878">
                  <c:v>0</c:v>
                </c:pt>
                <c:pt idx="69879">
                  <c:v>0</c:v>
                </c:pt>
                <c:pt idx="69880">
                  <c:v>0</c:v>
                </c:pt>
                <c:pt idx="69881">
                  <c:v>0</c:v>
                </c:pt>
                <c:pt idx="69882">
                  <c:v>0</c:v>
                </c:pt>
                <c:pt idx="69883">
                  <c:v>0</c:v>
                </c:pt>
                <c:pt idx="69884">
                  <c:v>0</c:v>
                </c:pt>
                <c:pt idx="69885">
                  <c:v>0</c:v>
                </c:pt>
                <c:pt idx="69886">
                  <c:v>0</c:v>
                </c:pt>
                <c:pt idx="69887">
                  <c:v>0</c:v>
                </c:pt>
                <c:pt idx="69888">
                  <c:v>0</c:v>
                </c:pt>
                <c:pt idx="69889">
                  <c:v>0</c:v>
                </c:pt>
                <c:pt idx="69890">
                  <c:v>0</c:v>
                </c:pt>
                <c:pt idx="69891">
                  <c:v>0</c:v>
                </c:pt>
                <c:pt idx="69892">
                  <c:v>0</c:v>
                </c:pt>
                <c:pt idx="69893">
                  <c:v>0</c:v>
                </c:pt>
                <c:pt idx="69894">
                  <c:v>0</c:v>
                </c:pt>
                <c:pt idx="69895">
                  <c:v>0</c:v>
                </c:pt>
                <c:pt idx="69896">
                  <c:v>0</c:v>
                </c:pt>
                <c:pt idx="69897">
                  <c:v>0</c:v>
                </c:pt>
                <c:pt idx="69898">
                  <c:v>0</c:v>
                </c:pt>
                <c:pt idx="69899">
                  <c:v>0</c:v>
                </c:pt>
                <c:pt idx="69900">
                  <c:v>0</c:v>
                </c:pt>
                <c:pt idx="69901">
                  <c:v>0</c:v>
                </c:pt>
                <c:pt idx="69902">
                  <c:v>0</c:v>
                </c:pt>
                <c:pt idx="69903">
                  <c:v>0</c:v>
                </c:pt>
                <c:pt idx="69904">
                  <c:v>0</c:v>
                </c:pt>
                <c:pt idx="69905">
                  <c:v>0</c:v>
                </c:pt>
                <c:pt idx="69906">
                  <c:v>0</c:v>
                </c:pt>
                <c:pt idx="69907">
                  <c:v>0</c:v>
                </c:pt>
                <c:pt idx="69908">
                  <c:v>0</c:v>
                </c:pt>
                <c:pt idx="69909">
                  <c:v>0</c:v>
                </c:pt>
                <c:pt idx="69910">
                  <c:v>0</c:v>
                </c:pt>
                <c:pt idx="69911">
                  <c:v>0</c:v>
                </c:pt>
                <c:pt idx="69912">
                  <c:v>0</c:v>
                </c:pt>
                <c:pt idx="69913">
                  <c:v>0</c:v>
                </c:pt>
                <c:pt idx="69914">
                  <c:v>0</c:v>
                </c:pt>
                <c:pt idx="69915">
                  <c:v>0</c:v>
                </c:pt>
                <c:pt idx="69916">
                  <c:v>0</c:v>
                </c:pt>
                <c:pt idx="69917">
                  <c:v>0</c:v>
                </c:pt>
                <c:pt idx="69918">
                  <c:v>0</c:v>
                </c:pt>
                <c:pt idx="69919">
                  <c:v>0</c:v>
                </c:pt>
                <c:pt idx="69920">
                  <c:v>0</c:v>
                </c:pt>
                <c:pt idx="69921">
                  <c:v>0</c:v>
                </c:pt>
                <c:pt idx="69922">
                  <c:v>0</c:v>
                </c:pt>
                <c:pt idx="69923">
                  <c:v>0</c:v>
                </c:pt>
                <c:pt idx="69924">
                  <c:v>0</c:v>
                </c:pt>
                <c:pt idx="69925">
                  <c:v>0</c:v>
                </c:pt>
                <c:pt idx="69926">
                  <c:v>0</c:v>
                </c:pt>
                <c:pt idx="69927">
                  <c:v>0</c:v>
                </c:pt>
                <c:pt idx="69928">
                  <c:v>0</c:v>
                </c:pt>
                <c:pt idx="69929">
                  <c:v>0</c:v>
                </c:pt>
                <c:pt idx="69930">
                  <c:v>0</c:v>
                </c:pt>
                <c:pt idx="69931">
                  <c:v>0</c:v>
                </c:pt>
                <c:pt idx="69932">
                  <c:v>0</c:v>
                </c:pt>
                <c:pt idx="69933">
                  <c:v>0</c:v>
                </c:pt>
                <c:pt idx="69934">
                  <c:v>0</c:v>
                </c:pt>
                <c:pt idx="69935">
                  <c:v>0</c:v>
                </c:pt>
                <c:pt idx="69936">
                  <c:v>0</c:v>
                </c:pt>
                <c:pt idx="69937">
                  <c:v>0</c:v>
                </c:pt>
                <c:pt idx="69938">
                  <c:v>0</c:v>
                </c:pt>
                <c:pt idx="69939">
                  <c:v>0</c:v>
                </c:pt>
                <c:pt idx="69940">
                  <c:v>0</c:v>
                </c:pt>
                <c:pt idx="69941">
                  <c:v>0</c:v>
                </c:pt>
                <c:pt idx="69942">
                  <c:v>0</c:v>
                </c:pt>
                <c:pt idx="69943">
                  <c:v>0</c:v>
                </c:pt>
                <c:pt idx="69944">
                  <c:v>0</c:v>
                </c:pt>
                <c:pt idx="69945">
                  <c:v>0</c:v>
                </c:pt>
                <c:pt idx="69946">
                  <c:v>0</c:v>
                </c:pt>
                <c:pt idx="69947">
                  <c:v>0</c:v>
                </c:pt>
                <c:pt idx="69948">
                  <c:v>0</c:v>
                </c:pt>
                <c:pt idx="69949">
                  <c:v>0</c:v>
                </c:pt>
                <c:pt idx="69950">
                  <c:v>0</c:v>
                </c:pt>
                <c:pt idx="69951">
                  <c:v>0</c:v>
                </c:pt>
                <c:pt idx="69952">
                  <c:v>0</c:v>
                </c:pt>
                <c:pt idx="69953">
                  <c:v>0</c:v>
                </c:pt>
                <c:pt idx="69954">
                  <c:v>0</c:v>
                </c:pt>
                <c:pt idx="69955">
                  <c:v>0</c:v>
                </c:pt>
                <c:pt idx="69956">
                  <c:v>0</c:v>
                </c:pt>
                <c:pt idx="69957">
                  <c:v>0</c:v>
                </c:pt>
                <c:pt idx="69958">
                  <c:v>0</c:v>
                </c:pt>
                <c:pt idx="69959">
                  <c:v>0</c:v>
                </c:pt>
                <c:pt idx="69960">
                  <c:v>0</c:v>
                </c:pt>
                <c:pt idx="69961">
                  <c:v>0</c:v>
                </c:pt>
                <c:pt idx="69962">
                  <c:v>0</c:v>
                </c:pt>
                <c:pt idx="69963">
                  <c:v>0</c:v>
                </c:pt>
                <c:pt idx="69964">
                  <c:v>0</c:v>
                </c:pt>
                <c:pt idx="69965">
                  <c:v>0</c:v>
                </c:pt>
                <c:pt idx="69966">
                  <c:v>0</c:v>
                </c:pt>
                <c:pt idx="69967">
                  <c:v>0</c:v>
                </c:pt>
                <c:pt idx="69968">
                  <c:v>0</c:v>
                </c:pt>
                <c:pt idx="69969">
                  <c:v>0</c:v>
                </c:pt>
                <c:pt idx="69970">
                  <c:v>0</c:v>
                </c:pt>
                <c:pt idx="69971">
                  <c:v>0</c:v>
                </c:pt>
                <c:pt idx="69972">
                  <c:v>0</c:v>
                </c:pt>
                <c:pt idx="69973">
                  <c:v>0</c:v>
                </c:pt>
                <c:pt idx="69974">
                  <c:v>0</c:v>
                </c:pt>
                <c:pt idx="69975">
                  <c:v>0</c:v>
                </c:pt>
                <c:pt idx="69976">
                  <c:v>0</c:v>
                </c:pt>
                <c:pt idx="69977">
                  <c:v>0</c:v>
                </c:pt>
                <c:pt idx="69978">
                  <c:v>0</c:v>
                </c:pt>
                <c:pt idx="69979">
                  <c:v>0</c:v>
                </c:pt>
                <c:pt idx="69980">
                  <c:v>0</c:v>
                </c:pt>
                <c:pt idx="69981">
                  <c:v>0</c:v>
                </c:pt>
                <c:pt idx="69982">
                  <c:v>0</c:v>
                </c:pt>
                <c:pt idx="69983">
                  <c:v>0</c:v>
                </c:pt>
                <c:pt idx="69984">
                  <c:v>0</c:v>
                </c:pt>
                <c:pt idx="69985">
                  <c:v>0</c:v>
                </c:pt>
                <c:pt idx="69986">
                  <c:v>0</c:v>
                </c:pt>
                <c:pt idx="69987">
                  <c:v>0</c:v>
                </c:pt>
                <c:pt idx="69988">
                  <c:v>0</c:v>
                </c:pt>
                <c:pt idx="69989">
                  <c:v>0</c:v>
                </c:pt>
                <c:pt idx="69990">
                  <c:v>0</c:v>
                </c:pt>
                <c:pt idx="69991">
                  <c:v>0</c:v>
                </c:pt>
                <c:pt idx="69992">
                  <c:v>0</c:v>
                </c:pt>
                <c:pt idx="69993">
                  <c:v>0</c:v>
                </c:pt>
                <c:pt idx="69994">
                  <c:v>0</c:v>
                </c:pt>
                <c:pt idx="69995">
                  <c:v>0</c:v>
                </c:pt>
                <c:pt idx="69996">
                  <c:v>0</c:v>
                </c:pt>
                <c:pt idx="69997">
                  <c:v>0</c:v>
                </c:pt>
                <c:pt idx="69998">
                  <c:v>0</c:v>
                </c:pt>
                <c:pt idx="69999">
                  <c:v>0</c:v>
                </c:pt>
                <c:pt idx="70000">
                  <c:v>0</c:v>
                </c:pt>
                <c:pt idx="70001">
                  <c:v>0</c:v>
                </c:pt>
                <c:pt idx="70002">
                  <c:v>0</c:v>
                </c:pt>
                <c:pt idx="70003">
                  <c:v>0</c:v>
                </c:pt>
                <c:pt idx="70004">
                  <c:v>0</c:v>
                </c:pt>
                <c:pt idx="70005">
                  <c:v>0</c:v>
                </c:pt>
                <c:pt idx="70006">
                  <c:v>0</c:v>
                </c:pt>
                <c:pt idx="70007">
                  <c:v>0</c:v>
                </c:pt>
                <c:pt idx="70008">
                  <c:v>0</c:v>
                </c:pt>
                <c:pt idx="70009">
                  <c:v>0</c:v>
                </c:pt>
                <c:pt idx="70010">
                  <c:v>0</c:v>
                </c:pt>
                <c:pt idx="70011">
                  <c:v>0</c:v>
                </c:pt>
                <c:pt idx="70012">
                  <c:v>0</c:v>
                </c:pt>
                <c:pt idx="70013">
                  <c:v>0</c:v>
                </c:pt>
                <c:pt idx="70014">
                  <c:v>0</c:v>
                </c:pt>
                <c:pt idx="70015">
                  <c:v>0</c:v>
                </c:pt>
                <c:pt idx="70016">
                  <c:v>0</c:v>
                </c:pt>
                <c:pt idx="70017">
                  <c:v>0</c:v>
                </c:pt>
                <c:pt idx="70018">
                  <c:v>0</c:v>
                </c:pt>
                <c:pt idx="70019">
                  <c:v>0</c:v>
                </c:pt>
                <c:pt idx="70020">
                  <c:v>0</c:v>
                </c:pt>
                <c:pt idx="70021">
                  <c:v>0</c:v>
                </c:pt>
                <c:pt idx="70022">
                  <c:v>0</c:v>
                </c:pt>
                <c:pt idx="70023">
                  <c:v>0</c:v>
                </c:pt>
                <c:pt idx="70024">
                  <c:v>0</c:v>
                </c:pt>
                <c:pt idx="70025">
                  <c:v>0</c:v>
                </c:pt>
                <c:pt idx="70026">
                  <c:v>0</c:v>
                </c:pt>
                <c:pt idx="70027">
                  <c:v>0</c:v>
                </c:pt>
                <c:pt idx="70028">
                  <c:v>0</c:v>
                </c:pt>
                <c:pt idx="70029">
                  <c:v>0</c:v>
                </c:pt>
                <c:pt idx="70030">
                  <c:v>0</c:v>
                </c:pt>
                <c:pt idx="70031">
                  <c:v>0</c:v>
                </c:pt>
                <c:pt idx="70032">
                  <c:v>0</c:v>
                </c:pt>
                <c:pt idx="70033">
                  <c:v>0</c:v>
                </c:pt>
                <c:pt idx="70034">
                  <c:v>0</c:v>
                </c:pt>
                <c:pt idx="70035">
                  <c:v>0</c:v>
                </c:pt>
                <c:pt idx="70036">
                  <c:v>0</c:v>
                </c:pt>
                <c:pt idx="70037">
                  <c:v>0</c:v>
                </c:pt>
                <c:pt idx="70038">
                  <c:v>0</c:v>
                </c:pt>
                <c:pt idx="70039">
                  <c:v>0</c:v>
                </c:pt>
                <c:pt idx="70040">
                  <c:v>0</c:v>
                </c:pt>
                <c:pt idx="70041">
                  <c:v>0</c:v>
                </c:pt>
                <c:pt idx="70042">
                  <c:v>0</c:v>
                </c:pt>
                <c:pt idx="70043">
                  <c:v>0</c:v>
                </c:pt>
                <c:pt idx="70044">
                  <c:v>0</c:v>
                </c:pt>
                <c:pt idx="70045">
                  <c:v>0</c:v>
                </c:pt>
                <c:pt idx="70046">
                  <c:v>0</c:v>
                </c:pt>
                <c:pt idx="70047">
                  <c:v>0</c:v>
                </c:pt>
                <c:pt idx="70048">
                  <c:v>0</c:v>
                </c:pt>
                <c:pt idx="70049">
                  <c:v>0</c:v>
                </c:pt>
                <c:pt idx="70050">
                  <c:v>0</c:v>
                </c:pt>
                <c:pt idx="70051">
                  <c:v>0</c:v>
                </c:pt>
                <c:pt idx="70052">
                  <c:v>0</c:v>
                </c:pt>
                <c:pt idx="70053">
                  <c:v>0</c:v>
                </c:pt>
                <c:pt idx="70054">
                  <c:v>0</c:v>
                </c:pt>
                <c:pt idx="70055">
                  <c:v>0</c:v>
                </c:pt>
                <c:pt idx="70056">
                  <c:v>0</c:v>
                </c:pt>
                <c:pt idx="70057">
                  <c:v>0</c:v>
                </c:pt>
                <c:pt idx="70058">
                  <c:v>0</c:v>
                </c:pt>
                <c:pt idx="70059">
                  <c:v>0</c:v>
                </c:pt>
                <c:pt idx="70060">
                  <c:v>0</c:v>
                </c:pt>
                <c:pt idx="70061">
                  <c:v>0</c:v>
                </c:pt>
                <c:pt idx="70062">
                  <c:v>0</c:v>
                </c:pt>
                <c:pt idx="70063">
                  <c:v>0</c:v>
                </c:pt>
                <c:pt idx="70064">
                  <c:v>0</c:v>
                </c:pt>
                <c:pt idx="70065">
                  <c:v>0</c:v>
                </c:pt>
                <c:pt idx="70066">
                  <c:v>0</c:v>
                </c:pt>
                <c:pt idx="70067">
                  <c:v>0</c:v>
                </c:pt>
                <c:pt idx="70068">
                  <c:v>0</c:v>
                </c:pt>
                <c:pt idx="70069">
                  <c:v>0</c:v>
                </c:pt>
                <c:pt idx="70070">
                  <c:v>0</c:v>
                </c:pt>
                <c:pt idx="70071">
                  <c:v>0</c:v>
                </c:pt>
                <c:pt idx="70072">
                  <c:v>0</c:v>
                </c:pt>
                <c:pt idx="70073">
                  <c:v>0</c:v>
                </c:pt>
                <c:pt idx="70074">
                  <c:v>0</c:v>
                </c:pt>
                <c:pt idx="70075">
                  <c:v>0</c:v>
                </c:pt>
                <c:pt idx="70076">
                  <c:v>0</c:v>
                </c:pt>
                <c:pt idx="70077">
                  <c:v>0</c:v>
                </c:pt>
                <c:pt idx="70078">
                  <c:v>0</c:v>
                </c:pt>
                <c:pt idx="70079">
                  <c:v>0</c:v>
                </c:pt>
                <c:pt idx="70080">
                  <c:v>0</c:v>
                </c:pt>
                <c:pt idx="70081">
                  <c:v>0</c:v>
                </c:pt>
                <c:pt idx="70082">
                  <c:v>0</c:v>
                </c:pt>
                <c:pt idx="70083">
                  <c:v>0</c:v>
                </c:pt>
                <c:pt idx="70084">
                  <c:v>0</c:v>
                </c:pt>
                <c:pt idx="70085">
                  <c:v>0</c:v>
                </c:pt>
                <c:pt idx="70086">
                  <c:v>0</c:v>
                </c:pt>
                <c:pt idx="70087">
                  <c:v>0</c:v>
                </c:pt>
                <c:pt idx="70088">
                  <c:v>0</c:v>
                </c:pt>
                <c:pt idx="70089">
                  <c:v>0</c:v>
                </c:pt>
                <c:pt idx="70090">
                  <c:v>0</c:v>
                </c:pt>
                <c:pt idx="70091">
                  <c:v>0</c:v>
                </c:pt>
                <c:pt idx="70092">
                  <c:v>0</c:v>
                </c:pt>
                <c:pt idx="70093">
                  <c:v>0</c:v>
                </c:pt>
                <c:pt idx="70094">
                  <c:v>0</c:v>
                </c:pt>
                <c:pt idx="70095">
                  <c:v>0</c:v>
                </c:pt>
                <c:pt idx="70096">
                  <c:v>0</c:v>
                </c:pt>
                <c:pt idx="70097">
                  <c:v>0</c:v>
                </c:pt>
                <c:pt idx="70098">
                  <c:v>0</c:v>
                </c:pt>
                <c:pt idx="70099">
                  <c:v>0</c:v>
                </c:pt>
                <c:pt idx="70100">
                  <c:v>0</c:v>
                </c:pt>
                <c:pt idx="70101">
                  <c:v>0</c:v>
                </c:pt>
                <c:pt idx="70102">
                  <c:v>0</c:v>
                </c:pt>
                <c:pt idx="70103">
                  <c:v>0</c:v>
                </c:pt>
                <c:pt idx="70104">
                  <c:v>0</c:v>
                </c:pt>
                <c:pt idx="70105">
                  <c:v>0</c:v>
                </c:pt>
                <c:pt idx="70106">
                  <c:v>0</c:v>
                </c:pt>
                <c:pt idx="70107">
                  <c:v>0</c:v>
                </c:pt>
                <c:pt idx="70108">
                  <c:v>0</c:v>
                </c:pt>
                <c:pt idx="70109">
                  <c:v>0</c:v>
                </c:pt>
                <c:pt idx="70110">
                  <c:v>0</c:v>
                </c:pt>
                <c:pt idx="70111">
                  <c:v>0</c:v>
                </c:pt>
                <c:pt idx="70112">
                  <c:v>0</c:v>
                </c:pt>
                <c:pt idx="70113">
                  <c:v>0</c:v>
                </c:pt>
                <c:pt idx="70114">
                  <c:v>0</c:v>
                </c:pt>
                <c:pt idx="70115">
                  <c:v>0</c:v>
                </c:pt>
                <c:pt idx="70116">
                  <c:v>0</c:v>
                </c:pt>
                <c:pt idx="70117">
                  <c:v>0</c:v>
                </c:pt>
                <c:pt idx="70118">
                  <c:v>0</c:v>
                </c:pt>
                <c:pt idx="70119">
                  <c:v>0</c:v>
                </c:pt>
                <c:pt idx="70120">
                  <c:v>0</c:v>
                </c:pt>
                <c:pt idx="70121">
                  <c:v>0</c:v>
                </c:pt>
                <c:pt idx="70122">
                  <c:v>0</c:v>
                </c:pt>
                <c:pt idx="70123">
                  <c:v>0</c:v>
                </c:pt>
                <c:pt idx="70124">
                  <c:v>0</c:v>
                </c:pt>
                <c:pt idx="70125">
                  <c:v>0</c:v>
                </c:pt>
                <c:pt idx="70126">
                  <c:v>0</c:v>
                </c:pt>
                <c:pt idx="70127">
                  <c:v>0</c:v>
                </c:pt>
                <c:pt idx="70128">
                  <c:v>0</c:v>
                </c:pt>
                <c:pt idx="70129">
                  <c:v>0</c:v>
                </c:pt>
                <c:pt idx="70130">
                  <c:v>0</c:v>
                </c:pt>
                <c:pt idx="70131">
                  <c:v>0</c:v>
                </c:pt>
                <c:pt idx="70132">
                  <c:v>0</c:v>
                </c:pt>
                <c:pt idx="70133">
                  <c:v>0</c:v>
                </c:pt>
                <c:pt idx="70134">
                  <c:v>0</c:v>
                </c:pt>
                <c:pt idx="70135">
                  <c:v>0</c:v>
                </c:pt>
                <c:pt idx="70136">
                  <c:v>0</c:v>
                </c:pt>
                <c:pt idx="70137">
                  <c:v>0</c:v>
                </c:pt>
                <c:pt idx="70138">
                  <c:v>0</c:v>
                </c:pt>
                <c:pt idx="70139">
                  <c:v>0</c:v>
                </c:pt>
                <c:pt idx="70140">
                  <c:v>0</c:v>
                </c:pt>
                <c:pt idx="70141">
                  <c:v>0</c:v>
                </c:pt>
                <c:pt idx="70142">
                  <c:v>0</c:v>
                </c:pt>
                <c:pt idx="70143">
                  <c:v>0</c:v>
                </c:pt>
                <c:pt idx="70144">
                  <c:v>0</c:v>
                </c:pt>
                <c:pt idx="70145">
                  <c:v>0</c:v>
                </c:pt>
                <c:pt idx="70146">
                  <c:v>0</c:v>
                </c:pt>
                <c:pt idx="70147">
                  <c:v>0</c:v>
                </c:pt>
                <c:pt idx="70148">
                  <c:v>0</c:v>
                </c:pt>
                <c:pt idx="70149">
                  <c:v>0</c:v>
                </c:pt>
                <c:pt idx="70150">
                  <c:v>0</c:v>
                </c:pt>
                <c:pt idx="70151">
                  <c:v>0</c:v>
                </c:pt>
                <c:pt idx="70152">
                  <c:v>0</c:v>
                </c:pt>
                <c:pt idx="70153">
                  <c:v>0</c:v>
                </c:pt>
                <c:pt idx="70154">
                  <c:v>0</c:v>
                </c:pt>
                <c:pt idx="70155">
                  <c:v>0</c:v>
                </c:pt>
                <c:pt idx="70156">
                  <c:v>0</c:v>
                </c:pt>
                <c:pt idx="70157">
                  <c:v>0</c:v>
                </c:pt>
                <c:pt idx="70158">
                  <c:v>0</c:v>
                </c:pt>
                <c:pt idx="70159">
                  <c:v>0</c:v>
                </c:pt>
                <c:pt idx="70160">
                  <c:v>0</c:v>
                </c:pt>
                <c:pt idx="70161">
                  <c:v>0</c:v>
                </c:pt>
                <c:pt idx="70162">
                  <c:v>0</c:v>
                </c:pt>
                <c:pt idx="70163">
                  <c:v>0</c:v>
                </c:pt>
                <c:pt idx="70164">
                  <c:v>0</c:v>
                </c:pt>
                <c:pt idx="70165">
                  <c:v>0</c:v>
                </c:pt>
                <c:pt idx="70166">
                  <c:v>0</c:v>
                </c:pt>
                <c:pt idx="70167">
                  <c:v>0</c:v>
                </c:pt>
                <c:pt idx="70168">
                  <c:v>0</c:v>
                </c:pt>
                <c:pt idx="70169">
                  <c:v>0</c:v>
                </c:pt>
                <c:pt idx="70170">
                  <c:v>0</c:v>
                </c:pt>
                <c:pt idx="70171">
                  <c:v>0</c:v>
                </c:pt>
                <c:pt idx="70172">
                  <c:v>0</c:v>
                </c:pt>
                <c:pt idx="70173">
                  <c:v>0</c:v>
                </c:pt>
                <c:pt idx="70174">
                  <c:v>0</c:v>
                </c:pt>
                <c:pt idx="70175">
                  <c:v>0</c:v>
                </c:pt>
                <c:pt idx="70176">
                  <c:v>0</c:v>
                </c:pt>
                <c:pt idx="70177">
                  <c:v>0</c:v>
                </c:pt>
                <c:pt idx="70178">
                  <c:v>0</c:v>
                </c:pt>
                <c:pt idx="70179">
                  <c:v>0</c:v>
                </c:pt>
                <c:pt idx="70180">
                  <c:v>0</c:v>
                </c:pt>
                <c:pt idx="70181">
                  <c:v>0</c:v>
                </c:pt>
                <c:pt idx="70182">
                  <c:v>0</c:v>
                </c:pt>
                <c:pt idx="70183">
                  <c:v>0</c:v>
                </c:pt>
                <c:pt idx="70184">
                  <c:v>0</c:v>
                </c:pt>
                <c:pt idx="70185">
                  <c:v>0</c:v>
                </c:pt>
                <c:pt idx="70186">
                  <c:v>0</c:v>
                </c:pt>
                <c:pt idx="70187">
                  <c:v>0</c:v>
                </c:pt>
                <c:pt idx="70188">
                  <c:v>0</c:v>
                </c:pt>
                <c:pt idx="70189">
                  <c:v>0</c:v>
                </c:pt>
                <c:pt idx="70190">
                  <c:v>0</c:v>
                </c:pt>
                <c:pt idx="70191">
                  <c:v>0</c:v>
                </c:pt>
                <c:pt idx="70192">
                  <c:v>0</c:v>
                </c:pt>
                <c:pt idx="70193">
                  <c:v>0</c:v>
                </c:pt>
                <c:pt idx="70194">
                  <c:v>0</c:v>
                </c:pt>
                <c:pt idx="70195">
                  <c:v>0</c:v>
                </c:pt>
                <c:pt idx="70196">
                  <c:v>0</c:v>
                </c:pt>
                <c:pt idx="70197">
                  <c:v>0</c:v>
                </c:pt>
                <c:pt idx="70198">
                  <c:v>0</c:v>
                </c:pt>
                <c:pt idx="70199">
                  <c:v>0</c:v>
                </c:pt>
                <c:pt idx="70200">
                  <c:v>0</c:v>
                </c:pt>
                <c:pt idx="70201">
                  <c:v>0</c:v>
                </c:pt>
                <c:pt idx="70202">
                  <c:v>0</c:v>
                </c:pt>
                <c:pt idx="70203">
                  <c:v>0</c:v>
                </c:pt>
                <c:pt idx="70204">
                  <c:v>0</c:v>
                </c:pt>
                <c:pt idx="70205">
                  <c:v>0</c:v>
                </c:pt>
                <c:pt idx="70206">
                  <c:v>0</c:v>
                </c:pt>
                <c:pt idx="70207">
                  <c:v>0</c:v>
                </c:pt>
                <c:pt idx="70208">
                  <c:v>0</c:v>
                </c:pt>
                <c:pt idx="70209">
                  <c:v>0</c:v>
                </c:pt>
                <c:pt idx="70210">
                  <c:v>0</c:v>
                </c:pt>
                <c:pt idx="70211">
                  <c:v>0</c:v>
                </c:pt>
                <c:pt idx="70212">
                  <c:v>0</c:v>
                </c:pt>
                <c:pt idx="70213">
                  <c:v>0</c:v>
                </c:pt>
                <c:pt idx="70214">
                  <c:v>0</c:v>
                </c:pt>
                <c:pt idx="70215">
                  <c:v>0</c:v>
                </c:pt>
                <c:pt idx="70216">
                  <c:v>0</c:v>
                </c:pt>
                <c:pt idx="70217">
                  <c:v>0</c:v>
                </c:pt>
                <c:pt idx="70218">
                  <c:v>0</c:v>
                </c:pt>
                <c:pt idx="70219">
                  <c:v>0</c:v>
                </c:pt>
                <c:pt idx="70220">
                  <c:v>0</c:v>
                </c:pt>
                <c:pt idx="70221">
                  <c:v>0</c:v>
                </c:pt>
                <c:pt idx="70222">
                  <c:v>0</c:v>
                </c:pt>
                <c:pt idx="70223">
                  <c:v>0</c:v>
                </c:pt>
                <c:pt idx="70224">
                  <c:v>0</c:v>
                </c:pt>
                <c:pt idx="70225">
                  <c:v>0</c:v>
                </c:pt>
                <c:pt idx="70226">
                  <c:v>0</c:v>
                </c:pt>
                <c:pt idx="70227">
                  <c:v>0</c:v>
                </c:pt>
                <c:pt idx="70228">
                  <c:v>0</c:v>
                </c:pt>
                <c:pt idx="70229">
                  <c:v>0</c:v>
                </c:pt>
                <c:pt idx="70230">
                  <c:v>0</c:v>
                </c:pt>
                <c:pt idx="70231">
                  <c:v>0</c:v>
                </c:pt>
                <c:pt idx="70232">
                  <c:v>0</c:v>
                </c:pt>
                <c:pt idx="70233">
                  <c:v>0</c:v>
                </c:pt>
                <c:pt idx="70234">
                  <c:v>0</c:v>
                </c:pt>
                <c:pt idx="70235">
                  <c:v>0</c:v>
                </c:pt>
                <c:pt idx="70236">
                  <c:v>0</c:v>
                </c:pt>
                <c:pt idx="70237">
                  <c:v>0</c:v>
                </c:pt>
                <c:pt idx="70238">
                  <c:v>0</c:v>
                </c:pt>
                <c:pt idx="70239">
                  <c:v>0</c:v>
                </c:pt>
                <c:pt idx="70240">
                  <c:v>0</c:v>
                </c:pt>
                <c:pt idx="70241">
                  <c:v>0</c:v>
                </c:pt>
                <c:pt idx="70242">
                  <c:v>0</c:v>
                </c:pt>
                <c:pt idx="70243">
                  <c:v>0</c:v>
                </c:pt>
                <c:pt idx="70244">
                  <c:v>0</c:v>
                </c:pt>
                <c:pt idx="70245">
                  <c:v>0</c:v>
                </c:pt>
                <c:pt idx="70246">
                  <c:v>0</c:v>
                </c:pt>
                <c:pt idx="70247">
                  <c:v>0</c:v>
                </c:pt>
                <c:pt idx="70248">
                  <c:v>0</c:v>
                </c:pt>
                <c:pt idx="70249">
                  <c:v>0</c:v>
                </c:pt>
                <c:pt idx="70250">
                  <c:v>0</c:v>
                </c:pt>
                <c:pt idx="70251">
                  <c:v>0</c:v>
                </c:pt>
                <c:pt idx="70252">
                  <c:v>0</c:v>
                </c:pt>
                <c:pt idx="70253">
                  <c:v>0</c:v>
                </c:pt>
                <c:pt idx="70254">
                  <c:v>0</c:v>
                </c:pt>
                <c:pt idx="70255">
                  <c:v>0</c:v>
                </c:pt>
                <c:pt idx="70256">
                  <c:v>0</c:v>
                </c:pt>
                <c:pt idx="70257">
                  <c:v>0</c:v>
                </c:pt>
                <c:pt idx="70258">
                  <c:v>0</c:v>
                </c:pt>
                <c:pt idx="70259">
                  <c:v>0</c:v>
                </c:pt>
                <c:pt idx="70260">
                  <c:v>0</c:v>
                </c:pt>
                <c:pt idx="70261">
                  <c:v>0</c:v>
                </c:pt>
                <c:pt idx="70262">
                  <c:v>0</c:v>
                </c:pt>
                <c:pt idx="70263">
                  <c:v>0</c:v>
                </c:pt>
                <c:pt idx="70264">
                  <c:v>0</c:v>
                </c:pt>
                <c:pt idx="70265">
                  <c:v>0</c:v>
                </c:pt>
                <c:pt idx="70266">
                  <c:v>0</c:v>
                </c:pt>
                <c:pt idx="70267">
                  <c:v>0</c:v>
                </c:pt>
                <c:pt idx="70268">
                  <c:v>0</c:v>
                </c:pt>
                <c:pt idx="70269">
                  <c:v>0</c:v>
                </c:pt>
                <c:pt idx="70270">
                  <c:v>0</c:v>
                </c:pt>
                <c:pt idx="70271">
                  <c:v>0</c:v>
                </c:pt>
                <c:pt idx="70272">
                  <c:v>0</c:v>
                </c:pt>
                <c:pt idx="70273">
                  <c:v>0</c:v>
                </c:pt>
                <c:pt idx="70274">
                  <c:v>0</c:v>
                </c:pt>
                <c:pt idx="70275">
                  <c:v>0</c:v>
                </c:pt>
                <c:pt idx="70276">
                  <c:v>0</c:v>
                </c:pt>
                <c:pt idx="70277">
                  <c:v>0</c:v>
                </c:pt>
                <c:pt idx="70278">
                  <c:v>0</c:v>
                </c:pt>
                <c:pt idx="70279">
                  <c:v>0</c:v>
                </c:pt>
                <c:pt idx="70280">
                  <c:v>0</c:v>
                </c:pt>
                <c:pt idx="70281">
                  <c:v>0</c:v>
                </c:pt>
                <c:pt idx="70282">
                  <c:v>0</c:v>
                </c:pt>
                <c:pt idx="70283">
                  <c:v>0</c:v>
                </c:pt>
                <c:pt idx="70284">
                  <c:v>0</c:v>
                </c:pt>
                <c:pt idx="70285">
                  <c:v>0</c:v>
                </c:pt>
                <c:pt idx="70286">
                  <c:v>0</c:v>
                </c:pt>
                <c:pt idx="70287">
                  <c:v>0</c:v>
                </c:pt>
                <c:pt idx="70288">
                  <c:v>0</c:v>
                </c:pt>
                <c:pt idx="70289">
                  <c:v>0</c:v>
                </c:pt>
                <c:pt idx="70290">
                  <c:v>0</c:v>
                </c:pt>
                <c:pt idx="70291">
                  <c:v>0</c:v>
                </c:pt>
                <c:pt idx="70292">
                  <c:v>0</c:v>
                </c:pt>
                <c:pt idx="70293">
                  <c:v>0</c:v>
                </c:pt>
                <c:pt idx="70294">
                  <c:v>0</c:v>
                </c:pt>
                <c:pt idx="70295">
                  <c:v>0</c:v>
                </c:pt>
                <c:pt idx="70296">
                  <c:v>0</c:v>
                </c:pt>
                <c:pt idx="70297">
                  <c:v>0</c:v>
                </c:pt>
                <c:pt idx="70298">
                  <c:v>0</c:v>
                </c:pt>
                <c:pt idx="70299">
                  <c:v>0</c:v>
                </c:pt>
                <c:pt idx="70300">
                  <c:v>0</c:v>
                </c:pt>
                <c:pt idx="70301">
                  <c:v>0</c:v>
                </c:pt>
                <c:pt idx="70302">
                  <c:v>0</c:v>
                </c:pt>
                <c:pt idx="70303">
                  <c:v>0</c:v>
                </c:pt>
                <c:pt idx="70304">
                  <c:v>0</c:v>
                </c:pt>
                <c:pt idx="70305">
                  <c:v>0</c:v>
                </c:pt>
                <c:pt idx="70306">
                  <c:v>0</c:v>
                </c:pt>
                <c:pt idx="70307">
                  <c:v>0</c:v>
                </c:pt>
                <c:pt idx="70308">
                  <c:v>0</c:v>
                </c:pt>
                <c:pt idx="70309">
                  <c:v>0</c:v>
                </c:pt>
                <c:pt idx="70310">
                  <c:v>0</c:v>
                </c:pt>
                <c:pt idx="70311">
                  <c:v>0</c:v>
                </c:pt>
                <c:pt idx="70312">
                  <c:v>0</c:v>
                </c:pt>
                <c:pt idx="70313">
                  <c:v>0</c:v>
                </c:pt>
                <c:pt idx="70314">
                  <c:v>0</c:v>
                </c:pt>
                <c:pt idx="70315">
                  <c:v>0</c:v>
                </c:pt>
                <c:pt idx="70316">
                  <c:v>0</c:v>
                </c:pt>
                <c:pt idx="70317">
                  <c:v>0</c:v>
                </c:pt>
                <c:pt idx="70318">
                  <c:v>0</c:v>
                </c:pt>
                <c:pt idx="70319">
                  <c:v>0</c:v>
                </c:pt>
                <c:pt idx="70320">
                  <c:v>0</c:v>
                </c:pt>
                <c:pt idx="70321">
                  <c:v>0</c:v>
                </c:pt>
                <c:pt idx="70322">
                  <c:v>0</c:v>
                </c:pt>
                <c:pt idx="70323">
                  <c:v>0</c:v>
                </c:pt>
                <c:pt idx="70324">
                  <c:v>0</c:v>
                </c:pt>
                <c:pt idx="70325">
                  <c:v>0</c:v>
                </c:pt>
                <c:pt idx="70326">
                  <c:v>0</c:v>
                </c:pt>
                <c:pt idx="70327">
                  <c:v>0</c:v>
                </c:pt>
                <c:pt idx="70328">
                  <c:v>0</c:v>
                </c:pt>
                <c:pt idx="70329">
                  <c:v>0</c:v>
                </c:pt>
                <c:pt idx="70330">
                  <c:v>0</c:v>
                </c:pt>
                <c:pt idx="70331">
                  <c:v>0</c:v>
                </c:pt>
                <c:pt idx="70332">
                  <c:v>0</c:v>
                </c:pt>
                <c:pt idx="70333">
                  <c:v>0</c:v>
                </c:pt>
                <c:pt idx="70334">
                  <c:v>0</c:v>
                </c:pt>
                <c:pt idx="70335">
                  <c:v>0</c:v>
                </c:pt>
                <c:pt idx="70336">
                  <c:v>0</c:v>
                </c:pt>
                <c:pt idx="70337">
                  <c:v>0</c:v>
                </c:pt>
                <c:pt idx="70338">
                  <c:v>0</c:v>
                </c:pt>
                <c:pt idx="70339">
                  <c:v>0</c:v>
                </c:pt>
                <c:pt idx="70340">
                  <c:v>0</c:v>
                </c:pt>
                <c:pt idx="70341">
                  <c:v>0</c:v>
                </c:pt>
                <c:pt idx="70342">
                  <c:v>0</c:v>
                </c:pt>
                <c:pt idx="70343">
                  <c:v>0</c:v>
                </c:pt>
                <c:pt idx="70344">
                  <c:v>0</c:v>
                </c:pt>
                <c:pt idx="70345">
                  <c:v>0</c:v>
                </c:pt>
                <c:pt idx="70346">
                  <c:v>0</c:v>
                </c:pt>
                <c:pt idx="70347">
                  <c:v>0</c:v>
                </c:pt>
                <c:pt idx="70348">
                  <c:v>0</c:v>
                </c:pt>
                <c:pt idx="70349">
                  <c:v>0</c:v>
                </c:pt>
                <c:pt idx="70350">
                  <c:v>0</c:v>
                </c:pt>
                <c:pt idx="70351">
                  <c:v>0</c:v>
                </c:pt>
                <c:pt idx="70352">
                  <c:v>0</c:v>
                </c:pt>
                <c:pt idx="70353">
                  <c:v>0</c:v>
                </c:pt>
                <c:pt idx="70354">
                  <c:v>0</c:v>
                </c:pt>
                <c:pt idx="70355">
                  <c:v>0</c:v>
                </c:pt>
                <c:pt idx="70356">
                  <c:v>0</c:v>
                </c:pt>
                <c:pt idx="70357">
                  <c:v>0</c:v>
                </c:pt>
                <c:pt idx="70358">
                  <c:v>0</c:v>
                </c:pt>
                <c:pt idx="70359">
                  <c:v>0</c:v>
                </c:pt>
                <c:pt idx="70360">
                  <c:v>0</c:v>
                </c:pt>
                <c:pt idx="70361">
                  <c:v>0</c:v>
                </c:pt>
                <c:pt idx="70362">
                  <c:v>0</c:v>
                </c:pt>
                <c:pt idx="70363">
                  <c:v>0</c:v>
                </c:pt>
                <c:pt idx="70364">
                  <c:v>0</c:v>
                </c:pt>
                <c:pt idx="70365">
                  <c:v>0</c:v>
                </c:pt>
                <c:pt idx="70366">
                  <c:v>0</c:v>
                </c:pt>
                <c:pt idx="70367">
                  <c:v>0</c:v>
                </c:pt>
                <c:pt idx="70368">
                  <c:v>0</c:v>
                </c:pt>
                <c:pt idx="70369">
                  <c:v>0</c:v>
                </c:pt>
                <c:pt idx="70370">
                  <c:v>0</c:v>
                </c:pt>
                <c:pt idx="70371">
                  <c:v>0</c:v>
                </c:pt>
                <c:pt idx="70372">
                  <c:v>0</c:v>
                </c:pt>
                <c:pt idx="70373">
                  <c:v>0</c:v>
                </c:pt>
                <c:pt idx="70374">
                  <c:v>0</c:v>
                </c:pt>
                <c:pt idx="70375">
                  <c:v>0</c:v>
                </c:pt>
                <c:pt idx="70376">
                  <c:v>0</c:v>
                </c:pt>
                <c:pt idx="70377">
                  <c:v>0</c:v>
                </c:pt>
                <c:pt idx="70378">
                  <c:v>0</c:v>
                </c:pt>
                <c:pt idx="70379">
                  <c:v>0</c:v>
                </c:pt>
                <c:pt idx="70380">
                  <c:v>0</c:v>
                </c:pt>
                <c:pt idx="70381">
                  <c:v>0</c:v>
                </c:pt>
                <c:pt idx="70382">
                  <c:v>0</c:v>
                </c:pt>
                <c:pt idx="70383">
                  <c:v>0</c:v>
                </c:pt>
                <c:pt idx="70384">
                  <c:v>0</c:v>
                </c:pt>
                <c:pt idx="70385">
                  <c:v>0</c:v>
                </c:pt>
                <c:pt idx="70386">
                  <c:v>0</c:v>
                </c:pt>
                <c:pt idx="70387">
                  <c:v>0</c:v>
                </c:pt>
                <c:pt idx="70388">
                  <c:v>0</c:v>
                </c:pt>
                <c:pt idx="70389">
                  <c:v>0</c:v>
                </c:pt>
                <c:pt idx="70390">
                  <c:v>0</c:v>
                </c:pt>
                <c:pt idx="70391">
                  <c:v>0</c:v>
                </c:pt>
                <c:pt idx="70392">
                  <c:v>0</c:v>
                </c:pt>
                <c:pt idx="70393">
                  <c:v>0</c:v>
                </c:pt>
                <c:pt idx="70394">
                  <c:v>0</c:v>
                </c:pt>
                <c:pt idx="70395">
                  <c:v>0</c:v>
                </c:pt>
                <c:pt idx="70396">
                  <c:v>0</c:v>
                </c:pt>
                <c:pt idx="70397">
                  <c:v>0</c:v>
                </c:pt>
                <c:pt idx="70398">
                  <c:v>0</c:v>
                </c:pt>
                <c:pt idx="70399">
                  <c:v>0</c:v>
                </c:pt>
                <c:pt idx="70400">
                  <c:v>0</c:v>
                </c:pt>
                <c:pt idx="70401">
                  <c:v>0</c:v>
                </c:pt>
                <c:pt idx="70402">
                  <c:v>0</c:v>
                </c:pt>
                <c:pt idx="70403">
                  <c:v>0</c:v>
                </c:pt>
                <c:pt idx="70404">
                  <c:v>0</c:v>
                </c:pt>
                <c:pt idx="70405">
                  <c:v>0</c:v>
                </c:pt>
                <c:pt idx="70406">
                  <c:v>0</c:v>
                </c:pt>
                <c:pt idx="70407">
                  <c:v>0</c:v>
                </c:pt>
                <c:pt idx="70408">
                  <c:v>0</c:v>
                </c:pt>
                <c:pt idx="70409">
                  <c:v>0</c:v>
                </c:pt>
                <c:pt idx="70410">
                  <c:v>0</c:v>
                </c:pt>
                <c:pt idx="70411">
                  <c:v>0</c:v>
                </c:pt>
                <c:pt idx="70412">
                  <c:v>0</c:v>
                </c:pt>
                <c:pt idx="70413">
                  <c:v>0</c:v>
                </c:pt>
                <c:pt idx="70414">
                  <c:v>0</c:v>
                </c:pt>
                <c:pt idx="70415">
                  <c:v>0</c:v>
                </c:pt>
                <c:pt idx="70416">
                  <c:v>0</c:v>
                </c:pt>
                <c:pt idx="70417">
                  <c:v>0</c:v>
                </c:pt>
                <c:pt idx="70418">
                  <c:v>0</c:v>
                </c:pt>
                <c:pt idx="70419">
                  <c:v>0</c:v>
                </c:pt>
                <c:pt idx="70420">
                  <c:v>0</c:v>
                </c:pt>
                <c:pt idx="70421">
                  <c:v>0</c:v>
                </c:pt>
                <c:pt idx="70422">
                  <c:v>0</c:v>
                </c:pt>
                <c:pt idx="70423">
                  <c:v>0</c:v>
                </c:pt>
                <c:pt idx="70424">
                  <c:v>0</c:v>
                </c:pt>
                <c:pt idx="70425">
                  <c:v>0</c:v>
                </c:pt>
                <c:pt idx="70426">
                  <c:v>0</c:v>
                </c:pt>
                <c:pt idx="70427">
                  <c:v>0</c:v>
                </c:pt>
                <c:pt idx="70428">
                  <c:v>0</c:v>
                </c:pt>
                <c:pt idx="70429">
                  <c:v>0</c:v>
                </c:pt>
                <c:pt idx="70430">
                  <c:v>0</c:v>
                </c:pt>
                <c:pt idx="70431">
                  <c:v>0</c:v>
                </c:pt>
                <c:pt idx="70432">
                  <c:v>0</c:v>
                </c:pt>
                <c:pt idx="70433">
                  <c:v>0</c:v>
                </c:pt>
                <c:pt idx="70434">
                  <c:v>0</c:v>
                </c:pt>
                <c:pt idx="70435">
                  <c:v>0</c:v>
                </c:pt>
                <c:pt idx="70436">
                  <c:v>0</c:v>
                </c:pt>
                <c:pt idx="70437">
                  <c:v>0</c:v>
                </c:pt>
                <c:pt idx="70438">
                  <c:v>0</c:v>
                </c:pt>
                <c:pt idx="70439">
                  <c:v>0</c:v>
                </c:pt>
                <c:pt idx="70440">
                  <c:v>0</c:v>
                </c:pt>
                <c:pt idx="70441">
                  <c:v>0</c:v>
                </c:pt>
                <c:pt idx="70442">
                  <c:v>0</c:v>
                </c:pt>
                <c:pt idx="70443">
                  <c:v>0</c:v>
                </c:pt>
                <c:pt idx="70444">
                  <c:v>0</c:v>
                </c:pt>
                <c:pt idx="70445">
                  <c:v>0</c:v>
                </c:pt>
                <c:pt idx="70446">
                  <c:v>0</c:v>
                </c:pt>
                <c:pt idx="70447">
                  <c:v>0</c:v>
                </c:pt>
                <c:pt idx="70448">
                  <c:v>0</c:v>
                </c:pt>
                <c:pt idx="70449">
                  <c:v>0</c:v>
                </c:pt>
                <c:pt idx="70450">
                  <c:v>0</c:v>
                </c:pt>
                <c:pt idx="70451">
                  <c:v>0</c:v>
                </c:pt>
                <c:pt idx="70452">
                  <c:v>0</c:v>
                </c:pt>
                <c:pt idx="70453">
                  <c:v>0</c:v>
                </c:pt>
                <c:pt idx="70454">
                  <c:v>0</c:v>
                </c:pt>
                <c:pt idx="70455">
                  <c:v>0</c:v>
                </c:pt>
                <c:pt idx="70456">
                  <c:v>0</c:v>
                </c:pt>
                <c:pt idx="70457">
                  <c:v>0</c:v>
                </c:pt>
                <c:pt idx="70458">
                  <c:v>0</c:v>
                </c:pt>
                <c:pt idx="70459">
                  <c:v>0</c:v>
                </c:pt>
                <c:pt idx="70460">
                  <c:v>0</c:v>
                </c:pt>
                <c:pt idx="70461">
                  <c:v>0</c:v>
                </c:pt>
                <c:pt idx="70462">
                  <c:v>0</c:v>
                </c:pt>
                <c:pt idx="70463">
                  <c:v>0</c:v>
                </c:pt>
                <c:pt idx="70464">
                  <c:v>0</c:v>
                </c:pt>
                <c:pt idx="70465">
                  <c:v>0</c:v>
                </c:pt>
                <c:pt idx="70466">
                  <c:v>0</c:v>
                </c:pt>
                <c:pt idx="70467">
                  <c:v>0</c:v>
                </c:pt>
                <c:pt idx="70468">
                  <c:v>0</c:v>
                </c:pt>
                <c:pt idx="70469">
                  <c:v>0</c:v>
                </c:pt>
                <c:pt idx="70470">
                  <c:v>0</c:v>
                </c:pt>
                <c:pt idx="70471">
                  <c:v>0</c:v>
                </c:pt>
                <c:pt idx="70472">
                  <c:v>0</c:v>
                </c:pt>
                <c:pt idx="70473">
                  <c:v>0</c:v>
                </c:pt>
                <c:pt idx="70474">
                  <c:v>0</c:v>
                </c:pt>
                <c:pt idx="70475">
                  <c:v>0</c:v>
                </c:pt>
                <c:pt idx="70476">
                  <c:v>0</c:v>
                </c:pt>
                <c:pt idx="70477">
                  <c:v>0</c:v>
                </c:pt>
                <c:pt idx="70478">
                  <c:v>0</c:v>
                </c:pt>
                <c:pt idx="70479">
                  <c:v>0</c:v>
                </c:pt>
                <c:pt idx="70480">
                  <c:v>0</c:v>
                </c:pt>
                <c:pt idx="70481">
                  <c:v>0</c:v>
                </c:pt>
                <c:pt idx="70482">
                  <c:v>0</c:v>
                </c:pt>
                <c:pt idx="70483">
                  <c:v>0</c:v>
                </c:pt>
                <c:pt idx="70484">
                  <c:v>0</c:v>
                </c:pt>
                <c:pt idx="70485">
                  <c:v>0</c:v>
                </c:pt>
                <c:pt idx="70486">
                  <c:v>0</c:v>
                </c:pt>
                <c:pt idx="70487">
                  <c:v>0</c:v>
                </c:pt>
                <c:pt idx="70488">
                  <c:v>0</c:v>
                </c:pt>
                <c:pt idx="70489">
                  <c:v>0</c:v>
                </c:pt>
                <c:pt idx="70490">
                  <c:v>0</c:v>
                </c:pt>
                <c:pt idx="70491">
                  <c:v>0</c:v>
                </c:pt>
                <c:pt idx="70492">
                  <c:v>0</c:v>
                </c:pt>
                <c:pt idx="70493">
                  <c:v>0</c:v>
                </c:pt>
                <c:pt idx="70494">
                  <c:v>0</c:v>
                </c:pt>
                <c:pt idx="70495">
                  <c:v>0</c:v>
                </c:pt>
                <c:pt idx="70496">
                  <c:v>0</c:v>
                </c:pt>
                <c:pt idx="70497">
                  <c:v>0</c:v>
                </c:pt>
                <c:pt idx="70498">
                  <c:v>0</c:v>
                </c:pt>
                <c:pt idx="70499">
                  <c:v>0</c:v>
                </c:pt>
                <c:pt idx="70500">
                  <c:v>0</c:v>
                </c:pt>
                <c:pt idx="70501">
                  <c:v>0</c:v>
                </c:pt>
                <c:pt idx="70502">
                  <c:v>0</c:v>
                </c:pt>
                <c:pt idx="70503">
                  <c:v>0</c:v>
                </c:pt>
                <c:pt idx="70504">
                  <c:v>0</c:v>
                </c:pt>
                <c:pt idx="70505">
                  <c:v>0</c:v>
                </c:pt>
                <c:pt idx="70506">
                  <c:v>0</c:v>
                </c:pt>
                <c:pt idx="70507">
                  <c:v>0</c:v>
                </c:pt>
                <c:pt idx="70508">
                  <c:v>0</c:v>
                </c:pt>
                <c:pt idx="70509">
                  <c:v>0</c:v>
                </c:pt>
                <c:pt idx="70510">
                  <c:v>0</c:v>
                </c:pt>
                <c:pt idx="70511">
                  <c:v>0</c:v>
                </c:pt>
                <c:pt idx="70512">
                  <c:v>0</c:v>
                </c:pt>
                <c:pt idx="70513">
                  <c:v>0</c:v>
                </c:pt>
                <c:pt idx="70514">
                  <c:v>0</c:v>
                </c:pt>
                <c:pt idx="70515">
                  <c:v>0</c:v>
                </c:pt>
                <c:pt idx="70516">
                  <c:v>0</c:v>
                </c:pt>
                <c:pt idx="70517">
                  <c:v>0</c:v>
                </c:pt>
                <c:pt idx="70518">
                  <c:v>0</c:v>
                </c:pt>
                <c:pt idx="70519">
                  <c:v>0</c:v>
                </c:pt>
                <c:pt idx="70520">
                  <c:v>0</c:v>
                </c:pt>
                <c:pt idx="70521">
                  <c:v>0</c:v>
                </c:pt>
                <c:pt idx="70522">
                  <c:v>0</c:v>
                </c:pt>
                <c:pt idx="70523">
                  <c:v>0</c:v>
                </c:pt>
                <c:pt idx="70524">
                  <c:v>0</c:v>
                </c:pt>
                <c:pt idx="70525">
                  <c:v>0</c:v>
                </c:pt>
                <c:pt idx="70526">
                  <c:v>0</c:v>
                </c:pt>
                <c:pt idx="70527">
                  <c:v>0</c:v>
                </c:pt>
                <c:pt idx="70528">
                  <c:v>0</c:v>
                </c:pt>
                <c:pt idx="70529">
                  <c:v>0</c:v>
                </c:pt>
                <c:pt idx="70530">
                  <c:v>0</c:v>
                </c:pt>
                <c:pt idx="70531">
                  <c:v>0</c:v>
                </c:pt>
                <c:pt idx="70532">
                  <c:v>0</c:v>
                </c:pt>
                <c:pt idx="70533">
                  <c:v>0</c:v>
                </c:pt>
                <c:pt idx="70534">
                  <c:v>0</c:v>
                </c:pt>
                <c:pt idx="70535">
                  <c:v>0</c:v>
                </c:pt>
                <c:pt idx="70536">
                  <c:v>0</c:v>
                </c:pt>
                <c:pt idx="70537">
                  <c:v>0</c:v>
                </c:pt>
                <c:pt idx="70538">
                  <c:v>0</c:v>
                </c:pt>
                <c:pt idx="70539">
                  <c:v>0</c:v>
                </c:pt>
                <c:pt idx="70540">
                  <c:v>0</c:v>
                </c:pt>
                <c:pt idx="70541">
                  <c:v>0</c:v>
                </c:pt>
                <c:pt idx="70542">
                  <c:v>0</c:v>
                </c:pt>
                <c:pt idx="70543">
                  <c:v>0</c:v>
                </c:pt>
                <c:pt idx="70544">
                  <c:v>0</c:v>
                </c:pt>
                <c:pt idx="70545">
                  <c:v>0</c:v>
                </c:pt>
                <c:pt idx="70546">
                  <c:v>0</c:v>
                </c:pt>
                <c:pt idx="70547">
                  <c:v>0</c:v>
                </c:pt>
                <c:pt idx="70548">
                  <c:v>0</c:v>
                </c:pt>
                <c:pt idx="70549">
                  <c:v>0</c:v>
                </c:pt>
                <c:pt idx="70550">
                  <c:v>0</c:v>
                </c:pt>
                <c:pt idx="70551">
                  <c:v>0</c:v>
                </c:pt>
                <c:pt idx="70552">
                  <c:v>0</c:v>
                </c:pt>
                <c:pt idx="70553">
                  <c:v>0</c:v>
                </c:pt>
                <c:pt idx="70554">
                  <c:v>0</c:v>
                </c:pt>
                <c:pt idx="70555">
                  <c:v>0</c:v>
                </c:pt>
                <c:pt idx="70556">
                  <c:v>0</c:v>
                </c:pt>
                <c:pt idx="70557">
                  <c:v>0</c:v>
                </c:pt>
                <c:pt idx="70558">
                  <c:v>0</c:v>
                </c:pt>
                <c:pt idx="70559">
                  <c:v>0</c:v>
                </c:pt>
                <c:pt idx="70560">
                  <c:v>0</c:v>
                </c:pt>
                <c:pt idx="70561">
                  <c:v>0</c:v>
                </c:pt>
                <c:pt idx="70562">
                  <c:v>0</c:v>
                </c:pt>
                <c:pt idx="70563">
                  <c:v>0</c:v>
                </c:pt>
                <c:pt idx="70564">
                  <c:v>0</c:v>
                </c:pt>
                <c:pt idx="70565">
                  <c:v>0</c:v>
                </c:pt>
                <c:pt idx="70566">
                  <c:v>0</c:v>
                </c:pt>
                <c:pt idx="70567">
                  <c:v>0</c:v>
                </c:pt>
                <c:pt idx="70568">
                  <c:v>0</c:v>
                </c:pt>
                <c:pt idx="70569">
                  <c:v>0</c:v>
                </c:pt>
                <c:pt idx="70570">
                  <c:v>0</c:v>
                </c:pt>
                <c:pt idx="70571">
                  <c:v>0</c:v>
                </c:pt>
                <c:pt idx="70572">
                  <c:v>0</c:v>
                </c:pt>
                <c:pt idx="70573">
                  <c:v>0</c:v>
                </c:pt>
                <c:pt idx="70574">
                  <c:v>0</c:v>
                </c:pt>
                <c:pt idx="70575">
                  <c:v>0</c:v>
                </c:pt>
                <c:pt idx="70576">
                  <c:v>0</c:v>
                </c:pt>
                <c:pt idx="70577">
                  <c:v>0</c:v>
                </c:pt>
                <c:pt idx="70578">
                  <c:v>0</c:v>
                </c:pt>
                <c:pt idx="70579">
                  <c:v>0</c:v>
                </c:pt>
                <c:pt idx="70580">
                  <c:v>0</c:v>
                </c:pt>
                <c:pt idx="70581">
                  <c:v>0</c:v>
                </c:pt>
                <c:pt idx="70582">
                  <c:v>0</c:v>
                </c:pt>
                <c:pt idx="70583">
                  <c:v>0</c:v>
                </c:pt>
                <c:pt idx="70584">
                  <c:v>0</c:v>
                </c:pt>
                <c:pt idx="70585">
                  <c:v>0</c:v>
                </c:pt>
                <c:pt idx="70586">
                  <c:v>0</c:v>
                </c:pt>
                <c:pt idx="70587">
                  <c:v>0</c:v>
                </c:pt>
                <c:pt idx="70588">
                  <c:v>0</c:v>
                </c:pt>
                <c:pt idx="70589">
                  <c:v>0</c:v>
                </c:pt>
                <c:pt idx="70590">
                  <c:v>0</c:v>
                </c:pt>
                <c:pt idx="70591">
                  <c:v>0</c:v>
                </c:pt>
                <c:pt idx="70592">
                  <c:v>0</c:v>
                </c:pt>
                <c:pt idx="70593">
                  <c:v>0</c:v>
                </c:pt>
                <c:pt idx="70594">
                  <c:v>0</c:v>
                </c:pt>
                <c:pt idx="70595">
                  <c:v>0</c:v>
                </c:pt>
                <c:pt idx="70596">
                  <c:v>0</c:v>
                </c:pt>
                <c:pt idx="70597">
                  <c:v>0</c:v>
                </c:pt>
                <c:pt idx="70598">
                  <c:v>0</c:v>
                </c:pt>
                <c:pt idx="70599">
                  <c:v>0</c:v>
                </c:pt>
                <c:pt idx="70600">
                  <c:v>0</c:v>
                </c:pt>
                <c:pt idx="70601">
                  <c:v>0</c:v>
                </c:pt>
                <c:pt idx="70602">
                  <c:v>0</c:v>
                </c:pt>
                <c:pt idx="70603">
                  <c:v>0</c:v>
                </c:pt>
                <c:pt idx="70604">
                  <c:v>0</c:v>
                </c:pt>
                <c:pt idx="70605">
                  <c:v>0</c:v>
                </c:pt>
                <c:pt idx="70606">
                  <c:v>0</c:v>
                </c:pt>
                <c:pt idx="70607">
                  <c:v>0</c:v>
                </c:pt>
                <c:pt idx="70608">
                  <c:v>0</c:v>
                </c:pt>
                <c:pt idx="70609">
                  <c:v>0</c:v>
                </c:pt>
                <c:pt idx="70610">
                  <c:v>0</c:v>
                </c:pt>
                <c:pt idx="70611">
                  <c:v>0</c:v>
                </c:pt>
                <c:pt idx="70612">
                  <c:v>0</c:v>
                </c:pt>
                <c:pt idx="70613">
                  <c:v>0</c:v>
                </c:pt>
                <c:pt idx="70614">
                  <c:v>0</c:v>
                </c:pt>
                <c:pt idx="70615">
                  <c:v>0</c:v>
                </c:pt>
                <c:pt idx="70616">
                  <c:v>0</c:v>
                </c:pt>
                <c:pt idx="70617">
                  <c:v>0</c:v>
                </c:pt>
                <c:pt idx="70618">
                  <c:v>0</c:v>
                </c:pt>
                <c:pt idx="70619">
                  <c:v>0</c:v>
                </c:pt>
                <c:pt idx="70620">
                  <c:v>0</c:v>
                </c:pt>
                <c:pt idx="70621">
                  <c:v>0</c:v>
                </c:pt>
                <c:pt idx="70622">
                  <c:v>0</c:v>
                </c:pt>
                <c:pt idx="70623">
                  <c:v>0</c:v>
                </c:pt>
                <c:pt idx="70624">
                  <c:v>0</c:v>
                </c:pt>
                <c:pt idx="70625">
                  <c:v>0</c:v>
                </c:pt>
                <c:pt idx="70626">
                  <c:v>0</c:v>
                </c:pt>
                <c:pt idx="70627">
                  <c:v>0</c:v>
                </c:pt>
                <c:pt idx="70628">
                  <c:v>0</c:v>
                </c:pt>
                <c:pt idx="70629">
                  <c:v>0</c:v>
                </c:pt>
                <c:pt idx="70630">
                  <c:v>0</c:v>
                </c:pt>
                <c:pt idx="70631">
                  <c:v>0</c:v>
                </c:pt>
                <c:pt idx="70632">
                  <c:v>0</c:v>
                </c:pt>
                <c:pt idx="70633">
                  <c:v>0</c:v>
                </c:pt>
                <c:pt idx="70634">
                  <c:v>0</c:v>
                </c:pt>
                <c:pt idx="70635">
                  <c:v>0</c:v>
                </c:pt>
                <c:pt idx="70636">
                  <c:v>0</c:v>
                </c:pt>
                <c:pt idx="70637">
                  <c:v>0</c:v>
                </c:pt>
                <c:pt idx="70638">
                  <c:v>0</c:v>
                </c:pt>
                <c:pt idx="70639">
                  <c:v>0</c:v>
                </c:pt>
                <c:pt idx="70640">
                  <c:v>0</c:v>
                </c:pt>
                <c:pt idx="70641">
                  <c:v>0</c:v>
                </c:pt>
                <c:pt idx="70642">
                  <c:v>0</c:v>
                </c:pt>
                <c:pt idx="70643">
                  <c:v>0</c:v>
                </c:pt>
                <c:pt idx="70644">
                  <c:v>0</c:v>
                </c:pt>
                <c:pt idx="70645">
                  <c:v>0</c:v>
                </c:pt>
                <c:pt idx="70646">
                  <c:v>0</c:v>
                </c:pt>
                <c:pt idx="70647">
                  <c:v>0</c:v>
                </c:pt>
                <c:pt idx="70648">
                  <c:v>0</c:v>
                </c:pt>
                <c:pt idx="70649">
                  <c:v>0</c:v>
                </c:pt>
                <c:pt idx="70650">
                  <c:v>0</c:v>
                </c:pt>
                <c:pt idx="70651">
                  <c:v>0</c:v>
                </c:pt>
                <c:pt idx="70652">
                  <c:v>0</c:v>
                </c:pt>
                <c:pt idx="70653">
                  <c:v>0</c:v>
                </c:pt>
                <c:pt idx="70654">
                  <c:v>0</c:v>
                </c:pt>
                <c:pt idx="70655">
                  <c:v>0</c:v>
                </c:pt>
                <c:pt idx="70656">
                  <c:v>0</c:v>
                </c:pt>
                <c:pt idx="70657">
                  <c:v>0</c:v>
                </c:pt>
                <c:pt idx="70658">
                  <c:v>0</c:v>
                </c:pt>
                <c:pt idx="70659">
                  <c:v>0</c:v>
                </c:pt>
                <c:pt idx="70660">
                  <c:v>0</c:v>
                </c:pt>
                <c:pt idx="70661">
                  <c:v>0</c:v>
                </c:pt>
                <c:pt idx="70662">
                  <c:v>0</c:v>
                </c:pt>
                <c:pt idx="70663">
                  <c:v>0</c:v>
                </c:pt>
                <c:pt idx="70664">
                  <c:v>0</c:v>
                </c:pt>
                <c:pt idx="70665">
                  <c:v>0</c:v>
                </c:pt>
                <c:pt idx="70666">
                  <c:v>0</c:v>
                </c:pt>
                <c:pt idx="70667">
                  <c:v>0</c:v>
                </c:pt>
                <c:pt idx="70668">
                  <c:v>0</c:v>
                </c:pt>
                <c:pt idx="70669">
                  <c:v>0</c:v>
                </c:pt>
                <c:pt idx="70670">
                  <c:v>0</c:v>
                </c:pt>
                <c:pt idx="70671">
                  <c:v>0</c:v>
                </c:pt>
                <c:pt idx="70672">
                  <c:v>0</c:v>
                </c:pt>
                <c:pt idx="70673">
                  <c:v>0</c:v>
                </c:pt>
                <c:pt idx="70674">
                  <c:v>0</c:v>
                </c:pt>
                <c:pt idx="70675">
                  <c:v>0</c:v>
                </c:pt>
                <c:pt idx="70676">
                  <c:v>0</c:v>
                </c:pt>
                <c:pt idx="70677">
                  <c:v>0</c:v>
                </c:pt>
                <c:pt idx="70678">
                  <c:v>0</c:v>
                </c:pt>
                <c:pt idx="70679">
                  <c:v>0</c:v>
                </c:pt>
                <c:pt idx="70680">
                  <c:v>0</c:v>
                </c:pt>
                <c:pt idx="70681">
                  <c:v>0</c:v>
                </c:pt>
                <c:pt idx="70682">
                  <c:v>0</c:v>
                </c:pt>
                <c:pt idx="70683">
                  <c:v>0</c:v>
                </c:pt>
                <c:pt idx="70684">
                  <c:v>0</c:v>
                </c:pt>
                <c:pt idx="70685">
                  <c:v>0</c:v>
                </c:pt>
                <c:pt idx="70686">
                  <c:v>0</c:v>
                </c:pt>
                <c:pt idx="70687">
                  <c:v>0</c:v>
                </c:pt>
                <c:pt idx="70688">
                  <c:v>0</c:v>
                </c:pt>
                <c:pt idx="70689">
                  <c:v>0</c:v>
                </c:pt>
                <c:pt idx="70690">
                  <c:v>0</c:v>
                </c:pt>
                <c:pt idx="70691">
                  <c:v>0</c:v>
                </c:pt>
                <c:pt idx="70692">
                  <c:v>0</c:v>
                </c:pt>
                <c:pt idx="70693">
                  <c:v>0</c:v>
                </c:pt>
                <c:pt idx="70694">
                  <c:v>0</c:v>
                </c:pt>
                <c:pt idx="70695">
                  <c:v>0</c:v>
                </c:pt>
                <c:pt idx="70696">
                  <c:v>0</c:v>
                </c:pt>
                <c:pt idx="70697">
                  <c:v>0</c:v>
                </c:pt>
                <c:pt idx="70698">
                  <c:v>0</c:v>
                </c:pt>
                <c:pt idx="70699">
                  <c:v>0</c:v>
                </c:pt>
                <c:pt idx="70700">
                  <c:v>0</c:v>
                </c:pt>
                <c:pt idx="70701">
                  <c:v>0</c:v>
                </c:pt>
                <c:pt idx="70702">
                  <c:v>0</c:v>
                </c:pt>
                <c:pt idx="70703">
                  <c:v>0</c:v>
                </c:pt>
                <c:pt idx="70704">
                  <c:v>0</c:v>
                </c:pt>
                <c:pt idx="70705">
                  <c:v>0</c:v>
                </c:pt>
                <c:pt idx="70706">
                  <c:v>0</c:v>
                </c:pt>
                <c:pt idx="70707">
                  <c:v>0</c:v>
                </c:pt>
                <c:pt idx="70708">
                  <c:v>0</c:v>
                </c:pt>
                <c:pt idx="70709">
                  <c:v>0</c:v>
                </c:pt>
                <c:pt idx="70710">
                  <c:v>0</c:v>
                </c:pt>
                <c:pt idx="70711">
                  <c:v>0</c:v>
                </c:pt>
                <c:pt idx="70712">
                  <c:v>0</c:v>
                </c:pt>
                <c:pt idx="70713">
                  <c:v>0</c:v>
                </c:pt>
                <c:pt idx="70714">
                  <c:v>0</c:v>
                </c:pt>
                <c:pt idx="70715">
                  <c:v>0</c:v>
                </c:pt>
                <c:pt idx="70716">
                  <c:v>0</c:v>
                </c:pt>
                <c:pt idx="70717">
                  <c:v>0</c:v>
                </c:pt>
                <c:pt idx="70718">
                  <c:v>0</c:v>
                </c:pt>
                <c:pt idx="70719">
                  <c:v>0</c:v>
                </c:pt>
                <c:pt idx="70720">
                  <c:v>0</c:v>
                </c:pt>
                <c:pt idx="70721">
                  <c:v>0</c:v>
                </c:pt>
                <c:pt idx="70722">
                  <c:v>0</c:v>
                </c:pt>
                <c:pt idx="70723">
                  <c:v>0</c:v>
                </c:pt>
                <c:pt idx="70724">
                  <c:v>0</c:v>
                </c:pt>
                <c:pt idx="70725">
                  <c:v>0</c:v>
                </c:pt>
                <c:pt idx="70726">
                  <c:v>0</c:v>
                </c:pt>
                <c:pt idx="70727">
                  <c:v>0</c:v>
                </c:pt>
                <c:pt idx="70728">
                  <c:v>0</c:v>
                </c:pt>
                <c:pt idx="70729">
                  <c:v>0</c:v>
                </c:pt>
                <c:pt idx="70730">
                  <c:v>0</c:v>
                </c:pt>
                <c:pt idx="70731">
                  <c:v>0</c:v>
                </c:pt>
                <c:pt idx="70732">
                  <c:v>0</c:v>
                </c:pt>
                <c:pt idx="70733">
                  <c:v>0</c:v>
                </c:pt>
                <c:pt idx="70734">
                  <c:v>0</c:v>
                </c:pt>
                <c:pt idx="70735">
                  <c:v>0</c:v>
                </c:pt>
                <c:pt idx="70736">
                  <c:v>0</c:v>
                </c:pt>
                <c:pt idx="70737">
                  <c:v>0</c:v>
                </c:pt>
                <c:pt idx="70738">
                  <c:v>0</c:v>
                </c:pt>
                <c:pt idx="70739">
                  <c:v>0</c:v>
                </c:pt>
                <c:pt idx="70740">
                  <c:v>0</c:v>
                </c:pt>
                <c:pt idx="70741">
                  <c:v>0</c:v>
                </c:pt>
                <c:pt idx="70742">
                  <c:v>0</c:v>
                </c:pt>
                <c:pt idx="70743">
                  <c:v>0</c:v>
                </c:pt>
                <c:pt idx="70744">
                  <c:v>0</c:v>
                </c:pt>
                <c:pt idx="70745">
                  <c:v>0</c:v>
                </c:pt>
                <c:pt idx="70746">
                  <c:v>0</c:v>
                </c:pt>
                <c:pt idx="70747">
                  <c:v>0</c:v>
                </c:pt>
                <c:pt idx="70748">
                  <c:v>0</c:v>
                </c:pt>
                <c:pt idx="70749">
                  <c:v>0</c:v>
                </c:pt>
                <c:pt idx="70750">
                  <c:v>0</c:v>
                </c:pt>
                <c:pt idx="70751">
                  <c:v>0</c:v>
                </c:pt>
                <c:pt idx="70752">
                  <c:v>0</c:v>
                </c:pt>
                <c:pt idx="70753">
                  <c:v>0</c:v>
                </c:pt>
                <c:pt idx="70754">
                  <c:v>0</c:v>
                </c:pt>
                <c:pt idx="70755">
                  <c:v>0</c:v>
                </c:pt>
                <c:pt idx="70756">
                  <c:v>0</c:v>
                </c:pt>
                <c:pt idx="70757">
                  <c:v>0</c:v>
                </c:pt>
                <c:pt idx="70758">
                  <c:v>0</c:v>
                </c:pt>
                <c:pt idx="70759">
                  <c:v>0</c:v>
                </c:pt>
                <c:pt idx="70760">
                  <c:v>0</c:v>
                </c:pt>
                <c:pt idx="70761">
                  <c:v>0</c:v>
                </c:pt>
                <c:pt idx="70762">
                  <c:v>0</c:v>
                </c:pt>
                <c:pt idx="70763">
                  <c:v>0</c:v>
                </c:pt>
                <c:pt idx="70764">
                  <c:v>0</c:v>
                </c:pt>
                <c:pt idx="70765">
                  <c:v>0</c:v>
                </c:pt>
                <c:pt idx="70766">
                  <c:v>0</c:v>
                </c:pt>
                <c:pt idx="70767">
                  <c:v>0</c:v>
                </c:pt>
                <c:pt idx="70768">
                  <c:v>0</c:v>
                </c:pt>
                <c:pt idx="70769">
                  <c:v>0</c:v>
                </c:pt>
                <c:pt idx="70770">
                  <c:v>0</c:v>
                </c:pt>
                <c:pt idx="70771">
                  <c:v>0</c:v>
                </c:pt>
                <c:pt idx="70772">
                  <c:v>0</c:v>
                </c:pt>
                <c:pt idx="70773">
                  <c:v>0</c:v>
                </c:pt>
                <c:pt idx="70774">
                  <c:v>0</c:v>
                </c:pt>
                <c:pt idx="70775">
                  <c:v>0</c:v>
                </c:pt>
                <c:pt idx="70776">
                  <c:v>0</c:v>
                </c:pt>
                <c:pt idx="70777">
                  <c:v>0</c:v>
                </c:pt>
                <c:pt idx="70778">
                  <c:v>0</c:v>
                </c:pt>
                <c:pt idx="70779">
                  <c:v>0</c:v>
                </c:pt>
                <c:pt idx="70780">
                  <c:v>0</c:v>
                </c:pt>
                <c:pt idx="70781">
                  <c:v>0</c:v>
                </c:pt>
                <c:pt idx="70782">
                  <c:v>0</c:v>
                </c:pt>
                <c:pt idx="70783">
                  <c:v>0</c:v>
                </c:pt>
                <c:pt idx="70784">
                  <c:v>0</c:v>
                </c:pt>
                <c:pt idx="70785">
                  <c:v>0</c:v>
                </c:pt>
                <c:pt idx="70786">
                  <c:v>0</c:v>
                </c:pt>
                <c:pt idx="70787">
                  <c:v>0</c:v>
                </c:pt>
                <c:pt idx="70788">
                  <c:v>0</c:v>
                </c:pt>
                <c:pt idx="70789">
                  <c:v>0</c:v>
                </c:pt>
                <c:pt idx="70790">
                  <c:v>0</c:v>
                </c:pt>
                <c:pt idx="70791">
                  <c:v>0</c:v>
                </c:pt>
                <c:pt idx="70792">
                  <c:v>0</c:v>
                </c:pt>
                <c:pt idx="70793">
                  <c:v>0</c:v>
                </c:pt>
                <c:pt idx="70794">
                  <c:v>0</c:v>
                </c:pt>
                <c:pt idx="70795">
                  <c:v>0</c:v>
                </c:pt>
                <c:pt idx="70796">
                  <c:v>0</c:v>
                </c:pt>
                <c:pt idx="70797">
                  <c:v>0</c:v>
                </c:pt>
                <c:pt idx="70798">
                  <c:v>0</c:v>
                </c:pt>
                <c:pt idx="70799">
                  <c:v>0</c:v>
                </c:pt>
                <c:pt idx="70800">
                  <c:v>0</c:v>
                </c:pt>
                <c:pt idx="70801">
                  <c:v>0</c:v>
                </c:pt>
                <c:pt idx="70802">
                  <c:v>0</c:v>
                </c:pt>
                <c:pt idx="70803">
                  <c:v>0</c:v>
                </c:pt>
                <c:pt idx="70804">
                  <c:v>0</c:v>
                </c:pt>
                <c:pt idx="70805">
                  <c:v>0</c:v>
                </c:pt>
                <c:pt idx="70806">
                  <c:v>0</c:v>
                </c:pt>
                <c:pt idx="70807">
                  <c:v>0</c:v>
                </c:pt>
                <c:pt idx="70808">
                  <c:v>0</c:v>
                </c:pt>
                <c:pt idx="70809">
                  <c:v>0</c:v>
                </c:pt>
                <c:pt idx="70810">
                  <c:v>0</c:v>
                </c:pt>
                <c:pt idx="70811">
                  <c:v>0</c:v>
                </c:pt>
                <c:pt idx="70812">
                  <c:v>0</c:v>
                </c:pt>
                <c:pt idx="70813">
                  <c:v>0</c:v>
                </c:pt>
                <c:pt idx="70814">
                  <c:v>0</c:v>
                </c:pt>
                <c:pt idx="70815">
                  <c:v>0</c:v>
                </c:pt>
                <c:pt idx="70816">
                  <c:v>0</c:v>
                </c:pt>
                <c:pt idx="70817">
                  <c:v>0</c:v>
                </c:pt>
                <c:pt idx="70818">
                  <c:v>0</c:v>
                </c:pt>
                <c:pt idx="70819">
                  <c:v>0</c:v>
                </c:pt>
                <c:pt idx="70820">
                  <c:v>0</c:v>
                </c:pt>
                <c:pt idx="70821">
                  <c:v>0</c:v>
                </c:pt>
                <c:pt idx="70822">
                  <c:v>0</c:v>
                </c:pt>
                <c:pt idx="70823">
                  <c:v>0</c:v>
                </c:pt>
                <c:pt idx="70824">
                  <c:v>0</c:v>
                </c:pt>
                <c:pt idx="70825">
                  <c:v>0</c:v>
                </c:pt>
                <c:pt idx="70826">
                  <c:v>0</c:v>
                </c:pt>
                <c:pt idx="70827">
                  <c:v>0</c:v>
                </c:pt>
                <c:pt idx="70828">
                  <c:v>0</c:v>
                </c:pt>
                <c:pt idx="70829">
                  <c:v>0</c:v>
                </c:pt>
                <c:pt idx="70830">
                  <c:v>0</c:v>
                </c:pt>
                <c:pt idx="70831">
                  <c:v>0</c:v>
                </c:pt>
                <c:pt idx="70832">
                  <c:v>0</c:v>
                </c:pt>
                <c:pt idx="70833">
                  <c:v>0</c:v>
                </c:pt>
                <c:pt idx="70834">
                  <c:v>0</c:v>
                </c:pt>
                <c:pt idx="70835">
                  <c:v>0</c:v>
                </c:pt>
                <c:pt idx="70836">
                  <c:v>0</c:v>
                </c:pt>
                <c:pt idx="70837">
                  <c:v>0</c:v>
                </c:pt>
                <c:pt idx="70838">
                  <c:v>0</c:v>
                </c:pt>
                <c:pt idx="70839">
                  <c:v>0</c:v>
                </c:pt>
                <c:pt idx="70840">
                  <c:v>0</c:v>
                </c:pt>
                <c:pt idx="70841">
                  <c:v>0</c:v>
                </c:pt>
                <c:pt idx="70842">
                  <c:v>0</c:v>
                </c:pt>
                <c:pt idx="70843">
                  <c:v>0</c:v>
                </c:pt>
                <c:pt idx="70844">
                  <c:v>0</c:v>
                </c:pt>
                <c:pt idx="70845">
                  <c:v>0</c:v>
                </c:pt>
                <c:pt idx="70846">
                  <c:v>0</c:v>
                </c:pt>
                <c:pt idx="70847">
                  <c:v>0</c:v>
                </c:pt>
                <c:pt idx="70848">
                  <c:v>0</c:v>
                </c:pt>
                <c:pt idx="70849">
                  <c:v>0</c:v>
                </c:pt>
                <c:pt idx="70850">
                  <c:v>0</c:v>
                </c:pt>
                <c:pt idx="70851">
                  <c:v>0</c:v>
                </c:pt>
                <c:pt idx="70852">
                  <c:v>0</c:v>
                </c:pt>
                <c:pt idx="70853">
                  <c:v>0</c:v>
                </c:pt>
                <c:pt idx="70854">
                  <c:v>0</c:v>
                </c:pt>
                <c:pt idx="70855">
                  <c:v>0</c:v>
                </c:pt>
                <c:pt idx="70856">
                  <c:v>0</c:v>
                </c:pt>
                <c:pt idx="70857">
                  <c:v>0</c:v>
                </c:pt>
                <c:pt idx="70858">
                  <c:v>0</c:v>
                </c:pt>
                <c:pt idx="70859">
                  <c:v>0</c:v>
                </c:pt>
                <c:pt idx="70860">
                  <c:v>0</c:v>
                </c:pt>
                <c:pt idx="70861">
                  <c:v>0</c:v>
                </c:pt>
                <c:pt idx="70862">
                  <c:v>0</c:v>
                </c:pt>
                <c:pt idx="70863">
                  <c:v>0</c:v>
                </c:pt>
                <c:pt idx="70864">
                  <c:v>0</c:v>
                </c:pt>
                <c:pt idx="70865">
                  <c:v>0</c:v>
                </c:pt>
                <c:pt idx="70866">
                  <c:v>0</c:v>
                </c:pt>
                <c:pt idx="70867">
                  <c:v>0</c:v>
                </c:pt>
                <c:pt idx="70868">
                  <c:v>0</c:v>
                </c:pt>
                <c:pt idx="70869">
                  <c:v>0</c:v>
                </c:pt>
                <c:pt idx="70870">
                  <c:v>0</c:v>
                </c:pt>
                <c:pt idx="70871">
                  <c:v>0</c:v>
                </c:pt>
                <c:pt idx="70872">
                  <c:v>0</c:v>
                </c:pt>
                <c:pt idx="70873">
                  <c:v>0</c:v>
                </c:pt>
                <c:pt idx="70874">
                  <c:v>0</c:v>
                </c:pt>
                <c:pt idx="70875">
                  <c:v>0</c:v>
                </c:pt>
                <c:pt idx="70876">
                  <c:v>0</c:v>
                </c:pt>
                <c:pt idx="70877">
                  <c:v>0</c:v>
                </c:pt>
                <c:pt idx="70878">
                  <c:v>0</c:v>
                </c:pt>
                <c:pt idx="70879">
                  <c:v>0</c:v>
                </c:pt>
                <c:pt idx="70880">
                  <c:v>0</c:v>
                </c:pt>
                <c:pt idx="70881">
                  <c:v>0</c:v>
                </c:pt>
                <c:pt idx="70882">
                  <c:v>0</c:v>
                </c:pt>
                <c:pt idx="70883">
                  <c:v>0</c:v>
                </c:pt>
                <c:pt idx="70884">
                  <c:v>0</c:v>
                </c:pt>
                <c:pt idx="70885">
                  <c:v>0</c:v>
                </c:pt>
                <c:pt idx="70886">
                  <c:v>0</c:v>
                </c:pt>
                <c:pt idx="70887">
                  <c:v>0</c:v>
                </c:pt>
                <c:pt idx="70888">
                  <c:v>0</c:v>
                </c:pt>
                <c:pt idx="70889">
                  <c:v>0</c:v>
                </c:pt>
                <c:pt idx="70890">
                  <c:v>0</c:v>
                </c:pt>
                <c:pt idx="70891">
                  <c:v>0</c:v>
                </c:pt>
                <c:pt idx="70892">
                  <c:v>0</c:v>
                </c:pt>
                <c:pt idx="70893">
                  <c:v>0</c:v>
                </c:pt>
                <c:pt idx="70894">
                  <c:v>0</c:v>
                </c:pt>
                <c:pt idx="70895">
                  <c:v>0</c:v>
                </c:pt>
                <c:pt idx="70896">
                  <c:v>0</c:v>
                </c:pt>
                <c:pt idx="70897">
                  <c:v>0</c:v>
                </c:pt>
                <c:pt idx="70898">
                  <c:v>0</c:v>
                </c:pt>
                <c:pt idx="70899">
                  <c:v>0</c:v>
                </c:pt>
                <c:pt idx="70900">
                  <c:v>0</c:v>
                </c:pt>
                <c:pt idx="70901">
                  <c:v>0</c:v>
                </c:pt>
                <c:pt idx="70902">
                  <c:v>0</c:v>
                </c:pt>
                <c:pt idx="70903">
                  <c:v>0</c:v>
                </c:pt>
                <c:pt idx="70904">
                  <c:v>0</c:v>
                </c:pt>
                <c:pt idx="70905">
                  <c:v>0</c:v>
                </c:pt>
                <c:pt idx="70906">
                  <c:v>0</c:v>
                </c:pt>
                <c:pt idx="70907">
                  <c:v>0</c:v>
                </c:pt>
                <c:pt idx="70908">
                  <c:v>0</c:v>
                </c:pt>
                <c:pt idx="70909">
                  <c:v>0</c:v>
                </c:pt>
                <c:pt idx="70910">
                  <c:v>0</c:v>
                </c:pt>
                <c:pt idx="70911">
                  <c:v>0</c:v>
                </c:pt>
                <c:pt idx="70912">
                  <c:v>0</c:v>
                </c:pt>
                <c:pt idx="70913">
                  <c:v>0</c:v>
                </c:pt>
                <c:pt idx="70914">
                  <c:v>0</c:v>
                </c:pt>
                <c:pt idx="70915">
                  <c:v>0</c:v>
                </c:pt>
                <c:pt idx="70916">
                  <c:v>0</c:v>
                </c:pt>
                <c:pt idx="70917">
                  <c:v>0</c:v>
                </c:pt>
                <c:pt idx="70918">
                  <c:v>0</c:v>
                </c:pt>
                <c:pt idx="70919">
                  <c:v>0</c:v>
                </c:pt>
                <c:pt idx="70920">
                  <c:v>0</c:v>
                </c:pt>
                <c:pt idx="70921">
                  <c:v>0</c:v>
                </c:pt>
                <c:pt idx="70922">
                  <c:v>0</c:v>
                </c:pt>
                <c:pt idx="70923">
                  <c:v>0</c:v>
                </c:pt>
                <c:pt idx="70924">
                  <c:v>0</c:v>
                </c:pt>
                <c:pt idx="70925">
                  <c:v>0</c:v>
                </c:pt>
                <c:pt idx="70926">
                  <c:v>0</c:v>
                </c:pt>
                <c:pt idx="70927">
                  <c:v>0</c:v>
                </c:pt>
                <c:pt idx="70928">
                  <c:v>0</c:v>
                </c:pt>
                <c:pt idx="70929">
                  <c:v>0</c:v>
                </c:pt>
                <c:pt idx="70930">
                  <c:v>0</c:v>
                </c:pt>
                <c:pt idx="70931">
                  <c:v>0</c:v>
                </c:pt>
                <c:pt idx="70932">
                  <c:v>0</c:v>
                </c:pt>
                <c:pt idx="70933">
                  <c:v>0</c:v>
                </c:pt>
                <c:pt idx="70934">
                  <c:v>0</c:v>
                </c:pt>
                <c:pt idx="70935">
                  <c:v>0</c:v>
                </c:pt>
                <c:pt idx="70936">
                  <c:v>0</c:v>
                </c:pt>
                <c:pt idx="70937">
                  <c:v>0</c:v>
                </c:pt>
                <c:pt idx="70938">
                  <c:v>0</c:v>
                </c:pt>
                <c:pt idx="70939">
                  <c:v>0</c:v>
                </c:pt>
                <c:pt idx="70940">
                  <c:v>0</c:v>
                </c:pt>
                <c:pt idx="70941">
                  <c:v>0</c:v>
                </c:pt>
                <c:pt idx="70942">
                  <c:v>0</c:v>
                </c:pt>
                <c:pt idx="70943">
                  <c:v>0</c:v>
                </c:pt>
                <c:pt idx="70944">
                  <c:v>0</c:v>
                </c:pt>
                <c:pt idx="70945">
                  <c:v>0</c:v>
                </c:pt>
                <c:pt idx="70946">
                  <c:v>0</c:v>
                </c:pt>
                <c:pt idx="70947">
                  <c:v>0</c:v>
                </c:pt>
                <c:pt idx="70948">
                  <c:v>0</c:v>
                </c:pt>
                <c:pt idx="70949">
                  <c:v>0</c:v>
                </c:pt>
                <c:pt idx="70950">
                  <c:v>0</c:v>
                </c:pt>
                <c:pt idx="70951">
                  <c:v>0</c:v>
                </c:pt>
                <c:pt idx="70952">
                  <c:v>0</c:v>
                </c:pt>
                <c:pt idx="70953">
                  <c:v>0</c:v>
                </c:pt>
                <c:pt idx="70954">
                  <c:v>0</c:v>
                </c:pt>
                <c:pt idx="70955">
                  <c:v>0</c:v>
                </c:pt>
                <c:pt idx="70956">
                  <c:v>0</c:v>
                </c:pt>
                <c:pt idx="70957">
                  <c:v>0</c:v>
                </c:pt>
                <c:pt idx="70958">
                  <c:v>0</c:v>
                </c:pt>
                <c:pt idx="70959">
                  <c:v>0</c:v>
                </c:pt>
                <c:pt idx="70960">
                  <c:v>0</c:v>
                </c:pt>
                <c:pt idx="70961">
                  <c:v>0</c:v>
                </c:pt>
                <c:pt idx="70962">
                  <c:v>0</c:v>
                </c:pt>
                <c:pt idx="70963">
                  <c:v>0</c:v>
                </c:pt>
                <c:pt idx="70964">
                  <c:v>0</c:v>
                </c:pt>
                <c:pt idx="70965">
                  <c:v>0</c:v>
                </c:pt>
                <c:pt idx="70966">
                  <c:v>0</c:v>
                </c:pt>
                <c:pt idx="70967">
                  <c:v>0</c:v>
                </c:pt>
                <c:pt idx="70968">
                  <c:v>0</c:v>
                </c:pt>
                <c:pt idx="70969">
                  <c:v>0</c:v>
                </c:pt>
                <c:pt idx="70970">
                  <c:v>0</c:v>
                </c:pt>
                <c:pt idx="70971">
                  <c:v>0</c:v>
                </c:pt>
                <c:pt idx="70972">
                  <c:v>0</c:v>
                </c:pt>
                <c:pt idx="70973">
                  <c:v>0</c:v>
                </c:pt>
                <c:pt idx="70974">
                  <c:v>0</c:v>
                </c:pt>
                <c:pt idx="70975">
                  <c:v>0</c:v>
                </c:pt>
                <c:pt idx="70976">
                  <c:v>0</c:v>
                </c:pt>
                <c:pt idx="70977">
                  <c:v>0</c:v>
                </c:pt>
                <c:pt idx="70978">
                  <c:v>0</c:v>
                </c:pt>
                <c:pt idx="70979">
                  <c:v>0</c:v>
                </c:pt>
                <c:pt idx="70980">
                  <c:v>0</c:v>
                </c:pt>
                <c:pt idx="70981">
                  <c:v>0</c:v>
                </c:pt>
                <c:pt idx="70982">
                  <c:v>0</c:v>
                </c:pt>
                <c:pt idx="70983">
                  <c:v>0</c:v>
                </c:pt>
                <c:pt idx="70984">
                  <c:v>0</c:v>
                </c:pt>
                <c:pt idx="70985">
                  <c:v>0</c:v>
                </c:pt>
                <c:pt idx="70986">
                  <c:v>0</c:v>
                </c:pt>
                <c:pt idx="70987">
                  <c:v>0</c:v>
                </c:pt>
                <c:pt idx="70988">
                  <c:v>0</c:v>
                </c:pt>
                <c:pt idx="70989">
                  <c:v>0</c:v>
                </c:pt>
                <c:pt idx="70990">
                  <c:v>0</c:v>
                </c:pt>
                <c:pt idx="70991">
                  <c:v>0</c:v>
                </c:pt>
                <c:pt idx="70992">
                  <c:v>0</c:v>
                </c:pt>
                <c:pt idx="70993">
                  <c:v>0</c:v>
                </c:pt>
                <c:pt idx="70994">
                  <c:v>0</c:v>
                </c:pt>
                <c:pt idx="70995">
                  <c:v>0</c:v>
                </c:pt>
                <c:pt idx="70996">
                  <c:v>0</c:v>
                </c:pt>
                <c:pt idx="70997">
                  <c:v>0</c:v>
                </c:pt>
                <c:pt idx="70998">
                  <c:v>0</c:v>
                </c:pt>
                <c:pt idx="70999">
                  <c:v>0</c:v>
                </c:pt>
                <c:pt idx="71000">
                  <c:v>0</c:v>
                </c:pt>
                <c:pt idx="71001">
                  <c:v>0</c:v>
                </c:pt>
                <c:pt idx="71002">
                  <c:v>0</c:v>
                </c:pt>
                <c:pt idx="71003">
                  <c:v>0</c:v>
                </c:pt>
                <c:pt idx="71004">
                  <c:v>0</c:v>
                </c:pt>
                <c:pt idx="71005">
                  <c:v>0</c:v>
                </c:pt>
                <c:pt idx="71006">
                  <c:v>0</c:v>
                </c:pt>
                <c:pt idx="71007">
                  <c:v>0</c:v>
                </c:pt>
                <c:pt idx="71008">
                  <c:v>0</c:v>
                </c:pt>
                <c:pt idx="71009">
                  <c:v>0</c:v>
                </c:pt>
                <c:pt idx="71010">
                  <c:v>0</c:v>
                </c:pt>
                <c:pt idx="71011">
                  <c:v>0</c:v>
                </c:pt>
                <c:pt idx="71012">
                  <c:v>0</c:v>
                </c:pt>
                <c:pt idx="71013">
                  <c:v>0</c:v>
                </c:pt>
                <c:pt idx="71014">
                  <c:v>0</c:v>
                </c:pt>
                <c:pt idx="71015">
                  <c:v>0</c:v>
                </c:pt>
                <c:pt idx="71016">
                  <c:v>0</c:v>
                </c:pt>
                <c:pt idx="71017">
                  <c:v>0</c:v>
                </c:pt>
                <c:pt idx="71018">
                  <c:v>0</c:v>
                </c:pt>
                <c:pt idx="71019">
                  <c:v>0</c:v>
                </c:pt>
                <c:pt idx="71020">
                  <c:v>0</c:v>
                </c:pt>
                <c:pt idx="71021">
                  <c:v>0</c:v>
                </c:pt>
                <c:pt idx="71022">
                  <c:v>0</c:v>
                </c:pt>
                <c:pt idx="71023">
                  <c:v>0</c:v>
                </c:pt>
                <c:pt idx="71024">
                  <c:v>0</c:v>
                </c:pt>
                <c:pt idx="71025">
                  <c:v>0</c:v>
                </c:pt>
                <c:pt idx="71026">
                  <c:v>0</c:v>
                </c:pt>
                <c:pt idx="71027">
                  <c:v>0</c:v>
                </c:pt>
                <c:pt idx="71028">
                  <c:v>0</c:v>
                </c:pt>
                <c:pt idx="71029">
                  <c:v>0</c:v>
                </c:pt>
                <c:pt idx="71030">
                  <c:v>0</c:v>
                </c:pt>
                <c:pt idx="71031">
                  <c:v>0</c:v>
                </c:pt>
                <c:pt idx="71032">
                  <c:v>0</c:v>
                </c:pt>
                <c:pt idx="71033">
                  <c:v>0</c:v>
                </c:pt>
                <c:pt idx="71034">
                  <c:v>0</c:v>
                </c:pt>
                <c:pt idx="71035">
                  <c:v>0</c:v>
                </c:pt>
                <c:pt idx="71036">
                  <c:v>0</c:v>
                </c:pt>
                <c:pt idx="71037">
                  <c:v>0</c:v>
                </c:pt>
                <c:pt idx="71038">
                  <c:v>0</c:v>
                </c:pt>
                <c:pt idx="71039">
                  <c:v>0</c:v>
                </c:pt>
                <c:pt idx="71040">
                  <c:v>0</c:v>
                </c:pt>
                <c:pt idx="71041">
                  <c:v>0</c:v>
                </c:pt>
                <c:pt idx="71042">
                  <c:v>0</c:v>
                </c:pt>
                <c:pt idx="71043">
                  <c:v>0</c:v>
                </c:pt>
                <c:pt idx="71044">
                  <c:v>0</c:v>
                </c:pt>
                <c:pt idx="71045">
                  <c:v>0</c:v>
                </c:pt>
                <c:pt idx="71046">
                  <c:v>0</c:v>
                </c:pt>
                <c:pt idx="71047">
                  <c:v>0</c:v>
                </c:pt>
                <c:pt idx="71048">
                  <c:v>0</c:v>
                </c:pt>
                <c:pt idx="71049">
                  <c:v>0</c:v>
                </c:pt>
                <c:pt idx="71050">
                  <c:v>0</c:v>
                </c:pt>
                <c:pt idx="71051">
                  <c:v>0</c:v>
                </c:pt>
                <c:pt idx="71052">
                  <c:v>0</c:v>
                </c:pt>
                <c:pt idx="71053">
                  <c:v>0</c:v>
                </c:pt>
                <c:pt idx="71054">
                  <c:v>0</c:v>
                </c:pt>
                <c:pt idx="71055">
                  <c:v>0</c:v>
                </c:pt>
                <c:pt idx="71056">
                  <c:v>0</c:v>
                </c:pt>
                <c:pt idx="71057">
                  <c:v>0</c:v>
                </c:pt>
                <c:pt idx="71058">
                  <c:v>0</c:v>
                </c:pt>
                <c:pt idx="71059">
                  <c:v>0</c:v>
                </c:pt>
                <c:pt idx="71060">
                  <c:v>0</c:v>
                </c:pt>
                <c:pt idx="71061">
                  <c:v>0</c:v>
                </c:pt>
                <c:pt idx="71062">
                  <c:v>0</c:v>
                </c:pt>
                <c:pt idx="71063">
                  <c:v>0</c:v>
                </c:pt>
                <c:pt idx="71064">
                  <c:v>0</c:v>
                </c:pt>
                <c:pt idx="71065">
                  <c:v>0</c:v>
                </c:pt>
                <c:pt idx="71066">
                  <c:v>0</c:v>
                </c:pt>
                <c:pt idx="71067">
                  <c:v>0</c:v>
                </c:pt>
                <c:pt idx="71068">
                  <c:v>0</c:v>
                </c:pt>
                <c:pt idx="71069">
                  <c:v>0</c:v>
                </c:pt>
                <c:pt idx="71070">
                  <c:v>0</c:v>
                </c:pt>
                <c:pt idx="71071">
                  <c:v>0</c:v>
                </c:pt>
                <c:pt idx="71072">
                  <c:v>0</c:v>
                </c:pt>
                <c:pt idx="71073">
                  <c:v>0</c:v>
                </c:pt>
                <c:pt idx="71074">
                  <c:v>0</c:v>
                </c:pt>
                <c:pt idx="71075">
                  <c:v>0</c:v>
                </c:pt>
                <c:pt idx="71076">
                  <c:v>0</c:v>
                </c:pt>
                <c:pt idx="71077">
                  <c:v>0</c:v>
                </c:pt>
                <c:pt idx="71078">
                  <c:v>0</c:v>
                </c:pt>
                <c:pt idx="71079">
                  <c:v>0</c:v>
                </c:pt>
                <c:pt idx="71080">
                  <c:v>0</c:v>
                </c:pt>
                <c:pt idx="71081">
                  <c:v>0</c:v>
                </c:pt>
                <c:pt idx="71082">
                  <c:v>0</c:v>
                </c:pt>
                <c:pt idx="71083">
                  <c:v>0</c:v>
                </c:pt>
                <c:pt idx="71084">
                  <c:v>0</c:v>
                </c:pt>
                <c:pt idx="71085">
                  <c:v>0</c:v>
                </c:pt>
                <c:pt idx="71086">
                  <c:v>0</c:v>
                </c:pt>
                <c:pt idx="71087">
                  <c:v>0</c:v>
                </c:pt>
                <c:pt idx="71088">
                  <c:v>0</c:v>
                </c:pt>
                <c:pt idx="71089">
                  <c:v>0</c:v>
                </c:pt>
                <c:pt idx="71090">
                  <c:v>0</c:v>
                </c:pt>
                <c:pt idx="71091">
                  <c:v>0</c:v>
                </c:pt>
                <c:pt idx="71092">
                  <c:v>0</c:v>
                </c:pt>
                <c:pt idx="71093">
                  <c:v>0</c:v>
                </c:pt>
                <c:pt idx="71094">
                  <c:v>0</c:v>
                </c:pt>
                <c:pt idx="71095">
                  <c:v>0</c:v>
                </c:pt>
                <c:pt idx="71096">
                  <c:v>0</c:v>
                </c:pt>
                <c:pt idx="71097">
                  <c:v>0</c:v>
                </c:pt>
                <c:pt idx="71098">
                  <c:v>0</c:v>
                </c:pt>
                <c:pt idx="71099">
                  <c:v>0</c:v>
                </c:pt>
                <c:pt idx="71100">
                  <c:v>0</c:v>
                </c:pt>
                <c:pt idx="71101">
                  <c:v>0</c:v>
                </c:pt>
                <c:pt idx="71102">
                  <c:v>0</c:v>
                </c:pt>
                <c:pt idx="71103">
                  <c:v>0</c:v>
                </c:pt>
                <c:pt idx="71104">
                  <c:v>0</c:v>
                </c:pt>
                <c:pt idx="71105">
                  <c:v>0</c:v>
                </c:pt>
                <c:pt idx="71106">
                  <c:v>0</c:v>
                </c:pt>
                <c:pt idx="71107">
                  <c:v>0</c:v>
                </c:pt>
                <c:pt idx="71108">
                  <c:v>0</c:v>
                </c:pt>
                <c:pt idx="71109">
                  <c:v>0</c:v>
                </c:pt>
                <c:pt idx="71110">
                  <c:v>0</c:v>
                </c:pt>
                <c:pt idx="71111">
                  <c:v>0</c:v>
                </c:pt>
                <c:pt idx="71112">
                  <c:v>0</c:v>
                </c:pt>
                <c:pt idx="71113">
                  <c:v>0</c:v>
                </c:pt>
                <c:pt idx="71114">
                  <c:v>0</c:v>
                </c:pt>
                <c:pt idx="71115">
                  <c:v>0</c:v>
                </c:pt>
                <c:pt idx="71116">
                  <c:v>0</c:v>
                </c:pt>
                <c:pt idx="71117">
                  <c:v>0</c:v>
                </c:pt>
                <c:pt idx="71118">
                  <c:v>0</c:v>
                </c:pt>
                <c:pt idx="71119">
                  <c:v>0</c:v>
                </c:pt>
                <c:pt idx="71120">
                  <c:v>0</c:v>
                </c:pt>
                <c:pt idx="71121">
                  <c:v>0</c:v>
                </c:pt>
                <c:pt idx="71122">
                  <c:v>0</c:v>
                </c:pt>
                <c:pt idx="71123">
                  <c:v>0</c:v>
                </c:pt>
                <c:pt idx="71124">
                  <c:v>0</c:v>
                </c:pt>
                <c:pt idx="71125">
                  <c:v>0</c:v>
                </c:pt>
                <c:pt idx="71126">
                  <c:v>0</c:v>
                </c:pt>
                <c:pt idx="71127">
                  <c:v>0</c:v>
                </c:pt>
                <c:pt idx="71128">
                  <c:v>0</c:v>
                </c:pt>
                <c:pt idx="71129">
                  <c:v>0</c:v>
                </c:pt>
                <c:pt idx="71130">
                  <c:v>0</c:v>
                </c:pt>
                <c:pt idx="71131">
                  <c:v>0</c:v>
                </c:pt>
                <c:pt idx="71132">
                  <c:v>0</c:v>
                </c:pt>
                <c:pt idx="71133">
                  <c:v>0</c:v>
                </c:pt>
                <c:pt idx="71134">
                  <c:v>0</c:v>
                </c:pt>
                <c:pt idx="71135">
                  <c:v>0</c:v>
                </c:pt>
                <c:pt idx="71136">
                  <c:v>0</c:v>
                </c:pt>
                <c:pt idx="71137">
                  <c:v>0</c:v>
                </c:pt>
                <c:pt idx="71138">
                  <c:v>0</c:v>
                </c:pt>
                <c:pt idx="71139">
                  <c:v>0</c:v>
                </c:pt>
                <c:pt idx="71140">
                  <c:v>0</c:v>
                </c:pt>
                <c:pt idx="71141">
                  <c:v>0</c:v>
                </c:pt>
                <c:pt idx="71142">
                  <c:v>0</c:v>
                </c:pt>
                <c:pt idx="71143">
                  <c:v>0</c:v>
                </c:pt>
                <c:pt idx="71144">
                  <c:v>0</c:v>
                </c:pt>
                <c:pt idx="71145">
                  <c:v>0</c:v>
                </c:pt>
                <c:pt idx="71146">
                  <c:v>0</c:v>
                </c:pt>
                <c:pt idx="71147">
                  <c:v>0</c:v>
                </c:pt>
                <c:pt idx="71148">
                  <c:v>0</c:v>
                </c:pt>
                <c:pt idx="71149">
                  <c:v>0</c:v>
                </c:pt>
                <c:pt idx="71150">
                  <c:v>0</c:v>
                </c:pt>
                <c:pt idx="71151">
                  <c:v>0</c:v>
                </c:pt>
                <c:pt idx="71152">
                  <c:v>0</c:v>
                </c:pt>
                <c:pt idx="71153">
                  <c:v>0</c:v>
                </c:pt>
                <c:pt idx="71154">
                  <c:v>0</c:v>
                </c:pt>
                <c:pt idx="71155">
                  <c:v>0</c:v>
                </c:pt>
                <c:pt idx="71156">
                  <c:v>0</c:v>
                </c:pt>
                <c:pt idx="71157">
                  <c:v>0</c:v>
                </c:pt>
                <c:pt idx="71158">
                  <c:v>0</c:v>
                </c:pt>
                <c:pt idx="71159">
                  <c:v>0</c:v>
                </c:pt>
                <c:pt idx="71160">
                  <c:v>0</c:v>
                </c:pt>
                <c:pt idx="71161">
                  <c:v>0</c:v>
                </c:pt>
                <c:pt idx="71162">
                  <c:v>0</c:v>
                </c:pt>
                <c:pt idx="71163">
                  <c:v>0</c:v>
                </c:pt>
                <c:pt idx="71164">
                  <c:v>0</c:v>
                </c:pt>
                <c:pt idx="71165">
                  <c:v>0</c:v>
                </c:pt>
                <c:pt idx="71166">
                  <c:v>0</c:v>
                </c:pt>
                <c:pt idx="71167">
                  <c:v>0</c:v>
                </c:pt>
                <c:pt idx="71168">
                  <c:v>0</c:v>
                </c:pt>
                <c:pt idx="71169">
                  <c:v>0</c:v>
                </c:pt>
                <c:pt idx="71170">
                  <c:v>0</c:v>
                </c:pt>
                <c:pt idx="71171">
                  <c:v>0</c:v>
                </c:pt>
                <c:pt idx="71172">
                  <c:v>0</c:v>
                </c:pt>
                <c:pt idx="71173">
                  <c:v>0</c:v>
                </c:pt>
                <c:pt idx="71174">
                  <c:v>0</c:v>
                </c:pt>
                <c:pt idx="71175">
                  <c:v>0</c:v>
                </c:pt>
                <c:pt idx="71176">
                  <c:v>0</c:v>
                </c:pt>
                <c:pt idx="71177">
                  <c:v>0</c:v>
                </c:pt>
                <c:pt idx="71178">
                  <c:v>0</c:v>
                </c:pt>
                <c:pt idx="71179">
                  <c:v>0</c:v>
                </c:pt>
                <c:pt idx="71180">
                  <c:v>0</c:v>
                </c:pt>
                <c:pt idx="71181">
                  <c:v>0</c:v>
                </c:pt>
                <c:pt idx="71182">
                  <c:v>0</c:v>
                </c:pt>
                <c:pt idx="71183">
                  <c:v>0</c:v>
                </c:pt>
                <c:pt idx="71184">
                  <c:v>0</c:v>
                </c:pt>
                <c:pt idx="71185">
                  <c:v>0</c:v>
                </c:pt>
                <c:pt idx="71186">
                  <c:v>0</c:v>
                </c:pt>
                <c:pt idx="71187">
                  <c:v>0</c:v>
                </c:pt>
                <c:pt idx="71188">
                  <c:v>0</c:v>
                </c:pt>
                <c:pt idx="71189">
                  <c:v>0</c:v>
                </c:pt>
                <c:pt idx="71190">
                  <c:v>0</c:v>
                </c:pt>
                <c:pt idx="71191">
                  <c:v>0</c:v>
                </c:pt>
                <c:pt idx="71192">
                  <c:v>0</c:v>
                </c:pt>
                <c:pt idx="71193">
                  <c:v>0</c:v>
                </c:pt>
                <c:pt idx="71194">
                  <c:v>0</c:v>
                </c:pt>
                <c:pt idx="71195">
                  <c:v>0</c:v>
                </c:pt>
                <c:pt idx="71196">
                  <c:v>0</c:v>
                </c:pt>
                <c:pt idx="71197">
                  <c:v>0</c:v>
                </c:pt>
                <c:pt idx="71198">
                  <c:v>0</c:v>
                </c:pt>
                <c:pt idx="71199">
                  <c:v>0</c:v>
                </c:pt>
                <c:pt idx="71200">
                  <c:v>0</c:v>
                </c:pt>
                <c:pt idx="71201">
                  <c:v>0</c:v>
                </c:pt>
                <c:pt idx="71202">
                  <c:v>0</c:v>
                </c:pt>
                <c:pt idx="71203">
                  <c:v>0</c:v>
                </c:pt>
                <c:pt idx="71204">
                  <c:v>0</c:v>
                </c:pt>
                <c:pt idx="71205">
                  <c:v>0</c:v>
                </c:pt>
                <c:pt idx="71206">
                  <c:v>0</c:v>
                </c:pt>
                <c:pt idx="71207">
                  <c:v>0</c:v>
                </c:pt>
                <c:pt idx="71208">
                  <c:v>0</c:v>
                </c:pt>
                <c:pt idx="71209">
                  <c:v>0</c:v>
                </c:pt>
                <c:pt idx="71210">
                  <c:v>0</c:v>
                </c:pt>
                <c:pt idx="71211">
                  <c:v>0</c:v>
                </c:pt>
                <c:pt idx="71212">
                  <c:v>0</c:v>
                </c:pt>
                <c:pt idx="71213">
                  <c:v>0</c:v>
                </c:pt>
                <c:pt idx="71214">
                  <c:v>0</c:v>
                </c:pt>
                <c:pt idx="71215">
                  <c:v>0</c:v>
                </c:pt>
                <c:pt idx="71216">
                  <c:v>0</c:v>
                </c:pt>
                <c:pt idx="71217">
                  <c:v>0</c:v>
                </c:pt>
                <c:pt idx="71218">
                  <c:v>0</c:v>
                </c:pt>
                <c:pt idx="71219">
                  <c:v>0</c:v>
                </c:pt>
                <c:pt idx="71220">
                  <c:v>0</c:v>
                </c:pt>
                <c:pt idx="71221">
                  <c:v>0</c:v>
                </c:pt>
                <c:pt idx="71222">
                  <c:v>0</c:v>
                </c:pt>
                <c:pt idx="71223">
                  <c:v>0</c:v>
                </c:pt>
                <c:pt idx="71224">
                  <c:v>0</c:v>
                </c:pt>
                <c:pt idx="71225">
                  <c:v>0</c:v>
                </c:pt>
                <c:pt idx="71226">
                  <c:v>0</c:v>
                </c:pt>
                <c:pt idx="71227">
                  <c:v>0</c:v>
                </c:pt>
                <c:pt idx="71228">
                  <c:v>0</c:v>
                </c:pt>
                <c:pt idx="71229">
                  <c:v>0</c:v>
                </c:pt>
                <c:pt idx="71230">
                  <c:v>0</c:v>
                </c:pt>
                <c:pt idx="71231">
                  <c:v>0</c:v>
                </c:pt>
                <c:pt idx="71232">
                  <c:v>0</c:v>
                </c:pt>
                <c:pt idx="71233">
                  <c:v>0</c:v>
                </c:pt>
                <c:pt idx="71234">
                  <c:v>0</c:v>
                </c:pt>
                <c:pt idx="71235">
                  <c:v>0</c:v>
                </c:pt>
                <c:pt idx="71236">
                  <c:v>0</c:v>
                </c:pt>
                <c:pt idx="71237">
                  <c:v>0</c:v>
                </c:pt>
                <c:pt idx="71238">
                  <c:v>0</c:v>
                </c:pt>
                <c:pt idx="71239">
                  <c:v>0</c:v>
                </c:pt>
                <c:pt idx="71240">
                  <c:v>0</c:v>
                </c:pt>
                <c:pt idx="71241">
                  <c:v>0</c:v>
                </c:pt>
                <c:pt idx="71242">
                  <c:v>0</c:v>
                </c:pt>
                <c:pt idx="71243">
                  <c:v>0</c:v>
                </c:pt>
                <c:pt idx="71244">
                  <c:v>0</c:v>
                </c:pt>
                <c:pt idx="71245">
                  <c:v>0</c:v>
                </c:pt>
                <c:pt idx="71246">
                  <c:v>0</c:v>
                </c:pt>
                <c:pt idx="71247">
                  <c:v>0</c:v>
                </c:pt>
                <c:pt idx="71248">
                  <c:v>0</c:v>
                </c:pt>
                <c:pt idx="71249">
                  <c:v>0</c:v>
                </c:pt>
                <c:pt idx="71250">
                  <c:v>0</c:v>
                </c:pt>
                <c:pt idx="71251">
                  <c:v>0</c:v>
                </c:pt>
                <c:pt idx="71252">
                  <c:v>0</c:v>
                </c:pt>
                <c:pt idx="71253">
                  <c:v>0</c:v>
                </c:pt>
                <c:pt idx="71254">
                  <c:v>0</c:v>
                </c:pt>
                <c:pt idx="71255">
                  <c:v>0</c:v>
                </c:pt>
                <c:pt idx="71256">
                  <c:v>0</c:v>
                </c:pt>
                <c:pt idx="71257">
                  <c:v>0</c:v>
                </c:pt>
                <c:pt idx="71258">
                  <c:v>0</c:v>
                </c:pt>
                <c:pt idx="71259">
                  <c:v>0</c:v>
                </c:pt>
                <c:pt idx="71260">
                  <c:v>0</c:v>
                </c:pt>
                <c:pt idx="71261">
                  <c:v>0</c:v>
                </c:pt>
                <c:pt idx="71262">
                  <c:v>0</c:v>
                </c:pt>
                <c:pt idx="71263">
                  <c:v>0</c:v>
                </c:pt>
                <c:pt idx="71264">
                  <c:v>0</c:v>
                </c:pt>
                <c:pt idx="71265">
                  <c:v>0</c:v>
                </c:pt>
                <c:pt idx="71266">
                  <c:v>0</c:v>
                </c:pt>
                <c:pt idx="71267">
                  <c:v>0</c:v>
                </c:pt>
                <c:pt idx="71268">
                  <c:v>0</c:v>
                </c:pt>
                <c:pt idx="71269">
                  <c:v>0</c:v>
                </c:pt>
                <c:pt idx="71270">
                  <c:v>0</c:v>
                </c:pt>
                <c:pt idx="71271">
                  <c:v>0</c:v>
                </c:pt>
                <c:pt idx="71272">
                  <c:v>0</c:v>
                </c:pt>
                <c:pt idx="71273">
                  <c:v>0</c:v>
                </c:pt>
                <c:pt idx="71274">
                  <c:v>0</c:v>
                </c:pt>
                <c:pt idx="71275">
                  <c:v>0</c:v>
                </c:pt>
                <c:pt idx="71276">
                  <c:v>0</c:v>
                </c:pt>
                <c:pt idx="71277">
                  <c:v>0</c:v>
                </c:pt>
                <c:pt idx="71278">
                  <c:v>0</c:v>
                </c:pt>
                <c:pt idx="71279">
                  <c:v>0</c:v>
                </c:pt>
                <c:pt idx="71280">
                  <c:v>0</c:v>
                </c:pt>
                <c:pt idx="71281">
                  <c:v>0</c:v>
                </c:pt>
                <c:pt idx="71282">
                  <c:v>0</c:v>
                </c:pt>
                <c:pt idx="71283">
                  <c:v>0</c:v>
                </c:pt>
                <c:pt idx="71284">
                  <c:v>0</c:v>
                </c:pt>
                <c:pt idx="71285">
                  <c:v>0</c:v>
                </c:pt>
                <c:pt idx="71286">
                  <c:v>0</c:v>
                </c:pt>
                <c:pt idx="71287">
                  <c:v>0</c:v>
                </c:pt>
                <c:pt idx="71288">
                  <c:v>0</c:v>
                </c:pt>
                <c:pt idx="71289">
                  <c:v>0</c:v>
                </c:pt>
                <c:pt idx="71290">
                  <c:v>0</c:v>
                </c:pt>
                <c:pt idx="71291">
                  <c:v>0</c:v>
                </c:pt>
                <c:pt idx="71292">
                  <c:v>0</c:v>
                </c:pt>
                <c:pt idx="71293">
                  <c:v>0</c:v>
                </c:pt>
                <c:pt idx="71294">
                  <c:v>0</c:v>
                </c:pt>
                <c:pt idx="71295">
                  <c:v>0</c:v>
                </c:pt>
                <c:pt idx="71296">
                  <c:v>0</c:v>
                </c:pt>
                <c:pt idx="71297">
                  <c:v>0</c:v>
                </c:pt>
                <c:pt idx="71298">
                  <c:v>0</c:v>
                </c:pt>
                <c:pt idx="71299">
                  <c:v>0</c:v>
                </c:pt>
                <c:pt idx="71300">
                  <c:v>0</c:v>
                </c:pt>
                <c:pt idx="71301">
                  <c:v>0</c:v>
                </c:pt>
                <c:pt idx="71302">
                  <c:v>0</c:v>
                </c:pt>
                <c:pt idx="71303">
                  <c:v>0</c:v>
                </c:pt>
                <c:pt idx="71304">
                  <c:v>0</c:v>
                </c:pt>
                <c:pt idx="71305">
                  <c:v>0</c:v>
                </c:pt>
                <c:pt idx="71306">
                  <c:v>0</c:v>
                </c:pt>
                <c:pt idx="71307">
                  <c:v>0</c:v>
                </c:pt>
                <c:pt idx="71308">
                  <c:v>0</c:v>
                </c:pt>
                <c:pt idx="71309">
                  <c:v>0</c:v>
                </c:pt>
                <c:pt idx="71310">
                  <c:v>0</c:v>
                </c:pt>
                <c:pt idx="71311">
                  <c:v>0</c:v>
                </c:pt>
                <c:pt idx="71312">
                  <c:v>0</c:v>
                </c:pt>
                <c:pt idx="71313">
                  <c:v>0</c:v>
                </c:pt>
                <c:pt idx="71314">
                  <c:v>0</c:v>
                </c:pt>
                <c:pt idx="71315">
                  <c:v>0</c:v>
                </c:pt>
                <c:pt idx="71316">
                  <c:v>0</c:v>
                </c:pt>
                <c:pt idx="71317">
                  <c:v>0</c:v>
                </c:pt>
                <c:pt idx="71318">
                  <c:v>0</c:v>
                </c:pt>
                <c:pt idx="71319">
                  <c:v>0</c:v>
                </c:pt>
                <c:pt idx="71320">
                  <c:v>0</c:v>
                </c:pt>
                <c:pt idx="71321">
                  <c:v>0</c:v>
                </c:pt>
                <c:pt idx="71322">
                  <c:v>0</c:v>
                </c:pt>
                <c:pt idx="71323">
                  <c:v>0</c:v>
                </c:pt>
                <c:pt idx="71324">
                  <c:v>0</c:v>
                </c:pt>
                <c:pt idx="71325">
                  <c:v>0</c:v>
                </c:pt>
                <c:pt idx="71326">
                  <c:v>0</c:v>
                </c:pt>
                <c:pt idx="71327">
                  <c:v>0</c:v>
                </c:pt>
                <c:pt idx="71328">
                  <c:v>0</c:v>
                </c:pt>
                <c:pt idx="71329">
                  <c:v>0</c:v>
                </c:pt>
                <c:pt idx="71330">
                  <c:v>0</c:v>
                </c:pt>
                <c:pt idx="71331">
                  <c:v>0</c:v>
                </c:pt>
                <c:pt idx="71332">
                  <c:v>0</c:v>
                </c:pt>
                <c:pt idx="71333">
                  <c:v>0</c:v>
                </c:pt>
                <c:pt idx="71334">
                  <c:v>0</c:v>
                </c:pt>
                <c:pt idx="71335">
                  <c:v>0</c:v>
                </c:pt>
                <c:pt idx="71336">
                  <c:v>0</c:v>
                </c:pt>
                <c:pt idx="71337">
                  <c:v>0</c:v>
                </c:pt>
                <c:pt idx="71338">
                  <c:v>0</c:v>
                </c:pt>
                <c:pt idx="71339">
                  <c:v>0</c:v>
                </c:pt>
                <c:pt idx="71340">
                  <c:v>0</c:v>
                </c:pt>
                <c:pt idx="71341">
                  <c:v>0</c:v>
                </c:pt>
                <c:pt idx="71342">
                  <c:v>0</c:v>
                </c:pt>
                <c:pt idx="71343">
                  <c:v>0</c:v>
                </c:pt>
                <c:pt idx="71344">
                  <c:v>0</c:v>
                </c:pt>
                <c:pt idx="71345">
                  <c:v>0</c:v>
                </c:pt>
                <c:pt idx="71346">
                  <c:v>0</c:v>
                </c:pt>
                <c:pt idx="71347">
                  <c:v>0</c:v>
                </c:pt>
                <c:pt idx="71348">
                  <c:v>0</c:v>
                </c:pt>
                <c:pt idx="71349">
                  <c:v>0</c:v>
                </c:pt>
                <c:pt idx="71350">
                  <c:v>0</c:v>
                </c:pt>
                <c:pt idx="71351">
                  <c:v>0</c:v>
                </c:pt>
                <c:pt idx="71352">
                  <c:v>0</c:v>
                </c:pt>
                <c:pt idx="71353">
                  <c:v>0</c:v>
                </c:pt>
                <c:pt idx="71354">
                  <c:v>0</c:v>
                </c:pt>
                <c:pt idx="71355">
                  <c:v>0</c:v>
                </c:pt>
                <c:pt idx="71356">
                  <c:v>0</c:v>
                </c:pt>
                <c:pt idx="71357">
                  <c:v>0</c:v>
                </c:pt>
                <c:pt idx="71358">
                  <c:v>0</c:v>
                </c:pt>
                <c:pt idx="71359">
                  <c:v>0</c:v>
                </c:pt>
                <c:pt idx="71360">
                  <c:v>0</c:v>
                </c:pt>
                <c:pt idx="71361">
                  <c:v>0</c:v>
                </c:pt>
                <c:pt idx="71362">
                  <c:v>0</c:v>
                </c:pt>
                <c:pt idx="71363">
                  <c:v>0</c:v>
                </c:pt>
                <c:pt idx="71364">
                  <c:v>0</c:v>
                </c:pt>
                <c:pt idx="71365">
                  <c:v>0</c:v>
                </c:pt>
                <c:pt idx="71366">
                  <c:v>0</c:v>
                </c:pt>
                <c:pt idx="71367">
                  <c:v>0</c:v>
                </c:pt>
                <c:pt idx="71368">
                  <c:v>0</c:v>
                </c:pt>
                <c:pt idx="71369">
                  <c:v>0</c:v>
                </c:pt>
                <c:pt idx="71370">
                  <c:v>0</c:v>
                </c:pt>
                <c:pt idx="71371">
                  <c:v>0</c:v>
                </c:pt>
                <c:pt idx="71372">
                  <c:v>0</c:v>
                </c:pt>
                <c:pt idx="71373">
                  <c:v>0</c:v>
                </c:pt>
                <c:pt idx="71374">
                  <c:v>0</c:v>
                </c:pt>
                <c:pt idx="71375">
                  <c:v>0</c:v>
                </c:pt>
                <c:pt idx="71376">
                  <c:v>0</c:v>
                </c:pt>
                <c:pt idx="71377">
                  <c:v>0</c:v>
                </c:pt>
                <c:pt idx="71378">
                  <c:v>0</c:v>
                </c:pt>
                <c:pt idx="71379">
                  <c:v>0</c:v>
                </c:pt>
                <c:pt idx="71380">
                  <c:v>0</c:v>
                </c:pt>
                <c:pt idx="71381">
                  <c:v>0</c:v>
                </c:pt>
                <c:pt idx="71382">
                  <c:v>0</c:v>
                </c:pt>
                <c:pt idx="71383">
                  <c:v>0</c:v>
                </c:pt>
                <c:pt idx="71384">
                  <c:v>0</c:v>
                </c:pt>
                <c:pt idx="71385">
                  <c:v>0</c:v>
                </c:pt>
                <c:pt idx="71386">
                  <c:v>0</c:v>
                </c:pt>
                <c:pt idx="71387">
                  <c:v>0</c:v>
                </c:pt>
                <c:pt idx="71388">
                  <c:v>0</c:v>
                </c:pt>
                <c:pt idx="71389">
                  <c:v>0</c:v>
                </c:pt>
                <c:pt idx="71390">
                  <c:v>0</c:v>
                </c:pt>
                <c:pt idx="71391">
                  <c:v>0</c:v>
                </c:pt>
                <c:pt idx="71392">
                  <c:v>0</c:v>
                </c:pt>
                <c:pt idx="71393">
                  <c:v>0</c:v>
                </c:pt>
                <c:pt idx="71394">
                  <c:v>0</c:v>
                </c:pt>
                <c:pt idx="71395">
                  <c:v>0</c:v>
                </c:pt>
                <c:pt idx="71396">
                  <c:v>0</c:v>
                </c:pt>
                <c:pt idx="71397">
                  <c:v>0</c:v>
                </c:pt>
                <c:pt idx="71398">
                  <c:v>0</c:v>
                </c:pt>
                <c:pt idx="71399">
                  <c:v>0</c:v>
                </c:pt>
                <c:pt idx="71400">
                  <c:v>0</c:v>
                </c:pt>
                <c:pt idx="71401">
                  <c:v>0</c:v>
                </c:pt>
                <c:pt idx="71402">
                  <c:v>0</c:v>
                </c:pt>
                <c:pt idx="71403">
                  <c:v>0</c:v>
                </c:pt>
                <c:pt idx="71404">
                  <c:v>0</c:v>
                </c:pt>
                <c:pt idx="71405">
                  <c:v>0</c:v>
                </c:pt>
                <c:pt idx="71406">
                  <c:v>0</c:v>
                </c:pt>
                <c:pt idx="71407">
                  <c:v>0</c:v>
                </c:pt>
                <c:pt idx="71408">
                  <c:v>0</c:v>
                </c:pt>
                <c:pt idx="71409">
                  <c:v>0</c:v>
                </c:pt>
                <c:pt idx="71410">
                  <c:v>0</c:v>
                </c:pt>
                <c:pt idx="71411">
                  <c:v>0</c:v>
                </c:pt>
                <c:pt idx="71412">
                  <c:v>0</c:v>
                </c:pt>
                <c:pt idx="71413">
                  <c:v>0</c:v>
                </c:pt>
                <c:pt idx="71414">
                  <c:v>0</c:v>
                </c:pt>
                <c:pt idx="71415">
                  <c:v>0</c:v>
                </c:pt>
                <c:pt idx="71416">
                  <c:v>0</c:v>
                </c:pt>
                <c:pt idx="71417">
                  <c:v>0</c:v>
                </c:pt>
                <c:pt idx="71418">
                  <c:v>0</c:v>
                </c:pt>
                <c:pt idx="71419">
                  <c:v>0</c:v>
                </c:pt>
                <c:pt idx="71420">
                  <c:v>0</c:v>
                </c:pt>
                <c:pt idx="71421">
                  <c:v>0</c:v>
                </c:pt>
                <c:pt idx="71422">
                  <c:v>0</c:v>
                </c:pt>
                <c:pt idx="71423">
                  <c:v>0</c:v>
                </c:pt>
                <c:pt idx="71424">
                  <c:v>0</c:v>
                </c:pt>
                <c:pt idx="71425">
                  <c:v>0</c:v>
                </c:pt>
                <c:pt idx="71426">
                  <c:v>0</c:v>
                </c:pt>
                <c:pt idx="71427">
                  <c:v>0</c:v>
                </c:pt>
                <c:pt idx="71428">
                  <c:v>0</c:v>
                </c:pt>
                <c:pt idx="71429">
                  <c:v>0</c:v>
                </c:pt>
                <c:pt idx="71430">
                  <c:v>0</c:v>
                </c:pt>
                <c:pt idx="71431">
                  <c:v>0</c:v>
                </c:pt>
                <c:pt idx="71432">
                  <c:v>0</c:v>
                </c:pt>
                <c:pt idx="71433">
                  <c:v>0</c:v>
                </c:pt>
                <c:pt idx="71434">
                  <c:v>0</c:v>
                </c:pt>
                <c:pt idx="71435">
                  <c:v>0</c:v>
                </c:pt>
                <c:pt idx="71436">
                  <c:v>0</c:v>
                </c:pt>
                <c:pt idx="71437">
                  <c:v>0</c:v>
                </c:pt>
                <c:pt idx="71438">
                  <c:v>0</c:v>
                </c:pt>
                <c:pt idx="71439">
                  <c:v>0</c:v>
                </c:pt>
                <c:pt idx="71440">
                  <c:v>0</c:v>
                </c:pt>
                <c:pt idx="71441">
                  <c:v>0</c:v>
                </c:pt>
                <c:pt idx="71442">
                  <c:v>0</c:v>
                </c:pt>
                <c:pt idx="71443">
                  <c:v>0</c:v>
                </c:pt>
                <c:pt idx="71444">
                  <c:v>0</c:v>
                </c:pt>
                <c:pt idx="71445">
                  <c:v>0</c:v>
                </c:pt>
                <c:pt idx="71446">
                  <c:v>0</c:v>
                </c:pt>
                <c:pt idx="71447">
                  <c:v>0</c:v>
                </c:pt>
                <c:pt idx="71448">
                  <c:v>0</c:v>
                </c:pt>
                <c:pt idx="71449">
                  <c:v>0</c:v>
                </c:pt>
                <c:pt idx="71450">
                  <c:v>0</c:v>
                </c:pt>
                <c:pt idx="71451">
                  <c:v>0</c:v>
                </c:pt>
                <c:pt idx="71452">
                  <c:v>0</c:v>
                </c:pt>
                <c:pt idx="71453">
                  <c:v>0</c:v>
                </c:pt>
                <c:pt idx="71454">
                  <c:v>0</c:v>
                </c:pt>
                <c:pt idx="71455">
                  <c:v>0</c:v>
                </c:pt>
                <c:pt idx="71456">
                  <c:v>0</c:v>
                </c:pt>
                <c:pt idx="71457">
                  <c:v>0</c:v>
                </c:pt>
                <c:pt idx="71458">
                  <c:v>0</c:v>
                </c:pt>
                <c:pt idx="71459">
                  <c:v>0</c:v>
                </c:pt>
                <c:pt idx="71460">
                  <c:v>0</c:v>
                </c:pt>
                <c:pt idx="71461">
                  <c:v>0</c:v>
                </c:pt>
                <c:pt idx="71462">
                  <c:v>0</c:v>
                </c:pt>
                <c:pt idx="71463">
                  <c:v>0</c:v>
                </c:pt>
                <c:pt idx="71464">
                  <c:v>0</c:v>
                </c:pt>
                <c:pt idx="71465">
                  <c:v>0</c:v>
                </c:pt>
                <c:pt idx="71466">
                  <c:v>0</c:v>
                </c:pt>
                <c:pt idx="71467">
                  <c:v>0</c:v>
                </c:pt>
                <c:pt idx="71468">
                  <c:v>0</c:v>
                </c:pt>
                <c:pt idx="71469">
                  <c:v>0</c:v>
                </c:pt>
                <c:pt idx="71470">
                  <c:v>0</c:v>
                </c:pt>
                <c:pt idx="71471">
                  <c:v>0</c:v>
                </c:pt>
                <c:pt idx="71472">
                  <c:v>0</c:v>
                </c:pt>
                <c:pt idx="71473">
                  <c:v>0</c:v>
                </c:pt>
                <c:pt idx="71474">
                  <c:v>0</c:v>
                </c:pt>
                <c:pt idx="71475">
                  <c:v>0</c:v>
                </c:pt>
                <c:pt idx="71476">
                  <c:v>0</c:v>
                </c:pt>
                <c:pt idx="71477">
                  <c:v>0</c:v>
                </c:pt>
                <c:pt idx="71478">
                  <c:v>0</c:v>
                </c:pt>
                <c:pt idx="71479">
                  <c:v>0</c:v>
                </c:pt>
                <c:pt idx="71480">
                  <c:v>0</c:v>
                </c:pt>
                <c:pt idx="71481">
                  <c:v>0</c:v>
                </c:pt>
                <c:pt idx="71482">
                  <c:v>0</c:v>
                </c:pt>
                <c:pt idx="71483">
                  <c:v>0</c:v>
                </c:pt>
                <c:pt idx="71484">
                  <c:v>0</c:v>
                </c:pt>
                <c:pt idx="71485">
                  <c:v>0</c:v>
                </c:pt>
                <c:pt idx="71486">
                  <c:v>0</c:v>
                </c:pt>
                <c:pt idx="71487">
                  <c:v>0</c:v>
                </c:pt>
                <c:pt idx="71488">
                  <c:v>0</c:v>
                </c:pt>
                <c:pt idx="71489">
                  <c:v>0</c:v>
                </c:pt>
                <c:pt idx="71490">
                  <c:v>0</c:v>
                </c:pt>
                <c:pt idx="71491">
                  <c:v>0</c:v>
                </c:pt>
                <c:pt idx="71492">
                  <c:v>0</c:v>
                </c:pt>
                <c:pt idx="71493">
                  <c:v>0</c:v>
                </c:pt>
                <c:pt idx="71494">
                  <c:v>0</c:v>
                </c:pt>
                <c:pt idx="71495">
                  <c:v>0</c:v>
                </c:pt>
                <c:pt idx="71496">
                  <c:v>0</c:v>
                </c:pt>
                <c:pt idx="71497">
                  <c:v>0</c:v>
                </c:pt>
                <c:pt idx="71498">
                  <c:v>0</c:v>
                </c:pt>
                <c:pt idx="71499">
                  <c:v>0</c:v>
                </c:pt>
                <c:pt idx="71500">
                  <c:v>0</c:v>
                </c:pt>
                <c:pt idx="71501">
                  <c:v>0</c:v>
                </c:pt>
                <c:pt idx="71502">
                  <c:v>0</c:v>
                </c:pt>
                <c:pt idx="71503">
                  <c:v>0</c:v>
                </c:pt>
                <c:pt idx="71504">
                  <c:v>0</c:v>
                </c:pt>
                <c:pt idx="71505">
                  <c:v>0</c:v>
                </c:pt>
                <c:pt idx="71506">
                  <c:v>0</c:v>
                </c:pt>
                <c:pt idx="71507">
                  <c:v>0</c:v>
                </c:pt>
                <c:pt idx="71508">
                  <c:v>0</c:v>
                </c:pt>
                <c:pt idx="71509">
                  <c:v>0</c:v>
                </c:pt>
                <c:pt idx="71510">
                  <c:v>0</c:v>
                </c:pt>
                <c:pt idx="71511">
                  <c:v>0</c:v>
                </c:pt>
                <c:pt idx="71512">
                  <c:v>0</c:v>
                </c:pt>
                <c:pt idx="71513">
                  <c:v>0</c:v>
                </c:pt>
                <c:pt idx="71514">
                  <c:v>0</c:v>
                </c:pt>
                <c:pt idx="71515">
                  <c:v>0</c:v>
                </c:pt>
                <c:pt idx="71516">
                  <c:v>0</c:v>
                </c:pt>
                <c:pt idx="71517">
                  <c:v>0</c:v>
                </c:pt>
                <c:pt idx="71518">
                  <c:v>0</c:v>
                </c:pt>
                <c:pt idx="71519">
                  <c:v>0</c:v>
                </c:pt>
                <c:pt idx="71520">
                  <c:v>0</c:v>
                </c:pt>
                <c:pt idx="71521">
                  <c:v>0</c:v>
                </c:pt>
                <c:pt idx="71522">
                  <c:v>0</c:v>
                </c:pt>
                <c:pt idx="71523">
                  <c:v>0</c:v>
                </c:pt>
                <c:pt idx="71524">
                  <c:v>0</c:v>
                </c:pt>
                <c:pt idx="71525">
                  <c:v>0</c:v>
                </c:pt>
                <c:pt idx="71526">
                  <c:v>0</c:v>
                </c:pt>
                <c:pt idx="71527">
                  <c:v>0</c:v>
                </c:pt>
                <c:pt idx="71528">
                  <c:v>0</c:v>
                </c:pt>
                <c:pt idx="71529">
                  <c:v>0</c:v>
                </c:pt>
                <c:pt idx="71530">
                  <c:v>0</c:v>
                </c:pt>
                <c:pt idx="71531">
                  <c:v>0</c:v>
                </c:pt>
                <c:pt idx="71532">
                  <c:v>0</c:v>
                </c:pt>
                <c:pt idx="71533">
                  <c:v>0</c:v>
                </c:pt>
                <c:pt idx="71534">
                  <c:v>0</c:v>
                </c:pt>
                <c:pt idx="71535">
                  <c:v>0</c:v>
                </c:pt>
                <c:pt idx="71536">
                  <c:v>0</c:v>
                </c:pt>
                <c:pt idx="71537">
                  <c:v>0</c:v>
                </c:pt>
                <c:pt idx="71538">
                  <c:v>0</c:v>
                </c:pt>
                <c:pt idx="71539">
                  <c:v>0</c:v>
                </c:pt>
                <c:pt idx="71540">
                  <c:v>0</c:v>
                </c:pt>
                <c:pt idx="71541">
                  <c:v>0</c:v>
                </c:pt>
                <c:pt idx="71542">
                  <c:v>0</c:v>
                </c:pt>
                <c:pt idx="71543">
                  <c:v>0</c:v>
                </c:pt>
                <c:pt idx="71544">
                  <c:v>0</c:v>
                </c:pt>
                <c:pt idx="71545">
                  <c:v>0</c:v>
                </c:pt>
                <c:pt idx="71546">
                  <c:v>0</c:v>
                </c:pt>
                <c:pt idx="71547">
                  <c:v>0</c:v>
                </c:pt>
                <c:pt idx="71548">
                  <c:v>0</c:v>
                </c:pt>
                <c:pt idx="71549">
                  <c:v>0</c:v>
                </c:pt>
                <c:pt idx="71550">
                  <c:v>0</c:v>
                </c:pt>
                <c:pt idx="71551">
                  <c:v>0</c:v>
                </c:pt>
                <c:pt idx="71552">
                  <c:v>0</c:v>
                </c:pt>
                <c:pt idx="71553">
                  <c:v>0</c:v>
                </c:pt>
                <c:pt idx="71554">
                  <c:v>0</c:v>
                </c:pt>
                <c:pt idx="71555">
                  <c:v>0</c:v>
                </c:pt>
                <c:pt idx="71556">
                  <c:v>0</c:v>
                </c:pt>
                <c:pt idx="71557">
                  <c:v>0</c:v>
                </c:pt>
                <c:pt idx="71558">
                  <c:v>0</c:v>
                </c:pt>
                <c:pt idx="71559">
                  <c:v>0</c:v>
                </c:pt>
                <c:pt idx="71560">
                  <c:v>0</c:v>
                </c:pt>
                <c:pt idx="71561">
                  <c:v>0</c:v>
                </c:pt>
                <c:pt idx="71562">
                  <c:v>0</c:v>
                </c:pt>
                <c:pt idx="71563">
                  <c:v>0</c:v>
                </c:pt>
                <c:pt idx="71564">
                  <c:v>0</c:v>
                </c:pt>
                <c:pt idx="71565">
                  <c:v>0</c:v>
                </c:pt>
                <c:pt idx="71566">
                  <c:v>0</c:v>
                </c:pt>
                <c:pt idx="71567">
                  <c:v>0</c:v>
                </c:pt>
                <c:pt idx="71568">
                  <c:v>0</c:v>
                </c:pt>
                <c:pt idx="71569">
                  <c:v>0</c:v>
                </c:pt>
                <c:pt idx="71570">
                  <c:v>0</c:v>
                </c:pt>
                <c:pt idx="71571">
                  <c:v>0</c:v>
                </c:pt>
                <c:pt idx="71572">
                  <c:v>0</c:v>
                </c:pt>
                <c:pt idx="71573">
                  <c:v>0</c:v>
                </c:pt>
                <c:pt idx="71574">
                  <c:v>0</c:v>
                </c:pt>
                <c:pt idx="71575">
                  <c:v>0</c:v>
                </c:pt>
                <c:pt idx="71576">
                  <c:v>0</c:v>
                </c:pt>
                <c:pt idx="71577">
                  <c:v>0</c:v>
                </c:pt>
                <c:pt idx="71578">
                  <c:v>0</c:v>
                </c:pt>
                <c:pt idx="71579">
                  <c:v>0</c:v>
                </c:pt>
                <c:pt idx="71580">
                  <c:v>0</c:v>
                </c:pt>
                <c:pt idx="71581">
                  <c:v>0</c:v>
                </c:pt>
                <c:pt idx="71582">
                  <c:v>0</c:v>
                </c:pt>
                <c:pt idx="71583">
                  <c:v>0</c:v>
                </c:pt>
                <c:pt idx="71584">
                  <c:v>0</c:v>
                </c:pt>
                <c:pt idx="71585">
                  <c:v>0</c:v>
                </c:pt>
                <c:pt idx="71586">
                  <c:v>0</c:v>
                </c:pt>
                <c:pt idx="71587">
                  <c:v>0</c:v>
                </c:pt>
                <c:pt idx="71588">
                  <c:v>0</c:v>
                </c:pt>
                <c:pt idx="71589">
                  <c:v>0</c:v>
                </c:pt>
                <c:pt idx="71590">
                  <c:v>0</c:v>
                </c:pt>
                <c:pt idx="71591">
                  <c:v>0</c:v>
                </c:pt>
                <c:pt idx="71592">
                  <c:v>0</c:v>
                </c:pt>
                <c:pt idx="71593">
                  <c:v>0</c:v>
                </c:pt>
                <c:pt idx="71594">
                  <c:v>0</c:v>
                </c:pt>
                <c:pt idx="71595">
                  <c:v>0</c:v>
                </c:pt>
                <c:pt idx="71596">
                  <c:v>0</c:v>
                </c:pt>
                <c:pt idx="71597">
                  <c:v>0</c:v>
                </c:pt>
                <c:pt idx="71598">
                  <c:v>0</c:v>
                </c:pt>
                <c:pt idx="71599">
                  <c:v>0</c:v>
                </c:pt>
                <c:pt idx="71600">
                  <c:v>0</c:v>
                </c:pt>
                <c:pt idx="71601">
                  <c:v>0</c:v>
                </c:pt>
                <c:pt idx="71602">
                  <c:v>0</c:v>
                </c:pt>
                <c:pt idx="71603">
                  <c:v>0</c:v>
                </c:pt>
                <c:pt idx="71604">
                  <c:v>0</c:v>
                </c:pt>
                <c:pt idx="71605">
                  <c:v>0</c:v>
                </c:pt>
                <c:pt idx="71606">
                  <c:v>0</c:v>
                </c:pt>
                <c:pt idx="71607">
                  <c:v>0</c:v>
                </c:pt>
                <c:pt idx="71608">
                  <c:v>0</c:v>
                </c:pt>
                <c:pt idx="71609">
                  <c:v>0</c:v>
                </c:pt>
                <c:pt idx="71610">
                  <c:v>0</c:v>
                </c:pt>
                <c:pt idx="71611">
                  <c:v>0</c:v>
                </c:pt>
                <c:pt idx="71612">
                  <c:v>0</c:v>
                </c:pt>
                <c:pt idx="71613">
                  <c:v>0</c:v>
                </c:pt>
                <c:pt idx="71614">
                  <c:v>0</c:v>
                </c:pt>
                <c:pt idx="71615">
                  <c:v>0</c:v>
                </c:pt>
                <c:pt idx="71616">
                  <c:v>0</c:v>
                </c:pt>
                <c:pt idx="71617">
                  <c:v>0</c:v>
                </c:pt>
                <c:pt idx="71618">
                  <c:v>0</c:v>
                </c:pt>
                <c:pt idx="71619">
                  <c:v>0</c:v>
                </c:pt>
                <c:pt idx="71620">
                  <c:v>0</c:v>
                </c:pt>
                <c:pt idx="71621">
                  <c:v>0</c:v>
                </c:pt>
                <c:pt idx="71622">
                  <c:v>0</c:v>
                </c:pt>
                <c:pt idx="71623">
                  <c:v>0</c:v>
                </c:pt>
                <c:pt idx="71624">
                  <c:v>0</c:v>
                </c:pt>
                <c:pt idx="71625">
                  <c:v>0</c:v>
                </c:pt>
                <c:pt idx="71626">
                  <c:v>0</c:v>
                </c:pt>
                <c:pt idx="71627">
                  <c:v>0</c:v>
                </c:pt>
                <c:pt idx="71628">
                  <c:v>0</c:v>
                </c:pt>
                <c:pt idx="71629">
                  <c:v>0</c:v>
                </c:pt>
                <c:pt idx="71630">
                  <c:v>0</c:v>
                </c:pt>
                <c:pt idx="71631">
                  <c:v>0</c:v>
                </c:pt>
                <c:pt idx="71632">
                  <c:v>0</c:v>
                </c:pt>
                <c:pt idx="71633">
                  <c:v>0</c:v>
                </c:pt>
                <c:pt idx="71634">
                  <c:v>0</c:v>
                </c:pt>
                <c:pt idx="71635">
                  <c:v>0</c:v>
                </c:pt>
                <c:pt idx="71636">
                  <c:v>0</c:v>
                </c:pt>
                <c:pt idx="71637">
                  <c:v>0</c:v>
                </c:pt>
                <c:pt idx="71638">
                  <c:v>0</c:v>
                </c:pt>
                <c:pt idx="71639">
                  <c:v>0</c:v>
                </c:pt>
                <c:pt idx="71640">
                  <c:v>0</c:v>
                </c:pt>
                <c:pt idx="71641">
                  <c:v>0</c:v>
                </c:pt>
                <c:pt idx="71642">
                  <c:v>0</c:v>
                </c:pt>
                <c:pt idx="71643">
                  <c:v>0</c:v>
                </c:pt>
                <c:pt idx="71644">
                  <c:v>0</c:v>
                </c:pt>
                <c:pt idx="71645">
                  <c:v>0</c:v>
                </c:pt>
                <c:pt idx="71646">
                  <c:v>0</c:v>
                </c:pt>
                <c:pt idx="71647">
                  <c:v>0</c:v>
                </c:pt>
                <c:pt idx="71648">
                  <c:v>0</c:v>
                </c:pt>
                <c:pt idx="71649">
                  <c:v>0</c:v>
                </c:pt>
                <c:pt idx="71650">
                  <c:v>0</c:v>
                </c:pt>
                <c:pt idx="71651">
                  <c:v>0</c:v>
                </c:pt>
                <c:pt idx="71652">
                  <c:v>0</c:v>
                </c:pt>
                <c:pt idx="71653">
                  <c:v>0</c:v>
                </c:pt>
                <c:pt idx="71654">
                  <c:v>0</c:v>
                </c:pt>
                <c:pt idx="71655">
                  <c:v>0</c:v>
                </c:pt>
                <c:pt idx="71656">
                  <c:v>0</c:v>
                </c:pt>
                <c:pt idx="71657">
                  <c:v>0</c:v>
                </c:pt>
                <c:pt idx="71658">
                  <c:v>0</c:v>
                </c:pt>
                <c:pt idx="71659">
                  <c:v>0</c:v>
                </c:pt>
                <c:pt idx="71660">
                  <c:v>0</c:v>
                </c:pt>
                <c:pt idx="71661">
                  <c:v>0</c:v>
                </c:pt>
                <c:pt idx="71662">
                  <c:v>0</c:v>
                </c:pt>
                <c:pt idx="71663">
                  <c:v>0</c:v>
                </c:pt>
                <c:pt idx="71664">
                  <c:v>0</c:v>
                </c:pt>
                <c:pt idx="71665">
                  <c:v>0</c:v>
                </c:pt>
                <c:pt idx="71666">
                  <c:v>0</c:v>
                </c:pt>
                <c:pt idx="71667">
                  <c:v>0</c:v>
                </c:pt>
                <c:pt idx="71668">
                  <c:v>0</c:v>
                </c:pt>
                <c:pt idx="71669">
                  <c:v>0</c:v>
                </c:pt>
                <c:pt idx="71670">
                  <c:v>0</c:v>
                </c:pt>
                <c:pt idx="71671">
                  <c:v>0</c:v>
                </c:pt>
                <c:pt idx="71672">
                  <c:v>0</c:v>
                </c:pt>
                <c:pt idx="71673">
                  <c:v>0</c:v>
                </c:pt>
                <c:pt idx="71674">
                  <c:v>0</c:v>
                </c:pt>
                <c:pt idx="71675">
                  <c:v>0</c:v>
                </c:pt>
                <c:pt idx="71676">
                  <c:v>0</c:v>
                </c:pt>
                <c:pt idx="71677">
                  <c:v>0</c:v>
                </c:pt>
                <c:pt idx="71678">
                  <c:v>0</c:v>
                </c:pt>
                <c:pt idx="71679">
                  <c:v>0</c:v>
                </c:pt>
                <c:pt idx="71680">
                  <c:v>0</c:v>
                </c:pt>
                <c:pt idx="71681">
                  <c:v>0</c:v>
                </c:pt>
                <c:pt idx="71682">
                  <c:v>0</c:v>
                </c:pt>
                <c:pt idx="71683">
                  <c:v>0</c:v>
                </c:pt>
                <c:pt idx="71684">
                  <c:v>0</c:v>
                </c:pt>
                <c:pt idx="71685">
                  <c:v>0</c:v>
                </c:pt>
                <c:pt idx="71686">
                  <c:v>0</c:v>
                </c:pt>
                <c:pt idx="71687">
                  <c:v>0</c:v>
                </c:pt>
                <c:pt idx="71688">
                  <c:v>0</c:v>
                </c:pt>
                <c:pt idx="71689">
                  <c:v>0</c:v>
                </c:pt>
                <c:pt idx="71690">
                  <c:v>0</c:v>
                </c:pt>
                <c:pt idx="71691">
                  <c:v>0</c:v>
                </c:pt>
                <c:pt idx="71692">
                  <c:v>0</c:v>
                </c:pt>
                <c:pt idx="71693">
                  <c:v>0</c:v>
                </c:pt>
                <c:pt idx="71694">
                  <c:v>0</c:v>
                </c:pt>
                <c:pt idx="71695">
                  <c:v>0</c:v>
                </c:pt>
                <c:pt idx="71696">
                  <c:v>0</c:v>
                </c:pt>
                <c:pt idx="71697">
                  <c:v>0</c:v>
                </c:pt>
                <c:pt idx="71698">
                  <c:v>0</c:v>
                </c:pt>
                <c:pt idx="71699">
                  <c:v>0</c:v>
                </c:pt>
                <c:pt idx="71700">
                  <c:v>0</c:v>
                </c:pt>
                <c:pt idx="71701">
                  <c:v>0</c:v>
                </c:pt>
                <c:pt idx="71702">
                  <c:v>0</c:v>
                </c:pt>
                <c:pt idx="71703">
                  <c:v>0</c:v>
                </c:pt>
                <c:pt idx="71704">
                  <c:v>0</c:v>
                </c:pt>
                <c:pt idx="71705">
                  <c:v>0</c:v>
                </c:pt>
                <c:pt idx="71706">
                  <c:v>0</c:v>
                </c:pt>
                <c:pt idx="71707">
                  <c:v>0</c:v>
                </c:pt>
                <c:pt idx="71708">
                  <c:v>0</c:v>
                </c:pt>
                <c:pt idx="71709">
                  <c:v>0</c:v>
                </c:pt>
                <c:pt idx="71710">
                  <c:v>0</c:v>
                </c:pt>
                <c:pt idx="71711">
                  <c:v>0</c:v>
                </c:pt>
                <c:pt idx="71712">
                  <c:v>0</c:v>
                </c:pt>
                <c:pt idx="71713">
                  <c:v>0</c:v>
                </c:pt>
                <c:pt idx="71714">
                  <c:v>0</c:v>
                </c:pt>
                <c:pt idx="71715">
                  <c:v>0</c:v>
                </c:pt>
                <c:pt idx="71716">
                  <c:v>0</c:v>
                </c:pt>
                <c:pt idx="71717">
                  <c:v>0</c:v>
                </c:pt>
                <c:pt idx="71718">
                  <c:v>0</c:v>
                </c:pt>
                <c:pt idx="71719">
                  <c:v>0</c:v>
                </c:pt>
                <c:pt idx="71720">
                  <c:v>0</c:v>
                </c:pt>
                <c:pt idx="71721">
                  <c:v>0</c:v>
                </c:pt>
                <c:pt idx="71722">
                  <c:v>0</c:v>
                </c:pt>
                <c:pt idx="71723">
                  <c:v>0</c:v>
                </c:pt>
                <c:pt idx="71724">
                  <c:v>0</c:v>
                </c:pt>
                <c:pt idx="71725">
                  <c:v>0</c:v>
                </c:pt>
                <c:pt idx="71726">
                  <c:v>0</c:v>
                </c:pt>
                <c:pt idx="71727">
                  <c:v>0</c:v>
                </c:pt>
                <c:pt idx="71728">
                  <c:v>0</c:v>
                </c:pt>
                <c:pt idx="71729">
                  <c:v>0</c:v>
                </c:pt>
                <c:pt idx="71730">
                  <c:v>0</c:v>
                </c:pt>
                <c:pt idx="71731">
                  <c:v>0</c:v>
                </c:pt>
                <c:pt idx="71732">
                  <c:v>0</c:v>
                </c:pt>
                <c:pt idx="71733">
                  <c:v>0</c:v>
                </c:pt>
                <c:pt idx="71734">
                  <c:v>0</c:v>
                </c:pt>
                <c:pt idx="71735">
                  <c:v>0</c:v>
                </c:pt>
                <c:pt idx="71736">
                  <c:v>0</c:v>
                </c:pt>
                <c:pt idx="71737">
                  <c:v>0</c:v>
                </c:pt>
                <c:pt idx="71738">
                  <c:v>0</c:v>
                </c:pt>
                <c:pt idx="71739">
                  <c:v>0</c:v>
                </c:pt>
                <c:pt idx="71740">
                  <c:v>0</c:v>
                </c:pt>
                <c:pt idx="71741">
                  <c:v>0</c:v>
                </c:pt>
                <c:pt idx="71742">
                  <c:v>0</c:v>
                </c:pt>
                <c:pt idx="71743">
                  <c:v>0</c:v>
                </c:pt>
                <c:pt idx="71744">
                  <c:v>0</c:v>
                </c:pt>
                <c:pt idx="71745">
                  <c:v>0</c:v>
                </c:pt>
                <c:pt idx="71746">
                  <c:v>0</c:v>
                </c:pt>
                <c:pt idx="71747">
                  <c:v>0</c:v>
                </c:pt>
                <c:pt idx="71748">
                  <c:v>0</c:v>
                </c:pt>
                <c:pt idx="71749">
                  <c:v>0</c:v>
                </c:pt>
                <c:pt idx="71750">
                  <c:v>0</c:v>
                </c:pt>
                <c:pt idx="71751">
                  <c:v>0</c:v>
                </c:pt>
                <c:pt idx="71752">
                  <c:v>0</c:v>
                </c:pt>
                <c:pt idx="71753">
                  <c:v>0</c:v>
                </c:pt>
                <c:pt idx="71754">
                  <c:v>0</c:v>
                </c:pt>
                <c:pt idx="71755">
                  <c:v>0</c:v>
                </c:pt>
                <c:pt idx="71756">
                  <c:v>0</c:v>
                </c:pt>
                <c:pt idx="71757">
                  <c:v>0</c:v>
                </c:pt>
                <c:pt idx="71758">
                  <c:v>0</c:v>
                </c:pt>
                <c:pt idx="71759">
                  <c:v>0</c:v>
                </c:pt>
                <c:pt idx="71760">
                  <c:v>0</c:v>
                </c:pt>
                <c:pt idx="71761">
                  <c:v>0</c:v>
                </c:pt>
                <c:pt idx="71762">
                  <c:v>0</c:v>
                </c:pt>
                <c:pt idx="71763">
                  <c:v>0</c:v>
                </c:pt>
                <c:pt idx="71764">
                  <c:v>0</c:v>
                </c:pt>
                <c:pt idx="71765">
                  <c:v>0</c:v>
                </c:pt>
                <c:pt idx="71766">
                  <c:v>0</c:v>
                </c:pt>
                <c:pt idx="71767">
                  <c:v>0</c:v>
                </c:pt>
                <c:pt idx="71768">
                  <c:v>0</c:v>
                </c:pt>
                <c:pt idx="71769">
                  <c:v>0</c:v>
                </c:pt>
                <c:pt idx="71770">
                  <c:v>0</c:v>
                </c:pt>
                <c:pt idx="71771">
                  <c:v>0</c:v>
                </c:pt>
                <c:pt idx="71772">
                  <c:v>0</c:v>
                </c:pt>
                <c:pt idx="71773">
                  <c:v>0</c:v>
                </c:pt>
                <c:pt idx="71774">
                  <c:v>0</c:v>
                </c:pt>
                <c:pt idx="71775">
                  <c:v>0</c:v>
                </c:pt>
                <c:pt idx="71776">
                  <c:v>0</c:v>
                </c:pt>
                <c:pt idx="71777">
                  <c:v>0</c:v>
                </c:pt>
                <c:pt idx="71778">
                  <c:v>0</c:v>
                </c:pt>
                <c:pt idx="71779">
                  <c:v>0</c:v>
                </c:pt>
                <c:pt idx="71780">
                  <c:v>0</c:v>
                </c:pt>
                <c:pt idx="71781">
                  <c:v>0</c:v>
                </c:pt>
                <c:pt idx="71782">
                  <c:v>0</c:v>
                </c:pt>
                <c:pt idx="71783">
                  <c:v>0</c:v>
                </c:pt>
                <c:pt idx="71784">
                  <c:v>0</c:v>
                </c:pt>
                <c:pt idx="71785">
                  <c:v>0</c:v>
                </c:pt>
                <c:pt idx="71786">
                  <c:v>0</c:v>
                </c:pt>
                <c:pt idx="71787">
                  <c:v>0</c:v>
                </c:pt>
                <c:pt idx="71788">
                  <c:v>0</c:v>
                </c:pt>
                <c:pt idx="71789">
                  <c:v>0</c:v>
                </c:pt>
                <c:pt idx="71790">
                  <c:v>0</c:v>
                </c:pt>
                <c:pt idx="71791">
                  <c:v>0</c:v>
                </c:pt>
                <c:pt idx="71792">
                  <c:v>0</c:v>
                </c:pt>
                <c:pt idx="71793">
                  <c:v>0</c:v>
                </c:pt>
                <c:pt idx="71794">
                  <c:v>0</c:v>
                </c:pt>
                <c:pt idx="71795">
                  <c:v>0</c:v>
                </c:pt>
                <c:pt idx="71796">
                  <c:v>0</c:v>
                </c:pt>
                <c:pt idx="71797">
                  <c:v>0</c:v>
                </c:pt>
                <c:pt idx="71798">
                  <c:v>0</c:v>
                </c:pt>
                <c:pt idx="71799">
                  <c:v>0</c:v>
                </c:pt>
                <c:pt idx="71800">
                  <c:v>0</c:v>
                </c:pt>
                <c:pt idx="71801">
                  <c:v>0</c:v>
                </c:pt>
                <c:pt idx="71802">
                  <c:v>0</c:v>
                </c:pt>
                <c:pt idx="71803">
                  <c:v>0</c:v>
                </c:pt>
                <c:pt idx="71804">
                  <c:v>0</c:v>
                </c:pt>
                <c:pt idx="71805">
                  <c:v>0</c:v>
                </c:pt>
                <c:pt idx="71806">
                  <c:v>0</c:v>
                </c:pt>
                <c:pt idx="71807">
                  <c:v>0</c:v>
                </c:pt>
                <c:pt idx="71808">
                  <c:v>0</c:v>
                </c:pt>
                <c:pt idx="71809">
                  <c:v>0</c:v>
                </c:pt>
                <c:pt idx="71810">
                  <c:v>0</c:v>
                </c:pt>
                <c:pt idx="71811">
                  <c:v>0</c:v>
                </c:pt>
                <c:pt idx="71812">
                  <c:v>0</c:v>
                </c:pt>
                <c:pt idx="71813">
                  <c:v>0</c:v>
                </c:pt>
                <c:pt idx="71814">
                  <c:v>0</c:v>
                </c:pt>
                <c:pt idx="71815">
                  <c:v>0</c:v>
                </c:pt>
                <c:pt idx="71816">
                  <c:v>0</c:v>
                </c:pt>
                <c:pt idx="71817">
                  <c:v>0</c:v>
                </c:pt>
                <c:pt idx="71818">
                  <c:v>0</c:v>
                </c:pt>
                <c:pt idx="71819">
                  <c:v>0</c:v>
                </c:pt>
                <c:pt idx="71820">
                  <c:v>0</c:v>
                </c:pt>
                <c:pt idx="71821">
                  <c:v>0</c:v>
                </c:pt>
                <c:pt idx="71822">
                  <c:v>0</c:v>
                </c:pt>
                <c:pt idx="71823">
                  <c:v>0</c:v>
                </c:pt>
                <c:pt idx="71824">
                  <c:v>0</c:v>
                </c:pt>
                <c:pt idx="71825">
                  <c:v>0</c:v>
                </c:pt>
                <c:pt idx="71826">
                  <c:v>0</c:v>
                </c:pt>
                <c:pt idx="71827">
                  <c:v>0</c:v>
                </c:pt>
                <c:pt idx="71828">
                  <c:v>0</c:v>
                </c:pt>
                <c:pt idx="71829">
                  <c:v>0</c:v>
                </c:pt>
                <c:pt idx="71830">
                  <c:v>0</c:v>
                </c:pt>
                <c:pt idx="71831">
                  <c:v>0</c:v>
                </c:pt>
                <c:pt idx="71832">
                  <c:v>0</c:v>
                </c:pt>
                <c:pt idx="71833">
                  <c:v>0</c:v>
                </c:pt>
                <c:pt idx="71834">
                  <c:v>0</c:v>
                </c:pt>
                <c:pt idx="71835">
                  <c:v>0</c:v>
                </c:pt>
                <c:pt idx="71836">
                  <c:v>0</c:v>
                </c:pt>
                <c:pt idx="71837">
                  <c:v>0</c:v>
                </c:pt>
                <c:pt idx="71838">
                  <c:v>0</c:v>
                </c:pt>
                <c:pt idx="71839">
                  <c:v>0</c:v>
                </c:pt>
                <c:pt idx="71840">
                  <c:v>0</c:v>
                </c:pt>
                <c:pt idx="71841">
                  <c:v>0</c:v>
                </c:pt>
                <c:pt idx="71842">
                  <c:v>0</c:v>
                </c:pt>
                <c:pt idx="71843">
                  <c:v>0</c:v>
                </c:pt>
                <c:pt idx="71844">
                  <c:v>0</c:v>
                </c:pt>
                <c:pt idx="71845">
                  <c:v>0</c:v>
                </c:pt>
                <c:pt idx="71846">
                  <c:v>0</c:v>
                </c:pt>
                <c:pt idx="71847">
                  <c:v>0</c:v>
                </c:pt>
                <c:pt idx="71848">
                  <c:v>0</c:v>
                </c:pt>
                <c:pt idx="71849">
                  <c:v>0</c:v>
                </c:pt>
                <c:pt idx="71850">
                  <c:v>0</c:v>
                </c:pt>
                <c:pt idx="71851">
                  <c:v>0</c:v>
                </c:pt>
                <c:pt idx="71852">
                  <c:v>0</c:v>
                </c:pt>
                <c:pt idx="71853">
                  <c:v>0</c:v>
                </c:pt>
                <c:pt idx="71854">
                  <c:v>0</c:v>
                </c:pt>
                <c:pt idx="71855">
                  <c:v>0</c:v>
                </c:pt>
                <c:pt idx="71856">
                  <c:v>0</c:v>
                </c:pt>
                <c:pt idx="71857">
                  <c:v>0</c:v>
                </c:pt>
                <c:pt idx="71858">
                  <c:v>0</c:v>
                </c:pt>
                <c:pt idx="71859">
                  <c:v>0</c:v>
                </c:pt>
                <c:pt idx="71860">
                  <c:v>0</c:v>
                </c:pt>
                <c:pt idx="71861">
                  <c:v>0</c:v>
                </c:pt>
                <c:pt idx="71862">
                  <c:v>0</c:v>
                </c:pt>
                <c:pt idx="71863">
                  <c:v>0</c:v>
                </c:pt>
                <c:pt idx="71864">
                  <c:v>0</c:v>
                </c:pt>
                <c:pt idx="71865">
                  <c:v>0</c:v>
                </c:pt>
                <c:pt idx="71866">
                  <c:v>0</c:v>
                </c:pt>
                <c:pt idx="71867">
                  <c:v>0</c:v>
                </c:pt>
                <c:pt idx="71868">
                  <c:v>0</c:v>
                </c:pt>
                <c:pt idx="71869">
                  <c:v>0</c:v>
                </c:pt>
                <c:pt idx="71870">
                  <c:v>0</c:v>
                </c:pt>
                <c:pt idx="71871">
                  <c:v>0</c:v>
                </c:pt>
                <c:pt idx="71872">
                  <c:v>0</c:v>
                </c:pt>
                <c:pt idx="71873">
                  <c:v>0</c:v>
                </c:pt>
                <c:pt idx="71874">
                  <c:v>0</c:v>
                </c:pt>
                <c:pt idx="71875">
                  <c:v>0</c:v>
                </c:pt>
                <c:pt idx="71876">
                  <c:v>0</c:v>
                </c:pt>
                <c:pt idx="71877">
                  <c:v>0</c:v>
                </c:pt>
                <c:pt idx="71878">
                  <c:v>0</c:v>
                </c:pt>
                <c:pt idx="71879">
                  <c:v>0</c:v>
                </c:pt>
                <c:pt idx="71880">
                  <c:v>0</c:v>
                </c:pt>
                <c:pt idx="71881">
                  <c:v>0</c:v>
                </c:pt>
                <c:pt idx="71882">
                  <c:v>0</c:v>
                </c:pt>
                <c:pt idx="71883">
                  <c:v>0</c:v>
                </c:pt>
                <c:pt idx="71884">
                  <c:v>0</c:v>
                </c:pt>
                <c:pt idx="71885">
                  <c:v>0</c:v>
                </c:pt>
                <c:pt idx="71886">
                  <c:v>0</c:v>
                </c:pt>
                <c:pt idx="71887">
                  <c:v>0</c:v>
                </c:pt>
                <c:pt idx="71888">
                  <c:v>0</c:v>
                </c:pt>
                <c:pt idx="71889">
                  <c:v>0</c:v>
                </c:pt>
                <c:pt idx="71890">
                  <c:v>0</c:v>
                </c:pt>
                <c:pt idx="71891">
                  <c:v>0</c:v>
                </c:pt>
                <c:pt idx="71892">
                  <c:v>0</c:v>
                </c:pt>
                <c:pt idx="71893">
                  <c:v>0</c:v>
                </c:pt>
                <c:pt idx="71894">
                  <c:v>0</c:v>
                </c:pt>
                <c:pt idx="71895">
                  <c:v>0</c:v>
                </c:pt>
                <c:pt idx="71896">
                  <c:v>0</c:v>
                </c:pt>
                <c:pt idx="71897">
                  <c:v>0</c:v>
                </c:pt>
                <c:pt idx="71898">
                  <c:v>0</c:v>
                </c:pt>
                <c:pt idx="71899">
                  <c:v>0</c:v>
                </c:pt>
                <c:pt idx="71900">
                  <c:v>0</c:v>
                </c:pt>
                <c:pt idx="71901">
                  <c:v>0</c:v>
                </c:pt>
                <c:pt idx="71902">
                  <c:v>0</c:v>
                </c:pt>
                <c:pt idx="71903">
                  <c:v>0</c:v>
                </c:pt>
                <c:pt idx="71904">
                  <c:v>0</c:v>
                </c:pt>
                <c:pt idx="71905">
                  <c:v>0</c:v>
                </c:pt>
                <c:pt idx="71906">
                  <c:v>0</c:v>
                </c:pt>
                <c:pt idx="71907">
                  <c:v>0</c:v>
                </c:pt>
                <c:pt idx="71908">
                  <c:v>0</c:v>
                </c:pt>
                <c:pt idx="71909">
                  <c:v>0</c:v>
                </c:pt>
                <c:pt idx="71910">
                  <c:v>0</c:v>
                </c:pt>
                <c:pt idx="71911">
                  <c:v>0</c:v>
                </c:pt>
                <c:pt idx="71912">
                  <c:v>0</c:v>
                </c:pt>
                <c:pt idx="71913">
                  <c:v>0</c:v>
                </c:pt>
                <c:pt idx="71914">
                  <c:v>0</c:v>
                </c:pt>
                <c:pt idx="71915">
                  <c:v>0</c:v>
                </c:pt>
                <c:pt idx="71916">
                  <c:v>0</c:v>
                </c:pt>
                <c:pt idx="71917">
                  <c:v>0</c:v>
                </c:pt>
                <c:pt idx="71918">
                  <c:v>0</c:v>
                </c:pt>
                <c:pt idx="71919">
                  <c:v>0</c:v>
                </c:pt>
                <c:pt idx="71920">
                  <c:v>0</c:v>
                </c:pt>
                <c:pt idx="71921">
                  <c:v>0</c:v>
                </c:pt>
                <c:pt idx="71922">
                  <c:v>0</c:v>
                </c:pt>
                <c:pt idx="71923">
                  <c:v>0</c:v>
                </c:pt>
                <c:pt idx="71924">
                  <c:v>0</c:v>
                </c:pt>
                <c:pt idx="71925">
                  <c:v>0</c:v>
                </c:pt>
                <c:pt idx="71926">
                  <c:v>0</c:v>
                </c:pt>
                <c:pt idx="71927">
                  <c:v>0</c:v>
                </c:pt>
                <c:pt idx="71928">
                  <c:v>0</c:v>
                </c:pt>
                <c:pt idx="71929">
                  <c:v>0</c:v>
                </c:pt>
                <c:pt idx="71930">
                  <c:v>0</c:v>
                </c:pt>
                <c:pt idx="71931">
                  <c:v>0</c:v>
                </c:pt>
                <c:pt idx="71932">
                  <c:v>0</c:v>
                </c:pt>
                <c:pt idx="71933">
                  <c:v>0</c:v>
                </c:pt>
                <c:pt idx="71934">
                  <c:v>0</c:v>
                </c:pt>
                <c:pt idx="71935">
                  <c:v>0</c:v>
                </c:pt>
                <c:pt idx="71936">
                  <c:v>0</c:v>
                </c:pt>
                <c:pt idx="71937">
                  <c:v>0</c:v>
                </c:pt>
                <c:pt idx="71938">
                  <c:v>0</c:v>
                </c:pt>
                <c:pt idx="71939">
                  <c:v>0</c:v>
                </c:pt>
                <c:pt idx="71940">
                  <c:v>0</c:v>
                </c:pt>
                <c:pt idx="71941">
                  <c:v>0</c:v>
                </c:pt>
                <c:pt idx="71942">
                  <c:v>0</c:v>
                </c:pt>
                <c:pt idx="71943">
                  <c:v>0</c:v>
                </c:pt>
                <c:pt idx="71944">
                  <c:v>0</c:v>
                </c:pt>
                <c:pt idx="71945">
                  <c:v>0</c:v>
                </c:pt>
                <c:pt idx="71946">
                  <c:v>0</c:v>
                </c:pt>
                <c:pt idx="71947">
                  <c:v>0</c:v>
                </c:pt>
                <c:pt idx="71948">
                  <c:v>0</c:v>
                </c:pt>
                <c:pt idx="71949">
                  <c:v>0</c:v>
                </c:pt>
                <c:pt idx="71950">
                  <c:v>0</c:v>
                </c:pt>
                <c:pt idx="71951">
                  <c:v>0</c:v>
                </c:pt>
                <c:pt idx="71952">
                  <c:v>0</c:v>
                </c:pt>
                <c:pt idx="71953">
                  <c:v>0</c:v>
                </c:pt>
                <c:pt idx="71954">
                  <c:v>0</c:v>
                </c:pt>
                <c:pt idx="71955">
                  <c:v>0</c:v>
                </c:pt>
                <c:pt idx="71956">
                  <c:v>0</c:v>
                </c:pt>
                <c:pt idx="71957">
                  <c:v>0</c:v>
                </c:pt>
                <c:pt idx="71958">
                  <c:v>0</c:v>
                </c:pt>
                <c:pt idx="71959">
                  <c:v>0</c:v>
                </c:pt>
                <c:pt idx="71960">
                  <c:v>0</c:v>
                </c:pt>
                <c:pt idx="71961">
                  <c:v>0</c:v>
                </c:pt>
                <c:pt idx="71962">
                  <c:v>0</c:v>
                </c:pt>
                <c:pt idx="71963">
                  <c:v>0</c:v>
                </c:pt>
                <c:pt idx="71964">
                  <c:v>0</c:v>
                </c:pt>
                <c:pt idx="71965">
                  <c:v>0</c:v>
                </c:pt>
                <c:pt idx="71966">
                  <c:v>0</c:v>
                </c:pt>
                <c:pt idx="71967">
                  <c:v>0</c:v>
                </c:pt>
                <c:pt idx="71968">
                  <c:v>0</c:v>
                </c:pt>
                <c:pt idx="71969">
                  <c:v>0</c:v>
                </c:pt>
                <c:pt idx="71970">
                  <c:v>0</c:v>
                </c:pt>
                <c:pt idx="71971">
                  <c:v>0</c:v>
                </c:pt>
                <c:pt idx="71972">
                  <c:v>0</c:v>
                </c:pt>
                <c:pt idx="71973">
                  <c:v>0</c:v>
                </c:pt>
                <c:pt idx="71974">
                  <c:v>0</c:v>
                </c:pt>
                <c:pt idx="71975">
                  <c:v>0</c:v>
                </c:pt>
                <c:pt idx="71976">
                  <c:v>0</c:v>
                </c:pt>
                <c:pt idx="71977">
                  <c:v>0</c:v>
                </c:pt>
                <c:pt idx="71978">
                  <c:v>0</c:v>
                </c:pt>
                <c:pt idx="71979">
                  <c:v>0</c:v>
                </c:pt>
                <c:pt idx="71980">
                  <c:v>0</c:v>
                </c:pt>
                <c:pt idx="71981">
                  <c:v>0</c:v>
                </c:pt>
                <c:pt idx="71982">
                  <c:v>0</c:v>
                </c:pt>
                <c:pt idx="71983">
                  <c:v>0</c:v>
                </c:pt>
                <c:pt idx="71984">
                  <c:v>0</c:v>
                </c:pt>
                <c:pt idx="71985">
                  <c:v>0</c:v>
                </c:pt>
                <c:pt idx="71986">
                  <c:v>0</c:v>
                </c:pt>
                <c:pt idx="71987">
                  <c:v>0</c:v>
                </c:pt>
                <c:pt idx="71988">
                  <c:v>0</c:v>
                </c:pt>
                <c:pt idx="71989">
                  <c:v>0</c:v>
                </c:pt>
                <c:pt idx="71990">
                  <c:v>0</c:v>
                </c:pt>
                <c:pt idx="71991">
                  <c:v>0</c:v>
                </c:pt>
                <c:pt idx="71992">
                  <c:v>0</c:v>
                </c:pt>
                <c:pt idx="71993">
                  <c:v>0</c:v>
                </c:pt>
                <c:pt idx="71994">
                  <c:v>0</c:v>
                </c:pt>
                <c:pt idx="71995">
                  <c:v>0</c:v>
                </c:pt>
                <c:pt idx="71996">
                  <c:v>0</c:v>
                </c:pt>
                <c:pt idx="71997">
                  <c:v>0</c:v>
                </c:pt>
                <c:pt idx="71998">
                  <c:v>0</c:v>
                </c:pt>
                <c:pt idx="71999">
                  <c:v>0</c:v>
                </c:pt>
                <c:pt idx="72000">
                  <c:v>0</c:v>
                </c:pt>
                <c:pt idx="72001">
                  <c:v>0</c:v>
                </c:pt>
                <c:pt idx="72002">
                  <c:v>0</c:v>
                </c:pt>
                <c:pt idx="72003">
                  <c:v>0</c:v>
                </c:pt>
                <c:pt idx="72004">
                  <c:v>0</c:v>
                </c:pt>
                <c:pt idx="72005">
                  <c:v>0</c:v>
                </c:pt>
                <c:pt idx="72006">
                  <c:v>0</c:v>
                </c:pt>
                <c:pt idx="72007">
                  <c:v>0</c:v>
                </c:pt>
                <c:pt idx="72008">
                  <c:v>0</c:v>
                </c:pt>
                <c:pt idx="72009">
                  <c:v>0</c:v>
                </c:pt>
                <c:pt idx="72010">
                  <c:v>0</c:v>
                </c:pt>
                <c:pt idx="72011">
                  <c:v>0</c:v>
                </c:pt>
                <c:pt idx="72012">
                  <c:v>0</c:v>
                </c:pt>
                <c:pt idx="72013">
                  <c:v>0</c:v>
                </c:pt>
                <c:pt idx="72014">
                  <c:v>0</c:v>
                </c:pt>
                <c:pt idx="72015">
                  <c:v>0</c:v>
                </c:pt>
                <c:pt idx="72016">
                  <c:v>0</c:v>
                </c:pt>
                <c:pt idx="72017">
                  <c:v>0</c:v>
                </c:pt>
                <c:pt idx="72018">
                  <c:v>0</c:v>
                </c:pt>
                <c:pt idx="72019">
                  <c:v>0</c:v>
                </c:pt>
                <c:pt idx="72020">
                  <c:v>0</c:v>
                </c:pt>
                <c:pt idx="72021">
                  <c:v>0</c:v>
                </c:pt>
                <c:pt idx="72022">
                  <c:v>0</c:v>
                </c:pt>
                <c:pt idx="72023">
                  <c:v>0</c:v>
                </c:pt>
                <c:pt idx="72024">
                  <c:v>0</c:v>
                </c:pt>
                <c:pt idx="72025">
                  <c:v>0</c:v>
                </c:pt>
                <c:pt idx="72026">
                  <c:v>0</c:v>
                </c:pt>
                <c:pt idx="72027">
                  <c:v>0</c:v>
                </c:pt>
                <c:pt idx="72028">
                  <c:v>0</c:v>
                </c:pt>
                <c:pt idx="72029">
                  <c:v>0</c:v>
                </c:pt>
                <c:pt idx="72030">
                  <c:v>0</c:v>
                </c:pt>
                <c:pt idx="72031">
                  <c:v>0</c:v>
                </c:pt>
                <c:pt idx="72032">
                  <c:v>0</c:v>
                </c:pt>
                <c:pt idx="72033">
                  <c:v>0</c:v>
                </c:pt>
                <c:pt idx="72034">
                  <c:v>0</c:v>
                </c:pt>
                <c:pt idx="72035">
                  <c:v>0</c:v>
                </c:pt>
                <c:pt idx="72036">
                  <c:v>0</c:v>
                </c:pt>
                <c:pt idx="72037">
                  <c:v>0</c:v>
                </c:pt>
                <c:pt idx="72038">
                  <c:v>0</c:v>
                </c:pt>
                <c:pt idx="72039">
                  <c:v>0</c:v>
                </c:pt>
                <c:pt idx="72040">
                  <c:v>0</c:v>
                </c:pt>
                <c:pt idx="72041">
                  <c:v>0</c:v>
                </c:pt>
                <c:pt idx="72042">
                  <c:v>0</c:v>
                </c:pt>
                <c:pt idx="72043">
                  <c:v>0</c:v>
                </c:pt>
                <c:pt idx="72044">
                  <c:v>0</c:v>
                </c:pt>
                <c:pt idx="72045">
                  <c:v>0</c:v>
                </c:pt>
                <c:pt idx="72046">
                  <c:v>0</c:v>
                </c:pt>
                <c:pt idx="72047">
                  <c:v>0</c:v>
                </c:pt>
                <c:pt idx="72048">
                  <c:v>0</c:v>
                </c:pt>
                <c:pt idx="72049">
                  <c:v>0</c:v>
                </c:pt>
                <c:pt idx="72050">
                  <c:v>0</c:v>
                </c:pt>
                <c:pt idx="72051">
                  <c:v>0</c:v>
                </c:pt>
                <c:pt idx="72052">
                  <c:v>0</c:v>
                </c:pt>
                <c:pt idx="72053">
                  <c:v>0</c:v>
                </c:pt>
                <c:pt idx="72054">
                  <c:v>0</c:v>
                </c:pt>
                <c:pt idx="72055">
                  <c:v>0</c:v>
                </c:pt>
                <c:pt idx="72056">
                  <c:v>0</c:v>
                </c:pt>
                <c:pt idx="72057">
                  <c:v>0</c:v>
                </c:pt>
                <c:pt idx="72058">
                  <c:v>0</c:v>
                </c:pt>
                <c:pt idx="72059">
                  <c:v>0</c:v>
                </c:pt>
                <c:pt idx="72060">
                  <c:v>0</c:v>
                </c:pt>
                <c:pt idx="72061">
                  <c:v>0</c:v>
                </c:pt>
                <c:pt idx="72062">
                  <c:v>0</c:v>
                </c:pt>
                <c:pt idx="72063">
                  <c:v>0</c:v>
                </c:pt>
                <c:pt idx="72064">
                  <c:v>0</c:v>
                </c:pt>
                <c:pt idx="72065">
                  <c:v>0</c:v>
                </c:pt>
                <c:pt idx="72066">
                  <c:v>0</c:v>
                </c:pt>
                <c:pt idx="72067">
                  <c:v>0</c:v>
                </c:pt>
                <c:pt idx="72068">
                  <c:v>0</c:v>
                </c:pt>
                <c:pt idx="72069">
                  <c:v>0</c:v>
                </c:pt>
                <c:pt idx="72070">
                  <c:v>0</c:v>
                </c:pt>
                <c:pt idx="72071">
                  <c:v>0</c:v>
                </c:pt>
                <c:pt idx="72072">
                  <c:v>0</c:v>
                </c:pt>
                <c:pt idx="72073">
                  <c:v>0</c:v>
                </c:pt>
                <c:pt idx="72074">
                  <c:v>0</c:v>
                </c:pt>
                <c:pt idx="72075">
                  <c:v>0</c:v>
                </c:pt>
                <c:pt idx="72076">
                  <c:v>0</c:v>
                </c:pt>
                <c:pt idx="72077">
                  <c:v>0</c:v>
                </c:pt>
                <c:pt idx="72078">
                  <c:v>0</c:v>
                </c:pt>
                <c:pt idx="72079">
                  <c:v>0</c:v>
                </c:pt>
                <c:pt idx="72080">
                  <c:v>0</c:v>
                </c:pt>
                <c:pt idx="72081">
                  <c:v>0</c:v>
                </c:pt>
                <c:pt idx="72082">
                  <c:v>0</c:v>
                </c:pt>
                <c:pt idx="72083">
                  <c:v>0</c:v>
                </c:pt>
                <c:pt idx="72084">
                  <c:v>0</c:v>
                </c:pt>
                <c:pt idx="72085">
                  <c:v>0</c:v>
                </c:pt>
                <c:pt idx="72086">
                  <c:v>0</c:v>
                </c:pt>
                <c:pt idx="72087">
                  <c:v>0</c:v>
                </c:pt>
                <c:pt idx="72088">
                  <c:v>0</c:v>
                </c:pt>
                <c:pt idx="72089">
                  <c:v>0</c:v>
                </c:pt>
                <c:pt idx="72090">
                  <c:v>0</c:v>
                </c:pt>
                <c:pt idx="72091">
                  <c:v>0</c:v>
                </c:pt>
                <c:pt idx="72092">
                  <c:v>0</c:v>
                </c:pt>
                <c:pt idx="72093">
                  <c:v>0</c:v>
                </c:pt>
                <c:pt idx="72094">
                  <c:v>0</c:v>
                </c:pt>
                <c:pt idx="72095">
                  <c:v>0</c:v>
                </c:pt>
                <c:pt idx="72096">
                  <c:v>0</c:v>
                </c:pt>
                <c:pt idx="72097">
                  <c:v>0</c:v>
                </c:pt>
                <c:pt idx="72098">
                  <c:v>0</c:v>
                </c:pt>
                <c:pt idx="72099">
                  <c:v>0</c:v>
                </c:pt>
                <c:pt idx="72100">
                  <c:v>0</c:v>
                </c:pt>
                <c:pt idx="72101">
                  <c:v>0</c:v>
                </c:pt>
                <c:pt idx="72102">
                  <c:v>0</c:v>
                </c:pt>
                <c:pt idx="72103">
                  <c:v>0</c:v>
                </c:pt>
                <c:pt idx="72104">
                  <c:v>0</c:v>
                </c:pt>
                <c:pt idx="72105">
                  <c:v>0</c:v>
                </c:pt>
                <c:pt idx="72106">
                  <c:v>0</c:v>
                </c:pt>
                <c:pt idx="72107">
                  <c:v>0</c:v>
                </c:pt>
                <c:pt idx="72108">
                  <c:v>0</c:v>
                </c:pt>
                <c:pt idx="72109">
                  <c:v>0</c:v>
                </c:pt>
                <c:pt idx="72110">
                  <c:v>0</c:v>
                </c:pt>
                <c:pt idx="72111">
                  <c:v>0</c:v>
                </c:pt>
                <c:pt idx="72112">
                  <c:v>0</c:v>
                </c:pt>
                <c:pt idx="72113">
                  <c:v>0</c:v>
                </c:pt>
                <c:pt idx="72114">
                  <c:v>0</c:v>
                </c:pt>
                <c:pt idx="72115">
                  <c:v>0</c:v>
                </c:pt>
                <c:pt idx="72116">
                  <c:v>0</c:v>
                </c:pt>
                <c:pt idx="72117">
                  <c:v>0</c:v>
                </c:pt>
                <c:pt idx="72118">
                  <c:v>0</c:v>
                </c:pt>
                <c:pt idx="72119">
                  <c:v>0</c:v>
                </c:pt>
                <c:pt idx="72120">
                  <c:v>0</c:v>
                </c:pt>
                <c:pt idx="72121">
                  <c:v>0</c:v>
                </c:pt>
                <c:pt idx="72122">
                  <c:v>0</c:v>
                </c:pt>
                <c:pt idx="72123">
                  <c:v>0</c:v>
                </c:pt>
                <c:pt idx="72124">
                  <c:v>0</c:v>
                </c:pt>
                <c:pt idx="72125">
                  <c:v>0</c:v>
                </c:pt>
                <c:pt idx="72126">
                  <c:v>0</c:v>
                </c:pt>
                <c:pt idx="72127">
                  <c:v>0</c:v>
                </c:pt>
                <c:pt idx="72128">
                  <c:v>0</c:v>
                </c:pt>
                <c:pt idx="72129">
                  <c:v>0</c:v>
                </c:pt>
                <c:pt idx="72130">
                  <c:v>0</c:v>
                </c:pt>
                <c:pt idx="72131">
                  <c:v>0</c:v>
                </c:pt>
                <c:pt idx="72132">
                  <c:v>0</c:v>
                </c:pt>
                <c:pt idx="72133">
                  <c:v>0</c:v>
                </c:pt>
                <c:pt idx="72134">
                  <c:v>0</c:v>
                </c:pt>
                <c:pt idx="72135">
                  <c:v>0</c:v>
                </c:pt>
                <c:pt idx="72136">
                  <c:v>0</c:v>
                </c:pt>
                <c:pt idx="72137">
                  <c:v>0</c:v>
                </c:pt>
                <c:pt idx="72138">
                  <c:v>0</c:v>
                </c:pt>
                <c:pt idx="72139">
                  <c:v>0</c:v>
                </c:pt>
                <c:pt idx="72140">
                  <c:v>0</c:v>
                </c:pt>
                <c:pt idx="72141">
                  <c:v>0</c:v>
                </c:pt>
                <c:pt idx="72142">
                  <c:v>0</c:v>
                </c:pt>
                <c:pt idx="72143">
                  <c:v>0</c:v>
                </c:pt>
                <c:pt idx="72144">
                  <c:v>0</c:v>
                </c:pt>
                <c:pt idx="72145">
                  <c:v>0</c:v>
                </c:pt>
                <c:pt idx="72146">
                  <c:v>0</c:v>
                </c:pt>
                <c:pt idx="72147">
                  <c:v>0</c:v>
                </c:pt>
                <c:pt idx="72148">
                  <c:v>0</c:v>
                </c:pt>
                <c:pt idx="72149">
                  <c:v>0</c:v>
                </c:pt>
                <c:pt idx="72150">
                  <c:v>0</c:v>
                </c:pt>
                <c:pt idx="72151">
                  <c:v>0</c:v>
                </c:pt>
                <c:pt idx="72152">
                  <c:v>0</c:v>
                </c:pt>
                <c:pt idx="72153">
                  <c:v>0</c:v>
                </c:pt>
                <c:pt idx="72154">
                  <c:v>0</c:v>
                </c:pt>
                <c:pt idx="72155">
                  <c:v>0</c:v>
                </c:pt>
                <c:pt idx="72156">
                  <c:v>0</c:v>
                </c:pt>
                <c:pt idx="72157">
                  <c:v>0</c:v>
                </c:pt>
                <c:pt idx="72158">
                  <c:v>0</c:v>
                </c:pt>
                <c:pt idx="72159">
                  <c:v>0</c:v>
                </c:pt>
                <c:pt idx="72160">
                  <c:v>0</c:v>
                </c:pt>
                <c:pt idx="72161">
                  <c:v>0</c:v>
                </c:pt>
                <c:pt idx="72162">
                  <c:v>0</c:v>
                </c:pt>
                <c:pt idx="72163">
                  <c:v>0</c:v>
                </c:pt>
                <c:pt idx="72164">
                  <c:v>0</c:v>
                </c:pt>
                <c:pt idx="72165">
                  <c:v>0</c:v>
                </c:pt>
                <c:pt idx="72166">
                  <c:v>0</c:v>
                </c:pt>
                <c:pt idx="72167">
                  <c:v>0</c:v>
                </c:pt>
                <c:pt idx="72168">
                  <c:v>0</c:v>
                </c:pt>
                <c:pt idx="72169">
                  <c:v>0</c:v>
                </c:pt>
                <c:pt idx="72170">
                  <c:v>0</c:v>
                </c:pt>
                <c:pt idx="72171">
                  <c:v>0</c:v>
                </c:pt>
                <c:pt idx="72172">
                  <c:v>0</c:v>
                </c:pt>
                <c:pt idx="72173">
                  <c:v>0</c:v>
                </c:pt>
                <c:pt idx="72174">
                  <c:v>0</c:v>
                </c:pt>
                <c:pt idx="72175">
                  <c:v>0</c:v>
                </c:pt>
                <c:pt idx="72176">
                  <c:v>0</c:v>
                </c:pt>
                <c:pt idx="72177">
                  <c:v>0</c:v>
                </c:pt>
                <c:pt idx="72178">
                  <c:v>0</c:v>
                </c:pt>
                <c:pt idx="72179">
                  <c:v>0</c:v>
                </c:pt>
                <c:pt idx="72180">
                  <c:v>0</c:v>
                </c:pt>
                <c:pt idx="72181">
                  <c:v>0</c:v>
                </c:pt>
                <c:pt idx="72182">
                  <c:v>0</c:v>
                </c:pt>
                <c:pt idx="72183">
                  <c:v>0</c:v>
                </c:pt>
                <c:pt idx="72184">
                  <c:v>0</c:v>
                </c:pt>
                <c:pt idx="72185">
                  <c:v>0</c:v>
                </c:pt>
                <c:pt idx="72186">
                  <c:v>0</c:v>
                </c:pt>
                <c:pt idx="72187">
                  <c:v>0</c:v>
                </c:pt>
                <c:pt idx="72188">
                  <c:v>0</c:v>
                </c:pt>
                <c:pt idx="72189">
                  <c:v>0</c:v>
                </c:pt>
                <c:pt idx="72190">
                  <c:v>0</c:v>
                </c:pt>
                <c:pt idx="72191">
                  <c:v>0</c:v>
                </c:pt>
                <c:pt idx="72192">
                  <c:v>0</c:v>
                </c:pt>
                <c:pt idx="72193">
                  <c:v>0</c:v>
                </c:pt>
                <c:pt idx="72194">
                  <c:v>0</c:v>
                </c:pt>
                <c:pt idx="72195">
                  <c:v>0</c:v>
                </c:pt>
                <c:pt idx="72196">
                  <c:v>0</c:v>
                </c:pt>
                <c:pt idx="72197">
                  <c:v>0</c:v>
                </c:pt>
                <c:pt idx="72198">
                  <c:v>0</c:v>
                </c:pt>
                <c:pt idx="72199">
                  <c:v>0</c:v>
                </c:pt>
                <c:pt idx="72200">
                  <c:v>0</c:v>
                </c:pt>
                <c:pt idx="72201">
                  <c:v>0</c:v>
                </c:pt>
                <c:pt idx="72202">
                  <c:v>0</c:v>
                </c:pt>
                <c:pt idx="72203">
                  <c:v>0</c:v>
                </c:pt>
                <c:pt idx="72204">
                  <c:v>0</c:v>
                </c:pt>
                <c:pt idx="72205">
                  <c:v>0</c:v>
                </c:pt>
                <c:pt idx="72206">
                  <c:v>0</c:v>
                </c:pt>
                <c:pt idx="72207">
                  <c:v>0</c:v>
                </c:pt>
                <c:pt idx="72208">
                  <c:v>0</c:v>
                </c:pt>
                <c:pt idx="72209">
                  <c:v>0</c:v>
                </c:pt>
                <c:pt idx="72210">
                  <c:v>0</c:v>
                </c:pt>
                <c:pt idx="72211">
                  <c:v>0</c:v>
                </c:pt>
                <c:pt idx="72212">
                  <c:v>0</c:v>
                </c:pt>
                <c:pt idx="72213">
                  <c:v>0</c:v>
                </c:pt>
                <c:pt idx="72214">
                  <c:v>0</c:v>
                </c:pt>
                <c:pt idx="72215">
                  <c:v>0</c:v>
                </c:pt>
                <c:pt idx="72216">
                  <c:v>0</c:v>
                </c:pt>
                <c:pt idx="72217">
                  <c:v>0</c:v>
                </c:pt>
                <c:pt idx="72218">
                  <c:v>0</c:v>
                </c:pt>
                <c:pt idx="72219">
                  <c:v>0</c:v>
                </c:pt>
                <c:pt idx="72220">
                  <c:v>0</c:v>
                </c:pt>
                <c:pt idx="72221">
                  <c:v>0</c:v>
                </c:pt>
                <c:pt idx="72222">
                  <c:v>0</c:v>
                </c:pt>
                <c:pt idx="72223">
                  <c:v>0</c:v>
                </c:pt>
                <c:pt idx="72224">
                  <c:v>0</c:v>
                </c:pt>
                <c:pt idx="72225">
                  <c:v>0</c:v>
                </c:pt>
                <c:pt idx="72226">
                  <c:v>0</c:v>
                </c:pt>
                <c:pt idx="72227">
                  <c:v>0</c:v>
                </c:pt>
                <c:pt idx="72228">
                  <c:v>0</c:v>
                </c:pt>
                <c:pt idx="72229">
                  <c:v>0</c:v>
                </c:pt>
                <c:pt idx="72230">
                  <c:v>0</c:v>
                </c:pt>
                <c:pt idx="72231">
                  <c:v>0</c:v>
                </c:pt>
                <c:pt idx="72232">
                  <c:v>0</c:v>
                </c:pt>
                <c:pt idx="72233">
                  <c:v>0</c:v>
                </c:pt>
                <c:pt idx="72234">
                  <c:v>0</c:v>
                </c:pt>
                <c:pt idx="72235">
                  <c:v>0</c:v>
                </c:pt>
                <c:pt idx="72236">
                  <c:v>0</c:v>
                </c:pt>
                <c:pt idx="72237">
                  <c:v>0</c:v>
                </c:pt>
                <c:pt idx="72238">
                  <c:v>0</c:v>
                </c:pt>
                <c:pt idx="72239">
                  <c:v>0</c:v>
                </c:pt>
                <c:pt idx="72240">
                  <c:v>0</c:v>
                </c:pt>
                <c:pt idx="72241">
                  <c:v>0</c:v>
                </c:pt>
                <c:pt idx="72242">
                  <c:v>0</c:v>
                </c:pt>
                <c:pt idx="72243">
                  <c:v>0</c:v>
                </c:pt>
                <c:pt idx="72244">
                  <c:v>0</c:v>
                </c:pt>
                <c:pt idx="72245">
                  <c:v>0</c:v>
                </c:pt>
                <c:pt idx="72246">
                  <c:v>0</c:v>
                </c:pt>
                <c:pt idx="72247">
                  <c:v>0</c:v>
                </c:pt>
                <c:pt idx="72248">
                  <c:v>0</c:v>
                </c:pt>
                <c:pt idx="72249">
                  <c:v>0</c:v>
                </c:pt>
                <c:pt idx="72250">
                  <c:v>0</c:v>
                </c:pt>
                <c:pt idx="72251">
                  <c:v>0</c:v>
                </c:pt>
                <c:pt idx="72252">
                  <c:v>0</c:v>
                </c:pt>
                <c:pt idx="72253">
                  <c:v>0</c:v>
                </c:pt>
                <c:pt idx="72254">
                  <c:v>0</c:v>
                </c:pt>
                <c:pt idx="72255">
                  <c:v>0</c:v>
                </c:pt>
                <c:pt idx="72256">
                  <c:v>0</c:v>
                </c:pt>
                <c:pt idx="72257">
                  <c:v>0</c:v>
                </c:pt>
                <c:pt idx="72258">
                  <c:v>0</c:v>
                </c:pt>
                <c:pt idx="72259">
                  <c:v>0</c:v>
                </c:pt>
                <c:pt idx="72260">
                  <c:v>0</c:v>
                </c:pt>
                <c:pt idx="72261">
                  <c:v>0</c:v>
                </c:pt>
                <c:pt idx="72262">
                  <c:v>0</c:v>
                </c:pt>
                <c:pt idx="72263">
                  <c:v>0</c:v>
                </c:pt>
                <c:pt idx="72264">
                  <c:v>0</c:v>
                </c:pt>
                <c:pt idx="72265">
                  <c:v>0</c:v>
                </c:pt>
                <c:pt idx="72266">
                  <c:v>0</c:v>
                </c:pt>
                <c:pt idx="72267">
                  <c:v>0</c:v>
                </c:pt>
                <c:pt idx="72268">
                  <c:v>0</c:v>
                </c:pt>
                <c:pt idx="72269">
                  <c:v>0</c:v>
                </c:pt>
                <c:pt idx="72270">
                  <c:v>0</c:v>
                </c:pt>
                <c:pt idx="72271">
                  <c:v>0</c:v>
                </c:pt>
                <c:pt idx="72272">
                  <c:v>0</c:v>
                </c:pt>
                <c:pt idx="72273">
                  <c:v>0</c:v>
                </c:pt>
                <c:pt idx="72274">
                  <c:v>0</c:v>
                </c:pt>
                <c:pt idx="72275">
                  <c:v>0</c:v>
                </c:pt>
                <c:pt idx="72276">
                  <c:v>0</c:v>
                </c:pt>
                <c:pt idx="72277">
                  <c:v>0</c:v>
                </c:pt>
                <c:pt idx="72278">
                  <c:v>0</c:v>
                </c:pt>
                <c:pt idx="72279">
                  <c:v>0</c:v>
                </c:pt>
                <c:pt idx="72280">
                  <c:v>0</c:v>
                </c:pt>
                <c:pt idx="72281">
                  <c:v>0</c:v>
                </c:pt>
                <c:pt idx="72282">
                  <c:v>0</c:v>
                </c:pt>
                <c:pt idx="72283">
                  <c:v>0</c:v>
                </c:pt>
                <c:pt idx="72284">
                  <c:v>0</c:v>
                </c:pt>
                <c:pt idx="72285">
                  <c:v>0</c:v>
                </c:pt>
                <c:pt idx="72286">
                  <c:v>0</c:v>
                </c:pt>
                <c:pt idx="72287">
                  <c:v>0</c:v>
                </c:pt>
                <c:pt idx="72288">
                  <c:v>0</c:v>
                </c:pt>
                <c:pt idx="72289">
                  <c:v>0</c:v>
                </c:pt>
                <c:pt idx="72290">
                  <c:v>0</c:v>
                </c:pt>
                <c:pt idx="72291">
                  <c:v>0</c:v>
                </c:pt>
                <c:pt idx="72292">
                  <c:v>0</c:v>
                </c:pt>
                <c:pt idx="72293">
                  <c:v>0</c:v>
                </c:pt>
                <c:pt idx="72294">
                  <c:v>0</c:v>
                </c:pt>
                <c:pt idx="72295">
                  <c:v>0</c:v>
                </c:pt>
                <c:pt idx="72296">
                  <c:v>0</c:v>
                </c:pt>
                <c:pt idx="72297">
                  <c:v>0</c:v>
                </c:pt>
                <c:pt idx="72298">
                  <c:v>0</c:v>
                </c:pt>
                <c:pt idx="72299">
                  <c:v>0</c:v>
                </c:pt>
                <c:pt idx="72300">
                  <c:v>0</c:v>
                </c:pt>
                <c:pt idx="72301">
                  <c:v>0</c:v>
                </c:pt>
                <c:pt idx="72302">
                  <c:v>0</c:v>
                </c:pt>
                <c:pt idx="72303">
                  <c:v>0</c:v>
                </c:pt>
                <c:pt idx="72304">
                  <c:v>0</c:v>
                </c:pt>
                <c:pt idx="72305">
                  <c:v>0</c:v>
                </c:pt>
                <c:pt idx="72306">
                  <c:v>0</c:v>
                </c:pt>
                <c:pt idx="72307">
                  <c:v>0</c:v>
                </c:pt>
                <c:pt idx="72308">
                  <c:v>0</c:v>
                </c:pt>
                <c:pt idx="72309">
                  <c:v>0</c:v>
                </c:pt>
                <c:pt idx="72310">
                  <c:v>0</c:v>
                </c:pt>
                <c:pt idx="72311">
                  <c:v>0</c:v>
                </c:pt>
                <c:pt idx="72312">
                  <c:v>0</c:v>
                </c:pt>
                <c:pt idx="72313">
                  <c:v>0</c:v>
                </c:pt>
                <c:pt idx="72314">
                  <c:v>0</c:v>
                </c:pt>
                <c:pt idx="72315">
                  <c:v>0</c:v>
                </c:pt>
                <c:pt idx="72316">
                  <c:v>0</c:v>
                </c:pt>
                <c:pt idx="72317">
                  <c:v>0</c:v>
                </c:pt>
                <c:pt idx="72318">
                  <c:v>0</c:v>
                </c:pt>
                <c:pt idx="72319">
                  <c:v>0</c:v>
                </c:pt>
                <c:pt idx="72320">
                  <c:v>0</c:v>
                </c:pt>
                <c:pt idx="72321">
                  <c:v>0</c:v>
                </c:pt>
                <c:pt idx="72322">
                  <c:v>0</c:v>
                </c:pt>
                <c:pt idx="72323">
                  <c:v>0</c:v>
                </c:pt>
                <c:pt idx="72324">
                  <c:v>0</c:v>
                </c:pt>
                <c:pt idx="72325">
                  <c:v>0</c:v>
                </c:pt>
                <c:pt idx="72326">
                  <c:v>0</c:v>
                </c:pt>
                <c:pt idx="72327">
                  <c:v>0</c:v>
                </c:pt>
                <c:pt idx="72328">
                  <c:v>0</c:v>
                </c:pt>
                <c:pt idx="72329">
                  <c:v>0</c:v>
                </c:pt>
                <c:pt idx="72330">
                  <c:v>0</c:v>
                </c:pt>
                <c:pt idx="72331">
                  <c:v>0</c:v>
                </c:pt>
                <c:pt idx="72332">
                  <c:v>0</c:v>
                </c:pt>
                <c:pt idx="72333">
                  <c:v>0</c:v>
                </c:pt>
                <c:pt idx="72334">
                  <c:v>0</c:v>
                </c:pt>
                <c:pt idx="72335">
                  <c:v>0</c:v>
                </c:pt>
                <c:pt idx="72336">
                  <c:v>0</c:v>
                </c:pt>
                <c:pt idx="72337">
                  <c:v>0</c:v>
                </c:pt>
                <c:pt idx="72338">
                  <c:v>0</c:v>
                </c:pt>
                <c:pt idx="72339">
                  <c:v>0</c:v>
                </c:pt>
                <c:pt idx="72340">
                  <c:v>0</c:v>
                </c:pt>
                <c:pt idx="72341">
                  <c:v>0</c:v>
                </c:pt>
                <c:pt idx="72342">
                  <c:v>0</c:v>
                </c:pt>
                <c:pt idx="72343">
                  <c:v>0</c:v>
                </c:pt>
                <c:pt idx="72344">
                  <c:v>0</c:v>
                </c:pt>
                <c:pt idx="72345">
                  <c:v>0</c:v>
                </c:pt>
                <c:pt idx="72346">
                  <c:v>0</c:v>
                </c:pt>
                <c:pt idx="72347">
                  <c:v>0</c:v>
                </c:pt>
                <c:pt idx="72348">
                  <c:v>0</c:v>
                </c:pt>
                <c:pt idx="72349">
                  <c:v>0</c:v>
                </c:pt>
                <c:pt idx="72350">
                  <c:v>0</c:v>
                </c:pt>
                <c:pt idx="72351">
                  <c:v>0</c:v>
                </c:pt>
                <c:pt idx="72352">
                  <c:v>0</c:v>
                </c:pt>
                <c:pt idx="72353">
                  <c:v>0</c:v>
                </c:pt>
                <c:pt idx="72354">
                  <c:v>0</c:v>
                </c:pt>
                <c:pt idx="72355">
                  <c:v>0</c:v>
                </c:pt>
                <c:pt idx="72356">
                  <c:v>0</c:v>
                </c:pt>
                <c:pt idx="72357">
                  <c:v>0</c:v>
                </c:pt>
                <c:pt idx="72358">
                  <c:v>0</c:v>
                </c:pt>
                <c:pt idx="72359">
                  <c:v>0</c:v>
                </c:pt>
                <c:pt idx="72360">
                  <c:v>0</c:v>
                </c:pt>
                <c:pt idx="72361">
                  <c:v>0</c:v>
                </c:pt>
                <c:pt idx="72362">
                  <c:v>0</c:v>
                </c:pt>
                <c:pt idx="72363">
                  <c:v>0</c:v>
                </c:pt>
                <c:pt idx="72364">
                  <c:v>0</c:v>
                </c:pt>
                <c:pt idx="72365">
                  <c:v>0</c:v>
                </c:pt>
                <c:pt idx="72366">
                  <c:v>0</c:v>
                </c:pt>
                <c:pt idx="72367">
                  <c:v>0</c:v>
                </c:pt>
                <c:pt idx="72368">
                  <c:v>0</c:v>
                </c:pt>
                <c:pt idx="72369">
                  <c:v>0</c:v>
                </c:pt>
                <c:pt idx="72370">
                  <c:v>0</c:v>
                </c:pt>
                <c:pt idx="72371">
                  <c:v>0</c:v>
                </c:pt>
                <c:pt idx="72372">
                  <c:v>0</c:v>
                </c:pt>
                <c:pt idx="72373">
                  <c:v>0</c:v>
                </c:pt>
                <c:pt idx="72374">
                  <c:v>0</c:v>
                </c:pt>
                <c:pt idx="72375">
                  <c:v>0</c:v>
                </c:pt>
                <c:pt idx="72376">
                  <c:v>0</c:v>
                </c:pt>
                <c:pt idx="72377">
                  <c:v>0</c:v>
                </c:pt>
                <c:pt idx="72378">
                  <c:v>0</c:v>
                </c:pt>
                <c:pt idx="72379">
                  <c:v>0</c:v>
                </c:pt>
                <c:pt idx="72380">
                  <c:v>0</c:v>
                </c:pt>
                <c:pt idx="72381">
                  <c:v>0</c:v>
                </c:pt>
                <c:pt idx="72382">
                  <c:v>0</c:v>
                </c:pt>
                <c:pt idx="72383">
                  <c:v>0</c:v>
                </c:pt>
                <c:pt idx="72384">
                  <c:v>0</c:v>
                </c:pt>
                <c:pt idx="72385">
                  <c:v>0</c:v>
                </c:pt>
                <c:pt idx="72386">
                  <c:v>0</c:v>
                </c:pt>
                <c:pt idx="72387">
                  <c:v>0</c:v>
                </c:pt>
                <c:pt idx="72388">
                  <c:v>0</c:v>
                </c:pt>
                <c:pt idx="72389">
                  <c:v>0</c:v>
                </c:pt>
                <c:pt idx="72390">
                  <c:v>0</c:v>
                </c:pt>
                <c:pt idx="72391">
                  <c:v>0</c:v>
                </c:pt>
                <c:pt idx="72392">
                  <c:v>0</c:v>
                </c:pt>
                <c:pt idx="72393">
                  <c:v>0</c:v>
                </c:pt>
                <c:pt idx="72394">
                  <c:v>0</c:v>
                </c:pt>
                <c:pt idx="72395">
                  <c:v>0</c:v>
                </c:pt>
                <c:pt idx="72396">
                  <c:v>0</c:v>
                </c:pt>
                <c:pt idx="72397">
                  <c:v>0</c:v>
                </c:pt>
                <c:pt idx="72398">
                  <c:v>0</c:v>
                </c:pt>
                <c:pt idx="72399">
                  <c:v>0</c:v>
                </c:pt>
                <c:pt idx="72400">
                  <c:v>0</c:v>
                </c:pt>
                <c:pt idx="72401">
                  <c:v>0</c:v>
                </c:pt>
                <c:pt idx="72402">
                  <c:v>0</c:v>
                </c:pt>
                <c:pt idx="72403">
                  <c:v>0</c:v>
                </c:pt>
                <c:pt idx="72404">
                  <c:v>0</c:v>
                </c:pt>
                <c:pt idx="72405">
                  <c:v>0</c:v>
                </c:pt>
                <c:pt idx="72406">
                  <c:v>0</c:v>
                </c:pt>
                <c:pt idx="72407">
                  <c:v>0</c:v>
                </c:pt>
                <c:pt idx="72408">
                  <c:v>0</c:v>
                </c:pt>
                <c:pt idx="72409">
                  <c:v>0</c:v>
                </c:pt>
                <c:pt idx="72410">
                  <c:v>0</c:v>
                </c:pt>
                <c:pt idx="72411">
                  <c:v>0</c:v>
                </c:pt>
                <c:pt idx="72412">
                  <c:v>0</c:v>
                </c:pt>
                <c:pt idx="72413">
                  <c:v>0</c:v>
                </c:pt>
                <c:pt idx="72414">
                  <c:v>0</c:v>
                </c:pt>
                <c:pt idx="72415">
                  <c:v>0</c:v>
                </c:pt>
                <c:pt idx="72416">
                  <c:v>0</c:v>
                </c:pt>
                <c:pt idx="72417">
                  <c:v>0</c:v>
                </c:pt>
                <c:pt idx="72418">
                  <c:v>0</c:v>
                </c:pt>
                <c:pt idx="72419">
                  <c:v>0</c:v>
                </c:pt>
                <c:pt idx="72420">
                  <c:v>0</c:v>
                </c:pt>
                <c:pt idx="72421">
                  <c:v>0</c:v>
                </c:pt>
                <c:pt idx="72422">
                  <c:v>0</c:v>
                </c:pt>
                <c:pt idx="72423">
                  <c:v>0</c:v>
                </c:pt>
                <c:pt idx="72424">
                  <c:v>0</c:v>
                </c:pt>
                <c:pt idx="72425">
                  <c:v>0</c:v>
                </c:pt>
                <c:pt idx="72426">
                  <c:v>0</c:v>
                </c:pt>
                <c:pt idx="72427">
                  <c:v>0</c:v>
                </c:pt>
                <c:pt idx="72428">
                  <c:v>0</c:v>
                </c:pt>
                <c:pt idx="72429">
                  <c:v>0</c:v>
                </c:pt>
                <c:pt idx="72430">
                  <c:v>0</c:v>
                </c:pt>
                <c:pt idx="72431">
                  <c:v>0</c:v>
                </c:pt>
                <c:pt idx="72432">
                  <c:v>0</c:v>
                </c:pt>
                <c:pt idx="72433">
                  <c:v>0</c:v>
                </c:pt>
                <c:pt idx="72434">
                  <c:v>0</c:v>
                </c:pt>
                <c:pt idx="72435">
                  <c:v>0</c:v>
                </c:pt>
                <c:pt idx="72436">
                  <c:v>0</c:v>
                </c:pt>
                <c:pt idx="72437">
                  <c:v>0</c:v>
                </c:pt>
                <c:pt idx="72438">
                  <c:v>0</c:v>
                </c:pt>
                <c:pt idx="72439">
                  <c:v>0</c:v>
                </c:pt>
                <c:pt idx="72440">
                  <c:v>0</c:v>
                </c:pt>
                <c:pt idx="72441">
                  <c:v>0</c:v>
                </c:pt>
                <c:pt idx="72442">
                  <c:v>0</c:v>
                </c:pt>
                <c:pt idx="72443">
                  <c:v>0</c:v>
                </c:pt>
                <c:pt idx="72444">
                  <c:v>0</c:v>
                </c:pt>
                <c:pt idx="72445">
                  <c:v>0</c:v>
                </c:pt>
                <c:pt idx="72446">
                  <c:v>0</c:v>
                </c:pt>
                <c:pt idx="72447">
                  <c:v>0</c:v>
                </c:pt>
                <c:pt idx="72448">
                  <c:v>0</c:v>
                </c:pt>
                <c:pt idx="72449">
                  <c:v>0</c:v>
                </c:pt>
                <c:pt idx="72450">
                  <c:v>0</c:v>
                </c:pt>
                <c:pt idx="72451">
                  <c:v>0</c:v>
                </c:pt>
                <c:pt idx="72452">
                  <c:v>0</c:v>
                </c:pt>
                <c:pt idx="72453">
                  <c:v>0</c:v>
                </c:pt>
                <c:pt idx="72454">
                  <c:v>0</c:v>
                </c:pt>
                <c:pt idx="72455">
                  <c:v>0</c:v>
                </c:pt>
                <c:pt idx="72456">
                  <c:v>0</c:v>
                </c:pt>
                <c:pt idx="72457">
                  <c:v>0</c:v>
                </c:pt>
                <c:pt idx="72458">
                  <c:v>0</c:v>
                </c:pt>
                <c:pt idx="72459">
                  <c:v>0</c:v>
                </c:pt>
                <c:pt idx="72460">
                  <c:v>0</c:v>
                </c:pt>
                <c:pt idx="72461">
                  <c:v>0</c:v>
                </c:pt>
                <c:pt idx="72462">
                  <c:v>0</c:v>
                </c:pt>
                <c:pt idx="72463">
                  <c:v>0</c:v>
                </c:pt>
                <c:pt idx="72464">
                  <c:v>0</c:v>
                </c:pt>
                <c:pt idx="72465">
                  <c:v>0</c:v>
                </c:pt>
                <c:pt idx="72466">
                  <c:v>0</c:v>
                </c:pt>
                <c:pt idx="72467">
                  <c:v>0</c:v>
                </c:pt>
                <c:pt idx="72468">
                  <c:v>0</c:v>
                </c:pt>
                <c:pt idx="72469">
                  <c:v>0</c:v>
                </c:pt>
                <c:pt idx="72470">
                  <c:v>0</c:v>
                </c:pt>
                <c:pt idx="72471">
                  <c:v>0</c:v>
                </c:pt>
                <c:pt idx="72472">
                  <c:v>0</c:v>
                </c:pt>
                <c:pt idx="72473">
                  <c:v>0</c:v>
                </c:pt>
                <c:pt idx="72474">
                  <c:v>0</c:v>
                </c:pt>
                <c:pt idx="72475">
                  <c:v>0</c:v>
                </c:pt>
                <c:pt idx="72476">
                  <c:v>0</c:v>
                </c:pt>
                <c:pt idx="72477">
                  <c:v>0</c:v>
                </c:pt>
                <c:pt idx="72478">
                  <c:v>0</c:v>
                </c:pt>
                <c:pt idx="72479">
                  <c:v>0</c:v>
                </c:pt>
                <c:pt idx="72480">
                  <c:v>0</c:v>
                </c:pt>
                <c:pt idx="72481">
                  <c:v>0</c:v>
                </c:pt>
                <c:pt idx="72482">
                  <c:v>0</c:v>
                </c:pt>
                <c:pt idx="72483">
                  <c:v>0</c:v>
                </c:pt>
                <c:pt idx="72484">
                  <c:v>0</c:v>
                </c:pt>
                <c:pt idx="72485">
                  <c:v>0</c:v>
                </c:pt>
                <c:pt idx="72486">
                  <c:v>0</c:v>
                </c:pt>
                <c:pt idx="72487">
                  <c:v>0</c:v>
                </c:pt>
                <c:pt idx="72488">
                  <c:v>0</c:v>
                </c:pt>
                <c:pt idx="72489">
                  <c:v>0</c:v>
                </c:pt>
                <c:pt idx="72490">
                  <c:v>0</c:v>
                </c:pt>
                <c:pt idx="72491">
                  <c:v>0</c:v>
                </c:pt>
                <c:pt idx="72492">
                  <c:v>0</c:v>
                </c:pt>
                <c:pt idx="72493">
                  <c:v>0</c:v>
                </c:pt>
                <c:pt idx="72494">
                  <c:v>0</c:v>
                </c:pt>
                <c:pt idx="72495">
                  <c:v>0</c:v>
                </c:pt>
                <c:pt idx="72496">
                  <c:v>0</c:v>
                </c:pt>
                <c:pt idx="72497">
                  <c:v>0</c:v>
                </c:pt>
                <c:pt idx="72498">
                  <c:v>0</c:v>
                </c:pt>
                <c:pt idx="72499">
                  <c:v>0</c:v>
                </c:pt>
                <c:pt idx="72500">
                  <c:v>0</c:v>
                </c:pt>
                <c:pt idx="72501">
                  <c:v>0</c:v>
                </c:pt>
                <c:pt idx="72502">
                  <c:v>0</c:v>
                </c:pt>
                <c:pt idx="72503">
                  <c:v>0</c:v>
                </c:pt>
                <c:pt idx="72504">
                  <c:v>0</c:v>
                </c:pt>
                <c:pt idx="72505">
                  <c:v>0</c:v>
                </c:pt>
                <c:pt idx="72506">
                  <c:v>0</c:v>
                </c:pt>
                <c:pt idx="72507">
                  <c:v>0</c:v>
                </c:pt>
                <c:pt idx="72508">
                  <c:v>0</c:v>
                </c:pt>
                <c:pt idx="72509">
                  <c:v>0</c:v>
                </c:pt>
                <c:pt idx="72510">
                  <c:v>0</c:v>
                </c:pt>
                <c:pt idx="72511">
                  <c:v>0</c:v>
                </c:pt>
                <c:pt idx="72512">
                  <c:v>0</c:v>
                </c:pt>
                <c:pt idx="72513">
                  <c:v>0</c:v>
                </c:pt>
                <c:pt idx="72514">
                  <c:v>0</c:v>
                </c:pt>
                <c:pt idx="72515">
                  <c:v>0</c:v>
                </c:pt>
                <c:pt idx="72516">
                  <c:v>0</c:v>
                </c:pt>
                <c:pt idx="72517">
                  <c:v>0</c:v>
                </c:pt>
                <c:pt idx="72518">
                  <c:v>0</c:v>
                </c:pt>
                <c:pt idx="72519">
                  <c:v>0</c:v>
                </c:pt>
                <c:pt idx="72520">
                  <c:v>0</c:v>
                </c:pt>
                <c:pt idx="72521">
                  <c:v>0</c:v>
                </c:pt>
                <c:pt idx="72522">
                  <c:v>0</c:v>
                </c:pt>
                <c:pt idx="72523">
                  <c:v>0</c:v>
                </c:pt>
                <c:pt idx="72524">
                  <c:v>0</c:v>
                </c:pt>
                <c:pt idx="72525">
                  <c:v>0</c:v>
                </c:pt>
                <c:pt idx="72526">
                  <c:v>0</c:v>
                </c:pt>
                <c:pt idx="72527">
                  <c:v>0</c:v>
                </c:pt>
                <c:pt idx="72528">
                  <c:v>0</c:v>
                </c:pt>
                <c:pt idx="72529">
                  <c:v>0</c:v>
                </c:pt>
                <c:pt idx="72530">
                  <c:v>0</c:v>
                </c:pt>
                <c:pt idx="72531">
                  <c:v>0</c:v>
                </c:pt>
                <c:pt idx="72532">
                  <c:v>0</c:v>
                </c:pt>
                <c:pt idx="72533">
                  <c:v>0</c:v>
                </c:pt>
                <c:pt idx="72534">
                  <c:v>0</c:v>
                </c:pt>
                <c:pt idx="72535">
                  <c:v>0</c:v>
                </c:pt>
                <c:pt idx="72536">
                  <c:v>0</c:v>
                </c:pt>
                <c:pt idx="72537">
                  <c:v>0</c:v>
                </c:pt>
                <c:pt idx="72538">
                  <c:v>0</c:v>
                </c:pt>
                <c:pt idx="72539">
                  <c:v>0</c:v>
                </c:pt>
                <c:pt idx="72540">
                  <c:v>0</c:v>
                </c:pt>
                <c:pt idx="72541">
                  <c:v>0</c:v>
                </c:pt>
                <c:pt idx="72542">
                  <c:v>0</c:v>
                </c:pt>
                <c:pt idx="72543">
                  <c:v>0</c:v>
                </c:pt>
                <c:pt idx="72544">
                  <c:v>0</c:v>
                </c:pt>
                <c:pt idx="72545">
                  <c:v>0</c:v>
                </c:pt>
                <c:pt idx="72546">
                  <c:v>0</c:v>
                </c:pt>
                <c:pt idx="72547">
                  <c:v>0</c:v>
                </c:pt>
                <c:pt idx="72548">
                  <c:v>0</c:v>
                </c:pt>
                <c:pt idx="72549">
                  <c:v>0</c:v>
                </c:pt>
                <c:pt idx="72550">
                  <c:v>0</c:v>
                </c:pt>
                <c:pt idx="72551">
                  <c:v>0</c:v>
                </c:pt>
                <c:pt idx="72552">
                  <c:v>0</c:v>
                </c:pt>
                <c:pt idx="72553">
                  <c:v>0</c:v>
                </c:pt>
                <c:pt idx="72554">
                  <c:v>0</c:v>
                </c:pt>
                <c:pt idx="72555">
                  <c:v>0</c:v>
                </c:pt>
                <c:pt idx="72556">
                  <c:v>0</c:v>
                </c:pt>
                <c:pt idx="72557">
                  <c:v>0</c:v>
                </c:pt>
                <c:pt idx="72558">
                  <c:v>0</c:v>
                </c:pt>
                <c:pt idx="72559">
                  <c:v>0</c:v>
                </c:pt>
                <c:pt idx="72560">
                  <c:v>0</c:v>
                </c:pt>
                <c:pt idx="72561">
                  <c:v>0</c:v>
                </c:pt>
                <c:pt idx="72562">
                  <c:v>0</c:v>
                </c:pt>
                <c:pt idx="72563">
                  <c:v>0</c:v>
                </c:pt>
                <c:pt idx="72564">
                  <c:v>0</c:v>
                </c:pt>
                <c:pt idx="72565">
                  <c:v>0</c:v>
                </c:pt>
                <c:pt idx="72566">
                  <c:v>0</c:v>
                </c:pt>
                <c:pt idx="72567">
                  <c:v>0</c:v>
                </c:pt>
                <c:pt idx="72568">
                  <c:v>0</c:v>
                </c:pt>
                <c:pt idx="72569">
                  <c:v>0</c:v>
                </c:pt>
                <c:pt idx="72570">
                  <c:v>0</c:v>
                </c:pt>
                <c:pt idx="72571">
                  <c:v>0</c:v>
                </c:pt>
                <c:pt idx="72572">
                  <c:v>0</c:v>
                </c:pt>
                <c:pt idx="72573">
                  <c:v>0</c:v>
                </c:pt>
                <c:pt idx="72574">
                  <c:v>0</c:v>
                </c:pt>
                <c:pt idx="72575">
                  <c:v>0</c:v>
                </c:pt>
                <c:pt idx="72576">
                  <c:v>0</c:v>
                </c:pt>
                <c:pt idx="72577">
                  <c:v>0</c:v>
                </c:pt>
                <c:pt idx="72578">
                  <c:v>0</c:v>
                </c:pt>
                <c:pt idx="72579">
                  <c:v>0</c:v>
                </c:pt>
                <c:pt idx="72580">
                  <c:v>0</c:v>
                </c:pt>
                <c:pt idx="72581">
                  <c:v>0</c:v>
                </c:pt>
                <c:pt idx="72582">
                  <c:v>0</c:v>
                </c:pt>
                <c:pt idx="72583">
                  <c:v>0</c:v>
                </c:pt>
                <c:pt idx="72584">
                  <c:v>0</c:v>
                </c:pt>
                <c:pt idx="72585">
                  <c:v>0</c:v>
                </c:pt>
                <c:pt idx="72586">
                  <c:v>0</c:v>
                </c:pt>
                <c:pt idx="72587">
                  <c:v>0</c:v>
                </c:pt>
                <c:pt idx="72588">
                  <c:v>0</c:v>
                </c:pt>
                <c:pt idx="72589">
                  <c:v>0</c:v>
                </c:pt>
                <c:pt idx="72590">
                  <c:v>0</c:v>
                </c:pt>
                <c:pt idx="72591">
                  <c:v>0</c:v>
                </c:pt>
                <c:pt idx="72592">
                  <c:v>0</c:v>
                </c:pt>
                <c:pt idx="72593">
                  <c:v>0</c:v>
                </c:pt>
                <c:pt idx="72594">
                  <c:v>0</c:v>
                </c:pt>
                <c:pt idx="72595">
                  <c:v>0</c:v>
                </c:pt>
                <c:pt idx="72596">
                  <c:v>0</c:v>
                </c:pt>
                <c:pt idx="72597">
                  <c:v>0</c:v>
                </c:pt>
                <c:pt idx="72598">
                  <c:v>0</c:v>
                </c:pt>
                <c:pt idx="72599">
                  <c:v>0</c:v>
                </c:pt>
                <c:pt idx="72600">
                  <c:v>0</c:v>
                </c:pt>
                <c:pt idx="72601">
                  <c:v>0</c:v>
                </c:pt>
                <c:pt idx="72602">
                  <c:v>0</c:v>
                </c:pt>
                <c:pt idx="72603">
                  <c:v>0</c:v>
                </c:pt>
                <c:pt idx="72604">
                  <c:v>0</c:v>
                </c:pt>
                <c:pt idx="72605">
                  <c:v>0</c:v>
                </c:pt>
                <c:pt idx="72606">
                  <c:v>0</c:v>
                </c:pt>
                <c:pt idx="72607">
                  <c:v>0</c:v>
                </c:pt>
                <c:pt idx="72608">
                  <c:v>0</c:v>
                </c:pt>
                <c:pt idx="72609">
                  <c:v>0</c:v>
                </c:pt>
                <c:pt idx="72610">
                  <c:v>0</c:v>
                </c:pt>
                <c:pt idx="72611">
                  <c:v>0</c:v>
                </c:pt>
                <c:pt idx="72612">
                  <c:v>0</c:v>
                </c:pt>
                <c:pt idx="72613">
                  <c:v>0</c:v>
                </c:pt>
                <c:pt idx="72614">
                  <c:v>0</c:v>
                </c:pt>
                <c:pt idx="72615">
                  <c:v>0</c:v>
                </c:pt>
                <c:pt idx="72616">
                  <c:v>0</c:v>
                </c:pt>
                <c:pt idx="72617">
                  <c:v>0</c:v>
                </c:pt>
                <c:pt idx="72618">
                  <c:v>0</c:v>
                </c:pt>
                <c:pt idx="72619">
                  <c:v>0</c:v>
                </c:pt>
                <c:pt idx="72620">
                  <c:v>0</c:v>
                </c:pt>
                <c:pt idx="72621">
                  <c:v>0</c:v>
                </c:pt>
                <c:pt idx="72622">
                  <c:v>0</c:v>
                </c:pt>
                <c:pt idx="72623">
                  <c:v>0</c:v>
                </c:pt>
                <c:pt idx="72624">
                  <c:v>0</c:v>
                </c:pt>
                <c:pt idx="72625">
                  <c:v>0</c:v>
                </c:pt>
                <c:pt idx="72626">
                  <c:v>0</c:v>
                </c:pt>
                <c:pt idx="72627">
                  <c:v>0</c:v>
                </c:pt>
                <c:pt idx="72628">
                  <c:v>0</c:v>
                </c:pt>
                <c:pt idx="72629">
                  <c:v>0</c:v>
                </c:pt>
                <c:pt idx="72630">
                  <c:v>0</c:v>
                </c:pt>
                <c:pt idx="72631">
                  <c:v>0</c:v>
                </c:pt>
                <c:pt idx="72632">
                  <c:v>0</c:v>
                </c:pt>
                <c:pt idx="72633">
                  <c:v>0</c:v>
                </c:pt>
                <c:pt idx="72634">
                  <c:v>0</c:v>
                </c:pt>
                <c:pt idx="72635">
                  <c:v>0</c:v>
                </c:pt>
                <c:pt idx="72636">
                  <c:v>0</c:v>
                </c:pt>
                <c:pt idx="72637">
                  <c:v>0</c:v>
                </c:pt>
                <c:pt idx="72638">
                  <c:v>0</c:v>
                </c:pt>
                <c:pt idx="72639">
                  <c:v>0</c:v>
                </c:pt>
                <c:pt idx="72640">
                  <c:v>0</c:v>
                </c:pt>
                <c:pt idx="72641">
                  <c:v>0</c:v>
                </c:pt>
                <c:pt idx="72642">
                  <c:v>0</c:v>
                </c:pt>
                <c:pt idx="72643">
                  <c:v>0</c:v>
                </c:pt>
                <c:pt idx="72644">
                  <c:v>0</c:v>
                </c:pt>
                <c:pt idx="72645">
                  <c:v>0</c:v>
                </c:pt>
                <c:pt idx="72646">
                  <c:v>0</c:v>
                </c:pt>
                <c:pt idx="72647">
                  <c:v>0</c:v>
                </c:pt>
                <c:pt idx="72648">
                  <c:v>0</c:v>
                </c:pt>
                <c:pt idx="72649">
                  <c:v>0</c:v>
                </c:pt>
                <c:pt idx="72650">
                  <c:v>0</c:v>
                </c:pt>
                <c:pt idx="72651">
                  <c:v>0</c:v>
                </c:pt>
                <c:pt idx="72652">
                  <c:v>0</c:v>
                </c:pt>
                <c:pt idx="72653">
                  <c:v>0</c:v>
                </c:pt>
                <c:pt idx="72654">
                  <c:v>0</c:v>
                </c:pt>
                <c:pt idx="72655">
                  <c:v>0</c:v>
                </c:pt>
                <c:pt idx="72656">
                  <c:v>0</c:v>
                </c:pt>
                <c:pt idx="72657">
                  <c:v>0</c:v>
                </c:pt>
                <c:pt idx="72658">
                  <c:v>0</c:v>
                </c:pt>
                <c:pt idx="72659">
                  <c:v>0</c:v>
                </c:pt>
                <c:pt idx="72660">
                  <c:v>0</c:v>
                </c:pt>
                <c:pt idx="72661">
                  <c:v>0</c:v>
                </c:pt>
                <c:pt idx="72662">
                  <c:v>0</c:v>
                </c:pt>
                <c:pt idx="72663">
                  <c:v>0</c:v>
                </c:pt>
                <c:pt idx="72664">
                  <c:v>0</c:v>
                </c:pt>
                <c:pt idx="72665">
                  <c:v>0</c:v>
                </c:pt>
                <c:pt idx="72666">
                  <c:v>0</c:v>
                </c:pt>
                <c:pt idx="72667">
                  <c:v>0</c:v>
                </c:pt>
                <c:pt idx="72668">
                  <c:v>0</c:v>
                </c:pt>
                <c:pt idx="72669">
                  <c:v>0</c:v>
                </c:pt>
                <c:pt idx="72670">
                  <c:v>0</c:v>
                </c:pt>
                <c:pt idx="72671">
                  <c:v>0</c:v>
                </c:pt>
                <c:pt idx="72672">
                  <c:v>0</c:v>
                </c:pt>
                <c:pt idx="72673">
                  <c:v>0</c:v>
                </c:pt>
                <c:pt idx="72674">
                  <c:v>0</c:v>
                </c:pt>
                <c:pt idx="72675">
                  <c:v>0</c:v>
                </c:pt>
                <c:pt idx="72676">
                  <c:v>0</c:v>
                </c:pt>
                <c:pt idx="72677">
                  <c:v>0</c:v>
                </c:pt>
                <c:pt idx="72678">
                  <c:v>0</c:v>
                </c:pt>
                <c:pt idx="72679">
                  <c:v>0</c:v>
                </c:pt>
                <c:pt idx="72680">
                  <c:v>0</c:v>
                </c:pt>
                <c:pt idx="72681">
                  <c:v>0</c:v>
                </c:pt>
                <c:pt idx="72682">
                  <c:v>0</c:v>
                </c:pt>
                <c:pt idx="72683">
                  <c:v>0</c:v>
                </c:pt>
                <c:pt idx="72684">
                  <c:v>0</c:v>
                </c:pt>
                <c:pt idx="72685">
                  <c:v>0</c:v>
                </c:pt>
                <c:pt idx="72686">
                  <c:v>0</c:v>
                </c:pt>
                <c:pt idx="72687">
                  <c:v>0</c:v>
                </c:pt>
                <c:pt idx="72688">
                  <c:v>0</c:v>
                </c:pt>
                <c:pt idx="72689">
                  <c:v>0</c:v>
                </c:pt>
                <c:pt idx="72690">
                  <c:v>0</c:v>
                </c:pt>
                <c:pt idx="72691">
                  <c:v>0</c:v>
                </c:pt>
                <c:pt idx="72692">
                  <c:v>0</c:v>
                </c:pt>
                <c:pt idx="72693">
                  <c:v>0</c:v>
                </c:pt>
                <c:pt idx="72694">
                  <c:v>0</c:v>
                </c:pt>
                <c:pt idx="72695">
                  <c:v>0</c:v>
                </c:pt>
                <c:pt idx="72696">
                  <c:v>0</c:v>
                </c:pt>
                <c:pt idx="72697">
                  <c:v>0</c:v>
                </c:pt>
                <c:pt idx="72698">
                  <c:v>0</c:v>
                </c:pt>
                <c:pt idx="72699">
                  <c:v>0</c:v>
                </c:pt>
                <c:pt idx="72700">
                  <c:v>0</c:v>
                </c:pt>
                <c:pt idx="72701">
                  <c:v>0</c:v>
                </c:pt>
                <c:pt idx="72702">
                  <c:v>0</c:v>
                </c:pt>
                <c:pt idx="72703">
                  <c:v>0</c:v>
                </c:pt>
                <c:pt idx="72704">
                  <c:v>0</c:v>
                </c:pt>
                <c:pt idx="72705">
                  <c:v>0</c:v>
                </c:pt>
                <c:pt idx="72706">
                  <c:v>0</c:v>
                </c:pt>
                <c:pt idx="72707">
                  <c:v>0</c:v>
                </c:pt>
                <c:pt idx="72708">
                  <c:v>0</c:v>
                </c:pt>
                <c:pt idx="72709">
                  <c:v>0</c:v>
                </c:pt>
                <c:pt idx="72710">
                  <c:v>0</c:v>
                </c:pt>
                <c:pt idx="72711">
                  <c:v>0</c:v>
                </c:pt>
                <c:pt idx="72712">
                  <c:v>0</c:v>
                </c:pt>
                <c:pt idx="72713">
                  <c:v>0</c:v>
                </c:pt>
                <c:pt idx="72714">
                  <c:v>0</c:v>
                </c:pt>
                <c:pt idx="72715">
                  <c:v>0</c:v>
                </c:pt>
                <c:pt idx="72716">
                  <c:v>0</c:v>
                </c:pt>
                <c:pt idx="72717">
                  <c:v>0</c:v>
                </c:pt>
                <c:pt idx="72718">
                  <c:v>0</c:v>
                </c:pt>
                <c:pt idx="72719">
                  <c:v>0</c:v>
                </c:pt>
                <c:pt idx="72720">
                  <c:v>0</c:v>
                </c:pt>
                <c:pt idx="72721">
                  <c:v>0</c:v>
                </c:pt>
                <c:pt idx="72722">
                  <c:v>0</c:v>
                </c:pt>
                <c:pt idx="72723">
                  <c:v>0</c:v>
                </c:pt>
                <c:pt idx="72724">
                  <c:v>0</c:v>
                </c:pt>
                <c:pt idx="72725">
                  <c:v>0</c:v>
                </c:pt>
                <c:pt idx="72726">
                  <c:v>0</c:v>
                </c:pt>
                <c:pt idx="72727">
                  <c:v>0</c:v>
                </c:pt>
                <c:pt idx="72728">
                  <c:v>0</c:v>
                </c:pt>
                <c:pt idx="72729">
                  <c:v>0</c:v>
                </c:pt>
                <c:pt idx="72730">
                  <c:v>0</c:v>
                </c:pt>
                <c:pt idx="72731">
                  <c:v>0</c:v>
                </c:pt>
                <c:pt idx="72732">
                  <c:v>0</c:v>
                </c:pt>
                <c:pt idx="72733">
                  <c:v>0</c:v>
                </c:pt>
                <c:pt idx="72734">
                  <c:v>0</c:v>
                </c:pt>
                <c:pt idx="72735">
                  <c:v>0</c:v>
                </c:pt>
                <c:pt idx="72736">
                  <c:v>0</c:v>
                </c:pt>
                <c:pt idx="72737">
                  <c:v>0</c:v>
                </c:pt>
                <c:pt idx="72738">
                  <c:v>0</c:v>
                </c:pt>
                <c:pt idx="72739">
                  <c:v>0</c:v>
                </c:pt>
                <c:pt idx="72740">
                  <c:v>0</c:v>
                </c:pt>
                <c:pt idx="72741">
                  <c:v>0</c:v>
                </c:pt>
                <c:pt idx="72742">
                  <c:v>0</c:v>
                </c:pt>
                <c:pt idx="72743">
                  <c:v>0</c:v>
                </c:pt>
                <c:pt idx="72744">
                  <c:v>0</c:v>
                </c:pt>
                <c:pt idx="72745">
                  <c:v>0</c:v>
                </c:pt>
                <c:pt idx="72746">
                  <c:v>0</c:v>
                </c:pt>
                <c:pt idx="72747">
                  <c:v>0</c:v>
                </c:pt>
                <c:pt idx="72748">
                  <c:v>0</c:v>
                </c:pt>
                <c:pt idx="72749">
                  <c:v>0</c:v>
                </c:pt>
                <c:pt idx="72750">
                  <c:v>0</c:v>
                </c:pt>
                <c:pt idx="72751">
                  <c:v>0</c:v>
                </c:pt>
                <c:pt idx="72752">
                  <c:v>0</c:v>
                </c:pt>
                <c:pt idx="72753">
                  <c:v>0</c:v>
                </c:pt>
                <c:pt idx="72754">
                  <c:v>0</c:v>
                </c:pt>
                <c:pt idx="72755">
                  <c:v>0</c:v>
                </c:pt>
                <c:pt idx="72756">
                  <c:v>0</c:v>
                </c:pt>
                <c:pt idx="72757">
                  <c:v>0</c:v>
                </c:pt>
                <c:pt idx="72758">
                  <c:v>0</c:v>
                </c:pt>
                <c:pt idx="72759">
                  <c:v>0</c:v>
                </c:pt>
                <c:pt idx="72760">
                  <c:v>0</c:v>
                </c:pt>
                <c:pt idx="72761">
                  <c:v>0</c:v>
                </c:pt>
                <c:pt idx="72762">
                  <c:v>0</c:v>
                </c:pt>
                <c:pt idx="72763">
                  <c:v>0</c:v>
                </c:pt>
                <c:pt idx="72764">
                  <c:v>0</c:v>
                </c:pt>
                <c:pt idx="72765">
                  <c:v>0</c:v>
                </c:pt>
                <c:pt idx="72766">
                  <c:v>0</c:v>
                </c:pt>
                <c:pt idx="72767">
                  <c:v>0</c:v>
                </c:pt>
                <c:pt idx="72768">
                  <c:v>0</c:v>
                </c:pt>
                <c:pt idx="72769">
                  <c:v>0</c:v>
                </c:pt>
                <c:pt idx="72770">
                  <c:v>0</c:v>
                </c:pt>
                <c:pt idx="72771">
                  <c:v>0</c:v>
                </c:pt>
                <c:pt idx="72772">
                  <c:v>0</c:v>
                </c:pt>
                <c:pt idx="72773">
                  <c:v>0</c:v>
                </c:pt>
                <c:pt idx="72774">
                  <c:v>0</c:v>
                </c:pt>
                <c:pt idx="72775">
                  <c:v>0</c:v>
                </c:pt>
                <c:pt idx="72776">
                  <c:v>0</c:v>
                </c:pt>
                <c:pt idx="72777">
                  <c:v>0</c:v>
                </c:pt>
                <c:pt idx="72778">
                  <c:v>0</c:v>
                </c:pt>
                <c:pt idx="72779">
                  <c:v>0</c:v>
                </c:pt>
                <c:pt idx="72780">
                  <c:v>0</c:v>
                </c:pt>
                <c:pt idx="72781">
                  <c:v>0</c:v>
                </c:pt>
                <c:pt idx="72782">
                  <c:v>0</c:v>
                </c:pt>
                <c:pt idx="72783">
                  <c:v>0</c:v>
                </c:pt>
                <c:pt idx="72784">
                  <c:v>0</c:v>
                </c:pt>
                <c:pt idx="72785">
                  <c:v>0</c:v>
                </c:pt>
                <c:pt idx="72786">
                  <c:v>0</c:v>
                </c:pt>
                <c:pt idx="72787">
                  <c:v>0</c:v>
                </c:pt>
                <c:pt idx="72788">
                  <c:v>0</c:v>
                </c:pt>
                <c:pt idx="72789">
                  <c:v>0</c:v>
                </c:pt>
                <c:pt idx="72790">
                  <c:v>0</c:v>
                </c:pt>
                <c:pt idx="72791">
                  <c:v>0</c:v>
                </c:pt>
                <c:pt idx="72792">
                  <c:v>0</c:v>
                </c:pt>
                <c:pt idx="72793">
                  <c:v>0</c:v>
                </c:pt>
                <c:pt idx="72794">
                  <c:v>0</c:v>
                </c:pt>
                <c:pt idx="72795">
                  <c:v>0</c:v>
                </c:pt>
                <c:pt idx="72796">
                  <c:v>0</c:v>
                </c:pt>
                <c:pt idx="72797">
                  <c:v>0</c:v>
                </c:pt>
                <c:pt idx="72798">
                  <c:v>0</c:v>
                </c:pt>
                <c:pt idx="72799">
                  <c:v>0</c:v>
                </c:pt>
                <c:pt idx="72800">
                  <c:v>0</c:v>
                </c:pt>
                <c:pt idx="72801">
                  <c:v>0</c:v>
                </c:pt>
                <c:pt idx="72802">
                  <c:v>0</c:v>
                </c:pt>
                <c:pt idx="72803">
                  <c:v>0</c:v>
                </c:pt>
                <c:pt idx="72804">
                  <c:v>0</c:v>
                </c:pt>
                <c:pt idx="72805">
                  <c:v>0</c:v>
                </c:pt>
                <c:pt idx="72806">
                  <c:v>0</c:v>
                </c:pt>
                <c:pt idx="72807">
                  <c:v>0</c:v>
                </c:pt>
                <c:pt idx="72808">
                  <c:v>0</c:v>
                </c:pt>
                <c:pt idx="72809">
                  <c:v>0</c:v>
                </c:pt>
                <c:pt idx="72810">
                  <c:v>0</c:v>
                </c:pt>
                <c:pt idx="72811">
                  <c:v>0</c:v>
                </c:pt>
                <c:pt idx="72812">
                  <c:v>0</c:v>
                </c:pt>
                <c:pt idx="72813">
                  <c:v>0</c:v>
                </c:pt>
                <c:pt idx="72814">
                  <c:v>0</c:v>
                </c:pt>
                <c:pt idx="72815">
                  <c:v>0</c:v>
                </c:pt>
                <c:pt idx="72816">
                  <c:v>0</c:v>
                </c:pt>
                <c:pt idx="72817">
                  <c:v>0</c:v>
                </c:pt>
                <c:pt idx="72818">
                  <c:v>0</c:v>
                </c:pt>
                <c:pt idx="72819">
                  <c:v>0</c:v>
                </c:pt>
                <c:pt idx="72820">
                  <c:v>0</c:v>
                </c:pt>
                <c:pt idx="72821">
                  <c:v>0</c:v>
                </c:pt>
                <c:pt idx="72822">
                  <c:v>0</c:v>
                </c:pt>
                <c:pt idx="72823">
                  <c:v>0</c:v>
                </c:pt>
                <c:pt idx="72824">
                  <c:v>0</c:v>
                </c:pt>
                <c:pt idx="72825">
                  <c:v>0</c:v>
                </c:pt>
                <c:pt idx="72826">
                  <c:v>0</c:v>
                </c:pt>
                <c:pt idx="72827">
                  <c:v>0</c:v>
                </c:pt>
                <c:pt idx="72828">
                  <c:v>0</c:v>
                </c:pt>
                <c:pt idx="72829">
                  <c:v>0</c:v>
                </c:pt>
                <c:pt idx="72830">
                  <c:v>0</c:v>
                </c:pt>
                <c:pt idx="72831">
                  <c:v>0</c:v>
                </c:pt>
                <c:pt idx="72832">
                  <c:v>0</c:v>
                </c:pt>
                <c:pt idx="72833">
                  <c:v>0</c:v>
                </c:pt>
                <c:pt idx="72834">
                  <c:v>0</c:v>
                </c:pt>
                <c:pt idx="72835">
                  <c:v>0</c:v>
                </c:pt>
                <c:pt idx="72836">
                  <c:v>0</c:v>
                </c:pt>
                <c:pt idx="72837">
                  <c:v>0</c:v>
                </c:pt>
                <c:pt idx="72838">
                  <c:v>0</c:v>
                </c:pt>
                <c:pt idx="72839">
                  <c:v>0</c:v>
                </c:pt>
                <c:pt idx="72840">
                  <c:v>0</c:v>
                </c:pt>
                <c:pt idx="72841">
                  <c:v>0</c:v>
                </c:pt>
                <c:pt idx="72842">
                  <c:v>0</c:v>
                </c:pt>
                <c:pt idx="72843">
                  <c:v>0</c:v>
                </c:pt>
                <c:pt idx="72844">
                  <c:v>0</c:v>
                </c:pt>
                <c:pt idx="72845">
                  <c:v>0</c:v>
                </c:pt>
                <c:pt idx="72846">
                  <c:v>0</c:v>
                </c:pt>
                <c:pt idx="72847">
                  <c:v>0</c:v>
                </c:pt>
                <c:pt idx="72848">
                  <c:v>0</c:v>
                </c:pt>
                <c:pt idx="72849">
                  <c:v>0</c:v>
                </c:pt>
                <c:pt idx="72850">
                  <c:v>0</c:v>
                </c:pt>
                <c:pt idx="72851">
                  <c:v>0</c:v>
                </c:pt>
                <c:pt idx="72852">
                  <c:v>0</c:v>
                </c:pt>
                <c:pt idx="72853">
                  <c:v>0</c:v>
                </c:pt>
                <c:pt idx="72854">
                  <c:v>0</c:v>
                </c:pt>
                <c:pt idx="72855">
                  <c:v>0</c:v>
                </c:pt>
                <c:pt idx="72856">
                  <c:v>0</c:v>
                </c:pt>
                <c:pt idx="72857">
                  <c:v>0</c:v>
                </c:pt>
                <c:pt idx="72858">
                  <c:v>0</c:v>
                </c:pt>
                <c:pt idx="72859">
                  <c:v>0</c:v>
                </c:pt>
                <c:pt idx="72860">
                  <c:v>0</c:v>
                </c:pt>
                <c:pt idx="72861">
                  <c:v>0</c:v>
                </c:pt>
                <c:pt idx="72862">
                  <c:v>0</c:v>
                </c:pt>
                <c:pt idx="72863">
                  <c:v>0</c:v>
                </c:pt>
                <c:pt idx="72864">
                  <c:v>0</c:v>
                </c:pt>
                <c:pt idx="72865">
                  <c:v>0</c:v>
                </c:pt>
                <c:pt idx="72866">
                  <c:v>0</c:v>
                </c:pt>
                <c:pt idx="72867">
                  <c:v>0</c:v>
                </c:pt>
                <c:pt idx="72868">
                  <c:v>0</c:v>
                </c:pt>
                <c:pt idx="72869">
                  <c:v>0</c:v>
                </c:pt>
                <c:pt idx="72870">
                  <c:v>0</c:v>
                </c:pt>
                <c:pt idx="72871">
                  <c:v>0</c:v>
                </c:pt>
                <c:pt idx="72872">
                  <c:v>0</c:v>
                </c:pt>
                <c:pt idx="72873">
                  <c:v>0</c:v>
                </c:pt>
                <c:pt idx="72874">
                  <c:v>0</c:v>
                </c:pt>
                <c:pt idx="72875">
                  <c:v>0</c:v>
                </c:pt>
                <c:pt idx="72876">
                  <c:v>0</c:v>
                </c:pt>
                <c:pt idx="72877">
                  <c:v>0</c:v>
                </c:pt>
                <c:pt idx="72878">
                  <c:v>0</c:v>
                </c:pt>
                <c:pt idx="72879">
                  <c:v>0</c:v>
                </c:pt>
                <c:pt idx="72880">
                  <c:v>0</c:v>
                </c:pt>
                <c:pt idx="72881">
                  <c:v>0</c:v>
                </c:pt>
                <c:pt idx="72882">
                  <c:v>0</c:v>
                </c:pt>
                <c:pt idx="72883">
                  <c:v>0</c:v>
                </c:pt>
                <c:pt idx="72884">
                  <c:v>0</c:v>
                </c:pt>
                <c:pt idx="72885">
                  <c:v>0</c:v>
                </c:pt>
                <c:pt idx="72886">
                  <c:v>0</c:v>
                </c:pt>
                <c:pt idx="72887">
                  <c:v>0</c:v>
                </c:pt>
                <c:pt idx="72888">
                  <c:v>0</c:v>
                </c:pt>
                <c:pt idx="72889">
                  <c:v>0</c:v>
                </c:pt>
                <c:pt idx="72890">
                  <c:v>0</c:v>
                </c:pt>
                <c:pt idx="72891">
                  <c:v>0</c:v>
                </c:pt>
                <c:pt idx="72892">
                  <c:v>0</c:v>
                </c:pt>
                <c:pt idx="72893">
                  <c:v>0</c:v>
                </c:pt>
                <c:pt idx="72894">
                  <c:v>0</c:v>
                </c:pt>
                <c:pt idx="72895">
                  <c:v>0</c:v>
                </c:pt>
                <c:pt idx="72896">
                  <c:v>0</c:v>
                </c:pt>
                <c:pt idx="72897">
                  <c:v>0</c:v>
                </c:pt>
                <c:pt idx="72898">
                  <c:v>0</c:v>
                </c:pt>
                <c:pt idx="72899">
                  <c:v>0</c:v>
                </c:pt>
                <c:pt idx="72900">
                  <c:v>0</c:v>
                </c:pt>
                <c:pt idx="72901">
                  <c:v>0</c:v>
                </c:pt>
                <c:pt idx="72902">
                  <c:v>0</c:v>
                </c:pt>
                <c:pt idx="72903">
                  <c:v>0</c:v>
                </c:pt>
                <c:pt idx="72904">
                  <c:v>0</c:v>
                </c:pt>
                <c:pt idx="72905">
                  <c:v>0</c:v>
                </c:pt>
                <c:pt idx="72906">
                  <c:v>0</c:v>
                </c:pt>
                <c:pt idx="72907">
                  <c:v>0</c:v>
                </c:pt>
                <c:pt idx="72908">
                  <c:v>0</c:v>
                </c:pt>
                <c:pt idx="72909">
                  <c:v>0</c:v>
                </c:pt>
                <c:pt idx="72910">
                  <c:v>0</c:v>
                </c:pt>
                <c:pt idx="72911">
                  <c:v>0</c:v>
                </c:pt>
                <c:pt idx="72912">
                  <c:v>0</c:v>
                </c:pt>
                <c:pt idx="72913">
                  <c:v>0</c:v>
                </c:pt>
                <c:pt idx="72914">
                  <c:v>0</c:v>
                </c:pt>
                <c:pt idx="72915">
                  <c:v>0</c:v>
                </c:pt>
                <c:pt idx="72916">
                  <c:v>0</c:v>
                </c:pt>
                <c:pt idx="72917">
                  <c:v>0</c:v>
                </c:pt>
                <c:pt idx="72918">
                  <c:v>0</c:v>
                </c:pt>
                <c:pt idx="72919">
                  <c:v>0</c:v>
                </c:pt>
                <c:pt idx="72920">
                  <c:v>0</c:v>
                </c:pt>
                <c:pt idx="72921">
                  <c:v>0</c:v>
                </c:pt>
                <c:pt idx="72922">
                  <c:v>0</c:v>
                </c:pt>
                <c:pt idx="72923">
                  <c:v>0</c:v>
                </c:pt>
                <c:pt idx="72924">
                  <c:v>0</c:v>
                </c:pt>
                <c:pt idx="72925">
                  <c:v>0</c:v>
                </c:pt>
                <c:pt idx="72926">
                  <c:v>0</c:v>
                </c:pt>
                <c:pt idx="72927">
                  <c:v>0</c:v>
                </c:pt>
                <c:pt idx="72928">
                  <c:v>0</c:v>
                </c:pt>
                <c:pt idx="72929">
                  <c:v>0</c:v>
                </c:pt>
                <c:pt idx="72930">
                  <c:v>0</c:v>
                </c:pt>
                <c:pt idx="72931">
                  <c:v>0</c:v>
                </c:pt>
                <c:pt idx="72932">
                  <c:v>0</c:v>
                </c:pt>
                <c:pt idx="72933">
                  <c:v>0</c:v>
                </c:pt>
                <c:pt idx="72934">
                  <c:v>0</c:v>
                </c:pt>
                <c:pt idx="72935">
                  <c:v>0</c:v>
                </c:pt>
                <c:pt idx="72936">
                  <c:v>0</c:v>
                </c:pt>
                <c:pt idx="72937">
                  <c:v>0</c:v>
                </c:pt>
                <c:pt idx="72938">
                  <c:v>0</c:v>
                </c:pt>
                <c:pt idx="72939">
                  <c:v>0</c:v>
                </c:pt>
                <c:pt idx="72940">
                  <c:v>0</c:v>
                </c:pt>
                <c:pt idx="72941">
                  <c:v>0</c:v>
                </c:pt>
                <c:pt idx="72942">
                  <c:v>0</c:v>
                </c:pt>
                <c:pt idx="72943">
                  <c:v>0</c:v>
                </c:pt>
                <c:pt idx="72944">
                  <c:v>0</c:v>
                </c:pt>
                <c:pt idx="72945">
                  <c:v>0</c:v>
                </c:pt>
                <c:pt idx="72946">
                  <c:v>0</c:v>
                </c:pt>
                <c:pt idx="72947">
                  <c:v>0</c:v>
                </c:pt>
                <c:pt idx="72948">
                  <c:v>0</c:v>
                </c:pt>
                <c:pt idx="72949">
                  <c:v>0</c:v>
                </c:pt>
                <c:pt idx="72950">
                  <c:v>0</c:v>
                </c:pt>
                <c:pt idx="72951">
                  <c:v>0</c:v>
                </c:pt>
                <c:pt idx="72952">
                  <c:v>0</c:v>
                </c:pt>
                <c:pt idx="72953">
                  <c:v>0</c:v>
                </c:pt>
                <c:pt idx="72954">
                  <c:v>0</c:v>
                </c:pt>
                <c:pt idx="72955">
                  <c:v>0</c:v>
                </c:pt>
                <c:pt idx="72956">
                  <c:v>0</c:v>
                </c:pt>
                <c:pt idx="72957">
                  <c:v>0</c:v>
                </c:pt>
                <c:pt idx="72958">
                  <c:v>0</c:v>
                </c:pt>
                <c:pt idx="72959">
                  <c:v>0</c:v>
                </c:pt>
                <c:pt idx="72960">
                  <c:v>0</c:v>
                </c:pt>
                <c:pt idx="72961">
                  <c:v>0</c:v>
                </c:pt>
                <c:pt idx="72962">
                  <c:v>0</c:v>
                </c:pt>
                <c:pt idx="72963">
                  <c:v>0</c:v>
                </c:pt>
                <c:pt idx="72964">
                  <c:v>0</c:v>
                </c:pt>
                <c:pt idx="72965">
                  <c:v>0</c:v>
                </c:pt>
                <c:pt idx="72966">
                  <c:v>0</c:v>
                </c:pt>
                <c:pt idx="72967">
                  <c:v>0</c:v>
                </c:pt>
                <c:pt idx="72968">
                  <c:v>0</c:v>
                </c:pt>
                <c:pt idx="72969">
                  <c:v>0</c:v>
                </c:pt>
                <c:pt idx="72970">
                  <c:v>0</c:v>
                </c:pt>
                <c:pt idx="72971">
                  <c:v>0</c:v>
                </c:pt>
                <c:pt idx="72972">
                  <c:v>0</c:v>
                </c:pt>
                <c:pt idx="72973">
                  <c:v>0</c:v>
                </c:pt>
                <c:pt idx="72974">
                  <c:v>0</c:v>
                </c:pt>
                <c:pt idx="72975">
                  <c:v>0</c:v>
                </c:pt>
                <c:pt idx="72976">
                  <c:v>0</c:v>
                </c:pt>
                <c:pt idx="72977">
                  <c:v>0</c:v>
                </c:pt>
                <c:pt idx="72978">
                  <c:v>0</c:v>
                </c:pt>
                <c:pt idx="72979">
                  <c:v>0</c:v>
                </c:pt>
                <c:pt idx="72980">
                  <c:v>0</c:v>
                </c:pt>
                <c:pt idx="72981">
                  <c:v>0</c:v>
                </c:pt>
                <c:pt idx="72982">
                  <c:v>0</c:v>
                </c:pt>
                <c:pt idx="72983">
                  <c:v>0</c:v>
                </c:pt>
                <c:pt idx="72984">
                  <c:v>0</c:v>
                </c:pt>
                <c:pt idx="72985">
                  <c:v>0</c:v>
                </c:pt>
                <c:pt idx="72986">
                  <c:v>0</c:v>
                </c:pt>
                <c:pt idx="72987">
                  <c:v>0</c:v>
                </c:pt>
                <c:pt idx="72988">
                  <c:v>0</c:v>
                </c:pt>
                <c:pt idx="72989">
                  <c:v>0</c:v>
                </c:pt>
                <c:pt idx="72990">
                  <c:v>0</c:v>
                </c:pt>
                <c:pt idx="72991">
                  <c:v>0</c:v>
                </c:pt>
                <c:pt idx="72992">
                  <c:v>0</c:v>
                </c:pt>
                <c:pt idx="72993">
                  <c:v>0</c:v>
                </c:pt>
                <c:pt idx="72994">
                  <c:v>0</c:v>
                </c:pt>
                <c:pt idx="72995">
                  <c:v>0</c:v>
                </c:pt>
                <c:pt idx="72996">
                  <c:v>0</c:v>
                </c:pt>
                <c:pt idx="72997">
                  <c:v>0</c:v>
                </c:pt>
                <c:pt idx="72998">
                  <c:v>0</c:v>
                </c:pt>
                <c:pt idx="72999">
                  <c:v>0</c:v>
                </c:pt>
                <c:pt idx="73000">
                  <c:v>0</c:v>
                </c:pt>
                <c:pt idx="73001">
                  <c:v>0</c:v>
                </c:pt>
                <c:pt idx="73002">
                  <c:v>0</c:v>
                </c:pt>
                <c:pt idx="73003">
                  <c:v>0</c:v>
                </c:pt>
                <c:pt idx="73004">
                  <c:v>0</c:v>
                </c:pt>
                <c:pt idx="73005">
                  <c:v>0</c:v>
                </c:pt>
                <c:pt idx="73006">
                  <c:v>0</c:v>
                </c:pt>
                <c:pt idx="73007">
                  <c:v>0</c:v>
                </c:pt>
                <c:pt idx="73008">
                  <c:v>0</c:v>
                </c:pt>
                <c:pt idx="73009">
                  <c:v>0</c:v>
                </c:pt>
                <c:pt idx="73010">
                  <c:v>0</c:v>
                </c:pt>
                <c:pt idx="73011">
                  <c:v>0</c:v>
                </c:pt>
                <c:pt idx="73012">
                  <c:v>0</c:v>
                </c:pt>
                <c:pt idx="73013">
                  <c:v>0</c:v>
                </c:pt>
                <c:pt idx="73014">
                  <c:v>0</c:v>
                </c:pt>
                <c:pt idx="73015">
                  <c:v>0</c:v>
                </c:pt>
                <c:pt idx="73016">
                  <c:v>0</c:v>
                </c:pt>
                <c:pt idx="73017">
                  <c:v>0</c:v>
                </c:pt>
                <c:pt idx="73018">
                  <c:v>0</c:v>
                </c:pt>
                <c:pt idx="73019">
                  <c:v>0</c:v>
                </c:pt>
                <c:pt idx="73020">
                  <c:v>0</c:v>
                </c:pt>
                <c:pt idx="73021">
                  <c:v>0</c:v>
                </c:pt>
                <c:pt idx="73022">
                  <c:v>0</c:v>
                </c:pt>
                <c:pt idx="73023">
                  <c:v>0</c:v>
                </c:pt>
                <c:pt idx="73024">
                  <c:v>0</c:v>
                </c:pt>
                <c:pt idx="73025">
                  <c:v>0</c:v>
                </c:pt>
                <c:pt idx="73026">
                  <c:v>0</c:v>
                </c:pt>
                <c:pt idx="73027">
                  <c:v>0</c:v>
                </c:pt>
                <c:pt idx="73028">
                  <c:v>0</c:v>
                </c:pt>
                <c:pt idx="73029">
                  <c:v>0</c:v>
                </c:pt>
                <c:pt idx="73030">
                  <c:v>0</c:v>
                </c:pt>
                <c:pt idx="73031">
                  <c:v>0</c:v>
                </c:pt>
                <c:pt idx="73032">
                  <c:v>0</c:v>
                </c:pt>
                <c:pt idx="73033">
                  <c:v>0</c:v>
                </c:pt>
                <c:pt idx="73034">
                  <c:v>0</c:v>
                </c:pt>
                <c:pt idx="73035">
                  <c:v>0</c:v>
                </c:pt>
                <c:pt idx="73036">
                  <c:v>0</c:v>
                </c:pt>
                <c:pt idx="73037">
                  <c:v>0</c:v>
                </c:pt>
                <c:pt idx="73038">
                  <c:v>0</c:v>
                </c:pt>
                <c:pt idx="73039">
                  <c:v>0</c:v>
                </c:pt>
                <c:pt idx="73040">
                  <c:v>0</c:v>
                </c:pt>
                <c:pt idx="73041">
                  <c:v>0</c:v>
                </c:pt>
                <c:pt idx="73042">
                  <c:v>0</c:v>
                </c:pt>
                <c:pt idx="73043">
                  <c:v>0</c:v>
                </c:pt>
                <c:pt idx="73044">
                  <c:v>0</c:v>
                </c:pt>
                <c:pt idx="73045">
                  <c:v>0</c:v>
                </c:pt>
                <c:pt idx="73046">
                  <c:v>0</c:v>
                </c:pt>
                <c:pt idx="73047">
                  <c:v>0</c:v>
                </c:pt>
                <c:pt idx="73048">
                  <c:v>0</c:v>
                </c:pt>
                <c:pt idx="73049">
                  <c:v>0</c:v>
                </c:pt>
                <c:pt idx="73050">
                  <c:v>0</c:v>
                </c:pt>
                <c:pt idx="73051">
                  <c:v>0</c:v>
                </c:pt>
                <c:pt idx="73052">
                  <c:v>0</c:v>
                </c:pt>
                <c:pt idx="73053">
                  <c:v>0</c:v>
                </c:pt>
                <c:pt idx="73054">
                  <c:v>0</c:v>
                </c:pt>
                <c:pt idx="73055">
                  <c:v>0</c:v>
                </c:pt>
                <c:pt idx="73056">
                  <c:v>0</c:v>
                </c:pt>
                <c:pt idx="73057">
                  <c:v>0</c:v>
                </c:pt>
                <c:pt idx="73058">
                  <c:v>0</c:v>
                </c:pt>
                <c:pt idx="73059">
                  <c:v>0</c:v>
                </c:pt>
                <c:pt idx="73060">
                  <c:v>0</c:v>
                </c:pt>
                <c:pt idx="73061">
                  <c:v>0</c:v>
                </c:pt>
                <c:pt idx="73062">
                  <c:v>0</c:v>
                </c:pt>
                <c:pt idx="73063">
                  <c:v>0</c:v>
                </c:pt>
                <c:pt idx="73064">
                  <c:v>0</c:v>
                </c:pt>
                <c:pt idx="73065">
                  <c:v>0</c:v>
                </c:pt>
                <c:pt idx="73066">
                  <c:v>0</c:v>
                </c:pt>
                <c:pt idx="73067">
                  <c:v>0</c:v>
                </c:pt>
                <c:pt idx="73068">
                  <c:v>0</c:v>
                </c:pt>
                <c:pt idx="73069">
                  <c:v>0</c:v>
                </c:pt>
                <c:pt idx="73070">
                  <c:v>0</c:v>
                </c:pt>
                <c:pt idx="73071">
                  <c:v>0</c:v>
                </c:pt>
                <c:pt idx="73072">
                  <c:v>0</c:v>
                </c:pt>
                <c:pt idx="73073">
                  <c:v>0</c:v>
                </c:pt>
                <c:pt idx="73074">
                  <c:v>0</c:v>
                </c:pt>
                <c:pt idx="73075">
                  <c:v>0</c:v>
                </c:pt>
                <c:pt idx="73076">
                  <c:v>0</c:v>
                </c:pt>
                <c:pt idx="73077">
                  <c:v>0</c:v>
                </c:pt>
                <c:pt idx="73078">
                  <c:v>0</c:v>
                </c:pt>
                <c:pt idx="73079">
                  <c:v>0</c:v>
                </c:pt>
                <c:pt idx="73080">
                  <c:v>0</c:v>
                </c:pt>
                <c:pt idx="73081">
                  <c:v>0</c:v>
                </c:pt>
                <c:pt idx="73082">
                  <c:v>0</c:v>
                </c:pt>
                <c:pt idx="73083">
                  <c:v>0</c:v>
                </c:pt>
                <c:pt idx="73084">
                  <c:v>0</c:v>
                </c:pt>
                <c:pt idx="73085">
                  <c:v>0</c:v>
                </c:pt>
                <c:pt idx="73086">
                  <c:v>0</c:v>
                </c:pt>
                <c:pt idx="73087">
                  <c:v>0</c:v>
                </c:pt>
                <c:pt idx="73088">
                  <c:v>0</c:v>
                </c:pt>
                <c:pt idx="73089">
                  <c:v>0</c:v>
                </c:pt>
                <c:pt idx="73090">
                  <c:v>0</c:v>
                </c:pt>
                <c:pt idx="73091">
                  <c:v>0</c:v>
                </c:pt>
                <c:pt idx="73092">
                  <c:v>0</c:v>
                </c:pt>
                <c:pt idx="73093">
                  <c:v>0</c:v>
                </c:pt>
                <c:pt idx="73094">
                  <c:v>0</c:v>
                </c:pt>
                <c:pt idx="73095">
                  <c:v>0</c:v>
                </c:pt>
                <c:pt idx="73096">
                  <c:v>0</c:v>
                </c:pt>
                <c:pt idx="73097">
                  <c:v>0</c:v>
                </c:pt>
                <c:pt idx="73098">
                  <c:v>0</c:v>
                </c:pt>
                <c:pt idx="73099">
                  <c:v>0</c:v>
                </c:pt>
                <c:pt idx="73100">
                  <c:v>0</c:v>
                </c:pt>
                <c:pt idx="73101">
                  <c:v>0</c:v>
                </c:pt>
                <c:pt idx="73102">
                  <c:v>0</c:v>
                </c:pt>
                <c:pt idx="73103">
                  <c:v>0</c:v>
                </c:pt>
                <c:pt idx="73104">
                  <c:v>0</c:v>
                </c:pt>
                <c:pt idx="73105">
                  <c:v>0</c:v>
                </c:pt>
                <c:pt idx="73106">
                  <c:v>0</c:v>
                </c:pt>
                <c:pt idx="73107">
                  <c:v>0</c:v>
                </c:pt>
                <c:pt idx="73108">
                  <c:v>0</c:v>
                </c:pt>
                <c:pt idx="73109">
                  <c:v>0</c:v>
                </c:pt>
                <c:pt idx="73110">
                  <c:v>0</c:v>
                </c:pt>
                <c:pt idx="73111">
                  <c:v>0</c:v>
                </c:pt>
                <c:pt idx="73112">
                  <c:v>0</c:v>
                </c:pt>
                <c:pt idx="73113">
                  <c:v>0</c:v>
                </c:pt>
                <c:pt idx="73114">
                  <c:v>0</c:v>
                </c:pt>
                <c:pt idx="73115">
                  <c:v>0</c:v>
                </c:pt>
                <c:pt idx="73116">
                  <c:v>0</c:v>
                </c:pt>
                <c:pt idx="73117">
                  <c:v>0</c:v>
                </c:pt>
                <c:pt idx="73118">
                  <c:v>0</c:v>
                </c:pt>
                <c:pt idx="73119">
                  <c:v>0</c:v>
                </c:pt>
                <c:pt idx="73120">
                  <c:v>0</c:v>
                </c:pt>
                <c:pt idx="73121">
                  <c:v>0</c:v>
                </c:pt>
                <c:pt idx="73122">
                  <c:v>0</c:v>
                </c:pt>
                <c:pt idx="73123">
                  <c:v>0</c:v>
                </c:pt>
                <c:pt idx="73124">
                  <c:v>0</c:v>
                </c:pt>
                <c:pt idx="73125">
                  <c:v>0</c:v>
                </c:pt>
                <c:pt idx="73126">
                  <c:v>0</c:v>
                </c:pt>
                <c:pt idx="73127">
                  <c:v>0</c:v>
                </c:pt>
                <c:pt idx="73128">
                  <c:v>0</c:v>
                </c:pt>
                <c:pt idx="73129">
                  <c:v>0</c:v>
                </c:pt>
                <c:pt idx="73130">
                  <c:v>0</c:v>
                </c:pt>
                <c:pt idx="73131">
                  <c:v>0</c:v>
                </c:pt>
                <c:pt idx="73132">
                  <c:v>0</c:v>
                </c:pt>
                <c:pt idx="73133">
                  <c:v>0</c:v>
                </c:pt>
                <c:pt idx="73134">
                  <c:v>0</c:v>
                </c:pt>
                <c:pt idx="73135">
                  <c:v>0</c:v>
                </c:pt>
                <c:pt idx="73136">
                  <c:v>0</c:v>
                </c:pt>
                <c:pt idx="73137">
                  <c:v>0</c:v>
                </c:pt>
                <c:pt idx="73138">
                  <c:v>0</c:v>
                </c:pt>
                <c:pt idx="73139">
                  <c:v>0</c:v>
                </c:pt>
                <c:pt idx="73140">
                  <c:v>0</c:v>
                </c:pt>
                <c:pt idx="73141">
                  <c:v>0</c:v>
                </c:pt>
                <c:pt idx="73142">
                  <c:v>0</c:v>
                </c:pt>
                <c:pt idx="73143">
                  <c:v>0</c:v>
                </c:pt>
                <c:pt idx="73144">
                  <c:v>0</c:v>
                </c:pt>
                <c:pt idx="73145">
                  <c:v>0</c:v>
                </c:pt>
                <c:pt idx="73146">
                  <c:v>0</c:v>
                </c:pt>
                <c:pt idx="73147">
                  <c:v>0</c:v>
                </c:pt>
                <c:pt idx="73148">
                  <c:v>0</c:v>
                </c:pt>
                <c:pt idx="73149">
                  <c:v>0</c:v>
                </c:pt>
                <c:pt idx="73150">
                  <c:v>0</c:v>
                </c:pt>
                <c:pt idx="73151">
                  <c:v>0</c:v>
                </c:pt>
                <c:pt idx="73152">
                  <c:v>0</c:v>
                </c:pt>
                <c:pt idx="73153">
                  <c:v>0</c:v>
                </c:pt>
                <c:pt idx="73154">
                  <c:v>0</c:v>
                </c:pt>
                <c:pt idx="73155">
                  <c:v>0</c:v>
                </c:pt>
                <c:pt idx="73156">
                  <c:v>0</c:v>
                </c:pt>
                <c:pt idx="73157">
                  <c:v>0</c:v>
                </c:pt>
                <c:pt idx="73158">
                  <c:v>0</c:v>
                </c:pt>
                <c:pt idx="73159">
                  <c:v>0</c:v>
                </c:pt>
                <c:pt idx="73160">
                  <c:v>0</c:v>
                </c:pt>
                <c:pt idx="73161">
                  <c:v>0</c:v>
                </c:pt>
                <c:pt idx="73162">
                  <c:v>0</c:v>
                </c:pt>
                <c:pt idx="73163">
                  <c:v>0</c:v>
                </c:pt>
                <c:pt idx="73164">
                  <c:v>0</c:v>
                </c:pt>
                <c:pt idx="73165">
                  <c:v>0</c:v>
                </c:pt>
                <c:pt idx="73166">
                  <c:v>0</c:v>
                </c:pt>
                <c:pt idx="73167">
                  <c:v>0</c:v>
                </c:pt>
                <c:pt idx="73168">
                  <c:v>0</c:v>
                </c:pt>
                <c:pt idx="73169">
                  <c:v>0</c:v>
                </c:pt>
                <c:pt idx="73170">
                  <c:v>0</c:v>
                </c:pt>
                <c:pt idx="73171">
                  <c:v>0</c:v>
                </c:pt>
                <c:pt idx="73172">
                  <c:v>0</c:v>
                </c:pt>
                <c:pt idx="73173">
                  <c:v>0</c:v>
                </c:pt>
                <c:pt idx="73174">
                  <c:v>0</c:v>
                </c:pt>
                <c:pt idx="73175">
                  <c:v>0</c:v>
                </c:pt>
                <c:pt idx="73176">
                  <c:v>0</c:v>
                </c:pt>
                <c:pt idx="73177">
                  <c:v>0</c:v>
                </c:pt>
                <c:pt idx="73178">
                  <c:v>0</c:v>
                </c:pt>
                <c:pt idx="73179">
                  <c:v>0</c:v>
                </c:pt>
                <c:pt idx="73180">
                  <c:v>0</c:v>
                </c:pt>
                <c:pt idx="73181">
                  <c:v>0</c:v>
                </c:pt>
                <c:pt idx="73182">
                  <c:v>0</c:v>
                </c:pt>
                <c:pt idx="73183">
                  <c:v>0</c:v>
                </c:pt>
                <c:pt idx="73184">
                  <c:v>0</c:v>
                </c:pt>
                <c:pt idx="73185">
                  <c:v>0</c:v>
                </c:pt>
                <c:pt idx="73186">
                  <c:v>0</c:v>
                </c:pt>
                <c:pt idx="73187">
                  <c:v>0</c:v>
                </c:pt>
                <c:pt idx="73188">
                  <c:v>0</c:v>
                </c:pt>
                <c:pt idx="73189">
                  <c:v>0</c:v>
                </c:pt>
                <c:pt idx="73190">
                  <c:v>0</c:v>
                </c:pt>
                <c:pt idx="73191">
                  <c:v>0</c:v>
                </c:pt>
                <c:pt idx="73192">
                  <c:v>0</c:v>
                </c:pt>
                <c:pt idx="73193">
                  <c:v>0</c:v>
                </c:pt>
                <c:pt idx="73194">
                  <c:v>0</c:v>
                </c:pt>
                <c:pt idx="73195">
                  <c:v>0</c:v>
                </c:pt>
                <c:pt idx="73196">
                  <c:v>0</c:v>
                </c:pt>
                <c:pt idx="73197">
                  <c:v>0</c:v>
                </c:pt>
                <c:pt idx="73198">
                  <c:v>0</c:v>
                </c:pt>
                <c:pt idx="73199">
                  <c:v>0</c:v>
                </c:pt>
                <c:pt idx="73200">
                  <c:v>0</c:v>
                </c:pt>
                <c:pt idx="73201">
                  <c:v>0</c:v>
                </c:pt>
                <c:pt idx="73202">
                  <c:v>0</c:v>
                </c:pt>
                <c:pt idx="73203">
                  <c:v>0</c:v>
                </c:pt>
                <c:pt idx="73204">
                  <c:v>0</c:v>
                </c:pt>
                <c:pt idx="73205">
                  <c:v>0</c:v>
                </c:pt>
                <c:pt idx="73206">
                  <c:v>0</c:v>
                </c:pt>
                <c:pt idx="73207">
                  <c:v>0</c:v>
                </c:pt>
                <c:pt idx="73208">
                  <c:v>0</c:v>
                </c:pt>
                <c:pt idx="73209">
                  <c:v>0</c:v>
                </c:pt>
                <c:pt idx="73210">
                  <c:v>0</c:v>
                </c:pt>
                <c:pt idx="73211">
                  <c:v>0</c:v>
                </c:pt>
                <c:pt idx="73212">
                  <c:v>0</c:v>
                </c:pt>
                <c:pt idx="73213">
                  <c:v>0</c:v>
                </c:pt>
                <c:pt idx="73214">
                  <c:v>0</c:v>
                </c:pt>
                <c:pt idx="73215">
                  <c:v>0</c:v>
                </c:pt>
                <c:pt idx="73216">
                  <c:v>0</c:v>
                </c:pt>
                <c:pt idx="73217">
                  <c:v>0</c:v>
                </c:pt>
                <c:pt idx="73218">
                  <c:v>0</c:v>
                </c:pt>
                <c:pt idx="73219">
                  <c:v>0</c:v>
                </c:pt>
                <c:pt idx="73220">
                  <c:v>0</c:v>
                </c:pt>
                <c:pt idx="73221">
                  <c:v>0</c:v>
                </c:pt>
                <c:pt idx="73222">
                  <c:v>0</c:v>
                </c:pt>
                <c:pt idx="73223">
                  <c:v>0</c:v>
                </c:pt>
                <c:pt idx="73224">
                  <c:v>0</c:v>
                </c:pt>
                <c:pt idx="73225">
                  <c:v>0</c:v>
                </c:pt>
                <c:pt idx="73226">
                  <c:v>0</c:v>
                </c:pt>
                <c:pt idx="73227">
                  <c:v>0</c:v>
                </c:pt>
                <c:pt idx="73228">
                  <c:v>0</c:v>
                </c:pt>
                <c:pt idx="73229">
                  <c:v>0</c:v>
                </c:pt>
                <c:pt idx="73230">
                  <c:v>0</c:v>
                </c:pt>
                <c:pt idx="73231">
                  <c:v>0</c:v>
                </c:pt>
                <c:pt idx="73232">
                  <c:v>0</c:v>
                </c:pt>
                <c:pt idx="73233">
                  <c:v>0</c:v>
                </c:pt>
                <c:pt idx="73234">
                  <c:v>0</c:v>
                </c:pt>
                <c:pt idx="73235">
                  <c:v>0</c:v>
                </c:pt>
                <c:pt idx="73236">
                  <c:v>0</c:v>
                </c:pt>
                <c:pt idx="73237">
                  <c:v>0</c:v>
                </c:pt>
                <c:pt idx="73238">
                  <c:v>0</c:v>
                </c:pt>
                <c:pt idx="73239">
                  <c:v>0</c:v>
                </c:pt>
                <c:pt idx="73240">
                  <c:v>0</c:v>
                </c:pt>
                <c:pt idx="73241">
                  <c:v>0</c:v>
                </c:pt>
                <c:pt idx="73242">
                  <c:v>0</c:v>
                </c:pt>
                <c:pt idx="73243">
                  <c:v>0</c:v>
                </c:pt>
                <c:pt idx="73244">
                  <c:v>0</c:v>
                </c:pt>
                <c:pt idx="73245">
                  <c:v>0</c:v>
                </c:pt>
                <c:pt idx="73246">
                  <c:v>0</c:v>
                </c:pt>
                <c:pt idx="73247">
                  <c:v>0</c:v>
                </c:pt>
                <c:pt idx="73248">
                  <c:v>0</c:v>
                </c:pt>
                <c:pt idx="73249">
                  <c:v>0</c:v>
                </c:pt>
                <c:pt idx="73250">
                  <c:v>0</c:v>
                </c:pt>
                <c:pt idx="73251">
                  <c:v>0</c:v>
                </c:pt>
                <c:pt idx="73252">
                  <c:v>0</c:v>
                </c:pt>
                <c:pt idx="73253">
                  <c:v>0</c:v>
                </c:pt>
                <c:pt idx="73254">
                  <c:v>0</c:v>
                </c:pt>
                <c:pt idx="73255">
                  <c:v>0</c:v>
                </c:pt>
                <c:pt idx="73256">
                  <c:v>0</c:v>
                </c:pt>
                <c:pt idx="73257">
                  <c:v>0</c:v>
                </c:pt>
                <c:pt idx="73258">
                  <c:v>0</c:v>
                </c:pt>
                <c:pt idx="73259">
                  <c:v>0</c:v>
                </c:pt>
                <c:pt idx="73260">
                  <c:v>0</c:v>
                </c:pt>
                <c:pt idx="73261">
                  <c:v>0</c:v>
                </c:pt>
                <c:pt idx="73262">
                  <c:v>0</c:v>
                </c:pt>
                <c:pt idx="73263">
                  <c:v>0</c:v>
                </c:pt>
                <c:pt idx="73264">
                  <c:v>0</c:v>
                </c:pt>
                <c:pt idx="73265">
                  <c:v>0</c:v>
                </c:pt>
                <c:pt idx="73266">
                  <c:v>0</c:v>
                </c:pt>
                <c:pt idx="73267">
                  <c:v>0</c:v>
                </c:pt>
                <c:pt idx="73268">
                  <c:v>0</c:v>
                </c:pt>
                <c:pt idx="73269">
                  <c:v>0</c:v>
                </c:pt>
                <c:pt idx="73270">
                  <c:v>0</c:v>
                </c:pt>
                <c:pt idx="73271">
                  <c:v>0</c:v>
                </c:pt>
                <c:pt idx="73272">
                  <c:v>0</c:v>
                </c:pt>
                <c:pt idx="73273">
                  <c:v>0</c:v>
                </c:pt>
                <c:pt idx="73274">
                  <c:v>0</c:v>
                </c:pt>
                <c:pt idx="73275">
                  <c:v>0</c:v>
                </c:pt>
                <c:pt idx="73276">
                  <c:v>0</c:v>
                </c:pt>
                <c:pt idx="73277">
                  <c:v>0</c:v>
                </c:pt>
                <c:pt idx="73278">
                  <c:v>0</c:v>
                </c:pt>
                <c:pt idx="73279">
                  <c:v>0</c:v>
                </c:pt>
                <c:pt idx="73280">
                  <c:v>0</c:v>
                </c:pt>
                <c:pt idx="73281">
                  <c:v>0</c:v>
                </c:pt>
                <c:pt idx="73282">
                  <c:v>0</c:v>
                </c:pt>
                <c:pt idx="73283">
                  <c:v>0</c:v>
                </c:pt>
                <c:pt idx="73284">
                  <c:v>0</c:v>
                </c:pt>
                <c:pt idx="73285">
                  <c:v>0</c:v>
                </c:pt>
                <c:pt idx="73286">
                  <c:v>0</c:v>
                </c:pt>
                <c:pt idx="73287">
                  <c:v>0</c:v>
                </c:pt>
                <c:pt idx="73288">
                  <c:v>0</c:v>
                </c:pt>
                <c:pt idx="73289">
                  <c:v>0</c:v>
                </c:pt>
                <c:pt idx="73290">
                  <c:v>0</c:v>
                </c:pt>
                <c:pt idx="73291">
                  <c:v>0</c:v>
                </c:pt>
                <c:pt idx="73292">
                  <c:v>0</c:v>
                </c:pt>
                <c:pt idx="73293">
                  <c:v>0</c:v>
                </c:pt>
                <c:pt idx="73294">
                  <c:v>0</c:v>
                </c:pt>
                <c:pt idx="73295">
                  <c:v>0</c:v>
                </c:pt>
                <c:pt idx="73296">
                  <c:v>0</c:v>
                </c:pt>
                <c:pt idx="73297">
                  <c:v>0</c:v>
                </c:pt>
                <c:pt idx="73298">
                  <c:v>0</c:v>
                </c:pt>
                <c:pt idx="73299">
                  <c:v>0</c:v>
                </c:pt>
                <c:pt idx="73300">
                  <c:v>0</c:v>
                </c:pt>
                <c:pt idx="73301">
                  <c:v>0</c:v>
                </c:pt>
                <c:pt idx="73302">
                  <c:v>0</c:v>
                </c:pt>
                <c:pt idx="73303">
                  <c:v>0</c:v>
                </c:pt>
                <c:pt idx="73304">
                  <c:v>0</c:v>
                </c:pt>
                <c:pt idx="73305">
                  <c:v>0</c:v>
                </c:pt>
                <c:pt idx="73306">
                  <c:v>0</c:v>
                </c:pt>
                <c:pt idx="73307">
                  <c:v>0</c:v>
                </c:pt>
                <c:pt idx="73308">
                  <c:v>0</c:v>
                </c:pt>
                <c:pt idx="73309">
                  <c:v>0</c:v>
                </c:pt>
                <c:pt idx="73310">
                  <c:v>0</c:v>
                </c:pt>
                <c:pt idx="73311">
                  <c:v>0</c:v>
                </c:pt>
                <c:pt idx="73312">
                  <c:v>0</c:v>
                </c:pt>
                <c:pt idx="73313">
                  <c:v>0</c:v>
                </c:pt>
                <c:pt idx="73314">
                  <c:v>0</c:v>
                </c:pt>
                <c:pt idx="73315">
                  <c:v>0</c:v>
                </c:pt>
                <c:pt idx="73316">
                  <c:v>0</c:v>
                </c:pt>
                <c:pt idx="73317">
                  <c:v>0</c:v>
                </c:pt>
                <c:pt idx="73318">
                  <c:v>0</c:v>
                </c:pt>
                <c:pt idx="73319">
                  <c:v>0</c:v>
                </c:pt>
                <c:pt idx="73320">
                  <c:v>0</c:v>
                </c:pt>
                <c:pt idx="73321">
                  <c:v>0</c:v>
                </c:pt>
                <c:pt idx="73322">
                  <c:v>0</c:v>
                </c:pt>
                <c:pt idx="73323">
                  <c:v>0</c:v>
                </c:pt>
                <c:pt idx="73324">
                  <c:v>0</c:v>
                </c:pt>
                <c:pt idx="73325">
                  <c:v>0</c:v>
                </c:pt>
                <c:pt idx="73326">
                  <c:v>0</c:v>
                </c:pt>
                <c:pt idx="73327">
                  <c:v>0</c:v>
                </c:pt>
                <c:pt idx="73328">
                  <c:v>0</c:v>
                </c:pt>
                <c:pt idx="73329">
                  <c:v>0</c:v>
                </c:pt>
                <c:pt idx="73330">
                  <c:v>0</c:v>
                </c:pt>
                <c:pt idx="73331">
                  <c:v>0</c:v>
                </c:pt>
                <c:pt idx="73332">
                  <c:v>0</c:v>
                </c:pt>
                <c:pt idx="73333">
                  <c:v>0</c:v>
                </c:pt>
                <c:pt idx="73334">
                  <c:v>0</c:v>
                </c:pt>
                <c:pt idx="73335">
                  <c:v>0</c:v>
                </c:pt>
                <c:pt idx="73336">
                  <c:v>0</c:v>
                </c:pt>
                <c:pt idx="73337">
                  <c:v>0</c:v>
                </c:pt>
                <c:pt idx="73338">
                  <c:v>0</c:v>
                </c:pt>
                <c:pt idx="73339">
                  <c:v>0</c:v>
                </c:pt>
                <c:pt idx="73340">
                  <c:v>0</c:v>
                </c:pt>
                <c:pt idx="73341">
                  <c:v>0</c:v>
                </c:pt>
                <c:pt idx="73342">
                  <c:v>0</c:v>
                </c:pt>
                <c:pt idx="73343">
                  <c:v>0</c:v>
                </c:pt>
                <c:pt idx="73344">
                  <c:v>0</c:v>
                </c:pt>
                <c:pt idx="73345">
                  <c:v>0</c:v>
                </c:pt>
                <c:pt idx="73346">
                  <c:v>0</c:v>
                </c:pt>
                <c:pt idx="73347">
                  <c:v>0</c:v>
                </c:pt>
                <c:pt idx="73348">
                  <c:v>0</c:v>
                </c:pt>
                <c:pt idx="73349">
                  <c:v>0</c:v>
                </c:pt>
                <c:pt idx="73350">
                  <c:v>0</c:v>
                </c:pt>
                <c:pt idx="73351">
                  <c:v>0</c:v>
                </c:pt>
                <c:pt idx="73352">
                  <c:v>0</c:v>
                </c:pt>
                <c:pt idx="73353">
                  <c:v>0</c:v>
                </c:pt>
                <c:pt idx="73354">
                  <c:v>0</c:v>
                </c:pt>
                <c:pt idx="73355">
                  <c:v>0</c:v>
                </c:pt>
                <c:pt idx="73356">
                  <c:v>0</c:v>
                </c:pt>
                <c:pt idx="73357">
                  <c:v>0</c:v>
                </c:pt>
                <c:pt idx="73358">
                  <c:v>0</c:v>
                </c:pt>
                <c:pt idx="73359">
                  <c:v>0</c:v>
                </c:pt>
                <c:pt idx="73360">
                  <c:v>0</c:v>
                </c:pt>
                <c:pt idx="73361">
                  <c:v>0</c:v>
                </c:pt>
                <c:pt idx="73362">
                  <c:v>0</c:v>
                </c:pt>
                <c:pt idx="73363">
                  <c:v>0</c:v>
                </c:pt>
                <c:pt idx="73364">
                  <c:v>0</c:v>
                </c:pt>
                <c:pt idx="73365">
                  <c:v>0</c:v>
                </c:pt>
                <c:pt idx="73366">
                  <c:v>0</c:v>
                </c:pt>
                <c:pt idx="73367">
                  <c:v>0</c:v>
                </c:pt>
                <c:pt idx="73368">
                  <c:v>0</c:v>
                </c:pt>
                <c:pt idx="73369">
                  <c:v>0</c:v>
                </c:pt>
                <c:pt idx="73370">
                  <c:v>0</c:v>
                </c:pt>
                <c:pt idx="73371">
                  <c:v>0</c:v>
                </c:pt>
                <c:pt idx="73372">
                  <c:v>0</c:v>
                </c:pt>
                <c:pt idx="73373">
                  <c:v>0</c:v>
                </c:pt>
                <c:pt idx="73374">
                  <c:v>0</c:v>
                </c:pt>
                <c:pt idx="73375">
                  <c:v>0</c:v>
                </c:pt>
                <c:pt idx="73376">
                  <c:v>0</c:v>
                </c:pt>
                <c:pt idx="73377">
                  <c:v>0</c:v>
                </c:pt>
                <c:pt idx="73378">
                  <c:v>0</c:v>
                </c:pt>
                <c:pt idx="73379">
                  <c:v>0</c:v>
                </c:pt>
                <c:pt idx="73380">
                  <c:v>0</c:v>
                </c:pt>
                <c:pt idx="73381">
                  <c:v>0</c:v>
                </c:pt>
                <c:pt idx="73382">
                  <c:v>0</c:v>
                </c:pt>
                <c:pt idx="73383">
                  <c:v>0</c:v>
                </c:pt>
                <c:pt idx="73384">
                  <c:v>0</c:v>
                </c:pt>
                <c:pt idx="73385">
                  <c:v>0</c:v>
                </c:pt>
                <c:pt idx="73386">
                  <c:v>0</c:v>
                </c:pt>
                <c:pt idx="73387">
                  <c:v>0</c:v>
                </c:pt>
                <c:pt idx="73388">
                  <c:v>0</c:v>
                </c:pt>
                <c:pt idx="73389">
                  <c:v>0</c:v>
                </c:pt>
                <c:pt idx="73390">
                  <c:v>0</c:v>
                </c:pt>
                <c:pt idx="73391">
                  <c:v>0</c:v>
                </c:pt>
                <c:pt idx="73392">
                  <c:v>0</c:v>
                </c:pt>
                <c:pt idx="73393">
                  <c:v>0</c:v>
                </c:pt>
                <c:pt idx="73394">
                  <c:v>0</c:v>
                </c:pt>
                <c:pt idx="73395">
                  <c:v>0</c:v>
                </c:pt>
                <c:pt idx="73396">
                  <c:v>0</c:v>
                </c:pt>
                <c:pt idx="73397">
                  <c:v>0</c:v>
                </c:pt>
                <c:pt idx="73398">
                  <c:v>0</c:v>
                </c:pt>
                <c:pt idx="73399">
                  <c:v>0</c:v>
                </c:pt>
                <c:pt idx="73400">
                  <c:v>0</c:v>
                </c:pt>
                <c:pt idx="73401">
                  <c:v>0</c:v>
                </c:pt>
                <c:pt idx="73402">
                  <c:v>0</c:v>
                </c:pt>
                <c:pt idx="73403">
                  <c:v>0</c:v>
                </c:pt>
                <c:pt idx="73404">
                  <c:v>0</c:v>
                </c:pt>
                <c:pt idx="73405">
                  <c:v>0</c:v>
                </c:pt>
                <c:pt idx="73406">
                  <c:v>0</c:v>
                </c:pt>
                <c:pt idx="73407">
                  <c:v>0</c:v>
                </c:pt>
                <c:pt idx="73408">
                  <c:v>0</c:v>
                </c:pt>
                <c:pt idx="73409">
                  <c:v>0</c:v>
                </c:pt>
                <c:pt idx="73410">
                  <c:v>0</c:v>
                </c:pt>
                <c:pt idx="73411">
                  <c:v>0</c:v>
                </c:pt>
                <c:pt idx="73412">
                  <c:v>0</c:v>
                </c:pt>
                <c:pt idx="73413">
                  <c:v>0</c:v>
                </c:pt>
                <c:pt idx="73414">
                  <c:v>0</c:v>
                </c:pt>
                <c:pt idx="73415">
                  <c:v>0</c:v>
                </c:pt>
                <c:pt idx="73416">
                  <c:v>0</c:v>
                </c:pt>
                <c:pt idx="73417">
                  <c:v>0</c:v>
                </c:pt>
                <c:pt idx="73418">
                  <c:v>0</c:v>
                </c:pt>
                <c:pt idx="73419">
                  <c:v>0</c:v>
                </c:pt>
                <c:pt idx="73420">
                  <c:v>0</c:v>
                </c:pt>
                <c:pt idx="73421">
                  <c:v>0</c:v>
                </c:pt>
                <c:pt idx="73422">
                  <c:v>0</c:v>
                </c:pt>
                <c:pt idx="73423">
                  <c:v>0</c:v>
                </c:pt>
                <c:pt idx="73424">
                  <c:v>0</c:v>
                </c:pt>
                <c:pt idx="73425">
                  <c:v>0</c:v>
                </c:pt>
                <c:pt idx="73426">
                  <c:v>0</c:v>
                </c:pt>
                <c:pt idx="73427">
                  <c:v>0</c:v>
                </c:pt>
                <c:pt idx="73428">
                  <c:v>0</c:v>
                </c:pt>
                <c:pt idx="73429">
                  <c:v>0</c:v>
                </c:pt>
                <c:pt idx="73430">
                  <c:v>0</c:v>
                </c:pt>
                <c:pt idx="73431">
                  <c:v>0</c:v>
                </c:pt>
                <c:pt idx="73432">
                  <c:v>0</c:v>
                </c:pt>
                <c:pt idx="73433">
                  <c:v>0</c:v>
                </c:pt>
                <c:pt idx="73434">
                  <c:v>0</c:v>
                </c:pt>
                <c:pt idx="73435">
                  <c:v>0</c:v>
                </c:pt>
                <c:pt idx="73436">
                  <c:v>0</c:v>
                </c:pt>
                <c:pt idx="73437">
                  <c:v>0</c:v>
                </c:pt>
                <c:pt idx="73438">
                  <c:v>0</c:v>
                </c:pt>
                <c:pt idx="73439">
                  <c:v>0</c:v>
                </c:pt>
                <c:pt idx="73440">
                  <c:v>0</c:v>
                </c:pt>
                <c:pt idx="73441">
                  <c:v>0</c:v>
                </c:pt>
                <c:pt idx="73442">
                  <c:v>0</c:v>
                </c:pt>
                <c:pt idx="73443">
                  <c:v>0</c:v>
                </c:pt>
                <c:pt idx="73444">
                  <c:v>0</c:v>
                </c:pt>
                <c:pt idx="73445">
                  <c:v>0</c:v>
                </c:pt>
                <c:pt idx="73446">
                  <c:v>0</c:v>
                </c:pt>
                <c:pt idx="73447">
                  <c:v>0</c:v>
                </c:pt>
                <c:pt idx="73448">
                  <c:v>0</c:v>
                </c:pt>
                <c:pt idx="73449">
                  <c:v>0</c:v>
                </c:pt>
                <c:pt idx="73450">
                  <c:v>0</c:v>
                </c:pt>
                <c:pt idx="73451">
                  <c:v>0</c:v>
                </c:pt>
                <c:pt idx="73452">
                  <c:v>0</c:v>
                </c:pt>
                <c:pt idx="73453">
                  <c:v>0</c:v>
                </c:pt>
                <c:pt idx="73454">
                  <c:v>0</c:v>
                </c:pt>
                <c:pt idx="73455">
                  <c:v>0</c:v>
                </c:pt>
                <c:pt idx="73456">
                  <c:v>0</c:v>
                </c:pt>
                <c:pt idx="73457">
                  <c:v>0</c:v>
                </c:pt>
                <c:pt idx="73458">
                  <c:v>0</c:v>
                </c:pt>
                <c:pt idx="73459">
                  <c:v>0</c:v>
                </c:pt>
                <c:pt idx="73460">
                  <c:v>0</c:v>
                </c:pt>
                <c:pt idx="73461">
                  <c:v>0</c:v>
                </c:pt>
                <c:pt idx="73462">
                  <c:v>0</c:v>
                </c:pt>
                <c:pt idx="73463">
                  <c:v>0</c:v>
                </c:pt>
                <c:pt idx="73464">
                  <c:v>0</c:v>
                </c:pt>
                <c:pt idx="73465">
                  <c:v>0</c:v>
                </c:pt>
                <c:pt idx="73466">
                  <c:v>0</c:v>
                </c:pt>
                <c:pt idx="73467">
                  <c:v>0</c:v>
                </c:pt>
                <c:pt idx="73468">
                  <c:v>0</c:v>
                </c:pt>
                <c:pt idx="73469">
                  <c:v>0</c:v>
                </c:pt>
                <c:pt idx="73470">
                  <c:v>0</c:v>
                </c:pt>
                <c:pt idx="73471">
                  <c:v>0</c:v>
                </c:pt>
                <c:pt idx="73472">
                  <c:v>0</c:v>
                </c:pt>
                <c:pt idx="73473">
                  <c:v>0</c:v>
                </c:pt>
                <c:pt idx="73474">
                  <c:v>0</c:v>
                </c:pt>
                <c:pt idx="73475">
                  <c:v>0</c:v>
                </c:pt>
                <c:pt idx="73476">
                  <c:v>0</c:v>
                </c:pt>
                <c:pt idx="73477">
                  <c:v>0</c:v>
                </c:pt>
                <c:pt idx="73478">
                  <c:v>0</c:v>
                </c:pt>
                <c:pt idx="73479">
                  <c:v>0</c:v>
                </c:pt>
                <c:pt idx="73480">
                  <c:v>0</c:v>
                </c:pt>
                <c:pt idx="73481">
                  <c:v>0</c:v>
                </c:pt>
                <c:pt idx="73482">
                  <c:v>0</c:v>
                </c:pt>
                <c:pt idx="73483">
                  <c:v>0</c:v>
                </c:pt>
                <c:pt idx="73484">
                  <c:v>0</c:v>
                </c:pt>
                <c:pt idx="73485">
                  <c:v>0</c:v>
                </c:pt>
                <c:pt idx="73486">
                  <c:v>0</c:v>
                </c:pt>
                <c:pt idx="73487">
                  <c:v>0</c:v>
                </c:pt>
                <c:pt idx="73488">
                  <c:v>0</c:v>
                </c:pt>
                <c:pt idx="73489">
                  <c:v>0</c:v>
                </c:pt>
                <c:pt idx="73490">
                  <c:v>0</c:v>
                </c:pt>
                <c:pt idx="73491">
                  <c:v>0</c:v>
                </c:pt>
                <c:pt idx="73492">
                  <c:v>0</c:v>
                </c:pt>
                <c:pt idx="73493">
                  <c:v>0</c:v>
                </c:pt>
                <c:pt idx="73494">
                  <c:v>0</c:v>
                </c:pt>
                <c:pt idx="73495">
                  <c:v>0</c:v>
                </c:pt>
                <c:pt idx="73496">
                  <c:v>0</c:v>
                </c:pt>
                <c:pt idx="73497">
                  <c:v>0</c:v>
                </c:pt>
                <c:pt idx="73498">
                  <c:v>0</c:v>
                </c:pt>
                <c:pt idx="73499">
                  <c:v>0</c:v>
                </c:pt>
                <c:pt idx="73500">
                  <c:v>0</c:v>
                </c:pt>
                <c:pt idx="73501">
                  <c:v>0</c:v>
                </c:pt>
                <c:pt idx="73502">
                  <c:v>0</c:v>
                </c:pt>
                <c:pt idx="73503">
                  <c:v>0</c:v>
                </c:pt>
                <c:pt idx="73504">
                  <c:v>0</c:v>
                </c:pt>
                <c:pt idx="73505">
                  <c:v>0</c:v>
                </c:pt>
                <c:pt idx="73506">
                  <c:v>0</c:v>
                </c:pt>
                <c:pt idx="73507">
                  <c:v>0</c:v>
                </c:pt>
                <c:pt idx="73508">
                  <c:v>0</c:v>
                </c:pt>
                <c:pt idx="73509">
                  <c:v>0</c:v>
                </c:pt>
                <c:pt idx="73510">
                  <c:v>0</c:v>
                </c:pt>
                <c:pt idx="73511">
                  <c:v>0</c:v>
                </c:pt>
                <c:pt idx="73512">
                  <c:v>0</c:v>
                </c:pt>
                <c:pt idx="73513">
                  <c:v>0</c:v>
                </c:pt>
                <c:pt idx="73514">
                  <c:v>0</c:v>
                </c:pt>
                <c:pt idx="73515">
                  <c:v>0</c:v>
                </c:pt>
                <c:pt idx="73516">
                  <c:v>0</c:v>
                </c:pt>
                <c:pt idx="73517">
                  <c:v>0</c:v>
                </c:pt>
                <c:pt idx="73518">
                  <c:v>0</c:v>
                </c:pt>
                <c:pt idx="73519">
                  <c:v>0</c:v>
                </c:pt>
                <c:pt idx="73520">
                  <c:v>0</c:v>
                </c:pt>
                <c:pt idx="73521">
                  <c:v>0</c:v>
                </c:pt>
                <c:pt idx="73522">
                  <c:v>0</c:v>
                </c:pt>
                <c:pt idx="73523">
                  <c:v>0</c:v>
                </c:pt>
                <c:pt idx="73524">
                  <c:v>0</c:v>
                </c:pt>
                <c:pt idx="73525">
                  <c:v>0</c:v>
                </c:pt>
                <c:pt idx="73526">
                  <c:v>0</c:v>
                </c:pt>
                <c:pt idx="73527">
                  <c:v>0</c:v>
                </c:pt>
                <c:pt idx="73528">
                  <c:v>0</c:v>
                </c:pt>
                <c:pt idx="73529">
                  <c:v>0</c:v>
                </c:pt>
                <c:pt idx="73530">
                  <c:v>0</c:v>
                </c:pt>
                <c:pt idx="73531">
                  <c:v>0</c:v>
                </c:pt>
                <c:pt idx="73532">
                  <c:v>0</c:v>
                </c:pt>
                <c:pt idx="73533">
                  <c:v>0</c:v>
                </c:pt>
                <c:pt idx="73534">
                  <c:v>0</c:v>
                </c:pt>
                <c:pt idx="73535">
                  <c:v>0</c:v>
                </c:pt>
                <c:pt idx="73536">
                  <c:v>0</c:v>
                </c:pt>
                <c:pt idx="73537">
                  <c:v>0</c:v>
                </c:pt>
                <c:pt idx="73538">
                  <c:v>0</c:v>
                </c:pt>
                <c:pt idx="73539">
                  <c:v>0</c:v>
                </c:pt>
                <c:pt idx="73540">
                  <c:v>0</c:v>
                </c:pt>
                <c:pt idx="73541">
                  <c:v>0</c:v>
                </c:pt>
                <c:pt idx="73542">
                  <c:v>0</c:v>
                </c:pt>
                <c:pt idx="73543">
                  <c:v>0</c:v>
                </c:pt>
                <c:pt idx="73544">
                  <c:v>0</c:v>
                </c:pt>
                <c:pt idx="73545">
                  <c:v>0</c:v>
                </c:pt>
                <c:pt idx="73546">
                  <c:v>0</c:v>
                </c:pt>
                <c:pt idx="73547">
                  <c:v>0</c:v>
                </c:pt>
                <c:pt idx="73548">
                  <c:v>0</c:v>
                </c:pt>
                <c:pt idx="73549">
                  <c:v>0</c:v>
                </c:pt>
                <c:pt idx="73550">
                  <c:v>0</c:v>
                </c:pt>
                <c:pt idx="73551">
                  <c:v>0</c:v>
                </c:pt>
                <c:pt idx="73552">
                  <c:v>0</c:v>
                </c:pt>
                <c:pt idx="73553">
                  <c:v>0</c:v>
                </c:pt>
                <c:pt idx="73554">
                  <c:v>0</c:v>
                </c:pt>
                <c:pt idx="73555">
                  <c:v>0</c:v>
                </c:pt>
                <c:pt idx="73556">
                  <c:v>0</c:v>
                </c:pt>
                <c:pt idx="73557">
                  <c:v>0</c:v>
                </c:pt>
                <c:pt idx="73558">
                  <c:v>0</c:v>
                </c:pt>
                <c:pt idx="73559">
                  <c:v>0</c:v>
                </c:pt>
                <c:pt idx="73560">
                  <c:v>0</c:v>
                </c:pt>
                <c:pt idx="73561">
                  <c:v>0</c:v>
                </c:pt>
                <c:pt idx="73562">
                  <c:v>0</c:v>
                </c:pt>
                <c:pt idx="73563">
                  <c:v>0</c:v>
                </c:pt>
                <c:pt idx="73564">
                  <c:v>0</c:v>
                </c:pt>
                <c:pt idx="73565">
                  <c:v>0</c:v>
                </c:pt>
                <c:pt idx="73566">
                  <c:v>0</c:v>
                </c:pt>
                <c:pt idx="73567">
                  <c:v>0</c:v>
                </c:pt>
                <c:pt idx="73568">
                  <c:v>0</c:v>
                </c:pt>
                <c:pt idx="73569">
                  <c:v>0</c:v>
                </c:pt>
                <c:pt idx="73570">
                  <c:v>0</c:v>
                </c:pt>
                <c:pt idx="73571">
                  <c:v>0</c:v>
                </c:pt>
                <c:pt idx="73572">
                  <c:v>0</c:v>
                </c:pt>
                <c:pt idx="73573">
                  <c:v>0</c:v>
                </c:pt>
                <c:pt idx="73574">
                  <c:v>0</c:v>
                </c:pt>
                <c:pt idx="73575">
                  <c:v>0</c:v>
                </c:pt>
                <c:pt idx="73576">
                  <c:v>0</c:v>
                </c:pt>
                <c:pt idx="73577">
                  <c:v>0</c:v>
                </c:pt>
                <c:pt idx="73578">
                  <c:v>0</c:v>
                </c:pt>
                <c:pt idx="73579">
                  <c:v>0</c:v>
                </c:pt>
                <c:pt idx="73580">
                  <c:v>0</c:v>
                </c:pt>
                <c:pt idx="73581">
                  <c:v>0</c:v>
                </c:pt>
                <c:pt idx="73582">
                  <c:v>0</c:v>
                </c:pt>
                <c:pt idx="73583">
                  <c:v>0</c:v>
                </c:pt>
                <c:pt idx="73584">
                  <c:v>0</c:v>
                </c:pt>
                <c:pt idx="73585">
                  <c:v>0</c:v>
                </c:pt>
                <c:pt idx="73586">
                  <c:v>0</c:v>
                </c:pt>
                <c:pt idx="73587">
                  <c:v>0</c:v>
                </c:pt>
                <c:pt idx="73588">
                  <c:v>0</c:v>
                </c:pt>
                <c:pt idx="73589">
                  <c:v>0</c:v>
                </c:pt>
                <c:pt idx="73590">
                  <c:v>0</c:v>
                </c:pt>
                <c:pt idx="73591">
                  <c:v>0</c:v>
                </c:pt>
                <c:pt idx="73592">
                  <c:v>0</c:v>
                </c:pt>
                <c:pt idx="73593">
                  <c:v>0</c:v>
                </c:pt>
                <c:pt idx="73594">
                  <c:v>0</c:v>
                </c:pt>
                <c:pt idx="73595">
                  <c:v>0</c:v>
                </c:pt>
                <c:pt idx="73596">
                  <c:v>0</c:v>
                </c:pt>
                <c:pt idx="73597">
                  <c:v>0</c:v>
                </c:pt>
                <c:pt idx="73598">
                  <c:v>0</c:v>
                </c:pt>
                <c:pt idx="73599">
                  <c:v>0</c:v>
                </c:pt>
                <c:pt idx="73600">
                  <c:v>0</c:v>
                </c:pt>
                <c:pt idx="73601">
                  <c:v>0</c:v>
                </c:pt>
                <c:pt idx="73602">
                  <c:v>0</c:v>
                </c:pt>
                <c:pt idx="73603">
                  <c:v>0</c:v>
                </c:pt>
                <c:pt idx="73604">
                  <c:v>0</c:v>
                </c:pt>
                <c:pt idx="73605">
                  <c:v>0</c:v>
                </c:pt>
                <c:pt idx="73606">
                  <c:v>0</c:v>
                </c:pt>
                <c:pt idx="73607">
                  <c:v>0</c:v>
                </c:pt>
                <c:pt idx="73608">
                  <c:v>0</c:v>
                </c:pt>
                <c:pt idx="73609">
                  <c:v>0</c:v>
                </c:pt>
                <c:pt idx="73610">
                  <c:v>0</c:v>
                </c:pt>
                <c:pt idx="73611">
                  <c:v>0</c:v>
                </c:pt>
                <c:pt idx="73612">
                  <c:v>0</c:v>
                </c:pt>
                <c:pt idx="73613">
                  <c:v>0</c:v>
                </c:pt>
                <c:pt idx="73614">
                  <c:v>0</c:v>
                </c:pt>
                <c:pt idx="73615">
                  <c:v>0</c:v>
                </c:pt>
                <c:pt idx="73616">
                  <c:v>0</c:v>
                </c:pt>
                <c:pt idx="73617">
                  <c:v>0</c:v>
                </c:pt>
                <c:pt idx="73618">
                  <c:v>0</c:v>
                </c:pt>
                <c:pt idx="73619">
                  <c:v>0</c:v>
                </c:pt>
                <c:pt idx="73620">
                  <c:v>0</c:v>
                </c:pt>
                <c:pt idx="73621">
                  <c:v>0</c:v>
                </c:pt>
                <c:pt idx="73622">
                  <c:v>0</c:v>
                </c:pt>
                <c:pt idx="73623">
                  <c:v>0</c:v>
                </c:pt>
                <c:pt idx="73624">
                  <c:v>0</c:v>
                </c:pt>
                <c:pt idx="73625">
                  <c:v>0</c:v>
                </c:pt>
                <c:pt idx="73626">
                  <c:v>0</c:v>
                </c:pt>
                <c:pt idx="73627">
                  <c:v>0</c:v>
                </c:pt>
                <c:pt idx="73628">
                  <c:v>0</c:v>
                </c:pt>
                <c:pt idx="73629">
                  <c:v>0</c:v>
                </c:pt>
                <c:pt idx="73630">
                  <c:v>0</c:v>
                </c:pt>
                <c:pt idx="73631">
                  <c:v>0</c:v>
                </c:pt>
                <c:pt idx="73632">
                  <c:v>0</c:v>
                </c:pt>
                <c:pt idx="73633">
                  <c:v>0</c:v>
                </c:pt>
                <c:pt idx="73634">
                  <c:v>0</c:v>
                </c:pt>
                <c:pt idx="73635">
                  <c:v>0</c:v>
                </c:pt>
                <c:pt idx="73636">
                  <c:v>0</c:v>
                </c:pt>
                <c:pt idx="73637">
                  <c:v>0</c:v>
                </c:pt>
                <c:pt idx="73638">
                  <c:v>0</c:v>
                </c:pt>
                <c:pt idx="73639">
                  <c:v>0</c:v>
                </c:pt>
                <c:pt idx="73640">
                  <c:v>0</c:v>
                </c:pt>
                <c:pt idx="73641">
                  <c:v>0</c:v>
                </c:pt>
                <c:pt idx="73642">
                  <c:v>0</c:v>
                </c:pt>
                <c:pt idx="73643">
                  <c:v>0</c:v>
                </c:pt>
                <c:pt idx="73644">
                  <c:v>0</c:v>
                </c:pt>
                <c:pt idx="73645">
                  <c:v>0</c:v>
                </c:pt>
                <c:pt idx="73646">
                  <c:v>0</c:v>
                </c:pt>
                <c:pt idx="73647">
                  <c:v>0</c:v>
                </c:pt>
                <c:pt idx="73648">
                  <c:v>0</c:v>
                </c:pt>
                <c:pt idx="73649">
                  <c:v>0</c:v>
                </c:pt>
                <c:pt idx="73650">
                  <c:v>0</c:v>
                </c:pt>
                <c:pt idx="73651">
                  <c:v>0</c:v>
                </c:pt>
                <c:pt idx="73652">
                  <c:v>0</c:v>
                </c:pt>
                <c:pt idx="73653">
                  <c:v>0</c:v>
                </c:pt>
                <c:pt idx="73654">
                  <c:v>0</c:v>
                </c:pt>
                <c:pt idx="73655">
                  <c:v>0</c:v>
                </c:pt>
                <c:pt idx="73656">
                  <c:v>0</c:v>
                </c:pt>
                <c:pt idx="73657">
                  <c:v>0</c:v>
                </c:pt>
                <c:pt idx="73658">
                  <c:v>0</c:v>
                </c:pt>
                <c:pt idx="73659">
                  <c:v>0</c:v>
                </c:pt>
                <c:pt idx="73660">
                  <c:v>0</c:v>
                </c:pt>
                <c:pt idx="73661">
                  <c:v>0</c:v>
                </c:pt>
                <c:pt idx="73662">
                  <c:v>0</c:v>
                </c:pt>
                <c:pt idx="73663">
                  <c:v>0</c:v>
                </c:pt>
                <c:pt idx="73664">
                  <c:v>0</c:v>
                </c:pt>
                <c:pt idx="73665">
                  <c:v>0</c:v>
                </c:pt>
                <c:pt idx="73666">
                  <c:v>0</c:v>
                </c:pt>
                <c:pt idx="73667">
                  <c:v>0</c:v>
                </c:pt>
                <c:pt idx="73668">
                  <c:v>0</c:v>
                </c:pt>
                <c:pt idx="73669">
                  <c:v>0</c:v>
                </c:pt>
                <c:pt idx="73670">
                  <c:v>0</c:v>
                </c:pt>
                <c:pt idx="73671">
                  <c:v>0</c:v>
                </c:pt>
                <c:pt idx="73672">
                  <c:v>0</c:v>
                </c:pt>
                <c:pt idx="73673">
                  <c:v>0</c:v>
                </c:pt>
                <c:pt idx="73674">
                  <c:v>0</c:v>
                </c:pt>
                <c:pt idx="73675">
                  <c:v>0</c:v>
                </c:pt>
                <c:pt idx="73676">
                  <c:v>0</c:v>
                </c:pt>
                <c:pt idx="73677">
                  <c:v>0</c:v>
                </c:pt>
                <c:pt idx="73678">
                  <c:v>0</c:v>
                </c:pt>
                <c:pt idx="73679">
                  <c:v>0</c:v>
                </c:pt>
                <c:pt idx="73680">
                  <c:v>0</c:v>
                </c:pt>
                <c:pt idx="73681">
                  <c:v>0</c:v>
                </c:pt>
                <c:pt idx="73682">
                  <c:v>0</c:v>
                </c:pt>
                <c:pt idx="73683">
                  <c:v>0</c:v>
                </c:pt>
                <c:pt idx="73684">
                  <c:v>0</c:v>
                </c:pt>
                <c:pt idx="73685">
                  <c:v>0</c:v>
                </c:pt>
                <c:pt idx="73686">
                  <c:v>0</c:v>
                </c:pt>
                <c:pt idx="73687">
                  <c:v>0</c:v>
                </c:pt>
                <c:pt idx="73688">
                  <c:v>0</c:v>
                </c:pt>
                <c:pt idx="73689">
                  <c:v>0</c:v>
                </c:pt>
                <c:pt idx="73690">
                  <c:v>0</c:v>
                </c:pt>
                <c:pt idx="73691">
                  <c:v>0</c:v>
                </c:pt>
                <c:pt idx="73692">
                  <c:v>0</c:v>
                </c:pt>
                <c:pt idx="73693">
                  <c:v>0</c:v>
                </c:pt>
                <c:pt idx="73694">
                  <c:v>0</c:v>
                </c:pt>
                <c:pt idx="73695">
                  <c:v>0</c:v>
                </c:pt>
                <c:pt idx="73696">
                  <c:v>0</c:v>
                </c:pt>
                <c:pt idx="73697">
                  <c:v>0</c:v>
                </c:pt>
                <c:pt idx="73698">
                  <c:v>0</c:v>
                </c:pt>
                <c:pt idx="73699">
                  <c:v>0</c:v>
                </c:pt>
                <c:pt idx="73700">
                  <c:v>0</c:v>
                </c:pt>
                <c:pt idx="73701">
                  <c:v>0</c:v>
                </c:pt>
                <c:pt idx="73702">
                  <c:v>0</c:v>
                </c:pt>
                <c:pt idx="73703">
                  <c:v>0</c:v>
                </c:pt>
                <c:pt idx="73704">
                  <c:v>0</c:v>
                </c:pt>
                <c:pt idx="73705">
                  <c:v>0</c:v>
                </c:pt>
                <c:pt idx="73706">
                  <c:v>0</c:v>
                </c:pt>
                <c:pt idx="73707">
                  <c:v>0</c:v>
                </c:pt>
                <c:pt idx="73708">
                  <c:v>0</c:v>
                </c:pt>
                <c:pt idx="73709">
                  <c:v>0</c:v>
                </c:pt>
                <c:pt idx="73710">
                  <c:v>0</c:v>
                </c:pt>
                <c:pt idx="73711">
                  <c:v>0</c:v>
                </c:pt>
                <c:pt idx="73712">
                  <c:v>0</c:v>
                </c:pt>
                <c:pt idx="73713">
                  <c:v>0</c:v>
                </c:pt>
                <c:pt idx="73714">
                  <c:v>0</c:v>
                </c:pt>
                <c:pt idx="73715">
                  <c:v>0</c:v>
                </c:pt>
                <c:pt idx="73716">
                  <c:v>0</c:v>
                </c:pt>
                <c:pt idx="73717">
                  <c:v>0</c:v>
                </c:pt>
                <c:pt idx="73718">
                  <c:v>0</c:v>
                </c:pt>
                <c:pt idx="73719">
                  <c:v>0</c:v>
                </c:pt>
                <c:pt idx="73720">
                  <c:v>0</c:v>
                </c:pt>
                <c:pt idx="73721">
                  <c:v>0</c:v>
                </c:pt>
                <c:pt idx="73722">
                  <c:v>0</c:v>
                </c:pt>
                <c:pt idx="73723">
                  <c:v>0</c:v>
                </c:pt>
                <c:pt idx="73724">
                  <c:v>0</c:v>
                </c:pt>
                <c:pt idx="73725">
                  <c:v>0</c:v>
                </c:pt>
                <c:pt idx="73726">
                  <c:v>0</c:v>
                </c:pt>
                <c:pt idx="73727">
                  <c:v>0</c:v>
                </c:pt>
                <c:pt idx="73728">
                  <c:v>0</c:v>
                </c:pt>
                <c:pt idx="73729">
                  <c:v>0</c:v>
                </c:pt>
                <c:pt idx="73730">
                  <c:v>0</c:v>
                </c:pt>
                <c:pt idx="73731">
                  <c:v>0</c:v>
                </c:pt>
                <c:pt idx="73732">
                  <c:v>0</c:v>
                </c:pt>
                <c:pt idx="73733">
                  <c:v>0</c:v>
                </c:pt>
                <c:pt idx="73734">
                  <c:v>0</c:v>
                </c:pt>
                <c:pt idx="73735">
                  <c:v>0</c:v>
                </c:pt>
                <c:pt idx="73736">
                  <c:v>0</c:v>
                </c:pt>
                <c:pt idx="73737">
                  <c:v>0</c:v>
                </c:pt>
                <c:pt idx="73738">
                  <c:v>0</c:v>
                </c:pt>
                <c:pt idx="73739">
                  <c:v>0</c:v>
                </c:pt>
                <c:pt idx="73740">
                  <c:v>0</c:v>
                </c:pt>
                <c:pt idx="73741">
                  <c:v>0</c:v>
                </c:pt>
                <c:pt idx="73742">
                  <c:v>0</c:v>
                </c:pt>
                <c:pt idx="73743">
                  <c:v>0</c:v>
                </c:pt>
                <c:pt idx="73744">
                  <c:v>0</c:v>
                </c:pt>
                <c:pt idx="73745">
                  <c:v>0</c:v>
                </c:pt>
                <c:pt idx="73746">
                  <c:v>0</c:v>
                </c:pt>
                <c:pt idx="73747">
                  <c:v>0</c:v>
                </c:pt>
                <c:pt idx="73748">
                  <c:v>0</c:v>
                </c:pt>
                <c:pt idx="73749">
                  <c:v>0</c:v>
                </c:pt>
                <c:pt idx="73750">
                  <c:v>0</c:v>
                </c:pt>
                <c:pt idx="73751">
                  <c:v>0</c:v>
                </c:pt>
                <c:pt idx="73752">
                  <c:v>0</c:v>
                </c:pt>
                <c:pt idx="73753">
                  <c:v>0</c:v>
                </c:pt>
                <c:pt idx="73754">
                  <c:v>0</c:v>
                </c:pt>
                <c:pt idx="73755">
                  <c:v>0</c:v>
                </c:pt>
                <c:pt idx="73756">
                  <c:v>0</c:v>
                </c:pt>
                <c:pt idx="73757">
                  <c:v>0</c:v>
                </c:pt>
                <c:pt idx="73758">
                  <c:v>0</c:v>
                </c:pt>
                <c:pt idx="73759">
                  <c:v>0</c:v>
                </c:pt>
                <c:pt idx="73760">
                  <c:v>0</c:v>
                </c:pt>
                <c:pt idx="73761">
                  <c:v>0</c:v>
                </c:pt>
                <c:pt idx="73762">
                  <c:v>0</c:v>
                </c:pt>
                <c:pt idx="73763">
                  <c:v>0</c:v>
                </c:pt>
                <c:pt idx="73764">
                  <c:v>0</c:v>
                </c:pt>
                <c:pt idx="73765">
                  <c:v>0</c:v>
                </c:pt>
                <c:pt idx="73766">
                  <c:v>0</c:v>
                </c:pt>
                <c:pt idx="73767">
                  <c:v>0</c:v>
                </c:pt>
                <c:pt idx="73768">
                  <c:v>0</c:v>
                </c:pt>
                <c:pt idx="73769">
                  <c:v>0</c:v>
                </c:pt>
                <c:pt idx="73770">
                  <c:v>0</c:v>
                </c:pt>
                <c:pt idx="73771">
                  <c:v>0</c:v>
                </c:pt>
                <c:pt idx="73772">
                  <c:v>0</c:v>
                </c:pt>
                <c:pt idx="73773">
                  <c:v>0</c:v>
                </c:pt>
                <c:pt idx="73774">
                  <c:v>0</c:v>
                </c:pt>
                <c:pt idx="73775">
                  <c:v>0</c:v>
                </c:pt>
                <c:pt idx="73776">
                  <c:v>0</c:v>
                </c:pt>
                <c:pt idx="73777">
                  <c:v>0</c:v>
                </c:pt>
                <c:pt idx="73778">
                  <c:v>0</c:v>
                </c:pt>
                <c:pt idx="73779">
                  <c:v>0</c:v>
                </c:pt>
                <c:pt idx="73780">
                  <c:v>0</c:v>
                </c:pt>
                <c:pt idx="73781">
                  <c:v>0</c:v>
                </c:pt>
                <c:pt idx="73782">
                  <c:v>0</c:v>
                </c:pt>
                <c:pt idx="73783">
                  <c:v>0</c:v>
                </c:pt>
                <c:pt idx="73784">
                  <c:v>0</c:v>
                </c:pt>
                <c:pt idx="73785">
                  <c:v>0</c:v>
                </c:pt>
                <c:pt idx="73786">
                  <c:v>0</c:v>
                </c:pt>
                <c:pt idx="73787">
                  <c:v>0</c:v>
                </c:pt>
                <c:pt idx="73788">
                  <c:v>0</c:v>
                </c:pt>
                <c:pt idx="73789">
                  <c:v>0</c:v>
                </c:pt>
                <c:pt idx="73790">
                  <c:v>0</c:v>
                </c:pt>
                <c:pt idx="73791">
                  <c:v>0</c:v>
                </c:pt>
                <c:pt idx="73792">
                  <c:v>0</c:v>
                </c:pt>
                <c:pt idx="73793">
                  <c:v>0</c:v>
                </c:pt>
                <c:pt idx="73794">
                  <c:v>0</c:v>
                </c:pt>
                <c:pt idx="73795">
                  <c:v>0</c:v>
                </c:pt>
                <c:pt idx="73796">
                  <c:v>0</c:v>
                </c:pt>
                <c:pt idx="73797">
                  <c:v>0</c:v>
                </c:pt>
                <c:pt idx="73798">
                  <c:v>0</c:v>
                </c:pt>
                <c:pt idx="73799">
                  <c:v>0</c:v>
                </c:pt>
                <c:pt idx="73800">
                  <c:v>0</c:v>
                </c:pt>
                <c:pt idx="73801">
                  <c:v>0</c:v>
                </c:pt>
                <c:pt idx="73802">
                  <c:v>0</c:v>
                </c:pt>
                <c:pt idx="73803">
                  <c:v>0</c:v>
                </c:pt>
                <c:pt idx="73804">
                  <c:v>0</c:v>
                </c:pt>
                <c:pt idx="73805">
                  <c:v>0</c:v>
                </c:pt>
                <c:pt idx="73806">
                  <c:v>0</c:v>
                </c:pt>
                <c:pt idx="73807">
                  <c:v>0</c:v>
                </c:pt>
                <c:pt idx="73808">
                  <c:v>0</c:v>
                </c:pt>
                <c:pt idx="73809">
                  <c:v>0</c:v>
                </c:pt>
                <c:pt idx="73810">
                  <c:v>0</c:v>
                </c:pt>
                <c:pt idx="73811">
                  <c:v>0</c:v>
                </c:pt>
                <c:pt idx="73812">
                  <c:v>0</c:v>
                </c:pt>
                <c:pt idx="73813">
                  <c:v>0</c:v>
                </c:pt>
                <c:pt idx="73814">
                  <c:v>0</c:v>
                </c:pt>
                <c:pt idx="73815">
                  <c:v>0</c:v>
                </c:pt>
                <c:pt idx="73816">
                  <c:v>0</c:v>
                </c:pt>
                <c:pt idx="73817">
                  <c:v>0</c:v>
                </c:pt>
                <c:pt idx="73818">
                  <c:v>0</c:v>
                </c:pt>
                <c:pt idx="73819">
                  <c:v>0</c:v>
                </c:pt>
                <c:pt idx="73820">
                  <c:v>0</c:v>
                </c:pt>
                <c:pt idx="73821">
                  <c:v>0</c:v>
                </c:pt>
                <c:pt idx="73822">
                  <c:v>0</c:v>
                </c:pt>
                <c:pt idx="73823">
                  <c:v>0</c:v>
                </c:pt>
                <c:pt idx="73824">
                  <c:v>0</c:v>
                </c:pt>
                <c:pt idx="73825">
                  <c:v>0</c:v>
                </c:pt>
                <c:pt idx="73826">
                  <c:v>0</c:v>
                </c:pt>
                <c:pt idx="73827">
                  <c:v>0</c:v>
                </c:pt>
                <c:pt idx="73828">
                  <c:v>0</c:v>
                </c:pt>
                <c:pt idx="73829">
                  <c:v>0</c:v>
                </c:pt>
                <c:pt idx="73830">
                  <c:v>0</c:v>
                </c:pt>
                <c:pt idx="73831">
                  <c:v>0</c:v>
                </c:pt>
                <c:pt idx="73832">
                  <c:v>0</c:v>
                </c:pt>
                <c:pt idx="73833">
                  <c:v>0</c:v>
                </c:pt>
                <c:pt idx="73834">
                  <c:v>0</c:v>
                </c:pt>
                <c:pt idx="73835">
                  <c:v>0</c:v>
                </c:pt>
                <c:pt idx="73836">
                  <c:v>0</c:v>
                </c:pt>
                <c:pt idx="73837">
                  <c:v>0</c:v>
                </c:pt>
                <c:pt idx="73838">
                  <c:v>0</c:v>
                </c:pt>
                <c:pt idx="73839">
                  <c:v>0</c:v>
                </c:pt>
                <c:pt idx="73840">
                  <c:v>0</c:v>
                </c:pt>
                <c:pt idx="73841">
                  <c:v>0</c:v>
                </c:pt>
                <c:pt idx="73842">
                  <c:v>0</c:v>
                </c:pt>
                <c:pt idx="73843">
                  <c:v>0</c:v>
                </c:pt>
                <c:pt idx="73844">
                  <c:v>0</c:v>
                </c:pt>
                <c:pt idx="73845">
                  <c:v>0</c:v>
                </c:pt>
                <c:pt idx="73846">
                  <c:v>0</c:v>
                </c:pt>
                <c:pt idx="73847">
                  <c:v>0</c:v>
                </c:pt>
                <c:pt idx="73848">
                  <c:v>0</c:v>
                </c:pt>
                <c:pt idx="73849">
                  <c:v>0</c:v>
                </c:pt>
                <c:pt idx="73850">
                  <c:v>0</c:v>
                </c:pt>
                <c:pt idx="73851">
                  <c:v>0</c:v>
                </c:pt>
                <c:pt idx="73852">
                  <c:v>0</c:v>
                </c:pt>
                <c:pt idx="73853">
                  <c:v>0</c:v>
                </c:pt>
                <c:pt idx="73854">
                  <c:v>0</c:v>
                </c:pt>
                <c:pt idx="73855">
                  <c:v>0</c:v>
                </c:pt>
                <c:pt idx="73856">
                  <c:v>0</c:v>
                </c:pt>
                <c:pt idx="73857">
                  <c:v>0</c:v>
                </c:pt>
                <c:pt idx="73858">
                  <c:v>0</c:v>
                </c:pt>
                <c:pt idx="73859">
                  <c:v>0</c:v>
                </c:pt>
                <c:pt idx="73860">
                  <c:v>0</c:v>
                </c:pt>
                <c:pt idx="73861">
                  <c:v>0</c:v>
                </c:pt>
                <c:pt idx="73862">
                  <c:v>0</c:v>
                </c:pt>
                <c:pt idx="73863">
                  <c:v>0</c:v>
                </c:pt>
                <c:pt idx="73864">
                  <c:v>0</c:v>
                </c:pt>
                <c:pt idx="73865">
                  <c:v>0</c:v>
                </c:pt>
                <c:pt idx="73866">
                  <c:v>0</c:v>
                </c:pt>
                <c:pt idx="73867">
                  <c:v>0</c:v>
                </c:pt>
                <c:pt idx="73868">
                  <c:v>0</c:v>
                </c:pt>
                <c:pt idx="73869">
                  <c:v>0</c:v>
                </c:pt>
                <c:pt idx="73870">
                  <c:v>0</c:v>
                </c:pt>
                <c:pt idx="73871">
                  <c:v>0</c:v>
                </c:pt>
                <c:pt idx="73872">
                  <c:v>0</c:v>
                </c:pt>
                <c:pt idx="73873">
                  <c:v>0</c:v>
                </c:pt>
                <c:pt idx="73874">
                  <c:v>0</c:v>
                </c:pt>
                <c:pt idx="73875">
                  <c:v>0</c:v>
                </c:pt>
                <c:pt idx="73876">
                  <c:v>0</c:v>
                </c:pt>
                <c:pt idx="73877">
                  <c:v>0</c:v>
                </c:pt>
                <c:pt idx="73878">
                  <c:v>0</c:v>
                </c:pt>
                <c:pt idx="73879">
                  <c:v>0</c:v>
                </c:pt>
                <c:pt idx="73880">
                  <c:v>0</c:v>
                </c:pt>
                <c:pt idx="73881">
                  <c:v>0</c:v>
                </c:pt>
                <c:pt idx="73882">
                  <c:v>0</c:v>
                </c:pt>
                <c:pt idx="73883">
                  <c:v>0</c:v>
                </c:pt>
                <c:pt idx="73884">
                  <c:v>0</c:v>
                </c:pt>
                <c:pt idx="73885">
                  <c:v>0</c:v>
                </c:pt>
                <c:pt idx="73886">
                  <c:v>0</c:v>
                </c:pt>
                <c:pt idx="73887">
                  <c:v>0</c:v>
                </c:pt>
                <c:pt idx="73888">
                  <c:v>0</c:v>
                </c:pt>
                <c:pt idx="73889">
                  <c:v>0</c:v>
                </c:pt>
                <c:pt idx="73890">
                  <c:v>0</c:v>
                </c:pt>
                <c:pt idx="73891">
                  <c:v>0</c:v>
                </c:pt>
                <c:pt idx="73892">
                  <c:v>0</c:v>
                </c:pt>
                <c:pt idx="73893">
                  <c:v>0</c:v>
                </c:pt>
                <c:pt idx="73894">
                  <c:v>0</c:v>
                </c:pt>
                <c:pt idx="73895">
                  <c:v>0</c:v>
                </c:pt>
                <c:pt idx="73896">
                  <c:v>0</c:v>
                </c:pt>
                <c:pt idx="73897">
                  <c:v>0</c:v>
                </c:pt>
                <c:pt idx="73898">
                  <c:v>0</c:v>
                </c:pt>
                <c:pt idx="73899">
                  <c:v>0</c:v>
                </c:pt>
                <c:pt idx="73900">
                  <c:v>0</c:v>
                </c:pt>
                <c:pt idx="73901">
                  <c:v>0</c:v>
                </c:pt>
                <c:pt idx="73902">
                  <c:v>0</c:v>
                </c:pt>
                <c:pt idx="73903">
                  <c:v>0</c:v>
                </c:pt>
                <c:pt idx="73904">
                  <c:v>0</c:v>
                </c:pt>
                <c:pt idx="73905">
                  <c:v>0</c:v>
                </c:pt>
                <c:pt idx="73906">
                  <c:v>0</c:v>
                </c:pt>
                <c:pt idx="73907">
                  <c:v>0</c:v>
                </c:pt>
                <c:pt idx="73908">
                  <c:v>0</c:v>
                </c:pt>
                <c:pt idx="73909">
                  <c:v>0</c:v>
                </c:pt>
                <c:pt idx="73910">
                  <c:v>0</c:v>
                </c:pt>
                <c:pt idx="73911">
                  <c:v>0</c:v>
                </c:pt>
                <c:pt idx="73912">
                  <c:v>0</c:v>
                </c:pt>
                <c:pt idx="73913">
                  <c:v>0</c:v>
                </c:pt>
                <c:pt idx="73914">
                  <c:v>0</c:v>
                </c:pt>
                <c:pt idx="73915">
                  <c:v>0</c:v>
                </c:pt>
                <c:pt idx="73916">
                  <c:v>0</c:v>
                </c:pt>
                <c:pt idx="73917">
                  <c:v>0</c:v>
                </c:pt>
                <c:pt idx="73918">
                  <c:v>0</c:v>
                </c:pt>
                <c:pt idx="73919">
                  <c:v>0</c:v>
                </c:pt>
                <c:pt idx="73920">
                  <c:v>0</c:v>
                </c:pt>
                <c:pt idx="73921">
                  <c:v>0</c:v>
                </c:pt>
                <c:pt idx="73922">
                  <c:v>0</c:v>
                </c:pt>
                <c:pt idx="73923">
                  <c:v>0</c:v>
                </c:pt>
                <c:pt idx="73924">
                  <c:v>0</c:v>
                </c:pt>
                <c:pt idx="73925">
                  <c:v>0</c:v>
                </c:pt>
                <c:pt idx="73926">
                  <c:v>0</c:v>
                </c:pt>
                <c:pt idx="73927">
                  <c:v>0</c:v>
                </c:pt>
                <c:pt idx="73928">
                  <c:v>0</c:v>
                </c:pt>
                <c:pt idx="73929">
                  <c:v>0</c:v>
                </c:pt>
                <c:pt idx="73930">
                  <c:v>0</c:v>
                </c:pt>
                <c:pt idx="73931">
                  <c:v>0</c:v>
                </c:pt>
                <c:pt idx="73932">
                  <c:v>0</c:v>
                </c:pt>
                <c:pt idx="73933">
                  <c:v>0</c:v>
                </c:pt>
                <c:pt idx="73934">
                  <c:v>0</c:v>
                </c:pt>
                <c:pt idx="73935">
                  <c:v>0</c:v>
                </c:pt>
                <c:pt idx="73936">
                  <c:v>0</c:v>
                </c:pt>
                <c:pt idx="73937">
                  <c:v>0</c:v>
                </c:pt>
                <c:pt idx="73938">
                  <c:v>0</c:v>
                </c:pt>
                <c:pt idx="73939">
                  <c:v>0</c:v>
                </c:pt>
                <c:pt idx="73940">
                  <c:v>0</c:v>
                </c:pt>
                <c:pt idx="73941">
                  <c:v>0</c:v>
                </c:pt>
                <c:pt idx="73942">
                  <c:v>0</c:v>
                </c:pt>
                <c:pt idx="73943">
                  <c:v>0</c:v>
                </c:pt>
                <c:pt idx="73944">
                  <c:v>0</c:v>
                </c:pt>
                <c:pt idx="73945">
                  <c:v>0</c:v>
                </c:pt>
                <c:pt idx="73946">
                  <c:v>0</c:v>
                </c:pt>
                <c:pt idx="73947">
                  <c:v>0</c:v>
                </c:pt>
                <c:pt idx="73948">
                  <c:v>0</c:v>
                </c:pt>
                <c:pt idx="73949">
                  <c:v>0</c:v>
                </c:pt>
                <c:pt idx="73950">
                  <c:v>0</c:v>
                </c:pt>
                <c:pt idx="73951">
                  <c:v>0</c:v>
                </c:pt>
                <c:pt idx="73952">
                  <c:v>0</c:v>
                </c:pt>
                <c:pt idx="73953">
                  <c:v>0</c:v>
                </c:pt>
                <c:pt idx="73954">
                  <c:v>0</c:v>
                </c:pt>
                <c:pt idx="73955">
                  <c:v>0</c:v>
                </c:pt>
                <c:pt idx="73956">
                  <c:v>0</c:v>
                </c:pt>
                <c:pt idx="73957">
                  <c:v>0</c:v>
                </c:pt>
                <c:pt idx="73958">
                  <c:v>0</c:v>
                </c:pt>
                <c:pt idx="73959">
                  <c:v>0</c:v>
                </c:pt>
                <c:pt idx="73960">
                  <c:v>0</c:v>
                </c:pt>
                <c:pt idx="73961">
                  <c:v>0</c:v>
                </c:pt>
                <c:pt idx="73962">
                  <c:v>0</c:v>
                </c:pt>
                <c:pt idx="73963">
                  <c:v>0</c:v>
                </c:pt>
                <c:pt idx="73964">
                  <c:v>0</c:v>
                </c:pt>
                <c:pt idx="73965">
                  <c:v>0</c:v>
                </c:pt>
                <c:pt idx="73966">
                  <c:v>0</c:v>
                </c:pt>
                <c:pt idx="73967">
                  <c:v>0</c:v>
                </c:pt>
                <c:pt idx="73968">
                  <c:v>0</c:v>
                </c:pt>
                <c:pt idx="73969">
                  <c:v>0</c:v>
                </c:pt>
                <c:pt idx="73970">
                  <c:v>0</c:v>
                </c:pt>
                <c:pt idx="73971">
                  <c:v>0</c:v>
                </c:pt>
                <c:pt idx="73972">
                  <c:v>0</c:v>
                </c:pt>
                <c:pt idx="73973">
                  <c:v>0</c:v>
                </c:pt>
                <c:pt idx="73974">
                  <c:v>0</c:v>
                </c:pt>
                <c:pt idx="73975">
                  <c:v>0</c:v>
                </c:pt>
                <c:pt idx="73976">
                  <c:v>0</c:v>
                </c:pt>
                <c:pt idx="73977">
                  <c:v>0</c:v>
                </c:pt>
                <c:pt idx="73978">
                  <c:v>0</c:v>
                </c:pt>
                <c:pt idx="73979">
                  <c:v>0</c:v>
                </c:pt>
                <c:pt idx="73980">
                  <c:v>0</c:v>
                </c:pt>
                <c:pt idx="73981">
                  <c:v>0</c:v>
                </c:pt>
                <c:pt idx="73982">
                  <c:v>0</c:v>
                </c:pt>
                <c:pt idx="73983">
                  <c:v>0</c:v>
                </c:pt>
                <c:pt idx="73984">
                  <c:v>0</c:v>
                </c:pt>
                <c:pt idx="73985">
                  <c:v>0</c:v>
                </c:pt>
                <c:pt idx="73986">
                  <c:v>0</c:v>
                </c:pt>
                <c:pt idx="73987">
                  <c:v>0</c:v>
                </c:pt>
                <c:pt idx="73988">
                  <c:v>0</c:v>
                </c:pt>
                <c:pt idx="73989">
                  <c:v>0</c:v>
                </c:pt>
                <c:pt idx="73990">
                  <c:v>0</c:v>
                </c:pt>
                <c:pt idx="73991">
                  <c:v>0</c:v>
                </c:pt>
                <c:pt idx="73992">
                  <c:v>0</c:v>
                </c:pt>
                <c:pt idx="73993">
                  <c:v>0</c:v>
                </c:pt>
                <c:pt idx="73994">
                  <c:v>0</c:v>
                </c:pt>
                <c:pt idx="73995">
                  <c:v>0</c:v>
                </c:pt>
                <c:pt idx="73996">
                  <c:v>0</c:v>
                </c:pt>
                <c:pt idx="73997">
                  <c:v>0</c:v>
                </c:pt>
                <c:pt idx="73998">
                  <c:v>0</c:v>
                </c:pt>
                <c:pt idx="73999">
                  <c:v>0</c:v>
                </c:pt>
                <c:pt idx="74000">
                  <c:v>0</c:v>
                </c:pt>
                <c:pt idx="74001">
                  <c:v>0</c:v>
                </c:pt>
                <c:pt idx="74002">
                  <c:v>0</c:v>
                </c:pt>
                <c:pt idx="74003">
                  <c:v>0</c:v>
                </c:pt>
                <c:pt idx="74004">
                  <c:v>0</c:v>
                </c:pt>
                <c:pt idx="74005">
                  <c:v>0</c:v>
                </c:pt>
                <c:pt idx="74006">
                  <c:v>0</c:v>
                </c:pt>
                <c:pt idx="74007">
                  <c:v>0</c:v>
                </c:pt>
                <c:pt idx="74008">
                  <c:v>0</c:v>
                </c:pt>
                <c:pt idx="74009">
                  <c:v>0</c:v>
                </c:pt>
                <c:pt idx="74010">
                  <c:v>0</c:v>
                </c:pt>
                <c:pt idx="74011">
                  <c:v>0</c:v>
                </c:pt>
                <c:pt idx="74012">
                  <c:v>0</c:v>
                </c:pt>
                <c:pt idx="74013">
                  <c:v>0</c:v>
                </c:pt>
                <c:pt idx="74014">
                  <c:v>0</c:v>
                </c:pt>
                <c:pt idx="74015">
                  <c:v>0</c:v>
                </c:pt>
                <c:pt idx="74016">
                  <c:v>0</c:v>
                </c:pt>
                <c:pt idx="74017">
                  <c:v>0</c:v>
                </c:pt>
                <c:pt idx="74018">
                  <c:v>0</c:v>
                </c:pt>
                <c:pt idx="74019">
                  <c:v>0</c:v>
                </c:pt>
                <c:pt idx="74020">
                  <c:v>0</c:v>
                </c:pt>
                <c:pt idx="74021">
                  <c:v>0</c:v>
                </c:pt>
                <c:pt idx="74022">
                  <c:v>0</c:v>
                </c:pt>
                <c:pt idx="74023">
                  <c:v>0</c:v>
                </c:pt>
                <c:pt idx="74024">
                  <c:v>0</c:v>
                </c:pt>
                <c:pt idx="74025">
                  <c:v>0</c:v>
                </c:pt>
                <c:pt idx="74026">
                  <c:v>0</c:v>
                </c:pt>
                <c:pt idx="74027">
                  <c:v>0</c:v>
                </c:pt>
                <c:pt idx="74028">
                  <c:v>0</c:v>
                </c:pt>
                <c:pt idx="74029">
                  <c:v>0</c:v>
                </c:pt>
                <c:pt idx="74030">
                  <c:v>0</c:v>
                </c:pt>
                <c:pt idx="74031">
                  <c:v>0</c:v>
                </c:pt>
                <c:pt idx="74032">
                  <c:v>0</c:v>
                </c:pt>
                <c:pt idx="74033">
                  <c:v>0</c:v>
                </c:pt>
                <c:pt idx="74034">
                  <c:v>0</c:v>
                </c:pt>
                <c:pt idx="74035">
                  <c:v>0</c:v>
                </c:pt>
                <c:pt idx="74036">
                  <c:v>0</c:v>
                </c:pt>
                <c:pt idx="74037">
                  <c:v>0</c:v>
                </c:pt>
                <c:pt idx="74038">
                  <c:v>0</c:v>
                </c:pt>
                <c:pt idx="74039">
                  <c:v>0</c:v>
                </c:pt>
                <c:pt idx="74040">
                  <c:v>0</c:v>
                </c:pt>
                <c:pt idx="74041">
                  <c:v>0</c:v>
                </c:pt>
                <c:pt idx="74042">
                  <c:v>0</c:v>
                </c:pt>
                <c:pt idx="74043">
                  <c:v>0</c:v>
                </c:pt>
                <c:pt idx="74044">
                  <c:v>0</c:v>
                </c:pt>
                <c:pt idx="74045">
                  <c:v>0</c:v>
                </c:pt>
                <c:pt idx="74046">
                  <c:v>0</c:v>
                </c:pt>
                <c:pt idx="74047">
                  <c:v>0</c:v>
                </c:pt>
                <c:pt idx="74048">
                  <c:v>0</c:v>
                </c:pt>
                <c:pt idx="74049">
                  <c:v>0</c:v>
                </c:pt>
                <c:pt idx="74050">
                  <c:v>0</c:v>
                </c:pt>
                <c:pt idx="74051">
                  <c:v>0</c:v>
                </c:pt>
                <c:pt idx="74052">
                  <c:v>0</c:v>
                </c:pt>
                <c:pt idx="74053">
                  <c:v>0</c:v>
                </c:pt>
                <c:pt idx="74054">
                  <c:v>0</c:v>
                </c:pt>
                <c:pt idx="74055">
                  <c:v>0</c:v>
                </c:pt>
                <c:pt idx="74056">
                  <c:v>0</c:v>
                </c:pt>
                <c:pt idx="74057">
                  <c:v>0</c:v>
                </c:pt>
                <c:pt idx="74058">
                  <c:v>0</c:v>
                </c:pt>
                <c:pt idx="74059">
                  <c:v>0</c:v>
                </c:pt>
                <c:pt idx="74060">
                  <c:v>0</c:v>
                </c:pt>
                <c:pt idx="74061">
                  <c:v>0</c:v>
                </c:pt>
                <c:pt idx="74062">
                  <c:v>0</c:v>
                </c:pt>
                <c:pt idx="74063">
                  <c:v>0</c:v>
                </c:pt>
                <c:pt idx="74064">
                  <c:v>0</c:v>
                </c:pt>
                <c:pt idx="74065">
                  <c:v>0</c:v>
                </c:pt>
                <c:pt idx="74066">
                  <c:v>0</c:v>
                </c:pt>
                <c:pt idx="74067">
                  <c:v>0</c:v>
                </c:pt>
                <c:pt idx="74068">
                  <c:v>0</c:v>
                </c:pt>
                <c:pt idx="74069">
                  <c:v>0</c:v>
                </c:pt>
                <c:pt idx="74070">
                  <c:v>0</c:v>
                </c:pt>
                <c:pt idx="74071">
                  <c:v>0</c:v>
                </c:pt>
                <c:pt idx="74072">
                  <c:v>0</c:v>
                </c:pt>
                <c:pt idx="74073">
                  <c:v>0</c:v>
                </c:pt>
                <c:pt idx="74074">
                  <c:v>0</c:v>
                </c:pt>
                <c:pt idx="74075">
                  <c:v>0</c:v>
                </c:pt>
                <c:pt idx="74076">
                  <c:v>0</c:v>
                </c:pt>
                <c:pt idx="74077">
                  <c:v>0</c:v>
                </c:pt>
                <c:pt idx="74078">
                  <c:v>0</c:v>
                </c:pt>
                <c:pt idx="74079">
                  <c:v>0</c:v>
                </c:pt>
                <c:pt idx="74080">
                  <c:v>0</c:v>
                </c:pt>
                <c:pt idx="74081">
                  <c:v>0</c:v>
                </c:pt>
                <c:pt idx="74082">
                  <c:v>0</c:v>
                </c:pt>
                <c:pt idx="74083">
                  <c:v>0</c:v>
                </c:pt>
                <c:pt idx="74084">
                  <c:v>0</c:v>
                </c:pt>
                <c:pt idx="74085">
                  <c:v>0</c:v>
                </c:pt>
                <c:pt idx="74086">
                  <c:v>0</c:v>
                </c:pt>
                <c:pt idx="74087">
                  <c:v>0</c:v>
                </c:pt>
                <c:pt idx="74088">
                  <c:v>0</c:v>
                </c:pt>
                <c:pt idx="74089">
                  <c:v>0</c:v>
                </c:pt>
                <c:pt idx="74090">
                  <c:v>0</c:v>
                </c:pt>
                <c:pt idx="74091">
                  <c:v>0</c:v>
                </c:pt>
                <c:pt idx="74092">
                  <c:v>0</c:v>
                </c:pt>
                <c:pt idx="74093">
                  <c:v>0</c:v>
                </c:pt>
                <c:pt idx="74094">
                  <c:v>0</c:v>
                </c:pt>
                <c:pt idx="74095">
                  <c:v>0</c:v>
                </c:pt>
                <c:pt idx="74096">
                  <c:v>0</c:v>
                </c:pt>
                <c:pt idx="74097">
                  <c:v>0</c:v>
                </c:pt>
                <c:pt idx="74098">
                  <c:v>0</c:v>
                </c:pt>
                <c:pt idx="74099">
                  <c:v>0</c:v>
                </c:pt>
                <c:pt idx="74100">
                  <c:v>0</c:v>
                </c:pt>
                <c:pt idx="74101">
                  <c:v>0</c:v>
                </c:pt>
                <c:pt idx="74102">
                  <c:v>0</c:v>
                </c:pt>
                <c:pt idx="74103">
                  <c:v>0</c:v>
                </c:pt>
                <c:pt idx="74104">
                  <c:v>0</c:v>
                </c:pt>
                <c:pt idx="74105">
                  <c:v>0</c:v>
                </c:pt>
                <c:pt idx="74106">
                  <c:v>0</c:v>
                </c:pt>
                <c:pt idx="74107">
                  <c:v>0</c:v>
                </c:pt>
                <c:pt idx="74108">
                  <c:v>0</c:v>
                </c:pt>
                <c:pt idx="74109">
                  <c:v>0</c:v>
                </c:pt>
                <c:pt idx="74110">
                  <c:v>0</c:v>
                </c:pt>
                <c:pt idx="74111">
                  <c:v>0</c:v>
                </c:pt>
                <c:pt idx="74112">
                  <c:v>0</c:v>
                </c:pt>
                <c:pt idx="74113">
                  <c:v>0</c:v>
                </c:pt>
                <c:pt idx="74114">
                  <c:v>0</c:v>
                </c:pt>
                <c:pt idx="74115">
                  <c:v>0</c:v>
                </c:pt>
                <c:pt idx="74116">
                  <c:v>0</c:v>
                </c:pt>
                <c:pt idx="74117">
                  <c:v>0</c:v>
                </c:pt>
                <c:pt idx="74118">
                  <c:v>0</c:v>
                </c:pt>
                <c:pt idx="74119">
                  <c:v>0</c:v>
                </c:pt>
                <c:pt idx="74120">
                  <c:v>0</c:v>
                </c:pt>
                <c:pt idx="74121">
                  <c:v>0</c:v>
                </c:pt>
                <c:pt idx="74122">
                  <c:v>0</c:v>
                </c:pt>
                <c:pt idx="74123">
                  <c:v>0</c:v>
                </c:pt>
                <c:pt idx="74124">
                  <c:v>0</c:v>
                </c:pt>
                <c:pt idx="74125">
                  <c:v>0</c:v>
                </c:pt>
                <c:pt idx="74126">
                  <c:v>0</c:v>
                </c:pt>
                <c:pt idx="74127">
                  <c:v>0</c:v>
                </c:pt>
                <c:pt idx="74128">
                  <c:v>0</c:v>
                </c:pt>
                <c:pt idx="74129">
                  <c:v>0</c:v>
                </c:pt>
                <c:pt idx="74130">
                  <c:v>0</c:v>
                </c:pt>
                <c:pt idx="74131">
                  <c:v>0</c:v>
                </c:pt>
                <c:pt idx="74132">
                  <c:v>0</c:v>
                </c:pt>
                <c:pt idx="74133">
                  <c:v>0</c:v>
                </c:pt>
                <c:pt idx="74134">
                  <c:v>0</c:v>
                </c:pt>
                <c:pt idx="74135">
                  <c:v>0</c:v>
                </c:pt>
                <c:pt idx="74136">
                  <c:v>0</c:v>
                </c:pt>
                <c:pt idx="74137">
                  <c:v>0</c:v>
                </c:pt>
                <c:pt idx="74138">
                  <c:v>0</c:v>
                </c:pt>
                <c:pt idx="74139">
                  <c:v>0</c:v>
                </c:pt>
                <c:pt idx="74140">
                  <c:v>0</c:v>
                </c:pt>
                <c:pt idx="74141">
                  <c:v>0</c:v>
                </c:pt>
                <c:pt idx="74142">
                  <c:v>0</c:v>
                </c:pt>
                <c:pt idx="74143">
                  <c:v>0</c:v>
                </c:pt>
                <c:pt idx="74144">
                  <c:v>0</c:v>
                </c:pt>
                <c:pt idx="74145">
                  <c:v>0</c:v>
                </c:pt>
                <c:pt idx="74146">
                  <c:v>0</c:v>
                </c:pt>
                <c:pt idx="74147">
                  <c:v>0</c:v>
                </c:pt>
                <c:pt idx="74148">
                  <c:v>0</c:v>
                </c:pt>
                <c:pt idx="74149">
                  <c:v>0</c:v>
                </c:pt>
                <c:pt idx="74150">
                  <c:v>0</c:v>
                </c:pt>
                <c:pt idx="74151">
                  <c:v>0</c:v>
                </c:pt>
                <c:pt idx="74152">
                  <c:v>0</c:v>
                </c:pt>
                <c:pt idx="74153">
                  <c:v>0</c:v>
                </c:pt>
                <c:pt idx="74154">
                  <c:v>0</c:v>
                </c:pt>
                <c:pt idx="74155">
                  <c:v>0</c:v>
                </c:pt>
                <c:pt idx="74156">
                  <c:v>0</c:v>
                </c:pt>
                <c:pt idx="74157">
                  <c:v>0</c:v>
                </c:pt>
                <c:pt idx="74158">
                  <c:v>0</c:v>
                </c:pt>
                <c:pt idx="74159">
                  <c:v>0</c:v>
                </c:pt>
                <c:pt idx="74160">
                  <c:v>0</c:v>
                </c:pt>
                <c:pt idx="74161">
                  <c:v>0</c:v>
                </c:pt>
                <c:pt idx="74162">
                  <c:v>0</c:v>
                </c:pt>
                <c:pt idx="74163">
                  <c:v>0</c:v>
                </c:pt>
                <c:pt idx="74164">
                  <c:v>0</c:v>
                </c:pt>
                <c:pt idx="74165">
                  <c:v>0</c:v>
                </c:pt>
                <c:pt idx="74166">
                  <c:v>0</c:v>
                </c:pt>
                <c:pt idx="74167">
                  <c:v>0</c:v>
                </c:pt>
                <c:pt idx="74168">
                  <c:v>0</c:v>
                </c:pt>
                <c:pt idx="74169">
                  <c:v>0</c:v>
                </c:pt>
                <c:pt idx="74170">
                  <c:v>0</c:v>
                </c:pt>
                <c:pt idx="74171">
                  <c:v>0</c:v>
                </c:pt>
                <c:pt idx="74172">
                  <c:v>0</c:v>
                </c:pt>
                <c:pt idx="74173">
                  <c:v>0</c:v>
                </c:pt>
                <c:pt idx="74174">
                  <c:v>0</c:v>
                </c:pt>
                <c:pt idx="74175">
                  <c:v>0</c:v>
                </c:pt>
                <c:pt idx="74176">
                  <c:v>0</c:v>
                </c:pt>
                <c:pt idx="74177">
                  <c:v>0</c:v>
                </c:pt>
                <c:pt idx="74178">
                  <c:v>0</c:v>
                </c:pt>
                <c:pt idx="74179">
                  <c:v>0</c:v>
                </c:pt>
                <c:pt idx="74180">
                  <c:v>0</c:v>
                </c:pt>
                <c:pt idx="74181">
                  <c:v>0</c:v>
                </c:pt>
                <c:pt idx="74182">
                  <c:v>0</c:v>
                </c:pt>
                <c:pt idx="74183">
                  <c:v>0</c:v>
                </c:pt>
                <c:pt idx="74184">
                  <c:v>0</c:v>
                </c:pt>
                <c:pt idx="74185">
                  <c:v>0</c:v>
                </c:pt>
                <c:pt idx="74186">
                  <c:v>0</c:v>
                </c:pt>
                <c:pt idx="74187">
                  <c:v>0</c:v>
                </c:pt>
                <c:pt idx="74188">
                  <c:v>0</c:v>
                </c:pt>
                <c:pt idx="74189">
                  <c:v>0</c:v>
                </c:pt>
                <c:pt idx="74190">
                  <c:v>0</c:v>
                </c:pt>
                <c:pt idx="74191">
                  <c:v>0</c:v>
                </c:pt>
                <c:pt idx="74192">
                  <c:v>0</c:v>
                </c:pt>
                <c:pt idx="74193">
                  <c:v>0</c:v>
                </c:pt>
                <c:pt idx="74194">
                  <c:v>0</c:v>
                </c:pt>
                <c:pt idx="74195">
                  <c:v>0</c:v>
                </c:pt>
                <c:pt idx="74196">
                  <c:v>0</c:v>
                </c:pt>
                <c:pt idx="74197">
                  <c:v>0</c:v>
                </c:pt>
                <c:pt idx="74198">
                  <c:v>0</c:v>
                </c:pt>
                <c:pt idx="74199">
                  <c:v>0</c:v>
                </c:pt>
                <c:pt idx="74200">
                  <c:v>0</c:v>
                </c:pt>
                <c:pt idx="74201">
                  <c:v>0</c:v>
                </c:pt>
                <c:pt idx="74202">
                  <c:v>0</c:v>
                </c:pt>
                <c:pt idx="74203">
                  <c:v>0</c:v>
                </c:pt>
                <c:pt idx="74204">
                  <c:v>0</c:v>
                </c:pt>
                <c:pt idx="74205">
                  <c:v>0</c:v>
                </c:pt>
                <c:pt idx="74206">
                  <c:v>0</c:v>
                </c:pt>
                <c:pt idx="74207">
                  <c:v>0</c:v>
                </c:pt>
                <c:pt idx="74208">
                  <c:v>0</c:v>
                </c:pt>
                <c:pt idx="74209">
                  <c:v>0</c:v>
                </c:pt>
                <c:pt idx="74210">
                  <c:v>0</c:v>
                </c:pt>
                <c:pt idx="74211">
                  <c:v>0</c:v>
                </c:pt>
                <c:pt idx="74212">
                  <c:v>0</c:v>
                </c:pt>
                <c:pt idx="74213">
                  <c:v>0</c:v>
                </c:pt>
                <c:pt idx="74214">
                  <c:v>0</c:v>
                </c:pt>
                <c:pt idx="74215">
                  <c:v>0</c:v>
                </c:pt>
                <c:pt idx="74216">
                  <c:v>0</c:v>
                </c:pt>
                <c:pt idx="74217">
                  <c:v>0</c:v>
                </c:pt>
                <c:pt idx="74218">
                  <c:v>0</c:v>
                </c:pt>
                <c:pt idx="74219">
                  <c:v>0</c:v>
                </c:pt>
                <c:pt idx="74220">
                  <c:v>0</c:v>
                </c:pt>
                <c:pt idx="74221">
                  <c:v>0</c:v>
                </c:pt>
                <c:pt idx="74222">
                  <c:v>0</c:v>
                </c:pt>
                <c:pt idx="74223">
                  <c:v>0</c:v>
                </c:pt>
                <c:pt idx="74224">
                  <c:v>0</c:v>
                </c:pt>
                <c:pt idx="74225">
                  <c:v>0</c:v>
                </c:pt>
                <c:pt idx="74226">
                  <c:v>0</c:v>
                </c:pt>
                <c:pt idx="74227">
                  <c:v>0</c:v>
                </c:pt>
                <c:pt idx="74228">
                  <c:v>0</c:v>
                </c:pt>
                <c:pt idx="74229">
                  <c:v>0</c:v>
                </c:pt>
                <c:pt idx="74230">
                  <c:v>0</c:v>
                </c:pt>
                <c:pt idx="74231">
                  <c:v>0</c:v>
                </c:pt>
                <c:pt idx="74232">
                  <c:v>0</c:v>
                </c:pt>
                <c:pt idx="74233">
                  <c:v>0</c:v>
                </c:pt>
                <c:pt idx="74234">
                  <c:v>0</c:v>
                </c:pt>
                <c:pt idx="74235">
                  <c:v>0</c:v>
                </c:pt>
                <c:pt idx="74236">
                  <c:v>0</c:v>
                </c:pt>
                <c:pt idx="74237">
                  <c:v>0</c:v>
                </c:pt>
                <c:pt idx="74238">
                  <c:v>0</c:v>
                </c:pt>
                <c:pt idx="74239">
                  <c:v>0</c:v>
                </c:pt>
                <c:pt idx="74240">
                  <c:v>0</c:v>
                </c:pt>
                <c:pt idx="74241">
                  <c:v>0</c:v>
                </c:pt>
                <c:pt idx="74242">
                  <c:v>0</c:v>
                </c:pt>
                <c:pt idx="74243">
                  <c:v>0</c:v>
                </c:pt>
                <c:pt idx="74244">
                  <c:v>0</c:v>
                </c:pt>
                <c:pt idx="74245">
                  <c:v>0</c:v>
                </c:pt>
                <c:pt idx="74246">
                  <c:v>0</c:v>
                </c:pt>
                <c:pt idx="74247">
                  <c:v>0</c:v>
                </c:pt>
                <c:pt idx="74248">
                  <c:v>0</c:v>
                </c:pt>
                <c:pt idx="74249">
                  <c:v>0</c:v>
                </c:pt>
                <c:pt idx="74250">
                  <c:v>0</c:v>
                </c:pt>
                <c:pt idx="74251">
                  <c:v>0</c:v>
                </c:pt>
                <c:pt idx="74252">
                  <c:v>0</c:v>
                </c:pt>
                <c:pt idx="74253">
                  <c:v>0</c:v>
                </c:pt>
                <c:pt idx="74254">
                  <c:v>0</c:v>
                </c:pt>
                <c:pt idx="74255">
                  <c:v>0</c:v>
                </c:pt>
                <c:pt idx="74256">
                  <c:v>0</c:v>
                </c:pt>
                <c:pt idx="74257">
                  <c:v>0</c:v>
                </c:pt>
                <c:pt idx="74258">
                  <c:v>0</c:v>
                </c:pt>
                <c:pt idx="74259">
                  <c:v>0</c:v>
                </c:pt>
                <c:pt idx="74260">
                  <c:v>0</c:v>
                </c:pt>
                <c:pt idx="74261">
                  <c:v>0</c:v>
                </c:pt>
                <c:pt idx="74262">
                  <c:v>0</c:v>
                </c:pt>
                <c:pt idx="74263">
                  <c:v>0</c:v>
                </c:pt>
                <c:pt idx="74264">
                  <c:v>0</c:v>
                </c:pt>
                <c:pt idx="74265">
                  <c:v>0</c:v>
                </c:pt>
                <c:pt idx="74266">
                  <c:v>0</c:v>
                </c:pt>
                <c:pt idx="74267">
                  <c:v>0</c:v>
                </c:pt>
                <c:pt idx="74268">
                  <c:v>0</c:v>
                </c:pt>
                <c:pt idx="74269">
                  <c:v>0</c:v>
                </c:pt>
                <c:pt idx="74270">
                  <c:v>0</c:v>
                </c:pt>
                <c:pt idx="74271">
                  <c:v>0</c:v>
                </c:pt>
                <c:pt idx="74272">
                  <c:v>0</c:v>
                </c:pt>
                <c:pt idx="74273">
                  <c:v>0</c:v>
                </c:pt>
                <c:pt idx="74274">
                  <c:v>0</c:v>
                </c:pt>
                <c:pt idx="74275">
                  <c:v>0</c:v>
                </c:pt>
                <c:pt idx="74276">
                  <c:v>0</c:v>
                </c:pt>
                <c:pt idx="74277">
                  <c:v>0</c:v>
                </c:pt>
                <c:pt idx="74278">
                  <c:v>0</c:v>
                </c:pt>
                <c:pt idx="74279">
                  <c:v>0</c:v>
                </c:pt>
                <c:pt idx="74280">
                  <c:v>0</c:v>
                </c:pt>
                <c:pt idx="74281">
                  <c:v>0</c:v>
                </c:pt>
                <c:pt idx="74282">
                  <c:v>0</c:v>
                </c:pt>
                <c:pt idx="74283">
                  <c:v>0</c:v>
                </c:pt>
                <c:pt idx="74284">
                  <c:v>0</c:v>
                </c:pt>
                <c:pt idx="74285">
                  <c:v>0</c:v>
                </c:pt>
                <c:pt idx="74286">
                  <c:v>0</c:v>
                </c:pt>
                <c:pt idx="74287">
                  <c:v>0</c:v>
                </c:pt>
                <c:pt idx="74288">
                  <c:v>0</c:v>
                </c:pt>
                <c:pt idx="74289">
                  <c:v>0</c:v>
                </c:pt>
                <c:pt idx="74290">
                  <c:v>0</c:v>
                </c:pt>
                <c:pt idx="74291">
                  <c:v>0</c:v>
                </c:pt>
                <c:pt idx="74292">
                  <c:v>0</c:v>
                </c:pt>
                <c:pt idx="74293">
                  <c:v>0</c:v>
                </c:pt>
                <c:pt idx="74294">
                  <c:v>0</c:v>
                </c:pt>
                <c:pt idx="74295">
                  <c:v>0</c:v>
                </c:pt>
                <c:pt idx="74296">
                  <c:v>0</c:v>
                </c:pt>
                <c:pt idx="74297">
                  <c:v>0</c:v>
                </c:pt>
                <c:pt idx="74298">
                  <c:v>0</c:v>
                </c:pt>
                <c:pt idx="74299">
                  <c:v>0</c:v>
                </c:pt>
                <c:pt idx="74300">
                  <c:v>0</c:v>
                </c:pt>
                <c:pt idx="74301">
                  <c:v>0</c:v>
                </c:pt>
                <c:pt idx="74302">
                  <c:v>0</c:v>
                </c:pt>
                <c:pt idx="74303">
                  <c:v>0</c:v>
                </c:pt>
                <c:pt idx="74304">
                  <c:v>0</c:v>
                </c:pt>
                <c:pt idx="74305">
                  <c:v>0</c:v>
                </c:pt>
                <c:pt idx="74306">
                  <c:v>0</c:v>
                </c:pt>
                <c:pt idx="74307">
                  <c:v>0</c:v>
                </c:pt>
                <c:pt idx="74308">
                  <c:v>0</c:v>
                </c:pt>
                <c:pt idx="74309">
                  <c:v>0</c:v>
                </c:pt>
                <c:pt idx="74310">
                  <c:v>0</c:v>
                </c:pt>
                <c:pt idx="74311">
                  <c:v>0</c:v>
                </c:pt>
                <c:pt idx="74312">
                  <c:v>0</c:v>
                </c:pt>
                <c:pt idx="74313">
                  <c:v>0</c:v>
                </c:pt>
                <c:pt idx="74314">
                  <c:v>0</c:v>
                </c:pt>
                <c:pt idx="74315">
                  <c:v>0</c:v>
                </c:pt>
                <c:pt idx="74316">
                  <c:v>0</c:v>
                </c:pt>
                <c:pt idx="74317">
                  <c:v>0</c:v>
                </c:pt>
                <c:pt idx="74318">
                  <c:v>0</c:v>
                </c:pt>
                <c:pt idx="74319">
                  <c:v>0</c:v>
                </c:pt>
                <c:pt idx="74320">
                  <c:v>0</c:v>
                </c:pt>
                <c:pt idx="74321">
                  <c:v>0</c:v>
                </c:pt>
                <c:pt idx="74322">
                  <c:v>0</c:v>
                </c:pt>
                <c:pt idx="74323">
                  <c:v>0</c:v>
                </c:pt>
                <c:pt idx="74324">
                  <c:v>0</c:v>
                </c:pt>
                <c:pt idx="74325">
                  <c:v>0</c:v>
                </c:pt>
                <c:pt idx="74326">
                  <c:v>0</c:v>
                </c:pt>
                <c:pt idx="74327">
                  <c:v>0</c:v>
                </c:pt>
                <c:pt idx="74328">
                  <c:v>0</c:v>
                </c:pt>
                <c:pt idx="74329">
                  <c:v>0</c:v>
                </c:pt>
                <c:pt idx="74330">
                  <c:v>0</c:v>
                </c:pt>
                <c:pt idx="74331">
                  <c:v>0</c:v>
                </c:pt>
                <c:pt idx="74332">
                  <c:v>0</c:v>
                </c:pt>
                <c:pt idx="74333">
                  <c:v>0</c:v>
                </c:pt>
                <c:pt idx="74334">
                  <c:v>0</c:v>
                </c:pt>
                <c:pt idx="74335">
                  <c:v>0</c:v>
                </c:pt>
                <c:pt idx="74336">
                  <c:v>0</c:v>
                </c:pt>
                <c:pt idx="74337">
                  <c:v>0</c:v>
                </c:pt>
                <c:pt idx="74338">
                  <c:v>0</c:v>
                </c:pt>
                <c:pt idx="74339">
                  <c:v>0</c:v>
                </c:pt>
                <c:pt idx="74340">
                  <c:v>0</c:v>
                </c:pt>
                <c:pt idx="74341">
                  <c:v>0</c:v>
                </c:pt>
                <c:pt idx="74342">
                  <c:v>0</c:v>
                </c:pt>
                <c:pt idx="74343">
                  <c:v>0</c:v>
                </c:pt>
                <c:pt idx="74344">
                  <c:v>0</c:v>
                </c:pt>
                <c:pt idx="74345">
                  <c:v>0</c:v>
                </c:pt>
                <c:pt idx="74346">
                  <c:v>0</c:v>
                </c:pt>
                <c:pt idx="74347">
                  <c:v>0</c:v>
                </c:pt>
                <c:pt idx="74348">
                  <c:v>0</c:v>
                </c:pt>
                <c:pt idx="74349">
                  <c:v>0</c:v>
                </c:pt>
                <c:pt idx="74350">
                  <c:v>0</c:v>
                </c:pt>
                <c:pt idx="74351">
                  <c:v>0</c:v>
                </c:pt>
                <c:pt idx="74352">
                  <c:v>0</c:v>
                </c:pt>
                <c:pt idx="74353">
                  <c:v>0</c:v>
                </c:pt>
                <c:pt idx="74354">
                  <c:v>0</c:v>
                </c:pt>
                <c:pt idx="74355">
                  <c:v>0</c:v>
                </c:pt>
                <c:pt idx="74356">
                  <c:v>0</c:v>
                </c:pt>
                <c:pt idx="74357">
                  <c:v>0</c:v>
                </c:pt>
                <c:pt idx="74358">
                  <c:v>0</c:v>
                </c:pt>
                <c:pt idx="74359">
                  <c:v>0</c:v>
                </c:pt>
                <c:pt idx="74360">
                  <c:v>0</c:v>
                </c:pt>
                <c:pt idx="74361">
                  <c:v>0</c:v>
                </c:pt>
                <c:pt idx="74362">
                  <c:v>0</c:v>
                </c:pt>
                <c:pt idx="74363">
                  <c:v>0</c:v>
                </c:pt>
                <c:pt idx="74364">
                  <c:v>0</c:v>
                </c:pt>
                <c:pt idx="74365">
                  <c:v>0</c:v>
                </c:pt>
                <c:pt idx="74366">
                  <c:v>0</c:v>
                </c:pt>
                <c:pt idx="74367">
                  <c:v>0</c:v>
                </c:pt>
                <c:pt idx="74368">
                  <c:v>0</c:v>
                </c:pt>
                <c:pt idx="74369">
                  <c:v>0</c:v>
                </c:pt>
                <c:pt idx="74370">
                  <c:v>0</c:v>
                </c:pt>
                <c:pt idx="74371">
                  <c:v>0</c:v>
                </c:pt>
                <c:pt idx="74372">
                  <c:v>0</c:v>
                </c:pt>
                <c:pt idx="74373">
                  <c:v>0</c:v>
                </c:pt>
                <c:pt idx="74374">
                  <c:v>0</c:v>
                </c:pt>
                <c:pt idx="74375">
                  <c:v>0</c:v>
                </c:pt>
                <c:pt idx="74376">
                  <c:v>0</c:v>
                </c:pt>
                <c:pt idx="74377">
                  <c:v>0</c:v>
                </c:pt>
                <c:pt idx="74378">
                  <c:v>0</c:v>
                </c:pt>
                <c:pt idx="74379">
                  <c:v>0</c:v>
                </c:pt>
                <c:pt idx="74380">
                  <c:v>0</c:v>
                </c:pt>
                <c:pt idx="74381">
                  <c:v>0</c:v>
                </c:pt>
                <c:pt idx="74382">
                  <c:v>0</c:v>
                </c:pt>
                <c:pt idx="74383">
                  <c:v>0</c:v>
                </c:pt>
                <c:pt idx="74384">
                  <c:v>0</c:v>
                </c:pt>
                <c:pt idx="74385">
                  <c:v>0</c:v>
                </c:pt>
                <c:pt idx="74386">
                  <c:v>0</c:v>
                </c:pt>
                <c:pt idx="74387">
                  <c:v>0</c:v>
                </c:pt>
                <c:pt idx="74388">
                  <c:v>0</c:v>
                </c:pt>
                <c:pt idx="74389">
                  <c:v>0</c:v>
                </c:pt>
                <c:pt idx="74390">
                  <c:v>0</c:v>
                </c:pt>
                <c:pt idx="74391">
                  <c:v>0</c:v>
                </c:pt>
                <c:pt idx="74392">
                  <c:v>0</c:v>
                </c:pt>
                <c:pt idx="74393">
                  <c:v>0</c:v>
                </c:pt>
                <c:pt idx="74394">
                  <c:v>0</c:v>
                </c:pt>
                <c:pt idx="74395">
                  <c:v>0</c:v>
                </c:pt>
                <c:pt idx="74396">
                  <c:v>0</c:v>
                </c:pt>
                <c:pt idx="74397">
                  <c:v>0</c:v>
                </c:pt>
                <c:pt idx="74398">
                  <c:v>0</c:v>
                </c:pt>
                <c:pt idx="74399">
                  <c:v>0</c:v>
                </c:pt>
                <c:pt idx="74400">
                  <c:v>0</c:v>
                </c:pt>
                <c:pt idx="74401">
                  <c:v>0</c:v>
                </c:pt>
                <c:pt idx="74402">
                  <c:v>0</c:v>
                </c:pt>
                <c:pt idx="74403">
                  <c:v>0</c:v>
                </c:pt>
                <c:pt idx="74404">
                  <c:v>0</c:v>
                </c:pt>
                <c:pt idx="74405">
                  <c:v>0</c:v>
                </c:pt>
                <c:pt idx="74406">
                  <c:v>0</c:v>
                </c:pt>
                <c:pt idx="74407">
                  <c:v>0</c:v>
                </c:pt>
                <c:pt idx="74408">
                  <c:v>0</c:v>
                </c:pt>
                <c:pt idx="74409">
                  <c:v>0</c:v>
                </c:pt>
                <c:pt idx="74410">
                  <c:v>0</c:v>
                </c:pt>
                <c:pt idx="74411">
                  <c:v>0</c:v>
                </c:pt>
                <c:pt idx="74412">
                  <c:v>0</c:v>
                </c:pt>
                <c:pt idx="74413">
                  <c:v>0</c:v>
                </c:pt>
                <c:pt idx="74414">
                  <c:v>0</c:v>
                </c:pt>
                <c:pt idx="74415">
                  <c:v>0</c:v>
                </c:pt>
                <c:pt idx="74416">
                  <c:v>0</c:v>
                </c:pt>
                <c:pt idx="74417">
                  <c:v>0</c:v>
                </c:pt>
                <c:pt idx="74418">
                  <c:v>0</c:v>
                </c:pt>
                <c:pt idx="74419">
                  <c:v>0</c:v>
                </c:pt>
                <c:pt idx="74420">
                  <c:v>0</c:v>
                </c:pt>
                <c:pt idx="74421">
                  <c:v>0</c:v>
                </c:pt>
                <c:pt idx="74422">
                  <c:v>0</c:v>
                </c:pt>
                <c:pt idx="74423">
                  <c:v>0</c:v>
                </c:pt>
                <c:pt idx="74424">
                  <c:v>0</c:v>
                </c:pt>
                <c:pt idx="74425">
                  <c:v>0</c:v>
                </c:pt>
                <c:pt idx="74426">
                  <c:v>0</c:v>
                </c:pt>
                <c:pt idx="74427">
                  <c:v>0</c:v>
                </c:pt>
                <c:pt idx="74428">
                  <c:v>0</c:v>
                </c:pt>
                <c:pt idx="74429">
                  <c:v>0</c:v>
                </c:pt>
                <c:pt idx="74430">
                  <c:v>0</c:v>
                </c:pt>
                <c:pt idx="74431">
                  <c:v>0</c:v>
                </c:pt>
                <c:pt idx="74432">
                  <c:v>0</c:v>
                </c:pt>
                <c:pt idx="74433">
                  <c:v>0</c:v>
                </c:pt>
                <c:pt idx="74434">
                  <c:v>0</c:v>
                </c:pt>
                <c:pt idx="74435">
                  <c:v>0</c:v>
                </c:pt>
                <c:pt idx="74436">
                  <c:v>0</c:v>
                </c:pt>
                <c:pt idx="74437">
                  <c:v>0</c:v>
                </c:pt>
                <c:pt idx="74438">
                  <c:v>0</c:v>
                </c:pt>
                <c:pt idx="74439">
                  <c:v>0</c:v>
                </c:pt>
                <c:pt idx="74440">
                  <c:v>0</c:v>
                </c:pt>
                <c:pt idx="74441">
                  <c:v>0</c:v>
                </c:pt>
                <c:pt idx="74442">
                  <c:v>0</c:v>
                </c:pt>
                <c:pt idx="74443">
                  <c:v>0</c:v>
                </c:pt>
                <c:pt idx="74444">
                  <c:v>0</c:v>
                </c:pt>
                <c:pt idx="74445">
                  <c:v>0</c:v>
                </c:pt>
                <c:pt idx="74446">
                  <c:v>0</c:v>
                </c:pt>
                <c:pt idx="74447">
                  <c:v>0</c:v>
                </c:pt>
                <c:pt idx="74448">
                  <c:v>0</c:v>
                </c:pt>
                <c:pt idx="74449">
                  <c:v>0</c:v>
                </c:pt>
                <c:pt idx="74450">
                  <c:v>0</c:v>
                </c:pt>
                <c:pt idx="74451">
                  <c:v>0</c:v>
                </c:pt>
                <c:pt idx="74452">
                  <c:v>0</c:v>
                </c:pt>
                <c:pt idx="74453">
                  <c:v>0</c:v>
                </c:pt>
                <c:pt idx="74454">
                  <c:v>0</c:v>
                </c:pt>
                <c:pt idx="74455">
                  <c:v>0</c:v>
                </c:pt>
                <c:pt idx="74456">
                  <c:v>0</c:v>
                </c:pt>
                <c:pt idx="74457">
                  <c:v>0</c:v>
                </c:pt>
                <c:pt idx="74458">
                  <c:v>0</c:v>
                </c:pt>
                <c:pt idx="74459">
                  <c:v>0</c:v>
                </c:pt>
                <c:pt idx="74460">
                  <c:v>0</c:v>
                </c:pt>
                <c:pt idx="74461">
                  <c:v>0</c:v>
                </c:pt>
                <c:pt idx="74462">
                  <c:v>0</c:v>
                </c:pt>
                <c:pt idx="74463">
                  <c:v>0</c:v>
                </c:pt>
                <c:pt idx="74464">
                  <c:v>0</c:v>
                </c:pt>
                <c:pt idx="74465">
                  <c:v>0</c:v>
                </c:pt>
                <c:pt idx="74466">
                  <c:v>0</c:v>
                </c:pt>
                <c:pt idx="74467">
                  <c:v>0</c:v>
                </c:pt>
                <c:pt idx="74468">
                  <c:v>0</c:v>
                </c:pt>
                <c:pt idx="74469">
                  <c:v>0</c:v>
                </c:pt>
                <c:pt idx="74470">
                  <c:v>0</c:v>
                </c:pt>
                <c:pt idx="74471">
                  <c:v>0</c:v>
                </c:pt>
                <c:pt idx="74472">
                  <c:v>0</c:v>
                </c:pt>
                <c:pt idx="74473">
                  <c:v>0</c:v>
                </c:pt>
                <c:pt idx="74474">
                  <c:v>0</c:v>
                </c:pt>
                <c:pt idx="74475">
                  <c:v>0</c:v>
                </c:pt>
                <c:pt idx="74476">
                  <c:v>0</c:v>
                </c:pt>
                <c:pt idx="74477">
                  <c:v>0</c:v>
                </c:pt>
                <c:pt idx="74478">
                  <c:v>0</c:v>
                </c:pt>
                <c:pt idx="74479">
                  <c:v>0</c:v>
                </c:pt>
                <c:pt idx="74480">
                  <c:v>0</c:v>
                </c:pt>
                <c:pt idx="74481">
                  <c:v>0</c:v>
                </c:pt>
                <c:pt idx="74482">
                  <c:v>0</c:v>
                </c:pt>
                <c:pt idx="74483">
                  <c:v>0</c:v>
                </c:pt>
                <c:pt idx="74484">
                  <c:v>0</c:v>
                </c:pt>
                <c:pt idx="74485">
                  <c:v>0</c:v>
                </c:pt>
                <c:pt idx="74486">
                  <c:v>0</c:v>
                </c:pt>
                <c:pt idx="74487">
                  <c:v>0</c:v>
                </c:pt>
                <c:pt idx="74488">
                  <c:v>0</c:v>
                </c:pt>
                <c:pt idx="74489">
                  <c:v>0</c:v>
                </c:pt>
                <c:pt idx="74490">
                  <c:v>0</c:v>
                </c:pt>
                <c:pt idx="74491">
                  <c:v>0</c:v>
                </c:pt>
                <c:pt idx="74492">
                  <c:v>0</c:v>
                </c:pt>
                <c:pt idx="74493">
                  <c:v>0</c:v>
                </c:pt>
                <c:pt idx="74494">
                  <c:v>0</c:v>
                </c:pt>
                <c:pt idx="74495">
                  <c:v>0</c:v>
                </c:pt>
                <c:pt idx="74496">
                  <c:v>0</c:v>
                </c:pt>
                <c:pt idx="74497">
                  <c:v>0</c:v>
                </c:pt>
                <c:pt idx="74498">
                  <c:v>0</c:v>
                </c:pt>
                <c:pt idx="74499">
                  <c:v>0</c:v>
                </c:pt>
                <c:pt idx="74500">
                  <c:v>0</c:v>
                </c:pt>
                <c:pt idx="74501">
                  <c:v>0</c:v>
                </c:pt>
                <c:pt idx="74502">
                  <c:v>0</c:v>
                </c:pt>
                <c:pt idx="74503">
                  <c:v>0</c:v>
                </c:pt>
                <c:pt idx="74504">
                  <c:v>0</c:v>
                </c:pt>
                <c:pt idx="74505">
                  <c:v>0</c:v>
                </c:pt>
                <c:pt idx="74506">
                  <c:v>0</c:v>
                </c:pt>
                <c:pt idx="74507">
                  <c:v>0</c:v>
                </c:pt>
                <c:pt idx="74508">
                  <c:v>0</c:v>
                </c:pt>
                <c:pt idx="74509">
                  <c:v>0</c:v>
                </c:pt>
                <c:pt idx="74510">
                  <c:v>0</c:v>
                </c:pt>
                <c:pt idx="74511">
                  <c:v>0</c:v>
                </c:pt>
                <c:pt idx="74512">
                  <c:v>0</c:v>
                </c:pt>
                <c:pt idx="74513">
                  <c:v>0</c:v>
                </c:pt>
                <c:pt idx="74514">
                  <c:v>0</c:v>
                </c:pt>
                <c:pt idx="74515">
                  <c:v>0</c:v>
                </c:pt>
                <c:pt idx="74516">
                  <c:v>0</c:v>
                </c:pt>
                <c:pt idx="74517">
                  <c:v>0</c:v>
                </c:pt>
                <c:pt idx="74518">
                  <c:v>0</c:v>
                </c:pt>
                <c:pt idx="74519">
                  <c:v>0</c:v>
                </c:pt>
                <c:pt idx="74520">
                  <c:v>0</c:v>
                </c:pt>
                <c:pt idx="74521">
                  <c:v>0</c:v>
                </c:pt>
                <c:pt idx="74522">
                  <c:v>0</c:v>
                </c:pt>
                <c:pt idx="74523">
                  <c:v>0</c:v>
                </c:pt>
                <c:pt idx="74524">
                  <c:v>0</c:v>
                </c:pt>
                <c:pt idx="74525">
                  <c:v>0</c:v>
                </c:pt>
                <c:pt idx="74526">
                  <c:v>0</c:v>
                </c:pt>
                <c:pt idx="74527">
                  <c:v>0</c:v>
                </c:pt>
                <c:pt idx="74528">
                  <c:v>0</c:v>
                </c:pt>
                <c:pt idx="74529">
                  <c:v>0</c:v>
                </c:pt>
                <c:pt idx="74530">
                  <c:v>0</c:v>
                </c:pt>
                <c:pt idx="74531">
                  <c:v>0</c:v>
                </c:pt>
                <c:pt idx="74532">
                  <c:v>0</c:v>
                </c:pt>
                <c:pt idx="74533">
                  <c:v>0</c:v>
                </c:pt>
                <c:pt idx="74534">
                  <c:v>0</c:v>
                </c:pt>
                <c:pt idx="74535">
                  <c:v>0</c:v>
                </c:pt>
                <c:pt idx="74536">
                  <c:v>0</c:v>
                </c:pt>
                <c:pt idx="74537">
                  <c:v>0</c:v>
                </c:pt>
                <c:pt idx="74538">
                  <c:v>0</c:v>
                </c:pt>
                <c:pt idx="74539">
                  <c:v>0</c:v>
                </c:pt>
                <c:pt idx="74540">
                  <c:v>0</c:v>
                </c:pt>
                <c:pt idx="74541">
                  <c:v>0</c:v>
                </c:pt>
                <c:pt idx="74542">
                  <c:v>0</c:v>
                </c:pt>
                <c:pt idx="74543">
                  <c:v>0</c:v>
                </c:pt>
                <c:pt idx="74544">
                  <c:v>0</c:v>
                </c:pt>
                <c:pt idx="74545">
                  <c:v>0</c:v>
                </c:pt>
                <c:pt idx="74546">
                  <c:v>0</c:v>
                </c:pt>
                <c:pt idx="74547">
                  <c:v>0</c:v>
                </c:pt>
                <c:pt idx="74548">
                  <c:v>0</c:v>
                </c:pt>
                <c:pt idx="74549">
                  <c:v>0</c:v>
                </c:pt>
                <c:pt idx="74550">
                  <c:v>0</c:v>
                </c:pt>
                <c:pt idx="74551">
                  <c:v>0</c:v>
                </c:pt>
                <c:pt idx="74552">
                  <c:v>0</c:v>
                </c:pt>
                <c:pt idx="74553">
                  <c:v>0</c:v>
                </c:pt>
                <c:pt idx="74554">
                  <c:v>0</c:v>
                </c:pt>
                <c:pt idx="74555">
                  <c:v>0</c:v>
                </c:pt>
                <c:pt idx="74556">
                  <c:v>0</c:v>
                </c:pt>
                <c:pt idx="74557">
                  <c:v>0</c:v>
                </c:pt>
                <c:pt idx="74558">
                  <c:v>0</c:v>
                </c:pt>
                <c:pt idx="74559">
                  <c:v>0</c:v>
                </c:pt>
                <c:pt idx="74560">
                  <c:v>0</c:v>
                </c:pt>
                <c:pt idx="74561">
                  <c:v>0</c:v>
                </c:pt>
                <c:pt idx="74562">
                  <c:v>0</c:v>
                </c:pt>
                <c:pt idx="74563">
                  <c:v>0</c:v>
                </c:pt>
                <c:pt idx="74564">
                  <c:v>0</c:v>
                </c:pt>
                <c:pt idx="74565">
                  <c:v>0</c:v>
                </c:pt>
                <c:pt idx="74566">
                  <c:v>0</c:v>
                </c:pt>
                <c:pt idx="74567">
                  <c:v>0</c:v>
                </c:pt>
                <c:pt idx="74568">
                  <c:v>0</c:v>
                </c:pt>
                <c:pt idx="74569">
                  <c:v>0</c:v>
                </c:pt>
                <c:pt idx="74570">
                  <c:v>0</c:v>
                </c:pt>
                <c:pt idx="74571">
                  <c:v>0</c:v>
                </c:pt>
                <c:pt idx="74572">
                  <c:v>0</c:v>
                </c:pt>
                <c:pt idx="74573">
                  <c:v>0</c:v>
                </c:pt>
                <c:pt idx="74574">
                  <c:v>0</c:v>
                </c:pt>
                <c:pt idx="74575">
                  <c:v>0</c:v>
                </c:pt>
                <c:pt idx="74576">
                  <c:v>0</c:v>
                </c:pt>
                <c:pt idx="74577">
                  <c:v>0</c:v>
                </c:pt>
                <c:pt idx="74578">
                  <c:v>0</c:v>
                </c:pt>
                <c:pt idx="74579">
                  <c:v>0</c:v>
                </c:pt>
                <c:pt idx="74580">
                  <c:v>0</c:v>
                </c:pt>
                <c:pt idx="74581">
                  <c:v>0</c:v>
                </c:pt>
                <c:pt idx="74582">
                  <c:v>0</c:v>
                </c:pt>
                <c:pt idx="74583">
                  <c:v>0</c:v>
                </c:pt>
                <c:pt idx="74584">
                  <c:v>0</c:v>
                </c:pt>
                <c:pt idx="74585">
                  <c:v>0</c:v>
                </c:pt>
                <c:pt idx="74586">
                  <c:v>0</c:v>
                </c:pt>
                <c:pt idx="74587">
                  <c:v>0</c:v>
                </c:pt>
                <c:pt idx="74588">
                  <c:v>0</c:v>
                </c:pt>
                <c:pt idx="74589">
                  <c:v>0</c:v>
                </c:pt>
                <c:pt idx="74590">
                  <c:v>0</c:v>
                </c:pt>
                <c:pt idx="74591">
                  <c:v>0</c:v>
                </c:pt>
                <c:pt idx="74592">
                  <c:v>0</c:v>
                </c:pt>
                <c:pt idx="74593">
                  <c:v>0</c:v>
                </c:pt>
                <c:pt idx="74594">
                  <c:v>0</c:v>
                </c:pt>
                <c:pt idx="74595">
                  <c:v>0</c:v>
                </c:pt>
                <c:pt idx="74596">
                  <c:v>0</c:v>
                </c:pt>
                <c:pt idx="74597">
                  <c:v>0</c:v>
                </c:pt>
                <c:pt idx="74598">
                  <c:v>0</c:v>
                </c:pt>
                <c:pt idx="74599">
                  <c:v>0</c:v>
                </c:pt>
                <c:pt idx="74600">
                  <c:v>0</c:v>
                </c:pt>
                <c:pt idx="74601">
                  <c:v>0</c:v>
                </c:pt>
                <c:pt idx="74602">
                  <c:v>0</c:v>
                </c:pt>
                <c:pt idx="74603">
                  <c:v>0</c:v>
                </c:pt>
                <c:pt idx="74604">
                  <c:v>0</c:v>
                </c:pt>
                <c:pt idx="74605">
                  <c:v>0</c:v>
                </c:pt>
                <c:pt idx="74606">
                  <c:v>0</c:v>
                </c:pt>
                <c:pt idx="74607">
                  <c:v>0</c:v>
                </c:pt>
                <c:pt idx="74608">
                  <c:v>0</c:v>
                </c:pt>
                <c:pt idx="74609">
                  <c:v>0</c:v>
                </c:pt>
                <c:pt idx="74610">
                  <c:v>0</c:v>
                </c:pt>
                <c:pt idx="74611">
                  <c:v>0</c:v>
                </c:pt>
                <c:pt idx="74612">
                  <c:v>0</c:v>
                </c:pt>
                <c:pt idx="74613">
                  <c:v>0</c:v>
                </c:pt>
                <c:pt idx="74614">
                  <c:v>0</c:v>
                </c:pt>
                <c:pt idx="74615">
                  <c:v>0</c:v>
                </c:pt>
                <c:pt idx="74616">
                  <c:v>0</c:v>
                </c:pt>
                <c:pt idx="74617">
                  <c:v>0</c:v>
                </c:pt>
                <c:pt idx="74618">
                  <c:v>0</c:v>
                </c:pt>
                <c:pt idx="74619">
                  <c:v>0</c:v>
                </c:pt>
                <c:pt idx="74620">
                  <c:v>0</c:v>
                </c:pt>
                <c:pt idx="74621">
                  <c:v>0</c:v>
                </c:pt>
                <c:pt idx="74622">
                  <c:v>0</c:v>
                </c:pt>
                <c:pt idx="74623">
                  <c:v>0</c:v>
                </c:pt>
                <c:pt idx="74624">
                  <c:v>0</c:v>
                </c:pt>
                <c:pt idx="74625">
                  <c:v>0</c:v>
                </c:pt>
                <c:pt idx="74626">
                  <c:v>0</c:v>
                </c:pt>
                <c:pt idx="74627">
                  <c:v>0</c:v>
                </c:pt>
                <c:pt idx="74628">
                  <c:v>0</c:v>
                </c:pt>
                <c:pt idx="74629">
                  <c:v>0</c:v>
                </c:pt>
                <c:pt idx="74630">
                  <c:v>0</c:v>
                </c:pt>
                <c:pt idx="74631">
                  <c:v>0</c:v>
                </c:pt>
                <c:pt idx="74632">
                  <c:v>0</c:v>
                </c:pt>
                <c:pt idx="74633">
                  <c:v>0</c:v>
                </c:pt>
                <c:pt idx="74634">
                  <c:v>0</c:v>
                </c:pt>
                <c:pt idx="74635">
                  <c:v>0</c:v>
                </c:pt>
                <c:pt idx="74636">
                  <c:v>0</c:v>
                </c:pt>
                <c:pt idx="74637">
                  <c:v>0</c:v>
                </c:pt>
                <c:pt idx="74638">
                  <c:v>0</c:v>
                </c:pt>
                <c:pt idx="74639">
                  <c:v>0</c:v>
                </c:pt>
                <c:pt idx="74640">
                  <c:v>0</c:v>
                </c:pt>
                <c:pt idx="74641">
                  <c:v>0</c:v>
                </c:pt>
                <c:pt idx="74642">
                  <c:v>0</c:v>
                </c:pt>
                <c:pt idx="74643">
                  <c:v>0</c:v>
                </c:pt>
                <c:pt idx="74644">
                  <c:v>0</c:v>
                </c:pt>
                <c:pt idx="74645">
                  <c:v>0</c:v>
                </c:pt>
                <c:pt idx="74646">
                  <c:v>0</c:v>
                </c:pt>
                <c:pt idx="74647">
                  <c:v>0</c:v>
                </c:pt>
                <c:pt idx="74648">
                  <c:v>0</c:v>
                </c:pt>
                <c:pt idx="74649">
                  <c:v>0</c:v>
                </c:pt>
                <c:pt idx="74650">
                  <c:v>0</c:v>
                </c:pt>
                <c:pt idx="74651">
                  <c:v>0</c:v>
                </c:pt>
                <c:pt idx="74652">
                  <c:v>0</c:v>
                </c:pt>
                <c:pt idx="74653">
                  <c:v>0</c:v>
                </c:pt>
                <c:pt idx="74654">
                  <c:v>0</c:v>
                </c:pt>
                <c:pt idx="74655">
                  <c:v>0</c:v>
                </c:pt>
                <c:pt idx="74656">
                  <c:v>0</c:v>
                </c:pt>
                <c:pt idx="74657">
                  <c:v>0</c:v>
                </c:pt>
                <c:pt idx="74658">
                  <c:v>0</c:v>
                </c:pt>
                <c:pt idx="74659">
                  <c:v>0</c:v>
                </c:pt>
                <c:pt idx="74660">
                  <c:v>0</c:v>
                </c:pt>
                <c:pt idx="74661">
                  <c:v>0</c:v>
                </c:pt>
                <c:pt idx="74662">
                  <c:v>0</c:v>
                </c:pt>
                <c:pt idx="74663">
                  <c:v>0</c:v>
                </c:pt>
                <c:pt idx="74664">
                  <c:v>0</c:v>
                </c:pt>
                <c:pt idx="74665">
                  <c:v>0</c:v>
                </c:pt>
                <c:pt idx="74666">
                  <c:v>0</c:v>
                </c:pt>
                <c:pt idx="74667">
                  <c:v>0</c:v>
                </c:pt>
                <c:pt idx="74668">
                  <c:v>0</c:v>
                </c:pt>
                <c:pt idx="74669">
                  <c:v>0</c:v>
                </c:pt>
                <c:pt idx="74670">
                  <c:v>0</c:v>
                </c:pt>
                <c:pt idx="74671">
                  <c:v>0</c:v>
                </c:pt>
                <c:pt idx="74672">
                  <c:v>0</c:v>
                </c:pt>
                <c:pt idx="74673">
                  <c:v>0</c:v>
                </c:pt>
                <c:pt idx="74674">
                  <c:v>0</c:v>
                </c:pt>
                <c:pt idx="74675">
                  <c:v>0</c:v>
                </c:pt>
                <c:pt idx="74676">
                  <c:v>0</c:v>
                </c:pt>
                <c:pt idx="74677">
                  <c:v>0</c:v>
                </c:pt>
                <c:pt idx="74678">
                  <c:v>0</c:v>
                </c:pt>
                <c:pt idx="74679">
                  <c:v>0</c:v>
                </c:pt>
                <c:pt idx="74680">
                  <c:v>0</c:v>
                </c:pt>
                <c:pt idx="74681">
                  <c:v>0</c:v>
                </c:pt>
                <c:pt idx="74682">
                  <c:v>0</c:v>
                </c:pt>
                <c:pt idx="74683">
                  <c:v>0</c:v>
                </c:pt>
                <c:pt idx="74684">
                  <c:v>0</c:v>
                </c:pt>
                <c:pt idx="74685">
                  <c:v>0</c:v>
                </c:pt>
                <c:pt idx="74686">
                  <c:v>0</c:v>
                </c:pt>
                <c:pt idx="74687">
                  <c:v>0</c:v>
                </c:pt>
                <c:pt idx="74688">
                  <c:v>0</c:v>
                </c:pt>
                <c:pt idx="74689">
                  <c:v>0</c:v>
                </c:pt>
                <c:pt idx="74690">
                  <c:v>0</c:v>
                </c:pt>
                <c:pt idx="74691">
                  <c:v>0</c:v>
                </c:pt>
                <c:pt idx="74692">
                  <c:v>0</c:v>
                </c:pt>
                <c:pt idx="74693">
                  <c:v>0</c:v>
                </c:pt>
                <c:pt idx="74694">
                  <c:v>0</c:v>
                </c:pt>
                <c:pt idx="74695">
                  <c:v>0</c:v>
                </c:pt>
                <c:pt idx="74696">
                  <c:v>0</c:v>
                </c:pt>
                <c:pt idx="74697">
                  <c:v>0</c:v>
                </c:pt>
                <c:pt idx="74698">
                  <c:v>0</c:v>
                </c:pt>
                <c:pt idx="74699">
                  <c:v>0</c:v>
                </c:pt>
                <c:pt idx="74700">
                  <c:v>0</c:v>
                </c:pt>
                <c:pt idx="74701">
                  <c:v>0</c:v>
                </c:pt>
                <c:pt idx="74702">
                  <c:v>0</c:v>
                </c:pt>
                <c:pt idx="74703">
                  <c:v>0</c:v>
                </c:pt>
                <c:pt idx="74704">
                  <c:v>0</c:v>
                </c:pt>
                <c:pt idx="74705">
                  <c:v>0</c:v>
                </c:pt>
                <c:pt idx="74706">
                  <c:v>0</c:v>
                </c:pt>
                <c:pt idx="74707">
                  <c:v>0</c:v>
                </c:pt>
                <c:pt idx="74708">
                  <c:v>0</c:v>
                </c:pt>
                <c:pt idx="74709">
                  <c:v>0</c:v>
                </c:pt>
                <c:pt idx="74710">
                  <c:v>0</c:v>
                </c:pt>
                <c:pt idx="74711">
                  <c:v>0</c:v>
                </c:pt>
                <c:pt idx="74712">
                  <c:v>0</c:v>
                </c:pt>
                <c:pt idx="74713">
                  <c:v>0</c:v>
                </c:pt>
                <c:pt idx="74714">
                  <c:v>0</c:v>
                </c:pt>
                <c:pt idx="74715">
                  <c:v>0</c:v>
                </c:pt>
                <c:pt idx="74716">
                  <c:v>0</c:v>
                </c:pt>
                <c:pt idx="74717">
                  <c:v>0</c:v>
                </c:pt>
                <c:pt idx="74718">
                  <c:v>0</c:v>
                </c:pt>
                <c:pt idx="74719">
                  <c:v>0</c:v>
                </c:pt>
                <c:pt idx="74720">
                  <c:v>0</c:v>
                </c:pt>
                <c:pt idx="74721">
                  <c:v>0</c:v>
                </c:pt>
                <c:pt idx="74722">
                  <c:v>0</c:v>
                </c:pt>
                <c:pt idx="74723">
                  <c:v>0</c:v>
                </c:pt>
                <c:pt idx="74724">
                  <c:v>0</c:v>
                </c:pt>
                <c:pt idx="74725">
                  <c:v>0</c:v>
                </c:pt>
                <c:pt idx="74726">
                  <c:v>0</c:v>
                </c:pt>
                <c:pt idx="74727">
                  <c:v>0</c:v>
                </c:pt>
                <c:pt idx="74728">
                  <c:v>0</c:v>
                </c:pt>
                <c:pt idx="74729">
                  <c:v>0</c:v>
                </c:pt>
                <c:pt idx="74730">
                  <c:v>0</c:v>
                </c:pt>
                <c:pt idx="74731">
                  <c:v>0</c:v>
                </c:pt>
                <c:pt idx="74732">
                  <c:v>0</c:v>
                </c:pt>
                <c:pt idx="74733">
                  <c:v>0</c:v>
                </c:pt>
                <c:pt idx="74734">
                  <c:v>0</c:v>
                </c:pt>
                <c:pt idx="74735">
                  <c:v>0</c:v>
                </c:pt>
                <c:pt idx="74736">
                  <c:v>0</c:v>
                </c:pt>
                <c:pt idx="74737">
                  <c:v>0</c:v>
                </c:pt>
                <c:pt idx="74738">
                  <c:v>0</c:v>
                </c:pt>
                <c:pt idx="74739">
                  <c:v>0</c:v>
                </c:pt>
                <c:pt idx="74740">
                  <c:v>0</c:v>
                </c:pt>
                <c:pt idx="74741">
                  <c:v>0</c:v>
                </c:pt>
                <c:pt idx="74742">
                  <c:v>0</c:v>
                </c:pt>
                <c:pt idx="74743">
                  <c:v>0</c:v>
                </c:pt>
                <c:pt idx="74744">
                  <c:v>0</c:v>
                </c:pt>
                <c:pt idx="74745">
                  <c:v>0</c:v>
                </c:pt>
                <c:pt idx="74746">
                  <c:v>0</c:v>
                </c:pt>
                <c:pt idx="74747">
                  <c:v>0</c:v>
                </c:pt>
                <c:pt idx="74748">
                  <c:v>0</c:v>
                </c:pt>
                <c:pt idx="74749">
                  <c:v>0</c:v>
                </c:pt>
                <c:pt idx="74750">
                  <c:v>0</c:v>
                </c:pt>
                <c:pt idx="74751">
                  <c:v>0</c:v>
                </c:pt>
                <c:pt idx="74752">
                  <c:v>0</c:v>
                </c:pt>
                <c:pt idx="74753">
                  <c:v>0</c:v>
                </c:pt>
                <c:pt idx="74754">
                  <c:v>0</c:v>
                </c:pt>
                <c:pt idx="74755">
                  <c:v>0</c:v>
                </c:pt>
                <c:pt idx="74756">
                  <c:v>0</c:v>
                </c:pt>
                <c:pt idx="74757">
                  <c:v>0</c:v>
                </c:pt>
                <c:pt idx="74758">
                  <c:v>0</c:v>
                </c:pt>
                <c:pt idx="74759">
                  <c:v>0</c:v>
                </c:pt>
                <c:pt idx="74760">
                  <c:v>0</c:v>
                </c:pt>
                <c:pt idx="74761">
                  <c:v>0</c:v>
                </c:pt>
                <c:pt idx="74762">
                  <c:v>0</c:v>
                </c:pt>
                <c:pt idx="74763">
                  <c:v>0</c:v>
                </c:pt>
                <c:pt idx="74764">
                  <c:v>0</c:v>
                </c:pt>
                <c:pt idx="74765">
                  <c:v>0</c:v>
                </c:pt>
                <c:pt idx="74766">
                  <c:v>0</c:v>
                </c:pt>
                <c:pt idx="74767">
                  <c:v>0</c:v>
                </c:pt>
                <c:pt idx="74768">
                  <c:v>0</c:v>
                </c:pt>
                <c:pt idx="74769">
                  <c:v>0</c:v>
                </c:pt>
                <c:pt idx="74770">
                  <c:v>0</c:v>
                </c:pt>
                <c:pt idx="74771">
                  <c:v>0</c:v>
                </c:pt>
                <c:pt idx="74772">
                  <c:v>0</c:v>
                </c:pt>
                <c:pt idx="74773">
                  <c:v>0</c:v>
                </c:pt>
                <c:pt idx="74774">
                  <c:v>0</c:v>
                </c:pt>
                <c:pt idx="74775">
                  <c:v>0</c:v>
                </c:pt>
                <c:pt idx="74776">
                  <c:v>0</c:v>
                </c:pt>
                <c:pt idx="74777">
                  <c:v>0</c:v>
                </c:pt>
                <c:pt idx="74778">
                  <c:v>0</c:v>
                </c:pt>
                <c:pt idx="74779">
                  <c:v>0</c:v>
                </c:pt>
                <c:pt idx="74780">
                  <c:v>0</c:v>
                </c:pt>
                <c:pt idx="74781">
                  <c:v>0</c:v>
                </c:pt>
                <c:pt idx="74782">
                  <c:v>0</c:v>
                </c:pt>
                <c:pt idx="74783">
                  <c:v>0</c:v>
                </c:pt>
                <c:pt idx="74784">
                  <c:v>0</c:v>
                </c:pt>
                <c:pt idx="74785">
                  <c:v>0</c:v>
                </c:pt>
                <c:pt idx="74786">
                  <c:v>0</c:v>
                </c:pt>
                <c:pt idx="74787">
                  <c:v>0</c:v>
                </c:pt>
                <c:pt idx="74788">
                  <c:v>0</c:v>
                </c:pt>
                <c:pt idx="74789">
                  <c:v>0</c:v>
                </c:pt>
                <c:pt idx="74790">
                  <c:v>0</c:v>
                </c:pt>
                <c:pt idx="74791">
                  <c:v>0</c:v>
                </c:pt>
                <c:pt idx="74792">
                  <c:v>0</c:v>
                </c:pt>
                <c:pt idx="74793">
                  <c:v>0</c:v>
                </c:pt>
                <c:pt idx="74794">
                  <c:v>0</c:v>
                </c:pt>
                <c:pt idx="74795">
                  <c:v>0</c:v>
                </c:pt>
                <c:pt idx="74796">
                  <c:v>0</c:v>
                </c:pt>
                <c:pt idx="74797">
                  <c:v>0</c:v>
                </c:pt>
                <c:pt idx="74798">
                  <c:v>0</c:v>
                </c:pt>
                <c:pt idx="74799">
                  <c:v>0</c:v>
                </c:pt>
                <c:pt idx="74800">
                  <c:v>0</c:v>
                </c:pt>
                <c:pt idx="74801">
                  <c:v>0</c:v>
                </c:pt>
                <c:pt idx="74802">
                  <c:v>0</c:v>
                </c:pt>
                <c:pt idx="74803">
                  <c:v>0</c:v>
                </c:pt>
                <c:pt idx="74804">
                  <c:v>0</c:v>
                </c:pt>
                <c:pt idx="74805">
                  <c:v>0</c:v>
                </c:pt>
                <c:pt idx="74806">
                  <c:v>0</c:v>
                </c:pt>
                <c:pt idx="74807">
                  <c:v>0</c:v>
                </c:pt>
                <c:pt idx="74808">
                  <c:v>0</c:v>
                </c:pt>
                <c:pt idx="74809">
                  <c:v>0</c:v>
                </c:pt>
                <c:pt idx="74810">
                  <c:v>0</c:v>
                </c:pt>
                <c:pt idx="74811">
                  <c:v>0</c:v>
                </c:pt>
                <c:pt idx="74812">
                  <c:v>0</c:v>
                </c:pt>
                <c:pt idx="74813">
                  <c:v>0</c:v>
                </c:pt>
                <c:pt idx="74814">
                  <c:v>0</c:v>
                </c:pt>
                <c:pt idx="74815">
                  <c:v>0</c:v>
                </c:pt>
                <c:pt idx="74816">
                  <c:v>0</c:v>
                </c:pt>
                <c:pt idx="74817">
                  <c:v>0</c:v>
                </c:pt>
                <c:pt idx="74818">
                  <c:v>0</c:v>
                </c:pt>
                <c:pt idx="74819">
                  <c:v>0</c:v>
                </c:pt>
                <c:pt idx="74820">
                  <c:v>0</c:v>
                </c:pt>
                <c:pt idx="74821">
                  <c:v>0</c:v>
                </c:pt>
                <c:pt idx="74822">
                  <c:v>0</c:v>
                </c:pt>
                <c:pt idx="74823">
                  <c:v>0</c:v>
                </c:pt>
                <c:pt idx="74824">
                  <c:v>0</c:v>
                </c:pt>
                <c:pt idx="74825">
                  <c:v>0</c:v>
                </c:pt>
                <c:pt idx="74826">
                  <c:v>0</c:v>
                </c:pt>
                <c:pt idx="74827">
                  <c:v>0</c:v>
                </c:pt>
                <c:pt idx="74828">
                  <c:v>0</c:v>
                </c:pt>
                <c:pt idx="74829">
                  <c:v>0</c:v>
                </c:pt>
                <c:pt idx="74830">
                  <c:v>0</c:v>
                </c:pt>
                <c:pt idx="74831">
                  <c:v>0</c:v>
                </c:pt>
                <c:pt idx="74832">
                  <c:v>0</c:v>
                </c:pt>
                <c:pt idx="74833">
                  <c:v>0</c:v>
                </c:pt>
                <c:pt idx="74834">
                  <c:v>0</c:v>
                </c:pt>
                <c:pt idx="74835">
                  <c:v>0</c:v>
                </c:pt>
                <c:pt idx="74836">
                  <c:v>0</c:v>
                </c:pt>
                <c:pt idx="74837">
                  <c:v>0</c:v>
                </c:pt>
                <c:pt idx="74838">
                  <c:v>0</c:v>
                </c:pt>
                <c:pt idx="74839">
                  <c:v>0</c:v>
                </c:pt>
                <c:pt idx="74840">
                  <c:v>0</c:v>
                </c:pt>
                <c:pt idx="74841">
                  <c:v>0</c:v>
                </c:pt>
                <c:pt idx="74842">
                  <c:v>0</c:v>
                </c:pt>
                <c:pt idx="74843">
                  <c:v>0</c:v>
                </c:pt>
                <c:pt idx="74844">
                  <c:v>0</c:v>
                </c:pt>
                <c:pt idx="74845">
                  <c:v>0</c:v>
                </c:pt>
                <c:pt idx="74846">
                  <c:v>0</c:v>
                </c:pt>
                <c:pt idx="74847">
                  <c:v>0</c:v>
                </c:pt>
                <c:pt idx="74848">
                  <c:v>0</c:v>
                </c:pt>
                <c:pt idx="74849">
                  <c:v>0</c:v>
                </c:pt>
                <c:pt idx="74850">
                  <c:v>0</c:v>
                </c:pt>
                <c:pt idx="74851">
                  <c:v>0</c:v>
                </c:pt>
                <c:pt idx="74852">
                  <c:v>0</c:v>
                </c:pt>
                <c:pt idx="74853">
                  <c:v>0</c:v>
                </c:pt>
                <c:pt idx="74854">
                  <c:v>0</c:v>
                </c:pt>
                <c:pt idx="74855">
                  <c:v>0</c:v>
                </c:pt>
                <c:pt idx="74856">
                  <c:v>0</c:v>
                </c:pt>
                <c:pt idx="74857">
                  <c:v>0</c:v>
                </c:pt>
                <c:pt idx="74858">
                  <c:v>0</c:v>
                </c:pt>
                <c:pt idx="74859">
                  <c:v>0</c:v>
                </c:pt>
                <c:pt idx="74860">
                  <c:v>0</c:v>
                </c:pt>
                <c:pt idx="74861">
                  <c:v>0</c:v>
                </c:pt>
                <c:pt idx="74862">
                  <c:v>0</c:v>
                </c:pt>
                <c:pt idx="74863">
                  <c:v>0</c:v>
                </c:pt>
                <c:pt idx="74864">
                  <c:v>0</c:v>
                </c:pt>
                <c:pt idx="74865">
                  <c:v>0</c:v>
                </c:pt>
                <c:pt idx="74866">
                  <c:v>0</c:v>
                </c:pt>
                <c:pt idx="74867">
                  <c:v>0</c:v>
                </c:pt>
                <c:pt idx="74868">
                  <c:v>0</c:v>
                </c:pt>
                <c:pt idx="74869">
                  <c:v>0</c:v>
                </c:pt>
                <c:pt idx="74870">
                  <c:v>0</c:v>
                </c:pt>
                <c:pt idx="74871">
                  <c:v>0</c:v>
                </c:pt>
                <c:pt idx="74872">
                  <c:v>0</c:v>
                </c:pt>
                <c:pt idx="74873">
                  <c:v>0</c:v>
                </c:pt>
                <c:pt idx="74874">
                  <c:v>0</c:v>
                </c:pt>
                <c:pt idx="74875">
                  <c:v>0</c:v>
                </c:pt>
                <c:pt idx="74876">
                  <c:v>0</c:v>
                </c:pt>
                <c:pt idx="74877">
                  <c:v>0</c:v>
                </c:pt>
                <c:pt idx="74878">
                  <c:v>0</c:v>
                </c:pt>
                <c:pt idx="74879">
                  <c:v>0</c:v>
                </c:pt>
                <c:pt idx="74880">
                  <c:v>0</c:v>
                </c:pt>
                <c:pt idx="74881">
                  <c:v>0</c:v>
                </c:pt>
                <c:pt idx="74882">
                  <c:v>0</c:v>
                </c:pt>
                <c:pt idx="74883">
                  <c:v>0</c:v>
                </c:pt>
                <c:pt idx="74884">
                  <c:v>0</c:v>
                </c:pt>
                <c:pt idx="74885">
                  <c:v>0</c:v>
                </c:pt>
                <c:pt idx="74886">
                  <c:v>0</c:v>
                </c:pt>
                <c:pt idx="74887">
                  <c:v>0</c:v>
                </c:pt>
                <c:pt idx="74888">
                  <c:v>0</c:v>
                </c:pt>
                <c:pt idx="74889">
                  <c:v>0</c:v>
                </c:pt>
                <c:pt idx="74890">
                  <c:v>0</c:v>
                </c:pt>
                <c:pt idx="74891">
                  <c:v>0</c:v>
                </c:pt>
                <c:pt idx="74892">
                  <c:v>0</c:v>
                </c:pt>
                <c:pt idx="74893">
                  <c:v>0</c:v>
                </c:pt>
                <c:pt idx="74894">
                  <c:v>0</c:v>
                </c:pt>
                <c:pt idx="74895">
                  <c:v>0</c:v>
                </c:pt>
                <c:pt idx="74896">
                  <c:v>0</c:v>
                </c:pt>
                <c:pt idx="74897">
                  <c:v>0</c:v>
                </c:pt>
                <c:pt idx="74898">
                  <c:v>0</c:v>
                </c:pt>
                <c:pt idx="74899">
                  <c:v>0</c:v>
                </c:pt>
                <c:pt idx="74900">
                  <c:v>0</c:v>
                </c:pt>
                <c:pt idx="74901">
                  <c:v>0</c:v>
                </c:pt>
                <c:pt idx="74902">
                  <c:v>0</c:v>
                </c:pt>
                <c:pt idx="74903">
                  <c:v>0</c:v>
                </c:pt>
                <c:pt idx="74904">
                  <c:v>0</c:v>
                </c:pt>
                <c:pt idx="74905">
                  <c:v>0</c:v>
                </c:pt>
                <c:pt idx="74906">
                  <c:v>0</c:v>
                </c:pt>
                <c:pt idx="74907">
                  <c:v>0</c:v>
                </c:pt>
                <c:pt idx="74908">
                  <c:v>0</c:v>
                </c:pt>
                <c:pt idx="74909">
                  <c:v>0</c:v>
                </c:pt>
                <c:pt idx="74910">
                  <c:v>0</c:v>
                </c:pt>
                <c:pt idx="74911">
                  <c:v>0</c:v>
                </c:pt>
                <c:pt idx="74912">
                  <c:v>0</c:v>
                </c:pt>
                <c:pt idx="74913">
                  <c:v>0</c:v>
                </c:pt>
                <c:pt idx="74914">
                  <c:v>0</c:v>
                </c:pt>
                <c:pt idx="74915">
                  <c:v>0</c:v>
                </c:pt>
                <c:pt idx="74916">
                  <c:v>0</c:v>
                </c:pt>
                <c:pt idx="74917">
                  <c:v>0</c:v>
                </c:pt>
                <c:pt idx="74918">
                  <c:v>0</c:v>
                </c:pt>
                <c:pt idx="74919">
                  <c:v>0</c:v>
                </c:pt>
                <c:pt idx="74920">
                  <c:v>0</c:v>
                </c:pt>
                <c:pt idx="74921">
                  <c:v>0</c:v>
                </c:pt>
                <c:pt idx="74922">
                  <c:v>0</c:v>
                </c:pt>
                <c:pt idx="74923">
                  <c:v>0</c:v>
                </c:pt>
                <c:pt idx="74924">
                  <c:v>0</c:v>
                </c:pt>
                <c:pt idx="74925">
                  <c:v>0</c:v>
                </c:pt>
                <c:pt idx="74926">
                  <c:v>0</c:v>
                </c:pt>
                <c:pt idx="74927">
                  <c:v>0</c:v>
                </c:pt>
                <c:pt idx="74928">
                  <c:v>0</c:v>
                </c:pt>
                <c:pt idx="74929">
                  <c:v>0</c:v>
                </c:pt>
                <c:pt idx="74930">
                  <c:v>0</c:v>
                </c:pt>
                <c:pt idx="74931">
                  <c:v>0</c:v>
                </c:pt>
                <c:pt idx="74932">
                  <c:v>0</c:v>
                </c:pt>
                <c:pt idx="74933">
                  <c:v>0</c:v>
                </c:pt>
                <c:pt idx="74934">
                  <c:v>0</c:v>
                </c:pt>
                <c:pt idx="74935">
                  <c:v>0</c:v>
                </c:pt>
                <c:pt idx="74936">
                  <c:v>0</c:v>
                </c:pt>
                <c:pt idx="74937">
                  <c:v>0</c:v>
                </c:pt>
                <c:pt idx="74938">
                  <c:v>0</c:v>
                </c:pt>
                <c:pt idx="74939">
                  <c:v>0</c:v>
                </c:pt>
                <c:pt idx="74940">
                  <c:v>0</c:v>
                </c:pt>
                <c:pt idx="74941">
                  <c:v>0</c:v>
                </c:pt>
                <c:pt idx="74942">
                  <c:v>0</c:v>
                </c:pt>
                <c:pt idx="74943">
                  <c:v>0</c:v>
                </c:pt>
                <c:pt idx="74944">
                  <c:v>0</c:v>
                </c:pt>
                <c:pt idx="74945">
                  <c:v>0</c:v>
                </c:pt>
                <c:pt idx="74946">
                  <c:v>0</c:v>
                </c:pt>
                <c:pt idx="74947">
                  <c:v>0</c:v>
                </c:pt>
                <c:pt idx="74948">
                  <c:v>0</c:v>
                </c:pt>
                <c:pt idx="74949">
                  <c:v>0</c:v>
                </c:pt>
                <c:pt idx="74950">
                  <c:v>0</c:v>
                </c:pt>
                <c:pt idx="74951">
                  <c:v>0</c:v>
                </c:pt>
                <c:pt idx="74952">
                  <c:v>0</c:v>
                </c:pt>
                <c:pt idx="74953">
                  <c:v>0</c:v>
                </c:pt>
                <c:pt idx="74954">
                  <c:v>0</c:v>
                </c:pt>
                <c:pt idx="74955">
                  <c:v>0</c:v>
                </c:pt>
                <c:pt idx="74956">
                  <c:v>0</c:v>
                </c:pt>
                <c:pt idx="74957">
                  <c:v>0</c:v>
                </c:pt>
                <c:pt idx="74958">
                  <c:v>0</c:v>
                </c:pt>
                <c:pt idx="74959">
                  <c:v>0</c:v>
                </c:pt>
                <c:pt idx="74960">
                  <c:v>0</c:v>
                </c:pt>
                <c:pt idx="74961">
                  <c:v>0</c:v>
                </c:pt>
                <c:pt idx="74962">
                  <c:v>0</c:v>
                </c:pt>
                <c:pt idx="74963">
                  <c:v>0</c:v>
                </c:pt>
                <c:pt idx="74964">
                  <c:v>0</c:v>
                </c:pt>
                <c:pt idx="74965">
                  <c:v>0</c:v>
                </c:pt>
                <c:pt idx="74966">
                  <c:v>0</c:v>
                </c:pt>
                <c:pt idx="74967">
                  <c:v>0</c:v>
                </c:pt>
                <c:pt idx="74968">
                  <c:v>0</c:v>
                </c:pt>
                <c:pt idx="74969">
                  <c:v>0</c:v>
                </c:pt>
                <c:pt idx="74970">
                  <c:v>0</c:v>
                </c:pt>
                <c:pt idx="74971">
                  <c:v>0</c:v>
                </c:pt>
                <c:pt idx="74972">
                  <c:v>0</c:v>
                </c:pt>
                <c:pt idx="74973">
                  <c:v>0</c:v>
                </c:pt>
                <c:pt idx="74974">
                  <c:v>0</c:v>
                </c:pt>
                <c:pt idx="74975">
                  <c:v>0</c:v>
                </c:pt>
                <c:pt idx="74976">
                  <c:v>0</c:v>
                </c:pt>
                <c:pt idx="74977">
                  <c:v>0</c:v>
                </c:pt>
                <c:pt idx="74978">
                  <c:v>0</c:v>
                </c:pt>
                <c:pt idx="74979">
                  <c:v>0</c:v>
                </c:pt>
                <c:pt idx="74980">
                  <c:v>0</c:v>
                </c:pt>
                <c:pt idx="74981">
                  <c:v>0</c:v>
                </c:pt>
                <c:pt idx="74982">
                  <c:v>0</c:v>
                </c:pt>
                <c:pt idx="74983">
                  <c:v>0</c:v>
                </c:pt>
                <c:pt idx="74984">
                  <c:v>0</c:v>
                </c:pt>
                <c:pt idx="74985">
                  <c:v>0</c:v>
                </c:pt>
                <c:pt idx="74986">
                  <c:v>0</c:v>
                </c:pt>
                <c:pt idx="74987">
                  <c:v>0</c:v>
                </c:pt>
                <c:pt idx="74988">
                  <c:v>0</c:v>
                </c:pt>
                <c:pt idx="74989">
                  <c:v>0</c:v>
                </c:pt>
                <c:pt idx="74990">
                  <c:v>0</c:v>
                </c:pt>
                <c:pt idx="74991">
                  <c:v>0</c:v>
                </c:pt>
                <c:pt idx="74992">
                  <c:v>0</c:v>
                </c:pt>
                <c:pt idx="74993">
                  <c:v>0</c:v>
                </c:pt>
                <c:pt idx="74994">
                  <c:v>0</c:v>
                </c:pt>
                <c:pt idx="74995">
                  <c:v>0</c:v>
                </c:pt>
                <c:pt idx="74996">
                  <c:v>0</c:v>
                </c:pt>
                <c:pt idx="74997">
                  <c:v>0</c:v>
                </c:pt>
                <c:pt idx="74998">
                  <c:v>0</c:v>
                </c:pt>
                <c:pt idx="74999">
                  <c:v>0</c:v>
                </c:pt>
                <c:pt idx="75000">
                  <c:v>0</c:v>
                </c:pt>
                <c:pt idx="75001">
                  <c:v>0</c:v>
                </c:pt>
                <c:pt idx="75002">
                  <c:v>0</c:v>
                </c:pt>
                <c:pt idx="75003">
                  <c:v>0</c:v>
                </c:pt>
                <c:pt idx="75004">
                  <c:v>0</c:v>
                </c:pt>
                <c:pt idx="75005">
                  <c:v>0</c:v>
                </c:pt>
                <c:pt idx="75006">
                  <c:v>0</c:v>
                </c:pt>
                <c:pt idx="75007">
                  <c:v>0</c:v>
                </c:pt>
                <c:pt idx="75008">
                  <c:v>0</c:v>
                </c:pt>
                <c:pt idx="75009">
                  <c:v>0</c:v>
                </c:pt>
                <c:pt idx="75010">
                  <c:v>0</c:v>
                </c:pt>
                <c:pt idx="75011">
                  <c:v>0</c:v>
                </c:pt>
                <c:pt idx="75012">
                  <c:v>0</c:v>
                </c:pt>
                <c:pt idx="75013">
                  <c:v>0</c:v>
                </c:pt>
                <c:pt idx="75014">
                  <c:v>0</c:v>
                </c:pt>
                <c:pt idx="75015">
                  <c:v>0</c:v>
                </c:pt>
                <c:pt idx="75016">
                  <c:v>0</c:v>
                </c:pt>
                <c:pt idx="75017">
                  <c:v>0</c:v>
                </c:pt>
                <c:pt idx="75018">
                  <c:v>0</c:v>
                </c:pt>
                <c:pt idx="75019">
                  <c:v>0</c:v>
                </c:pt>
                <c:pt idx="75020">
                  <c:v>0</c:v>
                </c:pt>
                <c:pt idx="75021">
                  <c:v>0</c:v>
                </c:pt>
                <c:pt idx="75022">
                  <c:v>0</c:v>
                </c:pt>
                <c:pt idx="75023">
                  <c:v>0</c:v>
                </c:pt>
                <c:pt idx="75024">
                  <c:v>0</c:v>
                </c:pt>
                <c:pt idx="75025">
                  <c:v>0</c:v>
                </c:pt>
                <c:pt idx="75026">
                  <c:v>0</c:v>
                </c:pt>
                <c:pt idx="75027">
                  <c:v>0</c:v>
                </c:pt>
                <c:pt idx="75028">
                  <c:v>0</c:v>
                </c:pt>
                <c:pt idx="75029">
                  <c:v>0</c:v>
                </c:pt>
                <c:pt idx="75030">
                  <c:v>0</c:v>
                </c:pt>
                <c:pt idx="75031">
                  <c:v>0</c:v>
                </c:pt>
                <c:pt idx="75032">
                  <c:v>0</c:v>
                </c:pt>
                <c:pt idx="75033">
                  <c:v>0</c:v>
                </c:pt>
                <c:pt idx="75034">
                  <c:v>0</c:v>
                </c:pt>
                <c:pt idx="75035">
                  <c:v>0</c:v>
                </c:pt>
                <c:pt idx="75036">
                  <c:v>0</c:v>
                </c:pt>
                <c:pt idx="75037">
                  <c:v>0</c:v>
                </c:pt>
                <c:pt idx="75038">
                  <c:v>0</c:v>
                </c:pt>
                <c:pt idx="75039">
                  <c:v>0</c:v>
                </c:pt>
                <c:pt idx="75040">
                  <c:v>0</c:v>
                </c:pt>
                <c:pt idx="75041">
                  <c:v>0</c:v>
                </c:pt>
                <c:pt idx="75042">
                  <c:v>0</c:v>
                </c:pt>
                <c:pt idx="75043">
                  <c:v>0</c:v>
                </c:pt>
                <c:pt idx="75044">
                  <c:v>0</c:v>
                </c:pt>
                <c:pt idx="75045">
                  <c:v>0</c:v>
                </c:pt>
                <c:pt idx="75046">
                  <c:v>0</c:v>
                </c:pt>
                <c:pt idx="75047">
                  <c:v>0</c:v>
                </c:pt>
                <c:pt idx="75048">
                  <c:v>0</c:v>
                </c:pt>
                <c:pt idx="75049">
                  <c:v>0</c:v>
                </c:pt>
                <c:pt idx="75050">
                  <c:v>0</c:v>
                </c:pt>
                <c:pt idx="75051">
                  <c:v>0</c:v>
                </c:pt>
                <c:pt idx="75052">
                  <c:v>0</c:v>
                </c:pt>
                <c:pt idx="75053">
                  <c:v>0</c:v>
                </c:pt>
                <c:pt idx="75054">
                  <c:v>0</c:v>
                </c:pt>
                <c:pt idx="75055">
                  <c:v>0</c:v>
                </c:pt>
                <c:pt idx="75056">
                  <c:v>0</c:v>
                </c:pt>
                <c:pt idx="75057">
                  <c:v>0</c:v>
                </c:pt>
                <c:pt idx="75058">
                  <c:v>0</c:v>
                </c:pt>
                <c:pt idx="75059">
                  <c:v>0</c:v>
                </c:pt>
                <c:pt idx="75060">
                  <c:v>0</c:v>
                </c:pt>
                <c:pt idx="75061">
                  <c:v>0</c:v>
                </c:pt>
                <c:pt idx="75062">
                  <c:v>0</c:v>
                </c:pt>
                <c:pt idx="75063">
                  <c:v>0</c:v>
                </c:pt>
                <c:pt idx="75064">
                  <c:v>0</c:v>
                </c:pt>
                <c:pt idx="75065">
                  <c:v>0</c:v>
                </c:pt>
                <c:pt idx="75066">
                  <c:v>0</c:v>
                </c:pt>
                <c:pt idx="75067">
                  <c:v>0</c:v>
                </c:pt>
                <c:pt idx="75068">
                  <c:v>0</c:v>
                </c:pt>
                <c:pt idx="75069">
                  <c:v>0</c:v>
                </c:pt>
                <c:pt idx="75070">
                  <c:v>0</c:v>
                </c:pt>
                <c:pt idx="75071">
                  <c:v>0</c:v>
                </c:pt>
                <c:pt idx="75072">
                  <c:v>0</c:v>
                </c:pt>
                <c:pt idx="75073">
                  <c:v>0</c:v>
                </c:pt>
                <c:pt idx="75074">
                  <c:v>0</c:v>
                </c:pt>
                <c:pt idx="75075">
                  <c:v>0</c:v>
                </c:pt>
                <c:pt idx="75076">
                  <c:v>0</c:v>
                </c:pt>
                <c:pt idx="75077">
                  <c:v>0</c:v>
                </c:pt>
                <c:pt idx="75078">
                  <c:v>0</c:v>
                </c:pt>
                <c:pt idx="75079">
                  <c:v>0</c:v>
                </c:pt>
                <c:pt idx="75080">
                  <c:v>0</c:v>
                </c:pt>
                <c:pt idx="75081">
                  <c:v>0</c:v>
                </c:pt>
                <c:pt idx="75082">
                  <c:v>0</c:v>
                </c:pt>
                <c:pt idx="75083">
                  <c:v>0</c:v>
                </c:pt>
                <c:pt idx="75084">
                  <c:v>0</c:v>
                </c:pt>
                <c:pt idx="75085">
                  <c:v>0</c:v>
                </c:pt>
                <c:pt idx="75086">
                  <c:v>0</c:v>
                </c:pt>
                <c:pt idx="75087">
                  <c:v>0</c:v>
                </c:pt>
                <c:pt idx="75088">
                  <c:v>0</c:v>
                </c:pt>
                <c:pt idx="75089">
                  <c:v>0</c:v>
                </c:pt>
                <c:pt idx="75090">
                  <c:v>0</c:v>
                </c:pt>
                <c:pt idx="75091">
                  <c:v>0</c:v>
                </c:pt>
                <c:pt idx="75092">
                  <c:v>0</c:v>
                </c:pt>
                <c:pt idx="75093">
                  <c:v>0</c:v>
                </c:pt>
                <c:pt idx="75094">
                  <c:v>0</c:v>
                </c:pt>
                <c:pt idx="75095">
                  <c:v>0</c:v>
                </c:pt>
                <c:pt idx="75096">
                  <c:v>0</c:v>
                </c:pt>
                <c:pt idx="75097">
                  <c:v>0</c:v>
                </c:pt>
                <c:pt idx="75098">
                  <c:v>0</c:v>
                </c:pt>
                <c:pt idx="75099">
                  <c:v>0</c:v>
                </c:pt>
                <c:pt idx="75100">
                  <c:v>0</c:v>
                </c:pt>
                <c:pt idx="75101">
                  <c:v>0</c:v>
                </c:pt>
                <c:pt idx="75102">
                  <c:v>0</c:v>
                </c:pt>
                <c:pt idx="75103">
                  <c:v>0</c:v>
                </c:pt>
                <c:pt idx="75104">
                  <c:v>0</c:v>
                </c:pt>
                <c:pt idx="75105">
                  <c:v>0</c:v>
                </c:pt>
                <c:pt idx="75106">
                  <c:v>0</c:v>
                </c:pt>
                <c:pt idx="75107">
                  <c:v>0</c:v>
                </c:pt>
                <c:pt idx="75108">
                  <c:v>0</c:v>
                </c:pt>
                <c:pt idx="75109">
                  <c:v>0</c:v>
                </c:pt>
                <c:pt idx="75110">
                  <c:v>0</c:v>
                </c:pt>
                <c:pt idx="75111">
                  <c:v>0</c:v>
                </c:pt>
                <c:pt idx="75112">
                  <c:v>0</c:v>
                </c:pt>
                <c:pt idx="75113">
                  <c:v>0</c:v>
                </c:pt>
                <c:pt idx="75114">
                  <c:v>0</c:v>
                </c:pt>
                <c:pt idx="75115">
                  <c:v>0</c:v>
                </c:pt>
                <c:pt idx="75116">
                  <c:v>0</c:v>
                </c:pt>
                <c:pt idx="75117">
                  <c:v>0</c:v>
                </c:pt>
                <c:pt idx="75118">
                  <c:v>0</c:v>
                </c:pt>
                <c:pt idx="75119">
                  <c:v>0</c:v>
                </c:pt>
                <c:pt idx="75120">
                  <c:v>0</c:v>
                </c:pt>
                <c:pt idx="75121">
                  <c:v>0</c:v>
                </c:pt>
                <c:pt idx="75122">
                  <c:v>0</c:v>
                </c:pt>
                <c:pt idx="75123">
                  <c:v>0</c:v>
                </c:pt>
                <c:pt idx="75124">
                  <c:v>0</c:v>
                </c:pt>
                <c:pt idx="75125">
                  <c:v>0</c:v>
                </c:pt>
                <c:pt idx="75126">
                  <c:v>0</c:v>
                </c:pt>
                <c:pt idx="75127">
                  <c:v>0</c:v>
                </c:pt>
                <c:pt idx="75128">
                  <c:v>0</c:v>
                </c:pt>
                <c:pt idx="75129">
                  <c:v>0</c:v>
                </c:pt>
                <c:pt idx="75130">
                  <c:v>0</c:v>
                </c:pt>
                <c:pt idx="75131">
                  <c:v>0</c:v>
                </c:pt>
                <c:pt idx="75132">
                  <c:v>0</c:v>
                </c:pt>
                <c:pt idx="75133">
                  <c:v>0</c:v>
                </c:pt>
                <c:pt idx="75134">
                  <c:v>0</c:v>
                </c:pt>
                <c:pt idx="75135">
                  <c:v>0</c:v>
                </c:pt>
                <c:pt idx="75136">
                  <c:v>0</c:v>
                </c:pt>
                <c:pt idx="75137">
                  <c:v>0</c:v>
                </c:pt>
                <c:pt idx="75138">
                  <c:v>0</c:v>
                </c:pt>
                <c:pt idx="75139">
                  <c:v>0</c:v>
                </c:pt>
                <c:pt idx="75140">
                  <c:v>0</c:v>
                </c:pt>
                <c:pt idx="75141">
                  <c:v>0</c:v>
                </c:pt>
                <c:pt idx="75142">
                  <c:v>0</c:v>
                </c:pt>
                <c:pt idx="75143">
                  <c:v>0</c:v>
                </c:pt>
                <c:pt idx="75144">
                  <c:v>0</c:v>
                </c:pt>
                <c:pt idx="75145">
                  <c:v>0</c:v>
                </c:pt>
                <c:pt idx="75146">
                  <c:v>0</c:v>
                </c:pt>
                <c:pt idx="75147">
                  <c:v>0</c:v>
                </c:pt>
                <c:pt idx="75148">
                  <c:v>0</c:v>
                </c:pt>
                <c:pt idx="75149">
                  <c:v>0</c:v>
                </c:pt>
                <c:pt idx="75150">
                  <c:v>0</c:v>
                </c:pt>
                <c:pt idx="75151">
                  <c:v>0</c:v>
                </c:pt>
                <c:pt idx="75152">
                  <c:v>0</c:v>
                </c:pt>
                <c:pt idx="75153">
                  <c:v>0</c:v>
                </c:pt>
                <c:pt idx="75154">
                  <c:v>0</c:v>
                </c:pt>
                <c:pt idx="75155">
                  <c:v>0</c:v>
                </c:pt>
                <c:pt idx="75156">
                  <c:v>0</c:v>
                </c:pt>
                <c:pt idx="75157">
                  <c:v>0</c:v>
                </c:pt>
                <c:pt idx="75158">
                  <c:v>0</c:v>
                </c:pt>
                <c:pt idx="75159">
                  <c:v>0</c:v>
                </c:pt>
                <c:pt idx="75160">
                  <c:v>0</c:v>
                </c:pt>
                <c:pt idx="75161">
                  <c:v>0</c:v>
                </c:pt>
                <c:pt idx="75162">
                  <c:v>0</c:v>
                </c:pt>
                <c:pt idx="75163">
                  <c:v>0</c:v>
                </c:pt>
                <c:pt idx="75164">
                  <c:v>0</c:v>
                </c:pt>
                <c:pt idx="75165">
                  <c:v>0</c:v>
                </c:pt>
                <c:pt idx="75166">
                  <c:v>0</c:v>
                </c:pt>
                <c:pt idx="75167">
                  <c:v>0</c:v>
                </c:pt>
                <c:pt idx="75168">
                  <c:v>0</c:v>
                </c:pt>
                <c:pt idx="75169">
                  <c:v>0</c:v>
                </c:pt>
                <c:pt idx="75170">
                  <c:v>0</c:v>
                </c:pt>
                <c:pt idx="75171">
                  <c:v>0</c:v>
                </c:pt>
                <c:pt idx="75172">
                  <c:v>0</c:v>
                </c:pt>
                <c:pt idx="75173">
                  <c:v>0</c:v>
                </c:pt>
                <c:pt idx="75174">
                  <c:v>0</c:v>
                </c:pt>
                <c:pt idx="75175">
                  <c:v>0</c:v>
                </c:pt>
                <c:pt idx="75176">
                  <c:v>0</c:v>
                </c:pt>
                <c:pt idx="75177">
                  <c:v>0</c:v>
                </c:pt>
                <c:pt idx="75178">
                  <c:v>0</c:v>
                </c:pt>
                <c:pt idx="75179">
                  <c:v>0</c:v>
                </c:pt>
                <c:pt idx="75180">
                  <c:v>0</c:v>
                </c:pt>
                <c:pt idx="75181">
                  <c:v>0</c:v>
                </c:pt>
                <c:pt idx="75182">
                  <c:v>0</c:v>
                </c:pt>
                <c:pt idx="75183">
                  <c:v>0</c:v>
                </c:pt>
                <c:pt idx="75184">
                  <c:v>0</c:v>
                </c:pt>
                <c:pt idx="75185">
                  <c:v>0</c:v>
                </c:pt>
                <c:pt idx="75186">
                  <c:v>0</c:v>
                </c:pt>
                <c:pt idx="75187">
                  <c:v>0</c:v>
                </c:pt>
                <c:pt idx="75188">
                  <c:v>0</c:v>
                </c:pt>
                <c:pt idx="75189">
                  <c:v>0</c:v>
                </c:pt>
                <c:pt idx="75190">
                  <c:v>0</c:v>
                </c:pt>
                <c:pt idx="75191">
                  <c:v>0</c:v>
                </c:pt>
                <c:pt idx="75192">
                  <c:v>0</c:v>
                </c:pt>
                <c:pt idx="75193">
                  <c:v>0</c:v>
                </c:pt>
                <c:pt idx="75194">
                  <c:v>0</c:v>
                </c:pt>
                <c:pt idx="75195">
                  <c:v>0</c:v>
                </c:pt>
                <c:pt idx="75196">
                  <c:v>0</c:v>
                </c:pt>
                <c:pt idx="75197">
                  <c:v>0</c:v>
                </c:pt>
                <c:pt idx="75198">
                  <c:v>0</c:v>
                </c:pt>
                <c:pt idx="75199">
                  <c:v>0</c:v>
                </c:pt>
                <c:pt idx="75200">
                  <c:v>0</c:v>
                </c:pt>
                <c:pt idx="75201">
                  <c:v>0</c:v>
                </c:pt>
                <c:pt idx="75202">
                  <c:v>0</c:v>
                </c:pt>
                <c:pt idx="75203">
                  <c:v>0</c:v>
                </c:pt>
                <c:pt idx="75204">
                  <c:v>0</c:v>
                </c:pt>
                <c:pt idx="75205">
                  <c:v>0</c:v>
                </c:pt>
                <c:pt idx="75206">
                  <c:v>0</c:v>
                </c:pt>
                <c:pt idx="75207">
                  <c:v>0</c:v>
                </c:pt>
                <c:pt idx="75208">
                  <c:v>0</c:v>
                </c:pt>
                <c:pt idx="75209">
                  <c:v>0</c:v>
                </c:pt>
                <c:pt idx="75210">
                  <c:v>0</c:v>
                </c:pt>
                <c:pt idx="75211">
                  <c:v>0</c:v>
                </c:pt>
                <c:pt idx="75212">
                  <c:v>0</c:v>
                </c:pt>
                <c:pt idx="75213">
                  <c:v>0</c:v>
                </c:pt>
                <c:pt idx="75214">
                  <c:v>0</c:v>
                </c:pt>
                <c:pt idx="75215">
                  <c:v>0</c:v>
                </c:pt>
                <c:pt idx="75216">
                  <c:v>0</c:v>
                </c:pt>
                <c:pt idx="75217">
                  <c:v>0</c:v>
                </c:pt>
                <c:pt idx="75218">
                  <c:v>0</c:v>
                </c:pt>
                <c:pt idx="75219">
                  <c:v>0</c:v>
                </c:pt>
                <c:pt idx="75220">
                  <c:v>0</c:v>
                </c:pt>
                <c:pt idx="75221">
                  <c:v>0</c:v>
                </c:pt>
                <c:pt idx="75222">
                  <c:v>0</c:v>
                </c:pt>
                <c:pt idx="75223">
                  <c:v>0</c:v>
                </c:pt>
                <c:pt idx="75224">
                  <c:v>0</c:v>
                </c:pt>
                <c:pt idx="75225">
                  <c:v>0</c:v>
                </c:pt>
                <c:pt idx="75226">
                  <c:v>0</c:v>
                </c:pt>
                <c:pt idx="75227">
                  <c:v>0</c:v>
                </c:pt>
                <c:pt idx="75228">
                  <c:v>0</c:v>
                </c:pt>
                <c:pt idx="75229">
                  <c:v>0</c:v>
                </c:pt>
                <c:pt idx="75230">
                  <c:v>0</c:v>
                </c:pt>
                <c:pt idx="75231">
                  <c:v>0</c:v>
                </c:pt>
                <c:pt idx="75232">
                  <c:v>0</c:v>
                </c:pt>
                <c:pt idx="75233">
                  <c:v>0</c:v>
                </c:pt>
                <c:pt idx="75234">
                  <c:v>0</c:v>
                </c:pt>
                <c:pt idx="75235">
                  <c:v>0</c:v>
                </c:pt>
                <c:pt idx="75236">
                  <c:v>0</c:v>
                </c:pt>
                <c:pt idx="75237">
                  <c:v>0</c:v>
                </c:pt>
                <c:pt idx="75238">
                  <c:v>0</c:v>
                </c:pt>
                <c:pt idx="75239">
                  <c:v>0</c:v>
                </c:pt>
                <c:pt idx="75240">
                  <c:v>0</c:v>
                </c:pt>
                <c:pt idx="75241">
                  <c:v>0</c:v>
                </c:pt>
                <c:pt idx="75242">
                  <c:v>0</c:v>
                </c:pt>
                <c:pt idx="75243">
                  <c:v>0</c:v>
                </c:pt>
                <c:pt idx="75244">
                  <c:v>0</c:v>
                </c:pt>
                <c:pt idx="75245">
                  <c:v>0</c:v>
                </c:pt>
                <c:pt idx="75246">
                  <c:v>0</c:v>
                </c:pt>
                <c:pt idx="75247">
                  <c:v>0</c:v>
                </c:pt>
                <c:pt idx="75248">
                  <c:v>0</c:v>
                </c:pt>
                <c:pt idx="75249">
                  <c:v>0</c:v>
                </c:pt>
                <c:pt idx="75250">
                  <c:v>0</c:v>
                </c:pt>
                <c:pt idx="75251">
                  <c:v>0</c:v>
                </c:pt>
                <c:pt idx="75252">
                  <c:v>0</c:v>
                </c:pt>
                <c:pt idx="75253">
                  <c:v>0</c:v>
                </c:pt>
                <c:pt idx="75254">
                  <c:v>0</c:v>
                </c:pt>
                <c:pt idx="75255">
                  <c:v>0</c:v>
                </c:pt>
                <c:pt idx="75256">
                  <c:v>0</c:v>
                </c:pt>
                <c:pt idx="75257">
                  <c:v>0</c:v>
                </c:pt>
                <c:pt idx="75258">
                  <c:v>0</c:v>
                </c:pt>
                <c:pt idx="75259">
                  <c:v>0</c:v>
                </c:pt>
                <c:pt idx="75260">
                  <c:v>0</c:v>
                </c:pt>
                <c:pt idx="75261">
                  <c:v>0</c:v>
                </c:pt>
                <c:pt idx="75262">
                  <c:v>0</c:v>
                </c:pt>
                <c:pt idx="75263">
                  <c:v>0</c:v>
                </c:pt>
                <c:pt idx="75264">
                  <c:v>0</c:v>
                </c:pt>
                <c:pt idx="75265">
                  <c:v>0</c:v>
                </c:pt>
                <c:pt idx="75266">
                  <c:v>0</c:v>
                </c:pt>
                <c:pt idx="75267">
                  <c:v>0</c:v>
                </c:pt>
                <c:pt idx="75268">
                  <c:v>0</c:v>
                </c:pt>
                <c:pt idx="75269">
                  <c:v>0</c:v>
                </c:pt>
                <c:pt idx="75270">
                  <c:v>0</c:v>
                </c:pt>
                <c:pt idx="75271">
                  <c:v>0</c:v>
                </c:pt>
                <c:pt idx="75272">
                  <c:v>0</c:v>
                </c:pt>
                <c:pt idx="75273">
                  <c:v>0</c:v>
                </c:pt>
                <c:pt idx="75274">
                  <c:v>0</c:v>
                </c:pt>
                <c:pt idx="75275">
                  <c:v>0</c:v>
                </c:pt>
                <c:pt idx="75276">
                  <c:v>0</c:v>
                </c:pt>
                <c:pt idx="75277">
                  <c:v>0</c:v>
                </c:pt>
                <c:pt idx="75278">
                  <c:v>0</c:v>
                </c:pt>
                <c:pt idx="75279">
                  <c:v>0</c:v>
                </c:pt>
                <c:pt idx="75280">
                  <c:v>0</c:v>
                </c:pt>
                <c:pt idx="75281">
                  <c:v>0</c:v>
                </c:pt>
                <c:pt idx="75282">
                  <c:v>0</c:v>
                </c:pt>
                <c:pt idx="75283">
                  <c:v>0</c:v>
                </c:pt>
                <c:pt idx="75284">
                  <c:v>0</c:v>
                </c:pt>
                <c:pt idx="75285">
                  <c:v>0</c:v>
                </c:pt>
                <c:pt idx="75286">
                  <c:v>0</c:v>
                </c:pt>
                <c:pt idx="75287">
                  <c:v>0</c:v>
                </c:pt>
                <c:pt idx="75288">
                  <c:v>0</c:v>
                </c:pt>
                <c:pt idx="75289">
                  <c:v>0</c:v>
                </c:pt>
                <c:pt idx="75290">
                  <c:v>0</c:v>
                </c:pt>
                <c:pt idx="75291">
                  <c:v>0</c:v>
                </c:pt>
                <c:pt idx="75292">
                  <c:v>0</c:v>
                </c:pt>
                <c:pt idx="75293">
                  <c:v>0</c:v>
                </c:pt>
                <c:pt idx="75294">
                  <c:v>0</c:v>
                </c:pt>
                <c:pt idx="75295">
                  <c:v>0</c:v>
                </c:pt>
                <c:pt idx="75296">
                  <c:v>0</c:v>
                </c:pt>
                <c:pt idx="75297">
                  <c:v>0</c:v>
                </c:pt>
                <c:pt idx="75298">
                  <c:v>0</c:v>
                </c:pt>
                <c:pt idx="75299">
                  <c:v>0</c:v>
                </c:pt>
                <c:pt idx="75300">
                  <c:v>0</c:v>
                </c:pt>
                <c:pt idx="75301">
                  <c:v>0</c:v>
                </c:pt>
                <c:pt idx="75302">
                  <c:v>0</c:v>
                </c:pt>
                <c:pt idx="75303">
                  <c:v>0</c:v>
                </c:pt>
                <c:pt idx="75304">
                  <c:v>0</c:v>
                </c:pt>
                <c:pt idx="75305">
                  <c:v>0</c:v>
                </c:pt>
                <c:pt idx="75306">
                  <c:v>0</c:v>
                </c:pt>
                <c:pt idx="75307">
                  <c:v>0</c:v>
                </c:pt>
                <c:pt idx="75308">
                  <c:v>0</c:v>
                </c:pt>
                <c:pt idx="75309">
                  <c:v>0</c:v>
                </c:pt>
                <c:pt idx="75310">
                  <c:v>0</c:v>
                </c:pt>
                <c:pt idx="75311">
                  <c:v>0</c:v>
                </c:pt>
                <c:pt idx="75312">
                  <c:v>0</c:v>
                </c:pt>
                <c:pt idx="75313">
                  <c:v>0</c:v>
                </c:pt>
                <c:pt idx="75314">
                  <c:v>0</c:v>
                </c:pt>
                <c:pt idx="75315">
                  <c:v>0</c:v>
                </c:pt>
                <c:pt idx="75316">
                  <c:v>0</c:v>
                </c:pt>
                <c:pt idx="75317">
                  <c:v>0</c:v>
                </c:pt>
                <c:pt idx="75318">
                  <c:v>0</c:v>
                </c:pt>
                <c:pt idx="75319">
                  <c:v>0</c:v>
                </c:pt>
                <c:pt idx="75320">
                  <c:v>0</c:v>
                </c:pt>
                <c:pt idx="75321">
                  <c:v>0</c:v>
                </c:pt>
                <c:pt idx="75322">
                  <c:v>0</c:v>
                </c:pt>
                <c:pt idx="75323">
                  <c:v>0</c:v>
                </c:pt>
                <c:pt idx="75324">
                  <c:v>0</c:v>
                </c:pt>
                <c:pt idx="75325">
                  <c:v>0</c:v>
                </c:pt>
                <c:pt idx="75326">
                  <c:v>0</c:v>
                </c:pt>
                <c:pt idx="75327">
                  <c:v>0</c:v>
                </c:pt>
                <c:pt idx="75328">
                  <c:v>0</c:v>
                </c:pt>
                <c:pt idx="75329">
                  <c:v>0</c:v>
                </c:pt>
                <c:pt idx="75330">
                  <c:v>0</c:v>
                </c:pt>
                <c:pt idx="75331">
                  <c:v>0</c:v>
                </c:pt>
                <c:pt idx="75332">
                  <c:v>0</c:v>
                </c:pt>
                <c:pt idx="75333">
                  <c:v>0</c:v>
                </c:pt>
                <c:pt idx="75334">
                  <c:v>0</c:v>
                </c:pt>
                <c:pt idx="75335">
                  <c:v>0</c:v>
                </c:pt>
                <c:pt idx="75336">
                  <c:v>0</c:v>
                </c:pt>
                <c:pt idx="75337">
                  <c:v>0</c:v>
                </c:pt>
                <c:pt idx="75338">
                  <c:v>0</c:v>
                </c:pt>
                <c:pt idx="75339">
                  <c:v>0</c:v>
                </c:pt>
                <c:pt idx="75340">
                  <c:v>0</c:v>
                </c:pt>
                <c:pt idx="75341">
                  <c:v>0</c:v>
                </c:pt>
                <c:pt idx="75342">
                  <c:v>0</c:v>
                </c:pt>
                <c:pt idx="75343">
                  <c:v>0</c:v>
                </c:pt>
                <c:pt idx="75344">
                  <c:v>0</c:v>
                </c:pt>
                <c:pt idx="75345">
                  <c:v>0</c:v>
                </c:pt>
                <c:pt idx="75346">
                  <c:v>0</c:v>
                </c:pt>
                <c:pt idx="75347">
                  <c:v>0</c:v>
                </c:pt>
                <c:pt idx="75348">
                  <c:v>0</c:v>
                </c:pt>
                <c:pt idx="75349">
                  <c:v>0</c:v>
                </c:pt>
                <c:pt idx="75350">
                  <c:v>0</c:v>
                </c:pt>
                <c:pt idx="75351">
                  <c:v>0</c:v>
                </c:pt>
                <c:pt idx="75352">
                  <c:v>0</c:v>
                </c:pt>
                <c:pt idx="75353">
                  <c:v>0</c:v>
                </c:pt>
                <c:pt idx="75354">
                  <c:v>0</c:v>
                </c:pt>
                <c:pt idx="75355">
                  <c:v>0</c:v>
                </c:pt>
                <c:pt idx="75356">
                  <c:v>0</c:v>
                </c:pt>
                <c:pt idx="75357">
                  <c:v>0</c:v>
                </c:pt>
                <c:pt idx="75358">
                  <c:v>0</c:v>
                </c:pt>
                <c:pt idx="75359">
                  <c:v>0</c:v>
                </c:pt>
                <c:pt idx="75360">
                  <c:v>0</c:v>
                </c:pt>
                <c:pt idx="75361">
                  <c:v>0</c:v>
                </c:pt>
                <c:pt idx="75362">
                  <c:v>0</c:v>
                </c:pt>
                <c:pt idx="75363">
                  <c:v>0</c:v>
                </c:pt>
                <c:pt idx="75364">
                  <c:v>0</c:v>
                </c:pt>
                <c:pt idx="75365">
                  <c:v>0</c:v>
                </c:pt>
                <c:pt idx="75366">
                  <c:v>0</c:v>
                </c:pt>
                <c:pt idx="75367">
                  <c:v>0</c:v>
                </c:pt>
                <c:pt idx="75368">
                  <c:v>0</c:v>
                </c:pt>
                <c:pt idx="75369">
                  <c:v>0</c:v>
                </c:pt>
                <c:pt idx="75370">
                  <c:v>0</c:v>
                </c:pt>
                <c:pt idx="75371">
                  <c:v>0</c:v>
                </c:pt>
                <c:pt idx="75372">
                  <c:v>0</c:v>
                </c:pt>
                <c:pt idx="75373">
                  <c:v>0</c:v>
                </c:pt>
                <c:pt idx="75374">
                  <c:v>0</c:v>
                </c:pt>
                <c:pt idx="75375">
                  <c:v>0</c:v>
                </c:pt>
                <c:pt idx="75376">
                  <c:v>0</c:v>
                </c:pt>
                <c:pt idx="75377">
                  <c:v>0</c:v>
                </c:pt>
                <c:pt idx="75378">
                  <c:v>0</c:v>
                </c:pt>
                <c:pt idx="75379">
                  <c:v>0</c:v>
                </c:pt>
                <c:pt idx="75380">
                  <c:v>0</c:v>
                </c:pt>
                <c:pt idx="75381">
                  <c:v>0</c:v>
                </c:pt>
                <c:pt idx="75382">
                  <c:v>0</c:v>
                </c:pt>
                <c:pt idx="75383">
                  <c:v>0</c:v>
                </c:pt>
                <c:pt idx="75384">
                  <c:v>0</c:v>
                </c:pt>
                <c:pt idx="75385">
                  <c:v>0</c:v>
                </c:pt>
                <c:pt idx="75386">
                  <c:v>0</c:v>
                </c:pt>
                <c:pt idx="75387">
                  <c:v>0</c:v>
                </c:pt>
                <c:pt idx="75388">
                  <c:v>0</c:v>
                </c:pt>
                <c:pt idx="75389">
                  <c:v>0</c:v>
                </c:pt>
                <c:pt idx="75390">
                  <c:v>0</c:v>
                </c:pt>
                <c:pt idx="75391">
                  <c:v>0</c:v>
                </c:pt>
                <c:pt idx="75392">
                  <c:v>0</c:v>
                </c:pt>
                <c:pt idx="75393">
                  <c:v>0</c:v>
                </c:pt>
                <c:pt idx="75394">
                  <c:v>0</c:v>
                </c:pt>
                <c:pt idx="75395">
                  <c:v>0</c:v>
                </c:pt>
                <c:pt idx="75396">
                  <c:v>0</c:v>
                </c:pt>
                <c:pt idx="75397">
                  <c:v>0</c:v>
                </c:pt>
                <c:pt idx="75398">
                  <c:v>0</c:v>
                </c:pt>
                <c:pt idx="75399">
                  <c:v>0</c:v>
                </c:pt>
                <c:pt idx="75400">
                  <c:v>0</c:v>
                </c:pt>
                <c:pt idx="75401">
                  <c:v>0</c:v>
                </c:pt>
                <c:pt idx="75402">
                  <c:v>0</c:v>
                </c:pt>
                <c:pt idx="75403">
                  <c:v>0</c:v>
                </c:pt>
                <c:pt idx="75404">
                  <c:v>0</c:v>
                </c:pt>
                <c:pt idx="75405">
                  <c:v>0</c:v>
                </c:pt>
                <c:pt idx="75406">
                  <c:v>0</c:v>
                </c:pt>
                <c:pt idx="75407">
                  <c:v>0</c:v>
                </c:pt>
                <c:pt idx="75408">
                  <c:v>0</c:v>
                </c:pt>
                <c:pt idx="75409">
                  <c:v>0</c:v>
                </c:pt>
                <c:pt idx="75410">
                  <c:v>0</c:v>
                </c:pt>
                <c:pt idx="75411">
                  <c:v>0</c:v>
                </c:pt>
                <c:pt idx="75412">
                  <c:v>0</c:v>
                </c:pt>
                <c:pt idx="75413">
                  <c:v>0</c:v>
                </c:pt>
                <c:pt idx="75414">
                  <c:v>0</c:v>
                </c:pt>
                <c:pt idx="75415">
                  <c:v>0</c:v>
                </c:pt>
                <c:pt idx="75416">
                  <c:v>0</c:v>
                </c:pt>
                <c:pt idx="75417">
                  <c:v>0</c:v>
                </c:pt>
                <c:pt idx="75418">
                  <c:v>0</c:v>
                </c:pt>
                <c:pt idx="75419">
                  <c:v>0</c:v>
                </c:pt>
                <c:pt idx="75420">
                  <c:v>0</c:v>
                </c:pt>
                <c:pt idx="75421">
                  <c:v>0</c:v>
                </c:pt>
                <c:pt idx="75422">
                  <c:v>0</c:v>
                </c:pt>
                <c:pt idx="75423">
                  <c:v>0</c:v>
                </c:pt>
                <c:pt idx="75424">
                  <c:v>0</c:v>
                </c:pt>
                <c:pt idx="75425">
                  <c:v>0</c:v>
                </c:pt>
                <c:pt idx="75426">
                  <c:v>0</c:v>
                </c:pt>
                <c:pt idx="75427">
                  <c:v>0</c:v>
                </c:pt>
                <c:pt idx="75428">
                  <c:v>0</c:v>
                </c:pt>
                <c:pt idx="75429">
                  <c:v>0</c:v>
                </c:pt>
                <c:pt idx="75430">
                  <c:v>0</c:v>
                </c:pt>
                <c:pt idx="75431">
                  <c:v>0</c:v>
                </c:pt>
                <c:pt idx="75432">
                  <c:v>0</c:v>
                </c:pt>
                <c:pt idx="75433">
                  <c:v>0</c:v>
                </c:pt>
                <c:pt idx="75434">
                  <c:v>0</c:v>
                </c:pt>
                <c:pt idx="75435">
                  <c:v>0</c:v>
                </c:pt>
                <c:pt idx="75436">
                  <c:v>0</c:v>
                </c:pt>
                <c:pt idx="75437">
                  <c:v>0</c:v>
                </c:pt>
                <c:pt idx="75438">
                  <c:v>0</c:v>
                </c:pt>
                <c:pt idx="75439">
                  <c:v>0</c:v>
                </c:pt>
                <c:pt idx="75440">
                  <c:v>0</c:v>
                </c:pt>
                <c:pt idx="75441">
                  <c:v>0</c:v>
                </c:pt>
                <c:pt idx="75442">
                  <c:v>0</c:v>
                </c:pt>
                <c:pt idx="75443">
                  <c:v>0</c:v>
                </c:pt>
                <c:pt idx="75444">
                  <c:v>0</c:v>
                </c:pt>
                <c:pt idx="75445">
                  <c:v>0</c:v>
                </c:pt>
                <c:pt idx="75446">
                  <c:v>0</c:v>
                </c:pt>
                <c:pt idx="75447">
                  <c:v>0</c:v>
                </c:pt>
                <c:pt idx="75448">
                  <c:v>0</c:v>
                </c:pt>
                <c:pt idx="75449">
                  <c:v>0</c:v>
                </c:pt>
                <c:pt idx="75450">
                  <c:v>0</c:v>
                </c:pt>
                <c:pt idx="75451">
                  <c:v>0</c:v>
                </c:pt>
                <c:pt idx="75452">
                  <c:v>0</c:v>
                </c:pt>
                <c:pt idx="75453">
                  <c:v>0</c:v>
                </c:pt>
                <c:pt idx="75454">
                  <c:v>0</c:v>
                </c:pt>
                <c:pt idx="75455">
                  <c:v>0</c:v>
                </c:pt>
                <c:pt idx="75456">
                  <c:v>0</c:v>
                </c:pt>
                <c:pt idx="75457">
                  <c:v>0</c:v>
                </c:pt>
                <c:pt idx="75458">
                  <c:v>0</c:v>
                </c:pt>
                <c:pt idx="75459">
                  <c:v>0</c:v>
                </c:pt>
                <c:pt idx="75460">
                  <c:v>0</c:v>
                </c:pt>
                <c:pt idx="75461">
                  <c:v>0</c:v>
                </c:pt>
                <c:pt idx="75462">
                  <c:v>0</c:v>
                </c:pt>
                <c:pt idx="75463">
                  <c:v>0</c:v>
                </c:pt>
                <c:pt idx="75464">
                  <c:v>0</c:v>
                </c:pt>
                <c:pt idx="75465">
                  <c:v>0</c:v>
                </c:pt>
                <c:pt idx="75466">
                  <c:v>0</c:v>
                </c:pt>
                <c:pt idx="75467">
                  <c:v>0</c:v>
                </c:pt>
                <c:pt idx="75468">
                  <c:v>0</c:v>
                </c:pt>
                <c:pt idx="75469">
                  <c:v>0</c:v>
                </c:pt>
                <c:pt idx="75470">
                  <c:v>0</c:v>
                </c:pt>
                <c:pt idx="75471">
                  <c:v>0</c:v>
                </c:pt>
                <c:pt idx="75472">
                  <c:v>0</c:v>
                </c:pt>
                <c:pt idx="75473">
                  <c:v>0</c:v>
                </c:pt>
                <c:pt idx="75474">
                  <c:v>0</c:v>
                </c:pt>
                <c:pt idx="75475">
                  <c:v>0</c:v>
                </c:pt>
                <c:pt idx="75476">
                  <c:v>0</c:v>
                </c:pt>
                <c:pt idx="75477">
                  <c:v>0</c:v>
                </c:pt>
                <c:pt idx="75478">
                  <c:v>0</c:v>
                </c:pt>
                <c:pt idx="75479">
                  <c:v>0</c:v>
                </c:pt>
                <c:pt idx="75480">
                  <c:v>0</c:v>
                </c:pt>
                <c:pt idx="75481">
                  <c:v>0</c:v>
                </c:pt>
                <c:pt idx="75482">
                  <c:v>0</c:v>
                </c:pt>
                <c:pt idx="75483">
                  <c:v>0</c:v>
                </c:pt>
                <c:pt idx="75484">
                  <c:v>0</c:v>
                </c:pt>
                <c:pt idx="75485">
                  <c:v>0</c:v>
                </c:pt>
                <c:pt idx="75486">
                  <c:v>0</c:v>
                </c:pt>
                <c:pt idx="75487">
                  <c:v>0</c:v>
                </c:pt>
                <c:pt idx="75488">
                  <c:v>0</c:v>
                </c:pt>
                <c:pt idx="75489">
                  <c:v>0</c:v>
                </c:pt>
                <c:pt idx="75490">
                  <c:v>0</c:v>
                </c:pt>
                <c:pt idx="75491">
                  <c:v>0</c:v>
                </c:pt>
                <c:pt idx="75492">
                  <c:v>0</c:v>
                </c:pt>
                <c:pt idx="75493">
                  <c:v>0</c:v>
                </c:pt>
                <c:pt idx="75494">
                  <c:v>0</c:v>
                </c:pt>
                <c:pt idx="75495">
                  <c:v>0</c:v>
                </c:pt>
                <c:pt idx="75496">
                  <c:v>0</c:v>
                </c:pt>
                <c:pt idx="75497">
                  <c:v>0</c:v>
                </c:pt>
                <c:pt idx="75498">
                  <c:v>0</c:v>
                </c:pt>
                <c:pt idx="75499">
                  <c:v>0</c:v>
                </c:pt>
                <c:pt idx="75500">
                  <c:v>0</c:v>
                </c:pt>
                <c:pt idx="75501">
                  <c:v>0</c:v>
                </c:pt>
                <c:pt idx="75502">
                  <c:v>0</c:v>
                </c:pt>
                <c:pt idx="75503">
                  <c:v>0</c:v>
                </c:pt>
                <c:pt idx="75504">
                  <c:v>0</c:v>
                </c:pt>
                <c:pt idx="75505">
                  <c:v>0</c:v>
                </c:pt>
                <c:pt idx="75506">
                  <c:v>0</c:v>
                </c:pt>
                <c:pt idx="75507">
                  <c:v>0</c:v>
                </c:pt>
                <c:pt idx="75508">
                  <c:v>0</c:v>
                </c:pt>
                <c:pt idx="75509">
                  <c:v>0</c:v>
                </c:pt>
                <c:pt idx="75510">
                  <c:v>0</c:v>
                </c:pt>
                <c:pt idx="75511">
                  <c:v>0</c:v>
                </c:pt>
                <c:pt idx="75512">
                  <c:v>0</c:v>
                </c:pt>
                <c:pt idx="75513">
                  <c:v>0</c:v>
                </c:pt>
                <c:pt idx="75514">
                  <c:v>0</c:v>
                </c:pt>
                <c:pt idx="75515">
                  <c:v>0</c:v>
                </c:pt>
                <c:pt idx="75516">
                  <c:v>0</c:v>
                </c:pt>
                <c:pt idx="75517">
                  <c:v>0</c:v>
                </c:pt>
                <c:pt idx="75518">
                  <c:v>0</c:v>
                </c:pt>
                <c:pt idx="75519">
                  <c:v>0</c:v>
                </c:pt>
                <c:pt idx="75520">
                  <c:v>0</c:v>
                </c:pt>
                <c:pt idx="75521">
                  <c:v>0</c:v>
                </c:pt>
                <c:pt idx="75522">
                  <c:v>0</c:v>
                </c:pt>
                <c:pt idx="75523">
                  <c:v>0</c:v>
                </c:pt>
                <c:pt idx="75524">
                  <c:v>0</c:v>
                </c:pt>
                <c:pt idx="75525">
                  <c:v>0</c:v>
                </c:pt>
                <c:pt idx="75526">
                  <c:v>0</c:v>
                </c:pt>
                <c:pt idx="75527">
                  <c:v>0</c:v>
                </c:pt>
                <c:pt idx="75528">
                  <c:v>0</c:v>
                </c:pt>
                <c:pt idx="75529">
                  <c:v>0</c:v>
                </c:pt>
                <c:pt idx="75530">
                  <c:v>0</c:v>
                </c:pt>
                <c:pt idx="75531">
                  <c:v>0</c:v>
                </c:pt>
                <c:pt idx="75532">
                  <c:v>0</c:v>
                </c:pt>
                <c:pt idx="75533">
                  <c:v>0</c:v>
                </c:pt>
                <c:pt idx="75534">
                  <c:v>0</c:v>
                </c:pt>
                <c:pt idx="75535">
                  <c:v>0</c:v>
                </c:pt>
                <c:pt idx="75536">
                  <c:v>0</c:v>
                </c:pt>
                <c:pt idx="75537">
                  <c:v>0</c:v>
                </c:pt>
                <c:pt idx="75538">
                  <c:v>0</c:v>
                </c:pt>
                <c:pt idx="75539">
                  <c:v>0</c:v>
                </c:pt>
                <c:pt idx="75540">
                  <c:v>0</c:v>
                </c:pt>
                <c:pt idx="75541">
                  <c:v>0</c:v>
                </c:pt>
                <c:pt idx="75542">
                  <c:v>0</c:v>
                </c:pt>
                <c:pt idx="75543">
                  <c:v>0</c:v>
                </c:pt>
                <c:pt idx="75544">
                  <c:v>0</c:v>
                </c:pt>
                <c:pt idx="75545">
                  <c:v>0</c:v>
                </c:pt>
                <c:pt idx="75546">
                  <c:v>0</c:v>
                </c:pt>
                <c:pt idx="75547">
                  <c:v>0</c:v>
                </c:pt>
                <c:pt idx="75548">
                  <c:v>0</c:v>
                </c:pt>
                <c:pt idx="75549">
                  <c:v>0</c:v>
                </c:pt>
                <c:pt idx="75550">
                  <c:v>0</c:v>
                </c:pt>
                <c:pt idx="75551">
                  <c:v>0</c:v>
                </c:pt>
                <c:pt idx="75552">
                  <c:v>0</c:v>
                </c:pt>
                <c:pt idx="75553">
                  <c:v>0</c:v>
                </c:pt>
                <c:pt idx="75554">
                  <c:v>0</c:v>
                </c:pt>
                <c:pt idx="75555">
                  <c:v>0</c:v>
                </c:pt>
                <c:pt idx="75556">
                  <c:v>0</c:v>
                </c:pt>
                <c:pt idx="75557">
                  <c:v>0</c:v>
                </c:pt>
                <c:pt idx="75558">
                  <c:v>0</c:v>
                </c:pt>
                <c:pt idx="75559">
                  <c:v>0</c:v>
                </c:pt>
                <c:pt idx="75560">
                  <c:v>0</c:v>
                </c:pt>
                <c:pt idx="75561">
                  <c:v>0</c:v>
                </c:pt>
                <c:pt idx="75562">
                  <c:v>0</c:v>
                </c:pt>
                <c:pt idx="75563">
                  <c:v>0</c:v>
                </c:pt>
                <c:pt idx="75564">
                  <c:v>0</c:v>
                </c:pt>
                <c:pt idx="75565">
                  <c:v>0</c:v>
                </c:pt>
                <c:pt idx="75566">
                  <c:v>0</c:v>
                </c:pt>
                <c:pt idx="75567">
                  <c:v>0</c:v>
                </c:pt>
                <c:pt idx="75568">
                  <c:v>0</c:v>
                </c:pt>
                <c:pt idx="75569">
                  <c:v>0</c:v>
                </c:pt>
                <c:pt idx="75570">
                  <c:v>0</c:v>
                </c:pt>
                <c:pt idx="75571">
                  <c:v>0</c:v>
                </c:pt>
                <c:pt idx="75572">
                  <c:v>0</c:v>
                </c:pt>
                <c:pt idx="75573">
                  <c:v>0</c:v>
                </c:pt>
                <c:pt idx="75574">
                  <c:v>0</c:v>
                </c:pt>
                <c:pt idx="75575">
                  <c:v>0</c:v>
                </c:pt>
                <c:pt idx="75576">
                  <c:v>0</c:v>
                </c:pt>
                <c:pt idx="75577">
                  <c:v>0</c:v>
                </c:pt>
                <c:pt idx="75578">
                  <c:v>0</c:v>
                </c:pt>
                <c:pt idx="75579">
                  <c:v>0</c:v>
                </c:pt>
                <c:pt idx="75580">
                  <c:v>0</c:v>
                </c:pt>
                <c:pt idx="75581">
                  <c:v>0</c:v>
                </c:pt>
                <c:pt idx="75582">
                  <c:v>0</c:v>
                </c:pt>
                <c:pt idx="75583">
                  <c:v>0</c:v>
                </c:pt>
                <c:pt idx="75584">
                  <c:v>0</c:v>
                </c:pt>
                <c:pt idx="75585">
                  <c:v>0</c:v>
                </c:pt>
                <c:pt idx="75586">
                  <c:v>0</c:v>
                </c:pt>
                <c:pt idx="75587">
                  <c:v>0</c:v>
                </c:pt>
                <c:pt idx="75588">
                  <c:v>0</c:v>
                </c:pt>
                <c:pt idx="75589">
                  <c:v>0</c:v>
                </c:pt>
                <c:pt idx="75590">
                  <c:v>0</c:v>
                </c:pt>
                <c:pt idx="75591">
                  <c:v>0</c:v>
                </c:pt>
                <c:pt idx="75592">
                  <c:v>0</c:v>
                </c:pt>
                <c:pt idx="75593">
                  <c:v>0</c:v>
                </c:pt>
                <c:pt idx="75594">
                  <c:v>0</c:v>
                </c:pt>
                <c:pt idx="75595">
                  <c:v>0</c:v>
                </c:pt>
                <c:pt idx="75596">
                  <c:v>0</c:v>
                </c:pt>
                <c:pt idx="75597">
                  <c:v>0</c:v>
                </c:pt>
                <c:pt idx="75598">
                  <c:v>0</c:v>
                </c:pt>
                <c:pt idx="75599">
                  <c:v>0</c:v>
                </c:pt>
                <c:pt idx="75600">
                  <c:v>0</c:v>
                </c:pt>
                <c:pt idx="75601">
                  <c:v>0</c:v>
                </c:pt>
                <c:pt idx="75602">
                  <c:v>0</c:v>
                </c:pt>
                <c:pt idx="75603">
                  <c:v>0</c:v>
                </c:pt>
                <c:pt idx="75604">
                  <c:v>0</c:v>
                </c:pt>
                <c:pt idx="75605">
                  <c:v>0</c:v>
                </c:pt>
                <c:pt idx="75606">
                  <c:v>0</c:v>
                </c:pt>
                <c:pt idx="75607">
                  <c:v>0</c:v>
                </c:pt>
                <c:pt idx="75608">
                  <c:v>0</c:v>
                </c:pt>
                <c:pt idx="75609">
                  <c:v>0</c:v>
                </c:pt>
                <c:pt idx="75610">
                  <c:v>0</c:v>
                </c:pt>
                <c:pt idx="75611">
                  <c:v>0</c:v>
                </c:pt>
                <c:pt idx="75612">
                  <c:v>0</c:v>
                </c:pt>
                <c:pt idx="75613">
                  <c:v>0</c:v>
                </c:pt>
                <c:pt idx="75614">
                  <c:v>0</c:v>
                </c:pt>
                <c:pt idx="75615">
                  <c:v>0</c:v>
                </c:pt>
                <c:pt idx="75616">
                  <c:v>0</c:v>
                </c:pt>
                <c:pt idx="75617">
                  <c:v>0</c:v>
                </c:pt>
                <c:pt idx="75618">
                  <c:v>0</c:v>
                </c:pt>
                <c:pt idx="75619">
                  <c:v>0</c:v>
                </c:pt>
                <c:pt idx="75620">
                  <c:v>0</c:v>
                </c:pt>
                <c:pt idx="75621">
                  <c:v>0</c:v>
                </c:pt>
                <c:pt idx="75622">
                  <c:v>0</c:v>
                </c:pt>
                <c:pt idx="75623">
                  <c:v>0</c:v>
                </c:pt>
                <c:pt idx="75624">
                  <c:v>0</c:v>
                </c:pt>
                <c:pt idx="75625">
                  <c:v>0</c:v>
                </c:pt>
                <c:pt idx="75626">
                  <c:v>0</c:v>
                </c:pt>
                <c:pt idx="75627">
                  <c:v>0</c:v>
                </c:pt>
                <c:pt idx="75628">
                  <c:v>0</c:v>
                </c:pt>
                <c:pt idx="75629">
                  <c:v>0</c:v>
                </c:pt>
                <c:pt idx="75630">
                  <c:v>0</c:v>
                </c:pt>
                <c:pt idx="75631">
                  <c:v>0</c:v>
                </c:pt>
                <c:pt idx="75632">
                  <c:v>0</c:v>
                </c:pt>
                <c:pt idx="75633">
                  <c:v>0</c:v>
                </c:pt>
                <c:pt idx="75634">
                  <c:v>0</c:v>
                </c:pt>
                <c:pt idx="75635">
                  <c:v>0</c:v>
                </c:pt>
                <c:pt idx="75636">
                  <c:v>0</c:v>
                </c:pt>
                <c:pt idx="75637">
                  <c:v>0</c:v>
                </c:pt>
                <c:pt idx="75638">
                  <c:v>0</c:v>
                </c:pt>
                <c:pt idx="75639">
                  <c:v>0</c:v>
                </c:pt>
                <c:pt idx="75640">
                  <c:v>0</c:v>
                </c:pt>
                <c:pt idx="75641">
                  <c:v>0</c:v>
                </c:pt>
                <c:pt idx="75642">
                  <c:v>0</c:v>
                </c:pt>
                <c:pt idx="75643">
                  <c:v>0</c:v>
                </c:pt>
                <c:pt idx="75644">
                  <c:v>0</c:v>
                </c:pt>
                <c:pt idx="75645">
                  <c:v>0</c:v>
                </c:pt>
                <c:pt idx="75646">
                  <c:v>0</c:v>
                </c:pt>
                <c:pt idx="75647">
                  <c:v>0</c:v>
                </c:pt>
                <c:pt idx="75648">
                  <c:v>0</c:v>
                </c:pt>
                <c:pt idx="75649">
                  <c:v>0</c:v>
                </c:pt>
                <c:pt idx="75650">
                  <c:v>0</c:v>
                </c:pt>
                <c:pt idx="75651">
                  <c:v>0</c:v>
                </c:pt>
                <c:pt idx="75652">
                  <c:v>0</c:v>
                </c:pt>
                <c:pt idx="75653">
                  <c:v>0</c:v>
                </c:pt>
                <c:pt idx="75654">
                  <c:v>0</c:v>
                </c:pt>
                <c:pt idx="75655">
                  <c:v>0</c:v>
                </c:pt>
                <c:pt idx="75656">
                  <c:v>0</c:v>
                </c:pt>
                <c:pt idx="75657">
                  <c:v>0</c:v>
                </c:pt>
                <c:pt idx="75658">
                  <c:v>0</c:v>
                </c:pt>
                <c:pt idx="75659">
                  <c:v>0</c:v>
                </c:pt>
                <c:pt idx="75660">
                  <c:v>0</c:v>
                </c:pt>
                <c:pt idx="75661">
                  <c:v>0</c:v>
                </c:pt>
                <c:pt idx="75662">
                  <c:v>0</c:v>
                </c:pt>
                <c:pt idx="75663">
                  <c:v>0</c:v>
                </c:pt>
                <c:pt idx="75664">
                  <c:v>0</c:v>
                </c:pt>
                <c:pt idx="75665">
                  <c:v>0</c:v>
                </c:pt>
                <c:pt idx="75666">
                  <c:v>0</c:v>
                </c:pt>
                <c:pt idx="75667">
                  <c:v>0</c:v>
                </c:pt>
                <c:pt idx="75668">
                  <c:v>0</c:v>
                </c:pt>
                <c:pt idx="75669">
                  <c:v>0</c:v>
                </c:pt>
                <c:pt idx="75670">
                  <c:v>0</c:v>
                </c:pt>
                <c:pt idx="75671">
                  <c:v>0</c:v>
                </c:pt>
                <c:pt idx="75672">
                  <c:v>0</c:v>
                </c:pt>
                <c:pt idx="75673">
                  <c:v>0</c:v>
                </c:pt>
                <c:pt idx="75674">
                  <c:v>0</c:v>
                </c:pt>
                <c:pt idx="75675">
                  <c:v>0</c:v>
                </c:pt>
                <c:pt idx="75676">
                  <c:v>0</c:v>
                </c:pt>
                <c:pt idx="75677">
                  <c:v>0</c:v>
                </c:pt>
                <c:pt idx="75678">
                  <c:v>0</c:v>
                </c:pt>
                <c:pt idx="75679">
                  <c:v>0</c:v>
                </c:pt>
                <c:pt idx="75680">
                  <c:v>0</c:v>
                </c:pt>
                <c:pt idx="75681">
                  <c:v>0</c:v>
                </c:pt>
                <c:pt idx="75682">
                  <c:v>0</c:v>
                </c:pt>
                <c:pt idx="75683">
                  <c:v>0</c:v>
                </c:pt>
                <c:pt idx="75684">
                  <c:v>0</c:v>
                </c:pt>
                <c:pt idx="75685">
                  <c:v>0</c:v>
                </c:pt>
                <c:pt idx="75686">
                  <c:v>0</c:v>
                </c:pt>
                <c:pt idx="75687">
                  <c:v>0</c:v>
                </c:pt>
                <c:pt idx="75688">
                  <c:v>0</c:v>
                </c:pt>
                <c:pt idx="75689">
                  <c:v>0</c:v>
                </c:pt>
                <c:pt idx="75690">
                  <c:v>0</c:v>
                </c:pt>
                <c:pt idx="75691">
                  <c:v>0</c:v>
                </c:pt>
                <c:pt idx="75692">
                  <c:v>0</c:v>
                </c:pt>
                <c:pt idx="75693">
                  <c:v>0</c:v>
                </c:pt>
                <c:pt idx="75694">
                  <c:v>0</c:v>
                </c:pt>
                <c:pt idx="75695">
                  <c:v>0</c:v>
                </c:pt>
                <c:pt idx="75696">
                  <c:v>0</c:v>
                </c:pt>
                <c:pt idx="75697">
                  <c:v>0</c:v>
                </c:pt>
                <c:pt idx="75698">
                  <c:v>0</c:v>
                </c:pt>
                <c:pt idx="75699">
                  <c:v>0</c:v>
                </c:pt>
                <c:pt idx="75700">
                  <c:v>0</c:v>
                </c:pt>
                <c:pt idx="75701">
                  <c:v>0</c:v>
                </c:pt>
                <c:pt idx="75702">
                  <c:v>0</c:v>
                </c:pt>
                <c:pt idx="75703">
                  <c:v>0</c:v>
                </c:pt>
                <c:pt idx="75704">
                  <c:v>0</c:v>
                </c:pt>
                <c:pt idx="75705">
                  <c:v>0</c:v>
                </c:pt>
                <c:pt idx="75706">
                  <c:v>0</c:v>
                </c:pt>
                <c:pt idx="75707">
                  <c:v>0</c:v>
                </c:pt>
                <c:pt idx="75708">
                  <c:v>0</c:v>
                </c:pt>
                <c:pt idx="75709">
                  <c:v>0</c:v>
                </c:pt>
                <c:pt idx="75710">
                  <c:v>0</c:v>
                </c:pt>
                <c:pt idx="75711">
                  <c:v>0</c:v>
                </c:pt>
                <c:pt idx="75712">
                  <c:v>0</c:v>
                </c:pt>
                <c:pt idx="75713">
                  <c:v>0</c:v>
                </c:pt>
                <c:pt idx="75714">
                  <c:v>0</c:v>
                </c:pt>
                <c:pt idx="75715">
                  <c:v>0</c:v>
                </c:pt>
                <c:pt idx="75716">
                  <c:v>0</c:v>
                </c:pt>
                <c:pt idx="75717">
                  <c:v>0</c:v>
                </c:pt>
                <c:pt idx="75718">
                  <c:v>0</c:v>
                </c:pt>
                <c:pt idx="75719">
                  <c:v>0</c:v>
                </c:pt>
                <c:pt idx="75720">
                  <c:v>0</c:v>
                </c:pt>
                <c:pt idx="75721">
                  <c:v>0</c:v>
                </c:pt>
                <c:pt idx="75722">
                  <c:v>0</c:v>
                </c:pt>
                <c:pt idx="75723">
                  <c:v>0</c:v>
                </c:pt>
                <c:pt idx="75724">
                  <c:v>0</c:v>
                </c:pt>
                <c:pt idx="75725">
                  <c:v>0</c:v>
                </c:pt>
                <c:pt idx="75726">
                  <c:v>0</c:v>
                </c:pt>
                <c:pt idx="75727">
                  <c:v>0</c:v>
                </c:pt>
                <c:pt idx="75728">
                  <c:v>0</c:v>
                </c:pt>
                <c:pt idx="75729">
                  <c:v>0</c:v>
                </c:pt>
                <c:pt idx="75730">
                  <c:v>0</c:v>
                </c:pt>
                <c:pt idx="75731">
                  <c:v>0</c:v>
                </c:pt>
                <c:pt idx="75732">
                  <c:v>0</c:v>
                </c:pt>
                <c:pt idx="75733">
                  <c:v>0</c:v>
                </c:pt>
                <c:pt idx="75734">
                  <c:v>0</c:v>
                </c:pt>
                <c:pt idx="75735">
                  <c:v>0</c:v>
                </c:pt>
                <c:pt idx="75736">
                  <c:v>0</c:v>
                </c:pt>
                <c:pt idx="75737">
                  <c:v>0</c:v>
                </c:pt>
                <c:pt idx="75738">
                  <c:v>0</c:v>
                </c:pt>
                <c:pt idx="75739">
                  <c:v>0</c:v>
                </c:pt>
                <c:pt idx="75740">
                  <c:v>0</c:v>
                </c:pt>
                <c:pt idx="75741">
                  <c:v>0</c:v>
                </c:pt>
                <c:pt idx="75742">
                  <c:v>0</c:v>
                </c:pt>
                <c:pt idx="75743">
                  <c:v>0</c:v>
                </c:pt>
                <c:pt idx="75744">
                  <c:v>0</c:v>
                </c:pt>
                <c:pt idx="75745">
                  <c:v>0</c:v>
                </c:pt>
                <c:pt idx="75746">
                  <c:v>0</c:v>
                </c:pt>
                <c:pt idx="75747">
                  <c:v>0</c:v>
                </c:pt>
                <c:pt idx="75748">
                  <c:v>0</c:v>
                </c:pt>
                <c:pt idx="75749">
                  <c:v>0</c:v>
                </c:pt>
                <c:pt idx="75750">
                  <c:v>0</c:v>
                </c:pt>
                <c:pt idx="75751">
                  <c:v>0</c:v>
                </c:pt>
                <c:pt idx="75752">
                  <c:v>0</c:v>
                </c:pt>
                <c:pt idx="75753">
                  <c:v>0</c:v>
                </c:pt>
                <c:pt idx="75754">
                  <c:v>0</c:v>
                </c:pt>
                <c:pt idx="75755">
                  <c:v>0</c:v>
                </c:pt>
                <c:pt idx="75756">
                  <c:v>0</c:v>
                </c:pt>
                <c:pt idx="75757">
                  <c:v>0</c:v>
                </c:pt>
                <c:pt idx="75758">
                  <c:v>0</c:v>
                </c:pt>
                <c:pt idx="75759">
                  <c:v>0</c:v>
                </c:pt>
                <c:pt idx="75760">
                  <c:v>0</c:v>
                </c:pt>
                <c:pt idx="75761">
                  <c:v>0</c:v>
                </c:pt>
                <c:pt idx="75762">
                  <c:v>0</c:v>
                </c:pt>
                <c:pt idx="75763">
                  <c:v>0</c:v>
                </c:pt>
                <c:pt idx="75764">
                  <c:v>0</c:v>
                </c:pt>
                <c:pt idx="75765">
                  <c:v>0</c:v>
                </c:pt>
                <c:pt idx="75766">
                  <c:v>0</c:v>
                </c:pt>
                <c:pt idx="75767">
                  <c:v>0</c:v>
                </c:pt>
                <c:pt idx="75768">
                  <c:v>0</c:v>
                </c:pt>
                <c:pt idx="75769">
                  <c:v>0</c:v>
                </c:pt>
                <c:pt idx="75770">
                  <c:v>0</c:v>
                </c:pt>
                <c:pt idx="75771">
                  <c:v>0</c:v>
                </c:pt>
                <c:pt idx="75772">
                  <c:v>0</c:v>
                </c:pt>
                <c:pt idx="75773">
                  <c:v>0</c:v>
                </c:pt>
                <c:pt idx="75774">
                  <c:v>0</c:v>
                </c:pt>
                <c:pt idx="75775">
                  <c:v>0</c:v>
                </c:pt>
                <c:pt idx="75776">
                  <c:v>0</c:v>
                </c:pt>
                <c:pt idx="75777">
                  <c:v>0</c:v>
                </c:pt>
                <c:pt idx="75778">
                  <c:v>0</c:v>
                </c:pt>
                <c:pt idx="75779">
                  <c:v>0</c:v>
                </c:pt>
                <c:pt idx="75780">
                  <c:v>0</c:v>
                </c:pt>
                <c:pt idx="75781">
                  <c:v>0</c:v>
                </c:pt>
                <c:pt idx="75782">
                  <c:v>0</c:v>
                </c:pt>
                <c:pt idx="75783">
                  <c:v>0</c:v>
                </c:pt>
                <c:pt idx="75784">
                  <c:v>0</c:v>
                </c:pt>
                <c:pt idx="75785">
                  <c:v>0</c:v>
                </c:pt>
                <c:pt idx="75786">
                  <c:v>0</c:v>
                </c:pt>
                <c:pt idx="75787">
                  <c:v>0</c:v>
                </c:pt>
                <c:pt idx="75788">
                  <c:v>0</c:v>
                </c:pt>
                <c:pt idx="75789">
                  <c:v>0</c:v>
                </c:pt>
                <c:pt idx="75790">
                  <c:v>0</c:v>
                </c:pt>
                <c:pt idx="75791">
                  <c:v>0</c:v>
                </c:pt>
                <c:pt idx="75792">
                  <c:v>0</c:v>
                </c:pt>
                <c:pt idx="75793">
                  <c:v>0</c:v>
                </c:pt>
                <c:pt idx="75794">
                  <c:v>0</c:v>
                </c:pt>
                <c:pt idx="75795">
                  <c:v>0</c:v>
                </c:pt>
                <c:pt idx="75796">
                  <c:v>0</c:v>
                </c:pt>
                <c:pt idx="75797">
                  <c:v>0</c:v>
                </c:pt>
                <c:pt idx="75798">
                  <c:v>0</c:v>
                </c:pt>
                <c:pt idx="75799">
                  <c:v>0</c:v>
                </c:pt>
                <c:pt idx="75800">
                  <c:v>0</c:v>
                </c:pt>
                <c:pt idx="75801">
                  <c:v>0</c:v>
                </c:pt>
                <c:pt idx="75802">
                  <c:v>0</c:v>
                </c:pt>
                <c:pt idx="75803">
                  <c:v>0</c:v>
                </c:pt>
                <c:pt idx="75804">
                  <c:v>0</c:v>
                </c:pt>
                <c:pt idx="75805">
                  <c:v>0</c:v>
                </c:pt>
                <c:pt idx="75806">
                  <c:v>0</c:v>
                </c:pt>
                <c:pt idx="75807">
                  <c:v>0</c:v>
                </c:pt>
                <c:pt idx="75808">
                  <c:v>0</c:v>
                </c:pt>
                <c:pt idx="75809">
                  <c:v>0</c:v>
                </c:pt>
                <c:pt idx="75810">
                  <c:v>0</c:v>
                </c:pt>
                <c:pt idx="75811">
                  <c:v>0</c:v>
                </c:pt>
                <c:pt idx="75812">
                  <c:v>0</c:v>
                </c:pt>
                <c:pt idx="75813">
                  <c:v>0</c:v>
                </c:pt>
                <c:pt idx="75814">
                  <c:v>0</c:v>
                </c:pt>
                <c:pt idx="75815">
                  <c:v>0</c:v>
                </c:pt>
                <c:pt idx="75816">
                  <c:v>0</c:v>
                </c:pt>
                <c:pt idx="75817">
                  <c:v>0</c:v>
                </c:pt>
                <c:pt idx="75818">
                  <c:v>0</c:v>
                </c:pt>
                <c:pt idx="75819">
                  <c:v>0</c:v>
                </c:pt>
                <c:pt idx="75820">
                  <c:v>0</c:v>
                </c:pt>
                <c:pt idx="75821">
                  <c:v>0</c:v>
                </c:pt>
                <c:pt idx="75822">
                  <c:v>0</c:v>
                </c:pt>
                <c:pt idx="75823">
                  <c:v>0</c:v>
                </c:pt>
                <c:pt idx="75824">
                  <c:v>0</c:v>
                </c:pt>
                <c:pt idx="75825">
                  <c:v>0</c:v>
                </c:pt>
                <c:pt idx="75826">
                  <c:v>0</c:v>
                </c:pt>
                <c:pt idx="75827">
                  <c:v>0</c:v>
                </c:pt>
                <c:pt idx="75828">
                  <c:v>0</c:v>
                </c:pt>
                <c:pt idx="75829">
                  <c:v>0</c:v>
                </c:pt>
                <c:pt idx="75830">
                  <c:v>0</c:v>
                </c:pt>
                <c:pt idx="75831">
                  <c:v>0</c:v>
                </c:pt>
                <c:pt idx="75832">
                  <c:v>0</c:v>
                </c:pt>
                <c:pt idx="75833">
                  <c:v>0</c:v>
                </c:pt>
                <c:pt idx="75834">
                  <c:v>0</c:v>
                </c:pt>
                <c:pt idx="75835">
                  <c:v>0</c:v>
                </c:pt>
                <c:pt idx="75836">
                  <c:v>0</c:v>
                </c:pt>
                <c:pt idx="75837">
                  <c:v>0</c:v>
                </c:pt>
                <c:pt idx="75838">
                  <c:v>0</c:v>
                </c:pt>
                <c:pt idx="75839">
                  <c:v>0</c:v>
                </c:pt>
                <c:pt idx="75840">
                  <c:v>0</c:v>
                </c:pt>
                <c:pt idx="75841">
                  <c:v>0</c:v>
                </c:pt>
                <c:pt idx="75842">
                  <c:v>0</c:v>
                </c:pt>
                <c:pt idx="75843">
                  <c:v>0</c:v>
                </c:pt>
                <c:pt idx="75844">
                  <c:v>0</c:v>
                </c:pt>
                <c:pt idx="75845">
                  <c:v>0</c:v>
                </c:pt>
                <c:pt idx="75846">
                  <c:v>0</c:v>
                </c:pt>
                <c:pt idx="75847">
                  <c:v>0</c:v>
                </c:pt>
                <c:pt idx="75848">
                  <c:v>0</c:v>
                </c:pt>
                <c:pt idx="75849">
                  <c:v>0</c:v>
                </c:pt>
                <c:pt idx="75850">
                  <c:v>0</c:v>
                </c:pt>
                <c:pt idx="75851">
                  <c:v>0</c:v>
                </c:pt>
                <c:pt idx="75852">
                  <c:v>0</c:v>
                </c:pt>
                <c:pt idx="75853">
                  <c:v>0</c:v>
                </c:pt>
                <c:pt idx="75854">
                  <c:v>0</c:v>
                </c:pt>
                <c:pt idx="75855">
                  <c:v>0</c:v>
                </c:pt>
                <c:pt idx="75856">
                  <c:v>0</c:v>
                </c:pt>
                <c:pt idx="75857">
                  <c:v>0</c:v>
                </c:pt>
                <c:pt idx="75858">
                  <c:v>0</c:v>
                </c:pt>
                <c:pt idx="75859">
                  <c:v>0</c:v>
                </c:pt>
                <c:pt idx="75860">
                  <c:v>0</c:v>
                </c:pt>
                <c:pt idx="75861">
                  <c:v>0</c:v>
                </c:pt>
                <c:pt idx="75862">
                  <c:v>0</c:v>
                </c:pt>
                <c:pt idx="75863">
                  <c:v>0</c:v>
                </c:pt>
                <c:pt idx="75864">
                  <c:v>0</c:v>
                </c:pt>
                <c:pt idx="75865">
                  <c:v>0</c:v>
                </c:pt>
                <c:pt idx="75866">
                  <c:v>0</c:v>
                </c:pt>
                <c:pt idx="75867">
                  <c:v>0</c:v>
                </c:pt>
                <c:pt idx="75868">
                  <c:v>0</c:v>
                </c:pt>
                <c:pt idx="75869">
                  <c:v>0</c:v>
                </c:pt>
                <c:pt idx="75870">
                  <c:v>0</c:v>
                </c:pt>
                <c:pt idx="75871">
                  <c:v>0</c:v>
                </c:pt>
                <c:pt idx="75872">
                  <c:v>0</c:v>
                </c:pt>
                <c:pt idx="75873">
                  <c:v>0</c:v>
                </c:pt>
                <c:pt idx="75874">
                  <c:v>0</c:v>
                </c:pt>
                <c:pt idx="75875">
                  <c:v>0</c:v>
                </c:pt>
                <c:pt idx="75876">
                  <c:v>0</c:v>
                </c:pt>
                <c:pt idx="75877">
                  <c:v>0</c:v>
                </c:pt>
                <c:pt idx="75878">
                  <c:v>0</c:v>
                </c:pt>
                <c:pt idx="75879">
                  <c:v>0</c:v>
                </c:pt>
                <c:pt idx="75880">
                  <c:v>0</c:v>
                </c:pt>
                <c:pt idx="75881">
                  <c:v>0</c:v>
                </c:pt>
                <c:pt idx="75882">
                  <c:v>0</c:v>
                </c:pt>
                <c:pt idx="75883">
                  <c:v>0</c:v>
                </c:pt>
                <c:pt idx="75884">
                  <c:v>0</c:v>
                </c:pt>
                <c:pt idx="75885">
                  <c:v>0</c:v>
                </c:pt>
                <c:pt idx="75886">
                  <c:v>0</c:v>
                </c:pt>
                <c:pt idx="75887">
                  <c:v>0</c:v>
                </c:pt>
                <c:pt idx="75888">
                  <c:v>0</c:v>
                </c:pt>
                <c:pt idx="75889">
                  <c:v>0</c:v>
                </c:pt>
                <c:pt idx="75890">
                  <c:v>0</c:v>
                </c:pt>
                <c:pt idx="75891">
                  <c:v>0</c:v>
                </c:pt>
                <c:pt idx="75892">
                  <c:v>0</c:v>
                </c:pt>
                <c:pt idx="75893">
                  <c:v>0</c:v>
                </c:pt>
                <c:pt idx="75894">
                  <c:v>0</c:v>
                </c:pt>
                <c:pt idx="75895">
                  <c:v>0</c:v>
                </c:pt>
                <c:pt idx="75896">
                  <c:v>0</c:v>
                </c:pt>
                <c:pt idx="75897">
                  <c:v>0</c:v>
                </c:pt>
                <c:pt idx="75898">
                  <c:v>0</c:v>
                </c:pt>
                <c:pt idx="75899">
                  <c:v>0</c:v>
                </c:pt>
                <c:pt idx="75900">
                  <c:v>0</c:v>
                </c:pt>
                <c:pt idx="75901">
                  <c:v>0</c:v>
                </c:pt>
                <c:pt idx="75902">
                  <c:v>0</c:v>
                </c:pt>
                <c:pt idx="75903">
                  <c:v>0</c:v>
                </c:pt>
                <c:pt idx="75904">
                  <c:v>0</c:v>
                </c:pt>
                <c:pt idx="75905">
                  <c:v>0</c:v>
                </c:pt>
                <c:pt idx="75906">
                  <c:v>0</c:v>
                </c:pt>
                <c:pt idx="75907">
                  <c:v>0</c:v>
                </c:pt>
                <c:pt idx="75908">
                  <c:v>0</c:v>
                </c:pt>
                <c:pt idx="75909">
                  <c:v>0</c:v>
                </c:pt>
                <c:pt idx="75910">
                  <c:v>0</c:v>
                </c:pt>
                <c:pt idx="75911">
                  <c:v>0</c:v>
                </c:pt>
                <c:pt idx="75912">
                  <c:v>0</c:v>
                </c:pt>
                <c:pt idx="75913">
                  <c:v>0</c:v>
                </c:pt>
                <c:pt idx="75914">
                  <c:v>0</c:v>
                </c:pt>
                <c:pt idx="75915">
                  <c:v>0</c:v>
                </c:pt>
                <c:pt idx="75916">
                  <c:v>0</c:v>
                </c:pt>
                <c:pt idx="75917">
                  <c:v>0</c:v>
                </c:pt>
                <c:pt idx="75918">
                  <c:v>0</c:v>
                </c:pt>
                <c:pt idx="75919">
                  <c:v>0</c:v>
                </c:pt>
                <c:pt idx="75920">
                  <c:v>0</c:v>
                </c:pt>
                <c:pt idx="75921">
                  <c:v>0</c:v>
                </c:pt>
                <c:pt idx="75922">
                  <c:v>0</c:v>
                </c:pt>
                <c:pt idx="75923">
                  <c:v>0</c:v>
                </c:pt>
                <c:pt idx="75924">
                  <c:v>0</c:v>
                </c:pt>
                <c:pt idx="75925">
                  <c:v>0</c:v>
                </c:pt>
                <c:pt idx="75926">
                  <c:v>0</c:v>
                </c:pt>
                <c:pt idx="75927">
                  <c:v>0</c:v>
                </c:pt>
                <c:pt idx="75928">
                  <c:v>0</c:v>
                </c:pt>
                <c:pt idx="75929">
                  <c:v>0</c:v>
                </c:pt>
                <c:pt idx="75930">
                  <c:v>0</c:v>
                </c:pt>
                <c:pt idx="75931">
                  <c:v>0</c:v>
                </c:pt>
                <c:pt idx="75932">
                  <c:v>0</c:v>
                </c:pt>
                <c:pt idx="75933">
                  <c:v>0</c:v>
                </c:pt>
                <c:pt idx="75934">
                  <c:v>0</c:v>
                </c:pt>
                <c:pt idx="75935">
                  <c:v>0</c:v>
                </c:pt>
                <c:pt idx="75936">
                  <c:v>0</c:v>
                </c:pt>
                <c:pt idx="75937">
                  <c:v>0</c:v>
                </c:pt>
                <c:pt idx="75938">
                  <c:v>0</c:v>
                </c:pt>
                <c:pt idx="75939">
                  <c:v>0</c:v>
                </c:pt>
                <c:pt idx="75940">
                  <c:v>0</c:v>
                </c:pt>
                <c:pt idx="75941">
                  <c:v>0</c:v>
                </c:pt>
                <c:pt idx="75942">
                  <c:v>0</c:v>
                </c:pt>
                <c:pt idx="75943">
                  <c:v>0</c:v>
                </c:pt>
                <c:pt idx="75944">
                  <c:v>0</c:v>
                </c:pt>
                <c:pt idx="75945">
                  <c:v>0</c:v>
                </c:pt>
                <c:pt idx="75946">
                  <c:v>0</c:v>
                </c:pt>
                <c:pt idx="75947">
                  <c:v>0</c:v>
                </c:pt>
                <c:pt idx="75948">
                  <c:v>0</c:v>
                </c:pt>
                <c:pt idx="75949">
                  <c:v>0</c:v>
                </c:pt>
                <c:pt idx="75950">
                  <c:v>0</c:v>
                </c:pt>
                <c:pt idx="75951">
                  <c:v>0</c:v>
                </c:pt>
                <c:pt idx="75952">
                  <c:v>0</c:v>
                </c:pt>
                <c:pt idx="75953">
                  <c:v>0</c:v>
                </c:pt>
                <c:pt idx="75954">
                  <c:v>0</c:v>
                </c:pt>
                <c:pt idx="75955">
                  <c:v>0</c:v>
                </c:pt>
                <c:pt idx="75956">
                  <c:v>0</c:v>
                </c:pt>
                <c:pt idx="75957">
                  <c:v>0</c:v>
                </c:pt>
                <c:pt idx="75958">
                  <c:v>0</c:v>
                </c:pt>
                <c:pt idx="75959">
                  <c:v>0</c:v>
                </c:pt>
                <c:pt idx="75960">
                  <c:v>0</c:v>
                </c:pt>
                <c:pt idx="75961">
                  <c:v>0</c:v>
                </c:pt>
                <c:pt idx="75962">
                  <c:v>0</c:v>
                </c:pt>
                <c:pt idx="75963">
                  <c:v>0</c:v>
                </c:pt>
                <c:pt idx="75964">
                  <c:v>0</c:v>
                </c:pt>
                <c:pt idx="75965">
                  <c:v>0</c:v>
                </c:pt>
                <c:pt idx="75966">
                  <c:v>0</c:v>
                </c:pt>
                <c:pt idx="75967">
                  <c:v>0</c:v>
                </c:pt>
                <c:pt idx="75968">
                  <c:v>0</c:v>
                </c:pt>
                <c:pt idx="75969">
                  <c:v>0</c:v>
                </c:pt>
                <c:pt idx="75970">
                  <c:v>0</c:v>
                </c:pt>
                <c:pt idx="75971">
                  <c:v>0</c:v>
                </c:pt>
                <c:pt idx="75972">
                  <c:v>0</c:v>
                </c:pt>
                <c:pt idx="75973">
                  <c:v>0</c:v>
                </c:pt>
                <c:pt idx="75974">
                  <c:v>0</c:v>
                </c:pt>
                <c:pt idx="75975">
                  <c:v>0</c:v>
                </c:pt>
                <c:pt idx="75976">
                  <c:v>0</c:v>
                </c:pt>
                <c:pt idx="75977">
                  <c:v>0</c:v>
                </c:pt>
                <c:pt idx="75978">
                  <c:v>0</c:v>
                </c:pt>
                <c:pt idx="75979">
                  <c:v>0</c:v>
                </c:pt>
                <c:pt idx="75980">
                  <c:v>0</c:v>
                </c:pt>
                <c:pt idx="75981">
                  <c:v>0</c:v>
                </c:pt>
                <c:pt idx="75982">
                  <c:v>0</c:v>
                </c:pt>
                <c:pt idx="75983">
                  <c:v>0</c:v>
                </c:pt>
                <c:pt idx="75984">
                  <c:v>0</c:v>
                </c:pt>
                <c:pt idx="75985">
                  <c:v>0</c:v>
                </c:pt>
                <c:pt idx="75986">
                  <c:v>0</c:v>
                </c:pt>
                <c:pt idx="75987">
                  <c:v>0</c:v>
                </c:pt>
                <c:pt idx="75988">
                  <c:v>0</c:v>
                </c:pt>
                <c:pt idx="75989">
                  <c:v>0</c:v>
                </c:pt>
                <c:pt idx="75990">
                  <c:v>0</c:v>
                </c:pt>
                <c:pt idx="75991">
                  <c:v>0</c:v>
                </c:pt>
                <c:pt idx="75992">
                  <c:v>0</c:v>
                </c:pt>
                <c:pt idx="75993">
                  <c:v>0</c:v>
                </c:pt>
                <c:pt idx="75994">
                  <c:v>0</c:v>
                </c:pt>
                <c:pt idx="75995">
                  <c:v>0</c:v>
                </c:pt>
                <c:pt idx="75996">
                  <c:v>0</c:v>
                </c:pt>
                <c:pt idx="75997">
                  <c:v>0</c:v>
                </c:pt>
                <c:pt idx="75998">
                  <c:v>0</c:v>
                </c:pt>
                <c:pt idx="75999">
                  <c:v>0</c:v>
                </c:pt>
                <c:pt idx="76000">
                  <c:v>0</c:v>
                </c:pt>
                <c:pt idx="76001">
                  <c:v>0</c:v>
                </c:pt>
                <c:pt idx="76002">
                  <c:v>0</c:v>
                </c:pt>
                <c:pt idx="76003">
                  <c:v>0</c:v>
                </c:pt>
                <c:pt idx="76004">
                  <c:v>0</c:v>
                </c:pt>
                <c:pt idx="76005">
                  <c:v>0</c:v>
                </c:pt>
                <c:pt idx="76006">
                  <c:v>0</c:v>
                </c:pt>
                <c:pt idx="76007">
                  <c:v>0</c:v>
                </c:pt>
                <c:pt idx="76008">
                  <c:v>0</c:v>
                </c:pt>
                <c:pt idx="76009">
                  <c:v>0</c:v>
                </c:pt>
                <c:pt idx="76010">
                  <c:v>0</c:v>
                </c:pt>
                <c:pt idx="76011">
                  <c:v>0</c:v>
                </c:pt>
                <c:pt idx="76012">
                  <c:v>0</c:v>
                </c:pt>
                <c:pt idx="76013">
                  <c:v>0</c:v>
                </c:pt>
                <c:pt idx="76014">
                  <c:v>0</c:v>
                </c:pt>
                <c:pt idx="76015">
                  <c:v>0</c:v>
                </c:pt>
                <c:pt idx="76016">
                  <c:v>0</c:v>
                </c:pt>
                <c:pt idx="76017">
                  <c:v>0</c:v>
                </c:pt>
                <c:pt idx="76018">
                  <c:v>0</c:v>
                </c:pt>
                <c:pt idx="76019">
                  <c:v>0</c:v>
                </c:pt>
                <c:pt idx="76020">
                  <c:v>0</c:v>
                </c:pt>
                <c:pt idx="76021">
                  <c:v>0</c:v>
                </c:pt>
                <c:pt idx="76022">
                  <c:v>0</c:v>
                </c:pt>
                <c:pt idx="76023">
                  <c:v>0</c:v>
                </c:pt>
                <c:pt idx="76024">
                  <c:v>0</c:v>
                </c:pt>
                <c:pt idx="76025">
                  <c:v>0</c:v>
                </c:pt>
                <c:pt idx="76026">
                  <c:v>0</c:v>
                </c:pt>
                <c:pt idx="76027">
                  <c:v>0</c:v>
                </c:pt>
                <c:pt idx="76028">
                  <c:v>0</c:v>
                </c:pt>
                <c:pt idx="76029">
                  <c:v>0</c:v>
                </c:pt>
                <c:pt idx="76030">
                  <c:v>0</c:v>
                </c:pt>
                <c:pt idx="76031">
                  <c:v>0</c:v>
                </c:pt>
                <c:pt idx="76032">
                  <c:v>0</c:v>
                </c:pt>
                <c:pt idx="76033">
                  <c:v>0</c:v>
                </c:pt>
                <c:pt idx="76034">
                  <c:v>0</c:v>
                </c:pt>
                <c:pt idx="76035">
                  <c:v>0</c:v>
                </c:pt>
                <c:pt idx="76036">
                  <c:v>0</c:v>
                </c:pt>
                <c:pt idx="76037">
                  <c:v>0</c:v>
                </c:pt>
                <c:pt idx="76038">
                  <c:v>0</c:v>
                </c:pt>
                <c:pt idx="76039">
                  <c:v>0</c:v>
                </c:pt>
                <c:pt idx="76040">
                  <c:v>0</c:v>
                </c:pt>
                <c:pt idx="76041">
                  <c:v>0</c:v>
                </c:pt>
                <c:pt idx="76042">
                  <c:v>0</c:v>
                </c:pt>
                <c:pt idx="76043">
                  <c:v>0</c:v>
                </c:pt>
                <c:pt idx="76044">
                  <c:v>0</c:v>
                </c:pt>
                <c:pt idx="76045">
                  <c:v>0</c:v>
                </c:pt>
                <c:pt idx="76046">
                  <c:v>0</c:v>
                </c:pt>
                <c:pt idx="76047">
                  <c:v>0</c:v>
                </c:pt>
                <c:pt idx="76048">
                  <c:v>0</c:v>
                </c:pt>
                <c:pt idx="76049">
                  <c:v>0</c:v>
                </c:pt>
                <c:pt idx="76050">
                  <c:v>0</c:v>
                </c:pt>
                <c:pt idx="76051">
                  <c:v>0</c:v>
                </c:pt>
                <c:pt idx="76052">
                  <c:v>0</c:v>
                </c:pt>
                <c:pt idx="76053">
                  <c:v>0</c:v>
                </c:pt>
                <c:pt idx="76054">
                  <c:v>0</c:v>
                </c:pt>
                <c:pt idx="76055">
                  <c:v>0</c:v>
                </c:pt>
                <c:pt idx="76056">
                  <c:v>0</c:v>
                </c:pt>
                <c:pt idx="76057">
                  <c:v>0</c:v>
                </c:pt>
                <c:pt idx="76058">
                  <c:v>0</c:v>
                </c:pt>
                <c:pt idx="76059">
                  <c:v>0</c:v>
                </c:pt>
                <c:pt idx="76060">
                  <c:v>0</c:v>
                </c:pt>
                <c:pt idx="76061">
                  <c:v>0</c:v>
                </c:pt>
                <c:pt idx="76062">
                  <c:v>0</c:v>
                </c:pt>
                <c:pt idx="76063">
                  <c:v>0</c:v>
                </c:pt>
                <c:pt idx="76064">
                  <c:v>0</c:v>
                </c:pt>
                <c:pt idx="76065">
                  <c:v>0</c:v>
                </c:pt>
                <c:pt idx="76066">
                  <c:v>0</c:v>
                </c:pt>
                <c:pt idx="76067">
                  <c:v>0</c:v>
                </c:pt>
                <c:pt idx="76068">
                  <c:v>0</c:v>
                </c:pt>
                <c:pt idx="76069">
                  <c:v>0</c:v>
                </c:pt>
                <c:pt idx="76070">
                  <c:v>0</c:v>
                </c:pt>
                <c:pt idx="76071">
                  <c:v>0</c:v>
                </c:pt>
                <c:pt idx="76072">
                  <c:v>0</c:v>
                </c:pt>
                <c:pt idx="76073">
                  <c:v>0</c:v>
                </c:pt>
                <c:pt idx="76074">
                  <c:v>0</c:v>
                </c:pt>
                <c:pt idx="76075">
                  <c:v>0</c:v>
                </c:pt>
                <c:pt idx="76076">
                  <c:v>0</c:v>
                </c:pt>
                <c:pt idx="76077">
                  <c:v>0</c:v>
                </c:pt>
                <c:pt idx="76078">
                  <c:v>0</c:v>
                </c:pt>
                <c:pt idx="76079">
                  <c:v>0</c:v>
                </c:pt>
                <c:pt idx="76080">
                  <c:v>0</c:v>
                </c:pt>
                <c:pt idx="76081">
                  <c:v>0</c:v>
                </c:pt>
                <c:pt idx="76082">
                  <c:v>0</c:v>
                </c:pt>
                <c:pt idx="76083">
                  <c:v>0</c:v>
                </c:pt>
                <c:pt idx="76084">
                  <c:v>0</c:v>
                </c:pt>
                <c:pt idx="76085">
                  <c:v>0</c:v>
                </c:pt>
                <c:pt idx="76086">
                  <c:v>0</c:v>
                </c:pt>
                <c:pt idx="76087">
                  <c:v>0</c:v>
                </c:pt>
                <c:pt idx="76088">
                  <c:v>0</c:v>
                </c:pt>
                <c:pt idx="76089">
                  <c:v>0</c:v>
                </c:pt>
                <c:pt idx="76090">
                  <c:v>0</c:v>
                </c:pt>
                <c:pt idx="76091">
                  <c:v>0</c:v>
                </c:pt>
                <c:pt idx="76092">
                  <c:v>0</c:v>
                </c:pt>
                <c:pt idx="76093">
                  <c:v>0</c:v>
                </c:pt>
                <c:pt idx="76094">
                  <c:v>0</c:v>
                </c:pt>
                <c:pt idx="76095">
                  <c:v>0</c:v>
                </c:pt>
                <c:pt idx="76096">
                  <c:v>0</c:v>
                </c:pt>
                <c:pt idx="76097">
                  <c:v>0</c:v>
                </c:pt>
                <c:pt idx="76098">
                  <c:v>0</c:v>
                </c:pt>
                <c:pt idx="76099">
                  <c:v>0</c:v>
                </c:pt>
                <c:pt idx="76100">
                  <c:v>0</c:v>
                </c:pt>
                <c:pt idx="76101">
                  <c:v>0</c:v>
                </c:pt>
                <c:pt idx="76102">
                  <c:v>0</c:v>
                </c:pt>
                <c:pt idx="76103">
                  <c:v>0</c:v>
                </c:pt>
                <c:pt idx="76104">
                  <c:v>0</c:v>
                </c:pt>
                <c:pt idx="76105">
                  <c:v>0</c:v>
                </c:pt>
                <c:pt idx="76106">
                  <c:v>0</c:v>
                </c:pt>
                <c:pt idx="76107">
                  <c:v>0</c:v>
                </c:pt>
                <c:pt idx="76108">
                  <c:v>0</c:v>
                </c:pt>
                <c:pt idx="76109">
                  <c:v>0</c:v>
                </c:pt>
                <c:pt idx="76110">
                  <c:v>0</c:v>
                </c:pt>
                <c:pt idx="76111">
                  <c:v>0</c:v>
                </c:pt>
                <c:pt idx="76112">
                  <c:v>0</c:v>
                </c:pt>
                <c:pt idx="76113">
                  <c:v>0</c:v>
                </c:pt>
                <c:pt idx="76114">
                  <c:v>0</c:v>
                </c:pt>
                <c:pt idx="76115">
                  <c:v>0</c:v>
                </c:pt>
                <c:pt idx="76116">
                  <c:v>0</c:v>
                </c:pt>
                <c:pt idx="76117">
                  <c:v>0</c:v>
                </c:pt>
                <c:pt idx="76118">
                  <c:v>0</c:v>
                </c:pt>
                <c:pt idx="76119">
                  <c:v>0</c:v>
                </c:pt>
                <c:pt idx="76120">
                  <c:v>0</c:v>
                </c:pt>
                <c:pt idx="76121">
                  <c:v>0</c:v>
                </c:pt>
                <c:pt idx="76122">
                  <c:v>0</c:v>
                </c:pt>
                <c:pt idx="76123">
                  <c:v>0</c:v>
                </c:pt>
                <c:pt idx="76124">
                  <c:v>0</c:v>
                </c:pt>
                <c:pt idx="76125">
                  <c:v>0</c:v>
                </c:pt>
                <c:pt idx="76126">
                  <c:v>0</c:v>
                </c:pt>
                <c:pt idx="76127">
                  <c:v>0</c:v>
                </c:pt>
                <c:pt idx="76128">
                  <c:v>0</c:v>
                </c:pt>
                <c:pt idx="76129">
                  <c:v>0</c:v>
                </c:pt>
                <c:pt idx="76130">
                  <c:v>0</c:v>
                </c:pt>
                <c:pt idx="76131">
                  <c:v>0</c:v>
                </c:pt>
                <c:pt idx="76132">
                  <c:v>0</c:v>
                </c:pt>
                <c:pt idx="76133">
                  <c:v>0</c:v>
                </c:pt>
                <c:pt idx="76134">
                  <c:v>0</c:v>
                </c:pt>
                <c:pt idx="76135">
                  <c:v>0</c:v>
                </c:pt>
                <c:pt idx="76136">
                  <c:v>0</c:v>
                </c:pt>
                <c:pt idx="76137">
                  <c:v>0</c:v>
                </c:pt>
                <c:pt idx="76138">
                  <c:v>0</c:v>
                </c:pt>
                <c:pt idx="76139">
                  <c:v>0</c:v>
                </c:pt>
                <c:pt idx="76140">
                  <c:v>0</c:v>
                </c:pt>
                <c:pt idx="76141">
                  <c:v>0</c:v>
                </c:pt>
                <c:pt idx="76142">
                  <c:v>0</c:v>
                </c:pt>
                <c:pt idx="76143">
                  <c:v>0</c:v>
                </c:pt>
                <c:pt idx="76144">
                  <c:v>0</c:v>
                </c:pt>
                <c:pt idx="76145">
                  <c:v>0</c:v>
                </c:pt>
                <c:pt idx="76146">
                  <c:v>0</c:v>
                </c:pt>
                <c:pt idx="76147">
                  <c:v>0</c:v>
                </c:pt>
                <c:pt idx="76148">
                  <c:v>0</c:v>
                </c:pt>
                <c:pt idx="76149">
                  <c:v>0</c:v>
                </c:pt>
                <c:pt idx="76150">
                  <c:v>0</c:v>
                </c:pt>
                <c:pt idx="76151">
                  <c:v>0</c:v>
                </c:pt>
                <c:pt idx="76152">
                  <c:v>0</c:v>
                </c:pt>
                <c:pt idx="76153">
                  <c:v>0</c:v>
                </c:pt>
                <c:pt idx="76154">
                  <c:v>0</c:v>
                </c:pt>
                <c:pt idx="76155">
                  <c:v>0</c:v>
                </c:pt>
                <c:pt idx="76156">
                  <c:v>0</c:v>
                </c:pt>
                <c:pt idx="76157">
                  <c:v>0</c:v>
                </c:pt>
                <c:pt idx="76158">
                  <c:v>0</c:v>
                </c:pt>
                <c:pt idx="76159">
                  <c:v>0</c:v>
                </c:pt>
                <c:pt idx="76160">
                  <c:v>0</c:v>
                </c:pt>
                <c:pt idx="76161">
                  <c:v>0</c:v>
                </c:pt>
                <c:pt idx="76162">
                  <c:v>0</c:v>
                </c:pt>
                <c:pt idx="76163">
                  <c:v>0</c:v>
                </c:pt>
                <c:pt idx="76164">
                  <c:v>0</c:v>
                </c:pt>
                <c:pt idx="76165">
                  <c:v>0</c:v>
                </c:pt>
                <c:pt idx="76166">
                  <c:v>0</c:v>
                </c:pt>
                <c:pt idx="76167">
                  <c:v>0</c:v>
                </c:pt>
                <c:pt idx="76168">
                  <c:v>0</c:v>
                </c:pt>
                <c:pt idx="76169">
                  <c:v>0</c:v>
                </c:pt>
                <c:pt idx="76170">
                  <c:v>0</c:v>
                </c:pt>
                <c:pt idx="76171">
                  <c:v>0</c:v>
                </c:pt>
                <c:pt idx="76172">
                  <c:v>0</c:v>
                </c:pt>
                <c:pt idx="76173">
                  <c:v>0</c:v>
                </c:pt>
                <c:pt idx="76174">
                  <c:v>0</c:v>
                </c:pt>
                <c:pt idx="76175">
                  <c:v>0</c:v>
                </c:pt>
                <c:pt idx="76176">
                  <c:v>0</c:v>
                </c:pt>
                <c:pt idx="76177">
                  <c:v>0</c:v>
                </c:pt>
                <c:pt idx="76178">
                  <c:v>0</c:v>
                </c:pt>
                <c:pt idx="76179">
                  <c:v>0</c:v>
                </c:pt>
                <c:pt idx="76180">
                  <c:v>0</c:v>
                </c:pt>
                <c:pt idx="76181">
                  <c:v>0</c:v>
                </c:pt>
                <c:pt idx="76182">
                  <c:v>0</c:v>
                </c:pt>
                <c:pt idx="76183">
                  <c:v>0</c:v>
                </c:pt>
                <c:pt idx="76184">
                  <c:v>0</c:v>
                </c:pt>
                <c:pt idx="76185">
                  <c:v>0</c:v>
                </c:pt>
                <c:pt idx="76186">
                  <c:v>0</c:v>
                </c:pt>
                <c:pt idx="76187">
                  <c:v>0</c:v>
                </c:pt>
                <c:pt idx="76188">
                  <c:v>0</c:v>
                </c:pt>
                <c:pt idx="76189">
                  <c:v>0</c:v>
                </c:pt>
                <c:pt idx="76190">
                  <c:v>0</c:v>
                </c:pt>
                <c:pt idx="76191">
                  <c:v>0</c:v>
                </c:pt>
                <c:pt idx="76192">
                  <c:v>0</c:v>
                </c:pt>
                <c:pt idx="76193">
                  <c:v>0</c:v>
                </c:pt>
                <c:pt idx="76194">
                  <c:v>0</c:v>
                </c:pt>
                <c:pt idx="76195">
                  <c:v>0</c:v>
                </c:pt>
                <c:pt idx="76196">
                  <c:v>0</c:v>
                </c:pt>
                <c:pt idx="76197">
                  <c:v>0</c:v>
                </c:pt>
                <c:pt idx="76198">
                  <c:v>0</c:v>
                </c:pt>
                <c:pt idx="76199">
                  <c:v>0</c:v>
                </c:pt>
                <c:pt idx="76200">
                  <c:v>0</c:v>
                </c:pt>
                <c:pt idx="76201">
                  <c:v>0</c:v>
                </c:pt>
                <c:pt idx="76202">
                  <c:v>0</c:v>
                </c:pt>
                <c:pt idx="76203">
                  <c:v>0</c:v>
                </c:pt>
                <c:pt idx="76204">
                  <c:v>0</c:v>
                </c:pt>
                <c:pt idx="76205">
                  <c:v>0</c:v>
                </c:pt>
                <c:pt idx="76206">
                  <c:v>0</c:v>
                </c:pt>
                <c:pt idx="76207">
                  <c:v>0</c:v>
                </c:pt>
                <c:pt idx="76208">
                  <c:v>0</c:v>
                </c:pt>
                <c:pt idx="76209">
                  <c:v>0</c:v>
                </c:pt>
                <c:pt idx="76210">
                  <c:v>0</c:v>
                </c:pt>
                <c:pt idx="76211">
                  <c:v>0</c:v>
                </c:pt>
                <c:pt idx="76212">
                  <c:v>0</c:v>
                </c:pt>
                <c:pt idx="76213">
                  <c:v>0</c:v>
                </c:pt>
                <c:pt idx="76214">
                  <c:v>0</c:v>
                </c:pt>
                <c:pt idx="76215">
                  <c:v>0</c:v>
                </c:pt>
                <c:pt idx="76216">
                  <c:v>0</c:v>
                </c:pt>
                <c:pt idx="76217">
                  <c:v>0</c:v>
                </c:pt>
                <c:pt idx="76218">
                  <c:v>0</c:v>
                </c:pt>
                <c:pt idx="76219">
                  <c:v>0</c:v>
                </c:pt>
                <c:pt idx="76220">
                  <c:v>0</c:v>
                </c:pt>
                <c:pt idx="76221">
                  <c:v>0</c:v>
                </c:pt>
                <c:pt idx="76222">
                  <c:v>0</c:v>
                </c:pt>
                <c:pt idx="76223">
                  <c:v>0</c:v>
                </c:pt>
                <c:pt idx="76224">
                  <c:v>0</c:v>
                </c:pt>
                <c:pt idx="76225">
                  <c:v>0</c:v>
                </c:pt>
                <c:pt idx="76226">
                  <c:v>0</c:v>
                </c:pt>
                <c:pt idx="76227">
                  <c:v>0</c:v>
                </c:pt>
                <c:pt idx="76228">
                  <c:v>0</c:v>
                </c:pt>
                <c:pt idx="76229">
                  <c:v>0</c:v>
                </c:pt>
                <c:pt idx="76230">
                  <c:v>0</c:v>
                </c:pt>
                <c:pt idx="76231">
                  <c:v>0</c:v>
                </c:pt>
                <c:pt idx="76232">
                  <c:v>0</c:v>
                </c:pt>
                <c:pt idx="76233">
                  <c:v>0</c:v>
                </c:pt>
                <c:pt idx="76234">
                  <c:v>0</c:v>
                </c:pt>
                <c:pt idx="76235">
                  <c:v>0</c:v>
                </c:pt>
                <c:pt idx="76236">
                  <c:v>0</c:v>
                </c:pt>
                <c:pt idx="76237">
                  <c:v>0</c:v>
                </c:pt>
                <c:pt idx="76238">
                  <c:v>0</c:v>
                </c:pt>
                <c:pt idx="76239">
                  <c:v>0</c:v>
                </c:pt>
                <c:pt idx="76240">
                  <c:v>0</c:v>
                </c:pt>
                <c:pt idx="76241">
                  <c:v>0</c:v>
                </c:pt>
                <c:pt idx="76242">
                  <c:v>0</c:v>
                </c:pt>
                <c:pt idx="76243">
                  <c:v>0</c:v>
                </c:pt>
                <c:pt idx="76244">
                  <c:v>0</c:v>
                </c:pt>
                <c:pt idx="76245">
                  <c:v>0</c:v>
                </c:pt>
                <c:pt idx="76246">
                  <c:v>0</c:v>
                </c:pt>
                <c:pt idx="76247">
                  <c:v>0</c:v>
                </c:pt>
                <c:pt idx="76248">
                  <c:v>0</c:v>
                </c:pt>
                <c:pt idx="76249">
                  <c:v>0</c:v>
                </c:pt>
                <c:pt idx="76250">
                  <c:v>0</c:v>
                </c:pt>
                <c:pt idx="76251">
                  <c:v>0</c:v>
                </c:pt>
                <c:pt idx="76252">
                  <c:v>0</c:v>
                </c:pt>
                <c:pt idx="76253">
                  <c:v>0</c:v>
                </c:pt>
                <c:pt idx="76254">
                  <c:v>0</c:v>
                </c:pt>
                <c:pt idx="76255">
                  <c:v>0</c:v>
                </c:pt>
                <c:pt idx="76256">
                  <c:v>0</c:v>
                </c:pt>
                <c:pt idx="76257">
                  <c:v>0</c:v>
                </c:pt>
                <c:pt idx="76258">
                  <c:v>0</c:v>
                </c:pt>
                <c:pt idx="76259">
                  <c:v>0</c:v>
                </c:pt>
                <c:pt idx="76260">
                  <c:v>0</c:v>
                </c:pt>
                <c:pt idx="76261">
                  <c:v>0</c:v>
                </c:pt>
                <c:pt idx="76262">
                  <c:v>0</c:v>
                </c:pt>
                <c:pt idx="76263">
                  <c:v>0</c:v>
                </c:pt>
                <c:pt idx="76264">
                  <c:v>0</c:v>
                </c:pt>
                <c:pt idx="76265">
                  <c:v>0</c:v>
                </c:pt>
                <c:pt idx="76266">
                  <c:v>0</c:v>
                </c:pt>
                <c:pt idx="76267">
                  <c:v>0</c:v>
                </c:pt>
                <c:pt idx="76268">
                  <c:v>0</c:v>
                </c:pt>
                <c:pt idx="76269">
                  <c:v>0</c:v>
                </c:pt>
                <c:pt idx="76270">
                  <c:v>0</c:v>
                </c:pt>
                <c:pt idx="76271">
                  <c:v>0</c:v>
                </c:pt>
                <c:pt idx="76272">
                  <c:v>0</c:v>
                </c:pt>
                <c:pt idx="76273">
                  <c:v>0</c:v>
                </c:pt>
                <c:pt idx="76274">
                  <c:v>0</c:v>
                </c:pt>
                <c:pt idx="76275">
                  <c:v>0</c:v>
                </c:pt>
                <c:pt idx="76276">
                  <c:v>0</c:v>
                </c:pt>
                <c:pt idx="76277">
                  <c:v>0</c:v>
                </c:pt>
                <c:pt idx="76278">
                  <c:v>0</c:v>
                </c:pt>
                <c:pt idx="76279">
                  <c:v>0</c:v>
                </c:pt>
                <c:pt idx="76280">
                  <c:v>0</c:v>
                </c:pt>
                <c:pt idx="76281">
                  <c:v>0</c:v>
                </c:pt>
                <c:pt idx="76282">
                  <c:v>0</c:v>
                </c:pt>
                <c:pt idx="76283">
                  <c:v>0</c:v>
                </c:pt>
                <c:pt idx="76284">
                  <c:v>0</c:v>
                </c:pt>
                <c:pt idx="76285">
                  <c:v>0</c:v>
                </c:pt>
                <c:pt idx="76286">
                  <c:v>0</c:v>
                </c:pt>
                <c:pt idx="76287">
                  <c:v>0</c:v>
                </c:pt>
                <c:pt idx="76288">
                  <c:v>0</c:v>
                </c:pt>
                <c:pt idx="76289">
                  <c:v>0</c:v>
                </c:pt>
                <c:pt idx="76290">
                  <c:v>0</c:v>
                </c:pt>
                <c:pt idx="76291">
                  <c:v>0</c:v>
                </c:pt>
                <c:pt idx="76292">
                  <c:v>0</c:v>
                </c:pt>
                <c:pt idx="76293">
                  <c:v>0</c:v>
                </c:pt>
                <c:pt idx="76294">
                  <c:v>0</c:v>
                </c:pt>
                <c:pt idx="76295">
                  <c:v>0</c:v>
                </c:pt>
                <c:pt idx="76296">
                  <c:v>0</c:v>
                </c:pt>
                <c:pt idx="76297">
                  <c:v>0</c:v>
                </c:pt>
                <c:pt idx="76298">
                  <c:v>0</c:v>
                </c:pt>
                <c:pt idx="76299">
                  <c:v>0</c:v>
                </c:pt>
                <c:pt idx="76300">
                  <c:v>0</c:v>
                </c:pt>
                <c:pt idx="76301">
                  <c:v>0</c:v>
                </c:pt>
                <c:pt idx="76302">
                  <c:v>0</c:v>
                </c:pt>
                <c:pt idx="76303">
                  <c:v>0</c:v>
                </c:pt>
                <c:pt idx="76304">
                  <c:v>0</c:v>
                </c:pt>
                <c:pt idx="76305">
                  <c:v>0</c:v>
                </c:pt>
                <c:pt idx="76306">
                  <c:v>0</c:v>
                </c:pt>
                <c:pt idx="76307">
                  <c:v>0</c:v>
                </c:pt>
                <c:pt idx="76308">
                  <c:v>0</c:v>
                </c:pt>
                <c:pt idx="76309">
                  <c:v>0</c:v>
                </c:pt>
                <c:pt idx="76310">
                  <c:v>0</c:v>
                </c:pt>
                <c:pt idx="76311">
                  <c:v>0</c:v>
                </c:pt>
                <c:pt idx="76312">
                  <c:v>0</c:v>
                </c:pt>
                <c:pt idx="76313">
                  <c:v>0</c:v>
                </c:pt>
                <c:pt idx="76314">
                  <c:v>0</c:v>
                </c:pt>
                <c:pt idx="76315">
                  <c:v>0</c:v>
                </c:pt>
                <c:pt idx="76316">
                  <c:v>0</c:v>
                </c:pt>
                <c:pt idx="76317">
                  <c:v>0</c:v>
                </c:pt>
                <c:pt idx="76318">
                  <c:v>0</c:v>
                </c:pt>
                <c:pt idx="76319">
                  <c:v>0</c:v>
                </c:pt>
                <c:pt idx="76320">
                  <c:v>0</c:v>
                </c:pt>
                <c:pt idx="76321">
                  <c:v>0</c:v>
                </c:pt>
                <c:pt idx="76322">
                  <c:v>0</c:v>
                </c:pt>
                <c:pt idx="76323">
                  <c:v>0</c:v>
                </c:pt>
                <c:pt idx="76324">
                  <c:v>0</c:v>
                </c:pt>
                <c:pt idx="76325">
                  <c:v>0</c:v>
                </c:pt>
                <c:pt idx="76326">
                  <c:v>0</c:v>
                </c:pt>
                <c:pt idx="76327">
                  <c:v>0</c:v>
                </c:pt>
                <c:pt idx="76328">
                  <c:v>0</c:v>
                </c:pt>
                <c:pt idx="76329">
                  <c:v>0</c:v>
                </c:pt>
                <c:pt idx="76330">
                  <c:v>0</c:v>
                </c:pt>
                <c:pt idx="76331">
                  <c:v>0</c:v>
                </c:pt>
                <c:pt idx="76332">
                  <c:v>0</c:v>
                </c:pt>
                <c:pt idx="76333">
                  <c:v>0</c:v>
                </c:pt>
                <c:pt idx="76334">
                  <c:v>0</c:v>
                </c:pt>
                <c:pt idx="76335">
                  <c:v>0</c:v>
                </c:pt>
                <c:pt idx="76336">
                  <c:v>0</c:v>
                </c:pt>
                <c:pt idx="76337">
                  <c:v>0</c:v>
                </c:pt>
                <c:pt idx="76338">
                  <c:v>0</c:v>
                </c:pt>
                <c:pt idx="76339">
                  <c:v>0</c:v>
                </c:pt>
                <c:pt idx="76340">
                  <c:v>0</c:v>
                </c:pt>
                <c:pt idx="76341">
                  <c:v>0</c:v>
                </c:pt>
                <c:pt idx="76342">
                  <c:v>0</c:v>
                </c:pt>
                <c:pt idx="76343">
                  <c:v>0</c:v>
                </c:pt>
                <c:pt idx="76344">
                  <c:v>0</c:v>
                </c:pt>
                <c:pt idx="76345">
                  <c:v>0</c:v>
                </c:pt>
                <c:pt idx="76346">
                  <c:v>0</c:v>
                </c:pt>
                <c:pt idx="76347">
                  <c:v>0</c:v>
                </c:pt>
                <c:pt idx="76348">
                  <c:v>0</c:v>
                </c:pt>
                <c:pt idx="76349">
                  <c:v>0</c:v>
                </c:pt>
                <c:pt idx="76350">
                  <c:v>0</c:v>
                </c:pt>
                <c:pt idx="76351">
                  <c:v>0</c:v>
                </c:pt>
                <c:pt idx="76352">
                  <c:v>0</c:v>
                </c:pt>
                <c:pt idx="76353">
                  <c:v>0</c:v>
                </c:pt>
                <c:pt idx="76354">
                  <c:v>0</c:v>
                </c:pt>
                <c:pt idx="76355">
                  <c:v>0</c:v>
                </c:pt>
                <c:pt idx="76356">
                  <c:v>0</c:v>
                </c:pt>
                <c:pt idx="76357">
                  <c:v>0</c:v>
                </c:pt>
                <c:pt idx="76358">
                  <c:v>0</c:v>
                </c:pt>
                <c:pt idx="76359">
                  <c:v>0</c:v>
                </c:pt>
                <c:pt idx="76360">
                  <c:v>0</c:v>
                </c:pt>
                <c:pt idx="76361">
                  <c:v>0</c:v>
                </c:pt>
                <c:pt idx="76362">
                  <c:v>0</c:v>
                </c:pt>
                <c:pt idx="76363">
                  <c:v>0</c:v>
                </c:pt>
                <c:pt idx="76364">
                  <c:v>0</c:v>
                </c:pt>
                <c:pt idx="76365">
                  <c:v>0</c:v>
                </c:pt>
                <c:pt idx="76366">
                  <c:v>0</c:v>
                </c:pt>
                <c:pt idx="76367">
                  <c:v>0</c:v>
                </c:pt>
                <c:pt idx="76368">
                  <c:v>0</c:v>
                </c:pt>
                <c:pt idx="76369">
                  <c:v>0</c:v>
                </c:pt>
                <c:pt idx="76370">
                  <c:v>0</c:v>
                </c:pt>
                <c:pt idx="76371">
                  <c:v>0</c:v>
                </c:pt>
                <c:pt idx="76372">
                  <c:v>0</c:v>
                </c:pt>
                <c:pt idx="76373">
                  <c:v>0</c:v>
                </c:pt>
                <c:pt idx="76374">
                  <c:v>0</c:v>
                </c:pt>
                <c:pt idx="76375">
                  <c:v>0</c:v>
                </c:pt>
                <c:pt idx="76376">
                  <c:v>0</c:v>
                </c:pt>
                <c:pt idx="76377">
                  <c:v>0</c:v>
                </c:pt>
                <c:pt idx="76378">
                  <c:v>0</c:v>
                </c:pt>
                <c:pt idx="76379">
                  <c:v>0</c:v>
                </c:pt>
                <c:pt idx="76380">
                  <c:v>0</c:v>
                </c:pt>
                <c:pt idx="76381">
                  <c:v>0</c:v>
                </c:pt>
                <c:pt idx="76382">
                  <c:v>0</c:v>
                </c:pt>
                <c:pt idx="76383">
                  <c:v>0</c:v>
                </c:pt>
                <c:pt idx="76384">
                  <c:v>0</c:v>
                </c:pt>
                <c:pt idx="76385">
                  <c:v>0</c:v>
                </c:pt>
                <c:pt idx="76386">
                  <c:v>0</c:v>
                </c:pt>
                <c:pt idx="76387">
                  <c:v>0</c:v>
                </c:pt>
                <c:pt idx="76388">
                  <c:v>0</c:v>
                </c:pt>
                <c:pt idx="76389">
                  <c:v>0</c:v>
                </c:pt>
                <c:pt idx="76390">
                  <c:v>0</c:v>
                </c:pt>
                <c:pt idx="76391">
                  <c:v>0</c:v>
                </c:pt>
                <c:pt idx="76392">
                  <c:v>0</c:v>
                </c:pt>
                <c:pt idx="76393">
                  <c:v>0</c:v>
                </c:pt>
                <c:pt idx="76394">
                  <c:v>0</c:v>
                </c:pt>
                <c:pt idx="76395">
                  <c:v>0</c:v>
                </c:pt>
                <c:pt idx="76396">
                  <c:v>0</c:v>
                </c:pt>
                <c:pt idx="76397">
                  <c:v>0</c:v>
                </c:pt>
                <c:pt idx="76398">
                  <c:v>0</c:v>
                </c:pt>
                <c:pt idx="76399">
                  <c:v>0</c:v>
                </c:pt>
                <c:pt idx="76400">
                  <c:v>0</c:v>
                </c:pt>
                <c:pt idx="76401">
                  <c:v>0</c:v>
                </c:pt>
                <c:pt idx="76402">
                  <c:v>0</c:v>
                </c:pt>
                <c:pt idx="76403">
                  <c:v>0</c:v>
                </c:pt>
                <c:pt idx="76404">
                  <c:v>0</c:v>
                </c:pt>
                <c:pt idx="76405">
                  <c:v>0</c:v>
                </c:pt>
                <c:pt idx="76406">
                  <c:v>0</c:v>
                </c:pt>
                <c:pt idx="76407">
                  <c:v>0</c:v>
                </c:pt>
                <c:pt idx="76408">
                  <c:v>0</c:v>
                </c:pt>
                <c:pt idx="76409">
                  <c:v>0</c:v>
                </c:pt>
                <c:pt idx="76410">
                  <c:v>0</c:v>
                </c:pt>
                <c:pt idx="76411">
                  <c:v>0</c:v>
                </c:pt>
                <c:pt idx="76412">
                  <c:v>0</c:v>
                </c:pt>
                <c:pt idx="76413">
                  <c:v>0</c:v>
                </c:pt>
                <c:pt idx="76414">
                  <c:v>0</c:v>
                </c:pt>
                <c:pt idx="76415">
                  <c:v>0</c:v>
                </c:pt>
                <c:pt idx="76416">
                  <c:v>0</c:v>
                </c:pt>
                <c:pt idx="76417">
                  <c:v>0</c:v>
                </c:pt>
                <c:pt idx="76418">
                  <c:v>0</c:v>
                </c:pt>
                <c:pt idx="76419">
                  <c:v>0</c:v>
                </c:pt>
                <c:pt idx="76420">
                  <c:v>0</c:v>
                </c:pt>
                <c:pt idx="76421">
                  <c:v>0</c:v>
                </c:pt>
                <c:pt idx="76422">
                  <c:v>0</c:v>
                </c:pt>
                <c:pt idx="76423">
                  <c:v>0</c:v>
                </c:pt>
                <c:pt idx="76424">
                  <c:v>0</c:v>
                </c:pt>
                <c:pt idx="76425">
                  <c:v>0</c:v>
                </c:pt>
                <c:pt idx="76426">
                  <c:v>0</c:v>
                </c:pt>
                <c:pt idx="76427">
                  <c:v>0</c:v>
                </c:pt>
                <c:pt idx="76428">
                  <c:v>0</c:v>
                </c:pt>
                <c:pt idx="76429">
                  <c:v>0</c:v>
                </c:pt>
                <c:pt idx="76430">
                  <c:v>0</c:v>
                </c:pt>
                <c:pt idx="76431">
                  <c:v>0</c:v>
                </c:pt>
                <c:pt idx="76432">
                  <c:v>0</c:v>
                </c:pt>
                <c:pt idx="76433">
                  <c:v>0</c:v>
                </c:pt>
                <c:pt idx="76434">
                  <c:v>0</c:v>
                </c:pt>
                <c:pt idx="76435">
                  <c:v>0</c:v>
                </c:pt>
                <c:pt idx="76436">
                  <c:v>0</c:v>
                </c:pt>
                <c:pt idx="76437">
                  <c:v>0</c:v>
                </c:pt>
                <c:pt idx="76438">
                  <c:v>0</c:v>
                </c:pt>
                <c:pt idx="76439">
                  <c:v>0</c:v>
                </c:pt>
                <c:pt idx="76440">
                  <c:v>0</c:v>
                </c:pt>
                <c:pt idx="76441">
                  <c:v>0</c:v>
                </c:pt>
                <c:pt idx="76442">
                  <c:v>0</c:v>
                </c:pt>
                <c:pt idx="76443">
                  <c:v>0</c:v>
                </c:pt>
                <c:pt idx="76444">
                  <c:v>0</c:v>
                </c:pt>
                <c:pt idx="76445">
                  <c:v>0</c:v>
                </c:pt>
                <c:pt idx="76446">
                  <c:v>0</c:v>
                </c:pt>
                <c:pt idx="76447">
                  <c:v>0</c:v>
                </c:pt>
                <c:pt idx="76448">
                  <c:v>0</c:v>
                </c:pt>
                <c:pt idx="76449">
                  <c:v>0</c:v>
                </c:pt>
                <c:pt idx="76450">
                  <c:v>0</c:v>
                </c:pt>
                <c:pt idx="76451">
                  <c:v>0</c:v>
                </c:pt>
                <c:pt idx="76452">
                  <c:v>0</c:v>
                </c:pt>
                <c:pt idx="76453">
                  <c:v>0</c:v>
                </c:pt>
                <c:pt idx="76454">
                  <c:v>0</c:v>
                </c:pt>
                <c:pt idx="76455">
                  <c:v>0</c:v>
                </c:pt>
                <c:pt idx="76456">
                  <c:v>0</c:v>
                </c:pt>
                <c:pt idx="76457">
                  <c:v>0</c:v>
                </c:pt>
                <c:pt idx="76458">
                  <c:v>0</c:v>
                </c:pt>
                <c:pt idx="76459">
                  <c:v>0</c:v>
                </c:pt>
                <c:pt idx="76460">
                  <c:v>0</c:v>
                </c:pt>
                <c:pt idx="76461">
                  <c:v>0</c:v>
                </c:pt>
                <c:pt idx="76462">
                  <c:v>0</c:v>
                </c:pt>
                <c:pt idx="76463">
                  <c:v>0</c:v>
                </c:pt>
                <c:pt idx="76464">
                  <c:v>0</c:v>
                </c:pt>
                <c:pt idx="76465">
                  <c:v>0</c:v>
                </c:pt>
                <c:pt idx="76466">
                  <c:v>0</c:v>
                </c:pt>
                <c:pt idx="76467">
                  <c:v>0</c:v>
                </c:pt>
                <c:pt idx="76468">
                  <c:v>0</c:v>
                </c:pt>
                <c:pt idx="76469">
                  <c:v>0</c:v>
                </c:pt>
                <c:pt idx="76470">
                  <c:v>0</c:v>
                </c:pt>
                <c:pt idx="76471">
                  <c:v>0</c:v>
                </c:pt>
                <c:pt idx="76472">
                  <c:v>0</c:v>
                </c:pt>
                <c:pt idx="76473">
                  <c:v>0</c:v>
                </c:pt>
                <c:pt idx="76474">
                  <c:v>0</c:v>
                </c:pt>
                <c:pt idx="76475">
                  <c:v>0</c:v>
                </c:pt>
                <c:pt idx="76476">
                  <c:v>0</c:v>
                </c:pt>
                <c:pt idx="76477">
                  <c:v>0</c:v>
                </c:pt>
                <c:pt idx="76478">
                  <c:v>0</c:v>
                </c:pt>
                <c:pt idx="76479">
                  <c:v>0</c:v>
                </c:pt>
                <c:pt idx="76480">
                  <c:v>0</c:v>
                </c:pt>
                <c:pt idx="76481">
                  <c:v>0</c:v>
                </c:pt>
                <c:pt idx="76482">
                  <c:v>0</c:v>
                </c:pt>
                <c:pt idx="76483">
                  <c:v>0</c:v>
                </c:pt>
                <c:pt idx="76484">
                  <c:v>0</c:v>
                </c:pt>
                <c:pt idx="76485">
                  <c:v>0</c:v>
                </c:pt>
                <c:pt idx="76486">
                  <c:v>0</c:v>
                </c:pt>
                <c:pt idx="76487">
                  <c:v>0</c:v>
                </c:pt>
                <c:pt idx="76488">
                  <c:v>0</c:v>
                </c:pt>
                <c:pt idx="76489">
                  <c:v>0</c:v>
                </c:pt>
                <c:pt idx="76490">
                  <c:v>0</c:v>
                </c:pt>
                <c:pt idx="76491">
                  <c:v>0</c:v>
                </c:pt>
                <c:pt idx="76492">
                  <c:v>0</c:v>
                </c:pt>
                <c:pt idx="76493">
                  <c:v>0</c:v>
                </c:pt>
                <c:pt idx="76494">
                  <c:v>0</c:v>
                </c:pt>
                <c:pt idx="76495">
                  <c:v>0</c:v>
                </c:pt>
                <c:pt idx="76496">
                  <c:v>0</c:v>
                </c:pt>
                <c:pt idx="76497">
                  <c:v>0</c:v>
                </c:pt>
                <c:pt idx="76498">
                  <c:v>0</c:v>
                </c:pt>
                <c:pt idx="76499">
                  <c:v>0</c:v>
                </c:pt>
                <c:pt idx="76500">
                  <c:v>0</c:v>
                </c:pt>
                <c:pt idx="76501">
                  <c:v>0</c:v>
                </c:pt>
                <c:pt idx="76502">
                  <c:v>0</c:v>
                </c:pt>
                <c:pt idx="76503">
                  <c:v>0</c:v>
                </c:pt>
                <c:pt idx="76504">
                  <c:v>0</c:v>
                </c:pt>
                <c:pt idx="76505">
                  <c:v>0</c:v>
                </c:pt>
                <c:pt idx="76506">
                  <c:v>0</c:v>
                </c:pt>
                <c:pt idx="76507">
                  <c:v>0</c:v>
                </c:pt>
                <c:pt idx="76508">
                  <c:v>0</c:v>
                </c:pt>
                <c:pt idx="76509">
                  <c:v>0</c:v>
                </c:pt>
                <c:pt idx="76510">
                  <c:v>0</c:v>
                </c:pt>
                <c:pt idx="76511">
                  <c:v>0</c:v>
                </c:pt>
                <c:pt idx="76512">
                  <c:v>0</c:v>
                </c:pt>
                <c:pt idx="76513">
                  <c:v>0</c:v>
                </c:pt>
                <c:pt idx="76514">
                  <c:v>0</c:v>
                </c:pt>
                <c:pt idx="76515">
                  <c:v>0</c:v>
                </c:pt>
                <c:pt idx="76516">
                  <c:v>0</c:v>
                </c:pt>
                <c:pt idx="76517">
                  <c:v>0</c:v>
                </c:pt>
                <c:pt idx="76518">
                  <c:v>0</c:v>
                </c:pt>
                <c:pt idx="76519">
                  <c:v>0</c:v>
                </c:pt>
                <c:pt idx="76520">
                  <c:v>0</c:v>
                </c:pt>
                <c:pt idx="76521">
                  <c:v>0</c:v>
                </c:pt>
                <c:pt idx="76522">
                  <c:v>0</c:v>
                </c:pt>
                <c:pt idx="76523">
                  <c:v>0</c:v>
                </c:pt>
                <c:pt idx="76524">
                  <c:v>0</c:v>
                </c:pt>
                <c:pt idx="76525">
                  <c:v>0</c:v>
                </c:pt>
                <c:pt idx="76526">
                  <c:v>0</c:v>
                </c:pt>
                <c:pt idx="76527">
                  <c:v>0</c:v>
                </c:pt>
                <c:pt idx="76528">
                  <c:v>0</c:v>
                </c:pt>
                <c:pt idx="76529">
                  <c:v>0</c:v>
                </c:pt>
                <c:pt idx="76530">
                  <c:v>0</c:v>
                </c:pt>
                <c:pt idx="76531">
                  <c:v>0</c:v>
                </c:pt>
                <c:pt idx="76532">
                  <c:v>0</c:v>
                </c:pt>
                <c:pt idx="76533">
                  <c:v>0</c:v>
                </c:pt>
                <c:pt idx="76534">
                  <c:v>0</c:v>
                </c:pt>
                <c:pt idx="76535">
                  <c:v>0</c:v>
                </c:pt>
                <c:pt idx="76536">
                  <c:v>0</c:v>
                </c:pt>
                <c:pt idx="76537">
                  <c:v>0</c:v>
                </c:pt>
                <c:pt idx="76538">
                  <c:v>0</c:v>
                </c:pt>
                <c:pt idx="76539">
                  <c:v>0</c:v>
                </c:pt>
                <c:pt idx="76540">
                  <c:v>0</c:v>
                </c:pt>
                <c:pt idx="76541">
                  <c:v>0</c:v>
                </c:pt>
                <c:pt idx="76542">
                  <c:v>0</c:v>
                </c:pt>
                <c:pt idx="76543">
                  <c:v>0</c:v>
                </c:pt>
                <c:pt idx="76544">
                  <c:v>0</c:v>
                </c:pt>
                <c:pt idx="76545">
                  <c:v>0</c:v>
                </c:pt>
                <c:pt idx="76546">
                  <c:v>0</c:v>
                </c:pt>
                <c:pt idx="76547">
                  <c:v>0</c:v>
                </c:pt>
                <c:pt idx="76548">
                  <c:v>0</c:v>
                </c:pt>
                <c:pt idx="76549">
                  <c:v>0</c:v>
                </c:pt>
                <c:pt idx="76550">
                  <c:v>0</c:v>
                </c:pt>
                <c:pt idx="76551">
                  <c:v>0</c:v>
                </c:pt>
                <c:pt idx="76552">
                  <c:v>0</c:v>
                </c:pt>
                <c:pt idx="76553">
                  <c:v>0</c:v>
                </c:pt>
                <c:pt idx="76554">
                  <c:v>0</c:v>
                </c:pt>
                <c:pt idx="76555">
                  <c:v>0</c:v>
                </c:pt>
                <c:pt idx="76556">
                  <c:v>0</c:v>
                </c:pt>
                <c:pt idx="76557">
                  <c:v>0</c:v>
                </c:pt>
                <c:pt idx="76558">
                  <c:v>0</c:v>
                </c:pt>
                <c:pt idx="76559">
                  <c:v>0</c:v>
                </c:pt>
                <c:pt idx="76560">
                  <c:v>0</c:v>
                </c:pt>
                <c:pt idx="76561">
                  <c:v>0</c:v>
                </c:pt>
                <c:pt idx="76562">
                  <c:v>0</c:v>
                </c:pt>
                <c:pt idx="76563">
                  <c:v>0</c:v>
                </c:pt>
                <c:pt idx="76564">
                  <c:v>0</c:v>
                </c:pt>
                <c:pt idx="76565">
                  <c:v>0</c:v>
                </c:pt>
                <c:pt idx="76566">
                  <c:v>0</c:v>
                </c:pt>
                <c:pt idx="76567">
                  <c:v>0</c:v>
                </c:pt>
                <c:pt idx="76568">
                  <c:v>0</c:v>
                </c:pt>
                <c:pt idx="76569">
                  <c:v>0</c:v>
                </c:pt>
                <c:pt idx="76570">
                  <c:v>0</c:v>
                </c:pt>
                <c:pt idx="76571">
                  <c:v>0</c:v>
                </c:pt>
                <c:pt idx="76572">
                  <c:v>0</c:v>
                </c:pt>
                <c:pt idx="76573">
                  <c:v>0</c:v>
                </c:pt>
                <c:pt idx="76574">
                  <c:v>0</c:v>
                </c:pt>
                <c:pt idx="76575">
                  <c:v>0</c:v>
                </c:pt>
                <c:pt idx="76576">
                  <c:v>0</c:v>
                </c:pt>
                <c:pt idx="76577">
                  <c:v>0</c:v>
                </c:pt>
                <c:pt idx="76578">
                  <c:v>0</c:v>
                </c:pt>
                <c:pt idx="76579">
                  <c:v>0</c:v>
                </c:pt>
                <c:pt idx="76580">
                  <c:v>0</c:v>
                </c:pt>
                <c:pt idx="76581">
                  <c:v>0</c:v>
                </c:pt>
                <c:pt idx="76582">
                  <c:v>0</c:v>
                </c:pt>
                <c:pt idx="76583">
                  <c:v>0</c:v>
                </c:pt>
                <c:pt idx="76584">
                  <c:v>0</c:v>
                </c:pt>
                <c:pt idx="76585">
                  <c:v>0</c:v>
                </c:pt>
                <c:pt idx="76586">
                  <c:v>0</c:v>
                </c:pt>
                <c:pt idx="76587">
                  <c:v>0</c:v>
                </c:pt>
                <c:pt idx="76588">
                  <c:v>0</c:v>
                </c:pt>
                <c:pt idx="76589">
                  <c:v>0</c:v>
                </c:pt>
                <c:pt idx="76590">
                  <c:v>0</c:v>
                </c:pt>
                <c:pt idx="76591">
                  <c:v>0</c:v>
                </c:pt>
                <c:pt idx="76592">
                  <c:v>0</c:v>
                </c:pt>
                <c:pt idx="76593">
                  <c:v>0</c:v>
                </c:pt>
                <c:pt idx="76594">
                  <c:v>0</c:v>
                </c:pt>
                <c:pt idx="76595">
                  <c:v>0</c:v>
                </c:pt>
                <c:pt idx="76596">
                  <c:v>0</c:v>
                </c:pt>
                <c:pt idx="76597">
                  <c:v>0</c:v>
                </c:pt>
                <c:pt idx="76598">
                  <c:v>0</c:v>
                </c:pt>
                <c:pt idx="76599">
                  <c:v>0</c:v>
                </c:pt>
                <c:pt idx="76600">
                  <c:v>0</c:v>
                </c:pt>
                <c:pt idx="76601">
                  <c:v>0</c:v>
                </c:pt>
                <c:pt idx="76602">
                  <c:v>0</c:v>
                </c:pt>
                <c:pt idx="76603">
                  <c:v>0</c:v>
                </c:pt>
                <c:pt idx="76604">
                  <c:v>0</c:v>
                </c:pt>
                <c:pt idx="76605">
                  <c:v>0</c:v>
                </c:pt>
                <c:pt idx="76606">
                  <c:v>0</c:v>
                </c:pt>
                <c:pt idx="76607">
                  <c:v>0</c:v>
                </c:pt>
                <c:pt idx="76608">
                  <c:v>0</c:v>
                </c:pt>
                <c:pt idx="76609">
                  <c:v>0</c:v>
                </c:pt>
                <c:pt idx="76610">
                  <c:v>0</c:v>
                </c:pt>
                <c:pt idx="76611">
                  <c:v>0</c:v>
                </c:pt>
                <c:pt idx="76612">
                  <c:v>0</c:v>
                </c:pt>
                <c:pt idx="76613">
                  <c:v>0</c:v>
                </c:pt>
                <c:pt idx="76614">
                  <c:v>0</c:v>
                </c:pt>
                <c:pt idx="76615">
                  <c:v>0</c:v>
                </c:pt>
                <c:pt idx="76616">
                  <c:v>0</c:v>
                </c:pt>
                <c:pt idx="76617">
                  <c:v>0</c:v>
                </c:pt>
                <c:pt idx="76618">
                  <c:v>0</c:v>
                </c:pt>
                <c:pt idx="76619">
                  <c:v>0</c:v>
                </c:pt>
                <c:pt idx="76620">
                  <c:v>0</c:v>
                </c:pt>
                <c:pt idx="76621">
                  <c:v>0</c:v>
                </c:pt>
                <c:pt idx="76622">
                  <c:v>0</c:v>
                </c:pt>
                <c:pt idx="76623">
                  <c:v>0</c:v>
                </c:pt>
                <c:pt idx="76624">
                  <c:v>0</c:v>
                </c:pt>
                <c:pt idx="76625">
                  <c:v>0</c:v>
                </c:pt>
                <c:pt idx="76626">
                  <c:v>0</c:v>
                </c:pt>
                <c:pt idx="76627">
                  <c:v>0</c:v>
                </c:pt>
                <c:pt idx="76628">
                  <c:v>0</c:v>
                </c:pt>
                <c:pt idx="76629">
                  <c:v>0</c:v>
                </c:pt>
                <c:pt idx="76630">
                  <c:v>0</c:v>
                </c:pt>
                <c:pt idx="76631">
                  <c:v>0</c:v>
                </c:pt>
                <c:pt idx="76632">
                  <c:v>0</c:v>
                </c:pt>
                <c:pt idx="76633">
                  <c:v>0</c:v>
                </c:pt>
                <c:pt idx="76634">
                  <c:v>0</c:v>
                </c:pt>
                <c:pt idx="76635">
                  <c:v>0</c:v>
                </c:pt>
                <c:pt idx="76636">
                  <c:v>0</c:v>
                </c:pt>
                <c:pt idx="76637">
                  <c:v>0</c:v>
                </c:pt>
                <c:pt idx="76638">
                  <c:v>0</c:v>
                </c:pt>
                <c:pt idx="76639">
                  <c:v>0</c:v>
                </c:pt>
                <c:pt idx="76640">
                  <c:v>0</c:v>
                </c:pt>
                <c:pt idx="76641">
                  <c:v>0</c:v>
                </c:pt>
                <c:pt idx="76642">
                  <c:v>0</c:v>
                </c:pt>
                <c:pt idx="76643">
                  <c:v>0</c:v>
                </c:pt>
                <c:pt idx="76644">
                  <c:v>0</c:v>
                </c:pt>
                <c:pt idx="76645">
                  <c:v>0</c:v>
                </c:pt>
                <c:pt idx="76646">
                  <c:v>0</c:v>
                </c:pt>
                <c:pt idx="76647">
                  <c:v>0</c:v>
                </c:pt>
                <c:pt idx="76648">
                  <c:v>0</c:v>
                </c:pt>
                <c:pt idx="76649">
                  <c:v>0</c:v>
                </c:pt>
                <c:pt idx="76650">
                  <c:v>0</c:v>
                </c:pt>
                <c:pt idx="76651">
                  <c:v>0</c:v>
                </c:pt>
                <c:pt idx="76652">
                  <c:v>0</c:v>
                </c:pt>
                <c:pt idx="76653">
                  <c:v>0</c:v>
                </c:pt>
                <c:pt idx="76654">
                  <c:v>0</c:v>
                </c:pt>
                <c:pt idx="76655">
                  <c:v>0</c:v>
                </c:pt>
                <c:pt idx="76656">
                  <c:v>0</c:v>
                </c:pt>
                <c:pt idx="76657">
                  <c:v>0</c:v>
                </c:pt>
                <c:pt idx="76658">
                  <c:v>0</c:v>
                </c:pt>
                <c:pt idx="76659">
                  <c:v>0</c:v>
                </c:pt>
                <c:pt idx="76660">
                  <c:v>0</c:v>
                </c:pt>
                <c:pt idx="76661">
                  <c:v>0</c:v>
                </c:pt>
                <c:pt idx="76662">
                  <c:v>0</c:v>
                </c:pt>
                <c:pt idx="76663">
                  <c:v>0</c:v>
                </c:pt>
                <c:pt idx="76664">
                  <c:v>0</c:v>
                </c:pt>
                <c:pt idx="76665">
                  <c:v>0</c:v>
                </c:pt>
                <c:pt idx="76666">
                  <c:v>0</c:v>
                </c:pt>
                <c:pt idx="76667">
                  <c:v>0</c:v>
                </c:pt>
                <c:pt idx="76668">
                  <c:v>0</c:v>
                </c:pt>
                <c:pt idx="76669">
                  <c:v>0</c:v>
                </c:pt>
                <c:pt idx="76670">
                  <c:v>0</c:v>
                </c:pt>
                <c:pt idx="76671">
                  <c:v>0</c:v>
                </c:pt>
                <c:pt idx="76672">
                  <c:v>0</c:v>
                </c:pt>
                <c:pt idx="76673">
                  <c:v>0</c:v>
                </c:pt>
                <c:pt idx="76674">
                  <c:v>0</c:v>
                </c:pt>
                <c:pt idx="76675">
                  <c:v>0</c:v>
                </c:pt>
                <c:pt idx="76676">
                  <c:v>0</c:v>
                </c:pt>
                <c:pt idx="76677">
                  <c:v>0</c:v>
                </c:pt>
                <c:pt idx="76678">
                  <c:v>0</c:v>
                </c:pt>
                <c:pt idx="76679">
                  <c:v>0</c:v>
                </c:pt>
                <c:pt idx="76680">
                  <c:v>0</c:v>
                </c:pt>
                <c:pt idx="76681">
                  <c:v>0</c:v>
                </c:pt>
                <c:pt idx="76682">
                  <c:v>0</c:v>
                </c:pt>
                <c:pt idx="76683">
                  <c:v>0</c:v>
                </c:pt>
                <c:pt idx="76684">
                  <c:v>0</c:v>
                </c:pt>
                <c:pt idx="76685">
                  <c:v>0</c:v>
                </c:pt>
                <c:pt idx="76686">
                  <c:v>0</c:v>
                </c:pt>
                <c:pt idx="76687">
                  <c:v>0</c:v>
                </c:pt>
                <c:pt idx="76688">
                  <c:v>0</c:v>
                </c:pt>
                <c:pt idx="76689">
                  <c:v>0</c:v>
                </c:pt>
                <c:pt idx="76690">
                  <c:v>0</c:v>
                </c:pt>
                <c:pt idx="76691">
                  <c:v>0</c:v>
                </c:pt>
                <c:pt idx="76692">
                  <c:v>0</c:v>
                </c:pt>
                <c:pt idx="76693">
                  <c:v>0</c:v>
                </c:pt>
                <c:pt idx="76694">
                  <c:v>0</c:v>
                </c:pt>
                <c:pt idx="76695">
                  <c:v>0</c:v>
                </c:pt>
                <c:pt idx="76696">
                  <c:v>0</c:v>
                </c:pt>
                <c:pt idx="76697">
                  <c:v>0</c:v>
                </c:pt>
                <c:pt idx="76698">
                  <c:v>0</c:v>
                </c:pt>
                <c:pt idx="76699">
                  <c:v>0</c:v>
                </c:pt>
                <c:pt idx="76700">
                  <c:v>0</c:v>
                </c:pt>
                <c:pt idx="76701">
                  <c:v>0</c:v>
                </c:pt>
                <c:pt idx="76702">
                  <c:v>0</c:v>
                </c:pt>
                <c:pt idx="76703">
                  <c:v>0</c:v>
                </c:pt>
                <c:pt idx="76704">
                  <c:v>0</c:v>
                </c:pt>
                <c:pt idx="76705">
                  <c:v>0</c:v>
                </c:pt>
                <c:pt idx="76706">
                  <c:v>0</c:v>
                </c:pt>
                <c:pt idx="76707">
                  <c:v>0</c:v>
                </c:pt>
                <c:pt idx="76708">
                  <c:v>0</c:v>
                </c:pt>
                <c:pt idx="76709">
                  <c:v>0</c:v>
                </c:pt>
                <c:pt idx="76710">
                  <c:v>0</c:v>
                </c:pt>
                <c:pt idx="76711">
                  <c:v>0</c:v>
                </c:pt>
                <c:pt idx="76712">
                  <c:v>0</c:v>
                </c:pt>
                <c:pt idx="76713">
                  <c:v>0</c:v>
                </c:pt>
                <c:pt idx="76714">
                  <c:v>0</c:v>
                </c:pt>
                <c:pt idx="76715">
                  <c:v>0</c:v>
                </c:pt>
                <c:pt idx="76716">
                  <c:v>0</c:v>
                </c:pt>
                <c:pt idx="76717">
                  <c:v>0</c:v>
                </c:pt>
                <c:pt idx="76718">
                  <c:v>0</c:v>
                </c:pt>
                <c:pt idx="76719">
                  <c:v>0</c:v>
                </c:pt>
                <c:pt idx="76720">
                  <c:v>0</c:v>
                </c:pt>
                <c:pt idx="76721">
                  <c:v>0</c:v>
                </c:pt>
                <c:pt idx="76722">
                  <c:v>0</c:v>
                </c:pt>
                <c:pt idx="76723">
                  <c:v>0</c:v>
                </c:pt>
                <c:pt idx="76724">
                  <c:v>0</c:v>
                </c:pt>
                <c:pt idx="76725">
                  <c:v>0</c:v>
                </c:pt>
                <c:pt idx="76726">
                  <c:v>0</c:v>
                </c:pt>
                <c:pt idx="76727">
                  <c:v>0</c:v>
                </c:pt>
                <c:pt idx="76728">
                  <c:v>0</c:v>
                </c:pt>
                <c:pt idx="76729">
                  <c:v>0</c:v>
                </c:pt>
                <c:pt idx="76730">
                  <c:v>0</c:v>
                </c:pt>
                <c:pt idx="76731">
                  <c:v>0</c:v>
                </c:pt>
                <c:pt idx="76732">
                  <c:v>0</c:v>
                </c:pt>
                <c:pt idx="76733">
                  <c:v>0</c:v>
                </c:pt>
                <c:pt idx="76734">
                  <c:v>0</c:v>
                </c:pt>
                <c:pt idx="76735">
                  <c:v>0</c:v>
                </c:pt>
                <c:pt idx="76736">
                  <c:v>0</c:v>
                </c:pt>
                <c:pt idx="76737">
                  <c:v>0</c:v>
                </c:pt>
                <c:pt idx="76738">
                  <c:v>0</c:v>
                </c:pt>
                <c:pt idx="76739">
                  <c:v>0</c:v>
                </c:pt>
                <c:pt idx="76740">
                  <c:v>0</c:v>
                </c:pt>
                <c:pt idx="76741">
                  <c:v>0</c:v>
                </c:pt>
                <c:pt idx="76742">
                  <c:v>0</c:v>
                </c:pt>
                <c:pt idx="76743">
                  <c:v>0</c:v>
                </c:pt>
                <c:pt idx="76744">
                  <c:v>0</c:v>
                </c:pt>
                <c:pt idx="76745">
                  <c:v>0</c:v>
                </c:pt>
                <c:pt idx="76746">
                  <c:v>0</c:v>
                </c:pt>
                <c:pt idx="76747">
                  <c:v>0</c:v>
                </c:pt>
                <c:pt idx="76748">
                  <c:v>0</c:v>
                </c:pt>
                <c:pt idx="76749">
                  <c:v>0</c:v>
                </c:pt>
                <c:pt idx="76750">
                  <c:v>0</c:v>
                </c:pt>
                <c:pt idx="76751">
                  <c:v>0</c:v>
                </c:pt>
                <c:pt idx="76752">
                  <c:v>0</c:v>
                </c:pt>
                <c:pt idx="76753">
                  <c:v>0</c:v>
                </c:pt>
                <c:pt idx="76754">
                  <c:v>0</c:v>
                </c:pt>
                <c:pt idx="76755">
                  <c:v>0</c:v>
                </c:pt>
                <c:pt idx="76756">
                  <c:v>0</c:v>
                </c:pt>
                <c:pt idx="76757">
                  <c:v>0</c:v>
                </c:pt>
                <c:pt idx="76758">
                  <c:v>0</c:v>
                </c:pt>
                <c:pt idx="76759">
                  <c:v>0</c:v>
                </c:pt>
                <c:pt idx="76760">
                  <c:v>0</c:v>
                </c:pt>
                <c:pt idx="76761">
                  <c:v>0</c:v>
                </c:pt>
                <c:pt idx="76762">
                  <c:v>0</c:v>
                </c:pt>
                <c:pt idx="76763">
                  <c:v>0</c:v>
                </c:pt>
                <c:pt idx="76764">
                  <c:v>0</c:v>
                </c:pt>
                <c:pt idx="76765">
                  <c:v>0</c:v>
                </c:pt>
                <c:pt idx="76766">
                  <c:v>0</c:v>
                </c:pt>
                <c:pt idx="76767">
                  <c:v>0</c:v>
                </c:pt>
                <c:pt idx="76768">
                  <c:v>0</c:v>
                </c:pt>
                <c:pt idx="76769">
                  <c:v>0</c:v>
                </c:pt>
                <c:pt idx="76770">
                  <c:v>0</c:v>
                </c:pt>
                <c:pt idx="76771">
                  <c:v>0</c:v>
                </c:pt>
                <c:pt idx="76772">
                  <c:v>0</c:v>
                </c:pt>
                <c:pt idx="76773">
                  <c:v>0</c:v>
                </c:pt>
                <c:pt idx="76774">
                  <c:v>0</c:v>
                </c:pt>
                <c:pt idx="76775">
                  <c:v>0</c:v>
                </c:pt>
                <c:pt idx="76776">
                  <c:v>0</c:v>
                </c:pt>
                <c:pt idx="76777">
                  <c:v>0</c:v>
                </c:pt>
                <c:pt idx="76778">
                  <c:v>0</c:v>
                </c:pt>
                <c:pt idx="76779">
                  <c:v>0</c:v>
                </c:pt>
                <c:pt idx="76780">
                  <c:v>0</c:v>
                </c:pt>
                <c:pt idx="76781">
                  <c:v>0</c:v>
                </c:pt>
                <c:pt idx="76782">
                  <c:v>0</c:v>
                </c:pt>
                <c:pt idx="76783">
                  <c:v>0</c:v>
                </c:pt>
                <c:pt idx="76784">
                  <c:v>0</c:v>
                </c:pt>
                <c:pt idx="76785">
                  <c:v>0</c:v>
                </c:pt>
                <c:pt idx="76786">
                  <c:v>0</c:v>
                </c:pt>
                <c:pt idx="76787">
                  <c:v>0</c:v>
                </c:pt>
                <c:pt idx="76788">
                  <c:v>0</c:v>
                </c:pt>
                <c:pt idx="76789">
                  <c:v>0</c:v>
                </c:pt>
                <c:pt idx="76790">
                  <c:v>0</c:v>
                </c:pt>
                <c:pt idx="76791">
                  <c:v>0</c:v>
                </c:pt>
                <c:pt idx="76792">
                  <c:v>0</c:v>
                </c:pt>
                <c:pt idx="76793">
                  <c:v>0</c:v>
                </c:pt>
                <c:pt idx="76794">
                  <c:v>0</c:v>
                </c:pt>
                <c:pt idx="76795">
                  <c:v>0</c:v>
                </c:pt>
                <c:pt idx="76796">
                  <c:v>0</c:v>
                </c:pt>
                <c:pt idx="76797">
                  <c:v>0</c:v>
                </c:pt>
                <c:pt idx="76798">
                  <c:v>0</c:v>
                </c:pt>
                <c:pt idx="76799">
                  <c:v>0</c:v>
                </c:pt>
                <c:pt idx="76800">
                  <c:v>0</c:v>
                </c:pt>
                <c:pt idx="76801">
                  <c:v>0</c:v>
                </c:pt>
                <c:pt idx="76802">
                  <c:v>0</c:v>
                </c:pt>
                <c:pt idx="76803">
                  <c:v>0</c:v>
                </c:pt>
                <c:pt idx="76804">
                  <c:v>0</c:v>
                </c:pt>
                <c:pt idx="76805">
                  <c:v>0</c:v>
                </c:pt>
                <c:pt idx="76806">
                  <c:v>0</c:v>
                </c:pt>
                <c:pt idx="76807">
                  <c:v>0</c:v>
                </c:pt>
                <c:pt idx="76808">
                  <c:v>0</c:v>
                </c:pt>
                <c:pt idx="76809">
                  <c:v>0</c:v>
                </c:pt>
                <c:pt idx="76810">
                  <c:v>0</c:v>
                </c:pt>
                <c:pt idx="76811">
                  <c:v>0</c:v>
                </c:pt>
                <c:pt idx="76812">
                  <c:v>0</c:v>
                </c:pt>
                <c:pt idx="76813">
                  <c:v>0</c:v>
                </c:pt>
                <c:pt idx="76814">
                  <c:v>0</c:v>
                </c:pt>
                <c:pt idx="76815">
                  <c:v>0</c:v>
                </c:pt>
                <c:pt idx="76816">
                  <c:v>0</c:v>
                </c:pt>
                <c:pt idx="76817">
                  <c:v>0</c:v>
                </c:pt>
                <c:pt idx="76818">
                  <c:v>0</c:v>
                </c:pt>
                <c:pt idx="76819">
                  <c:v>0</c:v>
                </c:pt>
                <c:pt idx="76820">
                  <c:v>0</c:v>
                </c:pt>
                <c:pt idx="76821">
                  <c:v>0</c:v>
                </c:pt>
                <c:pt idx="76822">
                  <c:v>0</c:v>
                </c:pt>
                <c:pt idx="76823">
                  <c:v>0</c:v>
                </c:pt>
                <c:pt idx="76824">
                  <c:v>0</c:v>
                </c:pt>
                <c:pt idx="76825">
                  <c:v>0</c:v>
                </c:pt>
                <c:pt idx="76826">
                  <c:v>0</c:v>
                </c:pt>
                <c:pt idx="76827">
                  <c:v>0</c:v>
                </c:pt>
                <c:pt idx="76828">
                  <c:v>0</c:v>
                </c:pt>
                <c:pt idx="76829">
                  <c:v>0</c:v>
                </c:pt>
                <c:pt idx="76830">
                  <c:v>0</c:v>
                </c:pt>
                <c:pt idx="76831">
                  <c:v>0</c:v>
                </c:pt>
                <c:pt idx="76832">
                  <c:v>0</c:v>
                </c:pt>
                <c:pt idx="76833">
                  <c:v>0</c:v>
                </c:pt>
                <c:pt idx="76834">
                  <c:v>0</c:v>
                </c:pt>
                <c:pt idx="76835">
                  <c:v>0</c:v>
                </c:pt>
                <c:pt idx="76836">
                  <c:v>0</c:v>
                </c:pt>
                <c:pt idx="76837">
                  <c:v>0</c:v>
                </c:pt>
                <c:pt idx="76838">
                  <c:v>0</c:v>
                </c:pt>
                <c:pt idx="76839">
                  <c:v>0</c:v>
                </c:pt>
                <c:pt idx="76840">
                  <c:v>0</c:v>
                </c:pt>
                <c:pt idx="76841">
                  <c:v>0</c:v>
                </c:pt>
                <c:pt idx="76842">
                  <c:v>0</c:v>
                </c:pt>
                <c:pt idx="76843">
                  <c:v>0</c:v>
                </c:pt>
                <c:pt idx="76844">
                  <c:v>0</c:v>
                </c:pt>
                <c:pt idx="76845">
                  <c:v>0</c:v>
                </c:pt>
                <c:pt idx="76846">
                  <c:v>0</c:v>
                </c:pt>
                <c:pt idx="76847">
                  <c:v>0</c:v>
                </c:pt>
                <c:pt idx="76848">
                  <c:v>0</c:v>
                </c:pt>
                <c:pt idx="76849">
                  <c:v>0</c:v>
                </c:pt>
                <c:pt idx="76850">
                  <c:v>0</c:v>
                </c:pt>
                <c:pt idx="76851">
                  <c:v>0</c:v>
                </c:pt>
                <c:pt idx="76852">
                  <c:v>0</c:v>
                </c:pt>
                <c:pt idx="76853">
                  <c:v>0</c:v>
                </c:pt>
                <c:pt idx="76854">
                  <c:v>0</c:v>
                </c:pt>
                <c:pt idx="76855">
                  <c:v>0</c:v>
                </c:pt>
                <c:pt idx="76856">
                  <c:v>0</c:v>
                </c:pt>
                <c:pt idx="76857">
                  <c:v>0</c:v>
                </c:pt>
                <c:pt idx="76858">
                  <c:v>0</c:v>
                </c:pt>
                <c:pt idx="76859">
                  <c:v>0</c:v>
                </c:pt>
                <c:pt idx="76860">
                  <c:v>0</c:v>
                </c:pt>
                <c:pt idx="76861">
                  <c:v>0</c:v>
                </c:pt>
                <c:pt idx="76862">
                  <c:v>0</c:v>
                </c:pt>
                <c:pt idx="76863">
                  <c:v>0</c:v>
                </c:pt>
                <c:pt idx="76864">
                  <c:v>0</c:v>
                </c:pt>
                <c:pt idx="76865">
                  <c:v>0</c:v>
                </c:pt>
                <c:pt idx="76866">
                  <c:v>0</c:v>
                </c:pt>
                <c:pt idx="76867">
                  <c:v>0</c:v>
                </c:pt>
                <c:pt idx="76868">
                  <c:v>0</c:v>
                </c:pt>
                <c:pt idx="76869">
                  <c:v>0</c:v>
                </c:pt>
                <c:pt idx="76870">
                  <c:v>0</c:v>
                </c:pt>
                <c:pt idx="76871">
                  <c:v>0</c:v>
                </c:pt>
                <c:pt idx="76872">
                  <c:v>0</c:v>
                </c:pt>
                <c:pt idx="76873">
                  <c:v>0</c:v>
                </c:pt>
                <c:pt idx="76874">
                  <c:v>0</c:v>
                </c:pt>
                <c:pt idx="76875">
                  <c:v>0</c:v>
                </c:pt>
                <c:pt idx="76876">
                  <c:v>0</c:v>
                </c:pt>
                <c:pt idx="76877">
                  <c:v>0</c:v>
                </c:pt>
                <c:pt idx="76878">
                  <c:v>0</c:v>
                </c:pt>
                <c:pt idx="76879">
                  <c:v>0</c:v>
                </c:pt>
                <c:pt idx="76880">
                  <c:v>0</c:v>
                </c:pt>
                <c:pt idx="76881">
                  <c:v>0</c:v>
                </c:pt>
                <c:pt idx="76882">
                  <c:v>0</c:v>
                </c:pt>
                <c:pt idx="76883">
                  <c:v>0</c:v>
                </c:pt>
                <c:pt idx="76884">
                  <c:v>0</c:v>
                </c:pt>
                <c:pt idx="76885">
                  <c:v>0</c:v>
                </c:pt>
                <c:pt idx="76886">
                  <c:v>0</c:v>
                </c:pt>
                <c:pt idx="76887">
                  <c:v>0</c:v>
                </c:pt>
                <c:pt idx="76888">
                  <c:v>0</c:v>
                </c:pt>
                <c:pt idx="76889">
                  <c:v>0</c:v>
                </c:pt>
                <c:pt idx="76890">
                  <c:v>0</c:v>
                </c:pt>
                <c:pt idx="76891">
                  <c:v>0</c:v>
                </c:pt>
                <c:pt idx="76892">
                  <c:v>0</c:v>
                </c:pt>
                <c:pt idx="76893">
                  <c:v>0</c:v>
                </c:pt>
                <c:pt idx="76894">
                  <c:v>0</c:v>
                </c:pt>
                <c:pt idx="76895">
                  <c:v>0</c:v>
                </c:pt>
                <c:pt idx="76896">
                  <c:v>0</c:v>
                </c:pt>
                <c:pt idx="76897">
                  <c:v>0</c:v>
                </c:pt>
                <c:pt idx="76898">
                  <c:v>0</c:v>
                </c:pt>
                <c:pt idx="76899">
                  <c:v>0</c:v>
                </c:pt>
                <c:pt idx="76900">
                  <c:v>0</c:v>
                </c:pt>
                <c:pt idx="76901">
                  <c:v>0</c:v>
                </c:pt>
                <c:pt idx="76902">
                  <c:v>0</c:v>
                </c:pt>
                <c:pt idx="76903">
                  <c:v>0</c:v>
                </c:pt>
                <c:pt idx="76904">
                  <c:v>0</c:v>
                </c:pt>
                <c:pt idx="76905">
                  <c:v>0</c:v>
                </c:pt>
                <c:pt idx="76906">
                  <c:v>0</c:v>
                </c:pt>
                <c:pt idx="76907">
                  <c:v>0</c:v>
                </c:pt>
                <c:pt idx="76908">
                  <c:v>0</c:v>
                </c:pt>
                <c:pt idx="76909">
                  <c:v>0</c:v>
                </c:pt>
                <c:pt idx="76910">
                  <c:v>0</c:v>
                </c:pt>
                <c:pt idx="76911">
                  <c:v>0</c:v>
                </c:pt>
                <c:pt idx="76912">
                  <c:v>0</c:v>
                </c:pt>
                <c:pt idx="76913">
                  <c:v>0</c:v>
                </c:pt>
                <c:pt idx="76914">
                  <c:v>0</c:v>
                </c:pt>
                <c:pt idx="76915">
                  <c:v>0</c:v>
                </c:pt>
                <c:pt idx="76916">
                  <c:v>0</c:v>
                </c:pt>
                <c:pt idx="76917">
                  <c:v>0</c:v>
                </c:pt>
                <c:pt idx="76918">
                  <c:v>0</c:v>
                </c:pt>
                <c:pt idx="76919">
                  <c:v>0</c:v>
                </c:pt>
                <c:pt idx="76920">
                  <c:v>0</c:v>
                </c:pt>
                <c:pt idx="76921">
                  <c:v>0</c:v>
                </c:pt>
                <c:pt idx="76922">
                  <c:v>0</c:v>
                </c:pt>
                <c:pt idx="76923">
                  <c:v>0</c:v>
                </c:pt>
                <c:pt idx="76924">
                  <c:v>0</c:v>
                </c:pt>
                <c:pt idx="76925">
                  <c:v>0</c:v>
                </c:pt>
                <c:pt idx="76926">
                  <c:v>0</c:v>
                </c:pt>
                <c:pt idx="76927">
                  <c:v>0</c:v>
                </c:pt>
                <c:pt idx="76928">
                  <c:v>0</c:v>
                </c:pt>
                <c:pt idx="76929">
                  <c:v>0</c:v>
                </c:pt>
                <c:pt idx="76930">
                  <c:v>0</c:v>
                </c:pt>
                <c:pt idx="76931">
                  <c:v>0</c:v>
                </c:pt>
                <c:pt idx="76932">
                  <c:v>0</c:v>
                </c:pt>
                <c:pt idx="76933">
                  <c:v>0</c:v>
                </c:pt>
                <c:pt idx="76934">
                  <c:v>0</c:v>
                </c:pt>
                <c:pt idx="76935">
                  <c:v>0</c:v>
                </c:pt>
                <c:pt idx="76936">
                  <c:v>0</c:v>
                </c:pt>
                <c:pt idx="76937">
                  <c:v>0</c:v>
                </c:pt>
                <c:pt idx="76938">
                  <c:v>0</c:v>
                </c:pt>
                <c:pt idx="76939">
                  <c:v>0</c:v>
                </c:pt>
                <c:pt idx="76940">
                  <c:v>0</c:v>
                </c:pt>
                <c:pt idx="76941">
                  <c:v>0</c:v>
                </c:pt>
                <c:pt idx="76942">
                  <c:v>0</c:v>
                </c:pt>
                <c:pt idx="76943">
                  <c:v>0</c:v>
                </c:pt>
                <c:pt idx="76944">
                  <c:v>0</c:v>
                </c:pt>
                <c:pt idx="76945">
                  <c:v>0</c:v>
                </c:pt>
                <c:pt idx="76946">
                  <c:v>0</c:v>
                </c:pt>
                <c:pt idx="76947">
                  <c:v>0</c:v>
                </c:pt>
                <c:pt idx="76948">
                  <c:v>0</c:v>
                </c:pt>
                <c:pt idx="76949">
                  <c:v>0</c:v>
                </c:pt>
                <c:pt idx="76950">
                  <c:v>0</c:v>
                </c:pt>
                <c:pt idx="76951">
                  <c:v>0</c:v>
                </c:pt>
                <c:pt idx="76952">
                  <c:v>0</c:v>
                </c:pt>
                <c:pt idx="76953">
                  <c:v>0</c:v>
                </c:pt>
                <c:pt idx="76954">
                  <c:v>0</c:v>
                </c:pt>
                <c:pt idx="76955">
                  <c:v>0</c:v>
                </c:pt>
                <c:pt idx="76956">
                  <c:v>0</c:v>
                </c:pt>
                <c:pt idx="76957">
                  <c:v>0</c:v>
                </c:pt>
                <c:pt idx="76958">
                  <c:v>0</c:v>
                </c:pt>
                <c:pt idx="76959">
                  <c:v>0</c:v>
                </c:pt>
                <c:pt idx="76960">
                  <c:v>0</c:v>
                </c:pt>
                <c:pt idx="76961">
                  <c:v>0</c:v>
                </c:pt>
                <c:pt idx="76962">
                  <c:v>0</c:v>
                </c:pt>
                <c:pt idx="76963">
                  <c:v>0</c:v>
                </c:pt>
                <c:pt idx="76964">
                  <c:v>0</c:v>
                </c:pt>
                <c:pt idx="76965">
                  <c:v>0</c:v>
                </c:pt>
                <c:pt idx="76966">
                  <c:v>0</c:v>
                </c:pt>
                <c:pt idx="76967">
                  <c:v>0</c:v>
                </c:pt>
                <c:pt idx="76968">
                  <c:v>0</c:v>
                </c:pt>
                <c:pt idx="76969">
                  <c:v>0</c:v>
                </c:pt>
                <c:pt idx="76970">
                  <c:v>0</c:v>
                </c:pt>
                <c:pt idx="76971">
                  <c:v>0</c:v>
                </c:pt>
                <c:pt idx="76972">
                  <c:v>0</c:v>
                </c:pt>
                <c:pt idx="76973">
                  <c:v>0</c:v>
                </c:pt>
                <c:pt idx="76974">
                  <c:v>0</c:v>
                </c:pt>
                <c:pt idx="76975">
                  <c:v>0</c:v>
                </c:pt>
                <c:pt idx="76976">
                  <c:v>0</c:v>
                </c:pt>
                <c:pt idx="76977">
                  <c:v>0</c:v>
                </c:pt>
                <c:pt idx="76978">
                  <c:v>0</c:v>
                </c:pt>
                <c:pt idx="76979">
                  <c:v>0</c:v>
                </c:pt>
                <c:pt idx="76980">
                  <c:v>0</c:v>
                </c:pt>
                <c:pt idx="76981">
                  <c:v>0</c:v>
                </c:pt>
                <c:pt idx="76982">
                  <c:v>0</c:v>
                </c:pt>
                <c:pt idx="76983">
                  <c:v>0</c:v>
                </c:pt>
                <c:pt idx="76984">
                  <c:v>0</c:v>
                </c:pt>
                <c:pt idx="76985">
                  <c:v>0</c:v>
                </c:pt>
                <c:pt idx="76986">
                  <c:v>0</c:v>
                </c:pt>
                <c:pt idx="76987">
                  <c:v>0</c:v>
                </c:pt>
                <c:pt idx="76988">
                  <c:v>0</c:v>
                </c:pt>
                <c:pt idx="76989">
                  <c:v>0</c:v>
                </c:pt>
                <c:pt idx="76990">
                  <c:v>0</c:v>
                </c:pt>
                <c:pt idx="76991">
                  <c:v>0</c:v>
                </c:pt>
                <c:pt idx="76992">
                  <c:v>0</c:v>
                </c:pt>
                <c:pt idx="76993">
                  <c:v>0</c:v>
                </c:pt>
                <c:pt idx="76994">
                  <c:v>0</c:v>
                </c:pt>
                <c:pt idx="76995">
                  <c:v>0</c:v>
                </c:pt>
                <c:pt idx="76996">
                  <c:v>0</c:v>
                </c:pt>
                <c:pt idx="76997">
                  <c:v>0</c:v>
                </c:pt>
                <c:pt idx="76998">
                  <c:v>0</c:v>
                </c:pt>
                <c:pt idx="76999">
                  <c:v>0</c:v>
                </c:pt>
                <c:pt idx="77000">
                  <c:v>0</c:v>
                </c:pt>
                <c:pt idx="77001">
                  <c:v>0</c:v>
                </c:pt>
                <c:pt idx="77002">
                  <c:v>0</c:v>
                </c:pt>
                <c:pt idx="77003">
                  <c:v>0</c:v>
                </c:pt>
                <c:pt idx="77004">
                  <c:v>0</c:v>
                </c:pt>
                <c:pt idx="77005">
                  <c:v>0</c:v>
                </c:pt>
                <c:pt idx="77006">
                  <c:v>0</c:v>
                </c:pt>
                <c:pt idx="77007">
                  <c:v>0</c:v>
                </c:pt>
                <c:pt idx="77008">
                  <c:v>0</c:v>
                </c:pt>
                <c:pt idx="77009">
                  <c:v>0</c:v>
                </c:pt>
                <c:pt idx="77010">
                  <c:v>0</c:v>
                </c:pt>
                <c:pt idx="77011">
                  <c:v>0</c:v>
                </c:pt>
                <c:pt idx="77012">
                  <c:v>0</c:v>
                </c:pt>
                <c:pt idx="77013">
                  <c:v>0</c:v>
                </c:pt>
                <c:pt idx="77014">
                  <c:v>0</c:v>
                </c:pt>
                <c:pt idx="77015">
                  <c:v>0</c:v>
                </c:pt>
                <c:pt idx="77016">
                  <c:v>0</c:v>
                </c:pt>
                <c:pt idx="77017">
                  <c:v>0</c:v>
                </c:pt>
                <c:pt idx="77018">
                  <c:v>0</c:v>
                </c:pt>
                <c:pt idx="77019">
                  <c:v>0</c:v>
                </c:pt>
                <c:pt idx="77020">
                  <c:v>0</c:v>
                </c:pt>
                <c:pt idx="77021">
                  <c:v>0</c:v>
                </c:pt>
                <c:pt idx="77022">
                  <c:v>0</c:v>
                </c:pt>
                <c:pt idx="77023">
                  <c:v>0</c:v>
                </c:pt>
                <c:pt idx="77024">
                  <c:v>0</c:v>
                </c:pt>
                <c:pt idx="77025">
                  <c:v>0</c:v>
                </c:pt>
                <c:pt idx="77026">
                  <c:v>0</c:v>
                </c:pt>
                <c:pt idx="77027">
                  <c:v>0</c:v>
                </c:pt>
                <c:pt idx="77028">
                  <c:v>0</c:v>
                </c:pt>
                <c:pt idx="77029">
                  <c:v>0</c:v>
                </c:pt>
                <c:pt idx="77030">
                  <c:v>0</c:v>
                </c:pt>
                <c:pt idx="77031">
                  <c:v>0</c:v>
                </c:pt>
                <c:pt idx="77032">
                  <c:v>0</c:v>
                </c:pt>
                <c:pt idx="77033">
                  <c:v>0</c:v>
                </c:pt>
                <c:pt idx="77034">
                  <c:v>0</c:v>
                </c:pt>
                <c:pt idx="77035">
                  <c:v>0</c:v>
                </c:pt>
                <c:pt idx="77036">
                  <c:v>0</c:v>
                </c:pt>
                <c:pt idx="77037">
                  <c:v>0</c:v>
                </c:pt>
                <c:pt idx="77038">
                  <c:v>0</c:v>
                </c:pt>
                <c:pt idx="77039">
                  <c:v>0</c:v>
                </c:pt>
                <c:pt idx="77040">
                  <c:v>0</c:v>
                </c:pt>
                <c:pt idx="77041">
                  <c:v>0</c:v>
                </c:pt>
                <c:pt idx="77042">
                  <c:v>0</c:v>
                </c:pt>
                <c:pt idx="77043">
                  <c:v>0</c:v>
                </c:pt>
                <c:pt idx="77044">
                  <c:v>0</c:v>
                </c:pt>
                <c:pt idx="77045">
                  <c:v>0</c:v>
                </c:pt>
                <c:pt idx="77046">
                  <c:v>0</c:v>
                </c:pt>
                <c:pt idx="77047">
                  <c:v>0</c:v>
                </c:pt>
                <c:pt idx="77048">
                  <c:v>0</c:v>
                </c:pt>
                <c:pt idx="77049">
                  <c:v>0</c:v>
                </c:pt>
                <c:pt idx="77050">
                  <c:v>0</c:v>
                </c:pt>
                <c:pt idx="77051">
                  <c:v>0</c:v>
                </c:pt>
                <c:pt idx="77052">
                  <c:v>0</c:v>
                </c:pt>
                <c:pt idx="77053">
                  <c:v>0</c:v>
                </c:pt>
                <c:pt idx="77054">
                  <c:v>0</c:v>
                </c:pt>
                <c:pt idx="77055">
                  <c:v>0</c:v>
                </c:pt>
                <c:pt idx="77056">
                  <c:v>0</c:v>
                </c:pt>
                <c:pt idx="77057">
                  <c:v>0</c:v>
                </c:pt>
                <c:pt idx="77058">
                  <c:v>0</c:v>
                </c:pt>
                <c:pt idx="77059">
                  <c:v>0</c:v>
                </c:pt>
                <c:pt idx="77060">
                  <c:v>0</c:v>
                </c:pt>
                <c:pt idx="77061">
                  <c:v>0</c:v>
                </c:pt>
                <c:pt idx="77062">
                  <c:v>0</c:v>
                </c:pt>
                <c:pt idx="77063">
                  <c:v>0</c:v>
                </c:pt>
                <c:pt idx="77064">
                  <c:v>0</c:v>
                </c:pt>
                <c:pt idx="77065">
                  <c:v>0</c:v>
                </c:pt>
                <c:pt idx="77066">
                  <c:v>0</c:v>
                </c:pt>
                <c:pt idx="77067">
                  <c:v>0</c:v>
                </c:pt>
                <c:pt idx="77068">
                  <c:v>0</c:v>
                </c:pt>
                <c:pt idx="77069">
                  <c:v>0</c:v>
                </c:pt>
                <c:pt idx="77070">
                  <c:v>0</c:v>
                </c:pt>
                <c:pt idx="77071">
                  <c:v>0</c:v>
                </c:pt>
                <c:pt idx="77072">
                  <c:v>0</c:v>
                </c:pt>
                <c:pt idx="77073">
                  <c:v>0</c:v>
                </c:pt>
                <c:pt idx="77074">
                  <c:v>0</c:v>
                </c:pt>
                <c:pt idx="77075">
                  <c:v>0</c:v>
                </c:pt>
                <c:pt idx="77076">
                  <c:v>0</c:v>
                </c:pt>
                <c:pt idx="77077">
                  <c:v>0</c:v>
                </c:pt>
                <c:pt idx="77078">
                  <c:v>0</c:v>
                </c:pt>
                <c:pt idx="77079">
                  <c:v>0</c:v>
                </c:pt>
                <c:pt idx="77080">
                  <c:v>0</c:v>
                </c:pt>
                <c:pt idx="77081">
                  <c:v>0</c:v>
                </c:pt>
                <c:pt idx="77082">
                  <c:v>0</c:v>
                </c:pt>
                <c:pt idx="77083">
                  <c:v>0</c:v>
                </c:pt>
                <c:pt idx="77084">
                  <c:v>0</c:v>
                </c:pt>
                <c:pt idx="77085">
                  <c:v>0</c:v>
                </c:pt>
                <c:pt idx="77086">
                  <c:v>0</c:v>
                </c:pt>
                <c:pt idx="77087">
                  <c:v>0</c:v>
                </c:pt>
                <c:pt idx="77088">
                  <c:v>0</c:v>
                </c:pt>
                <c:pt idx="77089">
                  <c:v>0</c:v>
                </c:pt>
                <c:pt idx="77090">
                  <c:v>0</c:v>
                </c:pt>
                <c:pt idx="77091">
                  <c:v>0</c:v>
                </c:pt>
                <c:pt idx="77092">
                  <c:v>0</c:v>
                </c:pt>
                <c:pt idx="77093">
                  <c:v>0</c:v>
                </c:pt>
                <c:pt idx="77094">
                  <c:v>0</c:v>
                </c:pt>
                <c:pt idx="77095">
                  <c:v>0</c:v>
                </c:pt>
                <c:pt idx="77096">
                  <c:v>0</c:v>
                </c:pt>
                <c:pt idx="77097">
                  <c:v>0</c:v>
                </c:pt>
                <c:pt idx="77098">
                  <c:v>0</c:v>
                </c:pt>
                <c:pt idx="77099">
                  <c:v>0</c:v>
                </c:pt>
                <c:pt idx="77100">
                  <c:v>0</c:v>
                </c:pt>
                <c:pt idx="77101">
                  <c:v>0</c:v>
                </c:pt>
                <c:pt idx="77102">
                  <c:v>0</c:v>
                </c:pt>
                <c:pt idx="77103">
                  <c:v>0</c:v>
                </c:pt>
                <c:pt idx="77104">
                  <c:v>0</c:v>
                </c:pt>
                <c:pt idx="77105">
                  <c:v>0</c:v>
                </c:pt>
                <c:pt idx="77106">
                  <c:v>0</c:v>
                </c:pt>
                <c:pt idx="77107">
                  <c:v>0</c:v>
                </c:pt>
                <c:pt idx="77108">
                  <c:v>0</c:v>
                </c:pt>
                <c:pt idx="77109">
                  <c:v>0</c:v>
                </c:pt>
                <c:pt idx="77110">
                  <c:v>0</c:v>
                </c:pt>
                <c:pt idx="77111">
                  <c:v>0</c:v>
                </c:pt>
                <c:pt idx="77112">
                  <c:v>0</c:v>
                </c:pt>
                <c:pt idx="77113">
                  <c:v>0</c:v>
                </c:pt>
                <c:pt idx="77114">
                  <c:v>0</c:v>
                </c:pt>
                <c:pt idx="77115">
                  <c:v>0</c:v>
                </c:pt>
                <c:pt idx="77116">
                  <c:v>0</c:v>
                </c:pt>
                <c:pt idx="77117">
                  <c:v>0</c:v>
                </c:pt>
                <c:pt idx="77118">
                  <c:v>0</c:v>
                </c:pt>
                <c:pt idx="77119">
                  <c:v>0</c:v>
                </c:pt>
                <c:pt idx="77120">
                  <c:v>0</c:v>
                </c:pt>
                <c:pt idx="77121">
                  <c:v>0</c:v>
                </c:pt>
                <c:pt idx="77122">
                  <c:v>0</c:v>
                </c:pt>
                <c:pt idx="77123">
                  <c:v>0</c:v>
                </c:pt>
                <c:pt idx="77124">
                  <c:v>0</c:v>
                </c:pt>
                <c:pt idx="77125">
                  <c:v>0</c:v>
                </c:pt>
                <c:pt idx="77126">
                  <c:v>0</c:v>
                </c:pt>
                <c:pt idx="77127">
                  <c:v>0</c:v>
                </c:pt>
                <c:pt idx="77128">
                  <c:v>0</c:v>
                </c:pt>
                <c:pt idx="77129">
                  <c:v>0</c:v>
                </c:pt>
                <c:pt idx="77130">
                  <c:v>0</c:v>
                </c:pt>
                <c:pt idx="77131">
                  <c:v>0</c:v>
                </c:pt>
                <c:pt idx="77132">
                  <c:v>0</c:v>
                </c:pt>
                <c:pt idx="77133">
                  <c:v>0</c:v>
                </c:pt>
                <c:pt idx="77134">
                  <c:v>0</c:v>
                </c:pt>
                <c:pt idx="77135">
                  <c:v>0</c:v>
                </c:pt>
                <c:pt idx="77136">
                  <c:v>0</c:v>
                </c:pt>
                <c:pt idx="77137">
                  <c:v>0</c:v>
                </c:pt>
                <c:pt idx="77138">
                  <c:v>0</c:v>
                </c:pt>
                <c:pt idx="77139">
                  <c:v>0</c:v>
                </c:pt>
                <c:pt idx="77140">
                  <c:v>0</c:v>
                </c:pt>
                <c:pt idx="77141">
                  <c:v>0</c:v>
                </c:pt>
                <c:pt idx="77142">
                  <c:v>0</c:v>
                </c:pt>
                <c:pt idx="77143">
                  <c:v>0</c:v>
                </c:pt>
                <c:pt idx="77144">
                  <c:v>0</c:v>
                </c:pt>
                <c:pt idx="77145">
                  <c:v>0</c:v>
                </c:pt>
                <c:pt idx="77146">
                  <c:v>0</c:v>
                </c:pt>
                <c:pt idx="77147">
                  <c:v>0</c:v>
                </c:pt>
                <c:pt idx="77148">
                  <c:v>0</c:v>
                </c:pt>
                <c:pt idx="77149">
                  <c:v>0</c:v>
                </c:pt>
                <c:pt idx="77150">
                  <c:v>0</c:v>
                </c:pt>
                <c:pt idx="77151">
                  <c:v>0</c:v>
                </c:pt>
                <c:pt idx="77152">
                  <c:v>0</c:v>
                </c:pt>
                <c:pt idx="77153">
                  <c:v>0</c:v>
                </c:pt>
                <c:pt idx="77154">
                  <c:v>0</c:v>
                </c:pt>
                <c:pt idx="77155">
                  <c:v>0</c:v>
                </c:pt>
                <c:pt idx="77156">
                  <c:v>0</c:v>
                </c:pt>
                <c:pt idx="77157">
                  <c:v>0</c:v>
                </c:pt>
                <c:pt idx="77158">
                  <c:v>0</c:v>
                </c:pt>
                <c:pt idx="77159">
                  <c:v>0</c:v>
                </c:pt>
                <c:pt idx="77160">
                  <c:v>0</c:v>
                </c:pt>
                <c:pt idx="77161">
                  <c:v>0</c:v>
                </c:pt>
                <c:pt idx="77162">
                  <c:v>0</c:v>
                </c:pt>
                <c:pt idx="77163">
                  <c:v>0</c:v>
                </c:pt>
                <c:pt idx="77164">
                  <c:v>0</c:v>
                </c:pt>
                <c:pt idx="77165">
                  <c:v>0</c:v>
                </c:pt>
                <c:pt idx="77166">
                  <c:v>0</c:v>
                </c:pt>
                <c:pt idx="77167">
                  <c:v>0</c:v>
                </c:pt>
                <c:pt idx="77168">
                  <c:v>0</c:v>
                </c:pt>
                <c:pt idx="77169">
                  <c:v>0</c:v>
                </c:pt>
                <c:pt idx="77170">
                  <c:v>0</c:v>
                </c:pt>
                <c:pt idx="77171">
                  <c:v>0</c:v>
                </c:pt>
                <c:pt idx="77172">
                  <c:v>0</c:v>
                </c:pt>
                <c:pt idx="77173">
                  <c:v>0</c:v>
                </c:pt>
                <c:pt idx="77174">
                  <c:v>0</c:v>
                </c:pt>
                <c:pt idx="77175">
                  <c:v>0</c:v>
                </c:pt>
                <c:pt idx="77176">
                  <c:v>0</c:v>
                </c:pt>
                <c:pt idx="77177">
                  <c:v>0</c:v>
                </c:pt>
                <c:pt idx="77178">
                  <c:v>0</c:v>
                </c:pt>
                <c:pt idx="77179">
                  <c:v>0</c:v>
                </c:pt>
                <c:pt idx="77180">
                  <c:v>0</c:v>
                </c:pt>
                <c:pt idx="77181">
                  <c:v>0</c:v>
                </c:pt>
                <c:pt idx="77182">
                  <c:v>0</c:v>
                </c:pt>
                <c:pt idx="77183">
                  <c:v>0</c:v>
                </c:pt>
                <c:pt idx="77184">
                  <c:v>0</c:v>
                </c:pt>
                <c:pt idx="77185">
                  <c:v>0</c:v>
                </c:pt>
                <c:pt idx="77186">
                  <c:v>0</c:v>
                </c:pt>
                <c:pt idx="77187">
                  <c:v>0</c:v>
                </c:pt>
                <c:pt idx="77188">
                  <c:v>0</c:v>
                </c:pt>
                <c:pt idx="77189">
                  <c:v>0</c:v>
                </c:pt>
                <c:pt idx="77190">
                  <c:v>0</c:v>
                </c:pt>
                <c:pt idx="77191">
                  <c:v>0</c:v>
                </c:pt>
                <c:pt idx="77192">
                  <c:v>0</c:v>
                </c:pt>
                <c:pt idx="77193">
                  <c:v>0</c:v>
                </c:pt>
                <c:pt idx="77194">
                  <c:v>0</c:v>
                </c:pt>
                <c:pt idx="77195">
                  <c:v>0</c:v>
                </c:pt>
                <c:pt idx="77196">
                  <c:v>0</c:v>
                </c:pt>
                <c:pt idx="77197">
                  <c:v>0</c:v>
                </c:pt>
                <c:pt idx="77198">
                  <c:v>0</c:v>
                </c:pt>
                <c:pt idx="77199">
                  <c:v>0</c:v>
                </c:pt>
                <c:pt idx="77200">
                  <c:v>0</c:v>
                </c:pt>
                <c:pt idx="77201">
                  <c:v>0</c:v>
                </c:pt>
                <c:pt idx="77202">
                  <c:v>0</c:v>
                </c:pt>
                <c:pt idx="77203">
                  <c:v>0</c:v>
                </c:pt>
                <c:pt idx="77204">
                  <c:v>0</c:v>
                </c:pt>
                <c:pt idx="77205">
                  <c:v>0</c:v>
                </c:pt>
                <c:pt idx="77206">
                  <c:v>0</c:v>
                </c:pt>
                <c:pt idx="77207">
                  <c:v>0</c:v>
                </c:pt>
                <c:pt idx="77208">
                  <c:v>0</c:v>
                </c:pt>
                <c:pt idx="77209">
                  <c:v>0</c:v>
                </c:pt>
                <c:pt idx="77210">
                  <c:v>0</c:v>
                </c:pt>
                <c:pt idx="77211">
                  <c:v>0</c:v>
                </c:pt>
                <c:pt idx="77212">
                  <c:v>0</c:v>
                </c:pt>
                <c:pt idx="77213">
                  <c:v>0</c:v>
                </c:pt>
                <c:pt idx="77214">
                  <c:v>0</c:v>
                </c:pt>
                <c:pt idx="77215">
                  <c:v>0</c:v>
                </c:pt>
                <c:pt idx="77216">
                  <c:v>0</c:v>
                </c:pt>
                <c:pt idx="77217">
                  <c:v>0</c:v>
                </c:pt>
                <c:pt idx="77218">
                  <c:v>0</c:v>
                </c:pt>
                <c:pt idx="77219">
                  <c:v>0</c:v>
                </c:pt>
                <c:pt idx="77220">
                  <c:v>0</c:v>
                </c:pt>
                <c:pt idx="77221">
                  <c:v>0</c:v>
                </c:pt>
                <c:pt idx="77222">
                  <c:v>0</c:v>
                </c:pt>
                <c:pt idx="77223">
                  <c:v>0</c:v>
                </c:pt>
                <c:pt idx="77224">
                  <c:v>0</c:v>
                </c:pt>
                <c:pt idx="77225">
                  <c:v>0</c:v>
                </c:pt>
                <c:pt idx="77226">
                  <c:v>0</c:v>
                </c:pt>
                <c:pt idx="77227">
                  <c:v>0</c:v>
                </c:pt>
                <c:pt idx="77228">
                  <c:v>0</c:v>
                </c:pt>
                <c:pt idx="77229">
                  <c:v>0</c:v>
                </c:pt>
                <c:pt idx="77230">
                  <c:v>0</c:v>
                </c:pt>
                <c:pt idx="77231">
                  <c:v>0</c:v>
                </c:pt>
                <c:pt idx="77232">
                  <c:v>0</c:v>
                </c:pt>
                <c:pt idx="77233">
                  <c:v>0</c:v>
                </c:pt>
                <c:pt idx="77234">
                  <c:v>0</c:v>
                </c:pt>
                <c:pt idx="77235">
                  <c:v>0</c:v>
                </c:pt>
                <c:pt idx="77236">
                  <c:v>0</c:v>
                </c:pt>
                <c:pt idx="77237">
                  <c:v>0</c:v>
                </c:pt>
                <c:pt idx="77238">
                  <c:v>0</c:v>
                </c:pt>
                <c:pt idx="77239">
                  <c:v>0</c:v>
                </c:pt>
                <c:pt idx="77240">
                  <c:v>0</c:v>
                </c:pt>
                <c:pt idx="77241">
                  <c:v>0</c:v>
                </c:pt>
                <c:pt idx="77242">
                  <c:v>0</c:v>
                </c:pt>
                <c:pt idx="77243">
                  <c:v>0</c:v>
                </c:pt>
                <c:pt idx="77244">
                  <c:v>0</c:v>
                </c:pt>
                <c:pt idx="77245">
                  <c:v>0</c:v>
                </c:pt>
                <c:pt idx="77246">
                  <c:v>0</c:v>
                </c:pt>
                <c:pt idx="77247">
                  <c:v>0</c:v>
                </c:pt>
                <c:pt idx="77248">
                  <c:v>0</c:v>
                </c:pt>
                <c:pt idx="77249">
                  <c:v>0</c:v>
                </c:pt>
                <c:pt idx="77250">
                  <c:v>0</c:v>
                </c:pt>
                <c:pt idx="77251">
                  <c:v>0</c:v>
                </c:pt>
                <c:pt idx="77252">
                  <c:v>0</c:v>
                </c:pt>
                <c:pt idx="77253">
                  <c:v>0</c:v>
                </c:pt>
                <c:pt idx="77254">
                  <c:v>0</c:v>
                </c:pt>
                <c:pt idx="77255">
                  <c:v>0</c:v>
                </c:pt>
                <c:pt idx="77256">
                  <c:v>0</c:v>
                </c:pt>
                <c:pt idx="77257">
                  <c:v>0</c:v>
                </c:pt>
                <c:pt idx="77258">
                  <c:v>0</c:v>
                </c:pt>
                <c:pt idx="77259">
                  <c:v>0</c:v>
                </c:pt>
                <c:pt idx="77260">
                  <c:v>0</c:v>
                </c:pt>
                <c:pt idx="77261">
                  <c:v>0</c:v>
                </c:pt>
                <c:pt idx="77262">
                  <c:v>0</c:v>
                </c:pt>
                <c:pt idx="77263">
                  <c:v>0</c:v>
                </c:pt>
                <c:pt idx="77264">
                  <c:v>0</c:v>
                </c:pt>
                <c:pt idx="77265">
                  <c:v>0</c:v>
                </c:pt>
                <c:pt idx="77266">
                  <c:v>0</c:v>
                </c:pt>
                <c:pt idx="77267">
                  <c:v>0</c:v>
                </c:pt>
                <c:pt idx="77268">
                  <c:v>0</c:v>
                </c:pt>
                <c:pt idx="77269">
                  <c:v>0</c:v>
                </c:pt>
                <c:pt idx="77270">
                  <c:v>0</c:v>
                </c:pt>
                <c:pt idx="77271">
                  <c:v>0</c:v>
                </c:pt>
                <c:pt idx="77272">
                  <c:v>0</c:v>
                </c:pt>
                <c:pt idx="77273">
                  <c:v>0</c:v>
                </c:pt>
                <c:pt idx="77274">
                  <c:v>0</c:v>
                </c:pt>
                <c:pt idx="77275">
                  <c:v>0</c:v>
                </c:pt>
                <c:pt idx="77276">
                  <c:v>0</c:v>
                </c:pt>
                <c:pt idx="77277">
                  <c:v>0</c:v>
                </c:pt>
                <c:pt idx="77278">
                  <c:v>0</c:v>
                </c:pt>
                <c:pt idx="77279">
                  <c:v>0</c:v>
                </c:pt>
                <c:pt idx="77280">
                  <c:v>0</c:v>
                </c:pt>
                <c:pt idx="77281">
                  <c:v>0</c:v>
                </c:pt>
                <c:pt idx="77282">
                  <c:v>0</c:v>
                </c:pt>
                <c:pt idx="77283">
                  <c:v>0</c:v>
                </c:pt>
                <c:pt idx="77284">
                  <c:v>0</c:v>
                </c:pt>
                <c:pt idx="77285">
                  <c:v>0</c:v>
                </c:pt>
                <c:pt idx="77286">
                  <c:v>0</c:v>
                </c:pt>
                <c:pt idx="77287">
                  <c:v>0</c:v>
                </c:pt>
                <c:pt idx="77288">
                  <c:v>0</c:v>
                </c:pt>
                <c:pt idx="77289">
                  <c:v>0</c:v>
                </c:pt>
                <c:pt idx="77290">
                  <c:v>0</c:v>
                </c:pt>
                <c:pt idx="77291">
                  <c:v>0</c:v>
                </c:pt>
                <c:pt idx="77292">
                  <c:v>0</c:v>
                </c:pt>
                <c:pt idx="77293">
                  <c:v>0</c:v>
                </c:pt>
                <c:pt idx="77294">
                  <c:v>0</c:v>
                </c:pt>
                <c:pt idx="77295">
                  <c:v>0</c:v>
                </c:pt>
                <c:pt idx="77296">
                  <c:v>0</c:v>
                </c:pt>
                <c:pt idx="77297">
                  <c:v>0</c:v>
                </c:pt>
                <c:pt idx="77298">
                  <c:v>0</c:v>
                </c:pt>
                <c:pt idx="77299">
                  <c:v>0</c:v>
                </c:pt>
                <c:pt idx="77300">
                  <c:v>0</c:v>
                </c:pt>
                <c:pt idx="77301">
                  <c:v>0</c:v>
                </c:pt>
                <c:pt idx="77302">
                  <c:v>0</c:v>
                </c:pt>
                <c:pt idx="77303">
                  <c:v>0</c:v>
                </c:pt>
                <c:pt idx="77304">
                  <c:v>0</c:v>
                </c:pt>
                <c:pt idx="77305">
                  <c:v>0</c:v>
                </c:pt>
                <c:pt idx="77306">
                  <c:v>0</c:v>
                </c:pt>
                <c:pt idx="77307">
                  <c:v>0</c:v>
                </c:pt>
                <c:pt idx="77308">
                  <c:v>0</c:v>
                </c:pt>
                <c:pt idx="77309">
                  <c:v>0</c:v>
                </c:pt>
                <c:pt idx="77310">
                  <c:v>0</c:v>
                </c:pt>
                <c:pt idx="77311">
                  <c:v>0</c:v>
                </c:pt>
                <c:pt idx="77312">
                  <c:v>0</c:v>
                </c:pt>
                <c:pt idx="77313">
                  <c:v>0</c:v>
                </c:pt>
                <c:pt idx="77314">
                  <c:v>0</c:v>
                </c:pt>
                <c:pt idx="77315">
                  <c:v>0</c:v>
                </c:pt>
                <c:pt idx="77316">
                  <c:v>0</c:v>
                </c:pt>
                <c:pt idx="77317">
                  <c:v>0</c:v>
                </c:pt>
                <c:pt idx="77318">
                  <c:v>0</c:v>
                </c:pt>
                <c:pt idx="77319">
                  <c:v>0</c:v>
                </c:pt>
                <c:pt idx="77320">
                  <c:v>0</c:v>
                </c:pt>
                <c:pt idx="77321">
                  <c:v>0</c:v>
                </c:pt>
                <c:pt idx="77322">
                  <c:v>0</c:v>
                </c:pt>
                <c:pt idx="77323">
                  <c:v>0</c:v>
                </c:pt>
                <c:pt idx="77324">
                  <c:v>0</c:v>
                </c:pt>
                <c:pt idx="77325">
                  <c:v>0</c:v>
                </c:pt>
                <c:pt idx="77326">
                  <c:v>0</c:v>
                </c:pt>
                <c:pt idx="77327">
                  <c:v>0</c:v>
                </c:pt>
                <c:pt idx="77328">
                  <c:v>0</c:v>
                </c:pt>
                <c:pt idx="77329">
                  <c:v>0</c:v>
                </c:pt>
                <c:pt idx="77330">
                  <c:v>0</c:v>
                </c:pt>
                <c:pt idx="77331">
                  <c:v>0</c:v>
                </c:pt>
                <c:pt idx="77332">
                  <c:v>0</c:v>
                </c:pt>
                <c:pt idx="77333">
                  <c:v>0</c:v>
                </c:pt>
                <c:pt idx="77334">
                  <c:v>0</c:v>
                </c:pt>
                <c:pt idx="77335">
                  <c:v>0</c:v>
                </c:pt>
                <c:pt idx="77336">
                  <c:v>0</c:v>
                </c:pt>
                <c:pt idx="77337">
                  <c:v>0</c:v>
                </c:pt>
                <c:pt idx="77338">
                  <c:v>0</c:v>
                </c:pt>
                <c:pt idx="77339">
                  <c:v>0</c:v>
                </c:pt>
                <c:pt idx="77340">
                  <c:v>0</c:v>
                </c:pt>
                <c:pt idx="77341">
                  <c:v>0</c:v>
                </c:pt>
                <c:pt idx="77342">
                  <c:v>0</c:v>
                </c:pt>
                <c:pt idx="77343">
                  <c:v>0</c:v>
                </c:pt>
                <c:pt idx="77344">
                  <c:v>0</c:v>
                </c:pt>
                <c:pt idx="77345">
                  <c:v>0</c:v>
                </c:pt>
                <c:pt idx="77346">
                  <c:v>0</c:v>
                </c:pt>
                <c:pt idx="77347">
                  <c:v>0</c:v>
                </c:pt>
                <c:pt idx="77348">
                  <c:v>0</c:v>
                </c:pt>
                <c:pt idx="77349">
                  <c:v>0</c:v>
                </c:pt>
                <c:pt idx="77350">
                  <c:v>0</c:v>
                </c:pt>
                <c:pt idx="77351">
                  <c:v>0</c:v>
                </c:pt>
                <c:pt idx="77352">
                  <c:v>0</c:v>
                </c:pt>
                <c:pt idx="77353">
                  <c:v>0</c:v>
                </c:pt>
                <c:pt idx="77354">
                  <c:v>0</c:v>
                </c:pt>
                <c:pt idx="77355">
                  <c:v>0</c:v>
                </c:pt>
                <c:pt idx="77356">
                  <c:v>0</c:v>
                </c:pt>
                <c:pt idx="77357">
                  <c:v>0</c:v>
                </c:pt>
                <c:pt idx="77358">
                  <c:v>0</c:v>
                </c:pt>
                <c:pt idx="77359">
                  <c:v>0</c:v>
                </c:pt>
                <c:pt idx="77360">
                  <c:v>0</c:v>
                </c:pt>
                <c:pt idx="77361">
                  <c:v>0</c:v>
                </c:pt>
                <c:pt idx="77362">
                  <c:v>0</c:v>
                </c:pt>
                <c:pt idx="77363">
                  <c:v>0</c:v>
                </c:pt>
                <c:pt idx="77364">
                  <c:v>0</c:v>
                </c:pt>
                <c:pt idx="77365">
                  <c:v>0</c:v>
                </c:pt>
                <c:pt idx="77366">
                  <c:v>0</c:v>
                </c:pt>
                <c:pt idx="77367">
                  <c:v>0</c:v>
                </c:pt>
                <c:pt idx="77368">
                  <c:v>0</c:v>
                </c:pt>
                <c:pt idx="77369">
                  <c:v>0</c:v>
                </c:pt>
                <c:pt idx="77370">
                  <c:v>0</c:v>
                </c:pt>
                <c:pt idx="77371">
                  <c:v>0</c:v>
                </c:pt>
                <c:pt idx="77372">
                  <c:v>0</c:v>
                </c:pt>
                <c:pt idx="77373">
                  <c:v>0</c:v>
                </c:pt>
                <c:pt idx="77374">
                  <c:v>0</c:v>
                </c:pt>
                <c:pt idx="77375">
                  <c:v>0</c:v>
                </c:pt>
                <c:pt idx="77376">
                  <c:v>0</c:v>
                </c:pt>
                <c:pt idx="77377">
                  <c:v>0</c:v>
                </c:pt>
                <c:pt idx="77378">
                  <c:v>0</c:v>
                </c:pt>
                <c:pt idx="77379">
                  <c:v>0</c:v>
                </c:pt>
                <c:pt idx="77380">
                  <c:v>0</c:v>
                </c:pt>
                <c:pt idx="77381">
                  <c:v>0</c:v>
                </c:pt>
                <c:pt idx="77382">
                  <c:v>0</c:v>
                </c:pt>
                <c:pt idx="77383">
                  <c:v>0</c:v>
                </c:pt>
                <c:pt idx="77384">
                  <c:v>0</c:v>
                </c:pt>
                <c:pt idx="77385">
                  <c:v>0</c:v>
                </c:pt>
                <c:pt idx="77386">
                  <c:v>0</c:v>
                </c:pt>
                <c:pt idx="77387">
                  <c:v>0</c:v>
                </c:pt>
                <c:pt idx="77388">
                  <c:v>0</c:v>
                </c:pt>
                <c:pt idx="77389">
                  <c:v>0</c:v>
                </c:pt>
                <c:pt idx="77390">
                  <c:v>0</c:v>
                </c:pt>
                <c:pt idx="77391">
                  <c:v>0</c:v>
                </c:pt>
                <c:pt idx="77392">
                  <c:v>0</c:v>
                </c:pt>
                <c:pt idx="77393">
                  <c:v>0</c:v>
                </c:pt>
                <c:pt idx="77394">
                  <c:v>0</c:v>
                </c:pt>
                <c:pt idx="77395">
                  <c:v>0</c:v>
                </c:pt>
                <c:pt idx="77396">
                  <c:v>0</c:v>
                </c:pt>
                <c:pt idx="77397">
                  <c:v>0</c:v>
                </c:pt>
                <c:pt idx="77398">
                  <c:v>0</c:v>
                </c:pt>
                <c:pt idx="77399">
                  <c:v>0</c:v>
                </c:pt>
                <c:pt idx="77400">
                  <c:v>0</c:v>
                </c:pt>
                <c:pt idx="77401">
                  <c:v>0</c:v>
                </c:pt>
                <c:pt idx="77402">
                  <c:v>0</c:v>
                </c:pt>
                <c:pt idx="77403">
                  <c:v>0</c:v>
                </c:pt>
                <c:pt idx="77404">
                  <c:v>0</c:v>
                </c:pt>
                <c:pt idx="77405">
                  <c:v>0</c:v>
                </c:pt>
                <c:pt idx="77406">
                  <c:v>0</c:v>
                </c:pt>
                <c:pt idx="77407">
                  <c:v>0</c:v>
                </c:pt>
                <c:pt idx="77408">
                  <c:v>0</c:v>
                </c:pt>
                <c:pt idx="77409">
                  <c:v>0</c:v>
                </c:pt>
                <c:pt idx="77410">
                  <c:v>0</c:v>
                </c:pt>
                <c:pt idx="77411">
                  <c:v>0</c:v>
                </c:pt>
                <c:pt idx="77412">
                  <c:v>0</c:v>
                </c:pt>
                <c:pt idx="77413">
                  <c:v>0</c:v>
                </c:pt>
                <c:pt idx="77414">
                  <c:v>0</c:v>
                </c:pt>
                <c:pt idx="77415">
                  <c:v>0</c:v>
                </c:pt>
                <c:pt idx="77416">
                  <c:v>0</c:v>
                </c:pt>
                <c:pt idx="77417">
                  <c:v>0</c:v>
                </c:pt>
                <c:pt idx="77418">
                  <c:v>0</c:v>
                </c:pt>
                <c:pt idx="77419">
                  <c:v>0</c:v>
                </c:pt>
                <c:pt idx="77420">
                  <c:v>0</c:v>
                </c:pt>
                <c:pt idx="77421">
                  <c:v>0</c:v>
                </c:pt>
                <c:pt idx="77422">
                  <c:v>0</c:v>
                </c:pt>
                <c:pt idx="77423">
                  <c:v>0</c:v>
                </c:pt>
                <c:pt idx="77424">
                  <c:v>0</c:v>
                </c:pt>
                <c:pt idx="77425">
                  <c:v>0</c:v>
                </c:pt>
                <c:pt idx="77426">
                  <c:v>0</c:v>
                </c:pt>
                <c:pt idx="77427">
                  <c:v>0</c:v>
                </c:pt>
                <c:pt idx="77428">
                  <c:v>0</c:v>
                </c:pt>
                <c:pt idx="77429">
                  <c:v>0</c:v>
                </c:pt>
                <c:pt idx="77430">
                  <c:v>0</c:v>
                </c:pt>
                <c:pt idx="77431">
                  <c:v>0</c:v>
                </c:pt>
                <c:pt idx="77432">
                  <c:v>0</c:v>
                </c:pt>
                <c:pt idx="77433">
                  <c:v>0</c:v>
                </c:pt>
                <c:pt idx="77434">
                  <c:v>0</c:v>
                </c:pt>
                <c:pt idx="77435">
                  <c:v>0</c:v>
                </c:pt>
                <c:pt idx="77436">
                  <c:v>0</c:v>
                </c:pt>
                <c:pt idx="77437">
                  <c:v>0</c:v>
                </c:pt>
                <c:pt idx="77438">
                  <c:v>0</c:v>
                </c:pt>
                <c:pt idx="77439">
                  <c:v>0</c:v>
                </c:pt>
                <c:pt idx="77440">
                  <c:v>0</c:v>
                </c:pt>
                <c:pt idx="77441">
                  <c:v>0</c:v>
                </c:pt>
                <c:pt idx="77442">
                  <c:v>0</c:v>
                </c:pt>
                <c:pt idx="77443">
                  <c:v>0</c:v>
                </c:pt>
                <c:pt idx="77444">
                  <c:v>0</c:v>
                </c:pt>
                <c:pt idx="77445">
                  <c:v>0</c:v>
                </c:pt>
                <c:pt idx="77446">
                  <c:v>0</c:v>
                </c:pt>
                <c:pt idx="77447">
                  <c:v>0</c:v>
                </c:pt>
                <c:pt idx="77448">
                  <c:v>0</c:v>
                </c:pt>
                <c:pt idx="77449">
                  <c:v>0</c:v>
                </c:pt>
                <c:pt idx="77450">
                  <c:v>0</c:v>
                </c:pt>
                <c:pt idx="77451">
                  <c:v>0</c:v>
                </c:pt>
                <c:pt idx="77452">
                  <c:v>0</c:v>
                </c:pt>
                <c:pt idx="77453">
                  <c:v>0</c:v>
                </c:pt>
                <c:pt idx="77454">
                  <c:v>0</c:v>
                </c:pt>
                <c:pt idx="77455">
                  <c:v>0</c:v>
                </c:pt>
                <c:pt idx="77456">
                  <c:v>0</c:v>
                </c:pt>
                <c:pt idx="77457">
                  <c:v>0</c:v>
                </c:pt>
                <c:pt idx="77458">
                  <c:v>0</c:v>
                </c:pt>
                <c:pt idx="77459">
                  <c:v>0</c:v>
                </c:pt>
                <c:pt idx="77460">
                  <c:v>0</c:v>
                </c:pt>
                <c:pt idx="77461">
                  <c:v>0</c:v>
                </c:pt>
                <c:pt idx="77462">
                  <c:v>0</c:v>
                </c:pt>
                <c:pt idx="77463">
                  <c:v>0</c:v>
                </c:pt>
                <c:pt idx="77464">
                  <c:v>0</c:v>
                </c:pt>
                <c:pt idx="77465">
                  <c:v>0</c:v>
                </c:pt>
                <c:pt idx="77466">
                  <c:v>0</c:v>
                </c:pt>
                <c:pt idx="77467">
                  <c:v>0</c:v>
                </c:pt>
                <c:pt idx="77468">
                  <c:v>0</c:v>
                </c:pt>
                <c:pt idx="77469">
                  <c:v>0</c:v>
                </c:pt>
                <c:pt idx="77470">
                  <c:v>0</c:v>
                </c:pt>
                <c:pt idx="77471">
                  <c:v>0</c:v>
                </c:pt>
                <c:pt idx="77472">
                  <c:v>0</c:v>
                </c:pt>
                <c:pt idx="77473">
                  <c:v>0</c:v>
                </c:pt>
                <c:pt idx="77474">
                  <c:v>0</c:v>
                </c:pt>
                <c:pt idx="77475">
                  <c:v>0</c:v>
                </c:pt>
                <c:pt idx="77476">
                  <c:v>0</c:v>
                </c:pt>
                <c:pt idx="77477">
                  <c:v>0</c:v>
                </c:pt>
                <c:pt idx="77478">
                  <c:v>0</c:v>
                </c:pt>
                <c:pt idx="77479">
                  <c:v>0</c:v>
                </c:pt>
                <c:pt idx="77480">
                  <c:v>0</c:v>
                </c:pt>
                <c:pt idx="77481">
                  <c:v>0</c:v>
                </c:pt>
                <c:pt idx="77482">
                  <c:v>0</c:v>
                </c:pt>
                <c:pt idx="77483">
                  <c:v>0</c:v>
                </c:pt>
                <c:pt idx="77484">
                  <c:v>0</c:v>
                </c:pt>
                <c:pt idx="77485">
                  <c:v>0</c:v>
                </c:pt>
                <c:pt idx="77486">
                  <c:v>0</c:v>
                </c:pt>
                <c:pt idx="77487">
                  <c:v>0</c:v>
                </c:pt>
                <c:pt idx="77488">
                  <c:v>0</c:v>
                </c:pt>
                <c:pt idx="77489">
                  <c:v>0</c:v>
                </c:pt>
                <c:pt idx="77490">
                  <c:v>0</c:v>
                </c:pt>
                <c:pt idx="77491">
                  <c:v>0</c:v>
                </c:pt>
                <c:pt idx="77492">
                  <c:v>0</c:v>
                </c:pt>
                <c:pt idx="77493">
                  <c:v>0</c:v>
                </c:pt>
                <c:pt idx="77494">
                  <c:v>0</c:v>
                </c:pt>
                <c:pt idx="77495">
                  <c:v>0</c:v>
                </c:pt>
                <c:pt idx="77496">
                  <c:v>0</c:v>
                </c:pt>
                <c:pt idx="77497">
                  <c:v>0</c:v>
                </c:pt>
                <c:pt idx="77498">
                  <c:v>0</c:v>
                </c:pt>
                <c:pt idx="77499">
                  <c:v>0</c:v>
                </c:pt>
                <c:pt idx="77500">
                  <c:v>0</c:v>
                </c:pt>
                <c:pt idx="77501">
                  <c:v>0</c:v>
                </c:pt>
                <c:pt idx="77502">
                  <c:v>0</c:v>
                </c:pt>
                <c:pt idx="77503">
                  <c:v>0</c:v>
                </c:pt>
                <c:pt idx="77504">
                  <c:v>0</c:v>
                </c:pt>
                <c:pt idx="77505">
                  <c:v>0</c:v>
                </c:pt>
                <c:pt idx="77506">
                  <c:v>0</c:v>
                </c:pt>
                <c:pt idx="77507">
                  <c:v>0</c:v>
                </c:pt>
                <c:pt idx="77508">
                  <c:v>0</c:v>
                </c:pt>
                <c:pt idx="77509">
                  <c:v>0</c:v>
                </c:pt>
                <c:pt idx="77510">
                  <c:v>0</c:v>
                </c:pt>
                <c:pt idx="77511">
                  <c:v>0</c:v>
                </c:pt>
                <c:pt idx="77512">
                  <c:v>0</c:v>
                </c:pt>
                <c:pt idx="77513">
                  <c:v>0</c:v>
                </c:pt>
                <c:pt idx="77514">
                  <c:v>0</c:v>
                </c:pt>
                <c:pt idx="77515">
                  <c:v>0</c:v>
                </c:pt>
                <c:pt idx="77516">
                  <c:v>0</c:v>
                </c:pt>
                <c:pt idx="77517">
                  <c:v>0</c:v>
                </c:pt>
                <c:pt idx="77518">
                  <c:v>0</c:v>
                </c:pt>
                <c:pt idx="77519">
                  <c:v>0</c:v>
                </c:pt>
                <c:pt idx="77520">
                  <c:v>0</c:v>
                </c:pt>
                <c:pt idx="77521">
                  <c:v>0</c:v>
                </c:pt>
                <c:pt idx="77522">
                  <c:v>0</c:v>
                </c:pt>
                <c:pt idx="77523">
                  <c:v>0</c:v>
                </c:pt>
                <c:pt idx="77524">
                  <c:v>0</c:v>
                </c:pt>
                <c:pt idx="77525">
                  <c:v>0</c:v>
                </c:pt>
                <c:pt idx="77526">
                  <c:v>0</c:v>
                </c:pt>
                <c:pt idx="77527">
                  <c:v>0</c:v>
                </c:pt>
                <c:pt idx="77528">
                  <c:v>0</c:v>
                </c:pt>
                <c:pt idx="77529">
                  <c:v>0</c:v>
                </c:pt>
                <c:pt idx="77530">
                  <c:v>0</c:v>
                </c:pt>
                <c:pt idx="77531">
                  <c:v>0</c:v>
                </c:pt>
                <c:pt idx="77532">
                  <c:v>0</c:v>
                </c:pt>
                <c:pt idx="77533">
                  <c:v>0</c:v>
                </c:pt>
                <c:pt idx="77534">
                  <c:v>0</c:v>
                </c:pt>
                <c:pt idx="77535">
                  <c:v>0</c:v>
                </c:pt>
                <c:pt idx="77536">
                  <c:v>0</c:v>
                </c:pt>
                <c:pt idx="77537">
                  <c:v>0</c:v>
                </c:pt>
                <c:pt idx="77538">
                  <c:v>0</c:v>
                </c:pt>
                <c:pt idx="77539">
                  <c:v>0</c:v>
                </c:pt>
                <c:pt idx="77540">
                  <c:v>0</c:v>
                </c:pt>
                <c:pt idx="77541">
                  <c:v>0</c:v>
                </c:pt>
                <c:pt idx="77542">
                  <c:v>0</c:v>
                </c:pt>
                <c:pt idx="77543">
                  <c:v>0</c:v>
                </c:pt>
                <c:pt idx="77544">
                  <c:v>0</c:v>
                </c:pt>
                <c:pt idx="77545">
                  <c:v>0</c:v>
                </c:pt>
                <c:pt idx="77546">
                  <c:v>0</c:v>
                </c:pt>
                <c:pt idx="77547">
                  <c:v>0</c:v>
                </c:pt>
                <c:pt idx="77548">
                  <c:v>0</c:v>
                </c:pt>
                <c:pt idx="77549">
                  <c:v>0</c:v>
                </c:pt>
                <c:pt idx="77550">
                  <c:v>0</c:v>
                </c:pt>
                <c:pt idx="77551">
                  <c:v>0</c:v>
                </c:pt>
                <c:pt idx="77552">
                  <c:v>0</c:v>
                </c:pt>
                <c:pt idx="77553">
                  <c:v>0</c:v>
                </c:pt>
                <c:pt idx="77554">
                  <c:v>0</c:v>
                </c:pt>
                <c:pt idx="77555">
                  <c:v>0</c:v>
                </c:pt>
                <c:pt idx="77556">
                  <c:v>0</c:v>
                </c:pt>
                <c:pt idx="77557">
                  <c:v>0</c:v>
                </c:pt>
                <c:pt idx="77558">
                  <c:v>0</c:v>
                </c:pt>
                <c:pt idx="77559">
                  <c:v>0</c:v>
                </c:pt>
                <c:pt idx="77560">
                  <c:v>0</c:v>
                </c:pt>
                <c:pt idx="77561">
                  <c:v>0</c:v>
                </c:pt>
                <c:pt idx="77562">
                  <c:v>0</c:v>
                </c:pt>
                <c:pt idx="77563">
                  <c:v>0</c:v>
                </c:pt>
                <c:pt idx="77564">
                  <c:v>0</c:v>
                </c:pt>
                <c:pt idx="77565">
                  <c:v>0</c:v>
                </c:pt>
                <c:pt idx="77566">
                  <c:v>0</c:v>
                </c:pt>
                <c:pt idx="77567">
                  <c:v>0</c:v>
                </c:pt>
                <c:pt idx="77568">
                  <c:v>0</c:v>
                </c:pt>
                <c:pt idx="77569">
                  <c:v>0</c:v>
                </c:pt>
                <c:pt idx="77570">
                  <c:v>0</c:v>
                </c:pt>
                <c:pt idx="77571">
                  <c:v>0</c:v>
                </c:pt>
                <c:pt idx="77572">
                  <c:v>0</c:v>
                </c:pt>
                <c:pt idx="77573">
                  <c:v>0</c:v>
                </c:pt>
                <c:pt idx="77574">
                  <c:v>0</c:v>
                </c:pt>
                <c:pt idx="77575">
                  <c:v>0</c:v>
                </c:pt>
                <c:pt idx="77576">
                  <c:v>0</c:v>
                </c:pt>
                <c:pt idx="77577">
                  <c:v>0</c:v>
                </c:pt>
                <c:pt idx="77578">
                  <c:v>0</c:v>
                </c:pt>
                <c:pt idx="77579">
                  <c:v>0</c:v>
                </c:pt>
                <c:pt idx="77580">
                  <c:v>0</c:v>
                </c:pt>
                <c:pt idx="77581">
                  <c:v>0</c:v>
                </c:pt>
                <c:pt idx="77582">
                  <c:v>0</c:v>
                </c:pt>
                <c:pt idx="77583">
                  <c:v>0</c:v>
                </c:pt>
                <c:pt idx="77584">
                  <c:v>0</c:v>
                </c:pt>
                <c:pt idx="77585">
                  <c:v>0</c:v>
                </c:pt>
                <c:pt idx="77586">
                  <c:v>0</c:v>
                </c:pt>
                <c:pt idx="77587">
                  <c:v>0</c:v>
                </c:pt>
                <c:pt idx="77588">
                  <c:v>0</c:v>
                </c:pt>
                <c:pt idx="77589">
                  <c:v>0</c:v>
                </c:pt>
                <c:pt idx="77590">
                  <c:v>0</c:v>
                </c:pt>
                <c:pt idx="77591">
                  <c:v>0</c:v>
                </c:pt>
                <c:pt idx="77592">
                  <c:v>0</c:v>
                </c:pt>
                <c:pt idx="77593">
                  <c:v>0</c:v>
                </c:pt>
                <c:pt idx="77594">
                  <c:v>0</c:v>
                </c:pt>
                <c:pt idx="77595">
                  <c:v>0</c:v>
                </c:pt>
                <c:pt idx="77596">
                  <c:v>0</c:v>
                </c:pt>
                <c:pt idx="77597">
                  <c:v>0</c:v>
                </c:pt>
                <c:pt idx="77598">
                  <c:v>0</c:v>
                </c:pt>
                <c:pt idx="77599">
                  <c:v>0</c:v>
                </c:pt>
                <c:pt idx="77600">
                  <c:v>0</c:v>
                </c:pt>
                <c:pt idx="77601">
                  <c:v>0</c:v>
                </c:pt>
                <c:pt idx="77602">
                  <c:v>0</c:v>
                </c:pt>
                <c:pt idx="77603">
                  <c:v>0</c:v>
                </c:pt>
                <c:pt idx="77604">
                  <c:v>0</c:v>
                </c:pt>
                <c:pt idx="77605">
                  <c:v>0</c:v>
                </c:pt>
                <c:pt idx="77606">
                  <c:v>0</c:v>
                </c:pt>
                <c:pt idx="77607">
                  <c:v>0</c:v>
                </c:pt>
                <c:pt idx="77608">
                  <c:v>0</c:v>
                </c:pt>
                <c:pt idx="77609">
                  <c:v>0</c:v>
                </c:pt>
                <c:pt idx="77610">
                  <c:v>0</c:v>
                </c:pt>
                <c:pt idx="77611">
                  <c:v>0</c:v>
                </c:pt>
                <c:pt idx="77612">
                  <c:v>0</c:v>
                </c:pt>
                <c:pt idx="77613">
                  <c:v>0</c:v>
                </c:pt>
                <c:pt idx="77614">
                  <c:v>0</c:v>
                </c:pt>
                <c:pt idx="77615">
                  <c:v>0</c:v>
                </c:pt>
                <c:pt idx="77616">
                  <c:v>0</c:v>
                </c:pt>
                <c:pt idx="77617">
                  <c:v>0</c:v>
                </c:pt>
                <c:pt idx="77618">
                  <c:v>0</c:v>
                </c:pt>
                <c:pt idx="77619">
                  <c:v>0</c:v>
                </c:pt>
                <c:pt idx="77620">
                  <c:v>0</c:v>
                </c:pt>
                <c:pt idx="77621">
                  <c:v>0</c:v>
                </c:pt>
                <c:pt idx="77622">
                  <c:v>0</c:v>
                </c:pt>
                <c:pt idx="77623">
                  <c:v>0</c:v>
                </c:pt>
                <c:pt idx="77624">
                  <c:v>0</c:v>
                </c:pt>
                <c:pt idx="77625">
                  <c:v>0</c:v>
                </c:pt>
                <c:pt idx="77626">
                  <c:v>0</c:v>
                </c:pt>
                <c:pt idx="77627">
                  <c:v>0</c:v>
                </c:pt>
                <c:pt idx="77628">
                  <c:v>0</c:v>
                </c:pt>
                <c:pt idx="77629">
                  <c:v>0</c:v>
                </c:pt>
                <c:pt idx="77630">
                  <c:v>0</c:v>
                </c:pt>
                <c:pt idx="77631">
                  <c:v>0</c:v>
                </c:pt>
                <c:pt idx="77632">
                  <c:v>0</c:v>
                </c:pt>
                <c:pt idx="77633">
                  <c:v>0</c:v>
                </c:pt>
                <c:pt idx="77634">
                  <c:v>0</c:v>
                </c:pt>
                <c:pt idx="77635">
                  <c:v>0</c:v>
                </c:pt>
                <c:pt idx="77636">
                  <c:v>0</c:v>
                </c:pt>
                <c:pt idx="77637">
                  <c:v>0</c:v>
                </c:pt>
                <c:pt idx="77638">
                  <c:v>0</c:v>
                </c:pt>
                <c:pt idx="77639">
                  <c:v>0</c:v>
                </c:pt>
                <c:pt idx="77640">
                  <c:v>0</c:v>
                </c:pt>
                <c:pt idx="77641">
                  <c:v>0</c:v>
                </c:pt>
                <c:pt idx="77642">
                  <c:v>0</c:v>
                </c:pt>
                <c:pt idx="77643">
                  <c:v>0</c:v>
                </c:pt>
                <c:pt idx="77644">
                  <c:v>0</c:v>
                </c:pt>
                <c:pt idx="77645">
                  <c:v>0</c:v>
                </c:pt>
                <c:pt idx="77646">
                  <c:v>0</c:v>
                </c:pt>
                <c:pt idx="77647">
                  <c:v>0</c:v>
                </c:pt>
                <c:pt idx="77648">
                  <c:v>0</c:v>
                </c:pt>
                <c:pt idx="77649">
                  <c:v>0</c:v>
                </c:pt>
                <c:pt idx="77650">
                  <c:v>0</c:v>
                </c:pt>
                <c:pt idx="77651">
                  <c:v>0</c:v>
                </c:pt>
                <c:pt idx="77652">
                  <c:v>0</c:v>
                </c:pt>
                <c:pt idx="77653">
                  <c:v>0</c:v>
                </c:pt>
                <c:pt idx="77654">
                  <c:v>0</c:v>
                </c:pt>
                <c:pt idx="77655">
                  <c:v>0</c:v>
                </c:pt>
                <c:pt idx="77656">
                  <c:v>0</c:v>
                </c:pt>
                <c:pt idx="77657">
                  <c:v>0</c:v>
                </c:pt>
                <c:pt idx="77658">
                  <c:v>0</c:v>
                </c:pt>
                <c:pt idx="77659">
                  <c:v>0</c:v>
                </c:pt>
                <c:pt idx="77660">
                  <c:v>0</c:v>
                </c:pt>
                <c:pt idx="77661">
                  <c:v>0</c:v>
                </c:pt>
                <c:pt idx="77662">
                  <c:v>0</c:v>
                </c:pt>
                <c:pt idx="77663">
                  <c:v>0</c:v>
                </c:pt>
                <c:pt idx="77664">
                  <c:v>0</c:v>
                </c:pt>
                <c:pt idx="77665">
                  <c:v>0</c:v>
                </c:pt>
                <c:pt idx="77666">
                  <c:v>0</c:v>
                </c:pt>
                <c:pt idx="77667">
                  <c:v>0</c:v>
                </c:pt>
                <c:pt idx="77668">
                  <c:v>0</c:v>
                </c:pt>
                <c:pt idx="77669">
                  <c:v>0</c:v>
                </c:pt>
                <c:pt idx="77670">
                  <c:v>0</c:v>
                </c:pt>
                <c:pt idx="77671">
                  <c:v>0</c:v>
                </c:pt>
                <c:pt idx="77672">
                  <c:v>0</c:v>
                </c:pt>
                <c:pt idx="77673">
                  <c:v>0</c:v>
                </c:pt>
                <c:pt idx="77674">
                  <c:v>0</c:v>
                </c:pt>
                <c:pt idx="77675">
                  <c:v>0</c:v>
                </c:pt>
                <c:pt idx="77676">
                  <c:v>0</c:v>
                </c:pt>
                <c:pt idx="77677">
                  <c:v>0</c:v>
                </c:pt>
                <c:pt idx="77678">
                  <c:v>0</c:v>
                </c:pt>
                <c:pt idx="77679">
                  <c:v>0</c:v>
                </c:pt>
                <c:pt idx="77680">
                  <c:v>0</c:v>
                </c:pt>
                <c:pt idx="77681">
                  <c:v>0</c:v>
                </c:pt>
                <c:pt idx="77682">
                  <c:v>0</c:v>
                </c:pt>
                <c:pt idx="77683">
                  <c:v>0</c:v>
                </c:pt>
                <c:pt idx="77684">
                  <c:v>0</c:v>
                </c:pt>
                <c:pt idx="77685">
                  <c:v>0</c:v>
                </c:pt>
                <c:pt idx="77686">
                  <c:v>0</c:v>
                </c:pt>
                <c:pt idx="77687">
                  <c:v>0</c:v>
                </c:pt>
                <c:pt idx="77688">
                  <c:v>0</c:v>
                </c:pt>
                <c:pt idx="77689">
                  <c:v>0</c:v>
                </c:pt>
                <c:pt idx="77690">
                  <c:v>0</c:v>
                </c:pt>
                <c:pt idx="77691">
                  <c:v>0</c:v>
                </c:pt>
                <c:pt idx="77692">
                  <c:v>0</c:v>
                </c:pt>
                <c:pt idx="77693">
                  <c:v>0</c:v>
                </c:pt>
                <c:pt idx="77694">
                  <c:v>0</c:v>
                </c:pt>
                <c:pt idx="77695">
                  <c:v>0</c:v>
                </c:pt>
                <c:pt idx="77696">
                  <c:v>0</c:v>
                </c:pt>
                <c:pt idx="77697">
                  <c:v>0</c:v>
                </c:pt>
                <c:pt idx="77698">
                  <c:v>0</c:v>
                </c:pt>
                <c:pt idx="77699">
                  <c:v>0</c:v>
                </c:pt>
                <c:pt idx="77700">
                  <c:v>0</c:v>
                </c:pt>
                <c:pt idx="77701">
                  <c:v>0</c:v>
                </c:pt>
                <c:pt idx="77702">
                  <c:v>0</c:v>
                </c:pt>
                <c:pt idx="77703">
                  <c:v>0</c:v>
                </c:pt>
                <c:pt idx="77704">
                  <c:v>0</c:v>
                </c:pt>
                <c:pt idx="77705">
                  <c:v>0</c:v>
                </c:pt>
                <c:pt idx="77706">
                  <c:v>0</c:v>
                </c:pt>
                <c:pt idx="77707">
                  <c:v>0</c:v>
                </c:pt>
                <c:pt idx="77708">
                  <c:v>0</c:v>
                </c:pt>
                <c:pt idx="77709">
                  <c:v>0</c:v>
                </c:pt>
                <c:pt idx="77710">
                  <c:v>0</c:v>
                </c:pt>
                <c:pt idx="77711">
                  <c:v>0</c:v>
                </c:pt>
                <c:pt idx="77712">
                  <c:v>0</c:v>
                </c:pt>
                <c:pt idx="77713">
                  <c:v>0</c:v>
                </c:pt>
                <c:pt idx="77714">
                  <c:v>0</c:v>
                </c:pt>
                <c:pt idx="77715">
                  <c:v>0</c:v>
                </c:pt>
                <c:pt idx="77716">
                  <c:v>0</c:v>
                </c:pt>
                <c:pt idx="77717">
                  <c:v>0</c:v>
                </c:pt>
                <c:pt idx="77718">
                  <c:v>0</c:v>
                </c:pt>
                <c:pt idx="77719">
                  <c:v>0</c:v>
                </c:pt>
                <c:pt idx="77720">
                  <c:v>0</c:v>
                </c:pt>
                <c:pt idx="77721">
                  <c:v>0</c:v>
                </c:pt>
                <c:pt idx="77722">
                  <c:v>0</c:v>
                </c:pt>
                <c:pt idx="77723">
                  <c:v>0</c:v>
                </c:pt>
                <c:pt idx="77724">
                  <c:v>0</c:v>
                </c:pt>
                <c:pt idx="77725">
                  <c:v>0</c:v>
                </c:pt>
                <c:pt idx="77726">
                  <c:v>0</c:v>
                </c:pt>
                <c:pt idx="77727">
                  <c:v>0</c:v>
                </c:pt>
                <c:pt idx="77728">
                  <c:v>0</c:v>
                </c:pt>
                <c:pt idx="77729">
                  <c:v>0</c:v>
                </c:pt>
                <c:pt idx="77730">
                  <c:v>0</c:v>
                </c:pt>
                <c:pt idx="77731">
                  <c:v>0</c:v>
                </c:pt>
                <c:pt idx="77732">
                  <c:v>0</c:v>
                </c:pt>
                <c:pt idx="77733">
                  <c:v>0</c:v>
                </c:pt>
                <c:pt idx="77734">
                  <c:v>0</c:v>
                </c:pt>
                <c:pt idx="77735">
                  <c:v>0</c:v>
                </c:pt>
                <c:pt idx="77736">
                  <c:v>0</c:v>
                </c:pt>
                <c:pt idx="77737">
                  <c:v>0</c:v>
                </c:pt>
                <c:pt idx="77738">
                  <c:v>0</c:v>
                </c:pt>
                <c:pt idx="77739">
                  <c:v>0</c:v>
                </c:pt>
                <c:pt idx="77740">
                  <c:v>0</c:v>
                </c:pt>
                <c:pt idx="77741">
                  <c:v>0</c:v>
                </c:pt>
                <c:pt idx="77742">
                  <c:v>0</c:v>
                </c:pt>
                <c:pt idx="77743">
                  <c:v>0</c:v>
                </c:pt>
                <c:pt idx="77744">
                  <c:v>0</c:v>
                </c:pt>
                <c:pt idx="77745">
                  <c:v>0</c:v>
                </c:pt>
                <c:pt idx="77746">
                  <c:v>0</c:v>
                </c:pt>
                <c:pt idx="77747">
                  <c:v>0</c:v>
                </c:pt>
                <c:pt idx="77748">
                  <c:v>0</c:v>
                </c:pt>
                <c:pt idx="77749">
                  <c:v>0</c:v>
                </c:pt>
                <c:pt idx="77750">
                  <c:v>0</c:v>
                </c:pt>
                <c:pt idx="77751">
                  <c:v>0</c:v>
                </c:pt>
                <c:pt idx="77752">
                  <c:v>0</c:v>
                </c:pt>
                <c:pt idx="77753">
                  <c:v>0</c:v>
                </c:pt>
                <c:pt idx="77754">
                  <c:v>0</c:v>
                </c:pt>
                <c:pt idx="77755">
                  <c:v>0</c:v>
                </c:pt>
                <c:pt idx="77756">
                  <c:v>0</c:v>
                </c:pt>
                <c:pt idx="77757">
                  <c:v>0</c:v>
                </c:pt>
                <c:pt idx="77758">
                  <c:v>0</c:v>
                </c:pt>
                <c:pt idx="77759">
                  <c:v>0</c:v>
                </c:pt>
                <c:pt idx="77760">
                  <c:v>0</c:v>
                </c:pt>
                <c:pt idx="77761">
                  <c:v>0</c:v>
                </c:pt>
                <c:pt idx="77762">
                  <c:v>0</c:v>
                </c:pt>
                <c:pt idx="77763">
                  <c:v>0</c:v>
                </c:pt>
                <c:pt idx="77764">
                  <c:v>0</c:v>
                </c:pt>
                <c:pt idx="77765">
                  <c:v>0</c:v>
                </c:pt>
                <c:pt idx="77766">
                  <c:v>0</c:v>
                </c:pt>
                <c:pt idx="77767">
                  <c:v>0</c:v>
                </c:pt>
                <c:pt idx="77768">
                  <c:v>0</c:v>
                </c:pt>
                <c:pt idx="77769">
                  <c:v>0</c:v>
                </c:pt>
                <c:pt idx="77770">
                  <c:v>0</c:v>
                </c:pt>
                <c:pt idx="77771">
                  <c:v>0</c:v>
                </c:pt>
                <c:pt idx="77772">
                  <c:v>0</c:v>
                </c:pt>
                <c:pt idx="77773">
                  <c:v>0</c:v>
                </c:pt>
                <c:pt idx="77774">
                  <c:v>0</c:v>
                </c:pt>
                <c:pt idx="77775">
                  <c:v>0</c:v>
                </c:pt>
                <c:pt idx="77776">
                  <c:v>0</c:v>
                </c:pt>
                <c:pt idx="77777">
                  <c:v>0</c:v>
                </c:pt>
                <c:pt idx="77778">
                  <c:v>0</c:v>
                </c:pt>
                <c:pt idx="77779">
                  <c:v>0</c:v>
                </c:pt>
                <c:pt idx="77780">
                  <c:v>0</c:v>
                </c:pt>
                <c:pt idx="77781">
                  <c:v>0</c:v>
                </c:pt>
                <c:pt idx="77782">
                  <c:v>0</c:v>
                </c:pt>
                <c:pt idx="77783">
                  <c:v>0</c:v>
                </c:pt>
                <c:pt idx="77784">
                  <c:v>0</c:v>
                </c:pt>
                <c:pt idx="77785">
                  <c:v>0</c:v>
                </c:pt>
                <c:pt idx="77786">
                  <c:v>0</c:v>
                </c:pt>
                <c:pt idx="77787">
                  <c:v>0</c:v>
                </c:pt>
                <c:pt idx="77788">
                  <c:v>0</c:v>
                </c:pt>
                <c:pt idx="77789">
                  <c:v>0</c:v>
                </c:pt>
                <c:pt idx="77790">
                  <c:v>0</c:v>
                </c:pt>
                <c:pt idx="77791">
                  <c:v>0</c:v>
                </c:pt>
                <c:pt idx="77792">
                  <c:v>0</c:v>
                </c:pt>
                <c:pt idx="77793">
                  <c:v>0</c:v>
                </c:pt>
                <c:pt idx="77794">
                  <c:v>0</c:v>
                </c:pt>
                <c:pt idx="77795">
                  <c:v>0</c:v>
                </c:pt>
                <c:pt idx="77796">
                  <c:v>0</c:v>
                </c:pt>
                <c:pt idx="77797">
                  <c:v>0</c:v>
                </c:pt>
                <c:pt idx="77798">
                  <c:v>0</c:v>
                </c:pt>
                <c:pt idx="77799">
                  <c:v>0</c:v>
                </c:pt>
                <c:pt idx="77800">
                  <c:v>0</c:v>
                </c:pt>
                <c:pt idx="77801">
                  <c:v>0</c:v>
                </c:pt>
                <c:pt idx="77802">
                  <c:v>0</c:v>
                </c:pt>
                <c:pt idx="77803">
                  <c:v>0</c:v>
                </c:pt>
                <c:pt idx="77804">
                  <c:v>0</c:v>
                </c:pt>
                <c:pt idx="77805">
                  <c:v>0</c:v>
                </c:pt>
                <c:pt idx="77806">
                  <c:v>0</c:v>
                </c:pt>
                <c:pt idx="77807">
                  <c:v>0</c:v>
                </c:pt>
                <c:pt idx="77808">
                  <c:v>0</c:v>
                </c:pt>
                <c:pt idx="77809">
                  <c:v>0</c:v>
                </c:pt>
                <c:pt idx="77810">
                  <c:v>0</c:v>
                </c:pt>
                <c:pt idx="77811">
                  <c:v>0</c:v>
                </c:pt>
                <c:pt idx="77812">
                  <c:v>0</c:v>
                </c:pt>
                <c:pt idx="77813">
                  <c:v>0</c:v>
                </c:pt>
                <c:pt idx="77814">
                  <c:v>0</c:v>
                </c:pt>
                <c:pt idx="77815">
                  <c:v>0</c:v>
                </c:pt>
                <c:pt idx="77816">
                  <c:v>0</c:v>
                </c:pt>
                <c:pt idx="77817">
                  <c:v>0</c:v>
                </c:pt>
                <c:pt idx="77818">
                  <c:v>0</c:v>
                </c:pt>
                <c:pt idx="77819">
                  <c:v>0</c:v>
                </c:pt>
                <c:pt idx="77820">
                  <c:v>0</c:v>
                </c:pt>
                <c:pt idx="77821">
                  <c:v>0</c:v>
                </c:pt>
                <c:pt idx="77822">
                  <c:v>0</c:v>
                </c:pt>
                <c:pt idx="77823">
                  <c:v>0</c:v>
                </c:pt>
                <c:pt idx="77824">
                  <c:v>0</c:v>
                </c:pt>
                <c:pt idx="77825">
                  <c:v>0</c:v>
                </c:pt>
                <c:pt idx="77826">
                  <c:v>0</c:v>
                </c:pt>
                <c:pt idx="77827">
                  <c:v>0</c:v>
                </c:pt>
                <c:pt idx="77828">
                  <c:v>0</c:v>
                </c:pt>
                <c:pt idx="77829">
                  <c:v>0</c:v>
                </c:pt>
                <c:pt idx="77830">
                  <c:v>0</c:v>
                </c:pt>
                <c:pt idx="77831">
                  <c:v>0</c:v>
                </c:pt>
                <c:pt idx="77832">
                  <c:v>0</c:v>
                </c:pt>
                <c:pt idx="77833">
                  <c:v>0</c:v>
                </c:pt>
                <c:pt idx="77834">
                  <c:v>0</c:v>
                </c:pt>
                <c:pt idx="77835">
                  <c:v>0</c:v>
                </c:pt>
                <c:pt idx="77836">
                  <c:v>0</c:v>
                </c:pt>
                <c:pt idx="77837">
                  <c:v>0</c:v>
                </c:pt>
                <c:pt idx="77838">
                  <c:v>0</c:v>
                </c:pt>
                <c:pt idx="77839">
                  <c:v>0</c:v>
                </c:pt>
                <c:pt idx="77840">
                  <c:v>0</c:v>
                </c:pt>
                <c:pt idx="77841">
                  <c:v>0</c:v>
                </c:pt>
                <c:pt idx="77842">
                  <c:v>0</c:v>
                </c:pt>
                <c:pt idx="77843">
                  <c:v>0</c:v>
                </c:pt>
                <c:pt idx="77844">
                  <c:v>0</c:v>
                </c:pt>
                <c:pt idx="77845">
                  <c:v>0</c:v>
                </c:pt>
                <c:pt idx="77846">
                  <c:v>0</c:v>
                </c:pt>
                <c:pt idx="77847">
                  <c:v>0</c:v>
                </c:pt>
                <c:pt idx="77848">
                  <c:v>0</c:v>
                </c:pt>
                <c:pt idx="77849">
                  <c:v>0</c:v>
                </c:pt>
                <c:pt idx="77850">
                  <c:v>0</c:v>
                </c:pt>
                <c:pt idx="77851">
                  <c:v>0</c:v>
                </c:pt>
                <c:pt idx="77852">
                  <c:v>0</c:v>
                </c:pt>
                <c:pt idx="77853">
                  <c:v>0</c:v>
                </c:pt>
                <c:pt idx="77854">
                  <c:v>0</c:v>
                </c:pt>
                <c:pt idx="77855">
                  <c:v>0</c:v>
                </c:pt>
                <c:pt idx="77856">
                  <c:v>0</c:v>
                </c:pt>
                <c:pt idx="77857">
                  <c:v>0</c:v>
                </c:pt>
                <c:pt idx="77858">
                  <c:v>0</c:v>
                </c:pt>
                <c:pt idx="77859">
                  <c:v>0</c:v>
                </c:pt>
                <c:pt idx="77860">
                  <c:v>0</c:v>
                </c:pt>
                <c:pt idx="77861">
                  <c:v>0</c:v>
                </c:pt>
                <c:pt idx="77862">
                  <c:v>0</c:v>
                </c:pt>
                <c:pt idx="77863">
                  <c:v>0</c:v>
                </c:pt>
                <c:pt idx="77864">
                  <c:v>0</c:v>
                </c:pt>
                <c:pt idx="77865">
                  <c:v>0</c:v>
                </c:pt>
                <c:pt idx="77866">
                  <c:v>0</c:v>
                </c:pt>
                <c:pt idx="77867">
                  <c:v>0</c:v>
                </c:pt>
                <c:pt idx="77868">
                  <c:v>0</c:v>
                </c:pt>
                <c:pt idx="77869">
                  <c:v>0</c:v>
                </c:pt>
                <c:pt idx="77870">
                  <c:v>0</c:v>
                </c:pt>
                <c:pt idx="77871">
                  <c:v>0</c:v>
                </c:pt>
                <c:pt idx="77872">
                  <c:v>0</c:v>
                </c:pt>
                <c:pt idx="77873">
                  <c:v>0</c:v>
                </c:pt>
                <c:pt idx="77874">
                  <c:v>0</c:v>
                </c:pt>
                <c:pt idx="77875">
                  <c:v>0</c:v>
                </c:pt>
                <c:pt idx="77876">
                  <c:v>0</c:v>
                </c:pt>
                <c:pt idx="77877">
                  <c:v>0</c:v>
                </c:pt>
                <c:pt idx="77878">
                  <c:v>0</c:v>
                </c:pt>
                <c:pt idx="77879">
                  <c:v>0</c:v>
                </c:pt>
                <c:pt idx="77880">
                  <c:v>0</c:v>
                </c:pt>
                <c:pt idx="77881">
                  <c:v>0</c:v>
                </c:pt>
                <c:pt idx="77882">
                  <c:v>0</c:v>
                </c:pt>
                <c:pt idx="77883">
                  <c:v>0</c:v>
                </c:pt>
                <c:pt idx="77884">
                  <c:v>0</c:v>
                </c:pt>
                <c:pt idx="77885">
                  <c:v>0</c:v>
                </c:pt>
                <c:pt idx="77886">
                  <c:v>0</c:v>
                </c:pt>
                <c:pt idx="77887">
                  <c:v>0</c:v>
                </c:pt>
                <c:pt idx="77888">
                  <c:v>0</c:v>
                </c:pt>
                <c:pt idx="77889">
                  <c:v>0</c:v>
                </c:pt>
                <c:pt idx="77890">
                  <c:v>0</c:v>
                </c:pt>
                <c:pt idx="77891">
                  <c:v>0</c:v>
                </c:pt>
                <c:pt idx="77892">
                  <c:v>0</c:v>
                </c:pt>
                <c:pt idx="77893">
                  <c:v>0</c:v>
                </c:pt>
                <c:pt idx="77894">
                  <c:v>0</c:v>
                </c:pt>
                <c:pt idx="77895">
                  <c:v>0</c:v>
                </c:pt>
                <c:pt idx="77896">
                  <c:v>0</c:v>
                </c:pt>
                <c:pt idx="77897">
                  <c:v>0</c:v>
                </c:pt>
                <c:pt idx="77898">
                  <c:v>0</c:v>
                </c:pt>
                <c:pt idx="77899">
                  <c:v>0</c:v>
                </c:pt>
                <c:pt idx="77900">
                  <c:v>0</c:v>
                </c:pt>
                <c:pt idx="77901">
                  <c:v>0</c:v>
                </c:pt>
                <c:pt idx="77902">
                  <c:v>0</c:v>
                </c:pt>
                <c:pt idx="77903">
                  <c:v>0</c:v>
                </c:pt>
                <c:pt idx="77904">
                  <c:v>0</c:v>
                </c:pt>
                <c:pt idx="77905">
                  <c:v>0</c:v>
                </c:pt>
                <c:pt idx="77906">
                  <c:v>0</c:v>
                </c:pt>
                <c:pt idx="77907">
                  <c:v>0</c:v>
                </c:pt>
                <c:pt idx="77908">
                  <c:v>0</c:v>
                </c:pt>
                <c:pt idx="77909">
                  <c:v>0</c:v>
                </c:pt>
                <c:pt idx="77910">
                  <c:v>0</c:v>
                </c:pt>
                <c:pt idx="77911">
                  <c:v>0</c:v>
                </c:pt>
                <c:pt idx="77912">
                  <c:v>0</c:v>
                </c:pt>
                <c:pt idx="77913">
                  <c:v>0</c:v>
                </c:pt>
                <c:pt idx="77914">
                  <c:v>0</c:v>
                </c:pt>
                <c:pt idx="77915">
                  <c:v>0</c:v>
                </c:pt>
                <c:pt idx="77916">
                  <c:v>0</c:v>
                </c:pt>
                <c:pt idx="77917">
                  <c:v>0</c:v>
                </c:pt>
                <c:pt idx="77918">
                  <c:v>0</c:v>
                </c:pt>
                <c:pt idx="77919">
                  <c:v>0</c:v>
                </c:pt>
                <c:pt idx="77920">
                  <c:v>0</c:v>
                </c:pt>
                <c:pt idx="77921">
                  <c:v>0</c:v>
                </c:pt>
                <c:pt idx="77922">
                  <c:v>0</c:v>
                </c:pt>
                <c:pt idx="77923">
                  <c:v>0</c:v>
                </c:pt>
                <c:pt idx="77924">
                  <c:v>0</c:v>
                </c:pt>
                <c:pt idx="77925">
                  <c:v>0</c:v>
                </c:pt>
                <c:pt idx="77926">
                  <c:v>0</c:v>
                </c:pt>
                <c:pt idx="77927">
                  <c:v>0</c:v>
                </c:pt>
                <c:pt idx="77928">
                  <c:v>0</c:v>
                </c:pt>
                <c:pt idx="77929">
                  <c:v>0</c:v>
                </c:pt>
                <c:pt idx="77930">
                  <c:v>0</c:v>
                </c:pt>
                <c:pt idx="77931">
                  <c:v>0</c:v>
                </c:pt>
                <c:pt idx="77932">
                  <c:v>0</c:v>
                </c:pt>
                <c:pt idx="77933">
                  <c:v>0</c:v>
                </c:pt>
                <c:pt idx="77934">
                  <c:v>0</c:v>
                </c:pt>
                <c:pt idx="77935">
                  <c:v>0</c:v>
                </c:pt>
                <c:pt idx="77936">
                  <c:v>0</c:v>
                </c:pt>
                <c:pt idx="77937">
                  <c:v>0</c:v>
                </c:pt>
                <c:pt idx="77938">
                  <c:v>0</c:v>
                </c:pt>
                <c:pt idx="77939">
                  <c:v>0</c:v>
                </c:pt>
                <c:pt idx="77940">
                  <c:v>0</c:v>
                </c:pt>
                <c:pt idx="77941">
                  <c:v>0</c:v>
                </c:pt>
                <c:pt idx="77942">
                  <c:v>0</c:v>
                </c:pt>
                <c:pt idx="77943">
                  <c:v>0</c:v>
                </c:pt>
                <c:pt idx="77944">
                  <c:v>0</c:v>
                </c:pt>
                <c:pt idx="77945">
                  <c:v>0</c:v>
                </c:pt>
                <c:pt idx="77946">
                  <c:v>0</c:v>
                </c:pt>
                <c:pt idx="77947">
                  <c:v>0</c:v>
                </c:pt>
                <c:pt idx="77948">
                  <c:v>0</c:v>
                </c:pt>
                <c:pt idx="77949">
                  <c:v>0</c:v>
                </c:pt>
                <c:pt idx="77950">
                  <c:v>0</c:v>
                </c:pt>
                <c:pt idx="77951">
                  <c:v>0</c:v>
                </c:pt>
                <c:pt idx="77952">
                  <c:v>0</c:v>
                </c:pt>
                <c:pt idx="77953">
                  <c:v>0</c:v>
                </c:pt>
                <c:pt idx="77954">
                  <c:v>0</c:v>
                </c:pt>
                <c:pt idx="77955">
                  <c:v>0</c:v>
                </c:pt>
                <c:pt idx="77956">
                  <c:v>0</c:v>
                </c:pt>
                <c:pt idx="77957">
                  <c:v>0</c:v>
                </c:pt>
                <c:pt idx="77958">
                  <c:v>0</c:v>
                </c:pt>
                <c:pt idx="77959">
                  <c:v>0</c:v>
                </c:pt>
                <c:pt idx="77960">
                  <c:v>0</c:v>
                </c:pt>
                <c:pt idx="77961">
                  <c:v>0</c:v>
                </c:pt>
                <c:pt idx="77962">
                  <c:v>0</c:v>
                </c:pt>
                <c:pt idx="77963">
                  <c:v>0</c:v>
                </c:pt>
                <c:pt idx="77964">
                  <c:v>0</c:v>
                </c:pt>
                <c:pt idx="77965">
                  <c:v>0</c:v>
                </c:pt>
                <c:pt idx="77966">
                  <c:v>0</c:v>
                </c:pt>
                <c:pt idx="77967">
                  <c:v>0</c:v>
                </c:pt>
                <c:pt idx="77968">
                  <c:v>0</c:v>
                </c:pt>
                <c:pt idx="77969">
                  <c:v>0</c:v>
                </c:pt>
                <c:pt idx="77970">
                  <c:v>0</c:v>
                </c:pt>
                <c:pt idx="77971">
                  <c:v>0</c:v>
                </c:pt>
                <c:pt idx="77972">
                  <c:v>0</c:v>
                </c:pt>
                <c:pt idx="77973">
                  <c:v>0</c:v>
                </c:pt>
                <c:pt idx="77974">
                  <c:v>0</c:v>
                </c:pt>
                <c:pt idx="77975">
                  <c:v>0</c:v>
                </c:pt>
                <c:pt idx="77976">
                  <c:v>0</c:v>
                </c:pt>
                <c:pt idx="77977">
                  <c:v>0</c:v>
                </c:pt>
                <c:pt idx="77978">
                  <c:v>0</c:v>
                </c:pt>
                <c:pt idx="77979">
                  <c:v>0</c:v>
                </c:pt>
                <c:pt idx="77980">
                  <c:v>0</c:v>
                </c:pt>
                <c:pt idx="77981">
                  <c:v>0</c:v>
                </c:pt>
                <c:pt idx="77982">
                  <c:v>0</c:v>
                </c:pt>
                <c:pt idx="77983">
                  <c:v>0</c:v>
                </c:pt>
                <c:pt idx="77984">
                  <c:v>0</c:v>
                </c:pt>
                <c:pt idx="77985">
                  <c:v>0</c:v>
                </c:pt>
                <c:pt idx="77986">
                  <c:v>0</c:v>
                </c:pt>
                <c:pt idx="77987">
                  <c:v>0</c:v>
                </c:pt>
                <c:pt idx="77988">
                  <c:v>0</c:v>
                </c:pt>
                <c:pt idx="77989">
                  <c:v>0</c:v>
                </c:pt>
                <c:pt idx="77990">
                  <c:v>0</c:v>
                </c:pt>
                <c:pt idx="77991">
                  <c:v>0</c:v>
                </c:pt>
                <c:pt idx="77992">
                  <c:v>0</c:v>
                </c:pt>
                <c:pt idx="77993">
                  <c:v>0</c:v>
                </c:pt>
                <c:pt idx="77994">
                  <c:v>0</c:v>
                </c:pt>
                <c:pt idx="77995">
                  <c:v>0</c:v>
                </c:pt>
                <c:pt idx="77996">
                  <c:v>0</c:v>
                </c:pt>
                <c:pt idx="77997">
                  <c:v>0</c:v>
                </c:pt>
                <c:pt idx="77998">
                  <c:v>0</c:v>
                </c:pt>
                <c:pt idx="77999">
                  <c:v>0</c:v>
                </c:pt>
                <c:pt idx="78000">
                  <c:v>0</c:v>
                </c:pt>
                <c:pt idx="78001">
                  <c:v>0</c:v>
                </c:pt>
                <c:pt idx="78002">
                  <c:v>0</c:v>
                </c:pt>
                <c:pt idx="78003">
                  <c:v>0</c:v>
                </c:pt>
                <c:pt idx="78004">
                  <c:v>0</c:v>
                </c:pt>
                <c:pt idx="78005">
                  <c:v>0</c:v>
                </c:pt>
                <c:pt idx="78006">
                  <c:v>0</c:v>
                </c:pt>
                <c:pt idx="78007">
                  <c:v>0</c:v>
                </c:pt>
                <c:pt idx="78008">
                  <c:v>0</c:v>
                </c:pt>
                <c:pt idx="78009">
                  <c:v>0</c:v>
                </c:pt>
                <c:pt idx="78010">
                  <c:v>0</c:v>
                </c:pt>
                <c:pt idx="78011">
                  <c:v>0</c:v>
                </c:pt>
                <c:pt idx="78012">
                  <c:v>0</c:v>
                </c:pt>
                <c:pt idx="78013">
                  <c:v>0</c:v>
                </c:pt>
                <c:pt idx="78014">
                  <c:v>0</c:v>
                </c:pt>
                <c:pt idx="78015">
                  <c:v>0</c:v>
                </c:pt>
                <c:pt idx="78016">
                  <c:v>0</c:v>
                </c:pt>
                <c:pt idx="78017">
                  <c:v>0</c:v>
                </c:pt>
                <c:pt idx="78018">
                  <c:v>0</c:v>
                </c:pt>
                <c:pt idx="78019">
                  <c:v>0</c:v>
                </c:pt>
                <c:pt idx="78020">
                  <c:v>0</c:v>
                </c:pt>
                <c:pt idx="78021">
                  <c:v>0</c:v>
                </c:pt>
                <c:pt idx="78022">
                  <c:v>0</c:v>
                </c:pt>
                <c:pt idx="78023">
                  <c:v>0</c:v>
                </c:pt>
                <c:pt idx="78024">
                  <c:v>0</c:v>
                </c:pt>
                <c:pt idx="78025">
                  <c:v>0</c:v>
                </c:pt>
                <c:pt idx="78026">
                  <c:v>0</c:v>
                </c:pt>
                <c:pt idx="78027">
                  <c:v>0</c:v>
                </c:pt>
                <c:pt idx="78028">
                  <c:v>0</c:v>
                </c:pt>
                <c:pt idx="78029">
                  <c:v>0</c:v>
                </c:pt>
                <c:pt idx="78030">
                  <c:v>0</c:v>
                </c:pt>
                <c:pt idx="78031">
                  <c:v>0</c:v>
                </c:pt>
                <c:pt idx="78032">
                  <c:v>0</c:v>
                </c:pt>
                <c:pt idx="78033">
                  <c:v>0</c:v>
                </c:pt>
                <c:pt idx="78034">
                  <c:v>0</c:v>
                </c:pt>
                <c:pt idx="78035">
                  <c:v>0</c:v>
                </c:pt>
                <c:pt idx="78036">
                  <c:v>0</c:v>
                </c:pt>
                <c:pt idx="78037">
                  <c:v>0</c:v>
                </c:pt>
                <c:pt idx="78038">
                  <c:v>0</c:v>
                </c:pt>
                <c:pt idx="78039">
                  <c:v>0</c:v>
                </c:pt>
                <c:pt idx="78040">
                  <c:v>0</c:v>
                </c:pt>
                <c:pt idx="78041">
                  <c:v>0</c:v>
                </c:pt>
                <c:pt idx="78042">
                  <c:v>0</c:v>
                </c:pt>
                <c:pt idx="78043">
                  <c:v>0</c:v>
                </c:pt>
                <c:pt idx="78044">
                  <c:v>0</c:v>
                </c:pt>
                <c:pt idx="78045">
                  <c:v>0</c:v>
                </c:pt>
                <c:pt idx="78046">
                  <c:v>0</c:v>
                </c:pt>
                <c:pt idx="78047">
                  <c:v>0</c:v>
                </c:pt>
                <c:pt idx="78048">
                  <c:v>0</c:v>
                </c:pt>
                <c:pt idx="78049">
                  <c:v>0</c:v>
                </c:pt>
                <c:pt idx="78050">
                  <c:v>0</c:v>
                </c:pt>
                <c:pt idx="78051">
                  <c:v>0</c:v>
                </c:pt>
                <c:pt idx="78052">
                  <c:v>0</c:v>
                </c:pt>
                <c:pt idx="78053">
                  <c:v>0</c:v>
                </c:pt>
                <c:pt idx="78054">
                  <c:v>0</c:v>
                </c:pt>
                <c:pt idx="78055">
                  <c:v>0</c:v>
                </c:pt>
                <c:pt idx="78056">
                  <c:v>0</c:v>
                </c:pt>
                <c:pt idx="78057">
                  <c:v>0</c:v>
                </c:pt>
                <c:pt idx="78058">
                  <c:v>0</c:v>
                </c:pt>
                <c:pt idx="78059">
                  <c:v>0</c:v>
                </c:pt>
                <c:pt idx="78060">
                  <c:v>0</c:v>
                </c:pt>
                <c:pt idx="78061">
                  <c:v>0</c:v>
                </c:pt>
                <c:pt idx="78062">
                  <c:v>0</c:v>
                </c:pt>
                <c:pt idx="78063">
                  <c:v>0</c:v>
                </c:pt>
                <c:pt idx="78064">
                  <c:v>0</c:v>
                </c:pt>
                <c:pt idx="78065">
                  <c:v>0</c:v>
                </c:pt>
                <c:pt idx="78066">
                  <c:v>0</c:v>
                </c:pt>
                <c:pt idx="78067">
                  <c:v>0</c:v>
                </c:pt>
                <c:pt idx="78068">
                  <c:v>0</c:v>
                </c:pt>
                <c:pt idx="78069">
                  <c:v>0</c:v>
                </c:pt>
                <c:pt idx="78070">
                  <c:v>0</c:v>
                </c:pt>
                <c:pt idx="78071">
                  <c:v>0</c:v>
                </c:pt>
                <c:pt idx="78072">
                  <c:v>0</c:v>
                </c:pt>
                <c:pt idx="78073">
                  <c:v>0</c:v>
                </c:pt>
                <c:pt idx="78074">
                  <c:v>0</c:v>
                </c:pt>
                <c:pt idx="78075">
                  <c:v>0</c:v>
                </c:pt>
                <c:pt idx="78076">
                  <c:v>0</c:v>
                </c:pt>
                <c:pt idx="78077">
                  <c:v>0</c:v>
                </c:pt>
                <c:pt idx="78078">
                  <c:v>0</c:v>
                </c:pt>
                <c:pt idx="78079">
                  <c:v>0</c:v>
                </c:pt>
                <c:pt idx="78080">
                  <c:v>0</c:v>
                </c:pt>
                <c:pt idx="78081">
                  <c:v>0</c:v>
                </c:pt>
                <c:pt idx="78082">
                  <c:v>0</c:v>
                </c:pt>
                <c:pt idx="78083">
                  <c:v>0</c:v>
                </c:pt>
                <c:pt idx="78084">
                  <c:v>0</c:v>
                </c:pt>
                <c:pt idx="78085">
                  <c:v>0</c:v>
                </c:pt>
                <c:pt idx="78086">
                  <c:v>0</c:v>
                </c:pt>
                <c:pt idx="78087">
                  <c:v>0</c:v>
                </c:pt>
                <c:pt idx="78088">
                  <c:v>0</c:v>
                </c:pt>
                <c:pt idx="78089">
                  <c:v>0</c:v>
                </c:pt>
                <c:pt idx="78090">
                  <c:v>0</c:v>
                </c:pt>
                <c:pt idx="78091">
                  <c:v>0</c:v>
                </c:pt>
                <c:pt idx="78092">
                  <c:v>0</c:v>
                </c:pt>
                <c:pt idx="78093">
                  <c:v>0</c:v>
                </c:pt>
                <c:pt idx="78094">
                  <c:v>0</c:v>
                </c:pt>
                <c:pt idx="78095">
                  <c:v>0</c:v>
                </c:pt>
                <c:pt idx="78096">
                  <c:v>0</c:v>
                </c:pt>
                <c:pt idx="78097">
                  <c:v>0</c:v>
                </c:pt>
                <c:pt idx="78098">
                  <c:v>0</c:v>
                </c:pt>
                <c:pt idx="78099">
                  <c:v>0</c:v>
                </c:pt>
                <c:pt idx="78100">
                  <c:v>0</c:v>
                </c:pt>
                <c:pt idx="78101">
                  <c:v>0</c:v>
                </c:pt>
                <c:pt idx="78102">
                  <c:v>0</c:v>
                </c:pt>
                <c:pt idx="78103">
                  <c:v>0</c:v>
                </c:pt>
                <c:pt idx="78104">
                  <c:v>0</c:v>
                </c:pt>
                <c:pt idx="78105">
                  <c:v>0</c:v>
                </c:pt>
                <c:pt idx="78106">
                  <c:v>0</c:v>
                </c:pt>
                <c:pt idx="78107">
                  <c:v>0</c:v>
                </c:pt>
                <c:pt idx="78108">
                  <c:v>0</c:v>
                </c:pt>
                <c:pt idx="78109">
                  <c:v>0</c:v>
                </c:pt>
                <c:pt idx="78110">
                  <c:v>0</c:v>
                </c:pt>
                <c:pt idx="78111">
                  <c:v>0</c:v>
                </c:pt>
                <c:pt idx="78112">
                  <c:v>0</c:v>
                </c:pt>
                <c:pt idx="78113">
                  <c:v>0</c:v>
                </c:pt>
                <c:pt idx="78114">
                  <c:v>0</c:v>
                </c:pt>
                <c:pt idx="78115">
                  <c:v>0</c:v>
                </c:pt>
                <c:pt idx="78116">
                  <c:v>0</c:v>
                </c:pt>
                <c:pt idx="78117">
                  <c:v>0</c:v>
                </c:pt>
                <c:pt idx="78118">
                  <c:v>0</c:v>
                </c:pt>
                <c:pt idx="78119">
                  <c:v>0</c:v>
                </c:pt>
                <c:pt idx="78120">
                  <c:v>0</c:v>
                </c:pt>
                <c:pt idx="78121">
                  <c:v>0</c:v>
                </c:pt>
                <c:pt idx="78122">
                  <c:v>0</c:v>
                </c:pt>
                <c:pt idx="78123">
                  <c:v>0</c:v>
                </c:pt>
                <c:pt idx="78124">
                  <c:v>0</c:v>
                </c:pt>
                <c:pt idx="78125">
                  <c:v>0</c:v>
                </c:pt>
                <c:pt idx="78126">
                  <c:v>0</c:v>
                </c:pt>
                <c:pt idx="78127">
                  <c:v>0</c:v>
                </c:pt>
                <c:pt idx="78128">
                  <c:v>0</c:v>
                </c:pt>
                <c:pt idx="78129">
                  <c:v>0</c:v>
                </c:pt>
                <c:pt idx="78130">
                  <c:v>0</c:v>
                </c:pt>
                <c:pt idx="78131">
                  <c:v>0</c:v>
                </c:pt>
                <c:pt idx="78132">
                  <c:v>0</c:v>
                </c:pt>
                <c:pt idx="78133">
                  <c:v>0</c:v>
                </c:pt>
                <c:pt idx="78134">
                  <c:v>0</c:v>
                </c:pt>
                <c:pt idx="78135">
                  <c:v>0</c:v>
                </c:pt>
                <c:pt idx="78136">
                  <c:v>0</c:v>
                </c:pt>
                <c:pt idx="78137">
                  <c:v>0</c:v>
                </c:pt>
                <c:pt idx="78138">
                  <c:v>0</c:v>
                </c:pt>
                <c:pt idx="78139">
                  <c:v>0</c:v>
                </c:pt>
                <c:pt idx="78140">
                  <c:v>0</c:v>
                </c:pt>
                <c:pt idx="78141">
                  <c:v>0</c:v>
                </c:pt>
                <c:pt idx="78142">
                  <c:v>0</c:v>
                </c:pt>
                <c:pt idx="78143">
                  <c:v>0</c:v>
                </c:pt>
                <c:pt idx="78144">
                  <c:v>0</c:v>
                </c:pt>
                <c:pt idx="78145">
                  <c:v>0</c:v>
                </c:pt>
                <c:pt idx="78146">
                  <c:v>0</c:v>
                </c:pt>
                <c:pt idx="78147">
                  <c:v>0</c:v>
                </c:pt>
                <c:pt idx="78148">
                  <c:v>0</c:v>
                </c:pt>
                <c:pt idx="78149">
                  <c:v>0</c:v>
                </c:pt>
                <c:pt idx="78150">
                  <c:v>0</c:v>
                </c:pt>
                <c:pt idx="78151">
                  <c:v>0</c:v>
                </c:pt>
                <c:pt idx="78152">
                  <c:v>0</c:v>
                </c:pt>
                <c:pt idx="78153">
                  <c:v>0</c:v>
                </c:pt>
                <c:pt idx="78154">
                  <c:v>0</c:v>
                </c:pt>
                <c:pt idx="78155">
                  <c:v>0</c:v>
                </c:pt>
                <c:pt idx="78156">
                  <c:v>0</c:v>
                </c:pt>
                <c:pt idx="78157">
                  <c:v>0</c:v>
                </c:pt>
                <c:pt idx="78158">
                  <c:v>0</c:v>
                </c:pt>
                <c:pt idx="78159">
                  <c:v>0</c:v>
                </c:pt>
                <c:pt idx="78160">
                  <c:v>0</c:v>
                </c:pt>
                <c:pt idx="78161">
                  <c:v>0</c:v>
                </c:pt>
                <c:pt idx="78162">
                  <c:v>0</c:v>
                </c:pt>
                <c:pt idx="78163">
                  <c:v>0</c:v>
                </c:pt>
                <c:pt idx="78164">
                  <c:v>0</c:v>
                </c:pt>
                <c:pt idx="78165">
                  <c:v>0</c:v>
                </c:pt>
                <c:pt idx="78166">
                  <c:v>0</c:v>
                </c:pt>
                <c:pt idx="78167">
                  <c:v>0</c:v>
                </c:pt>
                <c:pt idx="78168">
                  <c:v>0</c:v>
                </c:pt>
                <c:pt idx="78169">
                  <c:v>0</c:v>
                </c:pt>
                <c:pt idx="78170">
                  <c:v>0</c:v>
                </c:pt>
                <c:pt idx="78171">
                  <c:v>0</c:v>
                </c:pt>
                <c:pt idx="78172">
                  <c:v>0</c:v>
                </c:pt>
                <c:pt idx="78173">
                  <c:v>0</c:v>
                </c:pt>
                <c:pt idx="78174">
                  <c:v>0</c:v>
                </c:pt>
                <c:pt idx="78175">
                  <c:v>0</c:v>
                </c:pt>
                <c:pt idx="78176">
                  <c:v>0</c:v>
                </c:pt>
                <c:pt idx="78177">
                  <c:v>0</c:v>
                </c:pt>
                <c:pt idx="78178">
                  <c:v>0</c:v>
                </c:pt>
                <c:pt idx="78179">
                  <c:v>0</c:v>
                </c:pt>
                <c:pt idx="78180">
                  <c:v>0</c:v>
                </c:pt>
                <c:pt idx="78181">
                  <c:v>0</c:v>
                </c:pt>
                <c:pt idx="78182">
                  <c:v>0</c:v>
                </c:pt>
                <c:pt idx="78183">
                  <c:v>0</c:v>
                </c:pt>
                <c:pt idx="78184">
                  <c:v>0</c:v>
                </c:pt>
                <c:pt idx="78185">
                  <c:v>0</c:v>
                </c:pt>
                <c:pt idx="78186">
                  <c:v>0</c:v>
                </c:pt>
                <c:pt idx="78187">
                  <c:v>0</c:v>
                </c:pt>
                <c:pt idx="78188">
                  <c:v>0</c:v>
                </c:pt>
                <c:pt idx="78189">
                  <c:v>0</c:v>
                </c:pt>
                <c:pt idx="78190">
                  <c:v>0</c:v>
                </c:pt>
                <c:pt idx="78191">
                  <c:v>0</c:v>
                </c:pt>
                <c:pt idx="78192">
                  <c:v>0</c:v>
                </c:pt>
                <c:pt idx="78193">
                  <c:v>0</c:v>
                </c:pt>
                <c:pt idx="78194">
                  <c:v>0</c:v>
                </c:pt>
                <c:pt idx="78195">
                  <c:v>0</c:v>
                </c:pt>
                <c:pt idx="78196">
                  <c:v>0</c:v>
                </c:pt>
                <c:pt idx="78197">
                  <c:v>0</c:v>
                </c:pt>
                <c:pt idx="78198">
                  <c:v>0</c:v>
                </c:pt>
                <c:pt idx="78199">
                  <c:v>0</c:v>
                </c:pt>
                <c:pt idx="78200">
                  <c:v>0</c:v>
                </c:pt>
                <c:pt idx="78201">
                  <c:v>0</c:v>
                </c:pt>
                <c:pt idx="78202">
                  <c:v>0</c:v>
                </c:pt>
                <c:pt idx="78203">
                  <c:v>0</c:v>
                </c:pt>
                <c:pt idx="78204">
                  <c:v>0</c:v>
                </c:pt>
                <c:pt idx="78205">
                  <c:v>0</c:v>
                </c:pt>
                <c:pt idx="78206">
                  <c:v>0</c:v>
                </c:pt>
                <c:pt idx="78207">
                  <c:v>0</c:v>
                </c:pt>
                <c:pt idx="78208">
                  <c:v>0</c:v>
                </c:pt>
                <c:pt idx="78209">
                  <c:v>0</c:v>
                </c:pt>
                <c:pt idx="78210">
                  <c:v>0</c:v>
                </c:pt>
                <c:pt idx="78211">
                  <c:v>0</c:v>
                </c:pt>
                <c:pt idx="78212">
                  <c:v>0</c:v>
                </c:pt>
                <c:pt idx="78213">
                  <c:v>0</c:v>
                </c:pt>
                <c:pt idx="78214">
                  <c:v>0</c:v>
                </c:pt>
                <c:pt idx="78215">
                  <c:v>0</c:v>
                </c:pt>
                <c:pt idx="78216">
                  <c:v>0</c:v>
                </c:pt>
                <c:pt idx="78217">
                  <c:v>0</c:v>
                </c:pt>
                <c:pt idx="78218">
                  <c:v>0</c:v>
                </c:pt>
                <c:pt idx="78219">
                  <c:v>0</c:v>
                </c:pt>
                <c:pt idx="78220">
                  <c:v>0</c:v>
                </c:pt>
                <c:pt idx="78221">
                  <c:v>0</c:v>
                </c:pt>
                <c:pt idx="78222">
                  <c:v>0</c:v>
                </c:pt>
                <c:pt idx="78223">
                  <c:v>0</c:v>
                </c:pt>
                <c:pt idx="78224">
                  <c:v>0</c:v>
                </c:pt>
                <c:pt idx="78225">
                  <c:v>0</c:v>
                </c:pt>
                <c:pt idx="78226">
                  <c:v>0</c:v>
                </c:pt>
                <c:pt idx="78227">
                  <c:v>0</c:v>
                </c:pt>
                <c:pt idx="78228">
                  <c:v>0</c:v>
                </c:pt>
                <c:pt idx="78229">
                  <c:v>0</c:v>
                </c:pt>
                <c:pt idx="78230">
                  <c:v>0</c:v>
                </c:pt>
                <c:pt idx="78231">
                  <c:v>0</c:v>
                </c:pt>
                <c:pt idx="78232">
                  <c:v>0</c:v>
                </c:pt>
                <c:pt idx="78233">
                  <c:v>0</c:v>
                </c:pt>
                <c:pt idx="78234">
                  <c:v>0</c:v>
                </c:pt>
                <c:pt idx="78235">
                  <c:v>0</c:v>
                </c:pt>
                <c:pt idx="78236">
                  <c:v>0</c:v>
                </c:pt>
                <c:pt idx="78237">
                  <c:v>0</c:v>
                </c:pt>
                <c:pt idx="78238">
                  <c:v>0</c:v>
                </c:pt>
                <c:pt idx="78239">
                  <c:v>0</c:v>
                </c:pt>
                <c:pt idx="78240">
                  <c:v>0</c:v>
                </c:pt>
                <c:pt idx="78241">
                  <c:v>0</c:v>
                </c:pt>
                <c:pt idx="78242">
                  <c:v>0</c:v>
                </c:pt>
                <c:pt idx="78243">
                  <c:v>0</c:v>
                </c:pt>
                <c:pt idx="78244">
                  <c:v>0</c:v>
                </c:pt>
                <c:pt idx="78245">
                  <c:v>0</c:v>
                </c:pt>
                <c:pt idx="78246">
                  <c:v>0</c:v>
                </c:pt>
                <c:pt idx="78247">
                  <c:v>0</c:v>
                </c:pt>
                <c:pt idx="78248">
                  <c:v>0</c:v>
                </c:pt>
                <c:pt idx="78249">
                  <c:v>0</c:v>
                </c:pt>
                <c:pt idx="78250">
                  <c:v>0</c:v>
                </c:pt>
                <c:pt idx="78251">
                  <c:v>0</c:v>
                </c:pt>
                <c:pt idx="78252">
                  <c:v>0</c:v>
                </c:pt>
                <c:pt idx="78253">
                  <c:v>0</c:v>
                </c:pt>
                <c:pt idx="78254">
                  <c:v>0</c:v>
                </c:pt>
                <c:pt idx="78255">
                  <c:v>0</c:v>
                </c:pt>
                <c:pt idx="78256">
                  <c:v>0</c:v>
                </c:pt>
                <c:pt idx="78257">
                  <c:v>0</c:v>
                </c:pt>
                <c:pt idx="78258">
                  <c:v>0</c:v>
                </c:pt>
                <c:pt idx="78259">
                  <c:v>0</c:v>
                </c:pt>
                <c:pt idx="78260">
                  <c:v>0</c:v>
                </c:pt>
                <c:pt idx="78261">
                  <c:v>0</c:v>
                </c:pt>
                <c:pt idx="78262">
                  <c:v>0</c:v>
                </c:pt>
                <c:pt idx="78263">
                  <c:v>0</c:v>
                </c:pt>
                <c:pt idx="78264">
                  <c:v>0</c:v>
                </c:pt>
                <c:pt idx="78265">
                  <c:v>0</c:v>
                </c:pt>
                <c:pt idx="78266">
                  <c:v>0</c:v>
                </c:pt>
                <c:pt idx="78267">
                  <c:v>0</c:v>
                </c:pt>
                <c:pt idx="78268">
                  <c:v>0</c:v>
                </c:pt>
                <c:pt idx="78269">
                  <c:v>0</c:v>
                </c:pt>
                <c:pt idx="78270">
                  <c:v>0</c:v>
                </c:pt>
                <c:pt idx="78271">
                  <c:v>0</c:v>
                </c:pt>
                <c:pt idx="78272">
                  <c:v>0</c:v>
                </c:pt>
                <c:pt idx="78273">
                  <c:v>0</c:v>
                </c:pt>
                <c:pt idx="78274">
                  <c:v>0</c:v>
                </c:pt>
                <c:pt idx="78275">
                  <c:v>0</c:v>
                </c:pt>
                <c:pt idx="78276">
                  <c:v>0</c:v>
                </c:pt>
                <c:pt idx="78277">
                  <c:v>0</c:v>
                </c:pt>
                <c:pt idx="78278">
                  <c:v>0</c:v>
                </c:pt>
                <c:pt idx="78279">
                  <c:v>0</c:v>
                </c:pt>
                <c:pt idx="78280">
                  <c:v>0</c:v>
                </c:pt>
                <c:pt idx="78281">
                  <c:v>0</c:v>
                </c:pt>
                <c:pt idx="78282">
                  <c:v>0</c:v>
                </c:pt>
                <c:pt idx="78283">
                  <c:v>0</c:v>
                </c:pt>
                <c:pt idx="78284">
                  <c:v>0</c:v>
                </c:pt>
                <c:pt idx="78285">
                  <c:v>0</c:v>
                </c:pt>
                <c:pt idx="78286">
                  <c:v>0</c:v>
                </c:pt>
                <c:pt idx="78287">
                  <c:v>0</c:v>
                </c:pt>
                <c:pt idx="78288">
                  <c:v>0</c:v>
                </c:pt>
                <c:pt idx="78289">
                  <c:v>0</c:v>
                </c:pt>
                <c:pt idx="78290">
                  <c:v>0</c:v>
                </c:pt>
                <c:pt idx="78291">
                  <c:v>0</c:v>
                </c:pt>
                <c:pt idx="78292">
                  <c:v>0</c:v>
                </c:pt>
                <c:pt idx="78293">
                  <c:v>0</c:v>
                </c:pt>
                <c:pt idx="78294">
                  <c:v>0</c:v>
                </c:pt>
                <c:pt idx="78295">
                  <c:v>0</c:v>
                </c:pt>
                <c:pt idx="78296">
                  <c:v>0</c:v>
                </c:pt>
                <c:pt idx="78297">
                  <c:v>0</c:v>
                </c:pt>
                <c:pt idx="78298">
                  <c:v>0</c:v>
                </c:pt>
                <c:pt idx="78299">
                  <c:v>0</c:v>
                </c:pt>
                <c:pt idx="78300">
                  <c:v>0</c:v>
                </c:pt>
                <c:pt idx="78301">
                  <c:v>0</c:v>
                </c:pt>
                <c:pt idx="78302">
                  <c:v>0</c:v>
                </c:pt>
                <c:pt idx="78303">
                  <c:v>0</c:v>
                </c:pt>
                <c:pt idx="78304">
                  <c:v>0</c:v>
                </c:pt>
                <c:pt idx="78305">
                  <c:v>0</c:v>
                </c:pt>
                <c:pt idx="78306">
                  <c:v>0</c:v>
                </c:pt>
                <c:pt idx="78307">
                  <c:v>0</c:v>
                </c:pt>
                <c:pt idx="78308">
                  <c:v>0</c:v>
                </c:pt>
                <c:pt idx="78309">
                  <c:v>0</c:v>
                </c:pt>
                <c:pt idx="78310">
                  <c:v>0</c:v>
                </c:pt>
                <c:pt idx="78311">
                  <c:v>0</c:v>
                </c:pt>
                <c:pt idx="78312">
                  <c:v>0</c:v>
                </c:pt>
                <c:pt idx="78313">
                  <c:v>0</c:v>
                </c:pt>
                <c:pt idx="78314">
                  <c:v>0</c:v>
                </c:pt>
                <c:pt idx="78315">
                  <c:v>0</c:v>
                </c:pt>
                <c:pt idx="78316">
                  <c:v>0</c:v>
                </c:pt>
                <c:pt idx="78317">
                  <c:v>0</c:v>
                </c:pt>
                <c:pt idx="78318">
                  <c:v>0</c:v>
                </c:pt>
                <c:pt idx="78319">
                  <c:v>0</c:v>
                </c:pt>
                <c:pt idx="78320">
                  <c:v>0</c:v>
                </c:pt>
                <c:pt idx="78321">
                  <c:v>0</c:v>
                </c:pt>
                <c:pt idx="78322">
                  <c:v>0</c:v>
                </c:pt>
                <c:pt idx="78323">
                  <c:v>0</c:v>
                </c:pt>
                <c:pt idx="78324">
                  <c:v>0</c:v>
                </c:pt>
                <c:pt idx="78325">
                  <c:v>0</c:v>
                </c:pt>
                <c:pt idx="78326">
                  <c:v>0</c:v>
                </c:pt>
                <c:pt idx="78327">
                  <c:v>0</c:v>
                </c:pt>
                <c:pt idx="78328">
                  <c:v>0</c:v>
                </c:pt>
                <c:pt idx="78329">
                  <c:v>0</c:v>
                </c:pt>
                <c:pt idx="78330">
                  <c:v>0</c:v>
                </c:pt>
                <c:pt idx="78331">
                  <c:v>0</c:v>
                </c:pt>
                <c:pt idx="78332">
                  <c:v>0</c:v>
                </c:pt>
                <c:pt idx="78333">
                  <c:v>0</c:v>
                </c:pt>
                <c:pt idx="78334">
                  <c:v>0</c:v>
                </c:pt>
                <c:pt idx="78335">
                  <c:v>0</c:v>
                </c:pt>
                <c:pt idx="78336">
                  <c:v>0</c:v>
                </c:pt>
                <c:pt idx="78337">
                  <c:v>0</c:v>
                </c:pt>
                <c:pt idx="78338">
                  <c:v>0</c:v>
                </c:pt>
                <c:pt idx="78339">
                  <c:v>0</c:v>
                </c:pt>
                <c:pt idx="78340">
                  <c:v>0</c:v>
                </c:pt>
                <c:pt idx="78341">
                  <c:v>0</c:v>
                </c:pt>
                <c:pt idx="78342">
                  <c:v>0</c:v>
                </c:pt>
                <c:pt idx="78343">
                  <c:v>0</c:v>
                </c:pt>
                <c:pt idx="78344">
                  <c:v>0</c:v>
                </c:pt>
                <c:pt idx="78345">
                  <c:v>0</c:v>
                </c:pt>
                <c:pt idx="78346">
                  <c:v>0</c:v>
                </c:pt>
                <c:pt idx="78347">
                  <c:v>0</c:v>
                </c:pt>
                <c:pt idx="78348">
                  <c:v>0</c:v>
                </c:pt>
                <c:pt idx="78349">
                  <c:v>0</c:v>
                </c:pt>
                <c:pt idx="78350">
                  <c:v>0</c:v>
                </c:pt>
                <c:pt idx="78351">
                  <c:v>0</c:v>
                </c:pt>
                <c:pt idx="78352">
                  <c:v>0</c:v>
                </c:pt>
                <c:pt idx="78353">
                  <c:v>0</c:v>
                </c:pt>
                <c:pt idx="78354">
                  <c:v>0</c:v>
                </c:pt>
                <c:pt idx="78355">
                  <c:v>0</c:v>
                </c:pt>
                <c:pt idx="78356">
                  <c:v>0</c:v>
                </c:pt>
                <c:pt idx="78357">
                  <c:v>0</c:v>
                </c:pt>
                <c:pt idx="78358">
                  <c:v>0</c:v>
                </c:pt>
                <c:pt idx="78359">
                  <c:v>0</c:v>
                </c:pt>
                <c:pt idx="78360">
                  <c:v>0</c:v>
                </c:pt>
                <c:pt idx="78361">
                  <c:v>0</c:v>
                </c:pt>
                <c:pt idx="78362">
                  <c:v>0</c:v>
                </c:pt>
                <c:pt idx="78363">
                  <c:v>0</c:v>
                </c:pt>
                <c:pt idx="78364">
                  <c:v>0</c:v>
                </c:pt>
                <c:pt idx="78365">
                  <c:v>0</c:v>
                </c:pt>
                <c:pt idx="78366">
                  <c:v>0</c:v>
                </c:pt>
                <c:pt idx="78367">
                  <c:v>0</c:v>
                </c:pt>
                <c:pt idx="78368">
                  <c:v>0</c:v>
                </c:pt>
                <c:pt idx="78369">
                  <c:v>0</c:v>
                </c:pt>
                <c:pt idx="78370">
                  <c:v>0</c:v>
                </c:pt>
                <c:pt idx="78371">
                  <c:v>0</c:v>
                </c:pt>
                <c:pt idx="78372">
                  <c:v>0</c:v>
                </c:pt>
                <c:pt idx="78373">
                  <c:v>0</c:v>
                </c:pt>
                <c:pt idx="78374">
                  <c:v>0</c:v>
                </c:pt>
                <c:pt idx="78375">
                  <c:v>0</c:v>
                </c:pt>
                <c:pt idx="78376">
                  <c:v>0</c:v>
                </c:pt>
                <c:pt idx="78377">
                  <c:v>0</c:v>
                </c:pt>
                <c:pt idx="78378">
                  <c:v>0</c:v>
                </c:pt>
                <c:pt idx="78379">
                  <c:v>0</c:v>
                </c:pt>
                <c:pt idx="78380">
                  <c:v>0</c:v>
                </c:pt>
                <c:pt idx="78381">
                  <c:v>0</c:v>
                </c:pt>
                <c:pt idx="78382">
                  <c:v>0</c:v>
                </c:pt>
                <c:pt idx="78383">
                  <c:v>0</c:v>
                </c:pt>
                <c:pt idx="78384">
                  <c:v>0</c:v>
                </c:pt>
                <c:pt idx="78385">
                  <c:v>0</c:v>
                </c:pt>
                <c:pt idx="78386">
                  <c:v>0</c:v>
                </c:pt>
                <c:pt idx="78387">
                  <c:v>0</c:v>
                </c:pt>
                <c:pt idx="78388">
                  <c:v>0</c:v>
                </c:pt>
                <c:pt idx="78389">
                  <c:v>0</c:v>
                </c:pt>
                <c:pt idx="78390">
                  <c:v>0</c:v>
                </c:pt>
                <c:pt idx="78391">
                  <c:v>0</c:v>
                </c:pt>
                <c:pt idx="78392">
                  <c:v>0</c:v>
                </c:pt>
                <c:pt idx="78393">
                  <c:v>0</c:v>
                </c:pt>
                <c:pt idx="78394">
                  <c:v>0</c:v>
                </c:pt>
                <c:pt idx="78395">
                  <c:v>0</c:v>
                </c:pt>
                <c:pt idx="78396">
                  <c:v>0</c:v>
                </c:pt>
                <c:pt idx="78397">
                  <c:v>0</c:v>
                </c:pt>
                <c:pt idx="78398">
                  <c:v>0</c:v>
                </c:pt>
                <c:pt idx="78399">
                  <c:v>0</c:v>
                </c:pt>
                <c:pt idx="78400">
                  <c:v>0</c:v>
                </c:pt>
                <c:pt idx="78401">
                  <c:v>0</c:v>
                </c:pt>
                <c:pt idx="78402">
                  <c:v>0</c:v>
                </c:pt>
                <c:pt idx="78403">
                  <c:v>0</c:v>
                </c:pt>
                <c:pt idx="78404">
                  <c:v>0</c:v>
                </c:pt>
                <c:pt idx="78405">
                  <c:v>0</c:v>
                </c:pt>
                <c:pt idx="78406">
                  <c:v>0</c:v>
                </c:pt>
                <c:pt idx="78407">
                  <c:v>0</c:v>
                </c:pt>
                <c:pt idx="78408">
                  <c:v>0</c:v>
                </c:pt>
                <c:pt idx="78409">
                  <c:v>0</c:v>
                </c:pt>
                <c:pt idx="78410">
                  <c:v>0</c:v>
                </c:pt>
                <c:pt idx="78411">
                  <c:v>0</c:v>
                </c:pt>
                <c:pt idx="78412">
                  <c:v>0</c:v>
                </c:pt>
                <c:pt idx="78413">
                  <c:v>0</c:v>
                </c:pt>
                <c:pt idx="78414">
                  <c:v>0</c:v>
                </c:pt>
                <c:pt idx="78415">
                  <c:v>0</c:v>
                </c:pt>
                <c:pt idx="78416">
                  <c:v>0</c:v>
                </c:pt>
                <c:pt idx="78417">
                  <c:v>0</c:v>
                </c:pt>
                <c:pt idx="78418">
                  <c:v>0</c:v>
                </c:pt>
                <c:pt idx="78419">
                  <c:v>0</c:v>
                </c:pt>
                <c:pt idx="78420">
                  <c:v>0</c:v>
                </c:pt>
                <c:pt idx="78421">
                  <c:v>0</c:v>
                </c:pt>
                <c:pt idx="78422">
                  <c:v>0</c:v>
                </c:pt>
                <c:pt idx="78423">
                  <c:v>0</c:v>
                </c:pt>
                <c:pt idx="78424">
                  <c:v>0</c:v>
                </c:pt>
                <c:pt idx="78425">
                  <c:v>0</c:v>
                </c:pt>
                <c:pt idx="78426">
                  <c:v>0</c:v>
                </c:pt>
                <c:pt idx="78427">
                  <c:v>0</c:v>
                </c:pt>
                <c:pt idx="78428">
                  <c:v>0</c:v>
                </c:pt>
                <c:pt idx="78429">
                  <c:v>0</c:v>
                </c:pt>
                <c:pt idx="78430">
                  <c:v>0</c:v>
                </c:pt>
                <c:pt idx="78431">
                  <c:v>0</c:v>
                </c:pt>
                <c:pt idx="78432">
                  <c:v>0</c:v>
                </c:pt>
                <c:pt idx="78433">
                  <c:v>0</c:v>
                </c:pt>
                <c:pt idx="78434">
                  <c:v>0</c:v>
                </c:pt>
                <c:pt idx="78435">
                  <c:v>0</c:v>
                </c:pt>
                <c:pt idx="78436">
                  <c:v>0</c:v>
                </c:pt>
                <c:pt idx="78437">
                  <c:v>0</c:v>
                </c:pt>
                <c:pt idx="78438">
                  <c:v>0</c:v>
                </c:pt>
                <c:pt idx="78439">
                  <c:v>0</c:v>
                </c:pt>
                <c:pt idx="78440">
                  <c:v>0</c:v>
                </c:pt>
                <c:pt idx="78441">
                  <c:v>0</c:v>
                </c:pt>
                <c:pt idx="78442">
                  <c:v>0</c:v>
                </c:pt>
                <c:pt idx="78443">
                  <c:v>0</c:v>
                </c:pt>
                <c:pt idx="78444">
                  <c:v>0</c:v>
                </c:pt>
                <c:pt idx="78445">
                  <c:v>0</c:v>
                </c:pt>
                <c:pt idx="78446">
                  <c:v>0</c:v>
                </c:pt>
                <c:pt idx="78447">
                  <c:v>0</c:v>
                </c:pt>
                <c:pt idx="78448">
                  <c:v>0</c:v>
                </c:pt>
                <c:pt idx="78449">
                  <c:v>0</c:v>
                </c:pt>
                <c:pt idx="78450">
                  <c:v>0</c:v>
                </c:pt>
                <c:pt idx="78451">
                  <c:v>0</c:v>
                </c:pt>
                <c:pt idx="78452">
                  <c:v>0</c:v>
                </c:pt>
                <c:pt idx="78453">
                  <c:v>0</c:v>
                </c:pt>
                <c:pt idx="78454">
                  <c:v>0</c:v>
                </c:pt>
                <c:pt idx="78455">
                  <c:v>0</c:v>
                </c:pt>
                <c:pt idx="78456">
                  <c:v>0</c:v>
                </c:pt>
                <c:pt idx="78457">
                  <c:v>0</c:v>
                </c:pt>
                <c:pt idx="78458">
                  <c:v>0</c:v>
                </c:pt>
                <c:pt idx="78459">
                  <c:v>0</c:v>
                </c:pt>
                <c:pt idx="78460">
                  <c:v>0</c:v>
                </c:pt>
                <c:pt idx="78461">
                  <c:v>0</c:v>
                </c:pt>
                <c:pt idx="78462">
                  <c:v>0</c:v>
                </c:pt>
                <c:pt idx="78463">
                  <c:v>0</c:v>
                </c:pt>
                <c:pt idx="78464">
                  <c:v>0</c:v>
                </c:pt>
                <c:pt idx="78465">
                  <c:v>0</c:v>
                </c:pt>
                <c:pt idx="78466">
                  <c:v>0</c:v>
                </c:pt>
                <c:pt idx="78467">
                  <c:v>0</c:v>
                </c:pt>
                <c:pt idx="78468">
                  <c:v>0</c:v>
                </c:pt>
                <c:pt idx="78469">
                  <c:v>0</c:v>
                </c:pt>
                <c:pt idx="78470">
                  <c:v>0</c:v>
                </c:pt>
                <c:pt idx="78471">
                  <c:v>0</c:v>
                </c:pt>
                <c:pt idx="78472">
                  <c:v>0</c:v>
                </c:pt>
                <c:pt idx="78473">
                  <c:v>0</c:v>
                </c:pt>
                <c:pt idx="78474">
                  <c:v>0</c:v>
                </c:pt>
                <c:pt idx="78475">
                  <c:v>0</c:v>
                </c:pt>
                <c:pt idx="78476">
                  <c:v>0</c:v>
                </c:pt>
                <c:pt idx="78477">
                  <c:v>0</c:v>
                </c:pt>
                <c:pt idx="78478">
                  <c:v>0</c:v>
                </c:pt>
                <c:pt idx="78479">
                  <c:v>0</c:v>
                </c:pt>
                <c:pt idx="78480">
                  <c:v>0</c:v>
                </c:pt>
                <c:pt idx="78481">
                  <c:v>0</c:v>
                </c:pt>
                <c:pt idx="78482">
                  <c:v>0</c:v>
                </c:pt>
                <c:pt idx="78483">
                  <c:v>0</c:v>
                </c:pt>
                <c:pt idx="78484">
                  <c:v>0</c:v>
                </c:pt>
                <c:pt idx="78485">
                  <c:v>0</c:v>
                </c:pt>
                <c:pt idx="78486">
                  <c:v>0</c:v>
                </c:pt>
                <c:pt idx="78487">
                  <c:v>0</c:v>
                </c:pt>
                <c:pt idx="78488">
                  <c:v>0</c:v>
                </c:pt>
                <c:pt idx="78489">
                  <c:v>0</c:v>
                </c:pt>
                <c:pt idx="78490">
                  <c:v>0</c:v>
                </c:pt>
                <c:pt idx="78491">
                  <c:v>0</c:v>
                </c:pt>
                <c:pt idx="78492">
                  <c:v>0</c:v>
                </c:pt>
                <c:pt idx="78493">
                  <c:v>0</c:v>
                </c:pt>
                <c:pt idx="78494">
                  <c:v>0</c:v>
                </c:pt>
                <c:pt idx="78495">
                  <c:v>0</c:v>
                </c:pt>
                <c:pt idx="78496">
                  <c:v>0</c:v>
                </c:pt>
                <c:pt idx="78497">
                  <c:v>0</c:v>
                </c:pt>
                <c:pt idx="78498">
                  <c:v>0</c:v>
                </c:pt>
                <c:pt idx="78499">
                  <c:v>0</c:v>
                </c:pt>
                <c:pt idx="78500">
                  <c:v>0</c:v>
                </c:pt>
                <c:pt idx="78501">
                  <c:v>0</c:v>
                </c:pt>
                <c:pt idx="78502">
                  <c:v>0</c:v>
                </c:pt>
                <c:pt idx="78503">
                  <c:v>0</c:v>
                </c:pt>
                <c:pt idx="78504">
                  <c:v>0</c:v>
                </c:pt>
                <c:pt idx="78505">
                  <c:v>0</c:v>
                </c:pt>
                <c:pt idx="78506">
                  <c:v>0</c:v>
                </c:pt>
                <c:pt idx="78507">
                  <c:v>0</c:v>
                </c:pt>
                <c:pt idx="78508">
                  <c:v>0</c:v>
                </c:pt>
                <c:pt idx="78509">
                  <c:v>0</c:v>
                </c:pt>
                <c:pt idx="78510">
                  <c:v>0</c:v>
                </c:pt>
                <c:pt idx="78511">
                  <c:v>0</c:v>
                </c:pt>
                <c:pt idx="78512">
                  <c:v>0</c:v>
                </c:pt>
                <c:pt idx="78513">
                  <c:v>0</c:v>
                </c:pt>
                <c:pt idx="78514">
                  <c:v>0</c:v>
                </c:pt>
                <c:pt idx="78515">
                  <c:v>0</c:v>
                </c:pt>
                <c:pt idx="78516">
                  <c:v>0</c:v>
                </c:pt>
                <c:pt idx="78517">
                  <c:v>0</c:v>
                </c:pt>
                <c:pt idx="78518">
                  <c:v>0</c:v>
                </c:pt>
                <c:pt idx="78519">
                  <c:v>0</c:v>
                </c:pt>
                <c:pt idx="78520">
                  <c:v>0</c:v>
                </c:pt>
                <c:pt idx="78521">
                  <c:v>0</c:v>
                </c:pt>
                <c:pt idx="78522">
                  <c:v>0</c:v>
                </c:pt>
                <c:pt idx="78523">
                  <c:v>0</c:v>
                </c:pt>
                <c:pt idx="78524">
                  <c:v>0</c:v>
                </c:pt>
                <c:pt idx="78525">
                  <c:v>0</c:v>
                </c:pt>
                <c:pt idx="78526">
                  <c:v>0</c:v>
                </c:pt>
                <c:pt idx="78527">
                  <c:v>0</c:v>
                </c:pt>
                <c:pt idx="78528">
                  <c:v>0</c:v>
                </c:pt>
                <c:pt idx="78529">
                  <c:v>0</c:v>
                </c:pt>
                <c:pt idx="78530">
                  <c:v>0</c:v>
                </c:pt>
                <c:pt idx="78531">
                  <c:v>0</c:v>
                </c:pt>
                <c:pt idx="78532">
                  <c:v>0</c:v>
                </c:pt>
                <c:pt idx="78533">
                  <c:v>0</c:v>
                </c:pt>
                <c:pt idx="78534">
                  <c:v>0</c:v>
                </c:pt>
                <c:pt idx="78535">
                  <c:v>0</c:v>
                </c:pt>
                <c:pt idx="78536">
                  <c:v>0</c:v>
                </c:pt>
                <c:pt idx="78537">
                  <c:v>0</c:v>
                </c:pt>
                <c:pt idx="78538">
                  <c:v>0</c:v>
                </c:pt>
                <c:pt idx="78539">
                  <c:v>0</c:v>
                </c:pt>
                <c:pt idx="78540">
                  <c:v>0</c:v>
                </c:pt>
                <c:pt idx="78541">
                  <c:v>0</c:v>
                </c:pt>
                <c:pt idx="78542">
                  <c:v>0</c:v>
                </c:pt>
                <c:pt idx="78543">
                  <c:v>0</c:v>
                </c:pt>
                <c:pt idx="78544">
                  <c:v>0</c:v>
                </c:pt>
                <c:pt idx="78545">
                  <c:v>0</c:v>
                </c:pt>
                <c:pt idx="78546">
                  <c:v>0</c:v>
                </c:pt>
                <c:pt idx="78547">
                  <c:v>0</c:v>
                </c:pt>
                <c:pt idx="78548">
                  <c:v>0</c:v>
                </c:pt>
                <c:pt idx="78549">
                  <c:v>0</c:v>
                </c:pt>
                <c:pt idx="78550">
                  <c:v>0</c:v>
                </c:pt>
                <c:pt idx="78551">
                  <c:v>0</c:v>
                </c:pt>
                <c:pt idx="78552">
                  <c:v>0</c:v>
                </c:pt>
                <c:pt idx="78553">
                  <c:v>0</c:v>
                </c:pt>
                <c:pt idx="78554">
                  <c:v>0</c:v>
                </c:pt>
                <c:pt idx="78555">
                  <c:v>0</c:v>
                </c:pt>
                <c:pt idx="78556">
                  <c:v>0</c:v>
                </c:pt>
                <c:pt idx="78557">
                  <c:v>0</c:v>
                </c:pt>
                <c:pt idx="78558">
                  <c:v>0</c:v>
                </c:pt>
                <c:pt idx="78559">
                  <c:v>0</c:v>
                </c:pt>
                <c:pt idx="78560">
                  <c:v>0</c:v>
                </c:pt>
                <c:pt idx="78561">
                  <c:v>0</c:v>
                </c:pt>
                <c:pt idx="78562">
                  <c:v>0</c:v>
                </c:pt>
                <c:pt idx="78563">
                  <c:v>0</c:v>
                </c:pt>
                <c:pt idx="78564">
                  <c:v>0</c:v>
                </c:pt>
                <c:pt idx="78565">
                  <c:v>0</c:v>
                </c:pt>
                <c:pt idx="78566">
                  <c:v>0</c:v>
                </c:pt>
                <c:pt idx="78567">
                  <c:v>0</c:v>
                </c:pt>
                <c:pt idx="78568">
                  <c:v>0</c:v>
                </c:pt>
                <c:pt idx="78569">
                  <c:v>0</c:v>
                </c:pt>
                <c:pt idx="78570">
                  <c:v>0</c:v>
                </c:pt>
                <c:pt idx="78571">
                  <c:v>0</c:v>
                </c:pt>
                <c:pt idx="78572">
                  <c:v>0</c:v>
                </c:pt>
                <c:pt idx="78573">
                  <c:v>0</c:v>
                </c:pt>
                <c:pt idx="78574">
                  <c:v>0</c:v>
                </c:pt>
                <c:pt idx="78575">
                  <c:v>0</c:v>
                </c:pt>
                <c:pt idx="78576">
                  <c:v>0</c:v>
                </c:pt>
                <c:pt idx="78577">
                  <c:v>0</c:v>
                </c:pt>
                <c:pt idx="78578">
                  <c:v>0</c:v>
                </c:pt>
                <c:pt idx="78579">
                  <c:v>0</c:v>
                </c:pt>
                <c:pt idx="78580">
                  <c:v>0</c:v>
                </c:pt>
                <c:pt idx="78581">
                  <c:v>0</c:v>
                </c:pt>
                <c:pt idx="78582">
                  <c:v>0</c:v>
                </c:pt>
                <c:pt idx="78583">
                  <c:v>0</c:v>
                </c:pt>
                <c:pt idx="78584">
                  <c:v>0</c:v>
                </c:pt>
                <c:pt idx="78585">
                  <c:v>0</c:v>
                </c:pt>
                <c:pt idx="78586">
                  <c:v>0</c:v>
                </c:pt>
                <c:pt idx="78587">
                  <c:v>0</c:v>
                </c:pt>
                <c:pt idx="78588">
                  <c:v>0</c:v>
                </c:pt>
                <c:pt idx="78589">
                  <c:v>0</c:v>
                </c:pt>
                <c:pt idx="78590">
                  <c:v>0</c:v>
                </c:pt>
                <c:pt idx="78591">
                  <c:v>0</c:v>
                </c:pt>
                <c:pt idx="78592">
                  <c:v>0</c:v>
                </c:pt>
                <c:pt idx="78593">
                  <c:v>0</c:v>
                </c:pt>
                <c:pt idx="78594">
                  <c:v>0</c:v>
                </c:pt>
                <c:pt idx="78595">
                  <c:v>0</c:v>
                </c:pt>
                <c:pt idx="78596">
                  <c:v>0</c:v>
                </c:pt>
                <c:pt idx="78597">
                  <c:v>0</c:v>
                </c:pt>
                <c:pt idx="78598">
                  <c:v>0</c:v>
                </c:pt>
                <c:pt idx="78599">
                  <c:v>0</c:v>
                </c:pt>
                <c:pt idx="78600">
                  <c:v>0</c:v>
                </c:pt>
                <c:pt idx="78601">
                  <c:v>0</c:v>
                </c:pt>
                <c:pt idx="78602">
                  <c:v>0</c:v>
                </c:pt>
                <c:pt idx="78603">
                  <c:v>0</c:v>
                </c:pt>
                <c:pt idx="78604">
                  <c:v>0</c:v>
                </c:pt>
                <c:pt idx="78605">
                  <c:v>0</c:v>
                </c:pt>
                <c:pt idx="78606">
                  <c:v>0</c:v>
                </c:pt>
                <c:pt idx="78607">
                  <c:v>0</c:v>
                </c:pt>
                <c:pt idx="78608">
                  <c:v>0</c:v>
                </c:pt>
                <c:pt idx="78609">
                  <c:v>0</c:v>
                </c:pt>
                <c:pt idx="78610">
                  <c:v>0</c:v>
                </c:pt>
                <c:pt idx="78611">
                  <c:v>0</c:v>
                </c:pt>
                <c:pt idx="78612">
                  <c:v>0</c:v>
                </c:pt>
                <c:pt idx="78613">
                  <c:v>0</c:v>
                </c:pt>
                <c:pt idx="78614">
                  <c:v>0</c:v>
                </c:pt>
                <c:pt idx="78615">
                  <c:v>0</c:v>
                </c:pt>
                <c:pt idx="78616">
                  <c:v>0</c:v>
                </c:pt>
                <c:pt idx="78617">
                  <c:v>0</c:v>
                </c:pt>
                <c:pt idx="78618">
                  <c:v>0</c:v>
                </c:pt>
                <c:pt idx="78619">
                  <c:v>0</c:v>
                </c:pt>
                <c:pt idx="78620">
                  <c:v>0</c:v>
                </c:pt>
                <c:pt idx="78621">
                  <c:v>0</c:v>
                </c:pt>
                <c:pt idx="78622">
                  <c:v>0</c:v>
                </c:pt>
                <c:pt idx="78623">
                  <c:v>0</c:v>
                </c:pt>
                <c:pt idx="78624">
                  <c:v>0</c:v>
                </c:pt>
                <c:pt idx="78625">
                  <c:v>0</c:v>
                </c:pt>
                <c:pt idx="78626">
                  <c:v>0</c:v>
                </c:pt>
                <c:pt idx="78627">
                  <c:v>0</c:v>
                </c:pt>
                <c:pt idx="78628">
                  <c:v>0</c:v>
                </c:pt>
                <c:pt idx="78629">
                  <c:v>0</c:v>
                </c:pt>
                <c:pt idx="78630">
                  <c:v>0</c:v>
                </c:pt>
                <c:pt idx="78631">
                  <c:v>0</c:v>
                </c:pt>
                <c:pt idx="78632">
                  <c:v>0</c:v>
                </c:pt>
                <c:pt idx="78633">
                  <c:v>0</c:v>
                </c:pt>
                <c:pt idx="78634">
                  <c:v>0</c:v>
                </c:pt>
                <c:pt idx="78635">
                  <c:v>0</c:v>
                </c:pt>
                <c:pt idx="78636">
                  <c:v>0</c:v>
                </c:pt>
                <c:pt idx="78637">
                  <c:v>0</c:v>
                </c:pt>
                <c:pt idx="78638">
                  <c:v>0</c:v>
                </c:pt>
                <c:pt idx="78639">
                  <c:v>0</c:v>
                </c:pt>
                <c:pt idx="78640">
                  <c:v>0</c:v>
                </c:pt>
                <c:pt idx="78641">
                  <c:v>0</c:v>
                </c:pt>
                <c:pt idx="78642">
                  <c:v>0</c:v>
                </c:pt>
                <c:pt idx="78643">
                  <c:v>0</c:v>
                </c:pt>
                <c:pt idx="78644">
                  <c:v>0</c:v>
                </c:pt>
                <c:pt idx="78645">
                  <c:v>0</c:v>
                </c:pt>
                <c:pt idx="78646">
                  <c:v>0</c:v>
                </c:pt>
                <c:pt idx="78647">
                  <c:v>0</c:v>
                </c:pt>
                <c:pt idx="78648">
                  <c:v>0</c:v>
                </c:pt>
                <c:pt idx="78649">
                  <c:v>0</c:v>
                </c:pt>
                <c:pt idx="78650">
                  <c:v>0</c:v>
                </c:pt>
                <c:pt idx="78651">
                  <c:v>0</c:v>
                </c:pt>
                <c:pt idx="78652">
                  <c:v>0</c:v>
                </c:pt>
                <c:pt idx="78653">
                  <c:v>0</c:v>
                </c:pt>
                <c:pt idx="78654">
                  <c:v>0</c:v>
                </c:pt>
                <c:pt idx="78655">
                  <c:v>0</c:v>
                </c:pt>
                <c:pt idx="78656">
                  <c:v>0</c:v>
                </c:pt>
                <c:pt idx="78657">
                  <c:v>0</c:v>
                </c:pt>
                <c:pt idx="78658">
                  <c:v>0</c:v>
                </c:pt>
                <c:pt idx="78659">
                  <c:v>0</c:v>
                </c:pt>
                <c:pt idx="78660">
                  <c:v>0</c:v>
                </c:pt>
                <c:pt idx="78661">
                  <c:v>0</c:v>
                </c:pt>
                <c:pt idx="78662">
                  <c:v>0</c:v>
                </c:pt>
                <c:pt idx="78663">
                  <c:v>0</c:v>
                </c:pt>
                <c:pt idx="78664">
                  <c:v>0</c:v>
                </c:pt>
                <c:pt idx="78665">
                  <c:v>0</c:v>
                </c:pt>
                <c:pt idx="78666">
                  <c:v>0</c:v>
                </c:pt>
                <c:pt idx="78667">
                  <c:v>0</c:v>
                </c:pt>
                <c:pt idx="78668">
                  <c:v>0</c:v>
                </c:pt>
                <c:pt idx="78669">
                  <c:v>0</c:v>
                </c:pt>
                <c:pt idx="78670">
                  <c:v>0</c:v>
                </c:pt>
                <c:pt idx="78671">
                  <c:v>0</c:v>
                </c:pt>
                <c:pt idx="78672">
                  <c:v>0</c:v>
                </c:pt>
                <c:pt idx="78673">
                  <c:v>0</c:v>
                </c:pt>
                <c:pt idx="78674">
                  <c:v>0</c:v>
                </c:pt>
                <c:pt idx="78675">
                  <c:v>0</c:v>
                </c:pt>
                <c:pt idx="78676">
                  <c:v>0</c:v>
                </c:pt>
                <c:pt idx="78677">
                  <c:v>0</c:v>
                </c:pt>
                <c:pt idx="78678">
                  <c:v>0</c:v>
                </c:pt>
                <c:pt idx="78679">
                  <c:v>0</c:v>
                </c:pt>
                <c:pt idx="78680">
                  <c:v>0</c:v>
                </c:pt>
                <c:pt idx="78681">
                  <c:v>0</c:v>
                </c:pt>
                <c:pt idx="78682">
                  <c:v>0</c:v>
                </c:pt>
                <c:pt idx="78683">
                  <c:v>0</c:v>
                </c:pt>
                <c:pt idx="78684">
                  <c:v>0</c:v>
                </c:pt>
                <c:pt idx="78685">
                  <c:v>0</c:v>
                </c:pt>
                <c:pt idx="78686">
                  <c:v>0</c:v>
                </c:pt>
                <c:pt idx="78687">
                  <c:v>0</c:v>
                </c:pt>
                <c:pt idx="78688">
                  <c:v>0</c:v>
                </c:pt>
                <c:pt idx="78689">
                  <c:v>0</c:v>
                </c:pt>
                <c:pt idx="78690">
                  <c:v>0</c:v>
                </c:pt>
                <c:pt idx="78691">
                  <c:v>0</c:v>
                </c:pt>
                <c:pt idx="78692">
                  <c:v>0</c:v>
                </c:pt>
                <c:pt idx="78693">
                  <c:v>0</c:v>
                </c:pt>
                <c:pt idx="78694">
                  <c:v>0</c:v>
                </c:pt>
                <c:pt idx="78695">
                  <c:v>0</c:v>
                </c:pt>
                <c:pt idx="78696">
                  <c:v>0</c:v>
                </c:pt>
                <c:pt idx="78697">
                  <c:v>0</c:v>
                </c:pt>
                <c:pt idx="78698">
                  <c:v>0</c:v>
                </c:pt>
                <c:pt idx="78699">
                  <c:v>0</c:v>
                </c:pt>
                <c:pt idx="78700">
                  <c:v>0</c:v>
                </c:pt>
                <c:pt idx="78701">
                  <c:v>0</c:v>
                </c:pt>
                <c:pt idx="78702">
                  <c:v>0</c:v>
                </c:pt>
                <c:pt idx="78703">
                  <c:v>0</c:v>
                </c:pt>
                <c:pt idx="78704">
                  <c:v>0</c:v>
                </c:pt>
                <c:pt idx="78705">
                  <c:v>0</c:v>
                </c:pt>
                <c:pt idx="78706">
                  <c:v>0</c:v>
                </c:pt>
                <c:pt idx="78707">
                  <c:v>0</c:v>
                </c:pt>
                <c:pt idx="78708">
                  <c:v>0</c:v>
                </c:pt>
                <c:pt idx="78709">
                  <c:v>0</c:v>
                </c:pt>
                <c:pt idx="78710">
                  <c:v>0</c:v>
                </c:pt>
                <c:pt idx="78711">
                  <c:v>0</c:v>
                </c:pt>
                <c:pt idx="78712">
                  <c:v>0</c:v>
                </c:pt>
                <c:pt idx="78713">
                  <c:v>0</c:v>
                </c:pt>
                <c:pt idx="78714">
                  <c:v>0</c:v>
                </c:pt>
                <c:pt idx="78715">
                  <c:v>0</c:v>
                </c:pt>
                <c:pt idx="78716">
                  <c:v>0</c:v>
                </c:pt>
                <c:pt idx="78717">
                  <c:v>0</c:v>
                </c:pt>
                <c:pt idx="78718">
                  <c:v>0</c:v>
                </c:pt>
                <c:pt idx="78719">
                  <c:v>0</c:v>
                </c:pt>
                <c:pt idx="78720">
                  <c:v>0</c:v>
                </c:pt>
                <c:pt idx="78721">
                  <c:v>0</c:v>
                </c:pt>
                <c:pt idx="78722">
                  <c:v>0</c:v>
                </c:pt>
                <c:pt idx="78723">
                  <c:v>0</c:v>
                </c:pt>
                <c:pt idx="78724">
                  <c:v>0</c:v>
                </c:pt>
                <c:pt idx="78725">
                  <c:v>0</c:v>
                </c:pt>
                <c:pt idx="78726">
                  <c:v>0</c:v>
                </c:pt>
                <c:pt idx="78727">
                  <c:v>0</c:v>
                </c:pt>
                <c:pt idx="78728">
                  <c:v>0</c:v>
                </c:pt>
                <c:pt idx="78729">
                  <c:v>0</c:v>
                </c:pt>
                <c:pt idx="78730">
                  <c:v>0</c:v>
                </c:pt>
                <c:pt idx="78731">
                  <c:v>0</c:v>
                </c:pt>
                <c:pt idx="78732">
                  <c:v>0</c:v>
                </c:pt>
                <c:pt idx="78733">
                  <c:v>0</c:v>
                </c:pt>
                <c:pt idx="78734">
                  <c:v>0</c:v>
                </c:pt>
                <c:pt idx="78735">
                  <c:v>0</c:v>
                </c:pt>
                <c:pt idx="78736">
                  <c:v>0</c:v>
                </c:pt>
                <c:pt idx="78737">
                  <c:v>0</c:v>
                </c:pt>
                <c:pt idx="78738">
                  <c:v>0</c:v>
                </c:pt>
                <c:pt idx="78739">
                  <c:v>0</c:v>
                </c:pt>
                <c:pt idx="78740">
                  <c:v>0</c:v>
                </c:pt>
                <c:pt idx="78741">
                  <c:v>0</c:v>
                </c:pt>
                <c:pt idx="78742">
                  <c:v>0</c:v>
                </c:pt>
                <c:pt idx="78743">
                  <c:v>0</c:v>
                </c:pt>
                <c:pt idx="78744">
                  <c:v>0</c:v>
                </c:pt>
                <c:pt idx="78745">
                  <c:v>0</c:v>
                </c:pt>
                <c:pt idx="78746">
                  <c:v>0</c:v>
                </c:pt>
                <c:pt idx="78747">
                  <c:v>0</c:v>
                </c:pt>
                <c:pt idx="78748">
                  <c:v>0</c:v>
                </c:pt>
                <c:pt idx="78749">
                  <c:v>0</c:v>
                </c:pt>
                <c:pt idx="78750">
                  <c:v>0</c:v>
                </c:pt>
                <c:pt idx="78751">
                  <c:v>0</c:v>
                </c:pt>
                <c:pt idx="78752">
                  <c:v>0</c:v>
                </c:pt>
                <c:pt idx="78753">
                  <c:v>0</c:v>
                </c:pt>
                <c:pt idx="78754">
                  <c:v>0</c:v>
                </c:pt>
                <c:pt idx="78755">
                  <c:v>0</c:v>
                </c:pt>
                <c:pt idx="78756">
                  <c:v>0</c:v>
                </c:pt>
                <c:pt idx="78757">
                  <c:v>0</c:v>
                </c:pt>
                <c:pt idx="78758">
                  <c:v>0</c:v>
                </c:pt>
                <c:pt idx="78759">
                  <c:v>0</c:v>
                </c:pt>
                <c:pt idx="78760">
                  <c:v>0</c:v>
                </c:pt>
                <c:pt idx="78761">
                  <c:v>0</c:v>
                </c:pt>
                <c:pt idx="78762">
                  <c:v>0</c:v>
                </c:pt>
                <c:pt idx="78763">
                  <c:v>0</c:v>
                </c:pt>
                <c:pt idx="78764">
                  <c:v>0</c:v>
                </c:pt>
                <c:pt idx="78765">
                  <c:v>0</c:v>
                </c:pt>
                <c:pt idx="78766">
                  <c:v>0</c:v>
                </c:pt>
                <c:pt idx="78767">
                  <c:v>0</c:v>
                </c:pt>
                <c:pt idx="78768">
                  <c:v>0</c:v>
                </c:pt>
                <c:pt idx="78769">
                  <c:v>0</c:v>
                </c:pt>
                <c:pt idx="78770">
                  <c:v>0</c:v>
                </c:pt>
                <c:pt idx="78771">
                  <c:v>0</c:v>
                </c:pt>
                <c:pt idx="78772">
                  <c:v>0</c:v>
                </c:pt>
                <c:pt idx="78773">
                  <c:v>0</c:v>
                </c:pt>
                <c:pt idx="78774">
                  <c:v>0</c:v>
                </c:pt>
                <c:pt idx="78775">
                  <c:v>0</c:v>
                </c:pt>
                <c:pt idx="78776">
                  <c:v>0</c:v>
                </c:pt>
                <c:pt idx="78777">
                  <c:v>0</c:v>
                </c:pt>
                <c:pt idx="78778">
                  <c:v>0</c:v>
                </c:pt>
                <c:pt idx="78779">
                  <c:v>0</c:v>
                </c:pt>
                <c:pt idx="78780">
                  <c:v>0</c:v>
                </c:pt>
                <c:pt idx="78781">
                  <c:v>0</c:v>
                </c:pt>
                <c:pt idx="78782">
                  <c:v>0</c:v>
                </c:pt>
                <c:pt idx="78783">
                  <c:v>0</c:v>
                </c:pt>
                <c:pt idx="78784">
                  <c:v>0</c:v>
                </c:pt>
                <c:pt idx="78785">
                  <c:v>0</c:v>
                </c:pt>
                <c:pt idx="78786">
                  <c:v>0</c:v>
                </c:pt>
                <c:pt idx="78787">
                  <c:v>0</c:v>
                </c:pt>
                <c:pt idx="78788">
                  <c:v>0</c:v>
                </c:pt>
                <c:pt idx="78789">
                  <c:v>0</c:v>
                </c:pt>
                <c:pt idx="78790">
                  <c:v>0</c:v>
                </c:pt>
                <c:pt idx="78791">
                  <c:v>0</c:v>
                </c:pt>
                <c:pt idx="78792">
                  <c:v>0</c:v>
                </c:pt>
                <c:pt idx="78793">
                  <c:v>0</c:v>
                </c:pt>
                <c:pt idx="78794">
                  <c:v>0</c:v>
                </c:pt>
                <c:pt idx="78795">
                  <c:v>0</c:v>
                </c:pt>
                <c:pt idx="78796">
                  <c:v>0</c:v>
                </c:pt>
                <c:pt idx="78797">
                  <c:v>0</c:v>
                </c:pt>
                <c:pt idx="78798">
                  <c:v>0</c:v>
                </c:pt>
                <c:pt idx="78799">
                  <c:v>0</c:v>
                </c:pt>
                <c:pt idx="78800">
                  <c:v>0</c:v>
                </c:pt>
                <c:pt idx="78801">
                  <c:v>0</c:v>
                </c:pt>
                <c:pt idx="78802">
                  <c:v>0</c:v>
                </c:pt>
                <c:pt idx="78803">
                  <c:v>0</c:v>
                </c:pt>
                <c:pt idx="78804">
                  <c:v>0</c:v>
                </c:pt>
                <c:pt idx="78805">
                  <c:v>0</c:v>
                </c:pt>
                <c:pt idx="78806">
                  <c:v>0</c:v>
                </c:pt>
                <c:pt idx="78807">
                  <c:v>0</c:v>
                </c:pt>
                <c:pt idx="78808">
                  <c:v>0</c:v>
                </c:pt>
                <c:pt idx="78809">
                  <c:v>0</c:v>
                </c:pt>
                <c:pt idx="78810">
                  <c:v>0</c:v>
                </c:pt>
                <c:pt idx="78811">
                  <c:v>0</c:v>
                </c:pt>
                <c:pt idx="78812">
                  <c:v>0</c:v>
                </c:pt>
                <c:pt idx="78813">
                  <c:v>0</c:v>
                </c:pt>
                <c:pt idx="78814">
                  <c:v>0</c:v>
                </c:pt>
                <c:pt idx="78815">
                  <c:v>0</c:v>
                </c:pt>
                <c:pt idx="78816">
                  <c:v>0</c:v>
                </c:pt>
                <c:pt idx="78817">
                  <c:v>0</c:v>
                </c:pt>
                <c:pt idx="78818">
                  <c:v>0</c:v>
                </c:pt>
                <c:pt idx="78819">
                  <c:v>0</c:v>
                </c:pt>
                <c:pt idx="78820">
                  <c:v>0</c:v>
                </c:pt>
                <c:pt idx="78821">
                  <c:v>0</c:v>
                </c:pt>
                <c:pt idx="78822">
                  <c:v>0</c:v>
                </c:pt>
                <c:pt idx="78823">
                  <c:v>0</c:v>
                </c:pt>
                <c:pt idx="78824">
                  <c:v>0</c:v>
                </c:pt>
                <c:pt idx="78825">
                  <c:v>0</c:v>
                </c:pt>
                <c:pt idx="78826">
                  <c:v>0</c:v>
                </c:pt>
                <c:pt idx="78827">
                  <c:v>0</c:v>
                </c:pt>
                <c:pt idx="78828">
                  <c:v>0</c:v>
                </c:pt>
                <c:pt idx="78829">
                  <c:v>0</c:v>
                </c:pt>
                <c:pt idx="78830">
                  <c:v>0</c:v>
                </c:pt>
                <c:pt idx="78831">
                  <c:v>0</c:v>
                </c:pt>
                <c:pt idx="78832">
                  <c:v>0</c:v>
                </c:pt>
                <c:pt idx="78833">
                  <c:v>0</c:v>
                </c:pt>
                <c:pt idx="78834">
                  <c:v>0</c:v>
                </c:pt>
                <c:pt idx="78835">
                  <c:v>0</c:v>
                </c:pt>
                <c:pt idx="78836">
                  <c:v>0</c:v>
                </c:pt>
                <c:pt idx="78837">
                  <c:v>0</c:v>
                </c:pt>
                <c:pt idx="78838">
                  <c:v>0</c:v>
                </c:pt>
                <c:pt idx="78839">
                  <c:v>0</c:v>
                </c:pt>
                <c:pt idx="78840">
                  <c:v>0</c:v>
                </c:pt>
                <c:pt idx="78841">
                  <c:v>0</c:v>
                </c:pt>
                <c:pt idx="78842">
                  <c:v>0</c:v>
                </c:pt>
                <c:pt idx="78843">
                  <c:v>0</c:v>
                </c:pt>
                <c:pt idx="78844">
                  <c:v>0</c:v>
                </c:pt>
                <c:pt idx="78845">
                  <c:v>0</c:v>
                </c:pt>
                <c:pt idx="78846">
                  <c:v>0</c:v>
                </c:pt>
                <c:pt idx="78847">
                  <c:v>0</c:v>
                </c:pt>
                <c:pt idx="78848">
                  <c:v>0</c:v>
                </c:pt>
                <c:pt idx="78849">
                  <c:v>0</c:v>
                </c:pt>
                <c:pt idx="78850">
                  <c:v>0</c:v>
                </c:pt>
                <c:pt idx="78851">
                  <c:v>0</c:v>
                </c:pt>
                <c:pt idx="78852">
                  <c:v>0</c:v>
                </c:pt>
                <c:pt idx="78853">
                  <c:v>0</c:v>
                </c:pt>
                <c:pt idx="78854">
                  <c:v>0</c:v>
                </c:pt>
                <c:pt idx="78855">
                  <c:v>0</c:v>
                </c:pt>
                <c:pt idx="78856">
                  <c:v>0</c:v>
                </c:pt>
                <c:pt idx="78857">
                  <c:v>0</c:v>
                </c:pt>
                <c:pt idx="78858">
                  <c:v>0</c:v>
                </c:pt>
                <c:pt idx="78859">
                  <c:v>0</c:v>
                </c:pt>
                <c:pt idx="78860">
                  <c:v>0</c:v>
                </c:pt>
                <c:pt idx="78861">
                  <c:v>0</c:v>
                </c:pt>
                <c:pt idx="78862">
                  <c:v>0</c:v>
                </c:pt>
                <c:pt idx="78863">
                  <c:v>0</c:v>
                </c:pt>
                <c:pt idx="78864">
                  <c:v>0</c:v>
                </c:pt>
                <c:pt idx="78865">
                  <c:v>0</c:v>
                </c:pt>
                <c:pt idx="78866">
                  <c:v>0</c:v>
                </c:pt>
                <c:pt idx="78867">
                  <c:v>0</c:v>
                </c:pt>
                <c:pt idx="78868">
                  <c:v>0</c:v>
                </c:pt>
                <c:pt idx="78869">
                  <c:v>0</c:v>
                </c:pt>
                <c:pt idx="78870">
                  <c:v>0</c:v>
                </c:pt>
                <c:pt idx="78871">
                  <c:v>0</c:v>
                </c:pt>
                <c:pt idx="78872">
                  <c:v>0</c:v>
                </c:pt>
                <c:pt idx="78873">
                  <c:v>0</c:v>
                </c:pt>
                <c:pt idx="78874">
                  <c:v>0</c:v>
                </c:pt>
                <c:pt idx="78875">
                  <c:v>0</c:v>
                </c:pt>
                <c:pt idx="78876">
                  <c:v>0</c:v>
                </c:pt>
                <c:pt idx="78877">
                  <c:v>0</c:v>
                </c:pt>
                <c:pt idx="78878">
                  <c:v>0</c:v>
                </c:pt>
                <c:pt idx="78879">
                  <c:v>0</c:v>
                </c:pt>
                <c:pt idx="78880">
                  <c:v>0</c:v>
                </c:pt>
                <c:pt idx="78881">
                  <c:v>0</c:v>
                </c:pt>
                <c:pt idx="78882">
                  <c:v>0</c:v>
                </c:pt>
                <c:pt idx="78883">
                  <c:v>0</c:v>
                </c:pt>
                <c:pt idx="78884">
                  <c:v>0</c:v>
                </c:pt>
                <c:pt idx="78885">
                  <c:v>0</c:v>
                </c:pt>
                <c:pt idx="78886">
                  <c:v>0</c:v>
                </c:pt>
                <c:pt idx="78887">
                  <c:v>0</c:v>
                </c:pt>
                <c:pt idx="78888">
                  <c:v>0</c:v>
                </c:pt>
                <c:pt idx="78889">
                  <c:v>0</c:v>
                </c:pt>
                <c:pt idx="78890">
                  <c:v>0</c:v>
                </c:pt>
                <c:pt idx="78891">
                  <c:v>0</c:v>
                </c:pt>
                <c:pt idx="78892">
                  <c:v>0</c:v>
                </c:pt>
                <c:pt idx="78893">
                  <c:v>0</c:v>
                </c:pt>
                <c:pt idx="78894">
                  <c:v>0</c:v>
                </c:pt>
                <c:pt idx="78895">
                  <c:v>0</c:v>
                </c:pt>
                <c:pt idx="78896">
                  <c:v>0</c:v>
                </c:pt>
                <c:pt idx="78897">
                  <c:v>0</c:v>
                </c:pt>
                <c:pt idx="78898">
                  <c:v>0</c:v>
                </c:pt>
                <c:pt idx="78899">
                  <c:v>0</c:v>
                </c:pt>
                <c:pt idx="78900">
                  <c:v>0</c:v>
                </c:pt>
                <c:pt idx="78901">
                  <c:v>0</c:v>
                </c:pt>
                <c:pt idx="78902">
                  <c:v>0</c:v>
                </c:pt>
                <c:pt idx="78903">
                  <c:v>0</c:v>
                </c:pt>
                <c:pt idx="78904">
                  <c:v>0</c:v>
                </c:pt>
                <c:pt idx="78905">
                  <c:v>0</c:v>
                </c:pt>
                <c:pt idx="78906">
                  <c:v>0</c:v>
                </c:pt>
                <c:pt idx="78907">
                  <c:v>0</c:v>
                </c:pt>
                <c:pt idx="78908">
                  <c:v>0</c:v>
                </c:pt>
                <c:pt idx="78909">
                  <c:v>0</c:v>
                </c:pt>
                <c:pt idx="78910">
                  <c:v>0</c:v>
                </c:pt>
                <c:pt idx="78911">
                  <c:v>0</c:v>
                </c:pt>
                <c:pt idx="78912">
                  <c:v>0</c:v>
                </c:pt>
                <c:pt idx="78913">
                  <c:v>0</c:v>
                </c:pt>
                <c:pt idx="78914">
                  <c:v>0</c:v>
                </c:pt>
                <c:pt idx="78915">
                  <c:v>0</c:v>
                </c:pt>
                <c:pt idx="78916">
                  <c:v>0</c:v>
                </c:pt>
                <c:pt idx="78917">
                  <c:v>0</c:v>
                </c:pt>
                <c:pt idx="78918">
                  <c:v>0</c:v>
                </c:pt>
                <c:pt idx="78919">
                  <c:v>0</c:v>
                </c:pt>
                <c:pt idx="78920">
                  <c:v>0</c:v>
                </c:pt>
                <c:pt idx="78921">
                  <c:v>0</c:v>
                </c:pt>
                <c:pt idx="78922">
                  <c:v>0</c:v>
                </c:pt>
                <c:pt idx="78923">
                  <c:v>0</c:v>
                </c:pt>
                <c:pt idx="78924">
                  <c:v>0</c:v>
                </c:pt>
                <c:pt idx="78925">
                  <c:v>0</c:v>
                </c:pt>
                <c:pt idx="78926">
                  <c:v>0</c:v>
                </c:pt>
                <c:pt idx="78927">
                  <c:v>0</c:v>
                </c:pt>
                <c:pt idx="78928">
                  <c:v>0</c:v>
                </c:pt>
                <c:pt idx="78929">
                  <c:v>0</c:v>
                </c:pt>
                <c:pt idx="78930">
                  <c:v>0</c:v>
                </c:pt>
                <c:pt idx="78931">
                  <c:v>0</c:v>
                </c:pt>
                <c:pt idx="78932">
                  <c:v>0</c:v>
                </c:pt>
                <c:pt idx="78933">
                  <c:v>0</c:v>
                </c:pt>
                <c:pt idx="78934">
                  <c:v>0</c:v>
                </c:pt>
                <c:pt idx="78935">
                  <c:v>0</c:v>
                </c:pt>
                <c:pt idx="78936">
                  <c:v>0</c:v>
                </c:pt>
                <c:pt idx="78937">
                  <c:v>0</c:v>
                </c:pt>
                <c:pt idx="78938">
                  <c:v>0</c:v>
                </c:pt>
                <c:pt idx="78939">
                  <c:v>0</c:v>
                </c:pt>
                <c:pt idx="78940">
                  <c:v>0</c:v>
                </c:pt>
                <c:pt idx="78941">
                  <c:v>0</c:v>
                </c:pt>
                <c:pt idx="78942">
                  <c:v>0</c:v>
                </c:pt>
                <c:pt idx="78943">
                  <c:v>0</c:v>
                </c:pt>
                <c:pt idx="78944">
                  <c:v>0</c:v>
                </c:pt>
                <c:pt idx="78945">
                  <c:v>0</c:v>
                </c:pt>
                <c:pt idx="78946">
                  <c:v>0</c:v>
                </c:pt>
                <c:pt idx="78947">
                  <c:v>0</c:v>
                </c:pt>
                <c:pt idx="78948">
                  <c:v>0</c:v>
                </c:pt>
                <c:pt idx="78949">
                  <c:v>0</c:v>
                </c:pt>
                <c:pt idx="78950">
                  <c:v>0</c:v>
                </c:pt>
                <c:pt idx="78951">
                  <c:v>0</c:v>
                </c:pt>
                <c:pt idx="78952">
                  <c:v>0</c:v>
                </c:pt>
                <c:pt idx="78953">
                  <c:v>0</c:v>
                </c:pt>
                <c:pt idx="78954">
                  <c:v>0</c:v>
                </c:pt>
                <c:pt idx="78955">
                  <c:v>0</c:v>
                </c:pt>
                <c:pt idx="78956">
                  <c:v>0</c:v>
                </c:pt>
                <c:pt idx="78957">
                  <c:v>0</c:v>
                </c:pt>
                <c:pt idx="78958">
                  <c:v>0</c:v>
                </c:pt>
                <c:pt idx="78959">
                  <c:v>0</c:v>
                </c:pt>
                <c:pt idx="78960">
                  <c:v>0</c:v>
                </c:pt>
                <c:pt idx="78961">
                  <c:v>0</c:v>
                </c:pt>
                <c:pt idx="78962">
                  <c:v>0</c:v>
                </c:pt>
                <c:pt idx="78963">
                  <c:v>0</c:v>
                </c:pt>
                <c:pt idx="78964">
                  <c:v>0</c:v>
                </c:pt>
                <c:pt idx="78965">
                  <c:v>0</c:v>
                </c:pt>
                <c:pt idx="78966">
                  <c:v>0</c:v>
                </c:pt>
                <c:pt idx="78967">
                  <c:v>0</c:v>
                </c:pt>
                <c:pt idx="78968">
                  <c:v>0</c:v>
                </c:pt>
                <c:pt idx="78969">
                  <c:v>0</c:v>
                </c:pt>
                <c:pt idx="78970">
                  <c:v>0</c:v>
                </c:pt>
                <c:pt idx="78971">
                  <c:v>0</c:v>
                </c:pt>
                <c:pt idx="78972">
                  <c:v>0</c:v>
                </c:pt>
                <c:pt idx="78973">
                  <c:v>0</c:v>
                </c:pt>
                <c:pt idx="78974">
                  <c:v>0</c:v>
                </c:pt>
                <c:pt idx="78975">
                  <c:v>0</c:v>
                </c:pt>
                <c:pt idx="78976">
                  <c:v>0</c:v>
                </c:pt>
                <c:pt idx="78977">
                  <c:v>0</c:v>
                </c:pt>
                <c:pt idx="78978">
                  <c:v>0</c:v>
                </c:pt>
                <c:pt idx="78979">
                  <c:v>0</c:v>
                </c:pt>
                <c:pt idx="78980">
                  <c:v>0</c:v>
                </c:pt>
                <c:pt idx="78981">
                  <c:v>0</c:v>
                </c:pt>
                <c:pt idx="78982">
                  <c:v>0</c:v>
                </c:pt>
                <c:pt idx="78983">
                  <c:v>0</c:v>
                </c:pt>
                <c:pt idx="78984">
                  <c:v>0</c:v>
                </c:pt>
                <c:pt idx="78985">
                  <c:v>0</c:v>
                </c:pt>
                <c:pt idx="78986">
                  <c:v>0</c:v>
                </c:pt>
                <c:pt idx="78987">
                  <c:v>0</c:v>
                </c:pt>
                <c:pt idx="78988">
                  <c:v>0</c:v>
                </c:pt>
                <c:pt idx="78989">
                  <c:v>0</c:v>
                </c:pt>
                <c:pt idx="78990">
                  <c:v>0</c:v>
                </c:pt>
                <c:pt idx="78991">
                  <c:v>0</c:v>
                </c:pt>
                <c:pt idx="78992">
                  <c:v>0</c:v>
                </c:pt>
                <c:pt idx="78993">
                  <c:v>0</c:v>
                </c:pt>
                <c:pt idx="78994">
                  <c:v>0</c:v>
                </c:pt>
                <c:pt idx="78995">
                  <c:v>0</c:v>
                </c:pt>
                <c:pt idx="78996">
                  <c:v>0</c:v>
                </c:pt>
                <c:pt idx="78997">
                  <c:v>0</c:v>
                </c:pt>
                <c:pt idx="78998">
                  <c:v>0</c:v>
                </c:pt>
                <c:pt idx="78999">
                  <c:v>0</c:v>
                </c:pt>
                <c:pt idx="79000">
                  <c:v>0</c:v>
                </c:pt>
                <c:pt idx="79001">
                  <c:v>0</c:v>
                </c:pt>
                <c:pt idx="79002">
                  <c:v>0</c:v>
                </c:pt>
                <c:pt idx="79003">
                  <c:v>0</c:v>
                </c:pt>
                <c:pt idx="79004">
                  <c:v>0</c:v>
                </c:pt>
                <c:pt idx="79005">
                  <c:v>0</c:v>
                </c:pt>
                <c:pt idx="79006">
                  <c:v>0</c:v>
                </c:pt>
                <c:pt idx="79007">
                  <c:v>0</c:v>
                </c:pt>
                <c:pt idx="79008">
                  <c:v>0</c:v>
                </c:pt>
                <c:pt idx="79009">
                  <c:v>0</c:v>
                </c:pt>
                <c:pt idx="79010">
                  <c:v>0</c:v>
                </c:pt>
                <c:pt idx="79011">
                  <c:v>0</c:v>
                </c:pt>
                <c:pt idx="79012">
                  <c:v>0</c:v>
                </c:pt>
                <c:pt idx="79013">
                  <c:v>0</c:v>
                </c:pt>
                <c:pt idx="79014">
                  <c:v>0</c:v>
                </c:pt>
                <c:pt idx="79015">
                  <c:v>0</c:v>
                </c:pt>
                <c:pt idx="79016">
                  <c:v>0</c:v>
                </c:pt>
                <c:pt idx="79017">
                  <c:v>0</c:v>
                </c:pt>
                <c:pt idx="79018">
                  <c:v>0</c:v>
                </c:pt>
                <c:pt idx="79019">
                  <c:v>0</c:v>
                </c:pt>
                <c:pt idx="79020">
                  <c:v>0</c:v>
                </c:pt>
                <c:pt idx="79021">
                  <c:v>0</c:v>
                </c:pt>
                <c:pt idx="79022">
                  <c:v>0</c:v>
                </c:pt>
                <c:pt idx="79023">
                  <c:v>0</c:v>
                </c:pt>
                <c:pt idx="79024">
                  <c:v>0</c:v>
                </c:pt>
                <c:pt idx="79025">
                  <c:v>0</c:v>
                </c:pt>
                <c:pt idx="79026">
                  <c:v>0</c:v>
                </c:pt>
                <c:pt idx="79027">
                  <c:v>0</c:v>
                </c:pt>
                <c:pt idx="79028">
                  <c:v>0</c:v>
                </c:pt>
                <c:pt idx="79029">
                  <c:v>0</c:v>
                </c:pt>
                <c:pt idx="79030">
                  <c:v>0</c:v>
                </c:pt>
                <c:pt idx="79031">
                  <c:v>0</c:v>
                </c:pt>
                <c:pt idx="79032">
                  <c:v>0</c:v>
                </c:pt>
                <c:pt idx="79033">
                  <c:v>0</c:v>
                </c:pt>
                <c:pt idx="79034">
                  <c:v>0</c:v>
                </c:pt>
                <c:pt idx="79035">
                  <c:v>0</c:v>
                </c:pt>
                <c:pt idx="79036">
                  <c:v>0</c:v>
                </c:pt>
                <c:pt idx="79037">
                  <c:v>0</c:v>
                </c:pt>
                <c:pt idx="79038">
                  <c:v>0</c:v>
                </c:pt>
                <c:pt idx="79039">
                  <c:v>0</c:v>
                </c:pt>
                <c:pt idx="79040">
                  <c:v>0</c:v>
                </c:pt>
                <c:pt idx="79041">
                  <c:v>0</c:v>
                </c:pt>
                <c:pt idx="79042">
                  <c:v>0</c:v>
                </c:pt>
                <c:pt idx="79043">
                  <c:v>0</c:v>
                </c:pt>
                <c:pt idx="79044">
                  <c:v>0</c:v>
                </c:pt>
                <c:pt idx="79045">
                  <c:v>0</c:v>
                </c:pt>
                <c:pt idx="79046">
                  <c:v>0</c:v>
                </c:pt>
                <c:pt idx="79047">
                  <c:v>0</c:v>
                </c:pt>
                <c:pt idx="79048">
                  <c:v>0</c:v>
                </c:pt>
                <c:pt idx="79049">
                  <c:v>0</c:v>
                </c:pt>
                <c:pt idx="79050">
                  <c:v>0</c:v>
                </c:pt>
                <c:pt idx="79051">
                  <c:v>0</c:v>
                </c:pt>
                <c:pt idx="79052">
                  <c:v>0</c:v>
                </c:pt>
                <c:pt idx="79053">
                  <c:v>0</c:v>
                </c:pt>
                <c:pt idx="79054">
                  <c:v>0</c:v>
                </c:pt>
                <c:pt idx="79055">
                  <c:v>0</c:v>
                </c:pt>
                <c:pt idx="79056">
                  <c:v>0</c:v>
                </c:pt>
                <c:pt idx="79057">
                  <c:v>0</c:v>
                </c:pt>
                <c:pt idx="79058">
                  <c:v>0</c:v>
                </c:pt>
                <c:pt idx="79059">
                  <c:v>0</c:v>
                </c:pt>
                <c:pt idx="79060">
                  <c:v>0</c:v>
                </c:pt>
                <c:pt idx="79061">
                  <c:v>0</c:v>
                </c:pt>
                <c:pt idx="79062">
                  <c:v>0</c:v>
                </c:pt>
                <c:pt idx="79063">
                  <c:v>0</c:v>
                </c:pt>
                <c:pt idx="79064">
                  <c:v>0</c:v>
                </c:pt>
                <c:pt idx="79065">
                  <c:v>0</c:v>
                </c:pt>
                <c:pt idx="79066">
                  <c:v>0</c:v>
                </c:pt>
                <c:pt idx="79067">
                  <c:v>0</c:v>
                </c:pt>
                <c:pt idx="79068">
                  <c:v>0</c:v>
                </c:pt>
                <c:pt idx="79069">
                  <c:v>0</c:v>
                </c:pt>
                <c:pt idx="79070">
                  <c:v>0</c:v>
                </c:pt>
                <c:pt idx="79071">
                  <c:v>0</c:v>
                </c:pt>
                <c:pt idx="79072">
                  <c:v>0</c:v>
                </c:pt>
                <c:pt idx="79073">
                  <c:v>0</c:v>
                </c:pt>
                <c:pt idx="79074">
                  <c:v>0</c:v>
                </c:pt>
                <c:pt idx="79075">
                  <c:v>0</c:v>
                </c:pt>
                <c:pt idx="79076">
                  <c:v>0</c:v>
                </c:pt>
                <c:pt idx="79077">
                  <c:v>0</c:v>
                </c:pt>
                <c:pt idx="79078">
                  <c:v>0</c:v>
                </c:pt>
                <c:pt idx="79079">
                  <c:v>0</c:v>
                </c:pt>
                <c:pt idx="79080">
                  <c:v>0</c:v>
                </c:pt>
                <c:pt idx="79081">
                  <c:v>0</c:v>
                </c:pt>
                <c:pt idx="79082">
                  <c:v>0</c:v>
                </c:pt>
                <c:pt idx="79083">
                  <c:v>0</c:v>
                </c:pt>
                <c:pt idx="79084">
                  <c:v>0</c:v>
                </c:pt>
                <c:pt idx="79085">
                  <c:v>0</c:v>
                </c:pt>
                <c:pt idx="79086">
                  <c:v>0</c:v>
                </c:pt>
                <c:pt idx="79087">
                  <c:v>0</c:v>
                </c:pt>
                <c:pt idx="79088">
                  <c:v>0</c:v>
                </c:pt>
                <c:pt idx="79089">
                  <c:v>0</c:v>
                </c:pt>
                <c:pt idx="79090">
                  <c:v>0</c:v>
                </c:pt>
                <c:pt idx="79091">
                  <c:v>0</c:v>
                </c:pt>
                <c:pt idx="79092">
                  <c:v>0</c:v>
                </c:pt>
                <c:pt idx="79093">
                  <c:v>0</c:v>
                </c:pt>
                <c:pt idx="79094">
                  <c:v>0</c:v>
                </c:pt>
                <c:pt idx="79095">
                  <c:v>0</c:v>
                </c:pt>
                <c:pt idx="79096">
                  <c:v>0</c:v>
                </c:pt>
                <c:pt idx="79097">
                  <c:v>0</c:v>
                </c:pt>
                <c:pt idx="79098">
                  <c:v>0</c:v>
                </c:pt>
                <c:pt idx="79099">
                  <c:v>0</c:v>
                </c:pt>
                <c:pt idx="79100">
                  <c:v>0</c:v>
                </c:pt>
                <c:pt idx="79101">
                  <c:v>0</c:v>
                </c:pt>
                <c:pt idx="79102">
                  <c:v>0</c:v>
                </c:pt>
                <c:pt idx="79103">
                  <c:v>0</c:v>
                </c:pt>
                <c:pt idx="79104">
                  <c:v>0</c:v>
                </c:pt>
                <c:pt idx="79105">
                  <c:v>0</c:v>
                </c:pt>
                <c:pt idx="79106">
                  <c:v>0</c:v>
                </c:pt>
                <c:pt idx="79107">
                  <c:v>0</c:v>
                </c:pt>
                <c:pt idx="79108">
                  <c:v>0</c:v>
                </c:pt>
                <c:pt idx="79109">
                  <c:v>0</c:v>
                </c:pt>
                <c:pt idx="79110">
                  <c:v>0</c:v>
                </c:pt>
                <c:pt idx="79111">
                  <c:v>0</c:v>
                </c:pt>
                <c:pt idx="79112">
                  <c:v>0</c:v>
                </c:pt>
                <c:pt idx="79113">
                  <c:v>0</c:v>
                </c:pt>
                <c:pt idx="79114">
                  <c:v>0</c:v>
                </c:pt>
                <c:pt idx="79115">
                  <c:v>0</c:v>
                </c:pt>
                <c:pt idx="79116">
                  <c:v>0</c:v>
                </c:pt>
                <c:pt idx="79117">
                  <c:v>0</c:v>
                </c:pt>
                <c:pt idx="79118">
                  <c:v>0</c:v>
                </c:pt>
                <c:pt idx="79119">
                  <c:v>0</c:v>
                </c:pt>
                <c:pt idx="79120">
                  <c:v>0</c:v>
                </c:pt>
                <c:pt idx="79121">
                  <c:v>0</c:v>
                </c:pt>
                <c:pt idx="79122">
                  <c:v>0</c:v>
                </c:pt>
                <c:pt idx="79123">
                  <c:v>0</c:v>
                </c:pt>
                <c:pt idx="79124">
                  <c:v>0</c:v>
                </c:pt>
                <c:pt idx="79125">
                  <c:v>0</c:v>
                </c:pt>
                <c:pt idx="79126">
                  <c:v>0</c:v>
                </c:pt>
                <c:pt idx="79127">
                  <c:v>0</c:v>
                </c:pt>
                <c:pt idx="79128">
                  <c:v>0</c:v>
                </c:pt>
                <c:pt idx="79129">
                  <c:v>0</c:v>
                </c:pt>
                <c:pt idx="79130">
                  <c:v>0</c:v>
                </c:pt>
                <c:pt idx="79131">
                  <c:v>0</c:v>
                </c:pt>
                <c:pt idx="79132">
                  <c:v>0</c:v>
                </c:pt>
                <c:pt idx="79133">
                  <c:v>0</c:v>
                </c:pt>
                <c:pt idx="79134">
                  <c:v>0</c:v>
                </c:pt>
                <c:pt idx="79135">
                  <c:v>0</c:v>
                </c:pt>
                <c:pt idx="79136">
                  <c:v>0</c:v>
                </c:pt>
                <c:pt idx="79137">
                  <c:v>0</c:v>
                </c:pt>
                <c:pt idx="79138">
                  <c:v>0</c:v>
                </c:pt>
                <c:pt idx="79139">
                  <c:v>0</c:v>
                </c:pt>
                <c:pt idx="79140">
                  <c:v>0</c:v>
                </c:pt>
                <c:pt idx="79141">
                  <c:v>0</c:v>
                </c:pt>
                <c:pt idx="79142">
                  <c:v>0</c:v>
                </c:pt>
                <c:pt idx="79143">
                  <c:v>0</c:v>
                </c:pt>
                <c:pt idx="79144">
                  <c:v>0</c:v>
                </c:pt>
                <c:pt idx="79145">
                  <c:v>0</c:v>
                </c:pt>
                <c:pt idx="79146">
                  <c:v>0</c:v>
                </c:pt>
                <c:pt idx="79147">
                  <c:v>0</c:v>
                </c:pt>
                <c:pt idx="79148">
                  <c:v>0</c:v>
                </c:pt>
                <c:pt idx="79149">
                  <c:v>0</c:v>
                </c:pt>
                <c:pt idx="79150">
                  <c:v>0</c:v>
                </c:pt>
                <c:pt idx="79151">
                  <c:v>0</c:v>
                </c:pt>
                <c:pt idx="79152">
                  <c:v>0</c:v>
                </c:pt>
                <c:pt idx="79153">
                  <c:v>0</c:v>
                </c:pt>
                <c:pt idx="79154">
                  <c:v>0</c:v>
                </c:pt>
                <c:pt idx="79155">
                  <c:v>0</c:v>
                </c:pt>
                <c:pt idx="79156">
                  <c:v>0</c:v>
                </c:pt>
                <c:pt idx="79157">
                  <c:v>0</c:v>
                </c:pt>
                <c:pt idx="79158">
                  <c:v>0</c:v>
                </c:pt>
                <c:pt idx="79159">
                  <c:v>0</c:v>
                </c:pt>
                <c:pt idx="79160">
                  <c:v>0</c:v>
                </c:pt>
                <c:pt idx="79161">
                  <c:v>0</c:v>
                </c:pt>
                <c:pt idx="79162">
                  <c:v>0</c:v>
                </c:pt>
                <c:pt idx="79163">
                  <c:v>0</c:v>
                </c:pt>
                <c:pt idx="79164">
                  <c:v>0</c:v>
                </c:pt>
                <c:pt idx="79165">
                  <c:v>0</c:v>
                </c:pt>
                <c:pt idx="79166">
                  <c:v>0</c:v>
                </c:pt>
                <c:pt idx="79167">
                  <c:v>0</c:v>
                </c:pt>
                <c:pt idx="79168">
                  <c:v>0</c:v>
                </c:pt>
                <c:pt idx="79169">
                  <c:v>0</c:v>
                </c:pt>
                <c:pt idx="79170">
                  <c:v>0</c:v>
                </c:pt>
                <c:pt idx="79171">
                  <c:v>0</c:v>
                </c:pt>
                <c:pt idx="79172">
                  <c:v>0</c:v>
                </c:pt>
                <c:pt idx="79173">
                  <c:v>0</c:v>
                </c:pt>
                <c:pt idx="79174">
                  <c:v>0</c:v>
                </c:pt>
                <c:pt idx="79175">
                  <c:v>0</c:v>
                </c:pt>
                <c:pt idx="79176">
                  <c:v>0</c:v>
                </c:pt>
                <c:pt idx="79177">
                  <c:v>0</c:v>
                </c:pt>
                <c:pt idx="79178">
                  <c:v>0</c:v>
                </c:pt>
                <c:pt idx="79179">
                  <c:v>0</c:v>
                </c:pt>
                <c:pt idx="79180">
                  <c:v>0</c:v>
                </c:pt>
                <c:pt idx="79181">
                  <c:v>0</c:v>
                </c:pt>
                <c:pt idx="79182">
                  <c:v>0</c:v>
                </c:pt>
                <c:pt idx="79183">
                  <c:v>0</c:v>
                </c:pt>
                <c:pt idx="79184">
                  <c:v>0</c:v>
                </c:pt>
                <c:pt idx="79185">
                  <c:v>0</c:v>
                </c:pt>
                <c:pt idx="79186">
                  <c:v>0</c:v>
                </c:pt>
                <c:pt idx="79187">
                  <c:v>0</c:v>
                </c:pt>
                <c:pt idx="79188">
                  <c:v>0</c:v>
                </c:pt>
                <c:pt idx="79189">
                  <c:v>0</c:v>
                </c:pt>
                <c:pt idx="79190">
                  <c:v>0</c:v>
                </c:pt>
                <c:pt idx="79191">
                  <c:v>0</c:v>
                </c:pt>
                <c:pt idx="79192">
                  <c:v>0</c:v>
                </c:pt>
                <c:pt idx="79193">
                  <c:v>0</c:v>
                </c:pt>
                <c:pt idx="79194">
                  <c:v>0</c:v>
                </c:pt>
                <c:pt idx="79195">
                  <c:v>0</c:v>
                </c:pt>
                <c:pt idx="79196">
                  <c:v>0</c:v>
                </c:pt>
                <c:pt idx="79197">
                  <c:v>0</c:v>
                </c:pt>
                <c:pt idx="79198">
                  <c:v>0</c:v>
                </c:pt>
                <c:pt idx="79199">
                  <c:v>0</c:v>
                </c:pt>
                <c:pt idx="79200">
                  <c:v>0</c:v>
                </c:pt>
                <c:pt idx="79201">
                  <c:v>0</c:v>
                </c:pt>
                <c:pt idx="79202">
                  <c:v>0</c:v>
                </c:pt>
                <c:pt idx="79203">
                  <c:v>0</c:v>
                </c:pt>
                <c:pt idx="79204">
                  <c:v>0</c:v>
                </c:pt>
                <c:pt idx="79205">
                  <c:v>0</c:v>
                </c:pt>
                <c:pt idx="79206">
                  <c:v>0</c:v>
                </c:pt>
                <c:pt idx="79207">
                  <c:v>0</c:v>
                </c:pt>
                <c:pt idx="79208">
                  <c:v>0</c:v>
                </c:pt>
                <c:pt idx="79209">
                  <c:v>0</c:v>
                </c:pt>
                <c:pt idx="79210">
                  <c:v>0</c:v>
                </c:pt>
                <c:pt idx="79211">
                  <c:v>0</c:v>
                </c:pt>
                <c:pt idx="79212">
                  <c:v>0</c:v>
                </c:pt>
                <c:pt idx="79213">
                  <c:v>0</c:v>
                </c:pt>
                <c:pt idx="79214">
                  <c:v>0</c:v>
                </c:pt>
                <c:pt idx="79215">
                  <c:v>0</c:v>
                </c:pt>
                <c:pt idx="79216">
                  <c:v>0</c:v>
                </c:pt>
                <c:pt idx="79217">
                  <c:v>0</c:v>
                </c:pt>
                <c:pt idx="79218">
                  <c:v>0</c:v>
                </c:pt>
                <c:pt idx="79219">
                  <c:v>0</c:v>
                </c:pt>
                <c:pt idx="79220">
                  <c:v>0</c:v>
                </c:pt>
                <c:pt idx="79221">
                  <c:v>0</c:v>
                </c:pt>
                <c:pt idx="79222">
                  <c:v>0</c:v>
                </c:pt>
                <c:pt idx="79223">
                  <c:v>0</c:v>
                </c:pt>
                <c:pt idx="79224">
                  <c:v>0</c:v>
                </c:pt>
                <c:pt idx="79225">
                  <c:v>0</c:v>
                </c:pt>
                <c:pt idx="79226">
                  <c:v>0</c:v>
                </c:pt>
                <c:pt idx="79227">
                  <c:v>0</c:v>
                </c:pt>
                <c:pt idx="79228">
                  <c:v>0</c:v>
                </c:pt>
                <c:pt idx="79229">
                  <c:v>0</c:v>
                </c:pt>
                <c:pt idx="79230">
                  <c:v>0</c:v>
                </c:pt>
                <c:pt idx="79231">
                  <c:v>0</c:v>
                </c:pt>
                <c:pt idx="79232">
                  <c:v>0</c:v>
                </c:pt>
                <c:pt idx="79233">
                  <c:v>0</c:v>
                </c:pt>
                <c:pt idx="79234">
                  <c:v>0</c:v>
                </c:pt>
                <c:pt idx="79235">
                  <c:v>0</c:v>
                </c:pt>
                <c:pt idx="79236">
                  <c:v>0</c:v>
                </c:pt>
                <c:pt idx="79237">
                  <c:v>0</c:v>
                </c:pt>
                <c:pt idx="79238">
                  <c:v>0</c:v>
                </c:pt>
                <c:pt idx="79239">
                  <c:v>0</c:v>
                </c:pt>
                <c:pt idx="79240">
                  <c:v>0</c:v>
                </c:pt>
                <c:pt idx="79241">
                  <c:v>0</c:v>
                </c:pt>
                <c:pt idx="79242">
                  <c:v>0</c:v>
                </c:pt>
                <c:pt idx="79243">
                  <c:v>0</c:v>
                </c:pt>
                <c:pt idx="79244">
                  <c:v>0</c:v>
                </c:pt>
                <c:pt idx="79245">
                  <c:v>0</c:v>
                </c:pt>
                <c:pt idx="79246">
                  <c:v>0</c:v>
                </c:pt>
                <c:pt idx="79247">
                  <c:v>0</c:v>
                </c:pt>
                <c:pt idx="79248">
                  <c:v>0</c:v>
                </c:pt>
                <c:pt idx="79249">
                  <c:v>0</c:v>
                </c:pt>
                <c:pt idx="79250">
                  <c:v>0</c:v>
                </c:pt>
                <c:pt idx="79251">
                  <c:v>0</c:v>
                </c:pt>
                <c:pt idx="79252">
                  <c:v>0</c:v>
                </c:pt>
                <c:pt idx="79253">
                  <c:v>0</c:v>
                </c:pt>
                <c:pt idx="79254">
                  <c:v>0</c:v>
                </c:pt>
                <c:pt idx="79255">
                  <c:v>0</c:v>
                </c:pt>
                <c:pt idx="79256">
                  <c:v>0</c:v>
                </c:pt>
                <c:pt idx="79257">
                  <c:v>0</c:v>
                </c:pt>
                <c:pt idx="79258">
                  <c:v>0</c:v>
                </c:pt>
                <c:pt idx="79259">
                  <c:v>0</c:v>
                </c:pt>
                <c:pt idx="79260">
                  <c:v>0</c:v>
                </c:pt>
                <c:pt idx="79261">
                  <c:v>0</c:v>
                </c:pt>
                <c:pt idx="79262">
                  <c:v>0</c:v>
                </c:pt>
                <c:pt idx="79263">
                  <c:v>0</c:v>
                </c:pt>
                <c:pt idx="79264">
                  <c:v>0</c:v>
                </c:pt>
                <c:pt idx="79265">
                  <c:v>0</c:v>
                </c:pt>
                <c:pt idx="79266">
                  <c:v>0</c:v>
                </c:pt>
                <c:pt idx="79267">
                  <c:v>0</c:v>
                </c:pt>
                <c:pt idx="79268">
                  <c:v>0</c:v>
                </c:pt>
                <c:pt idx="79269">
                  <c:v>0</c:v>
                </c:pt>
                <c:pt idx="79270">
                  <c:v>0</c:v>
                </c:pt>
                <c:pt idx="79271">
                  <c:v>0</c:v>
                </c:pt>
                <c:pt idx="79272">
                  <c:v>0</c:v>
                </c:pt>
                <c:pt idx="79273">
                  <c:v>0</c:v>
                </c:pt>
                <c:pt idx="79274">
                  <c:v>0</c:v>
                </c:pt>
                <c:pt idx="79275">
                  <c:v>0</c:v>
                </c:pt>
                <c:pt idx="79276">
                  <c:v>0</c:v>
                </c:pt>
                <c:pt idx="79277">
                  <c:v>0</c:v>
                </c:pt>
                <c:pt idx="79278">
                  <c:v>0</c:v>
                </c:pt>
                <c:pt idx="79279">
                  <c:v>0</c:v>
                </c:pt>
                <c:pt idx="79280">
                  <c:v>0</c:v>
                </c:pt>
                <c:pt idx="79281">
                  <c:v>0</c:v>
                </c:pt>
                <c:pt idx="79282">
                  <c:v>0</c:v>
                </c:pt>
                <c:pt idx="79283">
                  <c:v>0</c:v>
                </c:pt>
                <c:pt idx="79284">
                  <c:v>0</c:v>
                </c:pt>
                <c:pt idx="79285">
                  <c:v>0</c:v>
                </c:pt>
                <c:pt idx="79286">
                  <c:v>0</c:v>
                </c:pt>
                <c:pt idx="79287">
                  <c:v>0</c:v>
                </c:pt>
                <c:pt idx="79288">
                  <c:v>0</c:v>
                </c:pt>
                <c:pt idx="79289">
                  <c:v>0</c:v>
                </c:pt>
                <c:pt idx="79290">
                  <c:v>0</c:v>
                </c:pt>
                <c:pt idx="79291">
                  <c:v>0</c:v>
                </c:pt>
                <c:pt idx="79292">
                  <c:v>0</c:v>
                </c:pt>
                <c:pt idx="79293">
                  <c:v>0</c:v>
                </c:pt>
                <c:pt idx="79294">
                  <c:v>0</c:v>
                </c:pt>
                <c:pt idx="79295">
                  <c:v>0</c:v>
                </c:pt>
                <c:pt idx="79296">
                  <c:v>0</c:v>
                </c:pt>
                <c:pt idx="79297">
                  <c:v>0</c:v>
                </c:pt>
                <c:pt idx="79298">
                  <c:v>0</c:v>
                </c:pt>
                <c:pt idx="79299">
                  <c:v>0</c:v>
                </c:pt>
                <c:pt idx="79300">
                  <c:v>0</c:v>
                </c:pt>
                <c:pt idx="79301">
                  <c:v>0</c:v>
                </c:pt>
                <c:pt idx="79302">
                  <c:v>0</c:v>
                </c:pt>
                <c:pt idx="79303">
                  <c:v>0</c:v>
                </c:pt>
                <c:pt idx="79304">
                  <c:v>0</c:v>
                </c:pt>
                <c:pt idx="79305">
                  <c:v>0</c:v>
                </c:pt>
                <c:pt idx="79306">
                  <c:v>0</c:v>
                </c:pt>
                <c:pt idx="79307">
                  <c:v>0</c:v>
                </c:pt>
                <c:pt idx="79308">
                  <c:v>0</c:v>
                </c:pt>
                <c:pt idx="79309">
                  <c:v>0</c:v>
                </c:pt>
                <c:pt idx="79310">
                  <c:v>0</c:v>
                </c:pt>
                <c:pt idx="79311">
                  <c:v>0</c:v>
                </c:pt>
                <c:pt idx="79312">
                  <c:v>0</c:v>
                </c:pt>
                <c:pt idx="79313">
                  <c:v>0</c:v>
                </c:pt>
                <c:pt idx="79314">
                  <c:v>0</c:v>
                </c:pt>
                <c:pt idx="79315">
                  <c:v>0</c:v>
                </c:pt>
                <c:pt idx="79316">
                  <c:v>0</c:v>
                </c:pt>
                <c:pt idx="79317">
                  <c:v>0</c:v>
                </c:pt>
                <c:pt idx="79318">
                  <c:v>0</c:v>
                </c:pt>
                <c:pt idx="79319">
                  <c:v>0</c:v>
                </c:pt>
                <c:pt idx="79320">
                  <c:v>0</c:v>
                </c:pt>
                <c:pt idx="79321">
                  <c:v>0</c:v>
                </c:pt>
                <c:pt idx="79322">
                  <c:v>0</c:v>
                </c:pt>
                <c:pt idx="79323">
                  <c:v>0</c:v>
                </c:pt>
                <c:pt idx="79324">
                  <c:v>0</c:v>
                </c:pt>
                <c:pt idx="79325">
                  <c:v>0</c:v>
                </c:pt>
                <c:pt idx="79326">
                  <c:v>0</c:v>
                </c:pt>
                <c:pt idx="79327">
                  <c:v>0</c:v>
                </c:pt>
                <c:pt idx="79328">
                  <c:v>0</c:v>
                </c:pt>
                <c:pt idx="79329">
                  <c:v>0</c:v>
                </c:pt>
                <c:pt idx="79330">
                  <c:v>0</c:v>
                </c:pt>
                <c:pt idx="79331">
                  <c:v>0</c:v>
                </c:pt>
                <c:pt idx="79332">
                  <c:v>0</c:v>
                </c:pt>
                <c:pt idx="79333">
                  <c:v>0</c:v>
                </c:pt>
                <c:pt idx="79334">
                  <c:v>0</c:v>
                </c:pt>
                <c:pt idx="79335">
                  <c:v>0</c:v>
                </c:pt>
                <c:pt idx="79336">
                  <c:v>0</c:v>
                </c:pt>
                <c:pt idx="79337">
                  <c:v>0</c:v>
                </c:pt>
                <c:pt idx="79338">
                  <c:v>0</c:v>
                </c:pt>
                <c:pt idx="79339">
                  <c:v>0</c:v>
                </c:pt>
                <c:pt idx="79340">
                  <c:v>0</c:v>
                </c:pt>
                <c:pt idx="79341">
                  <c:v>0</c:v>
                </c:pt>
                <c:pt idx="79342">
                  <c:v>0</c:v>
                </c:pt>
                <c:pt idx="79343">
                  <c:v>0</c:v>
                </c:pt>
                <c:pt idx="79344">
                  <c:v>0</c:v>
                </c:pt>
                <c:pt idx="79345">
                  <c:v>0</c:v>
                </c:pt>
                <c:pt idx="79346">
                  <c:v>0</c:v>
                </c:pt>
                <c:pt idx="79347">
                  <c:v>0</c:v>
                </c:pt>
                <c:pt idx="79348">
                  <c:v>0</c:v>
                </c:pt>
                <c:pt idx="79349">
                  <c:v>0</c:v>
                </c:pt>
                <c:pt idx="79350">
                  <c:v>0</c:v>
                </c:pt>
                <c:pt idx="79351">
                  <c:v>0</c:v>
                </c:pt>
                <c:pt idx="79352">
                  <c:v>0</c:v>
                </c:pt>
                <c:pt idx="79353">
                  <c:v>0</c:v>
                </c:pt>
                <c:pt idx="79354">
                  <c:v>0</c:v>
                </c:pt>
                <c:pt idx="79355">
                  <c:v>0</c:v>
                </c:pt>
                <c:pt idx="79356">
                  <c:v>0</c:v>
                </c:pt>
                <c:pt idx="79357">
                  <c:v>0</c:v>
                </c:pt>
                <c:pt idx="79358">
                  <c:v>0</c:v>
                </c:pt>
                <c:pt idx="79359">
                  <c:v>0</c:v>
                </c:pt>
                <c:pt idx="79360">
                  <c:v>0</c:v>
                </c:pt>
                <c:pt idx="79361">
                  <c:v>0</c:v>
                </c:pt>
                <c:pt idx="79362">
                  <c:v>0</c:v>
                </c:pt>
                <c:pt idx="79363">
                  <c:v>0</c:v>
                </c:pt>
                <c:pt idx="79364">
                  <c:v>0</c:v>
                </c:pt>
                <c:pt idx="79365">
                  <c:v>0</c:v>
                </c:pt>
                <c:pt idx="79366">
                  <c:v>0</c:v>
                </c:pt>
                <c:pt idx="79367">
                  <c:v>0</c:v>
                </c:pt>
                <c:pt idx="79368">
                  <c:v>0</c:v>
                </c:pt>
                <c:pt idx="79369">
                  <c:v>0</c:v>
                </c:pt>
                <c:pt idx="79370">
                  <c:v>0</c:v>
                </c:pt>
                <c:pt idx="79371">
                  <c:v>0</c:v>
                </c:pt>
                <c:pt idx="79372">
                  <c:v>0</c:v>
                </c:pt>
                <c:pt idx="79373">
                  <c:v>0</c:v>
                </c:pt>
                <c:pt idx="79374">
                  <c:v>0</c:v>
                </c:pt>
                <c:pt idx="79375">
                  <c:v>0</c:v>
                </c:pt>
                <c:pt idx="79376">
                  <c:v>0</c:v>
                </c:pt>
                <c:pt idx="79377">
                  <c:v>0</c:v>
                </c:pt>
                <c:pt idx="79378">
                  <c:v>0</c:v>
                </c:pt>
                <c:pt idx="79379">
                  <c:v>0</c:v>
                </c:pt>
                <c:pt idx="79380">
                  <c:v>0</c:v>
                </c:pt>
                <c:pt idx="79381">
                  <c:v>0</c:v>
                </c:pt>
                <c:pt idx="79382">
                  <c:v>0</c:v>
                </c:pt>
                <c:pt idx="79383">
                  <c:v>0</c:v>
                </c:pt>
                <c:pt idx="79384">
                  <c:v>0</c:v>
                </c:pt>
                <c:pt idx="79385">
                  <c:v>0</c:v>
                </c:pt>
                <c:pt idx="79386">
                  <c:v>0</c:v>
                </c:pt>
                <c:pt idx="79387">
                  <c:v>0</c:v>
                </c:pt>
                <c:pt idx="79388">
                  <c:v>0</c:v>
                </c:pt>
                <c:pt idx="79389">
                  <c:v>0</c:v>
                </c:pt>
                <c:pt idx="79390">
                  <c:v>0</c:v>
                </c:pt>
                <c:pt idx="79391">
                  <c:v>0</c:v>
                </c:pt>
                <c:pt idx="79392">
                  <c:v>0</c:v>
                </c:pt>
                <c:pt idx="79393">
                  <c:v>0</c:v>
                </c:pt>
                <c:pt idx="79394">
                  <c:v>0</c:v>
                </c:pt>
                <c:pt idx="79395">
                  <c:v>0</c:v>
                </c:pt>
                <c:pt idx="79396">
                  <c:v>0</c:v>
                </c:pt>
                <c:pt idx="79397">
                  <c:v>0</c:v>
                </c:pt>
                <c:pt idx="79398">
                  <c:v>0</c:v>
                </c:pt>
                <c:pt idx="79399">
                  <c:v>0</c:v>
                </c:pt>
                <c:pt idx="79400">
                  <c:v>0</c:v>
                </c:pt>
                <c:pt idx="79401">
                  <c:v>0</c:v>
                </c:pt>
                <c:pt idx="79402">
                  <c:v>0</c:v>
                </c:pt>
                <c:pt idx="79403">
                  <c:v>0</c:v>
                </c:pt>
                <c:pt idx="79404">
                  <c:v>0</c:v>
                </c:pt>
                <c:pt idx="79405">
                  <c:v>0</c:v>
                </c:pt>
                <c:pt idx="79406">
                  <c:v>0</c:v>
                </c:pt>
                <c:pt idx="79407">
                  <c:v>0</c:v>
                </c:pt>
                <c:pt idx="79408">
                  <c:v>0</c:v>
                </c:pt>
                <c:pt idx="79409">
                  <c:v>0</c:v>
                </c:pt>
                <c:pt idx="79410">
                  <c:v>0</c:v>
                </c:pt>
                <c:pt idx="79411">
                  <c:v>0</c:v>
                </c:pt>
                <c:pt idx="79412">
                  <c:v>0</c:v>
                </c:pt>
                <c:pt idx="79413">
                  <c:v>0</c:v>
                </c:pt>
                <c:pt idx="79414">
                  <c:v>0</c:v>
                </c:pt>
                <c:pt idx="79415">
                  <c:v>0</c:v>
                </c:pt>
                <c:pt idx="79416">
                  <c:v>0</c:v>
                </c:pt>
                <c:pt idx="79417">
                  <c:v>0</c:v>
                </c:pt>
                <c:pt idx="79418">
                  <c:v>0</c:v>
                </c:pt>
                <c:pt idx="79419">
                  <c:v>0</c:v>
                </c:pt>
                <c:pt idx="79420">
                  <c:v>0</c:v>
                </c:pt>
                <c:pt idx="79421">
                  <c:v>0</c:v>
                </c:pt>
                <c:pt idx="79422">
                  <c:v>0</c:v>
                </c:pt>
                <c:pt idx="79423">
                  <c:v>0</c:v>
                </c:pt>
                <c:pt idx="79424">
                  <c:v>0</c:v>
                </c:pt>
                <c:pt idx="79425">
                  <c:v>0</c:v>
                </c:pt>
                <c:pt idx="79426">
                  <c:v>0</c:v>
                </c:pt>
                <c:pt idx="79427">
                  <c:v>0</c:v>
                </c:pt>
                <c:pt idx="79428">
                  <c:v>0</c:v>
                </c:pt>
                <c:pt idx="79429">
                  <c:v>0</c:v>
                </c:pt>
                <c:pt idx="79430">
                  <c:v>0</c:v>
                </c:pt>
                <c:pt idx="79431">
                  <c:v>0</c:v>
                </c:pt>
                <c:pt idx="79432">
                  <c:v>0</c:v>
                </c:pt>
                <c:pt idx="79433">
                  <c:v>0</c:v>
                </c:pt>
                <c:pt idx="79434">
                  <c:v>0</c:v>
                </c:pt>
                <c:pt idx="79435">
                  <c:v>0</c:v>
                </c:pt>
                <c:pt idx="79436">
                  <c:v>0</c:v>
                </c:pt>
                <c:pt idx="79437">
                  <c:v>0</c:v>
                </c:pt>
                <c:pt idx="79438">
                  <c:v>0</c:v>
                </c:pt>
                <c:pt idx="79439">
                  <c:v>0</c:v>
                </c:pt>
                <c:pt idx="79440">
                  <c:v>0</c:v>
                </c:pt>
                <c:pt idx="79441">
                  <c:v>0</c:v>
                </c:pt>
                <c:pt idx="79442">
                  <c:v>0</c:v>
                </c:pt>
                <c:pt idx="79443">
                  <c:v>0</c:v>
                </c:pt>
                <c:pt idx="79444">
                  <c:v>0</c:v>
                </c:pt>
                <c:pt idx="79445">
                  <c:v>0</c:v>
                </c:pt>
                <c:pt idx="79446">
                  <c:v>0</c:v>
                </c:pt>
                <c:pt idx="79447">
                  <c:v>0</c:v>
                </c:pt>
                <c:pt idx="79448">
                  <c:v>0</c:v>
                </c:pt>
                <c:pt idx="79449">
                  <c:v>0</c:v>
                </c:pt>
                <c:pt idx="79450">
                  <c:v>0</c:v>
                </c:pt>
                <c:pt idx="79451">
                  <c:v>0</c:v>
                </c:pt>
                <c:pt idx="79452">
                  <c:v>0</c:v>
                </c:pt>
                <c:pt idx="79453">
                  <c:v>0</c:v>
                </c:pt>
                <c:pt idx="79454">
                  <c:v>0</c:v>
                </c:pt>
                <c:pt idx="79455">
                  <c:v>0</c:v>
                </c:pt>
                <c:pt idx="79456">
                  <c:v>0</c:v>
                </c:pt>
                <c:pt idx="79457">
                  <c:v>0</c:v>
                </c:pt>
                <c:pt idx="79458">
                  <c:v>0</c:v>
                </c:pt>
                <c:pt idx="79459">
                  <c:v>0</c:v>
                </c:pt>
                <c:pt idx="79460">
                  <c:v>0</c:v>
                </c:pt>
                <c:pt idx="79461">
                  <c:v>0</c:v>
                </c:pt>
                <c:pt idx="79462">
                  <c:v>0</c:v>
                </c:pt>
                <c:pt idx="79463">
                  <c:v>0</c:v>
                </c:pt>
                <c:pt idx="79464">
                  <c:v>0</c:v>
                </c:pt>
                <c:pt idx="79465">
                  <c:v>0</c:v>
                </c:pt>
                <c:pt idx="79466">
                  <c:v>0</c:v>
                </c:pt>
                <c:pt idx="79467">
                  <c:v>0</c:v>
                </c:pt>
                <c:pt idx="79468">
                  <c:v>0</c:v>
                </c:pt>
                <c:pt idx="79469">
                  <c:v>0</c:v>
                </c:pt>
                <c:pt idx="79470">
                  <c:v>0</c:v>
                </c:pt>
                <c:pt idx="79471">
                  <c:v>0</c:v>
                </c:pt>
                <c:pt idx="79472">
                  <c:v>0</c:v>
                </c:pt>
                <c:pt idx="79473">
                  <c:v>0</c:v>
                </c:pt>
                <c:pt idx="79474">
                  <c:v>0</c:v>
                </c:pt>
                <c:pt idx="79475">
                  <c:v>0</c:v>
                </c:pt>
                <c:pt idx="79476">
                  <c:v>0</c:v>
                </c:pt>
                <c:pt idx="79477">
                  <c:v>0</c:v>
                </c:pt>
                <c:pt idx="79478">
                  <c:v>0</c:v>
                </c:pt>
                <c:pt idx="79479">
                  <c:v>0</c:v>
                </c:pt>
                <c:pt idx="79480">
                  <c:v>0</c:v>
                </c:pt>
                <c:pt idx="79481">
                  <c:v>0</c:v>
                </c:pt>
                <c:pt idx="79482">
                  <c:v>0</c:v>
                </c:pt>
                <c:pt idx="79483">
                  <c:v>0</c:v>
                </c:pt>
                <c:pt idx="79484">
                  <c:v>0</c:v>
                </c:pt>
                <c:pt idx="79485">
                  <c:v>0</c:v>
                </c:pt>
                <c:pt idx="79486">
                  <c:v>0</c:v>
                </c:pt>
                <c:pt idx="79487">
                  <c:v>0</c:v>
                </c:pt>
                <c:pt idx="79488">
                  <c:v>0</c:v>
                </c:pt>
                <c:pt idx="79489">
                  <c:v>0</c:v>
                </c:pt>
                <c:pt idx="79490">
                  <c:v>0</c:v>
                </c:pt>
                <c:pt idx="79491">
                  <c:v>0</c:v>
                </c:pt>
                <c:pt idx="79492">
                  <c:v>0</c:v>
                </c:pt>
                <c:pt idx="79493">
                  <c:v>0</c:v>
                </c:pt>
                <c:pt idx="79494">
                  <c:v>0</c:v>
                </c:pt>
                <c:pt idx="79495">
                  <c:v>0</c:v>
                </c:pt>
                <c:pt idx="79496">
                  <c:v>0</c:v>
                </c:pt>
                <c:pt idx="79497">
                  <c:v>0</c:v>
                </c:pt>
                <c:pt idx="79498">
                  <c:v>0</c:v>
                </c:pt>
                <c:pt idx="79499">
                  <c:v>0</c:v>
                </c:pt>
                <c:pt idx="79500">
                  <c:v>0</c:v>
                </c:pt>
                <c:pt idx="79501">
                  <c:v>0</c:v>
                </c:pt>
                <c:pt idx="79502">
                  <c:v>0</c:v>
                </c:pt>
                <c:pt idx="79503">
                  <c:v>0</c:v>
                </c:pt>
                <c:pt idx="79504">
                  <c:v>0</c:v>
                </c:pt>
                <c:pt idx="79505">
                  <c:v>0</c:v>
                </c:pt>
                <c:pt idx="79506">
                  <c:v>0</c:v>
                </c:pt>
                <c:pt idx="79507">
                  <c:v>0</c:v>
                </c:pt>
                <c:pt idx="79508">
                  <c:v>0</c:v>
                </c:pt>
                <c:pt idx="79509">
                  <c:v>0</c:v>
                </c:pt>
                <c:pt idx="79510">
                  <c:v>0</c:v>
                </c:pt>
                <c:pt idx="79511">
                  <c:v>0</c:v>
                </c:pt>
                <c:pt idx="79512">
                  <c:v>0</c:v>
                </c:pt>
                <c:pt idx="79513">
                  <c:v>0</c:v>
                </c:pt>
                <c:pt idx="79514">
                  <c:v>0</c:v>
                </c:pt>
                <c:pt idx="79515">
                  <c:v>0</c:v>
                </c:pt>
                <c:pt idx="79516">
                  <c:v>0</c:v>
                </c:pt>
                <c:pt idx="79517">
                  <c:v>0</c:v>
                </c:pt>
                <c:pt idx="79518">
                  <c:v>0</c:v>
                </c:pt>
                <c:pt idx="79519">
                  <c:v>0</c:v>
                </c:pt>
                <c:pt idx="79520">
                  <c:v>0</c:v>
                </c:pt>
                <c:pt idx="79521">
                  <c:v>0</c:v>
                </c:pt>
                <c:pt idx="79522">
                  <c:v>0</c:v>
                </c:pt>
                <c:pt idx="79523">
                  <c:v>0</c:v>
                </c:pt>
                <c:pt idx="79524">
                  <c:v>0</c:v>
                </c:pt>
                <c:pt idx="79525">
                  <c:v>0</c:v>
                </c:pt>
                <c:pt idx="79526">
                  <c:v>0</c:v>
                </c:pt>
                <c:pt idx="79527">
                  <c:v>0</c:v>
                </c:pt>
                <c:pt idx="79528">
                  <c:v>0</c:v>
                </c:pt>
                <c:pt idx="79529">
                  <c:v>0</c:v>
                </c:pt>
                <c:pt idx="79530">
                  <c:v>0</c:v>
                </c:pt>
                <c:pt idx="79531">
                  <c:v>0</c:v>
                </c:pt>
                <c:pt idx="79532">
                  <c:v>0</c:v>
                </c:pt>
                <c:pt idx="79533">
                  <c:v>0</c:v>
                </c:pt>
                <c:pt idx="79534">
                  <c:v>0</c:v>
                </c:pt>
                <c:pt idx="79535">
                  <c:v>0</c:v>
                </c:pt>
                <c:pt idx="79536">
                  <c:v>0</c:v>
                </c:pt>
                <c:pt idx="79537">
                  <c:v>0</c:v>
                </c:pt>
                <c:pt idx="79538">
                  <c:v>0</c:v>
                </c:pt>
                <c:pt idx="79539">
                  <c:v>0</c:v>
                </c:pt>
                <c:pt idx="79540">
                  <c:v>0</c:v>
                </c:pt>
                <c:pt idx="79541">
                  <c:v>0</c:v>
                </c:pt>
                <c:pt idx="79542">
                  <c:v>0</c:v>
                </c:pt>
                <c:pt idx="79543">
                  <c:v>0</c:v>
                </c:pt>
                <c:pt idx="79544">
                  <c:v>0</c:v>
                </c:pt>
                <c:pt idx="79545">
                  <c:v>0</c:v>
                </c:pt>
                <c:pt idx="79546">
                  <c:v>0</c:v>
                </c:pt>
                <c:pt idx="79547">
                  <c:v>0</c:v>
                </c:pt>
                <c:pt idx="79548">
                  <c:v>0</c:v>
                </c:pt>
                <c:pt idx="79549">
                  <c:v>0</c:v>
                </c:pt>
                <c:pt idx="79550">
                  <c:v>0</c:v>
                </c:pt>
                <c:pt idx="79551">
                  <c:v>0</c:v>
                </c:pt>
                <c:pt idx="79552">
                  <c:v>0</c:v>
                </c:pt>
                <c:pt idx="79553">
                  <c:v>0</c:v>
                </c:pt>
                <c:pt idx="79554">
                  <c:v>0</c:v>
                </c:pt>
                <c:pt idx="79555">
                  <c:v>0</c:v>
                </c:pt>
                <c:pt idx="79556">
                  <c:v>0</c:v>
                </c:pt>
                <c:pt idx="79557">
                  <c:v>0</c:v>
                </c:pt>
                <c:pt idx="79558">
                  <c:v>0</c:v>
                </c:pt>
                <c:pt idx="79559">
                  <c:v>0</c:v>
                </c:pt>
                <c:pt idx="79560">
                  <c:v>0</c:v>
                </c:pt>
                <c:pt idx="79561">
                  <c:v>0</c:v>
                </c:pt>
                <c:pt idx="79562">
                  <c:v>0</c:v>
                </c:pt>
                <c:pt idx="79563">
                  <c:v>0</c:v>
                </c:pt>
                <c:pt idx="79564">
                  <c:v>0</c:v>
                </c:pt>
                <c:pt idx="79565">
                  <c:v>0</c:v>
                </c:pt>
                <c:pt idx="79566">
                  <c:v>0</c:v>
                </c:pt>
                <c:pt idx="79567">
                  <c:v>0</c:v>
                </c:pt>
                <c:pt idx="79568">
                  <c:v>0</c:v>
                </c:pt>
                <c:pt idx="79569">
                  <c:v>0</c:v>
                </c:pt>
                <c:pt idx="79570">
                  <c:v>0</c:v>
                </c:pt>
                <c:pt idx="79571">
                  <c:v>0</c:v>
                </c:pt>
                <c:pt idx="79572">
                  <c:v>0</c:v>
                </c:pt>
                <c:pt idx="79573">
                  <c:v>0</c:v>
                </c:pt>
                <c:pt idx="79574">
                  <c:v>0</c:v>
                </c:pt>
                <c:pt idx="79575">
                  <c:v>0</c:v>
                </c:pt>
                <c:pt idx="79576">
                  <c:v>0</c:v>
                </c:pt>
                <c:pt idx="79577">
                  <c:v>0</c:v>
                </c:pt>
                <c:pt idx="79578">
                  <c:v>0</c:v>
                </c:pt>
                <c:pt idx="79579">
                  <c:v>0</c:v>
                </c:pt>
                <c:pt idx="79580">
                  <c:v>0</c:v>
                </c:pt>
                <c:pt idx="79581">
                  <c:v>0</c:v>
                </c:pt>
                <c:pt idx="79582">
                  <c:v>0</c:v>
                </c:pt>
                <c:pt idx="79583">
                  <c:v>0</c:v>
                </c:pt>
                <c:pt idx="79584">
                  <c:v>0</c:v>
                </c:pt>
                <c:pt idx="79585">
                  <c:v>0</c:v>
                </c:pt>
                <c:pt idx="79586">
                  <c:v>0</c:v>
                </c:pt>
                <c:pt idx="79587">
                  <c:v>0</c:v>
                </c:pt>
                <c:pt idx="79588">
                  <c:v>0</c:v>
                </c:pt>
                <c:pt idx="79589">
                  <c:v>0</c:v>
                </c:pt>
                <c:pt idx="79590">
                  <c:v>0</c:v>
                </c:pt>
                <c:pt idx="79591">
                  <c:v>0</c:v>
                </c:pt>
                <c:pt idx="79592">
                  <c:v>0</c:v>
                </c:pt>
                <c:pt idx="79593">
                  <c:v>0</c:v>
                </c:pt>
                <c:pt idx="79594">
                  <c:v>0</c:v>
                </c:pt>
                <c:pt idx="79595">
                  <c:v>0</c:v>
                </c:pt>
                <c:pt idx="79596">
                  <c:v>0</c:v>
                </c:pt>
                <c:pt idx="79597">
                  <c:v>0</c:v>
                </c:pt>
                <c:pt idx="79598">
                  <c:v>0</c:v>
                </c:pt>
                <c:pt idx="79599">
                  <c:v>0</c:v>
                </c:pt>
                <c:pt idx="79600">
                  <c:v>0</c:v>
                </c:pt>
                <c:pt idx="79601">
                  <c:v>0</c:v>
                </c:pt>
                <c:pt idx="79602">
                  <c:v>0</c:v>
                </c:pt>
                <c:pt idx="79603">
                  <c:v>0</c:v>
                </c:pt>
                <c:pt idx="79604">
                  <c:v>0</c:v>
                </c:pt>
                <c:pt idx="79605">
                  <c:v>0</c:v>
                </c:pt>
                <c:pt idx="79606">
                  <c:v>0</c:v>
                </c:pt>
                <c:pt idx="79607">
                  <c:v>0</c:v>
                </c:pt>
                <c:pt idx="79608">
                  <c:v>0</c:v>
                </c:pt>
                <c:pt idx="79609">
                  <c:v>0</c:v>
                </c:pt>
                <c:pt idx="79610">
                  <c:v>0</c:v>
                </c:pt>
                <c:pt idx="79611">
                  <c:v>0</c:v>
                </c:pt>
                <c:pt idx="79612">
                  <c:v>0</c:v>
                </c:pt>
                <c:pt idx="79613">
                  <c:v>0</c:v>
                </c:pt>
                <c:pt idx="79614">
                  <c:v>0</c:v>
                </c:pt>
                <c:pt idx="79615">
                  <c:v>0</c:v>
                </c:pt>
                <c:pt idx="79616">
                  <c:v>0</c:v>
                </c:pt>
                <c:pt idx="79617">
                  <c:v>0</c:v>
                </c:pt>
                <c:pt idx="79618">
                  <c:v>0</c:v>
                </c:pt>
                <c:pt idx="79619">
                  <c:v>0</c:v>
                </c:pt>
                <c:pt idx="79620">
                  <c:v>0</c:v>
                </c:pt>
                <c:pt idx="79621">
                  <c:v>0</c:v>
                </c:pt>
                <c:pt idx="79622">
                  <c:v>0</c:v>
                </c:pt>
                <c:pt idx="79623">
                  <c:v>0</c:v>
                </c:pt>
                <c:pt idx="79624">
                  <c:v>0</c:v>
                </c:pt>
                <c:pt idx="79625">
                  <c:v>0</c:v>
                </c:pt>
                <c:pt idx="79626">
                  <c:v>0</c:v>
                </c:pt>
                <c:pt idx="79627">
                  <c:v>0</c:v>
                </c:pt>
                <c:pt idx="79628">
                  <c:v>0</c:v>
                </c:pt>
                <c:pt idx="79629">
                  <c:v>0</c:v>
                </c:pt>
                <c:pt idx="79630">
                  <c:v>0</c:v>
                </c:pt>
                <c:pt idx="79631">
                  <c:v>0</c:v>
                </c:pt>
                <c:pt idx="79632">
                  <c:v>0</c:v>
                </c:pt>
                <c:pt idx="79633">
                  <c:v>0</c:v>
                </c:pt>
                <c:pt idx="79634">
                  <c:v>0</c:v>
                </c:pt>
                <c:pt idx="79635">
                  <c:v>0</c:v>
                </c:pt>
                <c:pt idx="79636">
                  <c:v>0</c:v>
                </c:pt>
                <c:pt idx="79637">
                  <c:v>0</c:v>
                </c:pt>
                <c:pt idx="79638">
                  <c:v>0</c:v>
                </c:pt>
                <c:pt idx="79639">
                  <c:v>0</c:v>
                </c:pt>
                <c:pt idx="79640">
                  <c:v>0</c:v>
                </c:pt>
                <c:pt idx="79641">
                  <c:v>0</c:v>
                </c:pt>
                <c:pt idx="79642">
                  <c:v>0</c:v>
                </c:pt>
                <c:pt idx="79643">
                  <c:v>0</c:v>
                </c:pt>
                <c:pt idx="79644">
                  <c:v>0</c:v>
                </c:pt>
                <c:pt idx="79645">
                  <c:v>0</c:v>
                </c:pt>
                <c:pt idx="79646">
                  <c:v>0</c:v>
                </c:pt>
                <c:pt idx="79647">
                  <c:v>0</c:v>
                </c:pt>
                <c:pt idx="79648">
                  <c:v>0</c:v>
                </c:pt>
                <c:pt idx="79649">
                  <c:v>0</c:v>
                </c:pt>
                <c:pt idx="79650">
                  <c:v>0</c:v>
                </c:pt>
                <c:pt idx="79651">
                  <c:v>0</c:v>
                </c:pt>
                <c:pt idx="79652">
                  <c:v>0</c:v>
                </c:pt>
                <c:pt idx="79653">
                  <c:v>0</c:v>
                </c:pt>
                <c:pt idx="79654">
                  <c:v>0</c:v>
                </c:pt>
                <c:pt idx="79655">
                  <c:v>0</c:v>
                </c:pt>
                <c:pt idx="79656">
                  <c:v>0</c:v>
                </c:pt>
                <c:pt idx="79657">
                  <c:v>0</c:v>
                </c:pt>
                <c:pt idx="79658">
                  <c:v>0</c:v>
                </c:pt>
                <c:pt idx="79659">
                  <c:v>0</c:v>
                </c:pt>
                <c:pt idx="79660">
                  <c:v>0</c:v>
                </c:pt>
                <c:pt idx="79661">
                  <c:v>0</c:v>
                </c:pt>
                <c:pt idx="79662">
                  <c:v>0</c:v>
                </c:pt>
                <c:pt idx="79663">
                  <c:v>0</c:v>
                </c:pt>
                <c:pt idx="79664">
                  <c:v>0</c:v>
                </c:pt>
                <c:pt idx="79665">
                  <c:v>0</c:v>
                </c:pt>
                <c:pt idx="79666">
                  <c:v>0</c:v>
                </c:pt>
                <c:pt idx="79667">
                  <c:v>0</c:v>
                </c:pt>
                <c:pt idx="79668">
                  <c:v>0</c:v>
                </c:pt>
                <c:pt idx="79669">
                  <c:v>0</c:v>
                </c:pt>
                <c:pt idx="79670">
                  <c:v>0</c:v>
                </c:pt>
                <c:pt idx="79671">
                  <c:v>0</c:v>
                </c:pt>
                <c:pt idx="79672">
                  <c:v>0</c:v>
                </c:pt>
                <c:pt idx="79673">
                  <c:v>0</c:v>
                </c:pt>
                <c:pt idx="79674">
                  <c:v>0</c:v>
                </c:pt>
                <c:pt idx="79675">
                  <c:v>0</c:v>
                </c:pt>
                <c:pt idx="79676">
                  <c:v>0</c:v>
                </c:pt>
                <c:pt idx="79677">
                  <c:v>0</c:v>
                </c:pt>
                <c:pt idx="79678">
                  <c:v>0</c:v>
                </c:pt>
                <c:pt idx="79679">
                  <c:v>0</c:v>
                </c:pt>
                <c:pt idx="79680">
                  <c:v>0</c:v>
                </c:pt>
                <c:pt idx="79681">
                  <c:v>0</c:v>
                </c:pt>
                <c:pt idx="79682">
                  <c:v>0</c:v>
                </c:pt>
                <c:pt idx="79683">
                  <c:v>0</c:v>
                </c:pt>
                <c:pt idx="79684">
                  <c:v>0</c:v>
                </c:pt>
                <c:pt idx="79685">
                  <c:v>0</c:v>
                </c:pt>
                <c:pt idx="79686">
                  <c:v>0</c:v>
                </c:pt>
                <c:pt idx="79687">
                  <c:v>0</c:v>
                </c:pt>
                <c:pt idx="79688">
                  <c:v>0</c:v>
                </c:pt>
                <c:pt idx="79689">
                  <c:v>0</c:v>
                </c:pt>
                <c:pt idx="79690">
                  <c:v>0</c:v>
                </c:pt>
                <c:pt idx="79691">
                  <c:v>0</c:v>
                </c:pt>
                <c:pt idx="79692">
                  <c:v>0</c:v>
                </c:pt>
                <c:pt idx="79693">
                  <c:v>0</c:v>
                </c:pt>
                <c:pt idx="79694">
                  <c:v>0</c:v>
                </c:pt>
                <c:pt idx="79695">
                  <c:v>0</c:v>
                </c:pt>
                <c:pt idx="79696">
                  <c:v>0</c:v>
                </c:pt>
                <c:pt idx="79697">
                  <c:v>0</c:v>
                </c:pt>
                <c:pt idx="79698">
                  <c:v>0</c:v>
                </c:pt>
                <c:pt idx="79699">
                  <c:v>0</c:v>
                </c:pt>
                <c:pt idx="79700">
                  <c:v>0</c:v>
                </c:pt>
                <c:pt idx="79701">
                  <c:v>0</c:v>
                </c:pt>
                <c:pt idx="79702">
                  <c:v>0</c:v>
                </c:pt>
                <c:pt idx="79703">
                  <c:v>0</c:v>
                </c:pt>
                <c:pt idx="79704">
                  <c:v>0</c:v>
                </c:pt>
                <c:pt idx="79705">
                  <c:v>0</c:v>
                </c:pt>
                <c:pt idx="79706">
                  <c:v>0</c:v>
                </c:pt>
                <c:pt idx="79707">
                  <c:v>0</c:v>
                </c:pt>
                <c:pt idx="79708">
                  <c:v>0</c:v>
                </c:pt>
                <c:pt idx="79709">
                  <c:v>0</c:v>
                </c:pt>
                <c:pt idx="79710">
                  <c:v>0</c:v>
                </c:pt>
                <c:pt idx="79711">
                  <c:v>0</c:v>
                </c:pt>
                <c:pt idx="79712">
                  <c:v>0</c:v>
                </c:pt>
                <c:pt idx="79713">
                  <c:v>0</c:v>
                </c:pt>
                <c:pt idx="79714">
                  <c:v>0</c:v>
                </c:pt>
                <c:pt idx="79715">
                  <c:v>0</c:v>
                </c:pt>
                <c:pt idx="79716">
                  <c:v>0</c:v>
                </c:pt>
                <c:pt idx="79717">
                  <c:v>0</c:v>
                </c:pt>
                <c:pt idx="79718">
                  <c:v>0</c:v>
                </c:pt>
                <c:pt idx="79719">
                  <c:v>0</c:v>
                </c:pt>
                <c:pt idx="79720">
                  <c:v>0</c:v>
                </c:pt>
                <c:pt idx="79721">
                  <c:v>0</c:v>
                </c:pt>
                <c:pt idx="79722">
                  <c:v>0</c:v>
                </c:pt>
                <c:pt idx="79723">
                  <c:v>0</c:v>
                </c:pt>
                <c:pt idx="79724">
                  <c:v>0</c:v>
                </c:pt>
                <c:pt idx="79725">
                  <c:v>0</c:v>
                </c:pt>
                <c:pt idx="79726">
                  <c:v>0</c:v>
                </c:pt>
                <c:pt idx="79727">
                  <c:v>0</c:v>
                </c:pt>
                <c:pt idx="79728">
                  <c:v>0</c:v>
                </c:pt>
                <c:pt idx="79729">
                  <c:v>0</c:v>
                </c:pt>
                <c:pt idx="79730">
                  <c:v>0</c:v>
                </c:pt>
                <c:pt idx="79731">
                  <c:v>0</c:v>
                </c:pt>
                <c:pt idx="79732">
                  <c:v>0</c:v>
                </c:pt>
                <c:pt idx="79733">
                  <c:v>0</c:v>
                </c:pt>
                <c:pt idx="79734">
                  <c:v>0</c:v>
                </c:pt>
                <c:pt idx="79735">
                  <c:v>0</c:v>
                </c:pt>
                <c:pt idx="79736">
                  <c:v>0</c:v>
                </c:pt>
                <c:pt idx="79737">
                  <c:v>0</c:v>
                </c:pt>
                <c:pt idx="79738">
                  <c:v>0</c:v>
                </c:pt>
                <c:pt idx="79739">
                  <c:v>0</c:v>
                </c:pt>
                <c:pt idx="79740">
                  <c:v>0</c:v>
                </c:pt>
                <c:pt idx="79741">
                  <c:v>0</c:v>
                </c:pt>
                <c:pt idx="79742">
                  <c:v>0</c:v>
                </c:pt>
                <c:pt idx="79743">
                  <c:v>0</c:v>
                </c:pt>
                <c:pt idx="79744">
                  <c:v>0</c:v>
                </c:pt>
                <c:pt idx="79745">
                  <c:v>0</c:v>
                </c:pt>
                <c:pt idx="79746">
                  <c:v>0</c:v>
                </c:pt>
                <c:pt idx="79747">
                  <c:v>0</c:v>
                </c:pt>
                <c:pt idx="79748">
                  <c:v>0</c:v>
                </c:pt>
                <c:pt idx="79749">
                  <c:v>0</c:v>
                </c:pt>
                <c:pt idx="79750">
                  <c:v>0</c:v>
                </c:pt>
                <c:pt idx="79751">
                  <c:v>0</c:v>
                </c:pt>
                <c:pt idx="79752">
                  <c:v>0</c:v>
                </c:pt>
                <c:pt idx="79753">
                  <c:v>0</c:v>
                </c:pt>
                <c:pt idx="79754">
                  <c:v>0</c:v>
                </c:pt>
                <c:pt idx="79755">
                  <c:v>0</c:v>
                </c:pt>
                <c:pt idx="79756">
                  <c:v>0</c:v>
                </c:pt>
                <c:pt idx="79757">
                  <c:v>0</c:v>
                </c:pt>
                <c:pt idx="79758">
                  <c:v>0</c:v>
                </c:pt>
                <c:pt idx="79759">
                  <c:v>0</c:v>
                </c:pt>
                <c:pt idx="79760">
                  <c:v>0</c:v>
                </c:pt>
                <c:pt idx="79761">
                  <c:v>0</c:v>
                </c:pt>
                <c:pt idx="79762">
                  <c:v>0</c:v>
                </c:pt>
                <c:pt idx="79763">
                  <c:v>0</c:v>
                </c:pt>
                <c:pt idx="79764">
                  <c:v>0</c:v>
                </c:pt>
                <c:pt idx="79765">
                  <c:v>0</c:v>
                </c:pt>
                <c:pt idx="79766">
                  <c:v>0</c:v>
                </c:pt>
                <c:pt idx="79767">
                  <c:v>0</c:v>
                </c:pt>
                <c:pt idx="79768">
                  <c:v>0</c:v>
                </c:pt>
                <c:pt idx="79769">
                  <c:v>0</c:v>
                </c:pt>
                <c:pt idx="79770">
                  <c:v>0</c:v>
                </c:pt>
                <c:pt idx="79771">
                  <c:v>0</c:v>
                </c:pt>
                <c:pt idx="79772">
                  <c:v>0</c:v>
                </c:pt>
                <c:pt idx="79773">
                  <c:v>0</c:v>
                </c:pt>
                <c:pt idx="79774">
                  <c:v>0</c:v>
                </c:pt>
                <c:pt idx="79775">
                  <c:v>0</c:v>
                </c:pt>
                <c:pt idx="79776">
                  <c:v>0</c:v>
                </c:pt>
                <c:pt idx="79777">
                  <c:v>0</c:v>
                </c:pt>
                <c:pt idx="79778">
                  <c:v>0</c:v>
                </c:pt>
                <c:pt idx="79779">
                  <c:v>0</c:v>
                </c:pt>
                <c:pt idx="79780">
                  <c:v>0</c:v>
                </c:pt>
                <c:pt idx="79781">
                  <c:v>0</c:v>
                </c:pt>
                <c:pt idx="79782">
                  <c:v>0</c:v>
                </c:pt>
                <c:pt idx="79783">
                  <c:v>0</c:v>
                </c:pt>
                <c:pt idx="79784">
                  <c:v>0</c:v>
                </c:pt>
                <c:pt idx="79785">
                  <c:v>0</c:v>
                </c:pt>
                <c:pt idx="79786">
                  <c:v>0</c:v>
                </c:pt>
                <c:pt idx="79787">
                  <c:v>0</c:v>
                </c:pt>
                <c:pt idx="79788">
                  <c:v>0</c:v>
                </c:pt>
                <c:pt idx="79789">
                  <c:v>0</c:v>
                </c:pt>
                <c:pt idx="79790">
                  <c:v>0</c:v>
                </c:pt>
                <c:pt idx="79791">
                  <c:v>0</c:v>
                </c:pt>
                <c:pt idx="79792">
                  <c:v>0</c:v>
                </c:pt>
                <c:pt idx="79793">
                  <c:v>0</c:v>
                </c:pt>
                <c:pt idx="79794">
                  <c:v>0</c:v>
                </c:pt>
                <c:pt idx="79795">
                  <c:v>0</c:v>
                </c:pt>
                <c:pt idx="79796">
                  <c:v>0</c:v>
                </c:pt>
                <c:pt idx="79797">
                  <c:v>0</c:v>
                </c:pt>
                <c:pt idx="79798">
                  <c:v>0</c:v>
                </c:pt>
                <c:pt idx="79799">
                  <c:v>0</c:v>
                </c:pt>
                <c:pt idx="79800">
                  <c:v>0</c:v>
                </c:pt>
                <c:pt idx="79801">
                  <c:v>0</c:v>
                </c:pt>
                <c:pt idx="79802">
                  <c:v>0</c:v>
                </c:pt>
                <c:pt idx="79803">
                  <c:v>0</c:v>
                </c:pt>
                <c:pt idx="79804">
                  <c:v>0</c:v>
                </c:pt>
                <c:pt idx="79805">
                  <c:v>0</c:v>
                </c:pt>
                <c:pt idx="79806">
                  <c:v>0</c:v>
                </c:pt>
                <c:pt idx="79807">
                  <c:v>0</c:v>
                </c:pt>
                <c:pt idx="79808">
                  <c:v>0</c:v>
                </c:pt>
                <c:pt idx="79809">
                  <c:v>0</c:v>
                </c:pt>
                <c:pt idx="79810">
                  <c:v>0</c:v>
                </c:pt>
                <c:pt idx="79811">
                  <c:v>0</c:v>
                </c:pt>
                <c:pt idx="79812">
                  <c:v>0</c:v>
                </c:pt>
                <c:pt idx="79813">
                  <c:v>0</c:v>
                </c:pt>
                <c:pt idx="79814">
                  <c:v>0</c:v>
                </c:pt>
                <c:pt idx="79815">
                  <c:v>0</c:v>
                </c:pt>
                <c:pt idx="79816">
                  <c:v>0</c:v>
                </c:pt>
                <c:pt idx="79817">
                  <c:v>0</c:v>
                </c:pt>
                <c:pt idx="79818">
                  <c:v>0</c:v>
                </c:pt>
                <c:pt idx="79819">
                  <c:v>0</c:v>
                </c:pt>
                <c:pt idx="79820">
                  <c:v>0</c:v>
                </c:pt>
                <c:pt idx="79821">
                  <c:v>0</c:v>
                </c:pt>
                <c:pt idx="79822">
                  <c:v>0</c:v>
                </c:pt>
                <c:pt idx="79823">
                  <c:v>0</c:v>
                </c:pt>
                <c:pt idx="79824">
                  <c:v>0</c:v>
                </c:pt>
                <c:pt idx="79825">
                  <c:v>0</c:v>
                </c:pt>
                <c:pt idx="79826">
                  <c:v>0</c:v>
                </c:pt>
                <c:pt idx="79827">
                  <c:v>0</c:v>
                </c:pt>
                <c:pt idx="79828">
                  <c:v>0</c:v>
                </c:pt>
                <c:pt idx="79829">
                  <c:v>0</c:v>
                </c:pt>
                <c:pt idx="79830">
                  <c:v>0</c:v>
                </c:pt>
                <c:pt idx="79831">
                  <c:v>0</c:v>
                </c:pt>
                <c:pt idx="79832">
                  <c:v>0</c:v>
                </c:pt>
                <c:pt idx="79833">
                  <c:v>0</c:v>
                </c:pt>
                <c:pt idx="79834">
                  <c:v>0</c:v>
                </c:pt>
                <c:pt idx="79835">
                  <c:v>0</c:v>
                </c:pt>
                <c:pt idx="79836">
                  <c:v>0</c:v>
                </c:pt>
                <c:pt idx="79837">
                  <c:v>0</c:v>
                </c:pt>
                <c:pt idx="79838">
                  <c:v>0</c:v>
                </c:pt>
                <c:pt idx="79839">
                  <c:v>0</c:v>
                </c:pt>
                <c:pt idx="79840">
                  <c:v>0</c:v>
                </c:pt>
                <c:pt idx="79841">
                  <c:v>0</c:v>
                </c:pt>
                <c:pt idx="79842">
                  <c:v>0</c:v>
                </c:pt>
                <c:pt idx="79843">
                  <c:v>0</c:v>
                </c:pt>
                <c:pt idx="79844">
                  <c:v>0</c:v>
                </c:pt>
                <c:pt idx="79845">
                  <c:v>0</c:v>
                </c:pt>
                <c:pt idx="79846">
                  <c:v>0</c:v>
                </c:pt>
                <c:pt idx="79847">
                  <c:v>0</c:v>
                </c:pt>
                <c:pt idx="79848">
                  <c:v>0</c:v>
                </c:pt>
                <c:pt idx="79849">
                  <c:v>0</c:v>
                </c:pt>
                <c:pt idx="79850">
                  <c:v>0</c:v>
                </c:pt>
                <c:pt idx="79851">
                  <c:v>0</c:v>
                </c:pt>
                <c:pt idx="79852">
                  <c:v>0</c:v>
                </c:pt>
                <c:pt idx="79853">
                  <c:v>0</c:v>
                </c:pt>
                <c:pt idx="79854">
                  <c:v>0</c:v>
                </c:pt>
                <c:pt idx="79855">
                  <c:v>0</c:v>
                </c:pt>
                <c:pt idx="79856">
                  <c:v>0</c:v>
                </c:pt>
                <c:pt idx="79857">
                  <c:v>0</c:v>
                </c:pt>
                <c:pt idx="79858">
                  <c:v>0</c:v>
                </c:pt>
                <c:pt idx="79859">
                  <c:v>0</c:v>
                </c:pt>
                <c:pt idx="79860">
                  <c:v>0</c:v>
                </c:pt>
                <c:pt idx="79861">
                  <c:v>0</c:v>
                </c:pt>
                <c:pt idx="79862">
                  <c:v>0</c:v>
                </c:pt>
                <c:pt idx="79863">
                  <c:v>0</c:v>
                </c:pt>
                <c:pt idx="79864">
                  <c:v>0</c:v>
                </c:pt>
                <c:pt idx="79865">
                  <c:v>0</c:v>
                </c:pt>
                <c:pt idx="79866">
                  <c:v>0</c:v>
                </c:pt>
                <c:pt idx="79867">
                  <c:v>0</c:v>
                </c:pt>
                <c:pt idx="79868">
                  <c:v>0</c:v>
                </c:pt>
                <c:pt idx="79869">
                  <c:v>0</c:v>
                </c:pt>
                <c:pt idx="79870">
                  <c:v>0</c:v>
                </c:pt>
                <c:pt idx="79871">
                  <c:v>0</c:v>
                </c:pt>
                <c:pt idx="79872">
                  <c:v>0</c:v>
                </c:pt>
                <c:pt idx="79873">
                  <c:v>0</c:v>
                </c:pt>
                <c:pt idx="79874">
                  <c:v>0</c:v>
                </c:pt>
                <c:pt idx="79875">
                  <c:v>0</c:v>
                </c:pt>
                <c:pt idx="79876">
                  <c:v>0</c:v>
                </c:pt>
                <c:pt idx="79877">
                  <c:v>0</c:v>
                </c:pt>
                <c:pt idx="79878">
                  <c:v>0</c:v>
                </c:pt>
                <c:pt idx="79879">
                  <c:v>0</c:v>
                </c:pt>
                <c:pt idx="79880">
                  <c:v>0</c:v>
                </c:pt>
                <c:pt idx="79881">
                  <c:v>0</c:v>
                </c:pt>
                <c:pt idx="79882">
                  <c:v>0</c:v>
                </c:pt>
                <c:pt idx="79883">
                  <c:v>0</c:v>
                </c:pt>
                <c:pt idx="79884">
                  <c:v>0</c:v>
                </c:pt>
                <c:pt idx="79885">
                  <c:v>0</c:v>
                </c:pt>
                <c:pt idx="79886">
                  <c:v>0</c:v>
                </c:pt>
                <c:pt idx="79887">
                  <c:v>0</c:v>
                </c:pt>
                <c:pt idx="79888">
                  <c:v>0</c:v>
                </c:pt>
                <c:pt idx="79889">
                  <c:v>0</c:v>
                </c:pt>
                <c:pt idx="79890">
                  <c:v>0</c:v>
                </c:pt>
                <c:pt idx="79891">
                  <c:v>0</c:v>
                </c:pt>
                <c:pt idx="79892">
                  <c:v>0</c:v>
                </c:pt>
                <c:pt idx="79893">
                  <c:v>0</c:v>
                </c:pt>
                <c:pt idx="79894">
                  <c:v>0</c:v>
                </c:pt>
                <c:pt idx="79895">
                  <c:v>0</c:v>
                </c:pt>
                <c:pt idx="79896">
                  <c:v>0</c:v>
                </c:pt>
                <c:pt idx="79897">
                  <c:v>0</c:v>
                </c:pt>
                <c:pt idx="79898">
                  <c:v>0</c:v>
                </c:pt>
                <c:pt idx="79899">
                  <c:v>0</c:v>
                </c:pt>
                <c:pt idx="79900">
                  <c:v>0</c:v>
                </c:pt>
                <c:pt idx="79901">
                  <c:v>0</c:v>
                </c:pt>
                <c:pt idx="79902">
                  <c:v>0</c:v>
                </c:pt>
                <c:pt idx="79903">
                  <c:v>0</c:v>
                </c:pt>
                <c:pt idx="79904">
                  <c:v>0</c:v>
                </c:pt>
                <c:pt idx="79905">
                  <c:v>0</c:v>
                </c:pt>
                <c:pt idx="79906">
                  <c:v>0</c:v>
                </c:pt>
                <c:pt idx="79907">
                  <c:v>0</c:v>
                </c:pt>
                <c:pt idx="79908">
                  <c:v>0</c:v>
                </c:pt>
                <c:pt idx="79909">
                  <c:v>0</c:v>
                </c:pt>
                <c:pt idx="79910">
                  <c:v>0</c:v>
                </c:pt>
                <c:pt idx="79911">
                  <c:v>0</c:v>
                </c:pt>
                <c:pt idx="79912">
                  <c:v>0</c:v>
                </c:pt>
                <c:pt idx="79913">
                  <c:v>0</c:v>
                </c:pt>
                <c:pt idx="79914">
                  <c:v>0</c:v>
                </c:pt>
                <c:pt idx="79915">
                  <c:v>0</c:v>
                </c:pt>
                <c:pt idx="79916">
                  <c:v>0</c:v>
                </c:pt>
                <c:pt idx="79917">
                  <c:v>0</c:v>
                </c:pt>
                <c:pt idx="79918">
                  <c:v>0</c:v>
                </c:pt>
                <c:pt idx="79919">
                  <c:v>0</c:v>
                </c:pt>
                <c:pt idx="79920">
                  <c:v>0</c:v>
                </c:pt>
                <c:pt idx="79921">
                  <c:v>0</c:v>
                </c:pt>
                <c:pt idx="79922">
                  <c:v>0</c:v>
                </c:pt>
                <c:pt idx="79923">
                  <c:v>0</c:v>
                </c:pt>
                <c:pt idx="79924">
                  <c:v>0</c:v>
                </c:pt>
                <c:pt idx="79925">
                  <c:v>0</c:v>
                </c:pt>
                <c:pt idx="79926">
                  <c:v>0</c:v>
                </c:pt>
                <c:pt idx="79927">
                  <c:v>0</c:v>
                </c:pt>
                <c:pt idx="79928">
                  <c:v>0</c:v>
                </c:pt>
                <c:pt idx="79929">
                  <c:v>0</c:v>
                </c:pt>
                <c:pt idx="79930">
                  <c:v>0</c:v>
                </c:pt>
                <c:pt idx="79931">
                  <c:v>0</c:v>
                </c:pt>
                <c:pt idx="79932">
                  <c:v>0</c:v>
                </c:pt>
                <c:pt idx="79933">
                  <c:v>0</c:v>
                </c:pt>
                <c:pt idx="79934">
                  <c:v>0</c:v>
                </c:pt>
                <c:pt idx="79935">
                  <c:v>0</c:v>
                </c:pt>
                <c:pt idx="79936">
                  <c:v>0</c:v>
                </c:pt>
                <c:pt idx="79937">
                  <c:v>0</c:v>
                </c:pt>
                <c:pt idx="79938">
                  <c:v>0</c:v>
                </c:pt>
                <c:pt idx="79939">
                  <c:v>0</c:v>
                </c:pt>
                <c:pt idx="79940">
                  <c:v>0</c:v>
                </c:pt>
                <c:pt idx="79941">
                  <c:v>0</c:v>
                </c:pt>
                <c:pt idx="79942">
                  <c:v>0</c:v>
                </c:pt>
                <c:pt idx="79943">
                  <c:v>0</c:v>
                </c:pt>
                <c:pt idx="79944">
                  <c:v>0</c:v>
                </c:pt>
                <c:pt idx="79945">
                  <c:v>0</c:v>
                </c:pt>
                <c:pt idx="79946">
                  <c:v>0</c:v>
                </c:pt>
                <c:pt idx="79947">
                  <c:v>0</c:v>
                </c:pt>
                <c:pt idx="79948">
                  <c:v>0</c:v>
                </c:pt>
                <c:pt idx="79949">
                  <c:v>0</c:v>
                </c:pt>
                <c:pt idx="79950">
                  <c:v>0</c:v>
                </c:pt>
                <c:pt idx="79951">
                  <c:v>0</c:v>
                </c:pt>
                <c:pt idx="79952">
                  <c:v>0</c:v>
                </c:pt>
                <c:pt idx="79953">
                  <c:v>0</c:v>
                </c:pt>
                <c:pt idx="79954">
                  <c:v>0</c:v>
                </c:pt>
                <c:pt idx="79955">
                  <c:v>0</c:v>
                </c:pt>
                <c:pt idx="79956">
                  <c:v>0</c:v>
                </c:pt>
                <c:pt idx="79957">
                  <c:v>0</c:v>
                </c:pt>
                <c:pt idx="79958">
                  <c:v>0</c:v>
                </c:pt>
                <c:pt idx="79959">
                  <c:v>0</c:v>
                </c:pt>
                <c:pt idx="79960">
                  <c:v>0</c:v>
                </c:pt>
                <c:pt idx="79961">
                  <c:v>0</c:v>
                </c:pt>
                <c:pt idx="79962">
                  <c:v>0</c:v>
                </c:pt>
                <c:pt idx="79963">
                  <c:v>0</c:v>
                </c:pt>
                <c:pt idx="79964">
                  <c:v>0</c:v>
                </c:pt>
                <c:pt idx="79965">
                  <c:v>0</c:v>
                </c:pt>
                <c:pt idx="79966">
                  <c:v>0</c:v>
                </c:pt>
                <c:pt idx="79967">
                  <c:v>0</c:v>
                </c:pt>
                <c:pt idx="79968">
                  <c:v>0</c:v>
                </c:pt>
                <c:pt idx="79969">
                  <c:v>0</c:v>
                </c:pt>
                <c:pt idx="79970">
                  <c:v>0</c:v>
                </c:pt>
                <c:pt idx="79971">
                  <c:v>0</c:v>
                </c:pt>
                <c:pt idx="79972">
                  <c:v>0</c:v>
                </c:pt>
                <c:pt idx="79973">
                  <c:v>0</c:v>
                </c:pt>
                <c:pt idx="79974">
                  <c:v>0</c:v>
                </c:pt>
                <c:pt idx="79975">
                  <c:v>0</c:v>
                </c:pt>
                <c:pt idx="79976">
                  <c:v>0</c:v>
                </c:pt>
                <c:pt idx="79977">
                  <c:v>0</c:v>
                </c:pt>
                <c:pt idx="79978">
                  <c:v>0</c:v>
                </c:pt>
                <c:pt idx="79979">
                  <c:v>0</c:v>
                </c:pt>
                <c:pt idx="79980">
                  <c:v>0</c:v>
                </c:pt>
                <c:pt idx="79981">
                  <c:v>0</c:v>
                </c:pt>
                <c:pt idx="79982">
                  <c:v>0</c:v>
                </c:pt>
                <c:pt idx="79983">
                  <c:v>0</c:v>
                </c:pt>
                <c:pt idx="79984">
                  <c:v>0</c:v>
                </c:pt>
                <c:pt idx="79985">
                  <c:v>0</c:v>
                </c:pt>
                <c:pt idx="79986">
                  <c:v>0</c:v>
                </c:pt>
                <c:pt idx="79987">
                  <c:v>0</c:v>
                </c:pt>
                <c:pt idx="79988">
                  <c:v>0</c:v>
                </c:pt>
                <c:pt idx="79989">
                  <c:v>0</c:v>
                </c:pt>
                <c:pt idx="79990">
                  <c:v>0</c:v>
                </c:pt>
                <c:pt idx="79991">
                  <c:v>0</c:v>
                </c:pt>
                <c:pt idx="79992">
                  <c:v>0</c:v>
                </c:pt>
                <c:pt idx="79993">
                  <c:v>0</c:v>
                </c:pt>
                <c:pt idx="79994">
                  <c:v>0</c:v>
                </c:pt>
                <c:pt idx="79995">
                  <c:v>0</c:v>
                </c:pt>
                <c:pt idx="79996">
                  <c:v>0</c:v>
                </c:pt>
                <c:pt idx="79997">
                  <c:v>0</c:v>
                </c:pt>
                <c:pt idx="79998">
                  <c:v>0</c:v>
                </c:pt>
                <c:pt idx="79999">
                  <c:v>0</c:v>
                </c:pt>
                <c:pt idx="80000">
                  <c:v>0</c:v>
                </c:pt>
                <c:pt idx="80001">
                  <c:v>0</c:v>
                </c:pt>
                <c:pt idx="80002">
                  <c:v>0</c:v>
                </c:pt>
                <c:pt idx="80003">
                  <c:v>0</c:v>
                </c:pt>
                <c:pt idx="80004">
                  <c:v>0</c:v>
                </c:pt>
                <c:pt idx="80005">
                  <c:v>0</c:v>
                </c:pt>
                <c:pt idx="80006">
                  <c:v>0</c:v>
                </c:pt>
                <c:pt idx="80007">
                  <c:v>0</c:v>
                </c:pt>
                <c:pt idx="80008">
                  <c:v>0</c:v>
                </c:pt>
                <c:pt idx="80009">
                  <c:v>0</c:v>
                </c:pt>
                <c:pt idx="80010">
                  <c:v>0</c:v>
                </c:pt>
                <c:pt idx="80011">
                  <c:v>0</c:v>
                </c:pt>
                <c:pt idx="80012">
                  <c:v>0</c:v>
                </c:pt>
                <c:pt idx="80013">
                  <c:v>0</c:v>
                </c:pt>
                <c:pt idx="80014">
                  <c:v>0</c:v>
                </c:pt>
                <c:pt idx="80015">
                  <c:v>0</c:v>
                </c:pt>
                <c:pt idx="80016">
                  <c:v>0</c:v>
                </c:pt>
                <c:pt idx="80017">
                  <c:v>0</c:v>
                </c:pt>
                <c:pt idx="80018">
                  <c:v>0</c:v>
                </c:pt>
                <c:pt idx="80019">
                  <c:v>0</c:v>
                </c:pt>
                <c:pt idx="80020">
                  <c:v>0</c:v>
                </c:pt>
                <c:pt idx="80021">
                  <c:v>0</c:v>
                </c:pt>
                <c:pt idx="80022">
                  <c:v>0</c:v>
                </c:pt>
                <c:pt idx="80023">
                  <c:v>0</c:v>
                </c:pt>
                <c:pt idx="80024">
                  <c:v>0</c:v>
                </c:pt>
                <c:pt idx="80025">
                  <c:v>0</c:v>
                </c:pt>
                <c:pt idx="80026">
                  <c:v>0</c:v>
                </c:pt>
                <c:pt idx="80027">
                  <c:v>0</c:v>
                </c:pt>
                <c:pt idx="80028">
                  <c:v>0</c:v>
                </c:pt>
                <c:pt idx="80029">
                  <c:v>0</c:v>
                </c:pt>
                <c:pt idx="80030">
                  <c:v>0</c:v>
                </c:pt>
                <c:pt idx="80031">
                  <c:v>0</c:v>
                </c:pt>
                <c:pt idx="80032">
                  <c:v>0</c:v>
                </c:pt>
                <c:pt idx="80033">
                  <c:v>0</c:v>
                </c:pt>
                <c:pt idx="80034">
                  <c:v>0</c:v>
                </c:pt>
                <c:pt idx="80035">
                  <c:v>0</c:v>
                </c:pt>
                <c:pt idx="80036">
                  <c:v>0</c:v>
                </c:pt>
                <c:pt idx="80037">
                  <c:v>0</c:v>
                </c:pt>
                <c:pt idx="80038">
                  <c:v>0</c:v>
                </c:pt>
                <c:pt idx="80039">
                  <c:v>0</c:v>
                </c:pt>
                <c:pt idx="80040">
                  <c:v>0</c:v>
                </c:pt>
                <c:pt idx="80041">
                  <c:v>0</c:v>
                </c:pt>
                <c:pt idx="80042">
                  <c:v>0</c:v>
                </c:pt>
                <c:pt idx="80043">
                  <c:v>0</c:v>
                </c:pt>
                <c:pt idx="80044">
                  <c:v>0</c:v>
                </c:pt>
                <c:pt idx="80045">
                  <c:v>0</c:v>
                </c:pt>
                <c:pt idx="80046">
                  <c:v>0</c:v>
                </c:pt>
                <c:pt idx="80047">
                  <c:v>0</c:v>
                </c:pt>
                <c:pt idx="80048">
                  <c:v>0</c:v>
                </c:pt>
                <c:pt idx="80049">
                  <c:v>0</c:v>
                </c:pt>
                <c:pt idx="80050">
                  <c:v>0</c:v>
                </c:pt>
                <c:pt idx="80051">
                  <c:v>0</c:v>
                </c:pt>
                <c:pt idx="80052">
                  <c:v>0</c:v>
                </c:pt>
                <c:pt idx="80053">
                  <c:v>0</c:v>
                </c:pt>
                <c:pt idx="80054">
                  <c:v>0</c:v>
                </c:pt>
                <c:pt idx="80055">
                  <c:v>0</c:v>
                </c:pt>
                <c:pt idx="80056">
                  <c:v>0</c:v>
                </c:pt>
                <c:pt idx="80057">
                  <c:v>0</c:v>
                </c:pt>
                <c:pt idx="80058">
                  <c:v>0</c:v>
                </c:pt>
                <c:pt idx="80059">
                  <c:v>0</c:v>
                </c:pt>
                <c:pt idx="80060">
                  <c:v>0</c:v>
                </c:pt>
                <c:pt idx="80061">
                  <c:v>0</c:v>
                </c:pt>
                <c:pt idx="80062">
                  <c:v>0</c:v>
                </c:pt>
                <c:pt idx="80063">
                  <c:v>0</c:v>
                </c:pt>
                <c:pt idx="80064">
                  <c:v>0</c:v>
                </c:pt>
                <c:pt idx="80065">
                  <c:v>0</c:v>
                </c:pt>
                <c:pt idx="80066">
                  <c:v>0</c:v>
                </c:pt>
                <c:pt idx="80067">
                  <c:v>0</c:v>
                </c:pt>
                <c:pt idx="80068">
                  <c:v>0</c:v>
                </c:pt>
                <c:pt idx="80069">
                  <c:v>0</c:v>
                </c:pt>
                <c:pt idx="80070">
                  <c:v>0</c:v>
                </c:pt>
                <c:pt idx="80071">
                  <c:v>0</c:v>
                </c:pt>
                <c:pt idx="80072">
                  <c:v>0</c:v>
                </c:pt>
                <c:pt idx="80073">
                  <c:v>0</c:v>
                </c:pt>
                <c:pt idx="80074">
                  <c:v>0</c:v>
                </c:pt>
                <c:pt idx="80075">
                  <c:v>0</c:v>
                </c:pt>
                <c:pt idx="80076">
                  <c:v>0</c:v>
                </c:pt>
                <c:pt idx="80077">
                  <c:v>0</c:v>
                </c:pt>
                <c:pt idx="80078">
                  <c:v>0</c:v>
                </c:pt>
                <c:pt idx="80079">
                  <c:v>0</c:v>
                </c:pt>
                <c:pt idx="80080">
                  <c:v>0</c:v>
                </c:pt>
                <c:pt idx="80081">
                  <c:v>0</c:v>
                </c:pt>
                <c:pt idx="80082">
                  <c:v>0</c:v>
                </c:pt>
                <c:pt idx="80083">
                  <c:v>0</c:v>
                </c:pt>
                <c:pt idx="80084">
                  <c:v>0</c:v>
                </c:pt>
                <c:pt idx="80085">
                  <c:v>0</c:v>
                </c:pt>
                <c:pt idx="80086">
                  <c:v>0</c:v>
                </c:pt>
                <c:pt idx="80087">
                  <c:v>0</c:v>
                </c:pt>
                <c:pt idx="80088">
                  <c:v>0</c:v>
                </c:pt>
                <c:pt idx="80089">
                  <c:v>0</c:v>
                </c:pt>
                <c:pt idx="80090">
                  <c:v>0</c:v>
                </c:pt>
                <c:pt idx="80091">
                  <c:v>0</c:v>
                </c:pt>
                <c:pt idx="80092">
                  <c:v>0</c:v>
                </c:pt>
                <c:pt idx="80093">
                  <c:v>0</c:v>
                </c:pt>
                <c:pt idx="80094">
                  <c:v>0</c:v>
                </c:pt>
                <c:pt idx="80095">
                  <c:v>0</c:v>
                </c:pt>
                <c:pt idx="80096">
                  <c:v>0</c:v>
                </c:pt>
                <c:pt idx="80097">
                  <c:v>0</c:v>
                </c:pt>
                <c:pt idx="80098">
                  <c:v>0</c:v>
                </c:pt>
                <c:pt idx="80099">
                  <c:v>0</c:v>
                </c:pt>
                <c:pt idx="80100">
                  <c:v>0</c:v>
                </c:pt>
                <c:pt idx="80101">
                  <c:v>0</c:v>
                </c:pt>
                <c:pt idx="80102">
                  <c:v>0</c:v>
                </c:pt>
                <c:pt idx="80103">
                  <c:v>0</c:v>
                </c:pt>
                <c:pt idx="80104">
                  <c:v>0</c:v>
                </c:pt>
                <c:pt idx="80105">
                  <c:v>0</c:v>
                </c:pt>
                <c:pt idx="80106">
                  <c:v>0</c:v>
                </c:pt>
                <c:pt idx="80107">
                  <c:v>0</c:v>
                </c:pt>
                <c:pt idx="80108">
                  <c:v>0</c:v>
                </c:pt>
                <c:pt idx="80109">
                  <c:v>0</c:v>
                </c:pt>
                <c:pt idx="80110">
                  <c:v>0</c:v>
                </c:pt>
                <c:pt idx="80111">
                  <c:v>0</c:v>
                </c:pt>
                <c:pt idx="80112">
                  <c:v>0</c:v>
                </c:pt>
                <c:pt idx="80113">
                  <c:v>0</c:v>
                </c:pt>
                <c:pt idx="80114">
                  <c:v>0</c:v>
                </c:pt>
                <c:pt idx="80115">
                  <c:v>0</c:v>
                </c:pt>
                <c:pt idx="80116">
                  <c:v>0</c:v>
                </c:pt>
                <c:pt idx="80117">
                  <c:v>0</c:v>
                </c:pt>
                <c:pt idx="80118">
                  <c:v>0</c:v>
                </c:pt>
                <c:pt idx="80119">
                  <c:v>0</c:v>
                </c:pt>
                <c:pt idx="80120">
                  <c:v>0</c:v>
                </c:pt>
                <c:pt idx="80121">
                  <c:v>0</c:v>
                </c:pt>
                <c:pt idx="80122">
                  <c:v>0</c:v>
                </c:pt>
                <c:pt idx="80123">
                  <c:v>0</c:v>
                </c:pt>
                <c:pt idx="80124">
                  <c:v>0</c:v>
                </c:pt>
                <c:pt idx="80125">
                  <c:v>0</c:v>
                </c:pt>
                <c:pt idx="80126">
                  <c:v>0</c:v>
                </c:pt>
                <c:pt idx="80127">
                  <c:v>0</c:v>
                </c:pt>
                <c:pt idx="80128">
                  <c:v>0</c:v>
                </c:pt>
                <c:pt idx="80129">
                  <c:v>0</c:v>
                </c:pt>
                <c:pt idx="80130">
                  <c:v>0</c:v>
                </c:pt>
                <c:pt idx="80131">
                  <c:v>0</c:v>
                </c:pt>
                <c:pt idx="80132">
                  <c:v>0</c:v>
                </c:pt>
                <c:pt idx="80133">
                  <c:v>0</c:v>
                </c:pt>
                <c:pt idx="80134">
                  <c:v>0</c:v>
                </c:pt>
                <c:pt idx="80135">
                  <c:v>0</c:v>
                </c:pt>
                <c:pt idx="80136">
                  <c:v>0</c:v>
                </c:pt>
                <c:pt idx="80137">
                  <c:v>0</c:v>
                </c:pt>
                <c:pt idx="80138">
                  <c:v>0</c:v>
                </c:pt>
                <c:pt idx="80139">
                  <c:v>0</c:v>
                </c:pt>
                <c:pt idx="80140">
                  <c:v>0</c:v>
                </c:pt>
                <c:pt idx="80141">
                  <c:v>0</c:v>
                </c:pt>
                <c:pt idx="80142">
                  <c:v>0</c:v>
                </c:pt>
                <c:pt idx="80143">
                  <c:v>0</c:v>
                </c:pt>
                <c:pt idx="80144">
                  <c:v>0</c:v>
                </c:pt>
                <c:pt idx="80145">
                  <c:v>0</c:v>
                </c:pt>
                <c:pt idx="80146">
                  <c:v>0</c:v>
                </c:pt>
                <c:pt idx="80147">
                  <c:v>0</c:v>
                </c:pt>
                <c:pt idx="80148">
                  <c:v>0</c:v>
                </c:pt>
                <c:pt idx="80149">
                  <c:v>0</c:v>
                </c:pt>
                <c:pt idx="80150">
                  <c:v>0</c:v>
                </c:pt>
                <c:pt idx="80151">
                  <c:v>0</c:v>
                </c:pt>
                <c:pt idx="80152">
                  <c:v>0</c:v>
                </c:pt>
                <c:pt idx="80153">
                  <c:v>0</c:v>
                </c:pt>
                <c:pt idx="80154">
                  <c:v>0</c:v>
                </c:pt>
                <c:pt idx="80155">
                  <c:v>0</c:v>
                </c:pt>
                <c:pt idx="80156">
                  <c:v>0</c:v>
                </c:pt>
                <c:pt idx="80157">
                  <c:v>0</c:v>
                </c:pt>
                <c:pt idx="80158">
                  <c:v>0</c:v>
                </c:pt>
                <c:pt idx="80159">
                  <c:v>0</c:v>
                </c:pt>
                <c:pt idx="80160">
                  <c:v>0</c:v>
                </c:pt>
                <c:pt idx="80161">
                  <c:v>0</c:v>
                </c:pt>
                <c:pt idx="80162">
                  <c:v>0</c:v>
                </c:pt>
                <c:pt idx="80163">
                  <c:v>0</c:v>
                </c:pt>
                <c:pt idx="80164">
                  <c:v>0</c:v>
                </c:pt>
                <c:pt idx="80165">
                  <c:v>0</c:v>
                </c:pt>
                <c:pt idx="80166">
                  <c:v>0</c:v>
                </c:pt>
                <c:pt idx="80167">
                  <c:v>0</c:v>
                </c:pt>
                <c:pt idx="80168">
                  <c:v>0</c:v>
                </c:pt>
                <c:pt idx="80169">
                  <c:v>0</c:v>
                </c:pt>
                <c:pt idx="80170">
                  <c:v>0</c:v>
                </c:pt>
                <c:pt idx="80171">
                  <c:v>0</c:v>
                </c:pt>
                <c:pt idx="80172">
                  <c:v>0</c:v>
                </c:pt>
                <c:pt idx="80173">
                  <c:v>0</c:v>
                </c:pt>
                <c:pt idx="80174">
                  <c:v>0</c:v>
                </c:pt>
                <c:pt idx="80175">
                  <c:v>0</c:v>
                </c:pt>
                <c:pt idx="80176">
                  <c:v>0</c:v>
                </c:pt>
                <c:pt idx="80177">
                  <c:v>0</c:v>
                </c:pt>
                <c:pt idx="80178">
                  <c:v>0</c:v>
                </c:pt>
                <c:pt idx="80179">
                  <c:v>0</c:v>
                </c:pt>
                <c:pt idx="80180">
                  <c:v>0</c:v>
                </c:pt>
                <c:pt idx="80181">
                  <c:v>0</c:v>
                </c:pt>
                <c:pt idx="80182">
                  <c:v>0</c:v>
                </c:pt>
                <c:pt idx="80183">
                  <c:v>0</c:v>
                </c:pt>
                <c:pt idx="80184">
                  <c:v>0</c:v>
                </c:pt>
                <c:pt idx="80185">
                  <c:v>0</c:v>
                </c:pt>
                <c:pt idx="80186">
                  <c:v>0</c:v>
                </c:pt>
                <c:pt idx="80187">
                  <c:v>0</c:v>
                </c:pt>
                <c:pt idx="80188">
                  <c:v>0</c:v>
                </c:pt>
                <c:pt idx="80189">
                  <c:v>0</c:v>
                </c:pt>
                <c:pt idx="80190">
                  <c:v>0</c:v>
                </c:pt>
                <c:pt idx="80191">
                  <c:v>0</c:v>
                </c:pt>
                <c:pt idx="80192">
                  <c:v>0</c:v>
                </c:pt>
                <c:pt idx="80193">
                  <c:v>0</c:v>
                </c:pt>
                <c:pt idx="80194">
                  <c:v>0</c:v>
                </c:pt>
                <c:pt idx="80195">
                  <c:v>0</c:v>
                </c:pt>
                <c:pt idx="80196">
                  <c:v>0</c:v>
                </c:pt>
                <c:pt idx="80197">
                  <c:v>0</c:v>
                </c:pt>
                <c:pt idx="80198">
                  <c:v>0</c:v>
                </c:pt>
                <c:pt idx="80199">
                  <c:v>0</c:v>
                </c:pt>
                <c:pt idx="80200">
                  <c:v>0</c:v>
                </c:pt>
                <c:pt idx="80201">
                  <c:v>0</c:v>
                </c:pt>
                <c:pt idx="80202">
                  <c:v>0</c:v>
                </c:pt>
                <c:pt idx="80203">
                  <c:v>0</c:v>
                </c:pt>
                <c:pt idx="80204">
                  <c:v>0</c:v>
                </c:pt>
                <c:pt idx="80205">
                  <c:v>0</c:v>
                </c:pt>
                <c:pt idx="80206">
                  <c:v>0</c:v>
                </c:pt>
                <c:pt idx="80207">
                  <c:v>0</c:v>
                </c:pt>
                <c:pt idx="80208">
                  <c:v>0</c:v>
                </c:pt>
                <c:pt idx="80209">
                  <c:v>0</c:v>
                </c:pt>
                <c:pt idx="80210">
                  <c:v>0</c:v>
                </c:pt>
                <c:pt idx="80211">
                  <c:v>0</c:v>
                </c:pt>
                <c:pt idx="80212">
                  <c:v>0</c:v>
                </c:pt>
                <c:pt idx="80213">
                  <c:v>0</c:v>
                </c:pt>
                <c:pt idx="80214">
                  <c:v>0</c:v>
                </c:pt>
                <c:pt idx="80215">
                  <c:v>0</c:v>
                </c:pt>
                <c:pt idx="80216">
                  <c:v>0</c:v>
                </c:pt>
                <c:pt idx="80217">
                  <c:v>0</c:v>
                </c:pt>
                <c:pt idx="80218">
                  <c:v>0</c:v>
                </c:pt>
                <c:pt idx="80219">
                  <c:v>0</c:v>
                </c:pt>
                <c:pt idx="80220">
                  <c:v>0</c:v>
                </c:pt>
                <c:pt idx="80221">
                  <c:v>0</c:v>
                </c:pt>
                <c:pt idx="80222">
                  <c:v>0</c:v>
                </c:pt>
                <c:pt idx="80223">
                  <c:v>0</c:v>
                </c:pt>
                <c:pt idx="80224">
                  <c:v>0</c:v>
                </c:pt>
                <c:pt idx="80225">
                  <c:v>0</c:v>
                </c:pt>
                <c:pt idx="80226">
                  <c:v>0</c:v>
                </c:pt>
                <c:pt idx="80227">
                  <c:v>0</c:v>
                </c:pt>
                <c:pt idx="80228">
                  <c:v>0</c:v>
                </c:pt>
                <c:pt idx="80229">
                  <c:v>0</c:v>
                </c:pt>
                <c:pt idx="80230">
                  <c:v>0</c:v>
                </c:pt>
                <c:pt idx="80231">
                  <c:v>0</c:v>
                </c:pt>
                <c:pt idx="80232">
                  <c:v>0</c:v>
                </c:pt>
                <c:pt idx="80233">
                  <c:v>0</c:v>
                </c:pt>
                <c:pt idx="80234">
                  <c:v>0</c:v>
                </c:pt>
                <c:pt idx="80235">
                  <c:v>0</c:v>
                </c:pt>
                <c:pt idx="80236">
                  <c:v>0</c:v>
                </c:pt>
                <c:pt idx="80237">
                  <c:v>0</c:v>
                </c:pt>
                <c:pt idx="80238">
                  <c:v>0</c:v>
                </c:pt>
                <c:pt idx="80239">
                  <c:v>0</c:v>
                </c:pt>
                <c:pt idx="80240">
                  <c:v>0</c:v>
                </c:pt>
                <c:pt idx="80241">
                  <c:v>0</c:v>
                </c:pt>
                <c:pt idx="80242">
                  <c:v>0</c:v>
                </c:pt>
                <c:pt idx="80243">
                  <c:v>0</c:v>
                </c:pt>
                <c:pt idx="80244">
                  <c:v>0</c:v>
                </c:pt>
                <c:pt idx="80245">
                  <c:v>0</c:v>
                </c:pt>
                <c:pt idx="80246">
                  <c:v>0</c:v>
                </c:pt>
                <c:pt idx="80247">
                  <c:v>0</c:v>
                </c:pt>
                <c:pt idx="80248">
                  <c:v>0</c:v>
                </c:pt>
                <c:pt idx="80249">
                  <c:v>0</c:v>
                </c:pt>
                <c:pt idx="80250">
                  <c:v>0</c:v>
                </c:pt>
                <c:pt idx="80251">
                  <c:v>0</c:v>
                </c:pt>
                <c:pt idx="80252">
                  <c:v>0</c:v>
                </c:pt>
                <c:pt idx="80253">
                  <c:v>0</c:v>
                </c:pt>
                <c:pt idx="80254">
                  <c:v>0</c:v>
                </c:pt>
                <c:pt idx="80255">
                  <c:v>0</c:v>
                </c:pt>
                <c:pt idx="80256">
                  <c:v>0</c:v>
                </c:pt>
                <c:pt idx="80257">
                  <c:v>0</c:v>
                </c:pt>
                <c:pt idx="80258">
                  <c:v>0</c:v>
                </c:pt>
                <c:pt idx="80259">
                  <c:v>0</c:v>
                </c:pt>
                <c:pt idx="80260">
                  <c:v>0</c:v>
                </c:pt>
                <c:pt idx="80261">
                  <c:v>0</c:v>
                </c:pt>
                <c:pt idx="80262">
                  <c:v>0</c:v>
                </c:pt>
                <c:pt idx="80263">
                  <c:v>0</c:v>
                </c:pt>
                <c:pt idx="80264">
                  <c:v>0</c:v>
                </c:pt>
                <c:pt idx="80265">
                  <c:v>0</c:v>
                </c:pt>
                <c:pt idx="80266">
                  <c:v>0</c:v>
                </c:pt>
                <c:pt idx="80267">
                  <c:v>0</c:v>
                </c:pt>
                <c:pt idx="80268">
                  <c:v>0</c:v>
                </c:pt>
                <c:pt idx="80269">
                  <c:v>0</c:v>
                </c:pt>
                <c:pt idx="80270">
                  <c:v>0</c:v>
                </c:pt>
                <c:pt idx="80271">
                  <c:v>0</c:v>
                </c:pt>
                <c:pt idx="80272">
                  <c:v>0</c:v>
                </c:pt>
                <c:pt idx="80273">
                  <c:v>0</c:v>
                </c:pt>
                <c:pt idx="80274">
                  <c:v>0</c:v>
                </c:pt>
                <c:pt idx="80275">
                  <c:v>0</c:v>
                </c:pt>
                <c:pt idx="80276">
                  <c:v>0</c:v>
                </c:pt>
                <c:pt idx="80277">
                  <c:v>0</c:v>
                </c:pt>
                <c:pt idx="80278">
                  <c:v>0</c:v>
                </c:pt>
                <c:pt idx="80279">
                  <c:v>0</c:v>
                </c:pt>
                <c:pt idx="80280">
                  <c:v>0</c:v>
                </c:pt>
                <c:pt idx="80281">
                  <c:v>0</c:v>
                </c:pt>
                <c:pt idx="80282">
                  <c:v>0</c:v>
                </c:pt>
                <c:pt idx="80283">
                  <c:v>0</c:v>
                </c:pt>
                <c:pt idx="80284">
                  <c:v>0</c:v>
                </c:pt>
                <c:pt idx="80285">
                  <c:v>0</c:v>
                </c:pt>
                <c:pt idx="80286">
                  <c:v>0</c:v>
                </c:pt>
                <c:pt idx="80287">
                  <c:v>0</c:v>
                </c:pt>
                <c:pt idx="80288">
                  <c:v>0</c:v>
                </c:pt>
                <c:pt idx="80289">
                  <c:v>0</c:v>
                </c:pt>
                <c:pt idx="80290">
                  <c:v>0</c:v>
                </c:pt>
                <c:pt idx="80291">
                  <c:v>0</c:v>
                </c:pt>
                <c:pt idx="80292">
                  <c:v>0</c:v>
                </c:pt>
                <c:pt idx="80293">
                  <c:v>0</c:v>
                </c:pt>
                <c:pt idx="80294">
                  <c:v>0</c:v>
                </c:pt>
                <c:pt idx="80295">
                  <c:v>0</c:v>
                </c:pt>
                <c:pt idx="80296">
                  <c:v>0</c:v>
                </c:pt>
                <c:pt idx="80297">
                  <c:v>0</c:v>
                </c:pt>
                <c:pt idx="80298">
                  <c:v>0</c:v>
                </c:pt>
                <c:pt idx="80299">
                  <c:v>0</c:v>
                </c:pt>
                <c:pt idx="80300">
                  <c:v>0</c:v>
                </c:pt>
                <c:pt idx="80301">
                  <c:v>0</c:v>
                </c:pt>
                <c:pt idx="80302">
                  <c:v>0</c:v>
                </c:pt>
                <c:pt idx="80303">
                  <c:v>0</c:v>
                </c:pt>
                <c:pt idx="80304">
                  <c:v>0</c:v>
                </c:pt>
                <c:pt idx="80305">
                  <c:v>0</c:v>
                </c:pt>
                <c:pt idx="80306">
                  <c:v>0</c:v>
                </c:pt>
                <c:pt idx="80307">
                  <c:v>0</c:v>
                </c:pt>
                <c:pt idx="80308">
                  <c:v>0</c:v>
                </c:pt>
                <c:pt idx="80309">
                  <c:v>0</c:v>
                </c:pt>
                <c:pt idx="80310">
                  <c:v>0</c:v>
                </c:pt>
                <c:pt idx="80311">
                  <c:v>0</c:v>
                </c:pt>
                <c:pt idx="80312">
                  <c:v>0</c:v>
                </c:pt>
                <c:pt idx="80313">
                  <c:v>0</c:v>
                </c:pt>
                <c:pt idx="80314">
                  <c:v>0</c:v>
                </c:pt>
                <c:pt idx="80315">
                  <c:v>0</c:v>
                </c:pt>
                <c:pt idx="80316">
                  <c:v>0</c:v>
                </c:pt>
                <c:pt idx="80317">
                  <c:v>0</c:v>
                </c:pt>
                <c:pt idx="80318">
                  <c:v>0</c:v>
                </c:pt>
                <c:pt idx="80319">
                  <c:v>0</c:v>
                </c:pt>
                <c:pt idx="80320">
                  <c:v>0</c:v>
                </c:pt>
                <c:pt idx="80321">
                  <c:v>0</c:v>
                </c:pt>
                <c:pt idx="80322">
                  <c:v>0</c:v>
                </c:pt>
                <c:pt idx="80323">
                  <c:v>0</c:v>
                </c:pt>
                <c:pt idx="80324">
                  <c:v>0</c:v>
                </c:pt>
                <c:pt idx="80325">
                  <c:v>0</c:v>
                </c:pt>
                <c:pt idx="80326">
                  <c:v>0</c:v>
                </c:pt>
                <c:pt idx="80327">
                  <c:v>0</c:v>
                </c:pt>
                <c:pt idx="80328">
                  <c:v>0</c:v>
                </c:pt>
                <c:pt idx="80329">
                  <c:v>0</c:v>
                </c:pt>
                <c:pt idx="80330">
                  <c:v>0</c:v>
                </c:pt>
                <c:pt idx="80331">
                  <c:v>0</c:v>
                </c:pt>
                <c:pt idx="80332">
                  <c:v>0</c:v>
                </c:pt>
                <c:pt idx="80333">
                  <c:v>0</c:v>
                </c:pt>
                <c:pt idx="80334">
                  <c:v>0</c:v>
                </c:pt>
                <c:pt idx="80335">
                  <c:v>0</c:v>
                </c:pt>
                <c:pt idx="80336">
                  <c:v>0</c:v>
                </c:pt>
                <c:pt idx="80337">
                  <c:v>0</c:v>
                </c:pt>
                <c:pt idx="80338">
                  <c:v>0</c:v>
                </c:pt>
                <c:pt idx="80339">
                  <c:v>0</c:v>
                </c:pt>
                <c:pt idx="80340">
                  <c:v>0</c:v>
                </c:pt>
                <c:pt idx="80341">
                  <c:v>0</c:v>
                </c:pt>
                <c:pt idx="80342">
                  <c:v>0</c:v>
                </c:pt>
                <c:pt idx="80343">
                  <c:v>0</c:v>
                </c:pt>
                <c:pt idx="80344">
                  <c:v>0</c:v>
                </c:pt>
                <c:pt idx="80345">
                  <c:v>0</c:v>
                </c:pt>
                <c:pt idx="80346">
                  <c:v>0</c:v>
                </c:pt>
                <c:pt idx="80347">
                  <c:v>0</c:v>
                </c:pt>
                <c:pt idx="80348">
                  <c:v>0</c:v>
                </c:pt>
                <c:pt idx="80349">
                  <c:v>0</c:v>
                </c:pt>
                <c:pt idx="80350">
                  <c:v>0</c:v>
                </c:pt>
                <c:pt idx="80351">
                  <c:v>0</c:v>
                </c:pt>
                <c:pt idx="80352">
                  <c:v>0</c:v>
                </c:pt>
                <c:pt idx="80353">
                  <c:v>0</c:v>
                </c:pt>
                <c:pt idx="80354">
                  <c:v>0</c:v>
                </c:pt>
                <c:pt idx="80355">
                  <c:v>0</c:v>
                </c:pt>
                <c:pt idx="80356">
                  <c:v>0</c:v>
                </c:pt>
                <c:pt idx="80357">
                  <c:v>0</c:v>
                </c:pt>
                <c:pt idx="80358">
                  <c:v>0</c:v>
                </c:pt>
                <c:pt idx="80359">
                  <c:v>0</c:v>
                </c:pt>
                <c:pt idx="80360">
                  <c:v>0</c:v>
                </c:pt>
                <c:pt idx="80361">
                  <c:v>0</c:v>
                </c:pt>
                <c:pt idx="80362">
                  <c:v>0</c:v>
                </c:pt>
                <c:pt idx="80363">
                  <c:v>0</c:v>
                </c:pt>
                <c:pt idx="80364">
                  <c:v>0</c:v>
                </c:pt>
                <c:pt idx="80365">
                  <c:v>0</c:v>
                </c:pt>
                <c:pt idx="80366">
                  <c:v>0</c:v>
                </c:pt>
                <c:pt idx="80367">
                  <c:v>0</c:v>
                </c:pt>
                <c:pt idx="80368">
                  <c:v>0</c:v>
                </c:pt>
                <c:pt idx="80369">
                  <c:v>0</c:v>
                </c:pt>
                <c:pt idx="80370">
                  <c:v>0</c:v>
                </c:pt>
                <c:pt idx="80371">
                  <c:v>0</c:v>
                </c:pt>
                <c:pt idx="80372">
                  <c:v>0</c:v>
                </c:pt>
                <c:pt idx="80373">
                  <c:v>0</c:v>
                </c:pt>
                <c:pt idx="80374">
                  <c:v>0</c:v>
                </c:pt>
                <c:pt idx="80375">
                  <c:v>0</c:v>
                </c:pt>
                <c:pt idx="80376">
                  <c:v>0</c:v>
                </c:pt>
                <c:pt idx="80377">
                  <c:v>0</c:v>
                </c:pt>
                <c:pt idx="80378">
                  <c:v>0</c:v>
                </c:pt>
                <c:pt idx="80379">
                  <c:v>0</c:v>
                </c:pt>
                <c:pt idx="80380">
                  <c:v>0</c:v>
                </c:pt>
                <c:pt idx="80381">
                  <c:v>0</c:v>
                </c:pt>
                <c:pt idx="80382">
                  <c:v>0</c:v>
                </c:pt>
                <c:pt idx="80383">
                  <c:v>0</c:v>
                </c:pt>
                <c:pt idx="80384">
                  <c:v>0</c:v>
                </c:pt>
                <c:pt idx="80385">
                  <c:v>0</c:v>
                </c:pt>
                <c:pt idx="80386">
                  <c:v>0</c:v>
                </c:pt>
                <c:pt idx="80387">
                  <c:v>0</c:v>
                </c:pt>
                <c:pt idx="80388">
                  <c:v>0</c:v>
                </c:pt>
                <c:pt idx="80389">
                  <c:v>0</c:v>
                </c:pt>
                <c:pt idx="80390">
                  <c:v>0</c:v>
                </c:pt>
                <c:pt idx="80391">
                  <c:v>0</c:v>
                </c:pt>
                <c:pt idx="80392">
                  <c:v>0</c:v>
                </c:pt>
                <c:pt idx="80393">
                  <c:v>0</c:v>
                </c:pt>
                <c:pt idx="80394">
                  <c:v>0</c:v>
                </c:pt>
                <c:pt idx="80395">
                  <c:v>0</c:v>
                </c:pt>
                <c:pt idx="80396">
                  <c:v>0</c:v>
                </c:pt>
                <c:pt idx="80397">
                  <c:v>0</c:v>
                </c:pt>
                <c:pt idx="80398">
                  <c:v>0</c:v>
                </c:pt>
                <c:pt idx="80399">
                  <c:v>0</c:v>
                </c:pt>
                <c:pt idx="80400">
                  <c:v>0</c:v>
                </c:pt>
                <c:pt idx="80401">
                  <c:v>0</c:v>
                </c:pt>
                <c:pt idx="80402">
                  <c:v>0</c:v>
                </c:pt>
                <c:pt idx="80403">
                  <c:v>0</c:v>
                </c:pt>
                <c:pt idx="80404">
                  <c:v>0</c:v>
                </c:pt>
                <c:pt idx="80405">
                  <c:v>0</c:v>
                </c:pt>
                <c:pt idx="80406">
                  <c:v>0</c:v>
                </c:pt>
                <c:pt idx="80407">
                  <c:v>0</c:v>
                </c:pt>
                <c:pt idx="80408">
                  <c:v>0</c:v>
                </c:pt>
                <c:pt idx="80409">
                  <c:v>0</c:v>
                </c:pt>
                <c:pt idx="80410">
                  <c:v>0</c:v>
                </c:pt>
                <c:pt idx="80411">
                  <c:v>0</c:v>
                </c:pt>
                <c:pt idx="80412">
                  <c:v>0</c:v>
                </c:pt>
                <c:pt idx="80413">
                  <c:v>0</c:v>
                </c:pt>
                <c:pt idx="80414">
                  <c:v>0</c:v>
                </c:pt>
                <c:pt idx="80415">
                  <c:v>0</c:v>
                </c:pt>
                <c:pt idx="80416">
                  <c:v>0</c:v>
                </c:pt>
                <c:pt idx="80417">
                  <c:v>0</c:v>
                </c:pt>
                <c:pt idx="80418">
                  <c:v>0</c:v>
                </c:pt>
                <c:pt idx="80419">
                  <c:v>0</c:v>
                </c:pt>
                <c:pt idx="80420">
                  <c:v>0</c:v>
                </c:pt>
                <c:pt idx="80421">
                  <c:v>0</c:v>
                </c:pt>
                <c:pt idx="80422">
                  <c:v>0</c:v>
                </c:pt>
                <c:pt idx="80423">
                  <c:v>0</c:v>
                </c:pt>
                <c:pt idx="80424">
                  <c:v>0</c:v>
                </c:pt>
                <c:pt idx="80425">
                  <c:v>0</c:v>
                </c:pt>
                <c:pt idx="80426">
                  <c:v>0</c:v>
                </c:pt>
                <c:pt idx="80427">
                  <c:v>0</c:v>
                </c:pt>
                <c:pt idx="80428">
                  <c:v>0</c:v>
                </c:pt>
                <c:pt idx="80429">
                  <c:v>0</c:v>
                </c:pt>
                <c:pt idx="80430">
                  <c:v>0</c:v>
                </c:pt>
                <c:pt idx="80431">
                  <c:v>0</c:v>
                </c:pt>
                <c:pt idx="80432">
                  <c:v>0</c:v>
                </c:pt>
                <c:pt idx="80433">
                  <c:v>0</c:v>
                </c:pt>
                <c:pt idx="80434">
                  <c:v>0</c:v>
                </c:pt>
                <c:pt idx="80435">
                  <c:v>0</c:v>
                </c:pt>
                <c:pt idx="80436">
                  <c:v>0</c:v>
                </c:pt>
                <c:pt idx="80437">
                  <c:v>0</c:v>
                </c:pt>
                <c:pt idx="80438">
                  <c:v>0</c:v>
                </c:pt>
                <c:pt idx="80439">
                  <c:v>0</c:v>
                </c:pt>
                <c:pt idx="80440">
                  <c:v>0</c:v>
                </c:pt>
                <c:pt idx="80441">
                  <c:v>0</c:v>
                </c:pt>
                <c:pt idx="80442">
                  <c:v>0</c:v>
                </c:pt>
                <c:pt idx="80443">
                  <c:v>0</c:v>
                </c:pt>
                <c:pt idx="80444">
                  <c:v>0</c:v>
                </c:pt>
                <c:pt idx="80445">
                  <c:v>0</c:v>
                </c:pt>
                <c:pt idx="80446">
                  <c:v>0</c:v>
                </c:pt>
                <c:pt idx="80447">
                  <c:v>0</c:v>
                </c:pt>
                <c:pt idx="80448">
                  <c:v>0</c:v>
                </c:pt>
                <c:pt idx="80449">
                  <c:v>0</c:v>
                </c:pt>
                <c:pt idx="80450">
                  <c:v>0</c:v>
                </c:pt>
                <c:pt idx="80451">
                  <c:v>0</c:v>
                </c:pt>
                <c:pt idx="80452">
                  <c:v>0</c:v>
                </c:pt>
                <c:pt idx="80453">
                  <c:v>0</c:v>
                </c:pt>
                <c:pt idx="80454">
                  <c:v>0</c:v>
                </c:pt>
                <c:pt idx="80455">
                  <c:v>0</c:v>
                </c:pt>
                <c:pt idx="80456">
                  <c:v>0</c:v>
                </c:pt>
                <c:pt idx="80457">
                  <c:v>0</c:v>
                </c:pt>
                <c:pt idx="80458">
                  <c:v>0</c:v>
                </c:pt>
                <c:pt idx="80459">
                  <c:v>0</c:v>
                </c:pt>
                <c:pt idx="80460">
                  <c:v>0</c:v>
                </c:pt>
                <c:pt idx="80461">
                  <c:v>0</c:v>
                </c:pt>
                <c:pt idx="80462">
                  <c:v>0</c:v>
                </c:pt>
                <c:pt idx="80463">
                  <c:v>0</c:v>
                </c:pt>
                <c:pt idx="80464">
                  <c:v>0</c:v>
                </c:pt>
                <c:pt idx="80465">
                  <c:v>0</c:v>
                </c:pt>
                <c:pt idx="80466">
                  <c:v>0</c:v>
                </c:pt>
                <c:pt idx="80467">
                  <c:v>0</c:v>
                </c:pt>
                <c:pt idx="80468">
                  <c:v>0</c:v>
                </c:pt>
                <c:pt idx="80469">
                  <c:v>0</c:v>
                </c:pt>
                <c:pt idx="80470">
                  <c:v>0</c:v>
                </c:pt>
                <c:pt idx="80471">
                  <c:v>0</c:v>
                </c:pt>
                <c:pt idx="80472">
                  <c:v>0</c:v>
                </c:pt>
                <c:pt idx="80473">
                  <c:v>0</c:v>
                </c:pt>
                <c:pt idx="80474">
                  <c:v>0</c:v>
                </c:pt>
                <c:pt idx="80475">
                  <c:v>0</c:v>
                </c:pt>
                <c:pt idx="80476">
                  <c:v>0</c:v>
                </c:pt>
                <c:pt idx="80477">
                  <c:v>0</c:v>
                </c:pt>
                <c:pt idx="80478">
                  <c:v>0</c:v>
                </c:pt>
                <c:pt idx="80479">
                  <c:v>0</c:v>
                </c:pt>
                <c:pt idx="80480">
                  <c:v>0</c:v>
                </c:pt>
                <c:pt idx="80481">
                  <c:v>0</c:v>
                </c:pt>
                <c:pt idx="80482">
                  <c:v>0</c:v>
                </c:pt>
                <c:pt idx="80483">
                  <c:v>0</c:v>
                </c:pt>
                <c:pt idx="80484">
                  <c:v>0</c:v>
                </c:pt>
                <c:pt idx="80485">
                  <c:v>0</c:v>
                </c:pt>
                <c:pt idx="80486">
                  <c:v>0</c:v>
                </c:pt>
                <c:pt idx="80487">
                  <c:v>0</c:v>
                </c:pt>
                <c:pt idx="80488">
                  <c:v>0</c:v>
                </c:pt>
                <c:pt idx="80489">
                  <c:v>0</c:v>
                </c:pt>
                <c:pt idx="80490">
                  <c:v>0</c:v>
                </c:pt>
                <c:pt idx="80491">
                  <c:v>0</c:v>
                </c:pt>
                <c:pt idx="80492">
                  <c:v>0</c:v>
                </c:pt>
                <c:pt idx="80493">
                  <c:v>0</c:v>
                </c:pt>
                <c:pt idx="80494">
                  <c:v>0</c:v>
                </c:pt>
                <c:pt idx="80495">
                  <c:v>0</c:v>
                </c:pt>
                <c:pt idx="80496">
                  <c:v>0</c:v>
                </c:pt>
                <c:pt idx="80497">
                  <c:v>0</c:v>
                </c:pt>
                <c:pt idx="80498">
                  <c:v>0</c:v>
                </c:pt>
                <c:pt idx="80499">
                  <c:v>0</c:v>
                </c:pt>
                <c:pt idx="80500">
                  <c:v>0</c:v>
                </c:pt>
                <c:pt idx="80501">
                  <c:v>0</c:v>
                </c:pt>
                <c:pt idx="80502">
                  <c:v>0</c:v>
                </c:pt>
                <c:pt idx="80503">
                  <c:v>0</c:v>
                </c:pt>
                <c:pt idx="80504">
                  <c:v>0</c:v>
                </c:pt>
                <c:pt idx="80505">
                  <c:v>0</c:v>
                </c:pt>
                <c:pt idx="80506">
                  <c:v>0</c:v>
                </c:pt>
                <c:pt idx="80507">
                  <c:v>0</c:v>
                </c:pt>
                <c:pt idx="80508">
                  <c:v>0</c:v>
                </c:pt>
                <c:pt idx="80509">
                  <c:v>0</c:v>
                </c:pt>
                <c:pt idx="80510">
                  <c:v>0</c:v>
                </c:pt>
                <c:pt idx="80511">
                  <c:v>0</c:v>
                </c:pt>
                <c:pt idx="80512">
                  <c:v>0</c:v>
                </c:pt>
                <c:pt idx="80513">
                  <c:v>0</c:v>
                </c:pt>
                <c:pt idx="80514">
                  <c:v>0</c:v>
                </c:pt>
                <c:pt idx="80515">
                  <c:v>0</c:v>
                </c:pt>
                <c:pt idx="80516">
                  <c:v>0</c:v>
                </c:pt>
                <c:pt idx="80517">
                  <c:v>0</c:v>
                </c:pt>
                <c:pt idx="80518">
                  <c:v>0</c:v>
                </c:pt>
                <c:pt idx="80519">
                  <c:v>0</c:v>
                </c:pt>
                <c:pt idx="80520">
                  <c:v>0</c:v>
                </c:pt>
                <c:pt idx="80521">
                  <c:v>0</c:v>
                </c:pt>
                <c:pt idx="80522">
                  <c:v>0</c:v>
                </c:pt>
                <c:pt idx="80523">
                  <c:v>0</c:v>
                </c:pt>
                <c:pt idx="80524">
                  <c:v>0</c:v>
                </c:pt>
                <c:pt idx="80525">
                  <c:v>0</c:v>
                </c:pt>
                <c:pt idx="80526">
                  <c:v>0</c:v>
                </c:pt>
                <c:pt idx="80527">
                  <c:v>0</c:v>
                </c:pt>
                <c:pt idx="80528">
                  <c:v>0</c:v>
                </c:pt>
                <c:pt idx="80529">
                  <c:v>0</c:v>
                </c:pt>
                <c:pt idx="80530">
                  <c:v>0</c:v>
                </c:pt>
                <c:pt idx="80531">
                  <c:v>0</c:v>
                </c:pt>
                <c:pt idx="80532">
                  <c:v>0</c:v>
                </c:pt>
                <c:pt idx="80533">
                  <c:v>0</c:v>
                </c:pt>
                <c:pt idx="80534">
                  <c:v>0</c:v>
                </c:pt>
                <c:pt idx="80535">
                  <c:v>0</c:v>
                </c:pt>
                <c:pt idx="80536">
                  <c:v>0</c:v>
                </c:pt>
                <c:pt idx="80537">
                  <c:v>0</c:v>
                </c:pt>
                <c:pt idx="80538">
                  <c:v>0</c:v>
                </c:pt>
                <c:pt idx="80539">
                  <c:v>0</c:v>
                </c:pt>
                <c:pt idx="80540">
                  <c:v>0</c:v>
                </c:pt>
                <c:pt idx="80541">
                  <c:v>0</c:v>
                </c:pt>
                <c:pt idx="80542">
                  <c:v>0</c:v>
                </c:pt>
                <c:pt idx="80543">
                  <c:v>0</c:v>
                </c:pt>
                <c:pt idx="80544">
                  <c:v>0</c:v>
                </c:pt>
                <c:pt idx="80545">
                  <c:v>0</c:v>
                </c:pt>
                <c:pt idx="80546">
                  <c:v>0</c:v>
                </c:pt>
                <c:pt idx="80547">
                  <c:v>0</c:v>
                </c:pt>
                <c:pt idx="80548">
                  <c:v>0</c:v>
                </c:pt>
                <c:pt idx="80549">
                  <c:v>0</c:v>
                </c:pt>
                <c:pt idx="80550">
                  <c:v>0</c:v>
                </c:pt>
                <c:pt idx="80551">
                  <c:v>0</c:v>
                </c:pt>
                <c:pt idx="80552">
                  <c:v>0</c:v>
                </c:pt>
                <c:pt idx="80553">
                  <c:v>0</c:v>
                </c:pt>
                <c:pt idx="80554">
                  <c:v>0</c:v>
                </c:pt>
                <c:pt idx="80555">
                  <c:v>0</c:v>
                </c:pt>
                <c:pt idx="80556">
                  <c:v>0</c:v>
                </c:pt>
                <c:pt idx="80557">
                  <c:v>0</c:v>
                </c:pt>
                <c:pt idx="80558">
                  <c:v>0</c:v>
                </c:pt>
                <c:pt idx="80559">
                  <c:v>0</c:v>
                </c:pt>
                <c:pt idx="80560">
                  <c:v>0</c:v>
                </c:pt>
                <c:pt idx="80561">
                  <c:v>0</c:v>
                </c:pt>
                <c:pt idx="80562">
                  <c:v>0</c:v>
                </c:pt>
                <c:pt idx="80563">
                  <c:v>0</c:v>
                </c:pt>
                <c:pt idx="80564">
                  <c:v>0</c:v>
                </c:pt>
                <c:pt idx="80565">
                  <c:v>0</c:v>
                </c:pt>
                <c:pt idx="80566">
                  <c:v>0</c:v>
                </c:pt>
                <c:pt idx="80567">
                  <c:v>0</c:v>
                </c:pt>
                <c:pt idx="80568">
                  <c:v>0</c:v>
                </c:pt>
                <c:pt idx="80569">
                  <c:v>0</c:v>
                </c:pt>
                <c:pt idx="80570">
                  <c:v>0</c:v>
                </c:pt>
                <c:pt idx="80571">
                  <c:v>0</c:v>
                </c:pt>
                <c:pt idx="80572">
                  <c:v>0</c:v>
                </c:pt>
                <c:pt idx="80573">
                  <c:v>0</c:v>
                </c:pt>
                <c:pt idx="80574">
                  <c:v>0</c:v>
                </c:pt>
                <c:pt idx="80575">
                  <c:v>0</c:v>
                </c:pt>
                <c:pt idx="80576">
                  <c:v>0</c:v>
                </c:pt>
                <c:pt idx="80577">
                  <c:v>0</c:v>
                </c:pt>
                <c:pt idx="80578">
                  <c:v>0</c:v>
                </c:pt>
                <c:pt idx="80579">
                  <c:v>0</c:v>
                </c:pt>
                <c:pt idx="80580">
                  <c:v>0</c:v>
                </c:pt>
                <c:pt idx="80581">
                  <c:v>0</c:v>
                </c:pt>
                <c:pt idx="80582">
                  <c:v>0</c:v>
                </c:pt>
                <c:pt idx="80583">
                  <c:v>0</c:v>
                </c:pt>
                <c:pt idx="80584">
                  <c:v>0</c:v>
                </c:pt>
                <c:pt idx="80585">
                  <c:v>0</c:v>
                </c:pt>
                <c:pt idx="80586">
                  <c:v>0</c:v>
                </c:pt>
                <c:pt idx="80587">
                  <c:v>0</c:v>
                </c:pt>
                <c:pt idx="80588">
                  <c:v>0</c:v>
                </c:pt>
                <c:pt idx="80589">
                  <c:v>0</c:v>
                </c:pt>
                <c:pt idx="80590">
                  <c:v>0</c:v>
                </c:pt>
                <c:pt idx="80591">
                  <c:v>0</c:v>
                </c:pt>
                <c:pt idx="80592">
                  <c:v>0</c:v>
                </c:pt>
                <c:pt idx="80593">
                  <c:v>0</c:v>
                </c:pt>
                <c:pt idx="80594">
                  <c:v>0</c:v>
                </c:pt>
                <c:pt idx="80595">
                  <c:v>0</c:v>
                </c:pt>
                <c:pt idx="80596">
                  <c:v>0</c:v>
                </c:pt>
                <c:pt idx="80597">
                  <c:v>0</c:v>
                </c:pt>
                <c:pt idx="80598">
                  <c:v>0</c:v>
                </c:pt>
                <c:pt idx="80599">
                  <c:v>0</c:v>
                </c:pt>
                <c:pt idx="80600">
                  <c:v>0</c:v>
                </c:pt>
                <c:pt idx="80601">
                  <c:v>0</c:v>
                </c:pt>
                <c:pt idx="80602">
                  <c:v>0</c:v>
                </c:pt>
                <c:pt idx="80603">
                  <c:v>0</c:v>
                </c:pt>
                <c:pt idx="80604">
                  <c:v>0</c:v>
                </c:pt>
                <c:pt idx="80605">
                  <c:v>0</c:v>
                </c:pt>
                <c:pt idx="80606">
                  <c:v>0</c:v>
                </c:pt>
                <c:pt idx="80607">
                  <c:v>0</c:v>
                </c:pt>
                <c:pt idx="80608">
                  <c:v>0</c:v>
                </c:pt>
                <c:pt idx="80609">
                  <c:v>0</c:v>
                </c:pt>
                <c:pt idx="80610">
                  <c:v>0</c:v>
                </c:pt>
                <c:pt idx="80611">
                  <c:v>0</c:v>
                </c:pt>
                <c:pt idx="80612">
                  <c:v>0</c:v>
                </c:pt>
                <c:pt idx="80613">
                  <c:v>0</c:v>
                </c:pt>
                <c:pt idx="80614">
                  <c:v>0</c:v>
                </c:pt>
                <c:pt idx="80615">
                  <c:v>0</c:v>
                </c:pt>
                <c:pt idx="80616">
                  <c:v>0</c:v>
                </c:pt>
                <c:pt idx="80617">
                  <c:v>0</c:v>
                </c:pt>
                <c:pt idx="80618">
                  <c:v>0</c:v>
                </c:pt>
                <c:pt idx="80619">
                  <c:v>0</c:v>
                </c:pt>
                <c:pt idx="80620">
                  <c:v>0</c:v>
                </c:pt>
                <c:pt idx="80621">
                  <c:v>0</c:v>
                </c:pt>
                <c:pt idx="80622">
                  <c:v>0</c:v>
                </c:pt>
                <c:pt idx="80623">
                  <c:v>0</c:v>
                </c:pt>
                <c:pt idx="80624">
                  <c:v>0</c:v>
                </c:pt>
                <c:pt idx="80625">
                  <c:v>0</c:v>
                </c:pt>
                <c:pt idx="80626">
                  <c:v>0</c:v>
                </c:pt>
                <c:pt idx="80627">
                  <c:v>0</c:v>
                </c:pt>
                <c:pt idx="80628">
                  <c:v>0</c:v>
                </c:pt>
                <c:pt idx="80629">
                  <c:v>0</c:v>
                </c:pt>
                <c:pt idx="80630">
                  <c:v>0</c:v>
                </c:pt>
                <c:pt idx="80631">
                  <c:v>0</c:v>
                </c:pt>
                <c:pt idx="80632">
                  <c:v>0</c:v>
                </c:pt>
                <c:pt idx="80633">
                  <c:v>0</c:v>
                </c:pt>
                <c:pt idx="80634">
                  <c:v>0</c:v>
                </c:pt>
                <c:pt idx="80635">
                  <c:v>0</c:v>
                </c:pt>
                <c:pt idx="80636">
                  <c:v>0</c:v>
                </c:pt>
                <c:pt idx="80637">
                  <c:v>0</c:v>
                </c:pt>
                <c:pt idx="80638">
                  <c:v>0</c:v>
                </c:pt>
                <c:pt idx="80639">
                  <c:v>0</c:v>
                </c:pt>
                <c:pt idx="80640">
                  <c:v>0</c:v>
                </c:pt>
                <c:pt idx="80641">
                  <c:v>0</c:v>
                </c:pt>
                <c:pt idx="80642">
                  <c:v>0</c:v>
                </c:pt>
                <c:pt idx="80643">
                  <c:v>0</c:v>
                </c:pt>
                <c:pt idx="80644">
                  <c:v>0</c:v>
                </c:pt>
                <c:pt idx="80645">
                  <c:v>0</c:v>
                </c:pt>
                <c:pt idx="80646">
                  <c:v>0</c:v>
                </c:pt>
                <c:pt idx="80647">
                  <c:v>0</c:v>
                </c:pt>
                <c:pt idx="80648">
                  <c:v>0</c:v>
                </c:pt>
                <c:pt idx="80649">
                  <c:v>0</c:v>
                </c:pt>
                <c:pt idx="80650">
                  <c:v>0</c:v>
                </c:pt>
                <c:pt idx="80651">
                  <c:v>0</c:v>
                </c:pt>
                <c:pt idx="80652">
                  <c:v>0</c:v>
                </c:pt>
                <c:pt idx="80653">
                  <c:v>0</c:v>
                </c:pt>
                <c:pt idx="80654">
                  <c:v>0</c:v>
                </c:pt>
                <c:pt idx="80655">
                  <c:v>0</c:v>
                </c:pt>
                <c:pt idx="80656">
                  <c:v>0</c:v>
                </c:pt>
                <c:pt idx="80657">
                  <c:v>0</c:v>
                </c:pt>
                <c:pt idx="80658">
                  <c:v>0</c:v>
                </c:pt>
                <c:pt idx="80659">
                  <c:v>0</c:v>
                </c:pt>
                <c:pt idx="80660">
                  <c:v>0</c:v>
                </c:pt>
                <c:pt idx="80661">
                  <c:v>0</c:v>
                </c:pt>
                <c:pt idx="80662">
                  <c:v>0</c:v>
                </c:pt>
                <c:pt idx="80663">
                  <c:v>0</c:v>
                </c:pt>
                <c:pt idx="80664">
                  <c:v>0</c:v>
                </c:pt>
                <c:pt idx="80665">
                  <c:v>0</c:v>
                </c:pt>
                <c:pt idx="80666">
                  <c:v>0</c:v>
                </c:pt>
                <c:pt idx="80667">
                  <c:v>0</c:v>
                </c:pt>
                <c:pt idx="80668">
                  <c:v>0</c:v>
                </c:pt>
                <c:pt idx="80669">
                  <c:v>0</c:v>
                </c:pt>
                <c:pt idx="80670">
                  <c:v>0</c:v>
                </c:pt>
                <c:pt idx="80671">
                  <c:v>0</c:v>
                </c:pt>
                <c:pt idx="80672">
                  <c:v>0</c:v>
                </c:pt>
                <c:pt idx="80673">
                  <c:v>0</c:v>
                </c:pt>
                <c:pt idx="80674">
                  <c:v>0</c:v>
                </c:pt>
                <c:pt idx="80675">
                  <c:v>0</c:v>
                </c:pt>
                <c:pt idx="80676">
                  <c:v>0</c:v>
                </c:pt>
                <c:pt idx="80677">
                  <c:v>0</c:v>
                </c:pt>
                <c:pt idx="80678">
                  <c:v>0</c:v>
                </c:pt>
                <c:pt idx="80679">
                  <c:v>0</c:v>
                </c:pt>
                <c:pt idx="80680">
                  <c:v>0</c:v>
                </c:pt>
                <c:pt idx="80681">
                  <c:v>0</c:v>
                </c:pt>
                <c:pt idx="80682">
                  <c:v>0</c:v>
                </c:pt>
                <c:pt idx="80683">
                  <c:v>0</c:v>
                </c:pt>
                <c:pt idx="80684">
                  <c:v>0</c:v>
                </c:pt>
                <c:pt idx="80685">
                  <c:v>0</c:v>
                </c:pt>
                <c:pt idx="80686">
                  <c:v>0</c:v>
                </c:pt>
                <c:pt idx="80687">
                  <c:v>0</c:v>
                </c:pt>
                <c:pt idx="80688">
                  <c:v>0</c:v>
                </c:pt>
                <c:pt idx="80689">
                  <c:v>0</c:v>
                </c:pt>
                <c:pt idx="80690">
                  <c:v>0</c:v>
                </c:pt>
                <c:pt idx="80691">
                  <c:v>0</c:v>
                </c:pt>
                <c:pt idx="80692">
                  <c:v>0</c:v>
                </c:pt>
                <c:pt idx="80693">
                  <c:v>0</c:v>
                </c:pt>
                <c:pt idx="80694">
                  <c:v>0</c:v>
                </c:pt>
                <c:pt idx="80695">
                  <c:v>0</c:v>
                </c:pt>
                <c:pt idx="80696">
                  <c:v>0</c:v>
                </c:pt>
                <c:pt idx="80697">
                  <c:v>0</c:v>
                </c:pt>
                <c:pt idx="80698">
                  <c:v>0</c:v>
                </c:pt>
                <c:pt idx="80699">
                  <c:v>0</c:v>
                </c:pt>
                <c:pt idx="80700">
                  <c:v>0</c:v>
                </c:pt>
                <c:pt idx="80701">
                  <c:v>0</c:v>
                </c:pt>
                <c:pt idx="80702">
                  <c:v>0</c:v>
                </c:pt>
                <c:pt idx="80703">
                  <c:v>0</c:v>
                </c:pt>
                <c:pt idx="80704">
                  <c:v>0</c:v>
                </c:pt>
                <c:pt idx="80705">
                  <c:v>0</c:v>
                </c:pt>
                <c:pt idx="80706">
                  <c:v>0</c:v>
                </c:pt>
                <c:pt idx="80707">
                  <c:v>0</c:v>
                </c:pt>
                <c:pt idx="80708">
                  <c:v>0</c:v>
                </c:pt>
                <c:pt idx="80709">
                  <c:v>0</c:v>
                </c:pt>
                <c:pt idx="80710">
                  <c:v>0</c:v>
                </c:pt>
                <c:pt idx="80711">
                  <c:v>0</c:v>
                </c:pt>
                <c:pt idx="80712">
                  <c:v>0</c:v>
                </c:pt>
                <c:pt idx="80713">
                  <c:v>0</c:v>
                </c:pt>
                <c:pt idx="80714">
                  <c:v>0</c:v>
                </c:pt>
                <c:pt idx="80715">
                  <c:v>0</c:v>
                </c:pt>
                <c:pt idx="80716">
                  <c:v>0</c:v>
                </c:pt>
                <c:pt idx="80717">
                  <c:v>0</c:v>
                </c:pt>
                <c:pt idx="80718">
                  <c:v>0</c:v>
                </c:pt>
                <c:pt idx="80719">
                  <c:v>0</c:v>
                </c:pt>
                <c:pt idx="80720">
                  <c:v>0</c:v>
                </c:pt>
                <c:pt idx="80721">
                  <c:v>0</c:v>
                </c:pt>
                <c:pt idx="80722">
                  <c:v>0</c:v>
                </c:pt>
                <c:pt idx="80723">
                  <c:v>0</c:v>
                </c:pt>
                <c:pt idx="80724">
                  <c:v>0</c:v>
                </c:pt>
                <c:pt idx="80725">
                  <c:v>0</c:v>
                </c:pt>
                <c:pt idx="80726">
                  <c:v>0</c:v>
                </c:pt>
                <c:pt idx="80727">
                  <c:v>0</c:v>
                </c:pt>
                <c:pt idx="80728">
                  <c:v>0</c:v>
                </c:pt>
                <c:pt idx="80729">
                  <c:v>0</c:v>
                </c:pt>
                <c:pt idx="80730">
                  <c:v>0</c:v>
                </c:pt>
                <c:pt idx="80731">
                  <c:v>0</c:v>
                </c:pt>
                <c:pt idx="80732">
                  <c:v>0</c:v>
                </c:pt>
                <c:pt idx="80733">
                  <c:v>0</c:v>
                </c:pt>
                <c:pt idx="80734">
                  <c:v>0</c:v>
                </c:pt>
                <c:pt idx="80735">
                  <c:v>0</c:v>
                </c:pt>
                <c:pt idx="80736">
                  <c:v>0</c:v>
                </c:pt>
                <c:pt idx="80737">
                  <c:v>0</c:v>
                </c:pt>
                <c:pt idx="80738">
                  <c:v>0</c:v>
                </c:pt>
                <c:pt idx="80739">
                  <c:v>0</c:v>
                </c:pt>
                <c:pt idx="80740">
                  <c:v>0</c:v>
                </c:pt>
                <c:pt idx="80741">
                  <c:v>0</c:v>
                </c:pt>
                <c:pt idx="80742">
                  <c:v>0</c:v>
                </c:pt>
                <c:pt idx="80743">
                  <c:v>0</c:v>
                </c:pt>
                <c:pt idx="80744">
                  <c:v>0</c:v>
                </c:pt>
                <c:pt idx="80745">
                  <c:v>0</c:v>
                </c:pt>
                <c:pt idx="80746">
                  <c:v>0</c:v>
                </c:pt>
                <c:pt idx="80747">
                  <c:v>0</c:v>
                </c:pt>
                <c:pt idx="80748">
                  <c:v>0</c:v>
                </c:pt>
                <c:pt idx="80749">
                  <c:v>0</c:v>
                </c:pt>
                <c:pt idx="80750">
                  <c:v>0</c:v>
                </c:pt>
                <c:pt idx="80751">
                  <c:v>0</c:v>
                </c:pt>
                <c:pt idx="80752">
                  <c:v>0</c:v>
                </c:pt>
                <c:pt idx="80753">
                  <c:v>0</c:v>
                </c:pt>
                <c:pt idx="80754">
                  <c:v>0</c:v>
                </c:pt>
                <c:pt idx="80755">
                  <c:v>0</c:v>
                </c:pt>
                <c:pt idx="80756">
                  <c:v>0</c:v>
                </c:pt>
                <c:pt idx="80757">
                  <c:v>0</c:v>
                </c:pt>
                <c:pt idx="80758">
                  <c:v>0</c:v>
                </c:pt>
                <c:pt idx="80759">
                  <c:v>0</c:v>
                </c:pt>
                <c:pt idx="80760">
                  <c:v>0</c:v>
                </c:pt>
                <c:pt idx="80761">
                  <c:v>0</c:v>
                </c:pt>
                <c:pt idx="80762">
                  <c:v>0</c:v>
                </c:pt>
                <c:pt idx="80763">
                  <c:v>0</c:v>
                </c:pt>
                <c:pt idx="80764">
                  <c:v>0</c:v>
                </c:pt>
                <c:pt idx="80765">
                  <c:v>0</c:v>
                </c:pt>
                <c:pt idx="80766">
                  <c:v>0</c:v>
                </c:pt>
                <c:pt idx="80767">
                  <c:v>0</c:v>
                </c:pt>
                <c:pt idx="80768">
                  <c:v>0</c:v>
                </c:pt>
                <c:pt idx="80769">
                  <c:v>0</c:v>
                </c:pt>
                <c:pt idx="80770">
                  <c:v>0</c:v>
                </c:pt>
                <c:pt idx="80771">
                  <c:v>0</c:v>
                </c:pt>
                <c:pt idx="80772">
                  <c:v>0</c:v>
                </c:pt>
                <c:pt idx="80773">
                  <c:v>0</c:v>
                </c:pt>
                <c:pt idx="80774">
                  <c:v>0</c:v>
                </c:pt>
                <c:pt idx="80775">
                  <c:v>0</c:v>
                </c:pt>
                <c:pt idx="80776">
                  <c:v>0</c:v>
                </c:pt>
                <c:pt idx="80777">
                  <c:v>0</c:v>
                </c:pt>
                <c:pt idx="80778">
                  <c:v>0</c:v>
                </c:pt>
                <c:pt idx="80779">
                  <c:v>0</c:v>
                </c:pt>
                <c:pt idx="80780">
                  <c:v>0</c:v>
                </c:pt>
                <c:pt idx="80781">
                  <c:v>0</c:v>
                </c:pt>
                <c:pt idx="80782">
                  <c:v>0</c:v>
                </c:pt>
                <c:pt idx="80783">
                  <c:v>0</c:v>
                </c:pt>
                <c:pt idx="80784">
                  <c:v>0</c:v>
                </c:pt>
                <c:pt idx="80785">
                  <c:v>0</c:v>
                </c:pt>
                <c:pt idx="80786">
                  <c:v>0</c:v>
                </c:pt>
                <c:pt idx="80787">
                  <c:v>0</c:v>
                </c:pt>
                <c:pt idx="80788">
                  <c:v>0</c:v>
                </c:pt>
                <c:pt idx="80789">
                  <c:v>0</c:v>
                </c:pt>
                <c:pt idx="80790">
                  <c:v>0</c:v>
                </c:pt>
                <c:pt idx="80791">
                  <c:v>0</c:v>
                </c:pt>
                <c:pt idx="80792">
                  <c:v>0</c:v>
                </c:pt>
                <c:pt idx="80793">
                  <c:v>0</c:v>
                </c:pt>
                <c:pt idx="80794">
                  <c:v>0</c:v>
                </c:pt>
                <c:pt idx="80795">
                  <c:v>0</c:v>
                </c:pt>
                <c:pt idx="80796">
                  <c:v>0</c:v>
                </c:pt>
                <c:pt idx="80797">
                  <c:v>0</c:v>
                </c:pt>
                <c:pt idx="80798">
                  <c:v>0</c:v>
                </c:pt>
                <c:pt idx="80799">
                  <c:v>0</c:v>
                </c:pt>
                <c:pt idx="80800">
                  <c:v>0</c:v>
                </c:pt>
                <c:pt idx="80801">
                  <c:v>0</c:v>
                </c:pt>
                <c:pt idx="80802">
                  <c:v>0</c:v>
                </c:pt>
                <c:pt idx="80803">
                  <c:v>0</c:v>
                </c:pt>
                <c:pt idx="80804">
                  <c:v>0</c:v>
                </c:pt>
                <c:pt idx="80805">
                  <c:v>0</c:v>
                </c:pt>
                <c:pt idx="80806">
                  <c:v>0</c:v>
                </c:pt>
                <c:pt idx="80807">
                  <c:v>0</c:v>
                </c:pt>
                <c:pt idx="80808">
                  <c:v>0</c:v>
                </c:pt>
                <c:pt idx="80809">
                  <c:v>0</c:v>
                </c:pt>
                <c:pt idx="80810">
                  <c:v>0</c:v>
                </c:pt>
                <c:pt idx="80811">
                  <c:v>0</c:v>
                </c:pt>
                <c:pt idx="80812">
                  <c:v>0</c:v>
                </c:pt>
                <c:pt idx="80813">
                  <c:v>0</c:v>
                </c:pt>
                <c:pt idx="80814">
                  <c:v>0</c:v>
                </c:pt>
                <c:pt idx="80815">
                  <c:v>0</c:v>
                </c:pt>
                <c:pt idx="80816">
                  <c:v>0</c:v>
                </c:pt>
                <c:pt idx="80817">
                  <c:v>0</c:v>
                </c:pt>
                <c:pt idx="80818">
                  <c:v>0</c:v>
                </c:pt>
                <c:pt idx="80819">
                  <c:v>0</c:v>
                </c:pt>
                <c:pt idx="80820">
                  <c:v>0</c:v>
                </c:pt>
                <c:pt idx="80821">
                  <c:v>0</c:v>
                </c:pt>
                <c:pt idx="80822">
                  <c:v>0</c:v>
                </c:pt>
                <c:pt idx="80823">
                  <c:v>0</c:v>
                </c:pt>
                <c:pt idx="80824">
                  <c:v>0</c:v>
                </c:pt>
                <c:pt idx="80825">
                  <c:v>0</c:v>
                </c:pt>
                <c:pt idx="80826">
                  <c:v>0</c:v>
                </c:pt>
                <c:pt idx="80827">
                  <c:v>0</c:v>
                </c:pt>
                <c:pt idx="80828">
                  <c:v>0</c:v>
                </c:pt>
                <c:pt idx="80829">
                  <c:v>0</c:v>
                </c:pt>
                <c:pt idx="80830">
                  <c:v>0</c:v>
                </c:pt>
                <c:pt idx="80831">
                  <c:v>0</c:v>
                </c:pt>
                <c:pt idx="80832">
                  <c:v>0</c:v>
                </c:pt>
                <c:pt idx="80833">
                  <c:v>0</c:v>
                </c:pt>
                <c:pt idx="80834">
                  <c:v>0</c:v>
                </c:pt>
                <c:pt idx="80835">
                  <c:v>0</c:v>
                </c:pt>
                <c:pt idx="80836">
                  <c:v>0</c:v>
                </c:pt>
                <c:pt idx="80837">
                  <c:v>0</c:v>
                </c:pt>
                <c:pt idx="80838">
                  <c:v>0</c:v>
                </c:pt>
                <c:pt idx="80839">
                  <c:v>0</c:v>
                </c:pt>
                <c:pt idx="80840">
                  <c:v>0</c:v>
                </c:pt>
                <c:pt idx="80841">
                  <c:v>0</c:v>
                </c:pt>
                <c:pt idx="80842">
                  <c:v>0</c:v>
                </c:pt>
                <c:pt idx="80843">
                  <c:v>0</c:v>
                </c:pt>
                <c:pt idx="80844">
                  <c:v>0</c:v>
                </c:pt>
                <c:pt idx="80845">
                  <c:v>0</c:v>
                </c:pt>
                <c:pt idx="80846">
                  <c:v>0</c:v>
                </c:pt>
                <c:pt idx="80847">
                  <c:v>0</c:v>
                </c:pt>
                <c:pt idx="80848">
                  <c:v>0</c:v>
                </c:pt>
                <c:pt idx="80849">
                  <c:v>0</c:v>
                </c:pt>
                <c:pt idx="80850">
                  <c:v>0</c:v>
                </c:pt>
                <c:pt idx="80851">
                  <c:v>0</c:v>
                </c:pt>
                <c:pt idx="80852">
                  <c:v>0</c:v>
                </c:pt>
                <c:pt idx="80853">
                  <c:v>0</c:v>
                </c:pt>
                <c:pt idx="80854">
                  <c:v>0</c:v>
                </c:pt>
                <c:pt idx="80855">
                  <c:v>0</c:v>
                </c:pt>
                <c:pt idx="80856">
                  <c:v>0</c:v>
                </c:pt>
                <c:pt idx="80857">
                  <c:v>0</c:v>
                </c:pt>
                <c:pt idx="80858">
                  <c:v>0</c:v>
                </c:pt>
                <c:pt idx="80859">
                  <c:v>0</c:v>
                </c:pt>
                <c:pt idx="80860">
                  <c:v>0</c:v>
                </c:pt>
                <c:pt idx="80861">
                  <c:v>0</c:v>
                </c:pt>
                <c:pt idx="80862">
                  <c:v>0</c:v>
                </c:pt>
                <c:pt idx="80863">
                  <c:v>0</c:v>
                </c:pt>
                <c:pt idx="80864">
                  <c:v>0</c:v>
                </c:pt>
                <c:pt idx="80865">
                  <c:v>0</c:v>
                </c:pt>
                <c:pt idx="80866">
                  <c:v>0</c:v>
                </c:pt>
                <c:pt idx="80867">
                  <c:v>0</c:v>
                </c:pt>
                <c:pt idx="80868">
                  <c:v>0</c:v>
                </c:pt>
                <c:pt idx="80869">
                  <c:v>0</c:v>
                </c:pt>
                <c:pt idx="80870">
                  <c:v>0</c:v>
                </c:pt>
                <c:pt idx="80871">
                  <c:v>0</c:v>
                </c:pt>
                <c:pt idx="80872">
                  <c:v>0</c:v>
                </c:pt>
                <c:pt idx="80873">
                  <c:v>0</c:v>
                </c:pt>
                <c:pt idx="80874">
                  <c:v>0</c:v>
                </c:pt>
                <c:pt idx="80875">
                  <c:v>0</c:v>
                </c:pt>
                <c:pt idx="80876">
                  <c:v>0</c:v>
                </c:pt>
                <c:pt idx="80877">
                  <c:v>0</c:v>
                </c:pt>
                <c:pt idx="80878">
                  <c:v>0</c:v>
                </c:pt>
                <c:pt idx="80879">
                  <c:v>0</c:v>
                </c:pt>
                <c:pt idx="80880">
                  <c:v>0</c:v>
                </c:pt>
                <c:pt idx="80881">
                  <c:v>0</c:v>
                </c:pt>
                <c:pt idx="80882">
                  <c:v>0</c:v>
                </c:pt>
                <c:pt idx="80883">
                  <c:v>0</c:v>
                </c:pt>
                <c:pt idx="80884">
                  <c:v>0</c:v>
                </c:pt>
                <c:pt idx="80885">
                  <c:v>0</c:v>
                </c:pt>
                <c:pt idx="80886">
                  <c:v>0</c:v>
                </c:pt>
                <c:pt idx="80887">
                  <c:v>0</c:v>
                </c:pt>
                <c:pt idx="80888">
                  <c:v>0</c:v>
                </c:pt>
                <c:pt idx="80889">
                  <c:v>0</c:v>
                </c:pt>
                <c:pt idx="80890">
                  <c:v>0</c:v>
                </c:pt>
                <c:pt idx="80891">
                  <c:v>0</c:v>
                </c:pt>
                <c:pt idx="80892">
                  <c:v>0</c:v>
                </c:pt>
                <c:pt idx="80893">
                  <c:v>0</c:v>
                </c:pt>
                <c:pt idx="80894">
                  <c:v>0</c:v>
                </c:pt>
                <c:pt idx="80895">
                  <c:v>0</c:v>
                </c:pt>
                <c:pt idx="80896">
                  <c:v>0</c:v>
                </c:pt>
                <c:pt idx="80897">
                  <c:v>0</c:v>
                </c:pt>
                <c:pt idx="80898">
                  <c:v>0</c:v>
                </c:pt>
                <c:pt idx="80899">
                  <c:v>0</c:v>
                </c:pt>
                <c:pt idx="80900">
                  <c:v>0</c:v>
                </c:pt>
                <c:pt idx="80901">
                  <c:v>0</c:v>
                </c:pt>
                <c:pt idx="80902">
                  <c:v>0</c:v>
                </c:pt>
                <c:pt idx="80903">
                  <c:v>0</c:v>
                </c:pt>
                <c:pt idx="80904">
                  <c:v>0</c:v>
                </c:pt>
                <c:pt idx="80905">
                  <c:v>0</c:v>
                </c:pt>
                <c:pt idx="80906">
                  <c:v>0</c:v>
                </c:pt>
                <c:pt idx="80907">
                  <c:v>0</c:v>
                </c:pt>
                <c:pt idx="80908">
                  <c:v>0</c:v>
                </c:pt>
                <c:pt idx="80909">
                  <c:v>0</c:v>
                </c:pt>
                <c:pt idx="80910">
                  <c:v>0</c:v>
                </c:pt>
                <c:pt idx="80911">
                  <c:v>0</c:v>
                </c:pt>
                <c:pt idx="80912">
                  <c:v>0</c:v>
                </c:pt>
                <c:pt idx="80913">
                  <c:v>0</c:v>
                </c:pt>
                <c:pt idx="80914">
                  <c:v>0</c:v>
                </c:pt>
                <c:pt idx="80915">
                  <c:v>0</c:v>
                </c:pt>
                <c:pt idx="80916">
                  <c:v>0</c:v>
                </c:pt>
                <c:pt idx="80917">
                  <c:v>0</c:v>
                </c:pt>
                <c:pt idx="80918">
                  <c:v>0</c:v>
                </c:pt>
                <c:pt idx="80919">
                  <c:v>0</c:v>
                </c:pt>
                <c:pt idx="80920">
                  <c:v>0</c:v>
                </c:pt>
                <c:pt idx="80921">
                  <c:v>0</c:v>
                </c:pt>
                <c:pt idx="80922">
                  <c:v>0</c:v>
                </c:pt>
                <c:pt idx="80923">
                  <c:v>0</c:v>
                </c:pt>
                <c:pt idx="80924">
                  <c:v>0</c:v>
                </c:pt>
                <c:pt idx="80925">
                  <c:v>0</c:v>
                </c:pt>
                <c:pt idx="80926">
                  <c:v>0</c:v>
                </c:pt>
                <c:pt idx="80927">
                  <c:v>0</c:v>
                </c:pt>
                <c:pt idx="80928">
                  <c:v>0</c:v>
                </c:pt>
                <c:pt idx="80929">
                  <c:v>0</c:v>
                </c:pt>
                <c:pt idx="80930">
                  <c:v>0</c:v>
                </c:pt>
                <c:pt idx="80931">
                  <c:v>0</c:v>
                </c:pt>
                <c:pt idx="80932">
                  <c:v>0</c:v>
                </c:pt>
                <c:pt idx="80933">
                  <c:v>0</c:v>
                </c:pt>
                <c:pt idx="80934">
                  <c:v>0</c:v>
                </c:pt>
                <c:pt idx="80935">
                  <c:v>0</c:v>
                </c:pt>
                <c:pt idx="80936">
                  <c:v>0</c:v>
                </c:pt>
                <c:pt idx="80937">
                  <c:v>0</c:v>
                </c:pt>
                <c:pt idx="80938">
                  <c:v>0</c:v>
                </c:pt>
                <c:pt idx="80939">
                  <c:v>0</c:v>
                </c:pt>
                <c:pt idx="80940">
                  <c:v>0</c:v>
                </c:pt>
                <c:pt idx="80941">
                  <c:v>0</c:v>
                </c:pt>
                <c:pt idx="80942">
                  <c:v>0</c:v>
                </c:pt>
                <c:pt idx="80943">
                  <c:v>0</c:v>
                </c:pt>
                <c:pt idx="80944">
                  <c:v>0</c:v>
                </c:pt>
                <c:pt idx="80945">
                  <c:v>0</c:v>
                </c:pt>
                <c:pt idx="80946">
                  <c:v>0</c:v>
                </c:pt>
                <c:pt idx="80947">
                  <c:v>0</c:v>
                </c:pt>
                <c:pt idx="80948">
                  <c:v>0</c:v>
                </c:pt>
                <c:pt idx="80949">
                  <c:v>0</c:v>
                </c:pt>
                <c:pt idx="80950">
                  <c:v>0</c:v>
                </c:pt>
                <c:pt idx="80951">
                  <c:v>0</c:v>
                </c:pt>
                <c:pt idx="80952">
                  <c:v>0</c:v>
                </c:pt>
                <c:pt idx="80953">
                  <c:v>0</c:v>
                </c:pt>
                <c:pt idx="80954">
                  <c:v>0</c:v>
                </c:pt>
                <c:pt idx="80955">
                  <c:v>0</c:v>
                </c:pt>
                <c:pt idx="80956">
                  <c:v>0</c:v>
                </c:pt>
                <c:pt idx="80957">
                  <c:v>0</c:v>
                </c:pt>
                <c:pt idx="80958">
                  <c:v>0</c:v>
                </c:pt>
                <c:pt idx="80959">
                  <c:v>0</c:v>
                </c:pt>
                <c:pt idx="80960">
                  <c:v>0</c:v>
                </c:pt>
                <c:pt idx="80961">
                  <c:v>0</c:v>
                </c:pt>
                <c:pt idx="80962">
                  <c:v>0</c:v>
                </c:pt>
                <c:pt idx="80963">
                  <c:v>0</c:v>
                </c:pt>
                <c:pt idx="80964">
                  <c:v>0</c:v>
                </c:pt>
                <c:pt idx="80965">
                  <c:v>0</c:v>
                </c:pt>
                <c:pt idx="80966">
                  <c:v>0</c:v>
                </c:pt>
                <c:pt idx="80967">
                  <c:v>0</c:v>
                </c:pt>
                <c:pt idx="80968">
                  <c:v>0</c:v>
                </c:pt>
                <c:pt idx="80969">
                  <c:v>0</c:v>
                </c:pt>
                <c:pt idx="80970">
                  <c:v>0</c:v>
                </c:pt>
                <c:pt idx="80971">
                  <c:v>0</c:v>
                </c:pt>
                <c:pt idx="80972">
                  <c:v>0</c:v>
                </c:pt>
                <c:pt idx="80973">
                  <c:v>0</c:v>
                </c:pt>
                <c:pt idx="80974">
                  <c:v>0</c:v>
                </c:pt>
                <c:pt idx="80975">
                  <c:v>0</c:v>
                </c:pt>
                <c:pt idx="80976">
                  <c:v>0</c:v>
                </c:pt>
                <c:pt idx="80977">
                  <c:v>0</c:v>
                </c:pt>
                <c:pt idx="80978">
                  <c:v>0</c:v>
                </c:pt>
                <c:pt idx="80979">
                  <c:v>0</c:v>
                </c:pt>
                <c:pt idx="80980">
                  <c:v>0</c:v>
                </c:pt>
                <c:pt idx="80981">
                  <c:v>0</c:v>
                </c:pt>
                <c:pt idx="80982">
                  <c:v>0</c:v>
                </c:pt>
                <c:pt idx="80983">
                  <c:v>0</c:v>
                </c:pt>
                <c:pt idx="80984">
                  <c:v>0</c:v>
                </c:pt>
                <c:pt idx="80985">
                  <c:v>0</c:v>
                </c:pt>
                <c:pt idx="80986">
                  <c:v>0</c:v>
                </c:pt>
                <c:pt idx="80987">
                  <c:v>0</c:v>
                </c:pt>
                <c:pt idx="80988">
                  <c:v>0</c:v>
                </c:pt>
                <c:pt idx="80989">
                  <c:v>0</c:v>
                </c:pt>
                <c:pt idx="80990">
                  <c:v>0</c:v>
                </c:pt>
                <c:pt idx="80991">
                  <c:v>0</c:v>
                </c:pt>
                <c:pt idx="80992">
                  <c:v>0</c:v>
                </c:pt>
                <c:pt idx="80993">
                  <c:v>0</c:v>
                </c:pt>
                <c:pt idx="80994">
                  <c:v>0</c:v>
                </c:pt>
                <c:pt idx="80995">
                  <c:v>0</c:v>
                </c:pt>
                <c:pt idx="80996">
                  <c:v>0</c:v>
                </c:pt>
                <c:pt idx="80997">
                  <c:v>0</c:v>
                </c:pt>
                <c:pt idx="80998">
                  <c:v>0</c:v>
                </c:pt>
                <c:pt idx="80999">
                  <c:v>0</c:v>
                </c:pt>
                <c:pt idx="81000">
                  <c:v>0</c:v>
                </c:pt>
                <c:pt idx="81001">
                  <c:v>0</c:v>
                </c:pt>
                <c:pt idx="81002">
                  <c:v>0</c:v>
                </c:pt>
                <c:pt idx="81003">
                  <c:v>0</c:v>
                </c:pt>
                <c:pt idx="81004">
                  <c:v>0</c:v>
                </c:pt>
                <c:pt idx="81005">
                  <c:v>0</c:v>
                </c:pt>
                <c:pt idx="81006">
                  <c:v>0</c:v>
                </c:pt>
                <c:pt idx="81007">
                  <c:v>0</c:v>
                </c:pt>
                <c:pt idx="81008">
                  <c:v>0</c:v>
                </c:pt>
                <c:pt idx="81009">
                  <c:v>0</c:v>
                </c:pt>
                <c:pt idx="81010">
                  <c:v>0</c:v>
                </c:pt>
                <c:pt idx="81011">
                  <c:v>0</c:v>
                </c:pt>
                <c:pt idx="81012">
                  <c:v>0</c:v>
                </c:pt>
                <c:pt idx="81013">
                  <c:v>0</c:v>
                </c:pt>
                <c:pt idx="81014">
                  <c:v>0</c:v>
                </c:pt>
                <c:pt idx="81015">
                  <c:v>0</c:v>
                </c:pt>
                <c:pt idx="81016">
                  <c:v>0</c:v>
                </c:pt>
                <c:pt idx="81017">
                  <c:v>0</c:v>
                </c:pt>
                <c:pt idx="81018">
                  <c:v>0</c:v>
                </c:pt>
                <c:pt idx="81019">
                  <c:v>0</c:v>
                </c:pt>
                <c:pt idx="81020">
                  <c:v>0</c:v>
                </c:pt>
                <c:pt idx="81021">
                  <c:v>0</c:v>
                </c:pt>
                <c:pt idx="81022">
                  <c:v>0</c:v>
                </c:pt>
                <c:pt idx="81023">
                  <c:v>0</c:v>
                </c:pt>
                <c:pt idx="81024">
                  <c:v>0</c:v>
                </c:pt>
                <c:pt idx="81025">
                  <c:v>0</c:v>
                </c:pt>
                <c:pt idx="81026">
                  <c:v>0</c:v>
                </c:pt>
                <c:pt idx="81027">
                  <c:v>0</c:v>
                </c:pt>
                <c:pt idx="81028">
                  <c:v>0</c:v>
                </c:pt>
                <c:pt idx="81029">
                  <c:v>0</c:v>
                </c:pt>
                <c:pt idx="81030">
                  <c:v>0</c:v>
                </c:pt>
                <c:pt idx="81031">
                  <c:v>0</c:v>
                </c:pt>
                <c:pt idx="81032">
                  <c:v>0</c:v>
                </c:pt>
                <c:pt idx="81033">
                  <c:v>0</c:v>
                </c:pt>
                <c:pt idx="81034">
                  <c:v>0</c:v>
                </c:pt>
                <c:pt idx="81035">
                  <c:v>0</c:v>
                </c:pt>
                <c:pt idx="81036">
                  <c:v>0</c:v>
                </c:pt>
                <c:pt idx="81037">
                  <c:v>0</c:v>
                </c:pt>
                <c:pt idx="81038">
                  <c:v>0</c:v>
                </c:pt>
                <c:pt idx="81039">
                  <c:v>0</c:v>
                </c:pt>
                <c:pt idx="81040">
                  <c:v>0</c:v>
                </c:pt>
                <c:pt idx="81041">
                  <c:v>0</c:v>
                </c:pt>
                <c:pt idx="81042">
                  <c:v>0</c:v>
                </c:pt>
                <c:pt idx="81043">
                  <c:v>0</c:v>
                </c:pt>
                <c:pt idx="81044">
                  <c:v>0</c:v>
                </c:pt>
                <c:pt idx="81045">
                  <c:v>0</c:v>
                </c:pt>
                <c:pt idx="81046">
                  <c:v>0</c:v>
                </c:pt>
                <c:pt idx="81047">
                  <c:v>0</c:v>
                </c:pt>
                <c:pt idx="81048">
                  <c:v>0</c:v>
                </c:pt>
                <c:pt idx="81049">
                  <c:v>0</c:v>
                </c:pt>
                <c:pt idx="81050">
                  <c:v>0</c:v>
                </c:pt>
                <c:pt idx="81051">
                  <c:v>0</c:v>
                </c:pt>
                <c:pt idx="81052">
                  <c:v>0</c:v>
                </c:pt>
                <c:pt idx="81053">
                  <c:v>0</c:v>
                </c:pt>
                <c:pt idx="81054">
                  <c:v>0</c:v>
                </c:pt>
                <c:pt idx="81055">
                  <c:v>0</c:v>
                </c:pt>
                <c:pt idx="81056">
                  <c:v>0</c:v>
                </c:pt>
                <c:pt idx="81057">
                  <c:v>0</c:v>
                </c:pt>
                <c:pt idx="81058">
                  <c:v>0</c:v>
                </c:pt>
                <c:pt idx="81059">
                  <c:v>0</c:v>
                </c:pt>
                <c:pt idx="81060">
                  <c:v>0</c:v>
                </c:pt>
                <c:pt idx="81061">
                  <c:v>0</c:v>
                </c:pt>
                <c:pt idx="81062">
                  <c:v>0</c:v>
                </c:pt>
                <c:pt idx="81063">
                  <c:v>0</c:v>
                </c:pt>
                <c:pt idx="81064">
                  <c:v>0</c:v>
                </c:pt>
                <c:pt idx="81065">
                  <c:v>0</c:v>
                </c:pt>
                <c:pt idx="81066">
                  <c:v>0</c:v>
                </c:pt>
                <c:pt idx="81067">
                  <c:v>0</c:v>
                </c:pt>
                <c:pt idx="81068">
                  <c:v>0</c:v>
                </c:pt>
                <c:pt idx="81069">
                  <c:v>0</c:v>
                </c:pt>
                <c:pt idx="81070">
                  <c:v>0</c:v>
                </c:pt>
                <c:pt idx="81071">
                  <c:v>0</c:v>
                </c:pt>
                <c:pt idx="81072">
                  <c:v>0</c:v>
                </c:pt>
                <c:pt idx="81073">
                  <c:v>0</c:v>
                </c:pt>
                <c:pt idx="81074">
                  <c:v>0</c:v>
                </c:pt>
                <c:pt idx="81075">
                  <c:v>0</c:v>
                </c:pt>
                <c:pt idx="81076">
                  <c:v>0</c:v>
                </c:pt>
                <c:pt idx="81077">
                  <c:v>0</c:v>
                </c:pt>
                <c:pt idx="81078">
                  <c:v>0</c:v>
                </c:pt>
                <c:pt idx="81079">
                  <c:v>0</c:v>
                </c:pt>
                <c:pt idx="81080">
                  <c:v>0</c:v>
                </c:pt>
                <c:pt idx="81081">
                  <c:v>0</c:v>
                </c:pt>
                <c:pt idx="81082">
                  <c:v>0</c:v>
                </c:pt>
                <c:pt idx="81083">
                  <c:v>0</c:v>
                </c:pt>
                <c:pt idx="81084">
                  <c:v>0</c:v>
                </c:pt>
                <c:pt idx="81085">
                  <c:v>0</c:v>
                </c:pt>
                <c:pt idx="81086">
                  <c:v>0</c:v>
                </c:pt>
                <c:pt idx="81087">
                  <c:v>0</c:v>
                </c:pt>
                <c:pt idx="81088">
                  <c:v>0</c:v>
                </c:pt>
                <c:pt idx="81089">
                  <c:v>0</c:v>
                </c:pt>
                <c:pt idx="81090">
                  <c:v>0</c:v>
                </c:pt>
                <c:pt idx="81091">
                  <c:v>0</c:v>
                </c:pt>
                <c:pt idx="81092">
                  <c:v>0</c:v>
                </c:pt>
                <c:pt idx="81093">
                  <c:v>0</c:v>
                </c:pt>
                <c:pt idx="81094">
                  <c:v>0</c:v>
                </c:pt>
                <c:pt idx="81095">
                  <c:v>0</c:v>
                </c:pt>
                <c:pt idx="81096">
                  <c:v>0</c:v>
                </c:pt>
                <c:pt idx="81097">
                  <c:v>0</c:v>
                </c:pt>
                <c:pt idx="81098">
                  <c:v>0</c:v>
                </c:pt>
                <c:pt idx="81099">
                  <c:v>0</c:v>
                </c:pt>
                <c:pt idx="81100">
                  <c:v>0</c:v>
                </c:pt>
                <c:pt idx="81101">
                  <c:v>0</c:v>
                </c:pt>
                <c:pt idx="81102">
                  <c:v>0</c:v>
                </c:pt>
                <c:pt idx="81103">
                  <c:v>0</c:v>
                </c:pt>
                <c:pt idx="81104">
                  <c:v>0</c:v>
                </c:pt>
                <c:pt idx="81105">
                  <c:v>0</c:v>
                </c:pt>
                <c:pt idx="81106">
                  <c:v>0</c:v>
                </c:pt>
                <c:pt idx="81107">
                  <c:v>0</c:v>
                </c:pt>
                <c:pt idx="81108">
                  <c:v>0</c:v>
                </c:pt>
                <c:pt idx="81109">
                  <c:v>0</c:v>
                </c:pt>
                <c:pt idx="81110">
                  <c:v>0</c:v>
                </c:pt>
                <c:pt idx="81111">
                  <c:v>0</c:v>
                </c:pt>
                <c:pt idx="81112">
                  <c:v>0</c:v>
                </c:pt>
                <c:pt idx="81113">
                  <c:v>0</c:v>
                </c:pt>
                <c:pt idx="81114">
                  <c:v>0</c:v>
                </c:pt>
                <c:pt idx="81115">
                  <c:v>0</c:v>
                </c:pt>
                <c:pt idx="81116">
                  <c:v>0</c:v>
                </c:pt>
                <c:pt idx="81117">
                  <c:v>0</c:v>
                </c:pt>
                <c:pt idx="81118">
                  <c:v>0</c:v>
                </c:pt>
                <c:pt idx="81119">
                  <c:v>0</c:v>
                </c:pt>
                <c:pt idx="81120">
                  <c:v>0</c:v>
                </c:pt>
                <c:pt idx="81121">
                  <c:v>0</c:v>
                </c:pt>
                <c:pt idx="81122">
                  <c:v>0</c:v>
                </c:pt>
                <c:pt idx="81123">
                  <c:v>0</c:v>
                </c:pt>
                <c:pt idx="81124">
                  <c:v>0</c:v>
                </c:pt>
                <c:pt idx="81125">
                  <c:v>0</c:v>
                </c:pt>
                <c:pt idx="81126">
                  <c:v>0</c:v>
                </c:pt>
                <c:pt idx="81127">
                  <c:v>0</c:v>
                </c:pt>
                <c:pt idx="81128">
                  <c:v>0</c:v>
                </c:pt>
                <c:pt idx="81129">
                  <c:v>0</c:v>
                </c:pt>
                <c:pt idx="81130">
                  <c:v>0</c:v>
                </c:pt>
                <c:pt idx="81131">
                  <c:v>0</c:v>
                </c:pt>
                <c:pt idx="81132">
                  <c:v>0</c:v>
                </c:pt>
                <c:pt idx="81133">
                  <c:v>0</c:v>
                </c:pt>
                <c:pt idx="81134">
                  <c:v>0</c:v>
                </c:pt>
                <c:pt idx="81135">
                  <c:v>0</c:v>
                </c:pt>
                <c:pt idx="81136">
                  <c:v>0</c:v>
                </c:pt>
                <c:pt idx="81137">
                  <c:v>0</c:v>
                </c:pt>
                <c:pt idx="81138">
                  <c:v>0</c:v>
                </c:pt>
                <c:pt idx="81139">
                  <c:v>0</c:v>
                </c:pt>
                <c:pt idx="81140">
                  <c:v>0</c:v>
                </c:pt>
                <c:pt idx="81141">
                  <c:v>0</c:v>
                </c:pt>
                <c:pt idx="81142">
                  <c:v>0</c:v>
                </c:pt>
                <c:pt idx="81143">
                  <c:v>0</c:v>
                </c:pt>
                <c:pt idx="81144">
                  <c:v>0</c:v>
                </c:pt>
                <c:pt idx="81145">
                  <c:v>0</c:v>
                </c:pt>
                <c:pt idx="81146">
                  <c:v>0</c:v>
                </c:pt>
                <c:pt idx="81147">
                  <c:v>0</c:v>
                </c:pt>
                <c:pt idx="81148">
                  <c:v>0</c:v>
                </c:pt>
                <c:pt idx="81149">
                  <c:v>0</c:v>
                </c:pt>
                <c:pt idx="81150">
                  <c:v>0</c:v>
                </c:pt>
                <c:pt idx="81151">
                  <c:v>0</c:v>
                </c:pt>
                <c:pt idx="81152">
                  <c:v>0</c:v>
                </c:pt>
                <c:pt idx="81153">
                  <c:v>0</c:v>
                </c:pt>
                <c:pt idx="81154">
                  <c:v>0</c:v>
                </c:pt>
                <c:pt idx="81155">
                  <c:v>0</c:v>
                </c:pt>
                <c:pt idx="81156">
                  <c:v>0</c:v>
                </c:pt>
                <c:pt idx="81157">
                  <c:v>0</c:v>
                </c:pt>
                <c:pt idx="81158">
                  <c:v>0</c:v>
                </c:pt>
                <c:pt idx="81159">
                  <c:v>0</c:v>
                </c:pt>
                <c:pt idx="81160">
                  <c:v>0</c:v>
                </c:pt>
                <c:pt idx="81161">
                  <c:v>0</c:v>
                </c:pt>
                <c:pt idx="81162">
                  <c:v>0</c:v>
                </c:pt>
                <c:pt idx="81163">
                  <c:v>0</c:v>
                </c:pt>
                <c:pt idx="81164">
                  <c:v>0</c:v>
                </c:pt>
                <c:pt idx="81165">
                  <c:v>0</c:v>
                </c:pt>
                <c:pt idx="81166">
                  <c:v>0</c:v>
                </c:pt>
                <c:pt idx="81167">
                  <c:v>0</c:v>
                </c:pt>
                <c:pt idx="81168">
                  <c:v>0</c:v>
                </c:pt>
                <c:pt idx="81169">
                  <c:v>0</c:v>
                </c:pt>
                <c:pt idx="81170">
                  <c:v>0</c:v>
                </c:pt>
                <c:pt idx="81171">
                  <c:v>0</c:v>
                </c:pt>
                <c:pt idx="81172">
                  <c:v>0</c:v>
                </c:pt>
                <c:pt idx="81173">
                  <c:v>0</c:v>
                </c:pt>
                <c:pt idx="81174">
                  <c:v>0</c:v>
                </c:pt>
                <c:pt idx="81175">
                  <c:v>0</c:v>
                </c:pt>
                <c:pt idx="81176">
                  <c:v>0</c:v>
                </c:pt>
                <c:pt idx="81177">
                  <c:v>0</c:v>
                </c:pt>
                <c:pt idx="81178">
                  <c:v>0</c:v>
                </c:pt>
                <c:pt idx="81179">
                  <c:v>0</c:v>
                </c:pt>
                <c:pt idx="81180">
                  <c:v>0</c:v>
                </c:pt>
                <c:pt idx="81181">
                  <c:v>0</c:v>
                </c:pt>
                <c:pt idx="81182">
                  <c:v>0</c:v>
                </c:pt>
                <c:pt idx="81183">
                  <c:v>0</c:v>
                </c:pt>
                <c:pt idx="81184">
                  <c:v>0</c:v>
                </c:pt>
                <c:pt idx="81185">
                  <c:v>0</c:v>
                </c:pt>
                <c:pt idx="81186">
                  <c:v>0</c:v>
                </c:pt>
                <c:pt idx="81187">
                  <c:v>0</c:v>
                </c:pt>
                <c:pt idx="81188">
                  <c:v>0</c:v>
                </c:pt>
                <c:pt idx="81189">
                  <c:v>0</c:v>
                </c:pt>
                <c:pt idx="81190">
                  <c:v>0</c:v>
                </c:pt>
                <c:pt idx="81191">
                  <c:v>0</c:v>
                </c:pt>
                <c:pt idx="81192">
                  <c:v>0</c:v>
                </c:pt>
                <c:pt idx="81193">
                  <c:v>0</c:v>
                </c:pt>
                <c:pt idx="81194">
                  <c:v>0</c:v>
                </c:pt>
                <c:pt idx="81195">
                  <c:v>0</c:v>
                </c:pt>
                <c:pt idx="81196">
                  <c:v>0</c:v>
                </c:pt>
                <c:pt idx="81197">
                  <c:v>0</c:v>
                </c:pt>
                <c:pt idx="81198">
                  <c:v>0</c:v>
                </c:pt>
                <c:pt idx="81199">
                  <c:v>0</c:v>
                </c:pt>
                <c:pt idx="81200">
                  <c:v>0</c:v>
                </c:pt>
                <c:pt idx="81201">
                  <c:v>0</c:v>
                </c:pt>
                <c:pt idx="81202">
                  <c:v>0</c:v>
                </c:pt>
                <c:pt idx="81203">
                  <c:v>0</c:v>
                </c:pt>
                <c:pt idx="81204">
                  <c:v>0</c:v>
                </c:pt>
                <c:pt idx="81205">
                  <c:v>0</c:v>
                </c:pt>
                <c:pt idx="81206">
                  <c:v>0</c:v>
                </c:pt>
                <c:pt idx="81207">
                  <c:v>0</c:v>
                </c:pt>
                <c:pt idx="81208">
                  <c:v>0</c:v>
                </c:pt>
                <c:pt idx="81209">
                  <c:v>0</c:v>
                </c:pt>
                <c:pt idx="81210">
                  <c:v>0</c:v>
                </c:pt>
                <c:pt idx="81211">
                  <c:v>0</c:v>
                </c:pt>
                <c:pt idx="81212">
                  <c:v>0</c:v>
                </c:pt>
                <c:pt idx="81213">
                  <c:v>0</c:v>
                </c:pt>
                <c:pt idx="81214">
                  <c:v>0</c:v>
                </c:pt>
                <c:pt idx="81215">
                  <c:v>0</c:v>
                </c:pt>
                <c:pt idx="81216">
                  <c:v>0</c:v>
                </c:pt>
                <c:pt idx="81217">
                  <c:v>0</c:v>
                </c:pt>
                <c:pt idx="81218">
                  <c:v>0</c:v>
                </c:pt>
                <c:pt idx="81219">
                  <c:v>0</c:v>
                </c:pt>
                <c:pt idx="81220">
                  <c:v>0</c:v>
                </c:pt>
                <c:pt idx="81221">
                  <c:v>0</c:v>
                </c:pt>
                <c:pt idx="81222">
                  <c:v>0</c:v>
                </c:pt>
                <c:pt idx="81223">
                  <c:v>0</c:v>
                </c:pt>
                <c:pt idx="81224">
                  <c:v>0</c:v>
                </c:pt>
                <c:pt idx="81225">
                  <c:v>0</c:v>
                </c:pt>
                <c:pt idx="81226">
                  <c:v>0</c:v>
                </c:pt>
                <c:pt idx="81227">
                  <c:v>0</c:v>
                </c:pt>
                <c:pt idx="81228">
                  <c:v>0</c:v>
                </c:pt>
                <c:pt idx="81229">
                  <c:v>0</c:v>
                </c:pt>
                <c:pt idx="81230">
                  <c:v>0</c:v>
                </c:pt>
                <c:pt idx="81231">
                  <c:v>0</c:v>
                </c:pt>
                <c:pt idx="81232">
                  <c:v>0</c:v>
                </c:pt>
                <c:pt idx="81233">
                  <c:v>0</c:v>
                </c:pt>
                <c:pt idx="81234">
                  <c:v>0</c:v>
                </c:pt>
                <c:pt idx="81235">
                  <c:v>0</c:v>
                </c:pt>
                <c:pt idx="81236">
                  <c:v>0</c:v>
                </c:pt>
                <c:pt idx="81237">
                  <c:v>0</c:v>
                </c:pt>
                <c:pt idx="81238">
                  <c:v>0</c:v>
                </c:pt>
                <c:pt idx="81239">
                  <c:v>0</c:v>
                </c:pt>
                <c:pt idx="81240">
                  <c:v>0</c:v>
                </c:pt>
                <c:pt idx="81241">
                  <c:v>0</c:v>
                </c:pt>
                <c:pt idx="81242">
                  <c:v>0</c:v>
                </c:pt>
                <c:pt idx="81243">
                  <c:v>0</c:v>
                </c:pt>
                <c:pt idx="81244">
                  <c:v>0</c:v>
                </c:pt>
                <c:pt idx="81245">
                  <c:v>0</c:v>
                </c:pt>
                <c:pt idx="81246">
                  <c:v>0</c:v>
                </c:pt>
                <c:pt idx="81247">
                  <c:v>0</c:v>
                </c:pt>
                <c:pt idx="81248">
                  <c:v>0</c:v>
                </c:pt>
                <c:pt idx="81249">
                  <c:v>0</c:v>
                </c:pt>
                <c:pt idx="81250">
                  <c:v>0</c:v>
                </c:pt>
                <c:pt idx="81251">
                  <c:v>0</c:v>
                </c:pt>
                <c:pt idx="81252">
                  <c:v>0</c:v>
                </c:pt>
                <c:pt idx="81253">
                  <c:v>0</c:v>
                </c:pt>
                <c:pt idx="81254">
                  <c:v>0</c:v>
                </c:pt>
                <c:pt idx="81255">
                  <c:v>0</c:v>
                </c:pt>
                <c:pt idx="81256">
                  <c:v>0</c:v>
                </c:pt>
                <c:pt idx="81257">
                  <c:v>0</c:v>
                </c:pt>
                <c:pt idx="81258">
                  <c:v>0</c:v>
                </c:pt>
                <c:pt idx="81259">
                  <c:v>0</c:v>
                </c:pt>
                <c:pt idx="81260">
                  <c:v>0</c:v>
                </c:pt>
                <c:pt idx="81261">
                  <c:v>0</c:v>
                </c:pt>
                <c:pt idx="81262">
                  <c:v>0</c:v>
                </c:pt>
                <c:pt idx="81263">
                  <c:v>0</c:v>
                </c:pt>
                <c:pt idx="81264">
                  <c:v>0</c:v>
                </c:pt>
                <c:pt idx="81265">
                  <c:v>0</c:v>
                </c:pt>
                <c:pt idx="81266">
                  <c:v>0</c:v>
                </c:pt>
                <c:pt idx="81267">
                  <c:v>0</c:v>
                </c:pt>
                <c:pt idx="81268">
                  <c:v>0</c:v>
                </c:pt>
                <c:pt idx="81269">
                  <c:v>0</c:v>
                </c:pt>
                <c:pt idx="81270">
                  <c:v>0</c:v>
                </c:pt>
                <c:pt idx="81271">
                  <c:v>0</c:v>
                </c:pt>
                <c:pt idx="81272">
                  <c:v>0</c:v>
                </c:pt>
                <c:pt idx="81273">
                  <c:v>0</c:v>
                </c:pt>
                <c:pt idx="81274">
                  <c:v>0</c:v>
                </c:pt>
                <c:pt idx="81275">
                  <c:v>0</c:v>
                </c:pt>
                <c:pt idx="81276">
                  <c:v>0</c:v>
                </c:pt>
                <c:pt idx="81277">
                  <c:v>0</c:v>
                </c:pt>
                <c:pt idx="81278">
                  <c:v>0</c:v>
                </c:pt>
                <c:pt idx="81279">
                  <c:v>0</c:v>
                </c:pt>
                <c:pt idx="81280">
                  <c:v>0</c:v>
                </c:pt>
                <c:pt idx="81281">
                  <c:v>0</c:v>
                </c:pt>
                <c:pt idx="81282">
                  <c:v>0</c:v>
                </c:pt>
                <c:pt idx="81283">
                  <c:v>0</c:v>
                </c:pt>
                <c:pt idx="81284">
                  <c:v>0</c:v>
                </c:pt>
                <c:pt idx="81285">
                  <c:v>0</c:v>
                </c:pt>
                <c:pt idx="81286">
                  <c:v>0</c:v>
                </c:pt>
                <c:pt idx="81287">
                  <c:v>0</c:v>
                </c:pt>
                <c:pt idx="81288">
                  <c:v>0</c:v>
                </c:pt>
                <c:pt idx="81289">
                  <c:v>0</c:v>
                </c:pt>
                <c:pt idx="81290">
                  <c:v>0</c:v>
                </c:pt>
                <c:pt idx="81291">
                  <c:v>0</c:v>
                </c:pt>
                <c:pt idx="81292">
                  <c:v>0</c:v>
                </c:pt>
                <c:pt idx="81293">
                  <c:v>0</c:v>
                </c:pt>
                <c:pt idx="81294">
                  <c:v>0</c:v>
                </c:pt>
                <c:pt idx="81295">
                  <c:v>0</c:v>
                </c:pt>
                <c:pt idx="81296">
                  <c:v>0</c:v>
                </c:pt>
                <c:pt idx="81297">
                  <c:v>0</c:v>
                </c:pt>
                <c:pt idx="81298">
                  <c:v>0</c:v>
                </c:pt>
                <c:pt idx="81299">
                  <c:v>0</c:v>
                </c:pt>
                <c:pt idx="81300">
                  <c:v>0</c:v>
                </c:pt>
                <c:pt idx="81301">
                  <c:v>0</c:v>
                </c:pt>
                <c:pt idx="81302">
                  <c:v>0</c:v>
                </c:pt>
                <c:pt idx="81303">
                  <c:v>0</c:v>
                </c:pt>
                <c:pt idx="81304">
                  <c:v>0</c:v>
                </c:pt>
                <c:pt idx="81305">
                  <c:v>0</c:v>
                </c:pt>
                <c:pt idx="81306">
                  <c:v>0</c:v>
                </c:pt>
                <c:pt idx="81307">
                  <c:v>0</c:v>
                </c:pt>
                <c:pt idx="81308">
                  <c:v>0</c:v>
                </c:pt>
                <c:pt idx="81309">
                  <c:v>0</c:v>
                </c:pt>
                <c:pt idx="81310">
                  <c:v>0</c:v>
                </c:pt>
                <c:pt idx="81311">
                  <c:v>0</c:v>
                </c:pt>
                <c:pt idx="81312">
                  <c:v>0</c:v>
                </c:pt>
                <c:pt idx="81313">
                  <c:v>0</c:v>
                </c:pt>
                <c:pt idx="81314">
                  <c:v>0</c:v>
                </c:pt>
                <c:pt idx="81315">
                  <c:v>0</c:v>
                </c:pt>
                <c:pt idx="81316">
                  <c:v>0</c:v>
                </c:pt>
                <c:pt idx="81317">
                  <c:v>0</c:v>
                </c:pt>
                <c:pt idx="81318">
                  <c:v>0</c:v>
                </c:pt>
                <c:pt idx="81319">
                  <c:v>0</c:v>
                </c:pt>
                <c:pt idx="81320">
                  <c:v>0</c:v>
                </c:pt>
                <c:pt idx="81321">
                  <c:v>0</c:v>
                </c:pt>
                <c:pt idx="81322">
                  <c:v>0</c:v>
                </c:pt>
                <c:pt idx="81323">
                  <c:v>0</c:v>
                </c:pt>
                <c:pt idx="81324">
                  <c:v>0</c:v>
                </c:pt>
                <c:pt idx="81325">
                  <c:v>0</c:v>
                </c:pt>
                <c:pt idx="81326">
                  <c:v>0</c:v>
                </c:pt>
                <c:pt idx="81327">
                  <c:v>0</c:v>
                </c:pt>
                <c:pt idx="81328">
                  <c:v>0</c:v>
                </c:pt>
                <c:pt idx="81329">
                  <c:v>0</c:v>
                </c:pt>
                <c:pt idx="81330">
                  <c:v>0</c:v>
                </c:pt>
                <c:pt idx="81331">
                  <c:v>0</c:v>
                </c:pt>
                <c:pt idx="81332">
                  <c:v>0</c:v>
                </c:pt>
                <c:pt idx="81333">
                  <c:v>0</c:v>
                </c:pt>
                <c:pt idx="81334">
                  <c:v>0</c:v>
                </c:pt>
                <c:pt idx="81335">
                  <c:v>0</c:v>
                </c:pt>
                <c:pt idx="81336">
                  <c:v>0</c:v>
                </c:pt>
                <c:pt idx="81337">
                  <c:v>0</c:v>
                </c:pt>
                <c:pt idx="81338">
                  <c:v>0</c:v>
                </c:pt>
                <c:pt idx="81339">
                  <c:v>0</c:v>
                </c:pt>
                <c:pt idx="81340">
                  <c:v>0</c:v>
                </c:pt>
                <c:pt idx="81341">
                  <c:v>0</c:v>
                </c:pt>
                <c:pt idx="81342">
                  <c:v>0</c:v>
                </c:pt>
                <c:pt idx="81343">
                  <c:v>0</c:v>
                </c:pt>
                <c:pt idx="81344">
                  <c:v>0</c:v>
                </c:pt>
                <c:pt idx="81345">
                  <c:v>0</c:v>
                </c:pt>
                <c:pt idx="81346">
                  <c:v>0</c:v>
                </c:pt>
                <c:pt idx="81347">
                  <c:v>0</c:v>
                </c:pt>
                <c:pt idx="81348">
                  <c:v>0</c:v>
                </c:pt>
                <c:pt idx="81349">
                  <c:v>0</c:v>
                </c:pt>
                <c:pt idx="81350">
                  <c:v>0</c:v>
                </c:pt>
                <c:pt idx="81351">
                  <c:v>0</c:v>
                </c:pt>
                <c:pt idx="81352">
                  <c:v>0</c:v>
                </c:pt>
                <c:pt idx="81353">
                  <c:v>0</c:v>
                </c:pt>
                <c:pt idx="81354">
                  <c:v>0</c:v>
                </c:pt>
                <c:pt idx="81355">
                  <c:v>0</c:v>
                </c:pt>
                <c:pt idx="81356">
                  <c:v>0</c:v>
                </c:pt>
                <c:pt idx="81357">
                  <c:v>0</c:v>
                </c:pt>
                <c:pt idx="81358">
                  <c:v>0</c:v>
                </c:pt>
                <c:pt idx="81359">
                  <c:v>0</c:v>
                </c:pt>
                <c:pt idx="81360">
                  <c:v>0</c:v>
                </c:pt>
                <c:pt idx="81361">
                  <c:v>0</c:v>
                </c:pt>
                <c:pt idx="81362">
                  <c:v>0</c:v>
                </c:pt>
                <c:pt idx="81363">
                  <c:v>0</c:v>
                </c:pt>
                <c:pt idx="81364">
                  <c:v>0</c:v>
                </c:pt>
                <c:pt idx="81365">
                  <c:v>0</c:v>
                </c:pt>
                <c:pt idx="81366">
                  <c:v>0</c:v>
                </c:pt>
                <c:pt idx="81367">
                  <c:v>0</c:v>
                </c:pt>
                <c:pt idx="81368">
                  <c:v>0</c:v>
                </c:pt>
                <c:pt idx="81369">
                  <c:v>0</c:v>
                </c:pt>
                <c:pt idx="81370">
                  <c:v>0</c:v>
                </c:pt>
                <c:pt idx="81371">
                  <c:v>0</c:v>
                </c:pt>
                <c:pt idx="81372">
                  <c:v>0</c:v>
                </c:pt>
                <c:pt idx="81373">
                  <c:v>0</c:v>
                </c:pt>
                <c:pt idx="81374">
                  <c:v>0</c:v>
                </c:pt>
                <c:pt idx="81375">
                  <c:v>0</c:v>
                </c:pt>
                <c:pt idx="81376">
                  <c:v>0</c:v>
                </c:pt>
                <c:pt idx="81377">
                  <c:v>0</c:v>
                </c:pt>
                <c:pt idx="81378">
                  <c:v>0</c:v>
                </c:pt>
                <c:pt idx="81379">
                  <c:v>0</c:v>
                </c:pt>
                <c:pt idx="81380">
                  <c:v>0</c:v>
                </c:pt>
                <c:pt idx="81381">
                  <c:v>0</c:v>
                </c:pt>
                <c:pt idx="81382">
                  <c:v>0</c:v>
                </c:pt>
                <c:pt idx="81383">
                  <c:v>0</c:v>
                </c:pt>
                <c:pt idx="81384">
                  <c:v>0</c:v>
                </c:pt>
                <c:pt idx="81385">
                  <c:v>0</c:v>
                </c:pt>
                <c:pt idx="81386">
                  <c:v>0</c:v>
                </c:pt>
                <c:pt idx="81387">
                  <c:v>0</c:v>
                </c:pt>
                <c:pt idx="81388">
                  <c:v>0</c:v>
                </c:pt>
                <c:pt idx="81389">
                  <c:v>0</c:v>
                </c:pt>
                <c:pt idx="81390">
                  <c:v>0</c:v>
                </c:pt>
                <c:pt idx="81391">
                  <c:v>0</c:v>
                </c:pt>
                <c:pt idx="81392">
                  <c:v>0</c:v>
                </c:pt>
                <c:pt idx="81393">
                  <c:v>0</c:v>
                </c:pt>
                <c:pt idx="81394">
                  <c:v>0</c:v>
                </c:pt>
                <c:pt idx="81395">
                  <c:v>0</c:v>
                </c:pt>
                <c:pt idx="81396">
                  <c:v>0</c:v>
                </c:pt>
                <c:pt idx="81397">
                  <c:v>0</c:v>
                </c:pt>
                <c:pt idx="81398">
                  <c:v>0</c:v>
                </c:pt>
                <c:pt idx="81399">
                  <c:v>0</c:v>
                </c:pt>
                <c:pt idx="81400">
                  <c:v>0</c:v>
                </c:pt>
                <c:pt idx="81401">
                  <c:v>0</c:v>
                </c:pt>
                <c:pt idx="81402">
                  <c:v>0</c:v>
                </c:pt>
                <c:pt idx="81403">
                  <c:v>0</c:v>
                </c:pt>
                <c:pt idx="81404">
                  <c:v>0</c:v>
                </c:pt>
                <c:pt idx="81405">
                  <c:v>0</c:v>
                </c:pt>
                <c:pt idx="81406">
                  <c:v>0</c:v>
                </c:pt>
                <c:pt idx="81407">
                  <c:v>0</c:v>
                </c:pt>
                <c:pt idx="81408">
                  <c:v>0</c:v>
                </c:pt>
                <c:pt idx="81409">
                  <c:v>0</c:v>
                </c:pt>
                <c:pt idx="81410">
                  <c:v>0</c:v>
                </c:pt>
                <c:pt idx="81411">
                  <c:v>0</c:v>
                </c:pt>
                <c:pt idx="81412">
                  <c:v>0</c:v>
                </c:pt>
                <c:pt idx="81413">
                  <c:v>0</c:v>
                </c:pt>
                <c:pt idx="81414">
                  <c:v>0</c:v>
                </c:pt>
                <c:pt idx="81415">
                  <c:v>0</c:v>
                </c:pt>
                <c:pt idx="81416">
                  <c:v>0</c:v>
                </c:pt>
                <c:pt idx="81417">
                  <c:v>0</c:v>
                </c:pt>
                <c:pt idx="81418">
                  <c:v>0</c:v>
                </c:pt>
                <c:pt idx="81419">
                  <c:v>0</c:v>
                </c:pt>
                <c:pt idx="81420">
                  <c:v>0</c:v>
                </c:pt>
                <c:pt idx="81421">
                  <c:v>0</c:v>
                </c:pt>
                <c:pt idx="81422">
                  <c:v>0</c:v>
                </c:pt>
                <c:pt idx="81423">
                  <c:v>0</c:v>
                </c:pt>
                <c:pt idx="81424">
                  <c:v>0</c:v>
                </c:pt>
                <c:pt idx="81425">
                  <c:v>0</c:v>
                </c:pt>
                <c:pt idx="81426">
                  <c:v>0</c:v>
                </c:pt>
                <c:pt idx="81427">
                  <c:v>0</c:v>
                </c:pt>
                <c:pt idx="81428">
                  <c:v>0</c:v>
                </c:pt>
                <c:pt idx="81429">
                  <c:v>0</c:v>
                </c:pt>
                <c:pt idx="81430">
                  <c:v>0</c:v>
                </c:pt>
                <c:pt idx="81431">
                  <c:v>0</c:v>
                </c:pt>
                <c:pt idx="81432">
                  <c:v>0</c:v>
                </c:pt>
                <c:pt idx="81433">
                  <c:v>0</c:v>
                </c:pt>
                <c:pt idx="81434">
                  <c:v>0</c:v>
                </c:pt>
                <c:pt idx="81435">
                  <c:v>0</c:v>
                </c:pt>
                <c:pt idx="81436">
                  <c:v>0</c:v>
                </c:pt>
                <c:pt idx="81437">
                  <c:v>0</c:v>
                </c:pt>
                <c:pt idx="81438">
                  <c:v>0</c:v>
                </c:pt>
                <c:pt idx="81439">
                  <c:v>0</c:v>
                </c:pt>
                <c:pt idx="81440">
                  <c:v>0</c:v>
                </c:pt>
                <c:pt idx="81441">
                  <c:v>0</c:v>
                </c:pt>
                <c:pt idx="81442">
                  <c:v>0</c:v>
                </c:pt>
                <c:pt idx="81443">
                  <c:v>0</c:v>
                </c:pt>
                <c:pt idx="81444">
                  <c:v>0</c:v>
                </c:pt>
                <c:pt idx="81445">
                  <c:v>0</c:v>
                </c:pt>
                <c:pt idx="81446">
                  <c:v>0</c:v>
                </c:pt>
                <c:pt idx="81447">
                  <c:v>0</c:v>
                </c:pt>
                <c:pt idx="81448">
                  <c:v>0</c:v>
                </c:pt>
                <c:pt idx="81449">
                  <c:v>0</c:v>
                </c:pt>
                <c:pt idx="81450">
                  <c:v>0</c:v>
                </c:pt>
                <c:pt idx="81451">
                  <c:v>0</c:v>
                </c:pt>
                <c:pt idx="81452">
                  <c:v>0</c:v>
                </c:pt>
                <c:pt idx="81453">
                  <c:v>0</c:v>
                </c:pt>
                <c:pt idx="81454">
                  <c:v>0</c:v>
                </c:pt>
                <c:pt idx="81455">
                  <c:v>0</c:v>
                </c:pt>
                <c:pt idx="81456">
                  <c:v>0</c:v>
                </c:pt>
                <c:pt idx="81457">
                  <c:v>0</c:v>
                </c:pt>
                <c:pt idx="81458">
                  <c:v>0</c:v>
                </c:pt>
                <c:pt idx="81459">
                  <c:v>0</c:v>
                </c:pt>
                <c:pt idx="81460">
                  <c:v>0</c:v>
                </c:pt>
                <c:pt idx="81461">
                  <c:v>0</c:v>
                </c:pt>
                <c:pt idx="81462">
                  <c:v>0</c:v>
                </c:pt>
                <c:pt idx="81463">
                  <c:v>0</c:v>
                </c:pt>
                <c:pt idx="81464">
                  <c:v>0</c:v>
                </c:pt>
                <c:pt idx="81465">
                  <c:v>0</c:v>
                </c:pt>
                <c:pt idx="81466">
                  <c:v>0</c:v>
                </c:pt>
                <c:pt idx="81467">
                  <c:v>0</c:v>
                </c:pt>
                <c:pt idx="81468">
                  <c:v>0</c:v>
                </c:pt>
                <c:pt idx="81469">
                  <c:v>0</c:v>
                </c:pt>
                <c:pt idx="81470">
                  <c:v>0</c:v>
                </c:pt>
                <c:pt idx="81471">
                  <c:v>0</c:v>
                </c:pt>
                <c:pt idx="81472">
                  <c:v>0</c:v>
                </c:pt>
                <c:pt idx="81473">
                  <c:v>0</c:v>
                </c:pt>
                <c:pt idx="81474">
                  <c:v>0</c:v>
                </c:pt>
                <c:pt idx="81475">
                  <c:v>0</c:v>
                </c:pt>
                <c:pt idx="81476">
                  <c:v>0</c:v>
                </c:pt>
                <c:pt idx="81477">
                  <c:v>0</c:v>
                </c:pt>
                <c:pt idx="81478">
                  <c:v>0</c:v>
                </c:pt>
                <c:pt idx="81479">
                  <c:v>0</c:v>
                </c:pt>
                <c:pt idx="81480">
                  <c:v>0</c:v>
                </c:pt>
                <c:pt idx="81481">
                  <c:v>0</c:v>
                </c:pt>
                <c:pt idx="81482">
                  <c:v>0</c:v>
                </c:pt>
                <c:pt idx="81483">
                  <c:v>0</c:v>
                </c:pt>
                <c:pt idx="81484">
                  <c:v>0</c:v>
                </c:pt>
                <c:pt idx="81485">
                  <c:v>0</c:v>
                </c:pt>
                <c:pt idx="81486">
                  <c:v>0</c:v>
                </c:pt>
                <c:pt idx="81487">
                  <c:v>0</c:v>
                </c:pt>
                <c:pt idx="81488">
                  <c:v>0</c:v>
                </c:pt>
                <c:pt idx="81489">
                  <c:v>0</c:v>
                </c:pt>
                <c:pt idx="81490">
                  <c:v>0</c:v>
                </c:pt>
                <c:pt idx="81491">
                  <c:v>0</c:v>
                </c:pt>
                <c:pt idx="81492">
                  <c:v>0</c:v>
                </c:pt>
                <c:pt idx="81493">
                  <c:v>0</c:v>
                </c:pt>
                <c:pt idx="81494">
                  <c:v>0</c:v>
                </c:pt>
                <c:pt idx="81495">
                  <c:v>0</c:v>
                </c:pt>
                <c:pt idx="81496">
                  <c:v>0</c:v>
                </c:pt>
                <c:pt idx="81497">
                  <c:v>0</c:v>
                </c:pt>
                <c:pt idx="81498">
                  <c:v>0</c:v>
                </c:pt>
                <c:pt idx="81499">
                  <c:v>0</c:v>
                </c:pt>
                <c:pt idx="81500">
                  <c:v>0</c:v>
                </c:pt>
                <c:pt idx="81501">
                  <c:v>0</c:v>
                </c:pt>
                <c:pt idx="81502">
                  <c:v>0</c:v>
                </c:pt>
                <c:pt idx="81503">
                  <c:v>0</c:v>
                </c:pt>
                <c:pt idx="81504">
                  <c:v>0</c:v>
                </c:pt>
                <c:pt idx="81505">
                  <c:v>0</c:v>
                </c:pt>
                <c:pt idx="81506">
                  <c:v>0</c:v>
                </c:pt>
                <c:pt idx="81507">
                  <c:v>0</c:v>
                </c:pt>
                <c:pt idx="81508">
                  <c:v>0</c:v>
                </c:pt>
                <c:pt idx="81509">
                  <c:v>0</c:v>
                </c:pt>
                <c:pt idx="81510">
                  <c:v>0</c:v>
                </c:pt>
                <c:pt idx="81511">
                  <c:v>0</c:v>
                </c:pt>
                <c:pt idx="81512">
                  <c:v>0</c:v>
                </c:pt>
                <c:pt idx="81513">
                  <c:v>0</c:v>
                </c:pt>
                <c:pt idx="81514">
                  <c:v>0</c:v>
                </c:pt>
                <c:pt idx="81515">
                  <c:v>0</c:v>
                </c:pt>
                <c:pt idx="81516">
                  <c:v>0</c:v>
                </c:pt>
                <c:pt idx="81517">
                  <c:v>0</c:v>
                </c:pt>
                <c:pt idx="81518">
                  <c:v>0</c:v>
                </c:pt>
                <c:pt idx="81519">
                  <c:v>0</c:v>
                </c:pt>
                <c:pt idx="81520">
                  <c:v>0</c:v>
                </c:pt>
                <c:pt idx="81521">
                  <c:v>0</c:v>
                </c:pt>
                <c:pt idx="81522">
                  <c:v>0</c:v>
                </c:pt>
                <c:pt idx="81523">
                  <c:v>0</c:v>
                </c:pt>
                <c:pt idx="81524">
                  <c:v>0</c:v>
                </c:pt>
                <c:pt idx="81525">
                  <c:v>0</c:v>
                </c:pt>
                <c:pt idx="81526">
                  <c:v>0</c:v>
                </c:pt>
                <c:pt idx="81527">
                  <c:v>0</c:v>
                </c:pt>
                <c:pt idx="81528">
                  <c:v>0</c:v>
                </c:pt>
                <c:pt idx="81529">
                  <c:v>0</c:v>
                </c:pt>
                <c:pt idx="81530">
                  <c:v>0</c:v>
                </c:pt>
                <c:pt idx="81531">
                  <c:v>0</c:v>
                </c:pt>
                <c:pt idx="81532">
                  <c:v>0</c:v>
                </c:pt>
                <c:pt idx="81533">
                  <c:v>0</c:v>
                </c:pt>
                <c:pt idx="81534">
                  <c:v>0</c:v>
                </c:pt>
                <c:pt idx="81535">
                  <c:v>0</c:v>
                </c:pt>
                <c:pt idx="81536">
                  <c:v>0</c:v>
                </c:pt>
                <c:pt idx="81537">
                  <c:v>0</c:v>
                </c:pt>
                <c:pt idx="81538">
                  <c:v>0</c:v>
                </c:pt>
                <c:pt idx="81539">
                  <c:v>0</c:v>
                </c:pt>
                <c:pt idx="81540">
                  <c:v>0</c:v>
                </c:pt>
                <c:pt idx="81541">
                  <c:v>0</c:v>
                </c:pt>
                <c:pt idx="81542">
                  <c:v>0</c:v>
                </c:pt>
                <c:pt idx="81543">
                  <c:v>0</c:v>
                </c:pt>
                <c:pt idx="81544">
                  <c:v>0</c:v>
                </c:pt>
                <c:pt idx="81545">
                  <c:v>0</c:v>
                </c:pt>
                <c:pt idx="81546">
                  <c:v>0</c:v>
                </c:pt>
                <c:pt idx="81547">
                  <c:v>0</c:v>
                </c:pt>
                <c:pt idx="81548">
                  <c:v>0</c:v>
                </c:pt>
                <c:pt idx="81549">
                  <c:v>0</c:v>
                </c:pt>
                <c:pt idx="81550">
                  <c:v>0</c:v>
                </c:pt>
                <c:pt idx="81551">
                  <c:v>0</c:v>
                </c:pt>
                <c:pt idx="81552">
                  <c:v>0</c:v>
                </c:pt>
                <c:pt idx="81553">
                  <c:v>0</c:v>
                </c:pt>
                <c:pt idx="81554">
                  <c:v>0</c:v>
                </c:pt>
                <c:pt idx="81555">
                  <c:v>0</c:v>
                </c:pt>
                <c:pt idx="81556">
                  <c:v>0</c:v>
                </c:pt>
                <c:pt idx="81557">
                  <c:v>0</c:v>
                </c:pt>
                <c:pt idx="81558">
                  <c:v>0</c:v>
                </c:pt>
                <c:pt idx="81559">
                  <c:v>0</c:v>
                </c:pt>
                <c:pt idx="81560">
                  <c:v>0</c:v>
                </c:pt>
                <c:pt idx="81561">
                  <c:v>0</c:v>
                </c:pt>
                <c:pt idx="81562">
                  <c:v>0</c:v>
                </c:pt>
                <c:pt idx="81563">
                  <c:v>0</c:v>
                </c:pt>
                <c:pt idx="81564">
                  <c:v>0</c:v>
                </c:pt>
                <c:pt idx="81565">
                  <c:v>0</c:v>
                </c:pt>
                <c:pt idx="81566">
                  <c:v>0</c:v>
                </c:pt>
                <c:pt idx="81567">
                  <c:v>0</c:v>
                </c:pt>
                <c:pt idx="81568">
                  <c:v>0</c:v>
                </c:pt>
                <c:pt idx="81569">
                  <c:v>0</c:v>
                </c:pt>
                <c:pt idx="81570">
                  <c:v>0</c:v>
                </c:pt>
                <c:pt idx="81571">
                  <c:v>0</c:v>
                </c:pt>
                <c:pt idx="81572">
                  <c:v>0</c:v>
                </c:pt>
                <c:pt idx="81573">
                  <c:v>0</c:v>
                </c:pt>
                <c:pt idx="81574">
                  <c:v>0</c:v>
                </c:pt>
                <c:pt idx="81575">
                  <c:v>0</c:v>
                </c:pt>
                <c:pt idx="81576">
                  <c:v>0</c:v>
                </c:pt>
                <c:pt idx="81577">
                  <c:v>0</c:v>
                </c:pt>
                <c:pt idx="81578">
                  <c:v>0</c:v>
                </c:pt>
                <c:pt idx="81579">
                  <c:v>0</c:v>
                </c:pt>
                <c:pt idx="81580">
                  <c:v>0</c:v>
                </c:pt>
                <c:pt idx="81581">
                  <c:v>0</c:v>
                </c:pt>
                <c:pt idx="81582">
                  <c:v>0</c:v>
                </c:pt>
                <c:pt idx="81583">
                  <c:v>0</c:v>
                </c:pt>
                <c:pt idx="81584">
                  <c:v>0</c:v>
                </c:pt>
                <c:pt idx="81585">
                  <c:v>0</c:v>
                </c:pt>
                <c:pt idx="81586">
                  <c:v>0</c:v>
                </c:pt>
                <c:pt idx="81587">
                  <c:v>0</c:v>
                </c:pt>
                <c:pt idx="81588">
                  <c:v>0</c:v>
                </c:pt>
                <c:pt idx="81589">
                  <c:v>0</c:v>
                </c:pt>
                <c:pt idx="81590">
                  <c:v>0</c:v>
                </c:pt>
                <c:pt idx="81591">
                  <c:v>0</c:v>
                </c:pt>
                <c:pt idx="81592">
                  <c:v>0</c:v>
                </c:pt>
                <c:pt idx="81593">
                  <c:v>0</c:v>
                </c:pt>
                <c:pt idx="81594">
                  <c:v>0</c:v>
                </c:pt>
                <c:pt idx="81595">
                  <c:v>0</c:v>
                </c:pt>
                <c:pt idx="81596">
                  <c:v>0</c:v>
                </c:pt>
                <c:pt idx="81597">
                  <c:v>0</c:v>
                </c:pt>
                <c:pt idx="81598">
                  <c:v>0</c:v>
                </c:pt>
                <c:pt idx="81599">
                  <c:v>0</c:v>
                </c:pt>
                <c:pt idx="81600">
                  <c:v>0</c:v>
                </c:pt>
                <c:pt idx="81601">
                  <c:v>0</c:v>
                </c:pt>
                <c:pt idx="81602">
                  <c:v>0</c:v>
                </c:pt>
                <c:pt idx="81603">
                  <c:v>0</c:v>
                </c:pt>
                <c:pt idx="81604">
                  <c:v>0</c:v>
                </c:pt>
                <c:pt idx="81605">
                  <c:v>0</c:v>
                </c:pt>
                <c:pt idx="81606">
                  <c:v>0</c:v>
                </c:pt>
                <c:pt idx="81607">
                  <c:v>0</c:v>
                </c:pt>
                <c:pt idx="81608">
                  <c:v>0</c:v>
                </c:pt>
                <c:pt idx="81609">
                  <c:v>0</c:v>
                </c:pt>
                <c:pt idx="81610">
                  <c:v>0</c:v>
                </c:pt>
                <c:pt idx="81611">
                  <c:v>0</c:v>
                </c:pt>
                <c:pt idx="81612">
                  <c:v>0</c:v>
                </c:pt>
                <c:pt idx="81613">
                  <c:v>0</c:v>
                </c:pt>
                <c:pt idx="81614">
                  <c:v>0</c:v>
                </c:pt>
                <c:pt idx="81615">
                  <c:v>0</c:v>
                </c:pt>
                <c:pt idx="81616">
                  <c:v>0</c:v>
                </c:pt>
                <c:pt idx="81617">
                  <c:v>0</c:v>
                </c:pt>
                <c:pt idx="81618">
                  <c:v>0</c:v>
                </c:pt>
                <c:pt idx="81619">
                  <c:v>0</c:v>
                </c:pt>
                <c:pt idx="81620">
                  <c:v>0</c:v>
                </c:pt>
                <c:pt idx="81621">
                  <c:v>0</c:v>
                </c:pt>
                <c:pt idx="81622">
                  <c:v>0</c:v>
                </c:pt>
                <c:pt idx="81623">
                  <c:v>0</c:v>
                </c:pt>
                <c:pt idx="81624">
                  <c:v>0</c:v>
                </c:pt>
                <c:pt idx="81625">
                  <c:v>0</c:v>
                </c:pt>
                <c:pt idx="81626">
                  <c:v>0</c:v>
                </c:pt>
                <c:pt idx="81627">
                  <c:v>0</c:v>
                </c:pt>
                <c:pt idx="81628">
                  <c:v>0</c:v>
                </c:pt>
                <c:pt idx="81629">
                  <c:v>0</c:v>
                </c:pt>
                <c:pt idx="81630">
                  <c:v>0</c:v>
                </c:pt>
                <c:pt idx="81631">
                  <c:v>0</c:v>
                </c:pt>
                <c:pt idx="81632">
                  <c:v>0</c:v>
                </c:pt>
                <c:pt idx="81633">
                  <c:v>0</c:v>
                </c:pt>
                <c:pt idx="81634">
                  <c:v>0</c:v>
                </c:pt>
                <c:pt idx="81635">
                  <c:v>0</c:v>
                </c:pt>
                <c:pt idx="81636">
                  <c:v>0</c:v>
                </c:pt>
                <c:pt idx="81637">
                  <c:v>0</c:v>
                </c:pt>
                <c:pt idx="81638">
                  <c:v>0</c:v>
                </c:pt>
                <c:pt idx="81639">
                  <c:v>0</c:v>
                </c:pt>
                <c:pt idx="81640">
                  <c:v>0</c:v>
                </c:pt>
                <c:pt idx="81641">
                  <c:v>0</c:v>
                </c:pt>
                <c:pt idx="81642">
                  <c:v>0</c:v>
                </c:pt>
                <c:pt idx="81643">
                  <c:v>0</c:v>
                </c:pt>
                <c:pt idx="81644">
                  <c:v>0</c:v>
                </c:pt>
                <c:pt idx="81645">
                  <c:v>0</c:v>
                </c:pt>
                <c:pt idx="81646">
                  <c:v>0</c:v>
                </c:pt>
                <c:pt idx="81647">
                  <c:v>0</c:v>
                </c:pt>
                <c:pt idx="81648">
                  <c:v>0</c:v>
                </c:pt>
                <c:pt idx="81649">
                  <c:v>0</c:v>
                </c:pt>
                <c:pt idx="81650">
                  <c:v>0</c:v>
                </c:pt>
                <c:pt idx="81651">
                  <c:v>0</c:v>
                </c:pt>
                <c:pt idx="81652">
                  <c:v>0</c:v>
                </c:pt>
                <c:pt idx="81653">
                  <c:v>0</c:v>
                </c:pt>
                <c:pt idx="81654">
                  <c:v>0</c:v>
                </c:pt>
                <c:pt idx="81655">
                  <c:v>0</c:v>
                </c:pt>
                <c:pt idx="81656">
                  <c:v>0</c:v>
                </c:pt>
                <c:pt idx="81657">
                  <c:v>0</c:v>
                </c:pt>
                <c:pt idx="81658">
                  <c:v>0</c:v>
                </c:pt>
                <c:pt idx="81659">
                  <c:v>0</c:v>
                </c:pt>
                <c:pt idx="81660">
                  <c:v>0</c:v>
                </c:pt>
                <c:pt idx="81661">
                  <c:v>0</c:v>
                </c:pt>
                <c:pt idx="81662">
                  <c:v>0</c:v>
                </c:pt>
                <c:pt idx="81663">
                  <c:v>0</c:v>
                </c:pt>
                <c:pt idx="81664">
                  <c:v>0</c:v>
                </c:pt>
                <c:pt idx="81665">
                  <c:v>0</c:v>
                </c:pt>
                <c:pt idx="81666">
                  <c:v>0</c:v>
                </c:pt>
                <c:pt idx="81667">
                  <c:v>0</c:v>
                </c:pt>
                <c:pt idx="81668">
                  <c:v>0</c:v>
                </c:pt>
                <c:pt idx="81669">
                  <c:v>0</c:v>
                </c:pt>
                <c:pt idx="81670">
                  <c:v>0</c:v>
                </c:pt>
                <c:pt idx="81671">
                  <c:v>0</c:v>
                </c:pt>
                <c:pt idx="81672">
                  <c:v>0</c:v>
                </c:pt>
                <c:pt idx="81673">
                  <c:v>0</c:v>
                </c:pt>
                <c:pt idx="81674">
                  <c:v>0</c:v>
                </c:pt>
                <c:pt idx="81675">
                  <c:v>0</c:v>
                </c:pt>
                <c:pt idx="81676">
                  <c:v>0</c:v>
                </c:pt>
                <c:pt idx="81677">
                  <c:v>0</c:v>
                </c:pt>
                <c:pt idx="81678">
                  <c:v>0</c:v>
                </c:pt>
                <c:pt idx="81679">
                  <c:v>0</c:v>
                </c:pt>
                <c:pt idx="81680">
                  <c:v>0</c:v>
                </c:pt>
                <c:pt idx="81681">
                  <c:v>0</c:v>
                </c:pt>
                <c:pt idx="81682">
                  <c:v>0</c:v>
                </c:pt>
                <c:pt idx="81683">
                  <c:v>0</c:v>
                </c:pt>
                <c:pt idx="81684">
                  <c:v>0</c:v>
                </c:pt>
                <c:pt idx="81685">
                  <c:v>0</c:v>
                </c:pt>
                <c:pt idx="81686">
                  <c:v>0</c:v>
                </c:pt>
                <c:pt idx="81687">
                  <c:v>0</c:v>
                </c:pt>
                <c:pt idx="81688">
                  <c:v>0</c:v>
                </c:pt>
                <c:pt idx="81689">
                  <c:v>0</c:v>
                </c:pt>
                <c:pt idx="81690">
                  <c:v>0</c:v>
                </c:pt>
                <c:pt idx="81691">
                  <c:v>0</c:v>
                </c:pt>
                <c:pt idx="81692">
                  <c:v>0</c:v>
                </c:pt>
                <c:pt idx="81693">
                  <c:v>0</c:v>
                </c:pt>
                <c:pt idx="81694">
                  <c:v>0</c:v>
                </c:pt>
                <c:pt idx="81695">
                  <c:v>0</c:v>
                </c:pt>
                <c:pt idx="81696">
                  <c:v>0</c:v>
                </c:pt>
                <c:pt idx="81697">
                  <c:v>0</c:v>
                </c:pt>
                <c:pt idx="81698">
                  <c:v>0</c:v>
                </c:pt>
                <c:pt idx="81699">
                  <c:v>0</c:v>
                </c:pt>
                <c:pt idx="81700">
                  <c:v>0</c:v>
                </c:pt>
                <c:pt idx="81701">
                  <c:v>0</c:v>
                </c:pt>
                <c:pt idx="81702">
                  <c:v>0</c:v>
                </c:pt>
                <c:pt idx="81703">
                  <c:v>0</c:v>
                </c:pt>
                <c:pt idx="81704">
                  <c:v>0</c:v>
                </c:pt>
                <c:pt idx="81705">
                  <c:v>0</c:v>
                </c:pt>
                <c:pt idx="81706">
                  <c:v>0</c:v>
                </c:pt>
                <c:pt idx="81707">
                  <c:v>0</c:v>
                </c:pt>
                <c:pt idx="81708">
                  <c:v>0</c:v>
                </c:pt>
                <c:pt idx="81709">
                  <c:v>0</c:v>
                </c:pt>
                <c:pt idx="81710">
                  <c:v>0</c:v>
                </c:pt>
                <c:pt idx="81711">
                  <c:v>0</c:v>
                </c:pt>
                <c:pt idx="81712">
                  <c:v>0</c:v>
                </c:pt>
                <c:pt idx="81713">
                  <c:v>0</c:v>
                </c:pt>
                <c:pt idx="81714">
                  <c:v>0</c:v>
                </c:pt>
                <c:pt idx="81715">
                  <c:v>0</c:v>
                </c:pt>
                <c:pt idx="81716">
                  <c:v>0</c:v>
                </c:pt>
                <c:pt idx="81717">
                  <c:v>0</c:v>
                </c:pt>
                <c:pt idx="81718">
                  <c:v>0</c:v>
                </c:pt>
                <c:pt idx="81719">
                  <c:v>0</c:v>
                </c:pt>
                <c:pt idx="81720">
                  <c:v>0</c:v>
                </c:pt>
                <c:pt idx="81721">
                  <c:v>0</c:v>
                </c:pt>
                <c:pt idx="81722">
                  <c:v>0</c:v>
                </c:pt>
                <c:pt idx="81723">
                  <c:v>0</c:v>
                </c:pt>
                <c:pt idx="81724">
                  <c:v>0</c:v>
                </c:pt>
                <c:pt idx="81725">
                  <c:v>0</c:v>
                </c:pt>
                <c:pt idx="81726">
                  <c:v>0</c:v>
                </c:pt>
                <c:pt idx="81727">
                  <c:v>0</c:v>
                </c:pt>
                <c:pt idx="81728">
                  <c:v>0</c:v>
                </c:pt>
                <c:pt idx="81729">
                  <c:v>0</c:v>
                </c:pt>
                <c:pt idx="81730">
                  <c:v>0</c:v>
                </c:pt>
                <c:pt idx="81731">
                  <c:v>0</c:v>
                </c:pt>
                <c:pt idx="81732">
                  <c:v>0</c:v>
                </c:pt>
                <c:pt idx="81733">
                  <c:v>0</c:v>
                </c:pt>
                <c:pt idx="81734">
                  <c:v>0</c:v>
                </c:pt>
                <c:pt idx="81735">
                  <c:v>0</c:v>
                </c:pt>
                <c:pt idx="81736">
                  <c:v>0</c:v>
                </c:pt>
                <c:pt idx="81737">
                  <c:v>0</c:v>
                </c:pt>
                <c:pt idx="81738">
                  <c:v>0</c:v>
                </c:pt>
                <c:pt idx="81739">
                  <c:v>0</c:v>
                </c:pt>
                <c:pt idx="81740">
                  <c:v>0</c:v>
                </c:pt>
                <c:pt idx="81741">
                  <c:v>0</c:v>
                </c:pt>
                <c:pt idx="81742">
                  <c:v>0</c:v>
                </c:pt>
                <c:pt idx="81743">
                  <c:v>0</c:v>
                </c:pt>
                <c:pt idx="81744">
                  <c:v>0</c:v>
                </c:pt>
                <c:pt idx="81745">
                  <c:v>0</c:v>
                </c:pt>
                <c:pt idx="81746">
                  <c:v>0</c:v>
                </c:pt>
                <c:pt idx="81747">
                  <c:v>0</c:v>
                </c:pt>
                <c:pt idx="81748">
                  <c:v>0</c:v>
                </c:pt>
                <c:pt idx="81749">
                  <c:v>0</c:v>
                </c:pt>
                <c:pt idx="81750">
                  <c:v>0</c:v>
                </c:pt>
                <c:pt idx="81751">
                  <c:v>0</c:v>
                </c:pt>
                <c:pt idx="81752">
                  <c:v>0</c:v>
                </c:pt>
                <c:pt idx="81753">
                  <c:v>0</c:v>
                </c:pt>
                <c:pt idx="81754">
                  <c:v>0</c:v>
                </c:pt>
                <c:pt idx="81755">
                  <c:v>0</c:v>
                </c:pt>
                <c:pt idx="81756">
                  <c:v>0</c:v>
                </c:pt>
                <c:pt idx="81757">
                  <c:v>0</c:v>
                </c:pt>
                <c:pt idx="81758">
                  <c:v>0</c:v>
                </c:pt>
                <c:pt idx="81759">
                  <c:v>0</c:v>
                </c:pt>
                <c:pt idx="81760">
                  <c:v>0</c:v>
                </c:pt>
                <c:pt idx="81761">
                  <c:v>0</c:v>
                </c:pt>
                <c:pt idx="81762">
                  <c:v>0</c:v>
                </c:pt>
                <c:pt idx="81763">
                  <c:v>0</c:v>
                </c:pt>
                <c:pt idx="81764">
                  <c:v>0</c:v>
                </c:pt>
                <c:pt idx="81765">
                  <c:v>0</c:v>
                </c:pt>
                <c:pt idx="81766">
                  <c:v>0</c:v>
                </c:pt>
                <c:pt idx="81767">
                  <c:v>0</c:v>
                </c:pt>
                <c:pt idx="81768">
                  <c:v>0</c:v>
                </c:pt>
                <c:pt idx="81769">
                  <c:v>0</c:v>
                </c:pt>
                <c:pt idx="81770">
                  <c:v>0</c:v>
                </c:pt>
                <c:pt idx="81771">
                  <c:v>0</c:v>
                </c:pt>
                <c:pt idx="81772">
                  <c:v>0</c:v>
                </c:pt>
                <c:pt idx="81773">
                  <c:v>0</c:v>
                </c:pt>
                <c:pt idx="81774">
                  <c:v>0</c:v>
                </c:pt>
                <c:pt idx="81775">
                  <c:v>0</c:v>
                </c:pt>
                <c:pt idx="81776">
                  <c:v>0</c:v>
                </c:pt>
                <c:pt idx="81777">
                  <c:v>0</c:v>
                </c:pt>
                <c:pt idx="81778">
                  <c:v>0</c:v>
                </c:pt>
                <c:pt idx="81779">
                  <c:v>0</c:v>
                </c:pt>
                <c:pt idx="81780">
                  <c:v>0</c:v>
                </c:pt>
                <c:pt idx="81781">
                  <c:v>0</c:v>
                </c:pt>
                <c:pt idx="81782">
                  <c:v>0</c:v>
                </c:pt>
                <c:pt idx="81783">
                  <c:v>0</c:v>
                </c:pt>
                <c:pt idx="81784">
                  <c:v>0</c:v>
                </c:pt>
                <c:pt idx="81785">
                  <c:v>0</c:v>
                </c:pt>
                <c:pt idx="81786">
                  <c:v>0</c:v>
                </c:pt>
                <c:pt idx="81787">
                  <c:v>0</c:v>
                </c:pt>
                <c:pt idx="81788">
                  <c:v>0</c:v>
                </c:pt>
                <c:pt idx="81789">
                  <c:v>0</c:v>
                </c:pt>
                <c:pt idx="81790">
                  <c:v>0</c:v>
                </c:pt>
                <c:pt idx="81791">
                  <c:v>0</c:v>
                </c:pt>
                <c:pt idx="81792">
                  <c:v>0</c:v>
                </c:pt>
                <c:pt idx="81793">
                  <c:v>0</c:v>
                </c:pt>
                <c:pt idx="81794">
                  <c:v>0</c:v>
                </c:pt>
                <c:pt idx="81795">
                  <c:v>0</c:v>
                </c:pt>
                <c:pt idx="81796">
                  <c:v>0</c:v>
                </c:pt>
                <c:pt idx="81797">
                  <c:v>0</c:v>
                </c:pt>
                <c:pt idx="81798">
                  <c:v>0</c:v>
                </c:pt>
                <c:pt idx="81799">
                  <c:v>0</c:v>
                </c:pt>
                <c:pt idx="81800">
                  <c:v>0</c:v>
                </c:pt>
                <c:pt idx="81801">
                  <c:v>0</c:v>
                </c:pt>
                <c:pt idx="81802">
                  <c:v>0</c:v>
                </c:pt>
                <c:pt idx="81803">
                  <c:v>0</c:v>
                </c:pt>
                <c:pt idx="81804">
                  <c:v>0</c:v>
                </c:pt>
                <c:pt idx="81805">
                  <c:v>0</c:v>
                </c:pt>
                <c:pt idx="81806">
                  <c:v>0</c:v>
                </c:pt>
                <c:pt idx="81807">
                  <c:v>0</c:v>
                </c:pt>
                <c:pt idx="81808">
                  <c:v>0</c:v>
                </c:pt>
                <c:pt idx="81809">
                  <c:v>0</c:v>
                </c:pt>
                <c:pt idx="81810">
                  <c:v>0</c:v>
                </c:pt>
                <c:pt idx="81811">
                  <c:v>0</c:v>
                </c:pt>
                <c:pt idx="81812">
                  <c:v>0</c:v>
                </c:pt>
                <c:pt idx="81813">
                  <c:v>0</c:v>
                </c:pt>
                <c:pt idx="81814">
                  <c:v>0</c:v>
                </c:pt>
                <c:pt idx="81815">
                  <c:v>0</c:v>
                </c:pt>
                <c:pt idx="81816">
                  <c:v>0</c:v>
                </c:pt>
                <c:pt idx="81817">
                  <c:v>0</c:v>
                </c:pt>
                <c:pt idx="81818">
                  <c:v>0</c:v>
                </c:pt>
                <c:pt idx="81819">
                  <c:v>0</c:v>
                </c:pt>
                <c:pt idx="81820">
                  <c:v>0</c:v>
                </c:pt>
                <c:pt idx="81821">
                  <c:v>0</c:v>
                </c:pt>
                <c:pt idx="81822">
                  <c:v>0</c:v>
                </c:pt>
                <c:pt idx="81823">
                  <c:v>0</c:v>
                </c:pt>
                <c:pt idx="81824">
                  <c:v>0</c:v>
                </c:pt>
                <c:pt idx="81825">
                  <c:v>0</c:v>
                </c:pt>
                <c:pt idx="81826">
                  <c:v>0</c:v>
                </c:pt>
                <c:pt idx="81827">
                  <c:v>0</c:v>
                </c:pt>
                <c:pt idx="81828">
                  <c:v>0</c:v>
                </c:pt>
                <c:pt idx="81829">
                  <c:v>0</c:v>
                </c:pt>
                <c:pt idx="81830">
                  <c:v>0</c:v>
                </c:pt>
                <c:pt idx="81831">
                  <c:v>0</c:v>
                </c:pt>
                <c:pt idx="81832">
                  <c:v>0</c:v>
                </c:pt>
                <c:pt idx="81833">
                  <c:v>0</c:v>
                </c:pt>
                <c:pt idx="81834">
                  <c:v>0</c:v>
                </c:pt>
                <c:pt idx="81835">
                  <c:v>0</c:v>
                </c:pt>
                <c:pt idx="81836">
                  <c:v>0</c:v>
                </c:pt>
                <c:pt idx="81837">
                  <c:v>0</c:v>
                </c:pt>
                <c:pt idx="81838">
                  <c:v>0</c:v>
                </c:pt>
                <c:pt idx="81839">
                  <c:v>0</c:v>
                </c:pt>
                <c:pt idx="81840">
                  <c:v>0</c:v>
                </c:pt>
                <c:pt idx="81841">
                  <c:v>0</c:v>
                </c:pt>
                <c:pt idx="81842">
                  <c:v>0</c:v>
                </c:pt>
                <c:pt idx="81843">
                  <c:v>0</c:v>
                </c:pt>
                <c:pt idx="81844">
                  <c:v>0</c:v>
                </c:pt>
                <c:pt idx="81845">
                  <c:v>0</c:v>
                </c:pt>
                <c:pt idx="81846">
                  <c:v>0</c:v>
                </c:pt>
                <c:pt idx="81847">
                  <c:v>0</c:v>
                </c:pt>
                <c:pt idx="81848">
                  <c:v>0</c:v>
                </c:pt>
                <c:pt idx="81849">
                  <c:v>0</c:v>
                </c:pt>
                <c:pt idx="81850">
                  <c:v>0</c:v>
                </c:pt>
                <c:pt idx="81851">
                  <c:v>0</c:v>
                </c:pt>
                <c:pt idx="81852">
                  <c:v>0</c:v>
                </c:pt>
                <c:pt idx="81853">
                  <c:v>0</c:v>
                </c:pt>
                <c:pt idx="81854">
                  <c:v>0</c:v>
                </c:pt>
                <c:pt idx="81855">
                  <c:v>0</c:v>
                </c:pt>
                <c:pt idx="81856">
                  <c:v>0</c:v>
                </c:pt>
                <c:pt idx="81857">
                  <c:v>0</c:v>
                </c:pt>
                <c:pt idx="81858">
                  <c:v>0</c:v>
                </c:pt>
                <c:pt idx="81859">
                  <c:v>0</c:v>
                </c:pt>
                <c:pt idx="81860">
                  <c:v>0</c:v>
                </c:pt>
                <c:pt idx="81861">
                  <c:v>0</c:v>
                </c:pt>
                <c:pt idx="81862">
                  <c:v>0</c:v>
                </c:pt>
                <c:pt idx="81863">
                  <c:v>0</c:v>
                </c:pt>
                <c:pt idx="81864">
                  <c:v>0</c:v>
                </c:pt>
                <c:pt idx="81865">
                  <c:v>0</c:v>
                </c:pt>
                <c:pt idx="81866">
                  <c:v>0</c:v>
                </c:pt>
                <c:pt idx="81867">
                  <c:v>0</c:v>
                </c:pt>
                <c:pt idx="81868">
                  <c:v>0</c:v>
                </c:pt>
                <c:pt idx="81869">
                  <c:v>0</c:v>
                </c:pt>
                <c:pt idx="81870">
                  <c:v>0</c:v>
                </c:pt>
                <c:pt idx="81871">
                  <c:v>0</c:v>
                </c:pt>
                <c:pt idx="81872">
                  <c:v>0</c:v>
                </c:pt>
                <c:pt idx="81873">
                  <c:v>0</c:v>
                </c:pt>
                <c:pt idx="81874">
                  <c:v>0</c:v>
                </c:pt>
                <c:pt idx="81875">
                  <c:v>0</c:v>
                </c:pt>
                <c:pt idx="81876">
                  <c:v>0</c:v>
                </c:pt>
                <c:pt idx="81877">
                  <c:v>0</c:v>
                </c:pt>
                <c:pt idx="81878">
                  <c:v>0</c:v>
                </c:pt>
                <c:pt idx="81879">
                  <c:v>0</c:v>
                </c:pt>
                <c:pt idx="81880">
                  <c:v>0</c:v>
                </c:pt>
                <c:pt idx="81881">
                  <c:v>0</c:v>
                </c:pt>
                <c:pt idx="81882">
                  <c:v>0</c:v>
                </c:pt>
                <c:pt idx="81883">
                  <c:v>0</c:v>
                </c:pt>
                <c:pt idx="81884">
                  <c:v>0</c:v>
                </c:pt>
                <c:pt idx="81885">
                  <c:v>0</c:v>
                </c:pt>
                <c:pt idx="81886">
                  <c:v>0</c:v>
                </c:pt>
                <c:pt idx="81887">
                  <c:v>0</c:v>
                </c:pt>
                <c:pt idx="81888">
                  <c:v>0</c:v>
                </c:pt>
                <c:pt idx="81889">
                  <c:v>0</c:v>
                </c:pt>
                <c:pt idx="81890">
                  <c:v>0</c:v>
                </c:pt>
                <c:pt idx="81891">
                  <c:v>0</c:v>
                </c:pt>
                <c:pt idx="81892">
                  <c:v>0</c:v>
                </c:pt>
                <c:pt idx="81893">
                  <c:v>0</c:v>
                </c:pt>
                <c:pt idx="81894">
                  <c:v>0</c:v>
                </c:pt>
                <c:pt idx="81895">
                  <c:v>0</c:v>
                </c:pt>
                <c:pt idx="81896">
                  <c:v>0</c:v>
                </c:pt>
                <c:pt idx="81897">
                  <c:v>0</c:v>
                </c:pt>
                <c:pt idx="81898">
                  <c:v>0</c:v>
                </c:pt>
                <c:pt idx="81899">
                  <c:v>0</c:v>
                </c:pt>
                <c:pt idx="81900">
                  <c:v>0</c:v>
                </c:pt>
                <c:pt idx="81901">
                  <c:v>0</c:v>
                </c:pt>
                <c:pt idx="81902">
                  <c:v>0</c:v>
                </c:pt>
                <c:pt idx="81903">
                  <c:v>0</c:v>
                </c:pt>
                <c:pt idx="81904">
                  <c:v>0</c:v>
                </c:pt>
                <c:pt idx="81905">
                  <c:v>0</c:v>
                </c:pt>
                <c:pt idx="81906">
                  <c:v>0</c:v>
                </c:pt>
                <c:pt idx="81907">
                  <c:v>0</c:v>
                </c:pt>
                <c:pt idx="81908">
                  <c:v>0</c:v>
                </c:pt>
                <c:pt idx="81909">
                  <c:v>0</c:v>
                </c:pt>
                <c:pt idx="81910">
                  <c:v>0</c:v>
                </c:pt>
                <c:pt idx="81911">
                  <c:v>0</c:v>
                </c:pt>
                <c:pt idx="81912">
                  <c:v>0</c:v>
                </c:pt>
                <c:pt idx="81913">
                  <c:v>0</c:v>
                </c:pt>
                <c:pt idx="81914">
                  <c:v>0</c:v>
                </c:pt>
                <c:pt idx="81915">
                  <c:v>0</c:v>
                </c:pt>
                <c:pt idx="81916">
                  <c:v>0</c:v>
                </c:pt>
                <c:pt idx="81917">
                  <c:v>0</c:v>
                </c:pt>
                <c:pt idx="81918">
                  <c:v>0</c:v>
                </c:pt>
                <c:pt idx="81919">
                  <c:v>0</c:v>
                </c:pt>
                <c:pt idx="81920">
                  <c:v>0</c:v>
                </c:pt>
                <c:pt idx="81921">
                  <c:v>0</c:v>
                </c:pt>
                <c:pt idx="81922">
                  <c:v>0</c:v>
                </c:pt>
                <c:pt idx="81923">
                  <c:v>0</c:v>
                </c:pt>
                <c:pt idx="81924">
                  <c:v>0</c:v>
                </c:pt>
                <c:pt idx="81925">
                  <c:v>0</c:v>
                </c:pt>
                <c:pt idx="81926">
                  <c:v>0</c:v>
                </c:pt>
                <c:pt idx="81927">
                  <c:v>0</c:v>
                </c:pt>
                <c:pt idx="81928">
                  <c:v>0</c:v>
                </c:pt>
                <c:pt idx="81929">
                  <c:v>0</c:v>
                </c:pt>
                <c:pt idx="81930">
                  <c:v>0</c:v>
                </c:pt>
                <c:pt idx="81931">
                  <c:v>0</c:v>
                </c:pt>
                <c:pt idx="81932">
                  <c:v>0</c:v>
                </c:pt>
                <c:pt idx="81933">
                  <c:v>0</c:v>
                </c:pt>
                <c:pt idx="81934">
                  <c:v>0</c:v>
                </c:pt>
                <c:pt idx="81935">
                  <c:v>0</c:v>
                </c:pt>
                <c:pt idx="81936">
                  <c:v>0</c:v>
                </c:pt>
                <c:pt idx="81937">
                  <c:v>0</c:v>
                </c:pt>
                <c:pt idx="81938">
                  <c:v>0</c:v>
                </c:pt>
                <c:pt idx="81939">
                  <c:v>0</c:v>
                </c:pt>
                <c:pt idx="81940">
                  <c:v>0</c:v>
                </c:pt>
                <c:pt idx="81941">
                  <c:v>0</c:v>
                </c:pt>
                <c:pt idx="81942">
                  <c:v>0</c:v>
                </c:pt>
                <c:pt idx="81943">
                  <c:v>0</c:v>
                </c:pt>
                <c:pt idx="81944">
                  <c:v>0</c:v>
                </c:pt>
                <c:pt idx="81945">
                  <c:v>0</c:v>
                </c:pt>
                <c:pt idx="81946">
                  <c:v>0</c:v>
                </c:pt>
                <c:pt idx="81947">
                  <c:v>0</c:v>
                </c:pt>
                <c:pt idx="81948">
                  <c:v>0</c:v>
                </c:pt>
                <c:pt idx="81949">
                  <c:v>0</c:v>
                </c:pt>
                <c:pt idx="81950">
                  <c:v>0</c:v>
                </c:pt>
                <c:pt idx="81951">
                  <c:v>0</c:v>
                </c:pt>
                <c:pt idx="81952">
                  <c:v>0</c:v>
                </c:pt>
                <c:pt idx="81953">
                  <c:v>0</c:v>
                </c:pt>
                <c:pt idx="81954">
                  <c:v>0</c:v>
                </c:pt>
                <c:pt idx="81955">
                  <c:v>0</c:v>
                </c:pt>
                <c:pt idx="81956">
                  <c:v>0</c:v>
                </c:pt>
                <c:pt idx="81957">
                  <c:v>0</c:v>
                </c:pt>
                <c:pt idx="81958">
                  <c:v>0</c:v>
                </c:pt>
                <c:pt idx="81959">
                  <c:v>0</c:v>
                </c:pt>
                <c:pt idx="81960">
                  <c:v>0</c:v>
                </c:pt>
                <c:pt idx="81961">
                  <c:v>0</c:v>
                </c:pt>
                <c:pt idx="81962">
                  <c:v>0</c:v>
                </c:pt>
                <c:pt idx="81963">
                  <c:v>0</c:v>
                </c:pt>
                <c:pt idx="81964">
                  <c:v>0</c:v>
                </c:pt>
                <c:pt idx="81965">
                  <c:v>0</c:v>
                </c:pt>
                <c:pt idx="81966">
                  <c:v>0</c:v>
                </c:pt>
                <c:pt idx="81967">
                  <c:v>0</c:v>
                </c:pt>
                <c:pt idx="81968">
                  <c:v>0</c:v>
                </c:pt>
                <c:pt idx="81969">
                  <c:v>0</c:v>
                </c:pt>
                <c:pt idx="81970">
                  <c:v>0</c:v>
                </c:pt>
                <c:pt idx="81971">
                  <c:v>0</c:v>
                </c:pt>
                <c:pt idx="81972">
                  <c:v>0</c:v>
                </c:pt>
                <c:pt idx="81973">
                  <c:v>0</c:v>
                </c:pt>
                <c:pt idx="81974">
                  <c:v>0</c:v>
                </c:pt>
                <c:pt idx="81975">
                  <c:v>0</c:v>
                </c:pt>
                <c:pt idx="81976">
                  <c:v>0</c:v>
                </c:pt>
                <c:pt idx="81977">
                  <c:v>0</c:v>
                </c:pt>
                <c:pt idx="81978">
                  <c:v>0</c:v>
                </c:pt>
                <c:pt idx="81979">
                  <c:v>0</c:v>
                </c:pt>
                <c:pt idx="81980">
                  <c:v>0</c:v>
                </c:pt>
                <c:pt idx="81981">
                  <c:v>0</c:v>
                </c:pt>
                <c:pt idx="81982">
                  <c:v>0</c:v>
                </c:pt>
                <c:pt idx="81983">
                  <c:v>0</c:v>
                </c:pt>
                <c:pt idx="81984">
                  <c:v>0</c:v>
                </c:pt>
                <c:pt idx="81985">
                  <c:v>0</c:v>
                </c:pt>
                <c:pt idx="81986">
                  <c:v>0</c:v>
                </c:pt>
                <c:pt idx="81987">
                  <c:v>0</c:v>
                </c:pt>
                <c:pt idx="81988">
                  <c:v>0</c:v>
                </c:pt>
                <c:pt idx="81989">
                  <c:v>0</c:v>
                </c:pt>
                <c:pt idx="81990">
                  <c:v>0</c:v>
                </c:pt>
                <c:pt idx="81991">
                  <c:v>0</c:v>
                </c:pt>
                <c:pt idx="81992">
                  <c:v>0</c:v>
                </c:pt>
                <c:pt idx="81993">
                  <c:v>0</c:v>
                </c:pt>
                <c:pt idx="81994">
                  <c:v>0</c:v>
                </c:pt>
                <c:pt idx="81995">
                  <c:v>0</c:v>
                </c:pt>
                <c:pt idx="81996">
                  <c:v>0</c:v>
                </c:pt>
                <c:pt idx="81997">
                  <c:v>0</c:v>
                </c:pt>
                <c:pt idx="81998">
                  <c:v>0</c:v>
                </c:pt>
                <c:pt idx="81999">
                  <c:v>0</c:v>
                </c:pt>
                <c:pt idx="82000">
                  <c:v>0</c:v>
                </c:pt>
                <c:pt idx="82001">
                  <c:v>0</c:v>
                </c:pt>
                <c:pt idx="82002">
                  <c:v>0</c:v>
                </c:pt>
                <c:pt idx="82003">
                  <c:v>0</c:v>
                </c:pt>
                <c:pt idx="82004">
                  <c:v>0</c:v>
                </c:pt>
                <c:pt idx="82005">
                  <c:v>0</c:v>
                </c:pt>
                <c:pt idx="82006">
                  <c:v>0</c:v>
                </c:pt>
                <c:pt idx="82007">
                  <c:v>0</c:v>
                </c:pt>
                <c:pt idx="82008">
                  <c:v>0</c:v>
                </c:pt>
                <c:pt idx="82009">
                  <c:v>0</c:v>
                </c:pt>
                <c:pt idx="82010">
                  <c:v>0</c:v>
                </c:pt>
                <c:pt idx="82011">
                  <c:v>0</c:v>
                </c:pt>
                <c:pt idx="82012">
                  <c:v>0</c:v>
                </c:pt>
                <c:pt idx="82013">
                  <c:v>0</c:v>
                </c:pt>
                <c:pt idx="82014">
                  <c:v>0</c:v>
                </c:pt>
                <c:pt idx="82015">
                  <c:v>0</c:v>
                </c:pt>
                <c:pt idx="82016">
                  <c:v>0</c:v>
                </c:pt>
                <c:pt idx="82017">
                  <c:v>0</c:v>
                </c:pt>
                <c:pt idx="82018">
                  <c:v>0</c:v>
                </c:pt>
                <c:pt idx="82019">
                  <c:v>0</c:v>
                </c:pt>
                <c:pt idx="82020">
                  <c:v>0</c:v>
                </c:pt>
                <c:pt idx="82021">
                  <c:v>0</c:v>
                </c:pt>
                <c:pt idx="82022">
                  <c:v>0</c:v>
                </c:pt>
                <c:pt idx="82023">
                  <c:v>0</c:v>
                </c:pt>
                <c:pt idx="82024">
                  <c:v>0</c:v>
                </c:pt>
                <c:pt idx="82025">
                  <c:v>0</c:v>
                </c:pt>
                <c:pt idx="82026">
                  <c:v>0</c:v>
                </c:pt>
                <c:pt idx="82027">
                  <c:v>0</c:v>
                </c:pt>
                <c:pt idx="82028">
                  <c:v>0</c:v>
                </c:pt>
                <c:pt idx="82029">
                  <c:v>0</c:v>
                </c:pt>
                <c:pt idx="82030">
                  <c:v>0</c:v>
                </c:pt>
                <c:pt idx="82031">
                  <c:v>0</c:v>
                </c:pt>
                <c:pt idx="82032">
                  <c:v>0</c:v>
                </c:pt>
                <c:pt idx="82033">
                  <c:v>0</c:v>
                </c:pt>
                <c:pt idx="82034">
                  <c:v>0</c:v>
                </c:pt>
                <c:pt idx="82035">
                  <c:v>0</c:v>
                </c:pt>
                <c:pt idx="82036">
                  <c:v>0</c:v>
                </c:pt>
                <c:pt idx="82037">
                  <c:v>0</c:v>
                </c:pt>
                <c:pt idx="82038">
                  <c:v>0</c:v>
                </c:pt>
                <c:pt idx="82039">
                  <c:v>0</c:v>
                </c:pt>
                <c:pt idx="82040">
                  <c:v>0</c:v>
                </c:pt>
                <c:pt idx="82041">
                  <c:v>0</c:v>
                </c:pt>
                <c:pt idx="82042">
                  <c:v>0</c:v>
                </c:pt>
                <c:pt idx="82043">
                  <c:v>0</c:v>
                </c:pt>
                <c:pt idx="82044">
                  <c:v>0</c:v>
                </c:pt>
                <c:pt idx="82045">
                  <c:v>0</c:v>
                </c:pt>
                <c:pt idx="82046">
                  <c:v>0</c:v>
                </c:pt>
                <c:pt idx="82047">
                  <c:v>0</c:v>
                </c:pt>
                <c:pt idx="82048">
                  <c:v>0</c:v>
                </c:pt>
                <c:pt idx="82049">
                  <c:v>0</c:v>
                </c:pt>
                <c:pt idx="82050">
                  <c:v>0</c:v>
                </c:pt>
                <c:pt idx="82051">
                  <c:v>0</c:v>
                </c:pt>
                <c:pt idx="82052">
                  <c:v>0</c:v>
                </c:pt>
                <c:pt idx="82053">
                  <c:v>0</c:v>
                </c:pt>
                <c:pt idx="82054">
                  <c:v>0</c:v>
                </c:pt>
                <c:pt idx="82055">
                  <c:v>0</c:v>
                </c:pt>
                <c:pt idx="82056">
                  <c:v>0</c:v>
                </c:pt>
                <c:pt idx="82057">
                  <c:v>0</c:v>
                </c:pt>
                <c:pt idx="82058">
                  <c:v>0</c:v>
                </c:pt>
                <c:pt idx="82059">
                  <c:v>0</c:v>
                </c:pt>
                <c:pt idx="82060">
                  <c:v>0</c:v>
                </c:pt>
                <c:pt idx="82061">
                  <c:v>0</c:v>
                </c:pt>
                <c:pt idx="82062">
                  <c:v>0</c:v>
                </c:pt>
                <c:pt idx="82063">
                  <c:v>0</c:v>
                </c:pt>
                <c:pt idx="82064">
                  <c:v>0</c:v>
                </c:pt>
                <c:pt idx="82065">
                  <c:v>0</c:v>
                </c:pt>
                <c:pt idx="82066">
                  <c:v>0</c:v>
                </c:pt>
                <c:pt idx="82067">
                  <c:v>0</c:v>
                </c:pt>
                <c:pt idx="82068">
                  <c:v>0</c:v>
                </c:pt>
                <c:pt idx="82069">
                  <c:v>0</c:v>
                </c:pt>
                <c:pt idx="82070">
                  <c:v>0</c:v>
                </c:pt>
                <c:pt idx="82071">
                  <c:v>0</c:v>
                </c:pt>
                <c:pt idx="82072">
                  <c:v>0</c:v>
                </c:pt>
                <c:pt idx="82073">
                  <c:v>0</c:v>
                </c:pt>
                <c:pt idx="82074">
                  <c:v>0</c:v>
                </c:pt>
                <c:pt idx="82075">
                  <c:v>0</c:v>
                </c:pt>
                <c:pt idx="82076">
                  <c:v>0</c:v>
                </c:pt>
                <c:pt idx="82077">
                  <c:v>0</c:v>
                </c:pt>
                <c:pt idx="82078">
                  <c:v>0</c:v>
                </c:pt>
                <c:pt idx="82079">
                  <c:v>0</c:v>
                </c:pt>
                <c:pt idx="82080">
                  <c:v>0</c:v>
                </c:pt>
                <c:pt idx="82081">
                  <c:v>0</c:v>
                </c:pt>
                <c:pt idx="82082">
                  <c:v>0</c:v>
                </c:pt>
                <c:pt idx="82083">
                  <c:v>0</c:v>
                </c:pt>
                <c:pt idx="82084">
                  <c:v>0</c:v>
                </c:pt>
                <c:pt idx="82085">
                  <c:v>0</c:v>
                </c:pt>
                <c:pt idx="82086">
                  <c:v>0</c:v>
                </c:pt>
                <c:pt idx="82087">
                  <c:v>0</c:v>
                </c:pt>
                <c:pt idx="82088">
                  <c:v>0</c:v>
                </c:pt>
                <c:pt idx="82089">
                  <c:v>0</c:v>
                </c:pt>
                <c:pt idx="82090">
                  <c:v>0</c:v>
                </c:pt>
                <c:pt idx="82091">
                  <c:v>0</c:v>
                </c:pt>
                <c:pt idx="82092">
                  <c:v>0</c:v>
                </c:pt>
                <c:pt idx="82093">
                  <c:v>0</c:v>
                </c:pt>
                <c:pt idx="82094">
                  <c:v>0</c:v>
                </c:pt>
                <c:pt idx="82095">
                  <c:v>0</c:v>
                </c:pt>
                <c:pt idx="82096">
                  <c:v>0</c:v>
                </c:pt>
                <c:pt idx="82097">
                  <c:v>0</c:v>
                </c:pt>
                <c:pt idx="82098">
                  <c:v>0</c:v>
                </c:pt>
                <c:pt idx="82099">
                  <c:v>0</c:v>
                </c:pt>
                <c:pt idx="82100">
                  <c:v>0</c:v>
                </c:pt>
                <c:pt idx="82101">
                  <c:v>0</c:v>
                </c:pt>
                <c:pt idx="82102">
                  <c:v>0</c:v>
                </c:pt>
                <c:pt idx="82103">
                  <c:v>0</c:v>
                </c:pt>
                <c:pt idx="82104">
                  <c:v>0</c:v>
                </c:pt>
                <c:pt idx="82105">
                  <c:v>0</c:v>
                </c:pt>
                <c:pt idx="82106">
                  <c:v>0</c:v>
                </c:pt>
                <c:pt idx="82107">
                  <c:v>0</c:v>
                </c:pt>
                <c:pt idx="82108">
                  <c:v>0</c:v>
                </c:pt>
                <c:pt idx="82109">
                  <c:v>0</c:v>
                </c:pt>
                <c:pt idx="82110">
                  <c:v>0</c:v>
                </c:pt>
                <c:pt idx="82111">
                  <c:v>0</c:v>
                </c:pt>
                <c:pt idx="82112">
                  <c:v>0</c:v>
                </c:pt>
                <c:pt idx="82113">
                  <c:v>0</c:v>
                </c:pt>
                <c:pt idx="82114">
                  <c:v>0</c:v>
                </c:pt>
                <c:pt idx="82115">
                  <c:v>0</c:v>
                </c:pt>
                <c:pt idx="82116">
                  <c:v>0</c:v>
                </c:pt>
                <c:pt idx="82117">
                  <c:v>0</c:v>
                </c:pt>
                <c:pt idx="82118">
                  <c:v>0</c:v>
                </c:pt>
                <c:pt idx="82119">
                  <c:v>0</c:v>
                </c:pt>
                <c:pt idx="82120">
                  <c:v>0</c:v>
                </c:pt>
                <c:pt idx="82121">
                  <c:v>0</c:v>
                </c:pt>
                <c:pt idx="82122">
                  <c:v>0</c:v>
                </c:pt>
                <c:pt idx="82123">
                  <c:v>0</c:v>
                </c:pt>
                <c:pt idx="82124">
                  <c:v>0</c:v>
                </c:pt>
                <c:pt idx="82125">
                  <c:v>0</c:v>
                </c:pt>
                <c:pt idx="82126">
                  <c:v>0</c:v>
                </c:pt>
                <c:pt idx="82127">
                  <c:v>0</c:v>
                </c:pt>
                <c:pt idx="82128">
                  <c:v>0</c:v>
                </c:pt>
                <c:pt idx="82129">
                  <c:v>0</c:v>
                </c:pt>
                <c:pt idx="82130">
                  <c:v>0</c:v>
                </c:pt>
                <c:pt idx="82131">
                  <c:v>0</c:v>
                </c:pt>
                <c:pt idx="82132">
                  <c:v>0</c:v>
                </c:pt>
                <c:pt idx="82133">
                  <c:v>0</c:v>
                </c:pt>
                <c:pt idx="82134">
                  <c:v>0</c:v>
                </c:pt>
                <c:pt idx="82135">
                  <c:v>0</c:v>
                </c:pt>
                <c:pt idx="82136">
                  <c:v>0</c:v>
                </c:pt>
                <c:pt idx="82137">
                  <c:v>0</c:v>
                </c:pt>
                <c:pt idx="82138">
                  <c:v>0</c:v>
                </c:pt>
                <c:pt idx="82139">
                  <c:v>0</c:v>
                </c:pt>
                <c:pt idx="82140">
                  <c:v>0</c:v>
                </c:pt>
                <c:pt idx="82141">
                  <c:v>0</c:v>
                </c:pt>
                <c:pt idx="82142">
                  <c:v>0</c:v>
                </c:pt>
                <c:pt idx="82143">
                  <c:v>0</c:v>
                </c:pt>
                <c:pt idx="82144">
                  <c:v>0</c:v>
                </c:pt>
                <c:pt idx="82145">
                  <c:v>0</c:v>
                </c:pt>
                <c:pt idx="82146">
                  <c:v>0</c:v>
                </c:pt>
                <c:pt idx="82147">
                  <c:v>0</c:v>
                </c:pt>
                <c:pt idx="82148">
                  <c:v>0</c:v>
                </c:pt>
                <c:pt idx="82149">
                  <c:v>0</c:v>
                </c:pt>
                <c:pt idx="82150">
                  <c:v>0</c:v>
                </c:pt>
                <c:pt idx="82151">
                  <c:v>0</c:v>
                </c:pt>
                <c:pt idx="82152">
                  <c:v>0</c:v>
                </c:pt>
                <c:pt idx="82153">
                  <c:v>0</c:v>
                </c:pt>
                <c:pt idx="82154">
                  <c:v>0</c:v>
                </c:pt>
                <c:pt idx="82155">
                  <c:v>0</c:v>
                </c:pt>
                <c:pt idx="82156">
                  <c:v>0</c:v>
                </c:pt>
                <c:pt idx="82157">
                  <c:v>0</c:v>
                </c:pt>
                <c:pt idx="82158">
                  <c:v>0</c:v>
                </c:pt>
                <c:pt idx="82159">
                  <c:v>0</c:v>
                </c:pt>
                <c:pt idx="82160">
                  <c:v>0</c:v>
                </c:pt>
                <c:pt idx="82161">
                  <c:v>0</c:v>
                </c:pt>
                <c:pt idx="82162">
                  <c:v>0</c:v>
                </c:pt>
                <c:pt idx="82163">
                  <c:v>0</c:v>
                </c:pt>
                <c:pt idx="82164">
                  <c:v>0</c:v>
                </c:pt>
                <c:pt idx="82165">
                  <c:v>0</c:v>
                </c:pt>
                <c:pt idx="82166">
                  <c:v>0</c:v>
                </c:pt>
                <c:pt idx="82167">
                  <c:v>0</c:v>
                </c:pt>
                <c:pt idx="82168">
                  <c:v>0</c:v>
                </c:pt>
                <c:pt idx="82169">
                  <c:v>0</c:v>
                </c:pt>
                <c:pt idx="82170">
                  <c:v>0</c:v>
                </c:pt>
                <c:pt idx="82171">
                  <c:v>0</c:v>
                </c:pt>
                <c:pt idx="82172">
                  <c:v>0</c:v>
                </c:pt>
                <c:pt idx="82173">
                  <c:v>0</c:v>
                </c:pt>
                <c:pt idx="82174">
                  <c:v>0</c:v>
                </c:pt>
                <c:pt idx="82175">
                  <c:v>0</c:v>
                </c:pt>
                <c:pt idx="82176">
                  <c:v>0</c:v>
                </c:pt>
                <c:pt idx="82177">
                  <c:v>0</c:v>
                </c:pt>
                <c:pt idx="82178">
                  <c:v>0</c:v>
                </c:pt>
                <c:pt idx="82179">
                  <c:v>0</c:v>
                </c:pt>
                <c:pt idx="82180">
                  <c:v>0</c:v>
                </c:pt>
                <c:pt idx="82181">
                  <c:v>0</c:v>
                </c:pt>
                <c:pt idx="82182">
                  <c:v>0</c:v>
                </c:pt>
                <c:pt idx="82183">
                  <c:v>0</c:v>
                </c:pt>
                <c:pt idx="82184">
                  <c:v>0</c:v>
                </c:pt>
                <c:pt idx="82185">
                  <c:v>0</c:v>
                </c:pt>
                <c:pt idx="82186">
                  <c:v>0</c:v>
                </c:pt>
                <c:pt idx="82187">
                  <c:v>0</c:v>
                </c:pt>
                <c:pt idx="82188">
                  <c:v>0</c:v>
                </c:pt>
                <c:pt idx="82189">
                  <c:v>0</c:v>
                </c:pt>
                <c:pt idx="82190">
                  <c:v>0</c:v>
                </c:pt>
                <c:pt idx="82191">
                  <c:v>0</c:v>
                </c:pt>
                <c:pt idx="82192">
                  <c:v>0</c:v>
                </c:pt>
                <c:pt idx="82193">
                  <c:v>0</c:v>
                </c:pt>
                <c:pt idx="82194">
                  <c:v>0</c:v>
                </c:pt>
                <c:pt idx="82195">
                  <c:v>0</c:v>
                </c:pt>
                <c:pt idx="82196">
                  <c:v>0</c:v>
                </c:pt>
                <c:pt idx="82197">
                  <c:v>0</c:v>
                </c:pt>
                <c:pt idx="82198">
                  <c:v>0</c:v>
                </c:pt>
                <c:pt idx="82199">
                  <c:v>0</c:v>
                </c:pt>
                <c:pt idx="82200">
                  <c:v>0</c:v>
                </c:pt>
                <c:pt idx="82201">
                  <c:v>0</c:v>
                </c:pt>
                <c:pt idx="82202">
                  <c:v>0</c:v>
                </c:pt>
                <c:pt idx="82203">
                  <c:v>0</c:v>
                </c:pt>
                <c:pt idx="82204">
                  <c:v>0</c:v>
                </c:pt>
                <c:pt idx="82205">
                  <c:v>0</c:v>
                </c:pt>
                <c:pt idx="82206">
                  <c:v>0</c:v>
                </c:pt>
                <c:pt idx="82207">
                  <c:v>0</c:v>
                </c:pt>
                <c:pt idx="82208">
                  <c:v>0</c:v>
                </c:pt>
                <c:pt idx="82209">
                  <c:v>0</c:v>
                </c:pt>
                <c:pt idx="82210">
                  <c:v>0</c:v>
                </c:pt>
                <c:pt idx="82211">
                  <c:v>0</c:v>
                </c:pt>
                <c:pt idx="82212">
                  <c:v>0</c:v>
                </c:pt>
                <c:pt idx="82213">
                  <c:v>0</c:v>
                </c:pt>
                <c:pt idx="82214">
                  <c:v>0</c:v>
                </c:pt>
                <c:pt idx="82215">
                  <c:v>0</c:v>
                </c:pt>
                <c:pt idx="82216">
                  <c:v>0</c:v>
                </c:pt>
                <c:pt idx="82217">
                  <c:v>0</c:v>
                </c:pt>
                <c:pt idx="82218">
                  <c:v>0</c:v>
                </c:pt>
                <c:pt idx="82219">
                  <c:v>0</c:v>
                </c:pt>
                <c:pt idx="82220">
                  <c:v>0</c:v>
                </c:pt>
                <c:pt idx="82221">
                  <c:v>0</c:v>
                </c:pt>
                <c:pt idx="82222">
                  <c:v>0</c:v>
                </c:pt>
                <c:pt idx="82223">
                  <c:v>0</c:v>
                </c:pt>
                <c:pt idx="82224">
                  <c:v>0</c:v>
                </c:pt>
                <c:pt idx="82225">
                  <c:v>0</c:v>
                </c:pt>
                <c:pt idx="82226">
                  <c:v>0</c:v>
                </c:pt>
                <c:pt idx="82227">
                  <c:v>0</c:v>
                </c:pt>
                <c:pt idx="82228">
                  <c:v>0</c:v>
                </c:pt>
                <c:pt idx="82229">
                  <c:v>0</c:v>
                </c:pt>
                <c:pt idx="82230">
                  <c:v>0</c:v>
                </c:pt>
                <c:pt idx="82231">
                  <c:v>0</c:v>
                </c:pt>
                <c:pt idx="82232">
                  <c:v>0</c:v>
                </c:pt>
                <c:pt idx="82233">
                  <c:v>0</c:v>
                </c:pt>
                <c:pt idx="82234">
                  <c:v>0</c:v>
                </c:pt>
                <c:pt idx="82235">
                  <c:v>0</c:v>
                </c:pt>
                <c:pt idx="82236">
                  <c:v>0</c:v>
                </c:pt>
                <c:pt idx="82237">
                  <c:v>0</c:v>
                </c:pt>
                <c:pt idx="82238">
                  <c:v>0</c:v>
                </c:pt>
                <c:pt idx="82239">
                  <c:v>0</c:v>
                </c:pt>
                <c:pt idx="82240">
                  <c:v>0</c:v>
                </c:pt>
                <c:pt idx="82241">
                  <c:v>0</c:v>
                </c:pt>
                <c:pt idx="82242">
                  <c:v>0</c:v>
                </c:pt>
                <c:pt idx="82243">
                  <c:v>0</c:v>
                </c:pt>
                <c:pt idx="82244">
                  <c:v>0</c:v>
                </c:pt>
                <c:pt idx="82245">
                  <c:v>0</c:v>
                </c:pt>
                <c:pt idx="82246">
                  <c:v>0</c:v>
                </c:pt>
                <c:pt idx="82247">
                  <c:v>0</c:v>
                </c:pt>
                <c:pt idx="82248">
                  <c:v>0</c:v>
                </c:pt>
                <c:pt idx="82249">
                  <c:v>0</c:v>
                </c:pt>
                <c:pt idx="82250">
                  <c:v>0</c:v>
                </c:pt>
                <c:pt idx="82251">
                  <c:v>0</c:v>
                </c:pt>
                <c:pt idx="82252">
                  <c:v>0</c:v>
                </c:pt>
                <c:pt idx="82253">
                  <c:v>0</c:v>
                </c:pt>
                <c:pt idx="82254">
                  <c:v>0</c:v>
                </c:pt>
                <c:pt idx="82255">
                  <c:v>0</c:v>
                </c:pt>
                <c:pt idx="82256">
                  <c:v>0</c:v>
                </c:pt>
                <c:pt idx="82257">
                  <c:v>0</c:v>
                </c:pt>
                <c:pt idx="82258">
                  <c:v>0</c:v>
                </c:pt>
                <c:pt idx="82259">
                  <c:v>0</c:v>
                </c:pt>
                <c:pt idx="82260">
                  <c:v>0</c:v>
                </c:pt>
                <c:pt idx="82261">
                  <c:v>0</c:v>
                </c:pt>
                <c:pt idx="82262">
                  <c:v>0</c:v>
                </c:pt>
                <c:pt idx="82263">
                  <c:v>0</c:v>
                </c:pt>
                <c:pt idx="82264">
                  <c:v>0</c:v>
                </c:pt>
                <c:pt idx="82265">
                  <c:v>0</c:v>
                </c:pt>
                <c:pt idx="82266">
                  <c:v>0</c:v>
                </c:pt>
                <c:pt idx="82267">
                  <c:v>0</c:v>
                </c:pt>
                <c:pt idx="82268">
                  <c:v>0</c:v>
                </c:pt>
                <c:pt idx="82269">
                  <c:v>0</c:v>
                </c:pt>
                <c:pt idx="82270">
                  <c:v>0</c:v>
                </c:pt>
                <c:pt idx="82271">
                  <c:v>0</c:v>
                </c:pt>
                <c:pt idx="82272">
                  <c:v>0</c:v>
                </c:pt>
                <c:pt idx="82273">
                  <c:v>0</c:v>
                </c:pt>
                <c:pt idx="82274">
                  <c:v>0</c:v>
                </c:pt>
                <c:pt idx="82275">
                  <c:v>0</c:v>
                </c:pt>
                <c:pt idx="82276">
                  <c:v>0</c:v>
                </c:pt>
                <c:pt idx="82277">
                  <c:v>0</c:v>
                </c:pt>
                <c:pt idx="82278">
                  <c:v>0</c:v>
                </c:pt>
                <c:pt idx="82279">
                  <c:v>0</c:v>
                </c:pt>
                <c:pt idx="82280">
                  <c:v>0</c:v>
                </c:pt>
                <c:pt idx="82281">
                  <c:v>0</c:v>
                </c:pt>
                <c:pt idx="82282">
                  <c:v>0</c:v>
                </c:pt>
                <c:pt idx="82283">
                  <c:v>0</c:v>
                </c:pt>
                <c:pt idx="82284">
                  <c:v>0</c:v>
                </c:pt>
                <c:pt idx="82285">
                  <c:v>0</c:v>
                </c:pt>
                <c:pt idx="82286">
                  <c:v>0</c:v>
                </c:pt>
                <c:pt idx="82287">
                  <c:v>0</c:v>
                </c:pt>
                <c:pt idx="82288">
                  <c:v>0</c:v>
                </c:pt>
                <c:pt idx="82289">
                  <c:v>0</c:v>
                </c:pt>
                <c:pt idx="82290">
                  <c:v>0</c:v>
                </c:pt>
                <c:pt idx="82291">
                  <c:v>0</c:v>
                </c:pt>
                <c:pt idx="82292">
                  <c:v>0</c:v>
                </c:pt>
                <c:pt idx="82293">
                  <c:v>0</c:v>
                </c:pt>
                <c:pt idx="82294">
                  <c:v>0</c:v>
                </c:pt>
                <c:pt idx="82295">
                  <c:v>0</c:v>
                </c:pt>
                <c:pt idx="82296">
                  <c:v>0</c:v>
                </c:pt>
                <c:pt idx="82297">
                  <c:v>0</c:v>
                </c:pt>
                <c:pt idx="82298">
                  <c:v>0</c:v>
                </c:pt>
                <c:pt idx="82299">
                  <c:v>0</c:v>
                </c:pt>
                <c:pt idx="82300">
                  <c:v>0</c:v>
                </c:pt>
                <c:pt idx="82301">
                  <c:v>0</c:v>
                </c:pt>
                <c:pt idx="82302">
                  <c:v>0</c:v>
                </c:pt>
                <c:pt idx="82303">
                  <c:v>0</c:v>
                </c:pt>
                <c:pt idx="82304">
                  <c:v>0</c:v>
                </c:pt>
                <c:pt idx="82305">
                  <c:v>0</c:v>
                </c:pt>
                <c:pt idx="82306">
                  <c:v>0</c:v>
                </c:pt>
                <c:pt idx="82307">
                  <c:v>0</c:v>
                </c:pt>
                <c:pt idx="82308">
                  <c:v>0</c:v>
                </c:pt>
                <c:pt idx="82309">
                  <c:v>0</c:v>
                </c:pt>
                <c:pt idx="82310">
                  <c:v>0</c:v>
                </c:pt>
                <c:pt idx="82311">
                  <c:v>0</c:v>
                </c:pt>
                <c:pt idx="82312">
                  <c:v>0</c:v>
                </c:pt>
                <c:pt idx="82313">
                  <c:v>0</c:v>
                </c:pt>
                <c:pt idx="82314">
                  <c:v>0</c:v>
                </c:pt>
                <c:pt idx="82315">
                  <c:v>0</c:v>
                </c:pt>
                <c:pt idx="82316">
                  <c:v>0</c:v>
                </c:pt>
                <c:pt idx="82317">
                  <c:v>0</c:v>
                </c:pt>
                <c:pt idx="82318">
                  <c:v>0</c:v>
                </c:pt>
                <c:pt idx="82319">
                  <c:v>0</c:v>
                </c:pt>
                <c:pt idx="82320">
                  <c:v>0</c:v>
                </c:pt>
                <c:pt idx="82321">
                  <c:v>0</c:v>
                </c:pt>
                <c:pt idx="82322">
                  <c:v>0</c:v>
                </c:pt>
                <c:pt idx="82323">
                  <c:v>0</c:v>
                </c:pt>
                <c:pt idx="82324">
                  <c:v>0</c:v>
                </c:pt>
                <c:pt idx="82325">
                  <c:v>0</c:v>
                </c:pt>
                <c:pt idx="82326">
                  <c:v>0</c:v>
                </c:pt>
                <c:pt idx="82327">
                  <c:v>0</c:v>
                </c:pt>
                <c:pt idx="82328">
                  <c:v>0</c:v>
                </c:pt>
                <c:pt idx="82329">
                  <c:v>0</c:v>
                </c:pt>
                <c:pt idx="82330">
                  <c:v>0</c:v>
                </c:pt>
                <c:pt idx="82331">
                  <c:v>0</c:v>
                </c:pt>
                <c:pt idx="82332">
                  <c:v>0</c:v>
                </c:pt>
                <c:pt idx="82333">
                  <c:v>0</c:v>
                </c:pt>
                <c:pt idx="82334">
                  <c:v>0</c:v>
                </c:pt>
                <c:pt idx="82335">
                  <c:v>0</c:v>
                </c:pt>
                <c:pt idx="82336">
                  <c:v>0</c:v>
                </c:pt>
                <c:pt idx="82337">
                  <c:v>0</c:v>
                </c:pt>
                <c:pt idx="82338">
                  <c:v>0</c:v>
                </c:pt>
                <c:pt idx="82339">
                  <c:v>0</c:v>
                </c:pt>
                <c:pt idx="82340">
                  <c:v>0</c:v>
                </c:pt>
                <c:pt idx="82341">
                  <c:v>0</c:v>
                </c:pt>
                <c:pt idx="82342">
                  <c:v>0</c:v>
                </c:pt>
                <c:pt idx="82343">
                  <c:v>0</c:v>
                </c:pt>
                <c:pt idx="82344">
                  <c:v>0</c:v>
                </c:pt>
                <c:pt idx="82345">
                  <c:v>0</c:v>
                </c:pt>
                <c:pt idx="82346">
                  <c:v>0</c:v>
                </c:pt>
                <c:pt idx="82347">
                  <c:v>0</c:v>
                </c:pt>
                <c:pt idx="82348">
                  <c:v>0</c:v>
                </c:pt>
                <c:pt idx="82349">
                  <c:v>0</c:v>
                </c:pt>
                <c:pt idx="82350">
                  <c:v>0</c:v>
                </c:pt>
                <c:pt idx="82351">
                  <c:v>0</c:v>
                </c:pt>
                <c:pt idx="82352">
                  <c:v>0</c:v>
                </c:pt>
                <c:pt idx="82353">
                  <c:v>0</c:v>
                </c:pt>
                <c:pt idx="82354">
                  <c:v>0</c:v>
                </c:pt>
                <c:pt idx="82355">
                  <c:v>0</c:v>
                </c:pt>
                <c:pt idx="82356">
                  <c:v>0</c:v>
                </c:pt>
                <c:pt idx="82357">
                  <c:v>0</c:v>
                </c:pt>
                <c:pt idx="82358">
                  <c:v>0</c:v>
                </c:pt>
                <c:pt idx="82359">
                  <c:v>0</c:v>
                </c:pt>
                <c:pt idx="82360">
                  <c:v>0</c:v>
                </c:pt>
                <c:pt idx="82361">
                  <c:v>0</c:v>
                </c:pt>
                <c:pt idx="82362">
                  <c:v>0</c:v>
                </c:pt>
                <c:pt idx="82363">
                  <c:v>0</c:v>
                </c:pt>
                <c:pt idx="82364">
                  <c:v>0</c:v>
                </c:pt>
                <c:pt idx="82365">
                  <c:v>0</c:v>
                </c:pt>
                <c:pt idx="82366">
                  <c:v>0</c:v>
                </c:pt>
                <c:pt idx="82367">
                  <c:v>0</c:v>
                </c:pt>
                <c:pt idx="82368">
                  <c:v>0</c:v>
                </c:pt>
                <c:pt idx="82369">
                  <c:v>0</c:v>
                </c:pt>
                <c:pt idx="82370">
                  <c:v>0</c:v>
                </c:pt>
                <c:pt idx="82371">
                  <c:v>0</c:v>
                </c:pt>
                <c:pt idx="82372">
                  <c:v>0</c:v>
                </c:pt>
                <c:pt idx="82373">
                  <c:v>0</c:v>
                </c:pt>
                <c:pt idx="82374">
                  <c:v>0</c:v>
                </c:pt>
                <c:pt idx="82375">
                  <c:v>0</c:v>
                </c:pt>
                <c:pt idx="82376">
                  <c:v>0</c:v>
                </c:pt>
                <c:pt idx="82377">
                  <c:v>0</c:v>
                </c:pt>
                <c:pt idx="82378">
                  <c:v>0</c:v>
                </c:pt>
                <c:pt idx="82379">
                  <c:v>0</c:v>
                </c:pt>
                <c:pt idx="82380">
                  <c:v>0</c:v>
                </c:pt>
                <c:pt idx="82381">
                  <c:v>0</c:v>
                </c:pt>
                <c:pt idx="82382">
                  <c:v>0</c:v>
                </c:pt>
                <c:pt idx="82383">
                  <c:v>0</c:v>
                </c:pt>
                <c:pt idx="82384">
                  <c:v>0</c:v>
                </c:pt>
                <c:pt idx="82385">
                  <c:v>0</c:v>
                </c:pt>
                <c:pt idx="82386">
                  <c:v>0</c:v>
                </c:pt>
                <c:pt idx="82387">
                  <c:v>0</c:v>
                </c:pt>
                <c:pt idx="82388">
                  <c:v>0</c:v>
                </c:pt>
                <c:pt idx="82389">
                  <c:v>0</c:v>
                </c:pt>
                <c:pt idx="82390">
                  <c:v>0</c:v>
                </c:pt>
                <c:pt idx="82391">
                  <c:v>0</c:v>
                </c:pt>
                <c:pt idx="82392">
                  <c:v>0</c:v>
                </c:pt>
                <c:pt idx="82393">
                  <c:v>0</c:v>
                </c:pt>
                <c:pt idx="82394">
                  <c:v>0</c:v>
                </c:pt>
                <c:pt idx="82395">
                  <c:v>0</c:v>
                </c:pt>
                <c:pt idx="82396">
                  <c:v>0</c:v>
                </c:pt>
                <c:pt idx="82397">
                  <c:v>0</c:v>
                </c:pt>
                <c:pt idx="82398">
                  <c:v>0</c:v>
                </c:pt>
                <c:pt idx="82399">
                  <c:v>0</c:v>
                </c:pt>
                <c:pt idx="82400">
                  <c:v>0</c:v>
                </c:pt>
                <c:pt idx="82401">
                  <c:v>0</c:v>
                </c:pt>
                <c:pt idx="82402">
                  <c:v>0</c:v>
                </c:pt>
                <c:pt idx="82403">
                  <c:v>0</c:v>
                </c:pt>
                <c:pt idx="82404">
                  <c:v>0</c:v>
                </c:pt>
                <c:pt idx="82405">
                  <c:v>0</c:v>
                </c:pt>
                <c:pt idx="82406">
                  <c:v>0</c:v>
                </c:pt>
                <c:pt idx="82407">
                  <c:v>0</c:v>
                </c:pt>
                <c:pt idx="82408">
                  <c:v>0</c:v>
                </c:pt>
                <c:pt idx="82409">
                  <c:v>0</c:v>
                </c:pt>
                <c:pt idx="82410">
                  <c:v>0</c:v>
                </c:pt>
                <c:pt idx="82411">
                  <c:v>0</c:v>
                </c:pt>
                <c:pt idx="82412">
                  <c:v>0</c:v>
                </c:pt>
                <c:pt idx="82413">
                  <c:v>0</c:v>
                </c:pt>
                <c:pt idx="82414">
                  <c:v>0</c:v>
                </c:pt>
                <c:pt idx="82415">
                  <c:v>0</c:v>
                </c:pt>
                <c:pt idx="82416">
                  <c:v>0</c:v>
                </c:pt>
                <c:pt idx="82417">
                  <c:v>0</c:v>
                </c:pt>
                <c:pt idx="82418">
                  <c:v>0</c:v>
                </c:pt>
                <c:pt idx="82419">
                  <c:v>0</c:v>
                </c:pt>
                <c:pt idx="82420">
                  <c:v>0</c:v>
                </c:pt>
                <c:pt idx="82421">
                  <c:v>0</c:v>
                </c:pt>
                <c:pt idx="82422">
                  <c:v>0</c:v>
                </c:pt>
                <c:pt idx="82423">
                  <c:v>0</c:v>
                </c:pt>
                <c:pt idx="82424">
                  <c:v>0</c:v>
                </c:pt>
                <c:pt idx="82425">
                  <c:v>0</c:v>
                </c:pt>
                <c:pt idx="82426">
                  <c:v>0</c:v>
                </c:pt>
                <c:pt idx="82427">
                  <c:v>0</c:v>
                </c:pt>
                <c:pt idx="82428">
                  <c:v>0</c:v>
                </c:pt>
                <c:pt idx="82429">
                  <c:v>0</c:v>
                </c:pt>
                <c:pt idx="82430">
                  <c:v>0</c:v>
                </c:pt>
                <c:pt idx="82431">
                  <c:v>0</c:v>
                </c:pt>
                <c:pt idx="82432">
                  <c:v>0</c:v>
                </c:pt>
                <c:pt idx="82433">
                  <c:v>0</c:v>
                </c:pt>
                <c:pt idx="82434">
                  <c:v>0</c:v>
                </c:pt>
                <c:pt idx="82435">
                  <c:v>0</c:v>
                </c:pt>
                <c:pt idx="82436">
                  <c:v>0</c:v>
                </c:pt>
                <c:pt idx="82437">
                  <c:v>0</c:v>
                </c:pt>
                <c:pt idx="82438">
                  <c:v>0</c:v>
                </c:pt>
                <c:pt idx="82439">
                  <c:v>0</c:v>
                </c:pt>
                <c:pt idx="82440">
                  <c:v>0</c:v>
                </c:pt>
                <c:pt idx="82441">
                  <c:v>0</c:v>
                </c:pt>
                <c:pt idx="82442">
                  <c:v>0</c:v>
                </c:pt>
                <c:pt idx="82443">
                  <c:v>0</c:v>
                </c:pt>
                <c:pt idx="82444">
                  <c:v>0</c:v>
                </c:pt>
                <c:pt idx="82445">
                  <c:v>0</c:v>
                </c:pt>
                <c:pt idx="82446">
                  <c:v>0</c:v>
                </c:pt>
                <c:pt idx="82447">
                  <c:v>0</c:v>
                </c:pt>
                <c:pt idx="82448">
                  <c:v>0</c:v>
                </c:pt>
                <c:pt idx="82449">
                  <c:v>0</c:v>
                </c:pt>
                <c:pt idx="82450">
                  <c:v>0</c:v>
                </c:pt>
                <c:pt idx="82451">
                  <c:v>0</c:v>
                </c:pt>
                <c:pt idx="82452">
                  <c:v>0</c:v>
                </c:pt>
                <c:pt idx="82453">
                  <c:v>0</c:v>
                </c:pt>
                <c:pt idx="82454">
                  <c:v>0</c:v>
                </c:pt>
                <c:pt idx="82455">
                  <c:v>0</c:v>
                </c:pt>
                <c:pt idx="82456">
                  <c:v>0</c:v>
                </c:pt>
                <c:pt idx="82457">
                  <c:v>0</c:v>
                </c:pt>
                <c:pt idx="82458">
                  <c:v>0</c:v>
                </c:pt>
                <c:pt idx="82459">
                  <c:v>0</c:v>
                </c:pt>
                <c:pt idx="82460">
                  <c:v>0</c:v>
                </c:pt>
                <c:pt idx="82461">
                  <c:v>0</c:v>
                </c:pt>
                <c:pt idx="82462">
                  <c:v>0</c:v>
                </c:pt>
                <c:pt idx="82463">
                  <c:v>0</c:v>
                </c:pt>
                <c:pt idx="82464">
                  <c:v>0</c:v>
                </c:pt>
                <c:pt idx="82465">
                  <c:v>0</c:v>
                </c:pt>
                <c:pt idx="82466">
                  <c:v>0</c:v>
                </c:pt>
                <c:pt idx="82467">
                  <c:v>0</c:v>
                </c:pt>
                <c:pt idx="82468">
                  <c:v>0</c:v>
                </c:pt>
                <c:pt idx="82469">
                  <c:v>0</c:v>
                </c:pt>
                <c:pt idx="82470">
                  <c:v>0</c:v>
                </c:pt>
                <c:pt idx="82471">
                  <c:v>0</c:v>
                </c:pt>
                <c:pt idx="82472">
                  <c:v>0</c:v>
                </c:pt>
                <c:pt idx="82473">
                  <c:v>0</c:v>
                </c:pt>
                <c:pt idx="82474">
                  <c:v>0</c:v>
                </c:pt>
                <c:pt idx="82475">
                  <c:v>0</c:v>
                </c:pt>
                <c:pt idx="82476">
                  <c:v>0</c:v>
                </c:pt>
                <c:pt idx="82477">
                  <c:v>0</c:v>
                </c:pt>
                <c:pt idx="82478">
                  <c:v>0</c:v>
                </c:pt>
                <c:pt idx="82479">
                  <c:v>0</c:v>
                </c:pt>
                <c:pt idx="82480">
                  <c:v>0</c:v>
                </c:pt>
                <c:pt idx="82481">
                  <c:v>0</c:v>
                </c:pt>
                <c:pt idx="82482">
                  <c:v>0</c:v>
                </c:pt>
                <c:pt idx="82483">
                  <c:v>0</c:v>
                </c:pt>
                <c:pt idx="82484">
                  <c:v>0</c:v>
                </c:pt>
                <c:pt idx="82485">
                  <c:v>0</c:v>
                </c:pt>
                <c:pt idx="82486">
                  <c:v>0</c:v>
                </c:pt>
                <c:pt idx="82487">
                  <c:v>0</c:v>
                </c:pt>
                <c:pt idx="82488">
                  <c:v>0</c:v>
                </c:pt>
                <c:pt idx="82489">
                  <c:v>0</c:v>
                </c:pt>
                <c:pt idx="82490">
                  <c:v>0</c:v>
                </c:pt>
                <c:pt idx="82491">
                  <c:v>0</c:v>
                </c:pt>
                <c:pt idx="82492">
                  <c:v>0</c:v>
                </c:pt>
                <c:pt idx="82493">
                  <c:v>0</c:v>
                </c:pt>
                <c:pt idx="82494">
                  <c:v>0</c:v>
                </c:pt>
                <c:pt idx="82495">
                  <c:v>0</c:v>
                </c:pt>
                <c:pt idx="82496">
                  <c:v>0</c:v>
                </c:pt>
                <c:pt idx="82497">
                  <c:v>0</c:v>
                </c:pt>
                <c:pt idx="82498">
                  <c:v>0</c:v>
                </c:pt>
                <c:pt idx="82499">
                  <c:v>0</c:v>
                </c:pt>
                <c:pt idx="82500">
                  <c:v>0</c:v>
                </c:pt>
                <c:pt idx="82501">
                  <c:v>0</c:v>
                </c:pt>
                <c:pt idx="82502">
                  <c:v>0</c:v>
                </c:pt>
                <c:pt idx="82503">
                  <c:v>0</c:v>
                </c:pt>
                <c:pt idx="82504">
                  <c:v>0</c:v>
                </c:pt>
                <c:pt idx="82505">
                  <c:v>0</c:v>
                </c:pt>
                <c:pt idx="82506">
                  <c:v>0</c:v>
                </c:pt>
                <c:pt idx="82507">
                  <c:v>0</c:v>
                </c:pt>
                <c:pt idx="82508">
                  <c:v>0</c:v>
                </c:pt>
                <c:pt idx="82509">
                  <c:v>0</c:v>
                </c:pt>
                <c:pt idx="82510">
                  <c:v>0</c:v>
                </c:pt>
                <c:pt idx="82511">
                  <c:v>0</c:v>
                </c:pt>
                <c:pt idx="82512">
                  <c:v>0</c:v>
                </c:pt>
                <c:pt idx="82513">
                  <c:v>0</c:v>
                </c:pt>
                <c:pt idx="82514">
                  <c:v>0</c:v>
                </c:pt>
                <c:pt idx="82515">
                  <c:v>0</c:v>
                </c:pt>
                <c:pt idx="82516">
                  <c:v>0</c:v>
                </c:pt>
                <c:pt idx="82517">
                  <c:v>0</c:v>
                </c:pt>
                <c:pt idx="82518">
                  <c:v>0</c:v>
                </c:pt>
                <c:pt idx="82519">
                  <c:v>0</c:v>
                </c:pt>
                <c:pt idx="82520">
                  <c:v>0</c:v>
                </c:pt>
                <c:pt idx="82521">
                  <c:v>0</c:v>
                </c:pt>
                <c:pt idx="82522">
                  <c:v>0</c:v>
                </c:pt>
                <c:pt idx="82523">
                  <c:v>0</c:v>
                </c:pt>
                <c:pt idx="82524">
                  <c:v>0</c:v>
                </c:pt>
                <c:pt idx="82525">
                  <c:v>0</c:v>
                </c:pt>
                <c:pt idx="82526">
                  <c:v>0</c:v>
                </c:pt>
                <c:pt idx="82527">
                  <c:v>0</c:v>
                </c:pt>
                <c:pt idx="82528">
                  <c:v>0</c:v>
                </c:pt>
                <c:pt idx="82529">
                  <c:v>0</c:v>
                </c:pt>
                <c:pt idx="82530">
                  <c:v>0</c:v>
                </c:pt>
                <c:pt idx="82531">
                  <c:v>0</c:v>
                </c:pt>
                <c:pt idx="82532">
                  <c:v>0</c:v>
                </c:pt>
                <c:pt idx="82533">
                  <c:v>0</c:v>
                </c:pt>
                <c:pt idx="82534">
                  <c:v>0</c:v>
                </c:pt>
                <c:pt idx="82535">
                  <c:v>0</c:v>
                </c:pt>
                <c:pt idx="82536">
                  <c:v>0</c:v>
                </c:pt>
                <c:pt idx="82537">
                  <c:v>0</c:v>
                </c:pt>
                <c:pt idx="82538">
                  <c:v>0</c:v>
                </c:pt>
                <c:pt idx="82539">
                  <c:v>0</c:v>
                </c:pt>
                <c:pt idx="82540">
                  <c:v>0</c:v>
                </c:pt>
                <c:pt idx="82541">
                  <c:v>0</c:v>
                </c:pt>
                <c:pt idx="82542">
                  <c:v>0</c:v>
                </c:pt>
                <c:pt idx="82543">
                  <c:v>0</c:v>
                </c:pt>
                <c:pt idx="82544">
                  <c:v>0</c:v>
                </c:pt>
                <c:pt idx="82545">
                  <c:v>0</c:v>
                </c:pt>
                <c:pt idx="82546">
                  <c:v>0</c:v>
                </c:pt>
                <c:pt idx="82547">
                  <c:v>0</c:v>
                </c:pt>
                <c:pt idx="82548">
                  <c:v>0</c:v>
                </c:pt>
                <c:pt idx="82549">
                  <c:v>0</c:v>
                </c:pt>
                <c:pt idx="82550">
                  <c:v>0</c:v>
                </c:pt>
                <c:pt idx="82551">
                  <c:v>0</c:v>
                </c:pt>
                <c:pt idx="82552">
                  <c:v>0</c:v>
                </c:pt>
                <c:pt idx="82553">
                  <c:v>0</c:v>
                </c:pt>
                <c:pt idx="82554">
                  <c:v>0</c:v>
                </c:pt>
                <c:pt idx="82555">
                  <c:v>0</c:v>
                </c:pt>
                <c:pt idx="82556">
                  <c:v>0</c:v>
                </c:pt>
                <c:pt idx="82557">
                  <c:v>0</c:v>
                </c:pt>
                <c:pt idx="82558">
                  <c:v>0</c:v>
                </c:pt>
                <c:pt idx="82559">
                  <c:v>0</c:v>
                </c:pt>
                <c:pt idx="82560">
                  <c:v>0</c:v>
                </c:pt>
                <c:pt idx="82561">
                  <c:v>0</c:v>
                </c:pt>
                <c:pt idx="82562">
                  <c:v>0</c:v>
                </c:pt>
                <c:pt idx="82563">
                  <c:v>0</c:v>
                </c:pt>
                <c:pt idx="82564">
                  <c:v>0</c:v>
                </c:pt>
                <c:pt idx="82565">
                  <c:v>0</c:v>
                </c:pt>
                <c:pt idx="82566">
                  <c:v>0</c:v>
                </c:pt>
                <c:pt idx="82567">
                  <c:v>0</c:v>
                </c:pt>
                <c:pt idx="82568">
                  <c:v>0</c:v>
                </c:pt>
                <c:pt idx="82569">
                  <c:v>0</c:v>
                </c:pt>
                <c:pt idx="82570">
                  <c:v>0</c:v>
                </c:pt>
                <c:pt idx="82571">
                  <c:v>0</c:v>
                </c:pt>
                <c:pt idx="82572">
                  <c:v>0</c:v>
                </c:pt>
                <c:pt idx="82573">
                  <c:v>0</c:v>
                </c:pt>
                <c:pt idx="82574">
                  <c:v>0</c:v>
                </c:pt>
                <c:pt idx="82575">
                  <c:v>0</c:v>
                </c:pt>
                <c:pt idx="82576">
                  <c:v>0</c:v>
                </c:pt>
                <c:pt idx="82577">
                  <c:v>0</c:v>
                </c:pt>
                <c:pt idx="82578">
                  <c:v>0</c:v>
                </c:pt>
                <c:pt idx="82579">
                  <c:v>0</c:v>
                </c:pt>
                <c:pt idx="82580">
                  <c:v>0</c:v>
                </c:pt>
                <c:pt idx="82581">
                  <c:v>0</c:v>
                </c:pt>
                <c:pt idx="82582">
                  <c:v>0</c:v>
                </c:pt>
                <c:pt idx="82583">
                  <c:v>0</c:v>
                </c:pt>
                <c:pt idx="82584">
                  <c:v>0</c:v>
                </c:pt>
                <c:pt idx="82585">
                  <c:v>0</c:v>
                </c:pt>
                <c:pt idx="82586">
                  <c:v>0</c:v>
                </c:pt>
                <c:pt idx="82587">
                  <c:v>0</c:v>
                </c:pt>
                <c:pt idx="82588">
                  <c:v>0</c:v>
                </c:pt>
                <c:pt idx="82589">
                  <c:v>0</c:v>
                </c:pt>
                <c:pt idx="82590">
                  <c:v>0</c:v>
                </c:pt>
                <c:pt idx="82591">
                  <c:v>0</c:v>
                </c:pt>
                <c:pt idx="82592">
                  <c:v>0</c:v>
                </c:pt>
                <c:pt idx="82593">
                  <c:v>0</c:v>
                </c:pt>
                <c:pt idx="82594">
                  <c:v>0</c:v>
                </c:pt>
                <c:pt idx="82595">
                  <c:v>0</c:v>
                </c:pt>
                <c:pt idx="82596">
                  <c:v>0</c:v>
                </c:pt>
                <c:pt idx="82597">
                  <c:v>0</c:v>
                </c:pt>
                <c:pt idx="82598">
                  <c:v>0</c:v>
                </c:pt>
                <c:pt idx="82599">
                  <c:v>0</c:v>
                </c:pt>
                <c:pt idx="82600">
                  <c:v>0</c:v>
                </c:pt>
                <c:pt idx="82601">
                  <c:v>0</c:v>
                </c:pt>
                <c:pt idx="82602">
                  <c:v>0</c:v>
                </c:pt>
                <c:pt idx="82603">
                  <c:v>0</c:v>
                </c:pt>
                <c:pt idx="82604">
                  <c:v>0</c:v>
                </c:pt>
                <c:pt idx="82605">
                  <c:v>0</c:v>
                </c:pt>
                <c:pt idx="82606">
                  <c:v>0</c:v>
                </c:pt>
                <c:pt idx="82607">
                  <c:v>0</c:v>
                </c:pt>
                <c:pt idx="82608">
                  <c:v>0</c:v>
                </c:pt>
                <c:pt idx="82609">
                  <c:v>0</c:v>
                </c:pt>
                <c:pt idx="82610">
                  <c:v>0</c:v>
                </c:pt>
                <c:pt idx="82611">
                  <c:v>0</c:v>
                </c:pt>
                <c:pt idx="82612">
                  <c:v>0</c:v>
                </c:pt>
                <c:pt idx="82613">
                  <c:v>0</c:v>
                </c:pt>
                <c:pt idx="82614">
                  <c:v>0</c:v>
                </c:pt>
                <c:pt idx="82615">
                  <c:v>0</c:v>
                </c:pt>
                <c:pt idx="82616">
                  <c:v>0</c:v>
                </c:pt>
                <c:pt idx="82617">
                  <c:v>0</c:v>
                </c:pt>
                <c:pt idx="82618">
                  <c:v>0</c:v>
                </c:pt>
                <c:pt idx="82619">
                  <c:v>0</c:v>
                </c:pt>
                <c:pt idx="82620">
                  <c:v>0</c:v>
                </c:pt>
                <c:pt idx="82621">
                  <c:v>0</c:v>
                </c:pt>
                <c:pt idx="82622">
                  <c:v>0</c:v>
                </c:pt>
                <c:pt idx="82623">
                  <c:v>0</c:v>
                </c:pt>
                <c:pt idx="82624">
                  <c:v>0</c:v>
                </c:pt>
                <c:pt idx="82625">
                  <c:v>0</c:v>
                </c:pt>
                <c:pt idx="82626">
                  <c:v>0</c:v>
                </c:pt>
                <c:pt idx="82627">
                  <c:v>0</c:v>
                </c:pt>
                <c:pt idx="82628">
                  <c:v>0</c:v>
                </c:pt>
                <c:pt idx="82629">
                  <c:v>0</c:v>
                </c:pt>
                <c:pt idx="82630">
                  <c:v>0</c:v>
                </c:pt>
                <c:pt idx="82631">
                  <c:v>0</c:v>
                </c:pt>
                <c:pt idx="82632">
                  <c:v>0</c:v>
                </c:pt>
                <c:pt idx="82633">
                  <c:v>0</c:v>
                </c:pt>
                <c:pt idx="82634">
                  <c:v>0</c:v>
                </c:pt>
                <c:pt idx="82635">
                  <c:v>0</c:v>
                </c:pt>
                <c:pt idx="82636">
                  <c:v>0</c:v>
                </c:pt>
                <c:pt idx="82637">
                  <c:v>0</c:v>
                </c:pt>
                <c:pt idx="82638">
                  <c:v>0</c:v>
                </c:pt>
                <c:pt idx="82639">
                  <c:v>0</c:v>
                </c:pt>
                <c:pt idx="82640">
                  <c:v>0</c:v>
                </c:pt>
                <c:pt idx="82641">
                  <c:v>0</c:v>
                </c:pt>
                <c:pt idx="82642">
                  <c:v>0</c:v>
                </c:pt>
                <c:pt idx="82643">
                  <c:v>0</c:v>
                </c:pt>
                <c:pt idx="82644">
                  <c:v>0</c:v>
                </c:pt>
                <c:pt idx="82645">
                  <c:v>0</c:v>
                </c:pt>
                <c:pt idx="82646">
                  <c:v>0</c:v>
                </c:pt>
                <c:pt idx="82647">
                  <c:v>0</c:v>
                </c:pt>
                <c:pt idx="82648">
                  <c:v>0</c:v>
                </c:pt>
                <c:pt idx="82649">
                  <c:v>0</c:v>
                </c:pt>
                <c:pt idx="82650">
                  <c:v>0</c:v>
                </c:pt>
                <c:pt idx="82651">
                  <c:v>0</c:v>
                </c:pt>
                <c:pt idx="82652">
                  <c:v>0</c:v>
                </c:pt>
                <c:pt idx="82653">
                  <c:v>0</c:v>
                </c:pt>
                <c:pt idx="82654">
                  <c:v>0</c:v>
                </c:pt>
                <c:pt idx="82655">
                  <c:v>0</c:v>
                </c:pt>
                <c:pt idx="82656">
                  <c:v>0</c:v>
                </c:pt>
                <c:pt idx="82657">
                  <c:v>0</c:v>
                </c:pt>
                <c:pt idx="82658">
                  <c:v>0</c:v>
                </c:pt>
                <c:pt idx="82659">
                  <c:v>0</c:v>
                </c:pt>
                <c:pt idx="82660">
                  <c:v>0</c:v>
                </c:pt>
                <c:pt idx="82661">
                  <c:v>0</c:v>
                </c:pt>
                <c:pt idx="82662">
                  <c:v>0</c:v>
                </c:pt>
                <c:pt idx="82663">
                  <c:v>0</c:v>
                </c:pt>
                <c:pt idx="82664">
                  <c:v>0</c:v>
                </c:pt>
                <c:pt idx="82665">
                  <c:v>0</c:v>
                </c:pt>
                <c:pt idx="82666">
                  <c:v>0</c:v>
                </c:pt>
                <c:pt idx="82667">
                  <c:v>0</c:v>
                </c:pt>
                <c:pt idx="82668">
                  <c:v>0</c:v>
                </c:pt>
                <c:pt idx="82669">
                  <c:v>0</c:v>
                </c:pt>
                <c:pt idx="82670">
                  <c:v>0</c:v>
                </c:pt>
                <c:pt idx="82671">
                  <c:v>0</c:v>
                </c:pt>
                <c:pt idx="82672">
                  <c:v>0</c:v>
                </c:pt>
                <c:pt idx="82673">
                  <c:v>0</c:v>
                </c:pt>
                <c:pt idx="82674">
                  <c:v>0</c:v>
                </c:pt>
                <c:pt idx="82675">
                  <c:v>0</c:v>
                </c:pt>
                <c:pt idx="82676">
                  <c:v>0</c:v>
                </c:pt>
                <c:pt idx="82677">
                  <c:v>0</c:v>
                </c:pt>
                <c:pt idx="82678">
                  <c:v>0</c:v>
                </c:pt>
                <c:pt idx="82679">
                  <c:v>0</c:v>
                </c:pt>
                <c:pt idx="82680">
                  <c:v>0</c:v>
                </c:pt>
                <c:pt idx="82681">
                  <c:v>0</c:v>
                </c:pt>
                <c:pt idx="82682">
                  <c:v>0</c:v>
                </c:pt>
                <c:pt idx="82683">
                  <c:v>0</c:v>
                </c:pt>
                <c:pt idx="82684">
                  <c:v>0</c:v>
                </c:pt>
                <c:pt idx="82685">
                  <c:v>0</c:v>
                </c:pt>
                <c:pt idx="82686">
                  <c:v>0</c:v>
                </c:pt>
                <c:pt idx="82687">
                  <c:v>0</c:v>
                </c:pt>
                <c:pt idx="82688">
                  <c:v>0</c:v>
                </c:pt>
                <c:pt idx="82689">
                  <c:v>0</c:v>
                </c:pt>
                <c:pt idx="82690">
                  <c:v>0</c:v>
                </c:pt>
                <c:pt idx="82691">
                  <c:v>0</c:v>
                </c:pt>
                <c:pt idx="82692">
                  <c:v>0</c:v>
                </c:pt>
                <c:pt idx="82693">
                  <c:v>0</c:v>
                </c:pt>
                <c:pt idx="82694">
                  <c:v>0</c:v>
                </c:pt>
                <c:pt idx="82695">
                  <c:v>0</c:v>
                </c:pt>
                <c:pt idx="82696">
                  <c:v>0</c:v>
                </c:pt>
                <c:pt idx="82697">
                  <c:v>0</c:v>
                </c:pt>
                <c:pt idx="82698">
                  <c:v>0</c:v>
                </c:pt>
                <c:pt idx="82699">
                  <c:v>0</c:v>
                </c:pt>
                <c:pt idx="82700">
                  <c:v>0</c:v>
                </c:pt>
                <c:pt idx="82701">
                  <c:v>0</c:v>
                </c:pt>
                <c:pt idx="82702">
                  <c:v>0</c:v>
                </c:pt>
                <c:pt idx="82703">
                  <c:v>0</c:v>
                </c:pt>
                <c:pt idx="82704">
                  <c:v>0</c:v>
                </c:pt>
                <c:pt idx="82705">
                  <c:v>0</c:v>
                </c:pt>
                <c:pt idx="82706">
                  <c:v>0</c:v>
                </c:pt>
                <c:pt idx="82707">
                  <c:v>0</c:v>
                </c:pt>
                <c:pt idx="82708">
                  <c:v>0</c:v>
                </c:pt>
                <c:pt idx="82709">
                  <c:v>0</c:v>
                </c:pt>
                <c:pt idx="82710">
                  <c:v>0</c:v>
                </c:pt>
                <c:pt idx="82711">
                  <c:v>0</c:v>
                </c:pt>
                <c:pt idx="82712">
                  <c:v>0</c:v>
                </c:pt>
                <c:pt idx="82713">
                  <c:v>0</c:v>
                </c:pt>
                <c:pt idx="82714">
                  <c:v>0</c:v>
                </c:pt>
                <c:pt idx="82715">
                  <c:v>0</c:v>
                </c:pt>
                <c:pt idx="82716">
                  <c:v>0</c:v>
                </c:pt>
                <c:pt idx="82717">
                  <c:v>0</c:v>
                </c:pt>
                <c:pt idx="82718">
                  <c:v>0</c:v>
                </c:pt>
                <c:pt idx="82719">
                  <c:v>0</c:v>
                </c:pt>
                <c:pt idx="82720">
                  <c:v>0</c:v>
                </c:pt>
                <c:pt idx="82721">
                  <c:v>0</c:v>
                </c:pt>
                <c:pt idx="82722">
                  <c:v>0</c:v>
                </c:pt>
                <c:pt idx="82723">
                  <c:v>0</c:v>
                </c:pt>
                <c:pt idx="82724">
                  <c:v>0</c:v>
                </c:pt>
                <c:pt idx="82725">
                  <c:v>0</c:v>
                </c:pt>
                <c:pt idx="82726">
                  <c:v>0</c:v>
                </c:pt>
                <c:pt idx="82727">
                  <c:v>0</c:v>
                </c:pt>
                <c:pt idx="82728">
                  <c:v>0</c:v>
                </c:pt>
                <c:pt idx="82729">
                  <c:v>0</c:v>
                </c:pt>
                <c:pt idx="82730">
                  <c:v>0</c:v>
                </c:pt>
                <c:pt idx="82731">
                  <c:v>0</c:v>
                </c:pt>
                <c:pt idx="82732">
                  <c:v>0</c:v>
                </c:pt>
                <c:pt idx="82733">
                  <c:v>0</c:v>
                </c:pt>
                <c:pt idx="82734">
                  <c:v>0</c:v>
                </c:pt>
                <c:pt idx="82735">
                  <c:v>0</c:v>
                </c:pt>
                <c:pt idx="82736">
                  <c:v>0</c:v>
                </c:pt>
                <c:pt idx="82737">
                  <c:v>0</c:v>
                </c:pt>
                <c:pt idx="82738">
                  <c:v>0</c:v>
                </c:pt>
                <c:pt idx="82739">
                  <c:v>0</c:v>
                </c:pt>
                <c:pt idx="82740">
                  <c:v>0</c:v>
                </c:pt>
                <c:pt idx="82741">
                  <c:v>0</c:v>
                </c:pt>
                <c:pt idx="82742">
                  <c:v>0</c:v>
                </c:pt>
                <c:pt idx="82743">
                  <c:v>0</c:v>
                </c:pt>
                <c:pt idx="82744">
                  <c:v>0</c:v>
                </c:pt>
                <c:pt idx="82745">
                  <c:v>0</c:v>
                </c:pt>
                <c:pt idx="82746">
                  <c:v>0</c:v>
                </c:pt>
                <c:pt idx="82747">
                  <c:v>0</c:v>
                </c:pt>
                <c:pt idx="82748">
                  <c:v>0</c:v>
                </c:pt>
                <c:pt idx="82749">
                  <c:v>0</c:v>
                </c:pt>
                <c:pt idx="82750">
                  <c:v>0</c:v>
                </c:pt>
                <c:pt idx="82751">
                  <c:v>0</c:v>
                </c:pt>
                <c:pt idx="82752">
                  <c:v>0</c:v>
                </c:pt>
                <c:pt idx="82753">
                  <c:v>0</c:v>
                </c:pt>
                <c:pt idx="82754">
                  <c:v>0</c:v>
                </c:pt>
                <c:pt idx="82755">
                  <c:v>0</c:v>
                </c:pt>
                <c:pt idx="82756">
                  <c:v>0</c:v>
                </c:pt>
                <c:pt idx="82757">
                  <c:v>0</c:v>
                </c:pt>
                <c:pt idx="82758">
                  <c:v>0</c:v>
                </c:pt>
                <c:pt idx="82759">
                  <c:v>0</c:v>
                </c:pt>
                <c:pt idx="82760">
                  <c:v>0</c:v>
                </c:pt>
                <c:pt idx="82761">
                  <c:v>0</c:v>
                </c:pt>
                <c:pt idx="82762">
                  <c:v>0</c:v>
                </c:pt>
                <c:pt idx="82763">
                  <c:v>0</c:v>
                </c:pt>
                <c:pt idx="82764">
                  <c:v>0</c:v>
                </c:pt>
                <c:pt idx="82765">
                  <c:v>0</c:v>
                </c:pt>
                <c:pt idx="82766">
                  <c:v>0</c:v>
                </c:pt>
                <c:pt idx="82767">
                  <c:v>0</c:v>
                </c:pt>
                <c:pt idx="82768">
                  <c:v>0</c:v>
                </c:pt>
                <c:pt idx="82769">
                  <c:v>0</c:v>
                </c:pt>
                <c:pt idx="82770">
                  <c:v>0</c:v>
                </c:pt>
                <c:pt idx="82771">
                  <c:v>0</c:v>
                </c:pt>
                <c:pt idx="82772">
                  <c:v>0</c:v>
                </c:pt>
                <c:pt idx="82773">
                  <c:v>0</c:v>
                </c:pt>
                <c:pt idx="82774">
                  <c:v>0</c:v>
                </c:pt>
                <c:pt idx="82775">
                  <c:v>0</c:v>
                </c:pt>
                <c:pt idx="82776">
                  <c:v>0</c:v>
                </c:pt>
                <c:pt idx="82777">
                  <c:v>0</c:v>
                </c:pt>
                <c:pt idx="82778">
                  <c:v>0</c:v>
                </c:pt>
                <c:pt idx="82779">
                  <c:v>0</c:v>
                </c:pt>
                <c:pt idx="82780">
                  <c:v>0</c:v>
                </c:pt>
                <c:pt idx="82781">
                  <c:v>0</c:v>
                </c:pt>
                <c:pt idx="82782">
                  <c:v>0</c:v>
                </c:pt>
                <c:pt idx="82783">
                  <c:v>0</c:v>
                </c:pt>
                <c:pt idx="82784">
                  <c:v>0</c:v>
                </c:pt>
                <c:pt idx="82785">
                  <c:v>0</c:v>
                </c:pt>
                <c:pt idx="82786">
                  <c:v>0</c:v>
                </c:pt>
                <c:pt idx="82787">
                  <c:v>0</c:v>
                </c:pt>
                <c:pt idx="82788">
                  <c:v>0</c:v>
                </c:pt>
                <c:pt idx="82789">
                  <c:v>0</c:v>
                </c:pt>
                <c:pt idx="82790">
                  <c:v>0</c:v>
                </c:pt>
                <c:pt idx="82791">
                  <c:v>0</c:v>
                </c:pt>
                <c:pt idx="82792">
                  <c:v>0</c:v>
                </c:pt>
                <c:pt idx="82793">
                  <c:v>0</c:v>
                </c:pt>
                <c:pt idx="82794">
                  <c:v>0</c:v>
                </c:pt>
                <c:pt idx="82795">
                  <c:v>0</c:v>
                </c:pt>
                <c:pt idx="82796">
                  <c:v>0</c:v>
                </c:pt>
                <c:pt idx="82797">
                  <c:v>0</c:v>
                </c:pt>
                <c:pt idx="82798">
                  <c:v>0</c:v>
                </c:pt>
                <c:pt idx="82799">
                  <c:v>0</c:v>
                </c:pt>
                <c:pt idx="82800">
                  <c:v>0</c:v>
                </c:pt>
                <c:pt idx="82801">
                  <c:v>0</c:v>
                </c:pt>
                <c:pt idx="82802">
                  <c:v>0</c:v>
                </c:pt>
                <c:pt idx="82803">
                  <c:v>0</c:v>
                </c:pt>
                <c:pt idx="82804">
                  <c:v>0</c:v>
                </c:pt>
                <c:pt idx="82805">
                  <c:v>0</c:v>
                </c:pt>
                <c:pt idx="82806">
                  <c:v>0</c:v>
                </c:pt>
                <c:pt idx="82807">
                  <c:v>0</c:v>
                </c:pt>
                <c:pt idx="82808">
                  <c:v>0</c:v>
                </c:pt>
                <c:pt idx="82809">
                  <c:v>0</c:v>
                </c:pt>
                <c:pt idx="82810">
                  <c:v>0</c:v>
                </c:pt>
                <c:pt idx="82811">
                  <c:v>0</c:v>
                </c:pt>
                <c:pt idx="82812">
                  <c:v>0</c:v>
                </c:pt>
                <c:pt idx="82813">
                  <c:v>0</c:v>
                </c:pt>
                <c:pt idx="82814">
                  <c:v>0</c:v>
                </c:pt>
                <c:pt idx="82815">
                  <c:v>0</c:v>
                </c:pt>
                <c:pt idx="82816">
                  <c:v>0</c:v>
                </c:pt>
                <c:pt idx="82817">
                  <c:v>0</c:v>
                </c:pt>
                <c:pt idx="82818">
                  <c:v>0</c:v>
                </c:pt>
                <c:pt idx="82819">
                  <c:v>0</c:v>
                </c:pt>
                <c:pt idx="82820">
                  <c:v>0</c:v>
                </c:pt>
                <c:pt idx="82821">
                  <c:v>0</c:v>
                </c:pt>
                <c:pt idx="82822">
                  <c:v>0</c:v>
                </c:pt>
                <c:pt idx="82823">
                  <c:v>0</c:v>
                </c:pt>
                <c:pt idx="82824">
                  <c:v>0</c:v>
                </c:pt>
                <c:pt idx="82825">
                  <c:v>0</c:v>
                </c:pt>
                <c:pt idx="82826">
                  <c:v>0</c:v>
                </c:pt>
                <c:pt idx="82827">
                  <c:v>0</c:v>
                </c:pt>
                <c:pt idx="82828">
                  <c:v>0</c:v>
                </c:pt>
                <c:pt idx="82829">
                  <c:v>0</c:v>
                </c:pt>
                <c:pt idx="82830">
                  <c:v>0</c:v>
                </c:pt>
                <c:pt idx="82831">
                  <c:v>0</c:v>
                </c:pt>
                <c:pt idx="82832">
                  <c:v>0</c:v>
                </c:pt>
                <c:pt idx="82833">
                  <c:v>0</c:v>
                </c:pt>
                <c:pt idx="82834">
                  <c:v>0</c:v>
                </c:pt>
                <c:pt idx="82835">
                  <c:v>0</c:v>
                </c:pt>
                <c:pt idx="82836">
                  <c:v>0</c:v>
                </c:pt>
                <c:pt idx="82837">
                  <c:v>0</c:v>
                </c:pt>
                <c:pt idx="82838">
                  <c:v>0</c:v>
                </c:pt>
                <c:pt idx="82839">
                  <c:v>0</c:v>
                </c:pt>
                <c:pt idx="82840">
                  <c:v>0</c:v>
                </c:pt>
                <c:pt idx="82841">
                  <c:v>0</c:v>
                </c:pt>
                <c:pt idx="82842">
                  <c:v>0</c:v>
                </c:pt>
                <c:pt idx="82843">
                  <c:v>0</c:v>
                </c:pt>
                <c:pt idx="82844">
                  <c:v>0</c:v>
                </c:pt>
                <c:pt idx="82845">
                  <c:v>0</c:v>
                </c:pt>
                <c:pt idx="82846">
                  <c:v>0</c:v>
                </c:pt>
                <c:pt idx="82847">
                  <c:v>0</c:v>
                </c:pt>
                <c:pt idx="82848">
                  <c:v>0</c:v>
                </c:pt>
                <c:pt idx="82849">
                  <c:v>0</c:v>
                </c:pt>
                <c:pt idx="82850">
                  <c:v>0</c:v>
                </c:pt>
                <c:pt idx="82851">
                  <c:v>0</c:v>
                </c:pt>
                <c:pt idx="82852">
                  <c:v>0</c:v>
                </c:pt>
                <c:pt idx="82853">
                  <c:v>0</c:v>
                </c:pt>
                <c:pt idx="82854">
                  <c:v>0</c:v>
                </c:pt>
                <c:pt idx="82855">
                  <c:v>0</c:v>
                </c:pt>
                <c:pt idx="82856">
                  <c:v>0</c:v>
                </c:pt>
                <c:pt idx="82857">
                  <c:v>0</c:v>
                </c:pt>
                <c:pt idx="82858">
                  <c:v>0</c:v>
                </c:pt>
                <c:pt idx="82859">
                  <c:v>0</c:v>
                </c:pt>
                <c:pt idx="82860">
                  <c:v>0</c:v>
                </c:pt>
                <c:pt idx="82861">
                  <c:v>0</c:v>
                </c:pt>
                <c:pt idx="82862">
                  <c:v>0</c:v>
                </c:pt>
                <c:pt idx="82863">
                  <c:v>0</c:v>
                </c:pt>
                <c:pt idx="82864">
                  <c:v>0</c:v>
                </c:pt>
                <c:pt idx="82865">
                  <c:v>0</c:v>
                </c:pt>
                <c:pt idx="82866">
                  <c:v>0</c:v>
                </c:pt>
                <c:pt idx="82867">
                  <c:v>0</c:v>
                </c:pt>
                <c:pt idx="82868">
                  <c:v>0</c:v>
                </c:pt>
                <c:pt idx="82869">
                  <c:v>0</c:v>
                </c:pt>
                <c:pt idx="82870">
                  <c:v>0</c:v>
                </c:pt>
                <c:pt idx="82871">
                  <c:v>0</c:v>
                </c:pt>
                <c:pt idx="82872">
                  <c:v>0</c:v>
                </c:pt>
                <c:pt idx="82873">
                  <c:v>0</c:v>
                </c:pt>
                <c:pt idx="82874">
                  <c:v>0</c:v>
                </c:pt>
                <c:pt idx="82875">
                  <c:v>0</c:v>
                </c:pt>
                <c:pt idx="82876">
                  <c:v>0</c:v>
                </c:pt>
                <c:pt idx="82877">
                  <c:v>0</c:v>
                </c:pt>
                <c:pt idx="82878">
                  <c:v>0</c:v>
                </c:pt>
                <c:pt idx="82879">
                  <c:v>0</c:v>
                </c:pt>
                <c:pt idx="82880">
                  <c:v>0</c:v>
                </c:pt>
                <c:pt idx="82881">
                  <c:v>0</c:v>
                </c:pt>
                <c:pt idx="82882">
                  <c:v>0</c:v>
                </c:pt>
                <c:pt idx="82883">
                  <c:v>0</c:v>
                </c:pt>
                <c:pt idx="82884">
                  <c:v>0</c:v>
                </c:pt>
                <c:pt idx="82885">
                  <c:v>0</c:v>
                </c:pt>
                <c:pt idx="82886">
                  <c:v>0</c:v>
                </c:pt>
                <c:pt idx="82887">
                  <c:v>0</c:v>
                </c:pt>
                <c:pt idx="82888">
                  <c:v>0</c:v>
                </c:pt>
                <c:pt idx="82889">
                  <c:v>0</c:v>
                </c:pt>
                <c:pt idx="82890">
                  <c:v>0</c:v>
                </c:pt>
                <c:pt idx="82891">
                  <c:v>0</c:v>
                </c:pt>
                <c:pt idx="82892">
                  <c:v>0</c:v>
                </c:pt>
                <c:pt idx="82893">
                  <c:v>0</c:v>
                </c:pt>
                <c:pt idx="82894">
                  <c:v>0</c:v>
                </c:pt>
                <c:pt idx="82895">
                  <c:v>0</c:v>
                </c:pt>
                <c:pt idx="82896">
                  <c:v>0</c:v>
                </c:pt>
                <c:pt idx="82897">
                  <c:v>0</c:v>
                </c:pt>
                <c:pt idx="82898">
                  <c:v>0</c:v>
                </c:pt>
                <c:pt idx="82899">
                  <c:v>0</c:v>
                </c:pt>
                <c:pt idx="82900">
                  <c:v>0</c:v>
                </c:pt>
                <c:pt idx="82901">
                  <c:v>0</c:v>
                </c:pt>
                <c:pt idx="82902">
                  <c:v>0</c:v>
                </c:pt>
                <c:pt idx="82903">
                  <c:v>0</c:v>
                </c:pt>
                <c:pt idx="82904">
                  <c:v>0</c:v>
                </c:pt>
                <c:pt idx="82905">
                  <c:v>0</c:v>
                </c:pt>
                <c:pt idx="82906">
                  <c:v>0</c:v>
                </c:pt>
                <c:pt idx="82907">
                  <c:v>0</c:v>
                </c:pt>
                <c:pt idx="82908">
                  <c:v>0</c:v>
                </c:pt>
                <c:pt idx="82909">
                  <c:v>0</c:v>
                </c:pt>
                <c:pt idx="82910">
                  <c:v>0</c:v>
                </c:pt>
                <c:pt idx="82911">
                  <c:v>0</c:v>
                </c:pt>
                <c:pt idx="82912">
                  <c:v>0</c:v>
                </c:pt>
                <c:pt idx="82913">
                  <c:v>0</c:v>
                </c:pt>
                <c:pt idx="82914">
                  <c:v>0</c:v>
                </c:pt>
                <c:pt idx="82915">
                  <c:v>0</c:v>
                </c:pt>
                <c:pt idx="82916">
                  <c:v>0</c:v>
                </c:pt>
                <c:pt idx="82917">
                  <c:v>0</c:v>
                </c:pt>
                <c:pt idx="82918">
                  <c:v>0</c:v>
                </c:pt>
                <c:pt idx="82919">
                  <c:v>0</c:v>
                </c:pt>
                <c:pt idx="82920">
                  <c:v>0</c:v>
                </c:pt>
                <c:pt idx="82921">
                  <c:v>0</c:v>
                </c:pt>
                <c:pt idx="82922">
                  <c:v>0</c:v>
                </c:pt>
                <c:pt idx="82923">
                  <c:v>0</c:v>
                </c:pt>
                <c:pt idx="82924">
                  <c:v>0</c:v>
                </c:pt>
                <c:pt idx="82925">
                  <c:v>0</c:v>
                </c:pt>
                <c:pt idx="82926">
                  <c:v>0</c:v>
                </c:pt>
                <c:pt idx="82927">
                  <c:v>0</c:v>
                </c:pt>
                <c:pt idx="82928">
                  <c:v>0</c:v>
                </c:pt>
                <c:pt idx="82929">
                  <c:v>0</c:v>
                </c:pt>
                <c:pt idx="82930">
                  <c:v>0</c:v>
                </c:pt>
                <c:pt idx="82931">
                  <c:v>0</c:v>
                </c:pt>
                <c:pt idx="82932">
                  <c:v>0</c:v>
                </c:pt>
                <c:pt idx="82933">
                  <c:v>0</c:v>
                </c:pt>
                <c:pt idx="82934">
                  <c:v>0</c:v>
                </c:pt>
                <c:pt idx="82935">
                  <c:v>0</c:v>
                </c:pt>
                <c:pt idx="82936">
                  <c:v>0</c:v>
                </c:pt>
                <c:pt idx="82937">
                  <c:v>0</c:v>
                </c:pt>
                <c:pt idx="82938">
                  <c:v>0</c:v>
                </c:pt>
                <c:pt idx="82939">
                  <c:v>0</c:v>
                </c:pt>
                <c:pt idx="82940">
                  <c:v>0</c:v>
                </c:pt>
                <c:pt idx="82941">
                  <c:v>0</c:v>
                </c:pt>
                <c:pt idx="82942">
                  <c:v>0</c:v>
                </c:pt>
                <c:pt idx="82943">
                  <c:v>0</c:v>
                </c:pt>
                <c:pt idx="82944">
                  <c:v>0</c:v>
                </c:pt>
                <c:pt idx="82945">
                  <c:v>0</c:v>
                </c:pt>
                <c:pt idx="82946">
                  <c:v>0</c:v>
                </c:pt>
                <c:pt idx="82947">
                  <c:v>0</c:v>
                </c:pt>
                <c:pt idx="82948">
                  <c:v>0</c:v>
                </c:pt>
                <c:pt idx="82949">
                  <c:v>0</c:v>
                </c:pt>
                <c:pt idx="82950">
                  <c:v>0</c:v>
                </c:pt>
                <c:pt idx="82951">
                  <c:v>0</c:v>
                </c:pt>
                <c:pt idx="82952">
                  <c:v>0</c:v>
                </c:pt>
                <c:pt idx="82953">
                  <c:v>0</c:v>
                </c:pt>
                <c:pt idx="82954">
                  <c:v>0</c:v>
                </c:pt>
                <c:pt idx="82955">
                  <c:v>0</c:v>
                </c:pt>
                <c:pt idx="82956">
                  <c:v>0</c:v>
                </c:pt>
                <c:pt idx="82957">
                  <c:v>0</c:v>
                </c:pt>
                <c:pt idx="82958">
                  <c:v>0</c:v>
                </c:pt>
                <c:pt idx="82959">
                  <c:v>0</c:v>
                </c:pt>
                <c:pt idx="82960">
                  <c:v>0</c:v>
                </c:pt>
                <c:pt idx="82961">
                  <c:v>0</c:v>
                </c:pt>
                <c:pt idx="82962">
                  <c:v>0</c:v>
                </c:pt>
                <c:pt idx="82963">
                  <c:v>0</c:v>
                </c:pt>
                <c:pt idx="82964">
                  <c:v>0</c:v>
                </c:pt>
                <c:pt idx="82965">
                  <c:v>0</c:v>
                </c:pt>
                <c:pt idx="82966">
                  <c:v>0</c:v>
                </c:pt>
                <c:pt idx="82967">
                  <c:v>0</c:v>
                </c:pt>
                <c:pt idx="82968">
                  <c:v>0</c:v>
                </c:pt>
                <c:pt idx="82969">
                  <c:v>0</c:v>
                </c:pt>
                <c:pt idx="82970">
                  <c:v>0</c:v>
                </c:pt>
                <c:pt idx="82971">
                  <c:v>0</c:v>
                </c:pt>
                <c:pt idx="82972">
                  <c:v>0</c:v>
                </c:pt>
                <c:pt idx="82973">
                  <c:v>0</c:v>
                </c:pt>
                <c:pt idx="82974">
                  <c:v>0</c:v>
                </c:pt>
                <c:pt idx="82975">
                  <c:v>0</c:v>
                </c:pt>
                <c:pt idx="82976">
                  <c:v>0</c:v>
                </c:pt>
                <c:pt idx="82977">
                  <c:v>0</c:v>
                </c:pt>
                <c:pt idx="82978">
                  <c:v>0</c:v>
                </c:pt>
                <c:pt idx="82979">
                  <c:v>0</c:v>
                </c:pt>
                <c:pt idx="82980">
                  <c:v>0</c:v>
                </c:pt>
                <c:pt idx="82981">
                  <c:v>0</c:v>
                </c:pt>
                <c:pt idx="82982">
                  <c:v>0</c:v>
                </c:pt>
                <c:pt idx="82983">
                  <c:v>0</c:v>
                </c:pt>
                <c:pt idx="82984">
                  <c:v>0</c:v>
                </c:pt>
                <c:pt idx="82985">
                  <c:v>0</c:v>
                </c:pt>
                <c:pt idx="82986">
                  <c:v>0</c:v>
                </c:pt>
                <c:pt idx="82987">
                  <c:v>0</c:v>
                </c:pt>
                <c:pt idx="82988">
                  <c:v>0</c:v>
                </c:pt>
                <c:pt idx="82989">
                  <c:v>0</c:v>
                </c:pt>
                <c:pt idx="82990">
                  <c:v>0</c:v>
                </c:pt>
                <c:pt idx="82991">
                  <c:v>0</c:v>
                </c:pt>
                <c:pt idx="82992">
                  <c:v>0</c:v>
                </c:pt>
                <c:pt idx="82993">
                  <c:v>0</c:v>
                </c:pt>
                <c:pt idx="82994">
                  <c:v>0</c:v>
                </c:pt>
                <c:pt idx="82995">
                  <c:v>0</c:v>
                </c:pt>
                <c:pt idx="82996">
                  <c:v>0</c:v>
                </c:pt>
                <c:pt idx="82997">
                  <c:v>0</c:v>
                </c:pt>
                <c:pt idx="82998">
                  <c:v>0</c:v>
                </c:pt>
                <c:pt idx="82999">
                  <c:v>0</c:v>
                </c:pt>
                <c:pt idx="83000">
                  <c:v>0</c:v>
                </c:pt>
                <c:pt idx="83001">
                  <c:v>0</c:v>
                </c:pt>
                <c:pt idx="83002">
                  <c:v>0</c:v>
                </c:pt>
                <c:pt idx="83003">
                  <c:v>0</c:v>
                </c:pt>
                <c:pt idx="83004">
                  <c:v>0</c:v>
                </c:pt>
                <c:pt idx="83005">
                  <c:v>0</c:v>
                </c:pt>
                <c:pt idx="83006">
                  <c:v>0</c:v>
                </c:pt>
                <c:pt idx="83007">
                  <c:v>0</c:v>
                </c:pt>
                <c:pt idx="83008">
                  <c:v>0</c:v>
                </c:pt>
                <c:pt idx="83009">
                  <c:v>0</c:v>
                </c:pt>
                <c:pt idx="83010">
                  <c:v>0</c:v>
                </c:pt>
                <c:pt idx="83011">
                  <c:v>0</c:v>
                </c:pt>
                <c:pt idx="83012">
                  <c:v>0</c:v>
                </c:pt>
                <c:pt idx="83013">
                  <c:v>0</c:v>
                </c:pt>
                <c:pt idx="83014">
                  <c:v>0</c:v>
                </c:pt>
                <c:pt idx="83015">
                  <c:v>0</c:v>
                </c:pt>
                <c:pt idx="83016">
                  <c:v>0</c:v>
                </c:pt>
                <c:pt idx="83017">
                  <c:v>0</c:v>
                </c:pt>
                <c:pt idx="83018">
                  <c:v>0</c:v>
                </c:pt>
                <c:pt idx="83019">
                  <c:v>0</c:v>
                </c:pt>
                <c:pt idx="83020">
                  <c:v>0</c:v>
                </c:pt>
                <c:pt idx="83021">
                  <c:v>0</c:v>
                </c:pt>
                <c:pt idx="83022">
                  <c:v>0</c:v>
                </c:pt>
                <c:pt idx="83023">
                  <c:v>0</c:v>
                </c:pt>
                <c:pt idx="83024">
                  <c:v>0</c:v>
                </c:pt>
                <c:pt idx="83025">
                  <c:v>0</c:v>
                </c:pt>
                <c:pt idx="83026">
                  <c:v>0</c:v>
                </c:pt>
                <c:pt idx="83027">
                  <c:v>0</c:v>
                </c:pt>
                <c:pt idx="83028">
                  <c:v>0</c:v>
                </c:pt>
                <c:pt idx="83029">
                  <c:v>0</c:v>
                </c:pt>
                <c:pt idx="83030">
                  <c:v>0</c:v>
                </c:pt>
                <c:pt idx="83031">
                  <c:v>0</c:v>
                </c:pt>
                <c:pt idx="83032">
                  <c:v>0</c:v>
                </c:pt>
                <c:pt idx="83033">
                  <c:v>0</c:v>
                </c:pt>
                <c:pt idx="83034">
                  <c:v>0</c:v>
                </c:pt>
                <c:pt idx="83035">
                  <c:v>0</c:v>
                </c:pt>
                <c:pt idx="83036">
                  <c:v>0</c:v>
                </c:pt>
                <c:pt idx="83037">
                  <c:v>0</c:v>
                </c:pt>
                <c:pt idx="83038">
                  <c:v>0</c:v>
                </c:pt>
                <c:pt idx="83039">
                  <c:v>0</c:v>
                </c:pt>
                <c:pt idx="83040">
                  <c:v>0</c:v>
                </c:pt>
                <c:pt idx="83041">
                  <c:v>0</c:v>
                </c:pt>
                <c:pt idx="83042">
                  <c:v>0</c:v>
                </c:pt>
                <c:pt idx="83043">
                  <c:v>0</c:v>
                </c:pt>
                <c:pt idx="83044">
                  <c:v>0</c:v>
                </c:pt>
                <c:pt idx="83045">
                  <c:v>0</c:v>
                </c:pt>
                <c:pt idx="83046">
                  <c:v>0</c:v>
                </c:pt>
                <c:pt idx="83047">
                  <c:v>0</c:v>
                </c:pt>
                <c:pt idx="83048">
                  <c:v>0</c:v>
                </c:pt>
                <c:pt idx="83049">
                  <c:v>0</c:v>
                </c:pt>
                <c:pt idx="83050">
                  <c:v>0</c:v>
                </c:pt>
                <c:pt idx="83051">
                  <c:v>0</c:v>
                </c:pt>
                <c:pt idx="83052">
                  <c:v>0</c:v>
                </c:pt>
                <c:pt idx="83053">
                  <c:v>0</c:v>
                </c:pt>
                <c:pt idx="83054">
                  <c:v>0</c:v>
                </c:pt>
                <c:pt idx="83055">
                  <c:v>0</c:v>
                </c:pt>
                <c:pt idx="83056">
                  <c:v>0</c:v>
                </c:pt>
                <c:pt idx="83057">
                  <c:v>0</c:v>
                </c:pt>
                <c:pt idx="83058">
                  <c:v>0</c:v>
                </c:pt>
                <c:pt idx="83059">
                  <c:v>0</c:v>
                </c:pt>
                <c:pt idx="83060">
                  <c:v>0</c:v>
                </c:pt>
                <c:pt idx="83061">
                  <c:v>0</c:v>
                </c:pt>
                <c:pt idx="83062">
                  <c:v>0</c:v>
                </c:pt>
                <c:pt idx="83063">
                  <c:v>0</c:v>
                </c:pt>
                <c:pt idx="83064">
                  <c:v>0</c:v>
                </c:pt>
                <c:pt idx="83065">
                  <c:v>0</c:v>
                </c:pt>
                <c:pt idx="83066">
                  <c:v>0</c:v>
                </c:pt>
                <c:pt idx="83067">
                  <c:v>0</c:v>
                </c:pt>
                <c:pt idx="83068">
                  <c:v>0</c:v>
                </c:pt>
                <c:pt idx="83069">
                  <c:v>0</c:v>
                </c:pt>
                <c:pt idx="83070">
                  <c:v>0</c:v>
                </c:pt>
                <c:pt idx="83071">
                  <c:v>0</c:v>
                </c:pt>
                <c:pt idx="83072">
                  <c:v>0</c:v>
                </c:pt>
                <c:pt idx="83073">
                  <c:v>0</c:v>
                </c:pt>
                <c:pt idx="83074">
                  <c:v>0</c:v>
                </c:pt>
                <c:pt idx="83075">
                  <c:v>0</c:v>
                </c:pt>
                <c:pt idx="83076">
                  <c:v>0</c:v>
                </c:pt>
                <c:pt idx="83077">
                  <c:v>0</c:v>
                </c:pt>
                <c:pt idx="83078">
                  <c:v>0</c:v>
                </c:pt>
                <c:pt idx="83079">
                  <c:v>0</c:v>
                </c:pt>
                <c:pt idx="83080">
                  <c:v>0</c:v>
                </c:pt>
                <c:pt idx="83081">
                  <c:v>0</c:v>
                </c:pt>
                <c:pt idx="83082">
                  <c:v>0</c:v>
                </c:pt>
                <c:pt idx="83083">
                  <c:v>0</c:v>
                </c:pt>
                <c:pt idx="83084">
                  <c:v>0</c:v>
                </c:pt>
                <c:pt idx="83085">
                  <c:v>0</c:v>
                </c:pt>
                <c:pt idx="83086">
                  <c:v>0</c:v>
                </c:pt>
                <c:pt idx="83087">
                  <c:v>0</c:v>
                </c:pt>
                <c:pt idx="83088">
                  <c:v>0</c:v>
                </c:pt>
                <c:pt idx="83089">
                  <c:v>0</c:v>
                </c:pt>
                <c:pt idx="83090">
                  <c:v>0</c:v>
                </c:pt>
                <c:pt idx="83091">
                  <c:v>0</c:v>
                </c:pt>
                <c:pt idx="83092">
                  <c:v>0</c:v>
                </c:pt>
                <c:pt idx="83093">
                  <c:v>0</c:v>
                </c:pt>
                <c:pt idx="83094">
                  <c:v>0</c:v>
                </c:pt>
                <c:pt idx="83095">
                  <c:v>0</c:v>
                </c:pt>
                <c:pt idx="83096">
                  <c:v>0</c:v>
                </c:pt>
                <c:pt idx="83097">
                  <c:v>0</c:v>
                </c:pt>
                <c:pt idx="83098">
                  <c:v>0</c:v>
                </c:pt>
                <c:pt idx="83099">
                  <c:v>0</c:v>
                </c:pt>
                <c:pt idx="83100">
                  <c:v>0</c:v>
                </c:pt>
                <c:pt idx="83101">
                  <c:v>0</c:v>
                </c:pt>
                <c:pt idx="83102">
                  <c:v>0</c:v>
                </c:pt>
                <c:pt idx="83103">
                  <c:v>0</c:v>
                </c:pt>
                <c:pt idx="83104">
                  <c:v>0</c:v>
                </c:pt>
                <c:pt idx="83105">
                  <c:v>0</c:v>
                </c:pt>
                <c:pt idx="83106">
                  <c:v>0</c:v>
                </c:pt>
                <c:pt idx="83107">
                  <c:v>0</c:v>
                </c:pt>
                <c:pt idx="83108">
                  <c:v>0</c:v>
                </c:pt>
                <c:pt idx="83109">
                  <c:v>0</c:v>
                </c:pt>
                <c:pt idx="83110">
                  <c:v>0</c:v>
                </c:pt>
                <c:pt idx="83111">
                  <c:v>0</c:v>
                </c:pt>
                <c:pt idx="83112">
                  <c:v>0</c:v>
                </c:pt>
                <c:pt idx="83113">
                  <c:v>0</c:v>
                </c:pt>
                <c:pt idx="83114">
                  <c:v>0</c:v>
                </c:pt>
                <c:pt idx="83115">
                  <c:v>0</c:v>
                </c:pt>
                <c:pt idx="83116">
                  <c:v>0</c:v>
                </c:pt>
                <c:pt idx="83117">
                  <c:v>0</c:v>
                </c:pt>
                <c:pt idx="83118">
                  <c:v>0</c:v>
                </c:pt>
                <c:pt idx="83119">
                  <c:v>0</c:v>
                </c:pt>
                <c:pt idx="83120">
                  <c:v>0</c:v>
                </c:pt>
                <c:pt idx="83121">
                  <c:v>0</c:v>
                </c:pt>
                <c:pt idx="83122">
                  <c:v>0</c:v>
                </c:pt>
                <c:pt idx="83123">
                  <c:v>0</c:v>
                </c:pt>
                <c:pt idx="83124">
                  <c:v>0</c:v>
                </c:pt>
                <c:pt idx="83125">
                  <c:v>0</c:v>
                </c:pt>
                <c:pt idx="83126">
                  <c:v>0</c:v>
                </c:pt>
                <c:pt idx="83127">
                  <c:v>0</c:v>
                </c:pt>
                <c:pt idx="83128">
                  <c:v>0</c:v>
                </c:pt>
                <c:pt idx="83129">
                  <c:v>0</c:v>
                </c:pt>
                <c:pt idx="83130">
                  <c:v>0</c:v>
                </c:pt>
                <c:pt idx="83131">
                  <c:v>0</c:v>
                </c:pt>
                <c:pt idx="83132">
                  <c:v>0</c:v>
                </c:pt>
                <c:pt idx="83133">
                  <c:v>0</c:v>
                </c:pt>
                <c:pt idx="83134">
                  <c:v>0</c:v>
                </c:pt>
                <c:pt idx="83135">
                  <c:v>0</c:v>
                </c:pt>
                <c:pt idx="83136">
                  <c:v>0</c:v>
                </c:pt>
                <c:pt idx="83137">
                  <c:v>0</c:v>
                </c:pt>
                <c:pt idx="83138">
                  <c:v>0</c:v>
                </c:pt>
                <c:pt idx="83139">
                  <c:v>0</c:v>
                </c:pt>
                <c:pt idx="83140">
                  <c:v>0</c:v>
                </c:pt>
                <c:pt idx="83141">
                  <c:v>0</c:v>
                </c:pt>
                <c:pt idx="83142">
                  <c:v>0</c:v>
                </c:pt>
                <c:pt idx="83143">
                  <c:v>0</c:v>
                </c:pt>
                <c:pt idx="83144">
                  <c:v>0</c:v>
                </c:pt>
                <c:pt idx="83145">
                  <c:v>0</c:v>
                </c:pt>
                <c:pt idx="83146">
                  <c:v>0</c:v>
                </c:pt>
                <c:pt idx="83147">
                  <c:v>0</c:v>
                </c:pt>
                <c:pt idx="83148">
                  <c:v>0</c:v>
                </c:pt>
                <c:pt idx="83149">
                  <c:v>0</c:v>
                </c:pt>
                <c:pt idx="83150">
                  <c:v>0</c:v>
                </c:pt>
                <c:pt idx="83151">
                  <c:v>0</c:v>
                </c:pt>
                <c:pt idx="83152">
                  <c:v>0</c:v>
                </c:pt>
                <c:pt idx="83153">
                  <c:v>0</c:v>
                </c:pt>
                <c:pt idx="83154">
                  <c:v>0</c:v>
                </c:pt>
                <c:pt idx="83155">
                  <c:v>0</c:v>
                </c:pt>
                <c:pt idx="83156">
                  <c:v>0</c:v>
                </c:pt>
                <c:pt idx="83157">
                  <c:v>0</c:v>
                </c:pt>
                <c:pt idx="83158">
                  <c:v>0</c:v>
                </c:pt>
                <c:pt idx="83159">
                  <c:v>0</c:v>
                </c:pt>
                <c:pt idx="83160">
                  <c:v>0</c:v>
                </c:pt>
                <c:pt idx="83161">
                  <c:v>0</c:v>
                </c:pt>
                <c:pt idx="83162">
                  <c:v>0</c:v>
                </c:pt>
                <c:pt idx="83163">
                  <c:v>0</c:v>
                </c:pt>
                <c:pt idx="83164">
                  <c:v>0</c:v>
                </c:pt>
                <c:pt idx="83165">
                  <c:v>0</c:v>
                </c:pt>
                <c:pt idx="83166">
                  <c:v>0</c:v>
                </c:pt>
                <c:pt idx="83167">
                  <c:v>0</c:v>
                </c:pt>
                <c:pt idx="83168">
                  <c:v>0</c:v>
                </c:pt>
                <c:pt idx="83169">
                  <c:v>0</c:v>
                </c:pt>
                <c:pt idx="83170">
                  <c:v>0</c:v>
                </c:pt>
                <c:pt idx="83171">
                  <c:v>0</c:v>
                </c:pt>
                <c:pt idx="83172">
                  <c:v>0</c:v>
                </c:pt>
                <c:pt idx="83173">
                  <c:v>0</c:v>
                </c:pt>
                <c:pt idx="83174">
                  <c:v>0</c:v>
                </c:pt>
                <c:pt idx="83175">
                  <c:v>0</c:v>
                </c:pt>
                <c:pt idx="83176">
                  <c:v>0</c:v>
                </c:pt>
                <c:pt idx="83177">
                  <c:v>0</c:v>
                </c:pt>
                <c:pt idx="83178">
                  <c:v>0</c:v>
                </c:pt>
                <c:pt idx="83179">
                  <c:v>0</c:v>
                </c:pt>
                <c:pt idx="83180">
                  <c:v>0</c:v>
                </c:pt>
                <c:pt idx="83181">
                  <c:v>0</c:v>
                </c:pt>
                <c:pt idx="83182">
                  <c:v>0</c:v>
                </c:pt>
                <c:pt idx="83183">
                  <c:v>0</c:v>
                </c:pt>
                <c:pt idx="83184">
                  <c:v>0</c:v>
                </c:pt>
                <c:pt idx="83185">
                  <c:v>0</c:v>
                </c:pt>
                <c:pt idx="83186">
                  <c:v>0</c:v>
                </c:pt>
                <c:pt idx="83187">
                  <c:v>0</c:v>
                </c:pt>
                <c:pt idx="83188">
                  <c:v>0</c:v>
                </c:pt>
                <c:pt idx="83189">
                  <c:v>0</c:v>
                </c:pt>
                <c:pt idx="83190">
                  <c:v>0</c:v>
                </c:pt>
                <c:pt idx="83191">
                  <c:v>0</c:v>
                </c:pt>
                <c:pt idx="83192">
                  <c:v>0</c:v>
                </c:pt>
                <c:pt idx="83193">
                  <c:v>0</c:v>
                </c:pt>
                <c:pt idx="83194">
                  <c:v>0</c:v>
                </c:pt>
                <c:pt idx="83195">
                  <c:v>0</c:v>
                </c:pt>
                <c:pt idx="83196">
                  <c:v>0</c:v>
                </c:pt>
                <c:pt idx="83197">
                  <c:v>0</c:v>
                </c:pt>
                <c:pt idx="83198">
                  <c:v>0</c:v>
                </c:pt>
                <c:pt idx="83199">
                  <c:v>0</c:v>
                </c:pt>
                <c:pt idx="83200">
                  <c:v>0</c:v>
                </c:pt>
                <c:pt idx="83201">
                  <c:v>0</c:v>
                </c:pt>
                <c:pt idx="83202">
                  <c:v>0</c:v>
                </c:pt>
                <c:pt idx="83203">
                  <c:v>0</c:v>
                </c:pt>
                <c:pt idx="83204">
                  <c:v>0</c:v>
                </c:pt>
                <c:pt idx="83205">
                  <c:v>0</c:v>
                </c:pt>
                <c:pt idx="83206">
                  <c:v>0</c:v>
                </c:pt>
                <c:pt idx="83207">
                  <c:v>0</c:v>
                </c:pt>
                <c:pt idx="83208">
                  <c:v>0</c:v>
                </c:pt>
                <c:pt idx="83209">
                  <c:v>0</c:v>
                </c:pt>
                <c:pt idx="83210">
                  <c:v>0</c:v>
                </c:pt>
                <c:pt idx="83211">
                  <c:v>0</c:v>
                </c:pt>
                <c:pt idx="83212">
                  <c:v>0</c:v>
                </c:pt>
                <c:pt idx="83213">
                  <c:v>0</c:v>
                </c:pt>
                <c:pt idx="83214">
                  <c:v>0</c:v>
                </c:pt>
                <c:pt idx="83215">
                  <c:v>0</c:v>
                </c:pt>
                <c:pt idx="83216">
                  <c:v>0</c:v>
                </c:pt>
                <c:pt idx="83217">
                  <c:v>0</c:v>
                </c:pt>
                <c:pt idx="83218">
                  <c:v>0</c:v>
                </c:pt>
                <c:pt idx="83219">
                  <c:v>0</c:v>
                </c:pt>
                <c:pt idx="83220">
                  <c:v>0</c:v>
                </c:pt>
                <c:pt idx="83221">
                  <c:v>0</c:v>
                </c:pt>
                <c:pt idx="83222">
                  <c:v>0</c:v>
                </c:pt>
                <c:pt idx="83223">
                  <c:v>0</c:v>
                </c:pt>
                <c:pt idx="83224">
                  <c:v>0</c:v>
                </c:pt>
                <c:pt idx="83225">
                  <c:v>0</c:v>
                </c:pt>
                <c:pt idx="83226">
                  <c:v>0</c:v>
                </c:pt>
                <c:pt idx="83227">
                  <c:v>0</c:v>
                </c:pt>
                <c:pt idx="83228">
                  <c:v>0</c:v>
                </c:pt>
                <c:pt idx="83229">
                  <c:v>0</c:v>
                </c:pt>
                <c:pt idx="83230">
                  <c:v>0</c:v>
                </c:pt>
                <c:pt idx="83231">
                  <c:v>0</c:v>
                </c:pt>
                <c:pt idx="83232">
                  <c:v>0</c:v>
                </c:pt>
                <c:pt idx="83233">
                  <c:v>0</c:v>
                </c:pt>
                <c:pt idx="83234">
                  <c:v>0</c:v>
                </c:pt>
                <c:pt idx="83235">
                  <c:v>0</c:v>
                </c:pt>
                <c:pt idx="83236">
                  <c:v>0</c:v>
                </c:pt>
                <c:pt idx="83237">
                  <c:v>0</c:v>
                </c:pt>
                <c:pt idx="83238">
                  <c:v>0</c:v>
                </c:pt>
                <c:pt idx="83239">
                  <c:v>0</c:v>
                </c:pt>
                <c:pt idx="83240">
                  <c:v>0</c:v>
                </c:pt>
                <c:pt idx="83241">
                  <c:v>0</c:v>
                </c:pt>
                <c:pt idx="83242">
                  <c:v>0</c:v>
                </c:pt>
                <c:pt idx="83243">
                  <c:v>0</c:v>
                </c:pt>
                <c:pt idx="83244">
                  <c:v>0</c:v>
                </c:pt>
                <c:pt idx="83245">
                  <c:v>0</c:v>
                </c:pt>
                <c:pt idx="83246">
                  <c:v>0</c:v>
                </c:pt>
                <c:pt idx="83247">
                  <c:v>0</c:v>
                </c:pt>
                <c:pt idx="83248">
                  <c:v>0</c:v>
                </c:pt>
                <c:pt idx="83249">
                  <c:v>0</c:v>
                </c:pt>
                <c:pt idx="83250">
                  <c:v>0</c:v>
                </c:pt>
                <c:pt idx="83251">
                  <c:v>0</c:v>
                </c:pt>
                <c:pt idx="83252">
                  <c:v>0</c:v>
                </c:pt>
                <c:pt idx="83253">
                  <c:v>0</c:v>
                </c:pt>
                <c:pt idx="83254">
                  <c:v>0</c:v>
                </c:pt>
                <c:pt idx="83255">
                  <c:v>0</c:v>
                </c:pt>
                <c:pt idx="83256">
                  <c:v>0</c:v>
                </c:pt>
                <c:pt idx="83257">
                  <c:v>0</c:v>
                </c:pt>
                <c:pt idx="83258">
                  <c:v>0</c:v>
                </c:pt>
                <c:pt idx="83259">
                  <c:v>0</c:v>
                </c:pt>
                <c:pt idx="83260">
                  <c:v>0</c:v>
                </c:pt>
                <c:pt idx="83261">
                  <c:v>0</c:v>
                </c:pt>
                <c:pt idx="83262">
                  <c:v>0</c:v>
                </c:pt>
                <c:pt idx="83263">
                  <c:v>0</c:v>
                </c:pt>
                <c:pt idx="83264">
                  <c:v>0</c:v>
                </c:pt>
                <c:pt idx="83265">
                  <c:v>0</c:v>
                </c:pt>
                <c:pt idx="83266">
                  <c:v>0</c:v>
                </c:pt>
                <c:pt idx="83267">
                  <c:v>0</c:v>
                </c:pt>
                <c:pt idx="83268">
                  <c:v>0</c:v>
                </c:pt>
                <c:pt idx="83269">
                  <c:v>0</c:v>
                </c:pt>
                <c:pt idx="83270">
                  <c:v>0</c:v>
                </c:pt>
                <c:pt idx="83271">
                  <c:v>0</c:v>
                </c:pt>
                <c:pt idx="83272">
                  <c:v>0</c:v>
                </c:pt>
                <c:pt idx="83273">
                  <c:v>0</c:v>
                </c:pt>
                <c:pt idx="83274">
                  <c:v>0</c:v>
                </c:pt>
                <c:pt idx="83275">
                  <c:v>0</c:v>
                </c:pt>
                <c:pt idx="83276">
                  <c:v>0</c:v>
                </c:pt>
                <c:pt idx="83277">
                  <c:v>0</c:v>
                </c:pt>
                <c:pt idx="83278">
                  <c:v>0</c:v>
                </c:pt>
                <c:pt idx="83279">
                  <c:v>0</c:v>
                </c:pt>
                <c:pt idx="83280">
                  <c:v>0</c:v>
                </c:pt>
                <c:pt idx="83281">
                  <c:v>0</c:v>
                </c:pt>
                <c:pt idx="83282">
                  <c:v>0</c:v>
                </c:pt>
                <c:pt idx="83283">
                  <c:v>0</c:v>
                </c:pt>
                <c:pt idx="83284">
                  <c:v>0</c:v>
                </c:pt>
                <c:pt idx="83285">
                  <c:v>0</c:v>
                </c:pt>
                <c:pt idx="83286">
                  <c:v>0</c:v>
                </c:pt>
                <c:pt idx="83287">
                  <c:v>0</c:v>
                </c:pt>
                <c:pt idx="83288">
                  <c:v>0</c:v>
                </c:pt>
                <c:pt idx="83289">
                  <c:v>0</c:v>
                </c:pt>
                <c:pt idx="83290">
                  <c:v>0</c:v>
                </c:pt>
                <c:pt idx="83291">
                  <c:v>0</c:v>
                </c:pt>
                <c:pt idx="83292">
                  <c:v>0</c:v>
                </c:pt>
                <c:pt idx="83293">
                  <c:v>0</c:v>
                </c:pt>
                <c:pt idx="83294">
                  <c:v>0</c:v>
                </c:pt>
                <c:pt idx="83295">
                  <c:v>0</c:v>
                </c:pt>
                <c:pt idx="83296">
                  <c:v>0</c:v>
                </c:pt>
                <c:pt idx="83297">
                  <c:v>0</c:v>
                </c:pt>
                <c:pt idx="83298">
                  <c:v>0</c:v>
                </c:pt>
                <c:pt idx="83299">
                  <c:v>0</c:v>
                </c:pt>
                <c:pt idx="83300">
                  <c:v>0</c:v>
                </c:pt>
                <c:pt idx="83301">
                  <c:v>0</c:v>
                </c:pt>
                <c:pt idx="83302">
                  <c:v>0</c:v>
                </c:pt>
                <c:pt idx="83303">
                  <c:v>0</c:v>
                </c:pt>
                <c:pt idx="83304">
                  <c:v>0</c:v>
                </c:pt>
                <c:pt idx="83305">
                  <c:v>0</c:v>
                </c:pt>
                <c:pt idx="83306">
                  <c:v>0</c:v>
                </c:pt>
                <c:pt idx="83307">
                  <c:v>0</c:v>
                </c:pt>
                <c:pt idx="83308">
                  <c:v>0</c:v>
                </c:pt>
                <c:pt idx="83309">
                  <c:v>0</c:v>
                </c:pt>
                <c:pt idx="83310">
                  <c:v>0</c:v>
                </c:pt>
                <c:pt idx="83311">
                  <c:v>0</c:v>
                </c:pt>
                <c:pt idx="83312">
                  <c:v>0</c:v>
                </c:pt>
                <c:pt idx="83313">
                  <c:v>0</c:v>
                </c:pt>
                <c:pt idx="83314">
                  <c:v>0</c:v>
                </c:pt>
                <c:pt idx="83315">
                  <c:v>0</c:v>
                </c:pt>
                <c:pt idx="83316">
                  <c:v>0</c:v>
                </c:pt>
                <c:pt idx="83317">
                  <c:v>0</c:v>
                </c:pt>
                <c:pt idx="83318">
                  <c:v>0</c:v>
                </c:pt>
                <c:pt idx="83319">
                  <c:v>0</c:v>
                </c:pt>
                <c:pt idx="83320">
                  <c:v>0</c:v>
                </c:pt>
                <c:pt idx="83321">
                  <c:v>0</c:v>
                </c:pt>
                <c:pt idx="83322">
                  <c:v>0</c:v>
                </c:pt>
                <c:pt idx="83323">
                  <c:v>0</c:v>
                </c:pt>
                <c:pt idx="83324">
                  <c:v>0</c:v>
                </c:pt>
                <c:pt idx="83325">
                  <c:v>0</c:v>
                </c:pt>
                <c:pt idx="83326">
                  <c:v>0</c:v>
                </c:pt>
                <c:pt idx="83327">
                  <c:v>0</c:v>
                </c:pt>
                <c:pt idx="83328">
                  <c:v>0</c:v>
                </c:pt>
                <c:pt idx="83329">
                  <c:v>0</c:v>
                </c:pt>
                <c:pt idx="83330">
                  <c:v>0</c:v>
                </c:pt>
                <c:pt idx="83331">
                  <c:v>0</c:v>
                </c:pt>
                <c:pt idx="83332">
                  <c:v>0</c:v>
                </c:pt>
                <c:pt idx="83333">
                  <c:v>0</c:v>
                </c:pt>
                <c:pt idx="83334">
                  <c:v>0</c:v>
                </c:pt>
                <c:pt idx="83335">
                  <c:v>0</c:v>
                </c:pt>
                <c:pt idx="83336">
                  <c:v>0</c:v>
                </c:pt>
                <c:pt idx="83337">
                  <c:v>0</c:v>
                </c:pt>
                <c:pt idx="83338">
                  <c:v>0</c:v>
                </c:pt>
                <c:pt idx="83339">
                  <c:v>0</c:v>
                </c:pt>
                <c:pt idx="83340">
                  <c:v>0</c:v>
                </c:pt>
                <c:pt idx="83341">
                  <c:v>0</c:v>
                </c:pt>
                <c:pt idx="83342">
                  <c:v>0</c:v>
                </c:pt>
                <c:pt idx="83343">
                  <c:v>0</c:v>
                </c:pt>
                <c:pt idx="83344">
                  <c:v>0</c:v>
                </c:pt>
                <c:pt idx="83345">
                  <c:v>0</c:v>
                </c:pt>
                <c:pt idx="83346">
                  <c:v>0</c:v>
                </c:pt>
                <c:pt idx="83347">
                  <c:v>0</c:v>
                </c:pt>
                <c:pt idx="83348">
                  <c:v>0</c:v>
                </c:pt>
                <c:pt idx="83349">
                  <c:v>0</c:v>
                </c:pt>
                <c:pt idx="83350">
                  <c:v>0</c:v>
                </c:pt>
                <c:pt idx="83351">
                  <c:v>0</c:v>
                </c:pt>
                <c:pt idx="83352">
                  <c:v>0</c:v>
                </c:pt>
                <c:pt idx="83353">
                  <c:v>0</c:v>
                </c:pt>
                <c:pt idx="83354">
                  <c:v>0</c:v>
                </c:pt>
                <c:pt idx="83355">
                  <c:v>0</c:v>
                </c:pt>
                <c:pt idx="83356">
                  <c:v>0</c:v>
                </c:pt>
                <c:pt idx="83357">
                  <c:v>0</c:v>
                </c:pt>
                <c:pt idx="83358">
                  <c:v>0</c:v>
                </c:pt>
                <c:pt idx="83359">
                  <c:v>0</c:v>
                </c:pt>
                <c:pt idx="83360">
                  <c:v>0</c:v>
                </c:pt>
                <c:pt idx="83361">
                  <c:v>0</c:v>
                </c:pt>
                <c:pt idx="83362">
                  <c:v>0</c:v>
                </c:pt>
                <c:pt idx="83363">
                  <c:v>0</c:v>
                </c:pt>
                <c:pt idx="83364">
                  <c:v>0</c:v>
                </c:pt>
                <c:pt idx="83365">
                  <c:v>0</c:v>
                </c:pt>
                <c:pt idx="83366">
                  <c:v>0</c:v>
                </c:pt>
                <c:pt idx="83367">
                  <c:v>0</c:v>
                </c:pt>
                <c:pt idx="83368">
                  <c:v>0</c:v>
                </c:pt>
                <c:pt idx="83369">
                  <c:v>0</c:v>
                </c:pt>
                <c:pt idx="83370">
                  <c:v>0</c:v>
                </c:pt>
                <c:pt idx="83371">
                  <c:v>0</c:v>
                </c:pt>
                <c:pt idx="83372">
                  <c:v>0</c:v>
                </c:pt>
                <c:pt idx="83373">
                  <c:v>0</c:v>
                </c:pt>
                <c:pt idx="83374">
                  <c:v>0</c:v>
                </c:pt>
                <c:pt idx="83375">
                  <c:v>0</c:v>
                </c:pt>
                <c:pt idx="83376">
                  <c:v>0</c:v>
                </c:pt>
                <c:pt idx="83377">
                  <c:v>0</c:v>
                </c:pt>
                <c:pt idx="83378">
                  <c:v>0</c:v>
                </c:pt>
                <c:pt idx="83379">
                  <c:v>0</c:v>
                </c:pt>
                <c:pt idx="83380">
                  <c:v>0</c:v>
                </c:pt>
                <c:pt idx="83381">
                  <c:v>0</c:v>
                </c:pt>
                <c:pt idx="83382">
                  <c:v>0</c:v>
                </c:pt>
                <c:pt idx="83383">
                  <c:v>0</c:v>
                </c:pt>
                <c:pt idx="83384">
                  <c:v>0</c:v>
                </c:pt>
                <c:pt idx="83385">
                  <c:v>0</c:v>
                </c:pt>
                <c:pt idx="83386">
                  <c:v>0</c:v>
                </c:pt>
                <c:pt idx="83387">
                  <c:v>0</c:v>
                </c:pt>
                <c:pt idx="83388">
                  <c:v>0</c:v>
                </c:pt>
                <c:pt idx="83389">
                  <c:v>0</c:v>
                </c:pt>
                <c:pt idx="83390">
                  <c:v>0</c:v>
                </c:pt>
                <c:pt idx="83391">
                  <c:v>0</c:v>
                </c:pt>
                <c:pt idx="83392">
                  <c:v>0</c:v>
                </c:pt>
                <c:pt idx="83393">
                  <c:v>0</c:v>
                </c:pt>
                <c:pt idx="83394">
                  <c:v>0</c:v>
                </c:pt>
                <c:pt idx="83395">
                  <c:v>0</c:v>
                </c:pt>
                <c:pt idx="83396">
                  <c:v>0</c:v>
                </c:pt>
                <c:pt idx="83397">
                  <c:v>0</c:v>
                </c:pt>
                <c:pt idx="83398">
                  <c:v>0</c:v>
                </c:pt>
                <c:pt idx="83399">
                  <c:v>0</c:v>
                </c:pt>
                <c:pt idx="83400">
                  <c:v>0</c:v>
                </c:pt>
                <c:pt idx="83401">
                  <c:v>0</c:v>
                </c:pt>
                <c:pt idx="83402">
                  <c:v>0</c:v>
                </c:pt>
                <c:pt idx="83403">
                  <c:v>0</c:v>
                </c:pt>
                <c:pt idx="83404">
                  <c:v>0</c:v>
                </c:pt>
                <c:pt idx="83405">
                  <c:v>0</c:v>
                </c:pt>
                <c:pt idx="83406">
                  <c:v>0</c:v>
                </c:pt>
                <c:pt idx="83407">
                  <c:v>0</c:v>
                </c:pt>
                <c:pt idx="83408">
                  <c:v>0</c:v>
                </c:pt>
                <c:pt idx="83409">
                  <c:v>0</c:v>
                </c:pt>
                <c:pt idx="83410">
                  <c:v>0</c:v>
                </c:pt>
                <c:pt idx="83411">
                  <c:v>0</c:v>
                </c:pt>
                <c:pt idx="83412">
                  <c:v>0</c:v>
                </c:pt>
                <c:pt idx="83413">
                  <c:v>0</c:v>
                </c:pt>
                <c:pt idx="83414">
                  <c:v>0</c:v>
                </c:pt>
                <c:pt idx="83415">
                  <c:v>0</c:v>
                </c:pt>
                <c:pt idx="83416">
                  <c:v>0</c:v>
                </c:pt>
                <c:pt idx="83417">
                  <c:v>0</c:v>
                </c:pt>
                <c:pt idx="83418">
                  <c:v>0</c:v>
                </c:pt>
                <c:pt idx="83419">
                  <c:v>0</c:v>
                </c:pt>
                <c:pt idx="83420">
                  <c:v>0</c:v>
                </c:pt>
                <c:pt idx="83421">
                  <c:v>0</c:v>
                </c:pt>
                <c:pt idx="83422">
                  <c:v>0</c:v>
                </c:pt>
                <c:pt idx="83423">
                  <c:v>0</c:v>
                </c:pt>
                <c:pt idx="83424">
                  <c:v>0</c:v>
                </c:pt>
                <c:pt idx="83425">
                  <c:v>0</c:v>
                </c:pt>
                <c:pt idx="83426">
                  <c:v>0</c:v>
                </c:pt>
                <c:pt idx="83427">
                  <c:v>0</c:v>
                </c:pt>
                <c:pt idx="83428">
                  <c:v>0</c:v>
                </c:pt>
                <c:pt idx="83429">
                  <c:v>0</c:v>
                </c:pt>
                <c:pt idx="83430">
                  <c:v>0</c:v>
                </c:pt>
                <c:pt idx="83431">
                  <c:v>0</c:v>
                </c:pt>
                <c:pt idx="83432">
                  <c:v>0</c:v>
                </c:pt>
                <c:pt idx="83433">
                  <c:v>0</c:v>
                </c:pt>
                <c:pt idx="83434">
                  <c:v>0</c:v>
                </c:pt>
                <c:pt idx="83435">
                  <c:v>0</c:v>
                </c:pt>
                <c:pt idx="83436">
                  <c:v>0</c:v>
                </c:pt>
                <c:pt idx="83437">
                  <c:v>0</c:v>
                </c:pt>
                <c:pt idx="83438">
                  <c:v>0</c:v>
                </c:pt>
                <c:pt idx="83439">
                  <c:v>0</c:v>
                </c:pt>
                <c:pt idx="83440">
                  <c:v>0</c:v>
                </c:pt>
                <c:pt idx="83441">
                  <c:v>0</c:v>
                </c:pt>
                <c:pt idx="83442">
                  <c:v>0</c:v>
                </c:pt>
                <c:pt idx="83443">
                  <c:v>0</c:v>
                </c:pt>
                <c:pt idx="83444">
                  <c:v>0</c:v>
                </c:pt>
                <c:pt idx="83445">
                  <c:v>0</c:v>
                </c:pt>
                <c:pt idx="83446">
                  <c:v>0</c:v>
                </c:pt>
                <c:pt idx="83447">
                  <c:v>0</c:v>
                </c:pt>
                <c:pt idx="83448">
                  <c:v>0</c:v>
                </c:pt>
                <c:pt idx="83449">
                  <c:v>0</c:v>
                </c:pt>
                <c:pt idx="83450">
                  <c:v>0</c:v>
                </c:pt>
                <c:pt idx="83451">
                  <c:v>0</c:v>
                </c:pt>
                <c:pt idx="83452">
                  <c:v>0</c:v>
                </c:pt>
                <c:pt idx="83453">
                  <c:v>0</c:v>
                </c:pt>
                <c:pt idx="83454">
                  <c:v>0</c:v>
                </c:pt>
                <c:pt idx="83455">
                  <c:v>0</c:v>
                </c:pt>
                <c:pt idx="83456">
                  <c:v>0</c:v>
                </c:pt>
                <c:pt idx="83457">
                  <c:v>0</c:v>
                </c:pt>
                <c:pt idx="83458">
                  <c:v>0</c:v>
                </c:pt>
                <c:pt idx="83459">
                  <c:v>0</c:v>
                </c:pt>
                <c:pt idx="83460">
                  <c:v>0</c:v>
                </c:pt>
                <c:pt idx="83461">
                  <c:v>0</c:v>
                </c:pt>
                <c:pt idx="83462">
                  <c:v>0</c:v>
                </c:pt>
                <c:pt idx="83463">
                  <c:v>0</c:v>
                </c:pt>
                <c:pt idx="83464">
                  <c:v>0</c:v>
                </c:pt>
                <c:pt idx="83465">
                  <c:v>0</c:v>
                </c:pt>
                <c:pt idx="83466">
                  <c:v>0</c:v>
                </c:pt>
                <c:pt idx="83467">
                  <c:v>0</c:v>
                </c:pt>
                <c:pt idx="83468">
                  <c:v>0</c:v>
                </c:pt>
                <c:pt idx="83469">
                  <c:v>0</c:v>
                </c:pt>
                <c:pt idx="83470">
                  <c:v>0</c:v>
                </c:pt>
                <c:pt idx="83471">
                  <c:v>0</c:v>
                </c:pt>
                <c:pt idx="83472">
                  <c:v>0</c:v>
                </c:pt>
                <c:pt idx="83473">
                  <c:v>0</c:v>
                </c:pt>
                <c:pt idx="83474">
                  <c:v>0</c:v>
                </c:pt>
                <c:pt idx="83475">
                  <c:v>0</c:v>
                </c:pt>
                <c:pt idx="83476">
                  <c:v>0</c:v>
                </c:pt>
                <c:pt idx="83477">
                  <c:v>0</c:v>
                </c:pt>
                <c:pt idx="83478">
                  <c:v>0</c:v>
                </c:pt>
                <c:pt idx="83479">
                  <c:v>0</c:v>
                </c:pt>
                <c:pt idx="83480">
                  <c:v>0</c:v>
                </c:pt>
                <c:pt idx="83481">
                  <c:v>0</c:v>
                </c:pt>
                <c:pt idx="83482">
                  <c:v>0</c:v>
                </c:pt>
                <c:pt idx="83483">
                  <c:v>0</c:v>
                </c:pt>
                <c:pt idx="83484">
                  <c:v>0</c:v>
                </c:pt>
                <c:pt idx="83485">
                  <c:v>0</c:v>
                </c:pt>
                <c:pt idx="83486">
                  <c:v>0</c:v>
                </c:pt>
                <c:pt idx="83487">
                  <c:v>0</c:v>
                </c:pt>
                <c:pt idx="83488">
                  <c:v>0</c:v>
                </c:pt>
                <c:pt idx="83489">
                  <c:v>0</c:v>
                </c:pt>
                <c:pt idx="83490">
                  <c:v>0</c:v>
                </c:pt>
                <c:pt idx="83491">
                  <c:v>0</c:v>
                </c:pt>
                <c:pt idx="83492">
                  <c:v>0</c:v>
                </c:pt>
                <c:pt idx="83493">
                  <c:v>0</c:v>
                </c:pt>
                <c:pt idx="83494">
                  <c:v>0</c:v>
                </c:pt>
                <c:pt idx="83495">
                  <c:v>0</c:v>
                </c:pt>
                <c:pt idx="83496">
                  <c:v>0</c:v>
                </c:pt>
                <c:pt idx="83497">
                  <c:v>0</c:v>
                </c:pt>
                <c:pt idx="83498">
                  <c:v>0</c:v>
                </c:pt>
                <c:pt idx="83499">
                  <c:v>0</c:v>
                </c:pt>
                <c:pt idx="83500">
                  <c:v>0</c:v>
                </c:pt>
                <c:pt idx="83501">
                  <c:v>0</c:v>
                </c:pt>
                <c:pt idx="83502">
                  <c:v>0</c:v>
                </c:pt>
                <c:pt idx="83503">
                  <c:v>0</c:v>
                </c:pt>
                <c:pt idx="83504">
                  <c:v>0</c:v>
                </c:pt>
                <c:pt idx="83505">
                  <c:v>0</c:v>
                </c:pt>
                <c:pt idx="83506">
                  <c:v>0</c:v>
                </c:pt>
                <c:pt idx="83507">
                  <c:v>0</c:v>
                </c:pt>
                <c:pt idx="83508">
                  <c:v>0</c:v>
                </c:pt>
                <c:pt idx="83509">
                  <c:v>0</c:v>
                </c:pt>
                <c:pt idx="83510">
                  <c:v>0</c:v>
                </c:pt>
                <c:pt idx="83511">
                  <c:v>0</c:v>
                </c:pt>
                <c:pt idx="83512">
                  <c:v>0</c:v>
                </c:pt>
                <c:pt idx="83513">
                  <c:v>0</c:v>
                </c:pt>
                <c:pt idx="83514">
                  <c:v>0</c:v>
                </c:pt>
                <c:pt idx="83515">
                  <c:v>0</c:v>
                </c:pt>
                <c:pt idx="83516">
                  <c:v>0</c:v>
                </c:pt>
                <c:pt idx="83517">
                  <c:v>0</c:v>
                </c:pt>
                <c:pt idx="83518">
                  <c:v>0</c:v>
                </c:pt>
                <c:pt idx="83519">
                  <c:v>0</c:v>
                </c:pt>
                <c:pt idx="83520">
                  <c:v>0</c:v>
                </c:pt>
                <c:pt idx="83521">
                  <c:v>0</c:v>
                </c:pt>
                <c:pt idx="83522">
                  <c:v>0</c:v>
                </c:pt>
                <c:pt idx="83523">
                  <c:v>0</c:v>
                </c:pt>
                <c:pt idx="83524">
                  <c:v>0</c:v>
                </c:pt>
                <c:pt idx="83525">
                  <c:v>0</c:v>
                </c:pt>
                <c:pt idx="83526">
                  <c:v>0</c:v>
                </c:pt>
                <c:pt idx="83527">
                  <c:v>0</c:v>
                </c:pt>
                <c:pt idx="83528">
                  <c:v>0</c:v>
                </c:pt>
                <c:pt idx="83529">
                  <c:v>0</c:v>
                </c:pt>
                <c:pt idx="83530">
                  <c:v>0</c:v>
                </c:pt>
                <c:pt idx="83531">
                  <c:v>0</c:v>
                </c:pt>
                <c:pt idx="83532">
                  <c:v>0</c:v>
                </c:pt>
                <c:pt idx="83533">
                  <c:v>0</c:v>
                </c:pt>
                <c:pt idx="83534">
                  <c:v>0</c:v>
                </c:pt>
                <c:pt idx="83535">
                  <c:v>0</c:v>
                </c:pt>
                <c:pt idx="83536">
                  <c:v>0</c:v>
                </c:pt>
                <c:pt idx="83537">
                  <c:v>0</c:v>
                </c:pt>
                <c:pt idx="83538">
                  <c:v>0</c:v>
                </c:pt>
                <c:pt idx="83539">
                  <c:v>0</c:v>
                </c:pt>
                <c:pt idx="83540">
                  <c:v>0</c:v>
                </c:pt>
                <c:pt idx="83541">
                  <c:v>0</c:v>
                </c:pt>
                <c:pt idx="83542">
                  <c:v>0</c:v>
                </c:pt>
                <c:pt idx="83543">
                  <c:v>0</c:v>
                </c:pt>
                <c:pt idx="83544">
                  <c:v>0</c:v>
                </c:pt>
                <c:pt idx="83545">
                  <c:v>0</c:v>
                </c:pt>
                <c:pt idx="83546">
                  <c:v>0</c:v>
                </c:pt>
                <c:pt idx="83547">
                  <c:v>0</c:v>
                </c:pt>
                <c:pt idx="83548">
                  <c:v>0</c:v>
                </c:pt>
                <c:pt idx="83549">
                  <c:v>0</c:v>
                </c:pt>
                <c:pt idx="83550">
                  <c:v>0</c:v>
                </c:pt>
                <c:pt idx="83551">
                  <c:v>0</c:v>
                </c:pt>
                <c:pt idx="83552">
                  <c:v>0</c:v>
                </c:pt>
                <c:pt idx="83553">
                  <c:v>0</c:v>
                </c:pt>
                <c:pt idx="83554">
                  <c:v>0</c:v>
                </c:pt>
                <c:pt idx="83555">
                  <c:v>0</c:v>
                </c:pt>
                <c:pt idx="83556">
                  <c:v>0</c:v>
                </c:pt>
                <c:pt idx="83557">
                  <c:v>0</c:v>
                </c:pt>
                <c:pt idx="83558">
                  <c:v>0</c:v>
                </c:pt>
                <c:pt idx="83559">
                  <c:v>0</c:v>
                </c:pt>
                <c:pt idx="83560">
                  <c:v>0</c:v>
                </c:pt>
                <c:pt idx="83561">
                  <c:v>0</c:v>
                </c:pt>
                <c:pt idx="83562">
                  <c:v>0</c:v>
                </c:pt>
                <c:pt idx="83563">
                  <c:v>0</c:v>
                </c:pt>
                <c:pt idx="83564">
                  <c:v>0</c:v>
                </c:pt>
                <c:pt idx="83565">
                  <c:v>0</c:v>
                </c:pt>
                <c:pt idx="83566">
                  <c:v>0</c:v>
                </c:pt>
                <c:pt idx="83567">
                  <c:v>0</c:v>
                </c:pt>
                <c:pt idx="83568">
                  <c:v>0</c:v>
                </c:pt>
                <c:pt idx="83569">
                  <c:v>0</c:v>
                </c:pt>
                <c:pt idx="83570">
                  <c:v>0</c:v>
                </c:pt>
                <c:pt idx="83571">
                  <c:v>0</c:v>
                </c:pt>
                <c:pt idx="83572">
                  <c:v>0</c:v>
                </c:pt>
                <c:pt idx="83573">
                  <c:v>0</c:v>
                </c:pt>
                <c:pt idx="83574">
                  <c:v>0</c:v>
                </c:pt>
                <c:pt idx="83575">
                  <c:v>0</c:v>
                </c:pt>
                <c:pt idx="83576">
                  <c:v>0</c:v>
                </c:pt>
                <c:pt idx="83577">
                  <c:v>0</c:v>
                </c:pt>
                <c:pt idx="83578">
                  <c:v>0</c:v>
                </c:pt>
                <c:pt idx="83579">
                  <c:v>0</c:v>
                </c:pt>
                <c:pt idx="83580">
                  <c:v>0</c:v>
                </c:pt>
                <c:pt idx="83581">
                  <c:v>0</c:v>
                </c:pt>
                <c:pt idx="83582">
                  <c:v>0</c:v>
                </c:pt>
                <c:pt idx="83583">
                  <c:v>0</c:v>
                </c:pt>
                <c:pt idx="83584">
                  <c:v>0</c:v>
                </c:pt>
                <c:pt idx="83585">
                  <c:v>0</c:v>
                </c:pt>
                <c:pt idx="83586">
                  <c:v>0</c:v>
                </c:pt>
                <c:pt idx="83587">
                  <c:v>0</c:v>
                </c:pt>
                <c:pt idx="83588">
                  <c:v>0</c:v>
                </c:pt>
                <c:pt idx="83589">
                  <c:v>0</c:v>
                </c:pt>
                <c:pt idx="83590">
                  <c:v>0</c:v>
                </c:pt>
                <c:pt idx="83591">
                  <c:v>0</c:v>
                </c:pt>
                <c:pt idx="83592">
                  <c:v>0</c:v>
                </c:pt>
                <c:pt idx="83593">
                  <c:v>0</c:v>
                </c:pt>
                <c:pt idx="83594">
                  <c:v>0</c:v>
                </c:pt>
                <c:pt idx="83595">
                  <c:v>0</c:v>
                </c:pt>
                <c:pt idx="83596">
                  <c:v>0</c:v>
                </c:pt>
                <c:pt idx="83597">
                  <c:v>0</c:v>
                </c:pt>
                <c:pt idx="83598">
                  <c:v>0</c:v>
                </c:pt>
                <c:pt idx="83599">
                  <c:v>0</c:v>
                </c:pt>
                <c:pt idx="83600">
                  <c:v>0</c:v>
                </c:pt>
                <c:pt idx="83601">
                  <c:v>0</c:v>
                </c:pt>
                <c:pt idx="83602">
                  <c:v>0</c:v>
                </c:pt>
                <c:pt idx="83603">
                  <c:v>0</c:v>
                </c:pt>
                <c:pt idx="83604">
                  <c:v>0</c:v>
                </c:pt>
                <c:pt idx="83605">
                  <c:v>0</c:v>
                </c:pt>
                <c:pt idx="83606">
                  <c:v>0</c:v>
                </c:pt>
                <c:pt idx="83607">
                  <c:v>0</c:v>
                </c:pt>
                <c:pt idx="83608">
                  <c:v>0</c:v>
                </c:pt>
                <c:pt idx="83609">
                  <c:v>0</c:v>
                </c:pt>
                <c:pt idx="83610">
                  <c:v>0</c:v>
                </c:pt>
                <c:pt idx="83611">
                  <c:v>0</c:v>
                </c:pt>
                <c:pt idx="83612">
                  <c:v>0</c:v>
                </c:pt>
                <c:pt idx="83613">
                  <c:v>0</c:v>
                </c:pt>
                <c:pt idx="83614">
                  <c:v>0</c:v>
                </c:pt>
                <c:pt idx="83615">
                  <c:v>0</c:v>
                </c:pt>
                <c:pt idx="83616">
                  <c:v>0</c:v>
                </c:pt>
                <c:pt idx="83617">
                  <c:v>0</c:v>
                </c:pt>
                <c:pt idx="83618">
                  <c:v>0</c:v>
                </c:pt>
                <c:pt idx="83619">
                  <c:v>0</c:v>
                </c:pt>
                <c:pt idx="83620">
                  <c:v>0</c:v>
                </c:pt>
                <c:pt idx="83621">
                  <c:v>0</c:v>
                </c:pt>
                <c:pt idx="83622">
                  <c:v>0</c:v>
                </c:pt>
                <c:pt idx="83623">
                  <c:v>0</c:v>
                </c:pt>
                <c:pt idx="83624">
                  <c:v>0</c:v>
                </c:pt>
                <c:pt idx="83625">
                  <c:v>0</c:v>
                </c:pt>
                <c:pt idx="83626">
                  <c:v>0</c:v>
                </c:pt>
                <c:pt idx="83627">
                  <c:v>0</c:v>
                </c:pt>
                <c:pt idx="83628">
                  <c:v>0</c:v>
                </c:pt>
                <c:pt idx="83629">
                  <c:v>0</c:v>
                </c:pt>
                <c:pt idx="83630">
                  <c:v>0</c:v>
                </c:pt>
                <c:pt idx="83631">
                  <c:v>0</c:v>
                </c:pt>
                <c:pt idx="83632">
                  <c:v>0</c:v>
                </c:pt>
                <c:pt idx="83633">
                  <c:v>0</c:v>
                </c:pt>
                <c:pt idx="83634">
                  <c:v>0</c:v>
                </c:pt>
                <c:pt idx="83635">
                  <c:v>0</c:v>
                </c:pt>
                <c:pt idx="83636">
                  <c:v>0</c:v>
                </c:pt>
                <c:pt idx="83637">
                  <c:v>0</c:v>
                </c:pt>
                <c:pt idx="83638">
                  <c:v>0</c:v>
                </c:pt>
                <c:pt idx="83639">
                  <c:v>0</c:v>
                </c:pt>
                <c:pt idx="83640">
                  <c:v>0</c:v>
                </c:pt>
                <c:pt idx="83641">
                  <c:v>0</c:v>
                </c:pt>
                <c:pt idx="83642">
                  <c:v>0</c:v>
                </c:pt>
                <c:pt idx="83643">
                  <c:v>0</c:v>
                </c:pt>
                <c:pt idx="83644">
                  <c:v>0</c:v>
                </c:pt>
                <c:pt idx="83645">
                  <c:v>0</c:v>
                </c:pt>
                <c:pt idx="83646">
                  <c:v>0</c:v>
                </c:pt>
                <c:pt idx="83647">
                  <c:v>0</c:v>
                </c:pt>
                <c:pt idx="83648">
                  <c:v>0</c:v>
                </c:pt>
                <c:pt idx="83649">
                  <c:v>0</c:v>
                </c:pt>
                <c:pt idx="83650">
                  <c:v>0</c:v>
                </c:pt>
                <c:pt idx="83651">
                  <c:v>0</c:v>
                </c:pt>
                <c:pt idx="83652">
                  <c:v>0</c:v>
                </c:pt>
                <c:pt idx="83653">
                  <c:v>0</c:v>
                </c:pt>
                <c:pt idx="83654">
                  <c:v>0</c:v>
                </c:pt>
                <c:pt idx="83655">
                  <c:v>0</c:v>
                </c:pt>
                <c:pt idx="83656">
                  <c:v>0</c:v>
                </c:pt>
                <c:pt idx="83657">
                  <c:v>0</c:v>
                </c:pt>
                <c:pt idx="83658">
                  <c:v>0</c:v>
                </c:pt>
                <c:pt idx="83659">
                  <c:v>0</c:v>
                </c:pt>
                <c:pt idx="83660">
                  <c:v>0</c:v>
                </c:pt>
                <c:pt idx="83661">
                  <c:v>0</c:v>
                </c:pt>
                <c:pt idx="83662">
                  <c:v>0</c:v>
                </c:pt>
                <c:pt idx="83663">
                  <c:v>0</c:v>
                </c:pt>
                <c:pt idx="83664">
                  <c:v>0</c:v>
                </c:pt>
                <c:pt idx="83665">
                  <c:v>0</c:v>
                </c:pt>
                <c:pt idx="83666">
                  <c:v>0</c:v>
                </c:pt>
                <c:pt idx="83667">
                  <c:v>0</c:v>
                </c:pt>
                <c:pt idx="83668">
                  <c:v>0</c:v>
                </c:pt>
                <c:pt idx="83669">
                  <c:v>0</c:v>
                </c:pt>
                <c:pt idx="83670">
                  <c:v>0</c:v>
                </c:pt>
                <c:pt idx="83671">
                  <c:v>0</c:v>
                </c:pt>
                <c:pt idx="83672">
                  <c:v>0</c:v>
                </c:pt>
                <c:pt idx="83673">
                  <c:v>0</c:v>
                </c:pt>
                <c:pt idx="83674">
                  <c:v>0</c:v>
                </c:pt>
                <c:pt idx="83675">
                  <c:v>0</c:v>
                </c:pt>
                <c:pt idx="83676">
                  <c:v>0</c:v>
                </c:pt>
                <c:pt idx="83677">
                  <c:v>0</c:v>
                </c:pt>
                <c:pt idx="83678">
                  <c:v>0</c:v>
                </c:pt>
                <c:pt idx="83679">
                  <c:v>0</c:v>
                </c:pt>
                <c:pt idx="83680">
                  <c:v>0</c:v>
                </c:pt>
                <c:pt idx="83681">
                  <c:v>0</c:v>
                </c:pt>
                <c:pt idx="83682">
                  <c:v>0</c:v>
                </c:pt>
                <c:pt idx="83683">
                  <c:v>0</c:v>
                </c:pt>
                <c:pt idx="83684">
                  <c:v>0</c:v>
                </c:pt>
                <c:pt idx="83685">
                  <c:v>0</c:v>
                </c:pt>
                <c:pt idx="83686">
                  <c:v>0</c:v>
                </c:pt>
                <c:pt idx="83687">
                  <c:v>0</c:v>
                </c:pt>
                <c:pt idx="83688">
                  <c:v>0</c:v>
                </c:pt>
                <c:pt idx="83689">
                  <c:v>0</c:v>
                </c:pt>
                <c:pt idx="83690">
                  <c:v>0</c:v>
                </c:pt>
                <c:pt idx="83691">
                  <c:v>0</c:v>
                </c:pt>
                <c:pt idx="83692">
                  <c:v>0</c:v>
                </c:pt>
                <c:pt idx="83693">
                  <c:v>0</c:v>
                </c:pt>
                <c:pt idx="83694">
                  <c:v>0</c:v>
                </c:pt>
                <c:pt idx="83695">
                  <c:v>0</c:v>
                </c:pt>
                <c:pt idx="83696">
                  <c:v>0</c:v>
                </c:pt>
                <c:pt idx="83697">
                  <c:v>0</c:v>
                </c:pt>
                <c:pt idx="83698">
                  <c:v>0</c:v>
                </c:pt>
                <c:pt idx="83699">
                  <c:v>0</c:v>
                </c:pt>
                <c:pt idx="83700">
                  <c:v>0</c:v>
                </c:pt>
                <c:pt idx="83701">
                  <c:v>0</c:v>
                </c:pt>
                <c:pt idx="83702">
                  <c:v>0</c:v>
                </c:pt>
                <c:pt idx="83703">
                  <c:v>0</c:v>
                </c:pt>
                <c:pt idx="83704">
                  <c:v>0</c:v>
                </c:pt>
                <c:pt idx="83705">
                  <c:v>0</c:v>
                </c:pt>
                <c:pt idx="83706">
                  <c:v>0</c:v>
                </c:pt>
                <c:pt idx="83707">
                  <c:v>0</c:v>
                </c:pt>
                <c:pt idx="83708">
                  <c:v>0</c:v>
                </c:pt>
                <c:pt idx="83709">
                  <c:v>0</c:v>
                </c:pt>
                <c:pt idx="83710">
                  <c:v>0</c:v>
                </c:pt>
                <c:pt idx="83711">
                  <c:v>0</c:v>
                </c:pt>
                <c:pt idx="83712">
                  <c:v>0</c:v>
                </c:pt>
                <c:pt idx="83713">
                  <c:v>0</c:v>
                </c:pt>
                <c:pt idx="83714">
                  <c:v>0</c:v>
                </c:pt>
                <c:pt idx="83715">
                  <c:v>0</c:v>
                </c:pt>
                <c:pt idx="83716">
                  <c:v>0</c:v>
                </c:pt>
                <c:pt idx="83717">
                  <c:v>0</c:v>
                </c:pt>
                <c:pt idx="83718">
                  <c:v>0</c:v>
                </c:pt>
                <c:pt idx="83719">
                  <c:v>0</c:v>
                </c:pt>
                <c:pt idx="83720">
                  <c:v>0</c:v>
                </c:pt>
                <c:pt idx="83721">
                  <c:v>0</c:v>
                </c:pt>
                <c:pt idx="83722">
                  <c:v>0</c:v>
                </c:pt>
                <c:pt idx="83723">
                  <c:v>0</c:v>
                </c:pt>
                <c:pt idx="83724">
                  <c:v>0</c:v>
                </c:pt>
                <c:pt idx="83725">
                  <c:v>0</c:v>
                </c:pt>
                <c:pt idx="83726">
                  <c:v>0</c:v>
                </c:pt>
                <c:pt idx="83727">
                  <c:v>0</c:v>
                </c:pt>
                <c:pt idx="83728">
                  <c:v>0</c:v>
                </c:pt>
                <c:pt idx="83729">
                  <c:v>0</c:v>
                </c:pt>
                <c:pt idx="83730">
                  <c:v>0</c:v>
                </c:pt>
                <c:pt idx="83731">
                  <c:v>0</c:v>
                </c:pt>
                <c:pt idx="83732">
                  <c:v>0</c:v>
                </c:pt>
                <c:pt idx="83733">
                  <c:v>0</c:v>
                </c:pt>
                <c:pt idx="83734">
                  <c:v>0</c:v>
                </c:pt>
                <c:pt idx="83735">
                  <c:v>0</c:v>
                </c:pt>
                <c:pt idx="83736">
                  <c:v>0</c:v>
                </c:pt>
                <c:pt idx="83737">
                  <c:v>0</c:v>
                </c:pt>
                <c:pt idx="83738">
                  <c:v>0</c:v>
                </c:pt>
                <c:pt idx="83739">
                  <c:v>0</c:v>
                </c:pt>
                <c:pt idx="83740">
                  <c:v>0</c:v>
                </c:pt>
                <c:pt idx="83741">
                  <c:v>0</c:v>
                </c:pt>
                <c:pt idx="83742">
                  <c:v>0</c:v>
                </c:pt>
                <c:pt idx="83743">
                  <c:v>0</c:v>
                </c:pt>
                <c:pt idx="83744">
                  <c:v>0</c:v>
                </c:pt>
                <c:pt idx="83745">
                  <c:v>0</c:v>
                </c:pt>
                <c:pt idx="83746">
                  <c:v>0</c:v>
                </c:pt>
                <c:pt idx="83747">
                  <c:v>0</c:v>
                </c:pt>
                <c:pt idx="83748">
                  <c:v>0</c:v>
                </c:pt>
                <c:pt idx="83749">
                  <c:v>0</c:v>
                </c:pt>
                <c:pt idx="83750">
                  <c:v>0</c:v>
                </c:pt>
                <c:pt idx="83751">
                  <c:v>0</c:v>
                </c:pt>
                <c:pt idx="83752">
                  <c:v>0</c:v>
                </c:pt>
                <c:pt idx="83753">
                  <c:v>0</c:v>
                </c:pt>
                <c:pt idx="83754">
                  <c:v>0</c:v>
                </c:pt>
                <c:pt idx="83755">
                  <c:v>0</c:v>
                </c:pt>
                <c:pt idx="83756">
                  <c:v>0</c:v>
                </c:pt>
                <c:pt idx="83757">
                  <c:v>0</c:v>
                </c:pt>
                <c:pt idx="83758">
                  <c:v>0</c:v>
                </c:pt>
                <c:pt idx="83759">
                  <c:v>0</c:v>
                </c:pt>
                <c:pt idx="83760">
                  <c:v>0</c:v>
                </c:pt>
                <c:pt idx="83761">
                  <c:v>0</c:v>
                </c:pt>
                <c:pt idx="83762">
                  <c:v>0</c:v>
                </c:pt>
                <c:pt idx="83763">
                  <c:v>0</c:v>
                </c:pt>
                <c:pt idx="83764">
                  <c:v>0</c:v>
                </c:pt>
                <c:pt idx="83765">
                  <c:v>0</c:v>
                </c:pt>
                <c:pt idx="83766">
                  <c:v>0</c:v>
                </c:pt>
                <c:pt idx="83767">
                  <c:v>0</c:v>
                </c:pt>
                <c:pt idx="83768">
                  <c:v>0</c:v>
                </c:pt>
                <c:pt idx="83769">
                  <c:v>0</c:v>
                </c:pt>
                <c:pt idx="83770">
                  <c:v>0</c:v>
                </c:pt>
                <c:pt idx="83771">
                  <c:v>0</c:v>
                </c:pt>
                <c:pt idx="83772">
                  <c:v>0</c:v>
                </c:pt>
                <c:pt idx="83773">
                  <c:v>0</c:v>
                </c:pt>
                <c:pt idx="83774">
                  <c:v>0</c:v>
                </c:pt>
                <c:pt idx="83775">
                  <c:v>0</c:v>
                </c:pt>
                <c:pt idx="83776">
                  <c:v>0</c:v>
                </c:pt>
                <c:pt idx="83777">
                  <c:v>0</c:v>
                </c:pt>
                <c:pt idx="83778">
                  <c:v>0</c:v>
                </c:pt>
                <c:pt idx="83779">
                  <c:v>0</c:v>
                </c:pt>
                <c:pt idx="83780">
                  <c:v>0</c:v>
                </c:pt>
                <c:pt idx="83781">
                  <c:v>0</c:v>
                </c:pt>
                <c:pt idx="83782">
                  <c:v>0</c:v>
                </c:pt>
                <c:pt idx="83783">
                  <c:v>0</c:v>
                </c:pt>
                <c:pt idx="83784">
                  <c:v>0</c:v>
                </c:pt>
                <c:pt idx="83785">
                  <c:v>0</c:v>
                </c:pt>
                <c:pt idx="83786">
                  <c:v>0</c:v>
                </c:pt>
                <c:pt idx="83787">
                  <c:v>0</c:v>
                </c:pt>
                <c:pt idx="83788">
                  <c:v>0</c:v>
                </c:pt>
                <c:pt idx="83789">
                  <c:v>0</c:v>
                </c:pt>
                <c:pt idx="83790">
                  <c:v>0</c:v>
                </c:pt>
                <c:pt idx="83791">
                  <c:v>0</c:v>
                </c:pt>
                <c:pt idx="83792">
                  <c:v>0</c:v>
                </c:pt>
                <c:pt idx="83793">
                  <c:v>0</c:v>
                </c:pt>
                <c:pt idx="83794">
                  <c:v>0</c:v>
                </c:pt>
                <c:pt idx="83795">
                  <c:v>0</c:v>
                </c:pt>
                <c:pt idx="83796">
                  <c:v>0</c:v>
                </c:pt>
                <c:pt idx="83797">
                  <c:v>0</c:v>
                </c:pt>
                <c:pt idx="83798">
                  <c:v>0</c:v>
                </c:pt>
                <c:pt idx="83799">
                  <c:v>0</c:v>
                </c:pt>
                <c:pt idx="83800">
                  <c:v>0</c:v>
                </c:pt>
                <c:pt idx="83801">
                  <c:v>0</c:v>
                </c:pt>
                <c:pt idx="83802">
                  <c:v>0</c:v>
                </c:pt>
                <c:pt idx="83803">
                  <c:v>0</c:v>
                </c:pt>
                <c:pt idx="83804">
                  <c:v>0</c:v>
                </c:pt>
                <c:pt idx="83805">
                  <c:v>0</c:v>
                </c:pt>
                <c:pt idx="83806">
                  <c:v>0</c:v>
                </c:pt>
                <c:pt idx="83807">
                  <c:v>0</c:v>
                </c:pt>
                <c:pt idx="83808">
                  <c:v>0</c:v>
                </c:pt>
                <c:pt idx="83809">
                  <c:v>0</c:v>
                </c:pt>
                <c:pt idx="83810">
                  <c:v>0</c:v>
                </c:pt>
                <c:pt idx="83811">
                  <c:v>0</c:v>
                </c:pt>
                <c:pt idx="83812">
                  <c:v>0</c:v>
                </c:pt>
                <c:pt idx="83813">
                  <c:v>0</c:v>
                </c:pt>
                <c:pt idx="83814">
                  <c:v>0</c:v>
                </c:pt>
                <c:pt idx="83815">
                  <c:v>0</c:v>
                </c:pt>
                <c:pt idx="83816">
                  <c:v>0</c:v>
                </c:pt>
                <c:pt idx="83817">
                  <c:v>0</c:v>
                </c:pt>
                <c:pt idx="83818">
                  <c:v>0</c:v>
                </c:pt>
                <c:pt idx="83819">
                  <c:v>0</c:v>
                </c:pt>
                <c:pt idx="83820">
                  <c:v>0</c:v>
                </c:pt>
                <c:pt idx="83821">
                  <c:v>0</c:v>
                </c:pt>
                <c:pt idx="83822">
                  <c:v>0</c:v>
                </c:pt>
                <c:pt idx="83823">
                  <c:v>0</c:v>
                </c:pt>
                <c:pt idx="83824">
                  <c:v>0</c:v>
                </c:pt>
                <c:pt idx="83825">
                  <c:v>0</c:v>
                </c:pt>
                <c:pt idx="83826">
                  <c:v>0</c:v>
                </c:pt>
                <c:pt idx="83827">
                  <c:v>0</c:v>
                </c:pt>
                <c:pt idx="83828">
                  <c:v>0</c:v>
                </c:pt>
                <c:pt idx="83829">
                  <c:v>0</c:v>
                </c:pt>
                <c:pt idx="83830">
                  <c:v>0</c:v>
                </c:pt>
                <c:pt idx="83831">
                  <c:v>0</c:v>
                </c:pt>
                <c:pt idx="83832">
                  <c:v>0</c:v>
                </c:pt>
                <c:pt idx="83833">
                  <c:v>0</c:v>
                </c:pt>
                <c:pt idx="83834">
                  <c:v>0</c:v>
                </c:pt>
                <c:pt idx="83835">
                  <c:v>0</c:v>
                </c:pt>
                <c:pt idx="83836">
                  <c:v>0</c:v>
                </c:pt>
                <c:pt idx="83837">
                  <c:v>0</c:v>
                </c:pt>
                <c:pt idx="83838">
                  <c:v>0</c:v>
                </c:pt>
                <c:pt idx="83839">
                  <c:v>0</c:v>
                </c:pt>
                <c:pt idx="83840">
                  <c:v>0</c:v>
                </c:pt>
                <c:pt idx="83841">
                  <c:v>0</c:v>
                </c:pt>
                <c:pt idx="83842">
                  <c:v>0</c:v>
                </c:pt>
                <c:pt idx="83843">
                  <c:v>0</c:v>
                </c:pt>
                <c:pt idx="83844">
                  <c:v>0</c:v>
                </c:pt>
                <c:pt idx="83845">
                  <c:v>0</c:v>
                </c:pt>
                <c:pt idx="83846">
                  <c:v>0</c:v>
                </c:pt>
                <c:pt idx="83847">
                  <c:v>0</c:v>
                </c:pt>
                <c:pt idx="83848">
                  <c:v>0</c:v>
                </c:pt>
                <c:pt idx="83849">
                  <c:v>0</c:v>
                </c:pt>
                <c:pt idx="83850">
                  <c:v>0</c:v>
                </c:pt>
                <c:pt idx="83851">
                  <c:v>0</c:v>
                </c:pt>
                <c:pt idx="83852">
                  <c:v>0</c:v>
                </c:pt>
                <c:pt idx="83853">
                  <c:v>0</c:v>
                </c:pt>
                <c:pt idx="83854">
                  <c:v>0</c:v>
                </c:pt>
                <c:pt idx="83855">
                  <c:v>0</c:v>
                </c:pt>
                <c:pt idx="83856">
                  <c:v>0</c:v>
                </c:pt>
                <c:pt idx="83857">
                  <c:v>0</c:v>
                </c:pt>
                <c:pt idx="83858">
                  <c:v>0</c:v>
                </c:pt>
                <c:pt idx="83859">
                  <c:v>0</c:v>
                </c:pt>
                <c:pt idx="83860">
                  <c:v>0</c:v>
                </c:pt>
                <c:pt idx="83861">
                  <c:v>0</c:v>
                </c:pt>
                <c:pt idx="83862">
                  <c:v>0</c:v>
                </c:pt>
                <c:pt idx="83863">
                  <c:v>0</c:v>
                </c:pt>
                <c:pt idx="83864">
                  <c:v>0</c:v>
                </c:pt>
                <c:pt idx="83865">
                  <c:v>0</c:v>
                </c:pt>
                <c:pt idx="83866">
                  <c:v>0</c:v>
                </c:pt>
                <c:pt idx="83867">
                  <c:v>0</c:v>
                </c:pt>
                <c:pt idx="83868">
                  <c:v>0</c:v>
                </c:pt>
                <c:pt idx="83869">
                  <c:v>0</c:v>
                </c:pt>
                <c:pt idx="83870">
                  <c:v>0</c:v>
                </c:pt>
                <c:pt idx="83871">
                  <c:v>0</c:v>
                </c:pt>
                <c:pt idx="83872">
                  <c:v>0</c:v>
                </c:pt>
                <c:pt idx="83873">
                  <c:v>0</c:v>
                </c:pt>
                <c:pt idx="83874">
                  <c:v>0</c:v>
                </c:pt>
                <c:pt idx="83875">
                  <c:v>0</c:v>
                </c:pt>
                <c:pt idx="83876">
                  <c:v>0</c:v>
                </c:pt>
                <c:pt idx="83877">
                  <c:v>0</c:v>
                </c:pt>
                <c:pt idx="83878">
                  <c:v>0</c:v>
                </c:pt>
                <c:pt idx="83879">
                  <c:v>0</c:v>
                </c:pt>
                <c:pt idx="83880">
                  <c:v>0</c:v>
                </c:pt>
                <c:pt idx="83881">
                  <c:v>0</c:v>
                </c:pt>
                <c:pt idx="83882">
                  <c:v>0</c:v>
                </c:pt>
                <c:pt idx="83883">
                  <c:v>0</c:v>
                </c:pt>
                <c:pt idx="83884">
                  <c:v>0</c:v>
                </c:pt>
                <c:pt idx="83885">
                  <c:v>0</c:v>
                </c:pt>
                <c:pt idx="83886">
                  <c:v>0</c:v>
                </c:pt>
                <c:pt idx="83887">
                  <c:v>0</c:v>
                </c:pt>
                <c:pt idx="83888">
                  <c:v>0</c:v>
                </c:pt>
                <c:pt idx="83889">
                  <c:v>0</c:v>
                </c:pt>
                <c:pt idx="83890">
                  <c:v>0</c:v>
                </c:pt>
                <c:pt idx="83891">
                  <c:v>0</c:v>
                </c:pt>
                <c:pt idx="83892">
                  <c:v>0</c:v>
                </c:pt>
                <c:pt idx="83893">
                  <c:v>0</c:v>
                </c:pt>
                <c:pt idx="83894">
                  <c:v>0</c:v>
                </c:pt>
                <c:pt idx="83895">
                  <c:v>0</c:v>
                </c:pt>
                <c:pt idx="83896">
                  <c:v>0</c:v>
                </c:pt>
                <c:pt idx="83897">
                  <c:v>0</c:v>
                </c:pt>
                <c:pt idx="83898">
                  <c:v>0</c:v>
                </c:pt>
                <c:pt idx="83899">
                  <c:v>0</c:v>
                </c:pt>
                <c:pt idx="83900">
                  <c:v>0</c:v>
                </c:pt>
                <c:pt idx="83901">
                  <c:v>0</c:v>
                </c:pt>
                <c:pt idx="83902">
                  <c:v>0</c:v>
                </c:pt>
                <c:pt idx="83903">
                  <c:v>0</c:v>
                </c:pt>
                <c:pt idx="83904">
                  <c:v>0</c:v>
                </c:pt>
                <c:pt idx="83905">
                  <c:v>0</c:v>
                </c:pt>
                <c:pt idx="83906">
                  <c:v>0</c:v>
                </c:pt>
                <c:pt idx="83907">
                  <c:v>0</c:v>
                </c:pt>
                <c:pt idx="83908">
                  <c:v>0</c:v>
                </c:pt>
                <c:pt idx="83909">
                  <c:v>0</c:v>
                </c:pt>
                <c:pt idx="83910">
                  <c:v>0</c:v>
                </c:pt>
                <c:pt idx="83911">
                  <c:v>0</c:v>
                </c:pt>
                <c:pt idx="83912">
                  <c:v>0</c:v>
                </c:pt>
                <c:pt idx="83913">
                  <c:v>0</c:v>
                </c:pt>
                <c:pt idx="83914">
                  <c:v>0</c:v>
                </c:pt>
                <c:pt idx="83915">
                  <c:v>0</c:v>
                </c:pt>
                <c:pt idx="83916">
                  <c:v>0</c:v>
                </c:pt>
                <c:pt idx="83917">
                  <c:v>0</c:v>
                </c:pt>
                <c:pt idx="83918">
                  <c:v>0</c:v>
                </c:pt>
                <c:pt idx="83919">
                  <c:v>0</c:v>
                </c:pt>
                <c:pt idx="83920">
                  <c:v>0</c:v>
                </c:pt>
                <c:pt idx="83921">
                  <c:v>0</c:v>
                </c:pt>
                <c:pt idx="83922">
                  <c:v>0</c:v>
                </c:pt>
                <c:pt idx="83923">
                  <c:v>0</c:v>
                </c:pt>
                <c:pt idx="83924">
                  <c:v>0</c:v>
                </c:pt>
                <c:pt idx="83925">
                  <c:v>0</c:v>
                </c:pt>
                <c:pt idx="83926">
                  <c:v>0</c:v>
                </c:pt>
                <c:pt idx="83927">
                  <c:v>0</c:v>
                </c:pt>
                <c:pt idx="83928">
                  <c:v>0</c:v>
                </c:pt>
                <c:pt idx="83929">
                  <c:v>0</c:v>
                </c:pt>
                <c:pt idx="83930">
                  <c:v>0</c:v>
                </c:pt>
                <c:pt idx="83931">
                  <c:v>0</c:v>
                </c:pt>
                <c:pt idx="83932">
                  <c:v>0</c:v>
                </c:pt>
                <c:pt idx="83933">
                  <c:v>0</c:v>
                </c:pt>
                <c:pt idx="83934">
                  <c:v>0</c:v>
                </c:pt>
                <c:pt idx="83935">
                  <c:v>0</c:v>
                </c:pt>
                <c:pt idx="83936">
                  <c:v>0</c:v>
                </c:pt>
                <c:pt idx="83937">
                  <c:v>0</c:v>
                </c:pt>
                <c:pt idx="83938">
                  <c:v>0</c:v>
                </c:pt>
                <c:pt idx="83939">
                  <c:v>0</c:v>
                </c:pt>
                <c:pt idx="83940">
                  <c:v>0</c:v>
                </c:pt>
                <c:pt idx="83941">
                  <c:v>0</c:v>
                </c:pt>
                <c:pt idx="83942">
                  <c:v>0</c:v>
                </c:pt>
                <c:pt idx="83943">
                  <c:v>0</c:v>
                </c:pt>
                <c:pt idx="83944">
                  <c:v>0</c:v>
                </c:pt>
                <c:pt idx="83945">
                  <c:v>0</c:v>
                </c:pt>
                <c:pt idx="83946">
                  <c:v>0</c:v>
                </c:pt>
                <c:pt idx="83947">
                  <c:v>0</c:v>
                </c:pt>
                <c:pt idx="83948">
                  <c:v>0</c:v>
                </c:pt>
                <c:pt idx="83949">
                  <c:v>0</c:v>
                </c:pt>
                <c:pt idx="83950">
                  <c:v>0</c:v>
                </c:pt>
                <c:pt idx="83951">
                  <c:v>0</c:v>
                </c:pt>
                <c:pt idx="83952">
                  <c:v>0</c:v>
                </c:pt>
                <c:pt idx="83953">
                  <c:v>0</c:v>
                </c:pt>
                <c:pt idx="83954">
                  <c:v>0</c:v>
                </c:pt>
                <c:pt idx="83955">
                  <c:v>0</c:v>
                </c:pt>
                <c:pt idx="83956">
                  <c:v>0</c:v>
                </c:pt>
                <c:pt idx="83957">
                  <c:v>0</c:v>
                </c:pt>
                <c:pt idx="83958">
                  <c:v>0</c:v>
                </c:pt>
                <c:pt idx="83959">
                  <c:v>0</c:v>
                </c:pt>
                <c:pt idx="83960">
                  <c:v>0</c:v>
                </c:pt>
                <c:pt idx="83961">
                  <c:v>0</c:v>
                </c:pt>
                <c:pt idx="83962">
                  <c:v>0</c:v>
                </c:pt>
                <c:pt idx="83963">
                  <c:v>0</c:v>
                </c:pt>
                <c:pt idx="83964">
                  <c:v>0</c:v>
                </c:pt>
                <c:pt idx="83965">
                  <c:v>0</c:v>
                </c:pt>
                <c:pt idx="83966">
                  <c:v>0</c:v>
                </c:pt>
                <c:pt idx="83967">
                  <c:v>0</c:v>
                </c:pt>
                <c:pt idx="83968">
                  <c:v>0</c:v>
                </c:pt>
                <c:pt idx="83969">
                  <c:v>0</c:v>
                </c:pt>
                <c:pt idx="83970">
                  <c:v>0</c:v>
                </c:pt>
                <c:pt idx="83971">
                  <c:v>0</c:v>
                </c:pt>
                <c:pt idx="83972">
                  <c:v>0</c:v>
                </c:pt>
                <c:pt idx="83973">
                  <c:v>0</c:v>
                </c:pt>
                <c:pt idx="83974">
                  <c:v>0</c:v>
                </c:pt>
                <c:pt idx="83975">
                  <c:v>0</c:v>
                </c:pt>
                <c:pt idx="83976">
                  <c:v>0</c:v>
                </c:pt>
                <c:pt idx="83977">
                  <c:v>0</c:v>
                </c:pt>
                <c:pt idx="83978">
                  <c:v>0</c:v>
                </c:pt>
                <c:pt idx="83979">
                  <c:v>0</c:v>
                </c:pt>
                <c:pt idx="83980">
                  <c:v>0</c:v>
                </c:pt>
                <c:pt idx="83981">
                  <c:v>0</c:v>
                </c:pt>
                <c:pt idx="83982">
                  <c:v>0</c:v>
                </c:pt>
                <c:pt idx="83983">
                  <c:v>0</c:v>
                </c:pt>
                <c:pt idx="83984">
                  <c:v>0</c:v>
                </c:pt>
                <c:pt idx="83985">
                  <c:v>0</c:v>
                </c:pt>
                <c:pt idx="83986">
                  <c:v>0</c:v>
                </c:pt>
                <c:pt idx="83987">
                  <c:v>0</c:v>
                </c:pt>
                <c:pt idx="83988">
                  <c:v>0</c:v>
                </c:pt>
                <c:pt idx="83989">
                  <c:v>0</c:v>
                </c:pt>
                <c:pt idx="83990">
                  <c:v>0</c:v>
                </c:pt>
                <c:pt idx="83991">
                  <c:v>0</c:v>
                </c:pt>
                <c:pt idx="83992">
                  <c:v>0</c:v>
                </c:pt>
                <c:pt idx="83993">
                  <c:v>0</c:v>
                </c:pt>
                <c:pt idx="83994">
                  <c:v>0</c:v>
                </c:pt>
                <c:pt idx="83995">
                  <c:v>0</c:v>
                </c:pt>
                <c:pt idx="83996">
                  <c:v>0</c:v>
                </c:pt>
                <c:pt idx="83997">
                  <c:v>0</c:v>
                </c:pt>
                <c:pt idx="83998">
                  <c:v>0</c:v>
                </c:pt>
                <c:pt idx="83999">
                  <c:v>0</c:v>
                </c:pt>
                <c:pt idx="84000">
                  <c:v>0</c:v>
                </c:pt>
                <c:pt idx="84001">
                  <c:v>0</c:v>
                </c:pt>
                <c:pt idx="84002">
                  <c:v>0</c:v>
                </c:pt>
                <c:pt idx="84003">
                  <c:v>0</c:v>
                </c:pt>
                <c:pt idx="84004">
                  <c:v>0</c:v>
                </c:pt>
                <c:pt idx="84005">
                  <c:v>0</c:v>
                </c:pt>
                <c:pt idx="84006">
                  <c:v>0</c:v>
                </c:pt>
                <c:pt idx="84007">
                  <c:v>0</c:v>
                </c:pt>
                <c:pt idx="84008">
                  <c:v>0</c:v>
                </c:pt>
                <c:pt idx="84009">
                  <c:v>0</c:v>
                </c:pt>
                <c:pt idx="84010">
                  <c:v>0</c:v>
                </c:pt>
                <c:pt idx="84011">
                  <c:v>0</c:v>
                </c:pt>
                <c:pt idx="84012">
                  <c:v>0</c:v>
                </c:pt>
                <c:pt idx="84013">
                  <c:v>0</c:v>
                </c:pt>
                <c:pt idx="84014">
                  <c:v>0</c:v>
                </c:pt>
                <c:pt idx="84015">
                  <c:v>0</c:v>
                </c:pt>
                <c:pt idx="84016">
                  <c:v>0</c:v>
                </c:pt>
                <c:pt idx="84017">
                  <c:v>0</c:v>
                </c:pt>
                <c:pt idx="84018">
                  <c:v>0</c:v>
                </c:pt>
                <c:pt idx="84019">
                  <c:v>0</c:v>
                </c:pt>
                <c:pt idx="84020">
                  <c:v>0</c:v>
                </c:pt>
                <c:pt idx="84021">
                  <c:v>0</c:v>
                </c:pt>
                <c:pt idx="84022">
                  <c:v>0</c:v>
                </c:pt>
                <c:pt idx="84023">
                  <c:v>0</c:v>
                </c:pt>
                <c:pt idx="84024">
                  <c:v>0</c:v>
                </c:pt>
                <c:pt idx="84025">
                  <c:v>0</c:v>
                </c:pt>
                <c:pt idx="84026">
                  <c:v>0</c:v>
                </c:pt>
                <c:pt idx="84027">
                  <c:v>0</c:v>
                </c:pt>
                <c:pt idx="84028">
                  <c:v>0</c:v>
                </c:pt>
                <c:pt idx="84029">
                  <c:v>0</c:v>
                </c:pt>
                <c:pt idx="84030">
                  <c:v>0</c:v>
                </c:pt>
                <c:pt idx="84031">
                  <c:v>0</c:v>
                </c:pt>
                <c:pt idx="84032">
                  <c:v>0</c:v>
                </c:pt>
                <c:pt idx="84033">
                  <c:v>0</c:v>
                </c:pt>
                <c:pt idx="84034">
                  <c:v>0</c:v>
                </c:pt>
                <c:pt idx="84035">
                  <c:v>0</c:v>
                </c:pt>
                <c:pt idx="84036">
                  <c:v>0</c:v>
                </c:pt>
                <c:pt idx="84037">
                  <c:v>0</c:v>
                </c:pt>
                <c:pt idx="84038">
                  <c:v>0</c:v>
                </c:pt>
                <c:pt idx="84039">
                  <c:v>0</c:v>
                </c:pt>
                <c:pt idx="84040">
                  <c:v>0</c:v>
                </c:pt>
                <c:pt idx="84041">
                  <c:v>0</c:v>
                </c:pt>
                <c:pt idx="84042">
                  <c:v>0</c:v>
                </c:pt>
                <c:pt idx="84043">
                  <c:v>0</c:v>
                </c:pt>
                <c:pt idx="84044">
                  <c:v>0</c:v>
                </c:pt>
                <c:pt idx="84045">
                  <c:v>0</c:v>
                </c:pt>
                <c:pt idx="84046">
                  <c:v>0</c:v>
                </c:pt>
                <c:pt idx="84047">
                  <c:v>0</c:v>
                </c:pt>
                <c:pt idx="84048">
                  <c:v>0</c:v>
                </c:pt>
                <c:pt idx="84049">
                  <c:v>0</c:v>
                </c:pt>
                <c:pt idx="84050">
                  <c:v>0</c:v>
                </c:pt>
                <c:pt idx="84051">
                  <c:v>0</c:v>
                </c:pt>
                <c:pt idx="84052">
                  <c:v>0</c:v>
                </c:pt>
                <c:pt idx="84053">
                  <c:v>0</c:v>
                </c:pt>
                <c:pt idx="84054">
                  <c:v>0</c:v>
                </c:pt>
                <c:pt idx="84055">
                  <c:v>0</c:v>
                </c:pt>
                <c:pt idx="84056">
                  <c:v>0</c:v>
                </c:pt>
                <c:pt idx="84057">
                  <c:v>0</c:v>
                </c:pt>
                <c:pt idx="84058">
                  <c:v>0</c:v>
                </c:pt>
                <c:pt idx="84059">
                  <c:v>0</c:v>
                </c:pt>
                <c:pt idx="84060">
                  <c:v>0</c:v>
                </c:pt>
                <c:pt idx="84061">
                  <c:v>0</c:v>
                </c:pt>
                <c:pt idx="84062">
                  <c:v>0</c:v>
                </c:pt>
                <c:pt idx="84063">
                  <c:v>0</c:v>
                </c:pt>
                <c:pt idx="84064">
                  <c:v>0</c:v>
                </c:pt>
                <c:pt idx="84065">
                  <c:v>0</c:v>
                </c:pt>
                <c:pt idx="84066">
                  <c:v>0</c:v>
                </c:pt>
                <c:pt idx="84067">
                  <c:v>0</c:v>
                </c:pt>
                <c:pt idx="84068">
                  <c:v>0</c:v>
                </c:pt>
                <c:pt idx="84069">
                  <c:v>0</c:v>
                </c:pt>
                <c:pt idx="84070">
                  <c:v>0</c:v>
                </c:pt>
                <c:pt idx="84071">
                  <c:v>0</c:v>
                </c:pt>
                <c:pt idx="84072">
                  <c:v>0</c:v>
                </c:pt>
                <c:pt idx="84073">
                  <c:v>0</c:v>
                </c:pt>
                <c:pt idx="84074">
                  <c:v>0</c:v>
                </c:pt>
                <c:pt idx="84075">
                  <c:v>0</c:v>
                </c:pt>
                <c:pt idx="84076">
                  <c:v>0</c:v>
                </c:pt>
                <c:pt idx="84077">
                  <c:v>0</c:v>
                </c:pt>
                <c:pt idx="84078">
                  <c:v>0</c:v>
                </c:pt>
                <c:pt idx="84079">
                  <c:v>0</c:v>
                </c:pt>
                <c:pt idx="84080">
                  <c:v>0</c:v>
                </c:pt>
                <c:pt idx="84081">
                  <c:v>0</c:v>
                </c:pt>
                <c:pt idx="84082">
                  <c:v>0</c:v>
                </c:pt>
                <c:pt idx="84083">
                  <c:v>0</c:v>
                </c:pt>
                <c:pt idx="84084">
                  <c:v>0</c:v>
                </c:pt>
                <c:pt idx="84085">
                  <c:v>0</c:v>
                </c:pt>
                <c:pt idx="84086">
                  <c:v>0</c:v>
                </c:pt>
                <c:pt idx="84087">
                  <c:v>0</c:v>
                </c:pt>
                <c:pt idx="84088">
                  <c:v>0</c:v>
                </c:pt>
                <c:pt idx="84089">
                  <c:v>0</c:v>
                </c:pt>
                <c:pt idx="84090">
                  <c:v>0</c:v>
                </c:pt>
                <c:pt idx="84091">
                  <c:v>0</c:v>
                </c:pt>
                <c:pt idx="84092">
                  <c:v>0</c:v>
                </c:pt>
                <c:pt idx="84093">
                  <c:v>0</c:v>
                </c:pt>
                <c:pt idx="84094">
                  <c:v>0</c:v>
                </c:pt>
                <c:pt idx="84095">
                  <c:v>0</c:v>
                </c:pt>
                <c:pt idx="84096">
                  <c:v>0</c:v>
                </c:pt>
                <c:pt idx="84097">
                  <c:v>0</c:v>
                </c:pt>
                <c:pt idx="84098">
                  <c:v>0</c:v>
                </c:pt>
                <c:pt idx="84099">
                  <c:v>0</c:v>
                </c:pt>
                <c:pt idx="84100">
                  <c:v>0</c:v>
                </c:pt>
                <c:pt idx="84101">
                  <c:v>0</c:v>
                </c:pt>
                <c:pt idx="84102">
                  <c:v>0</c:v>
                </c:pt>
                <c:pt idx="84103">
                  <c:v>0</c:v>
                </c:pt>
                <c:pt idx="84104">
                  <c:v>0</c:v>
                </c:pt>
                <c:pt idx="84105">
                  <c:v>0</c:v>
                </c:pt>
                <c:pt idx="84106">
                  <c:v>0</c:v>
                </c:pt>
                <c:pt idx="84107">
                  <c:v>0</c:v>
                </c:pt>
                <c:pt idx="84108">
                  <c:v>0</c:v>
                </c:pt>
                <c:pt idx="84109">
                  <c:v>0</c:v>
                </c:pt>
                <c:pt idx="84110">
                  <c:v>0</c:v>
                </c:pt>
                <c:pt idx="84111">
                  <c:v>0</c:v>
                </c:pt>
                <c:pt idx="84112">
                  <c:v>0</c:v>
                </c:pt>
                <c:pt idx="84113">
                  <c:v>0</c:v>
                </c:pt>
                <c:pt idx="84114">
                  <c:v>0</c:v>
                </c:pt>
                <c:pt idx="84115">
                  <c:v>0</c:v>
                </c:pt>
                <c:pt idx="84116">
                  <c:v>0</c:v>
                </c:pt>
                <c:pt idx="84117">
                  <c:v>0</c:v>
                </c:pt>
                <c:pt idx="84118">
                  <c:v>0</c:v>
                </c:pt>
                <c:pt idx="84119">
                  <c:v>0</c:v>
                </c:pt>
                <c:pt idx="84120">
                  <c:v>0</c:v>
                </c:pt>
                <c:pt idx="84121">
                  <c:v>0</c:v>
                </c:pt>
                <c:pt idx="84122">
                  <c:v>0</c:v>
                </c:pt>
                <c:pt idx="84123">
                  <c:v>0</c:v>
                </c:pt>
                <c:pt idx="84124">
                  <c:v>0</c:v>
                </c:pt>
                <c:pt idx="84125">
                  <c:v>0</c:v>
                </c:pt>
                <c:pt idx="84126">
                  <c:v>0</c:v>
                </c:pt>
                <c:pt idx="84127">
                  <c:v>0</c:v>
                </c:pt>
                <c:pt idx="84128">
                  <c:v>0</c:v>
                </c:pt>
                <c:pt idx="84129">
                  <c:v>0</c:v>
                </c:pt>
                <c:pt idx="84130">
                  <c:v>0</c:v>
                </c:pt>
                <c:pt idx="84131">
                  <c:v>0</c:v>
                </c:pt>
                <c:pt idx="84132">
                  <c:v>0</c:v>
                </c:pt>
                <c:pt idx="84133">
                  <c:v>0</c:v>
                </c:pt>
                <c:pt idx="84134">
                  <c:v>0</c:v>
                </c:pt>
                <c:pt idx="84135">
                  <c:v>0</c:v>
                </c:pt>
                <c:pt idx="84136">
                  <c:v>0</c:v>
                </c:pt>
                <c:pt idx="84137">
                  <c:v>0</c:v>
                </c:pt>
                <c:pt idx="84138">
                  <c:v>0</c:v>
                </c:pt>
                <c:pt idx="84139">
                  <c:v>0</c:v>
                </c:pt>
                <c:pt idx="84140">
                  <c:v>0</c:v>
                </c:pt>
                <c:pt idx="84141">
                  <c:v>0</c:v>
                </c:pt>
                <c:pt idx="84142">
                  <c:v>0</c:v>
                </c:pt>
                <c:pt idx="84143">
                  <c:v>0</c:v>
                </c:pt>
                <c:pt idx="84144">
                  <c:v>0</c:v>
                </c:pt>
                <c:pt idx="84145">
                  <c:v>0</c:v>
                </c:pt>
                <c:pt idx="84146">
                  <c:v>0</c:v>
                </c:pt>
                <c:pt idx="84147">
                  <c:v>0</c:v>
                </c:pt>
                <c:pt idx="84148">
                  <c:v>0</c:v>
                </c:pt>
                <c:pt idx="84149">
                  <c:v>0</c:v>
                </c:pt>
                <c:pt idx="84150">
                  <c:v>0</c:v>
                </c:pt>
                <c:pt idx="84151">
                  <c:v>0</c:v>
                </c:pt>
                <c:pt idx="84152">
                  <c:v>0</c:v>
                </c:pt>
                <c:pt idx="84153">
                  <c:v>0</c:v>
                </c:pt>
                <c:pt idx="84154">
                  <c:v>0</c:v>
                </c:pt>
                <c:pt idx="84155">
                  <c:v>0</c:v>
                </c:pt>
                <c:pt idx="84156">
                  <c:v>0</c:v>
                </c:pt>
                <c:pt idx="84157">
                  <c:v>0</c:v>
                </c:pt>
                <c:pt idx="84158">
                  <c:v>0</c:v>
                </c:pt>
                <c:pt idx="84159">
                  <c:v>0</c:v>
                </c:pt>
                <c:pt idx="84160">
                  <c:v>0</c:v>
                </c:pt>
                <c:pt idx="84161">
                  <c:v>0</c:v>
                </c:pt>
                <c:pt idx="84162">
                  <c:v>0</c:v>
                </c:pt>
                <c:pt idx="84163">
                  <c:v>0</c:v>
                </c:pt>
                <c:pt idx="84164">
                  <c:v>0</c:v>
                </c:pt>
                <c:pt idx="84165">
                  <c:v>0</c:v>
                </c:pt>
                <c:pt idx="84166">
                  <c:v>0</c:v>
                </c:pt>
                <c:pt idx="84167">
                  <c:v>0</c:v>
                </c:pt>
                <c:pt idx="84168">
                  <c:v>0</c:v>
                </c:pt>
                <c:pt idx="84169">
                  <c:v>0</c:v>
                </c:pt>
                <c:pt idx="84170">
                  <c:v>0</c:v>
                </c:pt>
                <c:pt idx="84171">
                  <c:v>0</c:v>
                </c:pt>
                <c:pt idx="84172">
                  <c:v>0</c:v>
                </c:pt>
                <c:pt idx="84173">
                  <c:v>0</c:v>
                </c:pt>
                <c:pt idx="84174">
                  <c:v>0</c:v>
                </c:pt>
                <c:pt idx="84175">
                  <c:v>0</c:v>
                </c:pt>
                <c:pt idx="84176">
                  <c:v>0</c:v>
                </c:pt>
                <c:pt idx="84177">
                  <c:v>0</c:v>
                </c:pt>
                <c:pt idx="84178">
                  <c:v>0</c:v>
                </c:pt>
                <c:pt idx="84179">
                  <c:v>0</c:v>
                </c:pt>
                <c:pt idx="84180">
                  <c:v>0</c:v>
                </c:pt>
                <c:pt idx="84181">
                  <c:v>0</c:v>
                </c:pt>
                <c:pt idx="84182">
                  <c:v>0</c:v>
                </c:pt>
                <c:pt idx="84183">
                  <c:v>0</c:v>
                </c:pt>
                <c:pt idx="84184">
                  <c:v>0</c:v>
                </c:pt>
                <c:pt idx="84185">
                  <c:v>0</c:v>
                </c:pt>
                <c:pt idx="84186">
                  <c:v>0</c:v>
                </c:pt>
                <c:pt idx="84187">
                  <c:v>0</c:v>
                </c:pt>
                <c:pt idx="84188">
                  <c:v>0</c:v>
                </c:pt>
                <c:pt idx="84189">
                  <c:v>0</c:v>
                </c:pt>
                <c:pt idx="84190">
                  <c:v>0</c:v>
                </c:pt>
                <c:pt idx="84191">
                  <c:v>0</c:v>
                </c:pt>
                <c:pt idx="84192">
                  <c:v>0</c:v>
                </c:pt>
                <c:pt idx="84193">
                  <c:v>0</c:v>
                </c:pt>
                <c:pt idx="84194">
                  <c:v>0</c:v>
                </c:pt>
                <c:pt idx="84195">
                  <c:v>0</c:v>
                </c:pt>
                <c:pt idx="84196">
                  <c:v>0</c:v>
                </c:pt>
                <c:pt idx="84197">
                  <c:v>0</c:v>
                </c:pt>
                <c:pt idx="84198">
                  <c:v>0</c:v>
                </c:pt>
                <c:pt idx="84199">
                  <c:v>0</c:v>
                </c:pt>
                <c:pt idx="84200">
                  <c:v>0</c:v>
                </c:pt>
                <c:pt idx="84201">
                  <c:v>0</c:v>
                </c:pt>
                <c:pt idx="84202">
                  <c:v>0</c:v>
                </c:pt>
                <c:pt idx="84203">
                  <c:v>0</c:v>
                </c:pt>
                <c:pt idx="84204">
                  <c:v>0</c:v>
                </c:pt>
                <c:pt idx="84205">
                  <c:v>0</c:v>
                </c:pt>
                <c:pt idx="84206">
                  <c:v>0</c:v>
                </c:pt>
                <c:pt idx="84207">
                  <c:v>0</c:v>
                </c:pt>
                <c:pt idx="84208">
                  <c:v>0</c:v>
                </c:pt>
                <c:pt idx="84209">
                  <c:v>0</c:v>
                </c:pt>
                <c:pt idx="84210">
                  <c:v>0</c:v>
                </c:pt>
                <c:pt idx="84211">
                  <c:v>0</c:v>
                </c:pt>
                <c:pt idx="84212">
                  <c:v>0</c:v>
                </c:pt>
                <c:pt idx="84213">
                  <c:v>0</c:v>
                </c:pt>
                <c:pt idx="84214">
                  <c:v>0</c:v>
                </c:pt>
                <c:pt idx="84215">
                  <c:v>0</c:v>
                </c:pt>
                <c:pt idx="84216">
                  <c:v>0</c:v>
                </c:pt>
                <c:pt idx="84217">
                  <c:v>0</c:v>
                </c:pt>
                <c:pt idx="84218">
                  <c:v>0</c:v>
                </c:pt>
                <c:pt idx="84219">
                  <c:v>0</c:v>
                </c:pt>
                <c:pt idx="84220">
                  <c:v>0</c:v>
                </c:pt>
                <c:pt idx="84221">
                  <c:v>0</c:v>
                </c:pt>
                <c:pt idx="84222">
                  <c:v>0</c:v>
                </c:pt>
                <c:pt idx="84223">
                  <c:v>0</c:v>
                </c:pt>
                <c:pt idx="84224">
                  <c:v>0</c:v>
                </c:pt>
                <c:pt idx="84225">
                  <c:v>0</c:v>
                </c:pt>
                <c:pt idx="84226">
                  <c:v>0</c:v>
                </c:pt>
                <c:pt idx="84227">
                  <c:v>0</c:v>
                </c:pt>
                <c:pt idx="84228">
                  <c:v>0</c:v>
                </c:pt>
                <c:pt idx="84229">
                  <c:v>0</c:v>
                </c:pt>
                <c:pt idx="84230">
                  <c:v>0</c:v>
                </c:pt>
                <c:pt idx="84231">
                  <c:v>0</c:v>
                </c:pt>
                <c:pt idx="84232">
                  <c:v>0</c:v>
                </c:pt>
                <c:pt idx="84233">
                  <c:v>0</c:v>
                </c:pt>
                <c:pt idx="84234">
                  <c:v>0</c:v>
                </c:pt>
                <c:pt idx="84235">
                  <c:v>0</c:v>
                </c:pt>
                <c:pt idx="84236">
                  <c:v>0</c:v>
                </c:pt>
                <c:pt idx="84237">
                  <c:v>0</c:v>
                </c:pt>
                <c:pt idx="84238">
                  <c:v>0</c:v>
                </c:pt>
                <c:pt idx="84239">
                  <c:v>0</c:v>
                </c:pt>
                <c:pt idx="84240">
                  <c:v>0</c:v>
                </c:pt>
                <c:pt idx="84241">
                  <c:v>0</c:v>
                </c:pt>
                <c:pt idx="84242">
                  <c:v>0</c:v>
                </c:pt>
                <c:pt idx="84243">
                  <c:v>0</c:v>
                </c:pt>
                <c:pt idx="84244">
                  <c:v>0</c:v>
                </c:pt>
                <c:pt idx="84245">
                  <c:v>0</c:v>
                </c:pt>
                <c:pt idx="84246">
                  <c:v>0</c:v>
                </c:pt>
                <c:pt idx="84247">
                  <c:v>0</c:v>
                </c:pt>
                <c:pt idx="84248">
                  <c:v>0</c:v>
                </c:pt>
                <c:pt idx="84249">
                  <c:v>0</c:v>
                </c:pt>
                <c:pt idx="84250">
                  <c:v>0</c:v>
                </c:pt>
                <c:pt idx="84251">
                  <c:v>0</c:v>
                </c:pt>
                <c:pt idx="84252">
                  <c:v>0</c:v>
                </c:pt>
                <c:pt idx="84253">
                  <c:v>0</c:v>
                </c:pt>
                <c:pt idx="84254">
                  <c:v>0</c:v>
                </c:pt>
                <c:pt idx="84255">
                  <c:v>0</c:v>
                </c:pt>
                <c:pt idx="84256">
                  <c:v>0</c:v>
                </c:pt>
                <c:pt idx="84257">
                  <c:v>0</c:v>
                </c:pt>
                <c:pt idx="84258">
                  <c:v>0</c:v>
                </c:pt>
                <c:pt idx="84259">
                  <c:v>0</c:v>
                </c:pt>
                <c:pt idx="84260">
                  <c:v>0</c:v>
                </c:pt>
                <c:pt idx="84261">
                  <c:v>0</c:v>
                </c:pt>
                <c:pt idx="84262">
                  <c:v>0</c:v>
                </c:pt>
                <c:pt idx="84263">
                  <c:v>0</c:v>
                </c:pt>
                <c:pt idx="84264">
                  <c:v>0</c:v>
                </c:pt>
                <c:pt idx="84265">
                  <c:v>0</c:v>
                </c:pt>
                <c:pt idx="84266">
                  <c:v>0</c:v>
                </c:pt>
                <c:pt idx="84267">
                  <c:v>0</c:v>
                </c:pt>
                <c:pt idx="84268">
                  <c:v>0</c:v>
                </c:pt>
                <c:pt idx="84269">
                  <c:v>0</c:v>
                </c:pt>
                <c:pt idx="84270">
                  <c:v>0</c:v>
                </c:pt>
                <c:pt idx="84271">
                  <c:v>0</c:v>
                </c:pt>
                <c:pt idx="84272">
                  <c:v>0</c:v>
                </c:pt>
                <c:pt idx="84273">
                  <c:v>0</c:v>
                </c:pt>
                <c:pt idx="84274">
                  <c:v>0</c:v>
                </c:pt>
                <c:pt idx="84275">
                  <c:v>0</c:v>
                </c:pt>
                <c:pt idx="84276">
                  <c:v>0</c:v>
                </c:pt>
                <c:pt idx="84277">
                  <c:v>0</c:v>
                </c:pt>
                <c:pt idx="84278">
                  <c:v>0</c:v>
                </c:pt>
                <c:pt idx="84279">
                  <c:v>0</c:v>
                </c:pt>
                <c:pt idx="84280">
                  <c:v>0</c:v>
                </c:pt>
                <c:pt idx="84281">
                  <c:v>0</c:v>
                </c:pt>
                <c:pt idx="84282">
                  <c:v>0</c:v>
                </c:pt>
                <c:pt idx="84283">
                  <c:v>0</c:v>
                </c:pt>
                <c:pt idx="84284">
                  <c:v>0</c:v>
                </c:pt>
                <c:pt idx="84285">
                  <c:v>0</c:v>
                </c:pt>
                <c:pt idx="84286">
                  <c:v>0</c:v>
                </c:pt>
                <c:pt idx="84287">
                  <c:v>0</c:v>
                </c:pt>
                <c:pt idx="84288">
                  <c:v>0</c:v>
                </c:pt>
                <c:pt idx="84289">
                  <c:v>0</c:v>
                </c:pt>
                <c:pt idx="84290">
                  <c:v>0</c:v>
                </c:pt>
                <c:pt idx="84291">
                  <c:v>0</c:v>
                </c:pt>
                <c:pt idx="84292">
                  <c:v>0</c:v>
                </c:pt>
                <c:pt idx="84293">
                  <c:v>0</c:v>
                </c:pt>
                <c:pt idx="84294">
                  <c:v>0</c:v>
                </c:pt>
                <c:pt idx="84295">
                  <c:v>0</c:v>
                </c:pt>
                <c:pt idx="84296">
                  <c:v>0</c:v>
                </c:pt>
                <c:pt idx="84297">
                  <c:v>0</c:v>
                </c:pt>
                <c:pt idx="84298">
                  <c:v>0</c:v>
                </c:pt>
                <c:pt idx="84299">
                  <c:v>0</c:v>
                </c:pt>
                <c:pt idx="84300">
                  <c:v>0</c:v>
                </c:pt>
                <c:pt idx="84301">
                  <c:v>0</c:v>
                </c:pt>
                <c:pt idx="84302">
                  <c:v>0</c:v>
                </c:pt>
                <c:pt idx="84303">
                  <c:v>0</c:v>
                </c:pt>
                <c:pt idx="84304">
                  <c:v>0</c:v>
                </c:pt>
                <c:pt idx="84305">
                  <c:v>0</c:v>
                </c:pt>
                <c:pt idx="84306">
                  <c:v>0</c:v>
                </c:pt>
                <c:pt idx="84307">
                  <c:v>0</c:v>
                </c:pt>
                <c:pt idx="84308">
                  <c:v>0</c:v>
                </c:pt>
                <c:pt idx="84309">
                  <c:v>0</c:v>
                </c:pt>
                <c:pt idx="84310">
                  <c:v>0</c:v>
                </c:pt>
                <c:pt idx="84311">
                  <c:v>0</c:v>
                </c:pt>
                <c:pt idx="84312">
                  <c:v>0</c:v>
                </c:pt>
                <c:pt idx="84313">
                  <c:v>0</c:v>
                </c:pt>
                <c:pt idx="84314">
                  <c:v>0</c:v>
                </c:pt>
                <c:pt idx="84315">
                  <c:v>0</c:v>
                </c:pt>
                <c:pt idx="84316">
                  <c:v>0</c:v>
                </c:pt>
                <c:pt idx="84317">
                  <c:v>0</c:v>
                </c:pt>
                <c:pt idx="84318">
                  <c:v>0</c:v>
                </c:pt>
                <c:pt idx="84319">
                  <c:v>0</c:v>
                </c:pt>
                <c:pt idx="84320">
                  <c:v>0</c:v>
                </c:pt>
                <c:pt idx="84321">
                  <c:v>0</c:v>
                </c:pt>
                <c:pt idx="84322">
                  <c:v>0</c:v>
                </c:pt>
                <c:pt idx="84323">
                  <c:v>0</c:v>
                </c:pt>
                <c:pt idx="84324">
                  <c:v>0</c:v>
                </c:pt>
                <c:pt idx="84325">
                  <c:v>0</c:v>
                </c:pt>
                <c:pt idx="84326">
                  <c:v>0</c:v>
                </c:pt>
                <c:pt idx="84327">
                  <c:v>0</c:v>
                </c:pt>
                <c:pt idx="84328">
                  <c:v>0</c:v>
                </c:pt>
                <c:pt idx="84329">
                  <c:v>0</c:v>
                </c:pt>
                <c:pt idx="84330">
                  <c:v>0</c:v>
                </c:pt>
                <c:pt idx="84331">
                  <c:v>0</c:v>
                </c:pt>
                <c:pt idx="84332">
                  <c:v>0</c:v>
                </c:pt>
                <c:pt idx="84333">
                  <c:v>0</c:v>
                </c:pt>
                <c:pt idx="84334">
                  <c:v>0</c:v>
                </c:pt>
                <c:pt idx="84335">
                  <c:v>0</c:v>
                </c:pt>
                <c:pt idx="84336">
                  <c:v>0</c:v>
                </c:pt>
                <c:pt idx="84337">
                  <c:v>0</c:v>
                </c:pt>
                <c:pt idx="84338">
                  <c:v>0</c:v>
                </c:pt>
                <c:pt idx="84339">
                  <c:v>0</c:v>
                </c:pt>
                <c:pt idx="84340">
                  <c:v>0</c:v>
                </c:pt>
                <c:pt idx="84341">
                  <c:v>0</c:v>
                </c:pt>
                <c:pt idx="84342">
                  <c:v>0</c:v>
                </c:pt>
                <c:pt idx="84343">
                  <c:v>0</c:v>
                </c:pt>
                <c:pt idx="84344">
                  <c:v>0</c:v>
                </c:pt>
                <c:pt idx="84345">
                  <c:v>0</c:v>
                </c:pt>
                <c:pt idx="84346">
                  <c:v>0</c:v>
                </c:pt>
                <c:pt idx="84347">
                  <c:v>0</c:v>
                </c:pt>
                <c:pt idx="84348">
                  <c:v>0</c:v>
                </c:pt>
                <c:pt idx="84349">
                  <c:v>0</c:v>
                </c:pt>
                <c:pt idx="84350">
                  <c:v>0</c:v>
                </c:pt>
                <c:pt idx="84351">
                  <c:v>0</c:v>
                </c:pt>
                <c:pt idx="84352">
                  <c:v>0</c:v>
                </c:pt>
                <c:pt idx="84353">
                  <c:v>0</c:v>
                </c:pt>
                <c:pt idx="84354">
                  <c:v>0</c:v>
                </c:pt>
                <c:pt idx="84355">
                  <c:v>0</c:v>
                </c:pt>
                <c:pt idx="84356">
                  <c:v>0</c:v>
                </c:pt>
                <c:pt idx="84357">
                  <c:v>0</c:v>
                </c:pt>
                <c:pt idx="84358">
                  <c:v>0</c:v>
                </c:pt>
                <c:pt idx="84359">
                  <c:v>0</c:v>
                </c:pt>
                <c:pt idx="84360">
                  <c:v>0</c:v>
                </c:pt>
                <c:pt idx="84361">
                  <c:v>0</c:v>
                </c:pt>
                <c:pt idx="84362">
                  <c:v>0</c:v>
                </c:pt>
                <c:pt idx="84363">
                  <c:v>0</c:v>
                </c:pt>
                <c:pt idx="84364">
                  <c:v>0</c:v>
                </c:pt>
                <c:pt idx="84365">
                  <c:v>0</c:v>
                </c:pt>
                <c:pt idx="84366">
                  <c:v>0</c:v>
                </c:pt>
                <c:pt idx="84367">
                  <c:v>0</c:v>
                </c:pt>
                <c:pt idx="84368">
                  <c:v>0</c:v>
                </c:pt>
                <c:pt idx="84369">
                  <c:v>0</c:v>
                </c:pt>
                <c:pt idx="84370">
                  <c:v>0</c:v>
                </c:pt>
                <c:pt idx="84371">
                  <c:v>0</c:v>
                </c:pt>
                <c:pt idx="84372">
                  <c:v>0</c:v>
                </c:pt>
                <c:pt idx="84373">
                  <c:v>0</c:v>
                </c:pt>
                <c:pt idx="84374">
                  <c:v>0</c:v>
                </c:pt>
                <c:pt idx="84375">
                  <c:v>0</c:v>
                </c:pt>
                <c:pt idx="84376">
                  <c:v>0</c:v>
                </c:pt>
                <c:pt idx="84377">
                  <c:v>0</c:v>
                </c:pt>
                <c:pt idx="84378">
                  <c:v>0</c:v>
                </c:pt>
                <c:pt idx="84379">
                  <c:v>0</c:v>
                </c:pt>
                <c:pt idx="84380">
                  <c:v>0</c:v>
                </c:pt>
                <c:pt idx="84381">
                  <c:v>0</c:v>
                </c:pt>
                <c:pt idx="84382">
                  <c:v>0</c:v>
                </c:pt>
                <c:pt idx="84383">
                  <c:v>0</c:v>
                </c:pt>
                <c:pt idx="84384">
                  <c:v>0</c:v>
                </c:pt>
                <c:pt idx="84385">
                  <c:v>0</c:v>
                </c:pt>
                <c:pt idx="84386">
                  <c:v>0</c:v>
                </c:pt>
                <c:pt idx="84387">
                  <c:v>0</c:v>
                </c:pt>
                <c:pt idx="84388">
                  <c:v>0</c:v>
                </c:pt>
                <c:pt idx="84389">
                  <c:v>0</c:v>
                </c:pt>
                <c:pt idx="84390">
                  <c:v>0</c:v>
                </c:pt>
                <c:pt idx="84391">
                  <c:v>0</c:v>
                </c:pt>
                <c:pt idx="84392">
                  <c:v>0</c:v>
                </c:pt>
                <c:pt idx="84393">
                  <c:v>0</c:v>
                </c:pt>
                <c:pt idx="84394">
                  <c:v>0</c:v>
                </c:pt>
                <c:pt idx="84395">
                  <c:v>0</c:v>
                </c:pt>
                <c:pt idx="84396">
                  <c:v>0</c:v>
                </c:pt>
                <c:pt idx="84397">
                  <c:v>0</c:v>
                </c:pt>
                <c:pt idx="84398">
                  <c:v>0</c:v>
                </c:pt>
                <c:pt idx="84399">
                  <c:v>0</c:v>
                </c:pt>
                <c:pt idx="84400">
                  <c:v>0</c:v>
                </c:pt>
                <c:pt idx="84401">
                  <c:v>0</c:v>
                </c:pt>
                <c:pt idx="84402">
                  <c:v>0</c:v>
                </c:pt>
                <c:pt idx="84403">
                  <c:v>0</c:v>
                </c:pt>
                <c:pt idx="84404">
                  <c:v>0</c:v>
                </c:pt>
                <c:pt idx="84405">
                  <c:v>0</c:v>
                </c:pt>
                <c:pt idx="84406">
                  <c:v>0</c:v>
                </c:pt>
                <c:pt idx="84407">
                  <c:v>0</c:v>
                </c:pt>
                <c:pt idx="84408">
                  <c:v>0</c:v>
                </c:pt>
                <c:pt idx="84409">
                  <c:v>0</c:v>
                </c:pt>
                <c:pt idx="84410">
                  <c:v>0</c:v>
                </c:pt>
                <c:pt idx="84411">
                  <c:v>0</c:v>
                </c:pt>
                <c:pt idx="84412">
                  <c:v>0</c:v>
                </c:pt>
                <c:pt idx="84413">
                  <c:v>0</c:v>
                </c:pt>
                <c:pt idx="84414">
                  <c:v>0</c:v>
                </c:pt>
                <c:pt idx="84415">
                  <c:v>0</c:v>
                </c:pt>
                <c:pt idx="84416">
                  <c:v>0</c:v>
                </c:pt>
                <c:pt idx="84417">
                  <c:v>0</c:v>
                </c:pt>
                <c:pt idx="84418">
                  <c:v>0</c:v>
                </c:pt>
                <c:pt idx="84419">
                  <c:v>0</c:v>
                </c:pt>
                <c:pt idx="84420">
                  <c:v>0</c:v>
                </c:pt>
                <c:pt idx="84421">
                  <c:v>0</c:v>
                </c:pt>
                <c:pt idx="84422">
                  <c:v>0</c:v>
                </c:pt>
                <c:pt idx="84423">
                  <c:v>0</c:v>
                </c:pt>
                <c:pt idx="84424">
                  <c:v>0</c:v>
                </c:pt>
                <c:pt idx="84425">
                  <c:v>0</c:v>
                </c:pt>
                <c:pt idx="84426">
                  <c:v>0</c:v>
                </c:pt>
                <c:pt idx="84427">
                  <c:v>0</c:v>
                </c:pt>
                <c:pt idx="84428">
                  <c:v>0</c:v>
                </c:pt>
                <c:pt idx="84429">
                  <c:v>0</c:v>
                </c:pt>
                <c:pt idx="84430">
                  <c:v>0</c:v>
                </c:pt>
                <c:pt idx="84431">
                  <c:v>0</c:v>
                </c:pt>
                <c:pt idx="84432">
                  <c:v>0</c:v>
                </c:pt>
                <c:pt idx="84433">
                  <c:v>0</c:v>
                </c:pt>
                <c:pt idx="84434">
                  <c:v>0</c:v>
                </c:pt>
                <c:pt idx="84435">
                  <c:v>0</c:v>
                </c:pt>
                <c:pt idx="84436">
                  <c:v>0</c:v>
                </c:pt>
                <c:pt idx="84437">
                  <c:v>0</c:v>
                </c:pt>
                <c:pt idx="84438">
                  <c:v>0</c:v>
                </c:pt>
                <c:pt idx="84439">
                  <c:v>0</c:v>
                </c:pt>
                <c:pt idx="84440">
                  <c:v>0</c:v>
                </c:pt>
                <c:pt idx="84441">
                  <c:v>0</c:v>
                </c:pt>
                <c:pt idx="84442">
                  <c:v>0</c:v>
                </c:pt>
                <c:pt idx="84443">
                  <c:v>0</c:v>
                </c:pt>
                <c:pt idx="84444">
                  <c:v>0</c:v>
                </c:pt>
                <c:pt idx="84445">
                  <c:v>0</c:v>
                </c:pt>
                <c:pt idx="84446">
                  <c:v>0</c:v>
                </c:pt>
                <c:pt idx="84447">
                  <c:v>0</c:v>
                </c:pt>
                <c:pt idx="84448">
                  <c:v>0</c:v>
                </c:pt>
                <c:pt idx="84449">
                  <c:v>0</c:v>
                </c:pt>
                <c:pt idx="84450">
                  <c:v>0</c:v>
                </c:pt>
                <c:pt idx="84451">
                  <c:v>0</c:v>
                </c:pt>
                <c:pt idx="84452">
                  <c:v>0</c:v>
                </c:pt>
                <c:pt idx="84453">
                  <c:v>0</c:v>
                </c:pt>
                <c:pt idx="84454">
                  <c:v>0</c:v>
                </c:pt>
                <c:pt idx="84455">
                  <c:v>0</c:v>
                </c:pt>
                <c:pt idx="84456">
                  <c:v>0</c:v>
                </c:pt>
                <c:pt idx="84457">
                  <c:v>0</c:v>
                </c:pt>
                <c:pt idx="84458">
                  <c:v>0</c:v>
                </c:pt>
                <c:pt idx="84459">
                  <c:v>0</c:v>
                </c:pt>
                <c:pt idx="84460">
                  <c:v>0</c:v>
                </c:pt>
                <c:pt idx="84461">
                  <c:v>0</c:v>
                </c:pt>
                <c:pt idx="84462">
                  <c:v>0</c:v>
                </c:pt>
                <c:pt idx="84463">
                  <c:v>0</c:v>
                </c:pt>
                <c:pt idx="84464">
                  <c:v>0</c:v>
                </c:pt>
                <c:pt idx="84465">
                  <c:v>0</c:v>
                </c:pt>
                <c:pt idx="84466">
                  <c:v>0</c:v>
                </c:pt>
                <c:pt idx="84467">
                  <c:v>0</c:v>
                </c:pt>
                <c:pt idx="84468">
                  <c:v>0</c:v>
                </c:pt>
                <c:pt idx="84469">
                  <c:v>0</c:v>
                </c:pt>
                <c:pt idx="84470">
                  <c:v>0</c:v>
                </c:pt>
                <c:pt idx="84471">
                  <c:v>0</c:v>
                </c:pt>
                <c:pt idx="84472">
                  <c:v>0</c:v>
                </c:pt>
                <c:pt idx="84473">
                  <c:v>0</c:v>
                </c:pt>
                <c:pt idx="84474">
                  <c:v>0</c:v>
                </c:pt>
                <c:pt idx="84475">
                  <c:v>0</c:v>
                </c:pt>
                <c:pt idx="84476">
                  <c:v>0</c:v>
                </c:pt>
                <c:pt idx="84477">
                  <c:v>0</c:v>
                </c:pt>
                <c:pt idx="84478">
                  <c:v>0</c:v>
                </c:pt>
                <c:pt idx="84479">
                  <c:v>0</c:v>
                </c:pt>
                <c:pt idx="84480">
                  <c:v>0</c:v>
                </c:pt>
                <c:pt idx="84481">
                  <c:v>0</c:v>
                </c:pt>
                <c:pt idx="84482">
                  <c:v>0</c:v>
                </c:pt>
                <c:pt idx="84483">
                  <c:v>0</c:v>
                </c:pt>
                <c:pt idx="84484">
                  <c:v>0</c:v>
                </c:pt>
                <c:pt idx="84485">
                  <c:v>0</c:v>
                </c:pt>
                <c:pt idx="84486">
                  <c:v>0</c:v>
                </c:pt>
                <c:pt idx="84487">
                  <c:v>0</c:v>
                </c:pt>
                <c:pt idx="84488">
                  <c:v>0</c:v>
                </c:pt>
                <c:pt idx="84489">
                  <c:v>0</c:v>
                </c:pt>
                <c:pt idx="84490">
                  <c:v>0</c:v>
                </c:pt>
                <c:pt idx="84491">
                  <c:v>0</c:v>
                </c:pt>
                <c:pt idx="84492">
                  <c:v>0</c:v>
                </c:pt>
                <c:pt idx="84493">
                  <c:v>0</c:v>
                </c:pt>
                <c:pt idx="84494">
                  <c:v>0</c:v>
                </c:pt>
                <c:pt idx="84495">
                  <c:v>0</c:v>
                </c:pt>
                <c:pt idx="84496">
                  <c:v>0</c:v>
                </c:pt>
                <c:pt idx="84497">
                  <c:v>0</c:v>
                </c:pt>
                <c:pt idx="84498">
                  <c:v>0</c:v>
                </c:pt>
                <c:pt idx="84499">
                  <c:v>0</c:v>
                </c:pt>
                <c:pt idx="84500">
                  <c:v>0</c:v>
                </c:pt>
                <c:pt idx="84501">
                  <c:v>0</c:v>
                </c:pt>
                <c:pt idx="84502">
                  <c:v>0</c:v>
                </c:pt>
                <c:pt idx="84503">
                  <c:v>0</c:v>
                </c:pt>
                <c:pt idx="84504">
                  <c:v>0</c:v>
                </c:pt>
                <c:pt idx="84505">
                  <c:v>0</c:v>
                </c:pt>
                <c:pt idx="84506">
                  <c:v>0</c:v>
                </c:pt>
                <c:pt idx="84507">
                  <c:v>0</c:v>
                </c:pt>
                <c:pt idx="84508">
                  <c:v>0</c:v>
                </c:pt>
                <c:pt idx="84509">
                  <c:v>0</c:v>
                </c:pt>
                <c:pt idx="84510">
                  <c:v>0</c:v>
                </c:pt>
                <c:pt idx="84511">
                  <c:v>0</c:v>
                </c:pt>
                <c:pt idx="84512">
                  <c:v>0</c:v>
                </c:pt>
                <c:pt idx="84513">
                  <c:v>0</c:v>
                </c:pt>
                <c:pt idx="84514">
                  <c:v>0</c:v>
                </c:pt>
                <c:pt idx="84515">
                  <c:v>0</c:v>
                </c:pt>
                <c:pt idx="84516">
                  <c:v>0</c:v>
                </c:pt>
                <c:pt idx="84517">
                  <c:v>0</c:v>
                </c:pt>
                <c:pt idx="84518">
                  <c:v>0</c:v>
                </c:pt>
                <c:pt idx="84519">
                  <c:v>0</c:v>
                </c:pt>
                <c:pt idx="84520">
                  <c:v>0</c:v>
                </c:pt>
                <c:pt idx="84521">
                  <c:v>0</c:v>
                </c:pt>
                <c:pt idx="84522">
                  <c:v>0</c:v>
                </c:pt>
                <c:pt idx="84523">
                  <c:v>0</c:v>
                </c:pt>
                <c:pt idx="84524">
                  <c:v>0</c:v>
                </c:pt>
                <c:pt idx="84525">
                  <c:v>0</c:v>
                </c:pt>
                <c:pt idx="84526">
                  <c:v>0</c:v>
                </c:pt>
                <c:pt idx="84527">
                  <c:v>0</c:v>
                </c:pt>
                <c:pt idx="84528">
                  <c:v>0</c:v>
                </c:pt>
                <c:pt idx="84529">
                  <c:v>0</c:v>
                </c:pt>
                <c:pt idx="84530">
                  <c:v>0</c:v>
                </c:pt>
                <c:pt idx="84531">
                  <c:v>0</c:v>
                </c:pt>
                <c:pt idx="84532">
                  <c:v>0</c:v>
                </c:pt>
                <c:pt idx="84533">
                  <c:v>0</c:v>
                </c:pt>
                <c:pt idx="84534">
                  <c:v>0</c:v>
                </c:pt>
                <c:pt idx="84535">
                  <c:v>0</c:v>
                </c:pt>
                <c:pt idx="84536">
                  <c:v>0</c:v>
                </c:pt>
                <c:pt idx="84537">
                  <c:v>0</c:v>
                </c:pt>
                <c:pt idx="84538">
                  <c:v>0</c:v>
                </c:pt>
                <c:pt idx="84539">
                  <c:v>0</c:v>
                </c:pt>
                <c:pt idx="84540">
                  <c:v>0</c:v>
                </c:pt>
                <c:pt idx="84541">
                  <c:v>0</c:v>
                </c:pt>
                <c:pt idx="84542">
                  <c:v>0</c:v>
                </c:pt>
                <c:pt idx="84543">
                  <c:v>0</c:v>
                </c:pt>
                <c:pt idx="84544">
                  <c:v>0</c:v>
                </c:pt>
                <c:pt idx="84545">
                  <c:v>0</c:v>
                </c:pt>
                <c:pt idx="84546">
                  <c:v>0</c:v>
                </c:pt>
                <c:pt idx="84547">
                  <c:v>0</c:v>
                </c:pt>
                <c:pt idx="84548">
                  <c:v>0</c:v>
                </c:pt>
                <c:pt idx="84549">
                  <c:v>0</c:v>
                </c:pt>
                <c:pt idx="84550">
                  <c:v>0</c:v>
                </c:pt>
                <c:pt idx="84551">
                  <c:v>0</c:v>
                </c:pt>
                <c:pt idx="84552">
                  <c:v>0</c:v>
                </c:pt>
                <c:pt idx="84553">
                  <c:v>0</c:v>
                </c:pt>
                <c:pt idx="84554">
                  <c:v>0</c:v>
                </c:pt>
                <c:pt idx="84555">
                  <c:v>0</c:v>
                </c:pt>
                <c:pt idx="84556">
                  <c:v>0</c:v>
                </c:pt>
                <c:pt idx="84557">
                  <c:v>0</c:v>
                </c:pt>
                <c:pt idx="84558">
                  <c:v>0</c:v>
                </c:pt>
                <c:pt idx="84559">
                  <c:v>0</c:v>
                </c:pt>
                <c:pt idx="84560">
                  <c:v>0</c:v>
                </c:pt>
                <c:pt idx="84561">
                  <c:v>0</c:v>
                </c:pt>
                <c:pt idx="84562">
                  <c:v>0</c:v>
                </c:pt>
                <c:pt idx="84563">
                  <c:v>0</c:v>
                </c:pt>
                <c:pt idx="84564">
                  <c:v>0</c:v>
                </c:pt>
                <c:pt idx="84565">
                  <c:v>0</c:v>
                </c:pt>
                <c:pt idx="84566">
                  <c:v>0</c:v>
                </c:pt>
                <c:pt idx="84567">
                  <c:v>0</c:v>
                </c:pt>
                <c:pt idx="84568">
                  <c:v>0</c:v>
                </c:pt>
                <c:pt idx="84569">
                  <c:v>0</c:v>
                </c:pt>
                <c:pt idx="84570">
                  <c:v>0</c:v>
                </c:pt>
                <c:pt idx="84571">
                  <c:v>0</c:v>
                </c:pt>
                <c:pt idx="84572">
                  <c:v>0</c:v>
                </c:pt>
                <c:pt idx="84573">
                  <c:v>0</c:v>
                </c:pt>
                <c:pt idx="84574">
                  <c:v>0</c:v>
                </c:pt>
                <c:pt idx="84575">
                  <c:v>0</c:v>
                </c:pt>
                <c:pt idx="84576">
                  <c:v>0</c:v>
                </c:pt>
                <c:pt idx="84577">
                  <c:v>0</c:v>
                </c:pt>
                <c:pt idx="84578">
                  <c:v>0</c:v>
                </c:pt>
                <c:pt idx="84579">
                  <c:v>0</c:v>
                </c:pt>
                <c:pt idx="84580">
                  <c:v>0</c:v>
                </c:pt>
                <c:pt idx="84581">
                  <c:v>0</c:v>
                </c:pt>
                <c:pt idx="84582">
                  <c:v>0</c:v>
                </c:pt>
                <c:pt idx="84583">
                  <c:v>0</c:v>
                </c:pt>
                <c:pt idx="84584">
                  <c:v>0</c:v>
                </c:pt>
                <c:pt idx="84585">
                  <c:v>0</c:v>
                </c:pt>
                <c:pt idx="84586">
                  <c:v>0</c:v>
                </c:pt>
                <c:pt idx="84587">
                  <c:v>0</c:v>
                </c:pt>
                <c:pt idx="84588">
                  <c:v>0</c:v>
                </c:pt>
                <c:pt idx="84589">
                  <c:v>0</c:v>
                </c:pt>
                <c:pt idx="84590">
                  <c:v>0</c:v>
                </c:pt>
                <c:pt idx="84591">
                  <c:v>0</c:v>
                </c:pt>
                <c:pt idx="84592">
                  <c:v>0</c:v>
                </c:pt>
                <c:pt idx="84593">
                  <c:v>0</c:v>
                </c:pt>
                <c:pt idx="84594">
                  <c:v>0</c:v>
                </c:pt>
                <c:pt idx="84595">
                  <c:v>0</c:v>
                </c:pt>
                <c:pt idx="84596">
                  <c:v>0</c:v>
                </c:pt>
                <c:pt idx="84597">
                  <c:v>0</c:v>
                </c:pt>
                <c:pt idx="84598">
                  <c:v>0</c:v>
                </c:pt>
                <c:pt idx="84599">
                  <c:v>0</c:v>
                </c:pt>
                <c:pt idx="84600">
                  <c:v>0</c:v>
                </c:pt>
                <c:pt idx="84601">
                  <c:v>0</c:v>
                </c:pt>
                <c:pt idx="84602">
                  <c:v>0</c:v>
                </c:pt>
                <c:pt idx="84603">
                  <c:v>0</c:v>
                </c:pt>
                <c:pt idx="84604">
                  <c:v>0</c:v>
                </c:pt>
                <c:pt idx="84605">
                  <c:v>0</c:v>
                </c:pt>
                <c:pt idx="84606">
                  <c:v>0</c:v>
                </c:pt>
                <c:pt idx="84607">
                  <c:v>0</c:v>
                </c:pt>
                <c:pt idx="84608">
                  <c:v>0</c:v>
                </c:pt>
                <c:pt idx="84609">
                  <c:v>0</c:v>
                </c:pt>
                <c:pt idx="84610">
                  <c:v>0</c:v>
                </c:pt>
                <c:pt idx="84611">
                  <c:v>0</c:v>
                </c:pt>
                <c:pt idx="84612">
                  <c:v>0</c:v>
                </c:pt>
                <c:pt idx="84613">
                  <c:v>0</c:v>
                </c:pt>
                <c:pt idx="84614">
                  <c:v>0</c:v>
                </c:pt>
                <c:pt idx="84615">
                  <c:v>0</c:v>
                </c:pt>
                <c:pt idx="84616">
                  <c:v>0</c:v>
                </c:pt>
                <c:pt idx="84617">
                  <c:v>0</c:v>
                </c:pt>
                <c:pt idx="84618">
                  <c:v>0</c:v>
                </c:pt>
                <c:pt idx="84619">
                  <c:v>0</c:v>
                </c:pt>
                <c:pt idx="84620">
                  <c:v>0</c:v>
                </c:pt>
                <c:pt idx="84621">
                  <c:v>0</c:v>
                </c:pt>
                <c:pt idx="84622">
                  <c:v>0</c:v>
                </c:pt>
                <c:pt idx="84623">
                  <c:v>0</c:v>
                </c:pt>
                <c:pt idx="84624">
                  <c:v>0</c:v>
                </c:pt>
                <c:pt idx="84625">
                  <c:v>0</c:v>
                </c:pt>
                <c:pt idx="84626">
                  <c:v>0</c:v>
                </c:pt>
                <c:pt idx="84627">
                  <c:v>0</c:v>
                </c:pt>
                <c:pt idx="84628">
                  <c:v>0</c:v>
                </c:pt>
                <c:pt idx="84629">
                  <c:v>0</c:v>
                </c:pt>
                <c:pt idx="84630">
                  <c:v>0</c:v>
                </c:pt>
                <c:pt idx="84631">
                  <c:v>0</c:v>
                </c:pt>
                <c:pt idx="84632">
                  <c:v>0</c:v>
                </c:pt>
                <c:pt idx="84633">
                  <c:v>0</c:v>
                </c:pt>
                <c:pt idx="84634">
                  <c:v>0</c:v>
                </c:pt>
                <c:pt idx="84635">
                  <c:v>0</c:v>
                </c:pt>
                <c:pt idx="84636">
                  <c:v>0</c:v>
                </c:pt>
                <c:pt idx="84637">
                  <c:v>0</c:v>
                </c:pt>
                <c:pt idx="84638">
                  <c:v>0</c:v>
                </c:pt>
                <c:pt idx="84639">
                  <c:v>0</c:v>
                </c:pt>
                <c:pt idx="84640">
                  <c:v>0</c:v>
                </c:pt>
                <c:pt idx="84641">
                  <c:v>0</c:v>
                </c:pt>
                <c:pt idx="84642">
                  <c:v>0</c:v>
                </c:pt>
                <c:pt idx="84643">
                  <c:v>0</c:v>
                </c:pt>
                <c:pt idx="84644">
                  <c:v>0</c:v>
                </c:pt>
                <c:pt idx="84645">
                  <c:v>0</c:v>
                </c:pt>
                <c:pt idx="84646">
                  <c:v>0</c:v>
                </c:pt>
                <c:pt idx="84647">
                  <c:v>0</c:v>
                </c:pt>
                <c:pt idx="84648">
                  <c:v>0</c:v>
                </c:pt>
                <c:pt idx="84649">
                  <c:v>0</c:v>
                </c:pt>
                <c:pt idx="84650">
                  <c:v>0</c:v>
                </c:pt>
                <c:pt idx="84651">
                  <c:v>0</c:v>
                </c:pt>
                <c:pt idx="84652">
                  <c:v>0</c:v>
                </c:pt>
                <c:pt idx="84653">
                  <c:v>0</c:v>
                </c:pt>
                <c:pt idx="84654">
                  <c:v>0</c:v>
                </c:pt>
                <c:pt idx="84655">
                  <c:v>0</c:v>
                </c:pt>
                <c:pt idx="84656">
                  <c:v>0</c:v>
                </c:pt>
                <c:pt idx="84657">
                  <c:v>0</c:v>
                </c:pt>
                <c:pt idx="84658">
                  <c:v>0</c:v>
                </c:pt>
                <c:pt idx="84659">
                  <c:v>0</c:v>
                </c:pt>
                <c:pt idx="84660">
                  <c:v>0</c:v>
                </c:pt>
                <c:pt idx="84661">
                  <c:v>0</c:v>
                </c:pt>
                <c:pt idx="84662">
                  <c:v>0</c:v>
                </c:pt>
                <c:pt idx="84663">
                  <c:v>0</c:v>
                </c:pt>
                <c:pt idx="84664">
                  <c:v>0</c:v>
                </c:pt>
                <c:pt idx="84665">
                  <c:v>0</c:v>
                </c:pt>
                <c:pt idx="84666">
                  <c:v>0</c:v>
                </c:pt>
                <c:pt idx="84667">
                  <c:v>0</c:v>
                </c:pt>
                <c:pt idx="84668">
                  <c:v>0</c:v>
                </c:pt>
                <c:pt idx="84669">
                  <c:v>0</c:v>
                </c:pt>
                <c:pt idx="84670">
                  <c:v>0</c:v>
                </c:pt>
                <c:pt idx="84671">
                  <c:v>0</c:v>
                </c:pt>
                <c:pt idx="84672">
                  <c:v>0</c:v>
                </c:pt>
                <c:pt idx="84673">
                  <c:v>0</c:v>
                </c:pt>
                <c:pt idx="84674">
                  <c:v>0</c:v>
                </c:pt>
                <c:pt idx="84675">
                  <c:v>0</c:v>
                </c:pt>
                <c:pt idx="84676">
                  <c:v>0</c:v>
                </c:pt>
                <c:pt idx="84677">
                  <c:v>0</c:v>
                </c:pt>
                <c:pt idx="84678">
                  <c:v>0</c:v>
                </c:pt>
                <c:pt idx="84679">
                  <c:v>0</c:v>
                </c:pt>
                <c:pt idx="84680">
                  <c:v>0</c:v>
                </c:pt>
                <c:pt idx="84681">
                  <c:v>0</c:v>
                </c:pt>
                <c:pt idx="84682">
                  <c:v>0</c:v>
                </c:pt>
                <c:pt idx="84683">
                  <c:v>0</c:v>
                </c:pt>
                <c:pt idx="84684">
                  <c:v>0</c:v>
                </c:pt>
                <c:pt idx="84685">
                  <c:v>0</c:v>
                </c:pt>
                <c:pt idx="84686">
                  <c:v>0</c:v>
                </c:pt>
                <c:pt idx="84687">
                  <c:v>0</c:v>
                </c:pt>
                <c:pt idx="84688">
                  <c:v>0</c:v>
                </c:pt>
                <c:pt idx="84689">
                  <c:v>0</c:v>
                </c:pt>
                <c:pt idx="84690">
                  <c:v>0</c:v>
                </c:pt>
                <c:pt idx="84691">
                  <c:v>0</c:v>
                </c:pt>
                <c:pt idx="84692">
                  <c:v>0</c:v>
                </c:pt>
                <c:pt idx="84693">
                  <c:v>0</c:v>
                </c:pt>
                <c:pt idx="84694">
                  <c:v>0</c:v>
                </c:pt>
                <c:pt idx="84695">
                  <c:v>0</c:v>
                </c:pt>
                <c:pt idx="84696">
                  <c:v>0</c:v>
                </c:pt>
                <c:pt idx="84697">
                  <c:v>0</c:v>
                </c:pt>
                <c:pt idx="84698">
                  <c:v>0</c:v>
                </c:pt>
                <c:pt idx="84699">
                  <c:v>0</c:v>
                </c:pt>
                <c:pt idx="84700">
                  <c:v>0</c:v>
                </c:pt>
                <c:pt idx="84701">
                  <c:v>0</c:v>
                </c:pt>
                <c:pt idx="84702">
                  <c:v>0</c:v>
                </c:pt>
                <c:pt idx="84703">
                  <c:v>0</c:v>
                </c:pt>
                <c:pt idx="84704">
                  <c:v>0</c:v>
                </c:pt>
                <c:pt idx="84705">
                  <c:v>0</c:v>
                </c:pt>
                <c:pt idx="84706">
                  <c:v>0</c:v>
                </c:pt>
                <c:pt idx="84707">
                  <c:v>0</c:v>
                </c:pt>
                <c:pt idx="84708">
                  <c:v>0</c:v>
                </c:pt>
                <c:pt idx="84709">
                  <c:v>0</c:v>
                </c:pt>
                <c:pt idx="84710">
                  <c:v>0</c:v>
                </c:pt>
                <c:pt idx="84711">
                  <c:v>0</c:v>
                </c:pt>
                <c:pt idx="84712">
                  <c:v>0</c:v>
                </c:pt>
                <c:pt idx="84713">
                  <c:v>0</c:v>
                </c:pt>
                <c:pt idx="84714">
                  <c:v>0</c:v>
                </c:pt>
                <c:pt idx="84715">
                  <c:v>0</c:v>
                </c:pt>
                <c:pt idx="84716">
                  <c:v>0</c:v>
                </c:pt>
                <c:pt idx="84717">
                  <c:v>0</c:v>
                </c:pt>
                <c:pt idx="84718">
                  <c:v>0</c:v>
                </c:pt>
                <c:pt idx="84719">
                  <c:v>0</c:v>
                </c:pt>
                <c:pt idx="84720">
                  <c:v>0</c:v>
                </c:pt>
                <c:pt idx="84721">
                  <c:v>0</c:v>
                </c:pt>
                <c:pt idx="84722">
                  <c:v>0</c:v>
                </c:pt>
                <c:pt idx="84723">
                  <c:v>0</c:v>
                </c:pt>
                <c:pt idx="84724">
                  <c:v>0</c:v>
                </c:pt>
                <c:pt idx="84725">
                  <c:v>0</c:v>
                </c:pt>
                <c:pt idx="84726">
                  <c:v>0</c:v>
                </c:pt>
                <c:pt idx="84727">
                  <c:v>0</c:v>
                </c:pt>
                <c:pt idx="84728">
                  <c:v>0</c:v>
                </c:pt>
                <c:pt idx="84729">
                  <c:v>0</c:v>
                </c:pt>
                <c:pt idx="84730">
                  <c:v>0</c:v>
                </c:pt>
                <c:pt idx="84731">
                  <c:v>0</c:v>
                </c:pt>
                <c:pt idx="84732">
                  <c:v>0</c:v>
                </c:pt>
                <c:pt idx="84733">
                  <c:v>0</c:v>
                </c:pt>
                <c:pt idx="84734">
                  <c:v>0</c:v>
                </c:pt>
                <c:pt idx="84735">
                  <c:v>0</c:v>
                </c:pt>
                <c:pt idx="84736">
                  <c:v>0</c:v>
                </c:pt>
                <c:pt idx="84737">
                  <c:v>0</c:v>
                </c:pt>
                <c:pt idx="84738">
                  <c:v>0</c:v>
                </c:pt>
                <c:pt idx="84739">
                  <c:v>0</c:v>
                </c:pt>
                <c:pt idx="84740">
                  <c:v>0</c:v>
                </c:pt>
                <c:pt idx="84741">
                  <c:v>0</c:v>
                </c:pt>
                <c:pt idx="84742">
                  <c:v>0</c:v>
                </c:pt>
                <c:pt idx="84743">
                  <c:v>0</c:v>
                </c:pt>
                <c:pt idx="84744">
                  <c:v>0</c:v>
                </c:pt>
                <c:pt idx="84745">
                  <c:v>0</c:v>
                </c:pt>
                <c:pt idx="84746">
                  <c:v>0</c:v>
                </c:pt>
                <c:pt idx="84747">
                  <c:v>0</c:v>
                </c:pt>
                <c:pt idx="84748">
                  <c:v>0</c:v>
                </c:pt>
                <c:pt idx="84749">
                  <c:v>0</c:v>
                </c:pt>
                <c:pt idx="84750">
                  <c:v>0</c:v>
                </c:pt>
                <c:pt idx="84751">
                  <c:v>0</c:v>
                </c:pt>
                <c:pt idx="84752">
                  <c:v>0</c:v>
                </c:pt>
                <c:pt idx="84753">
                  <c:v>0</c:v>
                </c:pt>
                <c:pt idx="84754">
                  <c:v>0</c:v>
                </c:pt>
                <c:pt idx="84755">
                  <c:v>0</c:v>
                </c:pt>
                <c:pt idx="84756">
                  <c:v>0</c:v>
                </c:pt>
                <c:pt idx="84757">
                  <c:v>0</c:v>
                </c:pt>
                <c:pt idx="84758">
                  <c:v>0</c:v>
                </c:pt>
                <c:pt idx="84759">
                  <c:v>0</c:v>
                </c:pt>
                <c:pt idx="84760">
                  <c:v>0</c:v>
                </c:pt>
                <c:pt idx="84761">
                  <c:v>0</c:v>
                </c:pt>
                <c:pt idx="84762">
                  <c:v>0</c:v>
                </c:pt>
                <c:pt idx="84763">
                  <c:v>0</c:v>
                </c:pt>
                <c:pt idx="84764">
                  <c:v>0</c:v>
                </c:pt>
                <c:pt idx="84765">
                  <c:v>0</c:v>
                </c:pt>
                <c:pt idx="84766">
                  <c:v>0</c:v>
                </c:pt>
                <c:pt idx="84767">
                  <c:v>0</c:v>
                </c:pt>
                <c:pt idx="84768">
                  <c:v>0</c:v>
                </c:pt>
                <c:pt idx="84769">
                  <c:v>0</c:v>
                </c:pt>
                <c:pt idx="84770">
                  <c:v>0</c:v>
                </c:pt>
                <c:pt idx="84771">
                  <c:v>0</c:v>
                </c:pt>
                <c:pt idx="84772">
                  <c:v>0</c:v>
                </c:pt>
                <c:pt idx="84773">
                  <c:v>0</c:v>
                </c:pt>
                <c:pt idx="84774">
                  <c:v>0</c:v>
                </c:pt>
                <c:pt idx="84775">
                  <c:v>0</c:v>
                </c:pt>
                <c:pt idx="84776">
                  <c:v>0</c:v>
                </c:pt>
                <c:pt idx="84777">
                  <c:v>0</c:v>
                </c:pt>
                <c:pt idx="84778">
                  <c:v>0</c:v>
                </c:pt>
                <c:pt idx="84779">
                  <c:v>0</c:v>
                </c:pt>
                <c:pt idx="84780">
                  <c:v>0</c:v>
                </c:pt>
                <c:pt idx="84781">
                  <c:v>0</c:v>
                </c:pt>
                <c:pt idx="84782">
                  <c:v>0</c:v>
                </c:pt>
                <c:pt idx="84783">
                  <c:v>0</c:v>
                </c:pt>
                <c:pt idx="84784">
                  <c:v>0</c:v>
                </c:pt>
                <c:pt idx="84785">
                  <c:v>0</c:v>
                </c:pt>
                <c:pt idx="84786">
                  <c:v>0</c:v>
                </c:pt>
                <c:pt idx="84787">
                  <c:v>0</c:v>
                </c:pt>
                <c:pt idx="84788">
                  <c:v>0</c:v>
                </c:pt>
                <c:pt idx="84789">
                  <c:v>0</c:v>
                </c:pt>
                <c:pt idx="84790">
                  <c:v>0</c:v>
                </c:pt>
                <c:pt idx="84791">
                  <c:v>0</c:v>
                </c:pt>
                <c:pt idx="84792">
                  <c:v>0</c:v>
                </c:pt>
                <c:pt idx="84793">
                  <c:v>0</c:v>
                </c:pt>
                <c:pt idx="84794">
                  <c:v>0</c:v>
                </c:pt>
                <c:pt idx="84795">
                  <c:v>0</c:v>
                </c:pt>
                <c:pt idx="84796">
                  <c:v>0</c:v>
                </c:pt>
                <c:pt idx="84797">
                  <c:v>0</c:v>
                </c:pt>
                <c:pt idx="84798">
                  <c:v>0</c:v>
                </c:pt>
                <c:pt idx="84799">
                  <c:v>0</c:v>
                </c:pt>
                <c:pt idx="84800">
                  <c:v>0</c:v>
                </c:pt>
                <c:pt idx="84801">
                  <c:v>0</c:v>
                </c:pt>
                <c:pt idx="84802">
                  <c:v>0</c:v>
                </c:pt>
                <c:pt idx="84803">
                  <c:v>0</c:v>
                </c:pt>
                <c:pt idx="84804">
                  <c:v>0</c:v>
                </c:pt>
                <c:pt idx="84805">
                  <c:v>0</c:v>
                </c:pt>
                <c:pt idx="84806">
                  <c:v>0</c:v>
                </c:pt>
                <c:pt idx="84807">
                  <c:v>0</c:v>
                </c:pt>
                <c:pt idx="84808">
                  <c:v>0</c:v>
                </c:pt>
                <c:pt idx="84809">
                  <c:v>0</c:v>
                </c:pt>
                <c:pt idx="84810">
                  <c:v>0</c:v>
                </c:pt>
                <c:pt idx="84811">
                  <c:v>0</c:v>
                </c:pt>
                <c:pt idx="84812">
                  <c:v>0</c:v>
                </c:pt>
                <c:pt idx="84813">
                  <c:v>0</c:v>
                </c:pt>
                <c:pt idx="84814">
                  <c:v>0</c:v>
                </c:pt>
                <c:pt idx="84815">
                  <c:v>0</c:v>
                </c:pt>
                <c:pt idx="84816">
                  <c:v>0</c:v>
                </c:pt>
                <c:pt idx="84817">
                  <c:v>0</c:v>
                </c:pt>
                <c:pt idx="84818">
                  <c:v>0</c:v>
                </c:pt>
                <c:pt idx="84819">
                  <c:v>0</c:v>
                </c:pt>
                <c:pt idx="84820">
                  <c:v>0</c:v>
                </c:pt>
                <c:pt idx="84821">
                  <c:v>0</c:v>
                </c:pt>
                <c:pt idx="84822">
                  <c:v>0</c:v>
                </c:pt>
                <c:pt idx="84823">
                  <c:v>0</c:v>
                </c:pt>
                <c:pt idx="84824">
                  <c:v>0</c:v>
                </c:pt>
                <c:pt idx="84825">
                  <c:v>0</c:v>
                </c:pt>
                <c:pt idx="84826">
                  <c:v>0</c:v>
                </c:pt>
                <c:pt idx="84827">
                  <c:v>0</c:v>
                </c:pt>
                <c:pt idx="84828">
                  <c:v>0</c:v>
                </c:pt>
                <c:pt idx="84829">
                  <c:v>0</c:v>
                </c:pt>
                <c:pt idx="84830">
                  <c:v>0</c:v>
                </c:pt>
                <c:pt idx="84831">
                  <c:v>0</c:v>
                </c:pt>
                <c:pt idx="84832">
                  <c:v>0</c:v>
                </c:pt>
                <c:pt idx="84833">
                  <c:v>0</c:v>
                </c:pt>
                <c:pt idx="84834">
                  <c:v>0</c:v>
                </c:pt>
                <c:pt idx="84835">
                  <c:v>0</c:v>
                </c:pt>
                <c:pt idx="84836">
                  <c:v>0</c:v>
                </c:pt>
                <c:pt idx="84837">
                  <c:v>0</c:v>
                </c:pt>
                <c:pt idx="84838">
                  <c:v>0</c:v>
                </c:pt>
                <c:pt idx="84839">
                  <c:v>0</c:v>
                </c:pt>
                <c:pt idx="84840">
                  <c:v>0</c:v>
                </c:pt>
                <c:pt idx="84841">
                  <c:v>0</c:v>
                </c:pt>
                <c:pt idx="84842">
                  <c:v>0</c:v>
                </c:pt>
                <c:pt idx="84843">
                  <c:v>0</c:v>
                </c:pt>
                <c:pt idx="84844">
                  <c:v>0</c:v>
                </c:pt>
                <c:pt idx="84845">
                  <c:v>0</c:v>
                </c:pt>
                <c:pt idx="84846">
                  <c:v>0</c:v>
                </c:pt>
                <c:pt idx="84847">
                  <c:v>0</c:v>
                </c:pt>
                <c:pt idx="84848">
                  <c:v>0</c:v>
                </c:pt>
                <c:pt idx="84849">
                  <c:v>0</c:v>
                </c:pt>
                <c:pt idx="84850">
                  <c:v>0</c:v>
                </c:pt>
                <c:pt idx="84851">
                  <c:v>0</c:v>
                </c:pt>
                <c:pt idx="84852">
                  <c:v>0</c:v>
                </c:pt>
                <c:pt idx="84853">
                  <c:v>0</c:v>
                </c:pt>
                <c:pt idx="84854">
                  <c:v>0</c:v>
                </c:pt>
                <c:pt idx="84855">
                  <c:v>0</c:v>
                </c:pt>
                <c:pt idx="84856">
                  <c:v>0</c:v>
                </c:pt>
                <c:pt idx="84857">
                  <c:v>0</c:v>
                </c:pt>
                <c:pt idx="84858">
                  <c:v>0</c:v>
                </c:pt>
                <c:pt idx="84859">
                  <c:v>0</c:v>
                </c:pt>
                <c:pt idx="84860">
                  <c:v>0</c:v>
                </c:pt>
                <c:pt idx="84861">
                  <c:v>0</c:v>
                </c:pt>
                <c:pt idx="84862">
                  <c:v>0</c:v>
                </c:pt>
                <c:pt idx="84863">
                  <c:v>0</c:v>
                </c:pt>
                <c:pt idx="84864">
                  <c:v>0</c:v>
                </c:pt>
                <c:pt idx="84865">
                  <c:v>0</c:v>
                </c:pt>
                <c:pt idx="84866">
                  <c:v>0</c:v>
                </c:pt>
                <c:pt idx="84867">
                  <c:v>0</c:v>
                </c:pt>
                <c:pt idx="84868">
                  <c:v>0</c:v>
                </c:pt>
                <c:pt idx="84869">
                  <c:v>0</c:v>
                </c:pt>
                <c:pt idx="84870">
                  <c:v>0</c:v>
                </c:pt>
                <c:pt idx="84871">
                  <c:v>0</c:v>
                </c:pt>
                <c:pt idx="84872">
                  <c:v>0</c:v>
                </c:pt>
                <c:pt idx="84873">
                  <c:v>0</c:v>
                </c:pt>
                <c:pt idx="84874">
                  <c:v>0</c:v>
                </c:pt>
                <c:pt idx="84875">
                  <c:v>0</c:v>
                </c:pt>
                <c:pt idx="84876">
                  <c:v>0</c:v>
                </c:pt>
                <c:pt idx="84877">
                  <c:v>0</c:v>
                </c:pt>
                <c:pt idx="84878">
                  <c:v>0</c:v>
                </c:pt>
                <c:pt idx="84879">
                  <c:v>0</c:v>
                </c:pt>
                <c:pt idx="84880">
                  <c:v>0</c:v>
                </c:pt>
                <c:pt idx="84881">
                  <c:v>0</c:v>
                </c:pt>
                <c:pt idx="84882">
                  <c:v>0</c:v>
                </c:pt>
                <c:pt idx="84883">
                  <c:v>0</c:v>
                </c:pt>
                <c:pt idx="84884">
                  <c:v>0</c:v>
                </c:pt>
                <c:pt idx="84885">
                  <c:v>0</c:v>
                </c:pt>
                <c:pt idx="84886">
                  <c:v>0</c:v>
                </c:pt>
                <c:pt idx="84887">
                  <c:v>0</c:v>
                </c:pt>
                <c:pt idx="84888">
                  <c:v>0</c:v>
                </c:pt>
                <c:pt idx="84889">
                  <c:v>0</c:v>
                </c:pt>
                <c:pt idx="84890">
                  <c:v>0</c:v>
                </c:pt>
                <c:pt idx="84891">
                  <c:v>0</c:v>
                </c:pt>
                <c:pt idx="84892">
                  <c:v>0</c:v>
                </c:pt>
                <c:pt idx="84893">
                  <c:v>0</c:v>
                </c:pt>
                <c:pt idx="84894">
                  <c:v>0</c:v>
                </c:pt>
                <c:pt idx="84895">
                  <c:v>0</c:v>
                </c:pt>
                <c:pt idx="84896">
                  <c:v>0</c:v>
                </c:pt>
                <c:pt idx="84897">
                  <c:v>0</c:v>
                </c:pt>
                <c:pt idx="84898">
                  <c:v>0</c:v>
                </c:pt>
                <c:pt idx="84899">
                  <c:v>0</c:v>
                </c:pt>
                <c:pt idx="84900">
                  <c:v>0</c:v>
                </c:pt>
                <c:pt idx="84901">
                  <c:v>0</c:v>
                </c:pt>
                <c:pt idx="84902">
                  <c:v>0</c:v>
                </c:pt>
                <c:pt idx="84903">
                  <c:v>0</c:v>
                </c:pt>
                <c:pt idx="84904">
                  <c:v>0</c:v>
                </c:pt>
                <c:pt idx="84905">
                  <c:v>0</c:v>
                </c:pt>
                <c:pt idx="84906">
                  <c:v>0</c:v>
                </c:pt>
                <c:pt idx="84907">
                  <c:v>0</c:v>
                </c:pt>
                <c:pt idx="84908">
                  <c:v>0</c:v>
                </c:pt>
                <c:pt idx="84909">
                  <c:v>0</c:v>
                </c:pt>
                <c:pt idx="84910">
                  <c:v>0</c:v>
                </c:pt>
                <c:pt idx="84911">
                  <c:v>0</c:v>
                </c:pt>
                <c:pt idx="84912">
                  <c:v>0</c:v>
                </c:pt>
                <c:pt idx="84913">
                  <c:v>0</c:v>
                </c:pt>
                <c:pt idx="84914">
                  <c:v>0</c:v>
                </c:pt>
                <c:pt idx="84915">
                  <c:v>0</c:v>
                </c:pt>
                <c:pt idx="84916">
                  <c:v>0</c:v>
                </c:pt>
                <c:pt idx="84917">
                  <c:v>0</c:v>
                </c:pt>
                <c:pt idx="84918">
                  <c:v>0</c:v>
                </c:pt>
                <c:pt idx="84919">
                  <c:v>0</c:v>
                </c:pt>
                <c:pt idx="84920">
                  <c:v>0</c:v>
                </c:pt>
                <c:pt idx="84921">
                  <c:v>0</c:v>
                </c:pt>
                <c:pt idx="84922">
                  <c:v>0</c:v>
                </c:pt>
                <c:pt idx="84923">
                  <c:v>0</c:v>
                </c:pt>
                <c:pt idx="84924">
                  <c:v>0</c:v>
                </c:pt>
                <c:pt idx="84925">
                  <c:v>0</c:v>
                </c:pt>
                <c:pt idx="84926">
                  <c:v>0</c:v>
                </c:pt>
                <c:pt idx="84927">
                  <c:v>0</c:v>
                </c:pt>
                <c:pt idx="84928">
                  <c:v>0</c:v>
                </c:pt>
                <c:pt idx="84929">
                  <c:v>0</c:v>
                </c:pt>
                <c:pt idx="84930">
                  <c:v>0</c:v>
                </c:pt>
                <c:pt idx="84931">
                  <c:v>0</c:v>
                </c:pt>
                <c:pt idx="84932">
                  <c:v>0</c:v>
                </c:pt>
                <c:pt idx="84933">
                  <c:v>0</c:v>
                </c:pt>
                <c:pt idx="84934">
                  <c:v>0</c:v>
                </c:pt>
                <c:pt idx="84935">
                  <c:v>0</c:v>
                </c:pt>
                <c:pt idx="84936">
                  <c:v>0</c:v>
                </c:pt>
                <c:pt idx="84937">
                  <c:v>0</c:v>
                </c:pt>
                <c:pt idx="84938">
                  <c:v>0</c:v>
                </c:pt>
                <c:pt idx="84939">
                  <c:v>0</c:v>
                </c:pt>
                <c:pt idx="84940">
                  <c:v>0</c:v>
                </c:pt>
                <c:pt idx="84941">
                  <c:v>0</c:v>
                </c:pt>
                <c:pt idx="84942">
                  <c:v>0</c:v>
                </c:pt>
                <c:pt idx="84943">
                  <c:v>0</c:v>
                </c:pt>
                <c:pt idx="84944">
                  <c:v>0</c:v>
                </c:pt>
                <c:pt idx="84945">
                  <c:v>0</c:v>
                </c:pt>
                <c:pt idx="84946">
                  <c:v>0</c:v>
                </c:pt>
                <c:pt idx="84947">
                  <c:v>0</c:v>
                </c:pt>
                <c:pt idx="84948">
                  <c:v>0</c:v>
                </c:pt>
                <c:pt idx="84949">
                  <c:v>0</c:v>
                </c:pt>
                <c:pt idx="84950">
                  <c:v>0</c:v>
                </c:pt>
                <c:pt idx="84951">
                  <c:v>0</c:v>
                </c:pt>
                <c:pt idx="84952">
                  <c:v>0</c:v>
                </c:pt>
                <c:pt idx="84953">
                  <c:v>0</c:v>
                </c:pt>
                <c:pt idx="84954">
                  <c:v>0</c:v>
                </c:pt>
                <c:pt idx="84955">
                  <c:v>0</c:v>
                </c:pt>
                <c:pt idx="84956">
                  <c:v>0</c:v>
                </c:pt>
                <c:pt idx="84957">
                  <c:v>0</c:v>
                </c:pt>
                <c:pt idx="84958">
                  <c:v>0</c:v>
                </c:pt>
                <c:pt idx="84959">
                  <c:v>0</c:v>
                </c:pt>
                <c:pt idx="84960">
                  <c:v>0</c:v>
                </c:pt>
                <c:pt idx="84961">
                  <c:v>0</c:v>
                </c:pt>
                <c:pt idx="84962">
                  <c:v>0</c:v>
                </c:pt>
                <c:pt idx="84963">
                  <c:v>0</c:v>
                </c:pt>
                <c:pt idx="84964">
                  <c:v>0</c:v>
                </c:pt>
                <c:pt idx="84965">
                  <c:v>0</c:v>
                </c:pt>
                <c:pt idx="84966">
                  <c:v>0</c:v>
                </c:pt>
                <c:pt idx="84967">
                  <c:v>0</c:v>
                </c:pt>
                <c:pt idx="84968">
                  <c:v>0</c:v>
                </c:pt>
                <c:pt idx="84969">
                  <c:v>0</c:v>
                </c:pt>
                <c:pt idx="84970">
                  <c:v>0</c:v>
                </c:pt>
                <c:pt idx="84971">
                  <c:v>0</c:v>
                </c:pt>
                <c:pt idx="84972">
                  <c:v>0</c:v>
                </c:pt>
                <c:pt idx="84973">
                  <c:v>0</c:v>
                </c:pt>
                <c:pt idx="84974">
                  <c:v>0</c:v>
                </c:pt>
                <c:pt idx="84975">
                  <c:v>0</c:v>
                </c:pt>
                <c:pt idx="84976">
                  <c:v>0</c:v>
                </c:pt>
                <c:pt idx="84977">
                  <c:v>0</c:v>
                </c:pt>
                <c:pt idx="84978">
                  <c:v>0</c:v>
                </c:pt>
                <c:pt idx="84979">
                  <c:v>0</c:v>
                </c:pt>
                <c:pt idx="84980">
                  <c:v>0</c:v>
                </c:pt>
                <c:pt idx="84981">
                  <c:v>0</c:v>
                </c:pt>
                <c:pt idx="84982">
                  <c:v>0</c:v>
                </c:pt>
                <c:pt idx="84983">
                  <c:v>0</c:v>
                </c:pt>
                <c:pt idx="84984">
                  <c:v>0</c:v>
                </c:pt>
                <c:pt idx="84985">
                  <c:v>0</c:v>
                </c:pt>
                <c:pt idx="84986">
                  <c:v>0</c:v>
                </c:pt>
                <c:pt idx="84987">
                  <c:v>0</c:v>
                </c:pt>
                <c:pt idx="84988">
                  <c:v>0</c:v>
                </c:pt>
                <c:pt idx="84989">
                  <c:v>0</c:v>
                </c:pt>
                <c:pt idx="84990">
                  <c:v>0</c:v>
                </c:pt>
                <c:pt idx="84991">
                  <c:v>0</c:v>
                </c:pt>
                <c:pt idx="84992">
                  <c:v>0</c:v>
                </c:pt>
                <c:pt idx="84993">
                  <c:v>0</c:v>
                </c:pt>
                <c:pt idx="84994">
                  <c:v>0</c:v>
                </c:pt>
                <c:pt idx="84995">
                  <c:v>0</c:v>
                </c:pt>
                <c:pt idx="84996">
                  <c:v>0</c:v>
                </c:pt>
                <c:pt idx="84997">
                  <c:v>0</c:v>
                </c:pt>
                <c:pt idx="84998">
                  <c:v>0</c:v>
                </c:pt>
                <c:pt idx="84999">
                  <c:v>0</c:v>
                </c:pt>
                <c:pt idx="85000">
                  <c:v>0</c:v>
                </c:pt>
                <c:pt idx="85001">
                  <c:v>0</c:v>
                </c:pt>
                <c:pt idx="85002">
                  <c:v>0</c:v>
                </c:pt>
                <c:pt idx="85003">
                  <c:v>0</c:v>
                </c:pt>
                <c:pt idx="85004">
                  <c:v>0</c:v>
                </c:pt>
                <c:pt idx="85005">
                  <c:v>0</c:v>
                </c:pt>
                <c:pt idx="85006">
                  <c:v>0</c:v>
                </c:pt>
                <c:pt idx="85007">
                  <c:v>0</c:v>
                </c:pt>
                <c:pt idx="85008">
                  <c:v>0</c:v>
                </c:pt>
                <c:pt idx="85009">
                  <c:v>0</c:v>
                </c:pt>
                <c:pt idx="85010">
                  <c:v>0</c:v>
                </c:pt>
                <c:pt idx="85011">
                  <c:v>0</c:v>
                </c:pt>
                <c:pt idx="85012">
                  <c:v>0</c:v>
                </c:pt>
                <c:pt idx="85013">
                  <c:v>0</c:v>
                </c:pt>
                <c:pt idx="85014">
                  <c:v>0</c:v>
                </c:pt>
                <c:pt idx="85015">
                  <c:v>0</c:v>
                </c:pt>
                <c:pt idx="85016">
                  <c:v>0</c:v>
                </c:pt>
                <c:pt idx="85017">
                  <c:v>0</c:v>
                </c:pt>
                <c:pt idx="85018">
                  <c:v>0</c:v>
                </c:pt>
                <c:pt idx="85019">
                  <c:v>0</c:v>
                </c:pt>
                <c:pt idx="85020">
                  <c:v>0</c:v>
                </c:pt>
                <c:pt idx="85021">
                  <c:v>0</c:v>
                </c:pt>
                <c:pt idx="85022">
                  <c:v>0</c:v>
                </c:pt>
                <c:pt idx="85023">
                  <c:v>0</c:v>
                </c:pt>
                <c:pt idx="85024">
                  <c:v>0</c:v>
                </c:pt>
                <c:pt idx="85025">
                  <c:v>0</c:v>
                </c:pt>
                <c:pt idx="85026">
                  <c:v>0</c:v>
                </c:pt>
                <c:pt idx="85027">
                  <c:v>0</c:v>
                </c:pt>
                <c:pt idx="85028">
                  <c:v>0</c:v>
                </c:pt>
                <c:pt idx="85029">
                  <c:v>0</c:v>
                </c:pt>
                <c:pt idx="85030">
                  <c:v>0</c:v>
                </c:pt>
                <c:pt idx="85031">
                  <c:v>0</c:v>
                </c:pt>
                <c:pt idx="85032">
                  <c:v>0</c:v>
                </c:pt>
                <c:pt idx="85033">
                  <c:v>0</c:v>
                </c:pt>
                <c:pt idx="85034">
                  <c:v>0</c:v>
                </c:pt>
                <c:pt idx="85035">
                  <c:v>0</c:v>
                </c:pt>
                <c:pt idx="85036">
                  <c:v>0</c:v>
                </c:pt>
                <c:pt idx="85037">
                  <c:v>0</c:v>
                </c:pt>
                <c:pt idx="85038">
                  <c:v>0</c:v>
                </c:pt>
                <c:pt idx="85039">
                  <c:v>0</c:v>
                </c:pt>
                <c:pt idx="85040">
                  <c:v>0</c:v>
                </c:pt>
                <c:pt idx="85041">
                  <c:v>0</c:v>
                </c:pt>
                <c:pt idx="85042">
                  <c:v>0</c:v>
                </c:pt>
                <c:pt idx="85043">
                  <c:v>0</c:v>
                </c:pt>
                <c:pt idx="85044">
                  <c:v>0</c:v>
                </c:pt>
                <c:pt idx="85045">
                  <c:v>0</c:v>
                </c:pt>
                <c:pt idx="85046">
                  <c:v>0</c:v>
                </c:pt>
                <c:pt idx="85047">
                  <c:v>0</c:v>
                </c:pt>
                <c:pt idx="85048">
                  <c:v>0</c:v>
                </c:pt>
                <c:pt idx="85049">
                  <c:v>0</c:v>
                </c:pt>
                <c:pt idx="85050">
                  <c:v>0</c:v>
                </c:pt>
                <c:pt idx="85051">
                  <c:v>0</c:v>
                </c:pt>
                <c:pt idx="85052">
                  <c:v>0</c:v>
                </c:pt>
                <c:pt idx="85053">
                  <c:v>0</c:v>
                </c:pt>
                <c:pt idx="85054">
                  <c:v>0</c:v>
                </c:pt>
                <c:pt idx="85055">
                  <c:v>0</c:v>
                </c:pt>
                <c:pt idx="85056">
                  <c:v>0</c:v>
                </c:pt>
                <c:pt idx="85057">
                  <c:v>0</c:v>
                </c:pt>
                <c:pt idx="85058">
                  <c:v>0</c:v>
                </c:pt>
                <c:pt idx="85059">
                  <c:v>0</c:v>
                </c:pt>
                <c:pt idx="85060">
                  <c:v>0</c:v>
                </c:pt>
                <c:pt idx="85061">
                  <c:v>0</c:v>
                </c:pt>
                <c:pt idx="85062">
                  <c:v>0</c:v>
                </c:pt>
                <c:pt idx="85063">
                  <c:v>0</c:v>
                </c:pt>
                <c:pt idx="85064">
                  <c:v>0</c:v>
                </c:pt>
                <c:pt idx="85065">
                  <c:v>0</c:v>
                </c:pt>
                <c:pt idx="85066">
                  <c:v>0</c:v>
                </c:pt>
                <c:pt idx="85067">
                  <c:v>0</c:v>
                </c:pt>
                <c:pt idx="85068">
                  <c:v>0</c:v>
                </c:pt>
                <c:pt idx="85069">
                  <c:v>0</c:v>
                </c:pt>
                <c:pt idx="85070">
                  <c:v>0</c:v>
                </c:pt>
                <c:pt idx="85071">
                  <c:v>0</c:v>
                </c:pt>
                <c:pt idx="85072">
                  <c:v>0</c:v>
                </c:pt>
                <c:pt idx="85073">
                  <c:v>0</c:v>
                </c:pt>
                <c:pt idx="85074">
                  <c:v>0</c:v>
                </c:pt>
                <c:pt idx="85075">
                  <c:v>0</c:v>
                </c:pt>
                <c:pt idx="85076">
                  <c:v>0</c:v>
                </c:pt>
                <c:pt idx="85077">
                  <c:v>0</c:v>
                </c:pt>
                <c:pt idx="85078">
                  <c:v>0</c:v>
                </c:pt>
                <c:pt idx="85079">
                  <c:v>0</c:v>
                </c:pt>
                <c:pt idx="85080">
                  <c:v>0</c:v>
                </c:pt>
                <c:pt idx="85081">
                  <c:v>0</c:v>
                </c:pt>
                <c:pt idx="85082">
                  <c:v>0</c:v>
                </c:pt>
                <c:pt idx="85083">
                  <c:v>0</c:v>
                </c:pt>
                <c:pt idx="85084">
                  <c:v>0</c:v>
                </c:pt>
                <c:pt idx="85085">
                  <c:v>0</c:v>
                </c:pt>
                <c:pt idx="85086">
                  <c:v>0</c:v>
                </c:pt>
                <c:pt idx="85087">
                  <c:v>0</c:v>
                </c:pt>
                <c:pt idx="85088">
                  <c:v>0</c:v>
                </c:pt>
                <c:pt idx="85089">
                  <c:v>0</c:v>
                </c:pt>
                <c:pt idx="85090">
                  <c:v>0</c:v>
                </c:pt>
                <c:pt idx="85091">
                  <c:v>0</c:v>
                </c:pt>
                <c:pt idx="85092">
                  <c:v>0</c:v>
                </c:pt>
                <c:pt idx="85093">
                  <c:v>0</c:v>
                </c:pt>
                <c:pt idx="85094">
                  <c:v>0</c:v>
                </c:pt>
                <c:pt idx="85095">
                  <c:v>0</c:v>
                </c:pt>
                <c:pt idx="85096">
                  <c:v>0</c:v>
                </c:pt>
                <c:pt idx="85097">
                  <c:v>0</c:v>
                </c:pt>
                <c:pt idx="85098">
                  <c:v>0</c:v>
                </c:pt>
                <c:pt idx="85099">
                  <c:v>0</c:v>
                </c:pt>
                <c:pt idx="85100">
                  <c:v>0</c:v>
                </c:pt>
                <c:pt idx="85101">
                  <c:v>0</c:v>
                </c:pt>
                <c:pt idx="85102">
                  <c:v>0</c:v>
                </c:pt>
                <c:pt idx="85103">
                  <c:v>0</c:v>
                </c:pt>
                <c:pt idx="85104">
                  <c:v>0</c:v>
                </c:pt>
                <c:pt idx="85105">
                  <c:v>0</c:v>
                </c:pt>
                <c:pt idx="85106">
                  <c:v>0</c:v>
                </c:pt>
                <c:pt idx="85107">
                  <c:v>0</c:v>
                </c:pt>
                <c:pt idx="85108">
                  <c:v>0</c:v>
                </c:pt>
                <c:pt idx="85109">
                  <c:v>0</c:v>
                </c:pt>
                <c:pt idx="85110">
                  <c:v>0</c:v>
                </c:pt>
                <c:pt idx="85111">
                  <c:v>0</c:v>
                </c:pt>
                <c:pt idx="85112">
                  <c:v>0</c:v>
                </c:pt>
                <c:pt idx="85113">
                  <c:v>0</c:v>
                </c:pt>
                <c:pt idx="85114">
                  <c:v>0</c:v>
                </c:pt>
                <c:pt idx="85115">
                  <c:v>0</c:v>
                </c:pt>
                <c:pt idx="85116">
                  <c:v>0</c:v>
                </c:pt>
                <c:pt idx="85117">
                  <c:v>0</c:v>
                </c:pt>
                <c:pt idx="85118">
                  <c:v>0</c:v>
                </c:pt>
                <c:pt idx="85119">
                  <c:v>0</c:v>
                </c:pt>
                <c:pt idx="85120">
                  <c:v>0</c:v>
                </c:pt>
                <c:pt idx="85121">
                  <c:v>0</c:v>
                </c:pt>
                <c:pt idx="85122">
                  <c:v>0</c:v>
                </c:pt>
                <c:pt idx="85123">
                  <c:v>0</c:v>
                </c:pt>
                <c:pt idx="85124">
                  <c:v>0</c:v>
                </c:pt>
                <c:pt idx="85125">
                  <c:v>0</c:v>
                </c:pt>
                <c:pt idx="85126">
                  <c:v>0</c:v>
                </c:pt>
                <c:pt idx="85127">
                  <c:v>0</c:v>
                </c:pt>
                <c:pt idx="85128">
                  <c:v>0</c:v>
                </c:pt>
                <c:pt idx="85129">
                  <c:v>0</c:v>
                </c:pt>
                <c:pt idx="85130">
                  <c:v>0</c:v>
                </c:pt>
                <c:pt idx="85131">
                  <c:v>0</c:v>
                </c:pt>
                <c:pt idx="85132">
                  <c:v>0</c:v>
                </c:pt>
                <c:pt idx="85133">
                  <c:v>0</c:v>
                </c:pt>
                <c:pt idx="85134">
                  <c:v>0</c:v>
                </c:pt>
                <c:pt idx="85135">
                  <c:v>0</c:v>
                </c:pt>
                <c:pt idx="85136">
                  <c:v>0</c:v>
                </c:pt>
                <c:pt idx="85137">
                  <c:v>0</c:v>
                </c:pt>
                <c:pt idx="85138">
                  <c:v>0</c:v>
                </c:pt>
                <c:pt idx="85139">
                  <c:v>0</c:v>
                </c:pt>
                <c:pt idx="85140">
                  <c:v>0</c:v>
                </c:pt>
                <c:pt idx="85141">
                  <c:v>0</c:v>
                </c:pt>
                <c:pt idx="85142">
                  <c:v>0</c:v>
                </c:pt>
                <c:pt idx="85143">
                  <c:v>0</c:v>
                </c:pt>
                <c:pt idx="85144">
                  <c:v>0</c:v>
                </c:pt>
                <c:pt idx="85145">
                  <c:v>0</c:v>
                </c:pt>
                <c:pt idx="85146">
                  <c:v>0</c:v>
                </c:pt>
                <c:pt idx="85147">
                  <c:v>0</c:v>
                </c:pt>
                <c:pt idx="85148">
                  <c:v>0</c:v>
                </c:pt>
                <c:pt idx="85149">
                  <c:v>0</c:v>
                </c:pt>
                <c:pt idx="85150">
                  <c:v>0</c:v>
                </c:pt>
                <c:pt idx="85151">
                  <c:v>0</c:v>
                </c:pt>
                <c:pt idx="85152">
                  <c:v>0</c:v>
                </c:pt>
                <c:pt idx="85153">
                  <c:v>0</c:v>
                </c:pt>
                <c:pt idx="85154">
                  <c:v>0</c:v>
                </c:pt>
                <c:pt idx="85155">
                  <c:v>0</c:v>
                </c:pt>
                <c:pt idx="85156">
                  <c:v>0</c:v>
                </c:pt>
                <c:pt idx="85157">
                  <c:v>0</c:v>
                </c:pt>
                <c:pt idx="85158">
                  <c:v>0</c:v>
                </c:pt>
                <c:pt idx="85159">
                  <c:v>0</c:v>
                </c:pt>
                <c:pt idx="85160">
                  <c:v>0</c:v>
                </c:pt>
                <c:pt idx="85161">
                  <c:v>0</c:v>
                </c:pt>
                <c:pt idx="85162">
                  <c:v>0</c:v>
                </c:pt>
                <c:pt idx="85163">
                  <c:v>0</c:v>
                </c:pt>
                <c:pt idx="85164">
                  <c:v>0</c:v>
                </c:pt>
                <c:pt idx="85165">
                  <c:v>0</c:v>
                </c:pt>
                <c:pt idx="85166">
                  <c:v>0</c:v>
                </c:pt>
                <c:pt idx="85167">
                  <c:v>0</c:v>
                </c:pt>
                <c:pt idx="85168">
                  <c:v>0</c:v>
                </c:pt>
                <c:pt idx="85169">
                  <c:v>0</c:v>
                </c:pt>
                <c:pt idx="85170">
                  <c:v>0</c:v>
                </c:pt>
                <c:pt idx="85171">
                  <c:v>0</c:v>
                </c:pt>
                <c:pt idx="85172">
                  <c:v>0</c:v>
                </c:pt>
                <c:pt idx="85173">
                  <c:v>0</c:v>
                </c:pt>
                <c:pt idx="85174">
                  <c:v>0</c:v>
                </c:pt>
                <c:pt idx="85175">
                  <c:v>0</c:v>
                </c:pt>
                <c:pt idx="85176">
                  <c:v>0</c:v>
                </c:pt>
                <c:pt idx="85177">
                  <c:v>0</c:v>
                </c:pt>
                <c:pt idx="85178">
                  <c:v>0</c:v>
                </c:pt>
                <c:pt idx="85179">
                  <c:v>0</c:v>
                </c:pt>
                <c:pt idx="85180">
                  <c:v>0</c:v>
                </c:pt>
                <c:pt idx="85181">
                  <c:v>0</c:v>
                </c:pt>
                <c:pt idx="85182">
                  <c:v>0</c:v>
                </c:pt>
                <c:pt idx="85183">
                  <c:v>0</c:v>
                </c:pt>
                <c:pt idx="85184">
                  <c:v>0</c:v>
                </c:pt>
                <c:pt idx="85185">
                  <c:v>0</c:v>
                </c:pt>
                <c:pt idx="85186">
                  <c:v>0</c:v>
                </c:pt>
                <c:pt idx="85187">
                  <c:v>0</c:v>
                </c:pt>
                <c:pt idx="85188">
                  <c:v>0</c:v>
                </c:pt>
                <c:pt idx="85189">
                  <c:v>0</c:v>
                </c:pt>
                <c:pt idx="85190">
                  <c:v>0</c:v>
                </c:pt>
                <c:pt idx="85191">
                  <c:v>0</c:v>
                </c:pt>
                <c:pt idx="85192">
                  <c:v>0</c:v>
                </c:pt>
                <c:pt idx="85193">
                  <c:v>0</c:v>
                </c:pt>
                <c:pt idx="85194">
                  <c:v>0</c:v>
                </c:pt>
                <c:pt idx="85195">
                  <c:v>0</c:v>
                </c:pt>
                <c:pt idx="85196">
                  <c:v>0</c:v>
                </c:pt>
                <c:pt idx="85197">
                  <c:v>0</c:v>
                </c:pt>
                <c:pt idx="85198">
                  <c:v>0</c:v>
                </c:pt>
                <c:pt idx="85199">
                  <c:v>0</c:v>
                </c:pt>
                <c:pt idx="85200">
                  <c:v>0</c:v>
                </c:pt>
                <c:pt idx="85201">
                  <c:v>0</c:v>
                </c:pt>
                <c:pt idx="85202">
                  <c:v>0</c:v>
                </c:pt>
                <c:pt idx="85203">
                  <c:v>0</c:v>
                </c:pt>
                <c:pt idx="85204">
                  <c:v>0</c:v>
                </c:pt>
                <c:pt idx="85205">
                  <c:v>0</c:v>
                </c:pt>
                <c:pt idx="85206">
                  <c:v>0</c:v>
                </c:pt>
                <c:pt idx="85207">
                  <c:v>0</c:v>
                </c:pt>
                <c:pt idx="85208">
                  <c:v>0</c:v>
                </c:pt>
                <c:pt idx="85209">
                  <c:v>0</c:v>
                </c:pt>
                <c:pt idx="85210">
                  <c:v>0</c:v>
                </c:pt>
                <c:pt idx="85211">
                  <c:v>0</c:v>
                </c:pt>
                <c:pt idx="85212">
                  <c:v>0</c:v>
                </c:pt>
                <c:pt idx="85213">
                  <c:v>0</c:v>
                </c:pt>
                <c:pt idx="85214">
                  <c:v>0</c:v>
                </c:pt>
                <c:pt idx="85215">
                  <c:v>0</c:v>
                </c:pt>
                <c:pt idx="85216">
                  <c:v>0</c:v>
                </c:pt>
                <c:pt idx="85217">
                  <c:v>0</c:v>
                </c:pt>
                <c:pt idx="85218">
                  <c:v>0</c:v>
                </c:pt>
                <c:pt idx="85219">
                  <c:v>0</c:v>
                </c:pt>
                <c:pt idx="85220">
                  <c:v>0</c:v>
                </c:pt>
                <c:pt idx="85221">
                  <c:v>0</c:v>
                </c:pt>
                <c:pt idx="85222">
                  <c:v>0</c:v>
                </c:pt>
                <c:pt idx="85223">
                  <c:v>0</c:v>
                </c:pt>
                <c:pt idx="85224">
                  <c:v>0</c:v>
                </c:pt>
                <c:pt idx="85225">
                  <c:v>0</c:v>
                </c:pt>
                <c:pt idx="85226">
                  <c:v>0</c:v>
                </c:pt>
                <c:pt idx="85227">
                  <c:v>0</c:v>
                </c:pt>
                <c:pt idx="85228">
                  <c:v>0</c:v>
                </c:pt>
                <c:pt idx="85229">
                  <c:v>0</c:v>
                </c:pt>
                <c:pt idx="85230">
                  <c:v>0</c:v>
                </c:pt>
                <c:pt idx="85231">
                  <c:v>0</c:v>
                </c:pt>
                <c:pt idx="85232">
                  <c:v>0</c:v>
                </c:pt>
                <c:pt idx="85233">
                  <c:v>0</c:v>
                </c:pt>
                <c:pt idx="85234">
                  <c:v>0</c:v>
                </c:pt>
                <c:pt idx="85235">
                  <c:v>0</c:v>
                </c:pt>
                <c:pt idx="85236">
                  <c:v>0</c:v>
                </c:pt>
                <c:pt idx="85237">
                  <c:v>0</c:v>
                </c:pt>
                <c:pt idx="85238">
                  <c:v>0</c:v>
                </c:pt>
                <c:pt idx="85239">
                  <c:v>0</c:v>
                </c:pt>
                <c:pt idx="85240">
                  <c:v>0</c:v>
                </c:pt>
                <c:pt idx="85241">
                  <c:v>0</c:v>
                </c:pt>
                <c:pt idx="85242">
                  <c:v>0</c:v>
                </c:pt>
                <c:pt idx="85243">
                  <c:v>0</c:v>
                </c:pt>
                <c:pt idx="85244">
                  <c:v>0</c:v>
                </c:pt>
                <c:pt idx="85245">
                  <c:v>0</c:v>
                </c:pt>
                <c:pt idx="85246">
                  <c:v>0</c:v>
                </c:pt>
                <c:pt idx="85247">
                  <c:v>0</c:v>
                </c:pt>
                <c:pt idx="85248">
                  <c:v>0</c:v>
                </c:pt>
                <c:pt idx="85249">
                  <c:v>0</c:v>
                </c:pt>
                <c:pt idx="85250">
                  <c:v>0</c:v>
                </c:pt>
                <c:pt idx="85251">
                  <c:v>0</c:v>
                </c:pt>
                <c:pt idx="85252">
                  <c:v>0</c:v>
                </c:pt>
                <c:pt idx="85253">
                  <c:v>0</c:v>
                </c:pt>
                <c:pt idx="85254">
                  <c:v>0</c:v>
                </c:pt>
                <c:pt idx="85255">
                  <c:v>0</c:v>
                </c:pt>
                <c:pt idx="85256">
                  <c:v>0</c:v>
                </c:pt>
                <c:pt idx="85257">
                  <c:v>0</c:v>
                </c:pt>
                <c:pt idx="85258">
                  <c:v>0</c:v>
                </c:pt>
                <c:pt idx="85259">
                  <c:v>0</c:v>
                </c:pt>
                <c:pt idx="85260">
                  <c:v>0</c:v>
                </c:pt>
                <c:pt idx="85261">
                  <c:v>0</c:v>
                </c:pt>
                <c:pt idx="85262">
                  <c:v>0</c:v>
                </c:pt>
                <c:pt idx="85263">
                  <c:v>0</c:v>
                </c:pt>
                <c:pt idx="85264">
                  <c:v>0</c:v>
                </c:pt>
                <c:pt idx="85265">
                  <c:v>0</c:v>
                </c:pt>
                <c:pt idx="85266">
                  <c:v>0</c:v>
                </c:pt>
                <c:pt idx="85267">
                  <c:v>0</c:v>
                </c:pt>
                <c:pt idx="85268">
                  <c:v>0</c:v>
                </c:pt>
                <c:pt idx="85269">
                  <c:v>0</c:v>
                </c:pt>
                <c:pt idx="85270">
                  <c:v>0</c:v>
                </c:pt>
                <c:pt idx="85271">
                  <c:v>0</c:v>
                </c:pt>
                <c:pt idx="85272">
                  <c:v>0</c:v>
                </c:pt>
                <c:pt idx="85273">
                  <c:v>0</c:v>
                </c:pt>
                <c:pt idx="85274">
                  <c:v>0</c:v>
                </c:pt>
                <c:pt idx="85275">
                  <c:v>0</c:v>
                </c:pt>
                <c:pt idx="85276">
                  <c:v>0</c:v>
                </c:pt>
                <c:pt idx="85277">
                  <c:v>0</c:v>
                </c:pt>
                <c:pt idx="85278">
                  <c:v>0</c:v>
                </c:pt>
                <c:pt idx="85279">
                  <c:v>0</c:v>
                </c:pt>
                <c:pt idx="85280">
                  <c:v>0</c:v>
                </c:pt>
                <c:pt idx="85281">
                  <c:v>0</c:v>
                </c:pt>
                <c:pt idx="85282">
                  <c:v>0</c:v>
                </c:pt>
                <c:pt idx="85283">
                  <c:v>0</c:v>
                </c:pt>
                <c:pt idx="85284">
                  <c:v>0</c:v>
                </c:pt>
                <c:pt idx="85285">
                  <c:v>0</c:v>
                </c:pt>
                <c:pt idx="85286">
                  <c:v>0</c:v>
                </c:pt>
                <c:pt idx="85287">
                  <c:v>0</c:v>
                </c:pt>
                <c:pt idx="85288">
                  <c:v>0</c:v>
                </c:pt>
                <c:pt idx="85289">
                  <c:v>0</c:v>
                </c:pt>
                <c:pt idx="85290">
                  <c:v>0</c:v>
                </c:pt>
                <c:pt idx="85291">
                  <c:v>0</c:v>
                </c:pt>
                <c:pt idx="85292">
                  <c:v>0</c:v>
                </c:pt>
                <c:pt idx="85293">
                  <c:v>0</c:v>
                </c:pt>
                <c:pt idx="85294">
                  <c:v>0</c:v>
                </c:pt>
                <c:pt idx="85295">
                  <c:v>0</c:v>
                </c:pt>
                <c:pt idx="85296">
                  <c:v>0</c:v>
                </c:pt>
                <c:pt idx="85297">
                  <c:v>0</c:v>
                </c:pt>
                <c:pt idx="85298">
                  <c:v>0</c:v>
                </c:pt>
                <c:pt idx="85299">
                  <c:v>0</c:v>
                </c:pt>
                <c:pt idx="85300">
                  <c:v>0</c:v>
                </c:pt>
                <c:pt idx="85301">
                  <c:v>0</c:v>
                </c:pt>
                <c:pt idx="85302">
                  <c:v>0</c:v>
                </c:pt>
                <c:pt idx="85303">
                  <c:v>0</c:v>
                </c:pt>
                <c:pt idx="85304">
                  <c:v>0</c:v>
                </c:pt>
                <c:pt idx="85305">
                  <c:v>0</c:v>
                </c:pt>
                <c:pt idx="85306">
                  <c:v>0</c:v>
                </c:pt>
                <c:pt idx="85307">
                  <c:v>0</c:v>
                </c:pt>
                <c:pt idx="85308">
                  <c:v>0</c:v>
                </c:pt>
                <c:pt idx="85309">
                  <c:v>0</c:v>
                </c:pt>
                <c:pt idx="85310">
                  <c:v>0</c:v>
                </c:pt>
                <c:pt idx="85311">
                  <c:v>0</c:v>
                </c:pt>
                <c:pt idx="85312">
                  <c:v>0</c:v>
                </c:pt>
                <c:pt idx="85313">
                  <c:v>0</c:v>
                </c:pt>
                <c:pt idx="85314">
                  <c:v>0</c:v>
                </c:pt>
                <c:pt idx="85315">
                  <c:v>0</c:v>
                </c:pt>
                <c:pt idx="85316">
                  <c:v>0</c:v>
                </c:pt>
                <c:pt idx="85317">
                  <c:v>0</c:v>
                </c:pt>
                <c:pt idx="85318">
                  <c:v>0</c:v>
                </c:pt>
                <c:pt idx="85319">
                  <c:v>0</c:v>
                </c:pt>
                <c:pt idx="85320">
                  <c:v>0</c:v>
                </c:pt>
                <c:pt idx="85321">
                  <c:v>0</c:v>
                </c:pt>
                <c:pt idx="85322">
                  <c:v>0</c:v>
                </c:pt>
                <c:pt idx="85323">
                  <c:v>0</c:v>
                </c:pt>
                <c:pt idx="85324">
                  <c:v>0</c:v>
                </c:pt>
                <c:pt idx="85325">
                  <c:v>0</c:v>
                </c:pt>
                <c:pt idx="85326">
                  <c:v>0</c:v>
                </c:pt>
                <c:pt idx="85327">
                  <c:v>0</c:v>
                </c:pt>
                <c:pt idx="85328">
                  <c:v>0</c:v>
                </c:pt>
                <c:pt idx="85329">
                  <c:v>0</c:v>
                </c:pt>
                <c:pt idx="85330">
                  <c:v>0</c:v>
                </c:pt>
                <c:pt idx="85331">
                  <c:v>0</c:v>
                </c:pt>
                <c:pt idx="85332">
                  <c:v>0</c:v>
                </c:pt>
                <c:pt idx="85333">
                  <c:v>0</c:v>
                </c:pt>
                <c:pt idx="85334">
                  <c:v>0</c:v>
                </c:pt>
                <c:pt idx="85335">
                  <c:v>0</c:v>
                </c:pt>
                <c:pt idx="85336">
                  <c:v>0</c:v>
                </c:pt>
                <c:pt idx="85337">
                  <c:v>0</c:v>
                </c:pt>
                <c:pt idx="85338">
                  <c:v>0</c:v>
                </c:pt>
                <c:pt idx="85339">
                  <c:v>0</c:v>
                </c:pt>
                <c:pt idx="85340">
                  <c:v>0</c:v>
                </c:pt>
                <c:pt idx="85341">
                  <c:v>0</c:v>
                </c:pt>
                <c:pt idx="85342">
                  <c:v>0</c:v>
                </c:pt>
                <c:pt idx="85343">
                  <c:v>0</c:v>
                </c:pt>
                <c:pt idx="85344">
                  <c:v>0</c:v>
                </c:pt>
                <c:pt idx="85345">
                  <c:v>0</c:v>
                </c:pt>
                <c:pt idx="85346">
                  <c:v>0</c:v>
                </c:pt>
                <c:pt idx="85347">
                  <c:v>0</c:v>
                </c:pt>
                <c:pt idx="85348">
                  <c:v>0</c:v>
                </c:pt>
                <c:pt idx="85349">
                  <c:v>0</c:v>
                </c:pt>
                <c:pt idx="85350">
                  <c:v>0</c:v>
                </c:pt>
                <c:pt idx="85351">
                  <c:v>0</c:v>
                </c:pt>
                <c:pt idx="85352">
                  <c:v>0</c:v>
                </c:pt>
                <c:pt idx="85353">
                  <c:v>0</c:v>
                </c:pt>
                <c:pt idx="85354">
                  <c:v>0</c:v>
                </c:pt>
                <c:pt idx="85355">
                  <c:v>0</c:v>
                </c:pt>
                <c:pt idx="85356">
                  <c:v>0</c:v>
                </c:pt>
                <c:pt idx="85357">
                  <c:v>0</c:v>
                </c:pt>
                <c:pt idx="85358">
                  <c:v>0</c:v>
                </c:pt>
                <c:pt idx="85359">
                  <c:v>0</c:v>
                </c:pt>
                <c:pt idx="85360">
                  <c:v>0</c:v>
                </c:pt>
                <c:pt idx="85361">
                  <c:v>0</c:v>
                </c:pt>
                <c:pt idx="85362">
                  <c:v>0</c:v>
                </c:pt>
                <c:pt idx="85363">
                  <c:v>0</c:v>
                </c:pt>
                <c:pt idx="85364">
                  <c:v>0</c:v>
                </c:pt>
                <c:pt idx="85365">
                  <c:v>0</c:v>
                </c:pt>
                <c:pt idx="85366">
                  <c:v>0</c:v>
                </c:pt>
                <c:pt idx="85367">
                  <c:v>0</c:v>
                </c:pt>
                <c:pt idx="85368">
                  <c:v>0</c:v>
                </c:pt>
                <c:pt idx="85369">
                  <c:v>0</c:v>
                </c:pt>
                <c:pt idx="85370">
                  <c:v>0</c:v>
                </c:pt>
                <c:pt idx="85371">
                  <c:v>0</c:v>
                </c:pt>
                <c:pt idx="85372">
                  <c:v>0</c:v>
                </c:pt>
                <c:pt idx="85373">
                  <c:v>0</c:v>
                </c:pt>
                <c:pt idx="85374">
                  <c:v>0</c:v>
                </c:pt>
                <c:pt idx="85375">
                  <c:v>0</c:v>
                </c:pt>
                <c:pt idx="85376">
                  <c:v>0</c:v>
                </c:pt>
                <c:pt idx="85377">
                  <c:v>0</c:v>
                </c:pt>
                <c:pt idx="85378">
                  <c:v>0</c:v>
                </c:pt>
                <c:pt idx="85379">
                  <c:v>0</c:v>
                </c:pt>
                <c:pt idx="85380">
                  <c:v>0</c:v>
                </c:pt>
                <c:pt idx="85381">
                  <c:v>0</c:v>
                </c:pt>
                <c:pt idx="85382">
                  <c:v>0</c:v>
                </c:pt>
                <c:pt idx="85383">
                  <c:v>0</c:v>
                </c:pt>
                <c:pt idx="85384">
                  <c:v>0</c:v>
                </c:pt>
                <c:pt idx="85385">
                  <c:v>0</c:v>
                </c:pt>
                <c:pt idx="85386">
                  <c:v>0</c:v>
                </c:pt>
                <c:pt idx="85387">
                  <c:v>0</c:v>
                </c:pt>
                <c:pt idx="85388">
                  <c:v>0</c:v>
                </c:pt>
                <c:pt idx="85389">
                  <c:v>0</c:v>
                </c:pt>
                <c:pt idx="85390">
                  <c:v>0</c:v>
                </c:pt>
                <c:pt idx="85391">
                  <c:v>0</c:v>
                </c:pt>
                <c:pt idx="85392">
                  <c:v>0</c:v>
                </c:pt>
                <c:pt idx="85393">
                  <c:v>0</c:v>
                </c:pt>
                <c:pt idx="85394">
                  <c:v>0</c:v>
                </c:pt>
                <c:pt idx="85395">
                  <c:v>0</c:v>
                </c:pt>
                <c:pt idx="85396">
                  <c:v>0</c:v>
                </c:pt>
                <c:pt idx="85397">
                  <c:v>0</c:v>
                </c:pt>
                <c:pt idx="85398">
                  <c:v>0</c:v>
                </c:pt>
                <c:pt idx="85399">
                  <c:v>0</c:v>
                </c:pt>
                <c:pt idx="85400">
                  <c:v>0</c:v>
                </c:pt>
                <c:pt idx="85401">
                  <c:v>0</c:v>
                </c:pt>
                <c:pt idx="85402">
                  <c:v>0</c:v>
                </c:pt>
                <c:pt idx="85403">
                  <c:v>0</c:v>
                </c:pt>
                <c:pt idx="85404">
                  <c:v>0</c:v>
                </c:pt>
                <c:pt idx="85405">
                  <c:v>0</c:v>
                </c:pt>
                <c:pt idx="85406">
                  <c:v>0</c:v>
                </c:pt>
                <c:pt idx="85407">
                  <c:v>0</c:v>
                </c:pt>
                <c:pt idx="85408">
                  <c:v>0</c:v>
                </c:pt>
                <c:pt idx="85409">
                  <c:v>0</c:v>
                </c:pt>
                <c:pt idx="85410">
                  <c:v>0</c:v>
                </c:pt>
                <c:pt idx="85411">
                  <c:v>0</c:v>
                </c:pt>
                <c:pt idx="85412">
                  <c:v>0</c:v>
                </c:pt>
                <c:pt idx="85413">
                  <c:v>0</c:v>
                </c:pt>
                <c:pt idx="85414">
                  <c:v>0</c:v>
                </c:pt>
                <c:pt idx="85415">
                  <c:v>0</c:v>
                </c:pt>
                <c:pt idx="85416">
                  <c:v>0</c:v>
                </c:pt>
                <c:pt idx="85417">
                  <c:v>0</c:v>
                </c:pt>
                <c:pt idx="85418">
                  <c:v>0</c:v>
                </c:pt>
                <c:pt idx="85419">
                  <c:v>0</c:v>
                </c:pt>
                <c:pt idx="85420">
                  <c:v>0</c:v>
                </c:pt>
                <c:pt idx="85421">
                  <c:v>0</c:v>
                </c:pt>
                <c:pt idx="85422">
                  <c:v>0</c:v>
                </c:pt>
                <c:pt idx="85423">
                  <c:v>0</c:v>
                </c:pt>
                <c:pt idx="85424">
                  <c:v>0</c:v>
                </c:pt>
                <c:pt idx="85425">
                  <c:v>0</c:v>
                </c:pt>
                <c:pt idx="85426">
                  <c:v>0</c:v>
                </c:pt>
                <c:pt idx="85427">
                  <c:v>0</c:v>
                </c:pt>
                <c:pt idx="85428">
                  <c:v>0</c:v>
                </c:pt>
                <c:pt idx="85429">
                  <c:v>0</c:v>
                </c:pt>
                <c:pt idx="85430">
                  <c:v>0</c:v>
                </c:pt>
                <c:pt idx="85431">
                  <c:v>0</c:v>
                </c:pt>
                <c:pt idx="85432">
                  <c:v>0</c:v>
                </c:pt>
                <c:pt idx="85433">
                  <c:v>0</c:v>
                </c:pt>
                <c:pt idx="85434">
                  <c:v>0</c:v>
                </c:pt>
                <c:pt idx="85435">
                  <c:v>0</c:v>
                </c:pt>
                <c:pt idx="85436">
                  <c:v>0</c:v>
                </c:pt>
                <c:pt idx="85437">
                  <c:v>0</c:v>
                </c:pt>
                <c:pt idx="85438">
                  <c:v>0</c:v>
                </c:pt>
                <c:pt idx="85439">
                  <c:v>0</c:v>
                </c:pt>
                <c:pt idx="85440">
                  <c:v>0</c:v>
                </c:pt>
                <c:pt idx="85441">
                  <c:v>0</c:v>
                </c:pt>
                <c:pt idx="85442">
                  <c:v>0</c:v>
                </c:pt>
                <c:pt idx="85443">
                  <c:v>0</c:v>
                </c:pt>
                <c:pt idx="85444">
                  <c:v>0</c:v>
                </c:pt>
                <c:pt idx="85445">
                  <c:v>0</c:v>
                </c:pt>
                <c:pt idx="85446">
                  <c:v>0</c:v>
                </c:pt>
                <c:pt idx="85447">
                  <c:v>0</c:v>
                </c:pt>
                <c:pt idx="85448">
                  <c:v>0</c:v>
                </c:pt>
                <c:pt idx="85449">
                  <c:v>0</c:v>
                </c:pt>
                <c:pt idx="85450">
                  <c:v>0</c:v>
                </c:pt>
                <c:pt idx="85451">
                  <c:v>0</c:v>
                </c:pt>
                <c:pt idx="85452">
                  <c:v>0</c:v>
                </c:pt>
                <c:pt idx="85453">
                  <c:v>0</c:v>
                </c:pt>
                <c:pt idx="85454">
                  <c:v>0</c:v>
                </c:pt>
                <c:pt idx="85455">
                  <c:v>0</c:v>
                </c:pt>
                <c:pt idx="85456">
                  <c:v>0</c:v>
                </c:pt>
                <c:pt idx="85457">
                  <c:v>0</c:v>
                </c:pt>
                <c:pt idx="85458">
                  <c:v>0</c:v>
                </c:pt>
                <c:pt idx="85459">
                  <c:v>0</c:v>
                </c:pt>
                <c:pt idx="85460">
                  <c:v>0</c:v>
                </c:pt>
                <c:pt idx="85461">
                  <c:v>0</c:v>
                </c:pt>
                <c:pt idx="85462">
                  <c:v>0</c:v>
                </c:pt>
                <c:pt idx="85463">
                  <c:v>0</c:v>
                </c:pt>
                <c:pt idx="85464">
                  <c:v>0</c:v>
                </c:pt>
                <c:pt idx="85465">
                  <c:v>0</c:v>
                </c:pt>
                <c:pt idx="85466">
                  <c:v>0</c:v>
                </c:pt>
                <c:pt idx="85467">
                  <c:v>0</c:v>
                </c:pt>
                <c:pt idx="85468">
                  <c:v>0</c:v>
                </c:pt>
                <c:pt idx="85469">
                  <c:v>0</c:v>
                </c:pt>
                <c:pt idx="85470">
                  <c:v>0</c:v>
                </c:pt>
                <c:pt idx="85471">
                  <c:v>0</c:v>
                </c:pt>
                <c:pt idx="85472">
                  <c:v>0</c:v>
                </c:pt>
                <c:pt idx="85473">
                  <c:v>0</c:v>
                </c:pt>
                <c:pt idx="85474">
                  <c:v>0</c:v>
                </c:pt>
                <c:pt idx="85475">
                  <c:v>0</c:v>
                </c:pt>
                <c:pt idx="85476">
                  <c:v>0</c:v>
                </c:pt>
                <c:pt idx="85477">
                  <c:v>0</c:v>
                </c:pt>
                <c:pt idx="85478">
                  <c:v>0</c:v>
                </c:pt>
                <c:pt idx="85479">
                  <c:v>0</c:v>
                </c:pt>
                <c:pt idx="85480">
                  <c:v>0</c:v>
                </c:pt>
                <c:pt idx="85481">
                  <c:v>0</c:v>
                </c:pt>
                <c:pt idx="85482">
                  <c:v>0</c:v>
                </c:pt>
                <c:pt idx="85483">
                  <c:v>0</c:v>
                </c:pt>
                <c:pt idx="85484">
                  <c:v>0</c:v>
                </c:pt>
                <c:pt idx="85485">
                  <c:v>0</c:v>
                </c:pt>
                <c:pt idx="85486">
                  <c:v>0</c:v>
                </c:pt>
                <c:pt idx="85487">
                  <c:v>0</c:v>
                </c:pt>
                <c:pt idx="85488">
                  <c:v>0</c:v>
                </c:pt>
                <c:pt idx="85489">
                  <c:v>0</c:v>
                </c:pt>
                <c:pt idx="85490">
                  <c:v>0</c:v>
                </c:pt>
                <c:pt idx="85491">
                  <c:v>0</c:v>
                </c:pt>
                <c:pt idx="85492">
                  <c:v>0</c:v>
                </c:pt>
                <c:pt idx="85493">
                  <c:v>0</c:v>
                </c:pt>
                <c:pt idx="85494">
                  <c:v>0</c:v>
                </c:pt>
                <c:pt idx="85495">
                  <c:v>0</c:v>
                </c:pt>
                <c:pt idx="85496">
                  <c:v>0</c:v>
                </c:pt>
                <c:pt idx="85497">
                  <c:v>0</c:v>
                </c:pt>
                <c:pt idx="85498">
                  <c:v>0</c:v>
                </c:pt>
                <c:pt idx="85499">
                  <c:v>0</c:v>
                </c:pt>
                <c:pt idx="85500">
                  <c:v>0</c:v>
                </c:pt>
                <c:pt idx="85501">
                  <c:v>0</c:v>
                </c:pt>
                <c:pt idx="85502">
                  <c:v>0</c:v>
                </c:pt>
                <c:pt idx="85503">
                  <c:v>0</c:v>
                </c:pt>
                <c:pt idx="85504">
                  <c:v>0</c:v>
                </c:pt>
                <c:pt idx="85505">
                  <c:v>0</c:v>
                </c:pt>
                <c:pt idx="85506">
                  <c:v>0</c:v>
                </c:pt>
                <c:pt idx="85507">
                  <c:v>0</c:v>
                </c:pt>
                <c:pt idx="85508">
                  <c:v>0</c:v>
                </c:pt>
                <c:pt idx="85509">
                  <c:v>0</c:v>
                </c:pt>
                <c:pt idx="85510">
                  <c:v>0</c:v>
                </c:pt>
                <c:pt idx="85511">
                  <c:v>0</c:v>
                </c:pt>
                <c:pt idx="85512">
                  <c:v>0</c:v>
                </c:pt>
                <c:pt idx="85513">
                  <c:v>0</c:v>
                </c:pt>
                <c:pt idx="85514">
                  <c:v>0</c:v>
                </c:pt>
                <c:pt idx="85515">
                  <c:v>0</c:v>
                </c:pt>
                <c:pt idx="85516">
                  <c:v>0</c:v>
                </c:pt>
                <c:pt idx="85517">
                  <c:v>0</c:v>
                </c:pt>
                <c:pt idx="85518">
                  <c:v>0</c:v>
                </c:pt>
                <c:pt idx="85519">
                  <c:v>0</c:v>
                </c:pt>
                <c:pt idx="85520">
                  <c:v>0</c:v>
                </c:pt>
                <c:pt idx="85521">
                  <c:v>0</c:v>
                </c:pt>
                <c:pt idx="85522">
                  <c:v>0</c:v>
                </c:pt>
                <c:pt idx="85523">
                  <c:v>0</c:v>
                </c:pt>
                <c:pt idx="85524">
                  <c:v>0</c:v>
                </c:pt>
                <c:pt idx="85525">
                  <c:v>0</c:v>
                </c:pt>
                <c:pt idx="85526">
                  <c:v>0</c:v>
                </c:pt>
                <c:pt idx="85527">
                  <c:v>0</c:v>
                </c:pt>
                <c:pt idx="85528">
                  <c:v>0</c:v>
                </c:pt>
                <c:pt idx="85529">
                  <c:v>0</c:v>
                </c:pt>
                <c:pt idx="85530">
                  <c:v>0</c:v>
                </c:pt>
                <c:pt idx="85531">
                  <c:v>0</c:v>
                </c:pt>
                <c:pt idx="85532">
                  <c:v>0</c:v>
                </c:pt>
                <c:pt idx="85533">
                  <c:v>0</c:v>
                </c:pt>
                <c:pt idx="85534">
                  <c:v>0</c:v>
                </c:pt>
                <c:pt idx="85535">
                  <c:v>0</c:v>
                </c:pt>
                <c:pt idx="85536">
                  <c:v>0</c:v>
                </c:pt>
                <c:pt idx="85537">
                  <c:v>0</c:v>
                </c:pt>
                <c:pt idx="85538">
                  <c:v>0</c:v>
                </c:pt>
                <c:pt idx="85539">
                  <c:v>0</c:v>
                </c:pt>
                <c:pt idx="85540">
                  <c:v>0</c:v>
                </c:pt>
                <c:pt idx="85541">
                  <c:v>0</c:v>
                </c:pt>
                <c:pt idx="85542">
                  <c:v>0</c:v>
                </c:pt>
                <c:pt idx="85543">
                  <c:v>0</c:v>
                </c:pt>
                <c:pt idx="85544">
                  <c:v>0</c:v>
                </c:pt>
                <c:pt idx="85545">
                  <c:v>0</c:v>
                </c:pt>
                <c:pt idx="85546">
                  <c:v>0</c:v>
                </c:pt>
                <c:pt idx="85547">
                  <c:v>0</c:v>
                </c:pt>
                <c:pt idx="85548">
                  <c:v>0</c:v>
                </c:pt>
                <c:pt idx="85549">
                  <c:v>0</c:v>
                </c:pt>
                <c:pt idx="85550">
                  <c:v>0</c:v>
                </c:pt>
                <c:pt idx="85551">
                  <c:v>0</c:v>
                </c:pt>
                <c:pt idx="85552">
                  <c:v>0</c:v>
                </c:pt>
                <c:pt idx="85553">
                  <c:v>0</c:v>
                </c:pt>
                <c:pt idx="85554">
                  <c:v>0</c:v>
                </c:pt>
                <c:pt idx="85555">
                  <c:v>0</c:v>
                </c:pt>
                <c:pt idx="85556">
                  <c:v>0</c:v>
                </c:pt>
                <c:pt idx="85557">
                  <c:v>0</c:v>
                </c:pt>
                <c:pt idx="85558">
                  <c:v>0</c:v>
                </c:pt>
                <c:pt idx="85559">
                  <c:v>0</c:v>
                </c:pt>
                <c:pt idx="85560">
                  <c:v>0</c:v>
                </c:pt>
                <c:pt idx="85561">
                  <c:v>0</c:v>
                </c:pt>
                <c:pt idx="85562">
                  <c:v>0</c:v>
                </c:pt>
                <c:pt idx="85563">
                  <c:v>0</c:v>
                </c:pt>
                <c:pt idx="85564">
                  <c:v>0</c:v>
                </c:pt>
                <c:pt idx="85565">
                  <c:v>0</c:v>
                </c:pt>
                <c:pt idx="85566">
                  <c:v>0</c:v>
                </c:pt>
                <c:pt idx="85567">
                  <c:v>0</c:v>
                </c:pt>
                <c:pt idx="85568">
                  <c:v>0</c:v>
                </c:pt>
                <c:pt idx="85569">
                  <c:v>0</c:v>
                </c:pt>
                <c:pt idx="85570">
                  <c:v>0</c:v>
                </c:pt>
                <c:pt idx="85571">
                  <c:v>0</c:v>
                </c:pt>
                <c:pt idx="85572">
                  <c:v>0</c:v>
                </c:pt>
                <c:pt idx="85573">
                  <c:v>0</c:v>
                </c:pt>
                <c:pt idx="85574">
                  <c:v>0</c:v>
                </c:pt>
                <c:pt idx="85575">
                  <c:v>0</c:v>
                </c:pt>
                <c:pt idx="85576">
                  <c:v>0</c:v>
                </c:pt>
                <c:pt idx="85577">
                  <c:v>0</c:v>
                </c:pt>
                <c:pt idx="85578">
                  <c:v>0</c:v>
                </c:pt>
                <c:pt idx="85579">
                  <c:v>0</c:v>
                </c:pt>
                <c:pt idx="85580">
                  <c:v>0</c:v>
                </c:pt>
                <c:pt idx="85581">
                  <c:v>0</c:v>
                </c:pt>
                <c:pt idx="85582">
                  <c:v>0</c:v>
                </c:pt>
                <c:pt idx="85583">
                  <c:v>0</c:v>
                </c:pt>
                <c:pt idx="85584">
                  <c:v>0</c:v>
                </c:pt>
                <c:pt idx="85585">
                  <c:v>0</c:v>
                </c:pt>
                <c:pt idx="85586">
                  <c:v>0</c:v>
                </c:pt>
                <c:pt idx="85587">
                  <c:v>0</c:v>
                </c:pt>
                <c:pt idx="85588">
                  <c:v>0</c:v>
                </c:pt>
                <c:pt idx="85589">
                  <c:v>0</c:v>
                </c:pt>
                <c:pt idx="85590">
                  <c:v>0</c:v>
                </c:pt>
                <c:pt idx="85591">
                  <c:v>0</c:v>
                </c:pt>
                <c:pt idx="85592">
                  <c:v>0</c:v>
                </c:pt>
                <c:pt idx="85593">
                  <c:v>0</c:v>
                </c:pt>
                <c:pt idx="85594">
                  <c:v>0</c:v>
                </c:pt>
                <c:pt idx="85595">
                  <c:v>0</c:v>
                </c:pt>
                <c:pt idx="85596">
                  <c:v>0</c:v>
                </c:pt>
                <c:pt idx="85597">
                  <c:v>0</c:v>
                </c:pt>
                <c:pt idx="85598">
                  <c:v>0</c:v>
                </c:pt>
                <c:pt idx="85599">
                  <c:v>0</c:v>
                </c:pt>
                <c:pt idx="85600">
                  <c:v>0</c:v>
                </c:pt>
                <c:pt idx="85601">
                  <c:v>0</c:v>
                </c:pt>
                <c:pt idx="85602">
                  <c:v>0</c:v>
                </c:pt>
                <c:pt idx="85603">
                  <c:v>0</c:v>
                </c:pt>
                <c:pt idx="85604">
                  <c:v>0</c:v>
                </c:pt>
                <c:pt idx="85605">
                  <c:v>0</c:v>
                </c:pt>
                <c:pt idx="85606">
                  <c:v>0</c:v>
                </c:pt>
                <c:pt idx="85607">
                  <c:v>0</c:v>
                </c:pt>
                <c:pt idx="85608">
                  <c:v>0</c:v>
                </c:pt>
                <c:pt idx="85609">
                  <c:v>0</c:v>
                </c:pt>
                <c:pt idx="85610">
                  <c:v>0</c:v>
                </c:pt>
                <c:pt idx="85611">
                  <c:v>0</c:v>
                </c:pt>
                <c:pt idx="85612">
                  <c:v>0</c:v>
                </c:pt>
                <c:pt idx="85613">
                  <c:v>0</c:v>
                </c:pt>
                <c:pt idx="85614">
                  <c:v>0</c:v>
                </c:pt>
                <c:pt idx="85615">
                  <c:v>0</c:v>
                </c:pt>
                <c:pt idx="85616">
                  <c:v>0</c:v>
                </c:pt>
                <c:pt idx="85617">
                  <c:v>0</c:v>
                </c:pt>
                <c:pt idx="85618">
                  <c:v>0</c:v>
                </c:pt>
                <c:pt idx="85619">
                  <c:v>0</c:v>
                </c:pt>
                <c:pt idx="85620">
                  <c:v>0</c:v>
                </c:pt>
                <c:pt idx="85621">
                  <c:v>0</c:v>
                </c:pt>
                <c:pt idx="85622">
                  <c:v>0</c:v>
                </c:pt>
                <c:pt idx="85623">
                  <c:v>0</c:v>
                </c:pt>
                <c:pt idx="85624">
                  <c:v>0</c:v>
                </c:pt>
                <c:pt idx="85625">
                  <c:v>0</c:v>
                </c:pt>
                <c:pt idx="85626">
                  <c:v>0</c:v>
                </c:pt>
                <c:pt idx="85627">
                  <c:v>0</c:v>
                </c:pt>
                <c:pt idx="85628">
                  <c:v>0</c:v>
                </c:pt>
                <c:pt idx="85629">
                  <c:v>0</c:v>
                </c:pt>
                <c:pt idx="85630">
                  <c:v>0</c:v>
                </c:pt>
                <c:pt idx="85631">
                  <c:v>0</c:v>
                </c:pt>
                <c:pt idx="85632">
                  <c:v>0</c:v>
                </c:pt>
                <c:pt idx="85633">
                  <c:v>0</c:v>
                </c:pt>
                <c:pt idx="85634">
                  <c:v>0</c:v>
                </c:pt>
                <c:pt idx="85635">
                  <c:v>0</c:v>
                </c:pt>
                <c:pt idx="85636">
                  <c:v>0</c:v>
                </c:pt>
                <c:pt idx="85637">
                  <c:v>0</c:v>
                </c:pt>
                <c:pt idx="85638">
                  <c:v>0</c:v>
                </c:pt>
                <c:pt idx="85639">
                  <c:v>0</c:v>
                </c:pt>
                <c:pt idx="85640">
                  <c:v>0</c:v>
                </c:pt>
                <c:pt idx="85641">
                  <c:v>0</c:v>
                </c:pt>
                <c:pt idx="85642">
                  <c:v>0</c:v>
                </c:pt>
                <c:pt idx="85643">
                  <c:v>0</c:v>
                </c:pt>
                <c:pt idx="85644">
                  <c:v>0</c:v>
                </c:pt>
                <c:pt idx="85645">
                  <c:v>0</c:v>
                </c:pt>
                <c:pt idx="85646">
                  <c:v>0</c:v>
                </c:pt>
                <c:pt idx="85647">
                  <c:v>0</c:v>
                </c:pt>
                <c:pt idx="85648">
                  <c:v>0</c:v>
                </c:pt>
                <c:pt idx="85649">
                  <c:v>0</c:v>
                </c:pt>
                <c:pt idx="85650">
                  <c:v>0</c:v>
                </c:pt>
                <c:pt idx="85651">
                  <c:v>0</c:v>
                </c:pt>
                <c:pt idx="85652">
                  <c:v>0</c:v>
                </c:pt>
                <c:pt idx="85653">
                  <c:v>0</c:v>
                </c:pt>
                <c:pt idx="85654">
                  <c:v>0</c:v>
                </c:pt>
                <c:pt idx="85655">
                  <c:v>0</c:v>
                </c:pt>
                <c:pt idx="85656">
                  <c:v>0</c:v>
                </c:pt>
                <c:pt idx="85657">
                  <c:v>0</c:v>
                </c:pt>
                <c:pt idx="85658">
                  <c:v>0</c:v>
                </c:pt>
                <c:pt idx="85659">
                  <c:v>0</c:v>
                </c:pt>
                <c:pt idx="85660">
                  <c:v>0</c:v>
                </c:pt>
                <c:pt idx="85661">
                  <c:v>0</c:v>
                </c:pt>
                <c:pt idx="85662">
                  <c:v>0</c:v>
                </c:pt>
                <c:pt idx="85663">
                  <c:v>0</c:v>
                </c:pt>
                <c:pt idx="85664">
                  <c:v>0</c:v>
                </c:pt>
                <c:pt idx="85665">
                  <c:v>0</c:v>
                </c:pt>
                <c:pt idx="85666">
                  <c:v>0</c:v>
                </c:pt>
                <c:pt idx="85667">
                  <c:v>0</c:v>
                </c:pt>
                <c:pt idx="85668">
                  <c:v>0</c:v>
                </c:pt>
                <c:pt idx="85669">
                  <c:v>0</c:v>
                </c:pt>
                <c:pt idx="85670">
                  <c:v>0</c:v>
                </c:pt>
                <c:pt idx="85671">
                  <c:v>0</c:v>
                </c:pt>
                <c:pt idx="85672">
                  <c:v>0</c:v>
                </c:pt>
                <c:pt idx="85673">
                  <c:v>0</c:v>
                </c:pt>
                <c:pt idx="85674">
                  <c:v>0</c:v>
                </c:pt>
                <c:pt idx="85675">
                  <c:v>0</c:v>
                </c:pt>
                <c:pt idx="85676">
                  <c:v>0</c:v>
                </c:pt>
                <c:pt idx="85677">
                  <c:v>0</c:v>
                </c:pt>
                <c:pt idx="85678">
                  <c:v>0</c:v>
                </c:pt>
                <c:pt idx="85679">
                  <c:v>0</c:v>
                </c:pt>
                <c:pt idx="85680">
                  <c:v>0</c:v>
                </c:pt>
                <c:pt idx="85681">
                  <c:v>0</c:v>
                </c:pt>
                <c:pt idx="85682">
                  <c:v>0</c:v>
                </c:pt>
                <c:pt idx="85683">
                  <c:v>0</c:v>
                </c:pt>
                <c:pt idx="85684">
                  <c:v>0</c:v>
                </c:pt>
                <c:pt idx="85685">
                  <c:v>0</c:v>
                </c:pt>
                <c:pt idx="85686">
                  <c:v>0</c:v>
                </c:pt>
                <c:pt idx="85687">
                  <c:v>0</c:v>
                </c:pt>
                <c:pt idx="85688">
                  <c:v>0</c:v>
                </c:pt>
                <c:pt idx="85689">
                  <c:v>0</c:v>
                </c:pt>
                <c:pt idx="85690">
                  <c:v>0</c:v>
                </c:pt>
                <c:pt idx="85691">
                  <c:v>0</c:v>
                </c:pt>
                <c:pt idx="85692">
                  <c:v>0</c:v>
                </c:pt>
                <c:pt idx="85693">
                  <c:v>0</c:v>
                </c:pt>
                <c:pt idx="85694">
                  <c:v>0</c:v>
                </c:pt>
                <c:pt idx="85695">
                  <c:v>0</c:v>
                </c:pt>
                <c:pt idx="85696">
                  <c:v>0</c:v>
                </c:pt>
                <c:pt idx="85697">
                  <c:v>0</c:v>
                </c:pt>
                <c:pt idx="85698">
                  <c:v>0</c:v>
                </c:pt>
                <c:pt idx="85699">
                  <c:v>0</c:v>
                </c:pt>
                <c:pt idx="85700">
                  <c:v>0</c:v>
                </c:pt>
                <c:pt idx="85701">
                  <c:v>0</c:v>
                </c:pt>
                <c:pt idx="85702">
                  <c:v>0</c:v>
                </c:pt>
                <c:pt idx="85703">
                  <c:v>0</c:v>
                </c:pt>
                <c:pt idx="85704">
                  <c:v>0</c:v>
                </c:pt>
                <c:pt idx="85705">
                  <c:v>0</c:v>
                </c:pt>
                <c:pt idx="85706">
                  <c:v>0</c:v>
                </c:pt>
                <c:pt idx="85707">
                  <c:v>0</c:v>
                </c:pt>
                <c:pt idx="85708">
                  <c:v>0</c:v>
                </c:pt>
                <c:pt idx="85709">
                  <c:v>0</c:v>
                </c:pt>
                <c:pt idx="85710">
                  <c:v>0</c:v>
                </c:pt>
                <c:pt idx="85711">
                  <c:v>0</c:v>
                </c:pt>
                <c:pt idx="85712">
                  <c:v>0</c:v>
                </c:pt>
                <c:pt idx="85713">
                  <c:v>0</c:v>
                </c:pt>
                <c:pt idx="85714">
                  <c:v>0</c:v>
                </c:pt>
                <c:pt idx="85715">
                  <c:v>0</c:v>
                </c:pt>
                <c:pt idx="85716">
                  <c:v>0</c:v>
                </c:pt>
                <c:pt idx="85717">
                  <c:v>0</c:v>
                </c:pt>
                <c:pt idx="85718">
                  <c:v>0</c:v>
                </c:pt>
                <c:pt idx="85719">
                  <c:v>0</c:v>
                </c:pt>
                <c:pt idx="85720">
                  <c:v>0</c:v>
                </c:pt>
                <c:pt idx="85721">
                  <c:v>0</c:v>
                </c:pt>
                <c:pt idx="85722">
                  <c:v>0</c:v>
                </c:pt>
                <c:pt idx="85723">
                  <c:v>0</c:v>
                </c:pt>
                <c:pt idx="85724">
                  <c:v>0</c:v>
                </c:pt>
                <c:pt idx="85725">
                  <c:v>0</c:v>
                </c:pt>
                <c:pt idx="85726">
                  <c:v>0</c:v>
                </c:pt>
                <c:pt idx="85727">
                  <c:v>0</c:v>
                </c:pt>
                <c:pt idx="85728">
                  <c:v>0</c:v>
                </c:pt>
                <c:pt idx="85729">
                  <c:v>0</c:v>
                </c:pt>
                <c:pt idx="85730">
                  <c:v>0</c:v>
                </c:pt>
                <c:pt idx="85731">
                  <c:v>0</c:v>
                </c:pt>
                <c:pt idx="85732">
                  <c:v>0</c:v>
                </c:pt>
                <c:pt idx="85733">
                  <c:v>0</c:v>
                </c:pt>
                <c:pt idx="85734">
                  <c:v>0</c:v>
                </c:pt>
                <c:pt idx="85735">
                  <c:v>0</c:v>
                </c:pt>
                <c:pt idx="85736">
                  <c:v>0</c:v>
                </c:pt>
                <c:pt idx="85737">
                  <c:v>0</c:v>
                </c:pt>
                <c:pt idx="85738">
                  <c:v>0</c:v>
                </c:pt>
                <c:pt idx="85739">
                  <c:v>0</c:v>
                </c:pt>
                <c:pt idx="85740">
                  <c:v>0</c:v>
                </c:pt>
                <c:pt idx="85741">
                  <c:v>0</c:v>
                </c:pt>
                <c:pt idx="85742">
                  <c:v>0</c:v>
                </c:pt>
                <c:pt idx="85743">
                  <c:v>0</c:v>
                </c:pt>
                <c:pt idx="85744">
                  <c:v>0</c:v>
                </c:pt>
                <c:pt idx="85745">
                  <c:v>0</c:v>
                </c:pt>
                <c:pt idx="85746">
                  <c:v>0</c:v>
                </c:pt>
                <c:pt idx="85747">
                  <c:v>0</c:v>
                </c:pt>
                <c:pt idx="85748">
                  <c:v>0</c:v>
                </c:pt>
                <c:pt idx="85749">
                  <c:v>0</c:v>
                </c:pt>
                <c:pt idx="85750">
                  <c:v>0</c:v>
                </c:pt>
                <c:pt idx="85751">
                  <c:v>0</c:v>
                </c:pt>
                <c:pt idx="85752">
                  <c:v>0</c:v>
                </c:pt>
                <c:pt idx="85753">
                  <c:v>0</c:v>
                </c:pt>
                <c:pt idx="85754">
                  <c:v>0</c:v>
                </c:pt>
                <c:pt idx="85755">
                  <c:v>0</c:v>
                </c:pt>
                <c:pt idx="85756">
                  <c:v>0</c:v>
                </c:pt>
                <c:pt idx="85757">
                  <c:v>0</c:v>
                </c:pt>
                <c:pt idx="85758">
                  <c:v>0</c:v>
                </c:pt>
                <c:pt idx="85759">
                  <c:v>0</c:v>
                </c:pt>
                <c:pt idx="85760">
                  <c:v>0</c:v>
                </c:pt>
                <c:pt idx="85761">
                  <c:v>0</c:v>
                </c:pt>
                <c:pt idx="85762">
                  <c:v>0</c:v>
                </c:pt>
                <c:pt idx="85763">
                  <c:v>0</c:v>
                </c:pt>
                <c:pt idx="85764">
                  <c:v>0</c:v>
                </c:pt>
                <c:pt idx="85765">
                  <c:v>0</c:v>
                </c:pt>
                <c:pt idx="85766">
                  <c:v>0</c:v>
                </c:pt>
                <c:pt idx="85767">
                  <c:v>0</c:v>
                </c:pt>
                <c:pt idx="85768">
                  <c:v>0</c:v>
                </c:pt>
                <c:pt idx="85769">
                  <c:v>0</c:v>
                </c:pt>
                <c:pt idx="85770">
                  <c:v>0</c:v>
                </c:pt>
                <c:pt idx="85771">
                  <c:v>0</c:v>
                </c:pt>
                <c:pt idx="85772">
                  <c:v>0</c:v>
                </c:pt>
                <c:pt idx="85773">
                  <c:v>0</c:v>
                </c:pt>
                <c:pt idx="85774">
                  <c:v>0</c:v>
                </c:pt>
                <c:pt idx="85775">
                  <c:v>0</c:v>
                </c:pt>
                <c:pt idx="85776">
                  <c:v>0</c:v>
                </c:pt>
                <c:pt idx="85777">
                  <c:v>0</c:v>
                </c:pt>
                <c:pt idx="85778">
                  <c:v>0</c:v>
                </c:pt>
                <c:pt idx="85779">
                  <c:v>0</c:v>
                </c:pt>
                <c:pt idx="85780">
                  <c:v>0</c:v>
                </c:pt>
                <c:pt idx="85781">
                  <c:v>0</c:v>
                </c:pt>
                <c:pt idx="85782">
                  <c:v>0</c:v>
                </c:pt>
                <c:pt idx="85783">
                  <c:v>0</c:v>
                </c:pt>
                <c:pt idx="85784">
                  <c:v>0</c:v>
                </c:pt>
                <c:pt idx="85785">
                  <c:v>0</c:v>
                </c:pt>
                <c:pt idx="85786">
                  <c:v>0</c:v>
                </c:pt>
                <c:pt idx="85787">
                  <c:v>0</c:v>
                </c:pt>
                <c:pt idx="85788">
                  <c:v>0</c:v>
                </c:pt>
                <c:pt idx="85789">
                  <c:v>0</c:v>
                </c:pt>
                <c:pt idx="85790">
                  <c:v>0</c:v>
                </c:pt>
                <c:pt idx="85791">
                  <c:v>0</c:v>
                </c:pt>
                <c:pt idx="85792">
                  <c:v>0</c:v>
                </c:pt>
                <c:pt idx="85793">
                  <c:v>0</c:v>
                </c:pt>
                <c:pt idx="85794">
                  <c:v>0</c:v>
                </c:pt>
                <c:pt idx="85795">
                  <c:v>0</c:v>
                </c:pt>
                <c:pt idx="85796">
                  <c:v>0</c:v>
                </c:pt>
                <c:pt idx="85797">
                  <c:v>0</c:v>
                </c:pt>
                <c:pt idx="85798">
                  <c:v>0</c:v>
                </c:pt>
                <c:pt idx="85799">
                  <c:v>0</c:v>
                </c:pt>
                <c:pt idx="85800">
                  <c:v>0</c:v>
                </c:pt>
                <c:pt idx="85801">
                  <c:v>0</c:v>
                </c:pt>
                <c:pt idx="85802">
                  <c:v>0</c:v>
                </c:pt>
                <c:pt idx="85803">
                  <c:v>0</c:v>
                </c:pt>
                <c:pt idx="85804">
                  <c:v>0</c:v>
                </c:pt>
                <c:pt idx="85805">
                  <c:v>0</c:v>
                </c:pt>
                <c:pt idx="85806">
                  <c:v>0</c:v>
                </c:pt>
                <c:pt idx="85807">
                  <c:v>0</c:v>
                </c:pt>
                <c:pt idx="85808">
                  <c:v>0</c:v>
                </c:pt>
                <c:pt idx="85809">
                  <c:v>0</c:v>
                </c:pt>
                <c:pt idx="85810">
                  <c:v>0</c:v>
                </c:pt>
                <c:pt idx="85811">
                  <c:v>0</c:v>
                </c:pt>
                <c:pt idx="85812">
                  <c:v>0</c:v>
                </c:pt>
                <c:pt idx="85813">
                  <c:v>0</c:v>
                </c:pt>
                <c:pt idx="85814">
                  <c:v>0</c:v>
                </c:pt>
                <c:pt idx="85815">
                  <c:v>0</c:v>
                </c:pt>
                <c:pt idx="85816">
                  <c:v>0</c:v>
                </c:pt>
                <c:pt idx="85817">
                  <c:v>0</c:v>
                </c:pt>
                <c:pt idx="85818">
                  <c:v>0</c:v>
                </c:pt>
                <c:pt idx="85819">
                  <c:v>0</c:v>
                </c:pt>
                <c:pt idx="85820">
                  <c:v>0</c:v>
                </c:pt>
                <c:pt idx="85821">
                  <c:v>0</c:v>
                </c:pt>
                <c:pt idx="85822">
                  <c:v>0</c:v>
                </c:pt>
                <c:pt idx="85823">
                  <c:v>0</c:v>
                </c:pt>
                <c:pt idx="85824">
                  <c:v>0</c:v>
                </c:pt>
                <c:pt idx="85825">
                  <c:v>0</c:v>
                </c:pt>
                <c:pt idx="85826">
                  <c:v>0</c:v>
                </c:pt>
                <c:pt idx="85827">
                  <c:v>0</c:v>
                </c:pt>
                <c:pt idx="85828">
                  <c:v>0</c:v>
                </c:pt>
                <c:pt idx="85829">
                  <c:v>0</c:v>
                </c:pt>
                <c:pt idx="85830">
                  <c:v>0</c:v>
                </c:pt>
                <c:pt idx="85831">
                  <c:v>0</c:v>
                </c:pt>
                <c:pt idx="85832">
                  <c:v>0</c:v>
                </c:pt>
                <c:pt idx="85833">
                  <c:v>0</c:v>
                </c:pt>
                <c:pt idx="85834">
                  <c:v>0</c:v>
                </c:pt>
                <c:pt idx="85835">
                  <c:v>0</c:v>
                </c:pt>
                <c:pt idx="85836">
                  <c:v>0</c:v>
                </c:pt>
                <c:pt idx="85837">
                  <c:v>0</c:v>
                </c:pt>
                <c:pt idx="85838">
                  <c:v>0</c:v>
                </c:pt>
                <c:pt idx="85839">
                  <c:v>0</c:v>
                </c:pt>
                <c:pt idx="85840">
                  <c:v>0</c:v>
                </c:pt>
                <c:pt idx="85841">
                  <c:v>0</c:v>
                </c:pt>
                <c:pt idx="85842">
                  <c:v>0</c:v>
                </c:pt>
                <c:pt idx="85843">
                  <c:v>0</c:v>
                </c:pt>
                <c:pt idx="85844">
                  <c:v>0</c:v>
                </c:pt>
                <c:pt idx="85845">
                  <c:v>0</c:v>
                </c:pt>
                <c:pt idx="85846">
                  <c:v>0</c:v>
                </c:pt>
                <c:pt idx="85847">
                  <c:v>0</c:v>
                </c:pt>
                <c:pt idx="85848">
                  <c:v>0</c:v>
                </c:pt>
                <c:pt idx="85849">
                  <c:v>0</c:v>
                </c:pt>
                <c:pt idx="85850">
                  <c:v>0</c:v>
                </c:pt>
                <c:pt idx="85851">
                  <c:v>0</c:v>
                </c:pt>
                <c:pt idx="85852">
                  <c:v>0</c:v>
                </c:pt>
                <c:pt idx="85853">
                  <c:v>0</c:v>
                </c:pt>
                <c:pt idx="85854">
                  <c:v>0</c:v>
                </c:pt>
                <c:pt idx="85855">
                  <c:v>0</c:v>
                </c:pt>
                <c:pt idx="85856">
                  <c:v>0</c:v>
                </c:pt>
                <c:pt idx="85857">
                  <c:v>0</c:v>
                </c:pt>
                <c:pt idx="85858">
                  <c:v>0</c:v>
                </c:pt>
                <c:pt idx="85859">
                  <c:v>0</c:v>
                </c:pt>
                <c:pt idx="85860">
                  <c:v>0</c:v>
                </c:pt>
                <c:pt idx="85861">
                  <c:v>0</c:v>
                </c:pt>
                <c:pt idx="85862">
                  <c:v>0</c:v>
                </c:pt>
                <c:pt idx="85863">
                  <c:v>0</c:v>
                </c:pt>
                <c:pt idx="85864">
                  <c:v>0</c:v>
                </c:pt>
                <c:pt idx="85865">
                  <c:v>0</c:v>
                </c:pt>
                <c:pt idx="85866">
                  <c:v>0</c:v>
                </c:pt>
                <c:pt idx="85867">
                  <c:v>0</c:v>
                </c:pt>
                <c:pt idx="85868">
                  <c:v>0</c:v>
                </c:pt>
                <c:pt idx="85869">
                  <c:v>0</c:v>
                </c:pt>
                <c:pt idx="85870">
                  <c:v>0</c:v>
                </c:pt>
                <c:pt idx="85871">
                  <c:v>0</c:v>
                </c:pt>
                <c:pt idx="85872">
                  <c:v>0</c:v>
                </c:pt>
                <c:pt idx="85873">
                  <c:v>0</c:v>
                </c:pt>
                <c:pt idx="85874">
                  <c:v>0</c:v>
                </c:pt>
                <c:pt idx="85875">
                  <c:v>0</c:v>
                </c:pt>
                <c:pt idx="85876">
                  <c:v>0</c:v>
                </c:pt>
                <c:pt idx="85877">
                  <c:v>0</c:v>
                </c:pt>
                <c:pt idx="85878">
                  <c:v>0</c:v>
                </c:pt>
                <c:pt idx="85879">
                  <c:v>0</c:v>
                </c:pt>
                <c:pt idx="85880">
                  <c:v>0</c:v>
                </c:pt>
                <c:pt idx="85881">
                  <c:v>0</c:v>
                </c:pt>
                <c:pt idx="85882">
                  <c:v>0</c:v>
                </c:pt>
                <c:pt idx="85883">
                  <c:v>0</c:v>
                </c:pt>
                <c:pt idx="85884">
                  <c:v>0</c:v>
                </c:pt>
                <c:pt idx="85885">
                  <c:v>0</c:v>
                </c:pt>
                <c:pt idx="85886">
                  <c:v>0</c:v>
                </c:pt>
                <c:pt idx="85887">
                  <c:v>0</c:v>
                </c:pt>
                <c:pt idx="85888">
                  <c:v>0</c:v>
                </c:pt>
                <c:pt idx="85889">
                  <c:v>0</c:v>
                </c:pt>
                <c:pt idx="85890">
                  <c:v>0</c:v>
                </c:pt>
                <c:pt idx="85891">
                  <c:v>0</c:v>
                </c:pt>
                <c:pt idx="85892">
                  <c:v>0</c:v>
                </c:pt>
                <c:pt idx="85893">
                  <c:v>0</c:v>
                </c:pt>
                <c:pt idx="85894">
                  <c:v>0</c:v>
                </c:pt>
                <c:pt idx="85895">
                  <c:v>0</c:v>
                </c:pt>
                <c:pt idx="85896">
                  <c:v>0</c:v>
                </c:pt>
                <c:pt idx="85897">
                  <c:v>0</c:v>
                </c:pt>
                <c:pt idx="85898">
                  <c:v>0</c:v>
                </c:pt>
                <c:pt idx="85899">
                  <c:v>0</c:v>
                </c:pt>
                <c:pt idx="85900">
                  <c:v>0</c:v>
                </c:pt>
                <c:pt idx="85901">
                  <c:v>0</c:v>
                </c:pt>
                <c:pt idx="85902">
                  <c:v>0</c:v>
                </c:pt>
                <c:pt idx="85903">
                  <c:v>0</c:v>
                </c:pt>
                <c:pt idx="85904">
                  <c:v>0</c:v>
                </c:pt>
                <c:pt idx="85905">
                  <c:v>0</c:v>
                </c:pt>
                <c:pt idx="85906">
                  <c:v>0</c:v>
                </c:pt>
                <c:pt idx="85907">
                  <c:v>0</c:v>
                </c:pt>
                <c:pt idx="85908">
                  <c:v>0</c:v>
                </c:pt>
                <c:pt idx="85909">
                  <c:v>0</c:v>
                </c:pt>
                <c:pt idx="85910">
                  <c:v>0</c:v>
                </c:pt>
                <c:pt idx="85911">
                  <c:v>0</c:v>
                </c:pt>
                <c:pt idx="85912">
                  <c:v>0</c:v>
                </c:pt>
                <c:pt idx="85913">
                  <c:v>0</c:v>
                </c:pt>
                <c:pt idx="85914">
                  <c:v>0</c:v>
                </c:pt>
                <c:pt idx="85915">
                  <c:v>0</c:v>
                </c:pt>
                <c:pt idx="85916">
                  <c:v>0</c:v>
                </c:pt>
                <c:pt idx="85917">
                  <c:v>0</c:v>
                </c:pt>
                <c:pt idx="85918">
                  <c:v>0</c:v>
                </c:pt>
                <c:pt idx="85919">
                  <c:v>0</c:v>
                </c:pt>
                <c:pt idx="85920">
                  <c:v>0</c:v>
                </c:pt>
                <c:pt idx="85921">
                  <c:v>0</c:v>
                </c:pt>
                <c:pt idx="85922">
                  <c:v>0</c:v>
                </c:pt>
                <c:pt idx="85923">
                  <c:v>0</c:v>
                </c:pt>
                <c:pt idx="85924">
                  <c:v>0</c:v>
                </c:pt>
                <c:pt idx="85925">
                  <c:v>0</c:v>
                </c:pt>
                <c:pt idx="85926">
                  <c:v>0</c:v>
                </c:pt>
                <c:pt idx="85927">
                  <c:v>0</c:v>
                </c:pt>
                <c:pt idx="85928">
                  <c:v>0</c:v>
                </c:pt>
                <c:pt idx="85929">
                  <c:v>0</c:v>
                </c:pt>
                <c:pt idx="85930">
                  <c:v>0</c:v>
                </c:pt>
                <c:pt idx="85931">
                  <c:v>0</c:v>
                </c:pt>
                <c:pt idx="85932">
                  <c:v>0</c:v>
                </c:pt>
                <c:pt idx="85933">
                  <c:v>0</c:v>
                </c:pt>
                <c:pt idx="85934">
                  <c:v>0</c:v>
                </c:pt>
                <c:pt idx="85935">
                  <c:v>0</c:v>
                </c:pt>
                <c:pt idx="85936">
                  <c:v>0</c:v>
                </c:pt>
                <c:pt idx="85937">
                  <c:v>0</c:v>
                </c:pt>
                <c:pt idx="85938">
                  <c:v>0</c:v>
                </c:pt>
                <c:pt idx="85939">
                  <c:v>0</c:v>
                </c:pt>
                <c:pt idx="85940">
                  <c:v>0</c:v>
                </c:pt>
                <c:pt idx="85941">
                  <c:v>0</c:v>
                </c:pt>
                <c:pt idx="85942">
                  <c:v>0</c:v>
                </c:pt>
                <c:pt idx="85943">
                  <c:v>0</c:v>
                </c:pt>
                <c:pt idx="85944">
                  <c:v>0</c:v>
                </c:pt>
                <c:pt idx="85945">
                  <c:v>0</c:v>
                </c:pt>
                <c:pt idx="85946">
                  <c:v>0</c:v>
                </c:pt>
                <c:pt idx="85947">
                  <c:v>0</c:v>
                </c:pt>
                <c:pt idx="85948">
                  <c:v>0</c:v>
                </c:pt>
                <c:pt idx="85949">
                  <c:v>0</c:v>
                </c:pt>
                <c:pt idx="85950">
                  <c:v>0</c:v>
                </c:pt>
                <c:pt idx="85951">
                  <c:v>0</c:v>
                </c:pt>
                <c:pt idx="85952">
                  <c:v>0</c:v>
                </c:pt>
                <c:pt idx="85953">
                  <c:v>0</c:v>
                </c:pt>
                <c:pt idx="85954">
                  <c:v>0</c:v>
                </c:pt>
                <c:pt idx="85955">
                  <c:v>0</c:v>
                </c:pt>
                <c:pt idx="85956">
                  <c:v>0</c:v>
                </c:pt>
                <c:pt idx="85957">
                  <c:v>0</c:v>
                </c:pt>
                <c:pt idx="85958">
                  <c:v>0</c:v>
                </c:pt>
                <c:pt idx="85959">
                  <c:v>0</c:v>
                </c:pt>
                <c:pt idx="85960">
                  <c:v>0</c:v>
                </c:pt>
                <c:pt idx="85961">
                  <c:v>0</c:v>
                </c:pt>
                <c:pt idx="85962">
                  <c:v>0</c:v>
                </c:pt>
                <c:pt idx="85963">
                  <c:v>0</c:v>
                </c:pt>
                <c:pt idx="85964">
                  <c:v>0</c:v>
                </c:pt>
                <c:pt idx="85965">
                  <c:v>0</c:v>
                </c:pt>
                <c:pt idx="85966">
                  <c:v>0</c:v>
                </c:pt>
                <c:pt idx="85967">
                  <c:v>0</c:v>
                </c:pt>
                <c:pt idx="85968">
                  <c:v>0</c:v>
                </c:pt>
                <c:pt idx="85969">
                  <c:v>0</c:v>
                </c:pt>
                <c:pt idx="85970">
                  <c:v>0</c:v>
                </c:pt>
                <c:pt idx="85971">
                  <c:v>0</c:v>
                </c:pt>
                <c:pt idx="85972">
                  <c:v>0</c:v>
                </c:pt>
                <c:pt idx="85973">
                  <c:v>0</c:v>
                </c:pt>
                <c:pt idx="85974">
                  <c:v>0</c:v>
                </c:pt>
                <c:pt idx="85975">
                  <c:v>0</c:v>
                </c:pt>
                <c:pt idx="85976">
                  <c:v>0</c:v>
                </c:pt>
                <c:pt idx="85977">
                  <c:v>0</c:v>
                </c:pt>
                <c:pt idx="85978">
                  <c:v>0</c:v>
                </c:pt>
                <c:pt idx="85979">
                  <c:v>0</c:v>
                </c:pt>
                <c:pt idx="85980">
                  <c:v>0</c:v>
                </c:pt>
                <c:pt idx="85981">
                  <c:v>0</c:v>
                </c:pt>
                <c:pt idx="85982">
                  <c:v>0</c:v>
                </c:pt>
                <c:pt idx="85983">
                  <c:v>0</c:v>
                </c:pt>
                <c:pt idx="85984">
                  <c:v>0</c:v>
                </c:pt>
                <c:pt idx="85985">
                  <c:v>0</c:v>
                </c:pt>
                <c:pt idx="85986">
                  <c:v>0</c:v>
                </c:pt>
                <c:pt idx="85987">
                  <c:v>0</c:v>
                </c:pt>
                <c:pt idx="85988">
                  <c:v>0</c:v>
                </c:pt>
                <c:pt idx="85989">
                  <c:v>0</c:v>
                </c:pt>
                <c:pt idx="85990">
                  <c:v>0</c:v>
                </c:pt>
                <c:pt idx="85991">
                  <c:v>0</c:v>
                </c:pt>
                <c:pt idx="85992">
                  <c:v>0</c:v>
                </c:pt>
                <c:pt idx="85993">
                  <c:v>0</c:v>
                </c:pt>
                <c:pt idx="85994">
                  <c:v>0</c:v>
                </c:pt>
                <c:pt idx="85995">
                  <c:v>0</c:v>
                </c:pt>
                <c:pt idx="85996">
                  <c:v>0</c:v>
                </c:pt>
                <c:pt idx="85997">
                  <c:v>0</c:v>
                </c:pt>
                <c:pt idx="85998">
                  <c:v>0</c:v>
                </c:pt>
                <c:pt idx="85999">
                  <c:v>0</c:v>
                </c:pt>
                <c:pt idx="86000">
                  <c:v>0</c:v>
                </c:pt>
                <c:pt idx="86001">
                  <c:v>0</c:v>
                </c:pt>
                <c:pt idx="86002">
                  <c:v>0</c:v>
                </c:pt>
                <c:pt idx="86003">
                  <c:v>0</c:v>
                </c:pt>
                <c:pt idx="86004">
                  <c:v>0</c:v>
                </c:pt>
                <c:pt idx="86005">
                  <c:v>0</c:v>
                </c:pt>
                <c:pt idx="86006">
                  <c:v>0</c:v>
                </c:pt>
                <c:pt idx="86007">
                  <c:v>0</c:v>
                </c:pt>
                <c:pt idx="86008">
                  <c:v>0</c:v>
                </c:pt>
                <c:pt idx="86009">
                  <c:v>0</c:v>
                </c:pt>
                <c:pt idx="86010">
                  <c:v>0</c:v>
                </c:pt>
                <c:pt idx="86011">
                  <c:v>0</c:v>
                </c:pt>
                <c:pt idx="86012">
                  <c:v>0</c:v>
                </c:pt>
                <c:pt idx="86013">
                  <c:v>0</c:v>
                </c:pt>
                <c:pt idx="86014">
                  <c:v>0</c:v>
                </c:pt>
                <c:pt idx="86015">
                  <c:v>0</c:v>
                </c:pt>
                <c:pt idx="86016">
                  <c:v>0</c:v>
                </c:pt>
                <c:pt idx="86017">
                  <c:v>0</c:v>
                </c:pt>
                <c:pt idx="86018">
                  <c:v>0</c:v>
                </c:pt>
                <c:pt idx="86019">
                  <c:v>0</c:v>
                </c:pt>
                <c:pt idx="86020">
                  <c:v>0</c:v>
                </c:pt>
                <c:pt idx="86021">
                  <c:v>0</c:v>
                </c:pt>
                <c:pt idx="86022">
                  <c:v>0</c:v>
                </c:pt>
                <c:pt idx="86023">
                  <c:v>0</c:v>
                </c:pt>
                <c:pt idx="86024">
                  <c:v>0</c:v>
                </c:pt>
                <c:pt idx="86025">
                  <c:v>0</c:v>
                </c:pt>
                <c:pt idx="86026">
                  <c:v>0</c:v>
                </c:pt>
                <c:pt idx="86027">
                  <c:v>0</c:v>
                </c:pt>
                <c:pt idx="86028">
                  <c:v>0</c:v>
                </c:pt>
                <c:pt idx="86029">
                  <c:v>0</c:v>
                </c:pt>
                <c:pt idx="86030">
                  <c:v>0</c:v>
                </c:pt>
                <c:pt idx="86031">
                  <c:v>0</c:v>
                </c:pt>
                <c:pt idx="86032">
                  <c:v>0</c:v>
                </c:pt>
                <c:pt idx="86033">
                  <c:v>0</c:v>
                </c:pt>
                <c:pt idx="86034">
                  <c:v>0</c:v>
                </c:pt>
                <c:pt idx="86035">
                  <c:v>0</c:v>
                </c:pt>
                <c:pt idx="86036">
                  <c:v>0</c:v>
                </c:pt>
                <c:pt idx="86037">
                  <c:v>0</c:v>
                </c:pt>
                <c:pt idx="86038">
                  <c:v>0</c:v>
                </c:pt>
                <c:pt idx="86039">
                  <c:v>0</c:v>
                </c:pt>
                <c:pt idx="86040">
                  <c:v>0</c:v>
                </c:pt>
                <c:pt idx="86041">
                  <c:v>0</c:v>
                </c:pt>
                <c:pt idx="86042">
                  <c:v>0</c:v>
                </c:pt>
                <c:pt idx="86043">
                  <c:v>0</c:v>
                </c:pt>
                <c:pt idx="86044">
                  <c:v>0</c:v>
                </c:pt>
                <c:pt idx="86045">
                  <c:v>0</c:v>
                </c:pt>
                <c:pt idx="86046">
                  <c:v>0</c:v>
                </c:pt>
                <c:pt idx="86047">
                  <c:v>0</c:v>
                </c:pt>
                <c:pt idx="86048">
                  <c:v>0</c:v>
                </c:pt>
                <c:pt idx="86049">
                  <c:v>0</c:v>
                </c:pt>
                <c:pt idx="86050">
                  <c:v>0</c:v>
                </c:pt>
                <c:pt idx="86051">
                  <c:v>0</c:v>
                </c:pt>
                <c:pt idx="86052">
                  <c:v>0</c:v>
                </c:pt>
                <c:pt idx="86053">
                  <c:v>0</c:v>
                </c:pt>
                <c:pt idx="86054">
                  <c:v>0</c:v>
                </c:pt>
                <c:pt idx="86055">
                  <c:v>0</c:v>
                </c:pt>
                <c:pt idx="86056">
                  <c:v>0</c:v>
                </c:pt>
                <c:pt idx="86057">
                  <c:v>0</c:v>
                </c:pt>
                <c:pt idx="86058">
                  <c:v>0</c:v>
                </c:pt>
                <c:pt idx="86059">
                  <c:v>0</c:v>
                </c:pt>
                <c:pt idx="86060">
                  <c:v>0</c:v>
                </c:pt>
                <c:pt idx="86061">
                  <c:v>0</c:v>
                </c:pt>
                <c:pt idx="86062">
                  <c:v>0</c:v>
                </c:pt>
                <c:pt idx="86063">
                  <c:v>0</c:v>
                </c:pt>
                <c:pt idx="86064">
                  <c:v>0</c:v>
                </c:pt>
                <c:pt idx="86065">
                  <c:v>0</c:v>
                </c:pt>
                <c:pt idx="86066">
                  <c:v>0</c:v>
                </c:pt>
                <c:pt idx="86067">
                  <c:v>0</c:v>
                </c:pt>
                <c:pt idx="86068">
                  <c:v>0</c:v>
                </c:pt>
                <c:pt idx="86069">
                  <c:v>0</c:v>
                </c:pt>
                <c:pt idx="86070">
                  <c:v>0</c:v>
                </c:pt>
                <c:pt idx="86071">
                  <c:v>0</c:v>
                </c:pt>
                <c:pt idx="86072">
                  <c:v>0</c:v>
                </c:pt>
                <c:pt idx="86073">
                  <c:v>0</c:v>
                </c:pt>
                <c:pt idx="86074">
                  <c:v>0</c:v>
                </c:pt>
                <c:pt idx="86075">
                  <c:v>0</c:v>
                </c:pt>
                <c:pt idx="86076">
                  <c:v>0</c:v>
                </c:pt>
                <c:pt idx="86077">
                  <c:v>0</c:v>
                </c:pt>
                <c:pt idx="86078">
                  <c:v>0</c:v>
                </c:pt>
                <c:pt idx="86079">
                  <c:v>0</c:v>
                </c:pt>
                <c:pt idx="86080">
                  <c:v>0</c:v>
                </c:pt>
                <c:pt idx="86081">
                  <c:v>0</c:v>
                </c:pt>
                <c:pt idx="86082">
                  <c:v>0</c:v>
                </c:pt>
                <c:pt idx="86083">
                  <c:v>0</c:v>
                </c:pt>
                <c:pt idx="86084">
                  <c:v>0</c:v>
                </c:pt>
                <c:pt idx="86085">
                  <c:v>0</c:v>
                </c:pt>
                <c:pt idx="86086">
                  <c:v>0</c:v>
                </c:pt>
                <c:pt idx="86087">
                  <c:v>0</c:v>
                </c:pt>
                <c:pt idx="86088">
                  <c:v>0</c:v>
                </c:pt>
                <c:pt idx="86089">
                  <c:v>0</c:v>
                </c:pt>
                <c:pt idx="86090">
                  <c:v>0</c:v>
                </c:pt>
                <c:pt idx="86091">
                  <c:v>0</c:v>
                </c:pt>
                <c:pt idx="86092">
                  <c:v>0</c:v>
                </c:pt>
                <c:pt idx="86093">
                  <c:v>0</c:v>
                </c:pt>
                <c:pt idx="86094">
                  <c:v>0</c:v>
                </c:pt>
                <c:pt idx="86095">
                  <c:v>0</c:v>
                </c:pt>
                <c:pt idx="86096">
                  <c:v>0</c:v>
                </c:pt>
                <c:pt idx="86097">
                  <c:v>0</c:v>
                </c:pt>
                <c:pt idx="86098">
                  <c:v>0</c:v>
                </c:pt>
                <c:pt idx="86099">
                  <c:v>0</c:v>
                </c:pt>
                <c:pt idx="86100">
                  <c:v>0</c:v>
                </c:pt>
                <c:pt idx="86101">
                  <c:v>0</c:v>
                </c:pt>
                <c:pt idx="86102">
                  <c:v>0</c:v>
                </c:pt>
                <c:pt idx="86103">
                  <c:v>0</c:v>
                </c:pt>
                <c:pt idx="86104">
                  <c:v>0</c:v>
                </c:pt>
                <c:pt idx="86105">
                  <c:v>0</c:v>
                </c:pt>
                <c:pt idx="86106">
                  <c:v>0</c:v>
                </c:pt>
                <c:pt idx="86107">
                  <c:v>0</c:v>
                </c:pt>
                <c:pt idx="86108">
                  <c:v>0</c:v>
                </c:pt>
                <c:pt idx="86109">
                  <c:v>0</c:v>
                </c:pt>
                <c:pt idx="86110">
                  <c:v>0</c:v>
                </c:pt>
                <c:pt idx="86111">
                  <c:v>0</c:v>
                </c:pt>
                <c:pt idx="86112">
                  <c:v>0</c:v>
                </c:pt>
                <c:pt idx="86113">
                  <c:v>0</c:v>
                </c:pt>
                <c:pt idx="86114">
                  <c:v>0</c:v>
                </c:pt>
                <c:pt idx="86115">
                  <c:v>0</c:v>
                </c:pt>
                <c:pt idx="86116">
                  <c:v>0</c:v>
                </c:pt>
                <c:pt idx="86117">
                  <c:v>0</c:v>
                </c:pt>
                <c:pt idx="86118">
                  <c:v>0</c:v>
                </c:pt>
                <c:pt idx="86119">
                  <c:v>0</c:v>
                </c:pt>
                <c:pt idx="86120">
                  <c:v>0</c:v>
                </c:pt>
                <c:pt idx="86121">
                  <c:v>0</c:v>
                </c:pt>
                <c:pt idx="86122">
                  <c:v>0</c:v>
                </c:pt>
                <c:pt idx="86123">
                  <c:v>0</c:v>
                </c:pt>
                <c:pt idx="86124">
                  <c:v>0</c:v>
                </c:pt>
                <c:pt idx="86125">
                  <c:v>0</c:v>
                </c:pt>
                <c:pt idx="86126">
                  <c:v>0</c:v>
                </c:pt>
                <c:pt idx="86127">
                  <c:v>0</c:v>
                </c:pt>
                <c:pt idx="86128">
                  <c:v>0</c:v>
                </c:pt>
                <c:pt idx="86129">
                  <c:v>0</c:v>
                </c:pt>
                <c:pt idx="86130">
                  <c:v>0</c:v>
                </c:pt>
                <c:pt idx="86131">
                  <c:v>0</c:v>
                </c:pt>
                <c:pt idx="86132">
                  <c:v>0</c:v>
                </c:pt>
                <c:pt idx="86133">
                  <c:v>0</c:v>
                </c:pt>
                <c:pt idx="86134">
                  <c:v>0</c:v>
                </c:pt>
                <c:pt idx="86135">
                  <c:v>0</c:v>
                </c:pt>
                <c:pt idx="86136">
                  <c:v>0</c:v>
                </c:pt>
                <c:pt idx="86137">
                  <c:v>0</c:v>
                </c:pt>
                <c:pt idx="86138">
                  <c:v>0</c:v>
                </c:pt>
                <c:pt idx="86139">
                  <c:v>0</c:v>
                </c:pt>
                <c:pt idx="86140">
                  <c:v>0</c:v>
                </c:pt>
                <c:pt idx="86141">
                  <c:v>0</c:v>
                </c:pt>
                <c:pt idx="86142">
                  <c:v>0</c:v>
                </c:pt>
                <c:pt idx="86143">
                  <c:v>0</c:v>
                </c:pt>
                <c:pt idx="86144">
                  <c:v>0</c:v>
                </c:pt>
                <c:pt idx="86145">
                  <c:v>0</c:v>
                </c:pt>
                <c:pt idx="86146">
                  <c:v>0</c:v>
                </c:pt>
                <c:pt idx="86147">
                  <c:v>0</c:v>
                </c:pt>
                <c:pt idx="86148">
                  <c:v>0</c:v>
                </c:pt>
                <c:pt idx="86149">
                  <c:v>0</c:v>
                </c:pt>
                <c:pt idx="86150">
                  <c:v>0</c:v>
                </c:pt>
                <c:pt idx="86151">
                  <c:v>0</c:v>
                </c:pt>
                <c:pt idx="86152">
                  <c:v>0</c:v>
                </c:pt>
                <c:pt idx="86153">
                  <c:v>0</c:v>
                </c:pt>
                <c:pt idx="86154">
                  <c:v>0</c:v>
                </c:pt>
                <c:pt idx="86155">
                  <c:v>0</c:v>
                </c:pt>
                <c:pt idx="86156">
                  <c:v>0</c:v>
                </c:pt>
                <c:pt idx="86157">
                  <c:v>0</c:v>
                </c:pt>
                <c:pt idx="86158">
                  <c:v>0</c:v>
                </c:pt>
                <c:pt idx="86159">
                  <c:v>0</c:v>
                </c:pt>
                <c:pt idx="86160">
                  <c:v>0</c:v>
                </c:pt>
                <c:pt idx="86161">
                  <c:v>0</c:v>
                </c:pt>
                <c:pt idx="86162">
                  <c:v>0</c:v>
                </c:pt>
                <c:pt idx="86163">
                  <c:v>0</c:v>
                </c:pt>
                <c:pt idx="86164">
                  <c:v>0</c:v>
                </c:pt>
                <c:pt idx="86165">
                  <c:v>0</c:v>
                </c:pt>
                <c:pt idx="86166">
                  <c:v>0</c:v>
                </c:pt>
                <c:pt idx="86167">
                  <c:v>0</c:v>
                </c:pt>
                <c:pt idx="86168">
                  <c:v>0</c:v>
                </c:pt>
                <c:pt idx="86169">
                  <c:v>0</c:v>
                </c:pt>
                <c:pt idx="86170">
                  <c:v>0</c:v>
                </c:pt>
                <c:pt idx="86171">
                  <c:v>0</c:v>
                </c:pt>
                <c:pt idx="86172">
                  <c:v>0</c:v>
                </c:pt>
                <c:pt idx="86173">
                  <c:v>0</c:v>
                </c:pt>
                <c:pt idx="86174">
                  <c:v>0</c:v>
                </c:pt>
                <c:pt idx="86175">
                  <c:v>0</c:v>
                </c:pt>
                <c:pt idx="86176">
                  <c:v>0</c:v>
                </c:pt>
                <c:pt idx="86177">
                  <c:v>0</c:v>
                </c:pt>
                <c:pt idx="86178">
                  <c:v>0</c:v>
                </c:pt>
                <c:pt idx="86179">
                  <c:v>0</c:v>
                </c:pt>
                <c:pt idx="86180">
                  <c:v>0</c:v>
                </c:pt>
                <c:pt idx="86181">
                  <c:v>0</c:v>
                </c:pt>
                <c:pt idx="86182">
                  <c:v>0</c:v>
                </c:pt>
                <c:pt idx="86183">
                  <c:v>0</c:v>
                </c:pt>
                <c:pt idx="86184">
                  <c:v>0</c:v>
                </c:pt>
                <c:pt idx="86185">
                  <c:v>0</c:v>
                </c:pt>
                <c:pt idx="86186">
                  <c:v>0</c:v>
                </c:pt>
                <c:pt idx="86187">
                  <c:v>0</c:v>
                </c:pt>
                <c:pt idx="86188">
                  <c:v>0</c:v>
                </c:pt>
                <c:pt idx="86189">
                  <c:v>0</c:v>
                </c:pt>
                <c:pt idx="86190">
                  <c:v>0</c:v>
                </c:pt>
                <c:pt idx="86191">
                  <c:v>0</c:v>
                </c:pt>
                <c:pt idx="86192">
                  <c:v>0</c:v>
                </c:pt>
                <c:pt idx="86193">
                  <c:v>0</c:v>
                </c:pt>
                <c:pt idx="86194">
                  <c:v>0</c:v>
                </c:pt>
                <c:pt idx="86195">
                  <c:v>0</c:v>
                </c:pt>
                <c:pt idx="86196">
                  <c:v>0</c:v>
                </c:pt>
                <c:pt idx="86197">
                  <c:v>0</c:v>
                </c:pt>
                <c:pt idx="86198">
                  <c:v>0</c:v>
                </c:pt>
                <c:pt idx="86199">
                  <c:v>0</c:v>
                </c:pt>
                <c:pt idx="86200">
                  <c:v>0</c:v>
                </c:pt>
                <c:pt idx="86201">
                  <c:v>0</c:v>
                </c:pt>
                <c:pt idx="86202">
                  <c:v>0</c:v>
                </c:pt>
                <c:pt idx="86203">
                  <c:v>0</c:v>
                </c:pt>
                <c:pt idx="86204">
                  <c:v>0</c:v>
                </c:pt>
                <c:pt idx="86205">
                  <c:v>0</c:v>
                </c:pt>
                <c:pt idx="86206">
                  <c:v>0</c:v>
                </c:pt>
                <c:pt idx="86207">
                  <c:v>0</c:v>
                </c:pt>
                <c:pt idx="86208">
                  <c:v>0</c:v>
                </c:pt>
                <c:pt idx="86209">
                  <c:v>0</c:v>
                </c:pt>
                <c:pt idx="86210">
                  <c:v>0</c:v>
                </c:pt>
                <c:pt idx="86211">
                  <c:v>0</c:v>
                </c:pt>
                <c:pt idx="86212">
                  <c:v>0</c:v>
                </c:pt>
                <c:pt idx="86213">
                  <c:v>0</c:v>
                </c:pt>
                <c:pt idx="86214">
                  <c:v>0</c:v>
                </c:pt>
                <c:pt idx="86215">
                  <c:v>0</c:v>
                </c:pt>
                <c:pt idx="86216">
                  <c:v>0</c:v>
                </c:pt>
                <c:pt idx="86217">
                  <c:v>0</c:v>
                </c:pt>
                <c:pt idx="86218">
                  <c:v>0</c:v>
                </c:pt>
                <c:pt idx="86219">
                  <c:v>0</c:v>
                </c:pt>
                <c:pt idx="86220">
                  <c:v>0</c:v>
                </c:pt>
                <c:pt idx="86221">
                  <c:v>0</c:v>
                </c:pt>
                <c:pt idx="86222">
                  <c:v>0</c:v>
                </c:pt>
                <c:pt idx="86223">
                  <c:v>0</c:v>
                </c:pt>
                <c:pt idx="86224">
                  <c:v>0</c:v>
                </c:pt>
                <c:pt idx="86225">
                  <c:v>0</c:v>
                </c:pt>
                <c:pt idx="86226">
                  <c:v>0</c:v>
                </c:pt>
                <c:pt idx="86227">
                  <c:v>0</c:v>
                </c:pt>
                <c:pt idx="86228">
                  <c:v>0</c:v>
                </c:pt>
                <c:pt idx="86229">
                  <c:v>0</c:v>
                </c:pt>
                <c:pt idx="86230">
                  <c:v>0</c:v>
                </c:pt>
                <c:pt idx="86231">
                  <c:v>0</c:v>
                </c:pt>
                <c:pt idx="86232">
                  <c:v>0</c:v>
                </c:pt>
                <c:pt idx="86233">
                  <c:v>0</c:v>
                </c:pt>
                <c:pt idx="86234">
                  <c:v>0</c:v>
                </c:pt>
                <c:pt idx="86235">
                  <c:v>0</c:v>
                </c:pt>
                <c:pt idx="86236">
                  <c:v>0</c:v>
                </c:pt>
                <c:pt idx="86237">
                  <c:v>0</c:v>
                </c:pt>
                <c:pt idx="86238">
                  <c:v>0</c:v>
                </c:pt>
                <c:pt idx="86239">
                  <c:v>0</c:v>
                </c:pt>
                <c:pt idx="86240">
                  <c:v>0</c:v>
                </c:pt>
                <c:pt idx="86241">
                  <c:v>0</c:v>
                </c:pt>
                <c:pt idx="86242">
                  <c:v>0</c:v>
                </c:pt>
                <c:pt idx="86243">
                  <c:v>0</c:v>
                </c:pt>
                <c:pt idx="86244">
                  <c:v>0</c:v>
                </c:pt>
                <c:pt idx="86245">
                  <c:v>0</c:v>
                </c:pt>
                <c:pt idx="86246">
                  <c:v>0</c:v>
                </c:pt>
                <c:pt idx="86247">
                  <c:v>0</c:v>
                </c:pt>
                <c:pt idx="86248">
                  <c:v>0</c:v>
                </c:pt>
                <c:pt idx="86249">
                  <c:v>0</c:v>
                </c:pt>
                <c:pt idx="86250">
                  <c:v>0</c:v>
                </c:pt>
                <c:pt idx="86251">
                  <c:v>0</c:v>
                </c:pt>
                <c:pt idx="86252">
                  <c:v>0</c:v>
                </c:pt>
                <c:pt idx="86253">
                  <c:v>0</c:v>
                </c:pt>
                <c:pt idx="86254">
                  <c:v>0</c:v>
                </c:pt>
                <c:pt idx="86255">
                  <c:v>0</c:v>
                </c:pt>
                <c:pt idx="86256">
                  <c:v>0</c:v>
                </c:pt>
                <c:pt idx="86257">
                  <c:v>0</c:v>
                </c:pt>
                <c:pt idx="86258">
                  <c:v>0</c:v>
                </c:pt>
                <c:pt idx="86259">
                  <c:v>0</c:v>
                </c:pt>
                <c:pt idx="86260">
                  <c:v>0</c:v>
                </c:pt>
                <c:pt idx="86261">
                  <c:v>0</c:v>
                </c:pt>
                <c:pt idx="86262">
                  <c:v>0</c:v>
                </c:pt>
                <c:pt idx="86263">
                  <c:v>0</c:v>
                </c:pt>
                <c:pt idx="86264">
                  <c:v>0</c:v>
                </c:pt>
                <c:pt idx="86265">
                  <c:v>0</c:v>
                </c:pt>
                <c:pt idx="86266">
                  <c:v>0</c:v>
                </c:pt>
                <c:pt idx="86267">
                  <c:v>0</c:v>
                </c:pt>
                <c:pt idx="86268">
                  <c:v>0</c:v>
                </c:pt>
                <c:pt idx="86269">
                  <c:v>0</c:v>
                </c:pt>
                <c:pt idx="86270">
                  <c:v>0</c:v>
                </c:pt>
                <c:pt idx="86271">
                  <c:v>0</c:v>
                </c:pt>
                <c:pt idx="86272">
                  <c:v>0</c:v>
                </c:pt>
                <c:pt idx="86273">
                  <c:v>0</c:v>
                </c:pt>
                <c:pt idx="86274">
                  <c:v>0</c:v>
                </c:pt>
                <c:pt idx="86275">
                  <c:v>0</c:v>
                </c:pt>
                <c:pt idx="86276">
                  <c:v>0</c:v>
                </c:pt>
                <c:pt idx="86277">
                  <c:v>0</c:v>
                </c:pt>
                <c:pt idx="86278">
                  <c:v>0</c:v>
                </c:pt>
                <c:pt idx="86279">
                  <c:v>0</c:v>
                </c:pt>
                <c:pt idx="86280">
                  <c:v>0</c:v>
                </c:pt>
                <c:pt idx="86281">
                  <c:v>0</c:v>
                </c:pt>
                <c:pt idx="86282">
                  <c:v>0</c:v>
                </c:pt>
                <c:pt idx="86283">
                  <c:v>0</c:v>
                </c:pt>
                <c:pt idx="86284">
                  <c:v>0</c:v>
                </c:pt>
                <c:pt idx="86285">
                  <c:v>0</c:v>
                </c:pt>
                <c:pt idx="86286">
                  <c:v>0</c:v>
                </c:pt>
                <c:pt idx="86287">
                  <c:v>0</c:v>
                </c:pt>
                <c:pt idx="86288">
                  <c:v>0</c:v>
                </c:pt>
                <c:pt idx="86289">
                  <c:v>0</c:v>
                </c:pt>
                <c:pt idx="86290">
                  <c:v>0</c:v>
                </c:pt>
                <c:pt idx="86291">
                  <c:v>0</c:v>
                </c:pt>
                <c:pt idx="86292">
                  <c:v>0</c:v>
                </c:pt>
                <c:pt idx="86293">
                  <c:v>0</c:v>
                </c:pt>
                <c:pt idx="86294">
                  <c:v>0</c:v>
                </c:pt>
                <c:pt idx="86295">
                  <c:v>0</c:v>
                </c:pt>
                <c:pt idx="86296">
                  <c:v>0</c:v>
                </c:pt>
                <c:pt idx="86297">
                  <c:v>0</c:v>
                </c:pt>
                <c:pt idx="86298">
                  <c:v>0</c:v>
                </c:pt>
                <c:pt idx="86299">
                  <c:v>0</c:v>
                </c:pt>
                <c:pt idx="86300">
                  <c:v>0</c:v>
                </c:pt>
                <c:pt idx="86301">
                  <c:v>0</c:v>
                </c:pt>
                <c:pt idx="86302">
                  <c:v>0</c:v>
                </c:pt>
                <c:pt idx="86303">
                  <c:v>0</c:v>
                </c:pt>
                <c:pt idx="86304">
                  <c:v>0</c:v>
                </c:pt>
                <c:pt idx="86305">
                  <c:v>0</c:v>
                </c:pt>
                <c:pt idx="86306">
                  <c:v>0</c:v>
                </c:pt>
                <c:pt idx="86307">
                  <c:v>0</c:v>
                </c:pt>
                <c:pt idx="86308">
                  <c:v>0</c:v>
                </c:pt>
                <c:pt idx="86309">
                  <c:v>0</c:v>
                </c:pt>
                <c:pt idx="86310">
                  <c:v>0</c:v>
                </c:pt>
                <c:pt idx="86311">
                  <c:v>0</c:v>
                </c:pt>
                <c:pt idx="86312">
                  <c:v>0</c:v>
                </c:pt>
                <c:pt idx="86313">
                  <c:v>0</c:v>
                </c:pt>
                <c:pt idx="86314">
                  <c:v>0</c:v>
                </c:pt>
                <c:pt idx="86315">
                  <c:v>0</c:v>
                </c:pt>
                <c:pt idx="86316">
                  <c:v>0</c:v>
                </c:pt>
                <c:pt idx="86317">
                  <c:v>0</c:v>
                </c:pt>
                <c:pt idx="86318">
                  <c:v>0</c:v>
                </c:pt>
                <c:pt idx="86319">
                  <c:v>0</c:v>
                </c:pt>
                <c:pt idx="86320">
                  <c:v>0</c:v>
                </c:pt>
                <c:pt idx="86321">
                  <c:v>0</c:v>
                </c:pt>
                <c:pt idx="86322">
                  <c:v>0</c:v>
                </c:pt>
                <c:pt idx="86323">
                  <c:v>0</c:v>
                </c:pt>
                <c:pt idx="86324">
                  <c:v>0</c:v>
                </c:pt>
                <c:pt idx="86325">
                  <c:v>0</c:v>
                </c:pt>
                <c:pt idx="86326">
                  <c:v>0</c:v>
                </c:pt>
                <c:pt idx="86327">
                  <c:v>0</c:v>
                </c:pt>
                <c:pt idx="86328">
                  <c:v>0</c:v>
                </c:pt>
                <c:pt idx="86329">
                  <c:v>0</c:v>
                </c:pt>
                <c:pt idx="86330">
                  <c:v>0</c:v>
                </c:pt>
                <c:pt idx="86331">
                  <c:v>0</c:v>
                </c:pt>
                <c:pt idx="86332">
                  <c:v>0</c:v>
                </c:pt>
                <c:pt idx="86333">
                  <c:v>0</c:v>
                </c:pt>
                <c:pt idx="86334">
                  <c:v>0</c:v>
                </c:pt>
                <c:pt idx="86335">
                  <c:v>0</c:v>
                </c:pt>
                <c:pt idx="86336">
                  <c:v>0</c:v>
                </c:pt>
                <c:pt idx="86337">
                  <c:v>0</c:v>
                </c:pt>
                <c:pt idx="86338">
                  <c:v>0</c:v>
                </c:pt>
                <c:pt idx="86339">
                  <c:v>0</c:v>
                </c:pt>
                <c:pt idx="86340">
                  <c:v>0</c:v>
                </c:pt>
                <c:pt idx="86341">
                  <c:v>0</c:v>
                </c:pt>
                <c:pt idx="86342">
                  <c:v>0</c:v>
                </c:pt>
                <c:pt idx="86343">
                  <c:v>0</c:v>
                </c:pt>
                <c:pt idx="86344">
                  <c:v>0</c:v>
                </c:pt>
                <c:pt idx="86345">
                  <c:v>0</c:v>
                </c:pt>
                <c:pt idx="86346">
                  <c:v>0</c:v>
                </c:pt>
                <c:pt idx="86347">
                  <c:v>0</c:v>
                </c:pt>
                <c:pt idx="86348">
                  <c:v>0</c:v>
                </c:pt>
                <c:pt idx="86349">
                  <c:v>0</c:v>
                </c:pt>
                <c:pt idx="86350">
                  <c:v>0</c:v>
                </c:pt>
                <c:pt idx="86351">
                  <c:v>0</c:v>
                </c:pt>
                <c:pt idx="86352">
                  <c:v>0</c:v>
                </c:pt>
                <c:pt idx="86353">
                  <c:v>0</c:v>
                </c:pt>
                <c:pt idx="86354">
                  <c:v>0</c:v>
                </c:pt>
                <c:pt idx="86355">
                  <c:v>0</c:v>
                </c:pt>
                <c:pt idx="86356">
                  <c:v>0</c:v>
                </c:pt>
                <c:pt idx="86357">
                  <c:v>0</c:v>
                </c:pt>
                <c:pt idx="86358">
                  <c:v>0</c:v>
                </c:pt>
                <c:pt idx="86359">
                  <c:v>0</c:v>
                </c:pt>
                <c:pt idx="86360">
                  <c:v>0</c:v>
                </c:pt>
                <c:pt idx="86361">
                  <c:v>0</c:v>
                </c:pt>
                <c:pt idx="86362">
                  <c:v>0</c:v>
                </c:pt>
                <c:pt idx="86363">
                  <c:v>0</c:v>
                </c:pt>
                <c:pt idx="86364">
                  <c:v>0</c:v>
                </c:pt>
                <c:pt idx="86365">
                  <c:v>0</c:v>
                </c:pt>
                <c:pt idx="86366">
                  <c:v>0</c:v>
                </c:pt>
                <c:pt idx="86367">
                  <c:v>0</c:v>
                </c:pt>
                <c:pt idx="86368">
                  <c:v>0</c:v>
                </c:pt>
                <c:pt idx="86369">
                  <c:v>0</c:v>
                </c:pt>
                <c:pt idx="86370">
                  <c:v>0</c:v>
                </c:pt>
                <c:pt idx="86371">
                  <c:v>0</c:v>
                </c:pt>
                <c:pt idx="86372">
                  <c:v>0</c:v>
                </c:pt>
                <c:pt idx="86373">
                  <c:v>0</c:v>
                </c:pt>
                <c:pt idx="86374">
                  <c:v>0</c:v>
                </c:pt>
                <c:pt idx="86375">
                  <c:v>0</c:v>
                </c:pt>
                <c:pt idx="86376">
                  <c:v>0</c:v>
                </c:pt>
                <c:pt idx="86377">
                  <c:v>0</c:v>
                </c:pt>
                <c:pt idx="86378">
                  <c:v>0</c:v>
                </c:pt>
                <c:pt idx="86379">
                  <c:v>0</c:v>
                </c:pt>
                <c:pt idx="86380">
                  <c:v>0</c:v>
                </c:pt>
                <c:pt idx="86381">
                  <c:v>0</c:v>
                </c:pt>
                <c:pt idx="86382">
                  <c:v>0</c:v>
                </c:pt>
                <c:pt idx="86383">
                  <c:v>0</c:v>
                </c:pt>
                <c:pt idx="86384">
                  <c:v>0</c:v>
                </c:pt>
                <c:pt idx="86385">
                  <c:v>0</c:v>
                </c:pt>
                <c:pt idx="86386">
                  <c:v>0</c:v>
                </c:pt>
                <c:pt idx="86387">
                  <c:v>0</c:v>
                </c:pt>
                <c:pt idx="86388">
                  <c:v>0</c:v>
                </c:pt>
                <c:pt idx="86389">
                  <c:v>0</c:v>
                </c:pt>
                <c:pt idx="86390">
                  <c:v>0</c:v>
                </c:pt>
                <c:pt idx="86391">
                  <c:v>0</c:v>
                </c:pt>
                <c:pt idx="86392">
                  <c:v>0</c:v>
                </c:pt>
                <c:pt idx="86393">
                  <c:v>0</c:v>
                </c:pt>
                <c:pt idx="86394">
                  <c:v>0</c:v>
                </c:pt>
                <c:pt idx="86395">
                  <c:v>0</c:v>
                </c:pt>
                <c:pt idx="86396">
                  <c:v>0</c:v>
                </c:pt>
                <c:pt idx="86397">
                  <c:v>0</c:v>
                </c:pt>
                <c:pt idx="86398">
                  <c:v>0</c:v>
                </c:pt>
                <c:pt idx="86399">
                  <c:v>0</c:v>
                </c:pt>
                <c:pt idx="86400">
                  <c:v>0</c:v>
                </c:pt>
                <c:pt idx="86401">
                  <c:v>0</c:v>
                </c:pt>
                <c:pt idx="86402">
                  <c:v>0</c:v>
                </c:pt>
                <c:pt idx="86403">
                  <c:v>0</c:v>
                </c:pt>
                <c:pt idx="86404">
                  <c:v>0</c:v>
                </c:pt>
                <c:pt idx="86405">
                  <c:v>0</c:v>
                </c:pt>
                <c:pt idx="86406">
                  <c:v>0</c:v>
                </c:pt>
                <c:pt idx="86407">
                  <c:v>0</c:v>
                </c:pt>
                <c:pt idx="86408">
                  <c:v>0</c:v>
                </c:pt>
                <c:pt idx="86409">
                  <c:v>0</c:v>
                </c:pt>
                <c:pt idx="86410">
                  <c:v>0</c:v>
                </c:pt>
                <c:pt idx="86411">
                  <c:v>0</c:v>
                </c:pt>
                <c:pt idx="86412">
                  <c:v>0</c:v>
                </c:pt>
                <c:pt idx="86413">
                  <c:v>0</c:v>
                </c:pt>
                <c:pt idx="86414">
                  <c:v>0</c:v>
                </c:pt>
                <c:pt idx="86415">
                  <c:v>0</c:v>
                </c:pt>
                <c:pt idx="86416">
                  <c:v>0</c:v>
                </c:pt>
                <c:pt idx="86417">
                  <c:v>0</c:v>
                </c:pt>
                <c:pt idx="86418">
                  <c:v>0</c:v>
                </c:pt>
                <c:pt idx="86419">
                  <c:v>0</c:v>
                </c:pt>
                <c:pt idx="86420">
                  <c:v>0</c:v>
                </c:pt>
                <c:pt idx="86421">
                  <c:v>0</c:v>
                </c:pt>
                <c:pt idx="86422">
                  <c:v>0</c:v>
                </c:pt>
                <c:pt idx="86423">
                  <c:v>0</c:v>
                </c:pt>
                <c:pt idx="86424">
                  <c:v>0</c:v>
                </c:pt>
                <c:pt idx="86425">
                  <c:v>0</c:v>
                </c:pt>
                <c:pt idx="86426">
                  <c:v>0</c:v>
                </c:pt>
                <c:pt idx="86427">
                  <c:v>0</c:v>
                </c:pt>
                <c:pt idx="86428">
                  <c:v>0</c:v>
                </c:pt>
                <c:pt idx="86429">
                  <c:v>0</c:v>
                </c:pt>
                <c:pt idx="86430">
                  <c:v>0</c:v>
                </c:pt>
                <c:pt idx="86431">
                  <c:v>0</c:v>
                </c:pt>
                <c:pt idx="86432">
                  <c:v>0</c:v>
                </c:pt>
                <c:pt idx="86433">
                  <c:v>0</c:v>
                </c:pt>
                <c:pt idx="86434">
                  <c:v>0</c:v>
                </c:pt>
                <c:pt idx="86435">
                  <c:v>0</c:v>
                </c:pt>
                <c:pt idx="86436">
                  <c:v>0</c:v>
                </c:pt>
                <c:pt idx="86437">
                  <c:v>0</c:v>
                </c:pt>
                <c:pt idx="86438">
                  <c:v>0</c:v>
                </c:pt>
                <c:pt idx="86439">
                  <c:v>0</c:v>
                </c:pt>
                <c:pt idx="86440">
                  <c:v>0</c:v>
                </c:pt>
                <c:pt idx="86441">
                  <c:v>0</c:v>
                </c:pt>
                <c:pt idx="86442">
                  <c:v>0</c:v>
                </c:pt>
                <c:pt idx="86443">
                  <c:v>0</c:v>
                </c:pt>
                <c:pt idx="86444">
                  <c:v>0</c:v>
                </c:pt>
                <c:pt idx="86445">
                  <c:v>0</c:v>
                </c:pt>
                <c:pt idx="86446">
                  <c:v>0</c:v>
                </c:pt>
                <c:pt idx="86447">
                  <c:v>0</c:v>
                </c:pt>
                <c:pt idx="86448">
                  <c:v>0</c:v>
                </c:pt>
                <c:pt idx="86449">
                  <c:v>0</c:v>
                </c:pt>
                <c:pt idx="86450">
                  <c:v>0</c:v>
                </c:pt>
                <c:pt idx="86451">
                  <c:v>0</c:v>
                </c:pt>
                <c:pt idx="86452">
                  <c:v>0</c:v>
                </c:pt>
                <c:pt idx="86453">
                  <c:v>0</c:v>
                </c:pt>
                <c:pt idx="86454">
                  <c:v>0</c:v>
                </c:pt>
                <c:pt idx="86455">
                  <c:v>0</c:v>
                </c:pt>
                <c:pt idx="86456">
                  <c:v>0</c:v>
                </c:pt>
                <c:pt idx="86457">
                  <c:v>0</c:v>
                </c:pt>
                <c:pt idx="86458">
                  <c:v>0</c:v>
                </c:pt>
                <c:pt idx="86459">
                  <c:v>0</c:v>
                </c:pt>
                <c:pt idx="86460">
                  <c:v>0</c:v>
                </c:pt>
                <c:pt idx="86461">
                  <c:v>0</c:v>
                </c:pt>
                <c:pt idx="86462">
                  <c:v>0</c:v>
                </c:pt>
                <c:pt idx="86463">
                  <c:v>0</c:v>
                </c:pt>
                <c:pt idx="86464">
                  <c:v>0</c:v>
                </c:pt>
                <c:pt idx="86465">
                  <c:v>0</c:v>
                </c:pt>
                <c:pt idx="86466">
                  <c:v>0</c:v>
                </c:pt>
                <c:pt idx="86467">
                  <c:v>0</c:v>
                </c:pt>
                <c:pt idx="86468">
                  <c:v>0</c:v>
                </c:pt>
                <c:pt idx="86469">
                  <c:v>0</c:v>
                </c:pt>
                <c:pt idx="86470">
                  <c:v>0</c:v>
                </c:pt>
                <c:pt idx="86471">
                  <c:v>0</c:v>
                </c:pt>
                <c:pt idx="86472">
                  <c:v>0</c:v>
                </c:pt>
                <c:pt idx="86473">
                  <c:v>0</c:v>
                </c:pt>
                <c:pt idx="86474">
                  <c:v>0</c:v>
                </c:pt>
                <c:pt idx="86475">
                  <c:v>0</c:v>
                </c:pt>
                <c:pt idx="86476">
                  <c:v>0</c:v>
                </c:pt>
                <c:pt idx="86477">
                  <c:v>0</c:v>
                </c:pt>
                <c:pt idx="86478">
                  <c:v>0</c:v>
                </c:pt>
                <c:pt idx="86479">
                  <c:v>0</c:v>
                </c:pt>
                <c:pt idx="86480">
                  <c:v>0</c:v>
                </c:pt>
                <c:pt idx="86481">
                  <c:v>0</c:v>
                </c:pt>
                <c:pt idx="86482">
                  <c:v>0</c:v>
                </c:pt>
                <c:pt idx="86483">
                  <c:v>0</c:v>
                </c:pt>
                <c:pt idx="86484">
                  <c:v>0</c:v>
                </c:pt>
                <c:pt idx="86485">
                  <c:v>0</c:v>
                </c:pt>
                <c:pt idx="86486">
                  <c:v>0</c:v>
                </c:pt>
                <c:pt idx="86487">
                  <c:v>0</c:v>
                </c:pt>
                <c:pt idx="86488">
                  <c:v>0</c:v>
                </c:pt>
                <c:pt idx="86489">
                  <c:v>0</c:v>
                </c:pt>
                <c:pt idx="86490">
                  <c:v>0</c:v>
                </c:pt>
                <c:pt idx="86491">
                  <c:v>0</c:v>
                </c:pt>
                <c:pt idx="86492">
                  <c:v>0</c:v>
                </c:pt>
                <c:pt idx="86493">
                  <c:v>0</c:v>
                </c:pt>
                <c:pt idx="86494">
                  <c:v>0</c:v>
                </c:pt>
                <c:pt idx="86495">
                  <c:v>0</c:v>
                </c:pt>
                <c:pt idx="86496">
                  <c:v>0</c:v>
                </c:pt>
                <c:pt idx="86497">
                  <c:v>0</c:v>
                </c:pt>
                <c:pt idx="86498">
                  <c:v>0</c:v>
                </c:pt>
                <c:pt idx="86499">
                  <c:v>0</c:v>
                </c:pt>
                <c:pt idx="86500">
                  <c:v>0</c:v>
                </c:pt>
                <c:pt idx="86501">
                  <c:v>0</c:v>
                </c:pt>
                <c:pt idx="86502">
                  <c:v>0</c:v>
                </c:pt>
                <c:pt idx="86503">
                  <c:v>0</c:v>
                </c:pt>
                <c:pt idx="86504">
                  <c:v>0</c:v>
                </c:pt>
                <c:pt idx="86505">
                  <c:v>0</c:v>
                </c:pt>
                <c:pt idx="86506">
                  <c:v>0</c:v>
                </c:pt>
                <c:pt idx="86507">
                  <c:v>0</c:v>
                </c:pt>
                <c:pt idx="86508">
                  <c:v>0</c:v>
                </c:pt>
                <c:pt idx="86509">
                  <c:v>0</c:v>
                </c:pt>
                <c:pt idx="86510">
                  <c:v>0</c:v>
                </c:pt>
                <c:pt idx="86511">
                  <c:v>0</c:v>
                </c:pt>
                <c:pt idx="86512">
                  <c:v>0</c:v>
                </c:pt>
                <c:pt idx="86513">
                  <c:v>0</c:v>
                </c:pt>
                <c:pt idx="86514">
                  <c:v>0</c:v>
                </c:pt>
                <c:pt idx="86515">
                  <c:v>0</c:v>
                </c:pt>
                <c:pt idx="86516">
                  <c:v>0</c:v>
                </c:pt>
                <c:pt idx="86517">
                  <c:v>0</c:v>
                </c:pt>
                <c:pt idx="86518">
                  <c:v>0</c:v>
                </c:pt>
                <c:pt idx="86519">
                  <c:v>0</c:v>
                </c:pt>
                <c:pt idx="86520">
                  <c:v>0</c:v>
                </c:pt>
                <c:pt idx="86521">
                  <c:v>0</c:v>
                </c:pt>
                <c:pt idx="86522">
                  <c:v>0</c:v>
                </c:pt>
                <c:pt idx="86523">
                  <c:v>0</c:v>
                </c:pt>
                <c:pt idx="86524">
                  <c:v>0</c:v>
                </c:pt>
                <c:pt idx="86525">
                  <c:v>0</c:v>
                </c:pt>
                <c:pt idx="86526">
                  <c:v>0</c:v>
                </c:pt>
                <c:pt idx="86527">
                  <c:v>0</c:v>
                </c:pt>
                <c:pt idx="86528">
                  <c:v>0</c:v>
                </c:pt>
                <c:pt idx="86529">
                  <c:v>0</c:v>
                </c:pt>
                <c:pt idx="86530">
                  <c:v>0</c:v>
                </c:pt>
                <c:pt idx="86531">
                  <c:v>0</c:v>
                </c:pt>
                <c:pt idx="86532">
                  <c:v>0</c:v>
                </c:pt>
                <c:pt idx="86533">
                  <c:v>0</c:v>
                </c:pt>
                <c:pt idx="86534">
                  <c:v>0</c:v>
                </c:pt>
                <c:pt idx="86535">
                  <c:v>0</c:v>
                </c:pt>
                <c:pt idx="86536">
                  <c:v>0</c:v>
                </c:pt>
                <c:pt idx="86537">
                  <c:v>0</c:v>
                </c:pt>
                <c:pt idx="86538">
                  <c:v>0</c:v>
                </c:pt>
                <c:pt idx="86539">
                  <c:v>0</c:v>
                </c:pt>
                <c:pt idx="86540">
                  <c:v>0</c:v>
                </c:pt>
                <c:pt idx="86541">
                  <c:v>0</c:v>
                </c:pt>
                <c:pt idx="86542">
                  <c:v>0</c:v>
                </c:pt>
                <c:pt idx="86543">
                  <c:v>0</c:v>
                </c:pt>
                <c:pt idx="86544">
                  <c:v>0</c:v>
                </c:pt>
                <c:pt idx="86545">
                  <c:v>0</c:v>
                </c:pt>
                <c:pt idx="86546">
                  <c:v>0</c:v>
                </c:pt>
                <c:pt idx="86547">
                  <c:v>0</c:v>
                </c:pt>
                <c:pt idx="86548">
                  <c:v>0</c:v>
                </c:pt>
                <c:pt idx="86549">
                  <c:v>0</c:v>
                </c:pt>
                <c:pt idx="86550">
                  <c:v>0</c:v>
                </c:pt>
                <c:pt idx="86551">
                  <c:v>0</c:v>
                </c:pt>
                <c:pt idx="86552">
                  <c:v>0</c:v>
                </c:pt>
                <c:pt idx="86553">
                  <c:v>0</c:v>
                </c:pt>
                <c:pt idx="86554">
                  <c:v>0</c:v>
                </c:pt>
                <c:pt idx="86555">
                  <c:v>0</c:v>
                </c:pt>
                <c:pt idx="86556">
                  <c:v>0</c:v>
                </c:pt>
                <c:pt idx="86557">
                  <c:v>0</c:v>
                </c:pt>
                <c:pt idx="86558">
                  <c:v>0</c:v>
                </c:pt>
                <c:pt idx="86559">
                  <c:v>0</c:v>
                </c:pt>
                <c:pt idx="86560">
                  <c:v>0</c:v>
                </c:pt>
                <c:pt idx="86561">
                  <c:v>0</c:v>
                </c:pt>
                <c:pt idx="86562">
                  <c:v>0</c:v>
                </c:pt>
                <c:pt idx="86563">
                  <c:v>0</c:v>
                </c:pt>
                <c:pt idx="86564">
                  <c:v>0</c:v>
                </c:pt>
                <c:pt idx="86565">
                  <c:v>0</c:v>
                </c:pt>
                <c:pt idx="86566">
                  <c:v>0</c:v>
                </c:pt>
                <c:pt idx="86567">
                  <c:v>0</c:v>
                </c:pt>
                <c:pt idx="86568">
                  <c:v>0</c:v>
                </c:pt>
                <c:pt idx="86569">
                  <c:v>0</c:v>
                </c:pt>
                <c:pt idx="86570">
                  <c:v>0</c:v>
                </c:pt>
                <c:pt idx="86571">
                  <c:v>0</c:v>
                </c:pt>
                <c:pt idx="86572">
                  <c:v>0</c:v>
                </c:pt>
                <c:pt idx="86573">
                  <c:v>0</c:v>
                </c:pt>
                <c:pt idx="86574">
                  <c:v>0</c:v>
                </c:pt>
                <c:pt idx="86575">
                  <c:v>0</c:v>
                </c:pt>
                <c:pt idx="86576">
                  <c:v>0</c:v>
                </c:pt>
                <c:pt idx="86577">
                  <c:v>0</c:v>
                </c:pt>
                <c:pt idx="86578">
                  <c:v>0</c:v>
                </c:pt>
                <c:pt idx="86579">
                  <c:v>0</c:v>
                </c:pt>
                <c:pt idx="86580">
                  <c:v>0</c:v>
                </c:pt>
                <c:pt idx="86581">
                  <c:v>0</c:v>
                </c:pt>
                <c:pt idx="86582">
                  <c:v>0</c:v>
                </c:pt>
                <c:pt idx="86583">
                  <c:v>0</c:v>
                </c:pt>
                <c:pt idx="86584">
                  <c:v>0</c:v>
                </c:pt>
                <c:pt idx="86585">
                  <c:v>0</c:v>
                </c:pt>
                <c:pt idx="86586">
                  <c:v>0</c:v>
                </c:pt>
                <c:pt idx="86587">
                  <c:v>0</c:v>
                </c:pt>
                <c:pt idx="86588">
                  <c:v>0</c:v>
                </c:pt>
                <c:pt idx="86589">
                  <c:v>0</c:v>
                </c:pt>
                <c:pt idx="86590">
                  <c:v>0</c:v>
                </c:pt>
                <c:pt idx="86591">
                  <c:v>0</c:v>
                </c:pt>
                <c:pt idx="86592">
                  <c:v>0</c:v>
                </c:pt>
                <c:pt idx="86593">
                  <c:v>0</c:v>
                </c:pt>
                <c:pt idx="86594">
                  <c:v>0</c:v>
                </c:pt>
                <c:pt idx="86595">
                  <c:v>0</c:v>
                </c:pt>
                <c:pt idx="86596">
                  <c:v>0</c:v>
                </c:pt>
                <c:pt idx="86597">
                  <c:v>0</c:v>
                </c:pt>
                <c:pt idx="86598">
                  <c:v>0</c:v>
                </c:pt>
                <c:pt idx="86599">
                  <c:v>0</c:v>
                </c:pt>
                <c:pt idx="86600">
                  <c:v>0</c:v>
                </c:pt>
                <c:pt idx="86601">
                  <c:v>0</c:v>
                </c:pt>
                <c:pt idx="86602">
                  <c:v>0</c:v>
                </c:pt>
                <c:pt idx="86603">
                  <c:v>0</c:v>
                </c:pt>
                <c:pt idx="86604">
                  <c:v>0</c:v>
                </c:pt>
                <c:pt idx="86605">
                  <c:v>0</c:v>
                </c:pt>
                <c:pt idx="86606">
                  <c:v>0</c:v>
                </c:pt>
                <c:pt idx="86607">
                  <c:v>0</c:v>
                </c:pt>
                <c:pt idx="86608">
                  <c:v>0</c:v>
                </c:pt>
                <c:pt idx="86609">
                  <c:v>0</c:v>
                </c:pt>
                <c:pt idx="86610">
                  <c:v>0</c:v>
                </c:pt>
                <c:pt idx="86611">
                  <c:v>0</c:v>
                </c:pt>
                <c:pt idx="86612">
                  <c:v>0</c:v>
                </c:pt>
                <c:pt idx="86613">
                  <c:v>0</c:v>
                </c:pt>
                <c:pt idx="86614">
                  <c:v>0</c:v>
                </c:pt>
                <c:pt idx="86615">
                  <c:v>0</c:v>
                </c:pt>
                <c:pt idx="86616">
                  <c:v>0</c:v>
                </c:pt>
                <c:pt idx="86617">
                  <c:v>0</c:v>
                </c:pt>
                <c:pt idx="86618">
                  <c:v>0</c:v>
                </c:pt>
                <c:pt idx="86619">
                  <c:v>0</c:v>
                </c:pt>
                <c:pt idx="86620">
                  <c:v>0</c:v>
                </c:pt>
                <c:pt idx="86621">
                  <c:v>0</c:v>
                </c:pt>
                <c:pt idx="86622">
                  <c:v>0</c:v>
                </c:pt>
                <c:pt idx="86623">
                  <c:v>0</c:v>
                </c:pt>
                <c:pt idx="86624">
                  <c:v>0</c:v>
                </c:pt>
                <c:pt idx="86625">
                  <c:v>0</c:v>
                </c:pt>
                <c:pt idx="86626">
                  <c:v>0</c:v>
                </c:pt>
                <c:pt idx="86627">
                  <c:v>0</c:v>
                </c:pt>
                <c:pt idx="86628">
                  <c:v>0</c:v>
                </c:pt>
                <c:pt idx="86629">
                  <c:v>0</c:v>
                </c:pt>
                <c:pt idx="86630">
                  <c:v>0</c:v>
                </c:pt>
                <c:pt idx="86631">
                  <c:v>0</c:v>
                </c:pt>
                <c:pt idx="86632">
                  <c:v>0</c:v>
                </c:pt>
                <c:pt idx="86633">
                  <c:v>0</c:v>
                </c:pt>
                <c:pt idx="86634">
                  <c:v>0</c:v>
                </c:pt>
                <c:pt idx="86635">
                  <c:v>0</c:v>
                </c:pt>
                <c:pt idx="86636">
                  <c:v>0</c:v>
                </c:pt>
                <c:pt idx="86637">
                  <c:v>0</c:v>
                </c:pt>
                <c:pt idx="86638">
                  <c:v>0</c:v>
                </c:pt>
                <c:pt idx="86639">
                  <c:v>0</c:v>
                </c:pt>
                <c:pt idx="86640">
                  <c:v>0</c:v>
                </c:pt>
                <c:pt idx="86641">
                  <c:v>0</c:v>
                </c:pt>
                <c:pt idx="86642">
                  <c:v>0</c:v>
                </c:pt>
                <c:pt idx="86643">
                  <c:v>0</c:v>
                </c:pt>
                <c:pt idx="86644">
                  <c:v>0</c:v>
                </c:pt>
                <c:pt idx="86645">
                  <c:v>0</c:v>
                </c:pt>
                <c:pt idx="86646">
                  <c:v>0</c:v>
                </c:pt>
                <c:pt idx="86647">
                  <c:v>0</c:v>
                </c:pt>
                <c:pt idx="86648">
                  <c:v>0</c:v>
                </c:pt>
                <c:pt idx="86649">
                  <c:v>0</c:v>
                </c:pt>
                <c:pt idx="86650">
                  <c:v>0</c:v>
                </c:pt>
                <c:pt idx="86651">
                  <c:v>0</c:v>
                </c:pt>
                <c:pt idx="86652">
                  <c:v>0</c:v>
                </c:pt>
                <c:pt idx="86653">
                  <c:v>0</c:v>
                </c:pt>
                <c:pt idx="86654">
                  <c:v>0</c:v>
                </c:pt>
                <c:pt idx="86655">
                  <c:v>0</c:v>
                </c:pt>
                <c:pt idx="86656">
                  <c:v>0</c:v>
                </c:pt>
                <c:pt idx="86657">
                  <c:v>0</c:v>
                </c:pt>
                <c:pt idx="86658">
                  <c:v>0</c:v>
                </c:pt>
                <c:pt idx="86659">
                  <c:v>0</c:v>
                </c:pt>
                <c:pt idx="86660">
                  <c:v>0</c:v>
                </c:pt>
                <c:pt idx="86661">
                  <c:v>0</c:v>
                </c:pt>
                <c:pt idx="86662">
                  <c:v>0</c:v>
                </c:pt>
                <c:pt idx="86663">
                  <c:v>0</c:v>
                </c:pt>
                <c:pt idx="86664">
                  <c:v>0</c:v>
                </c:pt>
                <c:pt idx="86665">
                  <c:v>0</c:v>
                </c:pt>
                <c:pt idx="86666">
                  <c:v>0</c:v>
                </c:pt>
                <c:pt idx="86667">
                  <c:v>0</c:v>
                </c:pt>
                <c:pt idx="86668">
                  <c:v>0</c:v>
                </c:pt>
                <c:pt idx="86669">
                  <c:v>0</c:v>
                </c:pt>
                <c:pt idx="86670">
                  <c:v>0</c:v>
                </c:pt>
                <c:pt idx="86671">
                  <c:v>0</c:v>
                </c:pt>
                <c:pt idx="86672">
                  <c:v>0</c:v>
                </c:pt>
                <c:pt idx="86673">
                  <c:v>0</c:v>
                </c:pt>
                <c:pt idx="86674">
                  <c:v>0</c:v>
                </c:pt>
                <c:pt idx="86675">
                  <c:v>0</c:v>
                </c:pt>
                <c:pt idx="86676">
                  <c:v>0</c:v>
                </c:pt>
                <c:pt idx="86677">
                  <c:v>0</c:v>
                </c:pt>
                <c:pt idx="86678">
                  <c:v>0</c:v>
                </c:pt>
                <c:pt idx="86679">
                  <c:v>0</c:v>
                </c:pt>
                <c:pt idx="86680">
                  <c:v>0</c:v>
                </c:pt>
                <c:pt idx="86681">
                  <c:v>0</c:v>
                </c:pt>
                <c:pt idx="86682">
                  <c:v>0</c:v>
                </c:pt>
                <c:pt idx="86683">
                  <c:v>0</c:v>
                </c:pt>
                <c:pt idx="86684">
                  <c:v>0</c:v>
                </c:pt>
                <c:pt idx="86685">
                  <c:v>0</c:v>
                </c:pt>
                <c:pt idx="86686">
                  <c:v>0</c:v>
                </c:pt>
                <c:pt idx="86687">
                  <c:v>0</c:v>
                </c:pt>
                <c:pt idx="86688">
                  <c:v>0</c:v>
                </c:pt>
                <c:pt idx="86689">
                  <c:v>0</c:v>
                </c:pt>
                <c:pt idx="86690">
                  <c:v>0</c:v>
                </c:pt>
                <c:pt idx="86691">
                  <c:v>0</c:v>
                </c:pt>
                <c:pt idx="86692">
                  <c:v>0</c:v>
                </c:pt>
                <c:pt idx="86693">
                  <c:v>0</c:v>
                </c:pt>
                <c:pt idx="86694">
                  <c:v>0</c:v>
                </c:pt>
                <c:pt idx="86695">
                  <c:v>0</c:v>
                </c:pt>
                <c:pt idx="86696">
                  <c:v>0</c:v>
                </c:pt>
                <c:pt idx="86697">
                  <c:v>0</c:v>
                </c:pt>
                <c:pt idx="86698">
                  <c:v>0</c:v>
                </c:pt>
                <c:pt idx="86699">
                  <c:v>0</c:v>
                </c:pt>
                <c:pt idx="86700">
                  <c:v>0</c:v>
                </c:pt>
                <c:pt idx="86701">
                  <c:v>0</c:v>
                </c:pt>
                <c:pt idx="86702">
                  <c:v>0</c:v>
                </c:pt>
                <c:pt idx="86703">
                  <c:v>0</c:v>
                </c:pt>
                <c:pt idx="86704">
                  <c:v>0</c:v>
                </c:pt>
                <c:pt idx="86705">
                  <c:v>0</c:v>
                </c:pt>
                <c:pt idx="86706">
                  <c:v>0</c:v>
                </c:pt>
                <c:pt idx="86707">
                  <c:v>0</c:v>
                </c:pt>
                <c:pt idx="86708">
                  <c:v>0</c:v>
                </c:pt>
                <c:pt idx="86709">
                  <c:v>0</c:v>
                </c:pt>
                <c:pt idx="86710">
                  <c:v>0</c:v>
                </c:pt>
                <c:pt idx="86711">
                  <c:v>0</c:v>
                </c:pt>
                <c:pt idx="86712">
                  <c:v>0</c:v>
                </c:pt>
                <c:pt idx="86713">
                  <c:v>0</c:v>
                </c:pt>
                <c:pt idx="86714">
                  <c:v>0</c:v>
                </c:pt>
                <c:pt idx="86715">
                  <c:v>0</c:v>
                </c:pt>
                <c:pt idx="86716">
                  <c:v>0</c:v>
                </c:pt>
                <c:pt idx="86717">
                  <c:v>0</c:v>
                </c:pt>
                <c:pt idx="86718">
                  <c:v>0</c:v>
                </c:pt>
                <c:pt idx="86719">
                  <c:v>0</c:v>
                </c:pt>
                <c:pt idx="86720">
                  <c:v>0</c:v>
                </c:pt>
                <c:pt idx="86721">
                  <c:v>0</c:v>
                </c:pt>
                <c:pt idx="86722">
                  <c:v>0</c:v>
                </c:pt>
                <c:pt idx="86723">
                  <c:v>0</c:v>
                </c:pt>
                <c:pt idx="86724">
                  <c:v>0</c:v>
                </c:pt>
                <c:pt idx="86725">
                  <c:v>0</c:v>
                </c:pt>
                <c:pt idx="86726">
                  <c:v>0</c:v>
                </c:pt>
                <c:pt idx="86727">
                  <c:v>0</c:v>
                </c:pt>
                <c:pt idx="86728">
                  <c:v>0</c:v>
                </c:pt>
                <c:pt idx="86729">
                  <c:v>0</c:v>
                </c:pt>
                <c:pt idx="86730">
                  <c:v>0</c:v>
                </c:pt>
                <c:pt idx="86731">
                  <c:v>0</c:v>
                </c:pt>
                <c:pt idx="86732">
                  <c:v>0</c:v>
                </c:pt>
                <c:pt idx="86733">
                  <c:v>0</c:v>
                </c:pt>
                <c:pt idx="86734">
                  <c:v>0</c:v>
                </c:pt>
                <c:pt idx="86735">
                  <c:v>0</c:v>
                </c:pt>
                <c:pt idx="86736">
                  <c:v>0</c:v>
                </c:pt>
                <c:pt idx="86737">
                  <c:v>0</c:v>
                </c:pt>
                <c:pt idx="86738">
                  <c:v>0</c:v>
                </c:pt>
                <c:pt idx="86739">
                  <c:v>0</c:v>
                </c:pt>
                <c:pt idx="86740">
                  <c:v>0</c:v>
                </c:pt>
                <c:pt idx="86741">
                  <c:v>0</c:v>
                </c:pt>
                <c:pt idx="86742">
                  <c:v>0</c:v>
                </c:pt>
                <c:pt idx="86743">
                  <c:v>0</c:v>
                </c:pt>
                <c:pt idx="86744">
                  <c:v>0</c:v>
                </c:pt>
                <c:pt idx="86745">
                  <c:v>0</c:v>
                </c:pt>
                <c:pt idx="86746">
                  <c:v>0</c:v>
                </c:pt>
                <c:pt idx="86747">
                  <c:v>0</c:v>
                </c:pt>
                <c:pt idx="86748">
                  <c:v>0</c:v>
                </c:pt>
                <c:pt idx="86749">
                  <c:v>0</c:v>
                </c:pt>
                <c:pt idx="86750">
                  <c:v>0</c:v>
                </c:pt>
                <c:pt idx="86751">
                  <c:v>0</c:v>
                </c:pt>
                <c:pt idx="86752">
                  <c:v>0</c:v>
                </c:pt>
                <c:pt idx="86753">
                  <c:v>0</c:v>
                </c:pt>
                <c:pt idx="86754">
                  <c:v>0</c:v>
                </c:pt>
                <c:pt idx="86755">
                  <c:v>0</c:v>
                </c:pt>
                <c:pt idx="86756">
                  <c:v>0</c:v>
                </c:pt>
                <c:pt idx="86757">
                  <c:v>0</c:v>
                </c:pt>
                <c:pt idx="86758">
                  <c:v>0</c:v>
                </c:pt>
                <c:pt idx="86759">
                  <c:v>0</c:v>
                </c:pt>
                <c:pt idx="86760">
                  <c:v>0</c:v>
                </c:pt>
                <c:pt idx="86761">
                  <c:v>0</c:v>
                </c:pt>
                <c:pt idx="86762">
                  <c:v>0</c:v>
                </c:pt>
                <c:pt idx="86763">
                  <c:v>0</c:v>
                </c:pt>
                <c:pt idx="86764">
                  <c:v>0</c:v>
                </c:pt>
                <c:pt idx="86765">
                  <c:v>0</c:v>
                </c:pt>
                <c:pt idx="86766">
                  <c:v>0</c:v>
                </c:pt>
                <c:pt idx="86767">
                  <c:v>0</c:v>
                </c:pt>
                <c:pt idx="86768">
                  <c:v>0</c:v>
                </c:pt>
                <c:pt idx="86769">
                  <c:v>0</c:v>
                </c:pt>
                <c:pt idx="86770">
                  <c:v>0</c:v>
                </c:pt>
                <c:pt idx="86771">
                  <c:v>0</c:v>
                </c:pt>
                <c:pt idx="86772">
                  <c:v>0</c:v>
                </c:pt>
                <c:pt idx="86773">
                  <c:v>0</c:v>
                </c:pt>
                <c:pt idx="86774">
                  <c:v>0</c:v>
                </c:pt>
                <c:pt idx="86775">
                  <c:v>0</c:v>
                </c:pt>
                <c:pt idx="86776">
                  <c:v>0</c:v>
                </c:pt>
                <c:pt idx="86777">
                  <c:v>0</c:v>
                </c:pt>
                <c:pt idx="86778">
                  <c:v>0</c:v>
                </c:pt>
                <c:pt idx="86779">
                  <c:v>0</c:v>
                </c:pt>
                <c:pt idx="86780">
                  <c:v>0</c:v>
                </c:pt>
                <c:pt idx="86781">
                  <c:v>0</c:v>
                </c:pt>
                <c:pt idx="86782">
                  <c:v>0</c:v>
                </c:pt>
                <c:pt idx="86783">
                  <c:v>0</c:v>
                </c:pt>
                <c:pt idx="86784">
                  <c:v>0</c:v>
                </c:pt>
                <c:pt idx="86785">
                  <c:v>0</c:v>
                </c:pt>
                <c:pt idx="86786">
                  <c:v>0</c:v>
                </c:pt>
                <c:pt idx="86787">
                  <c:v>0</c:v>
                </c:pt>
                <c:pt idx="86788">
                  <c:v>0</c:v>
                </c:pt>
                <c:pt idx="86789">
                  <c:v>0</c:v>
                </c:pt>
                <c:pt idx="86790">
                  <c:v>0</c:v>
                </c:pt>
                <c:pt idx="86791">
                  <c:v>0</c:v>
                </c:pt>
                <c:pt idx="86792">
                  <c:v>0</c:v>
                </c:pt>
                <c:pt idx="86793">
                  <c:v>0</c:v>
                </c:pt>
                <c:pt idx="86794">
                  <c:v>0</c:v>
                </c:pt>
                <c:pt idx="86795">
                  <c:v>0</c:v>
                </c:pt>
                <c:pt idx="86796">
                  <c:v>0</c:v>
                </c:pt>
                <c:pt idx="86797">
                  <c:v>0</c:v>
                </c:pt>
                <c:pt idx="86798">
                  <c:v>0</c:v>
                </c:pt>
                <c:pt idx="86799">
                  <c:v>0</c:v>
                </c:pt>
                <c:pt idx="86800">
                  <c:v>0</c:v>
                </c:pt>
                <c:pt idx="86801">
                  <c:v>0</c:v>
                </c:pt>
                <c:pt idx="86802">
                  <c:v>0</c:v>
                </c:pt>
                <c:pt idx="86803">
                  <c:v>0</c:v>
                </c:pt>
                <c:pt idx="86804">
                  <c:v>0</c:v>
                </c:pt>
                <c:pt idx="86805">
                  <c:v>0</c:v>
                </c:pt>
                <c:pt idx="86806">
                  <c:v>0</c:v>
                </c:pt>
                <c:pt idx="86807">
                  <c:v>0</c:v>
                </c:pt>
                <c:pt idx="86808">
                  <c:v>0</c:v>
                </c:pt>
                <c:pt idx="86809">
                  <c:v>0</c:v>
                </c:pt>
                <c:pt idx="86810">
                  <c:v>0</c:v>
                </c:pt>
                <c:pt idx="86811">
                  <c:v>0</c:v>
                </c:pt>
                <c:pt idx="86812">
                  <c:v>0</c:v>
                </c:pt>
                <c:pt idx="86813">
                  <c:v>0</c:v>
                </c:pt>
                <c:pt idx="86814">
                  <c:v>0</c:v>
                </c:pt>
                <c:pt idx="86815">
                  <c:v>0</c:v>
                </c:pt>
                <c:pt idx="86816">
                  <c:v>0</c:v>
                </c:pt>
                <c:pt idx="86817">
                  <c:v>0</c:v>
                </c:pt>
                <c:pt idx="86818">
                  <c:v>0</c:v>
                </c:pt>
                <c:pt idx="86819">
                  <c:v>0</c:v>
                </c:pt>
                <c:pt idx="86820">
                  <c:v>0</c:v>
                </c:pt>
                <c:pt idx="86821">
                  <c:v>0</c:v>
                </c:pt>
                <c:pt idx="86822">
                  <c:v>0</c:v>
                </c:pt>
                <c:pt idx="86823">
                  <c:v>0</c:v>
                </c:pt>
                <c:pt idx="86824">
                  <c:v>0</c:v>
                </c:pt>
                <c:pt idx="86825">
                  <c:v>0</c:v>
                </c:pt>
                <c:pt idx="86826">
                  <c:v>0</c:v>
                </c:pt>
                <c:pt idx="86827">
                  <c:v>0</c:v>
                </c:pt>
                <c:pt idx="86828">
                  <c:v>0</c:v>
                </c:pt>
                <c:pt idx="86829">
                  <c:v>0</c:v>
                </c:pt>
                <c:pt idx="86830">
                  <c:v>0</c:v>
                </c:pt>
                <c:pt idx="86831">
                  <c:v>0</c:v>
                </c:pt>
                <c:pt idx="86832">
                  <c:v>0</c:v>
                </c:pt>
                <c:pt idx="86833">
                  <c:v>0</c:v>
                </c:pt>
                <c:pt idx="86834">
                  <c:v>0</c:v>
                </c:pt>
                <c:pt idx="86835">
                  <c:v>0</c:v>
                </c:pt>
                <c:pt idx="86836">
                  <c:v>0</c:v>
                </c:pt>
                <c:pt idx="86837">
                  <c:v>0</c:v>
                </c:pt>
                <c:pt idx="86838">
                  <c:v>0</c:v>
                </c:pt>
                <c:pt idx="86839">
                  <c:v>0</c:v>
                </c:pt>
                <c:pt idx="86840">
                  <c:v>0</c:v>
                </c:pt>
                <c:pt idx="86841">
                  <c:v>0</c:v>
                </c:pt>
                <c:pt idx="86842">
                  <c:v>0</c:v>
                </c:pt>
                <c:pt idx="86843">
                  <c:v>0</c:v>
                </c:pt>
                <c:pt idx="86844">
                  <c:v>0</c:v>
                </c:pt>
                <c:pt idx="86845">
                  <c:v>0</c:v>
                </c:pt>
                <c:pt idx="86846">
                  <c:v>0</c:v>
                </c:pt>
                <c:pt idx="86847">
                  <c:v>0</c:v>
                </c:pt>
                <c:pt idx="86848">
                  <c:v>0</c:v>
                </c:pt>
                <c:pt idx="86849">
                  <c:v>0</c:v>
                </c:pt>
                <c:pt idx="86850">
                  <c:v>0</c:v>
                </c:pt>
                <c:pt idx="86851">
                  <c:v>0</c:v>
                </c:pt>
                <c:pt idx="86852">
                  <c:v>0</c:v>
                </c:pt>
                <c:pt idx="86853">
                  <c:v>0</c:v>
                </c:pt>
                <c:pt idx="86854">
                  <c:v>0</c:v>
                </c:pt>
                <c:pt idx="86855">
                  <c:v>0</c:v>
                </c:pt>
                <c:pt idx="86856">
                  <c:v>0</c:v>
                </c:pt>
                <c:pt idx="86857">
                  <c:v>0</c:v>
                </c:pt>
                <c:pt idx="86858">
                  <c:v>0</c:v>
                </c:pt>
                <c:pt idx="86859">
                  <c:v>0</c:v>
                </c:pt>
                <c:pt idx="86860">
                  <c:v>0</c:v>
                </c:pt>
                <c:pt idx="86861">
                  <c:v>0</c:v>
                </c:pt>
                <c:pt idx="86862">
                  <c:v>0</c:v>
                </c:pt>
                <c:pt idx="86863">
                  <c:v>0</c:v>
                </c:pt>
                <c:pt idx="86864">
                  <c:v>0</c:v>
                </c:pt>
                <c:pt idx="86865">
                  <c:v>0</c:v>
                </c:pt>
                <c:pt idx="86866">
                  <c:v>0</c:v>
                </c:pt>
                <c:pt idx="86867">
                  <c:v>0</c:v>
                </c:pt>
                <c:pt idx="86868">
                  <c:v>0</c:v>
                </c:pt>
                <c:pt idx="86869">
                  <c:v>0</c:v>
                </c:pt>
                <c:pt idx="86870">
                  <c:v>0</c:v>
                </c:pt>
                <c:pt idx="86871">
                  <c:v>0</c:v>
                </c:pt>
                <c:pt idx="86872">
                  <c:v>0</c:v>
                </c:pt>
                <c:pt idx="86873">
                  <c:v>0</c:v>
                </c:pt>
                <c:pt idx="86874">
                  <c:v>0</c:v>
                </c:pt>
                <c:pt idx="86875">
                  <c:v>0</c:v>
                </c:pt>
                <c:pt idx="86876">
                  <c:v>0</c:v>
                </c:pt>
                <c:pt idx="86877">
                  <c:v>0</c:v>
                </c:pt>
                <c:pt idx="86878">
                  <c:v>0</c:v>
                </c:pt>
                <c:pt idx="86879">
                  <c:v>0</c:v>
                </c:pt>
                <c:pt idx="86880">
                  <c:v>0</c:v>
                </c:pt>
                <c:pt idx="86881">
                  <c:v>0</c:v>
                </c:pt>
                <c:pt idx="86882">
                  <c:v>0</c:v>
                </c:pt>
                <c:pt idx="86883">
                  <c:v>0</c:v>
                </c:pt>
                <c:pt idx="86884">
                  <c:v>0</c:v>
                </c:pt>
                <c:pt idx="86885">
                  <c:v>0</c:v>
                </c:pt>
                <c:pt idx="86886">
                  <c:v>0</c:v>
                </c:pt>
                <c:pt idx="86887">
                  <c:v>0</c:v>
                </c:pt>
                <c:pt idx="86888">
                  <c:v>0</c:v>
                </c:pt>
                <c:pt idx="86889">
                  <c:v>0</c:v>
                </c:pt>
                <c:pt idx="86890">
                  <c:v>0</c:v>
                </c:pt>
                <c:pt idx="86891">
                  <c:v>0</c:v>
                </c:pt>
                <c:pt idx="86892">
                  <c:v>0</c:v>
                </c:pt>
                <c:pt idx="86893">
                  <c:v>0</c:v>
                </c:pt>
                <c:pt idx="86894">
                  <c:v>0</c:v>
                </c:pt>
                <c:pt idx="86895">
                  <c:v>0</c:v>
                </c:pt>
                <c:pt idx="86896">
                  <c:v>0</c:v>
                </c:pt>
                <c:pt idx="86897">
                  <c:v>0</c:v>
                </c:pt>
                <c:pt idx="86898">
                  <c:v>0</c:v>
                </c:pt>
                <c:pt idx="86899">
                  <c:v>0</c:v>
                </c:pt>
                <c:pt idx="86900">
                  <c:v>0</c:v>
                </c:pt>
                <c:pt idx="86901">
                  <c:v>0</c:v>
                </c:pt>
                <c:pt idx="86902">
                  <c:v>0</c:v>
                </c:pt>
                <c:pt idx="86903">
                  <c:v>0</c:v>
                </c:pt>
                <c:pt idx="86904">
                  <c:v>0</c:v>
                </c:pt>
                <c:pt idx="86905">
                  <c:v>0</c:v>
                </c:pt>
                <c:pt idx="86906">
                  <c:v>0</c:v>
                </c:pt>
                <c:pt idx="86907">
                  <c:v>0</c:v>
                </c:pt>
                <c:pt idx="86908">
                  <c:v>0</c:v>
                </c:pt>
                <c:pt idx="86909">
                  <c:v>0</c:v>
                </c:pt>
                <c:pt idx="86910">
                  <c:v>0</c:v>
                </c:pt>
                <c:pt idx="86911">
                  <c:v>0</c:v>
                </c:pt>
                <c:pt idx="86912">
                  <c:v>0</c:v>
                </c:pt>
                <c:pt idx="86913">
                  <c:v>0</c:v>
                </c:pt>
                <c:pt idx="86914">
                  <c:v>0</c:v>
                </c:pt>
                <c:pt idx="86915">
                  <c:v>0</c:v>
                </c:pt>
                <c:pt idx="86916">
                  <c:v>0</c:v>
                </c:pt>
                <c:pt idx="86917">
                  <c:v>0</c:v>
                </c:pt>
                <c:pt idx="86918">
                  <c:v>0</c:v>
                </c:pt>
                <c:pt idx="86919">
                  <c:v>0</c:v>
                </c:pt>
                <c:pt idx="86920">
                  <c:v>0</c:v>
                </c:pt>
                <c:pt idx="86921">
                  <c:v>0</c:v>
                </c:pt>
                <c:pt idx="86922">
                  <c:v>0</c:v>
                </c:pt>
                <c:pt idx="86923">
                  <c:v>0</c:v>
                </c:pt>
                <c:pt idx="86924">
                  <c:v>0</c:v>
                </c:pt>
                <c:pt idx="86925">
                  <c:v>0</c:v>
                </c:pt>
                <c:pt idx="86926">
                  <c:v>0</c:v>
                </c:pt>
                <c:pt idx="86927">
                  <c:v>0</c:v>
                </c:pt>
                <c:pt idx="86928">
                  <c:v>0</c:v>
                </c:pt>
                <c:pt idx="86929">
                  <c:v>0</c:v>
                </c:pt>
                <c:pt idx="86930">
                  <c:v>0</c:v>
                </c:pt>
                <c:pt idx="86931">
                  <c:v>0</c:v>
                </c:pt>
                <c:pt idx="86932">
                  <c:v>0</c:v>
                </c:pt>
                <c:pt idx="86933">
                  <c:v>0</c:v>
                </c:pt>
                <c:pt idx="86934">
                  <c:v>0</c:v>
                </c:pt>
                <c:pt idx="86935">
                  <c:v>0</c:v>
                </c:pt>
                <c:pt idx="86936">
                  <c:v>0</c:v>
                </c:pt>
                <c:pt idx="86937">
                  <c:v>0</c:v>
                </c:pt>
                <c:pt idx="86938">
                  <c:v>0</c:v>
                </c:pt>
                <c:pt idx="86939">
                  <c:v>0</c:v>
                </c:pt>
                <c:pt idx="86940">
                  <c:v>0</c:v>
                </c:pt>
                <c:pt idx="86941">
                  <c:v>0</c:v>
                </c:pt>
                <c:pt idx="86942">
                  <c:v>0</c:v>
                </c:pt>
                <c:pt idx="86943">
                  <c:v>0</c:v>
                </c:pt>
                <c:pt idx="86944">
                  <c:v>0</c:v>
                </c:pt>
                <c:pt idx="86945">
                  <c:v>0</c:v>
                </c:pt>
                <c:pt idx="86946">
                  <c:v>0</c:v>
                </c:pt>
                <c:pt idx="86947">
                  <c:v>0</c:v>
                </c:pt>
                <c:pt idx="86948">
                  <c:v>0</c:v>
                </c:pt>
                <c:pt idx="86949">
                  <c:v>0</c:v>
                </c:pt>
                <c:pt idx="86950">
                  <c:v>0</c:v>
                </c:pt>
                <c:pt idx="86951">
                  <c:v>0</c:v>
                </c:pt>
                <c:pt idx="86952">
                  <c:v>0</c:v>
                </c:pt>
                <c:pt idx="86953">
                  <c:v>0</c:v>
                </c:pt>
                <c:pt idx="86954">
                  <c:v>0</c:v>
                </c:pt>
                <c:pt idx="86955">
                  <c:v>0</c:v>
                </c:pt>
                <c:pt idx="86956">
                  <c:v>0</c:v>
                </c:pt>
                <c:pt idx="86957">
                  <c:v>0</c:v>
                </c:pt>
                <c:pt idx="86958">
                  <c:v>0</c:v>
                </c:pt>
                <c:pt idx="86959">
                  <c:v>0</c:v>
                </c:pt>
                <c:pt idx="86960">
                  <c:v>0</c:v>
                </c:pt>
                <c:pt idx="86961">
                  <c:v>0</c:v>
                </c:pt>
                <c:pt idx="86962">
                  <c:v>0</c:v>
                </c:pt>
                <c:pt idx="86963">
                  <c:v>0</c:v>
                </c:pt>
                <c:pt idx="86964">
                  <c:v>0</c:v>
                </c:pt>
                <c:pt idx="86965">
                  <c:v>0</c:v>
                </c:pt>
                <c:pt idx="86966">
                  <c:v>0</c:v>
                </c:pt>
                <c:pt idx="86967">
                  <c:v>0</c:v>
                </c:pt>
                <c:pt idx="86968">
                  <c:v>0</c:v>
                </c:pt>
                <c:pt idx="86969">
                  <c:v>0</c:v>
                </c:pt>
                <c:pt idx="86970">
                  <c:v>0</c:v>
                </c:pt>
                <c:pt idx="86971">
                  <c:v>0</c:v>
                </c:pt>
                <c:pt idx="86972">
                  <c:v>0</c:v>
                </c:pt>
                <c:pt idx="86973">
                  <c:v>0</c:v>
                </c:pt>
                <c:pt idx="86974">
                  <c:v>0</c:v>
                </c:pt>
                <c:pt idx="86975">
                  <c:v>0</c:v>
                </c:pt>
                <c:pt idx="86976">
                  <c:v>0</c:v>
                </c:pt>
                <c:pt idx="86977">
                  <c:v>0</c:v>
                </c:pt>
                <c:pt idx="86978">
                  <c:v>0</c:v>
                </c:pt>
                <c:pt idx="86979">
                  <c:v>0</c:v>
                </c:pt>
                <c:pt idx="86980">
                  <c:v>0</c:v>
                </c:pt>
                <c:pt idx="86981">
                  <c:v>0</c:v>
                </c:pt>
                <c:pt idx="86982">
                  <c:v>0</c:v>
                </c:pt>
                <c:pt idx="86983">
                  <c:v>0</c:v>
                </c:pt>
                <c:pt idx="86984">
                  <c:v>0</c:v>
                </c:pt>
                <c:pt idx="86985">
                  <c:v>0</c:v>
                </c:pt>
                <c:pt idx="86986">
                  <c:v>0</c:v>
                </c:pt>
                <c:pt idx="86987">
                  <c:v>0</c:v>
                </c:pt>
                <c:pt idx="86988">
                  <c:v>0</c:v>
                </c:pt>
                <c:pt idx="86989">
                  <c:v>0</c:v>
                </c:pt>
                <c:pt idx="86990">
                  <c:v>0</c:v>
                </c:pt>
                <c:pt idx="86991">
                  <c:v>0</c:v>
                </c:pt>
                <c:pt idx="86992">
                  <c:v>0</c:v>
                </c:pt>
                <c:pt idx="86993">
                  <c:v>0</c:v>
                </c:pt>
                <c:pt idx="86994">
                  <c:v>0</c:v>
                </c:pt>
                <c:pt idx="86995">
                  <c:v>0</c:v>
                </c:pt>
                <c:pt idx="86996">
                  <c:v>0</c:v>
                </c:pt>
                <c:pt idx="86997">
                  <c:v>0</c:v>
                </c:pt>
                <c:pt idx="86998">
                  <c:v>0</c:v>
                </c:pt>
                <c:pt idx="86999">
                  <c:v>0</c:v>
                </c:pt>
                <c:pt idx="87000">
                  <c:v>0</c:v>
                </c:pt>
                <c:pt idx="87001">
                  <c:v>0</c:v>
                </c:pt>
                <c:pt idx="87002">
                  <c:v>0</c:v>
                </c:pt>
                <c:pt idx="87003">
                  <c:v>0</c:v>
                </c:pt>
                <c:pt idx="87004">
                  <c:v>0</c:v>
                </c:pt>
                <c:pt idx="87005">
                  <c:v>0</c:v>
                </c:pt>
                <c:pt idx="87006">
                  <c:v>0</c:v>
                </c:pt>
                <c:pt idx="87007">
                  <c:v>0</c:v>
                </c:pt>
                <c:pt idx="87008">
                  <c:v>0</c:v>
                </c:pt>
                <c:pt idx="87009">
                  <c:v>0</c:v>
                </c:pt>
                <c:pt idx="87010">
                  <c:v>0</c:v>
                </c:pt>
                <c:pt idx="87011">
                  <c:v>0</c:v>
                </c:pt>
                <c:pt idx="87012">
                  <c:v>0</c:v>
                </c:pt>
                <c:pt idx="87013">
                  <c:v>0</c:v>
                </c:pt>
                <c:pt idx="87014">
                  <c:v>0</c:v>
                </c:pt>
                <c:pt idx="87015">
                  <c:v>0</c:v>
                </c:pt>
                <c:pt idx="87016">
                  <c:v>0</c:v>
                </c:pt>
                <c:pt idx="87017">
                  <c:v>0</c:v>
                </c:pt>
                <c:pt idx="87018">
                  <c:v>0</c:v>
                </c:pt>
                <c:pt idx="87019">
                  <c:v>0</c:v>
                </c:pt>
                <c:pt idx="87020">
                  <c:v>0</c:v>
                </c:pt>
                <c:pt idx="87021">
                  <c:v>0</c:v>
                </c:pt>
                <c:pt idx="87022">
                  <c:v>0</c:v>
                </c:pt>
                <c:pt idx="87023">
                  <c:v>0</c:v>
                </c:pt>
                <c:pt idx="87024">
                  <c:v>0</c:v>
                </c:pt>
                <c:pt idx="87025">
                  <c:v>0</c:v>
                </c:pt>
                <c:pt idx="87026">
                  <c:v>0</c:v>
                </c:pt>
                <c:pt idx="87027">
                  <c:v>0</c:v>
                </c:pt>
                <c:pt idx="87028">
                  <c:v>0</c:v>
                </c:pt>
                <c:pt idx="87029">
                  <c:v>0</c:v>
                </c:pt>
                <c:pt idx="87030">
                  <c:v>0</c:v>
                </c:pt>
                <c:pt idx="87031">
                  <c:v>0</c:v>
                </c:pt>
                <c:pt idx="87032">
                  <c:v>0</c:v>
                </c:pt>
                <c:pt idx="87033">
                  <c:v>0</c:v>
                </c:pt>
                <c:pt idx="87034">
                  <c:v>0</c:v>
                </c:pt>
                <c:pt idx="87035">
                  <c:v>0</c:v>
                </c:pt>
                <c:pt idx="87036">
                  <c:v>0</c:v>
                </c:pt>
                <c:pt idx="87037">
                  <c:v>0</c:v>
                </c:pt>
                <c:pt idx="87038">
                  <c:v>0</c:v>
                </c:pt>
                <c:pt idx="87039">
                  <c:v>0</c:v>
                </c:pt>
                <c:pt idx="87040">
                  <c:v>0</c:v>
                </c:pt>
                <c:pt idx="87041">
                  <c:v>0</c:v>
                </c:pt>
                <c:pt idx="87042">
                  <c:v>0</c:v>
                </c:pt>
                <c:pt idx="87043">
                  <c:v>0</c:v>
                </c:pt>
                <c:pt idx="87044">
                  <c:v>0</c:v>
                </c:pt>
                <c:pt idx="87045">
                  <c:v>0</c:v>
                </c:pt>
                <c:pt idx="87046">
                  <c:v>0</c:v>
                </c:pt>
                <c:pt idx="87047">
                  <c:v>0</c:v>
                </c:pt>
                <c:pt idx="87048">
                  <c:v>0</c:v>
                </c:pt>
                <c:pt idx="87049">
                  <c:v>0</c:v>
                </c:pt>
                <c:pt idx="87050">
                  <c:v>0</c:v>
                </c:pt>
                <c:pt idx="87051">
                  <c:v>0</c:v>
                </c:pt>
                <c:pt idx="87052">
                  <c:v>0</c:v>
                </c:pt>
                <c:pt idx="87053">
                  <c:v>0</c:v>
                </c:pt>
                <c:pt idx="87054">
                  <c:v>0</c:v>
                </c:pt>
                <c:pt idx="87055">
                  <c:v>0</c:v>
                </c:pt>
                <c:pt idx="87056">
                  <c:v>0</c:v>
                </c:pt>
                <c:pt idx="87057">
                  <c:v>0</c:v>
                </c:pt>
                <c:pt idx="87058">
                  <c:v>0</c:v>
                </c:pt>
                <c:pt idx="87059">
                  <c:v>0</c:v>
                </c:pt>
                <c:pt idx="87060">
                  <c:v>0</c:v>
                </c:pt>
                <c:pt idx="87061">
                  <c:v>0</c:v>
                </c:pt>
                <c:pt idx="87062">
                  <c:v>0</c:v>
                </c:pt>
                <c:pt idx="87063">
                  <c:v>0</c:v>
                </c:pt>
                <c:pt idx="87064">
                  <c:v>0</c:v>
                </c:pt>
                <c:pt idx="87065">
                  <c:v>0</c:v>
                </c:pt>
                <c:pt idx="87066">
                  <c:v>0</c:v>
                </c:pt>
                <c:pt idx="87067">
                  <c:v>0</c:v>
                </c:pt>
                <c:pt idx="87068">
                  <c:v>0</c:v>
                </c:pt>
                <c:pt idx="87069">
                  <c:v>0</c:v>
                </c:pt>
                <c:pt idx="87070">
                  <c:v>0</c:v>
                </c:pt>
                <c:pt idx="87071">
                  <c:v>0</c:v>
                </c:pt>
                <c:pt idx="87072">
                  <c:v>0</c:v>
                </c:pt>
                <c:pt idx="87073">
                  <c:v>0</c:v>
                </c:pt>
                <c:pt idx="87074">
                  <c:v>0</c:v>
                </c:pt>
                <c:pt idx="87075">
                  <c:v>0</c:v>
                </c:pt>
                <c:pt idx="87076">
                  <c:v>0</c:v>
                </c:pt>
                <c:pt idx="87077">
                  <c:v>0</c:v>
                </c:pt>
                <c:pt idx="87078">
                  <c:v>0</c:v>
                </c:pt>
                <c:pt idx="87079">
                  <c:v>0</c:v>
                </c:pt>
                <c:pt idx="87080">
                  <c:v>0</c:v>
                </c:pt>
                <c:pt idx="87081">
                  <c:v>0</c:v>
                </c:pt>
                <c:pt idx="87082">
                  <c:v>0</c:v>
                </c:pt>
                <c:pt idx="87083">
                  <c:v>0</c:v>
                </c:pt>
                <c:pt idx="87084">
                  <c:v>0</c:v>
                </c:pt>
                <c:pt idx="87085">
                  <c:v>0</c:v>
                </c:pt>
                <c:pt idx="87086">
                  <c:v>0</c:v>
                </c:pt>
                <c:pt idx="87087">
                  <c:v>0</c:v>
                </c:pt>
                <c:pt idx="87088">
                  <c:v>0</c:v>
                </c:pt>
                <c:pt idx="87089">
                  <c:v>0</c:v>
                </c:pt>
                <c:pt idx="87090">
                  <c:v>0</c:v>
                </c:pt>
                <c:pt idx="87091">
                  <c:v>0</c:v>
                </c:pt>
                <c:pt idx="87092">
                  <c:v>0</c:v>
                </c:pt>
                <c:pt idx="87093">
                  <c:v>0</c:v>
                </c:pt>
                <c:pt idx="87094">
                  <c:v>0</c:v>
                </c:pt>
                <c:pt idx="87095">
                  <c:v>0</c:v>
                </c:pt>
                <c:pt idx="87096">
                  <c:v>0</c:v>
                </c:pt>
                <c:pt idx="87097">
                  <c:v>0</c:v>
                </c:pt>
                <c:pt idx="87098">
                  <c:v>0</c:v>
                </c:pt>
                <c:pt idx="87099">
                  <c:v>0</c:v>
                </c:pt>
                <c:pt idx="87100">
                  <c:v>0</c:v>
                </c:pt>
                <c:pt idx="87101">
                  <c:v>0</c:v>
                </c:pt>
                <c:pt idx="87102">
                  <c:v>0</c:v>
                </c:pt>
                <c:pt idx="87103">
                  <c:v>0</c:v>
                </c:pt>
                <c:pt idx="87104">
                  <c:v>0</c:v>
                </c:pt>
                <c:pt idx="87105">
                  <c:v>0</c:v>
                </c:pt>
                <c:pt idx="87106">
                  <c:v>0</c:v>
                </c:pt>
                <c:pt idx="87107">
                  <c:v>0</c:v>
                </c:pt>
                <c:pt idx="87108">
                  <c:v>0</c:v>
                </c:pt>
                <c:pt idx="87109">
                  <c:v>0</c:v>
                </c:pt>
                <c:pt idx="87110">
                  <c:v>0</c:v>
                </c:pt>
                <c:pt idx="87111">
                  <c:v>0</c:v>
                </c:pt>
                <c:pt idx="87112">
                  <c:v>0</c:v>
                </c:pt>
                <c:pt idx="87113">
                  <c:v>0</c:v>
                </c:pt>
                <c:pt idx="87114">
                  <c:v>0</c:v>
                </c:pt>
                <c:pt idx="87115">
                  <c:v>0</c:v>
                </c:pt>
                <c:pt idx="87116">
                  <c:v>0</c:v>
                </c:pt>
                <c:pt idx="87117">
                  <c:v>0</c:v>
                </c:pt>
                <c:pt idx="87118">
                  <c:v>0</c:v>
                </c:pt>
                <c:pt idx="87119">
                  <c:v>0</c:v>
                </c:pt>
                <c:pt idx="87120">
                  <c:v>0</c:v>
                </c:pt>
                <c:pt idx="87121">
                  <c:v>0</c:v>
                </c:pt>
                <c:pt idx="87122">
                  <c:v>0</c:v>
                </c:pt>
                <c:pt idx="87123">
                  <c:v>0</c:v>
                </c:pt>
                <c:pt idx="87124">
                  <c:v>0</c:v>
                </c:pt>
                <c:pt idx="87125">
                  <c:v>0</c:v>
                </c:pt>
                <c:pt idx="87126">
                  <c:v>0</c:v>
                </c:pt>
                <c:pt idx="87127">
                  <c:v>0</c:v>
                </c:pt>
                <c:pt idx="87128">
                  <c:v>0</c:v>
                </c:pt>
                <c:pt idx="87129">
                  <c:v>0</c:v>
                </c:pt>
                <c:pt idx="87130">
                  <c:v>0</c:v>
                </c:pt>
                <c:pt idx="87131">
                  <c:v>0</c:v>
                </c:pt>
                <c:pt idx="87132">
                  <c:v>0</c:v>
                </c:pt>
                <c:pt idx="87133">
                  <c:v>0</c:v>
                </c:pt>
                <c:pt idx="87134">
                  <c:v>0</c:v>
                </c:pt>
                <c:pt idx="87135">
                  <c:v>0</c:v>
                </c:pt>
                <c:pt idx="87136">
                  <c:v>0</c:v>
                </c:pt>
                <c:pt idx="87137">
                  <c:v>0</c:v>
                </c:pt>
                <c:pt idx="87138">
                  <c:v>0</c:v>
                </c:pt>
                <c:pt idx="87139">
                  <c:v>0</c:v>
                </c:pt>
                <c:pt idx="87140">
                  <c:v>0</c:v>
                </c:pt>
                <c:pt idx="87141">
                  <c:v>0</c:v>
                </c:pt>
                <c:pt idx="87142">
                  <c:v>0</c:v>
                </c:pt>
                <c:pt idx="87143">
                  <c:v>0</c:v>
                </c:pt>
                <c:pt idx="87144">
                  <c:v>0</c:v>
                </c:pt>
                <c:pt idx="87145">
                  <c:v>0</c:v>
                </c:pt>
                <c:pt idx="87146">
                  <c:v>0</c:v>
                </c:pt>
                <c:pt idx="87147">
                  <c:v>0</c:v>
                </c:pt>
                <c:pt idx="87148">
                  <c:v>0</c:v>
                </c:pt>
                <c:pt idx="87149">
                  <c:v>0</c:v>
                </c:pt>
                <c:pt idx="87150">
                  <c:v>0</c:v>
                </c:pt>
                <c:pt idx="87151">
                  <c:v>0</c:v>
                </c:pt>
                <c:pt idx="87152">
                  <c:v>0</c:v>
                </c:pt>
                <c:pt idx="87153">
                  <c:v>0</c:v>
                </c:pt>
                <c:pt idx="87154">
                  <c:v>0</c:v>
                </c:pt>
                <c:pt idx="87155">
                  <c:v>0</c:v>
                </c:pt>
                <c:pt idx="87156">
                  <c:v>0</c:v>
                </c:pt>
                <c:pt idx="87157">
                  <c:v>0</c:v>
                </c:pt>
                <c:pt idx="87158">
                  <c:v>0</c:v>
                </c:pt>
                <c:pt idx="87159">
                  <c:v>0</c:v>
                </c:pt>
                <c:pt idx="87160">
                  <c:v>0</c:v>
                </c:pt>
                <c:pt idx="87161">
                  <c:v>0</c:v>
                </c:pt>
                <c:pt idx="87162">
                  <c:v>0</c:v>
                </c:pt>
                <c:pt idx="87163">
                  <c:v>0</c:v>
                </c:pt>
                <c:pt idx="87164">
                  <c:v>0</c:v>
                </c:pt>
                <c:pt idx="87165">
                  <c:v>0</c:v>
                </c:pt>
                <c:pt idx="87166">
                  <c:v>0</c:v>
                </c:pt>
                <c:pt idx="87167">
                  <c:v>0</c:v>
                </c:pt>
                <c:pt idx="87168">
                  <c:v>0</c:v>
                </c:pt>
                <c:pt idx="87169">
                  <c:v>0</c:v>
                </c:pt>
                <c:pt idx="87170">
                  <c:v>0</c:v>
                </c:pt>
                <c:pt idx="87171">
                  <c:v>0</c:v>
                </c:pt>
                <c:pt idx="87172">
                  <c:v>0</c:v>
                </c:pt>
                <c:pt idx="87173">
                  <c:v>0</c:v>
                </c:pt>
                <c:pt idx="87174">
                  <c:v>0</c:v>
                </c:pt>
                <c:pt idx="87175">
                  <c:v>0</c:v>
                </c:pt>
                <c:pt idx="87176">
                  <c:v>0</c:v>
                </c:pt>
                <c:pt idx="87177">
                  <c:v>0</c:v>
                </c:pt>
                <c:pt idx="87178">
                  <c:v>0</c:v>
                </c:pt>
                <c:pt idx="87179">
                  <c:v>0</c:v>
                </c:pt>
                <c:pt idx="87180">
                  <c:v>0</c:v>
                </c:pt>
                <c:pt idx="87181">
                  <c:v>0</c:v>
                </c:pt>
                <c:pt idx="87182">
                  <c:v>0</c:v>
                </c:pt>
                <c:pt idx="87183">
                  <c:v>0</c:v>
                </c:pt>
                <c:pt idx="87184">
                  <c:v>0</c:v>
                </c:pt>
                <c:pt idx="87185">
                  <c:v>0</c:v>
                </c:pt>
                <c:pt idx="87186">
                  <c:v>0</c:v>
                </c:pt>
                <c:pt idx="87187">
                  <c:v>0</c:v>
                </c:pt>
                <c:pt idx="87188">
                  <c:v>0</c:v>
                </c:pt>
                <c:pt idx="87189">
                  <c:v>0</c:v>
                </c:pt>
                <c:pt idx="87190">
                  <c:v>0</c:v>
                </c:pt>
                <c:pt idx="87191">
                  <c:v>0</c:v>
                </c:pt>
                <c:pt idx="87192">
                  <c:v>0</c:v>
                </c:pt>
                <c:pt idx="87193">
                  <c:v>0</c:v>
                </c:pt>
                <c:pt idx="87194">
                  <c:v>0</c:v>
                </c:pt>
                <c:pt idx="87195">
                  <c:v>0</c:v>
                </c:pt>
                <c:pt idx="87196">
                  <c:v>0</c:v>
                </c:pt>
                <c:pt idx="87197">
                  <c:v>0</c:v>
                </c:pt>
                <c:pt idx="87198">
                  <c:v>0</c:v>
                </c:pt>
                <c:pt idx="87199">
                  <c:v>0</c:v>
                </c:pt>
                <c:pt idx="87200">
                  <c:v>0</c:v>
                </c:pt>
                <c:pt idx="87201">
                  <c:v>0</c:v>
                </c:pt>
                <c:pt idx="87202">
                  <c:v>0</c:v>
                </c:pt>
                <c:pt idx="87203">
                  <c:v>0</c:v>
                </c:pt>
                <c:pt idx="87204">
                  <c:v>0</c:v>
                </c:pt>
                <c:pt idx="87205">
                  <c:v>0</c:v>
                </c:pt>
                <c:pt idx="87206">
                  <c:v>0</c:v>
                </c:pt>
                <c:pt idx="87207">
                  <c:v>0</c:v>
                </c:pt>
                <c:pt idx="87208">
                  <c:v>0</c:v>
                </c:pt>
                <c:pt idx="87209">
                  <c:v>0</c:v>
                </c:pt>
                <c:pt idx="87210">
                  <c:v>0</c:v>
                </c:pt>
                <c:pt idx="87211">
                  <c:v>0</c:v>
                </c:pt>
                <c:pt idx="87212">
                  <c:v>0</c:v>
                </c:pt>
                <c:pt idx="87213">
                  <c:v>0</c:v>
                </c:pt>
                <c:pt idx="87214">
                  <c:v>0</c:v>
                </c:pt>
                <c:pt idx="87215">
                  <c:v>0</c:v>
                </c:pt>
                <c:pt idx="87216">
                  <c:v>0</c:v>
                </c:pt>
                <c:pt idx="87217">
                  <c:v>0</c:v>
                </c:pt>
                <c:pt idx="87218">
                  <c:v>0</c:v>
                </c:pt>
                <c:pt idx="87219">
                  <c:v>0</c:v>
                </c:pt>
                <c:pt idx="87220">
                  <c:v>0</c:v>
                </c:pt>
                <c:pt idx="87221">
                  <c:v>0</c:v>
                </c:pt>
                <c:pt idx="87222">
                  <c:v>0</c:v>
                </c:pt>
                <c:pt idx="87223">
                  <c:v>0</c:v>
                </c:pt>
                <c:pt idx="87224">
                  <c:v>0</c:v>
                </c:pt>
                <c:pt idx="87225">
                  <c:v>0</c:v>
                </c:pt>
                <c:pt idx="87226">
                  <c:v>0</c:v>
                </c:pt>
                <c:pt idx="87227">
                  <c:v>0</c:v>
                </c:pt>
                <c:pt idx="87228">
                  <c:v>0</c:v>
                </c:pt>
                <c:pt idx="87229">
                  <c:v>0</c:v>
                </c:pt>
                <c:pt idx="87230">
                  <c:v>0</c:v>
                </c:pt>
                <c:pt idx="87231">
                  <c:v>0</c:v>
                </c:pt>
                <c:pt idx="87232">
                  <c:v>0</c:v>
                </c:pt>
                <c:pt idx="87233">
                  <c:v>0</c:v>
                </c:pt>
                <c:pt idx="87234">
                  <c:v>0</c:v>
                </c:pt>
                <c:pt idx="87235">
                  <c:v>0</c:v>
                </c:pt>
                <c:pt idx="87236">
                  <c:v>0</c:v>
                </c:pt>
                <c:pt idx="87237">
                  <c:v>0</c:v>
                </c:pt>
                <c:pt idx="87238">
                  <c:v>0</c:v>
                </c:pt>
                <c:pt idx="87239">
                  <c:v>0</c:v>
                </c:pt>
                <c:pt idx="87240">
                  <c:v>0</c:v>
                </c:pt>
                <c:pt idx="87241">
                  <c:v>0</c:v>
                </c:pt>
                <c:pt idx="87242">
                  <c:v>0</c:v>
                </c:pt>
                <c:pt idx="87243">
                  <c:v>0</c:v>
                </c:pt>
                <c:pt idx="87244">
                  <c:v>0</c:v>
                </c:pt>
                <c:pt idx="87245">
                  <c:v>0</c:v>
                </c:pt>
                <c:pt idx="87246">
                  <c:v>0</c:v>
                </c:pt>
                <c:pt idx="87247">
                  <c:v>0</c:v>
                </c:pt>
                <c:pt idx="87248">
                  <c:v>0</c:v>
                </c:pt>
                <c:pt idx="87249">
                  <c:v>0</c:v>
                </c:pt>
                <c:pt idx="87250">
                  <c:v>0</c:v>
                </c:pt>
                <c:pt idx="87251">
                  <c:v>0</c:v>
                </c:pt>
                <c:pt idx="87252">
                  <c:v>0</c:v>
                </c:pt>
                <c:pt idx="87253">
                  <c:v>0</c:v>
                </c:pt>
                <c:pt idx="87254">
                  <c:v>0</c:v>
                </c:pt>
                <c:pt idx="87255">
                  <c:v>0</c:v>
                </c:pt>
                <c:pt idx="87256">
                  <c:v>0</c:v>
                </c:pt>
                <c:pt idx="87257">
                  <c:v>0</c:v>
                </c:pt>
                <c:pt idx="87258">
                  <c:v>0</c:v>
                </c:pt>
                <c:pt idx="87259">
                  <c:v>0</c:v>
                </c:pt>
                <c:pt idx="87260">
                  <c:v>0</c:v>
                </c:pt>
                <c:pt idx="87261">
                  <c:v>0</c:v>
                </c:pt>
                <c:pt idx="87262">
                  <c:v>0</c:v>
                </c:pt>
                <c:pt idx="87263">
                  <c:v>0</c:v>
                </c:pt>
                <c:pt idx="87264">
                  <c:v>0</c:v>
                </c:pt>
                <c:pt idx="87265">
                  <c:v>0</c:v>
                </c:pt>
                <c:pt idx="87266">
                  <c:v>0</c:v>
                </c:pt>
                <c:pt idx="87267">
                  <c:v>0</c:v>
                </c:pt>
                <c:pt idx="87268">
                  <c:v>0</c:v>
                </c:pt>
                <c:pt idx="87269">
                  <c:v>0</c:v>
                </c:pt>
                <c:pt idx="87270">
                  <c:v>0</c:v>
                </c:pt>
                <c:pt idx="87271">
                  <c:v>0</c:v>
                </c:pt>
                <c:pt idx="87272">
                  <c:v>0</c:v>
                </c:pt>
                <c:pt idx="87273">
                  <c:v>0</c:v>
                </c:pt>
                <c:pt idx="87274">
                  <c:v>0</c:v>
                </c:pt>
                <c:pt idx="87275">
                  <c:v>0</c:v>
                </c:pt>
                <c:pt idx="87276">
                  <c:v>0</c:v>
                </c:pt>
                <c:pt idx="87277">
                  <c:v>0</c:v>
                </c:pt>
                <c:pt idx="87278">
                  <c:v>0</c:v>
                </c:pt>
                <c:pt idx="87279">
                  <c:v>0</c:v>
                </c:pt>
                <c:pt idx="87280">
                  <c:v>0</c:v>
                </c:pt>
                <c:pt idx="87281">
                  <c:v>0</c:v>
                </c:pt>
                <c:pt idx="87282">
                  <c:v>0</c:v>
                </c:pt>
                <c:pt idx="87283">
                  <c:v>0</c:v>
                </c:pt>
                <c:pt idx="87284">
                  <c:v>0</c:v>
                </c:pt>
                <c:pt idx="87285">
                  <c:v>0</c:v>
                </c:pt>
                <c:pt idx="87286">
                  <c:v>0</c:v>
                </c:pt>
                <c:pt idx="87287">
                  <c:v>0</c:v>
                </c:pt>
                <c:pt idx="87288">
                  <c:v>0</c:v>
                </c:pt>
                <c:pt idx="87289">
                  <c:v>0</c:v>
                </c:pt>
                <c:pt idx="87290">
                  <c:v>0</c:v>
                </c:pt>
                <c:pt idx="87291">
                  <c:v>0</c:v>
                </c:pt>
                <c:pt idx="87292">
                  <c:v>0</c:v>
                </c:pt>
                <c:pt idx="87293">
                  <c:v>0</c:v>
                </c:pt>
                <c:pt idx="87294">
                  <c:v>0</c:v>
                </c:pt>
                <c:pt idx="87295">
                  <c:v>0</c:v>
                </c:pt>
                <c:pt idx="87296">
                  <c:v>0</c:v>
                </c:pt>
                <c:pt idx="87297">
                  <c:v>0</c:v>
                </c:pt>
                <c:pt idx="87298">
                  <c:v>0</c:v>
                </c:pt>
                <c:pt idx="87299">
                  <c:v>0</c:v>
                </c:pt>
                <c:pt idx="87300">
                  <c:v>0</c:v>
                </c:pt>
                <c:pt idx="87301">
                  <c:v>0</c:v>
                </c:pt>
                <c:pt idx="87302">
                  <c:v>0</c:v>
                </c:pt>
                <c:pt idx="87303">
                  <c:v>0</c:v>
                </c:pt>
                <c:pt idx="87304">
                  <c:v>0</c:v>
                </c:pt>
                <c:pt idx="87305">
                  <c:v>0</c:v>
                </c:pt>
                <c:pt idx="87306">
                  <c:v>0</c:v>
                </c:pt>
                <c:pt idx="87307">
                  <c:v>0</c:v>
                </c:pt>
                <c:pt idx="87308">
                  <c:v>0</c:v>
                </c:pt>
                <c:pt idx="87309">
                  <c:v>0</c:v>
                </c:pt>
                <c:pt idx="87310">
                  <c:v>0</c:v>
                </c:pt>
                <c:pt idx="87311">
                  <c:v>0</c:v>
                </c:pt>
                <c:pt idx="87312">
                  <c:v>0</c:v>
                </c:pt>
                <c:pt idx="87313">
                  <c:v>0</c:v>
                </c:pt>
                <c:pt idx="87314">
                  <c:v>0</c:v>
                </c:pt>
                <c:pt idx="87315">
                  <c:v>0</c:v>
                </c:pt>
                <c:pt idx="87316">
                  <c:v>0</c:v>
                </c:pt>
                <c:pt idx="87317">
                  <c:v>0</c:v>
                </c:pt>
                <c:pt idx="87318">
                  <c:v>0</c:v>
                </c:pt>
                <c:pt idx="87319">
                  <c:v>0</c:v>
                </c:pt>
                <c:pt idx="87320">
                  <c:v>0</c:v>
                </c:pt>
                <c:pt idx="87321">
                  <c:v>0</c:v>
                </c:pt>
                <c:pt idx="87322">
                  <c:v>0</c:v>
                </c:pt>
                <c:pt idx="87323">
                  <c:v>0</c:v>
                </c:pt>
                <c:pt idx="87324">
                  <c:v>0</c:v>
                </c:pt>
                <c:pt idx="87325">
                  <c:v>0</c:v>
                </c:pt>
                <c:pt idx="87326">
                  <c:v>0</c:v>
                </c:pt>
                <c:pt idx="87327">
                  <c:v>0</c:v>
                </c:pt>
                <c:pt idx="87328">
                  <c:v>0</c:v>
                </c:pt>
                <c:pt idx="87329">
                  <c:v>0</c:v>
                </c:pt>
                <c:pt idx="87330">
                  <c:v>0</c:v>
                </c:pt>
                <c:pt idx="87331">
                  <c:v>0</c:v>
                </c:pt>
                <c:pt idx="87332">
                  <c:v>0</c:v>
                </c:pt>
                <c:pt idx="87333">
                  <c:v>0</c:v>
                </c:pt>
                <c:pt idx="87334">
                  <c:v>0</c:v>
                </c:pt>
                <c:pt idx="87335">
                  <c:v>0</c:v>
                </c:pt>
                <c:pt idx="87336">
                  <c:v>0</c:v>
                </c:pt>
                <c:pt idx="87337">
                  <c:v>0</c:v>
                </c:pt>
                <c:pt idx="87338">
                  <c:v>0</c:v>
                </c:pt>
                <c:pt idx="87339">
                  <c:v>0</c:v>
                </c:pt>
                <c:pt idx="87340">
                  <c:v>0</c:v>
                </c:pt>
                <c:pt idx="87341">
                  <c:v>0</c:v>
                </c:pt>
                <c:pt idx="87342">
                  <c:v>0</c:v>
                </c:pt>
                <c:pt idx="87343">
                  <c:v>0</c:v>
                </c:pt>
                <c:pt idx="87344">
                  <c:v>0</c:v>
                </c:pt>
                <c:pt idx="87345">
                  <c:v>0</c:v>
                </c:pt>
                <c:pt idx="87346">
                  <c:v>0</c:v>
                </c:pt>
                <c:pt idx="87347">
                  <c:v>0</c:v>
                </c:pt>
                <c:pt idx="87348">
                  <c:v>0</c:v>
                </c:pt>
                <c:pt idx="87349">
                  <c:v>0</c:v>
                </c:pt>
                <c:pt idx="87350">
                  <c:v>0</c:v>
                </c:pt>
                <c:pt idx="87351">
                  <c:v>0</c:v>
                </c:pt>
                <c:pt idx="87352">
                  <c:v>0</c:v>
                </c:pt>
                <c:pt idx="87353">
                  <c:v>0</c:v>
                </c:pt>
                <c:pt idx="87354">
                  <c:v>0</c:v>
                </c:pt>
                <c:pt idx="87355">
                  <c:v>0</c:v>
                </c:pt>
                <c:pt idx="87356">
                  <c:v>0</c:v>
                </c:pt>
                <c:pt idx="87357">
                  <c:v>0</c:v>
                </c:pt>
                <c:pt idx="87358">
                  <c:v>0</c:v>
                </c:pt>
                <c:pt idx="87359">
                  <c:v>0</c:v>
                </c:pt>
                <c:pt idx="87360">
                  <c:v>0</c:v>
                </c:pt>
                <c:pt idx="87361">
                  <c:v>0</c:v>
                </c:pt>
                <c:pt idx="87362">
                  <c:v>0</c:v>
                </c:pt>
                <c:pt idx="87363">
                  <c:v>0</c:v>
                </c:pt>
                <c:pt idx="87364">
                  <c:v>0</c:v>
                </c:pt>
                <c:pt idx="87365">
                  <c:v>0</c:v>
                </c:pt>
                <c:pt idx="87366">
                  <c:v>0</c:v>
                </c:pt>
                <c:pt idx="87367">
                  <c:v>0</c:v>
                </c:pt>
                <c:pt idx="87368">
                  <c:v>0</c:v>
                </c:pt>
                <c:pt idx="87369">
                  <c:v>0</c:v>
                </c:pt>
                <c:pt idx="87370">
                  <c:v>0</c:v>
                </c:pt>
                <c:pt idx="87371">
                  <c:v>0</c:v>
                </c:pt>
                <c:pt idx="87372">
                  <c:v>0</c:v>
                </c:pt>
                <c:pt idx="87373">
                  <c:v>0</c:v>
                </c:pt>
                <c:pt idx="87374">
                  <c:v>0</c:v>
                </c:pt>
                <c:pt idx="87375">
                  <c:v>0</c:v>
                </c:pt>
                <c:pt idx="87376">
                  <c:v>0</c:v>
                </c:pt>
                <c:pt idx="87377">
                  <c:v>0</c:v>
                </c:pt>
                <c:pt idx="87378">
                  <c:v>0</c:v>
                </c:pt>
                <c:pt idx="87379">
                  <c:v>0</c:v>
                </c:pt>
                <c:pt idx="87380">
                  <c:v>0</c:v>
                </c:pt>
                <c:pt idx="87381">
                  <c:v>0</c:v>
                </c:pt>
                <c:pt idx="87382">
                  <c:v>0</c:v>
                </c:pt>
                <c:pt idx="87383">
                  <c:v>0</c:v>
                </c:pt>
                <c:pt idx="87384">
                  <c:v>0</c:v>
                </c:pt>
                <c:pt idx="87385">
                  <c:v>0</c:v>
                </c:pt>
                <c:pt idx="87386">
                  <c:v>0</c:v>
                </c:pt>
                <c:pt idx="87387">
                  <c:v>0</c:v>
                </c:pt>
                <c:pt idx="87388">
                  <c:v>0</c:v>
                </c:pt>
                <c:pt idx="87389">
                  <c:v>0</c:v>
                </c:pt>
                <c:pt idx="87390">
                  <c:v>0</c:v>
                </c:pt>
                <c:pt idx="87391">
                  <c:v>0</c:v>
                </c:pt>
                <c:pt idx="87392">
                  <c:v>0</c:v>
                </c:pt>
                <c:pt idx="87393">
                  <c:v>0</c:v>
                </c:pt>
                <c:pt idx="87394">
                  <c:v>0</c:v>
                </c:pt>
                <c:pt idx="87395">
                  <c:v>0</c:v>
                </c:pt>
                <c:pt idx="87396">
                  <c:v>0</c:v>
                </c:pt>
                <c:pt idx="87397">
                  <c:v>0</c:v>
                </c:pt>
                <c:pt idx="87398">
                  <c:v>0</c:v>
                </c:pt>
                <c:pt idx="87399">
                  <c:v>0</c:v>
                </c:pt>
                <c:pt idx="87400">
                  <c:v>0</c:v>
                </c:pt>
                <c:pt idx="87401">
                  <c:v>0</c:v>
                </c:pt>
                <c:pt idx="87402">
                  <c:v>0</c:v>
                </c:pt>
                <c:pt idx="87403">
                  <c:v>0</c:v>
                </c:pt>
                <c:pt idx="87404">
                  <c:v>0</c:v>
                </c:pt>
                <c:pt idx="87405">
                  <c:v>0</c:v>
                </c:pt>
                <c:pt idx="87406">
                  <c:v>0</c:v>
                </c:pt>
                <c:pt idx="87407">
                  <c:v>0</c:v>
                </c:pt>
                <c:pt idx="87408">
                  <c:v>0</c:v>
                </c:pt>
                <c:pt idx="87409">
                  <c:v>0</c:v>
                </c:pt>
                <c:pt idx="87410">
                  <c:v>0</c:v>
                </c:pt>
                <c:pt idx="87411">
                  <c:v>0</c:v>
                </c:pt>
                <c:pt idx="87412">
                  <c:v>0</c:v>
                </c:pt>
                <c:pt idx="87413">
                  <c:v>0</c:v>
                </c:pt>
                <c:pt idx="87414">
                  <c:v>0</c:v>
                </c:pt>
                <c:pt idx="87415">
                  <c:v>0</c:v>
                </c:pt>
                <c:pt idx="87416">
                  <c:v>0</c:v>
                </c:pt>
                <c:pt idx="87417">
                  <c:v>0</c:v>
                </c:pt>
                <c:pt idx="87418">
                  <c:v>0</c:v>
                </c:pt>
                <c:pt idx="87419">
                  <c:v>0</c:v>
                </c:pt>
                <c:pt idx="87420">
                  <c:v>0</c:v>
                </c:pt>
                <c:pt idx="87421">
                  <c:v>0</c:v>
                </c:pt>
                <c:pt idx="87422">
                  <c:v>0</c:v>
                </c:pt>
                <c:pt idx="87423">
                  <c:v>0</c:v>
                </c:pt>
                <c:pt idx="87424">
                  <c:v>0</c:v>
                </c:pt>
                <c:pt idx="87425">
                  <c:v>0</c:v>
                </c:pt>
                <c:pt idx="87426">
                  <c:v>0</c:v>
                </c:pt>
                <c:pt idx="87427">
                  <c:v>0</c:v>
                </c:pt>
                <c:pt idx="87428">
                  <c:v>0</c:v>
                </c:pt>
                <c:pt idx="87429">
                  <c:v>0</c:v>
                </c:pt>
                <c:pt idx="87430">
                  <c:v>0</c:v>
                </c:pt>
                <c:pt idx="87431">
                  <c:v>0</c:v>
                </c:pt>
                <c:pt idx="87432">
                  <c:v>0</c:v>
                </c:pt>
                <c:pt idx="87433">
                  <c:v>0</c:v>
                </c:pt>
                <c:pt idx="87434">
                  <c:v>0</c:v>
                </c:pt>
                <c:pt idx="87435">
                  <c:v>0</c:v>
                </c:pt>
                <c:pt idx="87436">
                  <c:v>0</c:v>
                </c:pt>
                <c:pt idx="87437">
                  <c:v>0</c:v>
                </c:pt>
                <c:pt idx="87438">
                  <c:v>0</c:v>
                </c:pt>
                <c:pt idx="87439">
                  <c:v>0</c:v>
                </c:pt>
                <c:pt idx="87440">
                  <c:v>0</c:v>
                </c:pt>
                <c:pt idx="87441">
                  <c:v>0</c:v>
                </c:pt>
                <c:pt idx="87442">
                  <c:v>0</c:v>
                </c:pt>
                <c:pt idx="87443">
                  <c:v>0</c:v>
                </c:pt>
                <c:pt idx="87444">
                  <c:v>0</c:v>
                </c:pt>
                <c:pt idx="87445">
                  <c:v>0</c:v>
                </c:pt>
                <c:pt idx="87446">
                  <c:v>0</c:v>
                </c:pt>
                <c:pt idx="87447">
                  <c:v>0</c:v>
                </c:pt>
                <c:pt idx="87448">
                  <c:v>0</c:v>
                </c:pt>
                <c:pt idx="87449">
                  <c:v>0</c:v>
                </c:pt>
                <c:pt idx="87450">
                  <c:v>0</c:v>
                </c:pt>
                <c:pt idx="87451">
                  <c:v>0</c:v>
                </c:pt>
                <c:pt idx="87452">
                  <c:v>0</c:v>
                </c:pt>
                <c:pt idx="87453">
                  <c:v>0</c:v>
                </c:pt>
                <c:pt idx="87454">
                  <c:v>0</c:v>
                </c:pt>
                <c:pt idx="87455">
                  <c:v>0</c:v>
                </c:pt>
                <c:pt idx="87456">
                  <c:v>0</c:v>
                </c:pt>
                <c:pt idx="87457">
                  <c:v>0</c:v>
                </c:pt>
                <c:pt idx="87458">
                  <c:v>0</c:v>
                </c:pt>
                <c:pt idx="87459">
                  <c:v>0</c:v>
                </c:pt>
                <c:pt idx="87460">
                  <c:v>0</c:v>
                </c:pt>
                <c:pt idx="87461">
                  <c:v>0</c:v>
                </c:pt>
                <c:pt idx="87462">
                  <c:v>0</c:v>
                </c:pt>
                <c:pt idx="87463">
                  <c:v>0</c:v>
                </c:pt>
                <c:pt idx="87464">
                  <c:v>0</c:v>
                </c:pt>
                <c:pt idx="87465">
                  <c:v>0</c:v>
                </c:pt>
                <c:pt idx="87466">
                  <c:v>0</c:v>
                </c:pt>
                <c:pt idx="87467">
                  <c:v>0</c:v>
                </c:pt>
                <c:pt idx="87468">
                  <c:v>0</c:v>
                </c:pt>
                <c:pt idx="87469">
                  <c:v>0</c:v>
                </c:pt>
                <c:pt idx="87470">
                  <c:v>0</c:v>
                </c:pt>
                <c:pt idx="87471">
                  <c:v>0</c:v>
                </c:pt>
                <c:pt idx="87472">
                  <c:v>0</c:v>
                </c:pt>
                <c:pt idx="87473">
                  <c:v>0</c:v>
                </c:pt>
                <c:pt idx="87474">
                  <c:v>0</c:v>
                </c:pt>
                <c:pt idx="87475">
                  <c:v>0</c:v>
                </c:pt>
                <c:pt idx="87476">
                  <c:v>0</c:v>
                </c:pt>
                <c:pt idx="87477">
                  <c:v>0</c:v>
                </c:pt>
                <c:pt idx="87478">
                  <c:v>0</c:v>
                </c:pt>
                <c:pt idx="87479">
                  <c:v>0</c:v>
                </c:pt>
                <c:pt idx="87480">
                  <c:v>0</c:v>
                </c:pt>
                <c:pt idx="87481">
                  <c:v>0</c:v>
                </c:pt>
                <c:pt idx="87482">
                  <c:v>0</c:v>
                </c:pt>
                <c:pt idx="87483">
                  <c:v>0</c:v>
                </c:pt>
                <c:pt idx="87484">
                  <c:v>0</c:v>
                </c:pt>
                <c:pt idx="87485">
                  <c:v>0</c:v>
                </c:pt>
                <c:pt idx="87486">
                  <c:v>0</c:v>
                </c:pt>
                <c:pt idx="87487">
                  <c:v>0</c:v>
                </c:pt>
                <c:pt idx="87488">
                  <c:v>0</c:v>
                </c:pt>
                <c:pt idx="87489">
                  <c:v>0</c:v>
                </c:pt>
                <c:pt idx="87490">
                  <c:v>0</c:v>
                </c:pt>
                <c:pt idx="87491">
                  <c:v>0</c:v>
                </c:pt>
                <c:pt idx="87492">
                  <c:v>0</c:v>
                </c:pt>
                <c:pt idx="87493">
                  <c:v>0</c:v>
                </c:pt>
                <c:pt idx="87494">
                  <c:v>0</c:v>
                </c:pt>
                <c:pt idx="87495">
                  <c:v>0</c:v>
                </c:pt>
                <c:pt idx="87496">
                  <c:v>0</c:v>
                </c:pt>
                <c:pt idx="87497">
                  <c:v>0</c:v>
                </c:pt>
                <c:pt idx="87498">
                  <c:v>0</c:v>
                </c:pt>
                <c:pt idx="87499">
                  <c:v>0</c:v>
                </c:pt>
                <c:pt idx="87500">
                  <c:v>0</c:v>
                </c:pt>
                <c:pt idx="87501">
                  <c:v>0</c:v>
                </c:pt>
                <c:pt idx="87502">
                  <c:v>0</c:v>
                </c:pt>
                <c:pt idx="87503">
                  <c:v>0</c:v>
                </c:pt>
                <c:pt idx="87504">
                  <c:v>0</c:v>
                </c:pt>
                <c:pt idx="87505">
                  <c:v>0</c:v>
                </c:pt>
                <c:pt idx="87506">
                  <c:v>0</c:v>
                </c:pt>
                <c:pt idx="87507">
                  <c:v>0</c:v>
                </c:pt>
                <c:pt idx="87508">
                  <c:v>0</c:v>
                </c:pt>
                <c:pt idx="87509">
                  <c:v>0</c:v>
                </c:pt>
                <c:pt idx="87510">
                  <c:v>0</c:v>
                </c:pt>
                <c:pt idx="87511">
                  <c:v>0</c:v>
                </c:pt>
                <c:pt idx="87512">
                  <c:v>0</c:v>
                </c:pt>
                <c:pt idx="87513">
                  <c:v>0</c:v>
                </c:pt>
                <c:pt idx="87514">
                  <c:v>0</c:v>
                </c:pt>
                <c:pt idx="87515">
                  <c:v>0</c:v>
                </c:pt>
                <c:pt idx="87516">
                  <c:v>0</c:v>
                </c:pt>
                <c:pt idx="87517">
                  <c:v>0</c:v>
                </c:pt>
                <c:pt idx="87518">
                  <c:v>0</c:v>
                </c:pt>
                <c:pt idx="87519">
                  <c:v>0</c:v>
                </c:pt>
                <c:pt idx="87520">
                  <c:v>0</c:v>
                </c:pt>
                <c:pt idx="87521">
                  <c:v>0</c:v>
                </c:pt>
                <c:pt idx="87522">
                  <c:v>0</c:v>
                </c:pt>
                <c:pt idx="87523">
                  <c:v>0</c:v>
                </c:pt>
                <c:pt idx="87524">
                  <c:v>0</c:v>
                </c:pt>
                <c:pt idx="87525">
                  <c:v>0</c:v>
                </c:pt>
                <c:pt idx="87526">
                  <c:v>0</c:v>
                </c:pt>
                <c:pt idx="87527">
                  <c:v>0</c:v>
                </c:pt>
                <c:pt idx="87528">
                  <c:v>0</c:v>
                </c:pt>
                <c:pt idx="87529">
                  <c:v>0</c:v>
                </c:pt>
                <c:pt idx="87530">
                  <c:v>0</c:v>
                </c:pt>
                <c:pt idx="87531">
                  <c:v>0</c:v>
                </c:pt>
                <c:pt idx="87532">
                  <c:v>0</c:v>
                </c:pt>
                <c:pt idx="87533">
                  <c:v>0</c:v>
                </c:pt>
                <c:pt idx="87534">
                  <c:v>0</c:v>
                </c:pt>
                <c:pt idx="87535">
                  <c:v>0</c:v>
                </c:pt>
                <c:pt idx="87536">
                  <c:v>0</c:v>
                </c:pt>
                <c:pt idx="87537">
                  <c:v>0</c:v>
                </c:pt>
                <c:pt idx="87538">
                  <c:v>0</c:v>
                </c:pt>
                <c:pt idx="87539">
                  <c:v>0</c:v>
                </c:pt>
                <c:pt idx="87540">
                  <c:v>0</c:v>
                </c:pt>
                <c:pt idx="87541">
                  <c:v>0</c:v>
                </c:pt>
                <c:pt idx="87542">
                  <c:v>0</c:v>
                </c:pt>
                <c:pt idx="87543">
                  <c:v>0</c:v>
                </c:pt>
                <c:pt idx="87544">
                  <c:v>0</c:v>
                </c:pt>
                <c:pt idx="87545">
                  <c:v>0</c:v>
                </c:pt>
                <c:pt idx="87546">
                  <c:v>0</c:v>
                </c:pt>
                <c:pt idx="87547">
                  <c:v>0</c:v>
                </c:pt>
                <c:pt idx="87548">
                  <c:v>0</c:v>
                </c:pt>
                <c:pt idx="87549">
                  <c:v>0</c:v>
                </c:pt>
                <c:pt idx="87550">
                  <c:v>0</c:v>
                </c:pt>
                <c:pt idx="87551">
                  <c:v>0</c:v>
                </c:pt>
                <c:pt idx="87552">
                  <c:v>0</c:v>
                </c:pt>
                <c:pt idx="87553">
                  <c:v>0</c:v>
                </c:pt>
                <c:pt idx="87554">
                  <c:v>0</c:v>
                </c:pt>
                <c:pt idx="87555">
                  <c:v>0</c:v>
                </c:pt>
                <c:pt idx="87556">
                  <c:v>0</c:v>
                </c:pt>
                <c:pt idx="87557">
                  <c:v>0</c:v>
                </c:pt>
                <c:pt idx="87558">
                  <c:v>0</c:v>
                </c:pt>
                <c:pt idx="87559">
                  <c:v>0</c:v>
                </c:pt>
                <c:pt idx="87560">
                  <c:v>0</c:v>
                </c:pt>
                <c:pt idx="87561">
                  <c:v>0</c:v>
                </c:pt>
                <c:pt idx="87562">
                  <c:v>0</c:v>
                </c:pt>
                <c:pt idx="87563">
                  <c:v>0</c:v>
                </c:pt>
                <c:pt idx="87564">
                  <c:v>0</c:v>
                </c:pt>
                <c:pt idx="87565">
                  <c:v>0</c:v>
                </c:pt>
                <c:pt idx="87566">
                  <c:v>0</c:v>
                </c:pt>
                <c:pt idx="87567">
                  <c:v>0</c:v>
                </c:pt>
                <c:pt idx="87568">
                  <c:v>0</c:v>
                </c:pt>
                <c:pt idx="87569">
                  <c:v>0</c:v>
                </c:pt>
                <c:pt idx="87570">
                  <c:v>0</c:v>
                </c:pt>
                <c:pt idx="87571">
                  <c:v>0</c:v>
                </c:pt>
                <c:pt idx="87572">
                  <c:v>0</c:v>
                </c:pt>
                <c:pt idx="87573">
                  <c:v>0</c:v>
                </c:pt>
                <c:pt idx="87574">
                  <c:v>0</c:v>
                </c:pt>
                <c:pt idx="87575">
                  <c:v>0</c:v>
                </c:pt>
                <c:pt idx="87576">
                  <c:v>0</c:v>
                </c:pt>
                <c:pt idx="87577">
                  <c:v>0</c:v>
                </c:pt>
                <c:pt idx="87578">
                  <c:v>0</c:v>
                </c:pt>
                <c:pt idx="87579">
                  <c:v>0</c:v>
                </c:pt>
                <c:pt idx="87580">
                  <c:v>0</c:v>
                </c:pt>
                <c:pt idx="87581">
                  <c:v>0</c:v>
                </c:pt>
                <c:pt idx="87582">
                  <c:v>0</c:v>
                </c:pt>
                <c:pt idx="87583">
                  <c:v>0</c:v>
                </c:pt>
                <c:pt idx="87584">
                  <c:v>0</c:v>
                </c:pt>
                <c:pt idx="87585">
                  <c:v>0</c:v>
                </c:pt>
                <c:pt idx="87586">
                  <c:v>0</c:v>
                </c:pt>
                <c:pt idx="87587">
                  <c:v>0</c:v>
                </c:pt>
                <c:pt idx="87588">
                  <c:v>0</c:v>
                </c:pt>
                <c:pt idx="87589">
                  <c:v>0</c:v>
                </c:pt>
                <c:pt idx="87590">
                  <c:v>0</c:v>
                </c:pt>
                <c:pt idx="87591">
                  <c:v>0</c:v>
                </c:pt>
                <c:pt idx="87592">
                  <c:v>0</c:v>
                </c:pt>
                <c:pt idx="87593">
                  <c:v>0</c:v>
                </c:pt>
                <c:pt idx="87594">
                  <c:v>0</c:v>
                </c:pt>
                <c:pt idx="87595">
                  <c:v>0</c:v>
                </c:pt>
                <c:pt idx="87596">
                  <c:v>0</c:v>
                </c:pt>
                <c:pt idx="87597">
                  <c:v>0</c:v>
                </c:pt>
                <c:pt idx="87598">
                  <c:v>0</c:v>
                </c:pt>
                <c:pt idx="87599">
                  <c:v>0</c:v>
                </c:pt>
                <c:pt idx="87600">
                  <c:v>0</c:v>
                </c:pt>
                <c:pt idx="87601">
                  <c:v>0</c:v>
                </c:pt>
                <c:pt idx="87602">
                  <c:v>0</c:v>
                </c:pt>
                <c:pt idx="87603">
                  <c:v>0</c:v>
                </c:pt>
                <c:pt idx="87604">
                  <c:v>0</c:v>
                </c:pt>
                <c:pt idx="87605">
                  <c:v>0</c:v>
                </c:pt>
                <c:pt idx="87606">
                  <c:v>0</c:v>
                </c:pt>
                <c:pt idx="87607">
                  <c:v>0</c:v>
                </c:pt>
                <c:pt idx="87608">
                  <c:v>0</c:v>
                </c:pt>
                <c:pt idx="87609">
                  <c:v>0</c:v>
                </c:pt>
                <c:pt idx="87610">
                  <c:v>0</c:v>
                </c:pt>
                <c:pt idx="87611">
                  <c:v>0</c:v>
                </c:pt>
                <c:pt idx="87612">
                  <c:v>0</c:v>
                </c:pt>
                <c:pt idx="87613">
                  <c:v>0</c:v>
                </c:pt>
                <c:pt idx="87614">
                  <c:v>0</c:v>
                </c:pt>
                <c:pt idx="87615">
                  <c:v>0</c:v>
                </c:pt>
                <c:pt idx="87616">
                  <c:v>0</c:v>
                </c:pt>
                <c:pt idx="87617">
                  <c:v>0</c:v>
                </c:pt>
                <c:pt idx="87618">
                  <c:v>0</c:v>
                </c:pt>
                <c:pt idx="87619">
                  <c:v>0</c:v>
                </c:pt>
                <c:pt idx="87620">
                  <c:v>0</c:v>
                </c:pt>
                <c:pt idx="87621">
                  <c:v>0</c:v>
                </c:pt>
                <c:pt idx="87622">
                  <c:v>0</c:v>
                </c:pt>
                <c:pt idx="87623">
                  <c:v>0</c:v>
                </c:pt>
                <c:pt idx="87624">
                  <c:v>0</c:v>
                </c:pt>
                <c:pt idx="87625">
                  <c:v>0</c:v>
                </c:pt>
                <c:pt idx="87626">
                  <c:v>0</c:v>
                </c:pt>
                <c:pt idx="87627">
                  <c:v>0</c:v>
                </c:pt>
                <c:pt idx="87628">
                  <c:v>0</c:v>
                </c:pt>
                <c:pt idx="87629">
                  <c:v>0</c:v>
                </c:pt>
                <c:pt idx="87630">
                  <c:v>0</c:v>
                </c:pt>
                <c:pt idx="87631">
                  <c:v>0</c:v>
                </c:pt>
                <c:pt idx="87632">
                  <c:v>0</c:v>
                </c:pt>
                <c:pt idx="87633">
                  <c:v>0</c:v>
                </c:pt>
                <c:pt idx="87634">
                  <c:v>0</c:v>
                </c:pt>
                <c:pt idx="87635">
                  <c:v>0</c:v>
                </c:pt>
                <c:pt idx="87636">
                  <c:v>0</c:v>
                </c:pt>
                <c:pt idx="87637">
                  <c:v>0</c:v>
                </c:pt>
                <c:pt idx="87638">
                  <c:v>0</c:v>
                </c:pt>
                <c:pt idx="87639">
                  <c:v>0</c:v>
                </c:pt>
                <c:pt idx="87640">
                  <c:v>0</c:v>
                </c:pt>
                <c:pt idx="87641">
                  <c:v>0</c:v>
                </c:pt>
                <c:pt idx="87642">
                  <c:v>0</c:v>
                </c:pt>
                <c:pt idx="87643">
                  <c:v>0</c:v>
                </c:pt>
                <c:pt idx="87644">
                  <c:v>0</c:v>
                </c:pt>
                <c:pt idx="87645">
                  <c:v>0</c:v>
                </c:pt>
                <c:pt idx="87646">
                  <c:v>0</c:v>
                </c:pt>
                <c:pt idx="87647">
                  <c:v>0</c:v>
                </c:pt>
                <c:pt idx="87648">
                  <c:v>0</c:v>
                </c:pt>
                <c:pt idx="87649">
                  <c:v>0</c:v>
                </c:pt>
                <c:pt idx="87650">
                  <c:v>0</c:v>
                </c:pt>
                <c:pt idx="87651">
                  <c:v>0</c:v>
                </c:pt>
                <c:pt idx="87652">
                  <c:v>0</c:v>
                </c:pt>
                <c:pt idx="87653">
                  <c:v>0</c:v>
                </c:pt>
                <c:pt idx="87654">
                  <c:v>0</c:v>
                </c:pt>
                <c:pt idx="87655">
                  <c:v>0</c:v>
                </c:pt>
                <c:pt idx="87656">
                  <c:v>0</c:v>
                </c:pt>
                <c:pt idx="87657">
                  <c:v>0</c:v>
                </c:pt>
                <c:pt idx="87658">
                  <c:v>0</c:v>
                </c:pt>
                <c:pt idx="87659">
                  <c:v>0</c:v>
                </c:pt>
                <c:pt idx="87660">
                  <c:v>0</c:v>
                </c:pt>
                <c:pt idx="87661">
                  <c:v>0</c:v>
                </c:pt>
                <c:pt idx="87662">
                  <c:v>0</c:v>
                </c:pt>
                <c:pt idx="87663">
                  <c:v>0</c:v>
                </c:pt>
                <c:pt idx="87664">
                  <c:v>0</c:v>
                </c:pt>
                <c:pt idx="87665">
                  <c:v>0</c:v>
                </c:pt>
                <c:pt idx="87666">
                  <c:v>0</c:v>
                </c:pt>
                <c:pt idx="87667">
                  <c:v>0</c:v>
                </c:pt>
                <c:pt idx="87668">
                  <c:v>0</c:v>
                </c:pt>
                <c:pt idx="87669">
                  <c:v>0</c:v>
                </c:pt>
                <c:pt idx="87670">
                  <c:v>0</c:v>
                </c:pt>
                <c:pt idx="87671">
                  <c:v>0</c:v>
                </c:pt>
                <c:pt idx="87672">
                  <c:v>0</c:v>
                </c:pt>
                <c:pt idx="87673">
                  <c:v>0</c:v>
                </c:pt>
                <c:pt idx="87674">
                  <c:v>0</c:v>
                </c:pt>
                <c:pt idx="87675">
                  <c:v>0</c:v>
                </c:pt>
                <c:pt idx="87676">
                  <c:v>0</c:v>
                </c:pt>
                <c:pt idx="87677">
                  <c:v>0</c:v>
                </c:pt>
                <c:pt idx="87678">
                  <c:v>0</c:v>
                </c:pt>
                <c:pt idx="87679">
                  <c:v>0</c:v>
                </c:pt>
                <c:pt idx="87680">
                  <c:v>0</c:v>
                </c:pt>
                <c:pt idx="87681">
                  <c:v>0</c:v>
                </c:pt>
                <c:pt idx="87682">
                  <c:v>0</c:v>
                </c:pt>
                <c:pt idx="87683">
                  <c:v>0</c:v>
                </c:pt>
                <c:pt idx="87684">
                  <c:v>0</c:v>
                </c:pt>
                <c:pt idx="87685">
                  <c:v>0</c:v>
                </c:pt>
                <c:pt idx="87686">
                  <c:v>0</c:v>
                </c:pt>
                <c:pt idx="87687">
                  <c:v>0</c:v>
                </c:pt>
                <c:pt idx="87688">
                  <c:v>0</c:v>
                </c:pt>
                <c:pt idx="87689">
                  <c:v>0</c:v>
                </c:pt>
                <c:pt idx="87690">
                  <c:v>0</c:v>
                </c:pt>
                <c:pt idx="87691">
                  <c:v>0</c:v>
                </c:pt>
                <c:pt idx="87692">
                  <c:v>0</c:v>
                </c:pt>
                <c:pt idx="87693">
                  <c:v>0</c:v>
                </c:pt>
                <c:pt idx="87694">
                  <c:v>0</c:v>
                </c:pt>
                <c:pt idx="87695">
                  <c:v>0</c:v>
                </c:pt>
                <c:pt idx="87696">
                  <c:v>0</c:v>
                </c:pt>
                <c:pt idx="87697">
                  <c:v>0</c:v>
                </c:pt>
                <c:pt idx="87698">
                  <c:v>0</c:v>
                </c:pt>
                <c:pt idx="87699">
                  <c:v>0</c:v>
                </c:pt>
                <c:pt idx="87700">
                  <c:v>0</c:v>
                </c:pt>
                <c:pt idx="87701">
                  <c:v>0</c:v>
                </c:pt>
                <c:pt idx="87702">
                  <c:v>0</c:v>
                </c:pt>
                <c:pt idx="87703">
                  <c:v>0</c:v>
                </c:pt>
                <c:pt idx="87704">
                  <c:v>0</c:v>
                </c:pt>
                <c:pt idx="87705">
                  <c:v>0</c:v>
                </c:pt>
                <c:pt idx="87706">
                  <c:v>0</c:v>
                </c:pt>
                <c:pt idx="87707">
                  <c:v>0</c:v>
                </c:pt>
                <c:pt idx="87708">
                  <c:v>0</c:v>
                </c:pt>
                <c:pt idx="87709">
                  <c:v>0</c:v>
                </c:pt>
                <c:pt idx="87710">
                  <c:v>0</c:v>
                </c:pt>
                <c:pt idx="87711">
                  <c:v>0</c:v>
                </c:pt>
                <c:pt idx="87712">
                  <c:v>0</c:v>
                </c:pt>
                <c:pt idx="87713">
                  <c:v>0</c:v>
                </c:pt>
                <c:pt idx="87714">
                  <c:v>0</c:v>
                </c:pt>
                <c:pt idx="87715">
                  <c:v>0</c:v>
                </c:pt>
                <c:pt idx="87716">
                  <c:v>0</c:v>
                </c:pt>
                <c:pt idx="87717">
                  <c:v>0</c:v>
                </c:pt>
                <c:pt idx="87718">
                  <c:v>0</c:v>
                </c:pt>
                <c:pt idx="87719">
                  <c:v>0</c:v>
                </c:pt>
                <c:pt idx="87720">
                  <c:v>0</c:v>
                </c:pt>
                <c:pt idx="87721">
                  <c:v>0</c:v>
                </c:pt>
                <c:pt idx="87722">
                  <c:v>0</c:v>
                </c:pt>
                <c:pt idx="87723">
                  <c:v>0</c:v>
                </c:pt>
                <c:pt idx="87724">
                  <c:v>0</c:v>
                </c:pt>
                <c:pt idx="87725">
                  <c:v>0</c:v>
                </c:pt>
                <c:pt idx="87726">
                  <c:v>0</c:v>
                </c:pt>
                <c:pt idx="87727">
                  <c:v>0</c:v>
                </c:pt>
                <c:pt idx="87728">
                  <c:v>0</c:v>
                </c:pt>
                <c:pt idx="87729">
                  <c:v>0</c:v>
                </c:pt>
                <c:pt idx="87730">
                  <c:v>0</c:v>
                </c:pt>
                <c:pt idx="87731">
                  <c:v>0</c:v>
                </c:pt>
                <c:pt idx="87732">
                  <c:v>0</c:v>
                </c:pt>
                <c:pt idx="87733">
                  <c:v>0</c:v>
                </c:pt>
                <c:pt idx="87734">
                  <c:v>0</c:v>
                </c:pt>
                <c:pt idx="87735">
                  <c:v>0</c:v>
                </c:pt>
                <c:pt idx="87736">
                  <c:v>0</c:v>
                </c:pt>
                <c:pt idx="87737">
                  <c:v>0</c:v>
                </c:pt>
                <c:pt idx="87738">
                  <c:v>0</c:v>
                </c:pt>
                <c:pt idx="87739">
                  <c:v>0</c:v>
                </c:pt>
                <c:pt idx="87740">
                  <c:v>0</c:v>
                </c:pt>
                <c:pt idx="87741">
                  <c:v>0</c:v>
                </c:pt>
                <c:pt idx="87742">
                  <c:v>0</c:v>
                </c:pt>
                <c:pt idx="87743">
                  <c:v>0</c:v>
                </c:pt>
                <c:pt idx="87744">
                  <c:v>0</c:v>
                </c:pt>
                <c:pt idx="87745">
                  <c:v>0</c:v>
                </c:pt>
                <c:pt idx="87746">
                  <c:v>0</c:v>
                </c:pt>
                <c:pt idx="87747">
                  <c:v>0</c:v>
                </c:pt>
                <c:pt idx="87748">
                  <c:v>0</c:v>
                </c:pt>
                <c:pt idx="87749">
                  <c:v>0</c:v>
                </c:pt>
                <c:pt idx="87750">
                  <c:v>0</c:v>
                </c:pt>
                <c:pt idx="87751">
                  <c:v>0</c:v>
                </c:pt>
                <c:pt idx="87752">
                  <c:v>0</c:v>
                </c:pt>
                <c:pt idx="87753">
                  <c:v>0</c:v>
                </c:pt>
                <c:pt idx="87754">
                  <c:v>0</c:v>
                </c:pt>
                <c:pt idx="87755">
                  <c:v>0</c:v>
                </c:pt>
                <c:pt idx="87756">
                  <c:v>0</c:v>
                </c:pt>
                <c:pt idx="87757">
                  <c:v>0</c:v>
                </c:pt>
                <c:pt idx="87758">
                  <c:v>0</c:v>
                </c:pt>
                <c:pt idx="87759">
                  <c:v>0</c:v>
                </c:pt>
                <c:pt idx="87760">
                  <c:v>0</c:v>
                </c:pt>
                <c:pt idx="87761">
                  <c:v>0</c:v>
                </c:pt>
                <c:pt idx="87762">
                  <c:v>0</c:v>
                </c:pt>
                <c:pt idx="87763">
                  <c:v>0</c:v>
                </c:pt>
                <c:pt idx="87764">
                  <c:v>0</c:v>
                </c:pt>
                <c:pt idx="87765">
                  <c:v>0</c:v>
                </c:pt>
                <c:pt idx="87766">
                  <c:v>0</c:v>
                </c:pt>
                <c:pt idx="87767">
                  <c:v>0</c:v>
                </c:pt>
                <c:pt idx="87768">
                  <c:v>0</c:v>
                </c:pt>
                <c:pt idx="87769">
                  <c:v>0</c:v>
                </c:pt>
                <c:pt idx="87770">
                  <c:v>0</c:v>
                </c:pt>
                <c:pt idx="87771">
                  <c:v>0</c:v>
                </c:pt>
                <c:pt idx="87772">
                  <c:v>0</c:v>
                </c:pt>
                <c:pt idx="87773">
                  <c:v>0</c:v>
                </c:pt>
                <c:pt idx="87774">
                  <c:v>0</c:v>
                </c:pt>
                <c:pt idx="87775">
                  <c:v>0</c:v>
                </c:pt>
                <c:pt idx="87776">
                  <c:v>0</c:v>
                </c:pt>
                <c:pt idx="87777">
                  <c:v>0</c:v>
                </c:pt>
                <c:pt idx="87778">
                  <c:v>0</c:v>
                </c:pt>
                <c:pt idx="87779">
                  <c:v>0</c:v>
                </c:pt>
                <c:pt idx="87780">
                  <c:v>0</c:v>
                </c:pt>
                <c:pt idx="87781">
                  <c:v>0</c:v>
                </c:pt>
                <c:pt idx="87782">
                  <c:v>0</c:v>
                </c:pt>
                <c:pt idx="87783">
                  <c:v>0</c:v>
                </c:pt>
                <c:pt idx="87784">
                  <c:v>0</c:v>
                </c:pt>
                <c:pt idx="87785">
                  <c:v>0</c:v>
                </c:pt>
                <c:pt idx="87786">
                  <c:v>0</c:v>
                </c:pt>
                <c:pt idx="87787">
                  <c:v>0</c:v>
                </c:pt>
                <c:pt idx="87788">
                  <c:v>0</c:v>
                </c:pt>
                <c:pt idx="87789">
                  <c:v>0</c:v>
                </c:pt>
                <c:pt idx="87790">
                  <c:v>0</c:v>
                </c:pt>
                <c:pt idx="87791">
                  <c:v>0</c:v>
                </c:pt>
                <c:pt idx="87792">
                  <c:v>0</c:v>
                </c:pt>
                <c:pt idx="87793">
                  <c:v>0</c:v>
                </c:pt>
                <c:pt idx="87794">
                  <c:v>0</c:v>
                </c:pt>
                <c:pt idx="87795">
                  <c:v>0</c:v>
                </c:pt>
                <c:pt idx="87796">
                  <c:v>0</c:v>
                </c:pt>
                <c:pt idx="87797">
                  <c:v>0</c:v>
                </c:pt>
                <c:pt idx="87798">
                  <c:v>0</c:v>
                </c:pt>
                <c:pt idx="87799">
                  <c:v>0</c:v>
                </c:pt>
                <c:pt idx="87800">
                  <c:v>0</c:v>
                </c:pt>
                <c:pt idx="87801">
                  <c:v>0</c:v>
                </c:pt>
                <c:pt idx="87802">
                  <c:v>0</c:v>
                </c:pt>
                <c:pt idx="87803">
                  <c:v>0</c:v>
                </c:pt>
                <c:pt idx="87804">
                  <c:v>0</c:v>
                </c:pt>
                <c:pt idx="87805">
                  <c:v>0</c:v>
                </c:pt>
                <c:pt idx="87806">
                  <c:v>0</c:v>
                </c:pt>
                <c:pt idx="87807">
                  <c:v>0</c:v>
                </c:pt>
                <c:pt idx="87808">
                  <c:v>0</c:v>
                </c:pt>
                <c:pt idx="87809">
                  <c:v>0</c:v>
                </c:pt>
                <c:pt idx="87810">
                  <c:v>0</c:v>
                </c:pt>
                <c:pt idx="87811">
                  <c:v>0</c:v>
                </c:pt>
                <c:pt idx="87812">
                  <c:v>0</c:v>
                </c:pt>
                <c:pt idx="87813">
                  <c:v>0</c:v>
                </c:pt>
                <c:pt idx="87814">
                  <c:v>0</c:v>
                </c:pt>
                <c:pt idx="87815">
                  <c:v>0</c:v>
                </c:pt>
                <c:pt idx="87816">
                  <c:v>0</c:v>
                </c:pt>
                <c:pt idx="87817">
                  <c:v>0</c:v>
                </c:pt>
                <c:pt idx="87818">
                  <c:v>0</c:v>
                </c:pt>
                <c:pt idx="87819">
                  <c:v>0</c:v>
                </c:pt>
                <c:pt idx="87820">
                  <c:v>0</c:v>
                </c:pt>
                <c:pt idx="87821">
                  <c:v>0</c:v>
                </c:pt>
                <c:pt idx="87822">
                  <c:v>0</c:v>
                </c:pt>
                <c:pt idx="87823">
                  <c:v>0</c:v>
                </c:pt>
                <c:pt idx="87824">
                  <c:v>0</c:v>
                </c:pt>
                <c:pt idx="87825">
                  <c:v>0</c:v>
                </c:pt>
                <c:pt idx="87826">
                  <c:v>0</c:v>
                </c:pt>
                <c:pt idx="87827">
                  <c:v>0</c:v>
                </c:pt>
                <c:pt idx="87828">
                  <c:v>0</c:v>
                </c:pt>
                <c:pt idx="87829">
                  <c:v>0</c:v>
                </c:pt>
                <c:pt idx="87830">
                  <c:v>0</c:v>
                </c:pt>
                <c:pt idx="87831">
                  <c:v>0</c:v>
                </c:pt>
                <c:pt idx="87832">
                  <c:v>0</c:v>
                </c:pt>
                <c:pt idx="87833">
                  <c:v>0</c:v>
                </c:pt>
                <c:pt idx="87834">
                  <c:v>0</c:v>
                </c:pt>
                <c:pt idx="87835">
                  <c:v>0</c:v>
                </c:pt>
                <c:pt idx="87836">
                  <c:v>0</c:v>
                </c:pt>
                <c:pt idx="87837">
                  <c:v>0</c:v>
                </c:pt>
                <c:pt idx="87838">
                  <c:v>0</c:v>
                </c:pt>
                <c:pt idx="87839">
                  <c:v>0</c:v>
                </c:pt>
                <c:pt idx="87840">
                  <c:v>0</c:v>
                </c:pt>
                <c:pt idx="87841">
                  <c:v>0</c:v>
                </c:pt>
                <c:pt idx="87842">
                  <c:v>0</c:v>
                </c:pt>
                <c:pt idx="87843">
                  <c:v>0</c:v>
                </c:pt>
                <c:pt idx="87844">
                  <c:v>0</c:v>
                </c:pt>
                <c:pt idx="87845">
                  <c:v>0</c:v>
                </c:pt>
                <c:pt idx="87846">
                  <c:v>0</c:v>
                </c:pt>
                <c:pt idx="87847">
                  <c:v>0</c:v>
                </c:pt>
                <c:pt idx="87848">
                  <c:v>0</c:v>
                </c:pt>
                <c:pt idx="87849">
                  <c:v>0</c:v>
                </c:pt>
                <c:pt idx="87850">
                  <c:v>0</c:v>
                </c:pt>
                <c:pt idx="87851">
                  <c:v>0</c:v>
                </c:pt>
                <c:pt idx="87852">
                  <c:v>0</c:v>
                </c:pt>
                <c:pt idx="87853">
                  <c:v>0</c:v>
                </c:pt>
                <c:pt idx="87854">
                  <c:v>0</c:v>
                </c:pt>
                <c:pt idx="87855">
                  <c:v>0</c:v>
                </c:pt>
                <c:pt idx="87856">
                  <c:v>0</c:v>
                </c:pt>
                <c:pt idx="87857">
                  <c:v>0</c:v>
                </c:pt>
                <c:pt idx="87858">
                  <c:v>0</c:v>
                </c:pt>
                <c:pt idx="87859">
                  <c:v>0</c:v>
                </c:pt>
                <c:pt idx="87860">
                  <c:v>0</c:v>
                </c:pt>
                <c:pt idx="87861">
                  <c:v>0</c:v>
                </c:pt>
                <c:pt idx="87862">
                  <c:v>0</c:v>
                </c:pt>
                <c:pt idx="87863">
                  <c:v>0</c:v>
                </c:pt>
                <c:pt idx="87864">
                  <c:v>0</c:v>
                </c:pt>
                <c:pt idx="87865">
                  <c:v>0</c:v>
                </c:pt>
                <c:pt idx="87866">
                  <c:v>0</c:v>
                </c:pt>
                <c:pt idx="87867">
                  <c:v>0</c:v>
                </c:pt>
                <c:pt idx="87868">
                  <c:v>0</c:v>
                </c:pt>
                <c:pt idx="87869">
                  <c:v>0</c:v>
                </c:pt>
                <c:pt idx="87870">
                  <c:v>0</c:v>
                </c:pt>
                <c:pt idx="87871">
                  <c:v>0</c:v>
                </c:pt>
                <c:pt idx="87872">
                  <c:v>0</c:v>
                </c:pt>
                <c:pt idx="87873">
                  <c:v>0</c:v>
                </c:pt>
                <c:pt idx="87874">
                  <c:v>0</c:v>
                </c:pt>
                <c:pt idx="87875">
                  <c:v>0</c:v>
                </c:pt>
                <c:pt idx="87876">
                  <c:v>0</c:v>
                </c:pt>
                <c:pt idx="87877">
                  <c:v>0</c:v>
                </c:pt>
                <c:pt idx="87878">
                  <c:v>0</c:v>
                </c:pt>
                <c:pt idx="87879">
                  <c:v>0</c:v>
                </c:pt>
                <c:pt idx="87880">
                  <c:v>0</c:v>
                </c:pt>
                <c:pt idx="87881">
                  <c:v>0</c:v>
                </c:pt>
                <c:pt idx="87882">
                  <c:v>0</c:v>
                </c:pt>
                <c:pt idx="87883">
                  <c:v>0</c:v>
                </c:pt>
                <c:pt idx="87884">
                  <c:v>0</c:v>
                </c:pt>
                <c:pt idx="87885">
                  <c:v>0</c:v>
                </c:pt>
                <c:pt idx="87886">
                  <c:v>0</c:v>
                </c:pt>
                <c:pt idx="87887">
                  <c:v>0</c:v>
                </c:pt>
                <c:pt idx="87888">
                  <c:v>0</c:v>
                </c:pt>
                <c:pt idx="87889">
                  <c:v>0</c:v>
                </c:pt>
                <c:pt idx="87890">
                  <c:v>0</c:v>
                </c:pt>
                <c:pt idx="87891">
                  <c:v>0</c:v>
                </c:pt>
                <c:pt idx="87892">
                  <c:v>0</c:v>
                </c:pt>
                <c:pt idx="87893">
                  <c:v>0</c:v>
                </c:pt>
                <c:pt idx="87894">
                  <c:v>0</c:v>
                </c:pt>
                <c:pt idx="87895">
                  <c:v>0</c:v>
                </c:pt>
                <c:pt idx="87896">
                  <c:v>0</c:v>
                </c:pt>
                <c:pt idx="87897">
                  <c:v>0</c:v>
                </c:pt>
                <c:pt idx="87898">
                  <c:v>0</c:v>
                </c:pt>
                <c:pt idx="87899">
                  <c:v>0</c:v>
                </c:pt>
                <c:pt idx="87900">
                  <c:v>0</c:v>
                </c:pt>
                <c:pt idx="87901">
                  <c:v>0</c:v>
                </c:pt>
                <c:pt idx="87902">
                  <c:v>0</c:v>
                </c:pt>
                <c:pt idx="87903">
                  <c:v>0</c:v>
                </c:pt>
                <c:pt idx="87904">
                  <c:v>0</c:v>
                </c:pt>
                <c:pt idx="87905">
                  <c:v>0</c:v>
                </c:pt>
                <c:pt idx="87906">
                  <c:v>0</c:v>
                </c:pt>
                <c:pt idx="87907">
                  <c:v>0</c:v>
                </c:pt>
                <c:pt idx="87908">
                  <c:v>0</c:v>
                </c:pt>
                <c:pt idx="87909">
                  <c:v>0</c:v>
                </c:pt>
                <c:pt idx="87910">
                  <c:v>0</c:v>
                </c:pt>
                <c:pt idx="87911">
                  <c:v>0</c:v>
                </c:pt>
                <c:pt idx="87912">
                  <c:v>0</c:v>
                </c:pt>
                <c:pt idx="87913">
                  <c:v>0</c:v>
                </c:pt>
                <c:pt idx="87914">
                  <c:v>0</c:v>
                </c:pt>
                <c:pt idx="87915">
                  <c:v>0</c:v>
                </c:pt>
                <c:pt idx="87916">
                  <c:v>0</c:v>
                </c:pt>
                <c:pt idx="87917">
                  <c:v>0</c:v>
                </c:pt>
                <c:pt idx="87918">
                  <c:v>0</c:v>
                </c:pt>
                <c:pt idx="87919">
                  <c:v>0</c:v>
                </c:pt>
                <c:pt idx="87920">
                  <c:v>0</c:v>
                </c:pt>
                <c:pt idx="87921">
                  <c:v>0</c:v>
                </c:pt>
                <c:pt idx="87922">
                  <c:v>0</c:v>
                </c:pt>
                <c:pt idx="87923">
                  <c:v>0</c:v>
                </c:pt>
                <c:pt idx="87924">
                  <c:v>0</c:v>
                </c:pt>
                <c:pt idx="87925">
                  <c:v>0</c:v>
                </c:pt>
                <c:pt idx="87926">
                  <c:v>0</c:v>
                </c:pt>
                <c:pt idx="87927">
                  <c:v>0</c:v>
                </c:pt>
                <c:pt idx="87928">
                  <c:v>0</c:v>
                </c:pt>
                <c:pt idx="87929">
                  <c:v>0</c:v>
                </c:pt>
                <c:pt idx="87930">
                  <c:v>0</c:v>
                </c:pt>
                <c:pt idx="87931">
                  <c:v>0</c:v>
                </c:pt>
                <c:pt idx="87932">
                  <c:v>0</c:v>
                </c:pt>
                <c:pt idx="87933">
                  <c:v>0</c:v>
                </c:pt>
                <c:pt idx="87934">
                  <c:v>0</c:v>
                </c:pt>
                <c:pt idx="87935">
                  <c:v>0</c:v>
                </c:pt>
                <c:pt idx="87936">
                  <c:v>0</c:v>
                </c:pt>
                <c:pt idx="87937">
                  <c:v>0</c:v>
                </c:pt>
                <c:pt idx="87938">
                  <c:v>0</c:v>
                </c:pt>
                <c:pt idx="87939">
                  <c:v>0</c:v>
                </c:pt>
                <c:pt idx="87940">
                  <c:v>0</c:v>
                </c:pt>
                <c:pt idx="87941">
                  <c:v>0</c:v>
                </c:pt>
                <c:pt idx="87942">
                  <c:v>0</c:v>
                </c:pt>
                <c:pt idx="87943">
                  <c:v>0</c:v>
                </c:pt>
                <c:pt idx="87944">
                  <c:v>0</c:v>
                </c:pt>
                <c:pt idx="87945">
                  <c:v>0</c:v>
                </c:pt>
                <c:pt idx="87946">
                  <c:v>0</c:v>
                </c:pt>
                <c:pt idx="87947">
                  <c:v>0</c:v>
                </c:pt>
                <c:pt idx="87948">
                  <c:v>0</c:v>
                </c:pt>
                <c:pt idx="87949">
                  <c:v>0</c:v>
                </c:pt>
                <c:pt idx="87950">
                  <c:v>0</c:v>
                </c:pt>
                <c:pt idx="87951">
                  <c:v>0</c:v>
                </c:pt>
                <c:pt idx="87952">
                  <c:v>0</c:v>
                </c:pt>
                <c:pt idx="87953">
                  <c:v>0</c:v>
                </c:pt>
                <c:pt idx="87954">
                  <c:v>0</c:v>
                </c:pt>
                <c:pt idx="87955">
                  <c:v>0</c:v>
                </c:pt>
                <c:pt idx="87956">
                  <c:v>0</c:v>
                </c:pt>
                <c:pt idx="87957">
                  <c:v>0</c:v>
                </c:pt>
                <c:pt idx="87958">
                  <c:v>0</c:v>
                </c:pt>
                <c:pt idx="87959">
                  <c:v>0</c:v>
                </c:pt>
                <c:pt idx="87960">
                  <c:v>0</c:v>
                </c:pt>
                <c:pt idx="87961">
                  <c:v>0</c:v>
                </c:pt>
                <c:pt idx="87962">
                  <c:v>0</c:v>
                </c:pt>
                <c:pt idx="87963">
                  <c:v>0</c:v>
                </c:pt>
                <c:pt idx="87964">
                  <c:v>0</c:v>
                </c:pt>
                <c:pt idx="87965">
                  <c:v>0</c:v>
                </c:pt>
                <c:pt idx="87966">
                  <c:v>0</c:v>
                </c:pt>
                <c:pt idx="87967">
                  <c:v>0</c:v>
                </c:pt>
                <c:pt idx="87968">
                  <c:v>0</c:v>
                </c:pt>
                <c:pt idx="87969">
                  <c:v>0</c:v>
                </c:pt>
                <c:pt idx="87970">
                  <c:v>0</c:v>
                </c:pt>
                <c:pt idx="87971">
                  <c:v>0</c:v>
                </c:pt>
                <c:pt idx="87972">
                  <c:v>0</c:v>
                </c:pt>
                <c:pt idx="87973">
                  <c:v>0</c:v>
                </c:pt>
                <c:pt idx="87974">
                  <c:v>0</c:v>
                </c:pt>
                <c:pt idx="87975">
                  <c:v>0</c:v>
                </c:pt>
                <c:pt idx="87976">
                  <c:v>0</c:v>
                </c:pt>
                <c:pt idx="87977">
                  <c:v>0</c:v>
                </c:pt>
                <c:pt idx="87978">
                  <c:v>0</c:v>
                </c:pt>
                <c:pt idx="87979">
                  <c:v>0</c:v>
                </c:pt>
                <c:pt idx="87980">
                  <c:v>0</c:v>
                </c:pt>
                <c:pt idx="87981">
                  <c:v>0</c:v>
                </c:pt>
                <c:pt idx="87982">
                  <c:v>0</c:v>
                </c:pt>
                <c:pt idx="87983">
                  <c:v>0</c:v>
                </c:pt>
                <c:pt idx="87984">
                  <c:v>0</c:v>
                </c:pt>
                <c:pt idx="87985">
                  <c:v>0</c:v>
                </c:pt>
                <c:pt idx="87986">
                  <c:v>0</c:v>
                </c:pt>
                <c:pt idx="87987">
                  <c:v>0</c:v>
                </c:pt>
                <c:pt idx="87988">
                  <c:v>0</c:v>
                </c:pt>
                <c:pt idx="87989">
                  <c:v>0</c:v>
                </c:pt>
                <c:pt idx="87990">
                  <c:v>0</c:v>
                </c:pt>
                <c:pt idx="87991">
                  <c:v>0</c:v>
                </c:pt>
                <c:pt idx="87992">
                  <c:v>0</c:v>
                </c:pt>
                <c:pt idx="87993">
                  <c:v>0</c:v>
                </c:pt>
                <c:pt idx="87994">
                  <c:v>0</c:v>
                </c:pt>
                <c:pt idx="87995">
                  <c:v>0</c:v>
                </c:pt>
                <c:pt idx="87996">
                  <c:v>0</c:v>
                </c:pt>
                <c:pt idx="87997">
                  <c:v>0</c:v>
                </c:pt>
                <c:pt idx="87998">
                  <c:v>0</c:v>
                </c:pt>
                <c:pt idx="87999">
                  <c:v>0</c:v>
                </c:pt>
                <c:pt idx="88000">
                  <c:v>0</c:v>
                </c:pt>
                <c:pt idx="88001">
                  <c:v>0</c:v>
                </c:pt>
                <c:pt idx="88002">
                  <c:v>0</c:v>
                </c:pt>
                <c:pt idx="88003">
                  <c:v>0</c:v>
                </c:pt>
                <c:pt idx="88004">
                  <c:v>0</c:v>
                </c:pt>
                <c:pt idx="88005">
                  <c:v>0</c:v>
                </c:pt>
                <c:pt idx="88006">
                  <c:v>0</c:v>
                </c:pt>
                <c:pt idx="88007">
                  <c:v>0</c:v>
                </c:pt>
                <c:pt idx="88008">
                  <c:v>0</c:v>
                </c:pt>
                <c:pt idx="88009">
                  <c:v>0</c:v>
                </c:pt>
                <c:pt idx="88010">
                  <c:v>0</c:v>
                </c:pt>
                <c:pt idx="88011">
                  <c:v>0</c:v>
                </c:pt>
                <c:pt idx="88012">
                  <c:v>0</c:v>
                </c:pt>
                <c:pt idx="88013">
                  <c:v>0</c:v>
                </c:pt>
                <c:pt idx="88014">
                  <c:v>0</c:v>
                </c:pt>
                <c:pt idx="88015">
                  <c:v>0</c:v>
                </c:pt>
                <c:pt idx="88016">
                  <c:v>0</c:v>
                </c:pt>
                <c:pt idx="88017">
                  <c:v>0</c:v>
                </c:pt>
                <c:pt idx="88018">
                  <c:v>0</c:v>
                </c:pt>
                <c:pt idx="88019">
                  <c:v>0</c:v>
                </c:pt>
                <c:pt idx="88020">
                  <c:v>0</c:v>
                </c:pt>
                <c:pt idx="88021">
                  <c:v>0</c:v>
                </c:pt>
                <c:pt idx="88022">
                  <c:v>0</c:v>
                </c:pt>
                <c:pt idx="88023">
                  <c:v>0</c:v>
                </c:pt>
                <c:pt idx="88024">
                  <c:v>0</c:v>
                </c:pt>
                <c:pt idx="88025">
                  <c:v>0</c:v>
                </c:pt>
                <c:pt idx="88026">
                  <c:v>0</c:v>
                </c:pt>
                <c:pt idx="88027">
                  <c:v>0</c:v>
                </c:pt>
                <c:pt idx="88028">
                  <c:v>0</c:v>
                </c:pt>
                <c:pt idx="88029">
                  <c:v>0</c:v>
                </c:pt>
                <c:pt idx="88030">
                  <c:v>0</c:v>
                </c:pt>
                <c:pt idx="88031">
                  <c:v>0</c:v>
                </c:pt>
                <c:pt idx="88032">
                  <c:v>0</c:v>
                </c:pt>
                <c:pt idx="88033">
                  <c:v>0</c:v>
                </c:pt>
                <c:pt idx="88034">
                  <c:v>0</c:v>
                </c:pt>
                <c:pt idx="88035">
                  <c:v>0</c:v>
                </c:pt>
                <c:pt idx="88036">
                  <c:v>0</c:v>
                </c:pt>
                <c:pt idx="88037">
                  <c:v>0</c:v>
                </c:pt>
                <c:pt idx="88038">
                  <c:v>0</c:v>
                </c:pt>
                <c:pt idx="88039">
                  <c:v>0</c:v>
                </c:pt>
                <c:pt idx="88040">
                  <c:v>0</c:v>
                </c:pt>
                <c:pt idx="88041">
                  <c:v>0</c:v>
                </c:pt>
                <c:pt idx="88042">
                  <c:v>0</c:v>
                </c:pt>
                <c:pt idx="88043">
                  <c:v>0</c:v>
                </c:pt>
                <c:pt idx="88044">
                  <c:v>0</c:v>
                </c:pt>
                <c:pt idx="88045">
                  <c:v>0</c:v>
                </c:pt>
                <c:pt idx="88046">
                  <c:v>0</c:v>
                </c:pt>
                <c:pt idx="88047">
                  <c:v>0</c:v>
                </c:pt>
                <c:pt idx="88048">
                  <c:v>0</c:v>
                </c:pt>
                <c:pt idx="88049">
                  <c:v>0</c:v>
                </c:pt>
                <c:pt idx="88050">
                  <c:v>0</c:v>
                </c:pt>
                <c:pt idx="88051">
                  <c:v>0</c:v>
                </c:pt>
                <c:pt idx="88052">
                  <c:v>0</c:v>
                </c:pt>
                <c:pt idx="88053">
                  <c:v>0</c:v>
                </c:pt>
                <c:pt idx="88054">
                  <c:v>0</c:v>
                </c:pt>
                <c:pt idx="88055">
                  <c:v>0</c:v>
                </c:pt>
                <c:pt idx="88056">
                  <c:v>0</c:v>
                </c:pt>
                <c:pt idx="88057">
                  <c:v>0</c:v>
                </c:pt>
                <c:pt idx="88058">
                  <c:v>0</c:v>
                </c:pt>
                <c:pt idx="88059">
                  <c:v>0</c:v>
                </c:pt>
                <c:pt idx="88060">
                  <c:v>0</c:v>
                </c:pt>
                <c:pt idx="88061">
                  <c:v>0</c:v>
                </c:pt>
                <c:pt idx="88062">
                  <c:v>0</c:v>
                </c:pt>
                <c:pt idx="88063">
                  <c:v>0</c:v>
                </c:pt>
                <c:pt idx="88064">
                  <c:v>0</c:v>
                </c:pt>
                <c:pt idx="88065">
                  <c:v>0</c:v>
                </c:pt>
                <c:pt idx="88066">
                  <c:v>0</c:v>
                </c:pt>
                <c:pt idx="88067">
                  <c:v>0</c:v>
                </c:pt>
                <c:pt idx="88068">
                  <c:v>0</c:v>
                </c:pt>
                <c:pt idx="88069">
                  <c:v>0</c:v>
                </c:pt>
                <c:pt idx="88070">
                  <c:v>0</c:v>
                </c:pt>
                <c:pt idx="88071">
                  <c:v>0</c:v>
                </c:pt>
                <c:pt idx="88072">
                  <c:v>0</c:v>
                </c:pt>
                <c:pt idx="88073">
                  <c:v>0</c:v>
                </c:pt>
                <c:pt idx="88074">
                  <c:v>0</c:v>
                </c:pt>
                <c:pt idx="88075">
                  <c:v>0</c:v>
                </c:pt>
                <c:pt idx="88076">
                  <c:v>0</c:v>
                </c:pt>
                <c:pt idx="88077">
                  <c:v>0</c:v>
                </c:pt>
                <c:pt idx="88078">
                  <c:v>0</c:v>
                </c:pt>
                <c:pt idx="88079">
                  <c:v>0</c:v>
                </c:pt>
                <c:pt idx="88080">
                  <c:v>0</c:v>
                </c:pt>
                <c:pt idx="88081">
                  <c:v>0</c:v>
                </c:pt>
                <c:pt idx="88082">
                  <c:v>0</c:v>
                </c:pt>
                <c:pt idx="88083">
                  <c:v>0</c:v>
                </c:pt>
                <c:pt idx="88084">
                  <c:v>0</c:v>
                </c:pt>
                <c:pt idx="88085">
                  <c:v>0</c:v>
                </c:pt>
                <c:pt idx="88086">
                  <c:v>0</c:v>
                </c:pt>
                <c:pt idx="88087">
                  <c:v>0</c:v>
                </c:pt>
                <c:pt idx="88088">
                  <c:v>0</c:v>
                </c:pt>
                <c:pt idx="88089">
                  <c:v>0</c:v>
                </c:pt>
                <c:pt idx="88090">
                  <c:v>0</c:v>
                </c:pt>
                <c:pt idx="88091">
                  <c:v>0</c:v>
                </c:pt>
                <c:pt idx="88092">
                  <c:v>0</c:v>
                </c:pt>
                <c:pt idx="88093">
                  <c:v>0</c:v>
                </c:pt>
                <c:pt idx="88094">
                  <c:v>0</c:v>
                </c:pt>
                <c:pt idx="88095">
                  <c:v>0</c:v>
                </c:pt>
                <c:pt idx="88096">
                  <c:v>0</c:v>
                </c:pt>
                <c:pt idx="88097">
                  <c:v>0</c:v>
                </c:pt>
                <c:pt idx="88098">
                  <c:v>0</c:v>
                </c:pt>
                <c:pt idx="88099">
                  <c:v>0</c:v>
                </c:pt>
                <c:pt idx="88100">
                  <c:v>0</c:v>
                </c:pt>
                <c:pt idx="88101">
                  <c:v>0</c:v>
                </c:pt>
                <c:pt idx="88102">
                  <c:v>0</c:v>
                </c:pt>
                <c:pt idx="88103">
                  <c:v>0</c:v>
                </c:pt>
                <c:pt idx="88104">
                  <c:v>0</c:v>
                </c:pt>
                <c:pt idx="88105">
                  <c:v>0</c:v>
                </c:pt>
                <c:pt idx="88106">
                  <c:v>0</c:v>
                </c:pt>
                <c:pt idx="88107">
                  <c:v>0</c:v>
                </c:pt>
                <c:pt idx="88108">
                  <c:v>0</c:v>
                </c:pt>
                <c:pt idx="88109">
                  <c:v>0</c:v>
                </c:pt>
                <c:pt idx="88110">
                  <c:v>0</c:v>
                </c:pt>
                <c:pt idx="88111">
                  <c:v>0</c:v>
                </c:pt>
                <c:pt idx="88112">
                  <c:v>0</c:v>
                </c:pt>
                <c:pt idx="88113">
                  <c:v>0</c:v>
                </c:pt>
                <c:pt idx="88114">
                  <c:v>0</c:v>
                </c:pt>
                <c:pt idx="88115">
                  <c:v>0</c:v>
                </c:pt>
                <c:pt idx="88116">
                  <c:v>0</c:v>
                </c:pt>
                <c:pt idx="88117">
                  <c:v>0</c:v>
                </c:pt>
                <c:pt idx="88118">
                  <c:v>0</c:v>
                </c:pt>
                <c:pt idx="88119">
                  <c:v>0</c:v>
                </c:pt>
                <c:pt idx="88120">
                  <c:v>0</c:v>
                </c:pt>
                <c:pt idx="88121">
                  <c:v>0</c:v>
                </c:pt>
                <c:pt idx="88122">
                  <c:v>0</c:v>
                </c:pt>
                <c:pt idx="88123">
                  <c:v>0</c:v>
                </c:pt>
                <c:pt idx="88124">
                  <c:v>0</c:v>
                </c:pt>
                <c:pt idx="88125">
                  <c:v>0</c:v>
                </c:pt>
                <c:pt idx="88126">
                  <c:v>0</c:v>
                </c:pt>
                <c:pt idx="88127">
                  <c:v>0</c:v>
                </c:pt>
                <c:pt idx="88128">
                  <c:v>0</c:v>
                </c:pt>
                <c:pt idx="88129">
                  <c:v>0</c:v>
                </c:pt>
                <c:pt idx="88130">
                  <c:v>0</c:v>
                </c:pt>
                <c:pt idx="88131">
                  <c:v>0</c:v>
                </c:pt>
                <c:pt idx="88132">
                  <c:v>0</c:v>
                </c:pt>
                <c:pt idx="88133">
                  <c:v>0</c:v>
                </c:pt>
                <c:pt idx="88134">
                  <c:v>0</c:v>
                </c:pt>
                <c:pt idx="88135">
                  <c:v>0</c:v>
                </c:pt>
                <c:pt idx="88136">
                  <c:v>0</c:v>
                </c:pt>
                <c:pt idx="88137">
                  <c:v>0</c:v>
                </c:pt>
                <c:pt idx="88138">
                  <c:v>0</c:v>
                </c:pt>
                <c:pt idx="88139">
                  <c:v>0</c:v>
                </c:pt>
                <c:pt idx="88140">
                  <c:v>0</c:v>
                </c:pt>
                <c:pt idx="88141">
                  <c:v>0</c:v>
                </c:pt>
                <c:pt idx="88142">
                  <c:v>0</c:v>
                </c:pt>
                <c:pt idx="88143">
                  <c:v>0</c:v>
                </c:pt>
                <c:pt idx="88144">
                  <c:v>0</c:v>
                </c:pt>
                <c:pt idx="88145">
                  <c:v>0</c:v>
                </c:pt>
                <c:pt idx="88146">
                  <c:v>0</c:v>
                </c:pt>
                <c:pt idx="88147">
                  <c:v>0</c:v>
                </c:pt>
                <c:pt idx="88148">
                  <c:v>0</c:v>
                </c:pt>
                <c:pt idx="88149">
                  <c:v>0</c:v>
                </c:pt>
                <c:pt idx="88150">
                  <c:v>0</c:v>
                </c:pt>
                <c:pt idx="88151">
                  <c:v>0</c:v>
                </c:pt>
                <c:pt idx="88152">
                  <c:v>0</c:v>
                </c:pt>
                <c:pt idx="88153">
                  <c:v>0</c:v>
                </c:pt>
                <c:pt idx="88154">
                  <c:v>0</c:v>
                </c:pt>
                <c:pt idx="88155">
                  <c:v>0</c:v>
                </c:pt>
                <c:pt idx="88156">
                  <c:v>0</c:v>
                </c:pt>
                <c:pt idx="88157">
                  <c:v>0</c:v>
                </c:pt>
                <c:pt idx="88158">
                  <c:v>0</c:v>
                </c:pt>
                <c:pt idx="88159">
                  <c:v>0</c:v>
                </c:pt>
                <c:pt idx="88160">
                  <c:v>0</c:v>
                </c:pt>
                <c:pt idx="88161">
                  <c:v>0</c:v>
                </c:pt>
                <c:pt idx="88162">
                  <c:v>0</c:v>
                </c:pt>
                <c:pt idx="88163">
                  <c:v>0</c:v>
                </c:pt>
                <c:pt idx="88164">
                  <c:v>0</c:v>
                </c:pt>
                <c:pt idx="88165">
                  <c:v>0</c:v>
                </c:pt>
                <c:pt idx="88166">
                  <c:v>0</c:v>
                </c:pt>
                <c:pt idx="88167">
                  <c:v>0</c:v>
                </c:pt>
                <c:pt idx="88168">
                  <c:v>0</c:v>
                </c:pt>
                <c:pt idx="88169">
                  <c:v>0</c:v>
                </c:pt>
                <c:pt idx="88170">
                  <c:v>0</c:v>
                </c:pt>
                <c:pt idx="88171">
                  <c:v>0</c:v>
                </c:pt>
                <c:pt idx="88172">
                  <c:v>0</c:v>
                </c:pt>
                <c:pt idx="88173">
                  <c:v>0</c:v>
                </c:pt>
                <c:pt idx="88174">
                  <c:v>0</c:v>
                </c:pt>
                <c:pt idx="88175">
                  <c:v>0</c:v>
                </c:pt>
                <c:pt idx="88176">
                  <c:v>0</c:v>
                </c:pt>
                <c:pt idx="88177">
                  <c:v>0</c:v>
                </c:pt>
                <c:pt idx="88178">
                  <c:v>0</c:v>
                </c:pt>
                <c:pt idx="88179">
                  <c:v>0</c:v>
                </c:pt>
                <c:pt idx="88180">
                  <c:v>0</c:v>
                </c:pt>
                <c:pt idx="88181">
                  <c:v>0</c:v>
                </c:pt>
                <c:pt idx="88182">
                  <c:v>0</c:v>
                </c:pt>
                <c:pt idx="88183">
                  <c:v>0</c:v>
                </c:pt>
                <c:pt idx="88184">
                  <c:v>0</c:v>
                </c:pt>
                <c:pt idx="88185">
                  <c:v>0</c:v>
                </c:pt>
                <c:pt idx="88186">
                  <c:v>0</c:v>
                </c:pt>
                <c:pt idx="88187">
                  <c:v>0</c:v>
                </c:pt>
                <c:pt idx="88188">
                  <c:v>0</c:v>
                </c:pt>
                <c:pt idx="88189">
                  <c:v>0</c:v>
                </c:pt>
                <c:pt idx="88190">
                  <c:v>0</c:v>
                </c:pt>
                <c:pt idx="88191">
                  <c:v>0</c:v>
                </c:pt>
                <c:pt idx="88192">
                  <c:v>0</c:v>
                </c:pt>
                <c:pt idx="88193">
                  <c:v>0</c:v>
                </c:pt>
                <c:pt idx="88194">
                  <c:v>0</c:v>
                </c:pt>
                <c:pt idx="88195">
                  <c:v>0</c:v>
                </c:pt>
                <c:pt idx="88196">
                  <c:v>0</c:v>
                </c:pt>
                <c:pt idx="88197">
                  <c:v>0</c:v>
                </c:pt>
                <c:pt idx="88198">
                  <c:v>0</c:v>
                </c:pt>
                <c:pt idx="88199">
                  <c:v>0</c:v>
                </c:pt>
                <c:pt idx="88200">
                  <c:v>0</c:v>
                </c:pt>
                <c:pt idx="88201">
                  <c:v>0</c:v>
                </c:pt>
                <c:pt idx="88202">
                  <c:v>0</c:v>
                </c:pt>
                <c:pt idx="88203">
                  <c:v>0</c:v>
                </c:pt>
                <c:pt idx="88204">
                  <c:v>0</c:v>
                </c:pt>
                <c:pt idx="88205">
                  <c:v>0</c:v>
                </c:pt>
                <c:pt idx="88206">
                  <c:v>0</c:v>
                </c:pt>
                <c:pt idx="88207">
                  <c:v>0</c:v>
                </c:pt>
                <c:pt idx="88208">
                  <c:v>0</c:v>
                </c:pt>
                <c:pt idx="88209">
                  <c:v>0</c:v>
                </c:pt>
                <c:pt idx="88210">
                  <c:v>0</c:v>
                </c:pt>
                <c:pt idx="88211">
                  <c:v>0</c:v>
                </c:pt>
                <c:pt idx="88212">
                  <c:v>0</c:v>
                </c:pt>
                <c:pt idx="88213">
                  <c:v>0</c:v>
                </c:pt>
                <c:pt idx="88214">
                  <c:v>0</c:v>
                </c:pt>
                <c:pt idx="88215">
                  <c:v>0</c:v>
                </c:pt>
                <c:pt idx="88216">
                  <c:v>0</c:v>
                </c:pt>
                <c:pt idx="88217">
                  <c:v>0</c:v>
                </c:pt>
                <c:pt idx="88218">
                  <c:v>0</c:v>
                </c:pt>
                <c:pt idx="88219">
                  <c:v>0</c:v>
                </c:pt>
                <c:pt idx="88220">
                  <c:v>0</c:v>
                </c:pt>
                <c:pt idx="88221">
                  <c:v>0</c:v>
                </c:pt>
                <c:pt idx="88222">
                  <c:v>0</c:v>
                </c:pt>
                <c:pt idx="88223">
                  <c:v>0</c:v>
                </c:pt>
                <c:pt idx="88224">
                  <c:v>0</c:v>
                </c:pt>
                <c:pt idx="88225">
                  <c:v>0</c:v>
                </c:pt>
                <c:pt idx="88226">
                  <c:v>0</c:v>
                </c:pt>
                <c:pt idx="88227">
                  <c:v>0</c:v>
                </c:pt>
                <c:pt idx="88228">
                  <c:v>0</c:v>
                </c:pt>
                <c:pt idx="88229">
                  <c:v>0</c:v>
                </c:pt>
                <c:pt idx="88230">
                  <c:v>0</c:v>
                </c:pt>
                <c:pt idx="88231">
                  <c:v>0</c:v>
                </c:pt>
                <c:pt idx="88232">
                  <c:v>0</c:v>
                </c:pt>
                <c:pt idx="88233">
                  <c:v>0</c:v>
                </c:pt>
                <c:pt idx="88234">
                  <c:v>0</c:v>
                </c:pt>
                <c:pt idx="88235">
                  <c:v>0</c:v>
                </c:pt>
                <c:pt idx="88236">
                  <c:v>0</c:v>
                </c:pt>
                <c:pt idx="88237">
                  <c:v>0</c:v>
                </c:pt>
                <c:pt idx="88238">
                  <c:v>0</c:v>
                </c:pt>
                <c:pt idx="88239">
                  <c:v>0</c:v>
                </c:pt>
                <c:pt idx="88240">
                  <c:v>0</c:v>
                </c:pt>
                <c:pt idx="88241">
                  <c:v>0</c:v>
                </c:pt>
                <c:pt idx="88242">
                  <c:v>0</c:v>
                </c:pt>
                <c:pt idx="88243">
                  <c:v>0</c:v>
                </c:pt>
                <c:pt idx="88244">
                  <c:v>0</c:v>
                </c:pt>
                <c:pt idx="88245">
                  <c:v>0</c:v>
                </c:pt>
                <c:pt idx="88246">
                  <c:v>0</c:v>
                </c:pt>
                <c:pt idx="88247">
                  <c:v>0</c:v>
                </c:pt>
                <c:pt idx="88248">
                  <c:v>0</c:v>
                </c:pt>
                <c:pt idx="88249">
                  <c:v>0</c:v>
                </c:pt>
                <c:pt idx="88250">
                  <c:v>0</c:v>
                </c:pt>
                <c:pt idx="88251">
                  <c:v>0</c:v>
                </c:pt>
                <c:pt idx="88252">
                  <c:v>0</c:v>
                </c:pt>
                <c:pt idx="88253">
                  <c:v>0</c:v>
                </c:pt>
                <c:pt idx="88254">
                  <c:v>0</c:v>
                </c:pt>
                <c:pt idx="88255">
                  <c:v>0</c:v>
                </c:pt>
                <c:pt idx="88256">
                  <c:v>0</c:v>
                </c:pt>
                <c:pt idx="88257">
                  <c:v>0</c:v>
                </c:pt>
                <c:pt idx="88258">
                  <c:v>0</c:v>
                </c:pt>
                <c:pt idx="88259">
                  <c:v>0</c:v>
                </c:pt>
                <c:pt idx="88260">
                  <c:v>0</c:v>
                </c:pt>
                <c:pt idx="88261">
                  <c:v>0</c:v>
                </c:pt>
                <c:pt idx="88262">
                  <c:v>0</c:v>
                </c:pt>
                <c:pt idx="88263">
                  <c:v>0</c:v>
                </c:pt>
                <c:pt idx="88264">
                  <c:v>0</c:v>
                </c:pt>
                <c:pt idx="88265">
                  <c:v>0</c:v>
                </c:pt>
                <c:pt idx="88266">
                  <c:v>0</c:v>
                </c:pt>
                <c:pt idx="88267">
                  <c:v>0</c:v>
                </c:pt>
                <c:pt idx="88268">
                  <c:v>0</c:v>
                </c:pt>
                <c:pt idx="88269">
                  <c:v>0</c:v>
                </c:pt>
                <c:pt idx="88270">
                  <c:v>0</c:v>
                </c:pt>
                <c:pt idx="88271">
                  <c:v>0</c:v>
                </c:pt>
                <c:pt idx="88272">
                  <c:v>0</c:v>
                </c:pt>
                <c:pt idx="88273">
                  <c:v>0</c:v>
                </c:pt>
                <c:pt idx="88274">
                  <c:v>0</c:v>
                </c:pt>
                <c:pt idx="88275">
                  <c:v>0</c:v>
                </c:pt>
                <c:pt idx="88276">
                  <c:v>0</c:v>
                </c:pt>
                <c:pt idx="88277">
                  <c:v>0</c:v>
                </c:pt>
                <c:pt idx="88278">
                  <c:v>0</c:v>
                </c:pt>
                <c:pt idx="88279">
                  <c:v>0</c:v>
                </c:pt>
                <c:pt idx="88280">
                  <c:v>0</c:v>
                </c:pt>
                <c:pt idx="88281">
                  <c:v>0</c:v>
                </c:pt>
                <c:pt idx="88282">
                  <c:v>0</c:v>
                </c:pt>
                <c:pt idx="88283">
                  <c:v>0</c:v>
                </c:pt>
                <c:pt idx="88284">
                  <c:v>0</c:v>
                </c:pt>
                <c:pt idx="88285">
                  <c:v>0</c:v>
                </c:pt>
                <c:pt idx="88286">
                  <c:v>0</c:v>
                </c:pt>
                <c:pt idx="88287">
                  <c:v>0</c:v>
                </c:pt>
                <c:pt idx="88288">
                  <c:v>0</c:v>
                </c:pt>
                <c:pt idx="88289">
                  <c:v>0</c:v>
                </c:pt>
                <c:pt idx="88290">
                  <c:v>0</c:v>
                </c:pt>
                <c:pt idx="88291">
                  <c:v>0</c:v>
                </c:pt>
                <c:pt idx="88292">
                  <c:v>0</c:v>
                </c:pt>
                <c:pt idx="88293">
                  <c:v>0</c:v>
                </c:pt>
                <c:pt idx="88294">
                  <c:v>0</c:v>
                </c:pt>
                <c:pt idx="88295">
                  <c:v>0</c:v>
                </c:pt>
                <c:pt idx="88296">
                  <c:v>0</c:v>
                </c:pt>
                <c:pt idx="88297">
                  <c:v>0</c:v>
                </c:pt>
                <c:pt idx="88298">
                  <c:v>0</c:v>
                </c:pt>
                <c:pt idx="88299">
                  <c:v>0</c:v>
                </c:pt>
                <c:pt idx="88300">
                  <c:v>0</c:v>
                </c:pt>
                <c:pt idx="88301">
                  <c:v>0</c:v>
                </c:pt>
                <c:pt idx="88302">
                  <c:v>0</c:v>
                </c:pt>
                <c:pt idx="88303">
                  <c:v>0</c:v>
                </c:pt>
                <c:pt idx="88304">
                  <c:v>0</c:v>
                </c:pt>
                <c:pt idx="88305">
                  <c:v>0</c:v>
                </c:pt>
                <c:pt idx="88306">
                  <c:v>0</c:v>
                </c:pt>
                <c:pt idx="88307">
                  <c:v>0</c:v>
                </c:pt>
                <c:pt idx="88308">
                  <c:v>0</c:v>
                </c:pt>
                <c:pt idx="88309">
                  <c:v>0</c:v>
                </c:pt>
                <c:pt idx="88310">
                  <c:v>0</c:v>
                </c:pt>
                <c:pt idx="88311">
                  <c:v>0</c:v>
                </c:pt>
                <c:pt idx="88312">
                  <c:v>0</c:v>
                </c:pt>
                <c:pt idx="88313">
                  <c:v>0</c:v>
                </c:pt>
                <c:pt idx="88314">
                  <c:v>0</c:v>
                </c:pt>
                <c:pt idx="88315">
                  <c:v>0</c:v>
                </c:pt>
                <c:pt idx="88316">
                  <c:v>0</c:v>
                </c:pt>
                <c:pt idx="88317">
                  <c:v>0</c:v>
                </c:pt>
                <c:pt idx="88318">
                  <c:v>0</c:v>
                </c:pt>
                <c:pt idx="88319">
                  <c:v>0</c:v>
                </c:pt>
                <c:pt idx="88320">
                  <c:v>0</c:v>
                </c:pt>
                <c:pt idx="88321">
                  <c:v>0</c:v>
                </c:pt>
                <c:pt idx="88322">
                  <c:v>0</c:v>
                </c:pt>
                <c:pt idx="88323">
                  <c:v>0</c:v>
                </c:pt>
                <c:pt idx="88324">
                  <c:v>0</c:v>
                </c:pt>
                <c:pt idx="88325">
                  <c:v>0</c:v>
                </c:pt>
                <c:pt idx="88326">
                  <c:v>0</c:v>
                </c:pt>
                <c:pt idx="88327">
                  <c:v>0</c:v>
                </c:pt>
                <c:pt idx="88328">
                  <c:v>0</c:v>
                </c:pt>
                <c:pt idx="88329">
                  <c:v>0</c:v>
                </c:pt>
                <c:pt idx="88330">
                  <c:v>0</c:v>
                </c:pt>
                <c:pt idx="88331">
                  <c:v>0</c:v>
                </c:pt>
                <c:pt idx="88332">
                  <c:v>0</c:v>
                </c:pt>
                <c:pt idx="88333">
                  <c:v>0</c:v>
                </c:pt>
                <c:pt idx="88334">
                  <c:v>0</c:v>
                </c:pt>
                <c:pt idx="88335">
                  <c:v>0</c:v>
                </c:pt>
                <c:pt idx="88336">
                  <c:v>0</c:v>
                </c:pt>
                <c:pt idx="88337">
                  <c:v>0</c:v>
                </c:pt>
                <c:pt idx="88338">
                  <c:v>0</c:v>
                </c:pt>
                <c:pt idx="88339">
                  <c:v>0</c:v>
                </c:pt>
                <c:pt idx="88340">
                  <c:v>0</c:v>
                </c:pt>
                <c:pt idx="88341">
                  <c:v>0</c:v>
                </c:pt>
                <c:pt idx="88342">
                  <c:v>0</c:v>
                </c:pt>
                <c:pt idx="88343">
                  <c:v>0</c:v>
                </c:pt>
                <c:pt idx="88344">
                  <c:v>0</c:v>
                </c:pt>
                <c:pt idx="88345">
                  <c:v>0</c:v>
                </c:pt>
                <c:pt idx="88346">
                  <c:v>0</c:v>
                </c:pt>
                <c:pt idx="88347">
                  <c:v>0</c:v>
                </c:pt>
                <c:pt idx="88348">
                  <c:v>0</c:v>
                </c:pt>
                <c:pt idx="88349">
                  <c:v>0</c:v>
                </c:pt>
                <c:pt idx="88350">
                  <c:v>0</c:v>
                </c:pt>
                <c:pt idx="88351">
                  <c:v>0</c:v>
                </c:pt>
                <c:pt idx="88352">
                  <c:v>0</c:v>
                </c:pt>
                <c:pt idx="88353">
                  <c:v>0</c:v>
                </c:pt>
                <c:pt idx="88354">
                  <c:v>0</c:v>
                </c:pt>
                <c:pt idx="88355">
                  <c:v>0</c:v>
                </c:pt>
                <c:pt idx="88356">
                  <c:v>0</c:v>
                </c:pt>
                <c:pt idx="88357">
                  <c:v>0</c:v>
                </c:pt>
                <c:pt idx="88358">
                  <c:v>0</c:v>
                </c:pt>
                <c:pt idx="88359">
                  <c:v>0</c:v>
                </c:pt>
                <c:pt idx="88360">
                  <c:v>0</c:v>
                </c:pt>
                <c:pt idx="88361">
                  <c:v>0</c:v>
                </c:pt>
                <c:pt idx="88362">
                  <c:v>0</c:v>
                </c:pt>
                <c:pt idx="88363">
                  <c:v>0</c:v>
                </c:pt>
                <c:pt idx="88364">
                  <c:v>0</c:v>
                </c:pt>
                <c:pt idx="88365">
                  <c:v>0</c:v>
                </c:pt>
                <c:pt idx="88366">
                  <c:v>0</c:v>
                </c:pt>
                <c:pt idx="88367">
                  <c:v>0</c:v>
                </c:pt>
                <c:pt idx="88368">
                  <c:v>0</c:v>
                </c:pt>
                <c:pt idx="88369">
                  <c:v>0</c:v>
                </c:pt>
                <c:pt idx="88370">
                  <c:v>0</c:v>
                </c:pt>
                <c:pt idx="88371">
                  <c:v>0</c:v>
                </c:pt>
                <c:pt idx="88372">
                  <c:v>0</c:v>
                </c:pt>
                <c:pt idx="88373">
                  <c:v>0</c:v>
                </c:pt>
                <c:pt idx="88374">
                  <c:v>0</c:v>
                </c:pt>
                <c:pt idx="88375">
                  <c:v>0</c:v>
                </c:pt>
                <c:pt idx="88376">
                  <c:v>0</c:v>
                </c:pt>
                <c:pt idx="88377">
                  <c:v>0</c:v>
                </c:pt>
                <c:pt idx="88378">
                  <c:v>0</c:v>
                </c:pt>
                <c:pt idx="88379">
                  <c:v>0</c:v>
                </c:pt>
                <c:pt idx="88380">
                  <c:v>0</c:v>
                </c:pt>
                <c:pt idx="88381">
                  <c:v>0</c:v>
                </c:pt>
                <c:pt idx="88382">
                  <c:v>0</c:v>
                </c:pt>
                <c:pt idx="88383">
                  <c:v>0</c:v>
                </c:pt>
                <c:pt idx="88384">
                  <c:v>0</c:v>
                </c:pt>
                <c:pt idx="88385">
                  <c:v>0</c:v>
                </c:pt>
                <c:pt idx="88386">
                  <c:v>0</c:v>
                </c:pt>
                <c:pt idx="88387">
                  <c:v>0</c:v>
                </c:pt>
                <c:pt idx="88388">
                  <c:v>0</c:v>
                </c:pt>
                <c:pt idx="88389">
                  <c:v>0</c:v>
                </c:pt>
                <c:pt idx="88390">
                  <c:v>0</c:v>
                </c:pt>
                <c:pt idx="88391">
                  <c:v>0</c:v>
                </c:pt>
                <c:pt idx="88392">
                  <c:v>0</c:v>
                </c:pt>
                <c:pt idx="88393">
                  <c:v>0</c:v>
                </c:pt>
                <c:pt idx="88394">
                  <c:v>0</c:v>
                </c:pt>
                <c:pt idx="88395">
                  <c:v>0</c:v>
                </c:pt>
                <c:pt idx="88396">
                  <c:v>0</c:v>
                </c:pt>
                <c:pt idx="88397">
                  <c:v>0</c:v>
                </c:pt>
                <c:pt idx="88398">
                  <c:v>0</c:v>
                </c:pt>
                <c:pt idx="88399">
                  <c:v>0</c:v>
                </c:pt>
                <c:pt idx="88400">
                  <c:v>0</c:v>
                </c:pt>
                <c:pt idx="88401">
                  <c:v>0</c:v>
                </c:pt>
                <c:pt idx="88402">
                  <c:v>0</c:v>
                </c:pt>
                <c:pt idx="88403">
                  <c:v>0</c:v>
                </c:pt>
                <c:pt idx="88404">
                  <c:v>0</c:v>
                </c:pt>
                <c:pt idx="88405">
                  <c:v>0</c:v>
                </c:pt>
                <c:pt idx="88406">
                  <c:v>0</c:v>
                </c:pt>
                <c:pt idx="88407">
                  <c:v>0</c:v>
                </c:pt>
                <c:pt idx="88408">
                  <c:v>0</c:v>
                </c:pt>
                <c:pt idx="88409">
                  <c:v>0</c:v>
                </c:pt>
                <c:pt idx="88410">
                  <c:v>0</c:v>
                </c:pt>
                <c:pt idx="88411">
                  <c:v>0</c:v>
                </c:pt>
                <c:pt idx="88412">
                  <c:v>0</c:v>
                </c:pt>
                <c:pt idx="88413">
                  <c:v>0</c:v>
                </c:pt>
                <c:pt idx="88414">
                  <c:v>0</c:v>
                </c:pt>
                <c:pt idx="88415">
                  <c:v>0</c:v>
                </c:pt>
                <c:pt idx="88416">
                  <c:v>0</c:v>
                </c:pt>
                <c:pt idx="88417">
                  <c:v>0</c:v>
                </c:pt>
                <c:pt idx="88418">
                  <c:v>0</c:v>
                </c:pt>
                <c:pt idx="88419">
                  <c:v>0</c:v>
                </c:pt>
                <c:pt idx="88420">
                  <c:v>0</c:v>
                </c:pt>
                <c:pt idx="88421">
                  <c:v>0</c:v>
                </c:pt>
                <c:pt idx="88422">
                  <c:v>0</c:v>
                </c:pt>
                <c:pt idx="88423">
                  <c:v>0</c:v>
                </c:pt>
                <c:pt idx="88424">
                  <c:v>0</c:v>
                </c:pt>
                <c:pt idx="88425">
                  <c:v>0</c:v>
                </c:pt>
                <c:pt idx="88426">
                  <c:v>0</c:v>
                </c:pt>
                <c:pt idx="88427">
                  <c:v>0</c:v>
                </c:pt>
                <c:pt idx="88428">
                  <c:v>0</c:v>
                </c:pt>
                <c:pt idx="88429">
                  <c:v>0</c:v>
                </c:pt>
                <c:pt idx="88430">
                  <c:v>0</c:v>
                </c:pt>
                <c:pt idx="88431">
                  <c:v>0</c:v>
                </c:pt>
                <c:pt idx="88432">
                  <c:v>0</c:v>
                </c:pt>
                <c:pt idx="88433">
                  <c:v>0</c:v>
                </c:pt>
                <c:pt idx="88434">
                  <c:v>0</c:v>
                </c:pt>
                <c:pt idx="88435">
                  <c:v>0</c:v>
                </c:pt>
                <c:pt idx="88436">
                  <c:v>0</c:v>
                </c:pt>
                <c:pt idx="88437">
                  <c:v>0</c:v>
                </c:pt>
                <c:pt idx="88438">
                  <c:v>0</c:v>
                </c:pt>
                <c:pt idx="88439">
                  <c:v>0</c:v>
                </c:pt>
                <c:pt idx="88440">
                  <c:v>0</c:v>
                </c:pt>
                <c:pt idx="88441">
                  <c:v>0</c:v>
                </c:pt>
                <c:pt idx="88442">
                  <c:v>0</c:v>
                </c:pt>
                <c:pt idx="88443">
                  <c:v>0</c:v>
                </c:pt>
                <c:pt idx="88444">
                  <c:v>0</c:v>
                </c:pt>
                <c:pt idx="88445">
                  <c:v>0</c:v>
                </c:pt>
                <c:pt idx="88446">
                  <c:v>0</c:v>
                </c:pt>
                <c:pt idx="88447">
                  <c:v>0</c:v>
                </c:pt>
                <c:pt idx="88448">
                  <c:v>0</c:v>
                </c:pt>
                <c:pt idx="88449">
                  <c:v>0</c:v>
                </c:pt>
                <c:pt idx="88450">
                  <c:v>0</c:v>
                </c:pt>
                <c:pt idx="88451">
                  <c:v>0</c:v>
                </c:pt>
                <c:pt idx="88452">
                  <c:v>0</c:v>
                </c:pt>
                <c:pt idx="88453">
                  <c:v>0</c:v>
                </c:pt>
                <c:pt idx="88454">
                  <c:v>0</c:v>
                </c:pt>
                <c:pt idx="88455">
                  <c:v>0</c:v>
                </c:pt>
                <c:pt idx="88456">
                  <c:v>0</c:v>
                </c:pt>
                <c:pt idx="88457">
                  <c:v>0</c:v>
                </c:pt>
                <c:pt idx="88458">
                  <c:v>0</c:v>
                </c:pt>
                <c:pt idx="88459">
                  <c:v>0</c:v>
                </c:pt>
                <c:pt idx="88460">
                  <c:v>0</c:v>
                </c:pt>
                <c:pt idx="88461">
                  <c:v>0</c:v>
                </c:pt>
                <c:pt idx="88462">
                  <c:v>0</c:v>
                </c:pt>
                <c:pt idx="88463">
                  <c:v>0</c:v>
                </c:pt>
                <c:pt idx="88464">
                  <c:v>0</c:v>
                </c:pt>
                <c:pt idx="88465">
                  <c:v>0</c:v>
                </c:pt>
                <c:pt idx="88466">
                  <c:v>0</c:v>
                </c:pt>
                <c:pt idx="88467">
                  <c:v>0</c:v>
                </c:pt>
                <c:pt idx="88468">
                  <c:v>0</c:v>
                </c:pt>
                <c:pt idx="88469">
                  <c:v>0</c:v>
                </c:pt>
                <c:pt idx="88470">
                  <c:v>0</c:v>
                </c:pt>
                <c:pt idx="88471">
                  <c:v>0</c:v>
                </c:pt>
                <c:pt idx="88472">
                  <c:v>0</c:v>
                </c:pt>
                <c:pt idx="88473">
                  <c:v>0</c:v>
                </c:pt>
                <c:pt idx="88474">
                  <c:v>0</c:v>
                </c:pt>
                <c:pt idx="88475">
                  <c:v>0</c:v>
                </c:pt>
                <c:pt idx="88476">
                  <c:v>0</c:v>
                </c:pt>
                <c:pt idx="88477">
                  <c:v>0</c:v>
                </c:pt>
                <c:pt idx="88478">
                  <c:v>0</c:v>
                </c:pt>
                <c:pt idx="88479">
                  <c:v>0</c:v>
                </c:pt>
                <c:pt idx="88480">
                  <c:v>0</c:v>
                </c:pt>
                <c:pt idx="88481">
                  <c:v>0</c:v>
                </c:pt>
                <c:pt idx="88482">
                  <c:v>0</c:v>
                </c:pt>
                <c:pt idx="88483">
                  <c:v>0</c:v>
                </c:pt>
                <c:pt idx="88484">
                  <c:v>0</c:v>
                </c:pt>
                <c:pt idx="88485">
                  <c:v>0</c:v>
                </c:pt>
                <c:pt idx="88486">
                  <c:v>0</c:v>
                </c:pt>
                <c:pt idx="88487">
                  <c:v>0</c:v>
                </c:pt>
                <c:pt idx="88488">
                  <c:v>0</c:v>
                </c:pt>
                <c:pt idx="88489">
                  <c:v>0</c:v>
                </c:pt>
                <c:pt idx="88490">
                  <c:v>0</c:v>
                </c:pt>
                <c:pt idx="88491">
                  <c:v>0</c:v>
                </c:pt>
                <c:pt idx="88492">
                  <c:v>0</c:v>
                </c:pt>
                <c:pt idx="88493">
                  <c:v>0</c:v>
                </c:pt>
                <c:pt idx="88494">
                  <c:v>0</c:v>
                </c:pt>
                <c:pt idx="88495">
                  <c:v>0</c:v>
                </c:pt>
                <c:pt idx="88496">
                  <c:v>0</c:v>
                </c:pt>
                <c:pt idx="88497">
                  <c:v>0</c:v>
                </c:pt>
                <c:pt idx="88498">
                  <c:v>0</c:v>
                </c:pt>
                <c:pt idx="88499">
                  <c:v>0</c:v>
                </c:pt>
                <c:pt idx="88500">
                  <c:v>0</c:v>
                </c:pt>
                <c:pt idx="88501">
                  <c:v>0</c:v>
                </c:pt>
                <c:pt idx="88502">
                  <c:v>0</c:v>
                </c:pt>
                <c:pt idx="88503">
                  <c:v>0</c:v>
                </c:pt>
                <c:pt idx="88504">
                  <c:v>0</c:v>
                </c:pt>
                <c:pt idx="88505">
                  <c:v>0</c:v>
                </c:pt>
                <c:pt idx="88506">
                  <c:v>0</c:v>
                </c:pt>
                <c:pt idx="88507">
                  <c:v>0</c:v>
                </c:pt>
                <c:pt idx="88508">
                  <c:v>0</c:v>
                </c:pt>
                <c:pt idx="88509">
                  <c:v>0</c:v>
                </c:pt>
                <c:pt idx="88510">
                  <c:v>0</c:v>
                </c:pt>
                <c:pt idx="88511">
                  <c:v>0</c:v>
                </c:pt>
                <c:pt idx="88512">
                  <c:v>0</c:v>
                </c:pt>
                <c:pt idx="88513">
                  <c:v>0</c:v>
                </c:pt>
                <c:pt idx="88514">
                  <c:v>0</c:v>
                </c:pt>
                <c:pt idx="88515">
                  <c:v>0</c:v>
                </c:pt>
                <c:pt idx="88516">
                  <c:v>0</c:v>
                </c:pt>
                <c:pt idx="88517">
                  <c:v>0</c:v>
                </c:pt>
                <c:pt idx="88518">
                  <c:v>0</c:v>
                </c:pt>
                <c:pt idx="88519">
                  <c:v>0</c:v>
                </c:pt>
                <c:pt idx="88520">
                  <c:v>0</c:v>
                </c:pt>
                <c:pt idx="88521">
                  <c:v>0</c:v>
                </c:pt>
                <c:pt idx="88522">
                  <c:v>0</c:v>
                </c:pt>
                <c:pt idx="88523">
                  <c:v>0</c:v>
                </c:pt>
                <c:pt idx="88524">
                  <c:v>0</c:v>
                </c:pt>
                <c:pt idx="88525">
                  <c:v>0</c:v>
                </c:pt>
                <c:pt idx="88526">
                  <c:v>0</c:v>
                </c:pt>
                <c:pt idx="88527">
                  <c:v>0</c:v>
                </c:pt>
                <c:pt idx="88528">
                  <c:v>0</c:v>
                </c:pt>
                <c:pt idx="88529">
                  <c:v>0</c:v>
                </c:pt>
                <c:pt idx="88530">
                  <c:v>0</c:v>
                </c:pt>
                <c:pt idx="88531">
                  <c:v>0</c:v>
                </c:pt>
                <c:pt idx="88532">
                  <c:v>0</c:v>
                </c:pt>
                <c:pt idx="88533">
                  <c:v>0</c:v>
                </c:pt>
                <c:pt idx="88534">
                  <c:v>0</c:v>
                </c:pt>
                <c:pt idx="88535">
                  <c:v>0</c:v>
                </c:pt>
                <c:pt idx="88536">
                  <c:v>0</c:v>
                </c:pt>
                <c:pt idx="88537">
                  <c:v>0</c:v>
                </c:pt>
                <c:pt idx="88538">
                  <c:v>0</c:v>
                </c:pt>
                <c:pt idx="88539">
                  <c:v>0</c:v>
                </c:pt>
                <c:pt idx="88540">
                  <c:v>0</c:v>
                </c:pt>
                <c:pt idx="88541">
                  <c:v>0</c:v>
                </c:pt>
                <c:pt idx="88542">
                  <c:v>0</c:v>
                </c:pt>
                <c:pt idx="88543">
                  <c:v>0</c:v>
                </c:pt>
                <c:pt idx="88544">
                  <c:v>0</c:v>
                </c:pt>
                <c:pt idx="88545">
                  <c:v>0</c:v>
                </c:pt>
                <c:pt idx="88546">
                  <c:v>0</c:v>
                </c:pt>
                <c:pt idx="88547">
                  <c:v>0</c:v>
                </c:pt>
                <c:pt idx="88548">
                  <c:v>0</c:v>
                </c:pt>
                <c:pt idx="88549">
                  <c:v>0</c:v>
                </c:pt>
                <c:pt idx="88550">
                  <c:v>0</c:v>
                </c:pt>
                <c:pt idx="88551">
                  <c:v>0</c:v>
                </c:pt>
                <c:pt idx="88552">
                  <c:v>0</c:v>
                </c:pt>
                <c:pt idx="88553">
                  <c:v>0</c:v>
                </c:pt>
                <c:pt idx="88554">
                  <c:v>0</c:v>
                </c:pt>
                <c:pt idx="88555">
                  <c:v>0</c:v>
                </c:pt>
                <c:pt idx="88556">
                  <c:v>0</c:v>
                </c:pt>
                <c:pt idx="88557">
                  <c:v>0</c:v>
                </c:pt>
                <c:pt idx="88558">
                  <c:v>0</c:v>
                </c:pt>
                <c:pt idx="88559">
                  <c:v>0</c:v>
                </c:pt>
                <c:pt idx="88560">
                  <c:v>0</c:v>
                </c:pt>
                <c:pt idx="88561">
                  <c:v>0</c:v>
                </c:pt>
                <c:pt idx="88562">
                  <c:v>0</c:v>
                </c:pt>
                <c:pt idx="88563">
                  <c:v>0</c:v>
                </c:pt>
                <c:pt idx="88564">
                  <c:v>0</c:v>
                </c:pt>
                <c:pt idx="88565">
                  <c:v>0</c:v>
                </c:pt>
                <c:pt idx="88566">
                  <c:v>0</c:v>
                </c:pt>
                <c:pt idx="88567">
                  <c:v>0</c:v>
                </c:pt>
                <c:pt idx="88568">
                  <c:v>0</c:v>
                </c:pt>
                <c:pt idx="88569">
                  <c:v>0</c:v>
                </c:pt>
                <c:pt idx="88570">
                  <c:v>0</c:v>
                </c:pt>
                <c:pt idx="88571">
                  <c:v>0</c:v>
                </c:pt>
                <c:pt idx="88572">
                  <c:v>0</c:v>
                </c:pt>
                <c:pt idx="88573">
                  <c:v>0</c:v>
                </c:pt>
                <c:pt idx="88574">
                  <c:v>0</c:v>
                </c:pt>
                <c:pt idx="88575">
                  <c:v>0</c:v>
                </c:pt>
                <c:pt idx="88576">
                  <c:v>0</c:v>
                </c:pt>
                <c:pt idx="88577">
                  <c:v>0</c:v>
                </c:pt>
                <c:pt idx="88578">
                  <c:v>0</c:v>
                </c:pt>
                <c:pt idx="88579">
                  <c:v>0</c:v>
                </c:pt>
                <c:pt idx="88580">
                  <c:v>0</c:v>
                </c:pt>
                <c:pt idx="88581">
                  <c:v>0</c:v>
                </c:pt>
                <c:pt idx="88582">
                  <c:v>0</c:v>
                </c:pt>
                <c:pt idx="88583">
                  <c:v>0</c:v>
                </c:pt>
                <c:pt idx="88584">
                  <c:v>0</c:v>
                </c:pt>
                <c:pt idx="88585">
                  <c:v>0</c:v>
                </c:pt>
                <c:pt idx="88586">
                  <c:v>0</c:v>
                </c:pt>
                <c:pt idx="88587">
                  <c:v>0</c:v>
                </c:pt>
                <c:pt idx="88588">
                  <c:v>0</c:v>
                </c:pt>
                <c:pt idx="88589">
                  <c:v>0</c:v>
                </c:pt>
                <c:pt idx="88590">
                  <c:v>0</c:v>
                </c:pt>
                <c:pt idx="88591">
                  <c:v>0</c:v>
                </c:pt>
                <c:pt idx="88592">
                  <c:v>0</c:v>
                </c:pt>
                <c:pt idx="88593">
                  <c:v>0</c:v>
                </c:pt>
                <c:pt idx="88594">
                  <c:v>0</c:v>
                </c:pt>
                <c:pt idx="88595">
                  <c:v>0</c:v>
                </c:pt>
                <c:pt idx="88596">
                  <c:v>0</c:v>
                </c:pt>
                <c:pt idx="88597">
                  <c:v>0</c:v>
                </c:pt>
                <c:pt idx="88598">
                  <c:v>0</c:v>
                </c:pt>
                <c:pt idx="88599">
                  <c:v>0</c:v>
                </c:pt>
                <c:pt idx="88600">
                  <c:v>0</c:v>
                </c:pt>
                <c:pt idx="88601">
                  <c:v>0</c:v>
                </c:pt>
                <c:pt idx="88602">
                  <c:v>0</c:v>
                </c:pt>
                <c:pt idx="88603">
                  <c:v>0</c:v>
                </c:pt>
                <c:pt idx="88604">
                  <c:v>0</c:v>
                </c:pt>
                <c:pt idx="88605">
                  <c:v>0</c:v>
                </c:pt>
                <c:pt idx="88606">
                  <c:v>0</c:v>
                </c:pt>
                <c:pt idx="88607">
                  <c:v>0</c:v>
                </c:pt>
                <c:pt idx="88608">
                  <c:v>0</c:v>
                </c:pt>
                <c:pt idx="88609">
                  <c:v>0</c:v>
                </c:pt>
                <c:pt idx="88610">
                  <c:v>0</c:v>
                </c:pt>
                <c:pt idx="88611">
                  <c:v>0</c:v>
                </c:pt>
                <c:pt idx="88612">
                  <c:v>0</c:v>
                </c:pt>
                <c:pt idx="88613">
                  <c:v>0</c:v>
                </c:pt>
                <c:pt idx="88614">
                  <c:v>0</c:v>
                </c:pt>
                <c:pt idx="88615">
                  <c:v>0</c:v>
                </c:pt>
                <c:pt idx="88616">
                  <c:v>0</c:v>
                </c:pt>
                <c:pt idx="88617">
                  <c:v>0</c:v>
                </c:pt>
                <c:pt idx="88618">
                  <c:v>0</c:v>
                </c:pt>
                <c:pt idx="88619">
                  <c:v>0</c:v>
                </c:pt>
                <c:pt idx="88620">
                  <c:v>0</c:v>
                </c:pt>
                <c:pt idx="88621">
                  <c:v>0</c:v>
                </c:pt>
                <c:pt idx="88622">
                  <c:v>0</c:v>
                </c:pt>
                <c:pt idx="88623">
                  <c:v>0</c:v>
                </c:pt>
                <c:pt idx="88624">
                  <c:v>0</c:v>
                </c:pt>
                <c:pt idx="88625">
                  <c:v>0</c:v>
                </c:pt>
                <c:pt idx="88626">
                  <c:v>0</c:v>
                </c:pt>
                <c:pt idx="88627">
                  <c:v>0</c:v>
                </c:pt>
                <c:pt idx="88628">
                  <c:v>0</c:v>
                </c:pt>
                <c:pt idx="88629">
                  <c:v>0</c:v>
                </c:pt>
                <c:pt idx="88630">
                  <c:v>0</c:v>
                </c:pt>
                <c:pt idx="88631">
                  <c:v>0</c:v>
                </c:pt>
                <c:pt idx="88632">
                  <c:v>0</c:v>
                </c:pt>
                <c:pt idx="88633">
                  <c:v>0</c:v>
                </c:pt>
                <c:pt idx="88634">
                  <c:v>0</c:v>
                </c:pt>
                <c:pt idx="88635">
                  <c:v>0</c:v>
                </c:pt>
                <c:pt idx="88636">
                  <c:v>0</c:v>
                </c:pt>
                <c:pt idx="88637">
                  <c:v>0</c:v>
                </c:pt>
                <c:pt idx="88638">
                  <c:v>0</c:v>
                </c:pt>
                <c:pt idx="88639">
                  <c:v>0</c:v>
                </c:pt>
                <c:pt idx="88640">
                  <c:v>0</c:v>
                </c:pt>
                <c:pt idx="88641">
                  <c:v>0</c:v>
                </c:pt>
                <c:pt idx="88642">
                  <c:v>0</c:v>
                </c:pt>
                <c:pt idx="88643">
                  <c:v>0</c:v>
                </c:pt>
                <c:pt idx="88644">
                  <c:v>0</c:v>
                </c:pt>
                <c:pt idx="88645">
                  <c:v>0</c:v>
                </c:pt>
                <c:pt idx="88646">
                  <c:v>0</c:v>
                </c:pt>
                <c:pt idx="88647">
                  <c:v>0</c:v>
                </c:pt>
                <c:pt idx="88648">
                  <c:v>0</c:v>
                </c:pt>
                <c:pt idx="88649">
                  <c:v>0</c:v>
                </c:pt>
                <c:pt idx="88650">
                  <c:v>0</c:v>
                </c:pt>
                <c:pt idx="88651">
                  <c:v>0</c:v>
                </c:pt>
                <c:pt idx="88652">
                  <c:v>0</c:v>
                </c:pt>
                <c:pt idx="88653">
                  <c:v>0</c:v>
                </c:pt>
                <c:pt idx="88654">
                  <c:v>0</c:v>
                </c:pt>
                <c:pt idx="88655">
                  <c:v>0</c:v>
                </c:pt>
                <c:pt idx="88656">
                  <c:v>0</c:v>
                </c:pt>
                <c:pt idx="88657">
                  <c:v>0</c:v>
                </c:pt>
                <c:pt idx="88658">
                  <c:v>0</c:v>
                </c:pt>
                <c:pt idx="88659">
                  <c:v>0</c:v>
                </c:pt>
                <c:pt idx="88660">
                  <c:v>0</c:v>
                </c:pt>
                <c:pt idx="88661">
                  <c:v>0</c:v>
                </c:pt>
                <c:pt idx="88662">
                  <c:v>0</c:v>
                </c:pt>
                <c:pt idx="88663">
                  <c:v>0</c:v>
                </c:pt>
                <c:pt idx="88664">
                  <c:v>0</c:v>
                </c:pt>
                <c:pt idx="88665">
                  <c:v>0</c:v>
                </c:pt>
                <c:pt idx="88666">
                  <c:v>0</c:v>
                </c:pt>
                <c:pt idx="88667">
                  <c:v>0</c:v>
                </c:pt>
                <c:pt idx="88668">
                  <c:v>0</c:v>
                </c:pt>
                <c:pt idx="88669">
                  <c:v>0</c:v>
                </c:pt>
                <c:pt idx="88670">
                  <c:v>0</c:v>
                </c:pt>
                <c:pt idx="88671">
                  <c:v>0</c:v>
                </c:pt>
                <c:pt idx="88672">
                  <c:v>0</c:v>
                </c:pt>
                <c:pt idx="88673">
                  <c:v>0</c:v>
                </c:pt>
                <c:pt idx="88674">
                  <c:v>0</c:v>
                </c:pt>
                <c:pt idx="88675">
                  <c:v>0</c:v>
                </c:pt>
                <c:pt idx="88676">
                  <c:v>0</c:v>
                </c:pt>
                <c:pt idx="88677">
                  <c:v>0</c:v>
                </c:pt>
                <c:pt idx="88678">
                  <c:v>0</c:v>
                </c:pt>
                <c:pt idx="88679">
                  <c:v>0</c:v>
                </c:pt>
                <c:pt idx="88680">
                  <c:v>0</c:v>
                </c:pt>
                <c:pt idx="88681">
                  <c:v>0</c:v>
                </c:pt>
                <c:pt idx="88682">
                  <c:v>0</c:v>
                </c:pt>
                <c:pt idx="88683">
                  <c:v>0</c:v>
                </c:pt>
                <c:pt idx="88684">
                  <c:v>0</c:v>
                </c:pt>
                <c:pt idx="88685">
                  <c:v>0</c:v>
                </c:pt>
                <c:pt idx="88686">
                  <c:v>0</c:v>
                </c:pt>
                <c:pt idx="88687">
                  <c:v>0</c:v>
                </c:pt>
                <c:pt idx="88688">
                  <c:v>0</c:v>
                </c:pt>
                <c:pt idx="88689">
                  <c:v>0</c:v>
                </c:pt>
                <c:pt idx="88690">
                  <c:v>0</c:v>
                </c:pt>
                <c:pt idx="88691">
                  <c:v>0</c:v>
                </c:pt>
                <c:pt idx="88692">
                  <c:v>0</c:v>
                </c:pt>
                <c:pt idx="88693">
                  <c:v>0</c:v>
                </c:pt>
                <c:pt idx="88694">
                  <c:v>0</c:v>
                </c:pt>
                <c:pt idx="88695">
                  <c:v>0</c:v>
                </c:pt>
                <c:pt idx="88696">
                  <c:v>0</c:v>
                </c:pt>
                <c:pt idx="88697">
                  <c:v>0</c:v>
                </c:pt>
                <c:pt idx="88698">
                  <c:v>0</c:v>
                </c:pt>
                <c:pt idx="88699">
                  <c:v>0</c:v>
                </c:pt>
                <c:pt idx="88700">
                  <c:v>0</c:v>
                </c:pt>
                <c:pt idx="88701">
                  <c:v>0</c:v>
                </c:pt>
                <c:pt idx="88702">
                  <c:v>0</c:v>
                </c:pt>
                <c:pt idx="88703">
                  <c:v>0</c:v>
                </c:pt>
                <c:pt idx="88704">
                  <c:v>0</c:v>
                </c:pt>
                <c:pt idx="88705">
                  <c:v>0</c:v>
                </c:pt>
                <c:pt idx="88706">
                  <c:v>0</c:v>
                </c:pt>
                <c:pt idx="88707">
                  <c:v>0</c:v>
                </c:pt>
                <c:pt idx="88708">
                  <c:v>0</c:v>
                </c:pt>
                <c:pt idx="88709">
                  <c:v>0</c:v>
                </c:pt>
                <c:pt idx="88710">
                  <c:v>0</c:v>
                </c:pt>
                <c:pt idx="88711">
                  <c:v>0</c:v>
                </c:pt>
                <c:pt idx="88712">
                  <c:v>0</c:v>
                </c:pt>
                <c:pt idx="88713">
                  <c:v>0</c:v>
                </c:pt>
                <c:pt idx="88714">
                  <c:v>0</c:v>
                </c:pt>
                <c:pt idx="88715">
                  <c:v>0</c:v>
                </c:pt>
                <c:pt idx="88716">
                  <c:v>0</c:v>
                </c:pt>
                <c:pt idx="88717">
                  <c:v>0</c:v>
                </c:pt>
                <c:pt idx="88718">
                  <c:v>0</c:v>
                </c:pt>
                <c:pt idx="88719">
                  <c:v>0</c:v>
                </c:pt>
                <c:pt idx="88720">
                  <c:v>0</c:v>
                </c:pt>
                <c:pt idx="88721">
                  <c:v>0</c:v>
                </c:pt>
                <c:pt idx="88722">
                  <c:v>0</c:v>
                </c:pt>
                <c:pt idx="88723">
                  <c:v>0</c:v>
                </c:pt>
                <c:pt idx="88724">
                  <c:v>0</c:v>
                </c:pt>
                <c:pt idx="88725">
                  <c:v>0</c:v>
                </c:pt>
                <c:pt idx="88726">
                  <c:v>0</c:v>
                </c:pt>
                <c:pt idx="88727">
                  <c:v>0</c:v>
                </c:pt>
                <c:pt idx="88728">
                  <c:v>0</c:v>
                </c:pt>
                <c:pt idx="88729">
                  <c:v>0</c:v>
                </c:pt>
                <c:pt idx="88730">
                  <c:v>0</c:v>
                </c:pt>
                <c:pt idx="88731">
                  <c:v>0</c:v>
                </c:pt>
                <c:pt idx="88732">
                  <c:v>0</c:v>
                </c:pt>
                <c:pt idx="88733">
                  <c:v>0</c:v>
                </c:pt>
                <c:pt idx="88734">
                  <c:v>0</c:v>
                </c:pt>
                <c:pt idx="88735">
                  <c:v>0</c:v>
                </c:pt>
                <c:pt idx="88736">
                  <c:v>0</c:v>
                </c:pt>
                <c:pt idx="88737">
                  <c:v>0</c:v>
                </c:pt>
                <c:pt idx="88738">
                  <c:v>0</c:v>
                </c:pt>
                <c:pt idx="88739">
                  <c:v>0</c:v>
                </c:pt>
                <c:pt idx="88740">
                  <c:v>0</c:v>
                </c:pt>
                <c:pt idx="88741">
                  <c:v>0</c:v>
                </c:pt>
                <c:pt idx="88742">
                  <c:v>0</c:v>
                </c:pt>
                <c:pt idx="88743">
                  <c:v>0</c:v>
                </c:pt>
                <c:pt idx="88744">
                  <c:v>0</c:v>
                </c:pt>
                <c:pt idx="88745">
                  <c:v>0</c:v>
                </c:pt>
                <c:pt idx="88746">
                  <c:v>0</c:v>
                </c:pt>
                <c:pt idx="88747">
                  <c:v>0</c:v>
                </c:pt>
                <c:pt idx="88748">
                  <c:v>0</c:v>
                </c:pt>
                <c:pt idx="88749">
                  <c:v>0</c:v>
                </c:pt>
                <c:pt idx="88750">
                  <c:v>0</c:v>
                </c:pt>
                <c:pt idx="88751">
                  <c:v>0</c:v>
                </c:pt>
                <c:pt idx="88752">
                  <c:v>0</c:v>
                </c:pt>
                <c:pt idx="88753">
                  <c:v>0</c:v>
                </c:pt>
                <c:pt idx="88754">
                  <c:v>0</c:v>
                </c:pt>
                <c:pt idx="88755">
                  <c:v>0</c:v>
                </c:pt>
                <c:pt idx="88756">
                  <c:v>0</c:v>
                </c:pt>
                <c:pt idx="88757">
                  <c:v>0</c:v>
                </c:pt>
                <c:pt idx="88758">
                  <c:v>0</c:v>
                </c:pt>
                <c:pt idx="88759">
                  <c:v>0</c:v>
                </c:pt>
                <c:pt idx="88760">
                  <c:v>0</c:v>
                </c:pt>
                <c:pt idx="88761">
                  <c:v>0</c:v>
                </c:pt>
                <c:pt idx="88762">
                  <c:v>0</c:v>
                </c:pt>
                <c:pt idx="88763">
                  <c:v>0</c:v>
                </c:pt>
                <c:pt idx="88764">
                  <c:v>0</c:v>
                </c:pt>
                <c:pt idx="88765">
                  <c:v>0</c:v>
                </c:pt>
                <c:pt idx="88766">
                  <c:v>0</c:v>
                </c:pt>
                <c:pt idx="88767">
                  <c:v>0</c:v>
                </c:pt>
                <c:pt idx="88768">
                  <c:v>0</c:v>
                </c:pt>
                <c:pt idx="88769">
                  <c:v>0</c:v>
                </c:pt>
                <c:pt idx="88770">
                  <c:v>0</c:v>
                </c:pt>
                <c:pt idx="88771">
                  <c:v>0</c:v>
                </c:pt>
                <c:pt idx="88772">
                  <c:v>0</c:v>
                </c:pt>
                <c:pt idx="88773">
                  <c:v>0</c:v>
                </c:pt>
                <c:pt idx="88774">
                  <c:v>0</c:v>
                </c:pt>
                <c:pt idx="88775">
                  <c:v>0</c:v>
                </c:pt>
                <c:pt idx="88776">
                  <c:v>0</c:v>
                </c:pt>
                <c:pt idx="88777">
                  <c:v>0</c:v>
                </c:pt>
                <c:pt idx="88778">
                  <c:v>0</c:v>
                </c:pt>
                <c:pt idx="88779">
                  <c:v>0</c:v>
                </c:pt>
                <c:pt idx="88780">
                  <c:v>0</c:v>
                </c:pt>
                <c:pt idx="88781">
                  <c:v>0</c:v>
                </c:pt>
                <c:pt idx="88782">
                  <c:v>0</c:v>
                </c:pt>
                <c:pt idx="88783">
                  <c:v>0</c:v>
                </c:pt>
                <c:pt idx="88784">
                  <c:v>0</c:v>
                </c:pt>
                <c:pt idx="88785">
                  <c:v>0</c:v>
                </c:pt>
                <c:pt idx="88786">
                  <c:v>0</c:v>
                </c:pt>
                <c:pt idx="88787">
                  <c:v>0</c:v>
                </c:pt>
                <c:pt idx="88788">
                  <c:v>0</c:v>
                </c:pt>
                <c:pt idx="88789">
                  <c:v>0</c:v>
                </c:pt>
                <c:pt idx="88790">
                  <c:v>0</c:v>
                </c:pt>
                <c:pt idx="88791">
                  <c:v>0</c:v>
                </c:pt>
                <c:pt idx="88792">
                  <c:v>0</c:v>
                </c:pt>
                <c:pt idx="88793">
                  <c:v>0</c:v>
                </c:pt>
                <c:pt idx="88794">
                  <c:v>0</c:v>
                </c:pt>
                <c:pt idx="88795">
                  <c:v>0</c:v>
                </c:pt>
                <c:pt idx="88796">
                  <c:v>0</c:v>
                </c:pt>
                <c:pt idx="88797">
                  <c:v>0</c:v>
                </c:pt>
                <c:pt idx="88798">
                  <c:v>0</c:v>
                </c:pt>
                <c:pt idx="88799">
                  <c:v>0</c:v>
                </c:pt>
                <c:pt idx="88800">
                  <c:v>0</c:v>
                </c:pt>
                <c:pt idx="88801">
                  <c:v>0</c:v>
                </c:pt>
                <c:pt idx="88802">
                  <c:v>0</c:v>
                </c:pt>
                <c:pt idx="88803">
                  <c:v>0</c:v>
                </c:pt>
                <c:pt idx="88804">
                  <c:v>0</c:v>
                </c:pt>
                <c:pt idx="88805">
                  <c:v>0</c:v>
                </c:pt>
                <c:pt idx="88806">
                  <c:v>0</c:v>
                </c:pt>
                <c:pt idx="88807">
                  <c:v>0</c:v>
                </c:pt>
                <c:pt idx="88808">
                  <c:v>0</c:v>
                </c:pt>
                <c:pt idx="88809">
                  <c:v>0</c:v>
                </c:pt>
                <c:pt idx="88810">
                  <c:v>0</c:v>
                </c:pt>
                <c:pt idx="88811">
                  <c:v>0</c:v>
                </c:pt>
                <c:pt idx="88812">
                  <c:v>0</c:v>
                </c:pt>
                <c:pt idx="88813">
                  <c:v>0</c:v>
                </c:pt>
                <c:pt idx="88814">
                  <c:v>0</c:v>
                </c:pt>
                <c:pt idx="88815">
                  <c:v>0</c:v>
                </c:pt>
                <c:pt idx="88816">
                  <c:v>0</c:v>
                </c:pt>
                <c:pt idx="88817">
                  <c:v>0</c:v>
                </c:pt>
                <c:pt idx="88818">
                  <c:v>0</c:v>
                </c:pt>
                <c:pt idx="88819">
                  <c:v>0</c:v>
                </c:pt>
                <c:pt idx="88820">
                  <c:v>0</c:v>
                </c:pt>
                <c:pt idx="88821">
                  <c:v>0</c:v>
                </c:pt>
                <c:pt idx="88822">
                  <c:v>0</c:v>
                </c:pt>
                <c:pt idx="88823">
                  <c:v>0</c:v>
                </c:pt>
                <c:pt idx="88824">
                  <c:v>0</c:v>
                </c:pt>
                <c:pt idx="88825">
                  <c:v>0</c:v>
                </c:pt>
                <c:pt idx="88826">
                  <c:v>0</c:v>
                </c:pt>
                <c:pt idx="88827">
                  <c:v>0</c:v>
                </c:pt>
                <c:pt idx="88828">
                  <c:v>0</c:v>
                </c:pt>
                <c:pt idx="88829">
                  <c:v>0</c:v>
                </c:pt>
                <c:pt idx="88830">
                  <c:v>0</c:v>
                </c:pt>
                <c:pt idx="88831">
                  <c:v>0</c:v>
                </c:pt>
                <c:pt idx="88832">
                  <c:v>0</c:v>
                </c:pt>
                <c:pt idx="88833">
                  <c:v>0</c:v>
                </c:pt>
                <c:pt idx="88834">
                  <c:v>0</c:v>
                </c:pt>
                <c:pt idx="88835">
                  <c:v>0</c:v>
                </c:pt>
                <c:pt idx="88836">
                  <c:v>0</c:v>
                </c:pt>
                <c:pt idx="88837">
                  <c:v>0</c:v>
                </c:pt>
                <c:pt idx="88838">
                  <c:v>0</c:v>
                </c:pt>
                <c:pt idx="88839">
                  <c:v>0</c:v>
                </c:pt>
                <c:pt idx="88840">
                  <c:v>0</c:v>
                </c:pt>
                <c:pt idx="88841">
                  <c:v>0</c:v>
                </c:pt>
                <c:pt idx="88842">
                  <c:v>0</c:v>
                </c:pt>
                <c:pt idx="88843">
                  <c:v>0</c:v>
                </c:pt>
                <c:pt idx="88844">
                  <c:v>0</c:v>
                </c:pt>
                <c:pt idx="88845">
                  <c:v>0</c:v>
                </c:pt>
                <c:pt idx="88846">
                  <c:v>0</c:v>
                </c:pt>
                <c:pt idx="88847">
                  <c:v>0</c:v>
                </c:pt>
                <c:pt idx="88848">
                  <c:v>0</c:v>
                </c:pt>
                <c:pt idx="88849">
                  <c:v>0</c:v>
                </c:pt>
                <c:pt idx="88850">
                  <c:v>0</c:v>
                </c:pt>
                <c:pt idx="88851">
                  <c:v>0</c:v>
                </c:pt>
                <c:pt idx="88852">
                  <c:v>0</c:v>
                </c:pt>
                <c:pt idx="88853">
                  <c:v>0</c:v>
                </c:pt>
                <c:pt idx="88854">
                  <c:v>0</c:v>
                </c:pt>
                <c:pt idx="88855">
                  <c:v>0</c:v>
                </c:pt>
                <c:pt idx="88856">
                  <c:v>0</c:v>
                </c:pt>
                <c:pt idx="88857">
                  <c:v>0</c:v>
                </c:pt>
                <c:pt idx="88858">
                  <c:v>0</c:v>
                </c:pt>
                <c:pt idx="88859">
                  <c:v>0</c:v>
                </c:pt>
                <c:pt idx="88860">
                  <c:v>0</c:v>
                </c:pt>
                <c:pt idx="88861">
                  <c:v>0</c:v>
                </c:pt>
                <c:pt idx="88862">
                  <c:v>0</c:v>
                </c:pt>
                <c:pt idx="88863">
                  <c:v>0</c:v>
                </c:pt>
                <c:pt idx="88864">
                  <c:v>0</c:v>
                </c:pt>
                <c:pt idx="88865">
                  <c:v>0</c:v>
                </c:pt>
                <c:pt idx="88866">
                  <c:v>0</c:v>
                </c:pt>
                <c:pt idx="88867">
                  <c:v>0</c:v>
                </c:pt>
                <c:pt idx="88868">
                  <c:v>0</c:v>
                </c:pt>
                <c:pt idx="88869">
                  <c:v>0</c:v>
                </c:pt>
                <c:pt idx="88870">
                  <c:v>0</c:v>
                </c:pt>
                <c:pt idx="88871">
                  <c:v>0</c:v>
                </c:pt>
                <c:pt idx="88872">
                  <c:v>0</c:v>
                </c:pt>
                <c:pt idx="88873">
                  <c:v>0</c:v>
                </c:pt>
                <c:pt idx="88874">
                  <c:v>0</c:v>
                </c:pt>
                <c:pt idx="88875">
                  <c:v>0</c:v>
                </c:pt>
                <c:pt idx="88876">
                  <c:v>0</c:v>
                </c:pt>
                <c:pt idx="88877">
                  <c:v>0</c:v>
                </c:pt>
                <c:pt idx="88878">
                  <c:v>0</c:v>
                </c:pt>
                <c:pt idx="88879">
                  <c:v>0</c:v>
                </c:pt>
                <c:pt idx="88880">
                  <c:v>0</c:v>
                </c:pt>
                <c:pt idx="88881">
                  <c:v>0</c:v>
                </c:pt>
                <c:pt idx="88882">
                  <c:v>0</c:v>
                </c:pt>
                <c:pt idx="88883">
                  <c:v>0</c:v>
                </c:pt>
                <c:pt idx="88884">
                  <c:v>0</c:v>
                </c:pt>
                <c:pt idx="88885">
                  <c:v>0</c:v>
                </c:pt>
                <c:pt idx="88886">
                  <c:v>0</c:v>
                </c:pt>
                <c:pt idx="88887">
                  <c:v>0</c:v>
                </c:pt>
                <c:pt idx="88888">
                  <c:v>0</c:v>
                </c:pt>
                <c:pt idx="88889">
                  <c:v>0</c:v>
                </c:pt>
                <c:pt idx="88890">
                  <c:v>0</c:v>
                </c:pt>
                <c:pt idx="88891">
                  <c:v>0</c:v>
                </c:pt>
                <c:pt idx="88892">
                  <c:v>0</c:v>
                </c:pt>
                <c:pt idx="88893">
                  <c:v>0</c:v>
                </c:pt>
                <c:pt idx="88894">
                  <c:v>0</c:v>
                </c:pt>
                <c:pt idx="88895">
                  <c:v>0</c:v>
                </c:pt>
                <c:pt idx="88896">
                  <c:v>0</c:v>
                </c:pt>
                <c:pt idx="88897">
                  <c:v>0</c:v>
                </c:pt>
                <c:pt idx="88898">
                  <c:v>0</c:v>
                </c:pt>
                <c:pt idx="88899">
                  <c:v>0</c:v>
                </c:pt>
                <c:pt idx="88900">
                  <c:v>0</c:v>
                </c:pt>
                <c:pt idx="88901">
                  <c:v>0</c:v>
                </c:pt>
                <c:pt idx="88902">
                  <c:v>0</c:v>
                </c:pt>
                <c:pt idx="88903">
                  <c:v>0</c:v>
                </c:pt>
                <c:pt idx="88904">
                  <c:v>0</c:v>
                </c:pt>
                <c:pt idx="88905">
                  <c:v>0</c:v>
                </c:pt>
                <c:pt idx="88906">
                  <c:v>0</c:v>
                </c:pt>
                <c:pt idx="88907">
                  <c:v>0</c:v>
                </c:pt>
                <c:pt idx="88908">
                  <c:v>0</c:v>
                </c:pt>
                <c:pt idx="88909">
                  <c:v>0</c:v>
                </c:pt>
                <c:pt idx="88910">
                  <c:v>0</c:v>
                </c:pt>
                <c:pt idx="88911">
                  <c:v>0</c:v>
                </c:pt>
                <c:pt idx="88912">
                  <c:v>0</c:v>
                </c:pt>
                <c:pt idx="88913">
                  <c:v>0</c:v>
                </c:pt>
                <c:pt idx="88914">
                  <c:v>0</c:v>
                </c:pt>
                <c:pt idx="88915">
                  <c:v>0</c:v>
                </c:pt>
                <c:pt idx="88916">
                  <c:v>0</c:v>
                </c:pt>
                <c:pt idx="88917">
                  <c:v>0</c:v>
                </c:pt>
                <c:pt idx="88918">
                  <c:v>0</c:v>
                </c:pt>
                <c:pt idx="88919">
                  <c:v>0</c:v>
                </c:pt>
                <c:pt idx="88920">
                  <c:v>0</c:v>
                </c:pt>
                <c:pt idx="88921">
                  <c:v>0</c:v>
                </c:pt>
                <c:pt idx="88922">
                  <c:v>0</c:v>
                </c:pt>
                <c:pt idx="88923">
                  <c:v>0</c:v>
                </c:pt>
                <c:pt idx="88924">
                  <c:v>0</c:v>
                </c:pt>
                <c:pt idx="88925">
                  <c:v>0</c:v>
                </c:pt>
                <c:pt idx="88926">
                  <c:v>0</c:v>
                </c:pt>
                <c:pt idx="88927">
                  <c:v>0</c:v>
                </c:pt>
                <c:pt idx="88928">
                  <c:v>0</c:v>
                </c:pt>
                <c:pt idx="88929">
                  <c:v>0</c:v>
                </c:pt>
                <c:pt idx="88930">
                  <c:v>0</c:v>
                </c:pt>
                <c:pt idx="88931">
                  <c:v>0</c:v>
                </c:pt>
                <c:pt idx="88932">
                  <c:v>0</c:v>
                </c:pt>
                <c:pt idx="88933">
                  <c:v>0</c:v>
                </c:pt>
                <c:pt idx="88934">
                  <c:v>0</c:v>
                </c:pt>
                <c:pt idx="88935">
                  <c:v>0</c:v>
                </c:pt>
                <c:pt idx="88936">
                  <c:v>0</c:v>
                </c:pt>
                <c:pt idx="88937">
                  <c:v>0</c:v>
                </c:pt>
                <c:pt idx="88938">
                  <c:v>0</c:v>
                </c:pt>
                <c:pt idx="88939">
                  <c:v>0</c:v>
                </c:pt>
                <c:pt idx="88940">
                  <c:v>0</c:v>
                </c:pt>
                <c:pt idx="88941">
                  <c:v>0</c:v>
                </c:pt>
                <c:pt idx="88942">
                  <c:v>0</c:v>
                </c:pt>
                <c:pt idx="88943">
                  <c:v>0</c:v>
                </c:pt>
                <c:pt idx="88944">
                  <c:v>0</c:v>
                </c:pt>
                <c:pt idx="88945">
                  <c:v>0</c:v>
                </c:pt>
                <c:pt idx="88946">
                  <c:v>0</c:v>
                </c:pt>
                <c:pt idx="88947">
                  <c:v>0</c:v>
                </c:pt>
                <c:pt idx="88948">
                  <c:v>0</c:v>
                </c:pt>
                <c:pt idx="88949">
                  <c:v>0</c:v>
                </c:pt>
                <c:pt idx="88950">
                  <c:v>0</c:v>
                </c:pt>
                <c:pt idx="88951">
                  <c:v>0</c:v>
                </c:pt>
                <c:pt idx="88952">
                  <c:v>0</c:v>
                </c:pt>
                <c:pt idx="88953">
                  <c:v>0</c:v>
                </c:pt>
                <c:pt idx="88954">
                  <c:v>0</c:v>
                </c:pt>
                <c:pt idx="88955">
                  <c:v>0</c:v>
                </c:pt>
                <c:pt idx="88956">
                  <c:v>0</c:v>
                </c:pt>
                <c:pt idx="88957">
                  <c:v>0</c:v>
                </c:pt>
                <c:pt idx="88958">
                  <c:v>0</c:v>
                </c:pt>
                <c:pt idx="88959">
                  <c:v>0</c:v>
                </c:pt>
                <c:pt idx="88960">
                  <c:v>0</c:v>
                </c:pt>
                <c:pt idx="88961">
                  <c:v>0</c:v>
                </c:pt>
                <c:pt idx="88962">
                  <c:v>0</c:v>
                </c:pt>
                <c:pt idx="88963">
                  <c:v>0</c:v>
                </c:pt>
                <c:pt idx="88964">
                  <c:v>0</c:v>
                </c:pt>
                <c:pt idx="88965">
                  <c:v>0</c:v>
                </c:pt>
                <c:pt idx="88966">
                  <c:v>0</c:v>
                </c:pt>
                <c:pt idx="88967">
                  <c:v>0</c:v>
                </c:pt>
                <c:pt idx="88968">
                  <c:v>0</c:v>
                </c:pt>
                <c:pt idx="88969">
                  <c:v>0</c:v>
                </c:pt>
                <c:pt idx="88970">
                  <c:v>0</c:v>
                </c:pt>
                <c:pt idx="88971">
                  <c:v>0</c:v>
                </c:pt>
                <c:pt idx="88972">
                  <c:v>0</c:v>
                </c:pt>
                <c:pt idx="88973">
                  <c:v>0</c:v>
                </c:pt>
                <c:pt idx="88974">
                  <c:v>0</c:v>
                </c:pt>
                <c:pt idx="88975">
                  <c:v>0</c:v>
                </c:pt>
                <c:pt idx="88976">
                  <c:v>0</c:v>
                </c:pt>
                <c:pt idx="88977">
                  <c:v>0</c:v>
                </c:pt>
                <c:pt idx="88978">
                  <c:v>0</c:v>
                </c:pt>
                <c:pt idx="88979">
                  <c:v>0</c:v>
                </c:pt>
                <c:pt idx="88980">
                  <c:v>0</c:v>
                </c:pt>
                <c:pt idx="88981">
                  <c:v>0</c:v>
                </c:pt>
                <c:pt idx="88982">
                  <c:v>0</c:v>
                </c:pt>
                <c:pt idx="88983">
                  <c:v>0</c:v>
                </c:pt>
                <c:pt idx="88984">
                  <c:v>0</c:v>
                </c:pt>
                <c:pt idx="88985">
                  <c:v>0</c:v>
                </c:pt>
                <c:pt idx="88986">
                  <c:v>0</c:v>
                </c:pt>
                <c:pt idx="88987">
                  <c:v>0</c:v>
                </c:pt>
                <c:pt idx="88988">
                  <c:v>0</c:v>
                </c:pt>
                <c:pt idx="88989">
                  <c:v>0</c:v>
                </c:pt>
                <c:pt idx="88990">
                  <c:v>0</c:v>
                </c:pt>
                <c:pt idx="88991">
                  <c:v>0</c:v>
                </c:pt>
                <c:pt idx="88992">
                  <c:v>0</c:v>
                </c:pt>
                <c:pt idx="88993">
                  <c:v>0</c:v>
                </c:pt>
                <c:pt idx="88994">
                  <c:v>0</c:v>
                </c:pt>
                <c:pt idx="88995">
                  <c:v>0</c:v>
                </c:pt>
                <c:pt idx="88996">
                  <c:v>0</c:v>
                </c:pt>
                <c:pt idx="88997">
                  <c:v>0</c:v>
                </c:pt>
                <c:pt idx="88998">
                  <c:v>0</c:v>
                </c:pt>
                <c:pt idx="88999">
                  <c:v>0</c:v>
                </c:pt>
                <c:pt idx="89000">
                  <c:v>0</c:v>
                </c:pt>
                <c:pt idx="89001">
                  <c:v>0</c:v>
                </c:pt>
                <c:pt idx="89002">
                  <c:v>0</c:v>
                </c:pt>
                <c:pt idx="89003">
                  <c:v>0</c:v>
                </c:pt>
                <c:pt idx="89004">
                  <c:v>0</c:v>
                </c:pt>
                <c:pt idx="89005">
                  <c:v>0</c:v>
                </c:pt>
                <c:pt idx="89006">
                  <c:v>0</c:v>
                </c:pt>
                <c:pt idx="89007">
                  <c:v>0</c:v>
                </c:pt>
                <c:pt idx="89008">
                  <c:v>0</c:v>
                </c:pt>
                <c:pt idx="89009">
                  <c:v>0</c:v>
                </c:pt>
                <c:pt idx="89010">
                  <c:v>0</c:v>
                </c:pt>
                <c:pt idx="89011">
                  <c:v>0</c:v>
                </c:pt>
                <c:pt idx="89012">
                  <c:v>0</c:v>
                </c:pt>
                <c:pt idx="89013">
                  <c:v>0</c:v>
                </c:pt>
                <c:pt idx="89014">
                  <c:v>0</c:v>
                </c:pt>
                <c:pt idx="89015">
                  <c:v>0</c:v>
                </c:pt>
                <c:pt idx="89016">
                  <c:v>0</c:v>
                </c:pt>
                <c:pt idx="89017">
                  <c:v>0</c:v>
                </c:pt>
                <c:pt idx="89018">
                  <c:v>0</c:v>
                </c:pt>
                <c:pt idx="89019">
                  <c:v>0</c:v>
                </c:pt>
                <c:pt idx="89020">
                  <c:v>0</c:v>
                </c:pt>
                <c:pt idx="89021">
                  <c:v>0</c:v>
                </c:pt>
                <c:pt idx="89022">
                  <c:v>0</c:v>
                </c:pt>
                <c:pt idx="89023">
                  <c:v>0</c:v>
                </c:pt>
                <c:pt idx="89024">
                  <c:v>0</c:v>
                </c:pt>
                <c:pt idx="89025">
                  <c:v>0</c:v>
                </c:pt>
                <c:pt idx="89026">
                  <c:v>0</c:v>
                </c:pt>
                <c:pt idx="89027">
                  <c:v>0</c:v>
                </c:pt>
                <c:pt idx="89028">
                  <c:v>0</c:v>
                </c:pt>
                <c:pt idx="89029">
                  <c:v>0</c:v>
                </c:pt>
                <c:pt idx="89030">
                  <c:v>0</c:v>
                </c:pt>
                <c:pt idx="89031">
                  <c:v>0</c:v>
                </c:pt>
                <c:pt idx="89032">
                  <c:v>0</c:v>
                </c:pt>
                <c:pt idx="89033">
                  <c:v>0</c:v>
                </c:pt>
                <c:pt idx="89034">
                  <c:v>0</c:v>
                </c:pt>
                <c:pt idx="89035">
                  <c:v>0</c:v>
                </c:pt>
                <c:pt idx="89036">
                  <c:v>0</c:v>
                </c:pt>
                <c:pt idx="89037">
                  <c:v>0</c:v>
                </c:pt>
                <c:pt idx="89038">
                  <c:v>0</c:v>
                </c:pt>
                <c:pt idx="89039">
                  <c:v>0</c:v>
                </c:pt>
                <c:pt idx="89040">
                  <c:v>0</c:v>
                </c:pt>
                <c:pt idx="89041">
                  <c:v>0</c:v>
                </c:pt>
                <c:pt idx="89042">
                  <c:v>0</c:v>
                </c:pt>
                <c:pt idx="89043">
                  <c:v>0</c:v>
                </c:pt>
                <c:pt idx="89044">
                  <c:v>0</c:v>
                </c:pt>
                <c:pt idx="89045">
                  <c:v>0</c:v>
                </c:pt>
                <c:pt idx="89046">
                  <c:v>0</c:v>
                </c:pt>
                <c:pt idx="89047">
                  <c:v>0</c:v>
                </c:pt>
                <c:pt idx="89048">
                  <c:v>0</c:v>
                </c:pt>
                <c:pt idx="89049">
                  <c:v>0</c:v>
                </c:pt>
                <c:pt idx="89050">
                  <c:v>0</c:v>
                </c:pt>
                <c:pt idx="89051">
                  <c:v>0</c:v>
                </c:pt>
                <c:pt idx="89052">
                  <c:v>0</c:v>
                </c:pt>
                <c:pt idx="89053">
                  <c:v>0</c:v>
                </c:pt>
                <c:pt idx="89054">
                  <c:v>0</c:v>
                </c:pt>
                <c:pt idx="89055">
                  <c:v>0</c:v>
                </c:pt>
                <c:pt idx="89056">
                  <c:v>0</c:v>
                </c:pt>
                <c:pt idx="89057">
                  <c:v>0</c:v>
                </c:pt>
                <c:pt idx="89058">
                  <c:v>0</c:v>
                </c:pt>
                <c:pt idx="89059">
                  <c:v>0</c:v>
                </c:pt>
                <c:pt idx="89060">
                  <c:v>0</c:v>
                </c:pt>
                <c:pt idx="89061">
                  <c:v>0</c:v>
                </c:pt>
                <c:pt idx="89062">
                  <c:v>0</c:v>
                </c:pt>
                <c:pt idx="89063">
                  <c:v>0</c:v>
                </c:pt>
                <c:pt idx="89064">
                  <c:v>0</c:v>
                </c:pt>
                <c:pt idx="89065">
                  <c:v>0</c:v>
                </c:pt>
                <c:pt idx="89066">
                  <c:v>0</c:v>
                </c:pt>
                <c:pt idx="89067">
                  <c:v>0</c:v>
                </c:pt>
                <c:pt idx="89068">
                  <c:v>0</c:v>
                </c:pt>
                <c:pt idx="89069">
                  <c:v>0</c:v>
                </c:pt>
                <c:pt idx="89070">
                  <c:v>0</c:v>
                </c:pt>
                <c:pt idx="89071">
                  <c:v>0</c:v>
                </c:pt>
                <c:pt idx="89072">
                  <c:v>0</c:v>
                </c:pt>
                <c:pt idx="89073">
                  <c:v>0</c:v>
                </c:pt>
                <c:pt idx="89074">
                  <c:v>0</c:v>
                </c:pt>
                <c:pt idx="89075">
                  <c:v>0</c:v>
                </c:pt>
                <c:pt idx="89076">
                  <c:v>0</c:v>
                </c:pt>
                <c:pt idx="89077">
                  <c:v>0</c:v>
                </c:pt>
                <c:pt idx="89078">
                  <c:v>0</c:v>
                </c:pt>
                <c:pt idx="89079">
                  <c:v>0</c:v>
                </c:pt>
                <c:pt idx="89080">
                  <c:v>0</c:v>
                </c:pt>
                <c:pt idx="89081">
                  <c:v>0</c:v>
                </c:pt>
                <c:pt idx="89082">
                  <c:v>0</c:v>
                </c:pt>
                <c:pt idx="89083">
                  <c:v>0</c:v>
                </c:pt>
                <c:pt idx="89084">
                  <c:v>0</c:v>
                </c:pt>
                <c:pt idx="89085">
                  <c:v>0</c:v>
                </c:pt>
                <c:pt idx="89086">
                  <c:v>0</c:v>
                </c:pt>
                <c:pt idx="89087">
                  <c:v>0</c:v>
                </c:pt>
                <c:pt idx="89088">
                  <c:v>0</c:v>
                </c:pt>
                <c:pt idx="89089">
                  <c:v>0</c:v>
                </c:pt>
                <c:pt idx="89090">
                  <c:v>0</c:v>
                </c:pt>
                <c:pt idx="89091">
                  <c:v>0</c:v>
                </c:pt>
                <c:pt idx="89092">
                  <c:v>0</c:v>
                </c:pt>
                <c:pt idx="89093">
                  <c:v>0</c:v>
                </c:pt>
                <c:pt idx="89094">
                  <c:v>0</c:v>
                </c:pt>
                <c:pt idx="89095">
                  <c:v>0</c:v>
                </c:pt>
                <c:pt idx="89096">
                  <c:v>0</c:v>
                </c:pt>
                <c:pt idx="89097">
                  <c:v>0</c:v>
                </c:pt>
                <c:pt idx="89098">
                  <c:v>0</c:v>
                </c:pt>
                <c:pt idx="89099">
                  <c:v>0</c:v>
                </c:pt>
                <c:pt idx="89100">
                  <c:v>0</c:v>
                </c:pt>
                <c:pt idx="89101">
                  <c:v>0</c:v>
                </c:pt>
                <c:pt idx="89102">
                  <c:v>0</c:v>
                </c:pt>
                <c:pt idx="89103">
                  <c:v>0</c:v>
                </c:pt>
                <c:pt idx="89104">
                  <c:v>0</c:v>
                </c:pt>
                <c:pt idx="89105">
                  <c:v>0</c:v>
                </c:pt>
                <c:pt idx="89106">
                  <c:v>0</c:v>
                </c:pt>
                <c:pt idx="89107">
                  <c:v>0</c:v>
                </c:pt>
                <c:pt idx="89108">
                  <c:v>0</c:v>
                </c:pt>
                <c:pt idx="89109">
                  <c:v>0</c:v>
                </c:pt>
                <c:pt idx="89110">
                  <c:v>0</c:v>
                </c:pt>
                <c:pt idx="89111">
                  <c:v>0</c:v>
                </c:pt>
                <c:pt idx="89112">
                  <c:v>0</c:v>
                </c:pt>
                <c:pt idx="89113">
                  <c:v>0</c:v>
                </c:pt>
                <c:pt idx="89114">
                  <c:v>0</c:v>
                </c:pt>
                <c:pt idx="89115">
                  <c:v>0</c:v>
                </c:pt>
                <c:pt idx="89116">
                  <c:v>0</c:v>
                </c:pt>
                <c:pt idx="89117">
                  <c:v>0</c:v>
                </c:pt>
                <c:pt idx="89118">
                  <c:v>0</c:v>
                </c:pt>
                <c:pt idx="89119">
                  <c:v>0</c:v>
                </c:pt>
                <c:pt idx="89120">
                  <c:v>0</c:v>
                </c:pt>
                <c:pt idx="89121">
                  <c:v>0</c:v>
                </c:pt>
                <c:pt idx="89122">
                  <c:v>0</c:v>
                </c:pt>
                <c:pt idx="89123">
                  <c:v>0</c:v>
                </c:pt>
                <c:pt idx="89124">
                  <c:v>0</c:v>
                </c:pt>
                <c:pt idx="89125">
                  <c:v>0</c:v>
                </c:pt>
                <c:pt idx="89126">
                  <c:v>0</c:v>
                </c:pt>
                <c:pt idx="89127">
                  <c:v>0</c:v>
                </c:pt>
                <c:pt idx="89128">
                  <c:v>0</c:v>
                </c:pt>
                <c:pt idx="89129">
                  <c:v>0</c:v>
                </c:pt>
                <c:pt idx="89130">
                  <c:v>0</c:v>
                </c:pt>
                <c:pt idx="89131">
                  <c:v>0</c:v>
                </c:pt>
                <c:pt idx="89132">
                  <c:v>0</c:v>
                </c:pt>
                <c:pt idx="89133">
                  <c:v>0</c:v>
                </c:pt>
                <c:pt idx="89134">
                  <c:v>0</c:v>
                </c:pt>
                <c:pt idx="89135">
                  <c:v>0</c:v>
                </c:pt>
                <c:pt idx="89136">
                  <c:v>0</c:v>
                </c:pt>
                <c:pt idx="89137">
                  <c:v>0</c:v>
                </c:pt>
                <c:pt idx="89138">
                  <c:v>0</c:v>
                </c:pt>
                <c:pt idx="89139">
                  <c:v>0</c:v>
                </c:pt>
                <c:pt idx="89140">
                  <c:v>0</c:v>
                </c:pt>
                <c:pt idx="89141">
                  <c:v>0</c:v>
                </c:pt>
                <c:pt idx="89142">
                  <c:v>0</c:v>
                </c:pt>
                <c:pt idx="89143">
                  <c:v>0</c:v>
                </c:pt>
                <c:pt idx="89144">
                  <c:v>0</c:v>
                </c:pt>
                <c:pt idx="89145">
                  <c:v>0</c:v>
                </c:pt>
                <c:pt idx="89146">
                  <c:v>0</c:v>
                </c:pt>
                <c:pt idx="89147">
                  <c:v>0</c:v>
                </c:pt>
                <c:pt idx="89148">
                  <c:v>0</c:v>
                </c:pt>
                <c:pt idx="89149">
                  <c:v>0</c:v>
                </c:pt>
                <c:pt idx="89150">
                  <c:v>0</c:v>
                </c:pt>
                <c:pt idx="89151">
                  <c:v>0</c:v>
                </c:pt>
                <c:pt idx="89152">
                  <c:v>0</c:v>
                </c:pt>
                <c:pt idx="89153">
                  <c:v>0</c:v>
                </c:pt>
                <c:pt idx="89154">
                  <c:v>0</c:v>
                </c:pt>
                <c:pt idx="89155">
                  <c:v>0</c:v>
                </c:pt>
                <c:pt idx="89156">
                  <c:v>0</c:v>
                </c:pt>
                <c:pt idx="89157">
                  <c:v>0</c:v>
                </c:pt>
                <c:pt idx="89158">
                  <c:v>0</c:v>
                </c:pt>
                <c:pt idx="89159">
                  <c:v>0</c:v>
                </c:pt>
                <c:pt idx="89160">
                  <c:v>0</c:v>
                </c:pt>
                <c:pt idx="89161">
                  <c:v>0</c:v>
                </c:pt>
                <c:pt idx="89162">
                  <c:v>0</c:v>
                </c:pt>
                <c:pt idx="89163">
                  <c:v>0</c:v>
                </c:pt>
                <c:pt idx="89164">
                  <c:v>0</c:v>
                </c:pt>
                <c:pt idx="89165">
                  <c:v>0</c:v>
                </c:pt>
                <c:pt idx="89166">
                  <c:v>0</c:v>
                </c:pt>
                <c:pt idx="89167">
                  <c:v>0</c:v>
                </c:pt>
                <c:pt idx="89168">
                  <c:v>0</c:v>
                </c:pt>
                <c:pt idx="89169">
                  <c:v>0</c:v>
                </c:pt>
                <c:pt idx="89170">
                  <c:v>0</c:v>
                </c:pt>
                <c:pt idx="89171">
                  <c:v>0</c:v>
                </c:pt>
                <c:pt idx="89172">
                  <c:v>0</c:v>
                </c:pt>
                <c:pt idx="89173">
                  <c:v>0</c:v>
                </c:pt>
                <c:pt idx="89174">
                  <c:v>0</c:v>
                </c:pt>
                <c:pt idx="89175">
                  <c:v>0</c:v>
                </c:pt>
                <c:pt idx="89176">
                  <c:v>0</c:v>
                </c:pt>
                <c:pt idx="89177">
                  <c:v>0</c:v>
                </c:pt>
                <c:pt idx="89178">
                  <c:v>0</c:v>
                </c:pt>
                <c:pt idx="89179">
                  <c:v>0</c:v>
                </c:pt>
                <c:pt idx="89180">
                  <c:v>0</c:v>
                </c:pt>
                <c:pt idx="89181">
                  <c:v>0</c:v>
                </c:pt>
                <c:pt idx="89182">
                  <c:v>0</c:v>
                </c:pt>
                <c:pt idx="89183">
                  <c:v>0</c:v>
                </c:pt>
                <c:pt idx="89184">
                  <c:v>0</c:v>
                </c:pt>
                <c:pt idx="89185">
                  <c:v>0</c:v>
                </c:pt>
                <c:pt idx="89186">
                  <c:v>0</c:v>
                </c:pt>
                <c:pt idx="89187">
                  <c:v>0</c:v>
                </c:pt>
                <c:pt idx="89188">
                  <c:v>0</c:v>
                </c:pt>
                <c:pt idx="89189">
                  <c:v>0</c:v>
                </c:pt>
                <c:pt idx="89190">
                  <c:v>0</c:v>
                </c:pt>
                <c:pt idx="89191">
                  <c:v>0</c:v>
                </c:pt>
                <c:pt idx="89192">
                  <c:v>0</c:v>
                </c:pt>
                <c:pt idx="89193">
                  <c:v>0</c:v>
                </c:pt>
                <c:pt idx="89194">
                  <c:v>0</c:v>
                </c:pt>
                <c:pt idx="89195">
                  <c:v>0</c:v>
                </c:pt>
                <c:pt idx="89196">
                  <c:v>0</c:v>
                </c:pt>
                <c:pt idx="89197">
                  <c:v>0</c:v>
                </c:pt>
                <c:pt idx="89198">
                  <c:v>0</c:v>
                </c:pt>
                <c:pt idx="89199">
                  <c:v>0</c:v>
                </c:pt>
                <c:pt idx="89200">
                  <c:v>0</c:v>
                </c:pt>
                <c:pt idx="89201">
                  <c:v>0</c:v>
                </c:pt>
                <c:pt idx="89202">
                  <c:v>0</c:v>
                </c:pt>
                <c:pt idx="89203">
                  <c:v>0</c:v>
                </c:pt>
                <c:pt idx="89204">
                  <c:v>0</c:v>
                </c:pt>
                <c:pt idx="89205">
                  <c:v>0</c:v>
                </c:pt>
                <c:pt idx="89206">
                  <c:v>0</c:v>
                </c:pt>
                <c:pt idx="89207">
                  <c:v>0</c:v>
                </c:pt>
                <c:pt idx="89208">
                  <c:v>0</c:v>
                </c:pt>
                <c:pt idx="89209">
                  <c:v>0</c:v>
                </c:pt>
                <c:pt idx="89210">
                  <c:v>0</c:v>
                </c:pt>
                <c:pt idx="89211">
                  <c:v>0</c:v>
                </c:pt>
                <c:pt idx="89212">
                  <c:v>0</c:v>
                </c:pt>
                <c:pt idx="89213">
                  <c:v>0</c:v>
                </c:pt>
                <c:pt idx="89214">
                  <c:v>0</c:v>
                </c:pt>
                <c:pt idx="89215">
                  <c:v>0</c:v>
                </c:pt>
                <c:pt idx="89216">
                  <c:v>0</c:v>
                </c:pt>
                <c:pt idx="89217">
                  <c:v>0</c:v>
                </c:pt>
                <c:pt idx="89218">
                  <c:v>0</c:v>
                </c:pt>
                <c:pt idx="89219">
                  <c:v>0</c:v>
                </c:pt>
                <c:pt idx="89220">
                  <c:v>0</c:v>
                </c:pt>
                <c:pt idx="89221">
                  <c:v>0</c:v>
                </c:pt>
                <c:pt idx="89222">
                  <c:v>0</c:v>
                </c:pt>
                <c:pt idx="89223">
                  <c:v>0</c:v>
                </c:pt>
                <c:pt idx="89224">
                  <c:v>0</c:v>
                </c:pt>
                <c:pt idx="89225">
                  <c:v>0</c:v>
                </c:pt>
                <c:pt idx="89226">
                  <c:v>0</c:v>
                </c:pt>
                <c:pt idx="89227">
                  <c:v>0</c:v>
                </c:pt>
                <c:pt idx="89228">
                  <c:v>0</c:v>
                </c:pt>
                <c:pt idx="89229">
                  <c:v>0</c:v>
                </c:pt>
                <c:pt idx="89230">
                  <c:v>0</c:v>
                </c:pt>
                <c:pt idx="89231">
                  <c:v>0</c:v>
                </c:pt>
                <c:pt idx="89232">
                  <c:v>0</c:v>
                </c:pt>
                <c:pt idx="89233">
                  <c:v>0</c:v>
                </c:pt>
                <c:pt idx="89234">
                  <c:v>0</c:v>
                </c:pt>
                <c:pt idx="89235">
                  <c:v>0</c:v>
                </c:pt>
                <c:pt idx="89236">
                  <c:v>0</c:v>
                </c:pt>
                <c:pt idx="89237">
                  <c:v>0</c:v>
                </c:pt>
                <c:pt idx="89238">
                  <c:v>0</c:v>
                </c:pt>
                <c:pt idx="89239">
                  <c:v>0</c:v>
                </c:pt>
                <c:pt idx="89240">
                  <c:v>0</c:v>
                </c:pt>
                <c:pt idx="89241">
                  <c:v>0</c:v>
                </c:pt>
                <c:pt idx="89242">
                  <c:v>0</c:v>
                </c:pt>
                <c:pt idx="89243">
                  <c:v>0</c:v>
                </c:pt>
                <c:pt idx="89244">
                  <c:v>0</c:v>
                </c:pt>
                <c:pt idx="89245">
                  <c:v>0</c:v>
                </c:pt>
                <c:pt idx="89246">
                  <c:v>0</c:v>
                </c:pt>
                <c:pt idx="89247">
                  <c:v>0</c:v>
                </c:pt>
                <c:pt idx="89248">
                  <c:v>0</c:v>
                </c:pt>
                <c:pt idx="89249">
                  <c:v>0</c:v>
                </c:pt>
                <c:pt idx="89250">
                  <c:v>0</c:v>
                </c:pt>
                <c:pt idx="89251">
                  <c:v>0</c:v>
                </c:pt>
                <c:pt idx="89252">
                  <c:v>0</c:v>
                </c:pt>
                <c:pt idx="89253">
                  <c:v>0</c:v>
                </c:pt>
                <c:pt idx="89254">
                  <c:v>0</c:v>
                </c:pt>
                <c:pt idx="89255">
                  <c:v>0</c:v>
                </c:pt>
                <c:pt idx="89256">
                  <c:v>0</c:v>
                </c:pt>
                <c:pt idx="89257">
                  <c:v>0</c:v>
                </c:pt>
                <c:pt idx="89258">
                  <c:v>0</c:v>
                </c:pt>
                <c:pt idx="89259">
                  <c:v>0</c:v>
                </c:pt>
                <c:pt idx="89260">
                  <c:v>0</c:v>
                </c:pt>
                <c:pt idx="89261">
                  <c:v>0</c:v>
                </c:pt>
                <c:pt idx="89262">
                  <c:v>0</c:v>
                </c:pt>
                <c:pt idx="89263">
                  <c:v>0</c:v>
                </c:pt>
                <c:pt idx="89264">
                  <c:v>0</c:v>
                </c:pt>
                <c:pt idx="89265">
                  <c:v>0</c:v>
                </c:pt>
                <c:pt idx="89266">
                  <c:v>0</c:v>
                </c:pt>
                <c:pt idx="89267">
                  <c:v>0</c:v>
                </c:pt>
                <c:pt idx="89268">
                  <c:v>0</c:v>
                </c:pt>
                <c:pt idx="89269">
                  <c:v>0</c:v>
                </c:pt>
                <c:pt idx="89270">
                  <c:v>0</c:v>
                </c:pt>
                <c:pt idx="89271">
                  <c:v>0</c:v>
                </c:pt>
                <c:pt idx="89272">
                  <c:v>0</c:v>
                </c:pt>
                <c:pt idx="89273">
                  <c:v>0</c:v>
                </c:pt>
                <c:pt idx="89274">
                  <c:v>0</c:v>
                </c:pt>
                <c:pt idx="89275">
                  <c:v>0</c:v>
                </c:pt>
                <c:pt idx="89276">
                  <c:v>0</c:v>
                </c:pt>
                <c:pt idx="89277">
                  <c:v>0</c:v>
                </c:pt>
                <c:pt idx="89278">
                  <c:v>0</c:v>
                </c:pt>
                <c:pt idx="89279">
                  <c:v>0</c:v>
                </c:pt>
                <c:pt idx="89280">
                  <c:v>0</c:v>
                </c:pt>
                <c:pt idx="89281">
                  <c:v>0</c:v>
                </c:pt>
                <c:pt idx="89282">
                  <c:v>0</c:v>
                </c:pt>
                <c:pt idx="89283">
                  <c:v>0</c:v>
                </c:pt>
                <c:pt idx="89284">
                  <c:v>0</c:v>
                </c:pt>
                <c:pt idx="89285">
                  <c:v>0</c:v>
                </c:pt>
                <c:pt idx="89286">
                  <c:v>0</c:v>
                </c:pt>
                <c:pt idx="89287">
                  <c:v>0</c:v>
                </c:pt>
                <c:pt idx="89288">
                  <c:v>0</c:v>
                </c:pt>
                <c:pt idx="89289">
                  <c:v>0</c:v>
                </c:pt>
                <c:pt idx="89290">
                  <c:v>0</c:v>
                </c:pt>
                <c:pt idx="89291">
                  <c:v>0</c:v>
                </c:pt>
                <c:pt idx="89292">
                  <c:v>0</c:v>
                </c:pt>
                <c:pt idx="89293">
                  <c:v>0</c:v>
                </c:pt>
                <c:pt idx="89294">
                  <c:v>0</c:v>
                </c:pt>
                <c:pt idx="89295">
                  <c:v>0</c:v>
                </c:pt>
                <c:pt idx="89296">
                  <c:v>0</c:v>
                </c:pt>
                <c:pt idx="89297">
                  <c:v>0</c:v>
                </c:pt>
                <c:pt idx="89298">
                  <c:v>0</c:v>
                </c:pt>
                <c:pt idx="89299">
                  <c:v>0</c:v>
                </c:pt>
                <c:pt idx="89300">
                  <c:v>0</c:v>
                </c:pt>
                <c:pt idx="89301">
                  <c:v>0</c:v>
                </c:pt>
                <c:pt idx="89302">
                  <c:v>0</c:v>
                </c:pt>
                <c:pt idx="89303">
                  <c:v>0</c:v>
                </c:pt>
                <c:pt idx="89304">
                  <c:v>0</c:v>
                </c:pt>
                <c:pt idx="89305">
                  <c:v>0</c:v>
                </c:pt>
                <c:pt idx="89306">
                  <c:v>0</c:v>
                </c:pt>
                <c:pt idx="89307">
                  <c:v>0</c:v>
                </c:pt>
                <c:pt idx="89308">
                  <c:v>0</c:v>
                </c:pt>
                <c:pt idx="89309">
                  <c:v>0</c:v>
                </c:pt>
                <c:pt idx="89310">
                  <c:v>0</c:v>
                </c:pt>
                <c:pt idx="89311">
                  <c:v>0</c:v>
                </c:pt>
                <c:pt idx="89312">
                  <c:v>0</c:v>
                </c:pt>
                <c:pt idx="89313">
                  <c:v>0</c:v>
                </c:pt>
                <c:pt idx="89314">
                  <c:v>0</c:v>
                </c:pt>
                <c:pt idx="89315">
                  <c:v>0</c:v>
                </c:pt>
                <c:pt idx="89316">
                  <c:v>0</c:v>
                </c:pt>
                <c:pt idx="89317">
                  <c:v>0</c:v>
                </c:pt>
                <c:pt idx="89318">
                  <c:v>0</c:v>
                </c:pt>
                <c:pt idx="89319">
                  <c:v>0</c:v>
                </c:pt>
                <c:pt idx="89320">
                  <c:v>0</c:v>
                </c:pt>
                <c:pt idx="89321">
                  <c:v>0</c:v>
                </c:pt>
                <c:pt idx="89322">
                  <c:v>0</c:v>
                </c:pt>
                <c:pt idx="89323">
                  <c:v>0</c:v>
                </c:pt>
                <c:pt idx="89324">
                  <c:v>0</c:v>
                </c:pt>
                <c:pt idx="89325">
                  <c:v>0</c:v>
                </c:pt>
                <c:pt idx="89326">
                  <c:v>0</c:v>
                </c:pt>
                <c:pt idx="89327">
                  <c:v>0</c:v>
                </c:pt>
                <c:pt idx="89328">
                  <c:v>0</c:v>
                </c:pt>
                <c:pt idx="89329">
                  <c:v>0</c:v>
                </c:pt>
                <c:pt idx="89330">
                  <c:v>0</c:v>
                </c:pt>
                <c:pt idx="89331">
                  <c:v>0</c:v>
                </c:pt>
                <c:pt idx="89332">
                  <c:v>0</c:v>
                </c:pt>
                <c:pt idx="89333">
                  <c:v>0</c:v>
                </c:pt>
                <c:pt idx="89334">
                  <c:v>0</c:v>
                </c:pt>
                <c:pt idx="89335">
                  <c:v>0</c:v>
                </c:pt>
                <c:pt idx="89336">
                  <c:v>0</c:v>
                </c:pt>
                <c:pt idx="89337">
                  <c:v>0</c:v>
                </c:pt>
                <c:pt idx="89338">
                  <c:v>0</c:v>
                </c:pt>
                <c:pt idx="89339">
                  <c:v>0</c:v>
                </c:pt>
                <c:pt idx="89340">
                  <c:v>0</c:v>
                </c:pt>
                <c:pt idx="89341">
                  <c:v>0</c:v>
                </c:pt>
                <c:pt idx="89342">
                  <c:v>0</c:v>
                </c:pt>
                <c:pt idx="89343">
                  <c:v>0</c:v>
                </c:pt>
                <c:pt idx="89344">
                  <c:v>0</c:v>
                </c:pt>
                <c:pt idx="89345">
                  <c:v>0</c:v>
                </c:pt>
                <c:pt idx="89346">
                  <c:v>0</c:v>
                </c:pt>
                <c:pt idx="89347">
                  <c:v>0</c:v>
                </c:pt>
                <c:pt idx="89348">
                  <c:v>0</c:v>
                </c:pt>
                <c:pt idx="89349">
                  <c:v>0</c:v>
                </c:pt>
                <c:pt idx="89350">
                  <c:v>0</c:v>
                </c:pt>
                <c:pt idx="89351">
                  <c:v>0</c:v>
                </c:pt>
                <c:pt idx="89352">
                  <c:v>0</c:v>
                </c:pt>
                <c:pt idx="89353">
                  <c:v>0</c:v>
                </c:pt>
                <c:pt idx="89354">
                  <c:v>0</c:v>
                </c:pt>
                <c:pt idx="89355">
                  <c:v>0</c:v>
                </c:pt>
                <c:pt idx="89356">
                  <c:v>0</c:v>
                </c:pt>
                <c:pt idx="89357">
                  <c:v>0</c:v>
                </c:pt>
                <c:pt idx="89358">
                  <c:v>0</c:v>
                </c:pt>
                <c:pt idx="89359">
                  <c:v>0</c:v>
                </c:pt>
                <c:pt idx="89360">
                  <c:v>0</c:v>
                </c:pt>
                <c:pt idx="89361">
                  <c:v>0</c:v>
                </c:pt>
                <c:pt idx="89362">
                  <c:v>0</c:v>
                </c:pt>
                <c:pt idx="89363">
                  <c:v>0</c:v>
                </c:pt>
                <c:pt idx="89364">
                  <c:v>0</c:v>
                </c:pt>
                <c:pt idx="89365">
                  <c:v>0</c:v>
                </c:pt>
                <c:pt idx="89366">
                  <c:v>0</c:v>
                </c:pt>
                <c:pt idx="89367">
                  <c:v>0</c:v>
                </c:pt>
                <c:pt idx="89368">
                  <c:v>0</c:v>
                </c:pt>
                <c:pt idx="89369">
                  <c:v>0</c:v>
                </c:pt>
                <c:pt idx="89370">
                  <c:v>0</c:v>
                </c:pt>
                <c:pt idx="89371">
                  <c:v>0</c:v>
                </c:pt>
                <c:pt idx="89372">
                  <c:v>0</c:v>
                </c:pt>
                <c:pt idx="89373">
                  <c:v>0</c:v>
                </c:pt>
                <c:pt idx="89374">
                  <c:v>0</c:v>
                </c:pt>
                <c:pt idx="89375">
                  <c:v>0</c:v>
                </c:pt>
                <c:pt idx="89376">
                  <c:v>0</c:v>
                </c:pt>
                <c:pt idx="89377">
                  <c:v>0</c:v>
                </c:pt>
                <c:pt idx="89378">
                  <c:v>0</c:v>
                </c:pt>
                <c:pt idx="89379">
                  <c:v>0</c:v>
                </c:pt>
                <c:pt idx="89380">
                  <c:v>0</c:v>
                </c:pt>
                <c:pt idx="89381">
                  <c:v>0</c:v>
                </c:pt>
                <c:pt idx="89382">
                  <c:v>0</c:v>
                </c:pt>
                <c:pt idx="89383">
                  <c:v>0</c:v>
                </c:pt>
                <c:pt idx="89384">
                  <c:v>0</c:v>
                </c:pt>
                <c:pt idx="89385">
                  <c:v>0</c:v>
                </c:pt>
                <c:pt idx="89386">
                  <c:v>0</c:v>
                </c:pt>
                <c:pt idx="89387">
                  <c:v>0</c:v>
                </c:pt>
                <c:pt idx="89388">
                  <c:v>0</c:v>
                </c:pt>
                <c:pt idx="89389">
                  <c:v>0</c:v>
                </c:pt>
                <c:pt idx="89390">
                  <c:v>0</c:v>
                </c:pt>
                <c:pt idx="89391">
                  <c:v>0</c:v>
                </c:pt>
                <c:pt idx="89392">
                  <c:v>0</c:v>
                </c:pt>
                <c:pt idx="89393">
                  <c:v>0</c:v>
                </c:pt>
                <c:pt idx="89394">
                  <c:v>0</c:v>
                </c:pt>
                <c:pt idx="89395">
                  <c:v>0</c:v>
                </c:pt>
                <c:pt idx="89396">
                  <c:v>0</c:v>
                </c:pt>
                <c:pt idx="89397">
                  <c:v>0</c:v>
                </c:pt>
                <c:pt idx="89398">
                  <c:v>0</c:v>
                </c:pt>
                <c:pt idx="89399">
                  <c:v>0</c:v>
                </c:pt>
                <c:pt idx="89400">
                  <c:v>0</c:v>
                </c:pt>
                <c:pt idx="89401">
                  <c:v>0</c:v>
                </c:pt>
                <c:pt idx="89402">
                  <c:v>0</c:v>
                </c:pt>
                <c:pt idx="89403">
                  <c:v>0</c:v>
                </c:pt>
                <c:pt idx="89404">
                  <c:v>0</c:v>
                </c:pt>
                <c:pt idx="89405">
                  <c:v>0</c:v>
                </c:pt>
                <c:pt idx="89406">
                  <c:v>0</c:v>
                </c:pt>
                <c:pt idx="89407">
                  <c:v>0</c:v>
                </c:pt>
                <c:pt idx="89408">
                  <c:v>0</c:v>
                </c:pt>
                <c:pt idx="89409">
                  <c:v>0</c:v>
                </c:pt>
                <c:pt idx="89410">
                  <c:v>0</c:v>
                </c:pt>
                <c:pt idx="89411">
                  <c:v>0</c:v>
                </c:pt>
                <c:pt idx="89412">
                  <c:v>0</c:v>
                </c:pt>
                <c:pt idx="89413">
                  <c:v>0</c:v>
                </c:pt>
                <c:pt idx="89414">
                  <c:v>0</c:v>
                </c:pt>
                <c:pt idx="89415">
                  <c:v>0</c:v>
                </c:pt>
                <c:pt idx="89416">
                  <c:v>0</c:v>
                </c:pt>
                <c:pt idx="89417">
                  <c:v>0</c:v>
                </c:pt>
                <c:pt idx="89418">
                  <c:v>0</c:v>
                </c:pt>
                <c:pt idx="89419">
                  <c:v>0</c:v>
                </c:pt>
                <c:pt idx="89420">
                  <c:v>0</c:v>
                </c:pt>
                <c:pt idx="89421">
                  <c:v>0</c:v>
                </c:pt>
                <c:pt idx="89422">
                  <c:v>0</c:v>
                </c:pt>
                <c:pt idx="89423">
                  <c:v>0</c:v>
                </c:pt>
                <c:pt idx="89424">
                  <c:v>0</c:v>
                </c:pt>
                <c:pt idx="89425">
                  <c:v>0</c:v>
                </c:pt>
                <c:pt idx="89426">
                  <c:v>0</c:v>
                </c:pt>
                <c:pt idx="89427">
                  <c:v>0</c:v>
                </c:pt>
                <c:pt idx="89428">
                  <c:v>0</c:v>
                </c:pt>
                <c:pt idx="89429">
                  <c:v>0</c:v>
                </c:pt>
                <c:pt idx="89430">
                  <c:v>0</c:v>
                </c:pt>
                <c:pt idx="89431">
                  <c:v>0</c:v>
                </c:pt>
                <c:pt idx="89432">
                  <c:v>0</c:v>
                </c:pt>
                <c:pt idx="89433">
                  <c:v>0</c:v>
                </c:pt>
                <c:pt idx="89434">
                  <c:v>0</c:v>
                </c:pt>
                <c:pt idx="89435">
                  <c:v>0</c:v>
                </c:pt>
                <c:pt idx="89436">
                  <c:v>0</c:v>
                </c:pt>
                <c:pt idx="89437">
                  <c:v>0</c:v>
                </c:pt>
                <c:pt idx="89438">
                  <c:v>0</c:v>
                </c:pt>
                <c:pt idx="89439">
                  <c:v>0</c:v>
                </c:pt>
                <c:pt idx="89440">
                  <c:v>0</c:v>
                </c:pt>
                <c:pt idx="89441">
                  <c:v>0</c:v>
                </c:pt>
                <c:pt idx="89442">
                  <c:v>0</c:v>
                </c:pt>
                <c:pt idx="89443">
                  <c:v>0</c:v>
                </c:pt>
                <c:pt idx="89444">
                  <c:v>0</c:v>
                </c:pt>
                <c:pt idx="89445">
                  <c:v>0</c:v>
                </c:pt>
                <c:pt idx="89446">
                  <c:v>0</c:v>
                </c:pt>
                <c:pt idx="89447">
                  <c:v>0</c:v>
                </c:pt>
                <c:pt idx="89448">
                  <c:v>0</c:v>
                </c:pt>
                <c:pt idx="89449">
                  <c:v>0</c:v>
                </c:pt>
                <c:pt idx="89450">
                  <c:v>0</c:v>
                </c:pt>
                <c:pt idx="89451">
                  <c:v>0</c:v>
                </c:pt>
                <c:pt idx="89452">
                  <c:v>0</c:v>
                </c:pt>
                <c:pt idx="89453">
                  <c:v>0</c:v>
                </c:pt>
                <c:pt idx="89454">
                  <c:v>0</c:v>
                </c:pt>
                <c:pt idx="89455">
                  <c:v>0</c:v>
                </c:pt>
                <c:pt idx="89456">
                  <c:v>0</c:v>
                </c:pt>
                <c:pt idx="89457">
                  <c:v>0</c:v>
                </c:pt>
                <c:pt idx="89458">
                  <c:v>0</c:v>
                </c:pt>
                <c:pt idx="89459">
                  <c:v>0</c:v>
                </c:pt>
                <c:pt idx="89460">
                  <c:v>0</c:v>
                </c:pt>
                <c:pt idx="89461">
                  <c:v>0</c:v>
                </c:pt>
                <c:pt idx="89462">
                  <c:v>0</c:v>
                </c:pt>
                <c:pt idx="89463">
                  <c:v>0</c:v>
                </c:pt>
                <c:pt idx="89464">
                  <c:v>0</c:v>
                </c:pt>
                <c:pt idx="89465">
                  <c:v>0</c:v>
                </c:pt>
                <c:pt idx="89466">
                  <c:v>0</c:v>
                </c:pt>
                <c:pt idx="89467">
                  <c:v>0</c:v>
                </c:pt>
                <c:pt idx="89468">
                  <c:v>0</c:v>
                </c:pt>
                <c:pt idx="89469">
                  <c:v>0</c:v>
                </c:pt>
                <c:pt idx="89470">
                  <c:v>0</c:v>
                </c:pt>
                <c:pt idx="89471">
                  <c:v>0</c:v>
                </c:pt>
                <c:pt idx="89472">
                  <c:v>0</c:v>
                </c:pt>
                <c:pt idx="89473">
                  <c:v>0</c:v>
                </c:pt>
                <c:pt idx="89474">
                  <c:v>0</c:v>
                </c:pt>
                <c:pt idx="89475">
                  <c:v>0</c:v>
                </c:pt>
                <c:pt idx="89476">
                  <c:v>0</c:v>
                </c:pt>
                <c:pt idx="89477">
                  <c:v>0</c:v>
                </c:pt>
                <c:pt idx="89478">
                  <c:v>0</c:v>
                </c:pt>
                <c:pt idx="89479">
                  <c:v>0</c:v>
                </c:pt>
                <c:pt idx="89480">
                  <c:v>0</c:v>
                </c:pt>
                <c:pt idx="89481">
                  <c:v>0</c:v>
                </c:pt>
                <c:pt idx="89482">
                  <c:v>0</c:v>
                </c:pt>
                <c:pt idx="89483">
                  <c:v>0</c:v>
                </c:pt>
                <c:pt idx="89484">
                  <c:v>0</c:v>
                </c:pt>
                <c:pt idx="89485">
                  <c:v>0</c:v>
                </c:pt>
                <c:pt idx="89486">
                  <c:v>0</c:v>
                </c:pt>
                <c:pt idx="89487">
                  <c:v>0</c:v>
                </c:pt>
                <c:pt idx="89488">
                  <c:v>0</c:v>
                </c:pt>
                <c:pt idx="89489">
                  <c:v>0</c:v>
                </c:pt>
                <c:pt idx="89490">
                  <c:v>0</c:v>
                </c:pt>
                <c:pt idx="89491">
                  <c:v>0</c:v>
                </c:pt>
                <c:pt idx="89492">
                  <c:v>0</c:v>
                </c:pt>
                <c:pt idx="89493">
                  <c:v>0</c:v>
                </c:pt>
                <c:pt idx="89494">
                  <c:v>0</c:v>
                </c:pt>
                <c:pt idx="89495">
                  <c:v>0</c:v>
                </c:pt>
                <c:pt idx="89496">
                  <c:v>0</c:v>
                </c:pt>
                <c:pt idx="89497">
                  <c:v>0</c:v>
                </c:pt>
                <c:pt idx="89498">
                  <c:v>0</c:v>
                </c:pt>
                <c:pt idx="89499">
                  <c:v>0</c:v>
                </c:pt>
                <c:pt idx="89500">
                  <c:v>0</c:v>
                </c:pt>
                <c:pt idx="89501">
                  <c:v>0</c:v>
                </c:pt>
                <c:pt idx="89502">
                  <c:v>0</c:v>
                </c:pt>
                <c:pt idx="89503">
                  <c:v>0</c:v>
                </c:pt>
                <c:pt idx="89504">
                  <c:v>0</c:v>
                </c:pt>
                <c:pt idx="89505">
                  <c:v>0</c:v>
                </c:pt>
                <c:pt idx="89506">
                  <c:v>0</c:v>
                </c:pt>
                <c:pt idx="89507">
                  <c:v>0</c:v>
                </c:pt>
                <c:pt idx="89508">
                  <c:v>0</c:v>
                </c:pt>
                <c:pt idx="89509">
                  <c:v>0</c:v>
                </c:pt>
                <c:pt idx="89510">
                  <c:v>0</c:v>
                </c:pt>
                <c:pt idx="89511">
                  <c:v>0</c:v>
                </c:pt>
                <c:pt idx="89512">
                  <c:v>0</c:v>
                </c:pt>
                <c:pt idx="89513">
                  <c:v>0</c:v>
                </c:pt>
                <c:pt idx="89514">
                  <c:v>0</c:v>
                </c:pt>
                <c:pt idx="89515">
                  <c:v>0</c:v>
                </c:pt>
                <c:pt idx="89516">
                  <c:v>0</c:v>
                </c:pt>
                <c:pt idx="89517">
                  <c:v>0</c:v>
                </c:pt>
                <c:pt idx="89518">
                  <c:v>0</c:v>
                </c:pt>
                <c:pt idx="89519">
                  <c:v>0</c:v>
                </c:pt>
                <c:pt idx="89520">
                  <c:v>0</c:v>
                </c:pt>
                <c:pt idx="89521">
                  <c:v>0</c:v>
                </c:pt>
                <c:pt idx="89522">
                  <c:v>0</c:v>
                </c:pt>
                <c:pt idx="89523">
                  <c:v>0</c:v>
                </c:pt>
                <c:pt idx="89524">
                  <c:v>0</c:v>
                </c:pt>
                <c:pt idx="89525">
                  <c:v>0</c:v>
                </c:pt>
                <c:pt idx="89526">
                  <c:v>0</c:v>
                </c:pt>
                <c:pt idx="89527">
                  <c:v>0</c:v>
                </c:pt>
                <c:pt idx="89528">
                  <c:v>0</c:v>
                </c:pt>
                <c:pt idx="89529">
                  <c:v>0</c:v>
                </c:pt>
                <c:pt idx="89530">
                  <c:v>0</c:v>
                </c:pt>
                <c:pt idx="89531">
                  <c:v>0</c:v>
                </c:pt>
                <c:pt idx="89532">
                  <c:v>0</c:v>
                </c:pt>
                <c:pt idx="89533">
                  <c:v>0</c:v>
                </c:pt>
                <c:pt idx="89534">
                  <c:v>0</c:v>
                </c:pt>
                <c:pt idx="89535">
                  <c:v>0</c:v>
                </c:pt>
                <c:pt idx="89536">
                  <c:v>0</c:v>
                </c:pt>
                <c:pt idx="89537">
                  <c:v>0</c:v>
                </c:pt>
                <c:pt idx="89538">
                  <c:v>0</c:v>
                </c:pt>
                <c:pt idx="89539">
                  <c:v>0</c:v>
                </c:pt>
                <c:pt idx="89540">
                  <c:v>0</c:v>
                </c:pt>
                <c:pt idx="89541">
                  <c:v>0</c:v>
                </c:pt>
                <c:pt idx="89542">
                  <c:v>0</c:v>
                </c:pt>
                <c:pt idx="89543">
                  <c:v>0</c:v>
                </c:pt>
                <c:pt idx="89544">
                  <c:v>0</c:v>
                </c:pt>
                <c:pt idx="89545">
                  <c:v>0</c:v>
                </c:pt>
                <c:pt idx="89546">
                  <c:v>0</c:v>
                </c:pt>
                <c:pt idx="89547">
                  <c:v>0</c:v>
                </c:pt>
                <c:pt idx="89548">
                  <c:v>0</c:v>
                </c:pt>
                <c:pt idx="89549">
                  <c:v>0</c:v>
                </c:pt>
                <c:pt idx="89550">
                  <c:v>0</c:v>
                </c:pt>
                <c:pt idx="89551">
                  <c:v>0</c:v>
                </c:pt>
                <c:pt idx="89552">
                  <c:v>0</c:v>
                </c:pt>
                <c:pt idx="89553">
                  <c:v>0</c:v>
                </c:pt>
                <c:pt idx="89554">
                  <c:v>0</c:v>
                </c:pt>
                <c:pt idx="89555">
                  <c:v>0</c:v>
                </c:pt>
                <c:pt idx="89556">
                  <c:v>0</c:v>
                </c:pt>
                <c:pt idx="89557">
                  <c:v>0</c:v>
                </c:pt>
                <c:pt idx="89558">
                  <c:v>0</c:v>
                </c:pt>
                <c:pt idx="89559">
                  <c:v>0</c:v>
                </c:pt>
                <c:pt idx="89560">
                  <c:v>0</c:v>
                </c:pt>
                <c:pt idx="89561">
                  <c:v>0</c:v>
                </c:pt>
                <c:pt idx="89562">
                  <c:v>0</c:v>
                </c:pt>
                <c:pt idx="89563">
                  <c:v>0</c:v>
                </c:pt>
                <c:pt idx="89564">
                  <c:v>0</c:v>
                </c:pt>
                <c:pt idx="89565">
                  <c:v>0</c:v>
                </c:pt>
                <c:pt idx="89566">
                  <c:v>0</c:v>
                </c:pt>
                <c:pt idx="89567">
                  <c:v>0</c:v>
                </c:pt>
                <c:pt idx="89568">
                  <c:v>0</c:v>
                </c:pt>
                <c:pt idx="89569">
                  <c:v>0</c:v>
                </c:pt>
                <c:pt idx="89570">
                  <c:v>0</c:v>
                </c:pt>
                <c:pt idx="89571">
                  <c:v>0</c:v>
                </c:pt>
                <c:pt idx="89572">
                  <c:v>0</c:v>
                </c:pt>
                <c:pt idx="89573">
                  <c:v>0</c:v>
                </c:pt>
                <c:pt idx="89574">
                  <c:v>0</c:v>
                </c:pt>
                <c:pt idx="89575">
                  <c:v>0</c:v>
                </c:pt>
                <c:pt idx="89576">
                  <c:v>0</c:v>
                </c:pt>
                <c:pt idx="89577">
                  <c:v>0</c:v>
                </c:pt>
                <c:pt idx="89578">
                  <c:v>0</c:v>
                </c:pt>
                <c:pt idx="89579">
                  <c:v>0</c:v>
                </c:pt>
                <c:pt idx="89580">
                  <c:v>0</c:v>
                </c:pt>
                <c:pt idx="89581">
                  <c:v>0</c:v>
                </c:pt>
                <c:pt idx="89582">
                  <c:v>0</c:v>
                </c:pt>
                <c:pt idx="89583">
                  <c:v>0</c:v>
                </c:pt>
                <c:pt idx="89584">
                  <c:v>0</c:v>
                </c:pt>
                <c:pt idx="89585">
                  <c:v>0</c:v>
                </c:pt>
                <c:pt idx="89586">
                  <c:v>0</c:v>
                </c:pt>
                <c:pt idx="89587">
                  <c:v>0</c:v>
                </c:pt>
                <c:pt idx="89588">
                  <c:v>0</c:v>
                </c:pt>
                <c:pt idx="89589">
                  <c:v>0</c:v>
                </c:pt>
                <c:pt idx="89590">
                  <c:v>0</c:v>
                </c:pt>
                <c:pt idx="89591">
                  <c:v>0</c:v>
                </c:pt>
                <c:pt idx="89592">
                  <c:v>0</c:v>
                </c:pt>
                <c:pt idx="89593">
                  <c:v>0</c:v>
                </c:pt>
                <c:pt idx="89594">
                  <c:v>0</c:v>
                </c:pt>
                <c:pt idx="89595">
                  <c:v>0</c:v>
                </c:pt>
                <c:pt idx="89596">
                  <c:v>0</c:v>
                </c:pt>
                <c:pt idx="89597">
                  <c:v>0</c:v>
                </c:pt>
                <c:pt idx="89598">
                  <c:v>0</c:v>
                </c:pt>
                <c:pt idx="89599">
                  <c:v>0</c:v>
                </c:pt>
                <c:pt idx="89600">
                  <c:v>0</c:v>
                </c:pt>
                <c:pt idx="89601">
                  <c:v>0</c:v>
                </c:pt>
                <c:pt idx="89602">
                  <c:v>0</c:v>
                </c:pt>
                <c:pt idx="89603">
                  <c:v>0</c:v>
                </c:pt>
                <c:pt idx="89604">
                  <c:v>0</c:v>
                </c:pt>
                <c:pt idx="89605">
                  <c:v>0</c:v>
                </c:pt>
                <c:pt idx="89606">
                  <c:v>0</c:v>
                </c:pt>
                <c:pt idx="89607">
                  <c:v>0</c:v>
                </c:pt>
                <c:pt idx="89608">
                  <c:v>0</c:v>
                </c:pt>
                <c:pt idx="89609">
                  <c:v>0</c:v>
                </c:pt>
                <c:pt idx="89610">
                  <c:v>0</c:v>
                </c:pt>
                <c:pt idx="89611">
                  <c:v>0</c:v>
                </c:pt>
                <c:pt idx="89612">
                  <c:v>0</c:v>
                </c:pt>
                <c:pt idx="89613">
                  <c:v>0</c:v>
                </c:pt>
                <c:pt idx="89614">
                  <c:v>0</c:v>
                </c:pt>
                <c:pt idx="89615">
                  <c:v>0</c:v>
                </c:pt>
                <c:pt idx="89616">
                  <c:v>0</c:v>
                </c:pt>
                <c:pt idx="89617">
                  <c:v>0</c:v>
                </c:pt>
                <c:pt idx="89618">
                  <c:v>0</c:v>
                </c:pt>
                <c:pt idx="89619">
                  <c:v>0</c:v>
                </c:pt>
                <c:pt idx="89620">
                  <c:v>0</c:v>
                </c:pt>
                <c:pt idx="89621">
                  <c:v>0</c:v>
                </c:pt>
                <c:pt idx="89622">
                  <c:v>0</c:v>
                </c:pt>
                <c:pt idx="89623">
                  <c:v>0</c:v>
                </c:pt>
                <c:pt idx="89624">
                  <c:v>0</c:v>
                </c:pt>
                <c:pt idx="89625">
                  <c:v>0</c:v>
                </c:pt>
                <c:pt idx="89626">
                  <c:v>0</c:v>
                </c:pt>
                <c:pt idx="89627">
                  <c:v>0</c:v>
                </c:pt>
                <c:pt idx="89628">
                  <c:v>0</c:v>
                </c:pt>
                <c:pt idx="89629">
                  <c:v>0</c:v>
                </c:pt>
                <c:pt idx="89630">
                  <c:v>0</c:v>
                </c:pt>
                <c:pt idx="89631">
                  <c:v>0</c:v>
                </c:pt>
                <c:pt idx="89632">
                  <c:v>0</c:v>
                </c:pt>
                <c:pt idx="89633">
                  <c:v>0</c:v>
                </c:pt>
                <c:pt idx="89634">
                  <c:v>0</c:v>
                </c:pt>
                <c:pt idx="89635">
                  <c:v>0</c:v>
                </c:pt>
                <c:pt idx="89636">
                  <c:v>0</c:v>
                </c:pt>
                <c:pt idx="89637">
                  <c:v>0</c:v>
                </c:pt>
                <c:pt idx="89638">
                  <c:v>0</c:v>
                </c:pt>
                <c:pt idx="89639">
                  <c:v>0</c:v>
                </c:pt>
                <c:pt idx="89640">
                  <c:v>0</c:v>
                </c:pt>
                <c:pt idx="89641">
                  <c:v>0</c:v>
                </c:pt>
                <c:pt idx="89642">
                  <c:v>0</c:v>
                </c:pt>
                <c:pt idx="89643">
                  <c:v>0</c:v>
                </c:pt>
                <c:pt idx="89644">
                  <c:v>0</c:v>
                </c:pt>
                <c:pt idx="89645">
                  <c:v>0</c:v>
                </c:pt>
                <c:pt idx="89646">
                  <c:v>0</c:v>
                </c:pt>
                <c:pt idx="89647">
                  <c:v>0</c:v>
                </c:pt>
                <c:pt idx="89648">
                  <c:v>0</c:v>
                </c:pt>
                <c:pt idx="89649">
                  <c:v>0</c:v>
                </c:pt>
                <c:pt idx="89650">
                  <c:v>0</c:v>
                </c:pt>
                <c:pt idx="89651">
                  <c:v>0</c:v>
                </c:pt>
                <c:pt idx="89652">
                  <c:v>0</c:v>
                </c:pt>
                <c:pt idx="89653">
                  <c:v>0</c:v>
                </c:pt>
                <c:pt idx="89654">
                  <c:v>0</c:v>
                </c:pt>
                <c:pt idx="89655">
                  <c:v>0</c:v>
                </c:pt>
                <c:pt idx="89656">
                  <c:v>0</c:v>
                </c:pt>
                <c:pt idx="89657">
                  <c:v>0</c:v>
                </c:pt>
                <c:pt idx="89658">
                  <c:v>0</c:v>
                </c:pt>
                <c:pt idx="89659">
                  <c:v>0</c:v>
                </c:pt>
                <c:pt idx="89660">
                  <c:v>0</c:v>
                </c:pt>
                <c:pt idx="89661">
                  <c:v>0</c:v>
                </c:pt>
                <c:pt idx="89662">
                  <c:v>0</c:v>
                </c:pt>
                <c:pt idx="89663">
                  <c:v>0</c:v>
                </c:pt>
                <c:pt idx="89664">
                  <c:v>0</c:v>
                </c:pt>
                <c:pt idx="89665">
                  <c:v>0</c:v>
                </c:pt>
                <c:pt idx="89666">
                  <c:v>0</c:v>
                </c:pt>
                <c:pt idx="89667">
                  <c:v>0</c:v>
                </c:pt>
                <c:pt idx="89668">
                  <c:v>0</c:v>
                </c:pt>
                <c:pt idx="89669">
                  <c:v>0</c:v>
                </c:pt>
                <c:pt idx="89670">
                  <c:v>0</c:v>
                </c:pt>
                <c:pt idx="89671">
                  <c:v>0</c:v>
                </c:pt>
                <c:pt idx="89672">
                  <c:v>0</c:v>
                </c:pt>
                <c:pt idx="89673">
                  <c:v>0</c:v>
                </c:pt>
                <c:pt idx="89674">
                  <c:v>0</c:v>
                </c:pt>
                <c:pt idx="89675">
                  <c:v>0</c:v>
                </c:pt>
                <c:pt idx="89676">
                  <c:v>0</c:v>
                </c:pt>
                <c:pt idx="89677">
                  <c:v>0</c:v>
                </c:pt>
                <c:pt idx="89678">
                  <c:v>0</c:v>
                </c:pt>
                <c:pt idx="89679">
                  <c:v>0</c:v>
                </c:pt>
                <c:pt idx="89680">
                  <c:v>0</c:v>
                </c:pt>
                <c:pt idx="89681">
                  <c:v>0</c:v>
                </c:pt>
                <c:pt idx="89682">
                  <c:v>0</c:v>
                </c:pt>
                <c:pt idx="89683">
                  <c:v>0</c:v>
                </c:pt>
                <c:pt idx="89684">
                  <c:v>0</c:v>
                </c:pt>
                <c:pt idx="89685">
                  <c:v>0</c:v>
                </c:pt>
                <c:pt idx="89686">
                  <c:v>0</c:v>
                </c:pt>
                <c:pt idx="89687">
                  <c:v>0</c:v>
                </c:pt>
                <c:pt idx="89688">
                  <c:v>0</c:v>
                </c:pt>
                <c:pt idx="89689">
                  <c:v>0</c:v>
                </c:pt>
                <c:pt idx="89690">
                  <c:v>0</c:v>
                </c:pt>
                <c:pt idx="89691">
                  <c:v>0</c:v>
                </c:pt>
                <c:pt idx="89692">
                  <c:v>0</c:v>
                </c:pt>
                <c:pt idx="89693">
                  <c:v>0</c:v>
                </c:pt>
                <c:pt idx="89694">
                  <c:v>0</c:v>
                </c:pt>
                <c:pt idx="89695">
                  <c:v>0</c:v>
                </c:pt>
                <c:pt idx="89696">
                  <c:v>0</c:v>
                </c:pt>
                <c:pt idx="89697">
                  <c:v>0</c:v>
                </c:pt>
                <c:pt idx="89698">
                  <c:v>0</c:v>
                </c:pt>
                <c:pt idx="89699">
                  <c:v>0</c:v>
                </c:pt>
                <c:pt idx="89700">
                  <c:v>0</c:v>
                </c:pt>
                <c:pt idx="89701">
                  <c:v>0</c:v>
                </c:pt>
                <c:pt idx="89702">
                  <c:v>0</c:v>
                </c:pt>
                <c:pt idx="89703">
                  <c:v>0</c:v>
                </c:pt>
                <c:pt idx="89704">
                  <c:v>0</c:v>
                </c:pt>
                <c:pt idx="89705">
                  <c:v>0</c:v>
                </c:pt>
                <c:pt idx="89706">
                  <c:v>0</c:v>
                </c:pt>
                <c:pt idx="89707">
                  <c:v>0</c:v>
                </c:pt>
                <c:pt idx="89708">
                  <c:v>0</c:v>
                </c:pt>
                <c:pt idx="89709">
                  <c:v>0</c:v>
                </c:pt>
                <c:pt idx="89710">
                  <c:v>0</c:v>
                </c:pt>
                <c:pt idx="89711">
                  <c:v>0</c:v>
                </c:pt>
                <c:pt idx="89712">
                  <c:v>0</c:v>
                </c:pt>
                <c:pt idx="89713">
                  <c:v>0</c:v>
                </c:pt>
                <c:pt idx="89714">
                  <c:v>0</c:v>
                </c:pt>
                <c:pt idx="89715">
                  <c:v>0</c:v>
                </c:pt>
                <c:pt idx="89716">
                  <c:v>0</c:v>
                </c:pt>
                <c:pt idx="89717">
                  <c:v>0</c:v>
                </c:pt>
                <c:pt idx="89718">
                  <c:v>0</c:v>
                </c:pt>
                <c:pt idx="89719">
                  <c:v>0</c:v>
                </c:pt>
                <c:pt idx="89720">
                  <c:v>0</c:v>
                </c:pt>
                <c:pt idx="89721">
                  <c:v>0</c:v>
                </c:pt>
                <c:pt idx="89722">
                  <c:v>0</c:v>
                </c:pt>
                <c:pt idx="89723">
                  <c:v>0</c:v>
                </c:pt>
                <c:pt idx="89724">
                  <c:v>0</c:v>
                </c:pt>
                <c:pt idx="89725">
                  <c:v>0</c:v>
                </c:pt>
                <c:pt idx="89726">
                  <c:v>0</c:v>
                </c:pt>
                <c:pt idx="89727">
                  <c:v>0</c:v>
                </c:pt>
                <c:pt idx="89728">
                  <c:v>0</c:v>
                </c:pt>
                <c:pt idx="89729">
                  <c:v>0</c:v>
                </c:pt>
                <c:pt idx="89730">
                  <c:v>0</c:v>
                </c:pt>
                <c:pt idx="89731">
                  <c:v>0</c:v>
                </c:pt>
                <c:pt idx="89732">
                  <c:v>0</c:v>
                </c:pt>
                <c:pt idx="89733">
                  <c:v>0</c:v>
                </c:pt>
                <c:pt idx="89734">
                  <c:v>0</c:v>
                </c:pt>
                <c:pt idx="89735">
                  <c:v>0</c:v>
                </c:pt>
                <c:pt idx="89736">
                  <c:v>0</c:v>
                </c:pt>
                <c:pt idx="89737">
                  <c:v>0</c:v>
                </c:pt>
                <c:pt idx="89738">
                  <c:v>0</c:v>
                </c:pt>
                <c:pt idx="89739">
                  <c:v>0</c:v>
                </c:pt>
                <c:pt idx="89740">
                  <c:v>0</c:v>
                </c:pt>
                <c:pt idx="89741">
                  <c:v>0</c:v>
                </c:pt>
                <c:pt idx="89742">
                  <c:v>0</c:v>
                </c:pt>
                <c:pt idx="89743">
                  <c:v>0</c:v>
                </c:pt>
                <c:pt idx="89744">
                  <c:v>0</c:v>
                </c:pt>
                <c:pt idx="89745">
                  <c:v>0</c:v>
                </c:pt>
                <c:pt idx="89746">
                  <c:v>0</c:v>
                </c:pt>
                <c:pt idx="89747">
                  <c:v>0</c:v>
                </c:pt>
                <c:pt idx="89748">
                  <c:v>0</c:v>
                </c:pt>
                <c:pt idx="89749">
                  <c:v>0</c:v>
                </c:pt>
                <c:pt idx="89750">
                  <c:v>0</c:v>
                </c:pt>
                <c:pt idx="89751">
                  <c:v>0</c:v>
                </c:pt>
                <c:pt idx="89752">
                  <c:v>0</c:v>
                </c:pt>
                <c:pt idx="89753">
                  <c:v>0</c:v>
                </c:pt>
                <c:pt idx="89754">
                  <c:v>0</c:v>
                </c:pt>
                <c:pt idx="89755">
                  <c:v>0</c:v>
                </c:pt>
                <c:pt idx="89756">
                  <c:v>0</c:v>
                </c:pt>
                <c:pt idx="89757">
                  <c:v>0</c:v>
                </c:pt>
                <c:pt idx="89758">
                  <c:v>0</c:v>
                </c:pt>
                <c:pt idx="89759">
                  <c:v>0</c:v>
                </c:pt>
                <c:pt idx="89760">
                  <c:v>0</c:v>
                </c:pt>
                <c:pt idx="89761">
                  <c:v>0</c:v>
                </c:pt>
                <c:pt idx="89762">
                  <c:v>0</c:v>
                </c:pt>
                <c:pt idx="89763">
                  <c:v>0</c:v>
                </c:pt>
                <c:pt idx="89764">
                  <c:v>0</c:v>
                </c:pt>
                <c:pt idx="89765">
                  <c:v>0</c:v>
                </c:pt>
                <c:pt idx="89766">
                  <c:v>0</c:v>
                </c:pt>
                <c:pt idx="89767">
                  <c:v>0</c:v>
                </c:pt>
                <c:pt idx="89768">
                  <c:v>0</c:v>
                </c:pt>
                <c:pt idx="89769">
                  <c:v>0</c:v>
                </c:pt>
                <c:pt idx="89770">
                  <c:v>0</c:v>
                </c:pt>
                <c:pt idx="89771">
                  <c:v>0</c:v>
                </c:pt>
                <c:pt idx="89772">
                  <c:v>0</c:v>
                </c:pt>
                <c:pt idx="89773">
                  <c:v>0</c:v>
                </c:pt>
                <c:pt idx="89774">
                  <c:v>0</c:v>
                </c:pt>
                <c:pt idx="89775">
                  <c:v>0</c:v>
                </c:pt>
                <c:pt idx="89776">
                  <c:v>0</c:v>
                </c:pt>
                <c:pt idx="89777">
                  <c:v>0</c:v>
                </c:pt>
                <c:pt idx="89778">
                  <c:v>0</c:v>
                </c:pt>
                <c:pt idx="89779">
                  <c:v>0</c:v>
                </c:pt>
                <c:pt idx="89780">
                  <c:v>0</c:v>
                </c:pt>
                <c:pt idx="89781">
                  <c:v>0</c:v>
                </c:pt>
                <c:pt idx="89782">
                  <c:v>0</c:v>
                </c:pt>
                <c:pt idx="89783">
                  <c:v>0</c:v>
                </c:pt>
                <c:pt idx="89784">
                  <c:v>0</c:v>
                </c:pt>
                <c:pt idx="89785">
                  <c:v>0</c:v>
                </c:pt>
                <c:pt idx="89786">
                  <c:v>0</c:v>
                </c:pt>
                <c:pt idx="89787">
                  <c:v>0</c:v>
                </c:pt>
                <c:pt idx="89788">
                  <c:v>0</c:v>
                </c:pt>
                <c:pt idx="89789">
                  <c:v>0</c:v>
                </c:pt>
                <c:pt idx="89790">
                  <c:v>0</c:v>
                </c:pt>
                <c:pt idx="89791">
                  <c:v>0</c:v>
                </c:pt>
                <c:pt idx="89792">
                  <c:v>0</c:v>
                </c:pt>
                <c:pt idx="89793">
                  <c:v>0</c:v>
                </c:pt>
                <c:pt idx="89794">
                  <c:v>0</c:v>
                </c:pt>
                <c:pt idx="89795">
                  <c:v>0</c:v>
                </c:pt>
                <c:pt idx="89796">
                  <c:v>0</c:v>
                </c:pt>
                <c:pt idx="89797">
                  <c:v>0</c:v>
                </c:pt>
                <c:pt idx="89798">
                  <c:v>0</c:v>
                </c:pt>
                <c:pt idx="89799">
                  <c:v>0</c:v>
                </c:pt>
                <c:pt idx="89800">
                  <c:v>0</c:v>
                </c:pt>
                <c:pt idx="89801">
                  <c:v>0</c:v>
                </c:pt>
                <c:pt idx="89802">
                  <c:v>0</c:v>
                </c:pt>
                <c:pt idx="89803">
                  <c:v>0</c:v>
                </c:pt>
                <c:pt idx="89804">
                  <c:v>0</c:v>
                </c:pt>
                <c:pt idx="89805">
                  <c:v>0</c:v>
                </c:pt>
                <c:pt idx="89806">
                  <c:v>0</c:v>
                </c:pt>
                <c:pt idx="89807">
                  <c:v>0</c:v>
                </c:pt>
                <c:pt idx="89808">
                  <c:v>0</c:v>
                </c:pt>
                <c:pt idx="89809">
                  <c:v>0</c:v>
                </c:pt>
                <c:pt idx="89810">
                  <c:v>0</c:v>
                </c:pt>
                <c:pt idx="89811">
                  <c:v>0</c:v>
                </c:pt>
                <c:pt idx="89812">
                  <c:v>0</c:v>
                </c:pt>
                <c:pt idx="89813">
                  <c:v>0</c:v>
                </c:pt>
                <c:pt idx="89814">
                  <c:v>0</c:v>
                </c:pt>
                <c:pt idx="89815">
                  <c:v>0</c:v>
                </c:pt>
                <c:pt idx="89816">
                  <c:v>0</c:v>
                </c:pt>
                <c:pt idx="89817">
                  <c:v>0</c:v>
                </c:pt>
                <c:pt idx="89818">
                  <c:v>0</c:v>
                </c:pt>
                <c:pt idx="89819">
                  <c:v>0</c:v>
                </c:pt>
                <c:pt idx="89820">
                  <c:v>0</c:v>
                </c:pt>
                <c:pt idx="89821">
                  <c:v>0</c:v>
                </c:pt>
                <c:pt idx="89822">
                  <c:v>0</c:v>
                </c:pt>
                <c:pt idx="89823">
                  <c:v>0</c:v>
                </c:pt>
                <c:pt idx="89824">
                  <c:v>0</c:v>
                </c:pt>
                <c:pt idx="89825">
                  <c:v>0</c:v>
                </c:pt>
                <c:pt idx="89826">
                  <c:v>0</c:v>
                </c:pt>
                <c:pt idx="89827">
                  <c:v>0</c:v>
                </c:pt>
                <c:pt idx="89828">
                  <c:v>0</c:v>
                </c:pt>
                <c:pt idx="89829">
                  <c:v>0</c:v>
                </c:pt>
                <c:pt idx="89830">
                  <c:v>0</c:v>
                </c:pt>
                <c:pt idx="89831">
                  <c:v>0</c:v>
                </c:pt>
                <c:pt idx="89832">
                  <c:v>0</c:v>
                </c:pt>
                <c:pt idx="89833">
                  <c:v>0</c:v>
                </c:pt>
                <c:pt idx="89834">
                  <c:v>0</c:v>
                </c:pt>
                <c:pt idx="89835">
                  <c:v>0</c:v>
                </c:pt>
                <c:pt idx="89836">
                  <c:v>0</c:v>
                </c:pt>
                <c:pt idx="89837">
                  <c:v>0</c:v>
                </c:pt>
                <c:pt idx="89838">
                  <c:v>0</c:v>
                </c:pt>
                <c:pt idx="89839">
                  <c:v>0</c:v>
                </c:pt>
                <c:pt idx="89840">
                  <c:v>0</c:v>
                </c:pt>
                <c:pt idx="89841">
                  <c:v>0</c:v>
                </c:pt>
                <c:pt idx="89842">
                  <c:v>0</c:v>
                </c:pt>
                <c:pt idx="89843">
                  <c:v>0</c:v>
                </c:pt>
                <c:pt idx="89844">
                  <c:v>0</c:v>
                </c:pt>
                <c:pt idx="89845">
                  <c:v>0</c:v>
                </c:pt>
                <c:pt idx="89846">
                  <c:v>0</c:v>
                </c:pt>
                <c:pt idx="89847">
                  <c:v>0</c:v>
                </c:pt>
                <c:pt idx="89848">
                  <c:v>0</c:v>
                </c:pt>
                <c:pt idx="89849">
                  <c:v>0</c:v>
                </c:pt>
                <c:pt idx="89850">
                  <c:v>0</c:v>
                </c:pt>
                <c:pt idx="89851">
                  <c:v>0</c:v>
                </c:pt>
                <c:pt idx="89852">
                  <c:v>0</c:v>
                </c:pt>
                <c:pt idx="89853">
                  <c:v>0</c:v>
                </c:pt>
                <c:pt idx="89854">
                  <c:v>0</c:v>
                </c:pt>
                <c:pt idx="89855">
                  <c:v>0</c:v>
                </c:pt>
                <c:pt idx="89856">
                  <c:v>0</c:v>
                </c:pt>
                <c:pt idx="89857">
                  <c:v>0</c:v>
                </c:pt>
                <c:pt idx="89858">
                  <c:v>0</c:v>
                </c:pt>
                <c:pt idx="89859">
                  <c:v>0</c:v>
                </c:pt>
                <c:pt idx="89860">
                  <c:v>0</c:v>
                </c:pt>
                <c:pt idx="89861">
                  <c:v>0</c:v>
                </c:pt>
                <c:pt idx="89862">
                  <c:v>0</c:v>
                </c:pt>
                <c:pt idx="89863">
                  <c:v>0</c:v>
                </c:pt>
                <c:pt idx="89864">
                  <c:v>0</c:v>
                </c:pt>
                <c:pt idx="89865">
                  <c:v>0</c:v>
                </c:pt>
                <c:pt idx="89866">
                  <c:v>0</c:v>
                </c:pt>
                <c:pt idx="89867">
                  <c:v>0</c:v>
                </c:pt>
                <c:pt idx="89868">
                  <c:v>0</c:v>
                </c:pt>
                <c:pt idx="89869">
                  <c:v>0</c:v>
                </c:pt>
                <c:pt idx="89870">
                  <c:v>0</c:v>
                </c:pt>
                <c:pt idx="89871">
                  <c:v>0</c:v>
                </c:pt>
                <c:pt idx="89872">
                  <c:v>0</c:v>
                </c:pt>
                <c:pt idx="89873">
                  <c:v>0</c:v>
                </c:pt>
                <c:pt idx="89874">
                  <c:v>0</c:v>
                </c:pt>
                <c:pt idx="89875">
                  <c:v>0</c:v>
                </c:pt>
                <c:pt idx="89876">
                  <c:v>0</c:v>
                </c:pt>
                <c:pt idx="89877">
                  <c:v>0</c:v>
                </c:pt>
                <c:pt idx="89878">
                  <c:v>0</c:v>
                </c:pt>
                <c:pt idx="89879">
                  <c:v>0</c:v>
                </c:pt>
                <c:pt idx="89880">
                  <c:v>0</c:v>
                </c:pt>
                <c:pt idx="89881">
                  <c:v>0</c:v>
                </c:pt>
                <c:pt idx="89882">
                  <c:v>0</c:v>
                </c:pt>
                <c:pt idx="89883">
                  <c:v>0</c:v>
                </c:pt>
                <c:pt idx="89884">
                  <c:v>0</c:v>
                </c:pt>
                <c:pt idx="89885">
                  <c:v>0</c:v>
                </c:pt>
                <c:pt idx="89886">
                  <c:v>0</c:v>
                </c:pt>
                <c:pt idx="89887">
                  <c:v>0</c:v>
                </c:pt>
                <c:pt idx="89888">
                  <c:v>0</c:v>
                </c:pt>
                <c:pt idx="89889">
                  <c:v>0</c:v>
                </c:pt>
                <c:pt idx="89890">
                  <c:v>0</c:v>
                </c:pt>
                <c:pt idx="89891">
                  <c:v>0</c:v>
                </c:pt>
                <c:pt idx="89892">
                  <c:v>0</c:v>
                </c:pt>
                <c:pt idx="89893">
                  <c:v>0</c:v>
                </c:pt>
                <c:pt idx="89894">
                  <c:v>0</c:v>
                </c:pt>
                <c:pt idx="89895">
                  <c:v>0</c:v>
                </c:pt>
                <c:pt idx="89896">
                  <c:v>0</c:v>
                </c:pt>
                <c:pt idx="89897">
                  <c:v>0</c:v>
                </c:pt>
                <c:pt idx="89898">
                  <c:v>0</c:v>
                </c:pt>
                <c:pt idx="89899">
                  <c:v>0</c:v>
                </c:pt>
                <c:pt idx="89900">
                  <c:v>0</c:v>
                </c:pt>
                <c:pt idx="89901">
                  <c:v>0</c:v>
                </c:pt>
                <c:pt idx="89902">
                  <c:v>0</c:v>
                </c:pt>
                <c:pt idx="89903">
                  <c:v>0</c:v>
                </c:pt>
                <c:pt idx="89904">
                  <c:v>0</c:v>
                </c:pt>
                <c:pt idx="89905">
                  <c:v>0</c:v>
                </c:pt>
                <c:pt idx="89906">
                  <c:v>0</c:v>
                </c:pt>
                <c:pt idx="89907">
                  <c:v>0</c:v>
                </c:pt>
                <c:pt idx="89908">
                  <c:v>0</c:v>
                </c:pt>
                <c:pt idx="89909">
                  <c:v>0</c:v>
                </c:pt>
                <c:pt idx="89910">
                  <c:v>0</c:v>
                </c:pt>
                <c:pt idx="89911">
                  <c:v>0</c:v>
                </c:pt>
                <c:pt idx="89912">
                  <c:v>0</c:v>
                </c:pt>
                <c:pt idx="89913">
                  <c:v>0</c:v>
                </c:pt>
                <c:pt idx="89914">
                  <c:v>0</c:v>
                </c:pt>
                <c:pt idx="89915">
                  <c:v>0</c:v>
                </c:pt>
                <c:pt idx="89916">
                  <c:v>0</c:v>
                </c:pt>
                <c:pt idx="89917">
                  <c:v>0</c:v>
                </c:pt>
                <c:pt idx="89918">
                  <c:v>0</c:v>
                </c:pt>
                <c:pt idx="89919">
                  <c:v>0</c:v>
                </c:pt>
                <c:pt idx="89920">
                  <c:v>0</c:v>
                </c:pt>
                <c:pt idx="89921">
                  <c:v>0</c:v>
                </c:pt>
                <c:pt idx="89922">
                  <c:v>0</c:v>
                </c:pt>
                <c:pt idx="89923">
                  <c:v>0</c:v>
                </c:pt>
                <c:pt idx="89924">
                  <c:v>0</c:v>
                </c:pt>
                <c:pt idx="89925">
                  <c:v>0</c:v>
                </c:pt>
                <c:pt idx="89926">
                  <c:v>0</c:v>
                </c:pt>
                <c:pt idx="89927">
                  <c:v>0</c:v>
                </c:pt>
                <c:pt idx="89928">
                  <c:v>0</c:v>
                </c:pt>
                <c:pt idx="89929">
                  <c:v>0</c:v>
                </c:pt>
                <c:pt idx="89930">
                  <c:v>0</c:v>
                </c:pt>
                <c:pt idx="89931">
                  <c:v>0</c:v>
                </c:pt>
                <c:pt idx="89932">
                  <c:v>0</c:v>
                </c:pt>
                <c:pt idx="89933">
                  <c:v>0</c:v>
                </c:pt>
                <c:pt idx="89934">
                  <c:v>0</c:v>
                </c:pt>
                <c:pt idx="89935">
                  <c:v>0</c:v>
                </c:pt>
                <c:pt idx="89936">
                  <c:v>0</c:v>
                </c:pt>
                <c:pt idx="89937">
                  <c:v>0</c:v>
                </c:pt>
                <c:pt idx="89938">
                  <c:v>0</c:v>
                </c:pt>
                <c:pt idx="89939">
                  <c:v>0</c:v>
                </c:pt>
                <c:pt idx="89940">
                  <c:v>0</c:v>
                </c:pt>
                <c:pt idx="89941">
                  <c:v>0</c:v>
                </c:pt>
                <c:pt idx="89942">
                  <c:v>0</c:v>
                </c:pt>
                <c:pt idx="89943">
                  <c:v>0</c:v>
                </c:pt>
                <c:pt idx="89944">
                  <c:v>0</c:v>
                </c:pt>
                <c:pt idx="89945">
                  <c:v>0</c:v>
                </c:pt>
                <c:pt idx="89946">
                  <c:v>0</c:v>
                </c:pt>
                <c:pt idx="89947">
                  <c:v>0</c:v>
                </c:pt>
                <c:pt idx="89948">
                  <c:v>0</c:v>
                </c:pt>
                <c:pt idx="89949">
                  <c:v>0</c:v>
                </c:pt>
                <c:pt idx="89950">
                  <c:v>0</c:v>
                </c:pt>
                <c:pt idx="89951">
                  <c:v>0</c:v>
                </c:pt>
                <c:pt idx="89952">
                  <c:v>0</c:v>
                </c:pt>
                <c:pt idx="89953">
                  <c:v>0</c:v>
                </c:pt>
                <c:pt idx="89954">
                  <c:v>0</c:v>
                </c:pt>
                <c:pt idx="89955">
                  <c:v>0</c:v>
                </c:pt>
                <c:pt idx="89956">
                  <c:v>0</c:v>
                </c:pt>
                <c:pt idx="89957">
                  <c:v>0</c:v>
                </c:pt>
                <c:pt idx="89958">
                  <c:v>0</c:v>
                </c:pt>
                <c:pt idx="89959">
                  <c:v>0</c:v>
                </c:pt>
                <c:pt idx="89960">
                  <c:v>0</c:v>
                </c:pt>
                <c:pt idx="89961">
                  <c:v>0</c:v>
                </c:pt>
                <c:pt idx="89962">
                  <c:v>0</c:v>
                </c:pt>
                <c:pt idx="89963">
                  <c:v>0</c:v>
                </c:pt>
                <c:pt idx="89964">
                  <c:v>0</c:v>
                </c:pt>
                <c:pt idx="89965">
                  <c:v>0</c:v>
                </c:pt>
                <c:pt idx="89966">
                  <c:v>0</c:v>
                </c:pt>
                <c:pt idx="89967">
                  <c:v>0</c:v>
                </c:pt>
                <c:pt idx="89968">
                  <c:v>0</c:v>
                </c:pt>
                <c:pt idx="89969">
                  <c:v>0</c:v>
                </c:pt>
                <c:pt idx="89970">
                  <c:v>0</c:v>
                </c:pt>
                <c:pt idx="89971">
                  <c:v>0</c:v>
                </c:pt>
                <c:pt idx="89972">
                  <c:v>0</c:v>
                </c:pt>
                <c:pt idx="89973">
                  <c:v>0</c:v>
                </c:pt>
                <c:pt idx="89974">
                  <c:v>0</c:v>
                </c:pt>
                <c:pt idx="89975">
                  <c:v>0</c:v>
                </c:pt>
                <c:pt idx="89976">
                  <c:v>0</c:v>
                </c:pt>
                <c:pt idx="89977">
                  <c:v>0</c:v>
                </c:pt>
                <c:pt idx="89978">
                  <c:v>0</c:v>
                </c:pt>
                <c:pt idx="89979">
                  <c:v>0</c:v>
                </c:pt>
                <c:pt idx="89980">
                  <c:v>0</c:v>
                </c:pt>
                <c:pt idx="89981">
                  <c:v>0</c:v>
                </c:pt>
                <c:pt idx="89982">
                  <c:v>0</c:v>
                </c:pt>
                <c:pt idx="89983">
                  <c:v>0</c:v>
                </c:pt>
                <c:pt idx="89984">
                  <c:v>0</c:v>
                </c:pt>
                <c:pt idx="89985">
                  <c:v>0</c:v>
                </c:pt>
                <c:pt idx="89986">
                  <c:v>0</c:v>
                </c:pt>
                <c:pt idx="89987">
                  <c:v>0</c:v>
                </c:pt>
                <c:pt idx="89988">
                  <c:v>0</c:v>
                </c:pt>
                <c:pt idx="89989">
                  <c:v>0</c:v>
                </c:pt>
                <c:pt idx="89990">
                  <c:v>0</c:v>
                </c:pt>
                <c:pt idx="89991">
                  <c:v>0</c:v>
                </c:pt>
                <c:pt idx="89992">
                  <c:v>0</c:v>
                </c:pt>
                <c:pt idx="89993">
                  <c:v>0</c:v>
                </c:pt>
                <c:pt idx="89994">
                  <c:v>0</c:v>
                </c:pt>
                <c:pt idx="89995">
                  <c:v>0</c:v>
                </c:pt>
                <c:pt idx="89996">
                  <c:v>0</c:v>
                </c:pt>
                <c:pt idx="89997">
                  <c:v>0</c:v>
                </c:pt>
                <c:pt idx="89998">
                  <c:v>0</c:v>
                </c:pt>
                <c:pt idx="89999">
                  <c:v>0</c:v>
                </c:pt>
                <c:pt idx="90000">
                  <c:v>0</c:v>
                </c:pt>
                <c:pt idx="90001">
                  <c:v>0</c:v>
                </c:pt>
                <c:pt idx="90002">
                  <c:v>0</c:v>
                </c:pt>
                <c:pt idx="90003">
                  <c:v>0</c:v>
                </c:pt>
                <c:pt idx="90004">
                  <c:v>0</c:v>
                </c:pt>
                <c:pt idx="90005">
                  <c:v>0</c:v>
                </c:pt>
                <c:pt idx="90006">
                  <c:v>0</c:v>
                </c:pt>
                <c:pt idx="90007">
                  <c:v>0</c:v>
                </c:pt>
                <c:pt idx="90008">
                  <c:v>0</c:v>
                </c:pt>
                <c:pt idx="90009">
                  <c:v>0</c:v>
                </c:pt>
                <c:pt idx="90010">
                  <c:v>0</c:v>
                </c:pt>
                <c:pt idx="90011">
                  <c:v>0</c:v>
                </c:pt>
                <c:pt idx="90012">
                  <c:v>0</c:v>
                </c:pt>
                <c:pt idx="90013">
                  <c:v>0</c:v>
                </c:pt>
                <c:pt idx="90014">
                  <c:v>0</c:v>
                </c:pt>
                <c:pt idx="90015">
                  <c:v>0</c:v>
                </c:pt>
                <c:pt idx="90016">
                  <c:v>0</c:v>
                </c:pt>
                <c:pt idx="90017">
                  <c:v>0</c:v>
                </c:pt>
                <c:pt idx="90018">
                  <c:v>0</c:v>
                </c:pt>
                <c:pt idx="90019">
                  <c:v>0</c:v>
                </c:pt>
                <c:pt idx="90020">
                  <c:v>0</c:v>
                </c:pt>
                <c:pt idx="90021">
                  <c:v>0</c:v>
                </c:pt>
                <c:pt idx="90022">
                  <c:v>0</c:v>
                </c:pt>
                <c:pt idx="90023">
                  <c:v>0</c:v>
                </c:pt>
                <c:pt idx="90024">
                  <c:v>0</c:v>
                </c:pt>
                <c:pt idx="90025">
                  <c:v>0</c:v>
                </c:pt>
                <c:pt idx="90026">
                  <c:v>0</c:v>
                </c:pt>
                <c:pt idx="90027">
                  <c:v>0</c:v>
                </c:pt>
                <c:pt idx="90028">
                  <c:v>0</c:v>
                </c:pt>
                <c:pt idx="90029">
                  <c:v>0</c:v>
                </c:pt>
                <c:pt idx="90030">
                  <c:v>0</c:v>
                </c:pt>
                <c:pt idx="90031">
                  <c:v>0</c:v>
                </c:pt>
                <c:pt idx="90032">
                  <c:v>0</c:v>
                </c:pt>
                <c:pt idx="90033">
                  <c:v>0</c:v>
                </c:pt>
                <c:pt idx="90034">
                  <c:v>0</c:v>
                </c:pt>
                <c:pt idx="90035">
                  <c:v>0</c:v>
                </c:pt>
                <c:pt idx="90036">
                  <c:v>0</c:v>
                </c:pt>
                <c:pt idx="90037">
                  <c:v>0</c:v>
                </c:pt>
                <c:pt idx="90038">
                  <c:v>0</c:v>
                </c:pt>
                <c:pt idx="90039">
                  <c:v>0</c:v>
                </c:pt>
                <c:pt idx="90040">
                  <c:v>0</c:v>
                </c:pt>
                <c:pt idx="90041">
                  <c:v>0</c:v>
                </c:pt>
                <c:pt idx="90042">
                  <c:v>0</c:v>
                </c:pt>
                <c:pt idx="90043">
                  <c:v>0</c:v>
                </c:pt>
                <c:pt idx="90044">
                  <c:v>0</c:v>
                </c:pt>
                <c:pt idx="90045">
                  <c:v>0</c:v>
                </c:pt>
                <c:pt idx="90046">
                  <c:v>0</c:v>
                </c:pt>
                <c:pt idx="90047">
                  <c:v>0</c:v>
                </c:pt>
                <c:pt idx="90048">
                  <c:v>0</c:v>
                </c:pt>
                <c:pt idx="90049">
                  <c:v>0</c:v>
                </c:pt>
                <c:pt idx="90050">
                  <c:v>0</c:v>
                </c:pt>
                <c:pt idx="90051">
                  <c:v>0</c:v>
                </c:pt>
                <c:pt idx="90052">
                  <c:v>0</c:v>
                </c:pt>
                <c:pt idx="90053">
                  <c:v>0</c:v>
                </c:pt>
                <c:pt idx="90054">
                  <c:v>0</c:v>
                </c:pt>
                <c:pt idx="90055">
                  <c:v>0</c:v>
                </c:pt>
                <c:pt idx="90056">
                  <c:v>0</c:v>
                </c:pt>
                <c:pt idx="90057">
                  <c:v>0</c:v>
                </c:pt>
                <c:pt idx="90058">
                  <c:v>0</c:v>
                </c:pt>
                <c:pt idx="90059">
                  <c:v>0</c:v>
                </c:pt>
                <c:pt idx="90060">
                  <c:v>0</c:v>
                </c:pt>
                <c:pt idx="90061">
                  <c:v>0</c:v>
                </c:pt>
                <c:pt idx="90062">
                  <c:v>0</c:v>
                </c:pt>
                <c:pt idx="90063">
                  <c:v>0</c:v>
                </c:pt>
                <c:pt idx="90064">
                  <c:v>0</c:v>
                </c:pt>
                <c:pt idx="90065">
                  <c:v>0</c:v>
                </c:pt>
                <c:pt idx="90066">
                  <c:v>0</c:v>
                </c:pt>
                <c:pt idx="90067">
                  <c:v>0</c:v>
                </c:pt>
                <c:pt idx="90068">
                  <c:v>0</c:v>
                </c:pt>
                <c:pt idx="90069">
                  <c:v>0</c:v>
                </c:pt>
                <c:pt idx="90070">
                  <c:v>0</c:v>
                </c:pt>
                <c:pt idx="90071">
                  <c:v>0</c:v>
                </c:pt>
                <c:pt idx="90072">
                  <c:v>0</c:v>
                </c:pt>
                <c:pt idx="90073">
                  <c:v>0</c:v>
                </c:pt>
                <c:pt idx="90074">
                  <c:v>0</c:v>
                </c:pt>
                <c:pt idx="90075">
                  <c:v>0</c:v>
                </c:pt>
                <c:pt idx="90076">
                  <c:v>0</c:v>
                </c:pt>
                <c:pt idx="90077">
                  <c:v>0</c:v>
                </c:pt>
                <c:pt idx="90078">
                  <c:v>0</c:v>
                </c:pt>
                <c:pt idx="90079">
                  <c:v>0</c:v>
                </c:pt>
                <c:pt idx="90080">
                  <c:v>0</c:v>
                </c:pt>
                <c:pt idx="90081">
                  <c:v>0</c:v>
                </c:pt>
                <c:pt idx="90082">
                  <c:v>0</c:v>
                </c:pt>
                <c:pt idx="90083">
                  <c:v>0</c:v>
                </c:pt>
                <c:pt idx="90084">
                  <c:v>0</c:v>
                </c:pt>
                <c:pt idx="90085">
                  <c:v>0</c:v>
                </c:pt>
                <c:pt idx="90086">
                  <c:v>0</c:v>
                </c:pt>
                <c:pt idx="90087">
                  <c:v>0</c:v>
                </c:pt>
                <c:pt idx="90088">
                  <c:v>0</c:v>
                </c:pt>
                <c:pt idx="90089">
                  <c:v>0</c:v>
                </c:pt>
                <c:pt idx="90090">
                  <c:v>0</c:v>
                </c:pt>
                <c:pt idx="90091">
                  <c:v>0</c:v>
                </c:pt>
                <c:pt idx="90092">
                  <c:v>0</c:v>
                </c:pt>
                <c:pt idx="90093">
                  <c:v>0</c:v>
                </c:pt>
                <c:pt idx="90094">
                  <c:v>0</c:v>
                </c:pt>
                <c:pt idx="90095">
                  <c:v>0</c:v>
                </c:pt>
                <c:pt idx="90096">
                  <c:v>0</c:v>
                </c:pt>
                <c:pt idx="90097">
                  <c:v>0</c:v>
                </c:pt>
                <c:pt idx="90098">
                  <c:v>0</c:v>
                </c:pt>
                <c:pt idx="90099">
                  <c:v>0</c:v>
                </c:pt>
                <c:pt idx="90100">
                  <c:v>0</c:v>
                </c:pt>
                <c:pt idx="90101">
                  <c:v>0</c:v>
                </c:pt>
                <c:pt idx="90102">
                  <c:v>0</c:v>
                </c:pt>
                <c:pt idx="90103">
                  <c:v>0</c:v>
                </c:pt>
                <c:pt idx="90104">
                  <c:v>0</c:v>
                </c:pt>
                <c:pt idx="90105">
                  <c:v>0</c:v>
                </c:pt>
                <c:pt idx="90106">
                  <c:v>0</c:v>
                </c:pt>
                <c:pt idx="90107">
                  <c:v>0</c:v>
                </c:pt>
                <c:pt idx="90108">
                  <c:v>0</c:v>
                </c:pt>
                <c:pt idx="90109">
                  <c:v>0</c:v>
                </c:pt>
                <c:pt idx="90110">
                  <c:v>0</c:v>
                </c:pt>
                <c:pt idx="90111">
                  <c:v>0</c:v>
                </c:pt>
                <c:pt idx="90112">
                  <c:v>0</c:v>
                </c:pt>
                <c:pt idx="90113">
                  <c:v>0</c:v>
                </c:pt>
                <c:pt idx="90114">
                  <c:v>0</c:v>
                </c:pt>
                <c:pt idx="90115">
                  <c:v>0</c:v>
                </c:pt>
                <c:pt idx="90116">
                  <c:v>0</c:v>
                </c:pt>
                <c:pt idx="90117">
                  <c:v>0</c:v>
                </c:pt>
                <c:pt idx="90118">
                  <c:v>0</c:v>
                </c:pt>
                <c:pt idx="90119">
                  <c:v>0</c:v>
                </c:pt>
                <c:pt idx="90120">
                  <c:v>0</c:v>
                </c:pt>
                <c:pt idx="90121">
                  <c:v>0</c:v>
                </c:pt>
                <c:pt idx="90122">
                  <c:v>0</c:v>
                </c:pt>
                <c:pt idx="90123">
                  <c:v>0</c:v>
                </c:pt>
                <c:pt idx="90124">
                  <c:v>0</c:v>
                </c:pt>
                <c:pt idx="90125">
                  <c:v>0</c:v>
                </c:pt>
                <c:pt idx="90126">
                  <c:v>0</c:v>
                </c:pt>
                <c:pt idx="90127">
                  <c:v>0</c:v>
                </c:pt>
                <c:pt idx="90128">
                  <c:v>0</c:v>
                </c:pt>
                <c:pt idx="90129">
                  <c:v>0</c:v>
                </c:pt>
                <c:pt idx="90130">
                  <c:v>0</c:v>
                </c:pt>
                <c:pt idx="90131">
                  <c:v>0</c:v>
                </c:pt>
                <c:pt idx="90132">
                  <c:v>0</c:v>
                </c:pt>
                <c:pt idx="90133">
                  <c:v>0</c:v>
                </c:pt>
                <c:pt idx="90134">
                  <c:v>0</c:v>
                </c:pt>
                <c:pt idx="90135">
                  <c:v>0</c:v>
                </c:pt>
                <c:pt idx="90136">
                  <c:v>0</c:v>
                </c:pt>
                <c:pt idx="90137">
                  <c:v>0</c:v>
                </c:pt>
                <c:pt idx="90138">
                  <c:v>0</c:v>
                </c:pt>
                <c:pt idx="90139">
                  <c:v>0</c:v>
                </c:pt>
                <c:pt idx="90140">
                  <c:v>0</c:v>
                </c:pt>
                <c:pt idx="90141">
                  <c:v>0</c:v>
                </c:pt>
                <c:pt idx="90142">
                  <c:v>0</c:v>
                </c:pt>
                <c:pt idx="90143">
                  <c:v>0</c:v>
                </c:pt>
                <c:pt idx="90144">
                  <c:v>0</c:v>
                </c:pt>
                <c:pt idx="90145">
                  <c:v>0</c:v>
                </c:pt>
                <c:pt idx="90146">
                  <c:v>0</c:v>
                </c:pt>
                <c:pt idx="90147">
                  <c:v>0</c:v>
                </c:pt>
                <c:pt idx="90148">
                  <c:v>0</c:v>
                </c:pt>
                <c:pt idx="90149">
                  <c:v>0</c:v>
                </c:pt>
                <c:pt idx="90150">
                  <c:v>0</c:v>
                </c:pt>
                <c:pt idx="90151">
                  <c:v>0</c:v>
                </c:pt>
                <c:pt idx="90152">
                  <c:v>0</c:v>
                </c:pt>
                <c:pt idx="90153">
                  <c:v>0</c:v>
                </c:pt>
                <c:pt idx="90154">
                  <c:v>0</c:v>
                </c:pt>
                <c:pt idx="90155">
                  <c:v>0</c:v>
                </c:pt>
                <c:pt idx="90156">
                  <c:v>0</c:v>
                </c:pt>
                <c:pt idx="90157">
                  <c:v>0</c:v>
                </c:pt>
                <c:pt idx="90158">
                  <c:v>0</c:v>
                </c:pt>
                <c:pt idx="90159">
                  <c:v>0</c:v>
                </c:pt>
                <c:pt idx="90160">
                  <c:v>0</c:v>
                </c:pt>
                <c:pt idx="90161">
                  <c:v>0</c:v>
                </c:pt>
                <c:pt idx="90162">
                  <c:v>0</c:v>
                </c:pt>
                <c:pt idx="90163">
                  <c:v>0</c:v>
                </c:pt>
                <c:pt idx="90164">
                  <c:v>0</c:v>
                </c:pt>
                <c:pt idx="90165">
                  <c:v>0</c:v>
                </c:pt>
                <c:pt idx="90166">
                  <c:v>0</c:v>
                </c:pt>
                <c:pt idx="90167">
                  <c:v>0</c:v>
                </c:pt>
                <c:pt idx="90168">
                  <c:v>0</c:v>
                </c:pt>
                <c:pt idx="90169">
                  <c:v>0</c:v>
                </c:pt>
                <c:pt idx="90170">
                  <c:v>0</c:v>
                </c:pt>
                <c:pt idx="90171">
                  <c:v>0</c:v>
                </c:pt>
                <c:pt idx="90172">
                  <c:v>0</c:v>
                </c:pt>
                <c:pt idx="90173">
                  <c:v>0</c:v>
                </c:pt>
                <c:pt idx="90174">
                  <c:v>0</c:v>
                </c:pt>
                <c:pt idx="90175">
                  <c:v>0</c:v>
                </c:pt>
                <c:pt idx="90176">
                  <c:v>0</c:v>
                </c:pt>
                <c:pt idx="90177">
                  <c:v>0</c:v>
                </c:pt>
                <c:pt idx="90178">
                  <c:v>0</c:v>
                </c:pt>
                <c:pt idx="90179">
                  <c:v>0</c:v>
                </c:pt>
                <c:pt idx="90180">
                  <c:v>0</c:v>
                </c:pt>
                <c:pt idx="90181">
                  <c:v>0</c:v>
                </c:pt>
                <c:pt idx="90182">
                  <c:v>0</c:v>
                </c:pt>
                <c:pt idx="90183">
                  <c:v>0</c:v>
                </c:pt>
                <c:pt idx="90184">
                  <c:v>0</c:v>
                </c:pt>
                <c:pt idx="90185">
                  <c:v>0</c:v>
                </c:pt>
                <c:pt idx="90186">
                  <c:v>0</c:v>
                </c:pt>
                <c:pt idx="90187">
                  <c:v>0</c:v>
                </c:pt>
                <c:pt idx="90188">
                  <c:v>0</c:v>
                </c:pt>
                <c:pt idx="90189">
                  <c:v>0</c:v>
                </c:pt>
                <c:pt idx="90190">
                  <c:v>0</c:v>
                </c:pt>
                <c:pt idx="90191">
                  <c:v>0</c:v>
                </c:pt>
                <c:pt idx="90192">
                  <c:v>0</c:v>
                </c:pt>
                <c:pt idx="90193">
                  <c:v>0</c:v>
                </c:pt>
                <c:pt idx="90194">
                  <c:v>0</c:v>
                </c:pt>
                <c:pt idx="90195">
                  <c:v>0</c:v>
                </c:pt>
                <c:pt idx="90196">
                  <c:v>0</c:v>
                </c:pt>
                <c:pt idx="90197">
                  <c:v>0</c:v>
                </c:pt>
                <c:pt idx="90198">
                  <c:v>0</c:v>
                </c:pt>
                <c:pt idx="90199">
                  <c:v>0</c:v>
                </c:pt>
                <c:pt idx="90200">
                  <c:v>0</c:v>
                </c:pt>
                <c:pt idx="90201">
                  <c:v>0</c:v>
                </c:pt>
                <c:pt idx="90202">
                  <c:v>0</c:v>
                </c:pt>
                <c:pt idx="90203">
                  <c:v>0</c:v>
                </c:pt>
                <c:pt idx="90204">
                  <c:v>0</c:v>
                </c:pt>
                <c:pt idx="90205">
                  <c:v>0</c:v>
                </c:pt>
                <c:pt idx="90206">
                  <c:v>0</c:v>
                </c:pt>
                <c:pt idx="90207">
                  <c:v>0</c:v>
                </c:pt>
                <c:pt idx="90208">
                  <c:v>0</c:v>
                </c:pt>
                <c:pt idx="90209">
                  <c:v>0</c:v>
                </c:pt>
                <c:pt idx="90210">
                  <c:v>0</c:v>
                </c:pt>
                <c:pt idx="90211">
                  <c:v>0</c:v>
                </c:pt>
                <c:pt idx="90212">
                  <c:v>0</c:v>
                </c:pt>
                <c:pt idx="90213">
                  <c:v>0</c:v>
                </c:pt>
                <c:pt idx="90214">
                  <c:v>0</c:v>
                </c:pt>
                <c:pt idx="90215">
                  <c:v>0</c:v>
                </c:pt>
                <c:pt idx="90216">
                  <c:v>0</c:v>
                </c:pt>
                <c:pt idx="90217">
                  <c:v>0</c:v>
                </c:pt>
                <c:pt idx="90218">
                  <c:v>0</c:v>
                </c:pt>
                <c:pt idx="90219">
                  <c:v>0</c:v>
                </c:pt>
                <c:pt idx="90220">
                  <c:v>0</c:v>
                </c:pt>
                <c:pt idx="90221">
                  <c:v>0</c:v>
                </c:pt>
                <c:pt idx="90222">
                  <c:v>0</c:v>
                </c:pt>
                <c:pt idx="90223">
                  <c:v>0</c:v>
                </c:pt>
                <c:pt idx="90224">
                  <c:v>0</c:v>
                </c:pt>
                <c:pt idx="90225">
                  <c:v>0</c:v>
                </c:pt>
                <c:pt idx="90226">
                  <c:v>0</c:v>
                </c:pt>
                <c:pt idx="90227">
                  <c:v>0</c:v>
                </c:pt>
                <c:pt idx="90228">
                  <c:v>0</c:v>
                </c:pt>
                <c:pt idx="90229">
                  <c:v>0</c:v>
                </c:pt>
                <c:pt idx="90230">
                  <c:v>0</c:v>
                </c:pt>
                <c:pt idx="90231">
                  <c:v>0</c:v>
                </c:pt>
                <c:pt idx="90232">
                  <c:v>0</c:v>
                </c:pt>
                <c:pt idx="90233">
                  <c:v>0</c:v>
                </c:pt>
                <c:pt idx="90234">
                  <c:v>0</c:v>
                </c:pt>
                <c:pt idx="90235">
                  <c:v>0</c:v>
                </c:pt>
                <c:pt idx="90236">
                  <c:v>0</c:v>
                </c:pt>
                <c:pt idx="90237">
                  <c:v>0</c:v>
                </c:pt>
                <c:pt idx="90238">
                  <c:v>0</c:v>
                </c:pt>
                <c:pt idx="90239">
                  <c:v>0</c:v>
                </c:pt>
                <c:pt idx="90240">
                  <c:v>0</c:v>
                </c:pt>
                <c:pt idx="90241">
                  <c:v>0</c:v>
                </c:pt>
                <c:pt idx="90242">
                  <c:v>0</c:v>
                </c:pt>
                <c:pt idx="90243">
                  <c:v>0</c:v>
                </c:pt>
                <c:pt idx="90244">
                  <c:v>0</c:v>
                </c:pt>
                <c:pt idx="90245">
                  <c:v>0</c:v>
                </c:pt>
                <c:pt idx="90246">
                  <c:v>0</c:v>
                </c:pt>
                <c:pt idx="90247">
                  <c:v>0</c:v>
                </c:pt>
                <c:pt idx="90248">
                  <c:v>0</c:v>
                </c:pt>
                <c:pt idx="90249">
                  <c:v>0</c:v>
                </c:pt>
                <c:pt idx="90250">
                  <c:v>0</c:v>
                </c:pt>
                <c:pt idx="90251">
                  <c:v>0</c:v>
                </c:pt>
                <c:pt idx="90252">
                  <c:v>0</c:v>
                </c:pt>
                <c:pt idx="90253">
                  <c:v>0</c:v>
                </c:pt>
                <c:pt idx="90254">
                  <c:v>0</c:v>
                </c:pt>
                <c:pt idx="90255">
                  <c:v>0</c:v>
                </c:pt>
                <c:pt idx="90256">
                  <c:v>0</c:v>
                </c:pt>
                <c:pt idx="90257">
                  <c:v>0</c:v>
                </c:pt>
                <c:pt idx="90258">
                  <c:v>0</c:v>
                </c:pt>
                <c:pt idx="90259">
                  <c:v>0</c:v>
                </c:pt>
                <c:pt idx="90260">
                  <c:v>0</c:v>
                </c:pt>
                <c:pt idx="90261">
                  <c:v>0</c:v>
                </c:pt>
                <c:pt idx="90262">
                  <c:v>0</c:v>
                </c:pt>
                <c:pt idx="90263">
                  <c:v>0</c:v>
                </c:pt>
                <c:pt idx="90264">
                  <c:v>0</c:v>
                </c:pt>
                <c:pt idx="90265">
                  <c:v>0</c:v>
                </c:pt>
                <c:pt idx="90266">
                  <c:v>0</c:v>
                </c:pt>
                <c:pt idx="90267">
                  <c:v>0</c:v>
                </c:pt>
                <c:pt idx="90268">
                  <c:v>0</c:v>
                </c:pt>
                <c:pt idx="90269">
                  <c:v>0</c:v>
                </c:pt>
                <c:pt idx="90270">
                  <c:v>0</c:v>
                </c:pt>
                <c:pt idx="90271">
                  <c:v>0</c:v>
                </c:pt>
                <c:pt idx="90272">
                  <c:v>0</c:v>
                </c:pt>
                <c:pt idx="90273">
                  <c:v>0</c:v>
                </c:pt>
                <c:pt idx="90274">
                  <c:v>0</c:v>
                </c:pt>
                <c:pt idx="90275">
                  <c:v>0</c:v>
                </c:pt>
                <c:pt idx="90276">
                  <c:v>0</c:v>
                </c:pt>
                <c:pt idx="90277">
                  <c:v>0</c:v>
                </c:pt>
                <c:pt idx="90278">
                  <c:v>0</c:v>
                </c:pt>
                <c:pt idx="90279">
                  <c:v>0</c:v>
                </c:pt>
                <c:pt idx="90280">
                  <c:v>0</c:v>
                </c:pt>
                <c:pt idx="90281">
                  <c:v>0</c:v>
                </c:pt>
                <c:pt idx="90282">
                  <c:v>0</c:v>
                </c:pt>
                <c:pt idx="90283">
                  <c:v>0</c:v>
                </c:pt>
                <c:pt idx="90284">
                  <c:v>0</c:v>
                </c:pt>
                <c:pt idx="90285">
                  <c:v>0</c:v>
                </c:pt>
                <c:pt idx="90286">
                  <c:v>0</c:v>
                </c:pt>
                <c:pt idx="90287">
                  <c:v>0</c:v>
                </c:pt>
                <c:pt idx="90288">
                  <c:v>0</c:v>
                </c:pt>
                <c:pt idx="90289">
                  <c:v>0</c:v>
                </c:pt>
                <c:pt idx="90290">
                  <c:v>0</c:v>
                </c:pt>
                <c:pt idx="90291">
                  <c:v>0</c:v>
                </c:pt>
                <c:pt idx="90292">
                  <c:v>0</c:v>
                </c:pt>
                <c:pt idx="90293">
                  <c:v>0</c:v>
                </c:pt>
                <c:pt idx="90294">
                  <c:v>0</c:v>
                </c:pt>
                <c:pt idx="90295">
                  <c:v>0</c:v>
                </c:pt>
                <c:pt idx="90296">
                  <c:v>0</c:v>
                </c:pt>
                <c:pt idx="90297">
                  <c:v>0</c:v>
                </c:pt>
                <c:pt idx="90298">
                  <c:v>0</c:v>
                </c:pt>
                <c:pt idx="90299">
                  <c:v>0</c:v>
                </c:pt>
                <c:pt idx="90300">
                  <c:v>0</c:v>
                </c:pt>
                <c:pt idx="90301">
                  <c:v>0</c:v>
                </c:pt>
                <c:pt idx="90302">
                  <c:v>0</c:v>
                </c:pt>
                <c:pt idx="90303">
                  <c:v>0</c:v>
                </c:pt>
                <c:pt idx="90304">
                  <c:v>0</c:v>
                </c:pt>
                <c:pt idx="90305">
                  <c:v>0</c:v>
                </c:pt>
                <c:pt idx="90306">
                  <c:v>0</c:v>
                </c:pt>
                <c:pt idx="90307">
                  <c:v>0</c:v>
                </c:pt>
                <c:pt idx="90308">
                  <c:v>0</c:v>
                </c:pt>
                <c:pt idx="90309">
                  <c:v>0</c:v>
                </c:pt>
                <c:pt idx="90310">
                  <c:v>0</c:v>
                </c:pt>
                <c:pt idx="90311">
                  <c:v>0</c:v>
                </c:pt>
                <c:pt idx="90312">
                  <c:v>0</c:v>
                </c:pt>
                <c:pt idx="90313">
                  <c:v>0</c:v>
                </c:pt>
                <c:pt idx="90314">
                  <c:v>0</c:v>
                </c:pt>
                <c:pt idx="90315">
                  <c:v>0</c:v>
                </c:pt>
                <c:pt idx="90316">
                  <c:v>0</c:v>
                </c:pt>
                <c:pt idx="90317">
                  <c:v>0</c:v>
                </c:pt>
                <c:pt idx="90318">
                  <c:v>0</c:v>
                </c:pt>
                <c:pt idx="90319">
                  <c:v>0</c:v>
                </c:pt>
                <c:pt idx="90320">
                  <c:v>0</c:v>
                </c:pt>
                <c:pt idx="90321">
                  <c:v>0</c:v>
                </c:pt>
                <c:pt idx="90322">
                  <c:v>0</c:v>
                </c:pt>
                <c:pt idx="90323">
                  <c:v>0</c:v>
                </c:pt>
                <c:pt idx="90324">
                  <c:v>0</c:v>
                </c:pt>
                <c:pt idx="90325">
                  <c:v>0</c:v>
                </c:pt>
                <c:pt idx="90326">
                  <c:v>0</c:v>
                </c:pt>
                <c:pt idx="90327">
                  <c:v>0</c:v>
                </c:pt>
                <c:pt idx="90328">
                  <c:v>0</c:v>
                </c:pt>
                <c:pt idx="90329">
                  <c:v>0</c:v>
                </c:pt>
                <c:pt idx="90330">
                  <c:v>0</c:v>
                </c:pt>
                <c:pt idx="90331">
                  <c:v>0</c:v>
                </c:pt>
                <c:pt idx="90332">
                  <c:v>0</c:v>
                </c:pt>
                <c:pt idx="90333">
                  <c:v>0</c:v>
                </c:pt>
                <c:pt idx="90334">
                  <c:v>0</c:v>
                </c:pt>
                <c:pt idx="90335">
                  <c:v>0</c:v>
                </c:pt>
                <c:pt idx="90336">
                  <c:v>0</c:v>
                </c:pt>
                <c:pt idx="90337">
                  <c:v>0</c:v>
                </c:pt>
                <c:pt idx="90338">
                  <c:v>0</c:v>
                </c:pt>
                <c:pt idx="90339">
                  <c:v>0</c:v>
                </c:pt>
                <c:pt idx="90340">
                  <c:v>0</c:v>
                </c:pt>
                <c:pt idx="90341">
                  <c:v>0</c:v>
                </c:pt>
                <c:pt idx="90342">
                  <c:v>0</c:v>
                </c:pt>
                <c:pt idx="90343">
                  <c:v>0</c:v>
                </c:pt>
                <c:pt idx="90344">
                  <c:v>0</c:v>
                </c:pt>
                <c:pt idx="90345">
                  <c:v>0</c:v>
                </c:pt>
                <c:pt idx="90346">
                  <c:v>0</c:v>
                </c:pt>
                <c:pt idx="90347">
                  <c:v>0</c:v>
                </c:pt>
                <c:pt idx="90348">
                  <c:v>0</c:v>
                </c:pt>
                <c:pt idx="90349">
                  <c:v>0</c:v>
                </c:pt>
                <c:pt idx="90350">
                  <c:v>0</c:v>
                </c:pt>
                <c:pt idx="90351">
                  <c:v>0</c:v>
                </c:pt>
                <c:pt idx="90352">
                  <c:v>0</c:v>
                </c:pt>
                <c:pt idx="90353">
                  <c:v>0</c:v>
                </c:pt>
                <c:pt idx="90354">
                  <c:v>0</c:v>
                </c:pt>
                <c:pt idx="90355">
                  <c:v>0</c:v>
                </c:pt>
                <c:pt idx="90356">
                  <c:v>0</c:v>
                </c:pt>
                <c:pt idx="90357">
                  <c:v>0</c:v>
                </c:pt>
                <c:pt idx="90358">
                  <c:v>0</c:v>
                </c:pt>
                <c:pt idx="90359">
                  <c:v>0</c:v>
                </c:pt>
                <c:pt idx="90360">
                  <c:v>0</c:v>
                </c:pt>
                <c:pt idx="90361">
                  <c:v>0</c:v>
                </c:pt>
                <c:pt idx="90362">
                  <c:v>0</c:v>
                </c:pt>
                <c:pt idx="90363">
                  <c:v>0</c:v>
                </c:pt>
                <c:pt idx="90364">
                  <c:v>0</c:v>
                </c:pt>
                <c:pt idx="90365">
                  <c:v>0</c:v>
                </c:pt>
                <c:pt idx="90366">
                  <c:v>0</c:v>
                </c:pt>
                <c:pt idx="90367">
                  <c:v>0</c:v>
                </c:pt>
                <c:pt idx="90368">
                  <c:v>0</c:v>
                </c:pt>
                <c:pt idx="90369">
                  <c:v>0</c:v>
                </c:pt>
                <c:pt idx="90370">
                  <c:v>0</c:v>
                </c:pt>
                <c:pt idx="90371">
                  <c:v>0</c:v>
                </c:pt>
                <c:pt idx="90372">
                  <c:v>0</c:v>
                </c:pt>
                <c:pt idx="90373">
                  <c:v>0</c:v>
                </c:pt>
                <c:pt idx="90374">
                  <c:v>0</c:v>
                </c:pt>
                <c:pt idx="90375">
                  <c:v>0</c:v>
                </c:pt>
                <c:pt idx="90376">
                  <c:v>0</c:v>
                </c:pt>
                <c:pt idx="90377">
                  <c:v>0</c:v>
                </c:pt>
                <c:pt idx="90378">
                  <c:v>0</c:v>
                </c:pt>
                <c:pt idx="90379">
                  <c:v>0</c:v>
                </c:pt>
                <c:pt idx="90380">
                  <c:v>0</c:v>
                </c:pt>
                <c:pt idx="90381">
                  <c:v>0</c:v>
                </c:pt>
                <c:pt idx="90382">
                  <c:v>0</c:v>
                </c:pt>
                <c:pt idx="90383">
                  <c:v>0</c:v>
                </c:pt>
                <c:pt idx="90384">
                  <c:v>0</c:v>
                </c:pt>
                <c:pt idx="90385">
                  <c:v>0</c:v>
                </c:pt>
                <c:pt idx="90386">
                  <c:v>0</c:v>
                </c:pt>
                <c:pt idx="90387">
                  <c:v>0</c:v>
                </c:pt>
                <c:pt idx="90388">
                  <c:v>0</c:v>
                </c:pt>
                <c:pt idx="90389">
                  <c:v>0</c:v>
                </c:pt>
                <c:pt idx="90390">
                  <c:v>0</c:v>
                </c:pt>
                <c:pt idx="90391">
                  <c:v>0</c:v>
                </c:pt>
                <c:pt idx="90392">
                  <c:v>0</c:v>
                </c:pt>
                <c:pt idx="90393">
                  <c:v>0</c:v>
                </c:pt>
                <c:pt idx="90394">
                  <c:v>0</c:v>
                </c:pt>
                <c:pt idx="90395">
                  <c:v>0</c:v>
                </c:pt>
                <c:pt idx="90396">
                  <c:v>0</c:v>
                </c:pt>
                <c:pt idx="90397">
                  <c:v>0</c:v>
                </c:pt>
                <c:pt idx="90398">
                  <c:v>0</c:v>
                </c:pt>
                <c:pt idx="90399">
                  <c:v>0</c:v>
                </c:pt>
                <c:pt idx="90400">
                  <c:v>0</c:v>
                </c:pt>
                <c:pt idx="90401">
                  <c:v>0</c:v>
                </c:pt>
                <c:pt idx="90402">
                  <c:v>0</c:v>
                </c:pt>
                <c:pt idx="90403">
                  <c:v>0</c:v>
                </c:pt>
                <c:pt idx="90404">
                  <c:v>0</c:v>
                </c:pt>
                <c:pt idx="90405">
                  <c:v>0</c:v>
                </c:pt>
                <c:pt idx="90406">
                  <c:v>0</c:v>
                </c:pt>
                <c:pt idx="90407">
                  <c:v>0</c:v>
                </c:pt>
                <c:pt idx="90408">
                  <c:v>0</c:v>
                </c:pt>
                <c:pt idx="90409">
                  <c:v>0</c:v>
                </c:pt>
                <c:pt idx="90410">
                  <c:v>0</c:v>
                </c:pt>
                <c:pt idx="90411">
                  <c:v>0</c:v>
                </c:pt>
                <c:pt idx="90412">
                  <c:v>0</c:v>
                </c:pt>
                <c:pt idx="90413">
                  <c:v>0</c:v>
                </c:pt>
                <c:pt idx="90414">
                  <c:v>0</c:v>
                </c:pt>
                <c:pt idx="90415">
                  <c:v>0</c:v>
                </c:pt>
                <c:pt idx="90416">
                  <c:v>0</c:v>
                </c:pt>
                <c:pt idx="90417">
                  <c:v>0</c:v>
                </c:pt>
                <c:pt idx="90418">
                  <c:v>0</c:v>
                </c:pt>
                <c:pt idx="90419">
                  <c:v>0</c:v>
                </c:pt>
                <c:pt idx="90420">
                  <c:v>0</c:v>
                </c:pt>
                <c:pt idx="90421">
                  <c:v>0</c:v>
                </c:pt>
                <c:pt idx="90422">
                  <c:v>0</c:v>
                </c:pt>
                <c:pt idx="90423">
                  <c:v>0</c:v>
                </c:pt>
                <c:pt idx="90424">
                  <c:v>0</c:v>
                </c:pt>
                <c:pt idx="90425">
                  <c:v>0</c:v>
                </c:pt>
                <c:pt idx="90426">
                  <c:v>0</c:v>
                </c:pt>
                <c:pt idx="90427">
                  <c:v>0</c:v>
                </c:pt>
                <c:pt idx="90428">
                  <c:v>0</c:v>
                </c:pt>
                <c:pt idx="90429">
                  <c:v>0</c:v>
                </c:pt>
                <c:pt idx="90430">
                  <c:v>0</c:v>
                </c:pt>
                <c:pt idx="90431">
                  <c:v>0</c:v>
                </c:pt>
                <c:pt idx="90432">
                  <c:v>0</c:v>
                </c:pt>
                <c:pt idx="90433">
                  <c:v>0</c:v>
                </c:pt>
                <c:pt idx="90434">
                  <c:v>0</c:v>
                </c:pt>
                <c:pt idx="90435">
                  <c:v>0</c:v>
                </c:pt>
                <c:pt idx="90436">
                  <c:v>0</c:v>
                </c:pt>
                <c:pt idx="90437">
                  <c:v>0</c:v>
                </c:pt>
                <c:pt idx="90438">
                  <c:v>0</c:v>
                </c:pt>
                <c:pt idx="90439">
                  <c:v>0</c:v>
                </c:pt>
                <c:pt idx="90440">
                  <c:v>0</c:v>
                </c:pt>
                <c:pt idx="90441">
                  <c:v>0</c:v>
                </c:pt>
                <c:pt idx="90442">
                  <c:v>0</c:v>
                </c:pt>
                <c:pt idx="90443">
                  <c:v>0</c:v>
                </c:pt>
                <c:pt idx="90444">
                  <c:v>0</c:v>
                </c:pt>
                <c:pt idx="90445">
                  <c:v>0</c:v>
                </c:pt>
                <c:pt idx="90446">
                  <c:v>0</c:v>
                </c:pt>
                <c:pt idx="90447">
                  <c:v>0</c:v>
                </c:pt>
                <c:pt idx="90448">
                  <c:v>0</c:v>
                </c:pt>
                <c:pt idx="90449">
                  <c:v>0</c:v>
                </c:pt>
                <c:pt idx="90450">
                  <c:v>0</c:v>
                </c:pt>
                <c:pt idx="90451">
                  <c:v>0</c:v>
                </c:pt>
                <c:pt idx="90452">
                  <c:v>0</c:v>
                </c:pt>
                <c:pt idx="90453">
                  <c:v>0</c:v>
                </c:pt>
                <c:pt idx="90454">
                  <c:v>0</c:v>
                </c:pt>
                <c:pt idx="90455">
                  <c:v>0</c:v>
                </c:pt>
                <c:pt idx="90456">
                  <c:v>0</c:v>
                </c:pt>
                <c:pt idx="90457">
                  <c:v>0</c:v>
                </c:pt>
                <c:pt idx="90458">
                  <c:v>0</c:v>
                </c:pt>
                <c:pt idx="90459">
                  <c:v>0</c:v>
                </c:pt>
                <c:pt idx="90460">
                  <c:v>0</c:v>
                </c:pt>
                <c:pt idx="90461">
                  <c:v>0</c:v>
                </c:pt>
                <c:pt idx="90462">
                  <c:v>0</c:v>
                </c:pt>
                <c:pt idx="90463">
                  <c:v>0</c:v>
                </c:pt>
                <c:pt idx="90464">
                  <c:v>0</c:v>
                </c:pt>
                <c:pt idx="90465">
                  <c:v>0</c:v>
                </c:pt>
                <c:pt idx="90466">
                  <c:v>0</c:v>
                </c:pt>
                <c:pt idx="90467">
                  <c:v>0</c:v>
                </c:pt>
                <c:pt idx="90468">
                  <c:v>0</c:v>
                </c:pt>
                <c:pt idx="90469">
                  <c:v>0</c:v>
                </c:pt>
                <c:pt idx="90470">
                  <c:v>0</c:v>
                </c:pt>
                <c:pt idx="90471">
                  <c:v>0</c:v>
                </c:pt>
                <c:pt idx="90472">
                  <c:v>0</c:v>
                </c:pt>
                <c:pt idx="90473">
                  <c:v>0</c:v>
                </c:pt>
                <c:pt idx="90474">
                  <c:v>0</c:v>
                </c:pt>
                <c:pt idx="90475">
                  <c:v>0</c:v>
                </c:pt>
                <c:pt idx="90476">
                  <c:v>0</c:v>
                </c:pt>
                <c:pt idx="90477">
                  <c:v>0</c:v>
                </c:pt>
                <c:pt idx="90478">
                  <c:v>0</c:v>
                </c:pt>
                <c:pt idx="90479">
                  <c:v>0</c:v>
                </c:pt>
                <c:pt idx="90480">
                  <c:v>0</c:v>
                </c:pt>
                <c:pt idx="90481">
                  <c:v>0</c:v>
                </c:pt>
                <c:pt idx="90482">
                  <c:v>0</c:v>
                </c:pt>
                <c:pt idx="90483">
                  <c:v>0</c:v>
                </c:pt>
                <c:pt idx="90484">
                  <c:v>0</c:v>
                </c:pt>
                <c:pt idx="90485">
                  <c:v>0</c:v>
                </c:pt>
                <c:pt idx="90486">
                  <c:v>0</c:v>
                </c:pt>
                <c:pt idx="90487">
                  <c:v>0</c:v>
                </c:pt>
                <c:pt idx="90488">
                  <c:v>0</c:v>
                </c:pt>
                <c:pt idx="90489">
                  <c:v>0</c:v>
                </c:pt>
                <c:pt idx="90490">
                  <c:v>0</c:v>
                </c:pt>
                <c:pt idx="90491">
                  <c:v>0</c:v>
                </c:pt>
                <c:pt idx="90492">
                  <c:v>0</c:v>
                </c:pt>
                <c:pt idx="90493">
                  <c:v>0</c:v>
                </c:pt>
                <c:pt idx="90494">
                  <c:v>0</c:v>
                </c:pt>
                <c:pt idx="90495">
                  <c:v>0</c:v>
                </c:pt>
                <c:pt idx="90496">
                  <c:v>0</c:v>
                </c:pt>
                <c:pt idx="90497">
                  <c:v>0</c:v>
                </c:pt>
                <c:pt idx="90498">
                  <c:v>0</c:v>
                </c:pt>
                <c:pt idx="90499">
                  <c:v>0</c:v>
                </c:pt>
                <c:pt idx="90500">
                  <c:v>0</c:v>
                </c:pt>
                <c:pt idx="90501">
                  <c:v>0</c:v>
                </c:pt>
                <c:pt idx="90502">
                  <c:v>0</c:v>
                </c:pt>
                <c:pt idx="90503">
                  <c:v>0</c:v>
                </c:pt>
                <c:pt idx="90504">
                  <c:v>0</c:v>
                </c:pt>
                <c:pt idx="90505">
                  <c:v>0</c:v>
                </c:pt>
                <c:pt idx="90506">
                  <c:v>0</c:v>
                </c:pt>
                <c:pt idx="90507">
                  <c:v>0</c:v>
                </c:pt>
                <c:pt idx="90508">
                  <c:v>0</c:v>
                </c:pt>
                <c:pt idx="90509">
                  <c:v>0</c:v>
                </c:pt>
                <c:pt idx="90510">
                  <c:v>0</c:v>
                </c:pt>
                <c:pt idx="90511">
                  <c:v>0</c:v>
                </c:pt>
                <c:pt idx="90512">
                  <c:v>0</c:v>
                </c:pt>
                <c:pt idx="90513">
                  <c:v>0</c:v>
                </c:pt>
                <c:pt idx="90514">
                  <c:v>0</c:v>
                </c:pt>
                <c:pt idx="90515">
                  <c:v>0</c:v>
                </c:pt>
                <c:pt idx="90516">
                  <c:v>0</c:v>
                </c:pt>
                <c:pt idx="90517">
                  <c:v>0</c:v>
                </c:pt>
                <c:pt idx="90518">
                  <c:v>0</c:v>
                </c:pt>
                <c:pt idx="90519">
                  <c:v>0</c:v>
                </c:pt>
                <c:pt idx="90520">
                  <c:v>0</c:v>
                </c:pt>
                <c:pt idx="90521">
                  <c:v>0</c:v>
                </c:pt>
                <c:pt idx="90522">
                  <c:v>0</c:v>
                </c:pt>
                <c:pt idx="90523">
                  <c:v>0</c:v>
                </c:pt>
                <c:pt idx="90524">
                  <c:v>0</c:v>
                </c:pt>
                <c:pt idx="90525">
                  <c:v>0</c:v>
                </c:pt>
                <c:pt idx="90526">
                  <c:v>0</c:v>
                </c:pt>
                <c:pt idx="90527">
                  <c:v>0</c:v>
                </c:pt>
                <c:pt idx="90528">
                  <c:v>0</c:v>
                </c:pt>
                <c:pt idx="90529">
                  <c:v>0</c:v>
                </c:pt>
                <c:pt idx="90530">
                  <c:v>0</c:v>
                </c:pt>
                <c:pt idx="90531">
                  <c:v>0</c:v>
                </c:pt>
                <c:pt idx="90532">
                  <c:v>0</c:v>
                </c:pt>
                <c:pt idx="90533">
                  <c:v>0</c:v>
                </c:pt>
                <c:pt idx="90534">
                  <c:v>0</c:v>
                </c:pt>
                <c:pt idx="90535">
                  <c:v>0</c:v>
                </c:pt>
                <c:pt idx="90536">
                  <c:v>0</c:v>
                </c:pt>
                <c:pt idx="90537">
                  <c:v>0</c:v>
                </c:pt>
                <c:pt idx="90538">
                  <c:v>0</c:v>
                </c:pt>
                <c:pt idx="90539">
                  <c:v>0</c:v>
                </c:pt>
                <c:pt idx="90540">
                  <c:v>0</c:v>
                </c:pt>
                <c:pt idx="90541">
                  <c:v>0</c:v>
                </c:pt>
                <c:pt idx="90542">
                  <c:v>0</c:v>
                </c:pt>
                <c:pt idx="90543">
                  <c:v>0</c:v>
                </c:pt>
                <c:pt idx="90544">
                  <c:v>0</c:v>
                </c:pt>
                <c:pt idx="90545">
                  <c:v>0</c:v>
                </c:pt>
                <c:pt idx="90546">
                  <c:v>0</c:v>
                </c:pt>
                <c:pt idx="90547">
                  <c:v>0</c:v>
                </c:pt>
                <c:pt idx="90548">
                  <c:v>0</c:v>
                </c:pt>
                <c:pt idx="90549">
                  <c:v>0</c:v>
                </c:pt>
                <c:pt idx="90550">
                  <c:v>0</c:v>
                </c:pt>
                <c:pt idx="90551">
                  <c:v>0</c:v>
                </c:pt>
                <c:pt idx="90552">
                  <c:v>0</c:v>
                </c:pt>
                <c:pt idx="90553">
                  <c:v>0</c:v>
                </c:pt>
                <c:pt idx="90554">
                  <c:v>0</c:v>
                </c:pt>
                <c:pt idx="90555">
                  <c:v>0</c:v>
                </c:pt>
                <c:pt idx="90556">
                  <c:v>0</c:v>
                </c:pt>
                <c:pt idx="90557">
                  <c:v>0</c:v>
                </c:pt>
                <c:pt idx="90558">
                  <c:v>0</c:v>
                </c:pt>
                <c:pt idx="90559">
                  <c:v>0</c:v>
                </c:pt>
                <c:pt idx="90560">
                  <c:v>0</c:v>
                </c:pt>
                <c:pt idx="90561">
                  <c:v>0</c:v>
                </c:pt>
                <c:pt idx="90562">
                  <c:v>0</c:v>
                </c:pt>
                <c:pt idx="90563">
                  <c:v>0</c:v>
                </c:pt>
                <c:pt idx="90564">
                  <c:v>0</c:v>
                </c:pt>
                <c:pt idx="90565">
                  <c:v>0</c:v>
                </c:pt>
                <c:pt idx="90566">
                  <c:v>0</c:v>
                </c:pt>
                <c:pt idx="90567">
                  <c:v>0</c:v>
                </c:pt>
                <c:pt idx="90568">
                  <c:v>0</c:v>
                </c:pt>
                <c:pt idx="90569">
                  <c:v>0</c:v>
                </c:pt>
                <c:pt idx="90570">
                  <c:v>0</c:v>
                </c:pt>
                <c:pt idx="90571">
                  <c:v>0</c:v>
                </c:pt>
                <c:pt idx="90572">
                  <c:v>0</c:v>
                </c:pt>
                <c:pt idx="90573">
                  <c:v>0</c:v>
                </c:pt>
                <c:pt idx="90574">
                  <c:v>0</c:v>
                </c:pt>
                <c:pt idx="90575">
                  <c:v>0</c:v>
                </c:pt>
                <c:pt idx="90576">
                  <c:v>0</c:v>
                </c:pt>
                <c:pt idx="90577">
                  <c:v>0</c:v>
                </c:pt>
                <c:pt idx="90578">
                  <c:v>0</c:v>
                </c:pt>
                <c:pt idx="90579">
                  <c:v>0</c:v>
                </c:pt>
                <c:pt idx="90580">
                  <c:v>0</c:v>
                </c:pt>
                <c:pt idx="90581">
                  <c:v>0</c:v>
                </c:pt>
                <c:pt idx="90582">
                  <c:v>0</c:v>
                </c:pt>
                <c:pt idx="90583">
                  <c:v>0</c:v>
                </c:pt>
                <c:pt idx="90584">
                  <c:v>0</c:v>
                </c:pt>
                <c:pt idx="90585">
                  <c:v>0</c:v>
                </c:pt>
                <c:pt idx="90586">
                  <c:v>0</c:v>
                </c:pt>
                <c:pt idx="90587">
                  <c:v>0</c:v>
                </c:pt>
                <c:pt idx="90588">
                  <c:v>0</c:v>
                </c:pt>
                <c:pt idx="90589">
                  <c:v>0</c:v>
                </c:pt>
                <c:pt idx="90590">
                  <c:v>0</c:v>
                </c:pt>
                <c:pt idx="90591">
                  <c:v>0</c:v>
                </c:pt>
                <c:pt idx="90592">
                  <c:v>0</c:v>
                </c:pt>
                <c:pt idx="90593">
                  <c:v>0</c:v>
                </c:pt>
                <c:pt idx="90594">
                  <c:v>0</c:v>
                </c:pt>
                <c:pt idx="90595">
                  <c:v>0</c:v>
                </c:pt>
                <c:pt idx="90596">
                  <c:v>0</c:v>
                </c:pt>
                <c:pt idx="90597">
                  <c:v>0</c:v>
                </c:pt>
                <c:pt idx="90598">
                  <c:v>0</c:v>
                </c:pt>
                <c:pt idx="90599">
                  <c:v>0</c:v>
                </c:pt>
                <c:pt idx="90600">
                  <c:v>0</c:v>
                </c:pt>
                <c:pt idx="90601">
                  <c:v>0</c:v>
                </c:pt>
                <c:pt idx="90602">
                  <c:v>0</c:v>
                </c:pt>
                <c:pt idx="90603">
                  <c:v>0</c:v>
                </c:pt>
                <c:pt idx="90604">
                  <c:v>0</c:v>
                </c:pt>
                <c:pt idx="90605">
                  <c:v>0</c:v>
                </c:pt>
                <c:pt idx="90606">
                  <c:v>0</c:v>
                </c:pt>
                <c:pt idx="90607">
                  <c:v>0</c:v>
                </c:pt>
                <c:pt idx="90608">
                  <c:v>0</c:v>
                </c:pt>
                <c:pt idx="90609">
                  <c:v>0</c:v>
                </c:pt>
                <c:pt idx="90610">
                  <c:v>0</c:v>
                </c:pt>
                <c:pt idx="90611">
                  <c:v>0</c:v>
                </c:pt>
                <c:pt idx="90612">
                  <c:v>0</c:v>
                </c:pt>
                <c:pt idx="90613">
                  <c:v>0</c:v>
                </c:pt>
                <c:pt idx="90614">
                  <c:v>0</c:v>
                </c:pt>
                <c:pt idx="90615">
                  <c:v>0</c:v>
                </c:pt>
                <c:pt idx="90616">
                  <c:v>0</c:v>
                </c:pt>
                <c:pt idx="90617">
                  <c:v>0</c:v>
                </c:pt>
                <c:pt idx="90618">
                  <c:v>0</c:v>
                </c:pt>
                <c:pt idx="90619">
                  <c:v>0</c:v>
                </c:pt>
                <c:pt idx="90620">
                  <c:v>0</c:v>
                </c:pt>
                <c:pt idx="90621">
                  <c:v>0</c:v>
                </c:pt>
                <c:pt idx="90622">
                  <c:v>0</c:v>
                </c:pt>
                <c:pt idx="90623">
                  <c:v>0</c:v>
                </c:pt>
                <c:pt idx="90624">
                  <c:v>0</c:v>
                </c:pt>
                <c:pt idx="90625">
                  <c:v>0</c:v>
                </c:pt>
                <c:pt idx="90626">
                  <c:v>0</c:v>
                </c:pt>
                <c:pt idx="90627">
                  <c:v>0</c:v>
                </c:pt>
                <c:pt idx="90628">
                  <c:v>0</c:v>
                </c:pt>
                <c:pt idx="90629">
                  <c:v>0</c:v>
                </c:pt>
                <c:pt idx="90630">
                  <c:v>0</c:v>
                </c:pt>
                <c:pt idx="90631">
                  <c:v>0</c:v>
                </c:pt>
                <c:pt idx="90632">
                  <c:v>0</c:v>
                </c:pt>
                <c:pt idx="90633">
                  <c:v>0</c:v>
                </c:pt>
                <c:pt idx="90634">
                  <c:v>0</c:v>
                </c:pt>
                <c:pt idx="90635">
                  <c:v>0</c:v>
                </c:pt>
                <c:pt idx="90636">
                  <c:v>0</c:v>
                </c:pt>
                <c:pt idx="90637">
                  <c:v>0</c:v>
                </c:pt>
                <c:pt idx="90638">
                  <c:v>0</c:v>
                </c:pt>
                <c:pt idx="90639">
                  <c:v>0</c:v>
                </c:pt>
                <c:pt idx="90640">
                  <c:v>0</c:v>
                </c:pt>
                <c:pt idx="90641">
                  <c:v>0</c:v>
                </c:pt>
                <c:pt idx="90642">
                  <c:v>0</c:v>
                </c:pt>
                <c:pt idx="90643">
                  <c:v>0</c:v>
                </c:pt>
                <c:pt idx="90644">
                  <c:v>0</c:v>
                </c:pt>
                <c:pt idx="90645">
                  <c:v>0</c:v>
                </c:pt>
                <c:pt idx="90646">
                  <c:v>0</c:v>
                </c:pt>
                <c:pt idx="90647">
                  <c:v>0</c:v>
                </c:pt>
                <c:pt idx="90648">
                  <c:v>0</c:v>
                </c:pt>
                <c:pt idx="90649">
                  <c:v>0</c:v>
                </c:pt>
                <c:pt idx="90650">
                  <c:v>0</c:v>
                </c:pt>
                <c:pt idx="90651">
                  <c:v>0</c:v>
                </c:pt>
                <c:pt idx="90652">
                  <c:v>0</c:v>
                </c:pt>
                <c:pt idx="90653">
                  <c:v>0</c:v>
                </c:pt>
                <c:pt idx="90654">
                  <c:v>0</c:v>
                </c:pt>
                <c:pt idx="90655">
                  <c:v>0</c:v>
                </c:pt>
                <c:pt idx="90656">
                  <c:v>0</c:v>
                </c:pt>
                <c:pt idx="90657">
                  <c:v>0</c:v>
                </c:pt>
                <c:pt idx="90658">
                  <c:v>0</c:v>
                </c:pt>
                <c:pt idx="90659">
                  <c:v>0</c:v>
                </c:pt>
                <c:pt idx="90660">
                  <c:v>0</c:v>
                </c:pt>
                <c:pt idx="90661">
                  <c:v>0</c:v>
                </c:pt>
                <c:pt idx="90662">
                  <c:v>0</c:v>
                </c:pt>
                <c:pt idx="90663">
                  <c:v>0</c:v>
                </c:pt>
                <c:pt idx="90664">
                  <c:v>0</c:v>
                </c:pt>
                <c:pt idx="90665">
                  <c:v>0</c:v>
                </c:pt>
                <c:pt idx="90666">
                  <c:v>0</c:v>
                </c:pt>
                <c:pt idx="90667">
                  <c:v>0</c:v>
                </c:pt>
                <c:pt idx="90668">
                  <c:v>0</c:v>
                </c:pt>
                <c:pt idx="90669">
                  <c:v>0</c:v>
                </c:pt>
                <c:pt idx="90670">
                  <c:v>0</c:v>
                </c:pt>
                <c:pt idx="90671">
                  <c:v>0</c:v>
                </c:pt>
                <c:pt idx="90672">
                  <c:v>0</c:v>
                </c:pt>
                <c:pt idx="90673">
                  <c:v>0</c:v>
                </c:pt>
                <c:pt idx="90674">
                  <c:v>0</c:v>
                </c:pt>
                <c:pt idx="90675">
                  <c:v>0</c:v>
                </c:pt>
                <c:pt idx="90676">
                  <c:v>0</c:v>
                </c:pt>
                <c:pt idx="90677">
                  <c:v>0</c:v>
                </c:pt>
                <c:pt idx="90678">
                  <c:v>0</c:v>
                </c:pt>
                <c:pt idx="90679">
                  <c:v>0</c:v>
                </c:pt>
                <c:pt idx="90680">
                  <c:v>0</c:v>
                </c:pt>
                <c:pt idx="90681">
                  <c:v>0</c:v>
                </c:pt>
                <c:pt idx="90682">
                  <c:v>0</c:v>
                </c:pt>
                <c:pt idx="90683">
                  <c:v>0</c:v>
                </c:pt>
                <c:pt idx="90684">
                  <c:v>0</c:v>
                </c:pt>
                <c:pt idx="90685">
                  <c:v>0</c:v>
                </c:pt>
                <c:pt idx="90686">
                  <c:v>0</c:v>
                </c:pt>
                <c:pt idx="90687">
                  <c:v>0</c:v>
                </c:pt>
                <c:pt idx="90688">
                  <c:v>0</c:v>
                </c:pt>
                <c:pt idx="90689">
                  <c:v>0</c:v>
                </c:pt>
                <c:pt idx="90690">
                  <c:v>0</c:v>
                </c:pt>
                <c:pt idx="90691">
                  <c:v>0</c:v>
                </c:pt>
                <c:pt idx="90692">
                  <c:v>0</c:v>
                </c:pt>
                <c:pt idx="90693">
                  <c:v>0</c:v>
                </c:pt>
                <c:pt idx="90694">
                  <c:v>0</c:v>
                </c:pt>
                <c:pt idx="90695">
                  <c:v>0</c:v>
                </c:pt>
                <c:pt idx="90696">
                  <c:v>0</c:v>
                </c:pt>
                <c:pt idx="90697">
                  <c:v>0</c:v>
                </c:pt>
                <c:pt idx="90698">
                  <c:v>0</c:v>
                </c:pt>
                <c:pt idx="90699">
                  <c:v>0</c:v>
                </c:pt>
                <c:pt idx="90700">
                  <c:v>0</c:v>
                </c:pt>
                <c:pt idx="90701">
                  <c:v>0</c:v>
                </c:pt>
                <c:pt idx="90702">
                  <c:v>0</c:v>
                </c:pt>
                <c:pt idx="90703">
                  <c:v>0</c:v>
                </c:pt>
                <c:pt idx="90704">
                  <c:v>0</c:v>
                </c:pt>
                <c:pt idx="90705">
                  <c:v>0</c:v>
                </c:pt>
                <c:pt idx="90706">
                  <c:v>0</c:v>
                </c:pt>
                <c:pt idx="90707">
                  <c:v>0</c:v>
                </c:pt>
                <c:pt idx="90708">
                  <c:v>0</c:v>
                </c:pt>
                <c:pt idx="90709">
                  <c:v>0</c:v>
                </c:pt>
                <c:pt idx="90710">
                  <c:v>0</c:v>
                </c:pt>
                <c:pt idx="90711">
                  <c:v>0</c:v>
                </c:pt>
                <c:pt idx="90712">
                  <c:v>0</c:v>
                </c:pt>
                <c:pt idx="90713">
                  <c:v>0</c:v>
                </c:pt>
                <c:pt idx="90714">
                  <c:v>0</c:v>
                </c:pt>
                <c:pt idx="90715">
                  <c:v>0</c:v>
                </c:pt>
                <c:pt idx="90716">
                  <c:v>0</c:v>
                </c:pt>
                <c:pt idx="90717">
                  <c:v>0</c:v>
                </c:pt>
                <c:pt idx="90718">
                  <c:v>0</c:v>
                </c:pt>
                <c:pt idx="90719">
                  <c:v>0</c:v>
                </c:pt>
                <c:pt idx="90720">
                  <c:v>0</c:v>
                </c:pt>
                <c:pt idx="90721">
                  <c:v>0</c:v>
                </c:pt>
                <c:pt idx="90722">
                  <c:v>0</c:v>
                </c:pt>
                <c:pt idx="90723">
                  <c:v>0</c:v>
                </c:pt>
                <c:pt idx="90724">
                  <c:v>0</c:v>
                </c:pt>
                <c:pt idx="90725">
                  <c:v>0</c:v>
                </c:pt>
                <c:pt idx="90726">
                  <c:v>0</c:v>
                </c:pt>
                <c:pt idx="90727">
                  <c:v>0</c:v>
                </c:pt>
                <c:pt idx="90728">
                  <c:v>0</c:v>
                </c:pt>
                <c:pt idx="90729">
                  <c:v>0</c:v>
                </c:pt>
                <c:pt idx="90730">
                  <c:v>0</c:v>
                </c:pt>
                <c:pt idx="90731">
                  <c:v>0</c:v>
                </c:pt>
                <c:pt idx="90732">
                  <c:v>0</c:v>
                </c:pt>
                <c:pt idx="90733">
                  <c:v>0</c:v>
                </c:pt>
                <c:pt idx="90734">
                  <c:v>0</c:v>
                </c:pt>
                <c:pt idx="90735">
                  <c:v>0</c:v>
                </c:pt>
                <c:pt idx="90736">
                  <c:v>0</c:v>
                </c:pt>
                <c:pt idx="90737">
                  <c:v>0</c:v>
                </c:pt>
                <c:pt idx="90738">
                  <c:v>0</c:v>
                </c:pt>
                <c:pt idx="90739">
                  <c:v>0</c:v>
                </c:pt>
                <c:pt idx="90740">
                  <c:v>0</c:v>
                </c:pt>
                <c:pt idx="90741">
                  <c:v>0</c:v>
                </c:pt>
                <c:pt idx="90742">
                  <c:v>0</c:v>
                </c:pt>
                <c:pt idx="90743">
                  <c:v>0</c:v>
                </c:pt>
                <c:pt idx="90744">
                  <c:v>0</c:v>
                </c:pt>
                <c:pt idx="90745">
                  <c:v>0</c:v>
                </c:pt>
                <c:pt idx="90746">
                  <c:v>0</c:v>
                </c:pt>
                <c:pt idx="90747">
                  <c:v>0</c:v>
                </c:pt>
                <c:pt idx="90748">
                  <c:v>0</c:v>
                </c:pt>
                <c:pt idx="90749">
                  <c:v>0</c:v>
                </c:pt>
                <c:pt idx="90750">
                  <c:v>0</c:v>
                </c:pt>
                <c:pt idx="90751">
                  <c:v>0</c:v>
                </c:pt>
                <c:pt idx="90752">
                  <c:v>0</c:v>
                </c:pt>
                <c:pt idx="90753">
                  <c:v>0</c:v>
                </c:pt>
                <c:pt idx="90754">
                  <c:v>0</c:v>
                </c:pt>
                <c:pt idx="90755">
                  <c:v>0</c:v>
                </c:pt>
                <c:pt idx="90756">
                  <c:v>0</c:v>
                </c:pt>
                <c:pt idx="90757">
                  <c:v>0</c:v>
                </c:pt>
                <c:pt idx="90758">
                  <c:v>0</c:v>
                </c:pt>
                <c:pt idx="90759">
                  <c:v>0</c:v>
                </c:pt>
                <c:pt idx="90760">
                  <c:v>0</c:v>
                </c:pt>
                <c:pt idx="90761">
                  <c:v>0</c:v>
                </c:pt>
                <c:pt idx="90762">
                  <c:v>0</c:v>
                </c:pt>
                <c:pt idx="90763">
                  <c:v>0</c:v>
                </c:pt>
                <c:pt idx="90764">
                  <c:v>0</c:v>
                </c:pt>
                <c:pt idx="90765">
                  <c:v>0</c:v>
                </c:pt>
                <c:pt idx="90766">
                  <c:v>0</c:v>
                </c:pt>
                <c:pt idx="90767">
                  <c:v>0</c:v>
                </c:pt>
                <c:pt idx="90768">
                  <c:v>0</c:v>
                </c:pt>
                <c:pt idx="90769">
                  <c:v>0</c:v>
                </c:pt>
                <c:pt idx="90770">
                  <c:v>0</c:v>
                </c:pt>
                <c:pt idx="90771">
                  <c:v>0</c:v>
                </c:pt>
                <c:pt idx="90772">
                  <c:v>0</c:v>
                </c:pt>
                <c:pt idx="90773">
                  <c:v>0</c:v>
                </c:pt>
                <c:pt idx="90774">
                  <c:v>0</c:v>
                </c:pt>
                <c:pt idx="90775">
                  <c:v>0</c:v>
                </c:pt>
                <c:pt idx="90776">
                  <c:v>0</c:v>
                </c:pt>
                <c:pt idx="90777">
                  <c:v>0</c:v>
                </c:pt>
                <c:pt idx="90778">
                  <c:v>0</c:v>
                </c:pt>
                <c:pt idx="90779">
                  <c:v>0</c:v>
                </c:pt>
                <c:pt idx="90780">
                  <c:v>0</c:v>
                </c:pt>
                <c:pt idx="90781">
                  <c:v>0</c:v>
                </c:pt>
                <c:pt idx="90782">
                  <c:v>0</c:v>
                </c:pt>
                <c:pt idx="90783">
                  <c:v>0</c:v>
                </c:pt>
                <c:pt idx="90784">
                  <c:v>0</c:v>
                </c:pt>
                <c:pt idx="90785">
                  <c:v>0</c:v>
                </c:pt>
                <c:pt idx="90786">
                  <c:v>0</c:v>
                </c:pt>
                <c:pt idx="90787">
                  <c:v>0</c:v>
                </c:pt>
                <c:pt idx="90788">
                  <c:v>0</c:v>
                </c:pt>
                <c:pt idx="90789">
                  <c:v>0</c:v>
                </c:pt>
                <c:pt idx="90790">
                  <c:v>0</c:v>
                </c:pt>
                <c:pt idx="90791">
                  <c:v>0</c:v>
                </c:pt>
                <c:pt idx="90792">
                  <c:v>0</c:v>
                </c:pt>
                <c:pt idx="90793">
                  <c:v>0</c:v>
                </c:pt>
                <c:pt idx="90794">
                  <c:v>0</c:v>
                </c:pt>
                <c:pt idx="90795">
                  <c:v>0</c:v>
                </c:pt>
                <c:pt idx="90796">
                  <c:v>0</c:v>
                </c:pt>
                <c:pt idx="90797">
                  <c:v>0</c:v>
                </c:pt>
                <c:pt idx="90798">
                  <c:v>0</c:v>
                </c:pt>
                <c:pt idx="90799">
                  <c:v>0</c:v>
                </c:pt>
                <c:pt idx="90800">
                  <c:v>0</c:v>
                </c:pt>
                <c:pt idx="90801">
                  <c:v>0</c:v>
                </c:pt>
                <c:pt idx="90802">
                  <c:v>0</c:v>
                </c:pt>
                <c:pt idx="90803">
                  <c:v>0</c:v>
                </c:pt>
                <c:pt idx="90804">
                  <c:v>0</c:v>
                </c:pt>
                <c:pt idx="90805">
                  <c:v>0</c:v>
                </c:pt>
                <c:pt idx="90806">
                  <c:v>0</c:v>
                </c:pt>
                <c:pt idx="90807">
                  <c:v>0</c:v>
                </c:pt>
                <c:pt idx="90808">
                  <c:v>0</c:v>
                </c:pt>
                <c:pt idx="90809">
                  <c:v>0</c:v>
                </c:pt>
                <c:pt idx="90810">
                  <c:v>0</c:v>
                </c:pt>
                <c:pt idx="90811">
                  <c:v>0</c:v>
                </c:pt>
                <c:pt idx="90812">
                  <c:v>0</c:v>
                </c:pt>
                <c:pt idx="90813">
                  <c:v>0</c:v>
                </c:pt>
                <c:pt idx="90814">
                  <c:v>0</c:v>
                </c:pt>
                <c:pt idx="90815">
                  <c:v>0</c:v>
                </c:pt>
                <c:pt idx="90816">
                  <c:v>0</c:v>
                </c:pt>
                <c:pt idx="90817">
                  <c:v>0</c:v>
                </c:pt>
                <c:pt idx="90818">
                  <c:v>0</c:v>
                </c:pt>
                <c:pt idx="90819">
                  <c:v>0</c:v>
                </c:pt>
                <c:pt idx="90820">
                  <c:v>0</c:v>
                </c:pt>
                <c:pt idx="90821">
                  <c:v>0</c:v>
                </c:pt>
                <c:pt idx="90822">
                  <c:v>0</c:v>
                </c:pt>
                <c:pt idx="90823">
                  <c:v>0</c:v>
                </c:pt>
                <c:pt idx="90824">
                  <c:v>0</c:v>
                </c:pt>
                <c:pt idx="90825">
                  <c:v>0</c:v>
                </c:pt>
                <c:pt idx="90826">
                  <c:v>0</c:v>
                </c:pt>
                <c:pt idx="90827">
                  <c:v>0</c:v>
                </c:pt>
                <c:pt idx="90828">
                  <c:v>0</c:v>
                </c:pt>
                <c:pt idx="90829">
                  <c:v>0</c:v>
                </c:pt>
                <c:pt idx="90830">
                  <c:v>0</c:v>
                </c:pt>
                <c:pt idx="90831">
                  <c:v>0</c:v>
                </c:pt>
                <c:pt idx="90832">
                  <c:v>0</c:v>
                </c:pt>
                <c:pt idx="90833">
                  <c:v>0</c:v>
                </c:pt>
                <c:pt idx="90834">
                  <c:v>0</c:v>
                </c:pt>
                <c:pt idx="90835">
                  <c:v>0</c:v>
                </c:pt>
                <c:pt idx="90836">
                  <c:v>0</c:v>
                </c:pt>
                <c:pt idx="90837">
                  <c:v>0</c:v>
                </c:pt>
                <c:pt idx="90838">
                  <c:v>0</c:v>
                </c:pt>
                <c:pt idx="90839">
                  <c:v>0</c:v>
                </c:pt>
                <c:pt idx="90840">
                  <c:v>0</c:v>
                </c:pt>
                <c:pt idx="90841">
                  <c:v>0</c:v>
                </c:pt>
                <c:pt idx="90842">
                  <c:v>0</c:v>
                </c:pt>
                <c:pt idx="90843">
                  <c:v>0</c:v>
                </c:pt>
                <c:pt idx="90844">
                  <c:v>0</c:v>
                </c:pt>
                <c:pt idx="90845">
                  <c:v>0</c:v>
                </c:pt>
                <c:pt idx="90846">
                  <c:v>0</c:v>
                </c:pt>
                <c:pt idx="90847">
                  <c:v>0</c:v>
                </c:pt>
                <c:pt idx="90848">
                  <c:v>0</c:v>
                </c:pt>
                <c:pt idx="90849">
                  <c:v>0</c:v>
                </c:pt>
                <c:pt idx="90850">
                  <c:v>0</c:v>
                </c:pt>
                <c:pt idx="90851">
                  <c:v>0</c:v>
                </c:pt>
                <c:pt idx="90852">
                  <c:v>0</c:v>
                </c:pt>
                <c:pt idx="90853">
                  <c:v>0</c:v>
                </c:pt>
                <c:pt idx="90854">
                  <c:v>0</c:v>
                </c:pt>
                <c:pt idx="90855">
                  <c:v>0</c:v>
                </c:pt>
                <c:pt idx="90856">
                  <c:v>0</c:v>
                </c:pt>
                <c:pt idx="90857">
                  <c:v>0</c:v>
                </c:pt>
                <c:pt idx="90858">
                  <c:v>0</c:v>
                </c:pt>
                <c:pt idx="90859">
                  <c:v>0</c:v>
                </c:pt>
                <c:pt idx="90860">
                  <c:v>0</c:v>
                </c:pt>
                <c:pt idx="90861">
                  <c:v>0</c:v>
                </c:pt>
                <c:pt idx="90862">
                  <c:v>0</c:v>
                </c:pt>
                <c:pt idx="90863">
                  <c:v>0</c:v>
                </c:pt>
                <c:pt idx="90864">
                  <c:v>0</c:v>
                </c:pt>
                <c:pt idx="90865">
                  <c:v>0</c:v>
                </c:pt>
                <c:pt idx="90866">
                  <c:v>0</c:v>
                </c:pt>
                <c:pt idx="90867">
                  <c:v>0</c:v>
                </c:pt>
                <c:pt idx="90868">
                  <c:v>0</c:v>
                </c:pt>
                <c:pt idx="90869">
                  <c:v>0</c:v>
                </c:pt>
                <c:pt idx="90870">
                  <c:v>0</c:v>
                </c:pt>
                <c:pt idx="90871">
                  <c:v>0</c:v>
                </c:pt>
                <c:pt idx="90872">
                  <c:v>0</c:v>
                </c:pt>
                <c:pt idx="90873">
                  <c:v>0</c:v>
                </c:pt>
                <c:pt idx="90874">
                  <c:v>0</c:v>
                </c:pt>
                <c:pt idx="90875">
                  <c:v>0</c:v>
                </c:pt>
                <c:pt idx="90876">
                  <c:v>0</c:v>
                </c:pt>
                <c:pt idx="90877">
                  <c:v>0</c:v>
                </c:pt>
                <c:pt idx="90878">
                  <c:v>0</c:v>
                </c:pt>
                <c:pt idx="90879">
                  <c:v>0</c:v>
                </c:pt>
                <c:pt idx="90880">
                  <c:v>0</c:v>
                </c:pt>
                <c:pt idx="90881">
                  <c:v>0</c:v>
                </c:pt>
                <c:pt idx="90882">
                  <c:v>0</c:v>
                </c:pt>
                <c:pt idx="90883">
                  <c:v>0</c:v>
                </c:pt>
                <c:pt idx="90884">
                  <c:v>0</c:v>
                </c:pt>
                <c:pt idx="90885">
                  <c:v>0</c:v>
                </c:pt>
                <c:pt idx="90886">
                  <c:v>0</c:v>
                </c:pt>
                <c:pt idx="90887">
                  <c:v>0</c:v>
                </c:pt>
                <c:pt idx="90888">
                  <c:v>0</c:v>
                </c:pt>
                <c:pt idx="90889">
                  <c:v>0</c:v>
                </c:pt>
                <c:pt idx="90890">
                  <c:v>0</c:v>
                </c:pt>
                <c:pt idx="90891">
                  <c:v>0</c:v>
                </c:pt>
                <c:pt idx="90892">
                  <c:v>0</c:v>
                </c:pt>
                <c:pt idx="90893">
                  <c:v>0</c:v>
                </c:pt>
                <c:pt idx="90894">
                  <c:v>0</c:v>
                </c:pt>
                <c:pt idx="90895">
                  <c:v>0</c:v>
                </c:pt>
                <c:pt idx="90896">
                  <c:v>0</c:v>
                </c:pt>
                <c:pt idx="90897">
                  <c:v>0</c:v>
                </c:pt>
                <c:pt idx="90898">
                  <c:v>0</c:v>
                </c:pt>
                <c:pt idx="90899">
                  <c:v>0</c:v>
                </c:pt>
                <c:pt idx="90900">
                  <c:v>0</c:v>
                </c:pt>
                <c:pt idx="90901">
                  <c:v>0</c:v>
                </c:pt>
                <c:pt idx="90902">
                  <c:v>0</c:v>
                </c:pt>
                <c:pt idx="90903">
                  <c:v>0</c:v>
                </c:pt>
                <c:pt idx="90904">
                  <c:v>0</c:v>
                </c:pt>
                <c:pt idx="90905">
                  <c:v>0</c:v>
                </c:pt>
                <c:pt idx="90906">
                  <c:v>0</c:v>
                </c:pt>
                <c:pt idx="90907">
                  <c:v>0</c:v>
                </c:pt>
                <c:pt idx="90908">
                  <c:v>0</c:v>
                </c:pt>
                <c:pt idx="90909">
                  <c:v>0</c:v>
                </c:pt>
                <c:pt idx="90910">
                  <c:v>0</c:v>
                </c:pt>
                <c:pt idx="90911">
                  <c:v>0</c:v>
                </c:pt>
                <c:pt idx="90912">
                  <c:v>0</c:v>
                </c:pt>
                <c:pt idx="90913">
                  <c:v>0</c:v>
                </c:pt>
                <c:pt idx="90914">
                  <c:v>0</c:v>
                </c:pt>
                <c:pt idx="90915">
                  <c:v>0</c:v>
                </c:pt>
                <c:pt idx="90916">
                  <c:v>0</c:v>
                </c:pt>
                <c:pt idx="90917">
                  <c:v>0</c:v>
                </c:pt>
                <c:pt idx="90918">
                  <c:v>0</c:v>
                </c:pt>
                <c:pt idx="90919">
                  <c:v>0</c:v>
                </c:pt>
                <c:pt idx="90920">
                  <c:v>0</c:v>
                </c:pt>
                <c:pt idx="90921">
                  <c:v>0</c:v>
                </c:pt>
                <c:pt idx="90922">
                  <c:v>0</c:v>
                </c:pt>
                <c:pt idx="90923">
                  <c:v>0</c:v>
                </c:pt>
                <c:pt idx="90924">
                  <c:v>0</c:v>
                </c:pt>
                <c:pt idx="90925">
                  <c:v>0</c:v>
                </c:pt>
                <c:pt idx="90926">
                  <c:v>0</c:v>
                </c:pt>
                <c:pt idx="90927">
                  <c:v>0</c:v>
                </c:pt>
                <c:pt idx="90928">
                  <c:v>0</c:v>
                </c:pt>
                <c:pt idx="90929">
                  <c:v>0</c:v>
                </c:pt>
                <c:pt idx="90930">
                  <c:v>0</c:v>
                </c:pt>
                <c:pt idx="90931">
                  <c:v>0</c:v>
                </c:pt>
                <c:pt idx="90932">
                  <c:v>0</c:v>
                </c:pt>
                <c:pt idx="90933">
                  <c:v>0</c:v>
                </c:pt>
                <c:pt idx="90934">
                  <c:v>0</c:v>
                </c:pt>
                <c:pt idx="90935">
                  <c:v>0</c:v>
                </c:pt>
                <c:pt idx="90936">
                  <c:v>0</c:v>
                </c:pt>
                <c:pt idx="90937">
                  <c:v>0</c:v>
                </c:pt>
                <c:pt idx="90938">
                  <c:v>0</c:v>
                </c:pt>
                <c:pt idx="90939">
                  <c:v>0</c:v>
                </c:pt>
                <c:pt idx="90940">
                  <c:v>0</c:v>
                </c:pt>
                <c:pt idx="90941">
                  <c:v>0</c:v>
                </c:pt>
                <c:pt idx="90942">
                  <c:v>0</c:v>
                </c:pt>
                <c:pt idx="90943">
                  <c:v>0</c:v>
                </c:pt>
                <c:pt idx="90944">
                  <c:v>0</c:v>
                </c:pt>
                <c:pt idx="90945">
                  <c:v>0</c:v>
                </c:pt>
                <c:pt idx="90946">
                  <c:v>0</c:v>
                </c:pt>
                <c:pt idx="90947">
                  <c:v>0</c:v>
                </c:pt>
                <c:pt idx="90948">
                  <c:v>0</c:v>
                </c:pt>
                <c:pt idx="90949">
                  <c:v>0</c:v>
                </c:pt>
                <c:pt idx="90950">
                  <c:v>0</c:v>
                </c:pt>
                <c:pt idx="90951">
                  <c:v>0</c:v>
                </c:pt>
                <c:pt idx="90952">
                  <c:v>0</c:v>
                </c:pt>
                <c:pt idx="90953">
                  <c:v>0</c:v>
                </c:pt>
                <c:pt idx="90954">
                  <c:v>0</c:v>
                </c:pt>
                <c:pt idx="90955">
                  <c:v>0</c:v>
                </c:pt>
                <c:pt idx="90956">
                  <c:v>0</c:v>
                </c:pt>
                <c:pt idx="90957">
                  <c:v>0</c:v>
                </c:pt>
                <c:pt idx="90958">
                  <c:v>0</c:v>
                </c:pt>
                <c:pt idx="90959">
                  <c:v>0</c:v>
                </c:pt>
                <c:pt idx="90960">
                  <c:v>0</c:v>
                </c:pt>
                <c:pt idx="90961">
                  <c:v>0</c:v>
                </c:pt>
                <c:pt idx="90962">
                  <c:v>0</c:v>
                </c:pt>
                <c:pt idx="90963">
                  <c:v>0</c:v>
                </c:pt>
                <c:pt idx="90964">
                  <c:v>0</c:v>
                </c:pt>
                <c:pt idx="90965">
                  <c:v>0</c:v>
                </c:pt>
                <c:pt idx="90966">
                  <c:v>0</c:v>
                </c:pt>
                <c:pt idx="90967">
                  <c:v>0</c:v>
                </c:pt>
                <c:pt idx="90968">
                  <c:v>0</c:v>
                </c:pt>
                <c:pt idx="90969">
                  <c:v>0</c:v>
                </c:pt>
                <c:pt idx="90970">
                  <c:v>0</c:v>
                </c:pt>
                <c:pt idx="90971">
                  <c:v>0</c:v>
                </c:pt>
                <c:pt idx="90972">
                  <c:v>0</c:v>
                </c:pt>
                <c:pt idx="90973">
                  <c:v>0</c:v>
                </c:pt>
                <c:pt idx="90974">
                  <c:v>0</c:v>
                </c:pt>
                <c:pt idx="90975">
                  <c:v>0</c:v>
                </c:pt>
                <c:pt idx="90976">
                  <c:v>0</c:v>
                </c:pt>
                <c:pt idx="90977">
                  <c:v>0</c:v>
                </c:pt>
                <c:pt idx="90978">
                  <c:v>0</c:v>
                </c:pt>
                <c:pt idx="90979">
                  <c:v>0</c:v>
                </c:pt>
                <c:pt idx="90980">
                  <c:v>0</c:v>
                </c:pt>
                <c:pt idx="90981">
                  <c:v>0</c:v>
                </c:pt>
                <c:pt idx="90982">
                  <c:v>0</c:v>
                </c:pt>
                <c:pt idx="90983">
                  <c:v>0</c:v>
                </c:pt>
                <c:pt idx="90984">
                  <c:v>0</c:v>
                </c:pt>
                <c:pt idx="90985">
                  <c:v>0</c:v>
                </c:pt>
                <c:pt idx="90986">
                  <c:v>0</c:v>
                </c:pt>
                <c:pt idx="90987">
                  <c:v>0</c:v>
                </c:pt>
                <c:pt idx="90988">
                  <c:v>0</c:v>
                </c:pt>
                <c:pt idx="90989">
                  <c:v>0</c:v>
                </c:pt>
                <c:pt idx="90990">
                  <c:v>0</c:v>
                </c:pt>
                <c:pt idx="90991">
                  <c:v>0</c:v>
                </c:pt>
                <c:pt idx="90992">
                  <c:v>0</c:v>
                </c:pt>
                <c:pt idx="90993">
                  <c:v>0</c:v>
                </c:pt>
                <c:pt idx="90994">
                  <c:v>0</c:v>
                </c:pt>
                <c:pt idx="90995">
                  <c:v>0</c:v>
                </c:pt>
                <c:pt idx="90996">
                  <c:v>0</c:v>
                </c:pt>
                <c:pt idx="90997">
                  <c:v>0</c:v>
                </c:pt>
                <c:pt idx="90998">
                  <c:v>0</c:v>
                </c:pt>
                <c:pt idx="90999">
                  <c:v>0</c:v>
                </c:pt>
                <c:pt idx="91000">
                  <c:v>0</c:v>
                </c:pt>
                <c:pt idx="91001">
                  <c:v>0</c:v>
                </c:pt>
                <c:pt idx="91002">
                  <c:v>0</c:v>
                </c:pt>
                <c:pt idx="91003">
                  <c:v>0</c:v>
                </c:pt>
                <c:pt idx="91004">
                  <c:v>0</c:v>
                </c:pt>
                <c:pt idx="91005">
                  <c:v>0</c:v>
                </c:pt>
                <c:pt idx="91006">
                  <c:v>0</c:v>
                </c:pt>
                <c:pt idx="91007">
                  <c:v>0</c:v>
                </c:pt>
                <c:pt idx="91008">
                  <c:v>0</c:v>
                </c:pt>
                <c:pt idx="91009">
                  <c:v>0</c:v>
                </c:pt>
                <c:pt idx="91010">
                  <c:v>0</c:v>
                </c:pt>
                <c:pt idx="91011">
                  <c:v>0</c:v>
                </c:pt>
                <c:pt idx="91012">
                  <c:v>0</c:v>
                </c:pt>
                <c:pt idx="91013">
                  <c:v>0</c:v>
                </c:pt>
                <c:pt idx="91014">
                  <c:v>0</c:v>
                </c:pt>
                <c:pt idx="91015">
                  <c:v>0</c:v>
                </c:pt>
                <c:pt idx="91016">
                  <c:v>0</c:v>
                </c:pt>
                <c:pt idx="91017">
                  <c:v>0</c:v>
                </c:pt>
                <c:pt idx="91018">
                  <c:v>0</c:v>
                </c:pt>
                <c:pt idx="91019">
                  <c:v>0</c:v>
                </c:pt>
                <c:pt idx="91020">
                  <c:v>0</c:v>
                </c:pt>
                <c:pt idx="91021">
                  <c:v>0</c:v>
                </c:pt>
                <c:pt idx="91022">
                  <c:v>0</c:v>
                </c:pt>
                <c:pt idx="91023">
                  <c:v>0</c:v>
                </c:pt>
                <c:pt idx="91024">
                  <c:v>0</c:v>
                </c:pt>
                <c:pt idx="91025">
                  <c:v>0</c:v>
                </c:pt>
                <c:pt idx="91026">
                  <c:v>0</c:v>
                </c:pt>
                <c:pt idx="91027">
                  <c:v>0</c:v>
                </c:pt>
                <c:pt idx="91028">
                  <c:v>0</c:v>
                </c:pt>
                <c:pt idx="91029">
                  <c:v>0</c:v>
                </c:pt>
                <c:pt idx="91030">
                  <c:v>0</c:v>
                </c:pt>
                <c:pt idx="91031">
                  <c:v>0</c:v>
                </c:pt>
                <c:pt idx="91032">
                  <c:v>0</c:v>
                </c:pt>
                <c:pt idx="91033">
                  <c:v>0</c:v>
                </c:pt>
                <c:pt idx="91034">
                  <c:v>0</c:v>
                </c:pt>
                <c:pt idx="91035">
                  <c:v>0</c:v>
                </c:pt>
                <c:pt idx="91036">
                  <c:v>0</c:v>
                </c:pt>
                <c:pt idx="91037">
                  <c:v>0</c:v>
                </c:pt>
                <c:pt idx="91038">
                  <c:v>0</c:v>
                </c:pt>
                <c:pt idx="91039">
                  <c:v>0</c:v>
                </c:pt>
                <c:pt idx="91040">
                  <c:v>0</c:v>
                </c:pt>
                <c:pt idx="91041">
                  <c:v>0</c:v>
                </c:pt>
                <c:pt idx="91042">
                  <c:v>0</c:v>
                </c:pt>
                <c:pt idx="91043">
                  <c:v>0</c:v>
                </c:pt>
                <c:pt idx="91044">
                  <c:v>0</c:v>
                </c:pt>
                <c:pt idx="91045">
                  <c:v>0</c:v>
                </c:pt>
                <c:pt idx="91046">
                  <c:v>0</c:v>
                </c:pt>
                <c:pt idx="91047">
                  <c:v>0</c:v>
                </c:pt>
                <c:pt idx="91048">
                  <c:v>0</c:v>
                </c:pt>
                <c:pt idx="91049">
                  <c:v>0</c:v>
                </c:pt>
                <c:pt idx="91050">
                  <c:v>0</c:v>
                </c:pt>
                <c:pt idx="91051">
                  <c:v>0</c:v>
                </c:pt>
                <c:pt idx="91052">
                  <c:v>0</c:v>
                </c:pt>
                <c:pt idx="91053">
                  <c:v>0</c:v>
                </c:pt>
                <c:pt idx="91054">
                  <c:v>0</c:v>
                </c:pt>
                <c:pt idx="91055">
                  <c:v>0</c:v>
                </c:pt>
                <c:pt idx="91056">
                  <c:v>0</c:v>
                </c:pt>
                <c:pt idx="91057">
                  <c:v>0</c:v>
                </c:pt>
                <c:pt idx="91058">
                  <c:v>0</c:v>
                </c:pt>
                <c:pt idx="91059">
                  <c:v>0</c:v>
                </c:pt>
                <c:pt idx="91060">
                  <c:v>0</c:v>
                </c:pt>
                <c:pt idx="91061">
                  <c:v>0</c:v>
                </c:pt>
                <c:pt idx="91062">
                  <c:v>0</c:v>
                </c:pt>
                <c:pt idx="91063">
                  <c:v>0</c:v>
                </c:pt>
                <c:pt idx="91064">
                  <c:v>0</c:v>
                </c:pt>
                <c:pt idx="91065">
                  <c:v>0</c:v>
                </c:pt>
                <c:pt idx="91066">
                  <c:v>0</c:v>
                </c:pt>
                <c:pt idx="91067">
                  <c:v>0</c:v>
                </c:pt>
                <c:pt idx="91068">
                  <c:v>0</c:v>
                </c:pt>
                <c:pt idx="91069">
                  <c:v>0</c:v>
                </c:pt>
                <c:pt idx="91070">
                  <c:v>0</c:v>
                </c:pt>
                <c:pt idx="91071">
                  <c:v>0</c:v>
                </c:pt>
                <c:pt idx="91072">
                  <c:v>0</c:v>
                </c:pt>
                <c:pt idx="91073">
                  <c:v>0</c:v>
                </c:pt>
                <c:pt idx="91074">
                  <c:v>0</c:v>
                </c:pt>
                <c:pt idx="91075">
                  <c:v>0</c:v>
                </c:pt>
                <c:pt idx="91076">
                  <c:v>0</c:v>
                </c:pt>
                <c:pt idx="91077">
                  <c:v>0</c:v>
                </c:pt>
                <c:pt idx="91078">
                  <c:v>0</c:v>
                </c:pt>
                <c:pt idx="91079">
                  <c:v>0</c:v>
                </c:pt>
                <c:pt idx="91080">
                  <c:v>0</c:v>
                </c:pt>
                <c:pt idx="91081">
                  <c:v>0</c:v>
                </c:pt>
                <c:pt idx="91082">
                  <c:v>0</c:v>
                </c:pt>
                <c:pt idx="91083">
                  <c:v>0</c:v>
                </c:pt>
                <c:pt idx="91084">
                  <c:v>0</c:v>
                </c:pt>
                <c:pt idx="91085">
                  <c:v>0</c:v>
                </c:pt>
                <c:pt idx="91086">
                  <c:v>0</c:v>
                </c:pt>
                <c:pt idx="91087">
                  <c:v>0</c:v>
                </c:pt>
                <c:pt idx="91088">
                  <c:v>0</c:v>
                </c:pt>
                <c:pt idx="91089">
                  <c:v>0</c:v>
                </c:pt>
                <c:pt idx="91090">
                  <c:v>0</c:v>
                </c:pt>
                <c:pt idx="91091">
                  <c:v>0</c:v>
                </c:pt>
                <c:pt idx="91092">
                  <c:v>0</c:v>
                </c:pt>
                <c:pt idx="91093">
                  <c:v>0</c:v>
                </c:pt>
                <c:pt idx="91094">
                  <c:v>0</c:v>
                </c:pt>
                <c:pt idx="91095">
                  <c:v>0</c:v>
                </c:pt>
                <c:pt idx="91096">
                  <c:v>0</c:v>
                </c:pt>
                <c:pt idx="91097">
                  <c:v>0</c:v>
                </c:pt>
                <c:pt idx="91098">
                  <c:v>0</c:v>
                </c:pt>
                <c:pt idx="91099">
                  <c:v>0</c:v>
                </c:pt>
                <c:pt idx="91100">
                  <c:v>0</c:v>
                </c:pt>
                <c:pt idx="91101">
                  <c:v>0</c:v>
                </c:pt>
                <c:pt idx="91102">
                  <c:v>0</c:v>
                </c:pt>
                <c:pt idx="91103">
                  <c:v>0</c:v>
                </c:pt>
                <c:pt idx="91104">
                  <c:v>0</c:v>
                </c:pt>
                <c:pt idx="91105">
                  <c:v>0</c:v>
                </c:pt>
                <c:pt idx="91106">
                  <c:v>0</c:v>
                </c:pt>
                <c:pt idx="91107">
                  <c:v>0</c:v>
                </c:pt>
                <c:pt idx="91108">
                  <c:v>0</c:v>
                </c:pt>
                <c:pt idx="91109">
                  <c:v>0</c:v>
                </c:pt>
                <c:pt idx="91110">
                  <c:v>0</c:v>
                </c:pt>
                <c:pt idx="91111">
                  <c:v>0</c:v>
                </c:pt>
                <c:pt idx="91112">
                  <c:v>0</c:v>
                </c:pt>
                <c:pt idx="91113">
                  <c:v>0</c:v>
                </c:pt>
                <c:pt idx="91114">
                  <c:v>0</c:v>
                </c:pt>
                <c:pt idx="91115">
                  <c:v>0</c:v>
                </c:pt>
                <c:pt idx="91116">
                  <c:v>0</c:v>
                </c:pt>
                <c:pt idx="91117">
                  <c:v>0</c:v>
                </c:pt>
                <c:pt idx="91118">
                  <c:v>0</c:v>
                </c:pt>
                <c:pt idx="91119">
                  <c:v>0</c:v>
                </c:pt>
                <c:pt idx="91120">
                  <c:v>0</c:v>
                </c:pt>
                <c:pt idx="91121">
                  <c:v>0</c:v>
                </c:pt>
                <c:pt idx="91122">
                  <c:v>0</c:v>
                </c:pt>
                <c:pt idx="91123">
                  <c:v>0</c:v>
                </c:pt>
                <c:pt idx="91124">
                  <c:v>0</c:v>
                </c:pt>
                <c:pt idx="91125">
                  <c:v>0</c:v>
                </c:pt>
                <c:pt idx="91126">
                  <c:v>0</c:v>
                </c:pt>
                <c:pt idx="91127">
                  <c:v>0</c:v>
                </c:pt>
                <c:pt idx="91128">
                  <c:v>0</c:v>
                </c:pt>
                <c:pt idx="91129">
                  <c:v>0</c:v>
                </c:pt>
                <c:pt idx="91130">
                  <c:v>0</c:v>
                </c:pt>
                <c:pt idx="91131">
                  <c:v>0</c:v>
                </c:pt>
                <c:pt idx="91132">
                  <c:v>0</c:v>
                </c:pt>
                <c:pt idx="91133">
                  <c:v>0</c:v>
                </c:pt>
                <c:pt idx="91134">
                  <c:v>0</c:v>
                </c:pt>
                <c:pt idx="91135">
                  <c:v>0</c:v>
                </c:pt>
                <c:pt idx="91136">
                  <c:v>0</c:v>
                </c:pt>
                <c:pt idx="91137">
                  <c:v>0</c:v>
                </c:pt>
                <c:pt idx="91138">
                  <c:v>0</c:v>
                </c:pt>
                <c:pt idx="91139">
                  <c:v>0</c:v>
                </c:pt>
                <c:pt idx="91140">
                  <c:v>0</c:v>
                </c:pt>
                <c:pt idx="91141">
                  <c:v>0</c:v>
                </c:pt>
                <c:pt idx="91142">
                  <c:v>0</c:v>
                </c:pt>
                <c:pt idx="91143">
                  <c:v>0</c:v>
                </c:pt>
                <c:pt idx="91144">
                  <c:v>0</c:v>
                </c:pt>
                <c:pt idx="91145">
                  <c:v>0</c:v>
                </c:pt>
                <c:pt idx="91146">
                  <c:v>0</c:v>
                </c:pt>
                <c:pt idx="91147">
                  <c:v>0</c:v>
                </c:pt>
                <c:pt idx="91148">
                  <c:v>0</c:v>
                </c:pt>
                <c:pt idx="91149">
                  <c:v>0</c:v>
                </c:pt>
                <c:pt idx="91150">
                  <c:v>0</c:v>
                </c:pt>
                <c:pt idx="91151">
                  <c:v>0</c:v>
                </c:pt>
                <c:pt idx="91152">
                  <c:v>0</c:v>
                </c:pt>
                <c:pt idx="91153">
                  <c:v>0</c:v>
                </c:pt>
                <c:pt idx="91154">
                  <c:v>0</c:v>
                </c:pt>
                <c:pt idx="91155">
                  <c:v>0</c:v>
                </c:pt>
                <c:pt idx="91156">
                  <c:v>0</c:v>
                </c:pt>
                <c:pt idx="91157">
                  <c:v>0</c:v>
                </c:pt>
                <c:pt idx="91158">
                  <c:v>0</c:v>
                </c:pt>
                <c:pt idx="91159">
                  <c:v>0</c:v>
                </c:pt>
                <c:pt idx="91160">
                  <c:v>0</c:v>
                </c:pt>
                <c:pt idx="91161">
                  <c:v>0</c:v>
                </c:pt>
                <c:pt idx="91162">
                  <c:v>0</c:v>
                </c:pt>
                <c:pt idx="91163">
                  <c:v>0</c:v>
                </c:pt>
                <c:pt idx="91164">
                  <c:v>0</c:v>
                </c:pt>
                <c:pt idx="91165">
                  <c:v>0</c:v>
                </c:pt>
                <c:pt idx="91166">
                  <c:v>0</c:v>
                </c:pt>
                <c:pt idx="91167">
                  <c:v>0</c:v>
                </c:pt>
                <c:pt idx="91168">
                  <c:v>0</c:v>
                </c:pt>
                <c:pt idx="91169">
                  <c:v>0</c:v>
                </c:pt>
                <c:pt idx="91170">
                  <c:v>0</c:v>
                </c:pt>
                <c:pt idx="91171">
                  <c:v>0</c:v>
                </c:pt>
                <c:pt idx="91172">
                  <c:v>0</c:v>
                </c:pt>
                <c:pt idx="91173">
                  <c:v>0</c:v>
                </c:pt>
                <c:pt idx="91174">
                  <c:v>0</c:v>
                </c:pt>
                <c:pt idx="91175">
                  <c:v>0</c:v>
                </c:pt>
                <c:pt idx="91176">
                  <c:v>0</c:v>
                </c:pt>
                <c:pt idx="91177">
                  <c:v>0</c:v>
                </c:pt>
                <c:pt idx="91178">
                  <c:v>0</c:v>
                </c:pt>
                <c:pt idx="91179">
                  <c:v>0</c:v>
                </c:pt>
                <c:pt idx="91180">
                  <c:v>0</c:v>
                </c:pt>
                <c:pt idx="91181">
                  <c:v>0</c:v>
                </c:pt>
                <c:pt idx="91182">
                  <c:v>0</c:v>
                </c:pt>
                <c:pt idx="91183">
                  <c:v>0</c:v>
                </c:pt>
                <c:pt idx="91184">
                  <c:v>0</c:v>
                </c:pt>
                <c:pt idx="91185">
                  <c:v>0</c:v>
                </c:pt>
                <c:pt idx="91186">
                  <c:v>0</c:v>
                </c:pt>
                <c:pt idx="91187">
                  <c:v>0</c:v>
                </c:pt>
                <c:pt idx="91188">
                  <c:v>0</c:v>
                </c:pt>
                <c:pt idx="91189">
                  <c:v>0</c:v>
                </c:pt>
                <c:pt idx="91190">
                  <c:v>0</c:v>
                </c:pt>
                <c:pt idx="91191">
                  <c:v>0</c:v>
                </c:pt>
                <c:pt idx="91192">
                  <c:v>0</c:v>
                </c:pt>
                <c:pt idx="91193">
                  <c:v>0</c:v>
                </c:pt>
                <c:pt idx="91194">
                  <c:v>0</c:v>
                </c:pt>
                <c:pt idx="91195">
                  <c:v>0</c:v>
                </c:pt>
                <c:pt idx="91196">
                  <c:v>0</c:v>
                </c:pt>
                <c:pt idx="91197">
                  <c:v>0</c:v>
                </c:pt>
                <c:pt idx="91198">
                  <c:v>0</c:v>
                </c:pt>
                <c:pt idx="91199">
                  <c:v>0</c:v>
                </c:pt>
                <c:pt idx="91200">
                  <c:v>0</c:v>
                </c:pt>
                <c:pt idx="91201">
                  <c:v>0</c:v>
                </c:pt>
                <c:pt idx="91202">
                  <c:v>0</c:v>
                </c:pt>
                <c:pt idx="91203">
                  <c:v>0</c:v>
                </c:pt>
                <c:pt idx="91204">
                  <c:v>0</c:v>
                </c:pt>
                <c:pt idx="91205">
                  <c:v>0</c:v>
                </c:pt>
                <c:pt idx="91206">
                  <c:v>0</c:v>
                </c:pt>
                <c:pt idx="91207">
                  <c:v>0</c:v>
                </c:pt>
                <c:pt idx="91208">
                  <c:v>0</c:v>
                </c:pt>
                <c:pt idx="91209">
                  <c:v>0</c:v>
                </c:pt>
                <c:pt idx="91210">
                  <c:v>0</c:v>
                </c:pt>
                <c:pt idx="91211">
                  <c:v>0</c:v>
                </c:pt>
                <c:pt idx="91212">
                  <c:v>0</c:v>
                </c:pt>
                <c:pt idx="91213">
                  <c:v>0</c:v>
                </c:pt>
                <c:pt idx="91214">
                  <c:v>0</c:v>
                </c:pt>
                <c:pt idx="91215">
                  <c:v>0</c:v>
                </c:pt>
                <c:pt idx="91216">
                  <c:v>0</c:v>
                </c:pt>
                <c:pt idx="91217">
                  <c:v>0</c:v>
                </c:pt>
                <c:pt idx="91218">
                  <c:v>0</c:v>
                </c:pt>
                <c:pt idx="91219">
                  <c:v>0</c:v>
                </c:pt>
                <c:pt idx="91220">
                  <c:v>0</c:v>
                </c:pt>
                <c:pt idx="91221">
                  <c:v>0</c:v>
                </c:pt>
                <c:pt idx="91222">
                  <c:v>0</c:v>
                </c:pt>
                <c:pt idx="91223">
                  <c:v>0</c:v>
                </c:pt>
                <c:pt idx="91224">
                  <c:v>0</c:v>
                </c:pt>
                <c:pt idx="91225">
                  <c:v>0</c:v>
                </c:pt>
                <c:pt idx="91226">
                  <c:v>0</c:v>
                </c:pt>
                <c:pt idx="91227">
                  <c:v>0</c:v>
                </c:pt>
                <c:pt idx="91228">
                  <c:v>0</c:v>
                </c:pt>
                <c:pt idx="91229">
                  <c:v>0</c:v>
                </c:pt>
                <c:pt idx="91230">
                  <c:v>0</c:v>
                </c:pt>
                <c:pt idx="91231">
                  <c:v>0</c:v>
                </c:pt>
                <c:pt idx="91232">
                  <c:v>0</c:v>
                </c:pt>
                <c:pt idx="91233">
                  <c:v>0</c:v>
                </c:pt>
                <c:pt idx="91234">
                  <c:v>0</c:v>
                </c:pt>
                <c:pt idx="91235">
                  <c:v>0</c:v>
                </c:pt>
                <c:pt idx="91236">
                  <c:v>0</c:v>
                </c:pt>
                <c:pt idx="91237">
                  <c:v>0</c:v>
                </c:pt>
                <c:pt idx="91238">
                  <c:v>0</c:v>
                </c:pt>
                <c:pt idx="91239">
                  <c:v>0</c:v>
                </c:pt>
                <c:pt idx="91240">
                  <c:v>0</c:v>
                </c:pt>
                <c:pt idx="91241">
                  <c:v>0</c:v>
                </c:pt>
                <c:pt idx="91242">
                  <c:v>0</c:v>
                </c:pt>
                <c:pt idx="91243">
                  <c:v>0</c:v>
                </c:pt>
                <c:pt idx="91244">
                  <c:v>0</c:v>
                </c:pt>
                <c:pt idx="91245">
                  <c:v>0</c:v>
                </c:pt>
                <c:pt idx="91246">
                  <c:v>0</c:v>
                </c:pt>
                <c:pt idx="91247">
                  <c:v>0</c:v>
                </c:pt>
                <c:pt idx="91248">
                  <c:v>0</c:v>
                </c:pt>
                <c:pt idx="91249">
                  <c:v>0</c:v>
                </c:pt>
                <c:pt idx="91250">
                  <c:v>0</c:v>
                </c:pt>
                <c:pt idx="91251">
                  <c:v>0</c:v>
                </c:pt>
                <c:pt idx="91252">
                  <c:v>0</c:v>
                </c:pt>
                <c:pt idx="91253">
                  <c:v>0</c:v>
                </c:pt>
                <c:pt idx="91254">
                  <c:v>0</c:v>
                </c:pt>
                <c:pt idx="91255">
                  <c:v>0</c:v>
                </c:pt>
                <c:pt idx="91256">
                  <c:v>0</c:v>
                </c:pt>
                <c:pt idx="91257">
                  <c:v>0</c:v>
                </c:pt>
                <c:pt idx="91258">
                  <c:v>0</c:v>
                </c:pt>
                <c:pt idx="91259">
                  <c:v>0</c:v>
                </c:pt>
                <c:pt idx="91260">
                  <c:v>0</c:v>
                </c:pt>
                <c:pt idx="91261">
                  <c:v>0</c:v>
                </c:pt>
                <c:pt idx="91262">
                  <c:v>0</c:v>
                </c:pt>
                <c:pt idx="91263">
                  <c:v>0</c:v>
                </c:pt>
                <c:pt idx="91264">
                  <c:v>0</c:v>
                </c:pt>
                <c:pt idx="91265">
                  <c:v>0</c:v>
                </c:pt>
                <c:pt idx="91266">
                  <c:v>0</c:v>
                </c:pt>
                <c:pt idx="91267">
                  <c:v>0</c:v>
                </c:pt>
                <c:pt idx="91268">
                  <c:v>0</c:v>
                </c:pt>
                <c:pt idx="91269">
                  <c:v>0</c:v>
                </c:pt>
                <c:pt idx="91270">
                  <c:v>0</c:v>
                </c:pt>
                <c:pt idx="91271">
                  <c:v>0</c:v>
                </c:pt>
                <c:pt idx="91272">
                  <c:v>0</c:v>
                </c:pt>
                <c:pt idx="91273">
                  <c:v>0</c:v>
                </c:pt>
                <c:pt idx="91274">
                  <c:v>0</c:v>
                </c:pt>
                <c:pt idx="91275">
                  <c:v>0</c:v>
                </c:pt>
                <c:pt idx="91276">
                  <c:v>0</c:v>
                </c:pt>
                <c:pt idx="91277">
                  <c:v>0</c:v>
                </c:pt>
                <c:pt idx="91278">
                  <c:v>0</c:v>
                </c:pt>
                <c:pt idx="91279">
                  <c:v>0</c:v>
                </c:pt>
                <c:pt idx="91280">
                  <c:v>0</c:v>
                </c:pt>
                <c:pt idx="91281">
                  <c:v>0</c:v>
                </c:pt>
                <c:pt idx="91282">
                  <c:v>0</c:v>
                </c:pt>
                <c:pt idx="91283">
                  <c:v>0</c:v>
                </c:pt>
                <c:pt idx="91284">
                  <c:v>0</c:v>
                </c:pt>
                <c:pt idx="91285">
                  <c:v>0</c:v>
                </c:pt>
                <c:pt idx="91286">
                  <c:v>0</c:v>
                </c:pt>
                <c:pt idx="91287">
                  <c:v>0</c:v>
                </c:pt>
                <c:pt idx="91288">
                  <c:v>0</c:v>
                </c:pt>
                <c:pt idx="91289">
                  <c:v>0</c:v>
                </c:pt>
                <c:pt idx="91290">
                  <c:v>0</c:v>
                </c:pt>
                <c:pt idx="91291">
                  <c:v>0</c:v>
                </c:pt>
                <c:pt idx="91292">
                  <c:v>0</c:v>
                </c:pt>
                <c:pt idx="91293">
                  <c:v>0</c:v>
                </c:pt>
                <c:pt idx="91294">
                  <c:v>0</c:v>
                </c:pt>
                <c:pt idx="91295">
                  <c:v>0</c:v>
                </c:pt>
                <c:pt idx="91296">
                  <c:v>0</c:v>
                </c:pt>
                <c:pt idx="91297">
                  <c:v>0</c:v>
                </c:pt>
                <c:pt idx="91298">
                  <c:v>0</c:v>
                </c:pt>
                <c:pt idx="91299">
                  <c:v>0</c:v>
                </c:pt>
                <c:pt idx="91300">
                  <c:v>0</c:v>
                </c:pt>
                <c:pt idx="91301">
                  <c:v>0</c:v>
                </c:pt>
                <c:pt idx="91302">
                  <c:v>0</c:v>
                </c:pt>
                <c:pt idx="91303">
                  <c:v>0</c:v>
                </c:pt>
                <c:pt idx="91304">
                  <c:v>0</c:v>
                </c:pt>
                <c:pt idx="91305">
                  <c:v>0</c:v>
                </c:pt>
                <c:pt idx="91306">
                  <c:v>0</c:v>
                </c:pt>
                <c:pt idx="91307">
                  <c:v>0</c:v>
                </c:pt>
                <c:pt idx="91308">
                  <c:v>0</c:v>
                </c:pt>
                <c:pt idx="91309">
                  <c:v>0</c:v>
                </c:pt>
                <c:pt idx="91310">
                  <c:v>0</c:v>
                </c:pt>
                <c:pt idx="91311">
                  <c:v>0</c:v>
                </c:pt>
                <c:pt idx="91312">
                  <c:v>0</c:v>
                </c:pt>
                <c:pt idx="91313">
                  <c:v>0</c:v>
                </c:pt>
                <c:pt idx="91314">
                  <c:v>0</c:v>
                </c:pt>
                <c:pt idx="91315">
                  <c:v>0</c:v>
                </c:pt>
                <c:pt idx="91316">
                  <c:v>0</c:v>
                </c:pt>
                <c:pt idx="91317">
                  <c:v>0</c:v>
                </c:pt>
                <c:pt idx="91318">
                  <c:v>0</c:v>
                </c:pt>
                <c:pt idx="91319">
                  <c:v>0</c:v>
                </c:pt>
                <c:pt idx="91320">
                  <c:v>0</c:v>
                </c:pt>
                <c:pt idx="91321">
                  <c:v>0</c:v>
                </c:pt>
                <c:pt idx="91322">
                  <c:v>0</c:v>
                </c:pt>
                <c:pt idx="91323">
                  <c:v>0</c:v>
                </c:pt>
                <c:pt idx="91324">
                  <c:v>0</c:v>
                </c:pt>
                <c:pt idx="91325">
                  <c:v>0</c:v>
                </c:pt>
                <c:pt idx="91326">
                  <c:v>0</c:v>
                </c:pt>
                <c:pt idx="91327">
                  <c:v>0</c:v>
                </c:pt>
                <c:pt idx="91328">
                  <c:v>0</c:v>
                </c:pt>
                <c:pt idx="91329">
                  <c:v>0</c:v>
                </c:pt>
                <c:pt idx="91330">
                  <c:v>0</c:v>
                </c:pt>
                <c:pt idx="91331">
                  <c:v>0</c:v>
                </c:pt>
                <c:pt idx="91332">
                  <c:v>0</c:v>
                </c:pt>
                <c:pt idx="91333">
                  <c:v>0</c:v>
                </c:pt>
                <c:pt idx="91334">
                  <c:v>0</c:v>
                </c:pt>
                <c:pt idx="91335">
                  <c:v>0</c:v>
                </c:pt>
                <c:pt idx="91336">
                  <c:v>0</c:v>
                </c:pt>
                <c:pt idx="91337">
                  <c:v>0</c:v>
                </c:pt>
                <c:pt idx="91338">
                  <c:v>0</c:v>
                </c:pt>
                <c:pt idx="91339">
                  <c:v>0</c:v>
                </c:pt>
                <c:pt idx="91340">
                  <c:v>0</c:v>
                </c:pt>
                <c:pt idx="91341">
                  <c:v>0</c:v>
                </c:pt>
                <c:pt idx="91342">
                  <c:v>0</c:v>
                </c:pt>
                <c:pt idx="91343">
                  <c:v>0</c:v>
                </c:pt>
                <c:pt idx="91344">
                  <c:v>0</c:v>
                </c:pt>
                <c:pt idx="91345">
                  <c:v>0</c:v>
                </c:pt>
                <c:pt idx="91346">
                  <c:v>0</c:v>
                </c:pt>
                <c:pt idx="91347">
                  <c:v>0</c:v>
                </c:pt>
                <c:pt idx="91348">
                  <c:v>0</c:v>
                </c:pt>
                <c:pt idx="91349">
                  <c:v>0</c:v>
                </c:pt>
                <c:pt idx="91350">
                  <c:v>0</c:v>
                </c:pt>
                <c:pt idx="91351">
                  <c:v>0</c:v>
                </c:pt>
                <c:pt idx="91352">
                  <c:v>0</c:v>
                </c:pt>
                <c:pt idx="91353">
                  <c:v>0</c:v>
                </c:pt>
                <c:pt idx="91354">
                  <c:v>0</c:v>
                </c:pt>
                <c:pt idx="91355">
                  <c:v>0</c:v>
                </c:pt>
                <c:pt idx="91356">
                  <c:v>0</c:v>
                </c:pt>
                <c:pt idx="91357">
                  <c:v>0</c:v>
                </c:pt>
                <c:pt idx="91358">
                  <c:v>0</c:v>
                </c:pt>
                <c:pt idx="91359">
                  <c:v>0</c:v>
                </c:pt>
                <c:pt idx="91360">
                  <c:v>0</c:v>
                </c:pt>
                <c:pt idx="91361">
                  <c:v>0</c:v>
                </c:pt>
                <c:pt idx="91362">
                  <c:v>0</c:v>
                </c:pt>
                <c:pt idx="91363">
                  <c:v>0</c:v>
                </c:pt>
                <c:pt idx="91364">
                  <c:v>0</c:v>
                </c:pt>
                <c:pt idx="91365">
                  <c:v>0</c:v>
                </c:pt>
                <c:pt idx="91366">
                  <c:v>0</c:v>
                </c:pt>
                <c:pt idx="91367">
                  <c:v>0</c:v>
                </c:pt>
                <c:pt idx="91368">
                  <c:v>0</c:v>
                </c:pt>
                <c:pt idx="91369">
                  <c:v>0</c:v>
                </c:pt>
                <c:pt idx="91370">
                  <c:v>0</c:v>
                </c:pt>
                <c:pt idx="91371">
                  <c:v>0</c:v>
                </c:pt>
                <c:pt idx="91372">
                  <c:v>0</c:v>
                </c:pt>
                <c:pt idx="91373">
                  <c:v>0</c:v>
                </c:pt>
                <c:pt idx="91374">
                  <c:v>0</c:v>
                </c:pt>
                <c:pt idx="91375">
                  <c:v>0</c:v>
                </c:pt>
                <c:pt idx="91376">
                  <c:v>0</c:v>
                </c:pt>
                <c:pt idx="91377">
                  <c:v>0</c:v>
                </c:pt>
                <c:pt idx="91378">
                  <c:v>0</c:v>
                </c:pt>
                <c:pt idx="91379">
                  <c:v>0</c:v>
                </c:pt>
                <c:pt idx="91380">
                  <c:v>0</c:v>
                </c:pt>
                <c:pt idx="91381">
                  <c:v>0</c:v>
                </c:pt>
                <c:pt idx="91382">
                  <c:v>0</c:v>
                </c:pt>
                <c:pt idx="91383">
                  <c:v>0</c:v>
                </c:pt>
                <c:pt idx="91384">
                  <c:v>0</c:v>
                </c:pt>
                <c:pt idx="91385">
                  <c:v>0</c:v>
                </c:pt>
                <c:pt idx="91386">
                  <c:v>0</c:v>
                </c:pt>
                <c:pt idx="91387">
                  <c:v>0</c:v>
                </c:pt>
                <c:pt idx="91388">
                  <c:v>0</c:v>
                </c:pt>
                <c:pt idx="91389">
                  <c:v>0</c:v>
                </c:pt>
                <c:pt idx="91390">
                  <c:v>0</c:v>
                </c:pt>
                <c:pt idx="91391">
                  <c:v>0</c:v>
                </c:pt>
                <c:pt idx="91392">
                  <c:v>0</c:v>
                </c:pt>
                <c:pt idx="91393">
                  <c:v>0</c:v>
                </c:pt>
                <c:pt idx="91394">
                  <c:v>0</c:v>
                </c:pt>
                <c:pt idx="91395">
                  <c:v>0</c:v>
                </c:pt>
                <c:pt idx="91396">
                  <c:v>0</c:v>
                </c:pt>
                <c:pt idx="91397">
                  <c:v>0</c:v>
                </c:pt>
                <c:pt idx="91398">
                  <c:v>0</c:v>
                </c:pt>
                <c:pt idx="91399">
                  <c:v>0</c:v>
                </c:pt>
                <c:pt idx="91400">
                  <c:v>0</c:v>
                </c:pt>
                <c:pt idx="91401">
                  <c:v>0</c:v>
                </c:pt>
                <c:pt idx="91402">
                  <c:v>0</c:v>
                </c:pt>
                <c:pt idx="91403">
                  <c:v>0</c:v>
                </c:pt>
                <c:pt idx="91404">
                  <c:v>0</c:v>
                </c:pt>
                <c:pt idx="91405">
                  <c:v>0</c:v>
                </c:pt>
                <c:pt idx="91406">
                  <c:v>0</c:v>
                </c:pt>
                <c:pt idx="91407">
                  <c:v>0</c:v>
                </c:pt>
                <c:pt idx="91408">
                  <c:v>0</c:v>
                </c:pt>
                <c:pt idx="91409">
                  <c:v>0</c:v>
                </c:pt>
                <c:pt idx="91410">
                  <c:v>0</c:v>
                </c:pt>
                <c:pt idx="91411">
                  <c:v>0</c:v>
                </c:pt>
                <c:pt idx="91412">
                  <c:v>0</c:v>
                </c:pt>
                <c:pt idx="91413">
                  <c:v>0</c:v>
                </c:pt>
                <c:pt idx="91414">
                  <c:v>0</c:v>
                </c:pt>
                <c:pt idx="91415">
                  <c:v>0</c:v>
                </c:pt>
                <c:pt idx="91416">
                  <c:v>0</c:v>
                </c:pt>
                <c:pt idx="91417">
                  <c:v>0</c:v>
                </c:pt>
                <c:pt idx="91418">
                  <c:v>0</c:v>
                </c:pt>
                <c:pt idx="91419">
                  <c:v>0</c:v>
                </c:pt>
                <c:pt idx="91420">
                  <c:v>0</c:v>
                </c:pt>
                <c:pt idx="91421">
                  <c:v>0</c:v>
                </c:pt>
                <c:pt idx="91422">
                  <c:v>0</c:v>
                </c:pt>
                <c:pt idx="91423">
                  <c:v>0</c:v>
                </c:pt>
                <c:pt idx="91424">
                  <c:v>0</c:v>
                </c:pt>
                <c:pt idx="91425">
                  <c:v>0</c:v>
                </c:pt>
                <c:pt idx="91426">
                  <c:v>0</c:v>
                </c:pt>
                <c:pt idx="91427">
                  <c:v>0</c:v>
                </c:pt>
                <c:pt idx="91428">
                  <c:v>0</c:v>
                </c:pt>
                <c:pt idx="91429">
                  <c:v>0</c:v>
                </c:pt>
                <c:pt idx="91430">
                  <c:v>0</c:v>
                </c:pt>
                <c:pt idx="91431">
                  <c:v>0</c:v>
                </c:pt>
                <c:pt idx="91432">
                  <c:v>0</c:v>
                </c:pt>
                <c:pt idx="91433">
                  <c:v>0</c:v>
                </c:pt>
                <c:pt idx="91434">
                  <c:v>0</c:v>
                </c:pt>
                <c:pt idx="91435">
                  <c:v>0</c:v>
                </c:pt>
                <c:pt idx="91436">
                  <c:v>0</c:v>
                </c:pt>
                <c:pt idx="91437">
                  <c:v>0</c:v>
                </c:pt>
                <c:pt idx="91438">
                  <c:v>0</c:v>
                </c:pt>
                <c:pt idx="91439">
                  <c:v>0</c:v>
                </c:pt>
                <c:pt idx="91440">
                  <c:v>0</c:v>
                </c:pt>
                <c:pt idx="91441">
                  <c:v>0</c:v>
                </c:pt>
                <c:pt idx="91442">
                  <c:v>0</c:v>
                </c:pt>
                <c:pt idx="91443">
                  <c:v>0</c:v>
                </c:pt>
                <c:pt idx="91444">
                  <c:v>0</c:v>
                </c:pt>
                <c:pt idx="91445">
                  <c:v>0</c:v>
                </c:pt>
                <c:pt idx="91446">
                  <c:v>0</c:v>
                </c:pt>
                <c:pt idx="91447">
                  <c:v>0</c:v>
                </c:pt>
                <c:pt idx="91448">
                  <c:v>0</c:v>
                </c:pt>
                <c:pt idx="91449">
                  <c:v>0</c:v>
                </c:pt>
                <c:pt idx="91450">
                  <c:v>0</c:v>
                </c:pt>
                <c:pt idx="91451">
                  <c:v>0</c:v>
                </c:pt>
                <c:pt idx="91452">
                  <c:v>0</c:v>
                </c:pt>
                <c:pt idx="91453">
                  <c:v>0</c:v>
                </c:pt>
                <c:pt idx="91454">
                  <c:v>0</c:v>
                </c:pt>
                <c:pt idx="91455">
                  <c:v>0</c:v>
                </c:pt>
                <c:pt idx="91456">
                  <c:v>0</c:v>
                </c:pt>
                <c:pt idx="91457">
                  <c:v>0</c:v>
                </c:pt>
                <c:pt idx="91458">
                  <c:v>0</c:v>
                </c:pt>
                <c:pt idx="91459">
                  <c:v>0</c:v>
                </c:pt>
                <c:pt idx="91460">
                  <c:v>0</c:v>
                </c:pt>
                <c:pt idx="91461">
                  <c:v>0</c:v>
                </c:pt>
                <c:pt idx="91462">
                  <c:v>0</c:v>
                </c:pt>
                <c:pt idx="91463">
                  <c:v>0</c:v>
                </c:pt>
                <c:pt idx="91464">
                  <c:v>0</c:v>
                </c:pt>
                <c:pt idx="91465">
                  <c:v>0</c:v>
                </c:pt>
                <c:pt idx="91466">
                  <c:v>0</c:v>
                </c:pt>
                <c:pt idx="91467">
                  <c:v>0</c:v>
                </c:pt>
                <c:pt idx="91468">
                  <c:v>0</c:v>
                </c:pt>
                <c:pt idx="91469">
                  <c:v>0</c:v>
                </c:pt>
                <c:pt idx="91470">
                  <c:v>0</c:v>
                </c:pt>
                <c:pt idx="91471">
                  <c:v>0</c:v>
                </c:pt>
                <c:pt idx="91472">
                  <c:v>0</c:v>
                </c:pt>
                <c:pt idx="91473">
                  <c:v>0</c:v>
                </c:pt>
                <c:pt idx="91474">
                  <c:v>0</c:v>
                </c:pt>
                <c:pt idx="91475">
                  <c:v>0</c:v>
                </c:pt>
                <c:pt idx="91476">
                  <c:v>0</c:v>
                </c:pt>
                <c:pt idx="91477">
                  <c:v>0</c:v>
                </c:pt>
                <c:pt idx="91478">
                  <c:v>0</c:v>
                </c:pt>
                <c:pt idx="91479">
                  <c:v>0</c:v>
                </c:pt>
                <c:pt idx="91480">
                  <c:v>0</c:v>
                </c:pt>
                <c:pt idx="91481">
                  <c:v>0</c:v>
                </c:pt>
                <c:pt idx="91482">
                  <c:v>0</c:v>
                </c:pt>
                <c:pt idx="91483">
                  <c:v>0</c:v>
                </c:pt>
                <c:pt idx="91484">
                  <c:v>0</c:v>
                </c:pt>
                <c:pt idx="91485">
                  <c:v>0</c:v>
                </c:pt>
                <c:pt idx="91486">
                  <c:v>0</c:v>
                </c:pt>
                <c:pt idx="91487">
                  <c:v>0</c:v>
                </c:pt>
                <c:pt idx="91488">
                  <c:v>0</c:v>
                </c:pt>
                <c:pt idx="91489">
                  <c:v>0</c:v>
                </c:pt>
                <c:pt idx="91490">
                  <c:v>0</c:v>
                </c:pt>
                <c:pt idx="91491">
                  <c:v>0</c:v>
                </c:pt>
                <c:pt idx="91492">
                  <c:v>0</c:v>
                </c:pt>
                <c:pt idx="91493">
                  <c:v>0</c:v>
                </c:pt>
                <c:pt idx="91494">
                  <c:v>0</c:v>
                </c:pt>
                <c:pt idx="91495">
                  <c:v>0</c:v>
                </c:pt>
                <c:pt idx="91496">
                  <c:v>0</c:v>
                </c:pt>
                <c:pt idx="91497">
                  <c:v>0</c:v>
                </c:pt>
                <c:pt idx="91498">
                  <c:v>0</c:v>
                </c:pt>
                <c:pt idx="91499">
                  <c:v>0</c:v>
                </c:pt>
                <c:pt idx="91500">
                  <c:v>0</c:v>
                </c:pt>
                <c:pt idx="91501">
                  <c:v>0</c:v>
                </c:pt>
                <c:pt idx="91502">
                  <c:v>0</c:v>
                </c:pt>
                <c:pt idx="91503">
                  <c:v>0</c:v>
                </c:pt>
                <c:pt idx="91504">
                  <c:v>0</c:v>
                </c:pt>
                <c:pt idx="91505">
                  <c:v>0</c:v>
                </c:pt>
                <c:pt idx="91506">
                  <c:v>0</c:v>
                </c:pt>
                <c:pt idx="91507">
                  <c:v>0</c:v>
                </c:pt>
                <c:pt idx="91508">
                  <c:v>0</c:v>
                </c:pt>
                <c:pt idx="91509">
                  <c:v>0</c:v>
                </c:pt>
                <c:pt idx="91510">
                  <c:v>0</c:v>
                </c:pt>
                <c:pt idx="91511">
                  <c:v>0</c:v>
                </c:pt>
                <c:pt idx="91512">
                  <c:v>0</c:v>
                </c:pt>
                <c:pt idx="91513">
                  <c:v>0</c:v>
                </c:pt>
                <c:pt idx="91514">
                  <c:v>0</c:v>
                </c:pt>
                <c:pt idx="91515">
                  <c:v>0</c:v>
                </c:pt>
                <c:pt idx="91516">
                  <c:v>0</c:v>
                </c:pt>
                <c:pt idx="91517">
                  <c:v>0</c:v>
                </c:pt>
                <c:pt idx="91518">
                  <c:v>0</c:v>
                </c:pt>
                <c:pt idx="91519">
                  <c:v>0</c:v>
                </c:pt>
                <c:pt idx="91520">
                  <c:v>0</c:v>
                </c:pt>
                <c:pt idx="91521">
                  <c:v>0</c:v>
                </c:pt>
                <c:pt idx="91522">
                  <c:v>0</c:v>
                </c:pt>
                <c:pt idx="91523">
                  <c:v>0</c:v>
                </c:pt>
                <c:pt idx="91524">
                  <c:v>0</c:v>
                </c:pt>
                <c:pt idx="91525">
                  <c:v>0</c:v>
                </c:pt>
                <c:pt idx="91526">
                  <c:v>0</c:v>
                </c:pt>
                <c:pt idx="91527">
                  <c:v>0</c:v>
                </c:pt>
                <c:pt idx="91528">
                  <c:v>0</c:v>
                </c:pt>
                <c:pt idx="91529">
                  <c:v>0</c:v>
                </c:pt>
                <c:pt idx="91530">
                  <c:v>0</c:v>
                </c:pt>
                <c:pt idx="91531">
                  <c:v>0</c:v>
                </c:pt>
                <c:pt idx="91532">
                  <c:v>0</c:v>
                </c:pt>
                <c:pt idx="91533">
                  <c:v>0</c:v>
                </c:pt>
                <c:pt idx="91534">
                  <c:v>0</c:v>
                </c:pt>
                <c:pt idx="91535">
                  <c:v>0</c:v>
                </c:pt>
                <c:pt idx="91536">
                  <c:v>0</c:v>
                </c:pt>
                <c:pt idx="91537">
                  <c:v>0</c:v>
                </c:pt>
                <c:pt idx="91538">
                  <c:v>0</c:v>
                </c:pt>
                <c:pt idx="91539">
                  <c:v>0</c:v>
                </c:pt>
                <c:pt idx="91540">
                  <c:v>0</c:v>
                </c:pt>
                <c:pt idx="91541">
                  <c:v>0</c:v>
                </c:pt>
                <c:pt idx="91542">
                  <c:v>0</c:v>
                </c:pt>
                <c:pt idx="91543">
                  <c:v>0</c:v>
                </c:pt>
                <c:pt idx="91544">
                  <c:v>0</c:v>
                </c:pt>
                <c:pt idx="91545">
                  <c:v>0</c:v>
                </c:pt>
                <c:pt idx="91546">
                  <c:v>0</c:v>
                </c:pt>
                <c:pt idx="91547">
                  <c:v>0</c:v>
                </c:pt>
                <c:pt idx="91548">
                  <c:v>0</c:v>
                </c:pt>
                <c:pt idx="91549">
                  <c:v>0</c:v>
                </c:pt>
                <c:pt idx="91550">
                  <c:v>0</c:v>
                </c:pt>
                <c:pt idx="91551">
                  <c:v>0</c:v>
                </c:pt>
                <c:pt idx="91552">
                  <c:v>0</c:v>
                </c:pt>
                <c:pt idx="91553">
                  <c:v>0</c:v>
                </c:pt>
                <c:pt idx="91554">
                  <c:v>0</c:v>
                </c:pt>
                <c:pt idx="91555">
                  <c:v>0</c:v>
                </c:pt>
                <c:pt idx="91556">
                  <c:v>0</c:v>
                </c:pt>
                <c:pt idx="91557">
                  <c:v>0</c:v>
                </c:pt>
                <c:pt idx="91558">
                  <c:v>0</c:v>
                </c:pt>
                <c:pt idx="91559">
                  <c:v>0</c:v>
                </c:pt>
                <c:pt idx="91560">
                  <c:v>0</c:v>
                </c:pt>
                <c:pt idx="91561">
                  <c:v>0</c:v>
                </c:pt>
                <c:pt idx="91562">
                  <c:v>0</c:v>
                </c:pt>
                <c:pt idx="91563">
                  <c:v>0</c:v>
                </c:pt>
                <c:pt idx="91564">
                  <c:v>0</c:v>
                </c:pt>
                <c:pt idx="91565">
                  <c:v>0</c:v>
                </c:pt>
                <c:pt idx="91566">
                  <c:v>0</c:v>
                </c:pt>
                <c:pt idx="91567">
                  <c:v>0</c:v>
                </c:pt>
                <c:pt idx="91568">
                  <c:v>0</c:v>
                </c:pt>
                <c:pt idx="91569">
                  <c:v>0</c:v>
                </c:pt>
                <c:pt idx="91570">
                  <c:v>0</c:v>
                </c:pt>
                <c:pt idx="91571">
                  <c:v>0</c:v>
                </c:pt>
                <c:pt idx="91572">
                  <c:v>0</c:v>
                </c:pt>
                <c:pt idx="91573">
                  <c:v>0</c:v>
                </c:pt>
                <c:pt idx="91574">
                  <c:v>0</c:v>
                </c:pt>
                <c:pt idx="91575">
                  <c:v>0</c:v>
                </c:pt>
                <c:pt idx="91576">
                  <c:v>0</c:v>
                </c:pt>
                <c:pt idx="91577">
                  <c:v>0</c:v>
                </c:pt>
                <c:pt idx="91578">
                  <c:v>0</c:v>
                </c:pt>
                <c:pt idx="91579">
                  <c:v>0</c:v>
                </c:pt>
                <c:pt idx="91580">
                  <c:v>0</c:v>
                </c:pt>
                <c:pt idx="91581">
                  <c:v>0</c:v>
                </c:pt>
                <c:pt idx="91582">
                  <c:v>0</c:v>
                </c:pt>
                <c:pt idx="91583">
                  <c:v>0</c:v>
                </c:pt>
                <c:pt idx="91584">
                  <c:v>0</c:v>
                </c:pt>
                <c:pt idx="91585">
                  <c:v>0</c:v>
                </c:pt>
                <c:pt idx="91586">
                  <c:v>0</c:v>
                </c:pt>
                <c:pt idx="91587">
                  <c:v>0</c:v>
                </c:pt>
                <c:pt idx="91588">
                  <c:v>0</c:v>
                </c:pt>
                <c:pt idx="91589">
                  <c:v>0</c:v>
                </c:pt>
                <c:pt idx="91590">
                  <c:v>0</c:v>
                </c:pt>
                <c:pt idx="91591">
                  <c:v>0</c:v>
                </c:pt>
                <c:pt idx="91592">
                  <c:v>0</c:v>
                </c:pt>
                <c:pt idx="91593">
                  <c:v>0</c:v>
                </c:pt>
                <c:pt idx="91594">
                  <c:v>0</c:v>
                </c:pt>
                <c:pt idx="91595">
                  <c:v>0</c:v>
                </c:pt>
                <c:pt idx="91596">
                  <c:v>0</c:v>
                </c:pt>
                <c:pt idx="91597">
                  <c:v>0</c:v>
                </c:pt>
                <c:pt idx="91598">
                  <c:v>0</c:v>
                </c:pt>
                <c:pt idx="91599">
                  <c:v>0</c:v>
                </c:pt>
                <c:pt idx="91600">
                  <c:v>0</c:v>
                </c:pt>
                <c:pt idx="91601">
                  <c:v>0</c:v>
                </c:pt>
                <c:pt idx="91602">
                  <c:v>0</c:v>
                </c:pt>
                <c:pt idx="91603">
                  <c:v>0</c:v>
                </c:pt>
                <c:pt idx="91604">
                  <c:v>0</c:v>
                </c:pt>
                <c:pt idx="91605">
                  <c:v>0</c:v>
                </c:pt>
                <c:pt idx="91606">
                  <c:v>0</c:v>
                </c:pt>
                <c:pt idx="91607">
                  <c:v>0</c:v>
                </c:pt>
                <c:pt idx="91608">
                  <c:v>0</c:v>
                </c:pt>
                <c:pt idx="91609">
                  <c:v>0</c:v>
                </c:pt>
                <c:pt idx="91610">
                  <c:v>0</c:v>
                </c:pt>
                <c:pt idx="91611">
                  <c:v>0</c:v>
                </c:pt>
                <c:pt idx="91612">
                  <c:v>0</c:v>
                </c:pt>
                <c:pt idx="91613">
                  <c:v>0</c:v>
                </c:pt>
                <c:pt idx="91614">
                  <c:v>0</c:v>
                </c:pt>
                <c:pt idx="91615">
                  <c:v>0</c:v>
                </c:pt>
                <c:pt idx="91616">
                  <c:v>0</c:v>
                </c:pt>
                <c:pt idx="91617">
                  <c:v>0</c:v>
                </c:pt>
                <c:pt idx="91618">
                  <c:v>0</c:v>
                </c:pt>
                <c:pt idx="91619">
                  <c:v>0</c:v>
                </c:pt>
                <c:pt idx="91620">
                  <c:v>0</c:v>
                </c:pt>
                <c:pt idx="91621">
                  <c:v>0</c:v>
                </c:pt>
                <c:pt idx="91622">
                  <c:v>0</c:v>
                </c:pt>
                <c:pt idx="91623">
                  <c:v>0</c:v>
                </c:pt>
                <c:pt idx="91624">
                  <c:v>0</c:v>
                </c:pt>
                <c:pt idx="91625">
                  <c:v>0</c:v>
                </c:pt>
                <c:pt idx="91626">
                  <c:v>0</c:v>
                </c:pt>
                <c:pt idx="91627">
                  <c:v>0</c:v>
                </c:pt>
                <c:pt idx="91628">
                  <c:v>0</c:v>
                </c:pt>
                <c:pt idx="91629">
                  <c:v>0</c:v>
                </c:pt>
                <c:pt idx="91630">
                  <c:v>0</c:v>
                </c:pt>
                <c:pt idx="91631">
                  <c:v>0</c:v>
                </c:pt>
                <c:pt idx="91632">
                  <c:v>0</c:v>
                </c:pt>
                <c:pt idx="91633">
                  <c:v>0</c:v>
                </c:pt>
                <c:pt idx="91634">
                  <c:v>0</c:v>
                </c:pt>
                <c:pt idx="91635">
                  <c:v>0</c:v>
                </c:pt>
                <c:pt idx="91636">
                  <c:v>0</c:v>
                </c:pt>
                <c:pt idx="91637">
                  <c:v>0</c:v>
                </c:pt>
                <c:pt idx="91638">
                  <c:v>0</c:v>
                </c:pt>
                <c:pt idx="91639">
                  <c:v>0</c:v>
                </c:pt>
                <c:pt idx="91640">
                  <c:v>0</c:v>
                </c:pt>
                <c:pt idx="91641">
                  <c:v>0</c:v>
                </c:pt>
                <c:pt idx="91642">
                  <c:v>0</c:v>
                </c:pt>
                <c:pt idx="91643">
                  <c:v>0</c:v>
                </c:pt>
                <c:pt idx="91644">
                  <c:v>0</c:v>
                </c:pt>
                <c:pt idx="91645">
                  <c:v>0</c:v>
                </c:pt>
                <c:pt idx="91646">
                  <c:v>0</c:v>
                </c:pt>
                <c:pt idx="91647">
                  <c:v>0</c:v>
                </c:pt>
                <c:pt idx="91648">
                  <c:v>0</c:v>
                </c:pt>
                <c:pt idx="91649">
                  <c:v>0</c:v>
                </c:pt>
                <c:pt idx="91650">
                  <c:v>0</c:v>
                </c:pt>
                <c:pt idx="91651">
                  <c:v>0</c:v>
                </c:pt>
                <c:pt idx="91652">
                  <c:v>0</c:v>
                </c:pt>
                <c:pt idx="91653">
                  <c:v>0</c:v>
                </c:pt>
                <c:pt idx="91654">
                  <c:v>0</c:v>
                </c:pt>
                <c:pt idx="91655">
                  <c:v>0</c:v>
                </c:pt>
                <c:pt idx="91656">
                  <c:v>0</c:v>
                </c:pt>
                <c:pt idx="91657">
                  <c:v>0</c:v>
                </c:pt>
                <c:pt idx="91658">
                  <c:v>0</c:v>
                </c:pt>
                <c:pt idx="91659">
                  <c:v>0</c:v>
                </c:pt>
                <c:pt idx="91660">
                  <c:v>0</c:v>
                </c:pt>
                <c:pt idx="91661">
                  <c:v>0</c:v>
                </c:pt>
                <c:pt idx="91662">
                  <c:v>0</c:v>
                </c:pt>
                <c:pt idx="91663">
                  <c:v>0</c:v>
                </c:pt>
                <c:pt idx="91664">
                  <c:v>0</c:v>
                </c:pt>
                <c:pt idx="91665">
                  <c:v>0</c:v>
                </c:pt>
                <c:pt idx="91666">
                  <c:v>0</c:v>
                </c:pt>
                <c:pt idx="91667">
                  <c:v>0</c:v>
                </c:pt>
                <c:pt idx="91668">
                  <c:v>0</c:v>
                </c:pt>
                <c:pt idx="91669">
                  <c:v>0</c:v>
                </c:pt>
                <c:pt idx="91670">
                  <c:v>0</c:v>
                </c:pt>
                <c:pt idx="91671">
                  <c:v>0</c:v>
                </c:pt>
                <c:pt idx="91672">
                  <c:v>0</c:v>
                </c:pt>
                <c:pt idx="91673">
                  <c:v>0</c:v>
                </c:pt>
                <c:pt idx="91674">
                  <c:v>0</c:v>
                </c:pt>
                <c:pt idx="91675">
                  <c:v>0</c:v>
                </c:pt>
                <c:pt idx="91676">
                  <c:v>0</c:v>
                </c:pt>
                <c:pt idx="91677">
                  <c:v>0</c:v>
                </c:pt>
                <c:pt idx="91678">
                  <c:v>0</c:v>
                </c:pt>
                <c:pt idx="91679">
                  <c:v>0</c:v>
                </c:pt>
                <c:pt idx="91680">
                  <c:v>0</c:v>
                </c:pt>
                <c:pt idx="91681">
                  <c:v>0</c:v>
                </c:pt>
                <c:pt idx="91682">
                  <c:v>0</c:v>
                </c:pt>
                <c:pt idx="91683">
                  <c:v>0</c:v>
                </c:pt>
                <c:pt idx="91684">
                  <c:v>0</c:v>
                </c:pt>
                <c:pt idx="91685">
                  <c:v>0</c:v>
                </c:pt>
                <c:pt idx="91686">
                  <c:v>0</c:v>
                </c:pt>
                <c:pt idx="91687">
                  <c:v>0</c:v>
                </c:pt>
                <c:pt idx="91688">
                  <c:v>0</c:v>
                </c:pt>
                <c:pt idx="91689">
                  <c:v>0</c:v>
                </c:pt>
                <c:pt idx="91690">
                  <c:v>0</c:v>
                </c:pt>
                <c:pt idx="91691">
                  <c:v>0</c:v>
                </c:pt>
                <c:pt idx="91692">
                  <c:v>0</c:v>
                </c:pt>
                <c:pt idx="91693">
                  <c:v>0</c:v>
                </c:pt>
                <c:pt idx="91694">
                  <c:v>0</c:v>
                </c:pt>
                <c:pt idx="91695">
                  <c:v>0</c:v>
                </c:pt>
                <c:pt idx="91696">
                  <c:v>0</c:v>
                </c:pt>
                <c:pt idx="91697">
                  <c:v>0</c:v>
                </c:pt>
                <c:pt idx="91698">
                  <c:v>0</c:v>
                </c:pt>
                <c:pt idx="91699">
                  <c:v>0</c:v>
                </c:pt>
                <c:pt idx="91700">
                  <c:v>0</c:v>
                </c:pt>
                <c:pt idx="91701">
                  <c:v>0</c:v>
                </c:pt>
                <c:pt idx="91702">
                  <c:v>0</c:v>
                </c:pt>
                <c:pt idx="91703">
                  <c:v>0</c:v>
                </c:pt>
                <c:pt idx="91704">
                  <c:v>0</c:v>
                </c:pt>
                <c:pt idx="91705">
                  <c:v>0</c:v>
                </c:pt>
                <c:pt idx="91706">
                  <c:v>0</c:v>
                </c:pt>
                <c:pt idx="91707">
                  <c:v>0</c:v>
                </c:pt>
                <c:pt idx="91708">
                  <c:v>0</c:v>
                </c:pt>
                <c:pt idx="91709">
                  <c:v>0</c:v>
                </c:pt>
                <c:pt idx="91710">
                  <c:v>0</c:v>
                </c:pt>
                <c:pt idx="91711">
                  <c:v>0</c:v>
                </c:pt>
                <c:pt idx="91712">
                  <c:v>0</c:v>
                </c:pt>
                <c:pt idx="91713">
                  <c:v>0</c:v>
                </c:pt>
                <c:pt idx="91714">
                  <c:v>0</c:v>
                </c:pt>
                <c:pt idx="91715">
                  <c:v>0</c:v>
                </c:pt>
                <c:pt idx="91716">
                  <c:v>0</c:v>
                </c:pt>
                <c:pt idx="91717">
                  <c:v>0</c:v>
                </c:pt>
                <c:pt idx="91718">
                  <c:v>0</c:v>
                </c:pt>
                <c:pt idx="91719">
                  <c:v>0</c:v>
                </c:pt>
                <c:pt idx="91720">
                  <c:v>0</c:v>
                </c:pt>
                <c:pt idx="91721">
                  <c:v>0</c:v>
                </c:pt>
                <c:pt idx="91722">
                  <c:v>0</c:v>
                </c:pt>
                <c:pt idx="91723">
                  <c:v>0</c:v>
                </c:pt>
                <c:pt idx="91724">
                  <c:v>0</c:v>
                </c:pt>
                <c:pt idx="91725">
                  <c:v>0</c:v>
                </c:pt>
                <c:pt idx="91726">
                  <c:v>0</c:v>
                </c:pt>
                <c:pt idx="91727">
                  <c:v>0</c:v>
                </c:pt>
                <c:pt idx="91728">
                  <c:v>0</c:v>
                </c:pt>
                <c:pt idx="91729">
                  <c:v>0</c:v>
                </c:pt>
                <c:pt idx="91730">
                  <c:v>0</c:v>
                </c:pt>
                <c:pt idx="91731">
                  <c:v>0</c:v>
                </c:pt>
                <c:pt idx="91732">
                  <c:v>0</c:v>
                </c:pt>
                <c:pt idx="91733">
                  <c:v>0</c:v>
                </c:pt>
                <c:pt idx="91734">
                  <c:v>0</c:v>
                </c:pt>
                <c:pt idx="91735">
                  <c:v>0</c:v>
                </c:pt>
                <c:pt idx="91736">
                  <c:v>0</c:v>
                </c:pt>
                <c:pt idx="91737">
                  <c:v>0</c:v>
                </c:pt>
                <c:pt idx="91738">
                  <c:v>0</c:v>
                </c:pt>
                <c:pt idx="91739">
                  <c:v>0</c:v>
                </c:pt>
                <c:pt idx="91740">
                  <c:v>0</c:v>
                </c:pt>
                <c:pt idx="91741">
                  <c:v>0</c:v>
                </c:pt>
                <c:pt idx="91742">
                  <c:v>0</c:v>
                </c:pt>
                <c:pt idx="91743">
                  <c:v>0</c:v>
                </c:pt>
                <c:pt idx="91744">
                  <c:v>0</c:v>
                </c:pt>
                <c:pt idx="91745">
                  <c:v>0</c:v>
                </c:pt>
                <c:pt idx="91746">
                  <c:v>0</c:v>
                </c:pt>
                <c:pt idx="91747">
                  <c:v>0</c:v>
                </c:pt>
                <c:pt idx="91748">
                  <c:v>0</c:v>
                </c:pt>
                <c:pt idx="91749">
                  <c:v>0</c:v>
                </c:pt>
                <c:pt idx="91750">
                  <c:v>0</c:v>
                </c:pt>
                <c:pt idx="91751">
                  <c:v>0</c:v>
                </c:pt>
                <c:pt idx="91752">
                  <c:v>0</c:v>
                </c:pt>
                <c:pt idx="91753">
                  <c:v>0</c:v>
                </c:pt>
                <c:pt idx="91754">
                  <c:v>0</c:v>
                </c:pt>
                <c:pt idx="91755">
                  <c:v>0</c:v>
                </c:pt>
                <c:pt idx="91756">
                  <c:v>0</c:v>
                </c:pt>
                <c:pt idx="91757">
                  <c:v>0</c:v>
                </c:pt>
                <c:pt idx="91758">
                  <c:v>0</c:v>
                </c:pt>
                <c:pt idx="91759">
                  <c:v>0</c:v>
                </c:pt>
                <c:pt idx="91760">
                  <c:v>0</c:v>
                </c:pt>
                <c:pt idx="91761">
                  <c:v>0</c:v>
                </c:pt>
                <c:pt idx="91762">
                  <c:v>0</c:v>
                </c:pt>
                <c:pt idx="91763">
                  <c:v>0</c:v>
                </c:pt>
                <c:pt idx="91764">
                  <c:v>0</c:v>
                </c:pt>
                <c:pt idx="91765">
                  <c:v>0</c:v>
                </c:pt>
                <c:pt idx="91766">
                  <c:v>0</c:v>
                </c:pt>
                <c:pt idx="91767">
                  <c:v>0</c:v>
                </c:pt>
                <c:pt idx="91768">
                  <c:v>0</c:v>
                </c:pt>
                <c:pt idx="91769">
                  <c:v>0</c:v>
                </c:pt>
                <c:pt idx="91770">
                  <c:v>0</c:v>
                </c:pt>
                <c:pt idx="91771">
                  <c:v>0</c:v>
                </c:pt>
                <c:pt idx="91772">
                  <c:v>0</c:v>
                </c:pt>
                <c:pt idx="91773">
                  <c:v>0</c:v>
                </c:pt>
                <c:pt idx="91774">
                  <c:v>0</c:v>
                </c:pt>
                <c:pt idx="91775">
                  <c:v>0</c:v>
                </c:pt>
                <c:pt idx="91776">
                  <c:v>0</c:v>
                </c:pt>
                <c:pt idx="91777">
                  <c:v>0</c:v>
                </c:pt>
                <c:pt idx="91778">
                  <c:v>0</c:v>
                </c:pt>
                <c:pt idx="91779">
                  <c:v>0</c:v>
                </c:pt>
                <c:pt idx="91780">
                  <c:v>0</c:v>
                </c:pt>
                <c:pt idx="91781">
                  <c:v>0</c:v>
                </c:pt>
                <c:pt idx="91782">
                  <c:v>0</c:v>
                </c:pt>
                <c:pt idx="91783">
                  <c:v>0</c:v>
                </c:pt>
                <c:pt idx="91784">
                  <c:v>0</c:v>
                </c:pt>
                <c:pt idx="91785">
                  <c:v>0</c:v>
                </c:pt>
                <c:pt idx="91786">
                  <c:v>0</c:v>
                </c:pt>
                <c:pt idx="91787">
                  <c:v>0</c:v>
                </c:pt>
                <c:pt idx="91788">
                  <c:v>0</c:v>
                </c:pt>
                <c:pt idx="91789">
                  <c:v>0</c:v>
                </c:pt>
                <c:pt idx="91790">
                  <c:v>0</c:v>
                </c:pt>
                <c:pt idx="91791">
                  <c:v>0</c:v>
                </c:pt>
                <c:pt idx="91792">
                  <c:v>0</c:v>
                </c:pt>
                <c:pt idx="91793">
                  <c:v>0</c:v>
                </c:pt>
                <c:pt idx="91794">
                  <c:v>0</c:v>
                </c:pt>
                <c:pt idx="91795">
                  <c:v>0</c:v>
                </c:pt>
                <c:pt idx="91796">
                  <c:v>0</c:v>
                </c:pt>
                <c:pt idx="91797">
                  <c:v>0</c:v>
                </c:pt>
                <c:pt idx="91798">
                  <c:v>0</c:v>
                </c:pt>
                <c:pt idx="91799">
                  <c:v>0</c:v>
                </c:pt>
                <c:pt idx="91800">
                  <c:v>0</c:v>
                </c:pt>
                <c:pt idx="91801">
                  <c:v>0</c:v>
                </c:pt>
                <c:pt idx="91802">
                  <c:v>0</c:v>
                </c:pt>
                <c:pt idx="91803">
                  <c:v>0</c:v>
                </c:pt>
                <c:pt idx="91804">
                  <c:v>0</c:v>
                </c:pt>
                <c:pt idx="91805">
                  <c:v>0</c:v>
                </c:pt>
                <c:pt idx="91806">
                  <c:v>0</c:v>
                </c:pt>
                <c:pt idx="91807">
                  <c:v>0</c:v>
                </c:pt>
                <c:pt idx="91808">
                  <c:v>0</c:v>
                </c:pt>
                <c:pt idx="91809">
                  <c:v>0</c:v>
                </c:pt>
                <c:pt idx="91810">
                  <c:v>0</c:v>
                </c:pt>
                <c:pt idx="91811">
                  <c:v>0</c:v>
                </c:pt>
                <c:pt idx="91812">
                  <c:v>0</c:v>
                </c:pt>
                <c:pt idx="91813">
                  <c:v>0</c:v>
                </c:pt>
                <c:pt idx="91814">
                  <c:v>0</c:v>
                </c:pt>
                <c:pt idx="91815">
                  <c:v>0</c:v>
                </c:pt>
                <c:pt idx="91816">
                  <c:v>0</c:v>
                </c:pt>
                <c:pt idx="91817">
                  <c:v>0</c:v>
                </c:pt>
                <c:pt idx="91818">
                  <c:v>0</c:v>
                </c:pt>
                <c:pt idx="91819">
                  <c:v>0</c:v>
                </c:pt>
                <c:pt idx="91820">
                  <c:v>0</c:v>
                </c:pt>
                <c:pt idx="91821">
                  <c:v>0</c:v>
                </c:pt>
                <c:pt idx="91822">
                  <c:v>0</c:v>
                </c:pt>
                <c:pt idx="91823">
                  <c:v>0</c:v>
                </c:pt>
                <c:pt idx="91824">
                  <c:v>0</c:v>
                </c:pt>
                <c:pt idx="91825">
                  <c:v>0</c:v>
                </c:pt>
                <c:pt idx="91826">
                  <c:v>0</c:v>
                </c:pt>
                <c:pt idx="91827">
                  <c:v>0</c:v>
                </c:pt>
                <c:pt idx="91828">
                  <c:v>0</c:v>
                </c:pt>
                <c:pt idx="91829">
                  <c:v>0</c:v>
                </c:pt>
                <c:pt idx="91830">
                  <c:v>0</c:v>
                </c:pt>
                <c:pt idx="91831">
                  <c:v>0</c:v>
                </c:pt>
                <c:pt idx="91832">
                  <c:v>0</c:v>
                </c:pt>
                <c:pt idx="91833">
                  <c:v>0</c:v>
                </c:pt>
                <c:pt idx="91834">
                  <c:v>0</c:v>
                </c:pt>
                <c:pt idx="91835">
                  <c:v>0</c:v>
                </c:pt>
                <c:pt idx="91836">
                  <c:v>0</c:v>
                </c:pt>
                <c:pt idx="91837">
                  <c:v>0</c:v>
                </c:pt>
                <c:pt idx="91838">
                  <c:v>0</c:v>
                </c:pt>
                <c:pt idx="91839">
                  <c:v>0</c:v>
                </c:pt>
                <c:pt idx="91840">
                  <c:v>0</c:v>
                </c:pt>
                <c:pt idx="91841">
                  <c:v>0</c:v>
                </c:pt>
                <c:pt idx="91842">
                  <c:v>0</c:v>
                </c:pt>
                <c:pt idx="91843">
                  <c:v>0</c:v>
                </c:pt>
                <c:pt idx="91844">
                  <c:v>0</c:v>
                </c:pt>
                <c:pt idx="91845">
                  <c:v>0</c:v>
                </c:pt>
                <c:pt idx="91846">
                  <c:v>0</c:v>
                </c:pt>
                <c:pt idx="91847">
                  <c:v>0</c:v>
                </c:pt>
                <c:pt idx="91848">
                  <c:v>0</c:v>
                </c:pt>
                <c:pt idx="91849">
                  <c:v>0</c:v>
                </c:pt>
                <c:pt idx="91850">
                  <c:v>0</c:v>
                </c:pt>
                <c:pt idx="91851">
                  <c:v>0</c:v>
                </c:pt>
                <c:pt idx="91852">
                  <c:v>0</c:v>
                </c:pt>
                <c:pt idx="91853">
                  <c:v>0</c:v>
                </c:pt>
                <c:pt idx="91854">
                  <c:v>0</c:v>
                </c:pt>
                <c:pt idx="91855">
                  <c:v>0</c:v>
                </c:pt>
                <c:pt idx="91856">
                  <c:v>0</c:v>
                </c:pt>
                <c:pt idx="91857">
                  <c:v>0</c:v>
                </c:pt>
                <c:pt idx="91858">
                  <c:v>0</c:v>
                </c:pt>
                <c:pt idx="91859">
                  <c:v>0</c:v>
                </c:pt>
                <c:pt idx="91860">
                  <c:v>0</c:v>
                </c:pt>
                <c:pt idx="91861">
                  <c:v>0</c:v>
                </c:pt>
                <c:pt idx="91862">
                  <c:v>0</c:v>
                </c:pt>
                <c:pt idx="91863">
                  <c:v>0</c:v>
                </c:pt>
                <c:pt idx="91864">
                  <c:v>0</c:v>
                </c:pt>
                <c:pt idx="91865">
                  <c:v>0</c:v>
                </c:pt>
                <c:pt idx="91866">
                  <c:v>0</c:v>
                </c:pt>
                <c:pt idx="91867">
                  <c:v>0</c:v>
                </c:pt>
                <c:pt idx="91868">
                  <c:v>0</c:v>
                </c:pt>
                <c:pt idx="91869">
                  <c:v>0</c:v>
                </c:pt>
                <c:pt idx="91870">
                  <c:v>0</c:v>
                </c:pt>
                <c:pt idx="91871">
                  <c:v>0</c:v>
                </c:pt>
                <c:pt idx="91872">
                  <c:v>0</c:v>
                </c:pt>
                <c:pt idx="91873">
                  <c:v>0</c:v>
                </c:pt>
                <c:pt idx="91874">
                  <c:v>0</c:v>
                </c:pt>
                <c:pt idx="91875">
                  <c:v>0</c:v>
                </c:pt>
                <c:pt idx="91876">
                  <c:v>0</c:v>
                </c:pt>
                <c:pt idx="91877">
                  <c:v>0</c:v>
                </c:pt>
                <c:pt idx="91878">
                  <c:v>0</c:v>
                </c:pt>
                <c:pt idx="91879">
                  <c:v>0</c:v>
                </c:pt>
                <c:pt idx="91880">
                  <c:v>0</c:v>
                </c:pt>
                <c:pt idx="91881">
                  <c:v>0</c:v>
                </c:pt>
                <c:pt idx="91882">
                  <c:v>0</c:v>
                </c:pt>
                <c:pt idx="91883">
                  <c:v>0</c:v>
                </c:pt>
                <c:pt idx="91884">
                  <c:v>0</c:v>
                </c:pt>
                <c:pt idx="91885">
                  <c:v>0</c:v>
                </c:pt>
                <c:pt idx="91886">
                  <c:v>0</c:v>
                </c:pt>
                <c:pt idx="91887">
                  <c:v>0</c:v>
                </c:pt>
                <c:pt idx="91888">
                  <c:v>0</c:v>
                </c:pt>
                <c:pt idx="91889">
                  <c:v>0</c:v>
                </c:pt>
                <c:pt idx="91890">
                  <c:v>0</c:v>
                </c:pt>
                <c:pt idx="91891">
                  <c:v>0</c:v>
                </c:pt>
                <c:pt idx="91892">
                  <c:v>0</c:v>
                </c:pt>
                <c:pt idx="91893">
                  <c:v>0</c:v>
                </c:pt>
                <c:pt idx="91894">
                  <c:v>0</c:v>
                </c:pt>
                <c:pt idx="91895">
                  <c:v>0</c:v>
                </c:pt>
                <c:pt idx="91896">
                  <c:v>0</c:v>
                </c:pt>
                <c:pt idx="91897">
                  <c:v>0</c:v>
                </c:pt>
                <c:pt idx="91898">
                  <c:v>0</c:v>
                </c:pt>
                <c:pt idx="91899">
                  <c:v>0</c:v>
                </c:pt>
                <c:pt idx="91900">
                  <c:v>0</c:v>
                </c:pt>
                <c:pt idx="91901">
                  <c:v>0</c:v>
                </c:pt>
                <c:pt idx="91902">
                  <c:v>0</c:v>
                </c:pt>
                <c:pt idx="91903">
                  <c:v>0</c:v>
                </c:pt>
                <c:pt idx="91904">
                  <c:v>0</c:v>
                </c:pt>
                <c:pt idx="91905">
                  <c:v>0</c:v>
                </c:pt>
                <c:pt idx="91906">
                  <c:v>0</c:v>
                </c:pt>
                <c:pt idx="91907">
                  <c:v>0</c:v>
                </c:pt>
                <c:pt idx="91908">
                  <c:v>0</c:v>
                </c:pt>
                <c:pt idx="91909">
                  <c:v>0</c:v>
                </c:pt>
                <c:pt idx="91910">
                  <c:v>0</c:v>
                </c:pt>
                <c:pt idx="91911">
                  <c:v>0</c:v>
                </c:pt>
                <c:pt idx="91912">
                  <c:v>0</c:v>
                </c:pt>
                <c:pt idx="91913">
                  <c:v>0</c:v>
                </c:pt>
                <c:pt idx="91914">
                  <c:v>0</c:v>
                </c:pt>
                <c:pt idx="91915">
                  <c:v>0</c:v>
                </c:pt>
                <c:pt idx="91916">
                  <c:v>0</c:v>
                </c:pt>
                <c:pt idx="91917">
                  <c:v>0</c:v>
                </c:pt>
                <c:pt idx="91918">
                  <c:v>0</c:v>
                </c:pt>
                <c:pt idx="91919">
                  <c:v>0</c:v>
                </c:pt>
                <c:pt idx="91920">
                  <c:v>0</c:v>
                </c:pt>
                <c:pt idx="91921">
                  <c:v>0</c:v>
                </c:pt>
                <c:pt idx="91922">
                  <c:v>0</c:v>
                </c:pt>
                <c:pt idx="91923">
                  <c:v>0</c:v>
                </c:pt>
                <c:pt idx="91924">
                  <c:v>0</c:v>
                </c:pt>
                <c:pt idx="91925">
                  <c:v>0</c:v>
                </c:pt>
                <c:pt idx="91926">
                  <c:v>0</c:v>
                </c:pt>
                <c:pt idx="91927">
                  <c:v>0</c:v>
                </c:pt>
                <c:pt idx="91928">
                  <c:v>0</c:v>
                </c:pt>
                <c:pt idx="91929">
                  <c:v>0</c:v>
                </c:pt>
                <c:pt idx="91930">
                  <c:v>0</c:v>
                </c:pt>
                <c:pt idx="91931">
                  <c:v>0</c:v>
                </c:pt>
                <c:pt idx="91932">
                  <c:v>0</c:v>
                </c:pt>
                <c:pt idx="91933">
                  <c:v>0</c:v>
                </c:pt>
                <c:pt idx="91934">
                  <c:v>0</c:v>
                </c:pt>
                <c:pt idx="91935">
                  <c:v>0</c:v>
                </c:pt>
                <c:pt idx="91936">
                  <c:v>0</c:v>
                </c:pt>
                <c:pt idx="91937">
                  <c:v>0</c:v>
                </c:pt>
                <c:pt idx="91938">
                  <c:v>0</c:v>
                </c:pt>
                <c:pt idx="91939">
                  <c:v>0</c:v>
                </c:pt>
                <c:pt idx="91940">
                  <c:v>0</c:v>
                </c:pt>
                <c:pt idx="91941">
                  <c:v>0</c:v>
                </c:pt>
                <c:pt idx="91942">
                  <c:v>0</c:v>
                </c:pt>
                <c:pt idx="91943">
                  <c:v>0</c:v>
                </c:pt>
                <c:pt idx="91944">
                  <c:v>0</c:v>
                </c:pt>
                <c:pt idx="91945">
                  <c:v>0</c:v>
                </c:pt>
                <c:pt idx="91946">
                  <c:v>0</c:v>
                </c:pt>
                <c:pt idx="91947">
                  <c:v>0</c:v>
                </c:pt>
                <c:pt idx="91948">
                  <c:v>0</c:v>
                </c:pt>
                <c:pt idx="91949">
                  <c:v>0</c:v>
                </c:pt>
                <c:pt idx="91950">
                  <c:v>0</c:v>
                </c:pt>
                <c:pt idx="91951">
                  <c:v>0</c:v>
                </c:pt>
                <c:pt idx="91952">
                  <c:v>0</c:v>
                </c:pt>
                <c:pt idx="91953">
                  <c:v>0</c:v>
                </c:pt>
                <c:pt idx="91954">
                  <c:v>0</c:v>
                </c:pt>
                <c:pt idx="91955">
                  <c:v>0</c:v>
                </c:pt>
                <c:pt idx="91956">
                  <c:v>0</c:v>
                </c:pt>
                <c:pt idx="91957">
                  <c:v>0</c:v>
                </c:pt>
                <c:pt idx="91958">
                  <c:v>0</c:v>
                </c:pt>
                <c:pt idx="91959">
                  <c:v>0</c:v>
                </c:pt>
                <c:pt idx="91960">
                  <c:v>0</c:v>
                </c:pt>
                <c:pt idx="91961">
                  <c:v>0</c:v>
                </c:pt>
                <c:pt idx="91962">
                  <c:v>0</c:v>
                </c:pt>
                <c:pt idx="91963">
                  <c:v>0</c:v>
                </c:pt>
                <c:pt idx="91964">
                  <c:v>0</c:v>
                </c:pt>
                <c:pt idx="91965">
                  <c:v>0</c:v>
                </c:pt>
                <c:pt idx="91966">
                  <c:v>0</c:v>
                </c:pt>
                <c:pt idx="91967">
                  <c:v>0</c:v>
                </c:pt>
                <c:pt idx="91968">
                  <c:v>0</c:v>
                </c:pt>
                <c:pt idx="91969">
                  <c:v>0</c:v>
                </c:pt>
                <c:pt idx="91970">
                  <c:v>0</c:v>
                </c:pt>
                <c:pt idx="91971">
                  <c:v>0</c:v>
                </c:pt>
                <c:pt idx="91972">
                  <c:v>0</c:v>
                </c:pt>
                <c:pt idx="91973">
                  <c:v>0</c:v>
                </c:pt>
                <c:pt idx="91974">
                  <c:v>0</c:v>
                </c:pt>
                <c:pt idx="91975">
                  <c:v>0</c:v>
                </c:pt>
                <c:pt idx="91976">
                  <c:v>0</c:v>
                </c:pt>
                <c:pt idx="91977">
                  <c:v>0</c:v>
                </c:pt>
                <c:pt idx="91978">
                  <c:v>0</c:v>
                </c:pt>
                <c:pt idx="91979">
                  <c:v>0</c:v>
                </c:pt>
                <c:pt idx="91980">
                  <c:v>0</c:v>
                </c:pt>
                <c:pt idx="91981">
                  <c:v>0</c:v>
                </c:pt>
                <c:pt idx="91982">
                  <c:v>0</c:v>
                </c:pt>
                <c:pt idx="91983">
                  <c:v>0</c:v>
                </c:pt>
                <c:pt idx="91984">
                  <c:v>0</c:v>
                </c:pt>
                <c:pt idx="91985">
                  <c:v>0</c:v>
                </c:pt>
                <c:pt idx="91986">
                  <c:v>0</c:v>
                </c:pt>
                <c:pt idx="91987">
                  <c:v>0</c:v>
                </c:pt>
                <c:pt idx="91988">
                  <c:v>0</c:v>
                </c:pt>
                <c:pt idx="91989">
                  <c:v>0</c:v>
                </c:pt>
                <c:pt idx="91990">
                  <c:v>0</c:v>
                </c:pt>
                <c:pt idx="91991">
                  <c:v>0</c:v>
                </c:pt>
                <c:pt idx="91992">
                  <c:v>0</c:v>
                </c:pt>
                <c:pt idx="91993">
                  <c:v>0</c:v>
                </c:pt>
                <c:pt idx="91994">
                  <c:v>0</c:v>
                </c:pt>
                <c:pt idx="91995">
                  <c:v>0</c:v>
                </c:pt>
                <c:pt idx="91996">
                  <c:v>0</c:v>
                </c:pt>
                <c:pt idx="91997">
                  <c:v>0</c:v>
                </c:pt>
                <c:pt idx="91998">
                  <c:v>0</c:v>
                </c:pt>
                <c:pt idx="91999">
                  <c:v>0</c:v>
                </c:pt>
                <c:pt idx="92000">
                  <c:v>0</c:v>
                </c:pt>
                <c:pt idx="92001">
                  <c:v>0</c:v>
                </c:pt>
                <c:pt idx="92002">
                  <c:v>0</c:v>
                </c:pt>
                <c:pt idx="92003">
                  <c:v>0</c:v>
                </c:pt>
                <c:pt idx="92004">
                  <c:v>0</c:v>
                </c:pt>
                <c:pt idx="92005">
                  <c:v>0</c:v>
                </c:pt>
                <c:pt idx="92006">
                  <c:v>0</c:v>
                </c:pt>
                <c:pt idx="92007">
                  <c:v>0</c:v>
                </c:pt>
                <c:pt idx="92008">
                  <c:v>0</c:v>
                </c:pt>
                <c:pt idx="92009">
                  <c:v>0</c:v>
                </c:pt>
                <c:pt idx="92010">
                  <c:v>0</c:v>
                </c:pt>
                <c:pt idx="92011">
                  <c:v>0</c:v>
                </c:pt>
                <c:pt idx="92012">
                  <c:v>0</c:v>
                </c:pt>
                <c:pt idx="92013">
                  <c:v>0</c:v>
                </c:pt>
                <c:pt idx="92014">
                  <c:v>0</c:v>
                </c:pt>
                <c:pt idx="92015">
                  <c:v>0</c:v>
                </c:pt>
                <c:pt idx="92016">
                  <c:v>0</c:v>
                </c:pt>
                <c:pt idx="92017">
                  <c:v>0</c:v>
                </c:pt>
                <c:pt idx="92018">
                  <c:v>0</c:v>
                </c:pt>
                <c:pt idx="92019">
                  <c:v>0</c:v>
                </c:pt>
                <c:pt idx="92020">
                  <c:v>0</c:v>
                </c:pt>
                <c:pt idx="92021">
                  <c:v>0</c:v>
                </c:pt>
                <c:pt idx="92022">
                  <c:v>0</c:v>
                </c:pt>
                <c:pt idx="92023">
                  <c:v>0</c:v>
                </c:pt>
                <c:pt idx="92024">
                  <c:v>0</c:v>
                </c:pt>
                <c:pt idx="92025">
                  <c:v>0</c:v>
                </c:pt>
                <c:pt idx="92026">
                  <c:v>0</c:v>
                </c:pt>
                <c:pt idx="92027">
                  <c:v>0</c:v>
                </c:pt>
                <c:pt idx="92028">
                  <c:v>0</c:v>
                </c:pt>
                <c:pt idx="92029">
                  <c:v>0</c:v>
                </c:pt>
                <c:pt idx="92030">
                  <c:v>0</c:v>
                </c:pt>
                <c:pt idx="92031">
                  <c:v>0</c:v>
                </c:pt>
                <c:pt idx="92032">
                  <c:v>0</c:v>
                </c:pt>
                <c:pt idx="92033">
                  <c:v>0</c:v>
                </c:pt>
                <c:pt idx="92034">
                  <c:v>0</c:v>
                </c:pt>
                <c:pt idx="92035">
                  <c:v>0</c:v>
                </c:pt>
                <c:pt idx="92036">
                  <c:v>0</c:v>
                </c:pt>
                <c:pt idx="92037">
                  <c:v>0</c:v>
                </c:pt>
                <c:pt idx="92038">
                  <c:v>0</c:v>
                </c:pt>
                <c:pt idx="92039">
                  <c:v>0</c:v>
                </c:pt>
                <c:pt idx="92040">
                  <c:v>0</c:v>
                </c:pt>
                <c:pt idx="92041">
                  <c:v>0</c:v>
                </c:pt>
                <c:pt idx="92042">
                  <c:v>0</c:v>
                </c:pt>
                <c:pt idx="92043">
                  <c:v>0</c:v>
                </c:pt>
                <c:pt idx="92044">
                  <c:v>0</c:v>
                </c:pt>
                <c:pt idx="92045">
                  <c:v>0</c:v>
                </c:pt>
                <c:pt idx="92046">
                  <c:v>0</c:v>
                </c:pt>
                <c:pt idx="92047">
                  <c:v>0</c:v>
                </c:pt>
                <c:pt idx="92048">
                  <c:v>0</c:v>
                </c:pt>
                <c:pt idx="92049">
                  <c:v>0</c:v>
                </c:pt>
                <c:pt idx="92050">
                  <c:v>0</c:v>
                </c:pt>
                <c:pt idx="92051">
                  <c:v>0</c:v>
                </c:pt>
                <c:pt idx="92052">
                  <c:v>0</c:v>
                </c:pt>
                <c:pt idx="92053">
                  <c:v>0</c:v>
                </c:pt>
                <c:pt idx="92054">
                  <c:v>0</c:v>
                </c:pt>
                <c:pt idx="92055">
                  <c:v>0</c:v>
                </c:pt>
                <c:pt idx="92056">
                  <c:v>0</c:v>
                </c:pt>
                <c:pt idx="92057">
                  <c:v>0</c:v>
                </c:pt>
                <c:pt idx="92058">
                  <c:v>0</c:v>
                </c:pt>
                <c:pt idx="92059">
                  <c:v>0</c:v>
                </c:pt>
                <c:pt idx="92060">
                  <c:v>0</c:v>
                </c:pt>
                <c:pt idx="92061">
                  <c:v>0</c:v>
                </c:pt>
                <c:pt idx="92062">
                  <c:v>0</c:v>
                </c:pt>
                <c:pt idx="92063">
                  <c:v>0</c:v>
                </c:pt>
                <c:pt idx="92064">
                  <c:v>0</c:v>
                </c:pt>
                <c:pt idx="92065">
                  <c:v>0</c:v>
                </c:pt>
                <c:pt idx="92066">
                  <c:v>0</c:v>
                </c:pt>
                <c:pt idx="92067">
                  <c:v>0</c:v>
                </c:pt>
                <c:pt idx="92068">
                  <c:v>0</c:v>
                </c:pt>
                <c:pt idx="92069">
                  <c:v>0</c:v>
                </c:pt>
                <c:pt idx="92070">
                  <c:v>0</c:v>
                </c:pt>
                <c:pt idx="92071">
                  <c:v>0</c:v>
                </c:pt>
                <c:pt idx="92072">
                  <c:v>0</c:v>
                </c:pt>
                <c:pt idx="92073">
                  <c:v>0</c:v>
                </c:pt>
                <c:pt idx="92074">
                  <c:v>0</c:v>
                </c:pt>
                <c:pt idx="92075">
                  <c:v>0</c:v>
                </c:pt>
                <c:pt idx="92076">
                  <c:v>0</c:v>
                </c:pt>
                <c:pt idx="92077">
                  <c:v>0</c:v>
                </c:pt>
                <c:pt idx="92078">
                  <c:v>0</c:v>
                </c:pt>
                <c:pt idx="92079">
                  <c:v>0</c:v>
                </c:pt>
                <c:pt idx="92080">
                  <c:v>0</c:v>
                </c:pt>
                <c:pt idx="92081">
                  <c:v>0</c:v>
                </c:pt>
                <c:pt idx="92082">
                  <c:v>0</c:v>
                </c:pt>
                <c:pt idx="92083">
                  <c:v>0</c:v>
                </c:pt>
                <c:pt idx="92084">
                  <c:v>0</c:v>
                </c:pt>
                <c:pt idx="92085">
                  <c:v>0</c:v>
                </c:pt>
                <c:pt idx="92086">
                  <c:v>0</c:v>
                </c:pt>
                <c:pt idx="92087">
                  <c:v>0</c:v>
                </c:pt>
                <c:pt idx="92088">
                  <c:v>0</c:v>
                </c:pt>
                <c:pt idx="92089">
                  <c:v>0</c:v>
                </c:pt>
                <c:pt idx="92090">
                  <c:v>0</c:v>
                </c:pt>
                <c:pt idx="92091">
                  <c:v>0</c:v>
                </c:pt>
                <c:pt idx="92092">
                  <c:v>0</c:v>
                </c:pt>
                <c:pt idx="92093">
                  <c:v>0</c:v>
                </c:pt>
                <c:pt idx="92094">
                  <c:v>0</c:v>
                </c:pt>
                <c:pt idx="92095">
                  <c:v>0</c:v>
                </c:pt>
                <c:pt idx="92096">
                  <c:v>0</c:v>
                </c:pt>
                <c:pt idx="92097">
                  <c:v>0</c:v>
                </c:pt>
                <c:pt idx="92098">
                  <c:v>0</c:v>
                </c:pt>
                <c:pt idx="92099">
                  <c:v>0</c:v>
                </c:pt>
                <c:pt idx="92100">
                  <c:v>0</c:v>
                </c:pt>
                <c:pt idx="92101">
                  <c:v>0</c:v>
                </c:pt>
                <c:pt idx="92102">
                  <c:v>0</c:v>
                </c:pt>
                <c:pt idx="92103">
                  <c:v>0</c:v>
                </c:pt>
                <c:pt idx="92104">
                  <c:v>0</c:v>
                </c:pt>
                <c:pt idx="92105">
                  <c:v>0</c:v>
                </c:pt>
                <c:pt idx="92106">
                  <c:v>0</c:v>
                </c:pt>
                <c:pt idx="92107">
                  <c:v>0</c:v>
                </c:pt>
                <c:pt idx="92108">
                  <c:v>0</c:v>
                </c:pt>
                <c:pt idx="92109">
                  <c:v>0</c:v>
                </c:pt>
                <c:pt idx="92110">
                  <c:v>0</c:v>
                </c:pt>
                <c:pt idx="92111">
                  <c:v>0</c:v>
                </c:pt>
                <c:pt idx="92112">
                  <c:v>0</c:v>
                </c:pt>
                <c:pt idx="92113">
                  <c:v>0</c:v>
                </c:pt>
                <c:pt idx="92114">
                  <c:v>0</c:v>
                </c:pt>
                <c:pt idx="92115">
                  <c:v>0</c:v>
                </c:pt>
                <c:pt idx="92116">
                  <c:v>0</c:v>
                </c:pt>
                <c:pt idx="92117">
                  <c:v>0</c:v>
                </c:pt>
                <c:pt idx="92118">
                  <c:v>0</c:v>
                </c:pt>
                <c:pt idx="92119">
                  <c:v>0</c:v>
                </c:pt>
                <c:pt idx="92120">
                  <c:v>0</c:v>
                </c:pt>
                <c:pt idx="92121">
                  <c:v>0</c:v>
                </c:pt>
                <c:pt idx="92122">
                  <c:v>0</c:v>
                </c:pt>
                <c:pt idx="92123">
                  <c:v>0</c:v>
                </c:pt>
                <c:pt idx="92124">
                  <c:v>0</c:v>
                </c:pt>
                <c:pt idx="92125">
                  <c:v>0</c:v>
                </c:pt>
                <c:pt idx="92126">
                  <c:v>0</c:v>
                </c:pt>
                <c:pt idx="92127">
                  <c:v>0</c:v>
                </c:pt>
                <c:pt idx="92128">
                  <c:v>0</c:v>
                </c:pt>
                <c:pt idx="92129">
                  <c:v>0</c:v>
                </c:pt>
                <c:pt idx="92130">
                  <c:v>0</c:v>
                </c:pt>
                <c:pt idx="92131">
                  <c:v>0</c:v>
                </c:pt>
                <c:pt idx="92132">
                  <c:v>0</c:v>
                </c:pt>
                <c:pt idx="92133">
                  <c:v>0</c:v>
                </c:pt>
                <c:pt idx="92134">
                  <c:v>0</c:v>
                </c:pt>
                <c:pt idx="92135">
                  <c:v>0</c:v>
                </c:pt>
                <c:pt idx="92136">
                  <c:v>0</c:v>
                </c:pt>
                <c:pt idx="92137">
                  <c:v>0</c:v>
                </c:pt>
                <c:pt idx="92138">
                  <c:v>0</c:v>
                </c:pt>
                <c:pt idx="92139">
                  <c:v>0</c:v>
                </c:pt>
                <c:pt idx="92140">
                  <c:v>0</c:v>
                </c:pt>
                <c:pt idx="92141">
                  <c:v>0</c:v>
                </c:pt>
                <c:pt idx="92142">
                  <c:v>0</c:v>
                </c:pt>
                <c:pt idx="92143">
                  <c:v>0</c:v>
                </c:pt>
                <c:pt idx="92144">
                  <c:v>0</c:v>
                </c:pt>
                <c:pt idx="92145">
                  <c:v>0</c:v>
                </c:pt>
                <c:pt idx="92146">
                  <c:v>0</c:v>
                </c:pt>
                <c:pt idx="92147">
                  <c:v>0</c:v>
                </c:pt>
                <c:pt idx="92148">
                  <c:v>0</c:v>
                </c:pt>
                <c:pt idx="92149">
                  <c:v>0</c:v>
                </c:pt>
                <c:pt idx="92150">
                  <c:v>0</c:v>
                </c:pt>
                <c:pt idx="92151">
                  <c:v>0</c:v>
                </c:pt>
                <c:pt idx="92152">
                  <c:v>0</c:v>
                </c:pt>
                <c:pt idx="92153">
                  <c:v>0</c:v>
                </c:pt>
                <c:pt idx="92154">
                  <c:v>0</c:v>
                </c:pt>
                <c:pt idx="92155">
                  <c:v>0</c:v>
                </c:pt>
                <c:pt idx="92156">
                  <c:v>0</c:v>
                </c:pt>
                <c:pt idx="92157">
                  <c:v>0</c:v>
                </c:pt>
                <c:pt idx="92158">
                  <c:v>0</c:v>
                </c:pt>
                <c:pt idx="92159">
                  <c:v>0</c:v>
                </c:pt>
                <c:pt idx="92160">
                  <c:v>0</c:v>
                </c:pt>
                <c:pt idx="92161">
                  <c:v>0</c:v>
                </c:pt>
                <c:pt idx="92162">
                  <c:v>0</c:v>
                </c:pt>
                <c:pt idx="92163">
                  <c:v>0</c:v>
                </c:pt>
                <c:pt idx="92164">
                  <c:v>0</c:v>
                </c:pt>
                <c:pt idx="92165">
                  <c:v>0</c:v>
                </c:pt>
                <c:pt idx="92166">
                  <c:v>0</c:v>
                </c:pt>
                <c:pt idx="92167">
                  <c:v>0</c:v>
                </c:pt>
                <c:pt idx="92168">
                  <c:v>0</c:v>
                </c:pt>
                <c:pt idx="92169">
                  <c:v>0</c:v>
                </c:pt>
                <c:pt idx="92170">
                  <c:v>0</c:v>
                </c:pt>
                <c:pt idx="92171">
                  <c:v>0</c:v>
                </c:pt>
                <c:pt idx="92172">
                  <c:v>0</c:v>
                </c:pt>
                <c:pt idx="92173">
                  <c:v>0</c:v>
                </c:pt>
                <c:pt idx="92174">
                  <c:v>0</c:v>
                </c:pt>
                <c:pt idx="92175">
                  <c:v>0</c:v>
                </c:pt>
                <c:pt idx="92176">
                  <c:v>0</c:v>
                </c:pt>
                <c:pt idx="92177">
                  <c:v>0</c:v>
                </c:pt>
                <c:pt idx="92178">
                  <c:v>0</c:v>
                </c:pt>
                <c:pt idx="92179">
                  <c:v>0</c:v>
                </c:pt>
                <c:pt idx="92180">
                  <c:v>0</c:v>
                </c:pt>
                <c:pt idx="92181">
                  <c:v>0</c:v>
                </c:pt>
                <c:pt idx="92182">
                  <c:v>0</c:v>
                </c:pt>
                <c:pt idx="92183">
                  <c:v>0</c:v>
                </c:pt>
                <c:pt idx="92184">
                  <c:v>0</c:v>
                </c:pt>
                <c:pt idx="92185">
                  <c:v>0</c:v>
                </c:pt>
                <c:pt idx="92186">
                  <c:v>0</c:v>
                </c:pt>
                <c:pt idx="92187">
                  <c:v>0</c:v>
                </c:pt>
                <c:pt idx="92188">
                  <c:v>0</c:v>
                </c:pt>
                <c:pt idx="92189">
                  <c:v>0</c:v>
                </c:pt>
                <c:pt idx="92190">
                  <c:v>0</c:v>
                </c:pt>
                <c:pt idx="92191">
                  <c:v>0</c:v>
                </c:pt>
                <c:pt idx="92192">
                  <c:v>0</c:v>
                </c:pt>
                <c:pt idx="92193">
                  <c:v>0</c:v>
                </c:pt>
                <c:pt idx="92194">
                  <c:v>0</c:v>
                </c:pt>
                <c:pt idx="92195">
                  <c:v>0</c:v>
                </c:pt>
                <c:pt idx="92196">
                  <c:v>0</c:v>
                </c:pt>
                <c:pt idx="92197">
                  <c:v>0</c:v>
                </c:pt>
                <c:pt idx="92198">
                  <c:v>0</c:v>
                </c:pt>
                <c:pt idx="92199">
                  <c:v>0</c:v>
                </c:pt>
                <c:pt idx="92200">
                  <c:v>0</c:v>
                </c:pt>
                <c:pt idx="92201">
                  <c:v>0</c:v>
                </c:pt>
                <c:pt idx="92202">
                  <c:v>0</c:v>
                </c:pt>
                <c:pt idx="92203">
                  <c:v>0</c:v>
                </c:pt>
                <c:pt idx="92204">
                  <c:v>0</c:v>
                </c:pt>
                <c:pt idx="92205">
                  <c:v>0</c:v>
                </c:pt>
                <c:pt idx="92206">
                  <c:v>0</c:v>
                </c:pt>
                <c:pt idx="92207">
                  <c:v>0</c:v>
                </c:pt>
                <c:pt idx="92208">
                  <c:v>0</c:v>
                </c:pt>
                <c:pt idx="92209">
                  <c:v>0</c:v>
                </c:pt>
                <c:pt idx="92210">
                  <c:v>0</c:v>
                </c:pt>
                <c:pt idx="92211">
                  <c:v>0</c:v>
                </c:pt>
                <c:pt idx="92212">
                  <c:v>0</c:v>
                </c:pt>
                <c:pt idx="92213">
                  <c:v>0</c:v>
                </c:pt>
                <c:pt idx="92214">
                  <c:v>0</c:v>
                </c:pt>
                <c:pt idx="92215">
                  <c:v>0</c:v>
                </c:pt>
                <c:pt idx="92216">
                  <c:v>0</c:v>
                </c:pt>
                <c:pt idx="92217">
                  <c:v>0</c:v>
                </c:pt>
                <c:pt idx="92218">
                  <c:v>0</c:v>
                </c:pt>
                <c:pt idx="92219">
                  <c:v>0</c:v>
                </c:pt>
                <c:pt idx="92220">
                  <c:v>0</c:v>
                </c:pt>
                <c:pt idx="92221">
                  <c:v>0</c:v>
                </c:pt>
                <c:pt idx="92222">
                  <c:v>0</c:v>
                </c:pt>
                <c:pt idx="92223">
                  <c:v>0</c:v>
                </c:pt>
                <c:pt idx="92224">
                  <c:v>0</c:v>
                </c:pt>
                <c:pt idx="92225">
                  <c:v>0</c:v>
                </c:pt>
                <c:pt idx="92226">
                  <c:v>0</c:v>
                </c:pt>
                <c:pt idx="92227">
                  <c:v>0</c:v>
                </c:pt>
                <c:pt idx="92228">
                  <c:v>0</c:v>
                </c:pt>
                <c:pt idx="92229">
                  <c:v>0</c:v>
                </c:pt>
                <c:pt idx="92230">
                  <c:v>0</c:v>
                </c:pt>
                <c:pt idx="92231">
                  <c:v>0</c:v>
                </c:pt>
                <c:pt idx="92232">
                  <c:v>0</c:v>
                </c:pt>
                <c:pt idx="92233">
                  <c:v>0</c:v>
                </c:pt>
                <c:pt idx="92234">
                  <c:v>0</c:v>
                </c:pt>
                <c:pt idx="92235">
                  <c:v>0</c:v>
                </c:pt>
                <c:pt idx="92236">
                  <c:v>0</c:v>
                </c:pt>
                <c:pt idx="92237">
                  <c:v>0</c:v>
                </c:pt>
                <c:pt idx="92238">
                  <c:v>0</c:v>
                </c:pt>
                <c:pt idx="92239">
                  <c:v>0</c:v>
                </c:pt>
                <c:pt idx="92240">
                  <c:v>0</c:v>
                </c:pt>
                <c:pt idx="92241">
                  <c:v>0</c:v>
                </c:pt>
                <c:pt idx="92242">
                  <c:v>0</c:v>
                </c:pt>
                <c:pt idx="92243">
                  <c:v>0</c:v>
                </c:pt>
                <c:pt idx="92244">
                  <c:v>0</c:v>
                </c:pt>
                <c:pt idx="92245">
                  <c:v>0</c:v>
                </c:pt>
                <c:pt idx="92246">
                  <c:v>0</c:v>
                </c:pt>
                <c:pt idx="92247">
                  <c:v>0</c:v>
                </c:pt>
                <c:pt idx="92248">
                  <c:v>0</c:v>
                </c:pt>
                <c:pt idx="92249">
                  <c:v>0</c:v>
                </c:pt>
                <c:pt idx="92250">
                  <c:v>0</c:v>
                </c:pt>
                <c:pt idx="92251">
                  <c:v>0</c:v>
                </c:pt>
                <c:pt idx="92252">
                  <c:v>0</c:v>
                </c:pt>
                <c:pt idx="92253">
                  <c:v>0</c:v>
                </c:pt>
                <c:pt idx="92254">
                  <c:v>0</c:v>
                </c:pt>
                <c:pt idx="92255">
                  <c:v>0</c:v>
                </c:pt>
                <c:pt idx="92256">
                  <c:v>0</c:v>
                </c:pt>
                <c:pt idx="92257">
                  <c:v>0</c:v>
                </c:pt>
                <c:pt idx="92258">
                  <c:v>0</c:v>
                </c:pt>
                <c:pt idx="92259">
                  <c:v>0</c:v>
                </c:pt>
                <c:pt idx="92260">
                  <c:v>0</c:v>
                </c:pt>
                <c:pt idx="92261">
                  <c:v>0</c:v>
                </c:pt>
                <c:pt idx="92262">
                  <c:v>0</c:v>
                </c:pt>
                <c:pt idx="92263">
                  <c:v>0</c:v>
                </c:pt>
                <c:pt idx="92264">
                  <c:v>0</c:v>
                </c:pt>
                <c:pt idx="92265">
                  <c:v>0</c:v>
                </c:pt>
                <c:pt idx="92266">
                  <c:v>0</c:v>
                </c:pt>
                <c:pt idx="92267">
                  <c:v>0</c:v>
                </c:pt>
                <c:pt idx="92268">
                  <c:v>0</c:v>
                </c:pt>
                <c:pt idx="92269">
                  <c:v>0</c:v>
                </c:pt>
                <c:pt idx="92270">
                  <c:v>0</c:v>
                </c:pt>
                <c:pt idx="92271">
                  <c:v>0</c:v>
                </c:pt>
                <c:pt idx="92272">
                  <c:v>0</c:v>
                </c:pt>
                <c:pt idx="92273">
                  <c:v>0</c:v>
                </c:pt>
                <c:pt idx="92274">
                  <c:v>0</c:v>
                </c:pt>
                <c:pt idx="92275">
                  <c:v>0</c:v>
                </c:pt>
                <c:pt idx="92276">
                  <c:v>0</c:v>
                </c:pt>
                <c:pt idx="92277">
                  <c:v>0</c:v>
                </c:pt>
                <c:pt idx="92278">
                  <c:v>0</c:v>
                </c:pt>
                <c:pt idx="92279">
                  <c:v>0</c:v>
                </c:pt>
                <c:pt idx="92280">
                  <c:v>0</c:v>
                </c:pt>
                <c:pt idx="92281">
                  <c:v>0</c:v>
                </c:pt>
                <c:pt idx="92282">
                  <c:v>0</c:v>
                </c:pt>
                <c:pt idx="92283">
                  <c:v>0</c:v>
                </c:pt>
                <c:pt idx="92284">
                  <c:v>0</c:v>
                </c:pt>
                <c:pt idx="92285">
                  <c:v>0</c:v>
                </c:pt>
                <c:pt idx="92286">
                  <c:v>0</c:v>
                </c:pt>
                <c:pt idx="92287">
                  <c:v>0</c:v>
                </c:pt>
                <c:pt idx="92288">
                  <c:v>0</c:v>
                </c:pt>
                <c:pt idx="92289">
                  <c:v>0</c:v>
                </c:pt>
                <c:pt idx="92290">
                  <c:v>0</c:v>
                </c:pt>
                <c:pt idx="92291">
                  <c:v>0</c:v>
                </c:pt>
                <c:pt idx="92292">
                  <c:v>0</c:v>
                </c:pt>
                <c:pt idx="92293">
                  <c:v>0</c:v>
                </c:pt>
                <c:pt idx="92294">
                  <c:v>0</c:v>
                </c:pt>
                <c:pt idx="92295">
                  <c:v>0</c:v>
                </c:pt>
                <c:pt idx="92296">
                  <c:v>0</c:v>
                </c:pt>
                <c:pt idx="92297">
                  <c:v>0</c:v>
                </c:pt>
                <c:pt idx="92298">
                  <c:v>0</c:v>
                </c:pt>
                <c:pt idx="92299">
                  <c:v>0</c:v>
                </c:pt>
                <c:pt idx="92300">
                  <c:v>0</c:v>
                </c:pt>
                <c:pt idx="92301">
                  <c:v>0</c:v>
                </c:pt>
                <c:pt idx="92302">
                  <c:v>0</c:v>
                </c:pt>
                <c:pt idx="92303">
                  <c:v>0</c:v>
                </c:pt>
                <c:pt idx="92304">
                  <c:v>0</c:v>
                </c:pt>
                <c:pt idx="92305">
                  <c:v>0</c:v>
                </c:pt>
                <c:pt idx="92306">
                  <c:v>0</c:v>
                </c:pt>
                <c:pt idx="92307">
                  <c:v>0</c:v>
                </c:pt>
                <c:pt idx="92308">
                  <c:v>0</c:v>
                </c:pt>
                <c:pt idx="92309">
                  <c:v>0</c:v>
                </c:pt>
                <c:pt idx="92310">
                  <c:v>0</c:v>
                </c:pt>
                <c:pt idx="92311">
                  <c:v>0</c:v>
                </c:pt>
                <c:pt idx="92312">
                  <c:v>0</c:v>
                </c:pt>
                <c:pt idx="92313">
                  <c:v>0</c:v>
                </c:pt>
                <c:pt idx="92314">
                  <c:v>0</c:v>
                </c:pt>
                <c:pt idx="92315">
                  <c:v>0</c:v>
                </c:pt>
                <c:pt idx="92316">
                  <c:v>0</c:v>
                </c:pt>
                <c:pt idx="92317">
                  <c:v>0</c:v>
                </c:pt>
                <c:pt idx="92318">
                  <c:v>0</c:v>
                </c:pt>
                <c:pt idx="92319">
                  <c:v>0</c:v>
                </c:pt>
                <c:pt idx="92320">
                  <c:v>0</c:v>
                </c:pt>
                <c:pt idx="92321">
                  <c:v>0</c:v>
                </c:pt>
                <c:pt idx="92322">
                  <c:v>0</c:v>
                </c:pt>
                <c:pt idx="92323">
                  <c:v>0</c:v>
                </c:pt>
                <c:pt idx="92324">
                  <c:v>0</c:v>
                </c:pt>
                <c:pt idx="92325">
                  <c:v>0</c:v>
                </c:pt>
                <c:pt idx="92326">
                  <c:v>0</c:v>
                </c:pt>
                <c:pt idx="92327">
                  <c:v>0</c:v>
                </c:pt>
                <c:pt idx="92328">
                  <c:v>0</c:v>
                </c:pt>
                <c:pt idx="92329">
                  <c:v>0</c:v>
                </c:pt>
                <c:pt idx="92330">
                  <c:v>0</c:v>
                </c:pt>
                <c:pt idx="92331">
                  <c:v>0</c:v>
                </c:pt>
                <c:pt idx="92332">
                  <c:v>0</c:v>
                </c:pt>
                <c:pt idx="92333">
                  <c:v>0</c:v>
                </c:pt>
                <c:pt idx="92334">
                  <c:v>0</c:v>
                </c:pt>
                <c:pt idx="92335">
                  <c:v>0</c:v>
                </c:pt>
                <c:pt idx="92336">
                  <c:v>0</c:v>
                </c:pt>
                <c:pt idx="92337">
                  <c:v>0</c:v>
                </c:pt>
                <c:pt idx="92338">
                  <c:v>0</c:v>
                </c:pt>
                <c:pt idx="92339">
                  <c:v>0</c:v>
                </c:pt>
                <c:pt idx="92340">
                  <c:v>0</c:v>
                </c:pt>
                <c:pt idx="92341">
                  <c:v>0</c:v>
                </c:pt>
                <c:pt idx="92342">
                  <c:v>0</c:v>
                </c:pt>
                <c:pt idx="92343">
                  <c:v>0</c:v>
                </c:pt>
                <c:pt idx="92344">
                  <c:v>0</c:v>
                </c:pt>
                <c:pt idx="92345">
                  <c:v>0</c:v>
                </c:pt>
                <c:pt idx="92346">
                  <c:v>0</c:v>
                </c:pt>
                <c:pt idx="92347">
                  <c:v>0</c:v>
                </c:pt>
                <c:pt idx="92348">
                  <c:v>0</c:v>
                </c:pt>
                <c:pt idx="92349">
                  <c:v>0</c:v>
                </c:pt>
                <c:pt idx="92350">
                  <c:v>0</c:v>
                </c:pt>
                <c:pt idx="92351">
                  <c:v>0</c:v>
                </c:pt>
                <c:pt idx="92352">
                  <c:v>0</c:v>
                </c:pt>
                <c:pt idx="92353">
                  <c:v>0</c:v>
                </c:pt>
                <c:pt idx="92354">
                  <c:v>0</c:v>
                </c:pt>
                <c:pt idx="92355">
                  <c:v>0</c:v>
                </c:pt>
                <c:pt idx="92356">
                  <c:v>0</c:v>
                </c:pt>
                <c:pt idx="92357">
                  <c:v>0</c:v>
                </c:pt>
                <c:pt idx="92358">
                  <c:v>0</c:v>
                </c:pt>
                <c:pt idx="92359">
                  <c:v>0</c:v>
                </c:pt>
                <c:pt idx="92360">
                  <c:v>0</c:v>
                </c:pt>
                <c:pt idx="92361">
                  <c:v>0</c:v>
                </c:pt>
                <c:pt idx="92362">
                  <c:v>0</c:v>
                </c:pt>
                <c:pt idx="92363">
                  <c:v>0</c:v>
                </c:pt>
                <c:pt idx="92364">
                  <c:v>0</c:v>
                </c:pt>
                <c:pt idx="92365">
                  <c:v>0</c:v>
                </c:pt>
                <c:pt idx="92366">
                  <c:v>0</c:v>
                </c:pt>
                <c:pt idx="92367">
                  <c:v>0</c:v>
                </c:pt>
                <c:pt idx="92368">
                  <c:v>0</c:v>
                </c:pt>
                <c:pt idx="92369">
                  <c:v>0</c:v>
                </c:pt>
                <c:pt idx="92370">
                  <c:v>0</c:v>
                </c:pt>
                <c:pt idx="92371">
                  <c:v>0</c:v>
                </c:pt>
                <c:pt idx="92372">
                  <c:v>0</c:v>
                </c:pt>
                <c:pt idx="92373">
                  <c:v>0</c:v>
                </c:pt>
                <c:pt idx="92374">
                  <c:v>0</c:v>
                </c:pt>
                <c:pt idx="92375">
                  <c:v>0</c:v>
                </c:pt>
                <c:pt idx="92376">
                  <c:v>0</c:v>
                </c:pt>
                <c:pt idx="92377">
                  <c:v>0</c:v>
                </c:pt>
                <c:pt idx="92378">
                  <c:v>0</c:v>
                </c:pt>
                <c:pt idx="92379">
                  <c:v>0</c:v>
                </c:pt>
                <c:pt idx="92380">
                  <c:v>0</c:v>
                </c:pt>
                <c:pt idx="92381">
                  <c:v>0</c:v>
                </c:pt>
                <c:pt idx="92382">
                  <c:v>0</c:v>
                </c:pt>
                <c:pt idx="92383">
                  <c:v>0</c:v>
                </c:pt>
                <c:pt idx="92384">
                  <c:v>0</c:v>
                </c:pt>
                <c:pt idx="92385">
                  <c:v>0</c:v>
                </c:pt>
                <c:pt idx="92386">
                  <c:v>0</c:v>
                </c:pt>
                <c:pt idx="92387">
                  <c:v>0</c:v>
                </c:pt>
                <c:pt idx="92388">
                  <c:v>0</c:v>
                </c:pt>
                <c:pt idx="92389">
                  <c:v>0</c:v>
                </c:pt>
                <c:pt idx="92390">
                  <c:v>0</c:v>
                </c:pt>
                <c:pt idx="92391">
                  <c:v>0</c:v>
                </c:pt>
                <c:pt idx="92392">
                  <c:v>0</c:v>
                </c:pt>
                <c:pt idx="92393">
                  <c:v>0</c:v>
                </c:pt>
                <c:pt idx="92394">
                  <c:v>0</c:v>
                </c:pt>
                <c:pt idx="92395">
                  <c:v>0</c:v>
                </c:pt>
                <c:pt idx="92396">
                  <c:v>0</c:v>
                </c:pt>
                <c:pt idx="92397">
                  <c:v>0</c:v>
                </c:pt>
                <c:pt idx="92398">
                  <c:v>0</c:v>
                </c:pt>
                <c:pt idx="92399">
                  <c:v>0</c:v>
                </c:pt>
                <c:pt idx="92400">
                  <c:v>0</c:v>
                </c:pt>
                <c:pt idx="92401">
                  <c:v>0</c:v>
                </c:pt>
                <c:pt idx="92402">
                  <c:v>0</c:v>
                </c:pt>
                <c:pt idx="92403">
                  <c:v>0</c:v>
                </c:pt>
                <c:pt idx="92404">
                  <c:v>0</c:v>
                </c:pt>
                <c:pt idx="92405">
                  <c:v>0</c:v>
                </c:pt>
                <c:pt idx="92406">
                  <c:v>0</c:v>
                </c:pt>
                <c:pt idx="92407">
                  <c:v>0</c:v>
                </c:pt>
                <c:pt idx="92408">
                  <c:v>0</c:v>
                </c:pt>
                <c:pt idx="92409">
                  <c:v>0</c:v>
                </c:pt>
                <c:pt idx="92410">
                  <c:v>0</c:v>
                </c:pt>
                <c:pt idx="92411">
                  <c:v>0</c:v>
                </c:pt>
                <c:pt idx="92412">
                  <c:v>0</c:v>
                </c:pt>
                <c:pt idx="92413">
                  <c:v>0</c:v>
                </c:pt>
                <c:pt idx="92414">
                  <c:v>0</c:v>
                </c:pt>
                <c:pt idx="92415">
                  <c:v>0</c:v>
                </c:pt>
                <c:pt idx="92416">
                  <c:v>0</c:v>
                </c:pt>
                <c:pt idx="92417">
                  <c:v>0</c:v>
                </c:pt>
                <c:pt idx="92418">
                  <c:v>0</c:v>
                </c:pt>
                <c:pt idx="92419">
                  <c:v>0</c:v>
                </c:pt>
                <c:pt idx="92420">
                  <c:v>0</c:v>
                </c:pt>
                <c:pt idx="92421">
                  <c:v>0</c:v>
                </c:pt>
                <c:pt idx="92422">
                  <c:v>0</c:v>
                </c:pt>
                <c:pt idx="92423">
                  <c:v>0</c:v>
                </c:pt>
                <c:pt idx="92424">
                  <c:v>0</c:v>
                </c:pt>
                <c:pt idx="92425">
                  <c:v>0</c:v>
                </c:pt>
                <c:pt idx="92426">
                  <c:v>0</c:v>
                </c:pt>
                <c:pt idx="92427">
                  <c:v>0</c:v>
                </c:pt>
                <c:pt idx="92428">
                  <c:v>0</c:v>
                </c:pt>
                <c:pt idx="92429">
                  <c:v>0</c:v>
                </c:pt>
                <c:pt idx="92430">
                  <c:v>0</c:v>
                </c:pt>
                <c:pt idx="92431">
                  <c:v>0</c:v>
                </c:pt>
                <c:pt idx="92432">
                  <c:v>0</c:v>
                </c:pt>
                <c:pt idx="92433">
                  <c:v>0</c:v>
                </c:pt>
                <c:pt idx="92434">
                  <c:v>0</c:v>
                </c:pt>
                <c:pt idx="92435">
                  <c:v>0</c:v>
                </c:pt>
                <c:pt idx="92436">
                  <c:v>0</c:v>
                </c:pt>
                <c:pt idx="92437">
                  <c:v>0</c:v>
                </c:pt>
                <c:pt idx="92438">
                  <c:v>0</c:v>
                </c:pt>
                <c:pt idx="92439">
                  <c:v>0</c:v>
                </c:pt>
                <c:pt idx="92440">
                  <c:v>0</c:v>
                </c:pt>
                <c:pt idx="92441">
                  <c:v>0</c:v>
                </c:pt>
                <c:pt idx="92442">
                  <c:v>0</c:v>
                </c:pt>
                <c:pt idx="92443">
                  <c:v>0</c:v>
                </c:pt>
                <c:pt idx="92444">
                  <c:v>0</c:v>
                </c:pt>
                <c:pt idx="92445">
                  <c:v>0</c:v>
                </c:pt>
                <c:pt idx="92446">
                  <c:v>0</c:v>
                </c:pt>
                <c:pt idx="92447">
                  <c:v>0</c:v>
                </c:pt>
                <c:pt idx="92448">
                  <c:v>0</c:v>
                </c:pt>
                <c:pt idx="92449">
                  <c:v>0</c:v>
                </c:pt>
                <c:pt idx="92450">
                  <c:v>0</c:v>
                </c:pt>
                <c:pt idx="92451">
                  <c:v>0</c:v>
                </c:pt>
                <c:pt idx="92452">
                  <c:v>0</c:v>
                </c:pt>
                <c:pt idx="92453">
                  <c:v>0</c:v>
                </c:pt>
                <c:pt idx="92454">
                  <c:v>0</c:v>
                </c:pt>
                <c:pt idx="92455">
                  <c:v>0</c:v>
                </c:pt>
                <c:pt idx="92456">
                  <c:v>0</c:v>
                </c:pt>
                <c:pt idx="92457">
                  <c:v>0</c:v>
                </c:pt>
                <c:pt idx="92458">
                  <c:v>0</c:v>
                </c:pt>
                <c:pt idx="92459">
                  <c:v>0</c:v>
                </c:pt>
                <c:pt idx="92460">
                  <c:v>0</c:v>
                </c:pt>
                <c:pt idx="92461">
                  <c:v>0</c:v>
                </c:pt>
                <c:pt idx="92462">
                  <c:v>0</c:v>
                </c:pt>
                <c:pt idx="92463">
                  <c:v>0</c:v>
                </c:pt>
                <c:pt idx="92464">
                  <c:v>0</c:v>
                </c:pt>
                <c:pt idx="92465">
                  <c:v>0</c:v>
                </c:pt>
                <c:pt idx="92466">
                  <c:v>0</c:v>
                </c:pt>
                <c:pt idx="92467">
                  <c:v>0</c:v>
                </c:pt>
                <c:pt idx="92468">
                  <c:v>0</c:v>
                </c:pt>
                <c:pt idx="92469">
                  <c:v>0</c:v>
                </c:pt>
                <c:pt idx="92470">
                  <c:v>0</c:v>
                </c:pt>
                <c:pt idx="92471">
                  <c:v>0</c:v>
                </c:pt>
                <c:pt idx="92472">
                  <c:v>0</c:v>
                </c:pt>
                <c:pt idx="92473">
                  <c:v>0</c:v>
                </c:pt>
                <c:pt idx="92474">
                  <c:v>0</c:v>
                </c:pt>
                <c:pt idx="92475">
                  <c:v>0</c:v>
                </c:pt>
                <c:pt idx="92476">
                  <c:v>0</c:v>
                </c:pt>
                <c:pt idx="92477">
                  <c:v>0</c:v>
                </c:pt>
                <c:pt idx="92478">
                  <c:v>0</c:v>
                </c:pt>
                <c:pt idx="92479">
                  <c:v>0</c:v>
                </c:pt>
                <c:pt idx="92480">
                  <c:v>0</c:v>
                </c:pt>
                <c:pt idx="92481">
                  <c:v>0</c:v>
                </c:pt>
                <c:pt idx="92482">
                  <c:v>0</c:v>
                </c:pt>
                <c:pt idx="92483">
                  <c:v>0</c:v>
                </c:pt>
                <c:pt idx="92484">
                  <c:v>0</c:v>
                </c:pt>
                <c:pt idx="92485">
                  <c:v>0</c:v>
                </c:pt>
                <c:pt idx="92486">
                  <c:v>0</c:v>
                </c:pt>
                <c:pt idx="92487">
                  <c:v>0</c:v>
                </c:pt>
                <c:pt idx="92488">
                  <c:v>0</c:v>
                </c:pt>
                <c:pt idx="92489">
                  <c:v>0</c:v>
                </c:pt>
                <c:pt idx="92490">
                  <c:v>0</c:v>
                </c:pt>
                <c:pt idx="92491">
                  <c:v>0</c:v>
                </c:pt>
                <c:pt idx="92492">
                  <c:v>0</c:v>
                </c:pt>
                <c:pt idx="92493">
                  <c:v>0</c:v>
                </c:pt>
                <c:pt idx="92494">
                  <c:v>0</c:v>
                </c:pt>
                <c:pt idx="92495">
                  <c:v>0</c:v>
                </c:pt>
                <c:pt idx="92496">
                  <c:v>0</c:v>
                </c:pt>
                <c:pt idx="92497">
                  <c:v>0</c:v>
                </c:pt>
                <c:pt idx="92498">
                  <c:v>0</c:v>
                </c:pt>
                <c:pt idx="92499">
                  <c:v>0</c:v>
                </c:pt>
                <c:pt idx="92500">
                  <c:v>0</c:v>
                </c:pt>
                <c:pt idx="92501">
                  <c:v>0</c:v>
                </c:pt>
                <c:pt idx="92502">
                  <c:v>0</c:v>
                </c:pt>
                <c:pt idx="92503">
                  <c:v>0</c:v>
                </c:pt>
                <c:pt idx="92504">
                  <c:v>0</c:v>
                </c:pt>
                <c:pt idx="92505">
                  <c:v>0</c:v>
                </c:pt>
                <c:pt idx="92506">
                  <c:v>0</c:v>
                </c:pt>
                <c:pt idx="92507">
                  <c:v>0</c:v>
                </c:pt>
                <c:pt idx="92508">
                  <c:v>0</c:v>
                </c:pt>
                <c:pt idx="92509">
                  <c:v>0</c:v>
                </c:pt>
                <c:pt idx="92510">
                  <c:v>0</c:v>
                </c:pt>
                <c:pt idx="92511">
                  <c:v>0</c:v>
                </c:pt>
                <c:pt idx="92512">
                  <c:v>0</c:v>
                </c:pt>
                <c:pt idx="92513">
                  <c:v>0</c:v>
                </c:pt>
                <c:pt idx="92514">
                  <c:v>0</c:v>
                </c:pt>
                <c:pt idx="92515">
                  <c:v>0</c:v>
                </c:pt>
                <c:pt idx="92516">
                  <c:v>0</c:v>
                </c:pt>
                <c:pt idx="92517">
                  <c:v>0</c:v>
                </c:pt>
                <c:pt idx="92518">
                  <c:v>0</c:v>
                </c:pt>
                <c:pt idx="92519">
                  <c:v>0</c:v>
                </c:pt>
                <c:pt idx="92520">
                  <c:v>0</c:v>
                </c:pt>
                <c:pt idx="92521">
                  <c:v>0</c:v>
                </c:pt>
                <c:pt idx="92522">
                  <c:v>0</c:v>
                </c:pt>
                <c:pt idx="92523">
                  <c:v>0</c:v>
                </c:pt>
                <c:pt idx="92524">
                  <c:v>0</c:v>
                </c:pt>
                <c:pt idx="92525">
                  <c:v>0</c:v>
                </c:pt>
                <c:pt idx="92526">
                  <c:v>0</c:v>
                </c:pt>
                <c:pt idx="92527">
                  <c:v>0</c:v>
                </c:pt>
                <c:pt idx="92528">
                  <c:v>0</c:v>
                </c:pt>
                <c:pt idx="92529">
                  <c:v>0</c:v>
                </c:pt>
                <c:pt idx="92530">
                  <c:v>0</c:v>
                </c:pt>
                <c:pt idx="92531">
                  <c:v>0</c:v>
                </c:pt>
                <c:pt idx="92532">
                  <c:v>0</c:v>
                </c:pt>
                <c:pt idx="92533">
                  <c:v>0</c:v>
                </c:pt>
                <c:pt idx="92534">
                  <c:v>0</c:v>
                </c:pt>
                <c:pt idx="92535">
                  <c:v>0</c:v>
                </c:pt>
                <c:pt idx="92536">
                  <c:v>0</c:v>
                </c:pt>
                <c:pt idx="92537">
                  <c:v>0</c:v>
                </c:pt>
                <c:pt idx="92538">
                  <c:v>0</c:v>
                </c:pt>
                <c:pt idx="92539">
                  <c:v>0</c:v>
                </c:pt>
                <c:pt idx="92540">
                  <c:v>0</c:v>
                </c:pt>
                <c:pt idx="92541">
                  <c:v>0</c:v>
                </c:pt>
                <c:pt idx="92542">
                  <c:v>0</c:v>
                </c:pt>
                <c:pt idx="92543">
                  <c:v>0</c:v>
                </c:pt>
                <c:pt idx="92544">
                  <c:v>0</c:v>
                </c:pt>
                <c:pt idx="92545">
                  <c:v>0</c:v>
                </c:pt>
                <c:pt idx="92546">
                  <c:v>0</c:v>
                </c:pt>
                <c:pt idx="92547">
                  <c:v>0</c:v>
                </c:pt>
                <c:pt idx="92548">
                  <c:v>0</c:v>
                </c:pt>
                <c:pt idx="92549">
                  <c:v>0</c:v>
                </c:pt>
                <c:pt idx="92550">
                  <c:v>0</c:v>
                </c:pt>
                <c:pt idx="92551">
                  <c:v>0</c:v>
                </c:pt>
                <c:pt idx="92552">
                  <c:v>0</c:v>
                </c:pt>
                <c:pt idx="92553">
                  <c:v>0</c:v>
                </c:pt>
                <c:pt idx="92554">
                  <c:v>0</c:v>
                </c:pt>
                <c:pt idx="92555">
                  <c:v>0</c:v>
                </c:pt>
                <c:pt idx="92556">
                  <c:v>0</c:v>
                </c:pt>
                <c:pt idx="92557">
                  <c:v>0</c:v>
                </c:pt>
                <c:pt idx="92558">
                  <c:v>0</c:v>
                </c:pt>
                <c:pt idx="92559">
                  <c:v>0</c:v>
                </c:pt>
                <c:pt idx="92560">
                  <c:v>0</c:v>
                </c:pt>
                <c:pt idx="92561">
                  <c:v>0</c:v>
                </c:pt>
                <c:pt idx="92562">
                  <c:v>0</c:v>
                </c:pt>
                <c:pt idx="92563">
                  <c:v>0</c:v>
                </c:pt>
                <c:pt idx="92564">
                  <c:v>0</c:v>
                </c:pt>
                <c:pt idx="92565">
                  <c:v>0</c:v>
                </c:pt>
                <c:pt idx="92566">
                  <c:v>0</c:v>
                </c:pt>
                <c:pt idx="92567">
                  <c:v>0</c:v>
                </c:pt>
                <c:pt idx="92568">
                  <c:v>0</c:v>
                </c:pt>
                <c:pt idx="92569">
                  <c:v>0</c:v>
                </c:pt>
                <c:pt idx="92570">
                  <c:v>0</c:v>
                </c:pt>
                <c:pt idx="92571">
                  <c:v>0</c:v>
                </c:pt>
                <c:pt idx="92572">
                  <c:v>0</c:v>
                </c:pt>
                <c:pt idx="92573">
                  <c:v>0</c:v>
                </c:pt>
                <c:pt idx="92574">
                  <c:v>0</c:v>
                </c:pt>
                <c:pt idx="92575">
                  <c:v>0</c:v>
                </c:pt>
                <c:pt idx="92576">
                  <c:v>0</c:v>
                </c:pt>
                <c:pt idx="92577">
                  <c:v>0</c:v>
                </c:pt>
                <c:pt idx="92578">
                  <c:v>0</c:v>
                </c:pt>
                <c:pt idx="92579">
                  <c:v>0</c:v>
                </c:pt>
                <c:pt idx="92580">
                  <c:v>0</c:v>
                </c:pt>
                <c:pt idx="92581">
                  <c:v>0</c:v>
                </c:pt>
                <c:pt idx="92582">
                  <c:v>0</c:v>
                </c:pt>
                <c:pt idx="92583">
                  <c:v>0</c:v>
                </c:pt>
                <c:pt idx="92584">
                  <c:v>0</c:v>
                </c:pt>
                <c:pt idx="92585">
                  <c:v>0</c:v>
                </c:pt>
                <c:pt idx="92586">
                  <c:v>0</c:v>
                </c:pt>
                <c:pt idx="92587">
                  <c:v>0</c:v>
                </c:pt>
                <c:pt idx="92588">
                  <c:v>0</c:v>
                </c:pt>
                <c:pt idx="92589">
                  <c:v>0</c:v>
                </c:pt>
                <c:pt idx="92590">
                  <c:v>0</c:v>
                </c:pt>
                <c:pt idx="92591">
                  <c:v>0</c:v>
                </c:pt>
                <c:pt idx="92592">
                  <c:v>0</c:v>
                </c:pt>
                <c:pt idx="92593">
                  <c:v>0</c:v>
                </c:pt>
                <c:pt idx="92594">
                  <c:v>0</c:v>
                </c:pt>
                <c:pt idx="92595">
                  <c:v>0</c:v>
                </c:pt>
                <c:pt idx="92596">
                  <c:v>0</c:v>
                </c:pt>
                <c:pt idx="92597">
                  <c:v>0</c:v>
                </c:pt>
                <c:pt idx="92598">
                  <c:v>0</c:v>
                </c:pt>
                <c:pt idx="92599">
                  <c:v>0</c:v>
                </c:pt>
                <c:pt idx="92600">
                  <c:v>0</c:v>
                </c:pt>
                <c:pt idx="92601">
                  <c:v>0</c:v>
                </c:pt>
                <c:pt idx="92602">
                  <c:v>0</c:v>
                </c:pt>
                <c:pt idx="92603">
                  <c:v>0</c:v>
                </c:pt>
                <c:pt idx="92604">
                  <c:v>0</c:v>
                </c:pt>
                <c:pt idx="92605">
                  <c:v>0</c:v>
                </c:pt>
                <c:pt idx="92606">
                  <c:v>0</c:v>
                </c:pt>
                <c:pt idx="92607">
                  <c:v>0</c:v>
                </c:pt>
                <c:pt idx="92608">
                  <c:v>0</c:v>
                </c:pt>
                <c:pt idx="92609">
                  <c:v>0</c:v>
                </c:pt>
                <c:pt idx="92610">
                  <c:v>0</c:v>
                </c:pt>
                <c:pt idx="92611">
                  <c:v>0</c:v>
                </c:pt>
                <c:pt idx="92612">
                  <c:v>0</c:v>
                </c:pt>
                <c:pt idx="92613">
                  <c:v>0</c:v>
                </c:pt>
                <c:pt idx="92614">
                  <c:v>0</c:v>
                </c:pt>
                <c:pt idx="92615">
                  <c:v>0</c:v>
                </c:pt>
                <c:pt idx="92616">
                  <c:v>0</c:v>
                </c:pt>
                <c:pt idx="92617">
                  <c:v>0</c:v>
                </c:pt>
                <c:pt idx="92618">
                  <c:v>0</c:v>
                </c:pt>
                <c:pt idx="92619">
                  <c:v>0</c:v>
                </c:pt>
                <c:pt idx="92620">
                  <c:v>0</c:v>
                </c:pt>
                <c:pt idx="92621">
                  <c:v>0</c:v>
                </c:pt>
                <c:pt idx="92622">
                  <c:v>0</c:v>
                </c:pt>
                <c:pt idx="92623">
                  <c:v>0</c:v>
                </c:pt>
                <c:pt idx="92624">
                  <c:v>0</c:v>
                </c:pt>
                <c:pt idx="92625">
                  <c:v>0</c:v>
                </c:pt>
                <c:pt idx="92626">
                  <c:v>0</c:v>
                </c:pt>
                <c:pt idx="92627">
                  <c:v>0</c:v>
                </c:pt>
                <c:pt idx="92628">
                  <c:v>0</c:v>
                </c:pt>
                <c:pt idx="92629">
                  <c:v>0</c:v>
                </c:pt>
                <c:pt idx="92630">
                  <c:v>0</c:v>
                </c:pt>
                <c:pt idx="92631">
                  <c:v>0</c:v>
                </c:pt>
                <c:pt idx="92632">
                  <c:v>0</c:v>
                </c:pt>
                <c:pt idx="92633">
                  <c:v>0</c:v>
                </c:pt>
                <c:pt idx="92634">
                  <c:v>0</c:v>
                </c:pt>
                <c:pt idx="92635">
                  <c:v>0</c:v>
                </c:pt>
                <c:pt idx="92636">
                  <c:v>0</c:v>
                </c:pt>
                <c:pt idx="92637">
                  <c:v>0</c:v>
                </c:pt>
                <c:pt idx="92638">
                  <c:v>0</c:v>
                </c:pt>
                <c:pt idx="92639">
                  <c:v>0</c:v>
                </c:pt>
                <c:pt idx="92640">
                  <c:v>0</c:v>
                </c:pt>
                <c:pt idx="92641">
                  <c:v>0</c:v>
                </c:pt>
                <c:pt idx="92642">
                  <c:v>0</c:v>
                </c:pt>
                <c:pt idx="92643">
                  <c:v>0</c:v>
                </c:pt>
                <c:pt idx="92644">
                  <c:v>0</c:v>
                </c:pt>
                <c:pt idx="92645">
                  <c:v>0</c:v>
                </c:pt>
                <c:pt idx="92646">
                  <c:v>0</c:v>
                </c:pt>
                <c:pt idx="92647">
                  <c:v>0</c:v>
                </c:pt>
                <c:pt idx="92648">
                  <c:v>0</c:v>
                </c:pt>
                <c:pt idx="92649">
                  <c:v>0</c:v>
                </c:pt>
                <c:pt idx="92650">
                  <c:v>0</c:v>
                </c:pt>
                <c:pt idx="92651">
                  <c:v>0</c:v>
                </c:pt>
                <c:pt idx="92652">
                  <c:v>0</c:v>
                </c:pt>
                <c:pt idx="92653">
                  <c:v>0</c:v>
                </c:pt>
                <c:pt idx="92654">
                  <c:v>0</c:v>
                </c:pt>
                <c:pt idx="92655">
                  <c:v>0</c:v>
                </c:pt>
                <c:pt idx="92656">
                  <c:v>0</c:v>
                </c:pt>
                <c:pt idx="92657">
                  <c:v>0</c:v>
                </c:pt>
                <c:pt idx="92658">
                  <c:v>0</c:v>
                </c:pt>
                <c:pt idx="92659">
                  <c:v>0</c:v>
                </c:pt>
                <c:pt idx="92660">
                  <c:v>0</c:v>
                </c:pt>
                <c:pt idx="92661">
                  <c:v>0</c:v>
                </c:pt>
                <c:pt idx="92662">
                  <c:v>0</c:v>
                </c:pt>
                <c:pt idx="92663">
                  <c:v>0</c:v>
                </c:pt>
                <c:pt idx="92664">
                  <c:v>0</c:v>
                </c:pt>
                <c:pt idx="92665">
                  <c:v>0</c:v>
                </c:pt>
                <c:pt idx="92666">
                  <c:v>0</c:v>
                </c:pt>
                <c:pt idx="92667">
                  <c:v>0</c:v>
                </c:pt>
                <c:pt idx="92668">
                  <c:v>0</c:v>
                </c:pt>
                <c:pt idx="92669">
                  <c:v>0</c:v>
                </c:pt>
                <c:pt idx="92670">
                  <c:v>0</c:v>
                </c:pt>
                <c:pt idx="92671">
                  <c:v>0</c:v>
                </c:pt>
                <c:pt idx="92672">
                  <c:v>0</c:v>
                </c:pt>
                <c:pt idx="92673">
                  <c:v>0</c:v>
                </c:pt>
                <c:pt idx="92674">
                  <c:v>0</c:v>
                </c:pt>
                <c:pt idx="92675">
                  <c:v>0</c:v>
                </c:pt>
                <c:pt idx="92676">
                  <c:v>0</c:v>
                </c:pt>
                <c:pt idx="92677">
                  <c:v>0</c:v>
                </c:pt>
                <c:pt idx="92678">
                  <c:v>0</c:v>
                </c:pt>
                <c:pt idx="92679">
                  <c:v>0</c:v>
                </c:pt>
                <c:pt idx="92680">
                  <c:v>0</c:v>
                </c:pt>
                <c:pt idx="92681">
                  <c:v>0</c:v>
                </c:pt>
                <c:pt idx="92682">
                  <c:v>0</c:v>
                </c:pt>
                <c:pt idx="92683">
                  <c:v>0</c:v>
                </c:pt>
                <c:pt idx="92684">
                  <c:v>0</c:v>
                </c:pt>
                <c:pt idx="92685">
                  <c:v>0</c:v>
                </c:pt>
                <c:pt idx="92686">
                  <c:v>0</c:v>
                </c:pt>
                <c:pt idx="92687">
                  <c:v>0</c:v>
                </c:pt>
                <c:pt idx="92688">
                  <c:v>0</c:v>
                </c:pt>
                <c:pt idx="92689">
                  <c:v>0</c:v>
                </c:pt>
                <c:pt idx="92690">
                  <c:v>0</c:v>
                </c:pt>
                <c:pt idx="92691">
                  <c:v>0</c:v>
                </c:pt>
                <c:pt idx="92692">
                  <c:v>0</c:v>
                </c:pt>
                <c:pt idx="92693">
                  <c:v>0</c:v>
                </c:pt>
                <c:pt idx="92694">
                  <c:v>0</c:v>
                </c:pt>
                <c:pt idx="92695">
                  <c:v>0</c:v>
                </c:pt>
                <c:pt idx="92696">
                  <c:v>0</c:v>
                </c:pt>
                <c:pt idx="92697">
                  <c:v>0</c:v>
                </c:pt>
                <c:pt idx="92698">
                  <c:v>0</c:v>
                </c:pt>
                <c:pt idx="92699">
                  <c:v>0</c:v>
                </c:pt>
                <c:pt idx="92700">
                  <c:v>0</c:v>
                </c:pt>
                <c:pt idx="92701">
                  <c:v>0</c:v>
                </c:pt>
                <c:pt idx="92702">
                  <c:v>0</c:v>
                </c:pt>
                <c:pt idx="92703">
                  <c:v>0</c:v>
                </c:pt>
                <c:pt idx="92704">
                  <c:v>0</c:v>
                </c:pt>
                <c:pt idx="92705">
                  <c:v>0</c:v>
                </c:pt>
                <c:pt idx="92706">
                  <c:v>0</c:v>
                </c:pt>
                <c:pt idx="92707">
                  <c:v>0</c:v>
                </c:pt>
                <c:pt idx="92708">
                  <c:v>0</c:v>
                </c:pt>
                <c:pt idx="92709">
                  <c:v>0</c:v>
                </c:pt>
                <c:pt idx="92710">
                  <c:v>0</c:v>
                </c:pt>
                <c:pt idx="92711">
                  <c:v>0</c:v>
                </c:pt>
                <c:pt idx="92712">
                  <c:v>0</c:v>
                </c:pt>
                <c:pt idx="92713">
                  <c:v>0</c:v>
                </c:pt>
                <c:pt idx="92714">
                  <c:v>0</c:v>
                </c:pt>
                <c:pt idx="92715">
                  <c:v>0</c:v>
                </c:pt>
                <c:pt idx="92716">
                  <c:v>0</c:v>
                </c:pt>
                <c:pt idx="92717">
                  <c:v>0</c:v>
                </c:pt>
                <c:pt idx="92718">
                  <c:v>0</c:v>
                </c:pt>
                <c:pt idx="92719">
                  <c:v>0</c:v>
                </c:pt>
                <c:pt idx="92720">
                  <c:v>0</c:v>
                </c:pt>
                <c:pt idx="92721">
                  <c:v>0</c:v>
                </c:pt>
                <c:pt idx="92722">
                  <c:v>0</c:v>
                </c:pt>
                <c:pt idx="92723">
                  <c:v>0</c:v>
                </c:pt>
                <c:pt idx="92724">
                  <c:v>0</c:v>
                </c:pt>
                <c:pt idx="92725">
                  <c:v>0</c:v>
                </c:pt>
                <c:pt idx="92726">
                  <c:v>0</c:v>
                </c:pt>
                <c:pt idx="92727">
                  <c:v>0</c:v>
                </c:pt>
                <c:pt idx="92728">
                  <c:v>0</c:v>
                </c:pt>
                <c:pt idx="92729">
                  <c:v>0</c:v>
                </c:pt>
                <c:pt idx="92730">
                  <c:v>0</c:v>
                </c:pt>
                <c:pt idx="92731">
                  <c:v>0</c:v>
                </c:pt>
                <c:pt idx="92732">
                  <c:v>0</c:v>
                </c:pt>
                <c:pt idx="92733">
                  <c:v>0</c:v>
                </c:pt>
                <c:pt idx="92734">
                  <c:v>0</c:v>
                </c:pt>
                <c:pt idx="92735">
                  <c:v>0</c:v>
                </c:pt>
                <c:pt idx="92736">
                  <c:v>0</c:v>
                </c:pt>
                <c:pt idx="92737">
                  <c:v>0</c:v>
                </c:pt>
                <c:pt idx="92738">
                  <c:v>0</c:v>
                </c:pt>
                <c:pt idx="92739">
                  <c:v>0</c:v>
                </c:pt>
                <c:pt idx="92740">
                  <c:v>0</c:v>
                </c:pt>
                <c:pt idx="92741">
                  <c:v>0</c:v>
                </c:pt>
                <c:pt idx="92742">
                  <c:v>0</c:v>
                </c:pt>
                <c:pt idx="92743">
                  <c:v>0</c:v>
                </c:pt>
                <c:pt idx="92744">
                  <c:v>0</c:v>
                </c:pt>
                <c:pt idx="92745">
                  <c:v>0</c:v>
                </c:pt>
                <c:pt idx="92746">
                  <c:v>0</c:v>
                </c:pt>
                <c:pt idx="92747">
                  <c:v>0</c:v>
                </c:pt>
                <c:pt idx="92748">
                  <c:v>0</c:v>
                </c:pt>
                <c:pt idx="92749">
                  <c:v>0</c:v>
                </c:pt>
                <c:pt idx="92750">
                  <c:v>0</c:v>
                </c:pt>
                <c:pt idx="92751">
                  <c:v>0</c:v>
                </c:pt>
                <c:pt idx="92752">
                  <c:v>0</c:v>
                </c:pt>
                <c:pt idx="92753">
                  <c:v>0</c:v>
                </c:pt>
                <c:pt idx="92754">
                  <c:v>0</c:v>
                </c:pt>
                <c:pt idx="92755">
                  <c:v>0</c:v>
                </c:pt>
                <c:pt idx="92756">
                  <c:v>0</c:v>
                </c:pt>
                <c:pt idx="92757">
                  <c:v>0</c:v>
                </c:pt>
                <c:pt idx="92758">
                  <c:v>0</c:v>
                </c:pt>
                <c:pt idx="92759">
                  <c:v>0</c:v>
                </c:pt>
                <c:pt idx="92760">
                  <c:v>0</c:v>
                </c:pt>
                <c:pt idx="92761">
                  <c:v>0</c:v>
                </c:pt>
                <c:pt idx="92762">
                  <c:v>0</c:v>
                </c:pt>
                <c:pt idx="92763">
                  <c:v>0</c:v>
                </c:pt>
                <c:pt idx="92764">
                  <c:v>0</c:v>
                </c:pt>
                <c:pt idx="92765">
                  <c:v>0</c:v>
                </c:pt>
                <c:pt idx="92766">
                  <c:v>0</c:v>
                </c:pt>
                <c:pt idx="92767">
                  <c:v>0</c:v>
                </c:pt>
                <c:pt idx="92768">
                  <c:v>0</c:v>
                </c:pt>
                <c:pt idx="92769">
                  <c:v>0</c:v>
                </c:pt>
                <c:pt idx="92770">
                  <c:v>0</c:v>
                </c:pt>
                <c:pt idx="92771">
                  <c:v>0</c:v>
                </c:pt>
                <c:pt idx="92772">
                  <c:v>0</c:v>
                </c:pt>
                <c:pt idx="92773">
                  <c:v>0</c:v>
                </c:pt>
                <c:pt idx="92774">
                  <c:v>0</c:v>
                </c:pt>
                <c:pt idx="92775">
                  <c:v>0</c:v>
                </c:pt>
                <c:pt idx="92776">
                  <c:v>0</c:v>
                </c:pt>
                <c:pt idx="92777">
                  <c:v>0</c:v>
                </c:pt>
                <c:pt idx="92778">
                  <c:v>0</c:v>
                </c:pt>
                <c:pt idx="92779">
                  <c:v>0</c:v>
                </c:pt>
                <c:pt idx="92780">
                  <c:v>0</c:v>
                </c:pt>
                <c:pt idx="92781">
                  <c:v>0</c:v>
                </c:pt>
                <c:pt idx="92782">
                  <c:v>0</c:v>
                </c:pt>
                <c:pt idx="92783">
                  <c:v>0</c:v>
                </c:pt>
                <c:pt idx="92784">
                  <c:v>0</c:v>
                </c:pt>
                <c:pt idx="92785">
                  <c:v>0</c:v>
                </c:pt>
                <c:pt idx="92786">
                  <c:v>0</c:v>
                </c:pt>
                <c:pt idx="92787">
                  <c:v>0</c:v>
                </c:pt>
                <c:pt idx="92788">
                  <c:v>0</c:v>
                </c:pt>
                <c:pt idx="92789">
                  <c:v>0</c:v>
                </c:pt>
                <c:pt idx="92790">
                  <c:v>0</c:v>
                </c:pt>
                <c:pt idx="92791">
                  <c:v>0</c:v>
                </c:pt>
                <c:pt idx="92792">
                  <c:v>0</c:v>
                </c:pt>
                <c:pt idx="92793">
                  <c:v>0</c:v>
                </c:pt>
                <c:pt idx="92794">
                  <c:v>0</c:v>
                </c:pt>
                <c:pt idx="92795">
                  <c:v>0</c:v>
                </c:pt>
                <c:pt idx="92796">
                  <c:v>0</c:v>
                </c:pt>
                <c:pt idx="92797">
                  <c:v>0</c:v>
                </c:pt>
                <c:pt idx="92798">
                  <c:v>0</c:v>
                </c:pt>
                <c:pt idx="92799">
                  <c:v>0</c:v>
                </c:pt>
                <c:pt idx="92800">
                  <c:v>0</c:v>
                </c:pt>
                <c:pt idx="92801">
                  <c:v>0</c:v>
                </c:pt>
                <c:pt idx="92802">
                  <c:v>0</c:v>
                </c:pt>
                <c:pt idx="92803">
                  <c:v>0</c:v>
                </c:pt>
                <c:pt idx="92804">
                  <c:v>0</c:v>
                </c:pt>
                <c:pt idx="92805">
                  <c:v>0</c:v>
                </c:pt>
                <c:pt idx="92806">
                  <c:v>0</c:v>
                </c:pt>
                <c:pt idx="92807">
                  <c:v>0</c:v>
                </c:pt>
                <c:pt idx="92808">
                  <c:v>0</c:v>
                </c:pt>
                <c:pt idx="92809">
                  <c:v>0</c:v>
                </c:pt>
                <c:pt idx="92810">
                  <c:v>0</c:v>
                </c:pt>
                <c:pt idx="92811">
                  <c:v>0</c:v>
                </c:pt>
                <c:pt idx="92812">
                  <c:v>0</c:v>
                </c:pt>
                <c:pt idx="92813">
                  <c:v>0</c:v>
                </c:pt>
                <c:pt idx="92814">
                  <c:v>0</c:v>
                </c:pt>
                <c:pt idx="92815">
                  <c:v>0</c:v>
                </c:pt>
                <c:pt idx="92816">
                  <c:v>0</c:v>
                </c:pt>
                <c:pt idx="92817">
                  <c:v>0</c:v>
                </c:pt>
                <c:pt idx="92818">
                  <c:v>0</c:v>
                </c:pt>
                <c:pt idx="92819">
                  <c:v>0</c:v>
                </c:pt>
                <c:pt idx="92820">
                  <c:v>0</c:v>
                </c:pt>
                <c:pt idx="92821">
                  <c:v>0</c:v>
                </c:pt>
                <c:pt idx="92822">
                  <c:v>0</c:v>
                </c:pt>
                <c:pt idx="92823">
                  <c:v>0</c:v>
                </c:pt>
                <c:pt idx="92824">
                  <c:v>0</c:v>
                </c:pt>
                <c:pt idx="92825">
                  <c:v>0</c:v>
                </c:pt>
                <c:pt idx="92826">
                  <c:v>0</c:v>
                </c:pt>
                <c:pt idx="92827">
                  <c:v>0</c:v>
                </c:pt>
                <c:pt idx="92828">
                  <c:v>0</c:v>
                </c:pt>
                <c:pt idx="92829">
                  <c:v>0</c:v>
                </c:pt>
                <c:pt idx="92830">
                  <c:v>0</c:v>
                </c:pt>
                <c:pt idx="92831">
                  <c:v>0</c:v>
                </c:pt>
                <c:pt idx="92832">
                  <c:v>0</c:v>
                </c:pt>
                <c:pt idx="92833">
                  <c:v>0</c:v>
                </c:pt>
                <c:pt idx="92834">
                  <c:v>0</c:v>
                </c:pt>
                <c:pt idx="92835">
                  <c:v>0</c:v>
                </c:pt>
                <c:pt idx="92836">
                  <c:v>0</c:v>
                </c:pt>
                <c:pt idx="92837">
                  <c:v>0</c:v>
                </c:pt>
                <c:pt idx="92838">
                  <c:v>0</c:v>
                </c:pt>
                <c:pt idx="92839">
                  <c:v>0</c:v>
                </c:pt>
                <c:pt idx="92840">
                  <c:v>0</c:v>
                </c:pt>
                <c:pt idx="92841">
                  <c:v>0</c:v>
                </c:pt>
                <c:pt idx="92842">
                  <c:v>0</c:v>
                </c:pt>
                <c:pt idx="92843">
                  <c:v>0</c:v>
                </c:pt>
                <c:pt idx="92844">
                  <c:v>0</c:v>
                </c:pt>
                <c:pt idx="92845">
                  <c:v>0</c:v>
                </c:pt>
                <c:pt idx="92846">
                  <c:v>0</c:v>
                </c:pt>
                <c:pt idx="92847">
                  <c:v>0</c:v>
                </c:pt>
                <c:pt idx="92848">
                  <c:v>0</c:v>
                </c:pt>
                <c:pt idx="92849">
                  <c:v>0</c:v>
                </c:pt>
                <c:pt idx="92850">
                  <c:v>0</c:v>
                </c:pt>
                <c:pt idx="92851">
                  <c:v>0</c:v>
                </c:pt>
                <c:pt idx="92852">
                  <c:v>0</c:v>
                </c:pt>
                <c:pt idx="92853">
                  <c:v>0</c:v>
                </c:pt>
                <c:pt idx="92854">
                  <c:v>0</c:v>
                </c:pt>
                <c:pt idx="92855">
                  <c:v>0</c:v>
                </c:pt>
                <c:pt idx="92856">
                  <c:v>0</c:v>
                </c:pt>
                <c:pt idx="92857">
                  <c:v>0</c:v>
                </c:pt>
                <c:pt idx="92858">
                  <c:v>0</c:v>
                </c:pt>
                <c:pt idx="92859">
                  <c:v>0</c:v>
                </c:pt>
                <c:pt idx="92860">
                  <c:v>0</c:v>
                </c:pt>
                <c:pt idx="92861">
                  <c:v>0</c:v>
                </c:pt>
                <c:pt idx="92862">
                  <c:v>0</c:v>
                </c:pt>
                <c:pt idx="92863">
                  <c:v>0</c:v>
                </c:pt>
                <c:pt idx="92864">
                  <c:v>0</c:v>
                </c:pt>
                <c:pt idx="92865">
                  <c:v>0</c:v>
                </c:pt>
                <c:pt idx="92866">
                  <c:v>0</c:v>
                </c:pt>
                <c:pt idx="92867">
                  <c:v>0</c:v>
                </c:pt>
                <c:pt idx="92868">
                  <c:v>0</c:v>
                </c:pt>
                <c:pt idx="92869">
                  <c:v>0</c:v>
                </c:pt>
                <c:pt idx="92870">
                  <c:v>0</c:v>
                </c:pt>
                <c:pt idx="92871">
                  <c:v>0</c:v>
                </c:pt>
                <c:pt idx="92872">
                  <c:v>0</c:v>
                </c:pt>
                <c:pt idx="92873">
                  <c:v>0</c:v>
                </c:pt>
                <c:pt idx="92874">
                  <c:v>0</c:v>
                </c:pt>
                <c:pt idx="92875">
                  <c:v>0</c:v>
                </c:pt>
                <c:pt idx="92876">
                  <c:v>0</c:v>
                </c:pt>
                <c:pt idx="92877">
                  <c:v>0</c:v>
                </c:pt>
                <c:pt idx="92878">
                  <c:v>0</c:v>
                </c:pt>
                <c:pt idx="92879">
                  <c:v>0</c:v>
                </c:pt>
                <c:pt idx="92880">
                  <c:v>0</c:v>
                </c:pt>
                <c:pt idx="92881">
                  <c:v>0</c:v>
                </c:pt>
                <c:pt idx="92882">
                  <c:v>0</c:v>
                </c:pt>
                <c:pt idx="92883">
                  <c:v>0</c:v>
                </c:pt>
                <c:pt idx="92884">
                  <c:v>0</c:v>
                </c:pt>
                <c:pt idx="92885">
                  <c:v>0</c:v>
                </c:pt>
                <c:pt idx="92886">
                  <c:v>0</c:v>
                </c:pt>
                <c:pt idx="92887">
                  <c:v>0</c:v>
                </c:pt>
                <c:pt idx="92888">
                  <c:v>0</c:v>
                </c:pt>
                <c:pt idx="92889">
                  <c:v>0</c:v>
                </c:pt>
                <c:pt idx="92890">
                  <c:v>0</c:v>
                </c:pt>
                <c:pt idx="92891">
                  <c:v>0</c:v>
                </c:pt>
                <c:pt idx="92892">
                  <c:v>0</c:v>
                </c:pt>
                <c:pt idx="92893">
                  <c:v>0</c:v>
                </c:pt>
                <c:pt idx="92894">
                  <c:v>0</c:v>
                </c:pt>
                <c:pt idx="92895">
                  <c:v>0</c:v>
                </c:pt>
                <c:pt idx="92896">
                  <c:v>0</c:v>
                </c:pt>
                <c:pt idx="92897">
                  <c:v>0</c:v>
                </c:pt>
                <c:pt idx="92898">
                  <c:v>0</c:v>
                </c:pt>
                <c:pt idx="92899">
                  <c:v>0</c:v>
                </c:pt>
                <c:pt idx="92900">
                  <c:v>0</c:v>
                </c:pt>
                <c:pt idx="92901">
                  <c:v>0</c:v>
                </c:pt>
                <c:pt idx="92902">
                  <c:v>0</c:v>
                </c:pt>
                <c:pt idx="92903">
                  <c:v>0</c:v>
                </c:pt>
                <c:pt idx="92904">
                  <c:v>0</c:v>
                </c:pt>
                <c:pt idx="92905">
                  <c:v>0</c:v>
                </c:pt>
                <c:pt idx="92906">
                  <c:v>0</c:v>
                </c:pt>
                <c:pt idx="92907">
                  <c:v>0</c:v>
                </c:pt>
                <c:pt idx="92908">
                  <c:v>0</c:v>
                </c:pt>
                <c:pt idx="92909">
                  <c:v>0</c:v>
                </c:pt>
                <c:pt idx="92910">
                  <c:v>0</c:v>
                </c:pt>
                <c:pt idx="92911">
                  <c:v>0</c:v>
                </c:pt>
                <c:pt idx="92912">
                  <c:v>0</c:v>
                </c:pt>
                <c:pt idx="92913">
                  <c:v>0</c:v>
                </c:pt>
                <c:pt idx="92914">
                  <c:v>0</c:v>
                </c:pt>
                <c:pt idx="92915">
                  <c:v>0</c:v>
                </c:pt>
                <c:pt idx="92916">
                  <c:v>0</c:v>
                </c:pt>
                <c:pt idx="92917">
                  <c:v>0</c:v>
                </c:pt>
                <c:pt idx="92918">
                  <c:v>0</c:v>
                </c:pt>
                <c:pt idx="92919">
                  <c:v>0</c:v>
                </c:pt>
                <c:pt idx="92920">
                  <c:v>0</c:v>
                </c:pt>
                <c:pt idx="92921">
                  <c:v>0</c:v>
                </c:pt>
                <c:pt idx="92922">
                  <c:v>0</c:v>
                </c:pt>
                <c:pt idx="92923">
                  <c:v>0</c:v>
                </c:pt>
                <c:pt idx="92924">
                  <c:v>0</c:v>
                </c:pt>
                <c:pt idx="92925">
                  <c:v>0</c:v>
                </c:pt>
                <c:pt idx="92926">
                  <c:v>0</c:v>
                </c:pt>
                <c:pt idx="92927">
                  <c:v>0</c:v>
                </c:pt>
                <c:pt idx="92928">
                  <c:v>0</c:v>
                </c:pt>
                <c:pt idx="92929">
                  <c:v>0</c:v>
                </c:pt>
                <c:pt idx="92930">
                  <c:v>0</c:v>
                </c:pt>
                <c:pt idx="92931">
                  <c:v>0</c:v>
                </c:pt>
                <c:pt idx="92932">
                  <c:v>0</c:v>
                </c:pt>
                <c:pt idx="92933">
                  <c:v>0</c:v>
                </c:pt>
                <c:pt idx="92934">
                  <c:v>0</c:v>
                </c:pt>
                <c:pt idx="92935">
                  <c:v>0</c:v>
                </c:pt>
                <c:pt idx="92936">
                  <c:v>0</c:v>
                </c:pt>
                <c:pt idx="92937">
                  <c:v>0</c:v>
                </c:pt>
                <c:pt idx="92938">
                  <c:v>0</c:v>
                </c:pt>
                <c:pt idx="92939">
                  <c:v>0</c:v>
                </c:pt>
                <c:pt idx="92940">
                  <c:v>0</c:v>
                </c:pt>
                <c:pt idx="92941">
                  <c:v>0</c:v>
                </c:pt>
                <c:pt idx="92942">
                  <c:v>0</c:v>
                </c:pt>
                <c:pt idx="92943">
                  <c:v>0</c:v>
                </c:pt>
                <c:pt idx="92944">
                  <c:v>0</c:v>
                </c:pt>
                <c:pt idx="92945">
                  <c:v>0</c:v>
                </c:pt>
                <c:pt idx="92946">
                  <c:v>0</c:v>
                </c:pt>
                <c:pt idx="92947">
                  <c:v>0</c:v>
                </c:pt>
                <c:pt idx="92948">
                  <c:v>0</c:v>
                </c:pt>
                <c:pt idx="92949">
                  <c:v>0</c:v>
                </c:pt>
                <c:pt idx="92950">
                  <c:v>0</c:v>
                </c:pt>
                <c:pt idx="92951">
                  <c:v>0</c:v>
                </c:pt>
                <c:pt idx="92952">
                  <c:v>0</c:v>
                </c:pt>
                <c:pt idx="92953">
                  <c:v>0</c:v>
                </c:pt>
                <c:pt idx="92954">
                  <c:v>0</c:v>
                </c:pt>
                <c:pt idx="92955">
                  <c:v>0</c:v>
                </c:pt>
                <c:pt idx="92956">
                  <c:v>0</c:v>
                </c:pt>
                <c:pt idx="92957">
                  <c:v>0</c:v>
                </c:pt>
                <c:pt idx="92958">
                  <c:v>0</c:v>
                </c:pt>
                <c:pt idx="92959">
                  <c:v>0</c:v>
                </c:pt>
                <c:pt idx="92960">
                  <c:v>0</c:v>
                </c:pt>
                <c:pt idx="92961">
                  <c:v>0</c:v>
                </c:pt>
                <c:pt idx="92962">
                  <c:v>0</c:v>
                </c:pt>
                <c:pt idx="92963">
                  <c:v>0</c:v>
                </c:pt>
                <c:pt idx="92964">
                  <c:v>0</c:v>
                </c:pt>
                <c:pt idx="92965">
                  <c:v>0</c:v>
                </c:pt>
                <c:pt idx="92966">
                  <c:v>0</c:v>
                </c:pt>
                <c:pt idx="92967">
                  <c:v>0</c:v>
                </c:pt>
                <c:pt idx="92968">
                  <c:v>0</c:v>
                </c:pt>
                <c:pt idx="92969">
                  <c:v>0</c:v>
                </c:pt>
                <c:pt idx="92970">
                  <c:v>0</c:v>
                </c:pt>
                <c:pt idx="92971">
                  <c:v>0</c:v>
                </c:pt>
                <c:pt idx="92972">
                  <c:v>0</c:v>
                </c:pt>
                <c:pt idx="92973">
                  <c:v>0</c:v>
                </c:pt>
                <c:pt idx="92974">
                  <c:v>0</c:v>
                </c:pt>
                <c:pt idx="92975">
                  <c:v>0</c:v>
                </c:pt>
                <c:pt idx="92976">
                  <c:v>0</c:v>
                </c:pt>
                <c:pt idx="92977">
                  <c:v>0</c:v>
                </c:pt>
                <c:pt idx="92978">
                  <c:v>0</c:v>
                </c:pt>
                <c:pt idx="92979">
                  <c:v>0</c:v>
                </c:pt>
                <c:pt idx="92980">
                  <c:v>0</c:v>
                </c:pt>
                <c:pt idx="92981">
                  <c:v>0</c:v>
                </c:pt>
                <c:pt idx="92982">
                  <c:v>0</c:v>
                </c:pt>
                <c:pt idx="92983">
                  <c:v>0</c:v>
                </c:pt>
                <c:pt idx="92984">
                  <c:v>0</c:v>
                </c:pt>
                <c:pt idx="92985">
                  <c:v>0</c:v>
                </c:pt>
                <c:pt idx="92986">
                  <c:v>0</c:v>
                </c:pt>
                <c:pt idx="92987">
                  <c:v>0</c:v>
                </c:pt>
                <c:pt idx="92988">
                  <c:v>0</c:v>
                </c:pt>
                <c:pt idx="92989">
                  <c:v>0</c:v>
                </c:pt>
                <c:pt idx="92990">
                  <c:v>0</c:v>
                </c:pt>
                <c:pt idx="92991">
                  <c:v>0</c:v>
                </c:pt>
                <c:pt idx="92992">
                  <c:v>0</c:v>
                </c:pt>
                <c:pt idx="92993">
                  <c:v>0</c:v>
                </c:pt>
                <c:pt idx="92994">
                  <c:v>0</c:v>
                </c:pt>
                <c:pt idx="92995">
                  <c:v>0</c:v>
                </c:pt>
                <c:pt idx="92996">
                  <c:v>0</c:v>
                </c:pt>
                <c:pt idx="92997">
                  <c:v>0</c:v>
                </c:pt>
                <c:pt idx="92998">
                  <c:v>0</c:v>
                </c:pt>
                <c:pt idx="92999">
                  <c:v>0</c:v>
                </c:pt>
                <c:pt idx="93000">
                  <c:v>0</c:v>
                </c:pt>
                <c:pt idx="93001">
                  <c:v>0</c:v>
                </c:pt>
                <c:pt idx="93002">
                  <c:v>0</c:v>
                </c:pt>
                <c:pt idx="93003">
                  <c:v>0</c:v>
                </c:pt>
                <c:pt idx="93004">
                  <c:v>0</c:v>
                </c:pt>
                <c:pt idx="93005">
                  <c:v>0</c:v>
                </c:pt>
                <c:pt idx="93006">
                  <c:v>0</c:v>
                </c:pt>
                <c:pt idx="93007">
                  <c:v>0</c:v>
                </c:pt>
                <c:pt idx="93008">
                  <c:v>0</c:v>
                </c:pt>
                <c:pt idx="93009">
                  <c:v>0</c:v>
                </c:pt>
                <c:pt idx="93010">
                  <c:v>0</c:v>
                </c:pt>
                <c:pt idx="93011">
                  <c:v>0</c:v>
                </c:pt>
                <c:pt idx="93012">
                  <c:v>0</c:v>
                </c:pt>
                <c:pt idx="93013">
                  <c:v>0</c:v>
                </c:pt>
                <c:pt idx="93014">
                  <c:v>0</c:v>
                </c:pt>
                <c:pt idx="93015">
                  <c:v>0</c:v>
                </c:pt>
                <c:pt idx="93016">
                  <c:v>0</c:v>
                </c:pt>
                <c:pt idx="93017">
                  <c:v>0</c:v>
                </c:pt>
                <c:pt idx="93018">
                  <c:v>0</c:v>
                </c:pt>
                <c:pt idx="93019">
                  <c:v>0</c:v>
                </c:pt>
                <c:pt idx="93020">
                  <c:v>0</c:v>
                </c:pt>
                <c:pt idx="93021">
                  <c:v>0</c:v>
                </c:pt>
                <c:pt idx="93022">
                  <c:v>0</c:v>
                </c:pt>
                <c:pt idx="93023">
                  <c:v>0</c:v>
                </c:pt>
                <c:pt idx="93024">
                  <c:v>0</c:v>
                </c:pt>
                <c:pt idx="93025">
                  <c:v>0</c:v>
                </c:pt>
                <c:pt idx="93026">
                  <c:v>0</c:v>
                </c:pt>
                <c:pt idx="93027">
                  <c:v>0</c:v>
                </c:pt>
                <c:pt idx="93028">
                  <c:v>0</c:v>
                </c:pt>
                <c:pt idx="93029">
                  <c:v>0</c:v>
                </c:pt>
                <c:pt idx="93030">
                  <c:v>0</c:v>
                </c:pt>
                <c:pt idx="93031">
                  <c:v>0</c:v>
                </c:pt>
                <c:pt idx="93032">
                  <c:v>0</c:v>
                </c:pt>
                <c:pt idx="93033">
                  <c:v>0</c:v>
                </c:pt>
                <c:pt idx="93034">
                  <c:v>0</c:v>
                </c:pt>
                <c:pt idx="93035">
                  <c:v>0</c:v>
                </c:pt>
                <c:pt idx="93036">
                  <c:v>0</c:v>
                </c:pt>
                <c:pt idx="93037">
                  <c:v>0</c:v>
                </c:pt>
                <c:pt idx="93038">
                  <c:v>0</c:v>
                </c:pt>
                <c:pt idx="93039">
                  <c:v>0</c:v>
                </c:pt>
                <c:pt idx="93040">
                  <c:v>0</c:v>
                </c:pt>
                <c:pt idx="93041">
                  <c:v>0</c:v>
                </c:pt>
                <c:pt idx="93042">
                  <c:v>0</c:v>
                </c:pt>
                <c:pt idx="93043">
                  <c:v>0</c:v>
                </c:pt>
                <c:pt idx="93044">
                  <c:v>0</c:v>
                </c:pt>
                <c:pt idx="93045">
                  <c:v>0</c:v>
                </c:pt>
                <c:pt idx="93046">
                  <c:v>0</c:v>
                </c:pt>
                <c:pt idx="93047">
                  <c:v>0</c:v>
                </c:pt>
                <c:pt idx="93048">
                  <c:v>0</c:v>
                </c:pt>
                <c:pt idx="93049">
                  <c:v>0</c:v>
                </c:pt>
                <c:pt idx="93050">
                  <c:v>0</c:v>
                </c:pt>
                <c:pt idx="93051">
                  <c:v>0</c:v>
                </c:pt>
                <c:pt idx="93052">
                  <c:v>0</c:v>
                </c:pt>
                <c:pt idx="93053">
                  <c:v>0</c:v>
                </c:pt>
                <c:pt idx="93054">
                  <c:v>0</c:v>
                </c:pt>
                <c:pt idx="93055">
                  <c:v>0</c:v>
                </c:pt>
                <c:pt idx="93056">
                  <c:v>0</c:v>
                </c:pt>
                <c:pt idx="93057">
                  <c:v>0</c:v>
                </c:pt>
                <c:pt idx="93058">
                  <c:v>0</c:v>
                </c:pt>
                <c:pt idx="93059">
                  <c:v>0</c:v>
                </c:pt>
                <c:pt idx="93060">
                  <c:v>0</c:v>
                </c:pt>
                <c:pt idx="93061">
                  <c:v>0</c:v>
                </c:pt>
                <c:pt idx="93062">
                  <c:v>0</c:v>
                </c:pt>
                <c:pt idx="93063">
                  <c:v>0</c:v>
                </c:pt>
                <c:pt idx="93064">
                  <c:v>0</c:v>
                </c:pt>
                <c:pt idx="93065">
                  <c:v>0</c:v>
                </c:pt>
                <c:pt idx="93066">
                  <c:v>0</c:v>
                </c:pt>
                <c:pt idx="93067">
                  <c:v>0</c:v>
                </c:pt>
                <c:pt idx="93068">
                  <c:v>0</c:v>
                </c:pt>
                <c:pt idx="93069">
                  <c:v>0</c:v>
                </c:pt>
                <c:pt idx="93070">
                  <c:v>0</c:v>
                </c:pt>
                <c:pt idx="93071">
                  <c:v>0</c:v>
                </c:pt>
                <c:pt idx="93072">
                  <c:v>0</c:v>
                </c:pt>
                <c:pt idx="93073">
                  <c:v>0</c:v>
                </c:pt>
                <c:pt idx="93074">
                  <c:v>0</c:v>
                </c:pt>
                <c:pt idx="93075">
                  <c:v>0</c:v>
                </c:pt>
                <c:pt idx="93076">
                  <c:v>0</c:v>
                </c:pt>
                <c:pt idx="93077">
                  <c:v>0</c:v>
                </c:pt>
                <c:pt idx="93078">
                  <c:v>0</c:v>
                </c:pt>
                <c:pt idx="93079">
                  <c:v>0</c:v>
                </c:pt>
                <c:pt idx="93080">
                  <c:v>0</c:v>
                </c:pt>
                <c:pt idx="93081">
                  <c:v>0</c:v>
                </c:pt>
                <c:pt idx="93082">
                  <c:v>0</c:v>
                </c:pt>
                <c:pt idx="93083">
                  <c:v>0</c:v>
                </c:pt>
                <c:pt idx="93084">
                  <c:v>0</c:v>
                </c:pt>
                <c:pt idx="93085">
                  <c:v>0</c:v>
                </c:pt>
                <c:pt idx="93086">
                  <c:v>0</c:v>
                </c:pt>
                <c:pt idx="93087">
                  <c:v>0</c:v>
                </c:pt>
                <c:pt idx="93088">
                  <c:v>0</c:v>
                </c:pt>
                <c:pt idx="93089">
                  <c:v>0</c:v>
                </c:pt>
                <c:pt idx="93090">
                  <c:v>0</c:v>
                </c:pt>
                <c:pt idx="93091">
                  <c:v>0</c:v>
                </c:pt>
                <c:pt idx="93092">
                  <c:v>0</c:v>
                </c:pt>
                <c:pt idx="93093">
                  <c:v>0</c:v>
                </c:pt>
                <c:pt idx="93094">
                  <c:v>0</c:v>
                </c:pt>
                <c:pt idx="93095">
                  <c:v>0</c:v>
                </c:pt>
                <c:pt idx="93096">
                  <c:v>0</c:v>
                </c:pt>
                <c:pt idx="93097">
                  <c:v>0</c:v>
                </c:pt>
                <c:pt idx="93098">
                  <c:v>0</c:v>
                </c:pt>
                <c:pt idx="93099">
                  <c:v>0</c:v>
                </c:pt>
                <c:pt idx="93100">
                  <c:v>0</c:v>
                </c:pt>
                <c:pt idx="93101">
                  <c:v>0</c:v>
                </c:pt>
                <c:pt idx="93102">
                  <c:v>0</c:v>
                </c:pt>
                <c:pt idx="93103">
                  <c:v>0</c:v>
                </c:pt>
                <c:pt idx="93104">
                  <c:v>0</c:v>
                </c:pt>
                <c:pt idx="93105">
                  <c:v>0</c:v>
                </c:pt>
                <c:pt idx="93106">
                  <c:v>0</c:v>
                </c:pt>
                <c:pt idx="93107">
                  <c:v>0</c:v>
                </c:pt>
                <c:pt idx="93108">
                  <c:v>0</c:v>
                </c:pt>
                <c:pt idx="93109">
                  <c:v>0</c:v>
                </c:pt>
                <c:pt idx="93110">
                  <c:v>0</c:v>
                </c:pt>
                <c:pt idx="93111">
                  <c:v>0</c:v>
                </c:pt>
                <c:pt idx="93112">
                  <c:v>0</c:v>
                </c:pt>
                <c:pt idx="93113">
                  <c:v>0</c:v>
                </c:pt>
                <c:pt idx="93114">
                  <c:v>0</c:v>
                </c:pt>
                <c:pt idx="93115">
                  <c:v>0</c:v>
                </c:pt>
                <c:pt idx="93116">
                  <c:v>0</c:v>
                </c:pt>
                <c:pt idx="93117">
                  <c:v>0</c:v>
                </c:pt>
                <c:pt idx="93118">
                  <c:v>0</c:v>
                </c:pt>
                <c:pt idx="93119">
                  <c:v>0</c:v>
                </c:pt>
                <c:pt idx="93120">
                  <c:v>0</c:v>
                </c:pt>
                <c:pt idx="93121">
                  <c:v>0</c:v>
                </c:pt>
                <c:pt idx="93122">
                  <c:v>0</c:v>
                </c:pt>
                <c:pt idx="93123">
                  <c:v>0</c:v>
                </c:pt>
                <c:pt idx="93124">
                  <c:v>0</c:v>
                </c:pt>
                <c:pt idx="93125">
                  <c:v>0</c:v>
                </c:pt>
                <c:pt idx="93126">
                  <c:v>0</c:v>
                </c:pt>
                <c:pt idx="93127">
                  <c:v>0</c:v>
                </c:pt>
                <c:pt idx="93128">
                  <c:v>0</c:v>
                </c:pt>
                <c:pt idx="93129">
                  <c:v>0</c:v>
                </c:pt>
                <c:pt idx="93130">
                  <c:v>0</c:v>
                </c:pt>
                <c:pt idx="93131">
                  <c:v>0</c:v>
                </c:pt>
                <c:pt idx="93132">
                  <c:v>0</c:v>
                </c:pt>
                <c:pt idx="93133">
                  <c:v>0</c:v>
                </c:pt>
                <c:pt idx="93134">
                  <c:v>0</c:v>
                </c:pt>
                <c:pt idx="93135">
                  <c:v>0</c:v>
                </c:pt>
                <c:pt idx="93136">
                  <c:v>0</c:v>
                </c:pt>
                <c:pt idx="93137">
                  <c:v>0</c:v>
                </c:pt>
                <c:pt idx="93138">
                  <c:v>0</c:v>
                </c:pt>
                <c:pt idx="93139">
                  <c:v>0</c:v>
                </c:pt>
                <c:pt idx="93140">
                  <c:v>0</c:v>
                </c:pt>
                <c:pt idx="93141">
                  <c:v>0</c:v>
                </c:pt>
                <c:pt idx="93142">
                  <c:v>0</c:v>
                </c:pt>
                <c:pt idx="93143">
                  <c:v>0</c:v>
                </c:pt>
                <c:pt idx="93144">
                  <c:v>0</c:v>
                </c:pt>
                <c:pt idx="93145">
                  <c:v>0</c:v>
                </c:pt>
                <c:pt idx="93146">
                  <c:v>0</c:v>
                </c:pt>
                <c:pt idx="93147">
                  <c:v>0</c:v>
                </c:pt>
                <c:pt idx="93148">
                  <c:v>0</c:v>
                </c:pt>
                <c:pt idx="93149">
                  <c:v>0</c:v>
                </c:pt>
                <c:pt idx="93150">
                  <c:v>0</c:v>
                </c:pt>
                <c:pt idx="93151">
                  <c:v>0</c:v>
                </c:pt>
                <c:pt idx="93152">
                  <c:v>0</c:v>
                </c:pt>
                <c:pt idx="93153">
                  <c:v>0</c:v>
                </c:pt>
                <c:pt idx="93154">
                  <c:v>0</c:v>
                </c:pt>
                <c:pt idx="93155">
                  <c:v>0</c:v>
                </c:pt>
                <c:pt idx="93156">
                  <c:v>0</c:v>
                </c:pt>
                <c:pt idx="93157">
                  <c:v>0</c:v>
                </c:pt>
                <c:pt idx="93158">
                  <c:v>0</c:v>
                </c:pt>
                <c:pt idx="93159">
                  <c:v>0</c:v>
                </c:pt>
                <c:pt idx="93160">
                  <c:v>0</c:v>
                </c:pt>
                <c:pt idx="93161">
                  <c:v>0</c:v>
                </c:pt>
                <c:pt idx="93162">
                  <c:v>0</c:v>
                </c:pt>
                <c:pt idx="93163">
                  <c:v>0</c:v>
                </c:pt>
                <c:pt idx="93164">
                  <c:v>0</c:v>
                </c:pt>
                <c:pt idx="93165">
                  <c:v>0</c:v>
                </c:pt>
                <c:pt idx="93166">
                  <c:v>0</c:v>
                </c:pt>
                <c:pt idx="93167">
                  <c:v>0</c:v>
                </c:pt>
                <c:pt idx="93168">
                  <c:v>0</c:v>
                </c:pt>
                <c:pt idx="93169">
                  <c:v>0</c:v>
                </c:pt>
                <c:pt idx="93170">
                  <c:v>0</c:v>
                </c:pt>
                <c:pt idx="93171">
                  <c:v>0</c:v>
                </c:pt>
                <c:pt idx="93172">
                  <c:v>0</c:v>
                </c:pt>
                <c:pt idx="93173">
                  <c:v>0</c:v>
                </c:pt>
                <c:pt idx="93174">
                  <c:v>0</c:v>
                </c:pt>
                <c:pt idx="93175">
                  <c:v>0</c:v>
                </c:pt>
                <c:pt idx="93176">
                  <c:v>0</c:v>
                </c:pt>
                <c:pt idx="93177">
                  <c:v>0</c:v>
                </c:pt>
                <c:pt idx="93178">
                  <c:v>0</c:v>
                </c:pt>
                <c:pt idx="93179">
                  <c:v>0</c:v>
                </c:pt>
                <c:pt idx="93180">
                  <c:v>0</c:v>
                </c:pt>
                <c:pt idx="93181">
                  <c:v>0</c:v>
                </c:pt>
                <c:pt idx="93182">
                  <c:v>0</c:v>
                </c:pt>
                <c:pt idx="93183">
                  <c:v>0</c:v>
                </c:pt>
                <c:pt idx="93184">
                  <c:v>0</c:v>
                </c:pt>
                <c:pt idx="93185">
                  <c:v>0</c:v>
                </c:pt>
                <c:pt idx="93186">
                  <c:v>0</c:v>
                </c:pt>
                <c:pt idx="93187">
                  <c:v>0</c:v>
                </c:pt>
                <c:pt idx="93188">
                  <c:v>0</c:v>
                </c:pt>
                <c:pt idx="93189">
                  <c:v>0</c:v>
                </c:pt>
                <c:pt idx="93190">
                  <c:v>0</c:v>
                </c:pt>
                <c:pt idx="93191">
                  <c:v>0</c:v>
                </c:pt>
                <c:pt idx="93192">
                  <c:v>0</c:v>
                </c:pt>
                <c:pt idx="93193">
                  <c:v>0</c:v>
                </c:pt>
                <c:pt idx="93194">
                  <c:v>0</c:v>
                </c:pt>
                <c:pt idx="93195">
                  <c:v>0</c:v>
                </c:pt>
                <c:pt idx="93196">
                  <c:v>0</c:v>
                </c:pt>
                <c:pt idx="93197">
                  <c:v>0</c:v>
                </c:pt>
                <c:pt idx="93198">
                  <c:v>0</c:v>
                </c:pt>
                <c:pt idx="93199">
                  <c:v>0</c:v>
                </c:pt>
                <c:pt idx="93200">
                  <c:v>0</c:v>
                </c:pt>
                <c:pt idx="93201">
                  <c:v>0</c:v>
                </c:pt>
                <c:pt idx="93202">
                  <c:v>0</c:v>
                </c:pt>
                <c:pt idx="93203">
                  <c:v>0</c:v>
                </c:pt>
                <c:pt idx="93204">
                  <c:v>0</c:v>
                </c:pt>
                <c:pt idx="93205">
                  <c:v>0</c:v>
                </c:pt>
                <c:pt idx="93206">
                  <c:v>0</c:v>
                </c:pt>
                <c:pt idx="93207">
                  <c:v>0</c:v>
                </c:pt>
                <c:pt idx="93208">
                  <c:v>0</c:v>
                </c:pt>
                <c:pt idx="93209">
                  <c:v>0</c:v>
                </c:pt>
                <c:pt idx="93210">
                  <c:v>0</c:v>
                </c:pt>
                <c:pt idx="93211">
                  <c:v>0</c:v>
                </c:pt>
                <c:pt idx="93212">
                  <c:v>0</c:v>
                </c:pt>
                <c:pt idx="93213">
                  <c:v>0</c:v>
                </c:pt>
                <c:pt idx="93214">
                  <c:v>0</c:v>
                </c:pt>
                <c:pt idx="93215">
                  <c:v>0</c:v>
                </c:pt>
                <c:pt idx="93216">
                  <c:v>0</c:v>
                </c:pt>
                <c:pt idx="93217">
                  <c:v>0</c:v>
                </c:pt>
                <c:pt idx="93218">
                  <c:v>0</c:v>
                </c:pt>
                <c:pt idx="93219">
                  <c:v>0</c:v>
                </c:pt>
                <c:pt idx="93220">
                  <c:v>0</c:v>
                </c:pt>
                <c:pt idx="93221">
                  <c:v>0</c:v>
                </c:pt>
                <c:pt idx="93222">
                  <c:v>0</c:v>
                </c:pt>
                <c:pt idx="93223">
                  <c:v>0</c:v>
                </c:pt>
                <c:pt idx="93224">
                  <c:v>0</c:v>
                </c:pt>
                <c:pt idx="93225">
                  <c:v>0</c:v>
                </c:pt>
                <c:pt idx="93226">
                  <c:v>0</c:v>
                </c:pt>
                <c:pt idx="93227">
                  <c:v>0</c:v>
                </c:pt>
                <c:pt idx="93228">
                  <c:v>0</c:v>
                </c:pt>
                <c:pt idx="93229">
                  <c:v>0</c:v>
                </c:pt>
                <c:pt idx="93230">
                  <c:v>0</c:v>
                </c:pt>
                <c:pt idx="93231">
                  <c:v>0</c:v>
                </c:pt>
                <c:pt idx="93232">
                  <c:v>0</c:v>
                </c:pt>
                <c:pt idx="93233">
                  <c:v>0</c:v>
                </c:pt>
                <c:pt idx="93234">
                  <c:v>0</c:v>
                </c:pt>
                <c:pt idx="93235">
                  <c:v>0</c:v>
                </c:pt>
                <c:pt idx="93236">
                  <c:v>0</c:v>
                </c:pt>
                <c:pt idx="93237">
                  <c:v>0</c:v>
                </c:pt>
                <c:pt idx="93238">
                  <c:v>0</c:v>
                </c:pt>
                <c:pt idx="93239">
                  <c:v>0</c:v>
                </c:pt>
                <c:pt idx="93240">
                  <c:v>0</c:v>
                </c:pt>
                <c:pt idx="93241">
                  <c:v>0</c:v>
                </c:pt>
                <c:pt idx="93242">
                  <c:v>0</c:v>
                </c:pt>
                <c:pt idx="93243">
                  <c:v>0</c:v>
                </c:pt>
                <c:pt idx="93244">
                  <c:v>0</c:v>
                </c:pt>
                <c:pt idx="93245">
                  <c:v>0</c:v>
                </c:pt>
                <c:pt idx="93246">
                  <c:v>0</c:v>
                </c:pt>
                <c:pt idx="93247">
                  <c:v>0</c:v>
                </c:pt>
                <c:pt idx="93248">
                  <c:v>0</c:v>
                </c:pt>
                <c:pt idx="93249">
                  <c:v>0</c:v>
                </c:pt>
                <c:pt idx="93250">
                  <c:v>0</c:v>
                </c:pt>
                <c:pt idx="93251">
                  <c:v>0</c:v>
                </c:pt>
                <c:pt idx="93252">
                  <c:v>0</c:v>
                </c:pt>
                <c:pt idx="93253">
                  <c:v>0</c:v>
                </c:pt>
                <c:pt idx="93254">
                  <c:v>0</c:v>
                </c:pt>
                <c:pt idx="93255">
                  <c:v>0</c:v>
                </c:pt>
                <c:pt idx="93256">
                  <c:v>0</c:v>
                </c:pt>
                <c:pt idx="93257">
                  <c:v>0</c:v>
                </c:pt>
                <c:pt idx="93258">
                  <c:v>0</c:v>
                </c:pt>
                <c:pt idx="93259">
                  <c:v>0</c:v>
                </c:pt>
                <c:pt idx="93260">
                  <c:v>0</c:v>
                </c:pt>
                <c:pt idx="93261">
                  <c:v>0</c:v>
                </c:pt>
                <c:pt idx="93262">
                  <c:v>0</c:v>
                </c:pt>
                <c:pt idx="93263">
                  <c:v>0</c:v>
                </c:pt>
                <c:pt idx="93264">
                  <c:v>0</c:v>
                </c:pt>
                <c:pt idx="93265">
                  <c:v>0</c:v>
                </c:pt>
                <c:pt idx="93266">
                  <c:v>0</c:v>
                </c:pt>
                <c:pt idx="93267">
                  <c:v>0</c:v>
                </c:pt>
                <c:pt idx="93268">
                  <c:v>0</c:v>
                </c:pt>
                <c:pt idx="93269">
                  <c:v>0</c:v>
                </c:pt>
                <c:pt idx="93270">
                  <c:v>0</c:v>
                </c:pt>
                <c:pt idx="93271">
                  <c:v>0</c:v>
                </c:pt>
                <c:pt idx="93272">
                  <c:v>0</c:v>
                </c:pt>
                <c:pt idx="93273">
                  <c:v>0</c:v>
                </c:pt>
                <c:pt idx="93274">
                  <c:v>0</c:v>
                </c:pt>
                <c:pt idx="93275">
                  <c:v>0</c:v>
                </c:pt>
                <c:pt idx="93276">
                  <c:v>0</c:v>
                </c:pt>
                <c:pt idx="93277">
                  <c:v>0</c:v>
                </c:pt>
                <c:pt idx="93278">
                  <c:v>0</c:v>
                </c:pt>
                <c:pt idx="93279">
                  <c:v>0</c:v>
                </c:pt>
                <c:pt idx="93280">
                  <c:v>0</c:v>
                </c:pt>
                <c:pt idx="93281">
                  <c:v>0</c:v>
                </c:pt>
                <c:pt idx="93282">
                  <c:v>0</c:v>
                </c:pt>
                <c:pt idx="93283">
                  <c:v>0</c:v>
                </c:pt>
                <c:pt idx="93284">
                  <c:v>0</c:v>
                </c:pt>
                <c:pt idx="93285">
                  <c:v>0</c:v>
                </c:pt>
                <c:pt idx="93286">
                  <c:v>0</c:v>
                </c:pt>
                <c:pt idx="93287">
                  <c:v>0</c:v>
                </c:pt>
                <c:pt idx="93288">
                  <c:v>0</c:v>
                </c:pt>
                <c:pt idx="93289">
                  <c:v>0</c:v>
                </c:pt>
                <c:pt idx="93290">
                  <c:v>0</c:v>
                </c:pt>
                <c:pt idx="93291">
                  <c:v>0</c:v>
                </c:pt>
                <c:pt idx="93292">
                  <c:v>0</c:v>
                </c:pt>
                <c:pt idx="93293">
                  <c:v>0</c:v>
                </c:pt>
                <c:pt idx="93294">
                  <c:v>0</c:v>
                </c:pt>
                <c:pt idx="93295">
                  <c:v>0</c:v>
                </c:pt>
                <c:pt idx="93296">
                  <c:v>0</c:v>
                </c:pt>
                <c:pt idx="93297">
                  <c:v>0</c:v>
                </c:pt>
                <c:pt idx="93298">
                  <c:v>0</c:v>
                </c:pt>
                <c:pt idx="93299">
                  <c:v>0</c:v>
                </c:pt>
                <c:pt idx="93300">
                  <c:v>0</c:v>
                </c:pt>
                <c:pt idx="93301">
                  <c:v>0</c:v>
                </c:pt>
                <c:pt idx="93302">
                  <c:v>0</c:v>
                </c:pt>
                <c:pt idx="93303">
                  <c:v>0</c:v>
                </c:pt>
                <c:pt idx="93304">
                  <c:v>0</c:v>
                </c:pt>
                <c:pt idx="93305">
                  <c:v>0</c:v>
                </c:pt>
                <c:pt idx="93306">
                  <c:v>0</c:v>
                </c:pt>
                <c:pt idx="93307">
                  <c:v>0</c:v>
                </c:pt>
                <c:pt idx="93308">
                  <c:v>0</c:v>
                </c:pt>
                <c:pt idx="93309">
                  <c:v>0</c:v>
                </c:pt>
                <c:pt idx="93310">
                  <c:v>0</c:v>
                </c:pt>
                <c:pt idx="93311">
                  <c:v>0</c:v>
                </c:pt>
                <c:pt idx="93312">
                  <c:v>0</c:v>
                </c:pt>
                <c:pt idx="93313">
                  <c:v>0</c:v>
                </c:pt>
                <c:pt idx="93314">
                  <c:v>0</c:v>
                </c:pt>
                <c:pt idx="93315">
                  <c:v>0</c:v>
                </c:pt>
                <c:pt idx="93316">
                  <c:v>0</c:v>
                </c:pt>
                <c:pt idx="93317">
                  <c:v>0</c:v>
                </c:pt>
                <c:pt idx="93318">
                  <c:v>0</c:v>
                </c:pt>
                <c:pt idx="93319">
                  <c:v>0</c:v>
                </c:pt>
                <c:pt idx="93320">
                  <c:v>0</c:v>
                </c:pt>
                <c:pt idx="93321">
                  <c:v>0</c:v>
                </c:pt>
                <c:pt idx="93322">
                  <c:v>0</c:v>
                </c:pt>
                <c:pt idx="93323">
                  <c:v>0</c:v>
                </c:pt>
                <c:pt idx="93324">
                  <c:v>0</c:v>
                </c:pt>
                <c:pt idx="93325">
                  <c:v>0</c:v>
                </c:pt>
                <c:pt idx="93326">
                  <c:v>0</c:v>
                </c:pt>
                <c:pt idx="93327">
                  <c:v>0</c:v>
                </c:pt>
                <c:pt idx="93328">
                  <c:v>0</c:v>
                </c:pt>
                <c:pt idx="93329">
                  <c:v>0</c:v>
                </c:pt>
                <c:pt idx="93330">
                  <c:v>0</c:v>
                </c:pt>
                <c:pt idx="93331">
                  <c:v>0</c:v>
                </c:pt>
                <c:pt idx="93332">
                  <c:v>0</c:v>
                </c:pt>
                <c:pt idx="93333">
                  <c:v>0</c:v>
                </c:pt>
                <c:pt idx="93334">
                  <c:v>0</c:v>
                </c:pt>
                <c:pt idx="93335">
                  <c:v>0</c:v>
                </c:pt>
                <c:pt idx="93336">
                  <c:v>0</c:v>
                </c:pt>
                <c:pt idx="93337">
                  <c:v>0</c:v>
                </c:pt>
                <c:pt idx="93338">
                  <c:v>0</c:v>
                </c:pt>
                <c:pt idx="93339">
                  <c:v>0</c:v>
                </c:pt>
                <c:pt idx="93340">
                  <c:v>0</c:v>
                </c:pt>
                <c:pt idx="93341">
                  <c:v>0</c:v>
                </c:pt>
                <c:pt idx="93342">
                  <c:v>0</c:v>
                </c:pt>
                <c:pt idx="93343">
                  <c:v>0</c:v>
                </c:pt>
                <c:pt idx="93344">
                  <c:v>0</c:v>
                </c:pt>
                <c:pt idx="93345">
                  <c:v>0</c:v>
                </c:pt>
                <c:pt idx="93346">
                  <c:v>0</c:v>
                </c:pt>
                <c:pt idx="93347">
                  <c:v>0</c:v>
                </c:pt>
                <c:pt idx="93348">
                  <c:v>0</c:v>
                </c:pt>
                <c:pt idx="93349">
                  <c:v>0</c:v>
                </c:pt>
                <c:pt idx="93350">
                  <c:v>0</c:v>
                </c:pt>
                <c:pt idx="93351">
                  <c:v>0</c:v>
                </c:pt>
                <c:pt idx="93352">
                  <c:v>0</c:v>
                </c:pt>
                <c:pt idx="93353">
                  <c:v>0</c:v>
                </c:pt>
                <c:pt idx="93354">
                  <c:v>0</c:v>
                </c:pt>
                <c:pt idx="93355">
                  <c:v>0</c:v>
                </c:pt>
                <c:pt idx="93356">
                  <c:v>0</c:v>
                </c:pt>
                <c:pt idx="93357">
                  <c:v>0</c:v>
                </c:pt>
                <c:pt idx="93358">
                  <c:v>0</c:v>
                </c:pt>
                <c:pt idx="93359">
                  <c:v>0</c:v>
                </c:pt>
                <c:pt idx="93360">
                  <c:v>0</c:v>
                </c:pt>
                <c:pt idx="93361">
                  <c:v>0</c:v>
                </c:pt>
                <c:pt idx="93362">
                  <c:v>0</c:v>
                </c:pt>
                <c:pt idx="93363">
                  <c:v>0</c:v>
                </c:pt>
                <c:pt idx="93364">
                  <c:v>0</c:v>
                </c:pt>
                <c:pt idx="93365">
                  <c:v>0</c:v>
                </c:pt>
                <c:pt idx="93366">
                  <c:v>0</c:v>
                </c:pt>
                <c:pt idx="93367">
                  <c:v>0</c:v>
                </c:pt>
                <c:pt idx="93368">
                  <c:v>0</c:v>
                </c:pt>
                <c:pt idx="93369">
                  <c:v>0</c:v>
                </c:pt>
                <c:pt idx="93370">
                  <c:v>0</c:v>
                </c:pt>
                <c:pt idx="93371">
                  <c:v>0</c:v>
                </c:pt>
                <c:pt idx="93372">
                  <c:v>0</c:v>
                </c:pt>
                <c:pt idx="93373">
                  <c:v>0</c:v>
                </c:pt>
                <c:pt idx="93374">
                  <c:v>0</c:v>
                </c:pt>
                <c:pt idx="93375">
                  <c:v>0</c:v>
                </c:pt>
                <c:pt idx="93376">
                  <c:v>0</c:v>
                </c:pt>
                <c:pt idx="93377">
                  <c:v>0</c:v>
                </c:pt>
                <c:pt idx="93378">
                  <c:v>0</c:v>
                </c:pt>
                <c:pt idx="93379">
                  <c:v>0</c:v>
                </c:pt>
                <c:pt idx="93380">
                  <c:v>0</c:v>
                </c:pt>
                <c:pt idx="93381">
                  <c:v>0</c:v>
                </c:pt>
                <c:pt idx="93382">
                  <c:v>0</c:v>
                </c:pt>
                <c:pt idx="93383">
                  <c:v>0</c:v>
                </c:pt>
                <c:pt idx="93384">
                  <c:v>0</c:v>
                </c:pt>
                <c:pt idx="93385">
                  <c:v>0</c:v>
                </c:pt>
                <c:pt idx="93386">
                  <c:v>0</c:v>
                </c:pt>
                <c:pt idx="93387">
                  <c:v>0</c:v>
                </c:pt>
                <c:pt idx="93388">
                  <c:v>0</c:v>
                </c:pt>
                <c:pt idx="93389">
                  <c:v>0</c:v>
                </c:pt>
                <c:pt idx="93390">
                  <c:v>0</c:v>
                </c:pt>
                <c:pt idx="93391">
                  <c:v>0</c:v>
                </c:pt>
                <c:pt idx="93392">
                  <c:v>0</c:v>
                </c:pt>
                <c:pt idx="93393">
                  <c:v>0</c:v>
                </c:pt>
                <c:pt idx="93394">
                  <c:v>0</c:v>
                </c:pt>
                <c:pt idx="93395">
                  <c:v>0</c:v>
                </c:pt>
                <c:pt idx="93396">
                  <c:v>0</c:v>
                </c:pt>
                <c:pt idx="93397">
                  <c:v>0</c:v>
                </c:pt>
                <c:pt idx="93398">
                  <c:v>0</c:v>
                </c:pt>
                <c:pt idx="93399">
                  <c:v>0</c:v>
                </c:pt>
                <c:pt idx="93400">
                  <c:v>0</c:v>
                </c:pt>
                <c:pt idx="93401">
                  <c:v>0</c:v>
                </c:pt>
                <c:pt idx="93402">
                  <c:v>0</c:v>
                </c:pt>
                <c:pt idx="93403">
                  <c:v>0</c:v>
                </c:pt>
                <c:pt idx="93404">
                  <c:v>0</c:v>
                </c:pt>
                <c:pt idx="93405">
                  <c:v>0</c:v>
                </c:pt>
                <c:pt idx="93406">
                  <c:v>0</c:v>
                </c:pt>
                <c:pt idx="93407">
                  <c:v>0</c:v>
                </c:pt>
                <c:pt idx="93408">
                  <c:v>0</c:v>
                </c:pt>
                <c:pt idx="93409">
                  <c:v>0</c:v>
                </c:pt>
                <c:pt idx="93410">
                  <c:v>0</c:v>
                </c:pt>
                <c:pt idx="93411">
                  <c:v>0</c:v>
                </c:pt>
                <c:pt idx="93412">
                  <c:v>0</c:v>
                </c:pt>
                <c:pt idx="93413">
                  <c:v>0</c:v>
                </c:pt>
                <c:pt idx="93414">
                  <c:v>0</c:v>
                </c:pt>
                <c:pt idx="93415">
                  <c:v>0</c:v>
                </c:pt>
                <c:pt idx="93416">
                  <c:v>0</c:v>
                </c:pt>
                <c:pt idx="93417">
                  <c:v>0</c:v>
                </c:pt>
                <c:pt idx="93418">
                  <c:v>0</c:v>
                </c:pt>
                <c:pt idx="93419">
                  <c:v>0</c:v>
                </c:pt>
                <c:pt idx="93420">
                  <c:v>0</c:v>
                </c:pt>
                <c:pt idx="93421">
                  <c:v>0</c:v>
                </c:pt>
                <c:pt idx="93422">
                  <c:v>0</c:v>
                </c:pt>
                <c:pt idx="93423">
                  <c:v>0</c:v>
                </c:pt>
                <c:pt idx="93424">
                  <c:v>0</c:v>
                </c:pt>
                <c:pt idx="93425">
                  <c:v>0</c:v>
                </c:pt>
                <c:pt idx="93426">
                  <c:v>0</c:v>
                </c:pt>
                <c:pt idx="93427">
                  <c:v>0</c:v>
                </c:pt>
                <c:pt idx="93428">
                  <c:v>0</c:v>
                </c:pt>
                <c:pt idx="93429">
                  <c:v>0</c:v>
                </c:pt>
                <c:pt idx="93430">
                  <c:v>0</c:v>
                </c:pt>
                <c:pt idx="93431">
                  <c:v>0</c:v>
                </c:pt>
                <c:pt idx="93432">
                  <c:v>0</c:v>
                </c:pt>
                <c:pt idx="93433">
                  <c:v>0</c:v>
                </c:pt>
                <c:pt idx="93434">
                  <c:v>0</c:v>
                </c:pt>
                <c:pt idx="93435">
                  <c:v>0</c:v>
                </c:pt>
                <c:pt idx="93436">
                  <c:v>0</c:v>
                </c:pt>
                <c:pt idx="93437">
                  <c:v>0</c:v>
                </c:pt>
                <c:pt idx="93438">
                  <c:v>0</c:v>
                </c:pt>
                <c:pt idx="93439">
                  <c:v>0</c:v>
                </c:pt>
                <c:pt idx="93440">
                  <c:v>0</c:v>
                </c:pt>
                <c:pt idx="93441">
                  <c:v>0</c:v>
                </c:pt>
                <c:pt idx="93442">
                  <c:v>0</c:v>
                </c:pt>
                <c:pt idx="93443">
                  <c:v>0</c:v>
                </c:pt>
                <c:pt idx="93444">
                  <c:v>0</c:v>
                </c:pt>
                <c:pt idx="93445">
                  <c:v>0</c:v>
                </c:pt>
                <c:pt idx="93446">
                  <c:v>0</c:v>
                </c:pt>
                <c:pt idx="93447">
                  <c:v>0</c:v>
                </c:pt>
                <c:pt idx="93448">
                  <c:v>0</c:v>
                </c:pt>
                <c:pt idx="93449">
                  <c:v>0</c:v>
                </c:pt>
                <c:pt idx="93450">
                  <c:v>0</c:v>
                </c:pt>
                <c:pt idx="93451">
                  <c:v>0</c:v>
                </c:pt>
                <c:pt idx="93452">
                  <c:v>0</c:v>
                </c:pt>
                <c:pt idx="93453">
                  <c:v>0</c:v>
                </c:pt>
                <c:pt idx="93454">
                  <c:v>0</c:v>
                </c:pt>
                <c:pt idx="93455">
                  <c:v>0</c:v>
                </c:pt>
                <c:pt idx="93456">
                  <c:v>0</c:v>
                </c:pt>
                <c:pt idx="93457">
                  <c:v>0</c:v>
                </c:pt>
                <c:pt idx="93458">
                  <c:v>0</c:v>
                </c:pt>
                <c:pt idx="93459">
                  <c:v>0</c:v>
                </c:pt>
                <c:pt idx="93460">
                  <c:v>0</c:v>
                </c:pt>
                <c:pt idx="93461">
                  <c:v>0</c:v>
                </c:pt>
                <c:pt idx="93462">
                  <c:v>0</c:v>
                </c:pt>
                <c:pt idx="93463">
                  <c:v>0</c:v>
                </c:pt>
                <c:pt idx="93464">
                  <c:v>0</c:v>
                </c:pt>
                <c:pt idx="93465">
                  <c:v>0</c:v>
                </c:pt>
                <c:pt idx="93466">
                  <c:v>0</c:v>
                </c:pt>
                <c:pt idx="93467">
                  <c:v>0</c:v>
                </c:pt>
                <c:pt idx="93468">
                  <c:v>0</c:v>
                </c:pt>
                <c:pt idx="93469">
                  <c:v>0</c:v>
                </c:pt>
                <c:pt idx="93470">
                  <c:v>0</c:v>
                </c:pt>
                <c:pt idx="93471">
                  <c:v>0</c:v>
                </c:pt>
                <c:pt idx="93472">
                  <c:v>0</c:v>
                </c:pt>
                <c:pt idx="93473">
                  <c:v>0</c:v>
                </c:pt>
                <c:pt idx="93474">
                  <c:v>0</c:v>
                </c:pt>
                <c:pt idx="93475">
                  <c:v>0</c:v>
                </c:pt>
                <c:pt idx="93476">
                  <c:v>0</c:v>
                </c:pt>
                <c:pt idx="93477">
                  <c:v>0</c:v>
                </c:pt>
                <c:pt idx="93478">
                  <c:v>0</c:v>
                </c:pt>
                <c:pt idx="93479">
                  <c:v>0</c:v>
                </c:pt>
                <c:pt idx="93480">
                  <c:v>0</c:v>
                </c:pt>
                <c:pt idx="93481">
                  <c:v>0</c:v>
                </c:pt>
                <c:pt idx="93482">
                  <c:v>0</c:v>
                </c:pt>
                <c:pt idx="93483">
                  <c:v>0</c:v>
                </c:pt>
                <c:pt idx="93484">
                  <c:v>0</c:v>
                </c:pt>
                <c:pt idx="93485">
                  <c:v>0</c:v>
                </c:pt>
                <c:pt idx="93486">
                  <c:v>0</c:v>
                </c:pt>
                <c:pt idx="93487">
                  <c:v>0</c:v>
                </c:pt>
                <c:pt idx="93488">
                  <c:v>0</c:v>
                </c:pt>
                <c:pt idx="93489">
                  <c:v>0</c:v>
                </c:pt>
                <c:pt idx="93490">
                  <c:v>0</c:v>
                </c:pt>
                <c:pt idx="93491">
                  <c:v>0</c:v>
                </c:pt>
                <c:pt idx="93492">
                  <c:v>0</c:v>
                </c:pt>
                <c:pt idx="93493">
                  <c:v>0</c:v>
                </c:pt>
                <c:pt idx="93494">
                  <c:v>0</c:v>
                </c:pt>
                <c:pt idx="93495">
                  <c:v>0</c:v>
                </c:pt>
                <c:pt idx="93496">
                  <c:v>0</c:v>
                </c:pt>
                <c:pt idx="93497">
                  <c:v>0</c:v>
                </c:pt>
                <c:pt idx="93498">
                  <c:v>0</c:v>
                </c:pt>
                <c:pt idx="93499">
                  <c:v>0</c:v>
                </c:pt>
                <c:pt idx="93500">
                  <c:v>0</c:v>
                </c:pt>
                <c:pt idx="93501">
                  <c:v>0</c:v>
                </c:pt>
                <c:pt idx="93502">
                  <c:v>0</c:v>
                </c:pt>
                <c:pt idx="93503">
                  <c:v>0</c:v>
                </c:pt>
                <c:pt idx="93504">
                  <c:v>0</c:v>
                </c:pt>
                <c:pt idx="93505">
                  <c:v>0</c:v>
                </c:pt>
                <c:pt idx="93506">
                  <c:v>0</c:v>
                </c:pt>
                <c:pt idx="93507">
                  <c:v>0</c:v>
                </c:pt>
                <c:pt idx="93508">
                  <c:v>0</c:v>
                </c:pt>
                <c:pt idx="93509">
                  <c:v>0</c:v>
                </c:pt>
                <c:pt idx="93510">
                  <c:v>0</c:v>
                </c:pt>
                <c:pt idx="93511">
                  <c:v>0</c:v>
                </c:pt>
                <c:pt idx="93512">
                  <c:v>0</c:v>
                </c:pt>
                <c:pt idx="93513">
                  <c:v>0</c:v>
                </c:pt>
                <c:pt idx="93514">
                  <c:v>0</c:v>
                </c:pt>
                <c:pt idx="93515">
                  <c:v>0</c:v>
                </c:pt>
                <c:pt idx="93516">
                  <c:v>0</c:v>
                </c:pt>
                <c:pt idx="93517">
                  <c:v>0</c:v>
                </c:pt>
                <c:pt idx="93518">
                  <c:v>0</c:v>
                </c:pt>
                <c:pt idx="93519">
                  <c:v>0</c:v>
                </c:pt>
                <c:pt idx="93520">
                  <c:v>0</c:v>
                </c:pt>
                <c:pt idx="93521">
                  <c:v>0</c:v>
                </c:pt>
                <c:pt idx="93522">
                  <c:v>0</c:v>
                </c:pt>
                <c:pt idx="93523">
                  <c:v>0</c:v>
                </c:pt>
                <c:pt idx="93524">
                  <c:v>0</c:v>
                </c:pt>
                <c:pt idx="93525">
                  <c:v>0</c:v>
                </c:pt>
                <c:pt idx="93526">
                  <c:v>0</c:v>
                </c:pt>
                <c:pt idx="93527">
                  <c:v>0</c:v>
                </c:pt>
                <c:pt idx="93528">
                  <c:v>0</c:v>
                </c:pt>
                <c:pt idx="93529">
                  <c:v>0</c:v>
                </c:pt>
                <c:pt idx="93530">
                  <c:v>0</c:v>
                </c:pt>
                <c:pt idx="93531">
                  <c:v>0</c:v>
                </c:pt>
                <c:pt idx="93532">
                  <c:v>0</c:v>
                </c:pt>
                <c:pt idx="93533">
                  <c:v>0</c:v>
                </c:pt>
                <c:pt idx="93534">
                  <c:v>0</c:v>
                </c:pt>
                <c:pt idx="93535">
                  <c:v>0</c:v>
                </c:pt>
                <c:pt idx="93536">
                  <c:v>0</c:v>
                </c:pt>
                <c:pt idx="93537">
                  <c:v>0</c:v>
                </c:pt>
                <c:pt idx="93538">
                  <c:v>0</c:v>
                </c:pt>
                <c:pt idx="93539">
                  <c:v>0</c:v>
                </c:pt>
                <c:pt idx="93540">
                  <c:v>0</c:v>
                </c:pt>
                <c:pt idx="93541">
                  <c:v>0</c:v>
                </c:pt>
                <c:pt idx="93542">
                  <c:v>0</c:v>
                </c:pt>
                <c:pt idx="93543">
                  <c:v>0</c:v>
                </c:pt>
                <c:pt idx="93544">
                  <c:v>0</c:v>
                </c:pt>
                <c:pt idx="93545">
                  <c:v>0</c:v>
                </c:pt>
                <c:pt idx="93546">
                  <c:v>0</c:v>
                </c:pt>
                <c:pt idx="93547">
                  <c:v>0</c:v>
                </c:pt>
                <c:pt idx="93548">
                  <c:v>0</c:v>
                </c:pt>
                <c:pt idx="93549">
                  <c:v>0</c:v>
                </c:pt>
                <c:pt idx="93550">
                  <c:v>0</c:v>
                </c:pt>
                <c:pt idx="93551">
                  <c:v>0</c:v>
                </c:pt>
                <c:pt idx="93552">
                  <c:v>0</c:v>
                </c:pt>
                <c:pt idx="93553">
                  <c:v>0</c:v>
                </c:pt>
                <c:pt idx="93554">
                  <c:v>0</c:v>
                </c:pt>
                <c:pt idx="93555">
                  <c:v>0</c:v>
                </c:pt>
                <c:pt idx="93556">
                  <c:v>0</c:v>
                </c:pt>
                <c:pt idx="93557">
                  <c:v>0</c:v>
                </c:pt>
                <c:pt idx="93558">
                  <c:v>0</c:v>
                </c:pt>
                <c:pt idx="93559">
                  <c:v>0</c:v>
                </c:pt>
                <c:pt idx="93560">
                  <c:v>0</c:v>
                </c:pt>
                <c:pt idx="93561">
                  <c:v>0</c:v>
                </c:pt>
                <c:pt idx="93562">
                  <c:v>0</c:v>
                </c:pt>
                <c:pt idx="93563">
                  <c:v>0</c:v>
                </c:pt>
                <c:pt idx="93564">
                  <c:v>0</c:v>
                </c:pt>
                <c:pt idx="93565">
                  <c:v>0</c:v>
                </c:pt>
                <c:pt idx="93566">
                  <c:v>0</c:v>
                </c:pt>
                <c:pt idx="93567">
                  <c:v>0</c:v>
                </c:pt>
                <c:pt idx="93568">
                  <c:v>0</c:v>
                </c:pt>
                <c:pt idx="93569">
                  <c:v>0</c:v>
                </c:pt>
                <c:pt idx="93570">
                  <c:v>0</c:v>
                </c:pt>
                <c:pt idx="93571">
                  <c:v>0</c:v>
                </c:pt>
                <c:pt idx="93572">
                  <c:v>0</c:v>
                </c:pt>
                <c:pt idx="93573">
                  <c:v>0</c:v>
                </c:pt>
                <c:pt idx="93574">
                  <c:v>0</c:v>
                </c:pt>
                <c:pt idx="93575">
                  <c:v>0</c:v>
                </c:pt>
                <c:pt idx="93576">
                  <c:v>0</c:v>
                </c:pt>
                <c:pt idx="93577">
                  <c:v>0</c:v>
                </c:pt>
                <c:pt idx="93578">
                  <c:v>0</c:v>
                </c:pt>
                <c:pt idx="93579">
                  <c:v>0</c:v>
                </c:pt>
                <c:pt idx="93580">
                  <c:v>0</c:v>
                </c:pt>
                <c:pt idx="93581">
                  <c:v>0</c:v>
                </c:pt>
                <c:pt idx="93582">
                  <c:v>0</c:v>
                </c:pt>
                <c:pt idx="93583">
                  <c:v>0</c:v>
                </c:pt>
                <c:pt idx="93584">
                  <c:v>0</c:v>
                </c:pt>
                <c:pt idx="93585">
                  <c:v>0</c:v>
                </c:pt>
                <c:pt idx="93586">
                  <c:v>0</c:v>
                </c:pt>
                <c:pt idx="93587">
                  <c:v>0</c:v>
                </c:pt>
                <c:pt idx="93588">
                  <c:v>0</c:v>
                </c:pt>
                <c:pt idx="93589">
                  <c:v>0</c:v>
                </c:pt>
                <c:pt idx="93590">
                  <c:v>0</c:v>
                </c:pt>
                <c:pt idx="93591">
                  <c:v>0</c:v>
                </c:pt>
                <c:pt idx="93592">
                  <c:v>0</c:v>
                </c:pt>
                <c:pt idx="93593">
                  <c:v>0</c:v>
                </c:pt>
                <c:pt idx="93594">
                  <c:v>0</c:v>
                </c:pt>
                <c:pt idx="93595">
                  <c:v>0</c:v>
                </c:pt>
                <c:pt idx="93596">
                  <c:v>0</c:v>
                </c:pt>
                <c:pt idx="93597">
                  <c:v>0</c:v>
                </c:pt>
                <c:pt idx="93598">
                  <c:v>0</c:v>
                </c:pt>
                <c:pt idx="93599">
                  <c:v>0</c:v>
                </c:pt>
                <c:pt idx="93600">
                  <c:v>0</c:v>
                </c:pt>
                <c:pt idx="93601">
                  <c:v>0</c:v>
                </c:pt>
                <c:pt idx="93602">
                  <c:v>0</c:v>
                </c:pt>
                <c:pt idx="93603">
                  <c:v>0</c:v>
                </c:pt>
                <c:pt idx="93604">
                  <c:v>0</c:v>
                </c:pt>
                <c:pt idx="93605">
                  <c:v>0</c:v>
                </c:pt>
                <c:pt idx="93606">
                  <c:v>0</c:v>
                </c:pt>
                <c:pt idx="93607">
                  <c:v>0</c:v>
                </c:pt>
                <c:pt idx="93608">
                  <c:v>0</c:v>
                </c:pt>
                <c:pt idx="93609">
                  <c:v>0</c:v>
                </c:pt>
                <c:pt idx="93610">
                  <c:v>0</c:v>
                </c:pt>
                <c:pt idx="93611">
                  <c:v>0</c:v>
                </c:pt>
                <c:pt idx="93612">
                  <c:v>0</c:v>
                </c:pt>
                <c:pt idx="93613">
                  <c:v>0</c:v>
                </c:pt>
                <c:pt idx="93614">
                  <c:v>0</c:v>
                </c:pt>
                <c:pt idx="93615">
                  <c:v>0</c:v>
                </c:pt>
                <c:pt idx="93616">
                  <c:v>0</c:v>
                </c:pt>
                <c:pt idx="93617">
                  <c:v>0</c:v>
                </c:pt>
                <c:pt idx="93618">
                  <c:v>0</c:v>
                </c:pt>
                <c:pt idx="93619">
                  <c:v>0</c:v>
                </c:pt>
                <c:pt idx="93620">
                  <c:v>0</c:v>
                </c:pt>
                <c:pt idx="93621">
                  <c:v>0</c:v>
                </c:pt>
                <c:pt idx="93622">
                  <c:v>0</c:v>
                </c:pt>
                <c:pt idx="93623">
                  <c:v>0</c:v>
                </c:pt>
                <c:pt idx="93624">
                  <c:v>0</c:v>
                </c:pt>
                <c:pt idx="93625">
                  <c:v>0</c:v>
                </c:pt>
                <c:pt idx="93626">
                  <c:v>0</c:v>
                </c:pt>
                <c:pt idx="93627">
                  <c:v>0</c:v>
                </c:pt>
                <c:pt idx="93628">
                  <c:v>0</c:v>
                </c:pt>
                <c:pt idx="93629">
                  <c:v>0</c:v>
                </c:pt>
                <c:pt idx="93630">
                  <c:v>0</c:v>
                </c:pt>
                <c:pt idx="93631">
                  <c:v>0</c:v>
                </c:pt>
                <c:pt idx="93632">
                  <c:v>0</c:v>
                </c:pt>
                <c:pt idx="93633">
                  <c:v>0</c:v>
                </c:pt>
                <c:pt idx="93634">
                  <c:v>0</c:v>
                </c:pt>
                <c:pt idx="93635">
                  <c:v>0</c:v>
                </c:pt>
                <c:pt idx="93636">
                  <c:v>0</c:v>
                </c:pt>
                <c:pt idx="93637">
                  <c:v>0</c:v>
                </c:pt>
                <c:pt idx="93638">
                  <c:v>0</c:v>
                </c:pt>
                <c:pt idx="93639">
                  <c:v>0</c:v>
                </c:pt>
                <c:pt idx="93640">
                  <c:v>0</c:v>
                </c:pt>
                <c:pt idx="93641">
                  <c:v>0</c:v>
                </c:pt>
                <c:pt idx="93642">
                  <c:v>0</c:v>
                </c:pt>
                <c:pt idx="93643">
                  <c:v>0</c:v>
                </c:pt>
                <c:pt idx="93644">
                  <c:v>0</c:v>
                </c:pt>
                <c:pt idx="93645">
                  <c:v>0</c:v>
                </c:pt>
                <c:pt idx="93646">
                  <c:v>0</c:v>
                </c:pt>
                <c:pt idx="93647">
                  <c:v>0</c:v>
                </c:pt>
                <c:pt idx="93648">
                  <c:v>0</c:v>
                </c:pt>
                <c:pt idx="93649">
                  <c:v>0</c:v>
                </c:pt>
                <c:pt idx="93650">
                  <c:v>0</c:v>
                </c:pt>
                <c:pt idx="93651">
                  <c:v>0</c:v>
                </c:pt>
                <c:pt idx="93652">
                  <c:v>0</c:v>
                </c:pt>
                <c:pt idx="93653">
                  <c:v>0</c:v>
                </c:pt>
                <c:pt idx="93654">
                  <c:v>0</c:v>
                </c:pt>
                <c:pt idx="93655">
                  <c:v>0</c:v>
                </c:pt>
                <c:pt idx="93656">
                  <c:v>0</c:v>
                </c:pt>
                <c:pt idx="93657">
                  <c:v>0</c:v>
                </c:pt>
                <c:pt idx="93658">
                  <c:v>0</c:v>
                </c:pt>
                <c:pt idx="93659">
                  <c:v>0</c:v>
                </c:pt>
                <c:pt idx="93660">
                  <c:v>0</c:v>
                </c:pt>
                <c:pt idx="93661">
                  <c:v>0</c:v>
                </c:pt>
                <c:pt idx="93662">
                  <c:v>0</c:v>
                </c:pt>
                <c:pt idx="93663">
                  <c:v>0</c:v>
                </c:pt>
                <c:pt idx="93664">
                  <c:v>0</c:v>
                </c:pt>
                <c:pt idx="93665">
                  <c:v>0</c:v>
                </c:pt>
                <c:pt idx="93666">
                  <c:v>0</c:v>
                </c:pt>
                <c:pt idx="93667">
                  <c:v>0</c:v>
                </c:pt>
                <c:pt idx="93668">
                  <c:v>0</c:v>
                </c:pt>
                <c:pt idx="93669">
                  <c:v>0</c:v>
                </c:pt>
                <c:pt idx="93670">
                  <c:v>0</c:v>
                </c:pt>
                <c:pt idx="93671">
                  <c:v>0</c:v>
                </c:pt>
                <c:pt idx="93672">
                  <c:v>0</c:v>
                </c:pt>
                <c:pt idx="93673">
                  <c:v>0</c:v>
                </c:pt>
                <c:pt idx="93674">
                  <c:v>0</c:v>
                </c:pt>
                <c:pt idx="93675">
                  <c:v>0</c:v>
                </c:pt>
                <c:pt idx="93676">
                  <c:v>0</c:v>
                </c:pt>
                <c:pt idx="93677">
                  <c:v>0</c:v>
                </c:pt>
                <c:pt idx="93678">
                  <c:v>0</c:v>
                </c:pt>
                <c:pt idx="93679">
                  <c:v>0</c:v>
                </c:pt>
                <c:pt idx="93680">
                  <c:v>0</c:v>
                </c:pt>
                <c:pt idx="93681">
                  <c:v>0</c:v>
                </c:pt>
                <c:pt idx="93682">
                  <c:v>0</c:v>
                </c:pt>
                <c:pt idx="93683">
                  <c:v>0</c:v>
                </c:pt>
                <c:pt idx="93684">
                  <c:v>0</c:v>
                </c:pt>
                <c:pt idx="93685">
                  <c:v>0</c:v>
                </c:pt>
                <c:pt idx="93686">
                  <c:v>0</c:v>
                </c:pt>
                <c:pt idx="93687">
                  <c:v>0</c:v>
                </c:pt>
                <c:pt idx="93688">
                  <c:v>0</c:v>
                </c:pt>
                <c:pt idx="93689">
                  <c:v>0</c:v>
                </c:pt>
                <c:pt idx="93690">
                  <c:v>0</c:v>
                </c:pt>
                <c:pt idx="93691">
                  <c:v>0</c:v>
                </c:pt>
                <c:pt idx="93692">
                  <c:v>0</c:v>
                </c:pt>
                <c:pt idx="93693">
                  <c:v>0</c:v>
                </c:pt>
                <c:pt idx="93694">
                  <c:v>0</c:v>
                </c:pt>
                <c:pt idx="93695">
                  <c:v>0</c:v>
                </c:pt>
                <c:pt idx="93696">
                  <c:v>0</c:v>
                </c:pt>
                <c:pt idx="93697">
                  <c:v>0</c:v>
                </c:pt>
                <c:pt idx="93698">
                  <c:v>0</c:v>
                </c:pt>
                <c:pt idx="93699">
                  <c:v>0</c:v>
                </c:pt>
                <c:pt idx="93700">
                  <c:v>0</c:v>
                </c:pt>
                <c:pt idx="93701">
                  <c:v>0</c:v>
                </c:pt>
                <c:pt idx="93702">
                  <c:v>0</c:v>
                </c:pt>
                <c:pt idx="93703">
                  <c:v>0</c:v>
                </c:pt>
                <c:pt idx="93704">
                  <c:v>0</c:v>
                </c:pt>
                <c:pt idx="93705">
                  <c:v>0</c:v>
                </c:pt>
                <c:pt idx="93706">
                  <c:v>0</c:v>
                </c:pt>
                <c:pt idx="93707">
                  <c:v>0</c:v>
                </c:pt>
                <c:pt idx="93708">
                  <c:v>0</c:v>
                </c:pt>
                <c:pt idx="93709">
                  <c:v>0</c:v>
                </c:pt>
                <c:pt idx="93710">
                  <c:v>0</c:v>
                </c:pt>
                <c:pt idx="93711">
                  <c:v>0</c:v>
                </c:pt>
                <c:pt idx="93712">
                  <c:v>0</c:v>
                </c:pt>
                <c:pt idx="93713">
                  <c:v>0</c:v>
                </c:pt>
                <c:pt idx="93714">
                  <c:v>0</c:v>
                </c:pt>
                <c:pt idx="93715">
                  <c:v>0</c:v>
                </c:pt>
                <c:pt idx="93716">
                  <c:v>0</c:v>
                </c:pt>
                <c:pt idx="93717">
                  <c:v>0</c:v>
                </c:pt>
                <c:pt idx="93718">
                  <c:v>0</c:v>
                </c:pt>
                <c:pt idx="93719">
                  <c:v>0</c:v>
                </c:pt>
                <c:pt idx="93720">
                  <c:v>0</c:v>
                </c:pt>
                <c:pt idx="93721">
                  <c:v>0</c:v>
                </c:pt>
                <c:pt idx="93722">
                  <c:v>0</c:v>
                </c:pt>
                <c:pt idx="93723">
                  <c:v>0</c:v>
                </c:pt>
                <c:pt idx="93724">
                  <c:v>0</c:v>
                </c:pt>
                <c:pt idx="93725">
                  <c:v>0</c:v>
                </c:pt>
                <c:pt idx="93726">
                  <c:v>0</c:v>
                </c:pt>
                <c:pt idx="93727">
                  <c:v>0</c:v>
                </c:pt>
                <c:pt idx="93728">
                  <c:v>0</c:v>
                </c:pt>
                <c:pt idx="93729">
                  <c:v>0</c:v>
                </c:pt>
                <c:pt idx="93730">
                  <c:v>0</c:v>
                </c:pt>
                <c:pt idx="93731">
                  <c:v>0</c:v>
                </c:pt>
                <c:pt idx="93732">
                  <c:v>0</c:v>
                </c:pt>
                <c:pt idx="93733">
                  <c:v>0</c:v>
                </c:pt>
                <c:pt idx="93734">
                  <c:v>0</c:v>
                </c:pt>
                <c:pt idx="93735">
                  <c:v>0</c:v>
                </c:pt>
                <c:pt idx="93736">
                  <c:v>0</c:v>
                </c:pt>
                <c:pt idx="93737">
                  <c:v>0</c:v>
                </c:pt>
                <c:pt idx="93738">
                  <c:v>0</c:v>
                </c:pt>
                <c:pt idx="93739">
                  <c:v>0</c:v>
                </c:pt>
                <c:pt idx="93740">
                  <c:v>0</c:v>
                </c:pt>
                <c:pt idx="93741">
                  <c:v>0</c:v>
                </c:pt>
                <c:pt idx="93742">
                  <c:v>0</c:v>
                </c:pt>
                <c:pt idx="93743">
                  <c:v>0</c:v>
                </c:pt>
                <c:pt idx="93744">
                  <c:v>0</c:v>
                </c:pt>
                <c:pt idx="93745">
                  <c:v>0</c:v>
                </c:pt>
                <c:pt idx="93746">
                  <c:v>0</c:v>
                </c:pt>
                <c:pt idx="93747">
                  <c:v>0</c:v>
                </c:pt>
                <c:pt idx="93748">
                  <c:v>0</c:v>
                </c:pt>
                <c:pt idx="93749">
                  <c:v>0</c:v>
                </c:pt>
                <c:pt idx="93750">
                  <c:v>0</c:v>
                </c:pt>
                <c:pt idx="93751">
                  <c:v>0</c:v>
                </c:pt>
                <c:pt idx="93752">
                  <c:v>0</c:v>
                </c:pt>
                <c:pt idx="93753">
                  <c:v>0</c:v>
                </c:pt>
                <c:pt idx="93754">
                  <c:v>0</c:v>
                </c:pt>
                <c:pt idx="93755">
                  <c:v>0</c:v>
                </c:pt>
                <c:pt idx="93756">
                  <c:v>0</c:v>
                </c:pt>
                <c:pt idx="93757">
                  <c:v>0</c:v>
                </c:pt>
                <c:pt idx="93758">
                  <c:v>0</c:v>
                </c:pt>
                <c:pt idx="93759">
                  <c:v>0</c:v>
                </c:pt>
                <c:pt idx="93760">
                  <c:v>0</c:v>
                </c:pt>
                <c:pt idx="93761">
                  <c:v>0</c:v>
                </c:pt>
                <c:pt idx="93762">
                  <c:v>0</c:v>
                </c:pt>
                <c:pt idx="93763">
                  <c:v>0</c:v>
                </c:pt>
                <c:pt idx="93764">
                  <c:v>0</c:v>
                </c:pt>
                <c:pt idx="93765">
                  <c:v>0</c:v>
                </c:pt>
                <c:pt idx="93766">
                  <c:v>0</c:v>
                </c:pt>
                <c:pt idx="93767">
                  <c:v>0</c:v>
                </c:pt>
                <c:pt idx="93768">
                  <c:v>0</c:v>
                </c:pt>
                <c:pt idx="93769">
                  <c:v>0</c:v>
                </c:pt>
                <c:pt idx="93770">
                  <c:v>0</c:v>
                </c:pt>
                <c:pt idx="93771">
                  <c:v>0</c:v>
                </c:pt>
                <c:pt idx="93772">
                  <c:v>0</c:v>
                </c:pt>
                <c:pt idx="93773">
                  <c:v>0</c:v>
                </c:pt>
                <c:pt idx="93774">
                  <c:v>0</c:v>
                </c:pt>
                <c:pt idx="93775">
                  <c:v>0</c:v>
                </c:pt>
                <c:pt idx="93776">
                  <c:v>0</c:v>
                </c:pt>
                <c:pt idx="93777">
                  <c:v>0</c:v>
                </c:pt>
                <c:pt idx="93778">
                  <c:v>0</c:v>
                </c:pt>
                <c:pt idx="93779">
                  <c:v>0</c:v>
                </c:pt>
                <c:pt idx="93780">
                  <c:v>0</c:v>
                </c:pt>
                <c:pt idx="93781">
                  <c:v>0</c:v>
                </c:pt>
                <c:pt idx="93782">
                  <c:v>0</c:v>
                </c:pt>
                <c:pt idx="93783">
                  <c:v>0</c:v>
                </c:pt>
                <c:pt idx="93784">
                  <c:v>0</c:v>
                </c:pt>
                <c:pt idx="93785">
                  <c:v>0</c:v>
                </c:pt>
                <c:pt idx="93786">
                  <c:v>0</c:v>
                </c:pt>
                <c:pt idx="93787">
                  <c:v>0</c:v>
                </c:pt>
                <c:pt idx="93788">
                  <c:v>0</c:v>
                </c:pt>
                <c:pt idx="93789">
                  <c:v>0</c:v>
                </c:pt>
                <c:pt idx="93790">
                  <c:v>0</c:v>
                </c:pt>
                <c:pt idx="93791">
                  <c:v>0</c:v>
                </c:pt>
                <c:pt idx="93792">
                  <c:v>0</c:v>
                </c:pt>
                <c:pt idx="93793">
                  <c:v>0</c:v>
                </c:pt>
                <c:pt idx="93794">
                  <c:v>0</c:v>
                </c:pt>
                <c:pt idx="93795">
                  <c:v>0</c:v>
                </c:pt>
                <c:pt idx="93796">
                  <c:v>0</c:v>
                </c:pt>
                <c:pt idx="93797">
                  <c:v>0</c:v>
                </c:pt>
                <c:pt idx="93798">
                  <c:v>0</c:v>
                </c:pt>
                <c:pt idx="93799">
                  <c:v>0</c:v>
                </c:pt>
                <c:pt idx="93800">
                  <c:v>0</c:v>
                </c:pt>
                <c:pt idx="93801">
                  <c:v>0</c:v>
                </c:pt>
                <c:pt idx="93802">
                  <c:v>0</c:v>
                </c:pt>
                <c:pt idx="93803">
                  <c:v>0</c:v>
                </c:pt>
                <c:pt idx="93804">
                  <c:v>0</c:v>
                </c:pt>
                <c:pt idx="93805">
                  <c:v>0</c:v>
                </c:pt>
                <c:pt idx="93806">
                  <c:v>0</c:v>
                </c:pt>
                <c:pt idx="93807">
                  <c:v>0</c:v>
                </c:pt>
                <c:pt idx="93808">
                  <c:v>0</c:v>
                </c:pt>
                <c:pt idx="93809">
                  <c:v>0</c:v>
                </c:pt>
                <c:pt idx="93810">
                  <c:v>0</c:v>
                </c:pt>
                <c:pt idx="93811">
                  <c:v>0</c:v>
                </c:pt>
                <c:pt idx="93812">
                  <c:v>0</c:v>
                </c:pt>
                <c:pt idx="93813">
                  <c:v>0</c:v>
                </c:pt>
                <c:pt idx="93814">
                  <c:v>0</c:v>
                </c:pt>
                <c:pt idx="93815">
                  <c:v>0</c:v>
                </c:pt>
                <c:pt idx="93816">
                  <c:v>0</c:v>
                </c:pt>
                <c:pt idx="93817">
                  <c:v>0</c:v>
                </c:pt>
                <c:pt idx="93818">
                  <c:v>0</c:v>
                </c:pt>
                <c:pt idx="93819">
                  <c:v>0</c:v>
                </c:pt>
                <c:pt idx="93820">
                  <c:v>0</c:v>
                </c:pt>
                <c:pt idx="93821">
                  <c:v>0</c:v>
                </c:pt>
                <c:pt idx="93822">
                  <c:v>0</c:v>
                </c:pt>
                <c:pt idx="93823">
                  <c:v>0</c:v>
                </c:pt>
                <c:pt idx="93824">
                  <c:v>0</c:v>
                </c:pt>
                <c:pt idx="93825">
                  <c:v>0</c:v>
                </c:pt>
                <c:pt idx="93826">
                  <c:v>0</c:v>
                </c:pt>
                <c:pt idx="93827">
                  <c:v>0</c:v>
                </c:pt>
                <c:pt idx="93828">
                  <c:v>0</c:v>
                </c:pt>
                <c:pt idx="93829">
                  <c:v>0</c:v>
                </c:pt>
                <c:pt idx="93830">
                  <c:v>0</c:v>
                </c:pt>
                <c:pt idx="93831">
                  <c:v>0</c:v>
                </c:pt>
                <c:pt idx="93832">
                  <c:v>0</c:v>
                </c:pt>
                <c:pt idx="93833">
                  <c:v>0</c:v>
                </c:pt>
                <c:pt idx="93834">
                  <c:v>0</c:v>
                </c:pt>
                <c:pt idx="93835">
                  <c:v>0</c:v>
                </c:pt>
                <c:pt idx="93836">
                  <c:v>0</c:v>
                </c:pt>
                <c:pt idx="93837">
                  <c:v>0</c:v>
                </c:pt>
                <c:pt idx="93838">
                  <c:v>0</c:v>
                </c:pt>
                <c:pt idx="93839">
                  <c:v>0</c:v>
                </c:pt>
                <c:pt idx="93840">
                  <c:v>0</c:v>
                </c:pt>
                <c:pt idx="93841">
                  <c:v>0</c:v>
                </c:pt>
                <c:pt idx="93842">
                  <c:v>0</c:v>
                </c:pt>
                <c:pt idx="93843">
                  <c:v>0</c:v>
                </c:pt>
                <c:pt idx="93844">
                  <c:v>0</c:v>
                </c:pt>
                <c:pt idx="93845">
                  <c:v>0</c:v>
                </c:pt>
                <c:pt idx="93846">
                  <c:v>0</c:v>
                </c:pt>
                <c:pt idx="93847">
                  <c:v>0</c:v>
                </c:pt>
                <c:pt idx="93848">
                  <c:v>0</c:v>
                </c:pt>
                <c:pt idx="93849">
                  <c:v>0</c:v>
                </c:pt>
                <c:pt idx="93850">
                  <c:v>0</c:v>
                </c:pt>
                <c:pt idx="93851">
                  <c:v>0</c:v>
                </c:pt>
                <c:pt idx="93852">
                  <c:v>0</c:v>
                </c:pt>
                <c:pt idx="93853">
                  <c:v>0</c:v>
                </c:pt>
                <c:pt idx="93854">
                  <c:v>0</c:v>
                </c:pt>
                <c:pt idx="93855">
                  <c:v>0</c:v>
                </c:pt>
                <c:pt idx="93856">
                  <c:v>0</c:v>
                </c:pt>
                <c:pt idx="93857">
                  <c:v>0</c:v>
                </c:pt>
                <c:pt idx="93858">
                  <c:v>0</c:v>
                </c:pt>
                <c:pt idx="93859">
                  <c:v>0</c:v>
                </c:pt>
                <c:pt idx="93860">
                  <c:v>0</c:v>
                </c:pt>
                <c:pt idx="93861">
                  <c:v>0</c:v>
                </c:pt>
                <c:pt idx="93862">
                  <c:v>0</c:v>
                </c:pt>
                <c:pt idx="93863">
                  <c:v>0</c:v>
                </c:pt>
                <c:pt idx="93864">
                  <c:v>0</c:v>
                </c:pt>
                <c:pt idx="93865">
                  <c:v>0</c:v>
                </c:pt>
                <c:pt idx="93866">
                  <c:v>0</c:v>
                </c:pt>
                <c:pt idx="93867">
                  <c:v>0</c:v>
                </c:pt>
                <c:pt idx="93868">
                  <c:v>0</c:v>
                </c:pt>
                <c:pt idx="93869">
                  <c:v>0</c:v>
                </c:pt>
                <c:pt idx="93870">
                  <c:v>0</c:v>
                </c:pt>
                <c:pt idx="93871">
                  <c:v>0</c:v>
                </c:pt>
                <c:pt idx="93872">
                  <c:v>0</c:v>
                </c:pt>
                <c:pt idx="93873">
                  <c:v>0</c:v>
                </c:pt>
                <c:pt idx="93874">
                  <c:v>0</c:v>
                </c:pt>
                <c:pt idx="93875">
                  <c:v>0</c:v>
                </c:pt>
                <c:pt idx="93876">
                  <c:v>0</c:v>
                </c:pt>
                <c:pt idx="93877">
                  <c:v>0</c:v>
                </c:pt>
                <c:pt idx="93878">
                  <c:v>0</c:v>
                </c:pt>
                <c:pt idx="93879">
                  <c:v>0</c:v>
                </c:pt>
                <c:pt idx="93880">
                  <c:v>0</c:v>
                </c:pt>
                <c:pt idx="93881">
                  <c:v>0</c:v>
                </c:pt>
                <c:pt idx="93882">
                  <c:v>0</c:v>
                </c:pt>
                <c:pt idx="93883">
                  <c:v>0</c:v>
                </c:pt>
                <c:pt idx="93884">
                  <c:v>0</c:v>
                </c:pt>
                <c:pt idx="93885">
                  <c:v>0</c:v>
                </c:pt>
                <c:pt idx="93886">
                  <c:v>0</c:v>
                </c:pt>
                <c:pt idx="93887">
                  <c:v>0</c:v>
                </c:pt>
                <c:pt idx="93888">
                  <c:v>0</c:v>
                </c:pt>
                <c:pt idx="93889">
                  <c:v>0</c:v>
                </c:pt>
                <c:pt idx="93890">
                  <c:v>0</c:v>
                </c:pt>
                <c:pt idx="93891">
                  <c:v>0</c:v>
                </c:pt>
                <c:pt idx="93892">
                  <c:v>0</c:v>
                </c:pt>
                <c:pt idx="93893">
                  <c:v>0</c:v>
                </c:pt>
                <c:pt idx="93894">
                  <c:v>0</c:v>
                </c:pt>
                <c:pt idx="93895">
                  <c:v>0</c:v>
                </c:pt>
                <c:pt idx="93896">
                  <c:v>0</c:v>
                </c:pt>
                <c:pt idx="93897">
                  <c:v>0</c:v>
                </c:pt>
                <c:pt idx="93898">
                  <c:v>0</c:v>
                </c:pt>
                <c:pt idx="93899">
                  <c:v>0</c:v>
                </c:pt>
                <c:pt idx="93900">
                  <c:v>0</c:v>
                </c:pt>
                <c:pt idx="93901">
                  <c:v>0</c:v>
                </c:pt>
                <c:pt idx="93902">
                  <c:v>0</c:v>
                </c:pt>
                <c:pt idx="93903">
                  <c:v>0</c:v>
                </c:pt>
                <c:pt idx="93904">
                  <c:v>0</c:v>
                </c:pt>
                <c:pt idx="93905">
                  <c:v>0</c:v>
                </c:pt>
                <c:pt idx="93906">
                  <c:v>0</c:v>
                </c:pt>
                <c:pt idx="93907">
                  <c:v>0</c:v>
                </c:pt>
                <c:pt idx="93908">
                  <c:v>0</c:v>
                </c:pt>
                <c:pt idx="93909">
                  <c:v>0</c:v>
                </c:pt>
                <c:pt idx="93910">
                  <c:v>0</c:v>
                </c:pt>
                <c:pt idx="93911">
                  <c:v>0</c:v>
                </c:pt>
                <c:pt idx="93912">
                  <c:v>0</c:v>
                </c:pt>
                <c:pt idx="93913">
                  <c:v>0</c:v>
                </c:pt>
                <c:pt idx="93914">
                  <c:v>0</c:v>
                </c:pt>
                <c:pt idx="93915">
                  <c:v>0</c:v>
                </c:pt>
                <c:pt idx="93916">
                  <c:v>0</c:v>
                </c:pt>
                <c:pt idx="93917">
                  <c:v>0</c:v>
                </c:pt>
                <c:pt idx="93918">
                  <c:v>0</c:v>
                </c:pt>
                <c:pt idx="93919">
                  <c:v>0</c:v>
                </c:pt>
                <c:pt idx="93920">
                  <c:v>0</c:v>
                </c:pt>
                <c:pt idx="93921">
                  <c:v>0</c:v>
                </c:pt>
                <c:pt idx="93922">
                  <c:v>0</c:v>
                </c:pt>
                <c:pt idx="93923">
                  <c:v>0</c:v>
                </c:pt>
                <c:pt idx="93924">
                  <c:v>0</c:v>
                </c:pt>
                <c:pt idx="93925">
                  <c:v>0</c:v>
                </c:pt>
                <c:pt idx="93926">
                  <c:v>0</c:v>
                </c:pt>
                <c:pt idx="93927">
                  <c:v>0</c:v>
                </c:pt>
                <c:pt idx="93928">
                  <c:v>0</c:v>
                </c:pt>
                <c:pt idx="93929">
                  <c:v>0</c:v>
                </c:pt>
                <c:pt idx="93930">
                  <c:v>0</c:v>
                </c:pt>
                <c:pt idx="93931">
                  <c:v>0</c:v>
                </c:pt>
                <c:pt idx="93932">
                  <c:v>0</c:v>
                </c:pt>
                <c:pt idx="93933">
                  <c:v>0</c:v>
                </c:pt>
                <c:pt idx="93934">
                  <c:v>0</c:v>
                </c:pt>
                <c:pt idx="93935">
                  <c:v>0</c:v>
                </c:pt>
                <c:pt idx="93936">
                  <c:v>0</c:v>
                </c:pt>
                <c:pt idx="93937">
                  <c:v>0</c:v>
                </c:pt>
                <c:pt idx="93938">
                  <c:v>0</c:v>
                </c:pt>
                <c:pt idx="93939">
                  <c:v>0</c:v>
                </c:pt>
                <c:pt idx="93940">
                  <c:v>0</c:v>
                </c:pt>
                <c:pt idx="93941">
                  <c:v>0</c:v>
                </c:pt>
                <c:pt idx="93942">
                  <c:v>0</c:v>
                </c:pt>
                <c:pt idx="93943">
                  <c:v>0</c:v>
                </c:pt>
                <c:pt idx="93944">
                  <c:v>0</c:v>
                </c:pt>
                <c:pt idx="93945">
                  <c:v>0</c:v>
                </c:pt>
                <c:pt idx="93946">
                  <c:v>0</c:v>
                </c:pt>
                <c:pt idx="93947">
                  <c:v>0</c:v>
                </c:pt>
                <c:pt idx="93948">
                  <c:v>0</c:v>
                </c:pt>
                <c:pt idx="93949">
                  <c:v>0</c:v>
                </c:pt>
                <c:pt idx="93950">
                  <c:v>0</c:v>
                </c:pt>
                <c:pt idx="93951">
                  <c:v>0</c:v>
                </c:pt>
                <c:pt idx="93952">
                  <c:v>0</c:v>
                </c:pt>
                <c:pt idx="93953">
                  <c:v>0</c:v>
                </c:pt>
                <c:pt idx="93954">
                  <c:v>0</c:v>
                </c:pt>
                <c:pt idx="93955">
                  <c:v>0</c:v>
                </c:pt>
                <c:pt idx="93956">
                  <c:v>0</c:v>
                </c:pt>
                <c:pt idx="93957">
                  <c:v>0</c:v>
                </c:pt>
                <c:pt idx="93958">
                  <c:v>0</c:v>
                </c:pt>
                <c:pt idx="93959">
                  <c:v>0</c:v>
                </c:pt>
                <c:pt idx="93960">
                  <c:v>0</c:v>
                </c:pt>
                <c:pt idx="93961">
                  <c:v>0</c:v>
                </c:pt>
                <c:pt idx="93962">
                  <c:v>0</c:v>
                </c:pt>
                <c:pt idx="93963">
                  <c:v>0</c:v>
                </c:pt>
                <c:pt idx="93964">
                  <c:v>0</c:v>
                </c:pt>
                <c:pt idx="93965">
                  <c:v>0</c:v>
                </c:pt>
                <c:pt idx="93966">
                  <c:v>0</c:v>
                </c:pt>
                <c:pt idx="93967">
                  <c:v>0</c:v>
                </c:pt>
                <c:pt idx="93968">
                  <c:v>0</c:v>
                </c:pt>
                <c:pt idx="93969">
                  <c:v>0</c:v>
                </c:pt>
                <c:pt idx="93970">
                  <c:v>0</c:v>
                </c:pt>
                <c:pt idx="93971">
                  <c:v>0</c:v>
                </c:pt>
                <c:pt idx="93972">
                  <c:v>0</c:v>
                </c:pt>
                <c:pt idx="93973">
                  <c:v>0</c:v>
                </c:pt>
                <c:pt idx="93974">
                  <c:v>0</c:v>
                </c:pt>
                <c:pt idx="93975">
                  <c:v>0</c:v>
                </c:pt>
                <c:pt idx="93976">
                  <c:v>0</c:v>
                </c:pt>
                <c:pt idx="93977">
                  <c:v>0</c:v>
                </c:pt>
                <c:pt idx="93978">
                  <c:v>0</c:v>
                </c:pt>
                <c:pt idx="93979">
                  <c:v>0</c:v>
                </c:pt>
                <c:pt idx="93980">
                  <c:v>0</c:v>
                </c:pt>
                <c:pt idx="93981">
                  <c:v>0</c:v>
                </c:pt>
                <c:pt idx="93982">
                  <c:v>0</c:v>
                </c:pt>
                <c:pt idx="93983">
                  <c:v>0</c:v>
                </c:pt>
                <c:pt idx="93984">
                  <c:v>0</c:v>
                </c:pt>
                <c:pt idx="93985">
                  <c:v>0</c:v>
                </c:pt>
                <c:pt idx="93986">
                  <c:v>0</c:v>
                </c:pt>
                <c:pt idx="93987">
                  <c:v>0</c:v>
                </c:pt>
                <c:pt idx="93988">
                  <c:v>0</c:v>
                </c:pt>
                <c:pt idx="93989">
                  <c:v>0</c:v>
                </c:pt>
                <c:pt idx="93990">
                  <c:v>0</c:v>
                </c:pt>
                <c:pt idx="93991">
                  <c:v>0</c:v>
                </c:pt>
                <c:pt idx="93992">
                  <c:v>0</c:v>
                </c:pt>
                <c:pt idx="93993">
                  <c:v>0</c:v>
                </c:pt>
                <c:pt idx="93994">
                  <c:v>0</c:v>
                </c:pt>
                <c:pt idx="93995">
                  <c:v>0</c:v>
                </c:pt>
                <c:pt idx="93996">
                  <c:v>0</c:v>
                </c:pt>
                <c:pt idx="93997">
                  <c:v>0</c:v>
                </c:pt>
                <c:pt idx="93998">
                  <c:v>0</c:v>
                </c:pt>
                <c:pt idx="93999">
                  <c:v>0</c:v>
                </c:pt>
                <c:pt idx="94000">
                  <c:v>0</c:v>
                </c:pt>
                <c:pt idx="94001">
                  <c:v>0</c:v>
                </c:pt>
                <c:pt idx="94002">
                  <c:v>0</c:v>
                </c:pt>
                <c:pt idx="94003">
                  <c:v>0</c:v>
                </c:pt>
                <c:pt idx="94004">
                  <c:v>0</c:v>
                </c:pt>
                <c:pt idx="94005">
                  <c:v>0</c:v>
                </c:pt>
                <c:pt idx="94006">
                  <c:v>0</c:v>
                </c:pt>
                <c:pt idx="94007">
                  <c:v>0</c:v>
                </c:pt>
                <c:pt idx="94008">
                  <c:v>0</c:v>
                </c:pt>
                <c:pt idx="94009">
                  <c:v>0</c:v>
                </c:pt>
                <c:pt idx="94010">
                  <c:v>0</c:v>
                </c:pt>
                <c:pt idx="94011">
                  <c:v>0</c:v>
                </c:pt>
                <c:pt idx="94012">
                  <c:v>0</c:v>
                </c:pt>
                <c:pt idx="94013">
                  <c:v>0</c:v>
                </c:pt>
                <c:pt idx="94014">
                  <c:v>0</c:v>
                </c:pt>
                <c:pt idx="94015">
                  <c:v>0</c:v>
                </c:pt>
                <c:pt idx="94016">
                  <c:v>0</c:v>
                </c:pt>
                <c:pt idx="94017">
                  <c:v>0</c:v>
                </c:pt>
                <c:pt idx="94018">
                  <c:v>0</c:v>
                </c:pt>
                <c:pt idx="94019">
                  <c:v>0</c:v>
                </c:pt>
                <c:pt idx="94020">
                  <c:v>0</c:v>
                </c:pt>
                <c:pt idx="94021">
                  <c:v>0</c:v>
                </c:pt>
                <c:pt idx="94022">
                  <c:v>0</c:v>
                </c:pt>
                <c:pt idx="94023">
                  <c:v>0</c:v>
                </c:pt>
                <c:pt idx="94024">
                  <c:v>0</c:v>
                </c:pt>
                <c:pt idx="94025">
                  <c:v>0</c:v>
                </c:pt>
                <c:pt idx="94026">
                  <c:v>0</c:v>
                </c:pt>
                <c:pt idx="94027">
                  <c:v>0</c:v>
                </c:pt>
                <c:pt idx="94028">
                  <c:v>0</c:v>
                </c:pt>
                <c:pt idx="94029">
                  <c:v>0</c:v>
                </c:pt>
                <c:pt idx="94030">
                  <c:v>0</c:v>
                </c:pt>
                <c:pt idx="94031">
                  <c:v>0</c:v>
                </c:pt>
                <c:pt idx="94032">
                  <c:v>0</c:v>
                </c:pt>
                <c:pt idx="94033">
                  <c:v>0</c:v>
                </c:pt>
                <c:pt idx="94034">
                  <c:v>0</c:v>
                </c:pt>
                <c:pt idx="94035">
                  <c:v>0</c:v>
                </c:pt>
                <c:pt idx="94036">
                  <c:v>0</c:v>
                </c:pt>
                <c:pt idx="94037">
                  <c:v>0</c:v>
                </c:pt>
                <c:pt idx="94038">
                  <c:v>0</c:v>
                </c:pt>
                <c:pt idx="94039">
                  <c:v>0</c:v>
                </c:pt>
                <c:pt idx="94040">
                  <c:v>0</c:v>
                </c:pt>
                <c:pt idx="94041">
                  <c:v>0</c:v>
                </c:pt>
                <c:pt idx="94042">
                  <c:v>0</c:v>
                </c:pt>
                <c:pt idx="94043">
                  <c:v>0</c:v>
                </c:pt>
                <c:pt idx="94044">
                  <c:v>0</c:v>
                </c:pt>
                <c:pt idx="94045">
                  <c:v>0</c:v>
                </c:pt>
                <c:pt idx="94046">
                  <c:v>0</c:v>
                </c:pt>
                <c:pt idx="94047">
                  <c:v>0</c:v>
                </c:pt>
                <c:pt idx="94048">
                  <c:v>0</c:v>
                </c:pt>
                <c:pt idx="94049">
                  <c:v>0</c:v>
                </c:pt>
                <c:pt idx="94050">
                  <c:v>0</c:v>
                </c:pt>
                <c:pt idx="94051">
                  <c:v>0</c:v>
                </c:pt>
                <c:pt idx="94052">
                  <c:v>0</c:v>
                </c:pt>
                <c:pt idx="94053">
                  <c:v>0</c:v>
                </c:pt>
                <c:pt idx="94054">
                  <c:v>0</c:v>
                </c:pt>
                <c:pt idx="94055">
                  <c:v>0</c:v>
                </c:pt>
                <c:pt idx="94056">
                  <c:v>0</c:v>
                </c:pt>
                <c:pt idx="94057">
                  <c:v>0</c:v>
                </c:pt>
                <c:pt idx="94058">
                  <c:v>0</c:v>
                </c:pt>
                <c:pt idx="94059">
                  <c:v>0</c:v>
                </c:pt>
                <c:pt idx="94060">
                  <c:v>0</c:v>
                </c:pt>
                <c:pt idx="94061">
                  <c:v>0</c:v>
                </c:pt>
                <c:pt idx="94062">
                  <c:v>0</c:v>
                </c:pt>
                <c:pt idx="94063">
                  <c:v>0</c:v>
                </c:pt>
                <c:pt idx="94064">
                  <c:v>0</c:v>
                </c:pt>
                <c:pt idx="94065">
                  <c:v>0</c:v>
                </c:pt>
                <c:pt idx="94066">
                  <c:v>0</c:v>
                </c:pt>
                <c:pt idx="94067">
                  <c:v>0</c:v>
                </c:pt>
                <c:pt idx="94068">
                  <c:v>0</c:v>
                </c:pt>
                <c:pt idx="94069">
                  <c:v>0</c:v>
                </c:pt>
                <c:pt idx="94070">
                  <c:v>0</c:v>
                </c:pt>
                <c:pt idx="94071">
                  <c:v>0</c:v>
                </c:pt>
                <c:pt idx="94072">
                  <c:v>0</c:v>
                </c:pt>
                <c:pt idx="94073">
                  <c:v>0</c:v>
                </c:pt>
                <c:pt idx="94074">
                  <c:v>0</c:v>
                </c:pt>
                <c:pt idx="94075">
                  <c:v>0</c:v>
                </c:pt>
                <c:pt idx="94076">
                  <c:v>0</c:v>
                </c:pt>
                <c:pt idx="94077">
                  <c:v>0</c:v>
                </c:pt>
                <c:pt idx="94078">
                  <c:v>0</c:v>
                </c:pt>
                <c:pt idx="94079">
                  <c:v>0</c:v>
                </c:pt>
                <c:pt idx="94080">
                  <c:v>0</c:v>
                </c:pt>
                <c:pt idx="94081">
                  <c:v>0</c:v>
                </c:pt>
                <c:pt idx="94082">
                  <c:v>0</c:v>
                </c:pt>
                <c:pt idx="94083">
                  <c:v>0</c:v>
                </c:pt>
                <c:pt idx="94084">
                  <c:v>0</c:v>
                </c:pt>
                <c:pt idx="94085">
                  <c:v>0</c:v>
                </c:pt>
                <c:pt idx="94086">
                  <c:v>0</c:v>
                </c:pt>
                <c:pt idx="94087">
                  <c:v>0</c:v>
                </c:pt>
                <c:pt idx="94088">
                  <c:v>0</c:v>
                </c:pt>
                <c:pt idx="94089">
                  <c:v>0</c:v>
                </c:pt>
                <c:pt idx="94090">
                  <c:v>0</c:v>
                </c:pt>
                <c:pt idx="94091">
                  <c:v>0</c:v>
                </c:pt>
                <c:pt idx="94092">
                  <c:v>0</c:v>
                </c:pt>
                <c:pt idx="94093">
                  <c:v>0</c:v>
                </c:pt>
                <c:pt idx="94094">
                  <c:v>0</c:v>
                </c:pt>
                <c:pt idx="94095">
                  <c:v>0</c:v>
                </c:pt>
                <c:pt idx="94096">
                  <c:v>0</c:v>
                </c:pt>
                <c:pt idx="94097">
                  <c:v>0</c:v>
                </c:pt>
                <c:pt idx="94098">
                  <c:v>0</c:v>
                </c:pt>
                <c:pt idx="94099">
                  <c:v>0</c:v>
                </c:pt>
                <c:pt idx="94100">
                  <c:v>0</c:v>
                </c:pt>
                <c:pt idx="94101">
                  <c:v>0</c:v>
                </c:pt>
                <c:pt idx="94102">
                  <c:v>0</c:v>
                </c:pt>
                <c:pt idx="94103">
                  <c:v>0</c:v>
                </c:pt>
                <c:pt idx="94104">
                  <c:v>0</c:v>
                </c:pt>
                <c:pt idx="94105">
                  <c:v>0</c:v>
                </c:pt>
                <c:pt idx="94106">
                  <c:v>0</c:v>
                </c:pt>
                <c:pt idx="94107">
                  <c:v>0</c:v>
                </c:pt>
                <c:pt idx="94108">
                  <c:v>0</c:v>
                </c:pt>
                <c:pt idx="94109">
                  <c:v>0</c:v>
                </c:pt>
                <c:pt idx="94110">
                  <c:v>0</c:v>
                </c:pt>
                <c:pt idx="94111">
                  <c:v>0</c:v>
                </c:pt>
                <c:pt idx="94112">
                  <c:v>0</c:v>
                </c:pt>
                <c:pt idx="94113">
                  <c:v>0</c:v>
                </c:pt>
                <c:pt idx="94114">
                  <c:v>0</c:v>
                </c:pt>
                <c:pt idx="94115">
                  <c:v>0</c:v>
                </c:pt>
                <c:pt idx="94116">
                  <c:v>0</c:v>
                </c:pt>
                <c:pt idx="94117">
                  <c:v>0</c:v>
                </c:pt>
                <c:pt idx="94118">
                  <c:v>0</c:v>
                </c:pt>
                <c:pt idx="94119">
                  <c:v>0</c:v>
                </c:pt>
                <c:pt idx="94120">
                  <c:v>0</c:v>
                </c:pt>
                <c:pt idx="94121">
                  <c:v>0</c:v>
                </c:pt>
                <c:pt idx="94122">
                  <c:v>0</c:v>
                </c:pt>
                <c:pt idx="94123">
                  <c:v>0</c:v>
                </c:pt>
                <c:pt idx="94124">
                  <c:v>0</c:v>
                </c:pt>
                <c:pt idx="94125">
                  <c:v>0</c:v>
                </c:pt>
                <c:pt idx="94126">
                  <c:v>0</c:v>
                </c:pt>
                <c:pt idx="94127">
                  <c:v>0</c:v>
                </c:pt>
                <c:pt idx="94128">
                  <c:v>0</c:v>
                </c:pt>
                <c:pt idx="94129">
                  <c:v>0</c:v>
                </c:pt>
                <c:pt idx="94130">
                  <c:v>0</c:v>
                </c:pt>
                <c:pt idx="94131">
                  <c:v>0</c:v>
                </c:pt>
                <c:pt idx="94132">
                  <c:v>0</c:v>
                </c:pt>
                <c:pt idx="94133">
                  <c:v>0</c:v>
                </c:pt>
                <c:pt idx="94134">
                  <c:v>0</c:v>
                </c:pt>
                <c:pt idx="94135">
                  <c:v>0</c:v>
                </c:pt>
                <c:pt idx="94136">
                  <c:v>0</c:v>
                </c:pt>
                <c:pt idx="94137">
                  <c:v>0</c:v>
                </c:pt>
                <c:pt idx="94138">
                  <c:v>0</c:v>
                </c:pt>
                <c:pt idx="94139">
                  <c:v>0</c:v>
                </c:pt>
                <c:pt idx="94140">
                  <c:v>0</c:v>
                </c:pt>
                <c:pt idx="94141">
                  <c:v>0</c:v>
                </c:pt>
                <c:pt idx="94142">
                  <c:v>0</c:v>
                </c:pt>
                <c:pt idx="94143">
                  <c:v>0</c:v>
                </c:pt>
                <c:pt idx="94144">
                  <c:v>0</c:v>
                </c:pt>
                <c:pt idx="94145">
                  <c:v>0</c:v>
                </c:pt>
                <c:pt idx="94146">
                  <c:v>0</c:v>
                </c:pt>
                <c:pt idx="94147">
                  <c:v>0</c:v>
                </c:pt>
                <c:pt idx="94148">
                  <c:v>0</c:v>
                </c:pt>
                <c:pt idx="94149">
                  <c:v>0</c:v>
                </c:pt>
                <c:pt idx="94150">
                  <c:v>0</c:v>
                </c:pt>
                <c:pt idx="94151">
                  <c:v>0</c:v>
                </c:pt>
                <c:pt idx="94152">
                  <c:v>0</c:v>
                </c:pt>
                <c:pt idx="94153">
                  <c:v>0</c:v>
                </c:pt>
                <c:pt idx="94154">
                  <c:v>0</c:v>
                </c:pt>
                <c:pt idx="94155">
                  <c:v>0</c:v>
                </c:pt>
                <c:pt idx="94156">
                  <c:v>0</c:v>
                </c:pt>
                <c:pt idx="94157">
                  <c:v>0</c:v>
                </c:pt>
                <c:pt idx="94158">
                  <c:v>0</c:v>
                </c:pt>
                <c:pt idx="94159">
                  <c:v>0</c:v>
                </c:pt>
                <c:pt idx="94160">
                  <c:v>0</c:v>
                </c:pt>
                <c:pt idx="94161">
                  <c:v>0</c:v>
                </c:pt>
                <c:pt idx="94162">
                  <c:v>0</c:v>
                </c:pt>
                <c:pt idx="94163">
                  <c:v>0</c:v>
                </c:pt>
                <c:pt idx="94164">
                  <c:v>0</c:v>
                </c:pt>
                <c:pt idx="94165">
                  <c:v>0</c:v>
                </c:pt>
                <c:pt idx="94166">
                  <c:v>0</c:v>
                </c:pt>
                <c:pt idx="94167">
                  <c:v>0</c:v>
                </c:pt>
                <c:pt idx="94168">
                  <c:v>0</c:v>
                </c:pt>
                <c:pt idx="94169">
                  <c:v>0</c:v>
                </c:pt>
                <c:pt idx="94170">
                  <c:v>0</c:v>
                </c:pt>
                <c:pt idx="94171">
                  <c:v>0</c:v>
                </c:pt>
                <c:pt idx="94172">
                  <c:v>0</c:v>
                </c:pt>
                <c:pt idx="94173">
                  <c:v>0</c:v>
                </c:pt>
                <c:pt idx="94174">
                  <c:v>0</c:v>
                </c:pt>
                <c:pt idx="94175">
                  <c:v>0</c:v>
                </c:pt>
                <c:pt idx="94176">
                  <c:v>0</c:v>
                </c:pt>
                <c:pt idx="94177">
                  <c:v>0</c:v>
                </c:pt>
                <c:pt idx="94178">
                  <c:v>0</c:v>
                </c:pt>
                <c:pt idx="94179">
                  <c:v>0</c:v>
                </c:pt>
                <c:pt idx="94180">
                  <c:v>0</c:v>
                </c:pt>
                <c:pt idx="94181">
                  <c:v>0</c:v>
                </c:pt>
                <c:pt idx="94182">
                  <c:v>0</c:v>
                </c:pt>
                <c:pt idx="94183">
                  <c:v>0</c:v>
                </c:pt>
                <c:pt idx="94184">
                  <c:v>0</c:v>
                </c:pt>
                <c:pt idx="94185">
                  <c:v>0</c:v>
                </c:pt>
                <c:pt idx="94186">
                  <c:v>0</c:v>
                </c:pt>
                <c:pt idx="94187">
                  <c:v>0</c:v>
                </c:pt>
                <c:pt idx="94188">
                  <c:v>0</c:v>
                </c:pt>
                <c:pt idx="94189">
                  <c:v>0</c:v>
                </c:pt>
                <c:pt idx="94190">
                  <c:v>0</c:v>
                </c:pt>
                <c:pt idx="94191">
                  <c:v>0</c:v>
                </c:pt>
                <c:pt idx="94192">
                  <c:v>0</c:v>
                </c:pt>
                <c:pt idx="94193">
                  <c:v>0</c:v>
                </c:pt>
                <c:pt idx="94194">
                  <c:v>0</c:v>
                </c:pt>
                <c:pt idx="94195">
                  <c:v>0</c:v>
                </c:pt>
                <c:pt idx="94196">
                  <c:v>0</c:v>
                </c:pt>
                <c:pt idx="94197">
                  <c:v>0</c:v>
                </c:pt>
                <c:pt idx="94198">
                  <c:v>0</c:v>
                </c:pt>
                <c:pt idx="94199">
                  <c:v>0</c:v>
                </c:pt>
                <c:pt idx="94200">
                  <c:v>0</c:v>
                </c:pt>
                <c:pt idx="94201">
                  <c:v>0</c:v>
                </c:pt>
                <c:pt idx="94202">
                  <c:v>0</c:v>
                </c:pt>
                <c:pt idx="94203">
                  <c:v>0</c:v>
                </c:pt>
                <c:pt idx="94204">
                  <c:v>0</c:v>
                </c:pt>
                <c:pt idx="94205">
                  <c:v>0</c:v>
                </c:pt>
                <c:pt idx="94206">
                  <c:v>0</c:v>
                </c:pt>
                <c:pt idx="94207">
                  <c:v>0</c:v>
                </c:pt>
                <c:pt idx="94208">
                  <c:v>0</c:v>
                </c:pt>
                <c:pt idx="94209">
                  <c:v>0</c:v>
                </c:pt>
                <c:pt idx="94210">
                  <c:v>0</c:v>
                </c:pt>
                <c:pt idx="94211">
                  <c:v>0</c:v>
                </c:pt>
                <c:pt idx="94212">
                  <c:v>0</c:v>
                </c:pt>
                <c:pt idx="94213">
                  <c:v>0</c:v>
                </c:pt>
                <c:pt idx="94214">
                  <c:v>0</c:v>
                </c:pt>
                <c:pt idx="94215">
                  <c:v>0</c:v>
                </c:pt>
                <c:pt idx="94216">
                  <c:v>0</c:v>
                </c:pt>
                <c:pt idx="94217">
                  <c:v>0</c:v>
                </c:pt>
                <c:pt idx="94218">
                  <c:v>0</c:v>
                </c:pt>
                <c:pt idx="94219">
                  <c:v>0</c:v>
                </c:pt>
                <c:pt idx="94220">
                  <c:v>0</c:v>
                </c:pt>
                <c:pt idx="94221">
                  <c:v>0</c:v>
                </c:pt>
                <c:pt idx="94222">
                  <c:v>0</c:v>
                </c:pt>
                <c:pt idx="94223">
                  <c:v>0</c:v>
                </c:pt>
                <c:pt idx="94224">
                  <c:v>0</c:v>
                </c:pt>
                <c:pt idx="94225">
                  <c:v>0</c:v>
                </c:pt>
                <c:pt idx="94226">
                  <c:v>0</c:v>
                </c:pt>
                <c:pt idx="94227">
                  <c:v>0</c:v>
                </c:pt>
                <c:pt idx="94228">
                  <c:v>0</c:v>
                </c:pt>
                <c:pt idx="94229">
                  <c:v>0</c:v>
                </c:pt>
                <c:pt idx="94230">
                  <c:v>0</c:v>
                </c:pt>
                <c:pt idx="94231">
                  <c:v>0</c:v>
                </c:pt>
                <c:pt idx="94232">
                  <c:v>0</c:v>
                </c:pt>
                <c:pt idx="94233">
                  <c:v>0</c:v>
                </c:pt>
                <c:pt idx="94234">
                  <c:v>0</c:v>
                </c:pt>
                <c:pt idx="94235">
                  <c:v>0</c:v>
                </c:pt>
                <c:pt idx="94236">
                  <c:v>0</c:v>
                </c:pt>
                <c:pt idx="94237">
                  <c:v>0</c:v>
                </c:pt>
                <c:pt idx="94238">
                  <c:v>0</c:v>
                </c:pt>
                <c:pt idx="94239">
                  <c:v>0</c:v>
                </c:pt>
                <c:pt idx="94240">
                  <c:v>0</c:v>
                </c:pt>
                <c:pt idx="94241">
                  <c:v>0</c:v>
                </c:pt>
                <c:pt idx="94242">
                  <c:v>0</c:v>
                </c:pt>
                <c:pt idx="94243">
                  <c:v>0</c:v>
                </c:pt>
                <c:pt idx="94244">
                  <c:v>0</c:v>
                </c:pt>
                <c:pt idx="94245">
                  <c:v>0</c:v>
                </c:pt>
                <c:pt idx="94246">
                  <c:v>0</c:v>
                </c:pt>
                <c:pt idx="94247">
                  <c:v>0</c:v>
                </c:pt>
                <c:pt idx="94248">
                  <c:v>0</c:v>
                </c:pt>
                <c:pt idx="94249">
                  <c:v>0</c:v>
                </c:pt>
                <c:pt idx="94250">
                  <c:v>0</c:v>
                </c:pt>
                <c:pt idx="94251">
                  <c:v>0</c:v>
                </c:pt>
                <c:pt idx="94252">
                  <c:v>0</c:v>
                </c:pt>
                <c:pt idx="94253">
                  <c:v>0</c:v>
                </c:pt>
                <c:pt idx="94254">
                  <c:v>0</c:v>
                </c:pt>
                <c:pt idx="94255">
                  <c:v>0</c:v>
                </c:pt>
                <c:pt idx="94256">
                  <c:v>0</c:v>
                </c:pt>
                <c:pt idx="94257">
                  <c:v>0</c:v>
                </c:pt>
                <c:pt idx="94258">
                  <c:v>0</c:v>
                </c:pt>
                <c:pt idx="94259">
                  <c:v>0</c:v>
                </c:pt>
                <c:pt idx="94260">
                  <c:v>0</c:v>
                </c:pt>
                <c:pt idx="94261">
                  <c:v>0</c:v>
                </c:pt>
                <c:pt idx="94262">
                  <c:v>0</c:v>
                </c:pt>
                <c:pt idx="94263">
                  <c:v>0</c:v>
                </c:pt>
                <c:pt idx="94264">
                  <c:v>0</c:v>
                </c:pt>
                <c:pt idx="94265">
                  <c:v>0</c:v>
                </c:pt>
                <c:pt idx="94266">
                  <c:v>0</c:v>
                </c:pt>
                <c:pt idx="94267">
                  <c:v>0</c:v>
                </c:pt>
                <c:pt idx="94268">
                  <c:v>0</c:v>
                </c:pt>
                <c:pt idx="94269">
                  <c:v>0</c:v>
                </c:pt>
                <c:pt idx="94270">
                  <c:v>0</c:v>
                </c:pt>
                <c:pt idx="94271">
                  <c:v>0</c:v>
                </c:pt>
                <c:pt idx="94272">
                  <c:v>0</c:v>
                </c:pt>
                <c:pt idx="94273">
                  <c:v>0</c:v>
                </c:pt>
                <c:pt idx="94274">
                  <c:v>0</c:v>
                </c:pt>
                <c:pt idx="94275">
                  <c:v>0</c:v>
                </c:pt>
                <c:pt idx="94276">
                  <c:v>0</c:v>
                </c:pt>
                <c:pt idx="94277">
                  <c:v>0</c:v>
                </c:pt>
                <c:pt idx="94278">
                  <c:v>0</c:v>
                </c:pt>
                <c:pt idx="94279">
                  <c:v>0</c:v>
                </c:pt>
                <c:pt idx="94280">
                  <c:v>0</c:v>
                </c:pt>
                <c:pt idx="94281">
                  <c:v>0</c:v>
                </c:pt>
                <c:pt idx="94282">
                  <c:v>0</c:v>
                </c:pt>
                <c:pt idx="94283">
                  <c:v>0</c:v>
                </c:pt>
                <c:pt idx="94284">
                  <c:v>0</c:v>
                </c:pt>
                <c:pt idx="94285">
                  <c:v>0</c:v>
                </c:pt>
                <c:pt idx="94286">
                  <c:v>0</c:v>
                </c:pt>
                <c:pt idx="94287">
                  <c:v>0</c:v>
                </c:pt>
                <c:pt idx="94288">
                  <c:v>0</c:v>
                </c:pt>
                <c:pt idx="94289">
                  <c:v>0</c:v>
                </c:pt>
                <c:pt idx="94290">
                  <c:v>0</c:v>
                </c:pt>
                <c:pt idx="94291">
                  <c:v>0</c:v>
                </c:pt>
                <c:pt idx="94292">
                  <c:v>0</c:v>
                </c:pt>
                <c:pt idx="94293">
                  <c:v>0</c:v>
                </c:pt>
                <c:pt idx="94294">
                  <c:v>0</c:v>
                </c:pt>
                <c:pt idx="94295">
                  <c:v>0</c:v>
                </c:pt>
                <c:pt idx="94296">
                  <c:v>0</c:v>
                </c:pt>
                <c:pt idx="94297">
                  <c:v>0</c:v>
                </c:pt>
                <c:pt idx="94298">
                  <c:v>0</c:v>
                </c:pt>
                <c:pt idx="94299">
                  <c:v>0</c:v>
                </c:pt>
                <c:pt idx="94300">
                  <c:v>0</c:v>
                </c:pt>
                <c:pt idx="94301">
                  <c:v>0</c:v>
                </c:pt>
                <c:pt idx="94302">
                  <c:v>0</c:v>
                </c:pt>
                <c:pt idx="94303">
                  <c:v>0</c:v>
                </c:pt>
                <c:pt idx="94304">
                  <c:v>0</c:v>
                </c:pt>
                <c:pt idx="94305">
                  <c:v>0</c:v>
                </c:pt>
                <c:pt idx="94306">
                  <c:v>0</c:v>
                </c:pt>
                <c:pt idx="94307">
                  <c:v>0</c:v>
                </c:pt>
                <c:pt idx="94308">
                  <c:v>0</c:v>
                </c:pt>
                <c:pt idx="94309">
                  <c:v>0</c:v>
                </c:pt>
                <c:pt idx="94310">
                  <c:v>0</c:v>
                </c:pt>
                <c:pt idx="94311">
                  <c:v>0</c:v>
                </c:pt>
                <c:pt idx="94312">
                  <c:v>0</c:v>
                </c:pt>
                <c:pt idx="94313">
                  <c:v>0</c:v>
                </c:pt>
                <c:pt idx="94314">
                  <c:v>0</c:v>
                </c:pt>
                <c:pt idx="94315">
                  <c:v>0</c:v>
                </c:pt>
                <c:pt idx="94316">
                  <c:v>0</c:v>
                </c:pt>
                <c:pt idx="94317">
                  <c:v>0</c:v>
                </c:pt>
                <c:pt idx="94318">
                  <c:v>0</c:v>
                </c:pt>
                <c:pt idx="94319">
                  <c:v>0</c:v>
                </c:pt>
                <c:pt idx="94320">
                  <c:v>0</c:v>
                </c:pt>
                <c:pt idx="94321">
                  <c:v>0</c:v>
                </c:pt>
                <c:pt idx="94322">
                  <c:v>0</c:v>
                </c:pt>
                <c:pt idx="94323">
                  <c:v>0</c:v>
                </c:pt>
                <c:pt idx="94324">
                  <c:v>0</c:v>
                </c:pt>
                <c:pt idx="94325">
                  <c:v>0</c:v>
                </c:pt>
                <c:pt idx="94326">
                  <c:v>0</c:v>
                </c:pt>
                <c:pt idx="94327">
                  <c:v>0</c:v>
                </c:pt>
                <c:pt idx="94328">
                  <c:v>0</c:v>
                </c:pt>
                <c:pt idx="94329">
                  <c:v>0</c:v>
                </c:pt>
                <c:pt idx="94330">
                  <c:v>0</c:v>
                </c:pt>
                <c:pt idx="94331">
                  <c:v>0</c:v>
                </c:pt>
                <c:pt idx="94332">
                  <c:v>0</c:v>
                </c:pt>
                <c:pt idx="94333">
                  <c:v>0</c:v>
                </c:pt>
                <c:pt idx="94334">
                  <c:v>0</c:v>
                </c:pt>
                <c:pt idx="94335">
                  <c:v>0</c:v>
                </c:pt>
                <c:pt idx="94336">
                  <c:v>0</c:v>
                </c:pt>
                <c:pt idx="94337">
                  <c:v>0</c:v>
                </c:pt>
                <c:pt idx="94338">
                  <c:v>0</c:v>
                </c:pt>
                <c:pt idx="94339">
                  <c:v>0</c:v>
                </c:pt>
                <c:pt idx="94340">
                  <c:v>0</c:v>
                </c:pt>
                <c:pt idx="94341">
                  <c:v>0</c:v>
                </c:pt>
                <c:pt idx="94342">
                  <c:v>0</c:v>
                </c:pt>
                <c:pt idx="94343">
                  <c:v>0</c:v>
                </c:pt>
                <c:pt idx="94344">
                  <c:v>0</c:v>
                </c:pt>
                <c:pt idx="94345">
                  <c:v>0</c:v>
                </c:pt>
                <c:pt idx="94346">
                  <c:v>0</c:v>
                </c:pt>
                <c:pt idx="94347">
                  <c:v>0</c:v>
                </c:pt>
                <c:pt idx="94348">
                  <c:v>0</c:v>
                </c:pt>
                <c:pt idx="94349">
                  <c:v>0</c:v>
                </c:pt>
                <c:pt idx="94350">
                  <c:v>0</c:v>
                </c:pt>
                <c:pt idx="94351">
                  <c:v>0</c:v>
                </c:pt>
                <c:pt idx="94352">
                  <c:v>0</c:v>
                </c:pt>
                <c:pt idx="94353">
                  <c:v>0</c:v>
                </c:pt>
                <c:pt idx="94354">
                  <c:v>0</c:v>
                </c:pt>
                <c:pt idx="94355">
                  <c:v>0</c:v>
                </c:pt>
                <c:pt idx="94356">
                  <c:v>0</c:v>
                </c:pt>
                <c:pt idx="94357">
                  <c:v>0</c:v>
                </c:pt>
                <c:pt idx="94358">
                  <c:v>0</c:v>
                </c:pt>
                <c:pt idx="94359">
                  <c:v>0</c:v>
                </c:pt>
                <c:pt idx="94360">
                  <c:v>0</c:v>
                </c:pt>
                <c:pt idx="94361">
                  <c:v>0</c:v>
                </c:pt>
                <c:pt idx="94362">
                  <c:v>0</c:v>
                </c:pt>
                <c:pt idx="94363">
                  <c:v>0</c:v>
                </c:pt>
                <c:pt idx="94364">
                  <c:v>0</c:v>
                </c:pt>
                <c:pt idx="94365">
                  <c:v>0</c:v>
                </c:pt>
                <c:pt idx="94366">
                  <c:v>0</c:v>
                </c:pt>
                <c:pt idx="94367">
                  <c:v>0</c:v>
                </c:pt>
                <c:pt idx="94368">
                  <c:v>0</c:v>
                </c:pt>
                <c:pt idx="94369">
                  <c:v>0</c:v>
                </c:pt>
                <c:pt idx="94370">
                  <c:v>0</c:v>
                </c:pt>
                <c:pt idx="94371">
                  <c:v>0</c:v>
                </c:pt>
                <c:pt idx="94372">
                  <c:v>0</c:v>
                </c:pt>
                <c:pt idx="94373">
                  <c:v>0</c:v>
                </c:pt>
                <c:pt idx="94374">
                  <c:v>0</c:v>
                </c:pt>
                <c:pt idx="94375">
                  <c:v>0</c:v>
                </c:pt>
                <c:pt idx="94376">
                  <c:v>0</c:v>
                </c:pt>
                <c:pt idx="94377">
                  <c:v>0</c:v>
                </c:pt>
                <c:pt idx="94378">
                  <c:v>0</c:v>
                </c:pt>
                <c:pt idx="94379">
                  <c:v>0</c:v>
                </c:pt>
                <c:pt idx="94380">
                  <c:v>0</c:v>
                </c:pt>
                <c:pt idx="94381">
                  <c:v>0</c:v>
                </c:pt>
                <c:pt idx="94382">
                  <c:v>0</c:v>
                </c:pt>
                <c:pt idx="94383">
                  <c:v>0</c:v>
                </c:pt>
                <c:pt idx="94384">
                  <c:v>0</c:v>
                </c:pt>
                <c:pt idx="94385">
                  <c:v>0</c:v>
                </c:pt>
                <c:pt idx="94386">
                  <c:v>0</c:v>
                </c:pt>
                <c:pt idx="94387">
                  <c:v>0</c:v>
                </c:pt>
                <c:pt idx="94388">
                  <c:v>0</c:v>
                </c:pt>
                <c:pt idx="94389">
                  <c:v>0</c:v>
                </c:pt>
                <c:pt idx="94390">
                  <c:v>0</c:v>
                </c:pt>
                <c:pt idx="94391">
                  <c:v>0</c:v>
                </c:pt>
                <c:pt idx="94392">
                  <c:v>0</c:v>
                </c:pt>
                <c:pt idx="94393">
                  <c:v>0</c:v>
                </c:pt>
                <c:pt idx="94394">
                  <c:v>0</c:v>
                </c:pt>
                <c:pt idx="94395">
                  <c:v>0</c:v>
                </c:pt>
                <c:pt idx="94396">
                  <c:v>0</c:v>
                </c:pt>
                <c:pt idx="94397">
                  <c:v>0</c:v>
                </c:pt>
                <c:pt idx="94398">
                  <c:v>0</c:v>
                </c:pt>
                <c:pt idx="94399">
                  <c:v>0</c:v>
                </c:pt>
                <c:pt idx="94400">
                  <c:v>0</c:v>
                </c:pt>
                <c:pt idx="94401">
                  <c:v>0</c:v>
                </c:pt>
                <c:pt idx="94402">
                  <c:v>0</c:v>
                </c:pt>
                <c:pt idx="94403">
                  <c:v>0</c:v>
                </c:pt>
                <c:pt idx="94404">
                  <c:v>0</c:v>
                </c:pt>
                <c:pt idx="94405">
                  <c:v>0</c:v>
                </c:pt>
                <c:pt idx="94406">
                  <c:v>0</c:v>
                </c:pt>
                <c:pt idx="94407">
                  <c:v>0</c:v>
                </c:pt>
                <c:pt idx="94408">
                  <c:v>0</c:v>
                </c:pt>
                <c:pt idx="94409">
                  <c:v>0</c:v>
                </c:pt>
                <c:pt idx="94410">
                  <c:v>0</c:v>
                </c:pt>
                <c:pt idx="94411">
                  <c:v>0</c:v>
                </c:pt>
                <c:pt idx="94412">
                  <c:v>0</c:v>
                </c:pt>
                <c:pt idx="94413">
                  <c:v>0</c:v>
                </c:pt>
                <c:pt idx="94414">
                  <c:v>0</c:v>
                </c:pt>
                <c:pt idx="94415">
                  <c:v>0</c:v>
                </c:pt>
                <c:pt idx="94416">
                  <c:v>0</c:v>
                </c:pt>
                <c:pt idx="94417">
                  <c:v>0</c:v>
                </c:pt>
                <c:pt idx="94418">
                  <c:v>0</c:v>
                </c:pt>
                <c:pt idx="94419">
                  <c:v>0</c:v>
                </c:pt>
                <c:pt idx="94420">
                  <c:v>0</c:v>
                </c:pt>
                <c:pt idx="94421">
                  <c:v>0</c:v>
                </c:pt>
                <c:pt idx="94422">
                  <c:v>0</c:v>
                </c:pt>
                <c:pt idx="94423">
                  <c:v>0</c:v>
                </c:pt>
                <c:pt idx="94424">
                  <c:v>0</c:v>
                </c:pt>
                <c:pt idx="94425">
                  <c:v>0</c:v>
                </c:pt>
                <c:pt idx="94426">
                  <c:v>0</c:v>
                </c:pt>
                <c:pt idx="94427">
                  <c:v>0</c:v>
                </c:pt>
                <c:pt idx="94428">
                  <c:v>0</c:v>
                </c:pt>
                <c:pt idx="94429">
                  <c:v>0</c:v>
                </c:pt>
                <c:pt idx="94430">
                  <c:v>0</c:v>
                </c:pt>
                <c:pt idx="94431">
                  <c:v>0</c:v>
                </c:pt>
                <c:pt idx="94432">
                  <c:v>0</c:v>
                </c:pt>
                <c:pt idx="94433">
                  <c:v>0</c:v>
                </c:pt>
                <c:pt idx="94434">
                  <c:v>0</c:v>
                </c:pt>
                <c:pt idx="94435">
                  <c:v>0</c:v>
                </c:pt>
                <c:pt idx="94436">
                  <c:v>0</c:v>
                </c:pt>
                <c:pt idx="94437">
                  <c:v>0</c:v>
                </c:pt>
                <c:pt idx="94438">
                  <c:v>0</c:v>
                </c:pt>
                <c:pt idx="94439">
                  <c:v>0</c:v>
                </c:pt>
                <c:pt idx="94440">
                  <c:v>0</c:v>
                </c:pt>
                <c:pt idx="94441">
                  <c:v>0</c:v>
                </c:pt>
                <c:pt idx="94442">
                  <c:v>0</c:v>
                </c:pt>
                <c:pt idx="94443">
                  <c:v>0</c:v>
                </c:pt>
                <c:pt idx="94444">
                  <c:v>0</c:v>
                </c:pt>
                <c:pt idx="94445">
                  <c:v>0</c:v>
                </c:pt>
                <c:pt idx="94446">
                  <c:v>0</c:v>
                </c:pt>
                <c:pt idx="94447">
                  <c:v>0</c:v>
                </c:pt>
                <c:pt idx="94448">
                  <c:v>0</c:v>
                </c:pt>
                <c:pt idx="94449">
                  <c:v>0</c:v>
                </c:pt>
                <c:pt idx="94450">
                  <c:v>0</c:v>
                </c:pt>
                <c:pt idx="94451">
                  <c:v>0</c:v>
                </c:pt>
                <c:pt idx="94452">
                  <c:v>0</c:v>
                </c:pt>
                <c:pt idx="94453">
                  <c:v>0</c:v>
                </c:pt>
                <c:pt idx="94454">
                  <c:v>0</c:v>
                </c:pt>
                <c:pt idx="94455">
                  <c:v>0</c:v>
                </c:pt>
                <c:pt idx="94456">
                  <c:v>0</c:v>
                </c:pt>
                <c:pt idx="94457">
                  <c:v>0</c:v>
                </c:pt>
                <c:pt idx="94458">
                  <c:v>0</c:v>
                </c:pt>
                <c:pt idx="94459">
                  <c:v>0</c:v>
                </c:pt>
                <c:pt idx="94460">
                  <c:v>0</c:v>
                </c:pt>
                <c:pt idx="94461">
                  <c:v>0</c:v>
                </c:pt>
                <c:pt idx="94462">
                  <c:v>0</c:v>
                </c:pt>
                <c:pt idx="94463">
                  <c:v>0</c:v>
                </c:pt>
                <c:pt idx="94464">
                  <c:v>0</c:v>
                </c:pt>
                <c:pt idx="94465">
                  <c:v>0</c:v>
                </c:pt>
                <c:pt idx="94466">
                  <c:v>0</c:v>
                </c:pt>
                <c:pt idx="94467">
                  <c:v>0</c:v>
                </c:pt>
                <c:pt idx="94468">
                  <c:v>0</c:v>
                </c:pt>
                <c:pt idx="94469">
                  <c:v>0</c:v>
                </c:pt>
                <c:pt idx="94470">
                  <c:v>0</c:v>
                </c:pt>
                <c:pt idx="94471">
                  <c:v>0</c:v>
                </c:pt>
                <c:pt idx="94472">
                  <c:v>0</c:v>
                </c:pt>
                <c:pt idx="94473">
                  <c:v>0</c:v>
                </c:pt>
                <c:pt idx="94474">
                  <c:v>0</c:v>
                </c:pt>
                <c:pt idx="94475">
                  <c:v>0</c:v>
                </c:pt>
                <c:pt idx="94476">
                  <c:v>0</c:v>
                </c:pt>
                <c:pt idx="94477">
                  <c:v>0</c:v>
                </c:pt>
                <c:pt idx="94478">
                  <c:v>0</c:v>
                </c:pt>
                <c:pt idx="94479">
                  <c:v>0</c:v>
                </c:pt>
                <c:pt idx="94480">
                  <c:v>0</c:v>
                </c:pt>
                <c:pt idx="94481">
                  <c:v>0</c:v>
                </c:pt>
                <c:pt idx="94482">
                  <c:v>0</c:v>
                </c:pt>
                <c:pt idx="94483">
                  <c:v>0</c:v>
                </c:pt>
                <c:pt idx="94484">
                  <c:v>0</c:v>
                </c:pt>
                <c:pt idx="94485">
                  <c:v>0</c:v>
                </c:pt>
                <c:pt idx="94486">
                  <c:v>0</c:v>
                </c:pt>
                <c:pt idx="94487">
                  <c:v>0</c:v>
                </c:pt>
                <c:pt idx="94488">
                  <c:v>0</c:v>
                </c:pt>
                <c:pt idx="94489">
                  <c:v>0</c:v>
                </c:pt>
                <c:pt idx="94490">
                  <c:v>0</c:v>
                </c:pt>
                <c:pt idx="94491">
                  <c:v>0</c:v>
                </c:pt>
                <c:pt idx="94492">
                  <c:v>0</c:v>
                </c:pt>
                <c:pt idx="94493">
                  <c:v>0</c:v>
                </c:pt>
                <c:pt idx="94494">
                  <c:v>0</c:v>
                </c:pt>
                <c:pt idx="94495">
                  <c:v>0</c:v>
                </c:pt>
                <c:pt idx="94496">
                  <c:v>0</c:v>
                </c:pt>
                <c:pt idx="94497">
                  <c:v>0</c:v>
                </c:pt>
                <c:pt idx="94498">
                  <c:v>0</c:v>
                </c:pt>
                <c:pt idx="94499">
                  <c:v>0</c:v>
                </c:pt>
                <c:pt idx="94500">
                  <c:v>0</c:v>
                </c:pt>
                <c:pt idx="94501">
                  <c:v>0</c:v>
                </c:pt>
                <c:pt idx="94502">
                  <c:v>0</c:v>
                </c:pt>
                <c:pt idx="94503">
                  <c:v>0</c:v>
                </c:pt>
                <c:pt idx="94504">
                  <c:v>0</c:v>
                </c:pt>
                <c:pt idx="94505">
                  <c:v>0</c:v>
                </c:pt>
                <c:pt idx="94506">
                  <c:v>0</c:v>
                </c:pt>
                <c:pt idx="94507">
                  <c:v>0</c:v>
                </c:pt>
                <c:pt idx="94508">
                  <c:v>0</c:v>
                </c:pt>
                <c:pt idx="94509">
                  <c:v>0</c:v>
                </c:pt>
                <c:pt idx="94510">
                  <c:v>0</c:v>
                </c:pt>
                <c:pt idx="94511">
                  <c:v>0</c:v>
                </c:pt>
                <c:pt idx="94512">
                  <c:v>0</c:v>
                </c:pt>
                <c:pt idx="94513">
                  <c:v>0</c:v>
                </c:pt>
                <c:pt idx="94514">
                  <c:v>0</c:v>
                </c:pt>
                <c:pt idx="94515">
                  <c:v>0</c:v>
                </c:pt>
                <c:pt idx="94516">
                  <c:v>0</c:v>
                </c:pt>
                <c:pt idx="94517">
                  <c:v>0</c:v>
                </c:pt>
                <c:pt idx="94518">
                  <c:v>0</c:v>
                </c:pt>
                <c:pt idx="94519">
                  <c:v>0</c:v>
                </c:pt>
                <c:pt idx="94520">
                  <c:v>0</c:v>
                </c:pt>
                <c:pt idx="94521">
                  <c:v>0</c:v>
                </c:pt>
                <c:pt idx="94522">
                  <c:v>0</c:v>
                </c:pt>
                <c:pt idx="94523">
                  <c:v>0</c:v>
                </c:pt>
                <c:pt idx="94524">
                  <c:v>0</c:v>
                </c:pt>
                <c:pt idx="94525">
                  <c:v>0</c:v>
                </c:pt>
                <c:pt idx="94526">
                  <c:v>0</c:v>
                </c:pt>
                <c:pt idx="94527">
                  <c:v>0</c:v>
                </c:pt>
                <c:pt idx="94528">
                  <c:v>0</c:v>
                </c:pt>
                <c:pt idx="94529">
                  <c:v>0</c:v>
                </c:pt>
                <c:pt idx="94530">
                  <c:v>0</c:v>
                </c:pt>
                <c:pt idx="94531">
                  <c:v>0</c:v>
                </c:pt>
                <c:pt idx="94532">
                  <c:v>0</c:v>
                </c:pt>
                <c:pt idx="94533">
                  <c:v>0</c:v>
                </c:pt>
                <c:pt idx="94534">
                  <c:v>0</c:v>
                </c:pt>
                <c:pt idx="94535">
                  <c:v>0</c:v>
                </c:pt>
                <c:pt idx="94536">
                  <c:v>0</c:v>
                </c:pt>
                <c:pt idx="94537">
                  <c:v>0</c:v>
                </c:pt>
                <c:pt idx="94538">
                  <c:v>0</c:v>
                </c:pt>
                <c:pt idx="94539">
                  <c:v>0</c:v>
                </c:pt>
                <c:pt idx="94540">
                  <c:v>0</c:v>
                </c:pt>
                <c:pt idx="94541">
                  <c:v>0</c:v>
                </c:pt>
                <c:pt idx="94542">
                  <c:v>0</c:v>
                </c:pt>
                <c:pt idx="94543">
                  <c:v>0</c:v>
                </c:pt>
                <c:pt idx="94544">
                  <c:v>0</c:v>
                </c:pt>
                <c:pt idx="94545">
                  <c:v>0</c:v>
                </c:pt>
                <c:pt idx="94546">
                  <c:v>0</c:v>
                </c:pt>
                <c:pt idx="94547">
                  <c:v>0</c:v>
                </c:pt>
                <c:pt idx="94548">
                  <c:v>0</c:v>
                </c:pt>
                <c:pt idx="94549">
                  <c:v>0</c:v>
                </c:pt>
                <c:pt idx="94550">
                  <c:v>0</c:v>
                </c:pt>
                <c:pt idx="94551">
                  <c:v>0</c:v>
                </c:pt>
                <c:pt idx="94552">
                  <c:v>0</c:v>
                </c:pt>
                <c:pt idx="94553">
                  <c:v>0</c:v>
                </c:pt>
                <c:pt idx="94554">
                  <c:v>0</c:v>
                </c:pt>
                <c:pt idx="94555">
                  <c:v>0</c:v>
                </c:pt>
                <c:pt idx="94556">
                  <c:v>0</c:v>
                </c:pt>
                <c:pt idx="94557">
                  <c:v>0</c:v>
                </c:pt>
                <c:pt idx="94558">
                  <c:v>0</c:v>
                </c:pt>
                <c:pt idx="94559">
                  <c:v>0</c:v>
                </c:pt>
                <c:pt idx="94560">
                  <c:v>0</c:v>
                </c:pt>
                <c:pt idx="94561">
                  <c:v>0</c:v>
                </c:pt>
                <c:pt idx="94562">
                  <c:v>0</c:v>
                </c:pt>
                <c:pt idx="94563">
                  <c:v>0</c:v>
                </c:pt>
                <c:pt idx="94564">
                  <c:v>0</c:v>
                </c:pt>
                <c:pt idx="94565">
                  <c:v>0</c:v>
                </c:pt>
                <c:pt idx="94566">
                  <c:v>0</c:v>
                </c:pt>
                <c:pt idx="94567">
                  <c:v>0</c:v>
                </c:pt>
                <c:pt idx="94568">
                  <c:v>0</c:v>
                </c:pt>
                <c:pt idx="94569">
                  <c:v>0</c:v>
                </c:pt>
                <c:pt idx="94570">
                  <c:v>0</c:v>
                </c:pt>
                <c:pt idx="94571">
                  <c:v>0</c:v>
                </c:pt>
                <c:pt idx="94572">
                  <c:v>0</c:v>
                </c:pt>
                <c:pt idx="94573">
                  <c:v>0</c:v>
                </c:pt>
                <c:pt idx="94574">
                  <c:v>0</c:v>
                </c:pt>
                <c:pt idx="94575">
                  <c:v>0</c:v>
                </c:pt>
                <c:pt idx="94576">
                  <c:v>0</c:v>
                </c:pt>
                <c:pt idx="94577">
                  <c:v>0</c:v>
                </c:pt>
                <c:pt idx="94578">
                  <c:v>0</c:v>
                </c:pt>
                <c:pt idx="94579">
                  <c:v>0</c:v>
                </c:pt>
                <c:pt idx="94580">
                  <c:v>0</c:v>
                </c:pt>
                <c:pt idx="94581">
                  <c:v>0</c:v>
                </c:pt>
                <c:pt idx="94582">
                  <c:v>0</c:v>
                </c:pt>
                <c:pt idx="94583">
                  <c:v>0</c:v>
                </c:pt>
                <c:pt idx="94584">
                  <c:v>0</c:v>
                </c:pt>
                <c:pt idx="94585">
                  <c:v>0</c:v>
                </c:pt>
                <c:pt idx="94586">
                  <c:v>0</c:v>
                </c:pt>
                <c:pt idx="94587">
                  <c:v>0</c:v>
                </c:pt>
                <c:pt idx="94588">
                  <c:v>0</c:v>
                </c:pt>
                <c:pt idx="94589">
                  <c:v>0</c:v>
                </c:pt>
                <c:pt idx="94590">
                  <c:v>0</c:v>
                </c:pt>
                <c:pt idx="94591">
                  <c:v>0</c:v>
                </c:pt>
                <c:pt idx="94592">
                  <c:v>0</c:v>
                </c:pt>
                <c:pt idx="94593">
                  <c:v>0</c:v>
                </c:pt>
                <c:pt idx="94594">
                  <c:v>0</c:v>
                </c:pt>
                <c:pt idx="94595">
                  <c:v>0</c:v>
                </c:pt>
                <c:pt idx="94596">
                  <c:v>0</c:v>
                </c:pt>
                <c:pt idx="94597">
                  <c:v>0</c:v>
                </c:pt>
                <c:pt idx="94598">
                  <c:v>0</c:v>
                </c:pt>
                <c:pt idx="94599">
                  <c:v>0</c:v>
                </c:pt>
                <c:pt idx="94600">
                  <c:v>0</c:v>
                </c:pt>
                <c:pt idx="94601">
                  <c:v>0</c:v>
                </c:pt>
                <c:pt idx="94602">
                  <c:v>0</c:v>
                </c:pt>
                <c:pt idx="94603">
                  <c:v>0</c:v>
                </c:pt>
                <c:pt idx="94604">
                  <c:v>0</c:v>
                </c:pt>
                <c:pt idx="94605">
                  <c:v>0</c:v>
                </c:pt>
                <c:pt idx="94606">
                  <c:v>0</c:v>
                </c:pt>
                <c:pt idx="94607">
                  <c:v>0</c:v>
                </c:pt>
                <c:pt idx="94608">
                  <c:v>0</c:v>
                </c:pt>
                <c:pt idx="94609">
                  <c:v>0</c:v>
                </c:pt>
                <c:pt idx="94610">
                  <c:v>0</c:v>
                </c:pt>
                <c:pt idx="94611">
                  <c:v>0</c:v>
                </c:pt>
                <c:pt idx="94612">
                  <c:v>0</c:v>
                </c:pt>
                <c:pt idx="94613">
                  <c:v>0</c:v>
                </c:pt>
                <c:pt idx="94614">
                  <c:v>0</c:v>
                </c:pt>
                <c:pt idx="94615">
                  <c:v>0</c:v>
                </c:pt>
                <c:pt idx="94616">
                  <c:v>0</c:v>
                </c:pt>
                <c:pt idx="94617">
                  <c:v>0</c:v>
                </c:pt>
                <c:pt idx="94618">
                  <c:v>0</c:v>
                </c:pt>
                <c:pt idx="94619">
                  <c:v>0</c:v>
                </c:pt>
                <c:pt idx="94620">
                  <c:v>0</c:v>
                </c:pt>
                <c:pt idx="94621">
                  <c:v>0</c:v>
                </c:pt>
                <c:pt idx="94622">
                  <c:v>0</c:v>
                </c:pt>
                <c:pt idx="94623">
                  <c:v>0</c:v>
                </c:pt>
                <c:pt idx="94624">
                  <c:v>0</c:v>
                </c:pt>
                <c:pt idx="94625">
                  <c:v>0</c:v>
                </c:pt>
                <c:pt idx="94626">
                  <c:v>0</c:v>
                </c:pt>
                <c:pt idx="94627">
                  <c:v>0</c:v>
                </c:pt>
                <c:pt idx="94628">
                  <c:v>0</c:v>
                </c:pt>
                <c:pt idx="94629">
                  <c:v>0</c:v>
                </c:pt>
                <c:pt idx="94630">
                  <c:v>0</c:v>
                </c:pt>
                <c:pt idx="94631">
                  <c:v>0</c:v>
                </c:pt>
                <c:pt idx="94632">
                  <c:v>0</c:v>
                </c:pt>
                <c:pt idx="94633">
                  <c:v>0</c:v>
                </c:pt>
                <c:pt idx="94634">
                  <c:v>0</c:v>
                </c:pt>
                <c:pt idx="94635">
                  <c:v>0</c:v>
                </c:pt>
                <c:pt idx="94636">
                  <c:v>0</c:v>
                </c:pt>
                <c:pt idx="94637">
                  <c:v>0</c:v>
                </c:pt>
                <c:pt idx="94638">
                  <c:v>0</c:v>
                </c:pt>
                <c:pt idx="94639">
                  <c:v>0</c:v>
                </c:pt>
                <c:pt idx="94640">
                  <c:v>0</c:v>
                </c:pt>
                <c:pt idx="94641">
                  <c:v>0</c:v>
                </c:pt>
                <c:pt idx="94642">
                  <c:v>0</c:v>
                </c:pt>
                <c:pt idx="94643">
                  <c:v>0</c:v>
                </c:pt>
                <c:pt idx="94644">
                  <c:v>0</c:v>
                </c:pt>
                <c:pt idx="94645">
                  <c:v>0</c:v>
                </c:pt>
                <c:pt idx="94646">
                  <c:v>0</c:v>
                </c:pt>
                <c:pt idx="94647">
                  <c:v>0</c:v>
                </c:pt>
                <c:pt idx="94648">
                  <c:v>0</c:v>
                </c:pt>
                <c:pt idx="94649">
                  <c:v>0</c:v>
                </c:pt>
                <c:pt idx="94650">
                  <c:v>0</c:v>
                </c:pt>
                <c:pt idx="94651">
                  <c:v>0</c:v>
                </c:pt>
                <c:pt idx="94652">
                  <c:v>0</c:v>
                </c:pt>
                <c:pt idx="94653">
                  <c:v>0</c:v>
                </c:pt>
                <c:pt idx="94654">
                  <c:v>0</c:v>
                </c:pt>
                <c:pt idx="94655">
                  <c:v>0</c:v>
                </c:pt>
                <c:pt idx="94656">
                  <c:v>0</c:v>
                </c:pt>
                <c:pt idx="94657">
                  <c:v>0</c:v>
                </c:pt>
                <c:pt idx="94658">
                  <c:v>0</c:v>
                </c:pt>
                <c:pt idx="94659">
                  <c:v>0</c:v>
                </c:pt>
                <c:pt idx="94660">
                  <c:v>0</c:v>
                </c:pt>
                <c:pt idx="94661">
                  <c:v>0</c:v>
                </c:pt>
                <c:pt idx="94662">
                  <c:v>0</c:v>
                </c:pt>
                <c:pt idx="94663">
                  <c:v>0</c:v>
                </c:pt>
                <c:pt idx="94664">
                  <c:v>0</c:v>
                </c:pt>
                <c:pt idx="94665">
                  <c:v>0</c:v>
                </c:pt>
                <c:pt idx="94666">
                  <c:v>0</c:v>
                </c:pt>
                <c:pt idx="94667">
                  <c:v>0</c:v>
                </c:pt>
                <c:pt idx="94668">
                  <c:v>0</c:v>
                </c:pt>
                <c:pt idx="94669">
                  <c:v>0</c:v>
                </c:pt>
                <c:pt idx="94670">
                  <c:v>0</c:v>
                </c:pt>
                <c:pt idx="94671">
                  <c:v>0</c:v>
                </c:pt>
                <c:pt idx="94672">
                  <c:v>0</c:v>
                </c:pt>
                <c:pt idx="94673">
                  <c:v>0</c:v>
                </c:pt>
                <c:pt idx="94674">
                  <c:v>0</c:v>
                </c:pt>
                <c:pt idx="94675">
                  <c:v>0</c:v>
                </c:pt>
                <c:pt idx="94676">
                  <c:v>0</c:v>
                </c:pt>
                <c:pt idx="94677">
                  <c:v>0</c:v>
                </c:pt>
                <c:pt idx="94678">
                  <c:v>0</c:v>
                </c:pt>
                <c:pt idx="94679">
                  <c:v>0</c:v>
                </c:pt>
                <c:pt idx="94680">
                  <c:v>0</c:v>
                </c:pt>
                <c:pt idx="94681">
                  <c:v>0</c:v>
                </c:pt>
                <c:pt idx="94682">
                  <c:v>0</c:v>
                </c:pt>
                <c:pt idx="94683">
                  <c:v>0</c:v>
                </c:pt>
                <c:pt idx="94684">
                  <c:v>0</c:v>
                </c:pt>
                <c:pt idx="94685">
                  <c:v>0</c:v>
                </c:pt>
                <c:pt idx="94686">
                  <c:v>0</c:v>
                </c:pt>
                <c:pt idx="94687">
                  <c:v>0</c:v>
                </c:pt>
                <c:pt idx="94688">
                  <c:v>0</c:v>
                </c:pt>
                <c:pt idx="94689">
                  <c:v>0</c:v>
                </c:pt>
                <c:pt idx="94690">
                  <c:v>0</c:v>
                </c:pt>
                <c:pt idx="94691">
                  <c:v>0</c:v>
                </c:pt>
                <c:pt idx="94692">
                  <c:v>0</c:v>
                </c:pt>
                <c:pt idx="94693">
                  <c:v>0</c:v>
                </c:pt>
                <c:pt idx="94694">
                  <c:v>0</c:v>
                </c:pt>
                <c:pt idx="94695">
                  <c:v>0</c:v>
                </c:pt>
                <c:pt idx="94696">
                  <c:v>0</c:v>
                </c:pt>
                <c:pt idx="94697">
                  <c:v>0</c:v>
                </c:pt>
                <c:pt idx="94698">
                  <c:v>0</c:v>
                </c:pt>
                <c:pt idx="94699">
                  <c:v>0</c:v>
                </c:pt>
                <c:pt idx="94700">
                  <c:v>0</c:v>
                </c:pt>
                <c:pt idx="94701">
                  <c:v>0</c:v>
                </c:pt>
                <c:pt idx="94702">
                  <c:v>0</c:v>
                </c:pt>
                <c:pt idx="94703">
                  <c:v>0</c:v>
                </c:pt>
                <c:pt idx="94704">
                  <c:v>0</c:v>
                </c:pt>
                <c:pt idx="94705">
                  <c:v>0</c:v>
                </c:pt>
                <c:pt idx="94706">
                  <c:v>0</c:v>
                </c:pt>
                <c:pt idx="94707">
                  <c:v>0</c:v>
                </c:pt>
                <c:pt idx="94708">
                  <c:v>0</c:v>
                </c:pt>
                <c:pt idx="94709">
                  <c:v>0</c:v>
                </c:pt>
                <c:pt idx="94710">
                  <c:v>0</c:v>
                </c:pt>
                <c:pt idx="94711">
                  <c:v>0</c:v>
                </c:pt>
                <c:pt idx="94712">
                  <c:v>0</c:v>
                </c:pt>
                <c:pt idx="94713">
                  <c:v>0</c:v>
                </c:pt>
                <c:pt idx="94714">
                  <c:v>0</c:v>
                </c:pt>
                <c:pt idx="94715">
                  <c:v>0</c:v>
                </c:pt>
                <c:pt idx="94716">
                  <c:v>0</c:v>
                </c:pt>
                <c:pt idx="94717">
                  <c:v>0</c:v>
                </c:pt>
                <c:pt idx="94718">
                  <c:v>0</c:v>
                </c:pt>
                <c:pt idx="94719">
                  <c:v>0</c:v>
                </c:pt>
                <c:pt idx="94720">
                  <c:v>0</c:v>
                </c:pt>
                <c:pt idx="94721">
                  <c:v>0</c:v>
                </c:pt>
                <c:pt idx="94722">
                  <c:v>0</c:v>
                </c:pt>
                <c:pt idx="94723">
                  <c:v>0</c:v>
                </c:pt>
                <c:pt idx="94724">
                  <c:v>0</c:v>
                </c:pt>
                <c:pt idx="94725">
                  <c:v>0</c:v>
                </c:pt>
                <c:pt idx="94726">
                  <c:v>0</c:v>
                </c:pt>
                <c:pt idx="94727">
                  <c:v>0</c:v>
                </c:pt>
                <c:pt idx="94728">
                  <c:v>0</c:v>
                </c:pt>
                <c:pt idx="94729">
                  <c:v>0</c:v>
                </c:pt>
                <c:pt idx="94730">
                  <c:v>0</c:v>
                </c:pt>
                <c:pt idx="94731">
                  <c:v>0</c:v>
                </c:pt>
                <c:pt idx="94732">
                  <c:v>0</c:v>
                </c:pt>
                <c:pt idx="94733">
                  <c:v>0</c:v>
                </c:pt>
                <c:pt idx="94734">
                  <c:v>0</c:v>
                </c:pt>
                <c:pt idx="94735">
                  <c:v>0</c:v>
                </c:pt>
                <c:pt idx="94736">
                  <c:v>0</c:v>
                </c:pt>
                <c:pt idx="94737">
                  <c:v>0</c:v>
                </c:pt>
                <c:pt idx="94738">
                  <c:v>0</c:v>
                </c:pt>
                <c:pt idx="94739">
                  <c:v>0</c:v>
                </c:pt>
                <c:pt idx="94740">
                  <c:v>0</c:v>
                </c:pt>
                <c:pt idx="94741">
                  <c:v>0</c:v>
                </c:pt>
                <c:pt idx="94742">
                  <c:v>0</c:v>
                </c:pt>
                <c:pt idx="94743">
                  <c:v>0</c:v>
                </c:pt>
                <c:pt idx="94744">
                  <c:v>0</c:v>
                </c:pt>
                <c:pt idx="94745">
                  <c:v>0</c:v>
                </c:pt>
                <c:pt idx="94746">
                  <c:v>0</c:v>
                </c:pt>
                <c:pt idx="94747">
                  <c:v>0</c:v>
                </c:pt>
                <c:pt idx="94748">
                  <c:v>0</c:v>
                </c:pt>
                <c:pt idx="94749">
                  <c:v>0</c:v>
                </c:pt>
                <c:pt idx="94750">
                  <c:v>0</c:v>
                </c:pt>
                <c:pt idx="94751">
                  <c:v>0</c:v>
                </c:pt>
                <c:pt idx="94752">
                  <c:v>0</c:v>
                </c:pt>
                <c:pt idx="94753">
                  <c:v>0</c:v>
                </c:pt>
                <c:pt idx="94754">
                  <c:v>0</c:v>
                </c:pt>
                <c:pt idx="94755">
                  <c:v>0</c:v>
                </c:pt>
                <c:pt idx="94756">
                  <c:v>0</c:v>
                </c:pt>
                <c:pt idx="94757">
                  <c:v>0</c:v>
                </c:pt>
                <c:pt idx="94758">
                  <c:v>0</c:v>
                </c:pt>
                <c:pt idx="94759">
                  <c:v>0</c:v>
                </c:pt>
                <c:pt idx="94760">
                  <c:v>0</c:v>
                </c:pt>
                <c:pt idx="94761">
                  <c:v>0</c:v>
                </c:pt>
                <c:pt idx="94762">
                  <c:v>0</c:v>
                </c:pt>
                <c:pt idx="94763">
                  <c:v>0</c:v>
                </c:pt>
                <c:pt idx="94764">
                  <c:v>0</c:v>
                </c:pt>
                <c:pt idx="94765">
                  <c:v>0</c:v>
                </c:pt>
                <c:pt idx="94766">
                  <c:v>0</c:v>
                </c:pt>
                <c:pt idx="94767">
                  <c:v>0</c:v>
                </c:pt>
                <c:pt idx="94768">
                  <c:v>0</c:v>
                </c:pt>
                <c:pt idx="94769">
                  <c:v>0</c:v>
                </c:pt>
                <c:pt idx="94770">
                  <c:v>0</c:v>
                </c:pt>
                <c:pt idx="94771">
                  <c:v>0</c:v>
                </c:pt>
                <c:pt idx="94772">
                  <c:v>0</c:v>
                </c:pt>
                <c:pt idx="94773">
                  <c:v>0</c:v>
                </c:pt>
                <c:pt idx="94774">
                  <c:v>0</c:v>
                </c:pt>
                <c:pt idx="94775">
                  <c:v>0</c:v>
                </c:pt>
                <c:pt idx="94776">
                  <c:v>0</c:v>
                </c:pt>
                <c:pt idx="94777">
                  <c:v>0</c:v>
                </c:pt>
                <c:pt idx="94778">
                  <c:v>0</c:v>
                </c:pt>
                <c:pt idx="94779">
                  <c:v>0</c:v>
                </c:pt>
                <c:pt idx="94780">
                  <c:v>0</c:v>
                </c:pt>
                <c:pt idx="94781">
                  <c:v>0</c:v>
                </c:pt>
                <c:pt idx="94782">
                  <c:v>0</c:v>
                </c:pt>
                <c:pt idx="94783">
                  <c:v>0</c:v>
                </c:pt>
                <c:pt idx="94784">
                  <c:v>0</c:v>
                </c:pt>
                <c:pt idx="94785">
                  <c:v>0</c:v>
                </c:pt>
                <c:pt idx="94786">
                  <c:v>0</c:v>
                </c:pt>
                <c:pt idx="94787">
                  <c:v>0</c:v>
                </c:pt>
                <c:pt idx="94788">
                  <c:v>0</c:v>
                </c:pt>
                <c:pt idx="94789">
                  <c:v>0</c:v>
                </c:pt>
                <c:pt idx="94790">
                  <c:v>0</c:v>
                </c:pt>
                <c:pt idx="94791">
                  <c:v>0</c:v>
                </c:pt>
                <c:pt idx="94792">
                  <c:v>0</c:v>
                </c:pt>
                <c:pt idx="94793">
                  <c:v>0</c:v>
                </c:pt>
                <c:pt idx="94794">
                  <c:v>0</c:v>
                </c:pt>
                <c:pt idx="94795">
                  <c:v>0</c:v>
                </c:pt>
                <c:pt idx="94796">
                  <c:v>0</c:v>
                </c:pt>
                <c:pt idx="94797">
                  <c:v>0</c:v>
                </c:pt>
                <c:pt idx="94798">
                  <c:v>0</c:v>
                </c:pt>
                <c:pt idx="94799">
                  <c:v>0</c:v>
                </c:pt>
                <c:pt idx="94800">
                  <c:v>0</c:v>
                </c:pt>
                <c:pt idx="94801">
                  <c:v>0</c:v>
                </c:pt>
                <c:pt idx="94802">
                  <c:v>0</c:v>
                </c:pt>
                <c:pt idx="94803">
                  <c:v>0</c:v>
                </c:pt>
                <c:pt idx="94804">
                  <c:v>0</c:v>
                </c:pt>
                <c:pt idx="94805">
                  <c:v>0</c:v>
                </c:pt>
                <c:pt idx="94806">
                  <c:v>0</c:v>
                </c:pt>
                <c:pt idx="94807">
                  <c:v>0</c:v>
                </c:pt>
                <c:pt idx="94808">
                  <c:v>0</c:v>
                </c:pt>
                <c:pt idx="94809">
                  <c:v>0</c:v>
                </c:pt>
                <c:pt idx="94810">
                  <c:v>0</c:v>
                </c:pt>
                <c:pt idx="94811">
                  <c:v>0</c:v>
                </c:pt>
                <c:pt idx="94812">
                  <c:v>0</c:v>
                </c:pt>
                <c:pt idx="94813">
                  <c:v>0</c:v>
                </c:pt>
                <c:pt idx="94814">
                  <c:v>0</c:v>
                </c:pt>
                <c:pt idx="94815">
                  <c:v>0</c:v>
                </c:pt>
                <c:pt idx="94816">
                  <c:v>0</c:v>
                </c:pt>
                <c:pt idx="94817">
                  <c:v>0</c:v>
                </c:pt>
                <c:pt idx="94818">
                  <c:v>0</c:v>
                </c:pt>
                <c:pt idx="94819">
                  <c:v>0</c:v>
                </c:pt>
                <c:pt idx="94820">
                  <c:v>0</c:v>
                </c:pt>
                <c:pt idx="94821">
                  <c:v>0</c:v>
                </c:pt>
                <c:pt idx="94822">
                  <c:v>0</c:v>
                </c:pt>
                <c:pt idx="94823">
                  <c:v>0</c:v>
                </c:pt>
                <c:pt idx="94824">
                  <c:v>0</c:v>
                </c:pt>
                <c:pt idx="94825">
                  <c:v>0</c:v>
                </c:pt>
                <c:pt idx="94826">
                  <c:v>0</c:v>
                </c:pt>
                <c:pt idx="94827">
                  <c:v>0</c:v>
                </c:pt>
                <c:pt idx="94828">
                  <c:v>0</c:v>
                </c:pt>
                <c:pt idx="94829">
                  <c:v>0</c:v>
                </c:pt>
                <c:pt idx="94830">
                  <c:v>0</c:v>
                </c:pt>
                <c:pt idx="94831">
                  <c:v>0</c:v>
                </c:pt>
                <c:pt idx="94832">
                  <c:v>0</c:v>
                </c:pt>
                <c:pt idx="94833">
                  <c:v>0</c:v>
                </c:pt>
                <c:pt idx="94834">
                  <c:v>0</c:v>
                </c:pt>
                <c:pt idx="94835">
                  <c:v>0</c:v>
                </c:pt>
                <c:pt idx="94836">
                  <c:v>0</c:v>
                </c:pt>
                <c:pt idx="94837">
                  <c:v>0</c:v>
                </c:pt>
                <c:pt idx="94838">
                  <c:v>0</c:v>
                </c:pt>
                <c:pt idx="94839">
                  <c:v>0</c:v>
                </c:pt>
                <c:pt idx="94840">
                  <c:v>0</c:v>
                </c:pt>
                <c:pt idx="94841">
                  <c:v>0</c:v>
                </c:pt>
                <c:pt idx="94842">
                  <c:v>0</c:v>
                </c:pt>
                <c:pt idx="94843">
                  <c:v>0</c:v>
                </c:pt>
                <c:pt idx="94844">
                  <c:v>0</c:v>
                </c:pt>
                <c:pt idx="94845">
                  <c:v>0</c:v>
                </c:pt>
                <c:pt idx="94846">
                  <c:v>0</c:v>
                </c:pt>
                <c:pt idx="94847">
                  <c:v>0</c:v>
                </c:pt>
                <c:pt idx="94848">
                  <c:v>0</c:v>
                </c:pt>
                <c:pt idx="94849">
                  <c:v>0</c:v>
                </c:pt>
                <c:pt idx="94850">
                  <c:v>0</c:v>
                </c:pt>
                <c:pt idx="94851">
                  <c:v>0</c:v>
                </c:pt>
                <c:pt idx="94852">
                  <c:v>0</c:v>
                </c:pt>
                <c:pt idx="94853">
                  <c:v>0</c:v>
                </c:pt>
                <c:pt idx="94854">
                  <c:v>0</c:v>
                </c:pt>
                <c:pt idx="94855">
                  <c:v>0</c:v>
                </c:pt>
                <c:pt idx="94856">
                  <c:v>0</c:v>
                </c:pt>
                <c:pt idx="94857">
                  <c:v>0</c:v>
                </c:pt>
                <c:pt idx="94858">
                  <c:v>0</c:v>
                </c:pt>
                <c:pt idx="94859">
                  <c:v>0</c:v>
                </c:pt>
                <c:pt idx="94860">
                  <c:v>0</c:v>
                </c:pt>
                <c:pt idx="94861">
                  <c:v>0</c:v>
                </c:pt>
                <c:pt idx="94862">
                  <c:v>0</c:v>
                </c:pt>
                <c:pt idx="94863">
                  <c:v>0</c:v>
                </c:pt>
                <c:pt idx="94864">
                  <c:v>0</c:v>
                </c:pt>
                <c:pt idx="94865">
                  <c:v>0</c:v>
                </c:pt>
                <c:pt idx="94866">
                  <c:v>0</c:v>
                </c:pt>
                <c:pt idx="94867">
                  <c:v>0</c:v>
                </c:pt>
                <c:pt idx="94868">
                  <c:v>0</c:v>
                </c:pt>
                <c:pt idx="94869">
                  <c:v>0</c:v>
                </c:pt>
                <c:pt idx="94870">
                  <c:v>0</c:v>
                </c:pt>
                <c:pt idx="94871">
                  <c:v>0</c:v>
                </c:pt>
                <c:pt idx="94872">
                  <c:v>0</c:v>
                </c:pt>
                <c:pt idx="94873">
                  <c:v>0</c:v>
                </c:pt>
                <c:pt idx="94874">
                  <c:v>0</c:v>
                </c:pt>
                <c:pt idx="94875">
                  <c:v>0</c:v>
                </c:pt>
                <c:pt idx="94876">
                  <c:v>0</c:v>
                </c:pt>
                <c:pt idx="94877">
                  <c:v>0</c:v>
                </c:pt>
                <c:pt idx="94878">
                  <c:v>0</c:v>
                </c:pt>
                <c:pt idx="94879">
                  <c:v>0</c:v>
                </c:pt>
                <c:pt idx="94880">
                  <c:v>0</c:v>
                </c:pt>
                <c:pt idx="94881">
                  <c:v>0</c:v>
                </c:pt>
                <c:pt idx="94882">
                  <c:v>0</c:v>
                </c:pt>
                <c:pt idx="94883">
                  <c:v>0</c:v>
                </c:pt>
                <c:pt idx="94884">
                  <c:v>0</c:v>
                </c:pt>
                <c:pt idx="94885">
                  <c:v>0</c:v>
                </c:pt>
                <c:pt idx="94886">
                  <c:v>0</c:v>
                </c:pt>
                <c:pt idx="94887">
                  <c:v>0</c:v>
                </c:pt>
                <c:pt idx="94888">
                  <c:v>0</c:v>
                </c:pt>
                <c:pt idx="94889">
                  <c:v>0</c:v>
                </c:pt>
                <c:pt idx="94890">
                  <c:v>0</c:v>
                </c:pt>
                <c:pt idx="94891">
                  <c:v>0</c:v>
                </c:pt>
                <c:pt idx="94892">
                  <c:v>0</c:v>
                </c:pt>
                <c:pt idx="94893">
                  <c:v>0</c:v>
                </c:pt>
                <c:pt idx="94894">
                  <c:v>0</c:v>
                </c:pt>
                <c:pt idx="94895">
                  <c:v>0</c:v>
                </c:pt>
                <c:pt idx="94896">
                  <c:v>0</c:v>
                </c:pt>
                <c:pt idx="94897">
                  <c:v>0</c:v>
                </c:pt>
                <c:pt idx="94898">
                  <c:v>0</c:v>
                </c:pt>
                <c:pt idx="94899">
                  <c:v>0</c:v>
                </c:pt>
                <c:pt idx="94900">
                  <c:v>0</c:v>
                </c:pt>
                <c:pt idx="94901">
                  <c:v>0</c:v>
                </c:pt>
                <c:pt idx="94902">
                  <c:v>0</c:v>
                </c:pt>
                <c:pt idx="94903">
                  <c:v>0</c:v>
                </c:pt>
                <c:pt idx="94904">
                  <c:v>0</c:v>
                </c:pt>
                <c:pt idx="94905">
                  <c:v>0</c:v>
                </c:pt>
                <c:pt idx="94906">
                  <c:v>0</c:v>
                </c:pt>
                <c:pt idx="94907">
                  <c:v>0</c:v>
                </c:pt>
                <c:pt idx="94908">
                  <c:v>0</c:v>
                </c:pt>
                <c:pt idx="94909">
                  <c:v>0</c:v>
                </c:pt>
                <c:pt idx="94910">
                  <c:v>0</c:v>
                </c:pt>
                <c:pt idx="94911">
                  <c:v>0</c:v>
                </c:pt>
                <c:pt idx="94912">
                  <c:v>0</c:v>
                </c:pt>
                <c:pt idx="94913">
                  <c:v>0</c:v>
                </c:pt>
                <c:pt idx="94914">
                  <c:v>0</c:v>
                </c:pt>
                <c:pt idx="94915">
                  <c:v>0</c:v>
                </c:pt>
                <c:pt idx="94916">
                  <c:v>0</c:v>
                </c:pt>
                <c:pt idx="94917">
                  <c:v>0</c:v>
                </c:pt>
                <c:pt idx="94918">
                  <c:v>0</c:v>
                </c:pt>
                <c:pt idx="94919">
                  <c:v>0</c:v>
                </c:pt>
                <c:pt idx="94920">
                  <c:v>0</c:v>
                </c:pt>
                <c:pt idx="94921">
                  <c:v>0</c:v>
                </c:pt>
                <c:pt idx="94922">
                  <c:v>0</c:v>
                </c:pt>
                <c:pt idx="94923">
                  <c:v>0</c:v>
                </c:pt>
                <c:pt idx="94924">
                  <c:v>0</c:v>
                </c:pt>
                <c:pt idx="94925">
                  <c:v>0</c:v>
                </c:pt>
                <c:pt idx="94926">
                  <c:v>0</c:v>
                </c:pt>
                <c:pt idx="94927">
                  <c:v>0</c:v>
                </c:pt>
                <c:pt idx="94928">
                  <c:v>0</c:v>
                </c:pt>
                <c:pt idx="94929">
                  <c:v>0</c:v>
                </c:pt>
                <c:pt idx="94930">
                  <c:v>0</c:v>
                </c:pt>
                <c:pt idx="94931">
                  <c:v>0</c:v>
                </c:pt>
                <c:pt idx="94932">
                  <c:v>0</c:v>
                </c:pt>
                <c:pt idx="94933">
                  <c:v>0</c:v>
                </c:pt>
                <c:pt idx="94934">
                  <c:v>0</c:v>
                </c:pt>
                <c:pt idx="94935">
                  <c:v>0</c:v>
                </c:pt>
                <c:pt idx="94936">
                  <c:v>0</c:v>
                </c:pt>
                <c:pt idx="94937">
                  <c:v>0</c:v>
                </c:pt>
                <c:pt idx="94938">
                  <c:v>0</c:v>
                </c:pt>
                <c:pt idx="94939">
                  <c:v>0</c:v>
                </c:pt>
                <c:pt idx="94940">
                  <c:v>0</c:v>
                </c:pt>
                <c:pt idx="94941">
                  <c:v>0</c:v>
                </c:pt>
                <c:pt idx="94942">
                  <c:v>0</c:v>
                </c:pt>
                <c:pt idx="94943">
                  <c:v>0</c:v>
                </c:pt>
                <c:pt idx="94944">
                  <c:v>0</c:v>
                </c:pt>
                <c:pt idx="94945">
                  <c:v>0</c:v>
                </c:pt>
                <c:pt idx="94946">
                  <c:v>0</c:v>
                </c:pt>
                <c:pt idx="94947">
                  <c:v>0</c:v>
                </c:pt>
                <c:pt idx="94948">
                  <c:v>0</c:v>
                </c:pt>
                <c:pt idx="94949">
                  <c:v>0</c:v>
                </c:pt>
                <c:pt idx="94950">
                  <c:v>0</c:v>
                </c:pt>
                <c:pt idx="94951">
                  <c:v>0</c:v>
                </c:pt>
                <c:pt idx="94952">
                  <c:v>0</c:v>
                </c:pt>
                <c:pt idx="94953">
                  <c:v>0</c:v>
                </c:pt>
                <c:pt idx="94954">
                  <c:v>0</c:v>
                </c:pt>
                <c:pt idx="94955">
                  <c:v>0</c:v>
                </c:pt>
                <c:pt idx="94956">
                  <c:v>0</c:v>
                </c:pt>
                <c:pt idx="94957">
                  <c:v>0</c:v>
                </c:pt>
                <c:pt idx="94958">
                  <c:v>0</c:v>
                </c:pt>
                <c:pt idx="94959">
                  <c:v>0</c:v>
                </c:pt>
                <c:pt idx="94960">
                  <c:v>0</c:v>
                </c:pt>
                <c:pt idx="94961">
                  <c:v>0</c:v>
                </c:pt>
                <c:pt idx="94962">
                  <c:v>0</c:v>
                </c:pt>
                <c:pt idx="94963">
                  <c:v>0</c:v>
                </c:pt>
                <c:pt idx="94964">
                  <c:v>0</c:v>
                </c:pt>
                <c:pt idx="94965">
                  <c:v>0</c:v>
                </c:pt>
                <c:pt idx="94966">
                  <c:v>0</c:v>
                </c:pt>
                <c:pt idx="94967">
                  <c:v>0</c:v>
                </c:pt>
                <c:pt idx="94968">
                  <c:v>0</c:v>
                </c:pt>
                <c:pt idx="94969">
                  <c:v>0</c:v>
                </c:pt>
                <c:pt idx="94970">
                  <c:v>0</c:v>
                </c:pt>
                <c:pt idx="94971">
                  <c:v>0</c:v>
                </c:pt>
                <c:pt idx="94972">
                  <c:v>0</c:v>
                </c:pt>
                <c:pt idx="94973">
                  <c:v>0</c:v>
                </c:pt>
                <c:pt idx="94974">
                  <c:v>0</c:v>
                </c:pt>
                <c:pt idx="94975">
                  <c:v>0</c:v>
                </c:pt>
                <c:pt idx="94976">
                  <c:v>0</c:v>
                </c:pt>
                <c:pt idx="94977">
                  <c:v>0</c:v>
                </c:pt>
                <c:pt idx="94978">
                  <c:v>0</c:v>
                </c:pt>
                <c:pt idx="94979">
                  <c:v>0</c:v>
                </c:pt>
                <c:pt idx="94980">
                  <c:v>0</c:v>
                </c:pt>
                <c:pt idx="94981">
                  <c:v>0</c:v>
                </c:pt>
                <c:pt idx="94982">
                  <c:v>0</c:v>
                </c:pt>
                <c:pt idx="94983">
                  <c:v>0</c:v>
                </c:pt>
                <c:pt idx="94984">
                  <c:v>0</c:v>
                </c:pt>
                <c:pt idx="94985">
                  <c:v>0</c:v>
                </c:pt>
                <c:pt idx="94986">
                  <c:v>0</c:v>
                </c:pt>
                <c:pt idx="94987">
                  <c:v>0</c:v>
                </c:pt>
                <c:pt idx="94988">
                  <c:v>0</c:v>
                </c:pt>
                <c:pt idx="94989">
                  <c:v>0</c:v>
                </c:pt>
                <c:pt idx="94990">
                  <c:v>0</c:v>
                </c:pt>
                <c:pt idx="94991">
                  <c:v>0</c:v>
                </c:pt>
                <c:pt idx="94992">
                  <c:v>0</c:v>
                </c:pt>
                <c:pt idx="94993">
                  <c:v>0</c:v>
                </c:pt>
                <c:pt idx="94994">
                  <c:v>0</c:v>
                </c:pt>
                <c:pt idx="94995">
                  <c:v>0</c:v>
                </c:pt>
                <c:pt idx="94996">
                  <c:v>0</c:v>
                </c:pt>
                <c:pt idx="94997">
                  <c:v>0</c:v>
                </c:pt>
                <c:pt idx="94998">
                  <c:v>0</c:v>
                </c:pt>
                <c:pt idx="94999">
                  <c:v>0</c:v>
                </c:pt>
                <c:pt idx="95000">
                  <c:v>0</c:v>
                </c:pt>
                <c:pt idx="95001">
                  <c:v>0</c:v>
                </c:pt>
                <c:pt idx="95002">
                  <c:v>0</c:v>
                </c:pt>
                <c:pt idx="95003">
                  <c:v>0</c:v>
                </c:pt>
                <c:pt idx="95004">
                  <c:v>0</c:v>
                </c:pt>
                <c:pt idx="95005">
                  <c:v>0</c:v>
                </c:pt>
                <c:pt idx="95006">
                  <c:v>0</c:v>
                </c:pt>
                <c:pt idx="95007">
                  <c:v>0</c:v>
                </c:pt>
                <c:pt idx="95008">
                  <c:v>0</c:v>
                </c:pt>
                <c:pt idx="95009">
                  <c:v>0</c:v>
                </c:pt>
                <c:pt idx="95010">
                  <c:v>0</c:v>
                </c:pt>
                <c:pt idx="95011">
                  <c:v>0</c:v>
                </c:pt>
                <c:pt idx="95012">
                  <c:v>0</c:v>
                </c:pt>
                <c:pt idx="95013">
                  <c:v>0</c:v>
                </c:pt>
                <c:pt idx="95014">
                  <c:v>0</c:v>
                </c:pt>
                <c:pt idx="95015">
                  <c:v>0</c:v>
                </c:pt>
                <c:pt idx="95016">
                  <c:v>0</c:v>
                </c:pt>
                <c:pt idx="95017">
                  <c:v>0</c:v>
                </c:pt>
                <c:pt idx="95018">
                  <c:v>0</c:v>
                </c:pt>
                <c:pt idx="95019">
                  <c:v>0</c:v>
                </c:pt>
                <c:pt idx="95020">
                  <c:v>0</c:v>
                </c:pt>
                <c:pt idx="95021">
                  <c:v>0</c:v>
                </c:pt>
                <c:pt idx="95022">
                  <c:v>0</c:v>
                </c:pt>
                <c:pt idx="95023">
                  <c:v>0</c:v>
                </c:pt>
                <c:pt idx="95024">
                  <c:v>0</c:v>
                </c:pt>
                <c:pt idx="95025">
                  <c:v>0</c:v>
                </c:pt>
                <c:pt idx="95026">
                  <c:v>0</c:v>
                </c:pt>
                <c:pt idx="95027">
                  <c:v>0</c:v>
                </c:pt>
                <c:pt idx="95028">
                  <c:v>0</c:v>
                </c:pt>
                <c:pt idx="95029">
                  <c:v>0</c:v>
                </c:pt>
                <c:pt idx="95030">
                  <c:v>0</c:v>
                </c:pt>
                <c:pt idx="95031">
                  <c:v>0</c:v>
                </c:pt>
                <c:pt idx="95032">
                  <c:v>0</c:v>
                </c:pt>
                <c:pt idx="95033">
                  <c:v>0</c:v>
                </c:pt>
                <c:pt idx="95034">
                  <c:v>0</c:v>
                </c:pt>
                <c:pt idx="95035">
                  <c:v>0</c:v>
                </c:pt>
                <c:pt idx="95036">
                  <c:v>0</c:v>
                </c:pt>
                <c:pt idx="95037">
                  <c:v>0</c:v>
                </c:pt>
                <c:pt idx="95038">
                  <c:v>0</c:v>
                </c:pt>
                <c:pt idx="95039">
                  <c:v>0</c:v>
                </c:pt>
                <c:pt idx="95040">
                  <c:v>0</c:v>
                </c:pt>
                <c:pt idx="95041">
                  <c:v>0</c:v>
                </c:pt>
                <c:pt idx="95042">
                  <c:v>0</c:v>
                </c:pt>
                <c:pt idx="95043">
                  <c:v>0</c:v>
                </c:pt>
                <c:pt idx="95044">
                  <c:v>0</c:v>
                </c:pt>
                <c:pt idx="95045">
                  <c:v>0</c:v>
                </c:pt>
                <c:pt idx="95046">
                  <c:v>0</c:v>
                </c:pt>
                <c:pt idx="95047">
                  <c:v>0</c:v>
                </c:pt>
                <c:pt idx="95048">
                  <c:v>0</c:v>
                </c:pt>
                <c:pt idx="95049">
                  <c:v>0</c:v>
                </c:pt>
                <c:pt idx="95050">
                  <c:v>0</c:v>
                </c:pt>
                <c:pt idx="95051">
                  <c:v>0</c:v>
                </c:pt>
                <c:pt idx="95052">
                  <c:v>0</c:v>
                </c:pt>
                <c:pt idx="95053">
                  <c:v>0</c:v>
                </c:pt>
                <c:pt idx="95054">
                  <c:v>0</c:v>
                </c:pt>
                <c:pt idx="95055">
                  <c:v>0</c:v>
                </c:pt>
                <c:pt idx="95056">
                  <c:v>0</c:v>
                </c:pt>
                <c:pt idx="95057">
                  <c:v>0</c:v>
                </c:pt>
                <c:pt idx="95058">
                  <c:v>0</c:v>
                </c:pt>
                <c:pt idx="95059">
                  <c:v>0</c:v>
                </c:pt>
                <c:pt idx="95060">
                  <c:v>0</c:v>
                </c:pt>
                <c:pt idx="95061">
                  <c:v>0</c:v>
                </c:pt>
                <c:pt idx="95062">
                  <c:v>0</c:v>
                </c:pt>
                <c:pt idx="95063">
                  <c:v>0</c:v>
                </c:pt>
                <c:pt idx="95064">
                  <c:v>0</c:v>
                </c:pt>
                <c:pt idx="95065">
                  <c:v>0</c:v>
                </c:pt>
                <c:pt idx="95066">
                  <c:v>0</c:v>
                </c:pt>
                <c:pt idx="95067">
                  <c:v>0</c:v>
                </c:pt>
                <c:pt idx="95068">
                  <c:v>0</c:v>
                </c:pt>
                <c:pt idx="95069">
                  <c:v>0</c:v>
                </c:pt>
                <c:pt idx="95070">
                  <c:v>0</c:v>
                </c:pt>
                <c:pt idx="95071">
                  <c:v>0</c:v>
                </c:pt>
                <c:pt idx="95072">
                  <c:v>0</c:v>
                </c:pt>
                <c:pt idx="95073">
                  <c:v>0</c:v>
                </c:pt>
                <c:pt idx="95074">
                  <c:v>0</c:v>
                </c:pt>
                <c:pt idx="95075">
                  <c:v>0</c:v>
                </c:pt>
                <c:pt idx="95076">
                  <c:v>0</c:v>
                </c:pt>
                <c:pt idx="95077">
                  <c:v>0</c:v>
                </c:pt>
                <c:pt idx="95078">
                  <c:v>0</c:v>
                </c:pt>
                <c:pt idx="95079">
                  <c:v>0</c:v>
                </c:pt>
                <c:pt idx="95080">
                  <c:v>0</c:v>
                </c:pt>
                <c:pt idx="95081">
                  <c:v>0</c:v>
                </c:pt>
                <c:pt idx="95082">
                  <c:v>0</c:v>
                </c:pt>
                <c:pt idx="95083">
                  <c:v>0</c:v>
                </c:pt>
                <c:pt idx="95084">
                  <c:v>0</c:v>
                </c:pt>
                <c:pt idx="95085">
                  <c:v>0</c:v>
                </c:pt>
                <c:pt idx="95086">
                  <c:v>0</c:v>
                </c:pt>
                <c:pt idx="95087">
                  <c:v>0</c:v>
                </c:pt>
                <c:pt idx="95088">
                  <c:v>0</c:v>
                </c:pt>
                <c:pt idx="95089">
                  <c:v>0</c:v>
                </c:pt>
                <c:pt idx="95090">
                  <c:v>0</c:v>
                </c:pt>
                <c:pt idx="95091">
                  <c:v>0</c:v>
                </c:pt>
                <c:pt idx="95092">
                  <c:v>0</c:v>
                </c:pt>
                <c:pt idx="95093">
                  <c:v>0</c:v>
                </c:pt>
                <c:pt idx="95094">
                  <c:v>0</c:v>
                </c:pt>
                <c:pt idx="95095">
                  <c:v>0</c:v>
                </c:pt>
                <c:pt idx="95096">
                  <c:v>0</c:v>
                </c:pt>
                <c:pt idx="95097">
                  <c:v>0</c:v>
                </c:pt>
                <c:pt idx="95098">
                  <c:v>0</c:v>
                </c:pt>
                <c:pt idx="95099">
                  <c:v>0</c:v>
                </c:pt>
                <c:pt idx="95100">
                  <c:v>0</c:v>
                </c:pt>
                <c:pt idx="95101">
                  <c:v>0</c:v>
                </c:pt>
                <c:pt idx="95102">
                  <c:v>0</c:v>
                </c:pt>
                <c:pt idx="95103">
                  <c:v>0</c:v>
                </c:pt>
                <c:pt idx="95104">
                  <c:v>0</c:v>
                </c:pt>
                <c:pt idx="95105">
                  <c:v>0</c:v>
                </c:pt>
                <c:pt idx="95106">
                  <c:v>0</c:v>
                </c:pt>
                <c:pt idx="95107">
                  <c:v>0</c:v>
                </c:pt>
                <c:pt idx="95108">
                  <c:v>0</c:v>
                </c:pt>
                <c:pt idx="95109">
                  <c:v>0</c:v>
                </c:pt>
                <c:pt idx="95110">
                  <c:v>0</c:v>
                </c:pt>
                <c:pt idx="95111">
                  <c:v>0</c:v>
                </c:pt>
                <c:pt idx="95112">
                  <c:v>0</c:v>
                </c:pt>
                <c:pt idx="95113">
                  <c:v>0</c:v>
                </c:pt>
                <c:pt idx="95114">
                  <c:v>0</c:v>
                </c:pt>
                <c:pt idx="95115">
                  <c:v>0</c:v>
                </c:pt>
                <c:pt idx="95116">
                  <c:v>0</c:v>
                </c:pt>
                <c:pt idx="95117">
                  <c:v>0</c:v>
                </c:pt>
                <c:pt idx="95118">
                  <c:v>0</c:v>
                </c:pt>
                <c:pt idx="95119">
                  <c:v>0</c:v>
                </c:pt>
                <c:pt idx="95120">
                  <c:v>0</c:v>
                </c:pt>
                <c:pt idx="95121">
                  <c:v>0</c:v>
                </c:pt>
                <c:pt idx="95122">
                  <c:v>0</c:v>
                </c:pt>
                <c:pt idx="95123">
                  <c:v>0</c:v>
                </c:pt>
                <c:pt idx="95124">
                  <c:v>0</c:v>
                </c:pt>
                <c:pt idx="95125">
                  <c:v>0</c:v>
                </c:pt>
                <c:pt idx="95126">
                  <c:v>0</c:v>
                </c:pt>
                <c:pt idx="95127">
                  <c:v>0</c:v>
                </c:pt>
                <c:pt idx="95128">
                  <c:v>0</c:v>
                </c:pt>
                <c:pt idx="95129">
                  <c:v>0</c:v>
                </c:pt>
                <c:pt idx="95130">
                  <c:v>0</c:v>
                </c:pt>
                <c:pt idx="95131">
                  <c:v>0</c:v>
                </c:pt>
                <c:pt idx="95132">
                  <c:v>0</c:v>
                </c:pt>
                <c:pt idx="95133">
                  <c:v>0</c:v>
                </c:pt>
                <c:pt idx="95134">
                  <c:v>0</c:v>
                </c:pt>
                <c:pt idx="95135">
                  <c:v>0</c:v>
                </c:pt>
                <c:pt idx="95136">
                  <c:v>0</c:v>
                </c:pt>
                <c:pt idx="95137">
                  <c:v>0</c:v>
                </c:pt>
                <c:pt idx="95138">
                  <c:v>0</c:v>
                </c:pt>
                <c:pt idx="95139">
                  <c:v>0</c:v>
                </c:pt>
                <c:pt idx="95140">
                  <c:v>0</c:v>
                </c:pt>
                <c:pt idx="95141">
                  <c:v>0</c:v>
                </c:pt>
                <c:pt idx="95142">
                  <c:v>0</c:v>
                </c:pt>
                <c:pt idx="95143">
                  <c:v>0</c:v>
                </c:pt>
                <c:pt idx="95144">
                  <c:v>0</c:v>
                </c:pt>
                <c:pt idx="95145">
                  <c:v>0</c:v>
                </c:pt>
                <c:pt idx="95146">
                  <c:v>0</c:v>
                </c:pt>
                <c:pt idx="95147">
                  <c:v>0</c:v>
                </c:pt>
                <c:pt idx="95148">
                  <c:v>0</c:v>
                </c:pt>
                <c:pt idx="95149">
                  <c:v>0</c:v>
                </c:pt>
                <c:pt idx="95150">
                  <c:v>0</c:v>
                </c:pt>
                <c:pt idx="95151">
                  <c:v>0</c:v>
                </c:pt>
                <c:pt idx="95152">
                  <c:v>0</c:v>
                </c:pt>
                <c:pt idx="95153">
                  <c:v>0</c:v>
                </c:pt>
                <c:pt idx="95154">
                  <c:v>0</c:v>
                </c:pt>
                <c:pt idx="95155">
                  <c:v>0</c:v>
                </c:pt>
                <c:pt idx="95156">
                  <c:v>0</c:v>
                </c:pt>
                <c:pt idx="95157">
                  <c:v>0</c:v>
                </c:pt>
                <c:pt idx="95158">
                  <c:v>0</c:v>
                </c:pt>
                <c:pt idx="95159">
                  <c:v>0</c:v>
                </c:pt>
                <c:pt idx="95160">
                  <c:v>0</c:v>
                </c:pt>
                <c:pt idx="95161">
                  <c:v>0</c:v>
                </c:pt>
                <c:pt idx="95162">
                  <c:v>0</c:v>
                </c:pt>
                <c:pt idx="95163">
                  <c:v>0</c:v>
                </c:pt>
                <c:pt idx="95164">
                  <c:v>0</c:v>
                </c:pt>
                <c:pt idx="95165">
                  <c:v>0</c:v>
                </c:pt>
                <c:pt idx="95166">
                  <c:v>0</c:v>
                </c:pt>
                <c:pt idx="95167">
                  <c:v>0</c:v>
                </c:pt>
                <c:pt idx="95168">
                  <c:v>0</c:v>
                </c:pt>
                <c:pt idx="95169">
                  <c:v>0</c:v>
                </c:pt>
                <c:pt idx="95170">
                  <c:v>0</c:v>
                </c:pt>
                <c:pt idx="95171">
                  <c:v>0</c:v>
                </c:pt>
                <c:pt idx="95172">
                  <c:v>0</c:v>
                </c:pt>
                <c:pt idx="95173">
                  <c:v>0</c:v>
                </c:pt>
                <c:pt idx="95174">
                  <c:v>0</c:v>
                </c:pt>
                <c:pt idx="95175">
                  <c:v>0</c:v>
                </c:pt>
                <c:pt idx="95176">
                  <c:v>0</c:v>
                </c:pt>
                <c:pt idx="95177">
                  <c:v>0</c:v>
                </c:pt>
                <c:pt idx="95178">
                  <c:v>0</c:v>
                </c:pt>
                <c:pt idx="95179">
                  <c:v>0</c:v>
                </c:pt>
                <c:pt idx="95180">
                  <c:v>0</c:v>
                </c:pt>
                <c:pt idx="95181">
                  <c:v>0</c:v>
                </c:pt>
                <c:pt idx="95182">
                  <c:v>0</c:v>
                </c:pt>
                <c:pt idx="95183">
                  <c:v>0</c:v>
                </c:pt>
                <c:pt idx="95184">
                  <c:v>0</c:v>
                </c:pt>
                <c:pt idx="95185">
                  <c:v>0</c:v>
                </c:pt>
                <c:pt idx="95186">
                  <c:v>0</c:v>
                </c:pt>
                <c:pt idx="95187">
                  <c:v>0</c:v>
                </c:pt>
                <c:pt idx="95188">
                  <c:v>0</c:v>
                </c:pt>
                <c:pt idx="95189">
                  <c:v>0</c:v>
                </c:pt>
                <c:pt idx="95190">
                  <c:v>0</c:v>
                </c:pt>
                <c:pt idx="95191">
                  <c:v>0</c:v>
                </c:pt>
                <c:pt idx="95192">
                  <c:v>0</c:v>
                </c:pt>
                <c:pt idx="95193">
                  <c:v>0</c:v>
                </c:pt>
                <c:pt idx="95194">
                  <c:v>0</c:v>
                </c:pt>
                <c:pt idx="95195">
                  <c:v>0</c:v>
                </c:pt>
                <c:pt idx="95196">
                  <c:v>0</c:v>
                </c:pt>
                <c:pt idx="95197">
                  <c:v>0</c:v>
                </c:pt>
                <c:pt idx="95198">
                  <c:v>0</c:v>
                </c:pt>
                <c:pt idx="95199">
                  <c:v>0</c:v>
                </c:pt>
                <c:pt idx="95200">
                  <c:v>0</c:v>
                </c:pt>
                <c:pt idx="95201">
                  <c:v>0</c:v>
                </c:pt>
                <c:pt idx="95202">
                  <c:v>0</c:v>
                </c:pt>
                <c:pt idx="95203">
                  <c:v>0</c:v>
                </c:pt>
                <c:pt idx="95204">
                  <c:v>0</c:v>
                </c:pt>
                <c:pt idx="95205">
                  <c:v>0</c:v>
                </c:pt>
                <c:pt idx="95206">
                  <c:v>0</c:v>
                </c:pt>
                <c:pt idx="95207">
                  <c:v>0</c:v>
                </c:pt>
                <c:pt idx="95208">
                  <c:v>0</c:v>
                </c:pt>
                <c:pt idx="95209">
                  <c:v>0</c:v>
                </c:pt>
                <c:pt idx="95210">
                  <c:v>0</c:v>
                </c:pt>
                <c:pt idx="95211">
                  <c:v>0</c:v>
                </c:pt>
                <c:pt idx="95212">
                  <c:v>0</c:v>
                </c:pt>
                <c:pt idx="95213">
                  <c:v>0</c:v>
                </c:pt>
                <c:pt idx="95214">
                  <c:v>0</c:v>
                </c:pt>
                <c:pt idx="95215">
                  <c:v>0</c:v>
                </c:pt>
                <c:pt idx="95216">
                  <c:v>0</c:v>
                </c:pt>
                <c:pt idx="95217">
                  <c:v>0</c:v>
                </c:pt>
                <c:pt idx="95218">
                  <c:v>0</c:v>
                </c:pt>
                <c:pt idx="95219">
                  <c:v>0</c:v>
                </c:pt>
                <c:pt idx="95220">
                  <c:v>0</c:v>
                </c:pt>
                <c:pt idx="95221">
                  <c:v>0</c:v>
                </c:pt>
                <c:pt idx="95222">
                  <c:v>0</c:v>
                </c:pt>
                <c:pt idx="95223">
                  <c:v>0</c:v>
                </c:pt>
                <c:pt idx="95224">
                  <c:v>0</c:v>
                </c:pt>
                <c:pt idx="95225">
                  <c:v>0</c:v>
                </c:pt>
                <c:pt idx="95226">
                  <c:v>0</c:v>
                </c:pt>
                <c:pt idx="95227">
                  <c:v>0</c:v>
                </c:pt>
                <c:pt idx="95228">
                  <c:v>0</c:v>
                </c:pt>
                <c:pt idx="95229">
                  <c:v>0</c:v>
                </c:pt>
                <c:pt idx="95230">
                  <c:v>0</c:v>
                </c:pt>
                <c:pt idx="95231">
                  <c:v>0</c:v>
                </c:pt>
                <c:pt idx="95232">
                  <c:v>0</c:v>
                </c:pt>
                <c:pt idx="95233">
                  <c:v>0</c:v>
                </c:pt>
                <c:pt idx="95234">
                  <c:v>0</c:v>
                </c:pt>
                <c:pt idx="95235">
                  <c:v>0</c:v>
                </c:pt>
                <c:pt idx="95236">
                  <c:v>0</c:v>
                </c:pt>
                <c:pt idx="95237">
                  <c:v>0</c:v>
                </c:pt>
                <c:pt idx="95238">
                  <c:v>0</c:v>
                </c:pt>
                <c:pt idx="95239">
                  <c:v>0</c:v>
                </c:pt>
                <c:pt idx="95240">
                  <c:v>0</c:v>
                </c:pt>
                <c:pt idx="95241">
                  <c:v>0</c:v>
                </c:pt>
                <c:pt idx="95242">
                  <c:v>0</c:v>
                </c:pt>
                <c:pt idx="95243">
                  <c:v>0</c:v>
                </c:pt>
                <c:pt idx="95244">
                  <c:v>0</c:v>
                </c:pt>
                <c:pt idx="95245">
                  <c:v>0</c:v>
                </c:pt>
                <c:pt idx="95246">
                  <c:v>0</c:v>
                </c:pt>
                <c:pt idx="95247">
                  <c:v>0</c:v>
                </c:pt>
                <c:pt idx="95248">
                  <c:v>0</c:v>
                </c:pt>
                <c:pt idx="95249">
                  <c:v>0</c:v>
                </c:pt>
                <c:pt idx="95250">
                  <c:v>0</c:v>
                </c:pt>
                <c:pt idx="95251">
                  <c:v>0</c:v>
                </c:pt>
                <c:pt idx="95252">
                  <c:v>0</c:v>
                </c:pt>
                <c:pt idx="95253">
                  <c:v>0</c:v>
                </c:pt>
                <c:pt idx="95254">
                  <c:v>0</c:v>
                </c:pt>
                <c:pt idx="95255">
                  <c:v>0</c:v>
                </c:pt>
                <c:pt idx="95256">
                  <c:v>0</c:v>
                </c:pt>
                <c:pt idx="95257">
                  <c:v>0</c:v>
                </c:pt>
                <c:pt idx="95258">
                  <c:v>0</c:v>
                </c:pt>
                <c:pt idx="95259">
                  <c:v>0</c:v>
                </c:pt>
                <c:pt idx="95260">
                  <c:v>0</c:v>
                </c:pt>
                <c:pt idx="95261">
                  <c:v>0</c:v>
                </c:pt>
                <c:pt idx="95262">
                  <c:v>0</c:v>
                </c:pt>
                <c:pt idx="95263">
                  <c:v>0</c:v>
                </c:pt>
                <c:pt idx="95264">
                  <c:v>0</c:v>
                </c:pt>
                <c:pt idx="95265">
                  <c:v>0</c:v>
                </c:pt>
                <c:pt idx="95266">
                  <c:v>0</c:v>
                </c:pt>
                <c:pt idx="95267">
                  <c:v>0</c:v>
                </c:pt>
                <c:pt idx="95268">
                  <c:v>0</c:v>
                </c:pt>
                <c:pt idx="95269">
                  <c:v>0</c:v>
                </c:pt>
                <c:pt idx="95270">
                  <c:v>0</c:v>
                </c:pt>
                <c:pt idx="95271">
                  <c:v>0</c:v>
                </c:pt>
                <c:pt idx="95272">
                  <c:v>0</c:v>
                </c:pt>
                <c:pt idx="95273">
                  <c:v>0</c:v>
                </c:pt>
                <c:pt idx="95274">
                  <c:v>0</c:v>
                </c:pt>
                <c:pt idx="95275">
                  <c:v>0</c:v>
                </c:pt>
                <c:pt idx="95276">
                  <c:v>0</c:v>
                </c:pt>
                <c:pt idx="95277">
                  <c:v>0</c:v>
                </c:pt>
                <c:pt idx="95278">
                  <c:v>0</c:v>
                </c:pt>
                <c:pt idx="95279">
                  <c:v>0</c:v>
                </c:pt>
                <c:pt idx="95280">
                  <c:v>0</c:v>
                </c:pt>
                <c:pt idx="95281">
                  <c:v>0</c:v>
                </c:pt>
                <c:pt idx="95282">
                  <c:v>0</c:v>
                </c:pt>
                <c:pt idx="95283">
                  <c:v>0</c:v>
                </c:pt>
                <c:pt idx="95284">
                  <c:v>0</c:v>
                </c:pt>
                <c:pt idx="95285">
                  <c:v>0</c:v>
                </c:pt>
                <c:pt idx="95286">
                  <c:v>0</c:v>
                </c:pt>
                <c:pt idx="95287">
                  <c:v>0</c:v>
                </c:pt>
                <c:pt idx="95288">
                  <c:v>0</c:v>
                </c:pt>
                <c:pt idx="95289">
                  <c:v>0</c:v>
                </c:pt>
                <c:pt idx="95290">
                  <c:v>0</c:v>
                </c:pt>
                <c:pt idx="95291">
                  <c:v>0</c:v>
                </c:pt>
                <c:pt idx="95292">
                  <c:v>0</c:v>
                </c:pt>
                <c:pt idx="95293">
                  <c:v>0</c:v>
                </c:pt>
                <c:pt idx="95294">
                  <c:v>0</c:v>
                </c:pt>
                <c:pt idx="95295">
                  <c:v>0</c:v>
                </c:pt>
                <c:pt idx="95296">
                  <c:v>0</c:v>
                </c:pt>
                <c:pt idx="95297">
                  <c:v>0</c:v>
                </c:pt>
                <c:pt idx="95298">
                  <c:v>0</c:v>
                </c:pt>
                <c:pt idx="95299">
                  <c:v>0</c:v>
                </c:pt>
                <c:pt idx="95300">
                  <c:v>0</c:v>
                </c:pt>
                <c:pt idx="95301">
                  <c:v>0</c:v>
                </c:pt>
                <c:pt idx="95302">
                  <c:v>0</c:v>
                </c:pt>
                <c:pt idx="95303">
                  <c:v>0</c:v>
                </c:pt>
                <c:pt idx="95304">
                  <c:v>0</c:v>
                </c:pt>
                <c:pt idx="95305">
                  <c:v>0</c:v>
                </c:pt>
                <c:pt idx="95306">
                  <c:v>0</c:v>
                </c:pt>
                <c:pt idx="95307">
                  <c:v>0</c:v>
                </c:pt>
                <c:pt idx="95308">
                  <c:v>0</c:v>
                </c:pt>
                <c:pt idx="95309">
                  <c:v>0</c:v>
                </c:pt>
                <c:pt idx="95310">
                  <c:v>0</c:v>
                </c:pt>
                <c:pt idx="95311">
                  <c:v>0</c:v>
                </c:pt>
                <c:pt idx="95312">
                  <c:v>0</c:v>
                </c:pt>
                <c:pt idx="95313">
                  <c:v>0</c:v>
                </c:pt>
                <c:pt idx="95314">
                  <c:v>0</c:v>
                </c:pt>
                <c:pt idx="95315">
                  <c:v>0</c:v>
                </c:pt>
                <c:pt idx="95316">
                  <c:v>0</c:v>
                </c:pt>
                <c:pt idx="95317">
                  <c:v>0</c:v>
                </c:pt>
                <c:pt idx="95318">
                  <c:v>0</c:v>
                </c:pt>
                <c:pt idx="95319">
                  <c:v>0</c:v>
                </c:pt>
                <c:pt idx="95320">
                  <c:v>0</c:v>
                </c:pt>
                <c:pt idx="95321">
                  <c:v>0</c:v>
                </c:pt>
                <c:pt idx="95322">
                  <c:v>0</c:v>
                </c:pt>
                <c:pt idx="95323">
                  <c:v>0</c:v>
                </c:pt>
                <c:pt idx="95324">
                  <c:v>0</c:v>
                </c:pt>
                <c:pt idx="95325">
                  <c:v>0</c:v>
                </c:pt>
                <c:pt idx="95326">
                  <c:v>0</c:v>
                </c:pt>
                <c:pt idx="95327">
                  <c:v>0</c:v>
                </c:pt>
                <c:pt idx="95328">
                  <c:v>0</c:v>
                </c:pt>
                <c:pt idx="95329">
                  <c:v>0</c:v>
                </c:pt>
                <c:pt idx="95330">
                  <c:v>0</c:v>
                </c:pt>
                <c:pt idx="95331">
                  <c:v>0</c:v>
                </c:pt>
                <c:pt idx="95332">
                  <c:v>0</c:v>
                </c:pt>
                <c:pt idx="95333">
                  <c:v>0</c:v>
                </c:pt>
                <c:pt idx="95334">
                  <c:v>0</c:v>
                </c:pt>
                <c:pt idx="95335">
                  <c:v>0</c:v>
                </c:pt>
                <c:pt idx="95336">
                  <c:v>0</c:v>
                </c:pt>
                <c:pt idx="95337">
                  <c:v>0</c:v>
                </c:pt>
                <c:pt idx="95338">
                  <c:v>0</c:v>
                </c:pt>
                <c:pt idx="95339">
                  <c:v>0</c:v>
                </c:pt>
                <c:pt idx="95340">
                  <c:v>0</c:v>
                </c:pt>
                <c:pt idx="95341">
                  <c:v>0</c:v>
                </c:pt>
                <c:pt idx="95342">
                  <c:v>0</c:v>
                </c:pt>
                <c:pt idx="95343">
                  <c:v>0</c:v>
                </c:pt>
                <c:pt idx="95344">
                  <c:v>0</c:v>
                </c:pt>
                <c:pt idx="95345">
                  <c:v>0</c:v>
                </c:pt>
                <c:pt idx="95346">
                  <c:v>0</c:v>
                </c:pt>
                <c:pt idx="95347">
                  <c:v>0</c:v>
                </c:pt>
                <c:pt idx="95348">
                  <c:v>0</c:v>
                </c:pt>
                <c:pt idx="95349">
                  <c:v>0</c:v>
                </c:pt>
                <c:pt idx="95350">
                  <c:v>0</c:v>
                </c:pt>
                <c:pt idx="95351">
                  <c:v>0</c:v>
                </c:pt>
                <c:pt idx="95352">
                  <c:v>0</c:v>
                </c:pt>
                <c:pt idx="95353">
                  <c:v>0</c:v>
                </c:pt>
                <c:pt idx="95354">
                  <c:v>0</c:v>
                </c:pt>
                <c:pt idx="95355">
                  <c:v>0</c:v>
                </c:pt>
                <c:pt idx="95356">
                  <c:v>0</c:v>
                </c:pt>
                <c:pt idx="95357">
                  <c:v>0</c:v>
                </c:pt>
                <c:pt idx="95358">
                  <c:v>0</c:v>
                </c:pt>
                <c:pt idx="95359">
                  <c:v>0</c:v>
                </c:pt>
                <c:pt idx="95360">
                  <c:v>0</c:v>
                </c:pt>
                <c:pt idx="95361">
                  <c:v>0</c:v>
                </c:pt>
                <c:pt idx="95362">
                  <c:v>0</c:v>
                </c:pt>
                <c:pt idx="95363">
                  <c:v>0</c:v>
                </c:pt>
                <c:pt idx="95364">
                  <c:v>0</c:v>
                </c:pt>
                <c:pt idx="95365">
                  <c:v>0</c:v>
                </c:pt>
                <c:pt idx="95366">
                  <c:v>0</c:v>
                </c:pt>
                <c:pt idx="95367">
                  <c:v>0</c:v>
                </c:pt>
                <c:pt idx="95368">
                  <c:v>0</c:v>
                </c:pt>
                <c:pt idx="95369">
                  <c:v>0</c:v>
                </c:pt>
                <c:pt idx="95370">
                  <c:v>0</c:v>
                </c:pt>
                <c:pt idx="95371">
                  <c:v>0</c:v>
                </c:pt>
                <c:pt idx="95372">
                  <c:v>0</c:v>
                </c:pt>
                <c:pt idx="95373">
                  <c:v>0</c:v>
                </c:pt>
                <c:pt idx="95374">
                  <c:v>0</c:v>
                </c:pt>
                <c:pt idx="95375">
                  <c:v>0</c:v>
                </c:pt>
                <c:pt idx="95376">
                  <c:v>0</c:v>
                </c:pt>
                <c:pt idx="95377">
                  <c:v>0</c:v>
                </c:pt>
                <c:pt idx="95378">
                  <c:v>0</c:v>
                </c:pt>
                <c:pt idx="95379">
                  <c:v>0</c:v>
                </c:pt>
                <c:pt idx="95380">
                  <c:v>0</c:v>
                </c:pt>
                <c:pt idx="95381">
                  <c:v>0</c:v>
                </c:pt>
                <c:pt idx="95382">
                  <c:v>0</c:v>
                </c:pt>
                <c:pt idx="95383">
                  <c:v>0</c:v>
                </c:pt>
                <c:pt idx="95384">
                  <c:v>0</c:v>
                </c:pt>
                <c:pt idx="95385">
                  <c:v>0</c:v>
                </c:pt>
                <c:pt idx="95386">
                  <c:v>0</c:v>
                </c:pt>
                <c:pt idx="95387">
                  <c:v>0</c:v>
                </c:pt>
                <c:pt idx="95388">
                  <c:v>0</c:v>
                </c:pt>
                <c:pt idx="95389">
                  <c:v>0</c:v>
                </c:pt>
                <c:pt idx="95390">
                  <c:v>0</c:v>
                </c:pt>
                <c:pt idx="95391">
                  <c:v>0</c:v>
                </c:pt>
                <c:pt idx="95392">
                  <c:v>0</c:v>
                </c:pt>
                <c:pt idx="95393">
                  <c:v>0</c:v>
                </c:pt>
                <c:pt idx="95394">
                  <c:v>0</c:v>
                </c:pt>
                <c:pt idx="95395">
                  <c:v>0</c:v>
                </c:pt>
                <c:pt idx="95396">
                  <c:v>0</c:v>
                </c:pt>
                <c:pt idx="95397">
                  <c:v>0</c:v>
                </c:pt>
                <c:pt idx="95398">
                  <c:v>0</c:v>
                </c:pt>
                <c:pt idx="95399">
                  <c:v>0</c:v>
                </c:pt>
                <c:pt idx="95400">
                  <c:v>0</c:v>
                </c:pt>
                <c:pt idx="95401">
                  <c:v>0</c:v>
                </c:pt>
                <c:pt idx="95402">
                  <c:v>0</c:v>
                </c:pt>
                <c:pt idx="95403">
                  <c:v>0</c:v>
                </c:pt>
                <c:pt idx="95404">
                  <c:v>0</c:v>
                </c:pt>
                <c:pt idx="95405">
                  <c:v>0</c:v>
                </c:pt>
                <c:pt idx="95406">
                  <c:v>0</c:v>
                </c:pt>
                <c:pt idx="95407">
                  <c:v>0</c:v>
                </c:pt>
                <c:pt idx="95408">
                  <c:v>0</c:v>
                </c:pt>
                <c:pt idx="95409">
                  <c:v>0</c:v>
                </c:pt>
                <c:pt idx="95410">
                  <c:v>0</c:v>
                </c:pt>
                <c:pt idx="95411">
                  <c:v>0</c:v>
                </c:pt>
                <c:pt idx="95412">
                  <c:v>0</c:v>
                </c:pt>
                <c:pt idx="95413">
                  <c:v>0</c:v>
                </c:pt>
                <c:pt idx="95414">
                  <c:v>0</c:v>
                </c:pt>
                <c:pt idx="95415">
                  <c:v>0</c:v>
                </c:pt>
                <c:pt idx="95416">
                  <c:v>0</c:v>
                </c:pt>
                <c:pt idx="95417">
                  <c:v>0</c:v>
                </c:pt>
                <c:pt idx="95418">
                  <c:v>0</c:v>
                </c:pt>
                <c:pt idx="95419">
                  <c:v>0</c:v>
                </c:pt>
                <c:pt idx="95420">
                  <c:v>0</c:v>
                </c:pt>
                <c:pt idx="95421">
                  <c:v>0</c:v>
                </c:pt>
                <c:pt idx="95422">
                  <c:v>0</c:v>
                </c:pt>
                <c:pt idx="95423">
                  <c:v>0</c:v>
                </c:pt>
                <c:pt idx="95424">
                  <c:v>0</c:v>
                </c:pt>
                <c:pt idx="95425">
                  <c:v>0</c:v>
                </c:pt>
                <c:pt idx="95426">
                  <c:v>0</c:v>
                </c:pt>
                <c:pt idx="95427">
                  <c:v>0</c:v>
                </c:pt>
                <c:pt idx="95428">
                  <c:v>0</c:v>
                </c:pt>
                <c:pt idx="95429">
                  <c:v>0</c:v>
                </c:pt>
                <c:pt idx="95430">
                  <c:v>0</c:v>
                </c:pt>
                <c:pt idx="95431">
                  <c:v>0</c:v>
                </c:pt>
                <c:pt idx="95432">
                  <c:v>0</c:v>
                </c:pt>
                <c:pt idx="95433">
                  <c:v>0</c:v>
                </c:pt>
                <c:pt idx="95434">
                  <c:v>0</c:v>
                </c:pt>
                <c:pt idx="95435">
                  <c:v>0</c:v>
                </c:pt>
                <c:pt idx="95436">
                  <c:v>0</c:v>
                </c:pt>
                <c:pt idx="95437">
                  <c:v>0</c:v>
                </c:pt>
                <c:pt idx="95438">
                  <c:v>0</c:v>
                </c:pt>
                <c:pt idx="95439">
                  <c:v>0</c:v>
                </c:pt>
                <c:pt idx="95440">
                  <c:v>0</c:v>
                </c:pt>
                <c:pt idx="95441">
                  <c:v>0</c:v>
                </c:pt>
                <c:pt idx="95442">
                  <c:v>0</c:v>
                </c:pt>
                <c:pt idx="95443">
                  <c:v>0</c:v>
                </c:pt>
                <c:pt idx="95444">
                  <c:v>0</c:v>
                </c:pt>
                <c:pt idx="95445">
                  <c:v>0</c:v>
                </c:pt>
                <c:pt idx="95446">
                  <c:v>0</c:v>
                </c:pt>
                <c:pt idx="95447">
                  <c:v>0</c:v>
                </c:pt>
                <c:pt idx="95448">
                  <c:v>0</c:v>
                </c:pt>
                <c:pt idx="95449">
                  <c:v>0</c:v>
                </c:pt>
                <c:pt idx="95450">
                  <c:v>0</c:v>
                </c:pt>
                <c:pt idx="95451">
                  <c:v>0</c:v>
                </c:pt>
                <c:pt idx="95452">
                  <c:v>0</c:v>
                </c:pt>
                <c:pt idx="95453">
                  <c:v>0</c:v>
                </c:pt>
                <c:pt idx="95454">
                  <c:v>0</c:v>
                </c:pt>
                <c:pt idx="95455">
                  <c:v>0</c:v>
                </c:pt>
                <c:pt idx="95456">
                  <c:v>0</c:v>
                </c:pt>
                <c:pt idx="95457">
                  <c:v>0</c:v>
                </c:pt>
                <c:pt idx="95458">
                  <c:v>0</c:v>
                </c:pt>
                <c:pt idx="95459">
                  <c:v>0</c:v>
                </c:pt>
                <c:pt idx="95460">
                  <c:v>0</c:v>
                </c:pt>
                <c:pt idx="95461">
                  <c:v>0</c:v>
                </c:pt>
                <c:pt idx="95462">
                  <c:v>0</c:v>
                </c:pt>
                <c:pt idx="95463">
                  <c:v>0</c:v>
                </c:pt>
                <c:pt idx="95464">
                  <c:v>0</c:v>
                </c:pt>
                <c:pt idx="95465">
                  <c:v>0</c:v>
                </c:pt>
                <c:pt idx="95466">
                  <c:v>0</c:v>
                </c:pt>
                <c:pt idx="95467">
                  <c:v>0</c:v>
                </c:pt>
                <c:pt idx="95468">
                  <c:v>0</c:v>
                </c:pt>
                <c:pt idx="95469">
                  <c:v>0</c:v>
                </c:pt>
                <c:pt idx="95470">
                  <c:v>0</c:v>
                </c:pt>
                <c:pt idx="95471">
                  <c:v>0</c:v>
                </c:pt>
                <c:pt idx="95472">
                  <c:v>0</c:v>
                </c:pt>
                <c:pt idx="95473">
                  <c:v>0</c:v>
                </c:pt>
                <c:pt idx="95474">
                  <c:v>0</c:v>
                </c:pt>
                <c:pt idx="95475">
                  <c:v>0</c:v>
                </c:pt>
                <c:pt idx="95476">
                  <c:v>0</c:v>
                </c:pt>
                <c:pt idx="95477">
                  <c:v>0</c:v>
                </c:pt>
                <c:pt idx="95478">
                  <c:v>0</c:v>
                </c:pt>
                <c:pt idx="95479">
                  <c:v>0</c:v>
                </c:pt>
                <c:pt idx="95480">
                  <c:v>0</c:v>
                </c:pt>
                <c:pt idx="95481">
                  <c:v>0</c:v>
                </c:pt>
                <c:pt idx="95482">
                  <c:v>0</c:v>
                </c:pt>
                <c:pt idx="95483">
                  <c:v>0</c:v>
                </c:pt>
                <c:pt idx="95484">
                  <c:v>0</c:v>
                </c:pt>
                <c:pt idx="95485">
                  <c:v>0</c:v>
                </c:pt>
                <c:pt idx="95486">
                  <c:v>0</c:v>
                </c:pt>
                <c:pt idx="95487">
                  <c:v>0</c:v>
                </c:pt>
                <c:pt idx="95488">
                  <c:v>0</c:v>
                </c:pt>
                <c:pt idx="95489">
                  <c:v>0</c:v>
                </c:pt>
                <c:pt idx="95490">
                  <c:v>0</c:v>
                </c:pt>
                <c:pt idx="95491">
                  <c:v>0</c:v>
                </c:pt>
                <c:pt idx="95492">
                  <c:v>0</c:v>
                </c:pt>
                <c:pt idx="95493">
                  <c:v>0</c:v>
                </c:pt>
                <c:pt idx="95494">
                  <c:v>0</c:v>
                </c:pt>
                <c:pt idx="95495">
                  <c:v>0</c:v>
                </c:pt>
                <c:pt idx="95496">
                  <c:v>0</c:v>
                </c:pt>
                <c:pt idx="95497">
                  <c:v>0</c:v>
                </c:pt>
                <c:pt idx="95498">
                  <c:v>0</c:v>
                </c:pt>
                <c:pt idx="95499">
                  <c:v>0</c:v>
                </c:pt>
                <c:pt idx="95500">
                  <c:v>0</c:v>
                </c:pt>
                <c:pt idx="95501">
                  <c:v>0</c:v>
                </c:pt>
                <c:pt idx="95502">
                  <c:v>0</c:v>
                </c:pt>
                <c:pt idx="95503">
                  <c:v>0</c:v>
                </c:pt>
                <c:pt idx="95504">
                  <c:v>0</c:v>
                </c:pt>
                <c:pt idx="95505">
                  <c:v>0</c:v>
                </c:pt>
                <c:pt idx="95506">
                  <c:v>0</c:v>
                </c:pt>
                <c:pt idx="95507">
                  <c:v>0</c:v>
                </c:pt>
                <c:pt idx="95508">
                  <c:v>0</c:v>
                </c:pt>
                <c:pt idx="95509">
                  <c:v>0</c:v>
                </c:pt>
                <c:pt idx="95510">
                  <c:v>0</c:v>
                </c:pt>
                <c:pt idx="95511">
                  <c:v>0</c:v>
                </c:pt>
                <c:pt idx="95512">
                  <c:v>0</c:v>
                </c:pt>
                <c:pt idx="95513">
                  <c:v>0</c:v>
                </c:pt>
                <c:pt idx="95514">
                  <c:v>0</c:v>
                </c:pt>
                <c:pt idx="95515">
                  <c:v>0</c:v>
                </c:pt>
                <c:pt idx="95516">
                  <c:v>0</c:v>
                </c:pt>
                <c:pt idx="95517">
                  <c:v>0</c:v>
                </c:pt>
                <c:pt idx="95518">
                  <c:v>0</c:v>
                </c:pt>
                <c:pt idx="95519">
                  <c:v>0</c:v>
                </c:pt>
                <c:pt idx="95520">
                  <c:v>0</c:v>
                </c:pt>
                <c:pt idx="95521">
                  <c:v>0</c:v>
                </c:pt>
                <c:pt idx="95522">
                  <c:v>0</c:v>
                </c:pt>
                <c:pt idx="95523">
                  <c:v>0</c:v>
                </c:pt>
                <c:pt idx="95524">
                  <c:v>0</c:v>
                </c:pt>
                <c:pt idx="95525">
                  <c:v>0</c:v>
                </c:pt>
                <c:pt idx="95526">
                  <c:v>0</c:v>
                </c:pt>
                <c:pt idx="95527">
                  <c:v>0</c:v>
                </c:pt>
                <c:pt idx="95528">
                  <c:v>0</c:v>
                </c:pt>
                <c:pt idx="95529">
                  <c:v>0</c:v>
                </c:pt>
                <c:pt idx="95530">
                  <c:v>0</c:v>
                </c:pt>
                <c:pt idx="95531">
                  <c:v>0</c:v>
                </c:pt>
                <c:pt idx="95532">
                  <c:v>0</c:v>
                </c:pt>
                <c:pt idx="95533">
                  <c:v>0</c:v>
                </c:pt>
                <c:pt idx="95534">
                  <c:v>0</c:v>
                </c:pt>
                <c:pt idx="95535">
                  <c:v>0</c:v>
                </c:pt>
                <c:pt idx="95536">
                  <c:v>0</c:v>
                </c:pt>
                <c:pt idx="95537">
                  <c:v>0</c:v>
                </c:pt>
                <c:pt idx="95538">
                  <c:v>0</c:v>
                </c:pt>
                <c:pt idx="95539">
                  <c:v>0</c:v>
                </c:pt>
                <c:pt idx="95540">
                  <c:v>0</c:v>
                </c:pt>
                <c:pt idx="95541">
                  <c:v>0</c:v>
                </c:pt>
                <c:pt idx="95542">
                  <c:v>0</c:v>
                </c:pt>
                <c:pt idx="95543">
                  <c:v>0</c:v>
                </c:pt>
                <c:pt idx="95544">
                  <c:v>0</c:v>
                </c:pt>
                <c:pt idx="95545">
                  <c:v>0</c:v>
                </c:pt>
                <c:pt idx="95546">
                  <c:v>0</c:v>
                </c:pt>
                <c:pt idx="95547">
                  <c:v>0</c:v>
                </c:pt>
                <c:pt idx="95548">
                  <c:v>0</c:v>
                </c:pt>
                <c:pt idx="95549">
                  <c:v>0</c:v>
                </c:pt>
                <c:pt idx="95550">
                  <c:v>0</c:v>
                </c:pt>
                <c:pt idx="95551">
                  <c:v>0</c:v>
                </c:pt>
                <c:pt idx="95552">
                  <c:v>0</c:v>
                </c:pt>
                <c:pt idx="95553">
                  <c:v>0</c:v>
                </c:pt>
                <c:pt idx="95554">
                  <c:v>0</c:v>
                </c:pt>
                <c:pt idx="95555">
                  <c:v>0</c:v>
                </c:pt>
                <c:pt idx="95556">
                  <c:v>0</c:v>
                </c:pt>
                <c:pt idx="95557">
                  <c:v>0</c:v>
                </c:pt>
                <c:pt idx="95558">
                  <c:v>0</c:v>
                </c:pt>
                <c:pt idx="95559">
                  <c:v>0</c:v>
                </c:pt>
                <c:pt idx="95560">
                  <c:v>0</c:v>
                </c:pt>
                <c:pt idx="95561">
                  <c:v>0</c:v>
                </c:pt>
                <c:pt idx="95562">
                  <c:v>0</c:v>
                </c:pt>
                <c:pt idx="95563">
                  <c:v>0</c:v>
                </c:pt>
                <c:pt idx="95564">
                  <c:v>0</c:v>
                </c:pt>
                <c:pt idx="95565">
                  <c:v>0</c:v>
                </c:pt>
                <c:pt idx="95566">
                  <c:v>0</c:v>
                </c:pt>
                <c:pt idx="95567">
                  <c:v>0</c:v>
                </c:pt>
                <c:pt idx="95568">
                  <c:v>0</c:v>
                </c:pt>
                <c:pt idx="95569">
                  <c:v>0</c:v>
                </c:pt>
                <c:pt idx="95570">
                  <c:v>0</c:v>
                </c:pt>
                <c:pt idx="95571">
                  <c:v>0</c:v>
                </c:pt>
                <c:pt idx="95572">
                  <c:v>0</c:v>
                </c:pt>
                <c:pt idx="95573">
                  <c:v>0</c:v>
                </c:pt>
                <c:pt idx="95574">
                  <c:v>0</c:v>
                </c:pt>
                <c:pt idx="95575">
                  <c:v>0</c:v>
                </c:pt>
                <c:pt idx="95576">
                  <c:v>0</c:v>
                </c:pt>
                <c:pt idx="95577">
                  <c:v>0</c:v>
                </c:pt>
                <c:pt idx="95578">
                  <c:v>0</c:v>
                </c:pt>
                <c:pt idx="95579">
                  <c:v>0</c:v>
                </c:pt>
                <c:pt idx="95580">
                  <c:v>0</c:v>
                </c:pt>
                <c:pt idx="95581">
                  <c:v>0</c:v>
                </c:pt>
                <c:pt idx="95582">
                  <c:v>0</c:v>
                </c:pt>
                <c:pt idx="95583">
                  <c:v>0</c:v>
                </c:pt>
                <c:pt idx="95584">
                  <c:v>0</c:v>
                </c:pt>
                <c:pt idx="95585">
                  <c:v>0</c:v>
                </c:pt>
                <c:pt idx="95586">
                  <c:v>0</c:v>
                </c:pt>
                <c:pt idx="95587">
                  <c:v>0</c:v>
                </c:pt>
                <c:pt idx="95588">
                  <c:v>0</c:v>
                </c:pt>
                <c:pt idx="95589">
                  <c:v>0</c:v>
                </c:pt>
                <c:pt idx="95590">
                  <c:v>0</c:v>
                </c:pt>
                <c:pt idx="95591">
                  <c:v>0</c:v>
                </c:pt>
                <c:pt idx="95592">
                  <c:v>0</c:v>
                </c:pt>
                <c:pt idx="95593">
                  <c:v>0</c:v>
                </c:pt>
                <c:pt idx="95594">
                  <c:v>0</c:v>
                </c:pt>
                <c:pt idx="95595">
                  <c:v>0</c:v>
                </c:pt>
                <c:pt idx="95596">
                  <c:v>0</c:v>
                </c:pt>
                <c:pt idx="95597">
                  <c:v>0</c:v>
                </c:pt>
                <c:pt idx="95598">
                  <c:v>0</c:v>
                </c:pt>
                <c:pt idx="95599">
                  <c:v>0</c:v>
                </c:pt>
                <c:pt idx="95600">
                  <c:v>0</c:v>
                </c:pt>
                <c:pt idx="95601">
                  <c:v>0</c:v>
                </c:pt>
                <c:pt idx="95602">
                  <c:v>0</c:v>
                </c:pt>
                <c:pt idx="95603">
                  <c:v>0</c:v>
                </c:pt>
                <c:pt idx="95604">
                  <c:v>0</c:v>
                </c:pt>
                <c:pt idx="95605">
                  <c:v>0</c:v>
                </c:pt>
                <c:pt idx="95606">
                  <c:v>0</c:v>
                </c:pt>
                <c:pt idx="95607">
                  <c:v>0</c:v>
                </c:pt>
                <c:pt idx="95608">
                  <c:v>0</c:v>
                </c:pt>
                <c:pt idx="95609">
                  <c:v>0</c:v>
                </c:pt>
                <c:pt idx="95610">
                  <c:v>0</c:v>
                </c:pt>
                <c:pt idx="95611">
                  <c:v>0</c:v>
                </c:pt>
                <c:pt idx="95612">
                  <c:v>0</c:v>
                </c:pt>
                <c:pt idx="95613">
                  <c:v>0</c:v>
                </c:pt>
                <c:pt idx="95614">
                  <c:v>0</c:v>
                </c:pt>
                <c:pt idx="95615">
                  <c:v>0</c:v>
                </c:pt>
                <c:pt idx="95616">
                  <c:v>0</c:v>
                </c:pt>
                <c:pt idx="95617">
                  <c:v>0</c:v>
                </c:pt>
                <c:pt idx="95618">
                  <c:v>0</c:v>
                </c:pt>
                <c:pt idx="95619">
                  <c:v>0</c:v>
                </c:pt>
                <c:pt idx="95620">
                  <c:v>0</c:v>
                </c:pt>
                <c:pt idx="95621">
                  <c:v>0</c:v>
                </c:pt>
                <c:pt idx="95622">
                  <c:v>0</c:v>
                </c:pt>
                <c:pt idx="95623">
                  <c:v>0</c:v>
                </c:pt>
                <c:pt idx="95624">
                  <c:v>0</c:v>
                </c:pt>
                <c:pt idx="95625">
                  <c:v>0</c:v>
                </c:pt>
                <c:pt idx="95626">
                  <c:v>0</c:v>
                </c:pt>
                <c:pt idx="95627">
                  <c:v>0</c:v>
                </c:pt>
                <c:pt idx="95628">
                  <c:v>0</c:v>
                </c:pt>
                <c:pt idx="95629">
                  <c:v>0</c:v>
                </c:pt>
                <c:pt idx="95630">
                  <c:v>0</c:v>
                </c:pt>
                <c:pt idx="95631">
                  <c:v>0</c:v>
                </c:pt>
                <c:pt idx="95632">
                  <c:v>0</c:v>
                </c:pt>
                <c:pt idx="95633">
                  <c:v>0</c:v>
                </c:pt>
                <c:pt idx="95634">
                  <c:v>0</c:v>
                </c:pt>
                <c:pt idx="95635">
                  <c:v>0</c:v>
                </c:pt>
                <c:pt idx="95636">
                  <c:v>0</c:v>
                </c:pt>
                <c:pt idx="95637">
                  <c:v>0</c:v>
                </c:pt>
                <c:pt idx="95638">
                  <c:v>0</c:v>
                </c:pt>
                <c:pt idx="95639">
                  <c:v>0</c:v>
                </c:pt>
                <c:pt idx="95640">
                  <c:v>0</c:v>
                </c:pt>
                <c:pt idx="95641">
                  <c:v>0</c:v>
                </c:pt>
                <c:pt idx="95642">
                  <c:v>0</c:v>
                </c:pt>
                <c:pt idx="95643">
                  <c:v>0</c:v>
                </c:pt>
                <c:pt idx="95644">
                  <c:v>0</c:v>
                </c:pt>
                <c:pt idx="95645">
                  <c:v>0</c:v>
                </c:pt>
                <c:pt idx="95646">
                  <c:v>0</c:v>
                </c:pt>
                <c:pt idx="95647">
                  <c:v>0</c:v>
                </c:pt>
                <c:pt idx="95648">
                  <c:v>0</c:v>
                </c:pt>
                <c:pt idx="95649">
                  <c:v>0</c:v>
                </c:pt>
                <c:pt idx="95650">
                  <c:v>0</c:v>
                </c:pt>
                <c:pt idx="95651">
                  <c:v>0</c:v>
                </c:pt>
                <c:pt idx="95652">
                  <c:v>0</c:v>
                </c:pt>
                <c:pt idx="95653">
                  <c:v>0</c:v>
                </c:pt>
                <c:pt idx="95654">
                  <c:v>0</c:v>
                </c:pt>
                <c:pt idx="95655">
                  <c:v>0</c:v>
                </c:pt>
                <c:pt idx="95656">
                  <c:v>0</c:v>
                </c:pt>
                <c:pt idx="95657">
                  <c:v>0</c:v>
                </c:pt>
                <c:pt idx="95658">
                  <c:v>0</c:v>
                </c:pt>
                <c:pt idx="95659">
                  <c:v>0</c:v>
                </c:pt>
                <c:pt idx="95660">
                  <c:v>0</c:v>
                </c:pt>
                <c:pt idx="95661">
                  <c:v>0</c:v>
                </c:pt>
                <c:pt idx="95662">
                  <c:v>0</c:v>
                </c:pt>
                <c:pt idx="95663">
                  <c:v>0</c:v>
                </c:pt>
                <c:pt idx="95664">
                  <c:v>0</c:v>
                </c:pt>
                <c:pt idx="95665">
                  <c:v>0</c:v>
                </c:pt>
                <c:pt idx="95666">
                  <c:v>0</c:v>
                </c:pt>
                <c:pt idx="95667">
                  <c:v>0</c:v>
                </c:pt>
                <c:pt idx="95668">
                  <c:v>0</c:v>
                </c:pt>
                <c:pt idx="95669">
                  <c:v>0</c:v>
                </c:pt>
                <c:pt idx="95670">
                  <c:v>0</c:v>
                </c:pt>
                <c:pt idx="95671">
                  <c:v>0</c:v>
                </c:pt>
                <c:pt idx="95672">
                  <c:v>0</c:v>
                </c:pt>
                <c:pt idx="95673">
                  <c:v>0</c:v>
                </c:pt>
                <c:pt idx="95674">
                  <c:v>0</c:v>
                </c:pt>
                <c:pt idx="95675">
                  <c:v>0</c:v>
                </c:pt>
                <c:pt idx="95676">
                  <c:v>0</c:v>
                </c:pt>
                <c:pt idx="95677">
                  <c:v>0</c:v>
                </c:pt>
                <c:pt idx="95678">
                  <c:v>0</c:v>
                </c:pt>
                <c:pt idx="95679">
                  <c:v>0</c:v>
                </c:pt>
                <c:pt idx="95680">
                  <c:v>0</c:v>
                </c:pt>
                <c:pt idx="95681">
                  <c:v>0</c:v>
                </c:pt>
                <c:pt idx="95682">
                  <c:v>0</c:v>
                </c:pt>
                <c:pt idx="95683">
                  <c:v>0</c:v>
                </c:pt>
                <c:pt idx="95684">
                  <c:v>0</c:v>
                </c:pt>
                <c:pt idx="95685">
                  <c:v>0</c:v>
                </c:pt>
                <c:pt idx="95686">
                  <c:v>0</c:v>
                </c:pt>
                <c:pt idx="95687">
                  <c:v>0</c:v>
                </c:pt>
                <c:pt idx="95688">
                  <c:v>0</c:v>
                </c:pt>
                <c:pt idx="95689">
                  <c:v>0</c:v>
                </c:pt>
                <c:pt idx="95690">
                  <c:v>0</c:v>
                </c:pt>
                <c:pt idx="95691">
                  <c:v>0</c:v>
                </c:pt>
                <c:pt idx="95692">
                  <c:v>0</c:v>
                </c:pt>
                <c:pt idx="95693">
                  <c:v>0</c:v>
                </c:pt>
                <c:pt idx="95694">
                  <c:v>0</c:v>
                </c:pt>
                <c:pt idx="95695">
                  <c:v>0</c:v>
                </c:pt>
                <c:pt idx="95696">
                  <c:v>0</c:v>
                </c:pt>
                <c:pt idx="95697">
                  <c:v>0</c:v>
                </c:pt>
                <c:pt idx="95698">
                  <c:v>0</c:v>
                </c:pt>
                <c:pt idx="95699">
                  <c:v>0</c:v>
                </c:pt>
                <c:pt idx="95700">
                  <c:v>0</c:v>
                </c:pt>
                <c:pt idx="95701">
                  <c:v>0</c:v>
                </c:pt>
                <c:pt idx="95702">
                  <c:v>0</c:v>
                </c:pt>
                <c:pt idx="95703">
                  <c:v>0</c:v>
                </c:pt>
                <c:pt idx="95704">
                  <c:v>0</c:v>
                </c:pt>
                <c:pt idx="95705">
                  <c:v>0</c:v>
                </c:pt>
                <c:pt idx="95706">
                  <c:v>0</c:v>
                </c:pt>
                <c:pt idx="95707">
                  <c:v>0</c:v>
                </c:pt>
                <c:pt idx="95708">
                  <c:v>0</c:v>
                </c:pt>
                <c:pt idx="95709">
                  <c:v>0</c:v>
                </c:pt>
                <c:pt idx="95710">
                  <c:v>0</c:v>
                </c:pt>
                <c:pt idx="95711">
                  <c:v>0</c:v>
                </c:pt>
                <c:pt idx="95712">
                  <c:v>0</c:v>
                </c:pt>
                <c:pt idx="95713">
                  <c:v>0</c:v>
                </c:pt>
                <c:pt idx="95714">
                  <c:v>0</c:v>
                </c:pt>
                <c:pt idx="95715">
                  <c:v>0</c:v>
                </c:pt>
                <c:pt idx="95716">
                  <c:v>0</c:v>
                </c:pt>
                <c:pt idx="95717">
                  <c:v>0</c:v>
                </c:pt>
                <c:pt idx="95718">
                  <c:v>0</c:v>
                </c:pt>
                <c:pt idx="95719">
                  <c:v>0</c:v>
                </c:pt>
                <c:pt idx="95720">
                  <c:v>0</c:v>
                </c:pt>
                <c:pt idx="95721">
                  <c:v>0</c:v>
                </c:pt>
                <c:pt idx="95722">
                  <c:v>0</c:v>
                </c:pt>
                <c:pt idx="95723">
                  <c:v>0</c:v>
                </c:pt>
                <c:pt idx="95724">
                  <c:v>0</c:v>
                </c:pt>
                <c:pt idx="95725">
                  <c:v>0</c:v>
                </c:pt>
                <c:pt idx="95726">
                  <c:v>0</c:v>
                </c:pt>
                <c:pt idx="95727">
                  <c:v>0</c:v>
                </c:pt>
                <c:pt idx="95728">
                  <c:v>0</c:v>
                </c:pt>
                <c:pt idx="95729">
                  <c:v>0</c:v>
                </c:pt>
                <c:pt idx="95730">
                  <c:v>0</c:v>
                </c:pt>
                <c:pt idx="95731">
                  <c:v>0</c:v>
                </c:pt>
                <c:pt idx="95732">
                  <c:v>0</c:v>
                </c:pt>
                <c:pt idx="95733">
                  <c:v>0</c:v>
                </c:pt>
                <c:pt idx="95734">
                  <c:v>0</c:v>
                </c:pt>
                <c:pt idx="95735">
                  <c:v>0</c:v>
                </c:pt>
                <c:pt idx="95736">
                  <c:v>0</c:v>
                </c:pt>
                <c:pt idx="95737">
                  <c:v>0</c:v>
                </c:pt>
                <c:pt idx="95738">
                  <c:v>0</c:v>
                </c:pt>
                <c:pt idx="95739">
                  <c:v>0</c:v>
                </c:pt>
                <c:pt idx="95740">
                  <c:v>0</c:v>
                </c:pt>
                <c:pt idx="95741">
                  <c:v>0</c:v>
                </c:pt>
                <c:pt idx="95742">
                  <c:v>0</c:v>
                </c:pt>
                <c:pt idx="95743">
                  <c:v>0</c:v>
                </c:pt>
                <c:pt idx="95744">
                  <c:v>0</c:v>
                </c:pt>
                <c:pt idx="95745">
                  <c:v>0</c:v>
                </c:pt>
                <c:pt idx="95746">
                  <c:v>0</c:v>
                </c:pt>
                <c:pt idx="95747">
                  <c:v>0</c:v>
                </c:pt>
                <c:pt idx="95748">
                  <c:v>0</c:v>
                </c:pt>
                <c:pt idx="95749">
                  <c:v>0</c:v>
                </c:pt>
                <c:pt idx="95750">
                  <c:v>0</c:v>
                </c:pt>
                <c:pt idx="95751">
                  <c:v>0</c:v>
                </c:pt>
                <c:pt idx="95752">
                  <c:v>0</c:v>
                </c:pt>
                <c:pt idx="95753">
                  <c:v>0</c:v>
                </c:pt>
                <c:pt idx="95754">
                  <c:v>0</c:v>
                </c:pt>
                <c:pt idx="95755">
                  <c:v>0</c:v>
                </c:pt>
                <c:pt idx="95756">
                  <c:v>0</c:v>
                </c:pt>
                <c:pt idx="95757">
                  <c:v>0</c:v>
                </c:pt>
                <c:pt idx="95758">
                  <c:v>0</c:v>
                </c:pt>
                <c:pt idx="95759">
                  <c:v>0</c:v>
                </c:pt>
                <c:pt idx="95760">
                  <c:v>0</c:v>
                </c:pt>
                <c:pt idx="95761">
                  <c:v>0</c:v>
                </c:pt>
                <c:pt idx="95762">
                  <c:v>0</c:v>
                </c:pt>
                <c:pt idx="95763">
                  <c:v>0</c:v>
                </c:pt>
                <c:pt idx="95764">
                  <c:v>0</c:v>
                </c:pt>
                <c:pt idx="95765">
                  <c:v>0</c:v>
                </c:pt>
                <c:pt idx="95766">
                  <c:v>0</c:v>
                </c:pt>
                <c:pt idx="95767">
                  <c:v>0</c:v>
                </c:pt>
                <c:pt idx="95768">
                  <c:v>0</c:v>
                </c:pt>
                <c:pt idx="95769">
                  <c:v>0</c:v>
                </c:pt>
                <c:pt idx="95770">
                  <c:v>0</c:v>
                </c:pt>
                <c:pt idx="95771">
                  <c:v>0</c:v>
                </c:pt>
                <c:pt idx="95772">
                  <c:v>0</c:v>
                </c:pt>
                <c:pt idx="95773">
                  <c:v>0</c:v>
                </c:pt>
                <c:pt idx="95774">
                  <c:v>0</c:v>
                </c:pt>
                <c:pt idx="95775">
                  <c:v>0</c:v>
                </c:pt>
                <c:pt idx="95776">
                  <c:v>0</c:v>
                </c:pt>
                <c:pt idx="95777">
                  <c:v>0</c:v>
                </c:pt>
                <c:pt idx="95778">
                  <c:v>0</c:v>
                </c:pt>
                <c:pt idx="95779">
                  <c:v>0</c:v>
                </c:pt>
                <c:pt idx="95780">
                  <c:v>0</c:v>
                </c:pt>
                <c:pt idx="95781">
                  <c:v>0</c:v>
                </c:pt>
                <c:pt idx="95782">
                  <c:v>0</c:v>
                </c:pt>
                <c:pt idx="95783">
                  <c:v>0</c:v>
                </c:pt>
                <c:pt idx="95784">
                  <c:v>0</c:v>
                </c:pt>
                <c:pt idx="95785">
                  <c:v>0</c:v>
                </c:pt>
                <c:pt idx="95786">
                  <c:v>0</c:v>
                </c:pt>
                <c:pt idx="95787">
                  <c:v>0</c:v>
                </c:pt>
                <c:pt idx="95788">
                  <c:v>0</c:v>
                </c:pt>
                <c:pt idx="95789">
                  <c:v>0</c:v>
                </c:pt>
                <c:pt idx="95790">
                  <c:v>0</c:v>
                </c:pt>
                <c:pt idx="95791">
                  <c:v>0</c:v>
                </c:pt>
                <c:pt idx="95792">
                  <c:v>0</c:v>
                </c:pt>
                <c:pt idx="95793">
                  <c:v>0</c:v>
                </c:pt>
                <c:pt idx="95794">
                  <c:v>0</c:v>
                </c:pt>
                <c:pt idx="95795">
                  <c:v>0</c:v>
                </c:pt>
                <c:pt idx="95796">
                  <c:v>0</c:v>
                </c:pt>
                <c:pt idx="95797">
                  <c:v>0</c:v>
                </c:pt>
                <c:pt idx="95798">
                  <c:v>0</c:v>
                </c:pt>
                <c:pt idx="95799">
                  <c:v>0</c:v>
                </c:pt>
                <c:pt idx="95800">
                  <c:v>0</c:v>
                </c:pt>
                <c:pt idx="95801">
                  <c:v>0</c:v>
                </c:pt>
                <c:pt idx="95802">
                  <c:v>0</c:v>
                </c:pt>
                <c:pt idx="95803">
                  <c:v>0</c:v>
                </c:pt>
                <c:pt idx="95804">
                  <c:v>0</c:v>
                </c:pt>
                <c:pt idx="95805">
                  <c:v>0</c:v>
                </c:pt>
                <c:pt idx="95806">
                  <c:v>0</c:v>
                </c:pt>
                <c:pt idx="95807">
                  <c:v>0</c:v>
                </c:pt>
                <c:pt idx="95808">
                  <c:v>0</c:v>
                </c:pt>
                <c:pt idx="95809">
                  <c:v>0</c:v>
                </c:pt>
                <c:pt idx="95810">
                  <c:v>0</c:v>
                </c:pt>
                <c:pt idx="95811">
                  <c:v>0</c:v>
                </c:pt>
                <c:pt idx="95812">
                  <c:v>0</c:v>
                </c:pt>
                <c:pt idx="95813">
                  <c:v>0</c:v>
                </c:pt>
                <c:pt idx="95814">
                  <c:v>0</c:v>
                </c:pt>
                <c:pt idx="95815">
                  <c:v>0</c:v>
                </c:pt>
                <c:pt idx="95816">
                  <c:v>0</c:v>
                </c:pt>
                <c:pt idx="95817">
                  <c:v>0</c:v>
                </c:pt>
                <c:pt idx="95818">
                  <c:v>0</c:v>
                </c:pt>
                <c:pt idx="95819">
                  <c:v>0</c:v>
                </c:pt>
                <c:pt idx="95820">
                  <c:v>0</c:v>
                </c:pt>
                <c:pt idx="95821">
                  <c:v>0</c:v>
                </c:pt>
                <c:pt idx="95822">
                  <c:v>0</c:v>
                </c:pt>
                <c:pt idx="95823">
                  <c:v>0</c:v>
                </c:pt>
                <c:pt idx="95824">
                  <c:v>0</c:v>
                </c:pt>
                <c:pt idx="95825">
                  <c:v>0</c:v>
                </c:pt>
                <c:pt idx="95826">
                  <c:v>0</c:v>
                </c:pt>
                <c:pt idx="95827">
                  <c:v>0</c:v>
                </c:pt>
                <c:pt idx="95828">
                  <c:v>0</c:v>
                </c:pt>
                <c:pt idx="95829">
                  <c:v>0</c:v>
                </c:pt>
                <c:pt idx="95830">
                  <c:v>0</c:v>
                </c:pt>
                <c:pt idx="95831">
                  <c:v>0</c:v>
                </c:pt>
                <c:pt idx="95832">
                  <c:v>0</c:v>
                </c:pt>
                <c:pt idx="95833">
                  <c:v>0</c:v>
                </c:pt>
                <c:pt idx="95834">
                  <c:v>0</c:v>
                </c:pt>
                <c:pt idx="95835">
                  <c:v>0</c:v>
                </c:pt>
                <c:pt idx="95836">
                  <c:v>0</c:v>
                </c:pt>
                <c:pt idx="95837">
                  <c:v>0</c:v>
                </c:pt>
                <c:pt idx="95838">
                  <c:v>0</c:v>
                </c:pt>
                <c:pt idx="95839">
                  <c:v>0</c:v>
                </c:pt>
                <c:pt idx="95840">
                  <c:v>0</c:v>
                </c:pt>
                <c:pt idx="95841">
                  <c:v>0</c:v>
                </c:pt>
                <c:pt idx="95842">
                  <c:v>0</c:v>
                </c:pt>
                <c:pt idx="95843">
                  <c:v>0</c:v>
                </c:pt>
                <c:pt idx="95844">
                  <c:v>0</c:v>
                </c:pt>
                <c:pt idx="95845">
                  <c:v>0</c:v>
                </c:pt>
                <c:pt idx="95846">
                  <c:v>0</c:v>
                </c:pt>
                <c:pt idx="95847">
                  <c:v>0</c:v>
                </c:pt>
                <c:pt idx="95848">
                  <c:v>0</c:v>
                </c:pt>
                <c:pt idx="95849">
                  <c:v>0</c:v>
                </c:pt>
                <c:pt idx="95850">
                  <c:v>0</c:v>
                </c:pt>
                <c:pt idx="95851">
                  <c:v>0</c:v>
                </c:pt>
                <c:pt idx="95852">
                  <c:v>0</c:v>
                </c:pt>
                <c:pt idx="95853">
                  <c:v>0</c:v>
                </c:pt>
                <c:pt idx="95854">
                  <c:v>0</c:v>
                </c:pt>
                <c:pt idx="95855">
                  <c:v>0</c:v>
                </c:pt>
                <c:pt idx="95856">
                  <c:v>0</c:v>
                </c:pt>
                <c:pt idx="95857">
                  <c:v>0</c:v>
                </c:pt>
                <c:pt idx="95858">
                  <c:v>0</c:v>
                </c:pt>
                <c:pt idx="95859">
                  <c:v>0</c:v>
                </c:pt>
                <c:pt idx="95860">
                  <c:v>0</c:v>
                </c:pt>
                <c:pt idx="95861">
                  <c:v>0</c:v>
                </c:pt>
                <c:pt idx="95862">
                  <c:v>0</c:v>
                </c:pt>
                <c:pt idx="95863">
                  <c:v>0</c:v>
                </c:pt>
                <c:pt idx="95864">
                  <c:v>0</c:v>
                </c:pt>
                <c:pt idx="95865">
                  <c:v>0</c:v>
                </c:pt>
                <c:pt idx="95866">
                  <c:v>0</c:v>
                </c:pt>
                <c:pt idx="95867">
                  <c:v>0</c:v>
                </c:pt>
                <c:pt idx="95868">
                  <c:v>0</c:v>
                </c:pt>
                <c:pt idx="95869">
                  <c:v>0</c:v>
                </c:pt>
                <c:pt idx="95870">
                  <c:v>0</c:v>
                </c:pt>
                <c:pt idx="95871">
                  <c:v>0</c:v>
                </c:pt>
                <c:pt idx="95872">
                  <c:v>0</c:v>
                </c:pt>
                <c:pt idx="95873">
                  <c:v>0</c:v>
                </c:pt>
                <c:pt idx="95874">
                  <c:v>0</c:v>
                </c:pt>
                <c:pt idx="95875">
                  <c:v>0</c:v>
                </c:pt>
                <c:pt idx="95876">
                  <c:v>0</c:v>
                </c:pt>
                <c:pt idx="95877">
                  <c:v>0</c:v>
                </c:pt>
                <c:pt idx="95878">
                  <c:v>0</c:v>
                </c:pt>
                <c:pt idx="95879">
                  <c:v>0</c:v>
                </c:pt>
                <c:pt idx="95880">
                  <c:v>0</c:v>
                </c:pt>
                <c:pt idx="95881">
                  <c:v>0</c:v>
                </c:pt>
                <c:pt idx="95882">
                  <c:v>0</c:v>
                </c:pt>
                <c:pt idx="95883">
                  <c:v>0</c:v>
                </c:pt>
                <c:pt idx="95884">
                  <c:v>0</c:v>
                </c:pt>
                <c:pt idx="95885">
                  <c:v>0</c:v>
                </c:pt>
                <c:pt idx="95886">
                  <c:v>0</c:v>
                </c:pt>
                <c:pt idx="95887">
                  <c:v>0</c:v>
                </c:pt>
                <c:pt idx="95888">
                  <c:v>0</c:v>
                </c:pt>
                <c:pt idx="95889">
                  <c:v>0</c:v>
                </c:pt>
                <c:pt idx="95890">
                  <c:v>0</c:v>
                </c:pt>
                <c:pt idx="95891">
                  <c:v>0</c:v>
                </c:pt>
                <c:pt idx="95892">
                  <c:v>0</c:v>
                </c:pt>
                <c:pt idx="95893">
                  <c:v>0</c:v>
                </c:pt>
                <c:pt idx="95894">
                  <c:v>0</c:v>
                </c:pt>
                <c:pt idx="95895">
                  <c:v>0</c:v>
                </c:pt>
                <c:pt idx="95896">
                  <c:v>0</c:v>
                </c:pt>
                <c:pt idx="95897">
                  <c:v>0</c:v>
                </c:pt>
                <c:pt idx="95898">
                  <c:v>0</c:v>
                </c:pt>
                <c:pt idx="95899">
                  <c:v>0</c:v>
                </c:pt>
                <c:pt idx="95900">
                  <c:v>0</c:v>
                </c:pt>
                <c:pt idx="95901">
                  <c:v>0</c:v>
                </c:pt>
                <c:pt idx="95902">
                  <c:v>0</c:v>
                </c:pt>
                <c:pt idx="95903">
                  <c:v>0</c:v>
                </c:pt>
                <c:pt idx="95904">
                  <c:v>0</c:v>
                </c:pt>
                <c:pt idx="95905">
                  <c:v>0</c:v>
                </c:pt>
                <c:pt idx="95906">
                  <c:v>0</c:v>
                </c:pt>
                <c:pt idx="95907">
                  <c:v>0</c:v>
                </c:pt>
                <c:pt idx="95908">
                  <c:v>0</c:v>
                </c:pt>
                <c:pt idx="95909">
                  <c:v>0</c:v>
                </c:pt>
                <c:pt idx="95910">
                  <c:v>0</c:v>
                </c:pt>
                <c:pt idx="95911">
                  <c:v>0</c:v>
                </c:pt>
                <c:pt idx="95912">
                  <c:v>0</c:v>
                </c:pt>
                <c:pt idx="95913">
                  <c:v>0</c:v>
                </c:pt>
                <c:pt idx="95914">
                  <c:v>0</c:v>
                </c:pt>
                <c:pt idx="95915">
                  <c:v>0</c:v>
                </c:pt>
                <c:pt idx="95916">
                  <c:v>0</c:v>
                </c:pt>
                <c:pt idx="95917">
                  <c:v>0</c:v>
                </c:pt>
                <c:pt idx="95918">
                  <c:v>0</c:v>
                </c:pt>
                <c:pt idx="95919">
                  <c:v>0</c:v>
                </c:pt>
                <c:pt idx="95920">
                  <c:v>0</c:v>
                </c:pt>
                <c:pt idx="95921">
                  <c:v>0</c:v>
                </c:pt>
                <c:pt idx="95922">
                  <c:v>0</c:v>
                </c:pt>
                <c:pt idx="95923">
                  <c:v>0</c:v>
                </c:pt>
                <c:pt idx="95924">
                  <c:v>0</c:v>
                </c:pt>
                <c:pt idx="95925">
                  <c:v>0</c:v>
                </c:pt>
                <c:pt idx="95926">
                  <c:v>0</c:v>
                </c:pt>
                <c:pt idx="95927">
                  <c:v>0</c:v>
                </c:pt>
                <c:pt idx="95928">
                  <c:v>0</c:v>
                </c:pt>
                <c:pt idx="95929">
                  <c:v>0</c:v>
                </c:pt>
                <c:pt idx="95930">
                  <c:v>0</c:v>
                </c:pt>
                <c:pt idx="95931">
                  <c:v>0</c:v>
                </c:pt>
                <c:pt idx="95932">
                  <c:v>0</c:v>
                </c:pt>
                <c:pt idx="95933">
                  <c:v>0</c:v>
                </c:pt>
                <c:pt idx="95934">
                  <c:v>0</c:v>
                </c:pt>
                <c:pt idx="95935">
                  <c:v>0</c:v>
                </c:pt>
                <c:pt idx="95936">
                  <c:v>0</c:v>
                </c:pt>
                <c:pt idx="95937">
                  <c:v>0</c:v>
                </c:pt>
                <c:pt idx="95938">
                  <c:v>0</c:v>
                </c:pt>
                <c:pt idx="95939">
                  <c:v>0</c:v>
                </c:pt>
                <c:pt idx="95940">
                  <c:v>0</c:v>
                </c:pt>
                <c:pt idx="95941">
                  <c:v>0</c:v>
                </c:pt>
                <c:pt idx="95942">
                  <c:v>0</c:v>
                </c:pt>
                <c:pt idx="95943">
                  <c:v>0</c:v>
                </c:pt>
                <c:pt idx="95944">
                  <c:v>0</c:v>
                </c:pt>
                <c:pt idx="95945">
                  <c:v>0</c:v>
                </c:pt>
                <c:pt idx="95946">
                  <c:v>0</c:v>
                </c:pt>
                <c:pt idx="95947">
                  <c:v>0</c:v>
                </c:pt>
                <c:pt idx="95948">
                  <c:v>0</c:v>
                </c:pt>
                <c:pt idx="95949">
                  <c:v>0</c:v>
                </c:pt>
                <c:pt idx="95950">
                  <c:v>0</c:v>
                </c:pt>
                <c:pt idx="95951">
                  <c:v>0</c:v>
                </c:pt>
                <c:pt idx="95952">
                  <c:v>0</c:v>
                </c:pt>
                <c:pt idx="95953">
                  <c:v>0</c:v>
                </c:pt>
                <c:pt idx="95954">
                  <c:v>0</c:v>
                </c:pt>
                <c:pt idx="95955">
                  <c:v>0</c:v>
                </c:pt>
                <c:pt idx="95956">
                  <c:v>0</c:v>
                </c:pt>
                <c:pt idx="95957">
                  <c:v>0</c:v>
                </c:pt>
                <c:pt idx="95958">
                  <c:v>0</c:v>
                </c:pt>
                <c:pt idx="95959">
                  <c:v>0</c:v>
                </c:pt>
                <c:pt idx="95960">
                  <c:v>0</c:v>
                </c:pt>
                <c:pt idx="95961">
                  <c:v>0</c:v>
                </c:pt>
                <c:pt idx="95962">
                  <c:v>0</c:v>
                </c:pt>
                <c:pt idx="95963">
                  <c:v>0</c:v>
                </c:pt>
                <c:pt idx="95964">
                  <c:v>0</c:v>
                </c:pt>
                <c:pt idx="95965">
                  <c:v>0</c:v>
                </c:pt>
                <c:pt idx="95966">
                  <c:v>0</c:v>
                </c:pt>
                <c:pt idx="95967">
                  <c:v>0</c:v>
                </c:pt>
                <c:pt idx="95968">
                  <c:v>0</c:v>
                </c:pt>
                <c:pt idx="95969">
                  <c:v>0</c:v>
                </c:pt>
                <c:pt idx="95970">
                  <c:v>0</c:v>
                </c:pt>
                <c:pt idx="95971">
                  <c:v>0</c:v>
                </c:pt>
                <c:pt idx="95972">
                  <c:v>0</c:v>
                </c:pt>
                <c:pt idx="95973">
                  <c:v>0</c:v>
                </c:pt>
                <c:pt idx="95974">
                  <c:v>0</c:v>
                </c:pt>
                <c:pt idx="95975">
                  <c:v>0</c:v>
                </c:pt>
                <c:pt idx="95976">
                  <c:v>0</c:v>
                </c:pt>
                <c:pt idx="95977">
                  <c:v>0</c:v>
                </c:pt>
                <c:pt idx="95978">
                  <c:v>0</c:v>
                </c:pt>
                <c:pt idx="95979">
                  <c:v>0</c:v>
                </c:pt>
                <c:pt idx="95980">
                  <c:v>0</c:v>
                </c:pt>
                <c:pt idx="95981">
                  <c:v>0</c:v>
                </c:pt>
                <c:pt idx="95982">
                  <c:v>0</c:v>
                </c:pt>
                <c:pt idx="95983">
                  <c:v>0</c:v>
                </c:pt>
                <c:pt idx="95984">
                  <c:v>0</c:v>
                </c:pt>
                <c:pt idx="95985">
                  <c:v>0</c:v>
                </c:pt>
                <c:pt idx="95986">
                  <c:v>0</c:v>
                </c:pt>
                <c:pt idx="95987">
                  <c:v>0</c:v>
                </c:pt>
                <c:pt idx="95988">
                  <c:v>0</c:v>
                </c:pt>
                <c:pt idx="95989">
                  <c:v>0</c:v>
                </c:pt>
                <c:pt idx="95990">
                  <c:v>0</c:v>
                </c:pt>
                <c:pt idx="95991">
                  <c:v>0</c:v>
                </c:pt>
                <c:pt idx="95992">
                  <c:v>0</c:v>
                </c:pt>
                <c:pt idx="95993">
                  <c:v>0</c:v>
                </c:pt>
                <c:pt idx="95994">
                  <c:v>0</c:v>
                </c:pt>
                <c:pt idx="95995">
                  <c:v>0</c:v>
                </c:pt>
                <c:pt idx="95996">
                  <c:v>0</c:v>
                </c:pt>
                <c:pt idx="95997">
                  <c:v>0</c:v>
                </c:pt>
                <c:pt idx="95998">
                  <c:v>0</c:v>
                </c:pt>
                <c:pt idx="95999">
                  <c:v>0</c:v>
                </c:pt>
                <c:pt idx="96000">
                  <c:v>0</c:v>
                </c:pt>
                <c:pt idx="96001">
                  <c:v>0</c:v>
                </c:pt>
                <c:pt idx="96002">
                  <c:v>0</c:v>
                </c:pt>
                <c:pt idx="96003">
                  <c:v>0</c:v>
                </c:pt>
                <c:pt idx="96004">
                  <c:v>0</c:v>
                </c:pt>
                <c:pt idx="96005">
                  <c:v>0</c:v>
                </c:pt>
                <c:pt idx="96006">
                  <c:v>0</c:v>
                </c:pt>
                <c:pt idx="96007">
                  <c:v>0</c:v>
                </c:pt>
                <c:pt idx="96008">
                  <c:v>0</c:v>
                </c:pt>
                <c:pt idx="96009">
                  <c:v>0</c:v>
                </c:pt>
                <c:pt idx="96010">
                  <c:v>0</c:v>
                </c:pt>
                <c:pt idx="96011">
                  <c:v>0</c:v>
                </c:pt>
                <c:pt idx="96012">
                  <c:v>0</c:v>
                </c:pt>
                <c:pt idx="96013">
                  <c:v>0</c:v>
                </c:pt>
                <c:pt idx="96014">
                  <c:v>0</c:v>
                </c:pt>
                <c:pt idx="96015">
                  <c:v>0</c:v>
                </c:pt>
                <c:pt idx="96016">
                  <c:v>0</c:v>
                </c:pt>
                <c:pt idx="96017">
                  <c:v>0</c:v>
                </c:pt>
                <c:pt idx="96018">
                  <c:v>0</c:v>
                </c:pt>
                <c:pt idx="96019">
                  <c:v>0</c:v>
                </c:pt>
                <c:pt idx="96020">
                  <c:v>0</c:v>
                </c:pt>
                <c:pt idx="96021">
                  <c:v>0</c:v>
                </c:pt>
                <c:pt idx="96022">
                  <c:v>0</c:v>
                </c:pt>
                <c:pt idx="96023">
                  <c:v>0</c:v>
                </c:pt>
                <c:pt idx="96024">
                  <c:v>0</c:v>
                </c:pt>
                <c:pt idx="96025">
                  <c:v>0</c:v>
                </c:pt>
                <c:pt idx="96026">
                  <c:v>0</c:v>
                </c:pt>
                <c:pt idx="96027">
                  <c:v>0</c:v>
                </c:pt>
                <c:pt idx="96028">
                  <c:v>0</c:v>
                </c:pt>
                <c:pt idx="96029">
                  <c:v>0</c:v>
                </c:pt>
                <c:pt idx="96030">
                  <c:v>0</c:v>
                </c:pt>
                <c:pt idx="96031">
                  <c:v>0</c:v>
                </c:pt>
                <c:pt idx="96032">
                  <c:v>0</c:v>
                </c:pt>
                <c:pt idx="96033">
                  <c:v>0</c:v>
                </c:pt>
                <c:pt idx="96034">
                  <c:v>0</c:v>
                </c:pt>
                <c:pt idx="96035">
                  <c:v>0</c:v>
                </c:pt>
                <c:pt idx="96036">
                  <c:v>0</c:v>
                </c:pt>
                <c:pt idx="96037">
                  <c:v>0</c:v>
                </c:pt>
                <c:pt idx="96038">
                  <c:v>0</c:v>
                </c:pt>
                <c:pt idx="96039">
                  <c:v>0</c:v>
                </c:pt>
                <c:pt idx="96040">
                  <c:v>0</c:v>
                </c:pt>
                <c:pt idx="96041">
                  <c:v>0</c:v>
                </c:pt>
                <c:pt idx="96042">
                  <c:v>0</c:v>
                </c:pt>
                <c:pt idx="96043">
                  <c:v>0</c:v>
                </c:pt>
                <c:pt idx="96044">
                  <c:v>0</c:v>
                </c:pt>
                <c:pt idx="96045">
                  <c:v>0</c:v>
                </c:pt>
                <c:pt idx="96046">
                  <c:v>0</c:v>
                </c:pt>
                <c:pt idx="96047">
                  <c:v>0</c:v>
                </c:pt>
                <c:pt idx="96048">
                  <c:v>0</c:v>
                </c:pt>
                <c:pt idx="96049">
                  <c:v>0</c:v>
                </c:pt>
                <c:pt idx="96050">
                  <c:v>0</c:v>
                </c:pt>
                <c:pt idx="96051">
                  <c:v>0</c:v>
                </c:pt>
                <c:pt idx="96052">
                  <c:v>0</c:v>
                </c:pt>
                <c:pt idx="96053">
                  <c:v>0</c:v>
                </c:pt>
                <c:pt idx="96054">
                  <c:v>0</c:v>
                </c:pt>
                <c:pt idx="96055">
                  <c:v>0</c:v>
                </c:pt>
                <c:pt idx="96056">
                  <c:v>0</c:v>
                </c:pt>
                <c:pt idx="96057">
                  <c:v>0</c:v>
                </c:pt>
                <c:pt idx="96058">
                  <c:v>0</c:v>
                </c:pt>
                <c:pt idx="96059">
                  <c:v>0</c:v>
                </c:pt>
                <c:pt idx="96060">
                  <c:v>0</c:v>
                </c:pt>
                <c:pt idx="96061">
                  <c:v>0</c:v>
                </c:pt>
                <c:pt idx="96062">
                  <c:v>0</c:v>
                </c:pt>
                <c:pt idx="96063">
                  <c:v>0</c:v>
                </c:pt>
                <c:pt idx="96064">
                  <c:v>0</c:v>
                </c:pt>
                <c:pt idx="96065">
                  <c:v>0</c:v>
                </c:pt>
                <c:pt idx="96066">
                  <c:v>0</c:v>
                </c:pt>
                <c:pt idx="96067">
                  <c:v>0</c:v>
                </c:pt>
                <c:pt idx="96068">
                  <c:v>0</c:v>
                </c:pt>
                <c:pt idx="96069">
                  <c:v>0</c:v>
                </c:pt>
                <c:pt idx="96070">
                  <c:v>0</c:v>
                </c:pt>
                <c:pt idx="96071">
                  <c:v>0</c:v>
                </c:pt>
                <c:pt idx="96072">
                  <c:v>0</c:v>
                </c:pt>
                <c:pt idx="96073">
                  <c:v>0</c:v>
                </c:pt>
                <c:pt idx="96074">
                  <c:v>0</c:v>
                </c:pt>
                <c:pt idx="96075">
                  <c:v>0</c:v>
                </c:pt>
                <c:pt idx="96076">
                  <c:v>0</c:v>
                </c:pt>
                <c:pt idx="96077">
                  <c:v>0</c:v>
                </c:pt>
                <c:pt idx="96078">
                  <c:v>0</c:v>
                </c:pt>
                <c:pt idx="96079">
                  <c:v>0</c:v>
                </c:pt>
                <c:pt idx="96080">
                  <c:v>0</c:v>
                </c:pt>
                <c:pt idx="96081">
                  <c:v>0</c:v>
                </c:pt>
                <c:pt idx="96082">
                  <c:v>0</c:v>
                </c:pt>
                <c:pt idx="96083">
                  <c:v>0</c:v>
                </c:pt>
                <c:pt idx="96084">
                  <c:v>0</c:v>
                </c:pt>
                <c:pt idx="96085">
                  <c:v>0</c:v>
                </c:pt>
                <c:pt idx="96086">
                  <c:v>0</c:v>
                </c:pt>
                <c:pt idx="96087">
                  <c:v>0</c:v>
                </c:pt>
                <c:pt idx="96088">
                  <c:v>0</c:v>
                </c:pt>
                <c:pt idx="96089">
                  <c:v>0</c:v>
                </c:pt>
                <c:pt idx="96090">
                  <c:v>0</c:v>
                </c:pt>
                <c:pt idx="96091">
                  <c:v>0</c:v>
                </c:pt>
                <c:pt idx="96092">
                  <c:v>0</c:v>
                </c:pt>
                <c:pt idx="96093">
                  <c:v>0</c:v>
                </c:pt>
                <c:pt idx="96094">
                  <c:v>0</c:v>
                </c:pt>
                <c:pt idx="96095">
                  <c:v>0</c:v>
                </c:pt>
                <c:pt idx="96096">
                  <c:v>0</c:v>
                </c:pt>
                <c:pt idx="96097">
                  <c:v>0</c:v>
                </c:pt>
                <c:pt idx="96098">
                  <c:v>0</c:v>
                </c:pt>
                <c:pt idx="96099">
                  <c:v>0</c:v>
                </c:pt>
                <c:pt idx="96100">
                  <c:v>0</c:v>
                </c:pt>
                <c:pt idx="96101">
                  <c:v>0</c:v>
                </c:pt>
                <c:pt idx="96102">
                  <c:v>0</c:v>
                </c:pt>
                <c:pt idx="96103">
                  <c:v>0</c:v>
                </c:pt>
                <c:pt idx="96104">
                  <c:v>0</c:v>
                </c:pt>
                <c:pt idx="96105">
                  <c:v>0</c:v>
                </c:pt>
                <c:pt idx="96106">
                  <c:v>0</c:v>
                </c:pt>
                <c:pt idx="96107">
                  <c:v>0</c:v>
                </c:pt>
                <c:pt idx="96108">
                  <c:v>0</c:v>
                </c:pt>
                <c:pt idx="96109">
                  <c:v>0</c:v>
                </c:pt>
                <c:pt idx="96110">
                  <c:v>0</c:v>
                </c:pt>
                <c:pt idx="96111">
                  <c:v>0</c:v>
                </c:pt>
                <c:pt idx="96112">
                  <c:v>0</c:v>
                </c:pt>
                <c:pt idx="96113">
                  <c:v>0</c:v>
                </c:pt>
                <c:pt idx="96114">
                  <c:v>0</c:v>
                </c:pt>
                <c:pt idx="96115">
                  <c:v>0</c:v>
                </c:pt>
                <c:pt idx="96116">
                  <c:v>0</c:v>
                </c:pt>
                <c:pt idx="96117">
                  <c:v>0</c:v>
                </c:pt>
                <c:pt idx="96118">
                  <c:v>0</c:v>
                </c:pt>
                <c:pt idx="96119">
                  <c:v>0</c:v>
                </c:pt>
                <c:pt idx="96120">
                  <c:v>0</c:v>
                </c:pt>
                <c:pt idx="96121">
                  <c:v>0</c:v>
                </c:pt>
                <c:pt idx="96122">
                  <c:v>0</c:v>
                </c:pt>
                <c:pt idx="96123">
                  <c:v>0</c:v>
                </c:pt>
                <c:pt idx="96124">
                  <c:v>0</c:v>
                </c:pt>
                <c:pt idx="96125">
                  <c:v>0</c:v>
                </c:pt>
                <c:pt idx="96126">
                  <c:v>0</c:v>
                </c:pt>
                <c:pt idx="96127">
                  <c:v>0</c:v>
                </c:pt>
                <c:pt idx="96128">
                  <c:v>0</c:v>
                </c:pt>
                <c:pt idx="96129">
                  <c:v>0</c:v>
                </c:pt>
                <c:pt idx="96130">
                  <c:v>0</c:v>
                </c:pt>
                <c:pt idx="96131">
                  <c:v>0</c:v>
                </c:pt>
                <c:pt idx="96132">
                  <c:v>0</c:v>
                </c:pt>
                <c:pt idx="96133">
                  <c:v>0</c:v>
                </c:pt>
                <c:pt idx="96134">
                  <c:v>0</c:v>
                </c:pt>
                <c:pt idx="96135">
                  <c:v>0</c:v>
                </c:pt>
                <c:pt idx="96136">
                  <c:v>0</c:v>
                </c:pt>
                <c:pt idx="96137">
                  <c:v>0</c:v>
                </c:pt>
                <c:pt idx="96138">
                  <c:v>0</c:v>
                </c:pt>
                <c:pt idx="96139">
                  <c:v>0</c:v>
                </c:pt>
                <c:pt idx="96140">
                  <c:v>0</c:v>
                </c:pt>
                <c:pt idx="96141">
                  <c:v>0</c:v>
                </c:pt>
                <c:pt idx="96142">
                  <c:v>0</c:v>
                </c:pt>
                <c:pt idx="96143">
                  <c:v>0</c:v>
                </c:pt>
                <c:pt idx="96144">
                  <c:v>0</c:v>
                </c:pt>
                <c:pt idx="96145">
                  <c:v>0</c:v>
                </c:pt>
                <c:pt idx="96146">
                  <c:v>0</c:v>
                </c:pt>
                <c:pt idx="96147">
                  <c:v>0</c:v>
                </c:pt>
                <c:pt idx="96148">
                  <c:v>0</c:v>
                </c:pt>
                <c:pt idx="96149">
                  <c:v>0</c:v>
                </c:pt>
                <c:pt idx="96150">
                  <c:v>0</c:v>
                </c:pt>
                <c:pt idx="96151">
                  <c:v>0</c:v>
                </c:pt>
                <c:pt idx="96152">
                  <c:v>0</c:v>
                </c:pt>
                <c:pt idx="96153">
                  <c:v>0</c:v>
                </c:pt>
                <c:pt idx="96154">
                  <c:v>0</c:v>
                </c:pt>
                <c:pt idx="96155">
                  <c:v>0</c:v>
                </c:pt>
                <c:pt idx="96156">
                  <c:v>0</c:v>
                </c:pt>
                <c:pt idx="96157">
                  <c:v>0</c:v>
                </c:pt>
                <c:pt idx="96158">
                  <c:v>0</c:v>
                </c:pt>
                <c:pt idx="96159">
                  <c:v>0</c:v>
                </c:pt>
                <c:pt idx="96160">
                  <c:v>0</c:v>
                </c:pt>
                <c:pt idx="96161">
                  <c:v>0</c:v>
                </c:pt>
                <c:pt idx="96162">
                  <c:v>0</c:v>
                </c:pt>
                <c:pt idx="96163">
                  <c:v>0</c:v>
                </c:pt>
                <c:pt idx="96164">
                  <c:v>0</c:v>
                </c:pt>
                <c:pt idx="96165">
                  <c:v>0</c:v>
                </c:pt>
                <c:pt idx="96166">
                  <c:v>0</c:v>
                </c:pt>
                <c:pt idx="96167">
                  <c:v>0</c:v>
                </c:pt>
                <c:pt idx="96168">
                  <c:v>0</c:v>
                </c:pt>
                <c:pt idx="96169">
                  <c:v>0</c:v>
                </c:pt>
                <c:pt idx="96170">
                  <c:v>0</c:v>
                </c:pt>
                <c:pt idx="96171">
                  <c:v>0</c:v>
                </c:pt>
                <c:pt idx="96172">
                  <c:v>0</c:v>
                </c:pt>
                <c:pt idx="96173">
                  <c:v>0</c:v>
                </c:pt>
                <c:pt idx="96174">
                  <c:v>0</c:v>
                </c:pt>
                <c:pt idx="96175">
                  <c:v>0</c:v>
                </c:pt>
                <c:pt idx="96176">
                  <c:v>0</c:v>
                </c:pt>
                <c:pt idx="96177">
                  <c:v>0</c:v>
                </c:pt>
                <c:pt idx="96178">
                  <c:v>0</c:v>
                </c:pt>
                <c:pt idx="96179">
                  <c:v>0</c:v>
                </c:pt>
                <c:pt idx="96180">
                  <c:v>0</c:v>
                </c:pt>
                <c:pt idx="96181">
                  <c:v>0</c:v>
                </c:pt>
                <c:pt idx="96182">
                  <c:v>0</c:v>
                </c:pt>
                <c:pt idx="96183">
                  <c:v>0</c:v>
                </c:pt>
                <c:pt idx="96184">
                  <c:v>0</c:v>
                </c:pt>
                <c:pt idx="96185">
                  <c:v>0</c:v>
                </c:pt>
                <c:pt idx="96186">
                  <c:v>0</c:v>
                </c:pt>
                <c:pt idx="96187">
                  <c:v>0</c:v>
                </c:pt>
                <c:pt idx="96188">
                  <c:v>0</c:v>
                </c:pt>
                <c:pt idx="96189">
                  <c:v>0</c:v>
                </c:pt>
                <c:pt idx="96190">
                  <c:v>0</c:v>
                </c:pt>
                <c:pt idx="96191">
                  <c:v>0</c:v>
                </c:pt>
                <c:pt idx="96192">
                  <c:v>0</c:v>
                </c:pt>
                <c:pt idx="96193">
                  <c:v>0</c:v>
                </c:pt>
                <c:pt idx="96194">
                  <c:v>0</c:v>
                </c:pt>
                <c:pt idx="96195">
                  <c:v>0</c:v>
                </c:pt>
                <c:pt idx="96196">
                  <c:v>0</c:v>
                </c:pt>
                <c:pt idx="96197">
                  <c:v>0</c:v>
                </c:pt>
                <c:pt idx="96198">
                  <c:v>0</c:v>
                </c:pt>
                <c:pt idx="96199">
                  <c:v>0</c:v>
                </c:pt>
                <c:pt idx="96200">
                  <c:v>0</c:v>
                </c:pt>
                <c:pt idx="96201">
                  <c:v>0</c:v>
                </c:pt>
                <c:pt idx="96202">
                  <c:v>0</c:v>
                </c:pt>
                <c:pt idx="96203">
                  <c:v>0</c:v>
                </c:pt>
                <c:pt idx="96204">
                  <c:v>0</c:v>
                </c:pt>
                <c:pt idx="96205">
                  <c:v>0</c:v>
                </c:pt>
                <c:pt idx="96206">
                  <c:v>0</c:v>
                </c:pt>
                <c:pt idx="96207">
                  <c:v>0</c:v>
                </c:pt>
                <c:pt idx="96208">
                  <c:v>0</c:v>
                </c:pt>
                <c:pt idx="96209">
                  <c:v>0</c:v>
                </c:pt>
                <c:pt idx="96210">
                  <c:v>0</c:v>
                </c:pt>
                <c:pt idx="96211">
                  <c:v>0</c:v>
                </c:pt>
                <c:pt idx="96212">
                  <c:v>0</c:v>
                </c:pt>
                <c:pt idx="96213">
                  <c:v>0</c:v>
                </c:pt>
                <c:pt idx="96214">
                  <c:v>0</c:v>
                </c:pt>
                <c:pt idx="96215">
                  <c:v>0</c:v>
                </c:pt>
                <c:pt idx="96216">
                  <c:v>0</c:v>
                </c:pt>
                <c:pt idx="96217">
                  <c:v>0</c:v>
                </c:pt>
                <c:pt idx="96218">
                  <c:v>0</c:v>
                </c:pt>
                <c:pt idx="96219">
                  <c:v>0</c:v>
                </c:pt>
                <c:pt idx="96220">
                  <c:v>0</c:v>
                </c:pt>
                <c:pt idx="96221">
                  <c:v>0</c:v>
                </c:pt>
                <c:pt idx="96222">
                  <c:v>0</c:v>
                </c:pt>
                <c:pt idx="96223">
                  <c:v>0</c:v>
                </c:pt>
                <c:pt idx="96224">
                  <c:v>0</c:v>
                </c:pt>
                <c:pt idx="96225">
                  <c:v>0</c:v>
                </c:pt>
                <c:pt idx="96226">
                  <c:v>0</c:v>
                </c:pt>
                <c:pt idx="96227">
                  <c:v>0</c:v>
                </c:pt>
                <c:pt idx="96228">
                  <c:v>0</c:v>
                </c:pt>
                <c:pt idx="96229">
                  <c:v>0</c:v>
                </c:pt>
                <c:pt idx="96230">
                  <c:v>0</c:v>
                </c:pt>
                <c:pt idx="96231">
                  <c:v>0</c:v>
                </c:pt>
                <c:pt idx="96232">
                  <c:v>0</c:v>
                </c:pt>
                <c:pt idx="96233">
                  <c:v>0</c:v>
                </c:pt>
                <c:pt idx="96234">
                  <c:v>0</c:v>
                </c:pt>
                <c:pt idx="96235">
                  <c:v>0</c:v>
                </c:pt>
                <c:pt idx="96236">
                  <c:v>0</c:v>
                </c:pt>
                <c:pt idx="96237">
                  <c:v>0</c:v>
                </c:pt>
                <c:pt idx="96238">
                  <c:v>0</c:v>
                </c:pt>
                <c:pt idx="96239">
                  <c:v>0</c:v>
                </c:pt>
                <c:pt idx="96240">
                  <c:v>0</c:v>
                </c:pt>
                <c:pt idx="96241">
                  <c:v>0</c:v>
                </c:pt>
                <c:pt idx="96242">
                  <c:v>0</c:v>
                </c:pt>
                <c:pt idx="96243">
                  <c:v>0</c:v>
                </c:pt>
                <c:pt idx="96244">
                  <c:v>0</c:v>
                </c:pt>
                <c:pt idx="96245">
                  <c:v>0</c:v>
                </c:pt>
                <c:pt idx="96246">
                  <c:v>0</c:v>
                </c:pt>
                <c:pt idx="96247">
                  <c:v>0</c:v>
                </c:pt>
                <c:pt idx="96248">
                  <c:v>0</c:v>
                </c:pt>
                <c:pt idx="96249">
                  <c:v>0</c:v>
                </c:pt>
                <c:pt idx="96250">
                  <c:v>0</c:v>
                </c:pt>
                <c:pt idx="96251">
                  <c:v>0</c:v>
                </c:pt>
                <c:pt idx="96252">
                  <c:v>0</c:v>
                </c:pt>
                <c:pt idx="96253">
                  <c:v>0</c:v>
                </c:pt>
                <c:pt idx="96254">
                  <c:v>0</c:v>
                </c:pt>
                <c:pt idx="96255">
                  <c:v>0</c:v>
                </c:pt>
                <c:pt idx="96256">
                  <c:v>0</c:v>
                </c:pt>
                <c:pt idx="96257">
                  <c:v>0</c:v>
                </c:pt>
                <c:pt idx="96258">
                  <c:v>0</c:v>
                </c:pt>
                <c:pt idx="96259">
                  <c:v>0</c:v>
                </c:pt>
                <c:pt idx="96260">
                  <c:v>0</c:v>
                </c:pt>
                <c:pt idx="96261">
                  <c:v>0</c:v>
                </c:pt>
                <c:pt idx="96262">
                  <c:v>0</c:v>
                </c:pt>
                <c:pt idx="96263">
                  <c:v>0</c:v>
                </c:pt>
                <c:pt idx="96264">
                  <c:v>0</c:v>
                </c:pt>
                <c:pt idx="96265">
                  <c:v>0</c:v>
                </c:pt>
                <c:pt idx="96266">
                  <c:v>0</c:v>
                </c:pt>
                <c:pt idx="96267">
                  <c:v>0</c:v>
                </c:pt>
                <c:pt idx="96268">
                  <c:v>0</c:v>
                </c:pt>
                <c:pt idx="96269">
                  <c:v>0</c:v>
                </c:pt>
                <c:pt idx="96270">
                  <c:v>0</c:v>
                </c:pt>
                <c:pt idx="96271">
                  <c:v>0</c:v>
                </c:pt>
                <c:pt idx="96272">
                  <c:v>0</c:v>
                </c:pt>
                <c:pt idx="96273">
                  <c:v>0</c:v>
                </c:pt>
                <c:pt idx="96274">
                  <c:v>0</c:v>
                </c:pt>
                <c:pt idx="96275">
                  <c:v>0</c:v>
                </c:pt>
                <c:pt idx="96276">
                  <c:v>0</c:v>
                </c:pt>
                <c:pt idx="96277">
                  <c:v>0</c:v>
                </c:pt>
                <c:pt idx="96278">
                  <c:v>0</c:v>
                </c:pt>
                <c:pt idx="96279">
                  <c:v>0</c:v>
                </c:pt>
                <c:pt idx="96280">
                  <c:v>0</c:v>
                </c:pt>
                <c:pt idx="96281">
                  <c:v>0</c:v>
                </c:pt>
                <c:pt idx="96282">
                  <c:v>0</c:v>
                </c:pt>
                <c:pt idx="96283">
                  <c:v>0</c:v>
                </c:pt>
                <c:pt idx="96284">
                  <c:v>0</c:v>
                </c:pt>
                <c:pt idx="96285">
                  <c:v>0</c:v>
                </c:pt>
                <c:pt idx="96286">
                  <c:v>0</c:v>
                </c:pt>
                <c:pt idx="96287">
                  <c:v>0</c:v>
                </c:pt>
                <c:pt idx="96288">
                  <c:v>0</c:v>
                </c:pt>
                <c:pt idx="96289">
                  <c:v>0</c:v>
                </c:pt>
                <c:pt idx="96290">
                  <c:v>0</c:v>
                </c:pt>
                <c:pt idx="96291">
                  <c:v>0</c:v>
                </c:pt>
                <c:pt idx="96292">
                  <c:v>0</c:v>
                </c:pt>
                <c:pt idx="96293">
                  <c:v>0</c:v>
                </c:pt>
                <c:pt idx="96294">
                  <c:v>0</c:v>
                </c:pt>
                <c:pt idx="96295">
                  <c:v>0</c:v>
                </c:pt>
                <c:pt idx="96296">
                  <c:v>0</c:v>
                </c:pt>
                <c:pt idx="96297">
                  <c:v>0</c:v>
                </c:pt>
                <c:pt idx="96298">
                  <c:v>0</c:v>
                </c:pt>
                <c:pt idx="96299">
                  <c:v>0</c:v>
                </c:pt>
                <c:pt idx="96300">
                  <c:v>0</c:v>
                </c:pt>
                <c:pt idx="96301">
                  <c:v>0</c:v>
                </c:pt>
                <c:pt idx="96302">
                  <c:v>0</c:v>
                </c:pt>
                <c:pt idx="96303">
                  <c:v>0</c:v>
                </c:pt>
                <c:pt idx="96304">
                  <c:v>0</c:v>
                </c:pt>
                <c:pt idx="96305">
                  <c:v>0</c:v>
                </c:pt>
                <c:pt idx="96306">
                  <c:v>0</c:v>
                </c:pt>
                <c:pt idx="96307">
                  <c:v>0</c:v>
                </c:pt>
                <c:pt idx="96308">
                  <c:v>0</c:v>
                </c:pt>
                <c:pt idx="96309">
                  <c:v>0</c:v>
                </c:pt>
                <c:pt idx="96310">
                  <c:v>0</c:v>
                </c:pt>
                <c:pt idx="96311">
                  <c:v>0</c:v>
                </c:pt>
                <c:pt idx="96312">
                  <c:v>0</c:v>
                </c:pt>
                <c:pt idx="96313">
                  <c:v>0</c:v>
                </c:pt>
                <c:pt idx="96314">
                  <c:v>0</c:v>
                </c:pt>
                <c:pt idx="96315">
                  <c:v>0</c:v>
                </c:pt>
                <c:pt idx="96316">
                  <c:v>0</c:v>
                </c:pt>
                <c:pt idx="96317">
                  <c:v>0</c:v>
                </c:pt>
                <c:pt idx="96318">
                  <c:v>0</c:v>
                </c:pt>
                <c:pt idx="96319">
                  <c:v>0</c:v>
                </c:pt>
                <c:pt idx="96320">
                  <c:v>0</c:v>
                </c:pt>
                <c:pt idx="96321">
                  <c:v>0</c:v>
                </c:pt>
                <c:pt idx="96322">
                  <c:v>0</c:v>
                </c:pt>
                <c:pt idx="96323">
                  <c:v>0</c:v>
                </c:pt>
                <c:pt idx="96324">
                  <c:v>0</c:v>
                </c:pt>
                <c:pt idx="96325">
                  <c:v>0</c:v>
                </c:pt>
                <c:pt idx="96326">
                  <c:v>0</c:v>
                </c:pt>
                <c:pt idx="96327">
                  <c:v>0</c:v>
                </c:pt>
                <c:pt idx="96328">
                  <c:v>0</c:v>
                </c:pt>
                <c:pt idx="96329">
                  <c:v>0</c:v>
                </c:pt>
                <c:pt idx="96330">
                  <c:v>0</c:v>
                </c:pt>
                <c:pt idx="96331">
                  <c:v>0</c:v>
                </c:pt>
                <c:pt idx="96332">
                  <c:v>0</c:v>
                </c:pt>
                <c:pt idx="96333">
                  <c:v>0</c:v>
                </c:pt>
                <c:pt idx="96334">
                  <c:v>0</c:v>
                </c:pt>
                <c:pt idx="96335">
                  <c:v>0</c:v>
                </c:pt>
                <c:pt idx="96336">
                  <c:v>0</c:v>
                </c:pt>
                <c:pt idx="96337">
                  <c:v>0</c:v>
                </c:pt>
                <c:pt idx="96338">
                  <c:v>0</c:v>
                </c:pt>
                <c:pt idx="96339">
                  <c:v>0</c:v>
                </c:pt>
                <c:pt idx="96340">
                  <c:v>0</c:v>
                </c:pt>
                <c:pt idx="96341">
                  <c:v>0</c:v>
                </c:pt>
                <c:pt idx="96342">
                  <c:v>0</c:v>
                </c:pt>
                <c:pt idx="96343">
                  <c:v>0</c:v>
                </c:pt>
                <c:pt idx="96344">
                  <c:v>0</c:v>
                </c:pt>
                <c:pt idx="96345">
                  <c:v>0</c:v>
                </c:pt>
                <c:pt idx="96346">
                  <c:v>0</c:v>
                </c:pt>
                <c:pt idx="96347">
                  <c:v>0</c:v>
                </c:pt>
                <c:pt idx="96348">
                  <c:v>0</c:v>
                </c:pt>
                <c:pt idx="96349">
                  <c:v>0</c:v>
                </c:pt>
                <c:pt idx="96350">
                  <c:v>0</c:v>
                </c:pt>
                <c:pt idx="96351">
                  <c:v>0</c:v>
                </c:pt>
                <c:pt idx="96352">
                  <c:v>0</c:v>
                </c:pt>
                <c:pt idx="96353">
                  <c:v>0</c:v>
                </c:pt>
                <c:pt idx="96354">
                  <c:v>0</c:v>
                </c:pt>
                <c:pt idx="96355">
                  <c:v>0</c:v>
                </c:pt>
                <c:pt idx="96356">
                  <c:v>0</c:v>
                </c:pt>
                <c:pt idx="96357">
                  <c:v>0</c:v>
                </c:pt>
                <c:pt idx="96358">
                  <c:v>0</c:v>
                </c:pt>
                <c:pt idx="96359">
                  <c:v>0</c:v>
                </c:pt>
                <c:pt idx="96360">
                  <c:v>0</c:v>
                </c:pt>
                <c:pt idx="96361">
                  <c:v>0</c:v>
                </c:pt>
                <c:pt idx="96362">
                  <c:v>0</c:v>
                </c:pt>
                <c:pt idx="96363">
                  <c:v>0</c:v>
                </c:pt>
                <c:pt idx="96364">
                  <c:v>0</c:v>
                </c:pt>
                <c:pt idx="96365">
                  <c:v>0</c:v>
                </c:pt>
                <c:pt idx="96366">
                  <c:v>0</c:v>
                </c:pt>
                <c:pt idx="96367">
                  <c:v>0</c:v>
                </c:pt>
                <c:pt idx="96368">
                  <c:v>0</c:v>
                </c:pt>
                <c:pt idx="96369">
                  <c:v>0</c:v>
                </c:pt>
                <c:pt idx="96370">
                  <c:v>0</c:v>
                </c:pt>
                <c:pt idx="96371">
                  <c:v>0</c:v>
                </c:pt>
                <c:pt idx="96372">
                  <c:v>0</c:v>
                </c:pt>
                <c:pt idx="96373">
                  <c:v>0</c:v>
                </c:pt>
                <c:pt idx="96374">
                  <c:v>0</c:v>
                </c:pt>
                <c:pt idx="96375">
                  <c:v>0</c:v>
                </c:pt>
                <c:pt idx="96376">
                  <c:v>0</c:v>
                </c:pt>
                <c:pt idx="96377">
                  <c:v>0</c:v>
                </c:pt>
                <c:pt idx="96378">
                  <c:v>0</c:v>
                </c:pt>
                <c:pt idx="96379">
                  <c:v>0</c:v>
                </c:pt>
                <c:pt idx="96380">
                  <c:v>0</c:v>
                </c:pt>
                <c:pt idx="96381">
                  <c:v>0</c:v>
                </c:pt>
                <c:pt idx="96382">
                  <c:v>0</c:v>
                </c:pt>
                <c:pt idx="96383">
                  <c:v>0</c:v>
                </c:pt>
                <c:pt idx="96384">
                  <c:v>0</c:v>
                </c:pt>
                <c:pt idx="96385">
                  <c:v>0</c:v>
                </c:pt>
                <c:pt idx="96386">
                  <c:v>0</c:v>
                </c:pt>
                <c:pt idx="96387">
                  <c:v>0</c:v>
                </c:pt>
                <c:pt idx="96388">
                  <c:v>0</c:v>
                </c:pt>
                <c:pt idx="96389">
                  <c:v>0</c:v>
                </c:pt>
                <c:pt idx="96390">
                  <c:v>0</c:v>
                </c:pt>
                <c:pt idx="96391">
                  <c:v>0</c:v>
                </c:pt>
                <c:pt idx="96392">
                  <c:v>0</c:v>
                </c:pt>
                <c:pt idx="96393">
                  <c:v>0</c:v>
                </c:pt>
                <c:pt idx="96394">
                  <c:v>0</c:v>
                </c:pt>
                <c:pt idx="96395">
                  <c:v>0</c:v>
                </c:pt>
                <c:pt idx="96396">
                  <c:v>0</c:v>
                </c:pt>
                <c:pt idx="96397">
                  <c:v>0</c:v>
                </c:pt>
                <c:pt idx="96398">
                  <c:v>0</c:v>
                </c:pt>
                <c:pt idx="96399">
                  <c:v>0</c:v>
                </c:pt>
                <c:pt idx="96400">
                  <c:v>0</c:v>
                </c:pt>
                <c:pt idx="96401">
                  <c:v>0</c:v>
                </c:pt>
                <c:pt idx="96402">
                  <c:v>0</c:v>
                </c:pt>
                <c:pt idx="96403">
                  <c:v>0</c:v>
                </c:pt>
                <c:pt idx="96404">
                  <c:v>0</c:v>
                </c:pt>
                <c:pt idx="96405">
                  <c:v>0</c:v>
                </c:pt>
                <c:pt idx="96406">
                  <c:v>0</c:v>
                </c:pt>
                <c:pt idx="96407">
                  <c:v>0</c:v>
                </c:pt>
                <c:pt idx="96408">
                  <c:v>0</c:v>
                </c:pt>
                <c:pt idx="96409">
                  <c:v>0</c:v>
                </c:pt>
                <c:pt idx="96410">
                  <c:v>0</c:v>
                </c:pt>
                <c:pt idx="96411">
                  <c:v>0</c:v>
                </c:pt>
                <c:pt idx="96412">
                  <c:v>0</c:v>
                </c:pt>
                <c:pt idx="96413">
                  <c:v>0</c:v>
                </c:pt>
                <c:pt idx="96414">
                  <c:v>0</c:v>
                </c:pt>
                <c:pt idx="96415">
                  <c:v>0</c:v>
                </c:pt>
                <c:pt idx="96416">
                  <c:v>0</c:v>
                </c:pt>
                <c:pt idx="96417">
                  <c:v>0</c:v>
                </c:pt>
                <c:pt idx="96418">
                  <c:v>0</c:v>
                </c:pt>
                <c:pt idx="96419">
                  <c:v>0</c:v>
                </c:pt>
                <c:pt idx="96420">
                  <c:v>0</c:v>
                </c:pt>
                <c:pt idx="96421">
                  <c:v>0</c:v>
                </c:pt>
                <c:pt idx="96422">
                  <c:v>0</c:v>
                </c:pt>
                <c:pt idx="96423">
                  <c:v>0</c:v>
                </c:pt>
                <c:pt idx="96424">
                  <c:v>0</c:v>
                </c:pt>
                <c:pt idx="96425">
                  <c:v>0</c:v>
                </c:pt>
                <c:pt idx="96426">
                  <c:v>0</c:v>
                </c:pt>
                <c:pt idx="96427">
                  <c:v>0</c:v>
                </c:pt>
                <c:pt idx="96428">
                  <c:v>0</c:v>
                </c:pt>
                <c:pt idx="96429">
                  <c:v>0</c:v>
                </c:pt>
                <c:pt idx="96430">
                  <c:v>0</c:v>
                </c:pt>
                <c:pt idx="96431">
                  <c:v>0</c:v>
                </c:pt>
                <c:pt idx="96432">
                  <c:v>0</c:v>
                </c:pt>
                <c:pt idx="96433">
                  <c:v>0</c:v>
                </c:pt>
                <c:pt idx="96434">
                  <c:v>0</c:v>
                </c:pt>
                <c:pt idx="96435">
                  <c:v>0</c:v>
                </c:pt>
                <c:pt idx="96436">
                  <c:v>0</c:v>
                </c:pt>
                <c:pt idx="96437">
                  <c:v>0</c:v>
                </c:pt>
                <c:pt idx="96438">
                  <c:v>0</c:v>
                </c:pt>
                <c:pt idx="96439">
                  <c:v>0</c:v>
                </c:pt>
                <c:pt idx="96440">
                  <c:v>0</c:v>
                </c:pt>
                <c:pt idx="96441">
                  <c:v>0</c:v>
                </c:pt>
                <c:pt idx="96442">
                  <c:v>0</c:v>
                </c:pt>
                <c:pt idx="96443">
                  <c:v>0</c:v>
                </c:pt>
                <c:pt idx="96444">
                  <c:v>0</c:v>
                </c:pt>
                <c:pt idx="96445">
                  <c:v>0</c:v>
                </c:pt>
                <c:pt idx="96446">
                  <c:v>0</c:v>
                </c:pt>
                <c:pt idx="96447">
                  <c:v>0</c:v>
                </c:pt>
                <c:pt idx="96448">
                  <c:v>0</c:v>
                </c:pt>
                <c:pt idx="96449">
                  <c:v>0</c:v>
                </c:pt>
                <c:pt idx="96450">
                  <c:v>0</c:v>
                </c:pt>
                <c:pt idx="96451">
                  <c:v>0</c:v>
                </c:pt>
                <c:pt idx="96452">
                  <c:v>0</c:v>
                </c:pt>
                <c:pt idx="96453">
                  <c:v>0</c:v>
                </c:pt>
                <c:pt idx="96454">
                  <c:v>0</c:v>
                </c:pt>
                <c:pt idx="96455">
                  <c:v>0</c:v>
                </c:pt>
                <c:pt idx="96456">
                  <c:v>0</c:v>
                </c:pt>
                <c:pt idx="96457">
                  <c:v>0</c:v>
                </c:pt>
                <c:pt idx="96458">
                  <c:v>0</c:v>
                </c:pt>
                <c:pt idx="96459">
                  <c:v>0</c:v>
                </c:pt>
                <c:pt idx="96460">
                  <c:v>0</c:v>
                </c:pt>
                <c:pt idx="96461">
                  <c:v>0</c:v>
                </c:pt>
                <c:pt idx="96462">
                  <c:v>0</c:v>
                </c:pt>
                <c:pt idx="96463">
                  <c:v>0</c:v>
                </c:pt>
                <c:pt idx="96464">
                  <c:v>0</c:v>
                </c:pt>
                <c:pt idx="96465">
                  <c:v>0</c:v>
                </c:pt>
                <c:pt idx="96466">
                  <c:v>0</c:v>
                </c:pt>
                <c:pt idx="96467">
                  <c:v>0</c:v>
                </c:pt>
                <c:pt idx="96468">
                  <c:v>0</c:v>
                </c:pt>
                <c:pt idx="96469">
                  <c:v>0</c:v>
                </c:pt>
                <c:pt idx="96470">
                  <c:v>0</c:v>
                </c:pt>
                <c:pt idx="96471">
                  <c:v>0</c:v>
                </c:pt>
                <c:pt idx="96472">
                  <c:v>0</c:v>
                </c:pt>
                <c:pt idx="96473">
                  <c:v>0</c:v>
                </c:pt>
                <c:pt idx="96474">
                  <c:v>0</c:v>
                </c:pt>
                <c:pt idx="96475">
                  <c:v>0</c:v>
                </c:pt>
                <c:pt idx="96476">
                  <c:v>0</c:v>
                </c:pt>
                <c:pt idx="96477">
                  <c:v>0</c:v>
                </c:pt>
                <c:pt idx="96478">
                  <c:v>0</c:v>
                </c:pt>
                <c:pt idx="96479">
                  <c:v>0</c:v>
                </c:pt>
                <c:pt idx="96480">
                  <c:v>0</c:v>
                </c:pt>
                <c:pt idx="96481">
                  <c:v>0</c:v>
                </c:pt>
                <c:pt idx="96482">
                  <c:v>0</c:v>
                </c:pt>
                <c:pt idx="96483">
                  <c:v>0</c:v>
                </c:pt>
                <c:pt idx="96484">
                  <c:v>0</c:v>
                </c:pt>
                <c:pt idx="96485">
                  <c:v>0</c:v>
                </c:pt>
                <c:pt idx="96486">
                  <c:v>0</c:v>
                </c:pt>
                <c:pt idx="96487">
                  <c:v>0</c:v>
                </c:pt>
                <c:pt idx="96488">
                  <c:v>0</c:v>
                </c:pt>
                <c:pt idx="96489">
                  <c:v>0</c:v>
                </c:pt>
                <c:pt idx="96490">
                  <c:v>0</c:v>
                </c:pt>
                <c:pt idx="96491">
                  <c:v>0</c:v>
                </c:pt>
                <c:pt idx="96492">
                  <c:v>0</c:v>
                </c:pt>
                <c:pt idx="96493">
                  <c:v>0</c:v>
                </c:pt>
                <c:pt idx="96494">
                  <c:v>0</c:v>
                </c:pt>
                <c:pt idx="96495">
                  <c:v>0</c:v>
                </c:pt>
                <c:pt idx="96496">
                  <c:v>0</c:v>
                </c:pt>
                <c:pt idx="96497">
                  <c:v>0</c:v>
                </c:pt>
                <c:pt idx="96498">
                  <c:v>0</c:v>
                </c:pt>
                <c:pt idx="96499">
                  <c:v>0</c:v>
                </c:pt>
                <c:pt idx="96500">
                  <c:v>0</c:v>
                </c:pt>
                <c:pt idx="96501">
                  <c:v>0</c:v>
                </c:pt>
                <c:pt idx="96502">
                  <c:v>0</c:v>
                </c:pt>
                <c:pt idx="96503">
                  <c:v>0</c:v>
                </c:pt>
                <c:pt idx="96504">
                  <c:v>0</c:v>
                </c:pt>
                <c:pt idx="96505">
                  <c:v>0</c:v>
                </c:pt>
                <c:pt idx="96506">
                  <c:v>0</c:v>
                </c:pt>
                <c:pt idx="96507">
                  <c:v>0</c:v>
                </c:pt>
                <c:pt idx="96508">
                  <c:v>0</c:v>
                </c:pt>
                <c:pt idx="96509">
                  <c:v>0</c:v>
                </c:pt>
                <c:pt idx="96510">
                  <c:v>0</c:v>
                </c:pt>
                <c:pt idx="96511">
                  <c:v>0</c:v>
                </c:pt>
                <c:pt idx="96512">
                  <c:v>0</c:v>
                </c:pt>
                <c:pt idx="96513">
                  <c:v>0</c:v>
                </c:pt>
                <c:pt idx="96514">
                  <c:v>0</c:v>
                </c:pt>
                <c:pt idx="96515">
                  <c:v>0</c:v>
                </c:pt>
                <c:pt idx="96516">
                  <c:v>0</c:v>
                </c:pt>
                <c:pt idx="96517">
                  <c:v>0</c:v>
                </c:pt>
                <c:pt idx="96518">
                  <c:v>0</c:v>
                </c:pt>
                <c:pt idx="96519">
                  <c:v>0</c:v>
                </c:pt>
                <c:pt idx="96520">
                  <c:v>0</c:v>
                </c:pt>
                <c:pt idx="96521">
                  <c:v>0</c:v>
                </c:pt>
                <c:pt idx="96522">
                  <c:v>0</c:v>
                </c:pt>
                <c:pt idx="96523">
                  <c:v>0</c:v>
                </c:pt>
                <c:pt idx="96524">
                  <c:v>0</c:v>
                </c:pt>
                <c:pt idx="96525">
                  <c:v>0</c:v>
                </c:pt>
                <c:pt idx="96526">
                  <c:v>0</c:v>
                </c:pt>
                <c:pt idx="96527">
                  <c:v>0</c:v>
                </c:pt>
                <c:pt idx="96528">
                  <c:v>0</c:v>
                </c:pt>
                <c:pt idx="96529">
                  <c:v>0</c:v>
                </c:pt>
                <c:pt idx="96530">
                  <c:v>0</c:v>
                </c:pt>
                <c:pt idx="96531">
                  <c:v>0</c:v>
                </c:pt>
                <c:pt idx="96532">
                  <c:v>0</c:v>
                </c:pt>
                <c:pt idx="96533">
                  <c:v>0</c:v>
                </c:pt>
                <c:pt idx="96534">
                  <c:v>0</c:v>
                </c:pt>
                <c:pt idx="96535">
                  <c:v>0</c:v>
                </c:pt>
                <c:pt idx="96536">
                  <c:v>0</c:v>
                </c:pt>
                <c:pt idx="96537">
                  <c:v>0</c:v>
                </c:pt>
                <c:pt idx="96538">
                  <c:v>0</c:v>
                </c:pt>
                <c:pt idx="96539">
                  <c:v>0</c:v>
                </c:pt>
                <c:pt idx="96540">
                  <c:v>0</c:v>
                </c:pt>
                <c:pt idx="96541">
                  <c:v>0</c:v>
                </c:pt>
                <c:pt idx="96542">
                  <c:v>0</c:v>
                </c:pt>
                <c:pt idx="96543">
                  <c:v>0</c:v>
                </c:pt>
                <c:pt idx="96544">
                  <c:v>0</c:v>
                </c:pt>
                <c:pt idx="96545">
                  <c:v>0</c:v>
                </c:pt>
                <c:pt idx="96546">
                  <c:v>0</c:v>
                </c:pt>
                <c:pt idx="96547">
                  <c:v>0</c:v>
                </c:pt>
                <c:pt idx="96548">
                  <c:v>0</c:v>
                </c:pt>
                <c:pt idx="96549">
                  <c:v>0</c:v>
                </c:pt>
                <c:pt idx="96550">
                  <c:v>0</c:v>
                </c:pt>
                <c:pt idx="96551">
                  <c:v>0</c:v>
                </c:pt>
                <c:pt idx="96552">
                  <c:v>0</c:v>
                </c:pt>
                <c:pt idx="96553">
                  <c:v>0</c:v>
                </c:pt>
                <c:pt idx="96554">
                  <c:v>0</c:v>
                </c:pt>
                <c:pt idx="96555">
                  <c:v>0</c:v>
                </c:pt>
                <c:pt idx="96556">
                  <c:v>0</c:v>
                </c:pt>
                <c:pt idx="96557">
                  <c:v>0</c:v>
                </c:pt>
                <c:pt idx="96558">
                  <c:v>0</c:v>
                </c:pt>
                <c:pt idx="96559">
                  <c:v>0</c:v>
                </c:pt>
                <c:pt idx="96560">
                  <c:v>0</c:v>
                </c:pt>
                <c:pt idx="96561">
                  <c:v>0</c:v>
                </c:pt>
                <c:pt idx="96562">
                  <c:v>0</c:v>
                </c:pt>
                <c:pt idx="96563">
                  <c:v>0</c:v>
                </c:pt>
                <c:pt idx="96564">
                  <c:v>0</c:v>
                </c:pt>
                <c:pt idx="96565">
                  <c:v>0</c:v>
                </c:pt>
                <c:pt idx="96566">
                  <c:v>0</c:v>
                </c:pt>
                <c:pt idx="96567">
                  <c:v>0</c:v>
                </c:pt>
                <c:pt idx="96568">
                  <c:v>0</c:v>
                </c:pt>
                <c:pt idx="96569">
                  <c:v>0</c:v>
                </c:pt>
                <c:pt idx="96570">
                  <c:v>0</c:v>
                </c:pt>
                <c:pt idx="96571">
                  <c:v>0</c:v>
                </c:pt>
                <c:pt idx="96572">
                  <c:v>0</c:v>
                </c:pt>
                <c:pt idx="96573">
                  <c:v>0</c:v>
                </c:pt>
                <c:pt idx="96574">
                  <c:v>0</c:v>
                </c:pt>
                <c:pt idx="96575">
                  <c:v>0</c:v>
                </c:pt>
                <c:pt idx="96576">
                  <c:v>0</c:v>
                </c:pt>
                <c:pt idx="96577">
                  <c:v>0</c:v>
                </c:pt>
                <c:pt idx="96578">
                  <c:v>0</c:v>
                </c:pt>
                <c:pt idx="96579">
                  <c:v>0</c:v>
                </c:pt>
                <c:pt idx="96580">
                  <c:v>0</c:v>
                </c:pt>
                <c:pt idx="96581">
                  <c:v>0</c:v>
                </c:pt>
                <c:pt idx="96582">
                  <c:v>0</c:v>
                </c:pt>
                <c:pt idx="96583">
                  <c:v>0</c:v>
                </c:pt>
                <c:pt idx="96584">
                  <c:v>0</c:v>
                </c:pt>
                <c:pt idx="96585">
                  <c:v>0</c:v>
                </c:pt>
                <c:pt idx="96586">
                  <c:v>0</c:v>
                </c:pt>
                <c:pt idx="96587">
                  <c:v>0</c:v>
                </c:pt>
                <c:pt idx="96588">
                  <c:v>0</c:v>
                </c:pt>
                <c:pt idx="96589">
                  <c:v>0</c:v>
                </c:pt>
                <c:pt idx="96590">
                  <c:v>0</c:v>
                </c:pt>
                <c:pt idx="96591">
                  <c:v>0</c:v>
                </c:pt>
                <c:pt idx="96592">
                  <c:v>0</c:v>
                </c:pt>
                <c:pt idx="96593">
                  <c:v>0</c:v>
                </c:pt>
                <c:pt idx="96594">
                  <c:v>0</c:v>
                </c:pt>
                <c:pt idx="96595">
                  <c:v>0</c:v>
                </c:pt>
                <c:pt idx="96596">
                  <c:v>0</c:v>
                </c:pt>
                <c:pt idx="96597">
                  <c:v>0</c:v>
                </c:pt>
                <c:pt idx="96598">
                  <c:v>0</c:v>
                </c:pt>
                <c:pt idx="96599">
                  <c:v>0</c:v>
                </c:pt>
                <c:pt idx="96600">
                  <c:v>0</c:v>
                </c:pt>
                <c:pt idx="96601">
                  <c:v>0</c:v>
                </c:pt>
                <c:pt idx="96602">
                  <c:v>0</c:v>
                </c:pt>
                <c:pt idx="96603">
                  <c:v>0</c:v>
                </c:pt>
                <c:pt idx="96604">
                  <c:v>0</c:v>
                </c:pt>
                <c:pt idx="96605">
                  <c:v>0</c:v>
                </c:pt>
                <c:pt idx="96606">
                  <c:v>0</c:v>
                </c:pt>
                <c:pt idx="96607">
                  <c:v>0</c:v>
                </c:pt>
                <c:pt idx="96608">
                  <c:v>0</c:v>
                </c:pt>
                <c:pt idx="96609">
                  <c:v>0</c:v>
                </c:pt>
                <c:pt idx="96610">
                  <c:v>0</c:v>
                </c:pt>
                <c:pt idx="96611">
                  <c:v>0</c:v>
                </c:pt>
                <c:pt idx="96612">
                  <c:v>0</c:v>
                </c:pt>
                <c:pt idx="96613">
                  <c:v>0</c:v>
                </c:pt>
                <c:pt idx="96614">
                  <c:v>0</c:v>
                </c:pt>
                <c:pt idx="96615">
                  <c:v>0</c:v>
                </c:pt>
                <c:pt idx="96616">
                  <c:v>0</c:v>
                </c:pt>
                <c:pt idx="96617">
                  <c:v>0</c:v>
                </c:pt>
                <c:pt idx="96618">
                  <c:v>0</c:v>
                </c:pt>
                <c:pt idx="96619">
                  <c:v>0</c:v>
                </c:pt>
                <c:pt idx="96620">
                  <c:v>0</c:v>
                </c:pt>
                <c:pt idx="96621">
                  <c:v>0</c:v>
                </c:pt>
                <c:pt idx="96622">
                  <c:v>0</c:v>
                </c:pt>
                <c:pt idx="96623">
                  <c:v>0</c:v>
                </c:pt>
                <c:pt idx="96624">
                  <c:v>0</c:v>
                </c:pt>
                <c:pt idx="96625">
                  <c:v>0</c:v>
                </c:pt>
                <c:pt idx="96626">
                  <c:v>0</c:v>
                </c:pt>
                <c:pt idx="96627">
                  <c:v>0</c:v>
                </c:pt>
                <c:pt idx="96628">
                  <c:v>0</c:v>
                </c:pt>
                <c:pt idx="96629">
                  <c:v>0</c:v>
                </c:pt>
                <c:pt idx="96630">
                  <c:v>0</c:v>
                </c:pt>
                <c:pt idx="96631">
                  <c:v>0</c:v>
                </c:pt>
                <c:pt idx="96632">
                  <c:v>0</c:v>
                </c:pt>
                <c:pt idx="96633">
                  <c:v>0</c:v>
                </c:pt>
                <c:pt idx="96634">
                  <c:v>0</c:v>
                </c:pt>
                <c:pt idx="96635">
                  <c:v>0</c:v>
                </c:pt>
                <c:pt idx="96636">
                  <c:v>0</c:v>
                </c:pt>
                <c:pt idx="96637">
                  <c:v>0</c:v>
                </c:pt>
                <c:pt idx="96638">
                  <c:v>0</c:v>
                </c:pt>
                <c:pt idx="96639">
                  <c:v>0</c:v>
                </c:pt>
                <c:pt idx="96640">
                  <c:v>0</c:v>
                </c:pt>
                <c:pt idx="96641">
                  <c:v>0</c:v>
                </c:pt>
                <c:pt idx="96642">
                  <c:v>0</c:v>
                </c:pt>
                <c:pt idx="96643">
                  <c:v>0</c:v>
                </c:pt>
                <c:pt idx="96644">
                  <c:v>0</c:v>
                </c:pt>
                <c:pt idx="96645">
                  <c:v>0</c:v>
                </c:pt>
                <c:pt idx="96646">
                  <c:v>0</c:v>
                </c:pt>
                <c:pt idx="96647">
                  <c:v>0</c:v>
                </c:pt>
                <c:pt idx="96648">
                  <c:v>0</c:v>
                </c:pt>
                <c:pt idx="96649">
                  <c:v>0</c:v>
                </c:pt>
                <c:pt idx="96650">
                  <c:v>0</c:v>
                </c:pt>
                <c:pt idx="96651">
                  <c:v>0</c:v>
                </c:pt>
                <c:pt idx="96652">
                  <c:v>0</c:v>
                </c:pt>
                <c:pt idx="96653">
                  <c:v>0</c:v>
                </c:pt>
                <c:pt idx="96654">
                  <c:v>0</c:v>
                </c:pt>
                <c:pt idx="96655">
                  <c:v>0</c:v>
                </c:pt>
                <c:pt idx="96656">
                  <c:v>0</c:v>
                </c:pt>
                <c:pt idx="96657">
                  <c:v>0</c:v>
                </c:pt>
                <c:pt idx="96658">
                  <c:v>0</c:v>
                </c:pt>
                <c:pt idx="96659">
                  <c:v>0</c:v>
                </c:pt>
                <c:pt idx="96660">
                  <c:v>0</c:v>
                </c:pt>
                <c:pt idx="96661">
                  <c:v>0</c:v>
                </c:pt>
                <c:pt idx="96662">
                  <c:v>0</c:v>
                </c:pt>
                <c:pt idx="96663">
                  <c:v>0</c:v>
                </c:pt>
                <c:pt idx="96664">
                  <c:v>0</c:v>
                </c:pt>
                <c:pt idx="96665">
                  <c:v>0</c:v>
                </c:pt>
                <c:pt idx="96666">
                  <c:v>0</c:v>
                </c:pt>
                <c:pt idx="96667">
                  <c:v>0</c:v>
                </c:pt>
                <c:pt idx="96668">
                  <c:v>0</c:v>
                </c:pt>
                <c:pt idx="96669">
                  <c:v>0</c:v>
                </c:pt>
                <c:pt idx="96670">
                  <c:v>0</c:v>
                </c:pt>
                <c:pt idx="96671">
                  <c:v>0</c:v>
                </c:pt>
                <c:pt idx="96672">
                  <c:v>0</c:v>
                </c:pt>
                <c:pt idx="96673">
                  <c:v>0</c:v>
                </c:pt>
                <c:pt idx="96674">
                  <c:v>0</c:v>
                </c:pt>
                <c:pt idx="96675">
                  <c:v>0</c:v>
                </c:pt>
                <c:pt idx="96676">
                  <c:v>0</c:v>
                </c:pt>
                <c:pt idx="96677">
                  <c:v>0</c:v>
                </c:pt>
                <c:pt idx="96678">
                  <c:v>0</c:v>
                </c:pt>
                <c:pt idx="96679">
                  <c:v>0</c:v>
                </c:pt>
                <c:pt idx="96680">
                  <c:v>0</c:v>
                </c:pt>
                <c:pt idx="96681">
                  <c:v>0</c:v>
                </c:pt>
                <c:pt idx="96682">
                  <c:v>0</c:v>
                </c:pt>
                <c:pt idx="96683">
                  <c:v>0</c:v>
                </c:pt>
                <c:pt idx="96684">
                  <c:v>0</c:v>
                </c:pt>
                <c:pt idx="96685">
                  <c:v>0</c:v>
                </c:pt>
                <c:pt idx="96686">
                  <c:v>0</c:v>
                </c:pt>
                <c:pt idx="96687">
                  <c:v>0</c:v>
                </c:pt>
                <c:pt idx="96688">
                  <c:v>0</c:v>
                </c:pt>
                <c:pt idx="96689">
                  <c:v>0</c:v>
                </c:pt>
                <c:pt idx="96690">
                  <c:v>0</c:v>
                </c:pt>
                <c:pt idx="96691">
                  <c:v>0</c:v>
                </c:pt>
                <c:pt idx="96692">
                  <c:v>0</c:v>
                </c:pt>
                <c:pt idx="96693">
                  <c:v>0</c:v>
                </c:pt>
                <c:pt idx="96694">
                  <c:v>0</c:v>
                </c:pt>
                <c:pt idx="96695">
                  <c:v>0</c:v>
                </c:pt>
                <c:pt idx="96696">
                  <c:v>0</c:v>
                </c:pt>
                <c:pt idx="96697">
                  <c:v>0</c:v>
                </c:pt>
                <c:pt idx="96698">
                  <c:v>0</c:v>
                </c:pt>
                <c:pt idx="96699">
                  <c:v>0</c:v>
                </c:pt>
                <c:pt idx="96700">
                  <c:v>0</c:v>
                </c:pt>
                <c:pt idx="96701">
                  <c:v>0</c:v>
                </c:pt>
                <c:pt idx="96702">
                  <c:v>0</c:v>
                </c:pt>
                <c:pt idx="96703">
                  <c:v>0</c:v>
                </c:pt>
                <c:pt idx="96704">
                  <c:v>0</c:v>
                </c:pt>
                <c:pt idx="96705">
                  <c:v>0</c:v>
                </c:pt>
                <c:pt idx="96706">
                  <c:v>0</c:v>
                </c:pt>
                <c:pt idx="96707">
                  <c:v>0</c:v>
                </c:pt>
                <c:pt idx="96708">
                  <c:v>0</c:v>
                </c:pt>
                <c:pt idx="96709">
                  <c:v>0</c:v>
                </c:pt>
                <c:pt idx="96710">
                  <c:v>0</c:v>
                </c:pt>
                <c:pt idx="96711">
                  <c:v>0</c:v>
                </c:pt>
                <c:pt idx="96712">
                  <c:v>0</c:v>
                </c:pt>
                <c:pt idx="96713">
                  <c:v>0</c:v>
                </c:pt>
                <c:pt idx="96714">
                  <c:v>0</c:v>
                </c:pt>
                <c:pt idx="96715">
                  <c:v>0</c:v>
                </c:pt>
                <c:pt idx="96716">
                  <c:v>0</c:v>
                </c:pt>
                <c:pt idx="96717">
                  <c:v>0</c:v>
                </c:pt>
                <c:pt idx="96718">
                  <c:v>0</c:v>
                </c:pt>
                <c:pt idx="96719">
                  <c:v>0</c:v>
                </c:pt>
                <c:pt idx="96720">
                  <c:v>0</c:v>
                </c:pt>
                <c:pt idx="96721">
                  <c:v>0</c:v>
                </c:pt>
                <c:pt idx="96722">
                  <c:v>0</c:v>
                </c:pt>
                <c:pt idx="96723">
                  <c:v>0</c:v>
                </c:pt>
                <c:pt idx="96724">
                  <c:v>0</c:v>
                </c:pt>
                <c:pt idx="96725">
                  <c:v>0</c:v>
                </c:pt>
                <c:pt idx="96726">
                  <c:v>0</c:v>
                </c:pt>
                <c:pt idx="96727">
                  <c:v>0</c:v>
                </c:pt>
                <c:pt idx="96728">
                  <c:v>0</c:v>
                </c:pt>
                <c:pt idx="96729">
                  <c:v>0</c:v>
                </c:pt>
                <c:pt idx="96730">
                  <c:v>0</c:v>
                </c:pt>
                <c:pt idx="96731">
                  <c:v>0</c:v>
                </c:pt>
                <c:pt idx="96732">
                  <c:v>0</c:v>
                </c:pt>
                <c:pt idx="96733">
                  <c:v>0</c:v>
                </c:pt>
                <c:pt idx="96734">
                  <c:v>0</c:v>
                </c:pt>
                <c:pt idx="96735">
                  <c:v>0</c:v>
                </c:pt>
                <c:pt idx="96736">
                  <c:v>0</c:v>
                </c:pt>
                <c:pt idx="96737">
                  <c:v>0</c:v>
                </c:pt>
                <c:pt idx="96738">
                  <c:v>0</c:v>
                </c:pt>
                <c:pt idx="96739">
                  <c:v>0</c:v>
                </c:pt>
                <c:pt idx="96740">
                  <c:v>0</c:v>
                </c:pt>
                <c:pt idx="96741">
                  <c:v>0</c:v>
                </c:pt>
                <c:pt idx="96742">
                  <c:v>0</c:v>
                </c:pt>
                <c:pt idx="96743">
                  <c:v>0</c:v>
                </c:pt>
                <c:pt idx="96744">
                  <c:v>0</c:v>
                </c:pt>
                <c:pt idx="96745">
                  <c:v>0</c:v>
                </c:pt>
                <c:pt idx="96746">
                  <c:v>0</c:v>
                </c:pt>
                <c:pt idx="96747">
                  <c:v>0</c:v>
                </c:pt>
                <c:pt idx="96748">
                  <c:v>0</c:v>
                </c:pt>
                <c:pt idx="96749">
                  <c:v>0</c:v>
                </c:pt>
                <c:pt idx="96750">
                  <c:v>0</c:v>
                </c:pt>
                <c:pt idx="96751">
                  <c:v>0</c:v>
                </c:pt>
                <c:pt idx="96752">
                  <c:v>0</c:v>
                </c:pt>
                <c:pt idx="96753">
                  <c:v>0</c:v>
                </c:pt>
                <c:pt idx="96754">
                  <c:v>0</c:v>
                </c:pt>
                <c:pt idx="96755">
                  <c:v>0</c:v>
                </c:pt>
                <c:pt idx="96756">
                  <c:v>0</c:v>
                </c:pt>
                <c:pt idx="96757">
                  <c:v>0</c:v>
                </c:pt>
                <c:pt idx="96758">
                  <c:v>0</c:v>
                </c:pt>
                <c:pt idx="96759">
                  <c:v>0</c:v>
                </c:pt>
                <c:pt idx="96760">
                  <c:v>0</c:v>
                </c:pt>
                <c:pt idx="96761">
                  <c:v>0</c:v>
                </c:pt>
                <c:pt idx="96762">
                  <c:v>0</c:v>
                </c:pt>
                <c:pt idx="96763">
                  <c:v>0</c:v>
                </c:pt>
                <c:pt idx="96764">
                  <c:v>0</c:v>
                </c:pt>
                <c:pt idx="96765">
                  <c:v>0</c:v>
                </c:pt>
                <c:pt idx="96766">
                  <c:v>0</c:v>
                </c:pt>
                <c:pt idx="96767">
                  <c:v>0</c:v>
                </c:pt>
                <c:pt idx="96768">
                  <c:v>0</c:v>
                </c:pt>
                <c:pt idx="96769">
                  <c:v>0</c:v>
                </c:pt>
                <c:pt idx="96770">
                  <c:v>0</c:v>
                </c:pt>
                <c:pt idx="96771">
                  <c:v>0</c:v>
                </c:pt>
                <c:pt idx="96772">
                  <c:v>0</c:v>
                </c:pt>
                <c:pt idx="96773">
                  <c:v>0</c:v>
                </c:pt>
                <c:pt idx="96774">
                  <c:v>0</c:v>
                </c:pt>
                <c:pt idx="96775">
                  <c:v>0</c:v>
                </c:pt>
                <c:pt idx="96776">
                  <c:v>0</c:v>
                </c:pt>
                <c:pt idx="96777">
                  <c:v>0</c:v>
                </c:pt>
                <c:pt idx="96778">
                  <c:v>0</c:v>
                </c:pt>
                <c:pt idx="96779">
                  <c:v>0</c:v>
                </c:pt>
                <c:pt idx="96780">
                  <c:v>0</c:v>
                </c:pt>
                <c:pt idx="96781">
                  <c:v>0</c:v>
                </c:pt>
                <c:pt idx="96782">
                  <c:v>0</c:v>
                </c:pt>
                <c:pt idx="96783">
                  <c:v>0</c:v>
                </c:pt>
                <c:pt idx="96784">
                  <c:v>0</c:v>
                </c:pt>
                <c:pt idx="96785">
                  <c:v>0</c:v>
                </c:pt>
                <c:pt idx="96786">
                  <c:v>0</c:v>
                </c:pt>
                <c:pt idx="96787">
                  <c:v>0</c:v>
                </c:pt>
                <c:pt idx="96788">
                  <c:v>0</c:v>
                </c:pt>
                <c:pt idx="96789">
                  <c:v>0</c:v>
                </c:pt>
                <c:pt idx="96790">
                  <c:v>0</c:v>
                </c:pt>
                <c:pt idx="96791">
                  <c:v>0</c:v>
                </c:pt>
                <c:pt idx="96792">
                  <c:v>0</c:v>
                </c:pt>
                <c:pt idx="96793">
                  <c:v>0</c:v>
                </c:pt>
                <c:pt idx="96794">
                  <c:v>0</c:v>
                </c:pt>
                <c:pt idx="96795">
                  <c:v>0</c:v>
                </c:pt>
                <c:pt idx="96796">
                  <c:v>0</c:v>
                </c:pt>
                <c:pt idx="96797">
                  <c:v>0</c:v>
                </c:pt>
                <c:pt idx="96798">
                  <c:v>0</c:v>
                </c:pt>
                <c:pt idx="96799">
                  <c:v>0</c:v>
                </c:pt>
                <c:pt idx="96800">
                  <c:v>0</c:v>
                </c:pt>
                <c:pt idx="96801">
                  <c:v>0</c:v>
                </c:pt>
                <c:pt idx="96802">
                  <c:v>0</c:v>
                </c:pt>
                <c:pt idx="96803">
                  <c:v>0</c:v>
                </c:pt>
                <c:pt idx="96804">
                  <c:v>0</c:v>
                </c:pt>
                <c:pt idx="96805">
                  <c:v>0</c:v>
                </c:pt>
                <c:pt idx="96806">
                  <c:v>0</c:v>
                </c:pt>
                <c:pt idx="96807">
                  <c:v>0</c:v>
                </c:pt>
                <c:pt idx="96808">
                  <c:v>0</c:v>
                </c:pt>
                <c:pt idx="96809">
                  <c:v>0</c:v>
                </c:pt>
                <c:pt idx="96810">
                  <c:v>0</c:v>
                </c:pt>
                <c:pt idx="96811">
                  <c:v>0</c:v>
                </c:pt>
                <c:pt idx="96812">
                  <c:v>0</c:v>
                </c:pt>
                <c:pt idx="96813">
                  <c:v>0</c:v>
                </c:pt>
                <c:pt idx="96814">
                  <c:v>0</c:v>
                </c:pt>
                <c:pt idx="96815">
                  <c:v>0</c:v>
                </c:pt>
                <c:pt idx="96816">
                  <c:v>0</c:v>
                </c:pt>
                <c:pt idx="96817">
                  <c:v>0</c:v>
                </c:pt>
                <c:pt idx="96818">
                  <c:v>0</c:v>
                </c:pt>
                <c:pt idx="96819">
                  <c:v>0</c:v>
                </c:pt>
                <c:pt idx="96820">
                  <c:v>0</c:v>
                </c:pt>
                <c:pt idx="96821">
                  <c:v>0</c:v>
                </c:pt>
                <c:pt idx="96822">
                  <c:v>0</c:v>
                </c:pt>
                <c:pt idx="96823">
                  <c:v>0</c:v>
                </c:pt>
                <c:pt idx="96824">
                  <c:v>0</c:v>
                </c:pt>
                <c:pt idx="96825">
                  <c:v>0</c:v>
                </c:pt>
                <c:pt idx="96826">
                  <c:v>0</c:v>
                </c:pt>
                <c:pt idx="96827">
                  <c:v>0</c:v>
                </c:pt>
                <c:pt idx="96828">
                  <c:v>0</c:v>
                </c:pt>
                <c:pt idx="96829">
                  <c:v>0</c:v>
                </c:pt>
                <c:pt idx="96830">
                  <c:v>0</c:v>
                </c:pt>
                <c:pt idx="96831">
                  <c:v>0</c:v>
                </c:pt>
                <c:pt idx="96832">
                  <c:v>0</c:v>
                </c:pt>
                <c:pt idx="96833">
                  <c:v>0</c:v>
                </c:pt>
                <c:pt idx="96834">
                  <c:v>0</c:v>
                </c:pt>
                <c:pt idx="96835">
                  <c:v>0</c:v>
                </c:pt>
                <c:pt idx="96836">
                  <c:v>0</c:v>
                </c:pt>
                <c:pt idx="96837">
                  <c:v>0</c:v>
                </c:pt>
                <c:pt idx="96838">
                  <c:v>0</c:v>
                </c:pt>
                <c:pt idx="96839">
                  <c:v>0</c:v>
                </c:pt>
                <c:pt idx="96840">
                  <c:v>0</c:v>
                </c:pt>
                <c:pt idx="96841">
                  <c:v>0</c:v>
                </c:pt>
                <c:pt idx="96842">
                  <c:v>0</c:v>
                </c:pt>
                <c:pt idx="96843">
                  <c:v>0</c:v>
                </c:pt>
                <c:pt idx="96844">
                  <c:v>0</c:v>
                </c:pt>
                <c:pt idx="96845">
                  <c:v>0</c:v>
                </c:pt>
                <c:pt idx="96846">
                  <c:v>0</c:v>
                </c:pt>
                <c:pt idx="96847">
                  <c:v>0</c:v>
                </c:pt>
                <c:pt idx="96848">
                  <c:v>0</c:v>
                </c:pt>
                <c:pt idx="96849">
                  <c:v>0</c:v>
                </c:pt>
                <c:pt idx="96850">
                  <c:v>0</c:v>
                </c:pt>
                <c:pt idx="96851">
                  <c:v>0</c:v>
                </c:pt>
                <c:pt idx="96852">
                  <c:v>0</c:v>
                </c:pt>
                <c:pt idx="96853">
                  <c:v>0</c:v>
                </c:pt>
                <c:pt idx="96854">
                  <c:v>0</c:v>
                </c:pt>
                <c:pt idx="96855">
                  <c:v>0</c:v>
                </c:pt>
                <c:pt idx="96856">
                  <c:v>0</c:v>
                </c:pt>
                <c:pt idx="96857">
                  <c:v>0</c:v>
                </c:pt>
                <c:pt idx="96858">
                  <c:v>0</c:v>
                </c:pt>
                <c:pt idx="96859">
                  <c:v>0</c:v>
                </c:pt>
                <c:pt idx="96860">
                  <c:v>0</c:v>
                </c:pt>
                <c:pt idx="96861">
                  <c:v>0</c:v>
                </c:pt>
                <c:pt idx="96862">
                  <c:v>0</c:v>
                </c:pt>
                <c:pt idx="96863">
                  <c:v>0</c:v>
                </c:pt>
                <c:pt idx="96864">
                  <c:v>0</c:v>
                </c:pt>
                <c:pt idx="96865">
                  <c:v>0</c:v>
                </c:pt>
                <c:pt idx="96866">
                  <c:v>0</c:v>
                </c:pt>
                <c:pt idx="96867">
                  <c:v>0</c:v>
                </c:pt>
                <c:pt idx="96868">
                  <c:v>0</c:v>
                </c:pt>
                <c:pt idx="96869">
                  <c:v>0</c:v>
                </c:pt>
                <c:pt idx="96870">
                  <c:v>0</c:v>
                </c:pt>
                <c:pt idx="96871">
                  <c:v>0</c:v>
                </c:pt>
                <c:pt idx="96872">
                  <c:v>0</c:v>
                </c:pt>
                <c:pt idx="96873">
                  <c:v>0</c:v>
                </c:pt>
                <c:pt idx="96874">
                  <c:v>0</c:v>
                </c:pt>
                <c:pt idx="96875">
                  <c:v>0</c:v>
                </c:pt>
                <c:pt idx="96876">
                  <c:v>0</c:v>
                </c:pt>
                <c:pt idx="96877">
                  <c:v>0</c:v>
                </c:pt>
                <c:pt idx="96878">
                  <c:v>0</c:v>
                </c:pt>
                <c:pt idx="96879">
                  <c:v>0</c:v>
                </c:pt>
                <c:pt idx="96880">
                  <c:v>0</c:v>
                </c:pt>
                <c:pt idx="96881">
                  <c:v>0</c:v>
                </c:pt>
                <c:pt idx="96882">
                  <c:v>0</c:v>
                </c:pt>
                <c:pt idx="96883">
                  <c:v>0</c:v>
                </c:pt>
                <c:pt idx="96884">
                  <c:v>0</c:v>
                </c:pt>
                <c:pt idx="96885">
                  <c:v>0</c:v>
                </c:pt>
                <c:pt idx="96886">
                  <c:v>0</c:v>
                </c:pt>
                <c:pt idx="96887">
                  <c:v>0</c:v>
                </c:pt>
                <c:pt idx="96888">
                  <c:v>0</c:v>
                </c:pt>
                <c:pt idx="96889">
                  <c:v>0</c:v>
                </c:pt>
                <c:pt idx="96890">
                  <c:v>0</c:v>
                </c:pt>
                <c:pt idx="96891">
                  <c:v>0</c:v>
                </c:pt>
                <c:pt idx="96892">
                  <c:v>0</c:v>
                </c:pt>
                <c:pt idx="96893">
                  <c:v>0</c:v>
                </c:pt>
                <c:pt idx="96894">
                  <c:v>0</c:v>
                </c:pt>
                <c:pt idx="96895">
                  <c:v>0</c:v>
                </c:pt>
                <c:pt idx="96896">
                  <c:v>0</c:v>
                </c:pt>
                <c:pt idx="96897">
                  <c:v>0</c:v>
                </c:pt>
                <c:pt idx="96898">
                  <c:v>0</c:v>
                </c:pt>
                <c:pt idx="96899">
                  <c:v>0</c:v>
                </c:pt>
                <c:pt idx="96900">
                  <c:v>0</c:v>
                </c:pt>
                <c:pt idx="96901">
                  <c:v>0</c:v>
                </c:pt>
                <c:pt idx="96902">
                  <c:v>0</c:v>
                </c:pt>
                <c:pt idx="96903">
                  <c:v>0</c:v>
                </c:pt>
                <c:pt idx="96904">
                  <c:v>0</c:v>
                </c:pt>
                <c:pt idx="96905">
                  <c:v>0</c:v>
                </c:pt>
                <c:pt idx="96906">
                  <c:v>0</c:v>
                </c:pt>
                <c:pt idx="96907">
                  <c:v>0</c:v>
                </c:pt>
                <c:pt idx="96908">
                  <c:v>0</c:v>
                </c:pt>
                <c:pt idx="96909">
                  <c:v>0</c:v>
                </c:pt>
                <c:pt idx="96910">
                  <c:v>0</c:v>
                </c:pt>
                <c:pt idx="96911">
                  <c:v>0</c:v>
                </c:pt>
                <c:pt idx="96912">
                  <c:v>0</c:v>
                </c:pt>
                <c:pt idx="96913">
                  <c:v>0</c:v>
                </c:pt>
                <c:pt idx="96914">
                  <c:v>0</c:v>
                </c:pt>
                <c:pt idx="96915">
                  <c:v>0</c:v>
                </c:pt>
                <c:pt idx="96916">
                  <c:v>0</c:v>
                </c:pt>
                <c:pt idx="96917">
                  <c:v>0</c:v>
                </c:pt>
                <c:pt idx="96918">
                  <c:v>0</c:v>
                </c:pt>
                <c:pt idx="96919">
                  <c:v>0</c:v>
                </c:pt>
                <c:pt idx="96920">
                  <c:v>0</c:v>
                </c:pt>
                <c:pt idx="96921">
                  <c:v>0</c:v>
                </c:pt>
                <c:pt idx="96922">
                  <c:v>0</c:v>
                </c:pt>
                <c:pt idx="96923">
                  <c:v>0</c:v>
                </c:pt>
                <c:pt idx="96924">
                  <c:v>0</c:v>
                </c:pt>
                <c:pt idx="96925">
                  <c:v>0</c:v>
                </c:pt>
                <c:pt idx="96926">
                  <c:v>0</c:v>
                </c:pt>
                <c:pt idx="96927">
                  <c:v>0</c:v>
                </c:pt>
                <c:pt idx="96928">
                  <c:v>0</c:v>
                </c:pt>
                <c:pt idx="96929">
                  <c:v>0</c:v>
                </c:pt>
                <c:pt idx="96930">
                  <c:v>0</c:v>
                </c:pt>
                <c:pt idx="96931">
                  <c:v>0</c:v>
                </c:pt>
                <c:pt idx="96932">
                  <c:v>0</c:v>
                </c:pt>
                <c:pt idx="96933">
                  <c:v>0</c:v>
                </c:pt>
                <c:pt idx="96934">
                  <c:v>0</c:v>
                </c:pt>
                <c:pt idx="96935">
                  <c:v>0</c:v>
                </c:pt>
                <c:pt idx="96936">
                  <c:v>0</c:v>
                </c:pt>
                <c:pt idx="96937">
                  <c:v>0</c:v>
                </c:pt>
                <c:pt idx="96938">
                  <c:v>0</c:v>
                </c:pt>
                <c:pt idx="96939">
                  <c:v>0</c:v>
                </c:pt>
                <c:pt idx="96940">
                  <c:v>0</c:v>
                </c:pt>
                <c:pt idx="96941">
                  <c:v>0</c:v>
                </c:pt>
                <c:pt idx="96942">
                  <c:v>0</c:v>
                </c:pt>
                <c:pt idx="96943">
                  <c:v>0</c:v>
                </c:pt>
                <c:pt idx="96944">
                  <c:v>0</c:v>
                </c:pt>
                <c:pt idx="96945">
                  <c:v>0</c:v>
                </c:pt>
                <c:pt idx="96946">
                  <c:v>0</c:v>
                </c:pt>
                <c:pt idx="96947">
                  <c:v>0</c:v>
                </c:pt>
                <c:pt idx="96948">
                  <c:v>0</c:v>
                </c:pt>
                <c:pt idx="96949">
                  <c:v>0</c:v>
                </c:pt>
                <c:pt idx="96950">
                  <c:v>0</c:v>
                </c:pt>
                <c:pt idx="96951">
                  <c:v>0</c:v>
                </c:pt>
                <c:pt idx="96952">
                  <c:v>0</c:v>
                </c:pt>
                <c:pt idx="96953">
                  <c:v>0</c:v>
                </c:pt>
                <c:pt idx="96954">
                  <c:v>0</c:v>
                </c:pt>
                <c:pt idx="96955">
                  <c:v>0</c:v>
                </c:pt>
                <c:pt idx="96956">
                  <c:v>0</c:v>
                </c:pt>
                <c:pt idx="96957">
                  <c:v>0</c:v>
                </c:pt>
                <c:pt idx="96958">
                  <c:v>0</c:v>
                </c:pt>
                <c:pt idx="96959">
                  <c:v>0</c:v>
                </c:pt>
                <c:pt idx="96960">
                  <c:v>0</c:v>
                </c:pt>
                <c:pt idx="96961">
                  <c:v>0</c:v>
                </c:pt>
                <c:pt idx="96962">
                  <c:v>0</c:v>
                </c:pt>
                <c:pt idx="96963">
                  <c:v>0</c:v>
                </c:pt>
                <c:pt idx="96964">
                  <c:v>0</c:v>
                </c:pt>
                <c:pt idx="96965">
                  <c:v>0</c:v>
                </c:pt>
                <c:pt idx="96966">
                  <c:v>0</c:v>
                </c:pt>
                <c:pt idx="96967">
                  <c:v>0</c:v>
                </c:pt>
                <c:pt idx="96968">
                  <c:v>0</c:v>
                </c:pt>
                <c:pt idx="96969">
                  <c:v>0</c:v>
                </c:pt>
                <c:pt idx="96970">
                  <c:v>0</c:v>
                </c:pt>
                <c:pt idx="96971">
                  <c:v>0</c:v>
                </c:pt>
                <c:pt idx="96972">
                  <c:v>0</c:v>
                </c:pt>
                <c:pt idx="96973">
                  <c:v>0</c:v>
                </c:pt>
                <c:pt idx="96974">
                  <c:v>0</c:v>
                </c:pt>
                <c:pt idx="96975">
                  <c:v>0</c:v>
                </c:pt>
                <c:pt idx="96976">
                  <c:v>0</c:v>
                </c:pt>
                <c:pt idx="96977">
                  <c:v>0</c:v>
                </c:pt>
                <c:pt idx="96978">
                  <c:v>0</c:v>
                </c:pt>
                <c:pt idx="96979">
                  <c:v>0</c:v>
                </c:pt>
                <c:pt idx="96980">
                  <c:v>0</c:v>
                </c:pt>
                <c:pt idx="96981">
                  <c:v>0</c:v>
                </c:pt>
                <c:pt idx="96982">
                  <c:v>0</c:v>
                </c:pt>
                <c:pt idx="96983">
                  <c:v>0</c:v>
                </c:pt>
                <c:pt idx="96984">
                  <c:v>0</c:v>
                </c:pt>
                <c:pt idx="96985">
                  <c:v>0</c:v>
                </c:pt>
                <c:pt idx="96986">
                  <c:v>0</c:v>
                </c:pt>
                <c:pt idx="96987">
                  <c:v>0</c:v>
                </c:pt>
                <c:pt idx="96988">
                  <c:v>0</c:v>
                </c:pt>
                <c:pt idx="96989">
                  <c:v>0</c:v>
                </c:pt>
                <c:pt idx="96990">
                  <c:v>0</c:v>
                </c:pt>
                <c:pt idx="96991">
                  <c:v>0</c:v>
                </c:pt>
                <c:pt idx="96992">
                  <c:v>0</c:v>
                </c:pt>
                <c:pt idx="96993">
                  <c:v>0</c:v>
                </c:pt>
                <c:pt idx="96994">
                  <c:v>0</c:v>
                </c:pt>
                <c:pt idx="96995">
                  <c:v>0</c:v>
                </c:pt>
                <c:pt idx="96996">
                  <c:v>0</c:v>
                </c:pt>
                <c:pt idx="96997">
                  <c:v>0</c:v>
                </c:pt>
                <c:pt idx="96998">
                  <c:v>0</c:v>
                </c:pt>
                <c:pt idx="96999">
                  <c:v>0</c:v>
                </c:pt>
                <c:pt idx="97000">
                  <c:v>0</c:v>
                </c:pt>
                <c:pt idx="97001">
                  <c:v>0</c:v>
                </c:pt>
                <c:pt idx="97002">
                  <c:v>0</c:v>
                </c:pt>
                <c:pt idx="97003">
                  <c:v>0</c:v>
                </c:pt>
                <c:pt idx="97004">
                  <c:v>0</c:v>
                </c:pt>
                <c:pt idx="97005">
                  <c:v>0</c:v>
                </c:pt>
                <c:pt idx="97006">
                  <c:v>0</c:v>
                </c:pt>
                <c:pt idx="97007">
                  <c:v>0</c:v>
                </c:pt>
                <c:pt idx="97008">
                  <c:v>0</c:v>
                </c:pt>
                <c:pt idx="97009">
                  <c:v>0</c:v>
                </c:pt>
                <c:pt idx="97010">
                  <c:v>0</c:v>
                </c:pt>
                <c:pt idx="97011">
                  <c:v>0</c:v>
                </c:pt>
                <c:pt idx="97012">
                  <c:v>0</c:v>
                </c:pt>
                <c:pt idx="97013">
                  <c:v>0</c:v>
                </c:pt>
                <c:pt idx="97014">
                  <c:v>0</c:v>
                </c:pt>
                <c:pt idx="97015">
                  <c:v>0</c:v>
                </c:pt>
                <c:pt idx="97016">
                  <c:v>0</c:v>
                </c:pt>
                <c:pt idx="97017">
                  <c:v>0</c:v>
                </c:pt>
                <c:pt idx="97018">
                  <c:v>0</c:v>
                </c:pt>
                <c:pt idx="97019">
                  <c:v>0</c:v>
                </c:pt>
                <c:pt idx="97020">
                  <c:v>0</c:v>
                </c:pt>
                <c:pt idx="97021">
                  <c:v>0</c:v>
                </c:pt>
                <c:pt idx="97022">
                  <c:v>0</c:v>
                </c:pt>
                <c:pt idx="97023">
                  <c:v>0</c:v>
                </c:pt>
                <c:pt idx="97024">
                  <c:v>0</c:v>
                </c:pt>
                <c:pt idx="97025">
                  <c:v>0</c:v>
                </c:pt>
                <c:pt idx="97026">
                  <c:v>0</c:v>
                </c:pt>
                <c:pt idx="97027">
                  <c:v>0</c:v>
                </c:pt>
                <c:pt idx="97028">
                  <c:v>0</c:v>
                </c:pt>
                <c:pt idx="97029">
                  <c:v>0</c:v>
                </c:pt>
                <c:pt idx="97030">
                  <c:v>0</c:v>
                </c:pt>
                <c:pt idx="97031">
                  <c:v>0</c:v>
                </c:pt>
                <c:pt idx="97032">
                  <c:v>0</c:v>
                </c:pt>
                <c:pt idx="97033">
                  <c:v>0</c:v>
                </c:pt>
                <c:pt idx="97034">
                  <c:v>0</c:v>
                </c:pt>
                <c:pt idx="97035">
                  <c:v>0</c:v>
                </c:pt>
                <c:pt idx="97036">
                  <c:v>0</c:v>
                </c:pt>
                <c:pt idx="97037">
                  <c:v>0</c:v>
                </c:pt>
                <c:pt idx="97038">
                  <c:v>0</c:v>
                </c:pt>
                <c:pt idx="97039">
                  <c:v>0</c:v>
                </c:pt>
                <c:pt idx="97040">
                  <c:v>0</c:v>
                </c:pt>
                <c:pt idx="97041">
                  <c:v>0</c:v>
                </c:pt>
                <c:pt idx="97042">
                  <c:v>0</c:v>
                </c:pt>
                <c:pt idx="97043">
                  <c:v>0</c:v>
                </c:pt>
                <c:pt idx="97044">
                  <c:v>0</c:v>
                </c:pt>
                <c:pt idx="97045">
                  <c:v>0</c:v>
                </c:pt>
                <c:pt idx="97046">
                  <c:v>0</c:v>
                </c:pt>
                <c:pt idx="97047">
                  <c:v>0</c:v>
                </c:pt>
                <c:pt idx="97048">
                  <c:v>0</c:v>
                </c:pt>
                <c:pt idx="97049">
                  <c:v>0</c:v>
                </c:pt>
                <c:pt idx="97050">
                  <c:v>0</c:v>
                </c:pt>
                <c:pt idx="97051">
                  <c:v>0</c:v>
                </c:pt>
                <c:pt idx="97052">
                  <c:v>0</c:v>
                </c:pt>
                <c:pt idx="97053">
                  <c:v>0</c:v>
                </c:pt>
                <c:pt idx="97054">
                  <c:v>0</c:v>
                </c:pt>
                <c:pt idx="97055">
                  <c:v>0</c:v>
                </c:pt>
                <c:pt idx="97056">
                  <c:v>0</c:v>
                </c:pt>
                <c:pt idx="97057">
                  <c:v>0</c:v>
                </c:pt>
                <c:pt idx="97058">
                  <c:v>0</c:v>
                </c:pt>
                <c:pt idx="97059">
                  <c:v>0</c:v>
                </c:pt>
                <c:pt idx="97060">
                  <c:v>0</c:v>
                </c:pt>
                <c:pt idx="97061">
                  <c:v>0</c:v>
                </c:pt>
                <c:pt idx="97062">
                  <c:v>0</c:v>
                </c:pt>
                <c:pt idx="97063">
                  <c:v>0</c:v>
                </c:pt>
                <c:pt idx="97064">
                  <c:v>0</c:v>
                </c:pt>
                <c:pt idx="97065">
                  <c:v>0</c:v>
                </c:pt>
                <c:pt idx="97066">
                  <c:v>0</c:v>
                </c:pt>
                <c:pt idx="97067">
                  <c:v>0</c:v>
                </c:pt>
                <c:pt idx="97068">
                  <c:v>0</c:v>
                </c:pt>
                <c:pt idx="97069">
                  <c:v>0</c:v>
                </c:pt>
                <c:pt idx="97070">
                  <c:v>0</c:v>
                </c:pt>
                <c:pt idx="97071">
                  <c:v>0</c:v>
                </c:pt>
                <c:pt idx="97072">
                  <c:v>0</c:v>
                </c:pt>
                <c:pt idx="97073">
                  <c:v>0</c:v>
                </c:pt>
                <c:pt idx="97074">
                  <c:v>0</c:v>
                </c:pt>
                <c:pt idx="97075">
                  <c:v>0</c:v>
                </c:pt>
                <c:pt idx="97076">
                  <c:v>0</c:v>
                </c:pt>
                <c:pt idx="97077">
                  <c:v>0</c:v>
                </c:pt>
                <c:pt idx="97078">
                  <c:v>0</c:v>
                </c:pt>
                <c:pt idx="97079">
                  <c:v>0</c:v>
                </c:pt>
                <c:pt idx="97080">
                  <c:v>0</c:v>
                </c:pt>
                <c:pt idx="97081">
                  <c:v>0</c:v>
                </c:pt>
                <c:pt idx="97082">
                  <c:v>0</c:v>
                </c:pt>
                <c:pt idx="97083">
                  <c:v>0</c:v>
                </c:pt>
                <c:pt idx="97084">
                  <c:v>0</c:v>
                </c:pt>
                <c:pt idx="97085">
                  <c:v>0</c:v>
                </c:pt>
                <c:pt idx="97086">
                  <c:v>0</c:v>
                </c:pt>
                <c:pt idx="97087">
                  <c:v>0</c:v>
                </c:pt>
                <c:pt idx="97088">
                  <c:v>0</c:v>
                </c:pt>
                <c:pt idx="97089">
                  <c:v>0</c:v>
                </c:pt>
                <c:pt idx="97090">
                  <c:v>0</c:v>
                </c:pt>
                <c:pt idx="97091">
                  <c:v>0</c:v>
                </c:pt>
                <c:pt idx="97092">
                  <c:v>0</c:v>
                </c:pt>
                <c:pt idx="97093">
                  <c:v>0</c:v>
                </c:pt>
                <c:pt idx="97094">
                  <c:v>0</c:v>
                </c:pt>
                <c:pt idx="97095">
                  <c:v>0</c:v>
                </c:pt>
                <c:pt idx="97096">
                  <c:v>0</c:v>
                </c:pt>
                <c:pt idx="97097">
                  <c:v>0</c:v>
                </c:pt>
                <c:pt idx="97098">
                  <c:v>0</c:v>
                </c:pt>
                <c:pt idx="97099">
                  <c:v>0</c:v>
                </c:pt>
                <c:pt idx="97100">
                  <c:v>0</c:v>
                </c:pt>
                <c:pt idx="97101">
                  <c:v>0</c:v>
                </c:pt>
                <c:pt idx="97102">
                  <c:v>0</c:v>
                </c:pt>
                <c:pt idx="97103">
                  <c:v>0</c:v>
                </c:pt>
                <c:pt idx="97104">
                  <c:v>0</c:v>
                </c:pt>
                <c:pt idx="97105">
                  <c:v>0</c:v>
                </c:pt>
                <c:pt idx="97106">
                  <c:v>0</c:v>
                </c:pt>
                <c:pt idx="97107">
                  <c:v>0</c:v>
                </c:pt>
                <c:pt idx="97108">
                  <c:v>0</c:v>
                </c:pt>
                <c:pt idx="97109">
                  <c:v>0</c:v>
                </c:pt>
                <c:pt idx="97110">
                  <c:v>0</c:v>
                </c:pt>
                <c:pt idx="97111">
                  <c:v>0</c:v>
                </c:pt>
                <c:pt idx="97112">
                  <c:v>0</c:v>
                </c:pt>
                <c:pt idx="97113">
                  <c:v>0</c:v>
                </c:pt>
                <c:pt idx="97114">
                  <c:v>0</c:v>
                </c:pt>
                <c:pt idx="97115">
                  <c:v>0</c:v>
                </c:pt>
                <c:pt idx="97116">
                  <c:v>0</c:v>
                </c:pt>
                <c:pt idx="97117">
                  <c:v>0</c:v>
                </c:pt>
                <c:pt idx="97118">
                  <c:v>0</c:v>
                </c:pt>
                <c:pt idx="97119">
                  <c:v>0</c:v>
                </c:pt>
                <c:pt idx="97120">
                  <c:v>0</c:v>
                </c:pt>
                <c:pt idx="97121">
                  <c:v>0</c:v>
                </c:pt>
                <c:pt idx="97122">
                  <c:v>0</c:v>
                </c:pt>
                <c:pt idx="97123">
                  <c:v>0</c:v>
                </c:pt>
                <c:pt idx="97124">
                  <c:v>0</c:v>
                </c:pt>
                <c:pt idx="97125">
                  <c:v>0</c:v>
                </c:pt>
                <c:pt idx="97126">
                  <c:v>0</c:v>
                </c:pt>
                <c:pt idx="97127">
                  <c:v>0</c:v>
                </c:pt>
                <c:pt idx="97128">
                  <c:v>0</c:v>
                </c:pt>
                <c:pt idx="97129">
                  <c:v>0</c:v>
                </c:pt>
                <c:pt idx="97130">
                  <c:v>0</c:v>
                </c:pt>
                <c:pt idx="97131">
                  <c:v>0</c:v>
                </c:pt>
                <c:pt idx="97132">
                  <c:v>0</c:v>
                </c:pt>
                <c:pt idx="97133">
                  <c:v>0</c:v>
                </c:pt>
                <c:pt idx="97134">
                  <c:v>0</c:v>
                </c:pt>
                <c:pt idx="97135">
                  <c:v>0</c:v>
                </c:pt>
                <c:pt idx="97136">
                  <c:v>0</c:v>
                </c:pt>
                <c:pt idx="97137">
                  <c:v>0</c:v>
                </c:pt>
                <c:pt idx="97138">
                  <c:v>0</c:v>
                </c:pt>
                <c:pt idx="97139">
                  <c:v>0</c:v>
                </c:pt>
                <c:pt idx="97140">
                  <c:v>0</c:v>
                </c:pt>
                <c:pt idx="97141">
                  <c:v>0</c:v>
                </c:pt>
                <c:pt idx="97142">
                  <c:v>0</c:v>
                </c:pt>
                <c:pt idx="97143">
                  <c:v>0</c:v>
                </c:pt>
                <c:pt idx="97144">
                  <c:v>0</c:v>
                </c:pt>
                <c:pt idx="97145">
                  <c:v>0</c:v>
                </c:pt>
                <c:pt idx="97146">
                  <c:v>0</c:v>
                </c:pt>
                <c:pt idx="97147">
                  <c:v>0</c:v>
                </c:pt>
                <c:pt idx="97148">
                  <c:v>0</c:v>
                </c:pt>
                <c:pt idx="97149">
                  <c:v>0</c:v>
                </c:pt>
                <c:pt idx="97150">
                  <c:v>0</c:v>
                </c:pt>
                <c:pt idx="97151">
                  <c:v>0</c:v>
                </c:pt>
                <c:pt idx="97152">
                  <c:v>0</c:v>
                </c:pt>
                <c:pt idx="97153">
                  <c:v>0</c:v>
                </c:pt>
                <c:pt idx="97154">
                  <c:v>0</c:v>
                </c:pt>
                <c:pt idx="97155">
                  <c:v>0</c:v>
                </c:pt>
                <c:pt idx="97156">
                  <c:v>0</c:v>
                </c:pt>
                <c:pt idx="97157">
                  <c:v>0</c:v>
                </c:pt>
                <c:pt idx="97158">
                  <c:v>0</c:v>
                </c:pt>
                <c:pt idx="97159">
                  <c:v>0</c:v>
                </c:pt>
                <c:pt idx="97160">
                  <c:v>0</c:v>
                </c:pt>
                <c:pt idx="97161">
                  <c:v>0</c:v>
                </c:pt>
                <c:pt idx="97162">
                  <c:v>0</c:v>
                </c:pt>
                <c:pt idx="97163">
                  <c:v>0</c:v>
                </c:pt>
                <c:pt idx="97164">
                  <c:v>0</c:v>
                </c:pt>
                <c:pt idx="97165">
                  <c:v>0</c:v>
                </c:pt>
                <c:pt idx="97166">
                  <c:v>0</c:v>
                </c:pt>
                <c:pt idx="97167">
                  <c:v>0</c:v>
                </c:pt>
                <c:pt idx="97168">
                  <c:v>0</c:v>
                </c:pt>
                <c:pt idx="97169">
                  <c:v>0</c:v>
                </c:pt>
                <c:pt idx="97170">
                  <c:v>0</c:v>
                </c:pt>
                <c:pt idx="97171">
                  <c:v>0</c:v>
                </c:pt>
                <c:pt idx="97172">
                  <c:v>0</c:v>
                </c:pt>
                <c:pt idx="97173">
                  <c:v>0</c:v>
                </c:pt>
                <c:pt idx="97174">
                  <c:v>0</c:v>
                </c:pt>
                <c:pt idx="97175">
                  <c:v>0</c:v>
                </c:pt>
                <c:pt idx="97176">
                  <c:v>0</c:v>
                </c:pt>
                <c:pt idx="97177">
                  <c:v>0</c:v>
                </c:pt>
                <c:pt idx="97178">
                  <c:v>0</c:v>
                </c:pt>
                <c:pt idx="97179">
                  <c:v>0</c:v>
                </c:pt>
                <c:pt idx="97180">
                  <c:v>0</c:v>
                </c:pt>
                <c:pt idx="97181">
                  <c:v>0</c:v>
                </c:pt>
                <c:pt idx="97182">
                  <c:v>0</c:v>
                </c:pt>
                <c:pt idx="97183">
                  <c:v>0</c:v>
                </c:pt>
                <c:pt idx="97184">
                  <c:v>0</c:v>
                </c:pt>
                <c:pt idx="97185">
                  <c:v>0</c:v>
                </c:pt>
                <c:pt idx="97186">
                  <c:v>0</c:v>
                </c:pt>
                <c:pt idx="97187">
                  <c:v>0</c:v>
                </c:pt>
                <c:pt idx="97188">
                  <c:v>0</c:v>
                </c:pt>
                <c:pt idx="97189">
                  <c:v>0</c:v>
                </c:pt>
                <c:pt idx="97190">
                  <c:v>0</c:v>
                </c:pt>
                <c:pt idx="97191">
                  <c:v>0</c:v>
                </c:pt>
                <c:pt idx="97192">
                  <c:v>0</c:v>
                </c:pt>
                <c:pt idx="97193">
                  <c:v>0</c:v>
                </c:pt>
                <c:pt idx="97194">
                  <c:v>0</c:v>
                </c:pt>
                <c:pt idx="97195">
                  <c:v>0</c:v>
                </c:pt>
                <c:pt idx="97196">
                  <c:v>0</c:v>
                </c:pt>
                <c:pt idx="97197">
                  <c:v>0</c:v>
                </c:pt>
                <c:pt idx="97198">
                  <c:v>0</c:v>
                </c:pt>
                <c:pt idx="97199">
                  <c:v>0</c:v>
                </c:pt>
                <c:pt idx="97200">
                  <c:v>0</c:v>
                </c:pt>
                <c:pt idx="97201">
                  <c:v>0</c:v>
                </c:pt>
                <c:pt idx="97202">
                  <c:v>0</c:v>
                </c:pt>
                <c:pt idx="97203">
                  <c:v>0</c:v>
                </c:pt>
                <c:pt idx="97204">
                  <c:v>0</c:v>
                </c:pt>
                <c:pt idx="97205">
                  <c:v>0</c:v>
                </c:pt>
                <c:pt idx="97206">
                  <c:v>0</c:v>
                </c:pt>
                <c:pt idx="97207">
                  <c:v>0</c:v>
                </c:pt>
                <c:pt idx="97208">
                  <c:v>0</c:v>
                </c:pt>
                <c:pt idx="97209">
                  <c:v>0</c:v>
                </c:pt>
                <c:pt idx="97210">
                  <c:v>0</c:v>
                </c:pt>
                <c:pt idx="97211">
                  <c:v>0</c:v>
                </c:pt>
                <c:pt idx="97212">
                  <c:v>0</c:v>
                </c:pt>
                <c:pt idx="97213">
                  <c:v>0</c:v>
                </c:pt>
                <c:pt idx="97214">
                  <c:v>0</c:v>
                </c:pt>
                <c:pt idx="97215">
                  <c:v>0</c:v>
                </c:pt>
                <c:pt idx="97216">
                  <c:v>0</c:v>
                </c:pt>
                <c:pt idx="97217">
                  <c:v>0</c:v>
                </c:pt>
                <c:pt idx="97218">
                  <c:v>0</c:v>
                </c:pt>
                <c:pt idx="97219">
                  <c:v>0</c:v>
                </c:pt>
                <c:pt idx="97220">
                  <c:v>0</c:v>
                </c:pt>
                <c:pt idx="97221">
                  <c:v>0</c:v>
                </c:pt>
                <c:pt idx="97222">
                  <c:v>0</c:v>
                </c:pt>
                <c:pt idx="97223">
                  <c:v>0</c:v>
                </c:pt>
                <c:pt idx="97224">
                  <c:v>0</c:v>
                </c:pt>
                <c:pt idx="97225">
                  <c:v>0</c:v>
                </c:pt>
                <c:pt idx="97226">
                  <c:v>0</c:v>
                </c:pt>
                <c:pt idx="97227">
                  <c:v>0</c:v>
                </c:pt>
                <c:pt idx="97228">
                  <c:v>0</c:v>
                </c:pt>
                <c:pt idx="97229">
                  <c:v>0</c:v>
                </c:pt>
                <c:pt idx="97230">
                  <c:v>0</c:v>
                </c:pt>
                <c:pt idx="97231">
                  <c:v>0</c:v>
                </c:pt>
                <c:pt idx="97232">
                  <c:v>0</c:v>
                </c:pt>
                <c:pt idx="97233">
                  <c:v>0</c:v>
                </c:pt>
                <c:pt idx="97234">
                  <c:v>0</c:v>
                </c:pt>
                <c:pt idx="97235">
                  <c:v>0</c:v>
                </c:pt>
                <c:pt idx="97236">
                  <c:v>0</c:v>
                </c:pt>
                <c:pt idx="97237">
                  <c:v>0</c:v>
                </c:pt>
                <c:pt idx="97238">
                  <c:v>0</c:v>
                </c:pt>
                <c:pt idx="97239">
                  <c:v>0</c:v>
                </c:pt>
                <c:pt idx="97240">
                  <c:v>0</c:v>
                </c:pt>
                <c:pt idx="97241">
                  <c:v>0</c:v>
                </c:pt>
                <c:pt idx="97242">
                  <c:v>0</c:v>
                </c:pt>
                <c:pt idx="97243">
                  <c:v>0</c:v>
                </c:pt>
                <c:pt idx="97244">
                  <c:v>0</c:v>
                </c:pt>
                <c:pt idx="97245">
                  <c:v>0</c:v>
                </c:pt>
                <c:pt idx="97246">
                  <c:v>0</c:v>
                </c:pt>
                <c:pt idx="97247">
                  <c:v>0</c:v>
                </c:pt>
                <c:pt idx="97248">
                  <c:v>0</c:v>
                </c:pt>
                <c:pt idx="97249">
                  <c:v>0</c:v>
                </c:pt>
                <c:pt idx="97250">
                  <c:v>0</c:v>
                </c:pt>
                <c:pt idx="97251">
                  <c:v>0</c:v>
                </c:pt>
                <c:pt idx="97252">
                  <c:v>0</c:v>
                </c:pt>
                <c:pt idx="97253">
                  <c:v>0</c:v>
                </c:pt>
                <c:pt idx="97254">
                  <c:v>0</c:v>
                </c:pt>
                <c:pt idx="97255">
                  <c:v>0</c:v>
                </c:pt>
                <c:pt idx="97256">
                  <c:v>0</c:v>
                </c:pt>
                <c:pt idx="97257">
                  <c:v>0</c:v>
                </c:pt>
                <c:pt idx="97258">
                  <c:v>0</c:v>
                </c:pt>
                <c:pt idx="97259">
                  <c:v>0</c:v>
                </c:pt>
                <c:pt idx="97260">
                  <c:v>0</c:v>
                </c:pt>
                <c:pt idx="97261">
                  <c:v>0</c:v>
                </c:pt>
                <c:pt idx="97262">
                  <c:v>0</c:v>
                </c:pt>
                <c:pt idx="97263">
                  <c:v>0</c:v>
                </c:pt>
                <c:pt idx="97264">
                  <c:v>0</c:v>
                </c:pt>
                <c:pt idx="97265">
                  <c:v>0</c:v>
                </c:pt>
                <c:pt idx="97266">
                  <c:v>0</c:v>
                </c:pt>
                <c:pt idx="97267">
                  <c:v>0</c:v>
                </c:pt>
                <c:pt idx="97268">
                  <c:v>0</c:v>
                </c:pt>
                <c:pt idx="97269">
                  <c:v>0</c:v>
                </c:pt>
                <c:pt idx="97270">
                  <c:v>0</c:v>
                </c:pt>
                <c:pt idx="97271">
                  <c:v>0</c:v>
                </c:pt>
                <c:pt idx="97272">
                  <c:v>0</c:v>
                </c:pt>
                <c:pt idx="97273">
                  <c:v>0</c:v>
                </c:pt>
                <c:pt idx="97274">
                  <c:v>0</c:v>
                </c:pt>
                <c:pt idx="97275">
                  <c:v>0</c:v>
                </c:pt>
                <c:pt idx="97276">
                  <c:v>0</c:v>
                </c:pt>
                <c:pt idx="97277">
                  <c:v>0</c:v>
                </c:pt>
                <c:pt idx="97278">
                  <c:v>0</c:v>
                </c:pt>
                <c:pt idx="97279">
                  <c:v>0</c:v>
                </c:pt>
                <c:pt idx="97280">
                  <c:v>0</c:v>
                </c:pt>
                <c:pt idx="97281">
                  <c:v>0</c:v>
                </c:pt>
                <c:pt idx="97282">
                  <c:v>0</c:v>
                </c:pt>
                <c:pt idx="97283">
                  <c:v>0</c:v>
                </c:pt>
                <c:pt idx="97284">
                  <c:v>0</c:v>
                </c:pt>
                <c:pt idx="97285">
                  <c:v>0</c:v>
                </c:pt>
                <c:pt idx="97286">
                  <c:v>0</c:v>
                </c:pt>
                <c:pt idx="97287">
                  <c:v>0</c:v>
                </c:pt>
                <c:pt idx="97288">
                  <c:v>0</c:v>
                </c:pt>
                <c:pt idx="97289">
                  <c:v>0</c:v>
                </c:pt>
                <c:pt idx="97290">
                  <c:v>0</c:v>
                </c:pt>
                <c:pt idx="97291">
                  <c:v>0</c:v>
                </c:pt>
                <c:pt idx="97292">
                  <c:v>0</c:v>
                </c:pt>
                <c:pt idx="97293">
                  <c:v>0</c:v>
                </c:pt>
                <c:pt idx="97294">
                  <c:v>0</c:v>
                </c:pt>
                <c:pt idx="97295">
                  <c:v>0</c:v>
                </c:pt>
                <c:pt idx="97296">
                  <c:v>0</c:v>
                </c:pt>
                <c:pt idx="97297">
                  <c:v>0</c:v>
                </c:pt>
                <c:pt idx="97298">
                  <c:v>0</c:v>
                </c:pt>
                <c:pt idx="97299">
                  <c:v>0</c:v>
                </c:pt>
                <c:pt idx="97300">
                  <c:v>0</c:v>
                </c:pt>
                <c:pt idx="97301">
                  <c:v>0</c:v>
                </c:pt>
                <c:pt idx="97302">
                  <c:v>0</c:v>
                </c:pt>
                <c:pt idx="97303">
                  <c:v>0</c:v>
                </c:pt>
                <c:pt idx="97304">
                  <c:v>0</c:v>
                </c:pt>
                <c:pt idx="97305">
                  <c:v>0</c:v>
                </c:pt>
                <c:pt idx="97306">
                  <c:v>0</c:v>
                </c:pt>
                <c:pt idx="97307">
                  <c:v>0</c:v>
                </c:pt>
                <c:pt idx="97308">
                  <c:v>0</c:v>
                </c:pt>
                <c:pt idx="97309">
                  <c:v>0</c:v>
                </c:pt>
                <c:pt idx="97310">
                  <c:v>0</c:v>
                </c:pt>
                <c:pt idx="97311">
                  <c:v>0</c:v>
                </c:pt>
                <c:pt idx="97312">
                  <c:v>0</c:v>
                </c:pt>
                <c:pt idx="97313">
                  <c:v>0</c:v>
                </c:pt>
                <c:pt idx="97314">
                  <c:v>0</c:v>
                </c:pt>
                <c:pt idx="97315">
                  <c:v>0</c:v>
                </c:pt>
                <c:pt idx="97316">
                  <c:v>0</c:v>
                </c:pt>
                <c:pt idx="97317">
                  <c:v>0</c:v>
                </c:pt>
                <c:pt idx="97318">
                  <c:v>0</c:v>
                </c:pt>
                <c:pt idx="97319">
                  <c:v>0</c:v>
                </c:pt>
                <c:pt idx="97320">
                  <c:v>0</c:v>
                </c:pt>
                <c:pt idx="97321">
                  <c:v>0</c:v>
                </c:pt>
                <c:pt idx="97322">
                  <c:v>0</c:v>
                </c:pt>
                <c:pt idx="97323">
                  <c:v>0</c:v>
                </c:pt>
                <c:pt idx="97324">
                  <c:v>0</c:v>
                </c:pt>
                <c:pt idx="97325">
                  <c:v>0</c:v>
                </c:pt>
                <c:pt idx="97326">
                  <c:v>0</c:v>
                </c:pt>
                <c:pt idx="97327">
                  <c:v>0</c:v>
                </c:pt>
                <c:pt idx="97328">
                  <c:v>0</c:v>
                </c:pt>
                <c:pt idx="97329">
                  <c:v>0</c:v>
                </c:pt>
                <c:pt idx="97330">
                  <c:v>0</c:v>
                </c:pt>
                <c:pt idx="97331">
                  <c:v>0</c:v>
                </c:pt>
                <c:pt idx="97332">
                  <c:v>0</c:v>
                </c:pt>
                <c:pt idx="97333">
                  <c:v>0</c:v>
                </c:pt>
                <c:pt idx="97334">
                  <c:v>0</c:v>
                </c:pt>
                <c:pt idx="97335">
                  <c:v>0</c:v>
                </c:pt>
                <c:pt idx="97336">
                  <c:v>0</c:v>
                </c:pt>
                <c:pt idx="97337">
                  <c:v>0</c:v>
                </c:pt>
                <c:pt idx="97338">
                  <c:v>0</c:v>
                </c:pt>
                <c:pt idx="97339">
                  <c:v>0</c:v>
                </c:pt>
                <c:pt idx="97340">
                  <c:v>0</c:v>
                </c:pt>
                <c:pt idx="97341">
                  <c:v>0</c:v>
                </c:pt>
                <c:pt idx="97342">
                  <c:v>0</c:v>
                </c:pt>
                <c:pt idx="97343">
                  <c:v>0</c:v>
                </c:pt>
                <c:pt idx="97344">
                  <c:v>0</c:v>
                </c:pt>
                <c:pt idx="97345">
                  <c:v>0</c:v>
                </c:pt>
                <c:pt idx="97346">
                  <c:v>0</c:v>
                </c:pt>
                <c:pt idx="97347">
                  <c:v>0</c:v>
                </c:pt>
                <c:pt idx="97348">
                  <c:v>0</c:v>
                </c:pt>
                <c:pt idx="97349">
                  <c:v>0</c:v>
                </c:pt>
                <c:pt idx="97350">
                  <c:v>0</c:v>
                </c:pt>
                <c:pt idx="97351">
                  <c:v>0</c:v>
                </c:pt>
                <c:pt idx="97352">
                  <c:v>0</c:v>
                </c:pt>
                <c:pt idx="97353">
                  <c:v>0</c:v>
                </c:pt>
                <c:pt idx="97354">
                  <c:v>0</c:v>
                </c:pt>
                <c:pt idx="97355">
                  <c:v>0</c:v>
                </c:pt>
                <c:pt idx="97356">
                  <c:v>0</c:v>
                </c:pt>
                <c:pt idx="97357">
                  <c:v>0</c:v>
                </c:pt>
                <c:pt idx="97358">
                  <c:v>0</c:v>
                </c:pt>
                <c:pt idx="97359">
                  <c:v>0</c:v>
                </c:pt>
                <c:pt idx="97360">
                  <c:v>0</c:v>
                </c:pt>
                <c:pt idx="97361">
                  <c:v>0</c:v>
                </c:pt>
                <c:pt idx="97362">
                  <c:v>0</c:v>
                </c:pt>
                <c:pt idx="97363">
                  <c:v>0</c:v>
                </c:pt>
                <c:pt idx="97364">
                  <c:v>0</c:v>
                </c:pt>
                <c:pt idx="97365">
                  <c:v>0</c:v>
                </c:pt>
                <c:pt idx="97366">
                  <c:v>0</c:v>
                </c:pt>
                <c:pt idx="97367">
                  <c:v>0</c:v>
                </c:pt>
                <c:pt idx="97368">
                  <c:v>0</c:v>
                </c:pt>
                <c:pt idx="97369">
                  <c:v>0</c:v>
                </c:pt>
                <c:pt idx="97370">
                  <c:v>0</c:v>
                </c:pt>
                <c:pt idx="97371">
                  <c:v>0</c:v>
                </c:pt>
                <c:pt idx="97372">
                  <c:v>0</c:v>
                </c:pt>
                <c:pt idx="97373">
                  <c:v>0</c:v>
                </c:pt>
                <c:pt idx="97374">
                  <c:v>0</c:v>
                </c:pt>
                <c:pt idx="97375">
                  <c:v>0</c:v>
                </c:pt>
                <c:pt idx="97376">
                  <c:v>0</c:v>
                </c:pt>
                <c:pt idx="97377">
                  <c:v>0</c:v>
                </c:pt>
                <c:pt idx="97378">
                  <c:v>0</c:v>
                </c:pt>
                <c:pt idx="97379">
                  <c:v>0</c:v>
                </c:pt>
                <c:pt idx="97380">
                  <c:v>0</c:v>
                </c:pt>
                <c:pt idx="97381">
                  <c:v>0</c:v>
                </c:pt>
                <c:pt idx="97382">
                  <c:v>0</c:v>
                </c:pt>
                <c:pt idx="97383">
                  <c:v>0</c:v>
                </c:pt>
                <c:pt idx="97384">
                  <c:v>0</c:v>
                </c:pt>
                <c:pt idx="97385">
                  <c:v>0</c:v>
                </c:pt>
                <c:pt idx="97386">
                  <c:v>0</c:v>
                </c:pt>
                <c:pt idx="97387">
                  <c:v>0</c:v>
                </c:pt>
                <c:pt idx="97388">
                  <c:v>0</c:v>
                </c:pt>
                <c:pt idx="97389">
                  <c:v>0</c:v>
                </c:pt>
                <c:pt idx="97390">
                  <c:v>0</c:v>
                </c:pt>
                <c:pt idx="97391">
                  <c:v>0</c:v>
                </c:pt>
                <c:pt idx="97392">
                  <c:v>0</c:v>
                </c:pt>
                <c:pt idx="97393">
                  <c:v>0</c:v>
                </c:pt>
                <c:pt idx="97394">
                  <c:v>0</c:v>
                </c:pt>
                <c:pt idx="97395">
                  <c:v>0</c:v>
                </c:pt>
                <c:pt idx="97396">
                  <c:v>0</c:v>
                </c:pt>
                <c:pt idx="97397">
                  <c:v>0</c:v>
                </c:pt>
                <c:pt idx="97398">
                  <c:v>0</c:v>
                </c:pt>
                <c:pt idx="97399">
                  <c:v>0</c:v>
                </c:pt>
                <c:pt idx="97400">
                  <c:v>0</c:v>
                </c:pt>
                <c:pt idx="97401">
                  <c:v>0</c:v>
                </c:pt>
                <c:pt idx="97402">
                  <c:v>0</c:v>
                </c:pt>
                <c:pt idx="97403">
                  <c:v>0</c:v>
                </c:pt>
                <c:pt idx="97404">
                  <c:v>0</c:v>
                </c:pt>
                <c:pt idx="97405">
                  <c:v>0</c:v>
                </c:pt>
                <c:pt idx="97406">
                  <c:v>0</c:v>
                </c:pt>
                <c:pt idx="97407">
                  <c:v>0</c:v>
                </c:pt>
                <c:pt idx="97408">
                  <c:v>0</c:v>
                </c:pt>
                <c:pt idx="97409">
                  <c:v>0</c:v>
                </c:pt>
                <c:pt idx="97410">
                  <c:v>0</c:v>
                </c:pt>
                <c:pt idx="97411">
                  <c:v>0</c:v>
                </c:pt>
                <c:pt idx="97412">
                  <c:v>0</c:v>
                </c:pt>
                <c:pt idx="97413">
                  <c:v>0</c:v>
                </c:pt>
                <c:pt idx="97414">
                  <c:v>0</c:v>
                </c:pt>
                <c:pt idx="97415">
                  <c:v>0</c:v>
                </c:pt>
                <c:pt idx="97416">
                  <c:v>0</c:v>
                </c:pt>
                <c:pt idx="97417">
                  <c:v>0</c:v>
                </c:pt>
                <c:pt idx="97418">
                  <c:v>0</c:v>
                </c:pt>
                <c:pt idx="97419">
                  <c:v>0</c:v>
                </c:pt>
                <c:pt idx="97420">
                  <c:v>0</c:v>
                </c:pt>
                <c:pt idx="97421">
                  <c:v>0</c:v>
                </c:pt>
                <c:pt idx="97422">
                  <c:v>0</c:v>
                </c:pt>
                <c:pt idx="97423">
                  <c:v>0</c:v>
                </c:pt>
                <c:pt idx="97424">
                  <c:v>0</c:v>
                </c:pt>
                <c:pt idx="97425">
                  <c:v>0</c:v>
                </c:pt>
                <c:pt idx="97426">
                  <c:v>0</c:v>
                </c:pt>
                <c:pt idx="97427">
                  <c:v>0</c:v>
                </c:pt>
                <c:pt idx="97428">
                  <c:v>0</c:v>
                </c:pt>
                <c:pt idx="97429">
                  <c:v>0</c:v>
                </c:pt>
                <c:pt idx="97430">
                  <c:v>0</c:v>
                </c:pt>
                <c:pt idx="97431">
                  <c:v>0</c:v>
                </c:pt>
                <c:pt idx="97432">
                  <c:v>0</c:v>
                </c:pt>
                <c:pt idx="97433">
                  <c:v>0</c:v>
                </c:pt>
                <c:pt idx="97434">
                  <c:v>0</c:v>
                </c:pt>
                <c:pt idx="97435">
                  <c:v>0</c:v>
                </c:pt>
                <c:pt idx="97436">
                  <c:v>0</c:v>
                </c:pt>
                <c:pt idx="97437">
                  <c:v>0</c:v>
                </c:pt>
                <c:pt idx="97438">
                  <c:v>0</c:v>
                </c:pt>
                <c:pt idx="97439">
                  <c:v>0</c:v>
                </c:pt>
                <c:pt idx="97440">
                  <c:v>0</c:v>
                </c:pt>
                <c:pt idx="97441">
                  <c:v>0</c:v>
                </c:pt>
                <c:pt idx="97442">
                  <c:v>0</c:v>
                </c:pt>
                <c:pt idx="97443">
                  <c:v>0</c:v>
                </c:pt>
                <c:pt idx="97444">
                  <c:v>0</c:v>
                </c:pt>
                <c:pt idx="97445">
                  <c:v>0</c:v>
                </c:pt>
                <c:pt idx="97446">
                  <c:v>0</c:v>
                </c:pt>
                <c:pt idx="97447">
                  <c:v>0</c:v>
                </c:pt>
                <c:pt idx="97448">
                  <c:v>0</c:v>
                </c:pt>
                <c:pt idx="97449">
                  <c:v>0</c:v>
                </c:pt>
                <c:pt idx="97450">
                  <c:v>0</c:v>
                </c:pt>
                <c:pt idx="97451">
                  <c:v>0</c:v>
                </c:pt>
                <c:pt idx="97452">
                  <c:v>0</c:v>
                </c:pt>
                <c:pt idx="97453">
                  <c:v>0</c:v>
                </c:pt>
                <c:pt idx="97454">
                  <c:v>0</c:v>
                </c:pt>
                <c:pt idx="97455">
                  <c:v>0</c:v>
                </c:pt>
                <c:pt idx="97456">
                  <c:v>0</c:v>
                </c:pt>
                <c:pt idx="97457">
                  <c:v>0</c:v>
                </c:pt>
                <c:pt idx="97458">
                  <c:v>0</c:v>
                </c:pt>
                <c:pt idx="97459">
                  <c:v>0</c:v>
                </c:pt>
                <c:pt idx="97460">
                  <c:v>0</c:v>
                </c:pt>
                <c:pt idx="97461">
                  <c:v>0</c:v>
                </c:pt>
                <c:pt idx="97462">
                  <c:v>0</c:v>
                </c:pt>
                <c:pt idx="97463">
                  <c:v>0</c:v>
                </c:pt>
                <c:pt idx="97464">
                  <c:v>0</c:v>
                </c:pt>
                <c:pt idx="97465">
                  <c:v>0</c:v>
                </c:pt>
                <c:pt idx="97466">
                  <c:v>0</c:v>
                </c:pt>
                <c:pt idx="97467">
                  <c:v>0</c:v>
                </c:pt>
                <c:pt idx="97468">
                  <c:v>0</c:v>
                </c:pt>
                <c:pt idx="97469">
                  <c:v>0</c:v>
                </c:pt>
                <c:pt idx="97470">
                  <c:v>0</c:v>
                </c:pt>
                <c:pt idx="97471">
                  <c:v>0</c:v>
                </c:pt>
                <c:pt idx="97472">
                  <c:v>0</c:v>
                </c:pt>
                <c:pt idx="97473">
                  <c:v>0</c:v>
                </c:pt>
                <c:pt idx="97474">
                  <c:v>0</c:v>
                </c:pt>
                <c:pt idx="97475">
                  <c:v>0</c:v>
                </c:pt>
                <c:pt idx="97476">
                  <c:v>0</c:v>
                </c:pt>
                <c:pt idx="97477">
                  <c:v>0</c:v>
                </c:pt>
                <c:pt idx="97478">
                  <c:v>0</c:v>
                </c:pt>
                <c:pt idx="97479">
                  <c:v>0</c:v>
                </c:pt>
                <c:pt idx="97480">
                  <c:v>0</c:v>
                </c:pt>
                <c:pt idx="97481">
                  <c:v>0</c:v>
                </c:pt>
                <c:pt idx="97482">
                  <c:v>0</c:v>
                </c:pt>
                <c:pt idx="97483">
                  <c:v>0</c:v>
                </c:pt>
                <c:pt idx="97484">
                  <c:v>0</c:v>
                </c:pt>
                <c:pt idx="97485">
                  <c:v>0</c:v>
                </c:pt>
                <c:pt idx="97486">
                  <c:v>0</c:v>
                </c:pt>
                <c:pt idx="97487">
                  <c:v>0</c:v>
                </c:pt>
                <c:pt idx="97488">
                  <c:v>0</c:v>
                </c:pt>
                <c:pt idx="97489">
                  <c:v>0</c:v>
                </c:pt>
                <c:pt idx="97490">
                  <c:v>0</c:v>
                </c:pt>
                <c:pt idx="97491">
                  <c:v>0</c:v>
                </c:pt>
                <c:pt idx="97492">
                  <c:v>0</c:v>
                </c:pt>
                <c:pt idx="97493">
                  <c:v>0</c:v>
                </c:pt>
                <c:pt idx="97494">
                  <c:v>0</c:v>
                </c:pt>
                <c:pt idx="97495">
                  <c:v>0</c:v>
                </c:pt>
                <c:pt idx="97496">
                  <c:v>0</c:v>
                </c:pt>
                <c:pt idx="97497">
                  <c:v>0</c:v>
                </c:pt>
                <c:pt idx="97498">
                  <c:v>0</c:v>
                </c:pt>
                <c:pt idx="97499">
                  <c:v>0</c:v>
                </c:pt>
                <c:pt idx="97500">
                  <c:v>0</c:v>
                </c:pt>
                <c:pt idx="97501">
                  <c:v>0</c:v>
                </c:pt>
                <c:pt idx="97502">
                  <c:v>0</c:v>
                </c:pt>
                <c:pt idx="97503">
                  <c:v>0</c:v>
                </c:pt>
                <c:pt idx="97504">
                  <c:v>0</c:v>
                </c:pt>
                <c:pt idx="97505">
                  <c:v>0</c:v>
                </c:pt>
                <c:pt idx="97506">
                  <c:v>0</c:v>
                </c:pt>
                <c:pt idx="97507">
                  <c:v>0</c:v>
                </c:pt>
                <c:pt idx="97508">
                  <c:v>0</c:v>
                </c:pt>
                <c:pt idx="97509">
                  <c:v>0</c:v>
                </c:pt>
                <c:pt idx="97510">
                  <c:v>0</c:v>
                </c:pt>
                <c:pt idx="97511">
                  <c:v>0</c:v>
                </c:pt>
                <c:pt idx="97512">
                  <c:v>0</c:v>
                </c:pt>
                <c:pt idx="97513">
                  <c:v>0</c:v>
                </c:pt>
                <c:pt idx="97514">
                  <c:v>0</c:v>
                </c:pt>
                <c:pt idx="97515">
                  <c:v>0</c:v>
                </c:pt>
                <c:pt idx="97516">
                  <c:v>0</c:v>
                </c:pt>
                <c:pt idx="97517">
                  <c:v>0</c:v>
                </c:pt>
                <c:pt idx="97518">
                  <c:v>0</c:v>
                </c:pt>
                <c:pt idx="97519">
                  <c:v>0</c:v>
                </c:pt>
                <c:pt idx="97520">
                  <c:v>0</c:v>
                </c:pt>
                <c:pt idx="97521">
                  <c:v>0</c:v>
                </c:pt>
                <c:pt idx="97522">
                  <c:v>0</c:v>
                </c:pt>
                <c:pt idx="97523">
                  <c:v>0</c:v>
                </c:pt>
                <c:pt idx="97524">
                  <c:v>0</c:v>
                </c:pt>
                <c:pt idx="97525">
                  <c:v>0</c:v>
                </c:pt>
                <c:pt idx="97526">
                  <c:v>0</c:v>
                </c:pt>
                <c:pt idx="97527">
                  <c:v>0</c:v>
                </c:pt>
                <c:pt idx="97528">
                  <c:v>0</c:v>
                </c:pt>
                <c:pt idx="97529">
                  <c:v>0</c:v>
                </c:pt>
                <c:pt idx="97530">
                  <c:v>0</c:v>
                </c:pt>
                <c:pt idx="97531">
                  <c:v>0</c:v>
                </c:pt>
                <c:pt idx="97532">
                  <c:v>0</c:v>
                </c:pt>
                <c:pt idx="97533">
                  <c:v>0</c:v>
                </c:pt>
                <c:pt idx="97534">
                  <c:v>0</c:v>
                </c:pt>
                <c:pt idx="97535">
                  <c:v>0</c:v>
                </c:pt>
                <c:pt idx="97536">
                  <c:v>0</c:v>
                </c:pt>
                <c:pt idx="97537">
                  <c:v>0</c:v>
                </c:pt>
                <c:pt idx="97538">
                  <c:v>0</c:v>
                </c:pt>
                <c:pt idx="97539">
                  <c:v>0</c:v>
                </c:pt>
                <c:pt idx="97540">
                  <c:v>0</c:v>
                </c:pt>
                <c:pt idx="97541">
                  <c:v>0</c:v>
                </c:pt>
                <c:pt idx="97542">
                  <c:v>0</c:v>
                </c:pt>
                <c:pt idx="97543">
                  <c:v>0</c:v>
                </c:pt>
                <c:pt idx="97544">
                  <c:v>0</c:v>
                </c:pt>
                <c:pt idx="97545">
                  <c:v>0</c:v>
                </c:pt>
                <c:pt idx="97546">
                  <c:v>0</c:v>
                </c:pt>
                <c:pt idx="97547">
                  <c:v>0</c:v>
                </c:pt>
                <c:pt idx="97548">
                  <c:v>0</c:v>
                </c:pt>
                <c:pt idx="97549">
                  <c:v>0</c:v>
                </c:pt>
                <c:pt idx="97550">
                  <c:v>0</c:v>
                </c:pt>
                <c:pt idx="97551">
                  <c:v>0</c:v>
                </c:pt>
                <c:pt idx="97552">
                  <c:v>0</c:v>
                </c:pt>
                <c:pt idx="97553">
                  <c:v>0</c:v>
                </c:pt>
                <c:pt idx="97554">
                  <c:v>0</c:v>
                </c:pt>
                <c:pt idx="97555">
                  <c:v>0</c:v>
                </c:pt>
                <c:pt idx="97556">
                  <c:v>0</c:v>
                </c:pt>
                <c:pt idx="97557">
                  <c:v>0</c:v>
                </c:pt>
                <c:pt idx="97558">
                  <c:v>0</c:v>
                </c:pt>
                <c:pt idx="97559">
                  <c:v>0</c:v>
                </c:pt>
                <c:pt idx="97560">
                  <c:v>0</c:v>
                </c:pt>
                <c:pt idx="97561">
                  <c:v>0</c:v>
                </c:pt>
                <c:pt idx="97562">
                  <c:v>0</c:v>
                </c:pt>
                <c:pt idx="97563">
                  <c:v>0</c:v>
                </c:pt>
                <c:pt idx="97564">
                  <c:v>0</c:v>
                </c:pt>
                <c:pt idx="97565">
                  <c:v>0</c:v>
                </c:pt>
                <c:pt idx="97566">
                  <c:v>0</c:v>
                </c:pt>
                <c:pt idx="97567">
                  <c:v>0</c:v>
                </c:pt>
                <c:pt idx="97568">
                  <c:v>0</c:v>
                </c:pt>
                <c:pt idx="97569">
                  <c:v>0</c:v>
                </c:pt>
                <c:pt idx="97570">
                  <c:v>0</c:v>
                </c:pt>
                <c:pt idx="97571">
                  <c:v>0</c:v>
                </c:pt>
                <c:pt idx="97572">
                  <c:v>0</c:v>
                </c:pt>
                <c:pt idx="97573">
                  <c:v>0</c:v>
                </c:pt>
                <c:pt idx="97574">
                  <c:v>0</c:v>
                </c:pt>
                <c:pt idx="97575">
                  <c:v>0</c:v>
                </c:pt>
                <c:pt idx="97576">
                  <c:v>0</c:v>
                </c:pt>
                <c:pt idx="97577">
                  <c:v>0</c:v>
                </c:pt>
                <c:pt idx="97578">
                  <c:v>0</c:v>
                </c:pt>
                <c:pt idx="97579">
                  <c:v>0</c:v>
                </c:pt>
                <c:pt idx="97580">
                  <c:v>0</c:v>
                </c:pt>
                <c:pt idx="97581">
                  <c:v>0</c:v>
                </c:pt>
                <c:pt idx="97582">
                  <c:v>0</c:v>
                </c:pt>
                <c:pt idx="97583">
                  <c:v>0</c:v>
                </c:pt>
                <c:pt idx="97584">
                  <c:v>0</c:v>
                </c:pt>
                <c:pt idx="97585">
                  <c:v>0</c:v>
                </c:pt>
                <c:pt idx="97586">
                  <c:v>0</c:v>
                </c:pt>
                <c:pt idx="97587">
                  <c:v>0</c:v>
                </c:pt>
                <c:pt idx="97588">
                  <c:v>0</c:v>
                </c:pt>
                <c:pt idx="97589">
                  <c:v>0</c:v>
                </c:pt>
                <c:pt idx="97590">
                  <c:v>0</c:v>
                </c:pt>
                <c:pt idx="97591">
                  <c:v>0</c:v>
                </c:pt>
                <c:pt idx="97592">
                  <c:v>0</c:v>
                </c:pt>
                <c:pt idx="97593">
                  <c:v>0</c:v>
                </c:pt>
                <c:pt idx="97594">
                  <c:v>0</c:v>
                </c:pt>
                <c:pt idx="97595">
                  <c:v>0</c:v>
                </c:pt>
                <c:pt idx="97596">
                  <c:v>0</c:v>
                </c:pt>
                <c:pt idx="97597">
                  <c:v>0</c:v>
                </c:pt>
                <c:pt idx="97598">
                  <c:v>0</c:v>
                </c:pt>
                <c:pt idx="97599">
                  <c:v>0</c:v>
                </c:pt>
                <c:pt idx="97600">
                  <c:v>0</c:v>
                </c:pt>
                <c:pt idx="97601">
                  <c:v>0</c:v>
                </c:pt>
                <c:pt idx="97602">
                  <c:v>0</c:v>
                </c:pt>
                <c:pt idx="97603">
                  <c:v>0</c:v>
                </c:pt>
                <c:pt idx="97604">
                  <c:v>0</c:v>
                </c:pt>
                <c:pt idx="97605">
                  <c:v>0</c:v>
                </c:pt>
                <c:pt idx="97606">
                  <c:v>0</c:v>
                </c:pt>
                <c:pt idx="97607">
                  <c:v>0</c:v>
                </c:pt>
                <c:pt idx="97608">
                  <c:v>0</c:v>
                </c:pt>
                <c:pt idx="97609">
                  <c:v>0</c:v>
                </c:pt>
                <c:pt idx="97610">
                  <c:v>0</c:v>
                </c:pt>
                <c:pt idx="97611">
                  <c:v>0</c:v>
                </c:pt>
                <c:pt idx="97612">
                  <c:v>0</c:v>
                </c:pt>
                <c:pt idx="97613">
                  <c:v>0</c:v>
                </c:pt>
                <c:pt idx="97614">
                  <c:v>0</c:v>
                </c:pt>
                <c:pt idx="97615">
                  <c:v>0</c:v>
                </c:pt>
                <c:pt idx="97616">
                  <c:v>0</c:v>
                </c:pt>
                <c:pt idx="97617">
                  <c:v>0</c:v>
                </c:pt>
                <c:pt idx="97618">
                  <c:v>0</c:v>
                </c:pt>
                <c:pt idx="97619">
                  <c:v>0</c:v>
                </c:pt>
                <c:pt idx="97620">
                  <c:v>0</c:v>
                </c:pt>
                <c:pt idx="97621">
                  <c:v>0</c:v>
                </c:pt>
                <c:pt idx="97622">
                  <c:v>0</c:v>
                </c:pt>
                <c:pt idx="97623">
                  <c:v>0</c:v>
                </c:pt>
                <c:pt idx="97624">
                  <c:v>0</c:v>
                </c:pt>
                <c:pt idx="97625">
                  <c:v>0</c:v>
                </c:pt>
                <c:pt idx="97626">
                  <c:v>0</c:v>
                </c:pt>
                <c:pt idx="97627">
                  <c:v>0</c:v>
                </c:pt>
                <c:pt idx="97628">
                  <c:v>0</c:v>
                </c:pt>
                <c:pt idx="97629">
                  <c:v>0</c:v>
                </c:pt>
                <c:pt idx="97630">
                  <c:v>0</c:v>
                </c:pt>
                <c:pt idx="97631">
                  <c:v>0</c:v>
                </c:pt>
                <c:pt idx="97632">
                  <c:v>0</c:v>
                </c:pt>
                <c:pt idx="97633">
                  <c:v>0</c:v>
                </c:pt>
                <c:pt idx="97634">
                  <c:v>0</c:v>
                </c:pt>
                <c:pt idx="97635">
                  <c:v>0</c:v>
                </c:pt>
                <c:pt idx="97636">
                  <c:v>0</c:v>
                </c:pt>
                <c:pt idx="97637">
                  <c:v>0</c:v>
                </c:pt>
                <c:pt idx="97638">
                  <c:v>0</c:v>
                </c:pt>
                <c:pt idx="97639">
                  <c:v>0</c:v>
                </c:pt>
                <c:pt idx="97640">
                  <c:v>0</c:v>
                </c:pt>
                <c:pt idx="97641">
                  <c:v>0</c:v>
                </c:pt>
                <c:pt idx="97642">
                  <c:v>0</c:v>
                </c:pt>
                <c:pt idx="97643">
                  <c:v>0</c:v>
                </c:pt>
                <c:pt idx="97644">
                  <c:v>0</c:v>
                </c:pt>
                <c:pt idx="97645">
                  <c:v>0</c:v>
                </c:pt>
                <c:pt idx="97646">
                  <c:v>0</c:v>
                </c:pt>
                <c:pt idx="97647">
                  <c:v>0</c:v>
                </c:pt>
                <c:pt idx="97648">
                  <c:v>0</c:v>
                </c:pt>
                <c:pt idx="97649">
                  <c:v>0</c:v>
                </c:pt>
                <c:pt idx="97650">
                  <c:v>0</c:v>
                </c:pt>
                <c:pt idx="97651">
                  <c:v>0</c:v>
                </c:pt>
                <c:pt idx="97652">
                  <c:v>0</c:v>
                </c:pt>
                <c:pt idx="97653">
                  <c:v>0</c:v>
                </c:pt>
                <c:pt idx="97654">
                  <c:v>0</c:v>
                </c:pt>
                <c:pt idx="97655">
                  <c:v>0</c:v>
                </c:pt>
                <c:pt idx="97656">
                  <c:v>0</c:v>
                </c:pt>
                <c:pt idx="97657">
                  <c:v>0</c:v>
                </c:pt>
                <c:pt idx="97658">
                  <c:v>0</c:v>
                </c:pt>
                <c:pt idx="97659">
                  <c:v>0</c:v>
                </c:pt>
                <c:pt idx="97660">
                  <c:v>0</c:v>
                </c:pt>
                <c:pt idx="97661">
                  <c:v>0</c:v>
                </c:pt>
                <c:pt idx="97662">
                  <c:v>0</c:v>
                </c:pt>
                <c:pt idx="97663">
                  <c:v>0</c:v>
                </c:pt>
                <c:pt idx="97664">
                  <c:v>0</c:v>
                </c:pt>
                <c:pt idx="97665">
                  <c:v>0</c:v>
                </c:pt>
                <c:pt idx="97666">
                  <c:v>0</c:v>
                </c:pt>
                <c:pt idx="97667">
                  <c:v>0</c:v>
                </c:pt>
                <c:pt idx="97668">
                  <c:v>0</c:v>
                </c:pt>
                <c:pt idx="97669">
                  <c:v>0</c:v>
                </c:pt>
                <c:pt idx="97670">
                  <c:v>0</c:v>
                </c:pt>
                <c:pt idx="97671">
                  <c:v>0</c:v>
                </c:pt>
                <c:pt idx="97672">
                  <c:v>0</c:v>
                </c:pt>
                <c:pt idx="97673">
                  <c:v>0</c:v>
                </c:pt>
                <c:pt idx="97674">
                  <c:v>0</c:v>
                </c:pt>
                <c:pt idx="97675">
                  <c:v>0</c:v>
                </c:pt>
                <c:pt idx="97676">
                  <c:v>0</c:v>
                </c:pt>
                <c:pt idx="97677">
                  <c:v>0</c:v>
                </c:pt>
                <c:pt idx="97678">
                  <c:v>0</c:v>
                </c:pt>
                <c:pt idx="97679">
                  <c:v>0</c:v>
                </c:pt>
                <c:pt idx="97680">
                  <c:v>0</c:v>
                </c:pt>
                <c:pt idx="97681">
                  <c:v>0</c:v>
                </c:pt>
                <c:pt idx="97682">
                  <c:v>0</c:v>
                </c:pt>
                <c:pt idx="97683">
                  <c:v>0</c:v>
                </c:pt>
                <c:pt idx="97684">
                  <c:v>0</c:v>
                </c:pt>
                <c:pt idx="97685">
                  <c:v>0</c:v>
                </c:pt>
                <c:pt idx="97686">
                  <c:v>0</c:v>
                </c:pt>
                <c:pt idx="97687">
                  <c:v>0</c:v>
                </c:pt>
                <c:pt idx="97688">
                  <c:v>0</c:v>
                </c:pt>
                <c:pt idx="97689">
                  <c:v>0</c:v>
                </c:pt>
                <c:pt idx="97690">
                  <c:v>0</c:v>
                </c:pt>
                <c:pt idx="97691">
                  <c:v>0</c:v>
                </c:pt>
                <c:pt idx="97692">
                  <c:v>0</c:v>
                </c:pt>
                <c:pt idx="97693">
                  <c:v>0</c:v>
                </c:pt>
                <c:pt idx="97694">
                  <c:v>0</c:v>
                </c:pt>
                <c:pt idx="97695">
                  <c:v>0</c:v>
                </c:pt>
                <c:pt idx="97696">
                  <c:v>0</c:v>
                </c:pt>
                <c:pt idx="97697">
                  <c:v>0</c:v>
                </c:pt>
                <c:pt idx="97698">
                  <c:v>0</c:v>
                </c:pt>
                <c:pt idx="97699">
                  <c:v>0</c:v>
                </c:pt>
                <c:pt idx="97700">
                  <c:v>0</c:v>
                </c:pt>
                <c:pt idx="97701">
                  <c:v>0</c:v>
                </c:pt>
                <c:pt idx="97702">
                  <c:v>0</c:v>
                </c:pt>
                <c:pt idx="97703">
                  <c:v>0</c:v>
                </c:pt>
                <c:pt idx="97704">
                  <c:v>0</c:v>
                </c:pt>
                <c:pt idx="97705">
                  <c:v>0</c:v>
                </c:pt>
                <c:pt idx="97706">
                  <c:v>0</c:v>
                </c:pt>
                <c:pt idx="97707">
                  <c:v>0</c:v>
                </c:pt>
                <c:pt idx="97708">
                  <c:v>0</c:v>
                </c:pt>
                <c:pt idx="97709">
                  <c:v>0</c:v>
                </c:pt>
                <c:pt idx="97710">
                  <c:v>0</c:v>
                </c:pt>
                <c:pt idx="97711">
                  <c:v>0</c:v>
                </c:pt>
                <c:pt idx="97712">
                  <c:v>0</c:v>
                </c:pt>
                <c:pt idx="97713">
                  <c:v>0</c:v>
                </c:pt>
                <c:pt idx="97714">
                  <c:v>0</c:v>
                </c:pt>
                <c:pt idx="97715">
                  <c:v>0</c:v>
                </c:pt>
                <c:pt idx="97716">
                  <c:v>0</c:v>
                </c:pt>
                <c:pt idx="97717">
                  <c:v>0</c:v>
                </c:pt>
                <c:pt idx="97718">
                  <c:v>0</c:v>
                </c:pt>
                <c:pt idx="97719">
                  <c:v>0</c:v>
                </c:pt>
                <c:pt idx="97720">
                  <c:v>0</c:v>
                </c:pt>
                <c:pt idx="97721">
                  <c:v>0</c:v>
                </c:pt>
                <c:pt idx="97722">
                  <c:v>0</c:v>
                </c:pt>
                <c:pt idx="97723">
                  <c:v>0</c:v>
                </c:pt>
                <c:pt idx="97724">
                  <c:v>0</c:v>
                </c:pt>
                <c:pt idx="97725">
                  <c:v>0</c:v>
                </c:pt>
                <c:pt idx="97726">
                  <c:v>0</c:v>
                </c:pt>
                <c:pt idx="97727">
                  <c:v>0</c:v>
                </c:pt>
                <c:pt idx="97728">
                  <c:v>0</c:v>
                </c:pt>
                <c:pt idx="97729">
                  <c:v>0</c:v>
                </c:pt>
                <c:pt idx="97730">
                  <c:v>0</c:v>
                </c:pt>
                <c:pt idx="97731">
                  <c:v>0</c:v>
                </c:pt>
                <c:pt idx="97732">
                  <c:v>0</c:v>
                </c:pt>
                <c:pt idx="97733">
                  <c:v>0</c:v>
                </c:pt>
                <c:pt idx="97734">
                  <c:v>0</c:v>
                </c:pt>
                <c:pt idx="97735">
                  <c:v>0</c:v>
                </c:pt>
                <c:pt idx="97736">
                  <c:v>0</c:v>
                </c:pt>
                <c:pt idx="97737">
                  <c:v>0</c:v>
                </c:pt>
                <c:pt idx="97738">
                  <c:v>0</c:v>
                </c:pt>
                <c:pt idx="97739">
                  <c:v>0</c:v>
                </c:pt>
                <c:pt idx="97740">
                  <c:v>0</c:v>
                </c:pt>
                <c:pt idx="97741">
                  <c:v>0</c:v>
                </c:pt>
                <c:pt idx="97742">
                  <c:v>0</c:v>
                </c:pt>
                <c:pt idx="97743">
                  <c:v>0</c:v>
                </c:pt>
                <c:pt idx="97744">
                  <c:v>0</c:v>
                </c:pt>
                <c:pt idx="97745">
                  <c:v>0</c:v>
                </c:pt>
                <c:pt idx="97746">
                  <c:v>0</c:v>
                </c:pt>
                <c:pt idx="97747">
                  <c:v>0</c:v>
                </c:pt>
                <c:pt idx="97748">
                  <c:v>0</c:v>
                </c:pt>
                <c:pt idx="97749">
                  <c:v>0</c:v>
                </c:pt>
                <c:pt idx="97750">
                  <c:v>0</c:v>
                </c:pt>
                <c:pt idx="97751">
                  <c:v>0</c:v>
                </c:pt>
                <c:pt idx="97752">
                  <c:v>0</c:v>
                </c:pt>
                <c:pt idx="97753">
                  <c:v>0</c:v>
                </c:pt>
                <c:pt idx="97754">
                  <c:v>0</c:v>
                </c:pt>
                <c:pt idx="97755">
                  <c:v>0</c:v>
                </c:pt>
                <c:pt idx="97756">
                  <c:v>0</c:v>
                </c:pt>
                <c:pt idx="97757">
                  <c:v>0</c:v>
                </c:pt>
                <c:pt idx="97758">
                  <c:v>0</c:v>
                </c:pt>
                <c:pt idx="97759">
                  <c:v>0</c:v>
                </c:pt>
                <c:pt idx="97760">
                  <c:v>0</c:v>
                </c:pt>
                <c:pt idx="97761">
                  <c:v>0</c:v>
                </c:pt>
                <c:pt idx="97762">
                  <c:v>0</c:v>
                </c:pt>
                <c:pt idx="97763">
                  <c:v>0</c:v>
                </c:pt>
                <c:pt idx="97764">
                  <c:v>0</c:v>
                </c:pt>
                <c:pt idx="97765">
                  <c:v>0</c:v>
                </c:pt>
                <c:pt idx="97766">
                  <c:v>0</c:v>
                </c:pt>
                <c:pt idx="97767">
                  <c:v>0</c:v>
                </c:pt>
                <c:pt idx="97768">
                  <c:v>0</c:v>
                </c:pt>
                <c:pt idx="97769">
                  <c:v>0</c:v>
                </c:pt>
                <c:pt idx="97770">
                  <c:v>0</c:v>
                </c:pt>
                <c:pt idx="97771">
                  <c:v>0</c:v>
                </c:pt>
                <c:pt idx="97772">
                  <c:v>0</c:v>
                </c:pt>
                <c:pt idx="97773">
                  <c:v>0</c:v>
                </c:pt>
                <c:pt idx="97774">
                  <c:v>0</c:v>
                </c:pt>
                <c:pt idx="97775">
                  <c:v>0</c:v>
                </c:pt>
                <c:pt idx="97776">
                  <c:v>0</c:v>
                </c:pt>
                <c:pt idx="97777">
                  <c:v>0</c:v>
                </c:pt>
                <c:pt idx="97778">
                  <c:v>0</c:v>
                </c:pt>
                <c:pt idx="97779">
                  <c:v>0</c:v>
                </c:pt>
                <c:pt idx="97780">
                  <c:v>0</c:v>
                </c:pt>
                <c:pt idx="97781">
                  <c:v>0</c:v>
                </c:pt>
                <c:pt idx="97782">
                  <c:v>0</c:v>
                </c:pt>
                <c:pt idx="97783">
                  <c:v>0</c:v>
                </c:pt>
                <c:pt idx="97784">
                  <c:v>0</c:v>
                </c:pt>
                <c:pt idx="97785">
                  <c:v>0</c:v>
                </c:pt>
                <c:pt idx="97786">
                  <c:v>0</c:v>
                </c:pt>
                <c:pt idx="97787">
                  <c:v>0</c:v>
                </c:pt>
                <c:pt idx="97788">
                  <c:v>0</c:v>
                </c:pt>
                <c:pt idx="97789">
                  <c:v>0</c:v>
                </c:pt>
                <c:pt idx="97790">
                  <c:v>0</c:v>
                </c:pt>
                <c:pt idx="97791">
                  <c:v>0</c:v>
                </c:pt>
                <c:pt idx="97792">
                  <c:v>0</c:v>
                </c:pt>
                <c:pt idx="97793">
                  <c:v>0</c:v>
                </c:pt>
                <c:pt idx="97794">
                  <c:v>0</c:v>
                </c:pt>
                <c:pt idx="97795">
                  <c:v>0</c:v>
                </c:pt>
                <c:pt idx="97796">
                  <c:v>0</c:v>
                </c:pt>
                <c:pt idx="97797">
                  <c:v>0</c:v>
                </c:pt>
                <c:pt idx="97798">
                  <c:v>0</c:v>
                </c:pt>
                <c:pt idx="97799">
                  <c:v>0</c:v>
                </c:pt>
                <c:pt idx="97800">
                  <c:v>0</c:v>
                </c:pt>
                <c:pt idx="97801">
                  <c:v>0</c:v>
                </c:pt>
                <c:pt idx="97802">
                  <c:v>0</c:v>
                </c:pt>
                <c:pt idx="97803">
                  <c:v>0</c:v>
                </c:pt>
                <c:pt idx="97804">
                  <c:v>0</c:v>
                </c:pt>
                <c:pt idx="97805">
                  <c:v>0</c:v>
                </c:pt>
                <c:pt idx="97806">
                  <c:v>0</c:v>
                </c:pt>
                <c:pt idx="97807">
                  <c:v>0</c:v>
                </c:pt>
                <c:pt idx="97808">
                  <c:v>0</c:v>
                </c:pt>
                <c:pt idx="97809">
                  <c:v>0</c:v>
                </c:pt>
                <c:pt idx="97810">
                  <c:v>0</c:v>
                </c:pt>
                <c:pt idx="97811">
                  <c:v>0</c:v>
                </c:pt>
                <c:pt idx="97812">
                  <c:v>0</c:v>
                </c:pt>
                <c:pt idx="97813">
                  <c:v>0</c:v>
                </c:pt>
                <c:pt idx="97814">
                  <c:v>0</c:v>
                </c:pt>
                <c:pt idx="97815">
                  <c:v>0</c:v>
                </c:pt>
                <c:pt idx="97816">
                  <c:v>0</c:v>
                </c:pt>
                <c:pt idx="97817">
                  <c:v>0</c:v>
                </c:pt>
                <c:pt idx="97818">
                  <c:v>0</c:v>
                </c:pt>
                <c:pt idx="97819">
                  <c:v>0</c:v>
                </c:pt>
                <c:pt idx="97820">
                  <c:v>0</c:v>
                </c:pt>
                <c:pt idx="97821">
                  <c:v>0</c:v>
                </c:pt>
                <c:pt idx="97822">
                  <c:v>0</c:v>
                </c:pt>
                <c:pt idx="97823">
                  <c:v>0</c:v>
                </c:pt>
                <c:pt idx="97824">
                  <c:v>0</c:v>
                </c:pt>
                <c:pt idx="97825">
                  <c:v>0</c:v>
                </c:pt>
                <c:pt idx="97826">
                  <c:v>0</c:v>
                </c:pt>
                <c:pt idx="97827">
                  <c:v>0</c:v>
                </c:pt>
                <c:pt idx="97828">
                  <c:v>0</c:v>
                </c:pt>
                <c:pt idx="97829">
                  <c:v>0</c:v>
                </c:pt>
                <c:pt idx="97830">
                  <c:v>0</c:v>
                </c:pt>
                <c:pt idx="97831">
                  <c:v>0</c:v>
                </c:pt>
                <c:pt idx="97832">
                  <c:v>0</c:v>
                </c:pt>
                <c:pt idx="97833">
                  <c:v>0</c:v>
                </c:pt>
                <c:pt idx="97834">
                  <c:v>0</c:v>
                </c:pt>
                <c:pt idx="97835">
                  <c:v>0</c:v>
                </c:pt>
                <c:pt idx="97836">
                  <c:v>0</c:v>
                </c:pt>
                <c:pt idx="97837">
                  <c:v>0</c:v>
                </c:pt>
                <c:pt idx="97838">
                  <c:v>0</c:v>
                </c:pt>
                <c:pt idx="97839">
                  <c:v>0</c:v>
                </c:pt>
                <c:pt idx="97840">
                  <c:v>0</c:v>
                </c:pt>
                <c:pt idx="97841">
                  <c:v>0</c:v>
                </c:pt>
                <c:pt idx="97842">
                  <c:v>0</c:v>
                </c:pt>
                <c:pt idx="97843">
                  <c:v>0</c:v>
                </c:pt>
                <c:pt idx="97844">
                  <c:v>0</c:v>
                </c:pt>
                <c:pt idx="97845">
                  <c:v>0</c:v>
                </c:pt>
                <c:pt idx="97846">
                  <c:v>0</c:v>
                </c:pt>
                <c:pt idx="97847">
                  <c:v>0</c:v>
                </c:pt>
                <c:pt idx="97848">
                  <c:v>0</c:v>
                </c:pt>
                <c:pt idx="97849">
                  <c:v>0</c:v>
                </c:pt>
                <c:pt idx="97850">
                  <c:v>0</c:v>
                </c:pt>
                <c:pt idx="97851">
                  <c:v>0</c:v>
                </c:pt>
                <c:pt idx="97852">
                  <c:v>0</c:v>
                </c:pt>
                <c:pt idx="97853">
                  <c:v>0</c:v>
                </c:pt>
                <c:pt idx="97854">
                  <c:v>0</c:v>
                </c:pt>
                <c:pt idx="97855">
                  <c:v>0</c:v>
                </c:pt>
                <c:pt idx="97856">
                  <c:v>0</c:v>
                </c:pt>
                <c:pt idx="97857">
                  <c:v>0</c:v>
                </c:pt>
                <c:pt idx="97858">
                  <c:v>0</c:v>
                </c:pt>
                <c:pt idx="97859">
                  <c:v>0</c:v>
                </c:pt>
                <c:pt idx="97860">
                  <c:v>0</c:v>
                </c:pt>
                <c:pt idx="97861">
                  <c:v>0</c:v>
                </c:pt>
                <c:pt idx="97862">
                  <c:v>0</c:v>
                </c:pt>
                <c:pt idx="97863">
                  <c:v>0</c:v>
                </c:pt>
                <c:pt idx="97864">
                  <c:v>0</c:v>
                </c:pt>
                <c:pt idx="97865">
                  <c:v>0</c:v>
                </c:pt>
                <c:pt idx="97866">
                  <c:v>0</c:v>
                </c:pt>
                <c:pt idx="97867">
                  <c:v>0</c:v>
                </c:pt>
                <c:pt idx="97868">
                  <c:v>0</c:v>
                </c:pt>
                <c:pt idx="97869">
                  <c:v>0</c:v>
                </c:pt>
                <c:pt idx="97870">
                  <c:v>0</c:v>
                </c:pt>
                <c:pt idx="97871">
                  <c:v>0</c:v>
                </c:pt>
                <c:pt idx="97872">
                  <c:v>0</c:v>
                </c:pt>
                <c:pt idx="97873">
                  <c:v>0</c:v>
                </c:pt>
                <c:pt idx="97874">
                  <c:v>0</c:v>
                </c:pt>
                <c:pt idx="97875">
                  <c:v>0</c:v>
                </c:pt>
                <c:pt idx="97876">
                  <c:v>0</c:v>
                </c:pt>
                <c:pt idx="97877">
                  <c:v>0</c:v>
                </c:pt>
                <c:pt idx="97878">
                  <c:v>0</c:v>
                </c:pt>
                <c:pt idx="97879">
                  <c:v>0</c:v>
                </c:pt>
                <c:pt idx="97880">
                  <c:v>0</c:v>
                </c:pt>
                <c:pt idx="97881">
                  <c:v>0</c:v>
                </c:pt>
                <c:pt idx="97882">
                  <c:v>0</c:v>
                </c:pt>
                <c:pt idx="97883">
                  <c:v>0</c:v>
                </c:pt>
                <c:pt idx="97884">
                  <c:v>0</c:v>
                </c:pt>
                <c:pt idx="97885">
                  <c:v>0</c:v>
                </c:pt>
                <c:pt idx="97886">
                  <c:v>0</c:v>
                </c:pt>
                <c:pt idx="97887">
                  <c:v>0</c:v>
                </c:pt>
                <c:pt idx="97888">
                  <c:v>0</c:v>
                </c:pt>
                <c:pt idx="97889">
                  <c:v>0</c:v>
                </c:pt>
                <c:pt idx="97890">
                  <c:v>0</c:v>
                </c:pt>
                <c:pt idx="97891">
                  <c:v>0</c:v>
                </c:pt>
                <c:pt idx="97892">
                  <c:v>0</c:v>
                </c:pt>
                <c:pt idx="97893">
                  <c:v>0</c:v>
                </c:pt>
                <c:pt idx="97894">
                  <c:v>0</c:v>
                </c:pt>
                <c:pt idx="97895">
                  <c:v>0</c:v>
                </c:pt>
                <c:pt idx="97896">
                  <c:v>0</c:v>
                </c:pt>
                <c:pt idx="97897">
                  <c:v>0</c:v>
                </c:pt>
                <c:pt idx="97898">
                  <c:v>0</c:v>
                </c:pt>
                <c:pt idx="97899">
                  <c:v>0</c:v>
                </c:pt>
                <c:pt idx="97900">
                  <c:v>0</c:v>
                </c:pt>
                <c:pt idx="97901">
                  <c:v>0</c:v>
                </c:pt>
                <c:pt idx="97902">
                  <c:v>0</c:v>
                </c:pt>
                <c:pt idx="97903">
                  <c:v>0</c:v>
                </c:pt>
                <c:pt idx="97904">
                  <c:v>0</c:v>
                </c:pt>
                <c:pt idx="97905">
                  <c:v>0</c:v>
                </c:pt>
                <c:pt idx="97906">
                  <c:v>0</c:v>
                </c:pt>
                <c:pt idx="97907">
                  <c:v>0</c:v>
                </c:pt>
                <c:pt idx="97908">
                  <c:v>0</c:v>
                </c:pt>
                <c:pt idx="97909">
                  <c:v>0</c:v>
                </c:pt>
                <c:pt idx="97910">
                  <c:v>0</c:v>
                </c:pt>
                <c:pt idx="97911">
                  <c:v>0</c:v>
                </c:pt>
                <c:pt idx="97912">
                  <c:v>0</c:v>
                </c:pt>
                <c:pt idx="97913">
                  <c:v>0</c:v>
                </c:pt>
                <c:pt idx="97914">
                  <c:v>0</c:v>
                </c:pt>
                <c:pt idx="97915">
                  <c:v>0</c:v>
                </c:pt>
                <c:pt idx="97916">
                  <c:v>0</c:v>
                </c:pt>
                <c:pt idx="97917">
                  <c:v>0</c:v>
                </c:pt>
                <c:pt idx="97918">
                  <c:v>0</c:v>
                </c:pt>
                <c:pt idx="97919">
                  <c:v>0</c:v>
                </c:pt>
                <c:pt idx="97920">
                  <c:v>0</c:v>
                </c:pt>
                <c:pt idx="97921">
                  <c:v>0</c:v>
                </c:pt>
                <c:pt idx="97922">
                  <c:v>0</c:v>
                </c:pt>
                <c:pt idx="97923">
                  <c:v>0</c:v>
                </c:pt>
                <c:pt idx="97924">
                  <c:v>0</c:v>
                </c:pt>
                <c:pt idx="97925">
                  <c:v>0</c:v>
                </c:pt>
                <c:pt idx="97926">
                  <c:v>0</c:v>
                </c:pt>
                <c:pt idx="97927">
                  <c:v>0</c:v>
                </c:pt>
                <c:pt idx="97928">
                  <c:v>0</c:v>
                </c:pt>
                <c:pt idx="97929">
                  <c:v>0</c:v>
                </c:pt>
                <c:pt idx="97930">
                  <c:v>0</c:v>
                </c:pt>
                <c:pt idx="97931">
                  <c:v>0</c:v>
                </c:pt>
                <c:pt idx="97932">
                  <c:v>0</c:v>
                </c:pt>
                <c:pt idx="97933">
                  <c:v>0</c:v>
                </c:pt>
                <c:pt idx="97934">
                  <c:v>0</c:v>
                </c:pt>
                <c:pt idx="97935">
                  <c:v>0</c:v>
                </c:pt>
                <c:pt idx="97936">
                  <c:v>0</c:v>
                </c:pt>
                <c:pt idx="97937">
                  <c:v>0</c:v>
                </c:pt>
                <c:pt idx="97938">
                  <c:v>0</c:v>
                </c:pt>
                <c:pt idx="97939">
                  <c:v>0</c:v>
                </c:pt>
                <c:pt idx="97940">
                  <c:v>0</c:v>
                </c:pt>
                <c:pt idx="97941">
                  <c:v>0</c:v>
                </c:pt>
                <c:pt idx="97942">
                  <c:v>0</c:v>
                </c:pt>
                <c:pt idx="97943">
                  <c:v>0</c:v>
                </c:pt>
                <c:pt idx="97944">
                  <c:v>0</c:v>
                </c:pt>
                <c:pt idx="97945">
                  <c:v>0</c:v>
                </c:pt>
                <c:pt idx="97946">
                  <c:v>0</c:v>
                </c:pt>
                <c:pt idx="97947">
                  <c:v>0</c:v>
                </c:pt>
                <c:pt idx="97948">
                  <c:v>0</c:v>
                </c:pt>
                <c:pt idx="97949">
                  <c:v>0</c:v>
                </c:pt>
                <c:pt idx="97950">
                  <c:v>0</c:v>
                </c:pt>
                <c:pt idx="97951">
                  <c:v>0</c:v>
                </c:pt>
                <c:pt idx="97952">
                  <c:v>0</c:v>
                </c:pt>
                <c:pt idx="97953">
                  <c:v>0</c:v>
                </c:pt>
                <c:pt idx="97954">
                  <c:v>0</c:v>
                </c:pt>
                <c:pt idx="97955">
                  <c:v>0</c:v>
                </c:pt>
                <c:pt idx="97956">
                  <c:v>0</c:v>
                </c:pt>
                <c:pt idx="97957">
                  <c:v>0</c:v>
                </c:pt>
                <c:pt idx="97958">
                  <c:v>0</c:v>
                </c:pt>
                <c:pt idx="97959">
                  <c:v>0</c:v>
                </c:pt>
                <c:pt idx="97960">
                  <c:v>0</c:v>
                </c:pt>
                <c:pt idx="97961">
                  <c:v>0</c:v>
                </c:pt>
                <c:pt idx="97962">
                  <c:v>0</c:v>
                </c:pt>
                <c:pt idx="97963">
                  <c:v>0</c:v>
                </c:pt>
                <c:pt idx="97964">
                  <c:v>0</c:v>
                </c:pt>
                <c:pt idx="97965">
                  <c:v>0</c:v>
                </c:pt>
                <c:pt idx="97966">
                  <c:v>0</c:v>
                </c:pt>
                <c:pt idx="97967">
                  <c:v>0</c:v>
                </c:pt>
                <c:pt idx="97968">
                  <c:v>0</c:v>
                </c:pt>
                <c:pt idx="97969">
                  <c:v>0</c:v>
                </c:pt>
                <c:pt idx="97970">
                  <c:v>0</c:v>
                </c:pt>
                <c:pt idx="97971">
                  <c:v>0</c:v>
                </c:pt>
                <c:pt idx="97972">
                  <c:v>0</c:v>
                </c:pt>
                <c:pt idx="97973">
                  <c:v>0</c:v>
                </c:pt>
                <c:pt idx="97974">
                  <c:v>0</c:v>
                </c:pt>
                <c:pt idx="97975">
                  <c:v>0</c:v>
                </c:pt>
                <c:pt idx="97976">
                  <c:v>0</c:v>
                </c:pt>
                <c:pt idx="97977">
                  <c:v>0</c:v>
                </c:pt>
                <c:pt idx="97978">
                  <c:v>0</c:v>
                </c:pt>
                <c:pt idx="97979">
                  <c:v>0</c:v>
                </c:pt>
                <c:pt idx="97980">
                  <c:v>0</c:v>
                </c:pt>
                <c:pt idx="97981">
                  <c:v>0</c:v>
                </c:pt>
                <c:pt idx="97982">
                  <c:v>0</c:v>
                </c:pt>
                <c:pt idx="97983">
                  <c:v>0</c:v>
                </c:pt>
                <c:pt idx="97984">
                  <c:v>0</c:v>
                </c:pt>
                <c:pt idx="97985">
                  <c:v>0</c:v>
                </c:pt>
                <c:pt idx="97986">
                  <c:v>0</c:v>
                </c:pt>
                <c:pt idx="97987">
                  <c:v>0</c:v>
                </c:pt>
                <c:pt idx="97988">
                  <c:v>0</c:v>
                </c:pt>
                <c:pt idx="97989">
                  <c:v>0</c:v>
                </c:pt>
                <c:pt idx="97990">
                  <c:v>0</c:v>
                </c:pt>
                <c:pt idx="97991">
                  <c:v>0</c:v>
                </c:pt>
                <c:pt idx="97992">
                  <c:v>0</c:v>
                </c:pt>
                <c:pt idx="97993">
                  <c:v>0</c:v>
                </c:pt>
                <c:pt idx="97994">
                  <c:v>0</c:v>
                </c:pt>
                <c:pt idx="97995">
                  <c:v>0</c:v>
                </c:pt>
                <c:pt idx="97996">
                  <c:v>0</c:v>
                </c:pt>
                <c:pt idx="97997">
                  <c:v>0</c:v>
                </c:pt>
                <c:pt idx="97998">
                  <c:v>0</c:v>
                </c:pt>
                <c:pt idx="97999">
                  <c:v>0</c:v>
                </c:pt>
                <c:pt idx="98000">
                  <c:v>0</c:v>
                </c:pt>
                <c:pt idx="98001">
                  <c:v>0</c:v>
                </c:pt>
                <c:pt idx="98002">
                  <c:v>0</c:v>
                </c:pt>
                <c:pt idx="98003">
                  <c:v>0</c:v>
                </c:pt>
                <c:pt idx="98004">
                  <c:v>0</c:v>
                </c:pt>
                <c:pt idx="98005">
                  <c:v>0</c:v>
                </c:pt>
                <c:pt idx="98006">
                  <c:v>0</c:v>
                </c:pt>
                <c:pt idx="98007">
                  <c:v>0</c:v>
                </c:pt>
                <c:pt idx="98008">
                  <c:v>0</c:v>
                </c:pt>
                <c:pt idx="98009">
                  <c:v>0</c:v>
                </c:pt>
                <c:pt idx="98010">
                  <c:v>0</c:v>
                </c:pt>
                <c:pt idx="98011">
                  <c:v>0</c:v>
                </c:pt>
                <c:pt idx="98012">
                  <c:v>0</c:v>
                </c:pt>
                <c:pt idx="98013">
                  <c:v>0</c:v>
                </c:pt>
                <c:pt idx="98014">
                  <c:v>0</c:v>
                </c:pt>
                <c:pt idx="98015">
                  <c:v>0</c:v>
                </c:pt>
                <c:pt idx="98016">
                  <c:v>0</c:v>
                </c:pt>
                <c:pt idx="98017">
                  <c:v>0</c:v>
                </c:pt>
                <c:pt idx="98018">
                  <c:v>0</c:v>
                </c:pt>
                <c:pt idx="98019">
                  <c:v>0</c:v>
                </c:pt>
                <c:pt idx="98020">
                  <c:v>0</c:v>
                </c:pt>
                <c:pt idx="98021">
                  <c:v>0</c:v>
                </c:pt>
                <c:pt idx="98022">
                  <c:v>0</c:v>
                </c:pt>
                <c:pt idx="98023">
                  <c:v>0</c:v>
                </c:pt>
                <c:pt idx="98024">
                  <c:v>0</c:v>
                </c:pt>
                <c:pt idx="98025">
                  <c:v>0</c:v>
                </c:pt>
                <c:pt idx="98026">
                  <c:v>0</c:v>
                </c:pt>
                <c:pt idx="98027">
                  <c:v>0</c:v>
                </c:pt>
                <c:pt idx="98028">
                  <c:v>0</c:v>
                </c:pt>
                <c:pt idx="98029">
                  <c:v>0</c:v>
                </c:pt>
                <c:pt idx="98030">
                  <c:v>0</c:v>
                </c:pt>
                <c:pt idx="98031">
                  <c:v>0</c:v>
                </c:pt>
                <c:pt idx="98032">
                  <c:v>0</c:v>
                </c:pt>
                <c:pt idx="98033">
                  <c:v>0</c:v>
                </c:pt>
                <c:pt idx="98034">
                  <c:v>0</c:v>
                </c:pt>
                <c:pt idx="98035">
                  <c:v>0</c:v>
                </c:pt>
                <c:pt idx="98036">
                  <c:v>0</c:v>
                </c:pt>
                <c:pt idx="98037">
                  <c:v>0</c:v>
                </c:pt>
                <c:pt idx="98038">
                  <c:v>0</c:v>
                </c:pt>
                <c:pt idx="98039">
                  <c:v>0</c:v>
                </c:pt>
                <c:pt idx="98040">
                  <c:v>0</c:v>
                </c:pt>
                <c:pt idx="98041">
                  <c:v>0</c:v>
                </c:pt>
                <c:pt idx="98042">
                  <c:v>0</c:v>
                </c:pt>
                <c:pt idx="98043">
                  <c:v>0</c:v>
                </c:pt>
                <c:pt idx="98044">
                  <c:v>0</c:v>
                </c:pt>
                <c:pt idx="98045">
                  <c:v>0</c:v>
                </c:pt>
                <c:pt idx="98046">
                  <c:v>0</c:v>
                </c:pt>
                <c:pt idx="98047">
                  <c:v>0</c:v>
                </c:pt>
                <c:pt idx="98048">
                  <c:v>0</c:v>
                </c:pt>
                <c:pt idx="98049">
                  <c:v>0</c:v>
                </c:pt>
                <c:pt idx="98050">
                  <c:v>0</c:v>
                </c:pt>
                <c:pt idx="98051">
                  <c:v>0</c:v>
                </c:pt>
                <c:pt idx="98052">
                  <c:v>0</c:v>
                </c:pt>
                <c:pt idx="98053">
                  <c:v>0</c:v>
                </c:pt>
                <c:pt idx="98054">
                  <c:v>0</c:v>
                </c:pt>
                <c:pt idx="98055">
                  <c:v>0</c:v>
                </c:pt>
                <c:pt idx="98056">
                  <c:v>0</c:v>
                </c:pt>
                <c:pt idx="98057">
                  <c:v>0</c:v>
                </c:pt>
                <c:pt idx="98058">
                  <c:v>0</c:v>
                </c:pt>
                <c:pt idx="98059">
                  <c:v>0</c:v>
                </c:pt>
                <c:pt idx="98060">
                  <c:v>0</c:v>
                </c:pt>
                <c:pt idx="98061">
                  <c:v>0</c:v>
                </c:pt>
                <c:pt idx="98062">
                  <c:v>0</c:v>
                </c:pt>
                <c:pt idx="98063">
                  <c:v>0</c:v>
                </c:pt>
                <c:pt idx="98064">
                  <c:v>0</c:v>
                </c:pt>
                <c:pt idx="98065">
                  <c:v>0</c:v>
                </c:pt>
                <c:pt idx="98066">
                  <c:v>0</c:v>
                </c:pt>
                <c:pt idx="98067">
                  <c:v>0</c:v>
                </c:pt>
                <c:pt idx="98068">
                  <c:v>0</c:v>
                </c:pt>
                <c:pt idx="98069">
                  <c:v>0</c:v>
                </c:pt>
                <c:pt idx="98070">
                  <c:v>0</c:v>
                </c:pt>
                <c:pt idx="98071">
                  <c:v>0</c:v>
                </c:pt>
                <c:pt idx="98072">
                  <c:v>0</c:v>
                </c:pt>
                <c:pt idx="98073">
                  <c:v>0</c:v>
                </c:pt>
                <c:pt idx="98074">
                  <c:v>0</c:v>
                </c:pt>
                <c:pt idx="98075">
                  <c:v>0</c:v>
                </c:pt>
                <c:pt idx="98076">
                  <c:v>0</c:v>
                </c:pt>
                <c:pt idx="98077">
                  <c:v>0</c:v>
                </c:pt>
                <c:pt idx="98078">
                  <c:v>0</c:v>
                </c:pt>
                <c:pt idx="98079">
                  <c:v>0</c:v>
                </c:pt>
                <c:pt idx="98080">
                  <c:v>0</c:v>
                </c:pt>
                <c:pt idx="98081">
                  <c:v>0</c:v>
                </c:pt>
                <c:pt idx="98082">
                  <c:v>0</c:v>
                </c:pt>
                <c:pt idx="98083">
                  <c:v>0</c:v>
                </c:pt>
                <c:pt idx="98084">
                  <c:v>0</c:v>
                </c:pt>
                <c:pt idx="98085">
                  <c:v>0</c:v>
                </c:pt>
                <c:pt idx="98086">
                  <c:v>0</c:v>
                </c:pt>
                <c:pt idx="98087">
                  <c:v>0</c:v>
                </c:pt>
                <c:pt idx="98088">
                  <c:v>0</c:v>
                </c:pt>
                <c:pt idx="98089">
                  <c:v>0</c:v>
                </c:pt>
                <c:pt idx="98090">
                  <c:v>0</c:v>
                </c:pt>
                <c:pt idx="98091">
                  <c:v>0</c:v>
                </c:pt>
                <c:pt idx="98092">
                  <c:v>0</c:v>
                </c:pt>
                <c:pt idx="98093">
                  <c:v>0</c:v>
                </c:pt>
                <c:pt idx="98094">
                  <c:v>0</c:v>
                </c:pt>
                <c:pt idx="98095">
                  <c:v>0</c:v>
                </c:pt>
                <c:pt idx="98096">
                  <c:v>0</c:v>
                </c:pt>
                <c:pt idx="98097">
                  <c:v>0</c:v>
                </c:pt>
                <c:pt idx="98098">
                  <c:v>0</c:v>
                </c:pt>
                <c:pt idx="98099">
                  <c:v>0</c:v>
                </c:pt>
                <c:pt idx="98100">
                  <c:v>0</c:v>
                </c:pt>
                <c:pt idx="98101">
                  <c:v>0</c:v>
                </c:pt>
                <c:pt idx="98102">
                  <c:v>0</c:v>
                </c:pt>
                <c:pt idx="98103">
                  <c:v>0</c:v>
                </c:pt>
                <c:pt idx="98104">
                  <c:v>0</c:v>
                </c:pt>
                <c:pt idx="98105">
                  <c:v>0</c:v>
                </c:pt>
                <c:pt idx="98106">
                  <c:v>0</c:v>
                </c:pt>
                <c:pt idx="98107">
                  <c:v>0</c:v>
                </c:pt>
                <c:pt idx="98108">
                  <c:v>0</c:v>
                </c:pt>
                <c:pt idx="98109">
                  <c:v>0</c:v>
                </c:pt>
                <c:pt idx="98110">
                  <c:v>0</c:v>
                </c:pt>
                <c:pt idx="98111">
                  <c:v>0</c:v>
                </c:pt>
                <c:pt idx="98112">
                  <c:v>0</c:v>
                </c:pt>
                <c:pt idx="98113">
                  <c:v>0</c:v>
                </c:pt>
                <c:pt idx="98114">
                  <c:v>0</c:v>
                </c:pt>
                <c:pt idx="98115">
                  <c:v>0</c:v>
                </c:pt>
                <c:pt idx="98116">
                  <c:v>0</c:v>
                </c:pt>
                <c:pt idx="98117">
                  <c:v>0</c:v>
                </c:pt>
                <c:pt idx="98118">
                  <c:v>0</c:v>
                </c:pt>
                <c:pt idx="98119">
                  <c:v>0</c:v>
                </c:pt>
                <c:pt idx="98120">
                  <c:v>0</c:v>
                </c:pt>
                <c:pt idx="98121">
                  <c:v>0</c:v>
                </c:pt>
                <c:pt idx="98122">
                  <c:v>0</c:v>
                </c:pt>
                <c:pt idx="98123">
                  <c:v>0</c:v>
                </c:pt>
                <c:pt idx="98124">
                  <c:v>0</c:v>
                </c:pt>
                <c:pt idx="98125">
                  <c:v>0</c:v>
                </c:pt>
                <c:pt idx="98126">
                  <c:v>0</c:v>
                </c:pt>
                <c:pt idx="98127">
                  <c:v>0</c:v>
                </c:pt>
                <c:pt idx="98128">
                  <c:v>0</c:v>
                </c:pt>
                <c:pt idx="98129">
                  <c:v>0</c:v>
                </c:pt>
                <c:pt idx="98130">
                  <c:v>0</c:v>
                </c:pt>
                <c:pt idx="98131">
                  <c:v>0</c:v>
                </c:pt>
                <c:pt idx="98132">
                  <c:v>0</c:v>
                </c:pt>
                <c:pt idx="98133">
                  <c:v>0</c:v>
                </c:pt>
                <c:pt idx="98134">
                  <c:v>0</c:v>
                </c:pt>
                <c:pt idx="98135">
                  <c:v>0</c:v>
                </c:pt>
                <c:pt idx="98136">
                  <c:v>0</c:v>
                </c:pt>
                <c:pt idx="98137">
                  <c:v>0</c:v>
                </c:pt>
                <c:pt idx="98138">
                  <c:v>0</c:v>
                </c:pt>
                <c:pt idx="98139">
                  <c:v>0</c:v>
                </c:pt>
                <c:pt idx="98140">
                  <c:v>0</c:v>
                </c:pt>
                <c:pt idx="98141">
                  <c:v>0</c:v>
                </c:pt>
                <c:pt idx="98142">
                  <c:v>0</c:v>
                </c:pt>
                <c:pt idx="98143">
                  <c:v>0</c:v>
                </c:pt>
                <c:pt idx="98144">
                  <c:v>0</c:v>
                </c:pt>
                <c:pt idx="98145">
                  <c:v>0</c:v>
                </c:pt>
                <c:pt idx="98146">
                  <c:v>0</c:v>
                </c:pt>
                <c:pt idx="98147">
                  <c:v>0</c:v>
                </c:pt>
                <c:pt idx="98148">
                  <c:v>0</c:v>
                </c:pt>
                <c:pt idx="98149">
                  <c:v>0</c:v>
                </c:pt>
                <c:pt idx="98150">
                  <c:v>0</c:v>
                </c:pt>
                <c:pt idx="98151">
                  <c:v>0</c:v>
                </c:pt>
                <c:pt idx="98152">
                  <c:v>0</c:v>
                </c:pt>
                <c:pt idx="98153">
                  <c:v>0</c:v>
                </c:pt>
                <c:pt idx="98154">
                  <c:v>0</c:v>
                </c:pt>
                <c:pt idx="98155">
                  <c:v>0</c:v>
                </c:pt>
                <c:pt idx="98156">
                  <c:v>0</c:v>
                </c:pt>
                <c:pt idx="98157">
                  <c:v>0</c:v>
                </c:pt>
                <c:pt idx="98158">
                  <c:v>0</c:v>
                </c:pt>
                <c:pt idx="98159">
                  <c:v>0</c:v>
                </c:pt>
                <c:pt idx="98160">
                  <c:v>0</c:v>
                </c:pt>
                <c:pt idx="98161">
                  <c:v>0</c:v>
                </c:pt>
                <c:pt idx="98162">
                  <c:v>0</c:v>
                </c:pt>
                <c:pt idx="98163">
                  <c:v>0</c:v>
                </c:pt>
                <c:pt idx="98164">
                  <c:v>0</c:v>
                </c:pt>
                <c:pt idx="98165">
                  <c:v>0</c:v>
                </c:pt>
                <c:pt idx="98166">
                  <c:v>0</c:v>
                </c:pt>
                <c:pt idx="98167">
                  <c:v>0</c:v>
                </c:pt>
                <c:pt idx="98168">
                  <c:v>0</c:v>
                </c:pt>
                <c:pt idx="98169">
                  <c:v>0</c:v>
                </c:pt>
                <c:pt idx="98170">
                  <c:v>0</c:v>
                </c:pt>
                <c:pt idx="98171">
                  <c:v>0</c:v>
                </c:pt>
                <c:pt idx="98172">
                  <c:v>0</c:v>
                </c:pt>
                <c:pt idx="98173">
                  <c:v>0</c:v>
                </c:pt>
                <c:pt idx="98174">
                  <c:v>0</c:v>
                </c:pt>
                <c:pt idx="98175">
                  <c:v>0</c:v>
                </c:pt>
                <c:pt idx="98176">
                  <c:v>0</c:v>
                </c:pt>
                <c:pt idx="98177">
                  <c:v>0</c:v>
                </c:pt>
                <c:pt idx="98178">
                  <c:v>0</c:v>
                </c:pt>
                <c:pt idx="98179">
                  <c:v>0</c:v>
                </c:pt>
                <c:pt idx="98180">
                  <c:v>0</c:v>
                </c:pt>
                <c:pt idx="98181">
                  <c:v>0</c:v>
                </c:pt>
                <c:pt idx="98182">
                  <c:v>0</c:v>
                </c:pt>
                <c:pt idx="98183">
                  <c:v>0</c:v>
                </c:pt>
                <c:pt idx="98184">
                  <c:v>0</c:v>
                </c:pt>
                <c:pt idx="98185">
                  <c:v>0</c:v>
                </c:pt>
                <c:pt idx="98186">
                  <c:v>0</c:v>
                </c:pt>
                <c:pt idx="98187">
                  <c:v>0</c:v>
                </c:pt>
                <c:pt idx="98188">
                  <c:v>0</c:v>
                </c:pt>
                <c:pt idx="98189">
                  <c:v>0</c:v>
                </c:pt>
                <c:pt idx="98190">
                  <c:v>0</c:v>
                </c:pt>
                <c:pt idx="98191">
                  <c:v>0</c:v>
                </c:pt>
                <c:pt idx="98192">
                  <c:v>0</c:v>
                </c:pt>
                <c:pt idx="98193">
                  <c:v>0</c:v>
                </c:pt>
                <c:pt idx="98194">
                  <c:v>0</c:v>
                </c:pt>
                <c:pt idx="98195">
                  <c:v>0</c:v>
                </c:pt>
                <c:pt idx="98196">
                  <c:v>0</c:v>
                </c:pt>
                <c:pt idx="98197">
                  <c:v>0</c:v>
                </c:pt>
                <c:pt idx="98198">
                  <c:v>0</c:v>
                </c:pt>
                <c:pt idx="98199">
                  <c:v>0</c:v>
                </c:pt>
                <c:pt idx="98200">
                  <c:v>0</c:v>
                </c:pt>
                <c:pt idx="98201">
                  <c:v>0</c:v>
                </c:pt>
                <c:pt idx="98202">
                  <c:v>0</c:v>
                </c:pt>
                <c:pt idx="98203">
                  <c:v>0</c:v>
                </c:pt>
                <c:pt idx="98204">
                  <c:v>0</c:v>
                </c:pt>
                <c:pt idx="98205">
                  <c:v>0</c:v>
                </c:pt>
                <c:pt idx="98206">
                  <c:v>0</c:v>
                </c:pt>
                <c:pt idx="98207">
                  <c:v>0</c:v>
                </c:pt>
                <c:pt idx="98208">
                  <c:v>0</c:v>
                </c:pt>
                <c:pt idx="98209">
                  <c:v>0</c:v>
                </c:pt>
                <c:pt idx="98210">
                  <c:v>0</c:v>
                </c:pt>
                <c:pt idx="98211">
                  <c:v>0</c:v>
                </c:pt>
                <c:pt idx="98212">
                  <c:v>0</c:v>
                </c:pt>
                <c:pt idx="98213">
                  <c:v>0</c:v>
                </c:pt>
                <c:pt idx="98214">
                  <c:v>0</c:v>
                </c:pt>
                <c:pt idx="98215">
                  <c:v>0</c:v>
                </c:pt>
                <c:pt idx="98216">
                  <c:v>0</c:v>
                </c:pt>
                <c:pt idx="98217">
                  <c:v>0</c:v>
                </c:pt>
                <c:pt idx="98218">
                  <c:v>0</c:v>
                </c:pt>
                <c:pt idx="98219">
                  <c:v>0</c:v>
                </c:pt>
                <c:pt idx="98220">
                  <c:v>0</c:v>
                </c:pt>
                <c:pt idx="98221">
                  <c:v>0</c:v>
                </c:pt>
                <c:pt idx="98222">
                  <c:v>0</c:v>
                </c:pt>
                <c:pt idx="98223">
                  <c:v>0</c:v>
                </c:pt>
                <c:pt idx="98224">
                  <c:v>0</c:v>
                </c:pt>
                <c:pt idx="98225">
                  <c:v>0</c:v>
                </c:pt>
                <c:pt idx="98226">
                  <c:v>0</c:v>
                </c:pt>
                <c:pt idx="98227">
                  <c:v>0</c:v>
                </c:pt>
                <c:pt idx="98228">
                  <c:v>0</c:v>
                </c:pt>
                <c:pt idx="98229">
                  <c:v>0</c:v>
                </c:pt>
                <c:pt idx="98230">
                  <c:v>0</c:v>
                </c:pt>
                <c:pt idx="98231">
                  <c:v>0</c:v>
                </c:pt>
                <c:pt idx="98232">
                  <c:v>0</c:v>
                </c:pt>
                <c:pt idx="98233">
                  <c:v>0</c:v>
                </c:pt>
                <c:pt idx="98234">
                  <c:v>0</c:v>
                </c:pt>
                <c:pt idx="98235">
                  <c:v>0</c:v>
                </c:pt>
                <c:pt idx="98236">
                  <c:v>0</c:v>
                </c:pt>
                <c:pt idx="98237">
                  <c:v>0</c:v>
                </c:pt>
                <c:pt idx="98238">
                  <c:v>0</c:v>
                </c:pt>
                <c:pt idx="98239">
                  <c:v>0</c:v>
                </c:pt>
                <c:pt idx="98240">
                  <c:v>0</c:v>
                </c:pt>
                <c:pt idx="98241">
                  <c:v>0</c:v>
                </c:pt>
                <c:pt idx="98242">
                  <c:v>0</c:v>
                </c:pt>
                <c:pt idx="98243">
                  <c:v>0</c:v>
                </c:pt>
                <c:pt idx="98244">
                  <c:v>0</c:v>
                </c:pt>
                <c:pt idx="98245">
                  <c:v>0</c:v>
                </c:pt>
                <c:pt idx="98246">
                  <c:v>0</c:v>
                </c:pt>
                <c:pt idx="98247">
                  <c:v>0</c:v>
                </c:pt>
                <c:pt idx="98248">
                  <c:v>0</c:v>
                </c:pt>
                <c:pt idx="98249">
                  <c:v>0</c:v>
                </c:pt>
                <c:pt idx="98250">
                  <c:v>0</c:v>
                </c:pt>
                <c:pt idx="98251">
                  <c:v>0</c:v>
                </c:pt>
                <c:pt idx="98252">
                  <c:v>0</c:v>
                </c:pt>
                <c:pt idx="98253">
                  <c:v>0</c:v>
                </c:pt>
                <c:pt idx="98254">
                  <c:v>0</c:v>
                </c:pt>
                <c:pt idx="98255">
                  <c:v>0</c:v>
                </c:pt>
                <c:pt idx="98256">
                  <c:v>0</c:v>
                </c:pt>
                <c:pt idx="98257">
                  <c:v>0</c:v>
                </c:pt>
                <c:pt idx="98258">
                  <c:v>0</c:v>
                </c:pt>
                <c:pt idx="98259">
                  <c:v>0</c:v>
                </c:pt>
                <c:pt idx="98260">
                  <c:v>0</c:v>
                </c:pt>
                <c:pt idx="98261">
                  <c:v>0</c:v>
                </c:pt>
                <c:pt idx="98262">
                  <c:v>0</c:v>
                </c:pt>
                <c:pt idx="98263">
                  <c:v>0</c:v>
                </c:pt>
                <c:pt idx="98264">
                  <c:v>0</c:v>
                </c:pt>
                <c:pt idx="98265">
                  <c:v>0</c:v>
                </c:pt>
                <c:pt idx="98266">
                  <c:v>0</c:v>
                </c:pt>
                <c:pt idx="98267">
                  <c:v>0</c:v>
                </c:pt>
                <c:pt idx="98268">
                  <c:v>0</c:v>
                </c:pt>
                <c:pt idx="98269">
                  <c:v>0</c:v>
                </c:pt>
                <c:pt idx="98270">
                  <c:v>0</c:v>
                </c:pt>
                <c:pt idx="98271">
                  <c:v>0</c:v>
                </c:pt>
                <c:pt idx="98272">
                  <c:v>0</c:v>
                </c:pt>
                <c:pt idx="98273">
                  <c:v>0</c:v>
                </c:pt>
                <c:pt idx="98274">
                  <c:v>0</c:v>
                </c:pt>
                <c:pt idx="98275">
                  <c:v>0</c:v>
                </c:pt>
                <c:pt idx="98276">
                  <c:v>0</c:v>
                </c:pt>
                <c:pt idx="98277">
                  <c:v>0</c:v>
                </c:pt>
                <c:pt idx="98278">
                  <c:v>0</c:v>
                </c:pt>
                <c:pt idx="98279">
                  <c:v>0</c:v>
                </c:pt>
                <c:pt idx="98280">
                  <c:v>0</c:v>
                </c:pt>
                <c:pt idx="98281">
                  <c:v>0</c:v>
                </c:pt>
                <c:pt idx="98282">
                  <c:v>0</c:v>
                </c:pt>
                <c:pt idx="98283">
                  <c:v>0</c:v>
                </c:pt>
                <c:pt idx="98284">
                  <c:v>0</c:v>
                </c:pt>
                <c:pt idx="98285">
                  <c:v>0</c:v>
                </c:pt>
                <c:pt idx="98286">
                  <c:v>0</c:v>
                </c:pt>
                <c:pt idx="98287">
                  <c:v>0</c:v>
                </c:pt>
                <c:pt idx="98288">
                  <c:v>0</c:v>
                </c:pt>
                <c:pt idx="98289">
                  <c:v>0</c:v>
                </c:pt>
                <c:pt idx="98290">
                  <c:v>0</c:v>
                </c:pt>
                <c:pt idx="98291">
                  <c:v>0</c:v>
                </c:pt>
                <c:pt idx="98292">
                  <c:v>0</c:v>
                </c:pt>
                <c:pt idx="98293">
                  <c:v>0</c:v>
                </c:pt>
                <c:pt idx="98294">
                  <c:v>0</c:v>
                </c:pt>
                <c:pt idx="98295">
                  <c:v>0</c:v>
                </c:pt>
                <c:pt idx="98296">
                  <c:v>0</c:v>
                </c:pt>
                <c:pt idx="98297">
                  <c:v>0</c:v>
                </c:pt>
                <c:pt idx="98298">
                  <c:v>0</c:v>
                </c:pt>
                <c:pt idx="98299">
                  <c:v>0</c:v>
                </c:pt>
                <c:pt idx="98300">
                  <c:v>0</c:v>
                </c:pt>
                <c:pt idx="98301">
                  <c:v>0</c:v>
                </c:pt>
                <c:pt idx="98302">
                  <c:v>0</c:v>
                </c:pt>
                <c:pt idx="98303">
                  <c:v>0</c:v>
                </c:pt>
                <c:pt idx="98304">
                  <c:v>0</c:v>
                </c:pt>
                <c:pt idx="98305">
                  <c:v>0</c:v>
                </c:pt>
                <c:pt idx="98306">
                  <c:v>0</c:v>
                </c:pt>
                <c:pt idx="98307">
                  <c:v>0</c:v>
                </c:pt>
                <c:pt idx="98308">
                  <c:v>0</c:v>
                </c:pt>
                <c:pt idx="98309">
                  <c:v>0</c:v>
                </c:pt>
                <c:pt idx="98310">
                  <c:v>0</c:v>
                </c:pt>
                <c:pt idx="98311">
                  <c:v>0</c:v>
                </c:pt>
                <c:pt idx="98312">
                  <c:v>0</c:v>
                </c:pt>
                <c:pt idx="98313">
                  <c:v>0</c:v>
                </c:pt>
                <c:pt idx="98314">
                  <c:v>0</c:v>
                </c:pt>
                <c:pt idx="98315">
                  <c:v>0</c:v>
                </c:pt>
                <c:pt idx="98316">
                  <c:v>0</c:v>
                </c:pt>
                <c:pt idx="98317">
                  <c:v>0</c:v>
                </c:pt>
                <c:pt idx="98318">
                  <c:v>0</c:v>
                </c:pt>
                <c:pt idx="98319">
                  <c:v>0</c:v>
                </c:pt>
                <c:pt idx="98320">
                  <c:v>0</c:v>
                </c:pt>
                <c:pt idx="98321">
                  <c:v>0</c:v>
                </c:pt>
                <c:pt idx="98322">
                  <c:v>0</c:v>
                </c:pt>
                <c:pt idx="98323">
                  <c:v>0</c:v>
                </c:pt>
                <c:pt idx="98324">
                  <c:v>0</c:v>
                </c:pt>
                <c:pt idx="98325">
                  <c:v>0</c:v>
                </c:pt>
                <c:pt idx="98326">
                  <c:v>0</c:v>
                </c:pt>
                <c:pt idx="98327">
                  <c:v>0</c:v>
                </c:pt>
                <c:pt idx="98328">
                  <c:v>0</c:v>
                </c:pt>
                <c:pt idx="98329">
                  <c:v>0</c:v>
                </c:pt>
                <c:pt idx="98330">
                  <c:v>0</c:v>
                </c:pt>
                <c:pt idx="98331">
                  <c:v>0</c:v>
                </c:pt>
                <c:pt idx="98332">
                  <c:v>0</c:v>
                </c:pt>
                <c:pt idx="98333">
                  <c:v>0</c:v>
                </c:pt>
                <c:pt idx="98334">
                  <c:v>0</c:v>
                </c:pt>
                <c:pt idx="98335">
                  <c:v>0</c:v>
                </c:pt>
                <c:pt idx="98336">
                  <c:v>0</c:v>
                </c:pt>
                <c:pt idx="98337">
                  <c:v>0</c:v>
                </c:pt>
                <c:pt idx="98338">
                  <c:v>0</c:v>
                </c:pt>
                <c:pt idx="98339">
                  <c:v>0</c:v>
                </c:pt>
                <c:pt idx="98340">
                  <c:v>0</c:v>
                </c:pt>
                <c:pt idx="98341">
                  <c:v>0</c:v>
                </c:pt>
                <c:pt idx="98342">
                  <c:v>0</c:v>
                </c:pt>
                <c:pt idx="98343">
                  <c:v>0</c:v>
                </c:pt>
                <c:pt idx="98344">
                  <c:v>0</c:v>
                </c:pt>
                <c:pt idx="98345">
                  <c:v>0</c:v>
                </c:pt>
                <c:pt idx="98346">
                  <c:v>0</c:v>
                </c:pt>
                <c:pt idx="98347">
                  <c:v>0</c:v>
                </c:pt>
                <c:pt idx="98348">
                  <c:v>0</c:v>
                </c:pt>
                <c:pt idx="98349">
                  <c:v>0</c:v>
                </c:pt>
                <c:pt idx="98350">
                  <c:v>0</c:v>
                </c:pt>
                <c:pt idx="98351">
                  <c:v>0</c:v>
                </c:pt>
                <c:pt idx="98352">
                  <c:v>0</c:v>
                </c:pt>
                <c:pt idx="98353">
                  <c:v>0</c:v>
                </c:pt>
                <c:pt idx="98354">
                  <c:v>0</c:v>
                </c:pt>
                <c:pt idx="98355">
                  <c:v>0</c:v>
                </c:pt>
                <c:pt idx="98356">
                  <c:v>0</c:v>
                </c:pt>
                <c:pt idx="98357">
                  <c:v>0</c:v>
                </c:pt>
                <c:pt idx="98358">
                  <c:v>0</c:v>
                </c:pt>
                <c:pt idx="98359">
                  <c:v>0</c:v>
                </c:pt>
                <c:pt idx="98360">
                  <c:v>0</c:v>
                </c:pt>
                <c:pt idx="98361">
                  <c:v>0</c:v>
                </c:pt>
                <c:pt idx="98362">
                  <c:v>0</c:v>
                </c:pt>
                <c:pt idx="98363">
                  <c:v>0</c:v>
                </c:pt>
                <c:pt idx="98364">
                  <c:v>0</c:v>
                </c:pt>
                <c:pt idx="98365">
                  <c:v>0</c:v>
                </c:pt>
                <c:pt idx="98366">
                  <c:v>0</c:v>
                </c:pt>
                <c:pt idx="98367">
                  <c:v>0</c:v>
                </c:pt>
                <c:pt idx="98368">
                  <c:v>0</c:v>
                </c:pt>
                <c:pt idx="98369">
                  <c:v>0</c:v>
                </c:pt>
                <c:pt idx="98370">
                  <c:v>0</c:v>
                </c:pt>
                <c:pt idx="98371">
                  <c:v>0</c:v>
                </c:pt>
                <c:pt idx="98372">
                  <c:v>0</c:v>
                </c:pt>
                <c:pt idx="98373">
                  <c:v>0</c:v>
                </c:pt>
                <c:pt idx="98374">
                  <c:v>0</c:v>
                </c:pt>
                <c:pt idx="98375">
                  <c:v>0</c:v>
                </c:pt>
                <c:pt idx="98376">
                  <c:v>0</c:v>
                </c:pt>
                <c:pt idx="98377">
                  <c:v>0</c:v>
                </c:pt>
                <c:pt idx="98378">
                  <c:v>0</c:v>
                </c:pt>
                <c:pt idx="98379">
                  <c:v>0</c:v>
                </c:pt>
                <c:pt idx="98380">
                  <c:v>0</c:v>
                </c:pt>
                <c:pt idx="98381">
                  <c:v>0</c:v>
                </c:pt>
                <c:pt idx="98382">
                  <c:v>0</c:v>
                </c:pt>
                <c:pt idx="98383">
                  <c:v>0</c:v>
                </c:pt>
                <c:pt idx="98384">
                  <c:v>0</c:v>
                </c:pt>
                <c:pt idx="98385">
                  <c:v>0</c:v>
                </c:pt>
                <c:pt idx="98386">
                  <c:v>0</c:v>
                </c:pt>
                <c:pt idx="98387">
                  <c:v>0</c:v>
                </c:pt>
                <c:pt idx="98388">
                  <c:v>0</c:v>
                </c:pt>
                <c:pt idx="98389">
                  <c:v>0</c:v>
                </c:pt>
                <c:pt idx="98390">
                  <c:v>0</c:v>
                </c:pt>
                <c:pt idx="98391">
                  <c:v>0</c:v>
                </c:pt>
                <c:pt idx="98392">
                  <c:v>0</c:v>
                </c:pt>
                <c:pt idx="98393">
                  <c:v>0</c:v>
                </c:pt>
                <c:pt idx="98394">
                  <c:v>0</c:v>
                </c:pt>
                <c:pt idx="98395">
                  <c:v>0</c:v>
                </c:pt>
                <c:pt idx="98396">
                  <c:v>0</c:v>
                </c:pt>
                <c:pt idx="98397">
                  <c:v>0</c:v>
                </c:pt>
                <c:pt idx="98398">
                  <c:v>0</c:v>
                </c:pt>
                <c:pt idx="98399">
                  <c:v>0</c:v>
                </c:pt>
                <c:pt idx="98400">
                  <c:v>0</c:v>
                </c:pt>
                <c:pt idx="98401">
                  <c:v>0</c:v>
                </c:pt>
                <c:pt idx="98402">
                  <c:v>0</c:v>
                </c:pt>
                <c:pt idx="98403">
                  <c:v>0</c:v>
                </c:pt>
                <c:pt idx="98404">
                  <c:v>0</c:v>
                </c:pt>
                <c:pt idx="98405">
                  <c:v>0</c:v>
                </c:pt>
                <c:pt idx="98406">
                  <c:v>0</c:v>
                </c:pt>
                <c:pt idx="98407">
                  <c:v>0</c:v>
                </c:pt>
                <c:pt idx="98408">
                  <c:v>0</c:v>
                </c:pt>
                <c:pt idx="98409">
                  <c:v>0</c:v>
                </c:pt>
                <c:pt idx="98410">
                  <c:v>0</c:v>
                </c:pt>
                <c:pt idx="98411">
                  <c:v>0</c:v>
                </c:pt>
                <c:pt idx="98412">
                  <c:v>0</c:v>
                </c:pt>
                <c:pt idx="98413">
                  <c:v>0</c:v>
                </c:pt>
                <c:pt idx="98414">
                  <c:v>0</c:v>
                </c:pt>
                <c:pt idx="98415">
                  <c:v>0</c:v>
                </c:pt>
                <c:pt idx="98416">
                  <c:v>0</c:v>
                </c:pt>
                <c:pt idx="98417">
                  <c:v>0</c:v>
                </c:pt>
                <c:pt idx="98418">
                  <c:v>0</c:v>
                </c:pt>
                <c:pt idx="98419">
                  <c:v>0</c:v>
                </c:pt>
                <c:pt idx="98420">
                  <c:v>0</c:v>
                </c:pt>
                <c:pt idx="98421">
                  <c:v>0</c:v>
                </c:pt>
                <c:pt idx="98422">
                  <c:v>0</c:v>
                </c:pt>
                <c:pt idx="98423">
                  <c:v>0</c:v>
                </c:pt>
                <c:pt idx="98424">
                  <c:v>0</c:v>
                </c:pt>
                <c:pt idx="98425">
                  <c:v>0</c:v>
                </c:pt>
                <c:pt idx="98426">
                  <c:v>0</c:v>
                </c:pt>
                <c:pt idx="98427">
                  <c:v>0</c:v>
                </c:pt>
                <c:pt idx="98428">
                  <c:v>0</c:v>
                </c:pt>
                <c:pt idx="98429">
                  <c:v>0</c:v>
                </c:pt>
                <c:pt idx="98430">
                  <c:v>0</c:v>
                </c:pt>
                <c:pt idx="98431">
                  <c:v>0</c:v>
                </c:pt>
                <c:pt idx="98432">
                  <c:v>0</c:v>
                </c:pt>
                <c:pt idx="98433">
                  <c:v>0</c:v>
                </c:pt>
                <c:pt idx="98434">
                  <c:v>0</c:v>
                </c:pt>
                <c:pt idx="98435">
                  <c:v>0</c:v>
                </c:pt>
                <c:pt idx="98436">
                  <c:v>0</c:v>
                </c:pt>
                <c:pt idx="98437">
                  <c:v>0</c:v>
                </c:pt>
                <c:pt idx="98438">
                  <c:v>0</c:v>
                </c:pt>
                <c:pt idx="98439">
                  <c:v>0</c:v>
                </c:pt>
                <c:pt idx="98440">
                  <c:v>0</c:v>
                </c:pt>
                <c:pt idx="98441">
                  <c:v>0</c:v>
                </c:pt>
                <c:pt idx="98442">
                  <c:v>0</c:v>
                </c:pt>
                <c:pt idx="98443">
                  <c:v>0</c:v>
                </c:pt>
                <c:pt idx="98444">
                  <c:v>0</c:v>
                </c:pt>
                <c:pt idx="98445">
                  <c:v>0</c:v>
                </c:pt>
                <c:pt idx="98446">
                  <c:v>0</c:v>
                </c:pt>
                <c:pt idx="98447">
                  <c:v>0</c:v>
                </c:pt>
                <c:pt idx="98448">
                  <c:v>0</c:v>
                </c:pt>
                <c:pt idx="98449">
                  <c:v>0</c:v>
                </c:pt>
                <c:pt idx="98450">
                  <c:v>0</c:v>
                </c:pt>
                <c:pt idx="98451">
                  <c:v>0</c:v>
                </c:pt>
                <c:pt idx="98452">
                  <c:v>0</c:v>
                </c:pt>
                <c:pt idx="98453">
                  <c:v>0</c:v>
                </c:pt>
                <c:pt idx="98454">
                  <c:v>0</c:v>
                </c:pt>
                <c:pt idx="98455">
                  <c:v>0</c:v>
                </c:pt>
                <c:pt idx="98456">
                  <c:v>0</c:v>
                </c:pt>
                <c:pt idx="98457">
                  <c:v>0</c:v>
                </c:pt>
                <c:pt idx="98458">
                  <c:v>0</c:v>
                </c:pt>
                <c:pt idx="98459">
                  <c:v>0</c:v>
                </c:pt>
                <c:pt idx="98460">
                  <c:v>0</c:v>
                </c:pt>
                <c:pt idx="98461">
                  <c:v>0</c:v>
                </c:pt>
                <c:pt idx="98462">
                  <c:v>0</c:v>
                </c:pt>
                <c:pt idx="98463">
                  <c:v>0</c:v>
                </c:pt>
                <c:pt idx="98464">
                  <c:v>0</c:v>
                </c:pt>
                <c:pt idx="98465">
                  <c:v>0</c:v>
                </c:pt>
                <c:pt idx="98466">
                  <c:v>0</c:v>
                </c:pt>
                <c:pt idx="98467">
                  <c:v>0</c:v>
                </c:pt>
                <c:pt idx="98468">
                  <c:v>0</c:v>
                </c:pt>
                <c:pt idx="98469">
                  <c:v>0</c:v>
                </c:pt>
                <c:pt idx="98470">
                  <c:v>0</c:v>
                </c:pt>
                <c:pt idx="98471">
                  <c:v>0</c:v>
                </c:pt>
                <c:pt idx="98472">
                  <c:v>0</c:v>
                </c:pt>
                <c:pt idx="98473">
                  <c:v>0</c:v>
                </c:pt>
                <c:pt idx="98474">
                  <c:v>0</c:v>
                </c:pt>
                <c:pt idx="98475">
                  <c:v>0</c:v>
                </c:pt>
                <c:pt idx="98476">
                  <c:v>0</c:v>
                </c:pt>
                <c:pt idx="98477">
                  <c:v>0</c:v>
                </c:pt>
                <c:pt idx="98478">
                  <c:v>0</c:v>
                </c:pt>
                <c:pt idx="98479">
                  <c:v>0</c:v>
                </c:pt>
                <c:pt idx="98480">
                  <c:v>0</c:v>
                </c:pt>
                <c:pt idx="98481">
                  <c:v>0</c:v>
                </c:pt>
                <c:pt idx="98482">
                  <c:v>0</c:v>
                </c:pt>
                <c:pt idx="98483">
                  <c:v>0</c:v>
                </c:pt>
                <c:pt idx="98484">
                  <c:v>0</c:v>
                </c:pt>
                <c:pt idx="98485">
                  <c:v>0</c:v>
                </c:pt>
                <c:pt idx="98486">
                  <c:v>0</c:v>
                </c:pt>
                <c:pt idx="98487">
                  <c:v>0</c:v>
                </c:pt>
                <c:pt idx="98488">
                  <c:v>0</c:v>
                </c:pt>
                <c:pt idx="98489">
                  <c:v>0</c:v>
                </c:pt>
                <c:pt idx="98490">
                  <c:v>0</c:v>
                </c:pt>
                <c:pt idx="98491">
                  <c:v>0</c:v>
                </c:pt>
                <c:pt idx="98492">
                  <c:v>0</c:v>
                </c:pt>
                <c:pt idx="98493">
                  <c:v>0</c:v>
                </c:pt>
                <c:pt idx="98494">
                  <c:v>0</c:v>
                </c:pt>
                <c:pt idx="98495">
                  <c:v>0</c:v>
                </c:pt>
                <c:pt idx="98496">
                  <c:v>0</c:v>
                </c:pt>
                <c:pt idx="98497">
                  <c:v>0</c:v>
                </c:pt>
                <c:pt idx="98498">
                  <c:v>0</c:v>
                </c:pt>
                <c:pt idx="98499">
                  <c:v>0</c:v>
                </c:pt>
                <c:pt idx="98500">
                  <c:v>0</c:v>
                </c:pt>
                <c:pt idx="98501">
                  <c:v>0</c:v>
                </c:pt>
                <c:pt idx="98502">
                  <c:v>0</c:v>
                </c:pt>
                <c:pt idx="98503">
                  <c:v>0</c:v>
                </c:pt>
                <c:pt idx="98504">
                  <c:v>0</c:v>
                </c:pt>
                <c:pt idx="98505">
                  <c:v>0</c:v>
                </c:pt>
                <c:pt idx="98506">
                  <c:v>0</c:v>
                </c:pt>
                <c:pt idx="98507">
                  <c:v>0</c:v>
                </c:pt>
                <c:pt idx="98508">
                  <c:v>0</c:v>
                </c:pt>
                <c:pt idx="98509">
                  <c:v>0</c:v>
                </c:pt>
                <c:pt idx="98510">
                  <c:v>0</c:v>
                </c:pt>
                <c:pt idx="98511">
                  <c:v>0</c:v>
                </c:pt>
                <c:pt idx="98512">
                  <c:v>0</c:v>
                </c:pt>
                <c:pt idx="98513">
                  <c:v>0</c:v>
                </c:pt>
                <c:pt idx="98514">
                  <c:v>0</c:v>
                </c:pt>
                <c:pt idx="98515">
                  <c:v>0</c:v>
                </c:pt>
                <c:pt idx="98516">
                  <c:v>0</c:v>
                </c:pt>
                <c:pt idx="98517">
                  <c:v>0</c:v>
                </c:pt>
                <c:pt idx="98518">
                  <c:v>0</c:v>
                </c:pt>
                <c:pt idx="98519">
                  <c:v>0</c:v>
                </c:pt>
                <c:pt idx="98520">
                  <c:v>0</c:v>
                </c:pt>
                <c:pt idx="98521">
                  <c:v>0</c:v>
                </c:pt>
                <c:pt idx="98522">
                  <c:v>0</c:v>
                </c:pt>
                <c:pt idx="98523">
                  <c:v>0</c:v>
                </c:pt>
                <c:pt idx="98524">
                  <c:v>0</c:v>
                </c:pt>
                <c:pt idx="98525">
                  <c:v>0</c:v>
                </c:pt>
                <c:pt idx="98526">
                  <c:v>0</c:v>
                </c:pt>
                <c:pt idx="98527">
                  <c:v>0</c:v>
                </c:pt>
                <c:pt idx="98528">
                  <c:v>0</c:v>
                </c:pt>
                <c:pt idx="98529">
                  <c:v>0</c:v>
                </c:pt>
                <c:pt idx="98530">
                  <c:v>0</c:v>
                </c:pt>
                <c:pt idx="98531">
                  <c:v>0</c:v>
                </c:pt>
                <c:pt idx="98532">
                  <c:v>0</c:v>
                </c:pt>
                <c:pt idx="98533">
                  <c:v>0</c:v>
                </c:pt>
                <c:pt idx="98534">
                  <c:v>0</c:v>
                </c:pt>
                <c:pt idx="98535">
                  <c:v>0</c:v>
                </c:pt>
                <c:pt idx="98536">
                  <c:v>0</c:v>
                </c:pt>
                <c:pt idx="98537">
                  <c:v>0</c:v>
                </c:pt>
                <c:pt idx="98538">
                  <c:v>0</c:v>
                </c:pt>
                <c:pt idx="98539">
                  <c:v>0</c:v>
                </c:pt>
                <c:pt idx="98540">
                  <c:v>0</c:v>
                </c:pt>
                <c:pt idx="98541">
                  <c:v>0</c:v>
                </c:pt>
                <c:pt idx="98542">
                  <c:v>0</c:v>
                </c:pt>
                <c:pt idx="98543">
                  <c:v>0</c:v>
                </c:pt>
                <c:pt idx="98544">
                  <c:v>0</c:v>
                </c:pt>
                <c:pt idx="98545">
                  <c:v>0</c:v>
                </c:pt>
                <c:pt idx="98546">
                  <c:v>0</c:v>
                </c:pt>
                <c:pt idx="98547">
                  <c:v>0</c:v>
                </c:pt>
                <c:pt idx="98548">
                  <c:v>0</c:v>
                </c:pt>
                <c:pt idx="98549">
                  <c:v>0</c:v>
                </c:pt>
                <c:pt idx="98550">
                  <c:v>0</c:v>
                </c:pt>
                <c:pt idx="98551">
                  <c:v>0</c:v>
                </c:pt>
                <c:pt idx="98552">
                  <c:v>0</c:v>
                </c:pt>
                <c:pt idx="98553">
                  <c:v>0</c:v>
                </c:pt>
                <c:pt idx="98554">
                  <c:v>0</c:v>
                </c:pt>
                <c:pt idx="98555">
                  <c:v>0</c:v>
                </c:pt>
                <c:pt idx="98556">
                  <c:v>0</c:v>
                </c:pt>
                <c:pt idx="98557">
                  <c:v>0</c:v>
                </c:pt>
                <c:pt idx="98558">
                  <c:v>0</c:v>
                </c:pt>
                <c:pt idx="98559">
                  <c:v>0</c:v>
                </c:pt>
                <c:pt idx="98560">
                  <c:v>0</c:v>
                </c:pt>
                <c:pt idx="98561">
                  <c:v>0</c:v>
                </c:pt>
                <c:pt idx="98562">
                  <c:v>0</c:v>
                </c:pt>
                <c:pt idx="98563">
                  <c:v>0</c:v>
                </c:pt>
                <c:pt idx="98564">
                  <c:v>0</c:v>
                </c:pt>
                <c:pt idx="98565">
                  <c:v>0</c:v>
                </c:pt>
                <c:pt idx="98566">
                  <c:v>0</c:v>
                </c:pt>
                <c:pt idx="98567">
                  <c:v>0</c:v>
                </c:pt>
                <c:pt idx="98568">
                  <c:v>0</c:v>
                </c:pt>
                <c:pt idx="98569">
                  <c:v>0</c:v>
                </c:pt>
                <c:pt idx="98570">
                  <c:v>0</c:v>
                </c:pt>
                <c:pt idx="98571">
                  <c:v>0</c:v>
                </c:pt>
                <c:pt idx="98572">
                  <c:v>0</c:v>
                </c:pt>
                <c:pt idx="98573">
                  <c:v>0</c:v>
                </c:pt>
                <c:pt idx="98574">
                  <c:v>0</c:v>
                </c:pt>
                <c:pt idx="98575">
                  <c:v>0</c:v>
                </c:pt>
                <c:pt idx="98576">
                  <c:v>0</c:v>
                </c:pt>
                <c:pt idx="98577">
                  <c:v>0</c:v>
                </c:pt>
                <c:pt idx="98578">
                  <c:v>0</c:v>
                </c:pt>
                <c:pt idx="98579">
                  <c:v>0</c:v>
                </c:pt>
                <c:pt idx="98580">
                  <c:v>0</c:v>
                </c:pt>
                <c:pt idx="98581">
                  <c:v>0</c:v>
                </c:pt>
                <c:pt idx="98582">
                  <c:v>0</c:v>
                </c:pt>
                <c:pt idx="98583">
                  <c:v>0</c:v>
                </c:pt>
                <c:pt idx="98584">
                  <c:v>0</c:v>
                </c:pt>
                <c:pt idx="98585">
                  <c:v>0</c:v>
                </c:pt>
                <c:pt idx="98586">
                  <c:v>0</c:v>
                </c:pt>
                <c:pt idx="98587">
                  <c:v>0</c:v>
                </c:pt>
                <c:pt idx="98588">
                  <c:v>0</c:v>
                </c:pt>
                <c:pt idx="98589">
                  <c:v>0</c:v>
                </c:pt>
                <c:pt idx="98590">
                  <c:v>0</c:v>
                </c:pt>
                <c:pt idx="98591">
                  <c:v>0</c:v>
                </c:pt>
                <c:pt idx="98592">
                  <c:v>0</c:v>
                </c:pt>
                <c:pt idx="98593">
                  <c:v>0</c:v>
                </c:pt>
                <c:pt idx="98594">
                  <c:v>0</c:v>
                </c:pt>
                <c:pt idx="98595">
                  <c:v>0</c:v>
                </c:pt>
                <c:pt idx="98596">
                  <c:v>0</c:v>
                </c:pt>
                <c:pt idx="98597">
                  <c:v>0</c:v>
                </c:pt>
                <c:pt idx="98598">
                  <c:v>0</c:v>
                </c:pt>
                <c:pt idx="98599">
                  <c:v>0</c:v>
                </c:pt>
                <c:pt idx="98600">
                  <c:v>0</c:v>
                </c:pt>
                <c:pt idx="98601">
                  <c:v>0</c:v>
                </c:pt>
                <c:pt idx="98602">
                  <c:v>0</c:v>
                </c:pt>
                <c:pt idx="98603">
                  <c:v>0</c:v>
                </c:pt>
                <c:pt idx="98604">
                  <c:v>0</c:v>
                </c:pt>
                <c:pt idx="98605">
                  <c:v>0</c:v>
                </c:pt>
                <c:pt idx="98606">
                  <c:v>0</c:v>
                </c:pt>
                <c:pt idx="98607">
                  <c:v>0</c:v>
                </c:pt>
                <c:pt idx="98608">
                  <c:v>0</c:v>
                </c:pt>
                <c:pt idx="98609">
                  <c:v>0</c:v>
                </c:pt>
                <c:pt idx="98610">
                  <c:v>0</c:v>
                </c:pt>
                <c:pt idx="98611">
                  <c:v>0</c:v>
                </c:pt>
                <c:pt idx="98612">
                  <c:v>0</c:v>
                </c:pt>
                <c:pt idx="98613">
                  <c:v>0</c:v>
                </c:pt>
                <c:pt idx="98614">
                  <c:v>0</c:v>
                </c:pt>
                <c:pt idx="98615">
                  <c:v>0</c:v>
                </c:pt>
                <c:pt idx="98616">
                  <c:v>0</c:v>
                </c:pt>
                <c:pt idx="98617">
                  <c:v>0</c:v>
                </c:pt>
                <c:pt idx="98618">
                  <c:v>0</c:v>
                </c:pt>
                <c:pt idx="98619">
                  <c:v>0</c:v>
                </c:pt>
                <c:pt idx="98620">
                  <c:v>0</c:v>
                </c:pt>
                <c:pt idx="98621">
                  <c:v>0</c:v>
                </c:pt>
                <c:pt idx="98622">
                  <c:v>0</c:v>
                </c:pt>
                <c:pt idx="98623">
                  <c:v>0</c:v>
                </c:pt>
                <c:pt idx="98624">
                  <c:v>0</c:v>
                </c:pt>
                <c:pt idx="98625">
                  <c:v>0</c:v>
                </c:pt>
                <c:pt idx="98626">
                  <c:v>0</c:v>
                </c:pt>
                <c:pt idx="98627">
                  <c:v>0</c:v>
                </c:pt>
                <c:pt idx="98628">
                  <c:v>0</c:v>
                </c:pt>
                <c:pt idx="98629">
                  <c:v>0</c:v>
                </c:pt>
                <c:pt idx="98630">
                  <c:v>0</c:v>
                </c:pt>
                <c:pt idx="98631">
                  <c:v>0</c:v>
                </c:pt>
                <c:pt idx="98632">
                  <c:v>0</c:v>
                </c:pt>
                <c:pt idx="98633">
                  <c:v>0</c:v>
                </c:pt>
                <c:pt idx="98634">
                  <c:v>0</c:v>
                </c:pt>
                <c:pt idx="98635">
                  <c:v>0</c:v>
                </c:pt>
                <c:pt idx="98636">
                  <c:v>0</c:v>
                </c:pt>
                <c:pt idx="98637">
                  <c:v>0</c:v>
                </c:pt>
                <c:pt idx="98638">
                  <c:v>0</c:v>
                </c:pt>
                <c:pt idx="98639">
                  <c:v>0</c:v>
                </c:pt>
                <c:pt idx="98640">
                  <c:v>0</c:v>
                </c:pt>
                <c:pt idx="98641">
                  <c:v>0</c:v>
                </c:pt>
                <c:pt idx="98642">
                  <c:v>0</c:v>
                </c:pt>
                <c:pt idx="98643">
                  <c:v>0</c:v>
                </c:pt>
                <c:pt idx="98644">
                  <c:v>0</c:v>
                </c:pt>
                <c:pt idx="98645">
                  <c:v>0</c:v>
                </c:pt>
                <c:pt idx="98646">
                  <c:v>0</c:v>
                </c:pt>
                <c:pt idx="98647">
                  <c:v>0</c:v>
                </c:pt>
                <c:pt idx="98648">
                  <c:v>0</c:v>
                </c:pt>
                <c:pt idx="98649">
                  <c:v>0</c:v>
                </c:pt>
                <c:pt idx="98650">
                  <c:v>0</c:v>
                </c:pt>
                <c:pt idx="98651">
                  <c:v>0</c:v>
                </c:pt>
                <c:pt idx="98652">
                  <c:v>0</c:v>
                </c:pt>
                <c:pt idx="98653">
                  <c:v>0</c:v>
                </c:pt>
                <c:pt idx="98654">
                  <c:v>0</c:v>
                </c:pt>
                <c:pt idx="98655">
                  <c:v>0</c:v>
                </c:pt>
                <c:pt idx="98656">
                  <c:v>0</c:v>
                </c:pt>
                <c:pt idx="98657">
                  <c:v>0</c:v>
                </c:pt>
                <c:pt idx="98658">
                  <c:v>0</c:v>
                </c:pt>
                <c:pt idx="98659">
                  <c:v>0</c:v>
                </c:pt>
                <c:pt idx="98660">
                  <c:v>0</c:v>
                </c:pt>
                <c:pt idx="98661">
                  <c:v>0</c:v>
                </c:pt>
                <c:pt idx="98662">
                  <c:v>0</c:v>
                </c:pt>
                <c:pt idx="98663">
                  <c:v>0</c:v>
                </c:pt>
                <c:pt idx="98664">
                  <c:v>0</c:v>
                </c:pt>
                <c:pt idx="98665">
                  <c:v>0</c:v>
                </c:pt>
                <c:pt idx="98666">
                  <c:v>0</c:v>
                </c:pt>
                <c:pt idx="98667">
                  <c:v>0</c:v>
                </c:pt>
                <c:pt idx="98668">
                  <c:v>0</c:v>
                </c:pt>
                <c:pt idx="98669">
                  <c:v>0</c:v>
                </c:pt>
                <c:pt idx="98670">
                  <c:v>0</c:v>
                </c:pt>
                <c:pt idx="98671">
                  <c:v>0</c:v>
                </c:pt>
                <c:pt idx="98672">
                  <c:v>0</c:v>
                </c:pt>
                <c:pt idx="98673">
                  <c:v>0</c:v>
                </c:pt>
                <c:pt idx="98674">
                  <c:v>0</c:v>
                </c:pt>
                <c:pt idx="98675">
                  <c:v>0</c:v>
                </c:pt>
                <c:pt idx="98676">
                  <c:v>0</c:v>
                </c:pt>
                <c:pt idx="98677">
                  <c:v>0</c:v>
                </c:pt>
                <c:pt idx="98678">
                  <c:v>0</c:v>
                </c:pt>
                <c:pt idx="98679">
                  <c:v>0</c:v>
                </c:pt>
                <c:pt idx="98680">
                  <c:v>0</c:v>
                </c:pt>
                <c:pt idx="98681">
                  <c:v>0</c:v>
                </c:pt>
                <c:pt idx="98682">
                  <c:v>0</c:v>
                </c:pt>
                <c:pt idx="98683">
                  <c:v>0</c:v>
                </c:pt>
                <c:pt idx="98684">
                  <c:v>0</c:v>
                </c:pt>
                <c:pt idx="98685">
                  <c:v>0</c:v>
                </c:pt>
                <c:pt idx="98686">
                  <c:v>0</c:v>
                </c:pt>
                <c:pt idx="98687">
                  <c:v>0</c:v>
                </c:pt>
                <c:pt idx="98688">
                  <c:v>0</c:v>
                </c:pt>
                <c:pt idx="98689">
                  <c:v>0</c:v>
                </c:pt>
                <c:pt idx="98690">
                  <c:v>0</c:v>
                </c:pt>
                <c:pt idx="98691">
                  <c:v>0</c:v>
                </c:pt>
                <c:pt idx="98692">
                  <c:v>0</c:v>
                </c:pt>
                <c:pt idx="98693">
                  <c:v>0</c:v>
                </c:pt>
                <c:pt idx="98694">
                  <c:v>0</c:v>
                </c:pt>
                <c:pt idx="98695">
                  <c:v>0</c:v>
                </c:pt>
                <c:pt idx="98696">
                  <c:v>0</c:v>
                </c:pt>
                <c:pt idx="98697">
                  <c:v>0</c:v>
                </c:pt>
                <c:pt idx="98698">
                  <c:v>0</c:v>
                </c:pt>
                <c:pt idx="98699">
                  <c:v>0</c:v>
                </c:pt>
                <c:pt idx="98700">
                  <c:v>0</c:v>
                </c:pt>
                <c:pt idx="98701">
                  <c:v>0</c:v>
                </c:pt>
                <c:pt idx="98702">
                  <c:v>0</c:v>
                </c:pt>
                <c:pt idx="98703">
                  <c:v>0</c:v>
                </c:pt>
                <c:pt idx="98704">
                  <c:v>0</c:v>
                </c:pt>
                <c:pt idx="98705">
                  <c:v>0</c:v>
                </c:pt>
                <c:pt idx="98706">
                  <c:v>0</c:v>
                </c:pt>
                <c:pt idx="98707">
                  <c:v>0</c:v>
                </c:pt>
                <c:pt idx="98708">
                  <c:v>0</c:v>
                </c:pt>
                <c:pt idx="98709">
                  <c:v>0</c:v>
                </c:pt>
                <c:pt idx="98710">
                  <c:v>0</c:v>
                </c:pt>
                <c:pt idx="98711">
                  <c:v>0</c:v>
                </c:pt>
                <c:pt idx="98712">
                  <c:v>0</c:v>
                </c:pt>
                <c:pt idx="98713">
                  <c:v>0</c:v>
                </c:pt>
                <c:pt idx="98714">
                  <c:v>0</c:v>
                </c:pt>
                <c:pt idx="98715">
                  <c:v>0</c:v>
                </c:pt>
                <c:pt idx="98716">
                  <c:v>0</c:v>
                </c:pt>
                <c:pt idx="98717">
                  <c:v>0</c:v>
                </c:pt>
                <c:pt idx="98718">
                  <c:v>0</c:v>
                </c:pt>
                <c:pt idx="98719">
                  <c:v>0</c:v>
                </c:pt>
                <c:pt idx="98720">
                  <c:v>0</c:v>
                </c:pt>
                <c:pt idx="98721">
                  <c:v>0</c:v>
                </c:pt>
                <c:pt idx="98722">
                  <c:v>0</c:v>
                </c:pt>
                <c:pt idx="98723">
                  <c:v>0</c:v>
                </c:pt>
                <c:pt idx="98724">
                  <c:v>0</c:v>
                </c:pt>
                <c:pt idx="98725">
                  <c:v>0</c:v>
                </c:pt>
                <c:pt idx="98726">
                  <c:v>0</c:v>
                </c:pt>
                <c:pt idx="98727">
                  <c:v>0</c:v>
                </c:pt>
                <c:pt idx="98728">
                  <c:v>0</c:v>
                </c:pt>
                <c:pt idx="98729">
                  <c:v>0</c:v>
                </c:pt>
                <c:pt idx="98730">
                  <c:v>0</c:v>
                </c:pt>
                <c:pt idx="98731">
                  <c:v>0</c:v>
                </c:pt>
                <c:pt idx="98732">
                  <c:v>0</c:v>
                </c:pt>
                <c:pt idx="98733">
                  <c:v>0</c:v>
                </c:pt>
                <c:pt idx="98734">
                  <c:v>0</c:v>
                </c:pt>
                <c:pt idx="98735">
                  <c:v>0</c:v>
                </c:pt>
                <c:pt idx="98736">
                  <c:v>0</c:v>
                </c:pt>
                <c:pt idx="98737">
                  <c:v>0</c:v>
                </c:pt>
                <c:pt idx="98738">
                  <c:v>0</c:v>
                </c:pt>
                <c:pt idx="98739">
                  <c:v>0</c:v>
                </c:pt>
                <c:pt idx="98740">
                  <c:v>0</c:v>
                </c:pt>
                <c:pt idx="98741">
                  <c:v>0</c:v>
                </c:pt>
                <c:pt idx="98742">
                  <c:v>0</c:v>
                </c:pt>
                <c:pt idx="98743">
                  <c:v>0</c:v>
                </c:pt>
                <c:pt idx="98744">
                  <c:v>0</c:v>
                </c:pt>
                <c:pt idx="98745">
                  <c:v>0</c:v>
                </c:pt>
                <c:pt idx="98746">
                  <c:v>0</c:v>
                </c:pt>
                <c:pt idx="98747">
                  <c:v>0</c:v>
                </c:pt>
                <c:pt idx="98748">
                  <c:v>0</c:v>
                </c:pt>
                <c:pt idx="98749">
                  <c:v>0</c:v>
                </c:pt>
                <c:pt idx="98750">
                  <c:v>0</c:v>
                </c:pt>
                <c:pt idx="98751">
                  <c:v>0</c:v>
                </c:pt>
                <c:pt idx="98752">
                  <c:v>0</c:v>
                </c:pt>
                <c:pt idx="98753">
                  <c:v>0</c:v>
                </c:pt>
                <c:pt idx="98754">
                  <c:v>0</c:v>
                </c:pt>
                <c:pt idx="98755">
                  <c:v>0</c:v>
                </c:pt>
                <c:pt idx="98756">
                  <c:v>0</c:v>
                </c:pt>
                <c:pt idx="98757">
                  <c:v>0</c:v>
                </c:pt>
                <c:pt idx="98758">
                  <c:v>0</c:v>
                </c:pt>
                <c:pt idx="98759">
                  <c:v>0</c:v>
                </c:pt>
                <c:pt idx="98760">
                  <c:v>0</c:v>
                </c:pt>
                <c:pt idx="98761">
                  <c:v>0</c:v>
                </c:pt>
                <c:pt idx="98762">
                  <c:v>0</c:v>
                </c:pt>
                <c:pt idx="98763">
                  <c:v>0</c:v>
                </c:pt>
                <c:pt idx="98764">
                  <c:v>0</c:v>
                </c:pt>
                <c:pt idx="98765">
                  <c:v>0</c:v>
                </c:pt>
                <c:pt idx="98766">
                  <c:v>0</c:v>
                </c:pt>
                <c:pt idx="98767">
                  <c:v>0</c:v>
                </c:pt>
                <c:pt idx="98768">
                  <c:v>0</c:v>
                </c:pt>
                <c:pt idx="98769">
                  <c:v>0</c:v>
                </c:pt>
                <c:pt idx="98770">
                  <c:v>0</c:v>
                </c:pt>
                <c:pt idx="98771">
                  <c:v>0</c:v>
                </c:pt>
                <c:pt idx="98772">
                  <c:v>0</c:v>
                </c:pt>
                <c:pt idx="98773">
                  <c:v>0</c:v>
                </c:pt>
                <c:pt idx="98774">
                  <c:v>0</c:v>
                </c:pt>
                <c:pt idx="98775">
                  <c:v>0</c:v>
                </c:pt>
                <c:pt idx="98776">
                  <c:v>0</c:v>
                </c:pt>
                <c:pt idx="98777">
                  <c:v>0</c:v>
                </c:pt>
                <c:pt idx="98778">
                  <c:v>0</c:v>
                </c:pt>
                <c:pt idx="98779">
                  <c:v>0</c:v>
                </c:pt>
                <c:pt idx="98780">
                  <c:v>0</c:v>
                </c:pt>
                <c:pt idx="98781">
                  <c:v>0</c:v>
                </c:pt>
                <c:pt idx="98782">
                  <c:v>0</c:v>
                </c:pt>
                <c:pt idx="98783">
                  <c:v>0</c:v>
                </c:pt>
                <c:pt idx="98784">
                  <c:v>0</c:v>
                </c:pt>
                <c:pt idx="98785">
                  <c:v>0</c:v>
                </c:pt>
                <c:pt idx="98786">
                  <c:v>0</c:v>
                </c:pt>
                <c:pt idx="98787">
                  <c:v>0</c:v>
                </c:pt>
                <c:pt idx="98788">
                  <c:v>0</c:v>
                </c:pt>
                <c:pt idx="98789">
                  <c:v>0</c:v>
                </c:pt>
                <c:pt idx="98790">
                  <c:v>0</c:v>
                </c:pt>
                <c:pt idx="98791">
                  <c:v>0</c:v>
                </c:pt>
                <c:pt idx="98792">
                  <c:v>0</c:v>
                </c:pt>
                <c:pt idx="98793">
                  <c:v>0</c:v>
                </c:pt>
                <c:pt idx="98794">
                  <c:v>0</c:v>
                </c:pt>
                <c:pt idx="98795">
                  <c:v>0</c:v>
                </c:pt>
                <c:pt idx="98796">
                  <c:v>0</c:v>
                </c:pt>
                <c:pt idx="98797">
                  <c:v>0</c:v>
                </c:pt>
                <c:pt idx="98798">
                  <c:v>0</c:v>
                </c:pt>
                <c:pt idx="98799">
                  <c:v>0</c:v>
                </c:pt>
                <c:pt idx="98800">
                  <c:v>0</c:v>
                </c:pt>
                <c:pt idx="98801">
                  <c:v>0</c:v>
                </c:pt>
                <c:pt idx="98802">
                  <c:v>0</c:v>
                </c:pt>
                <c:pt idx="98803">
                  <c:v>0</c:v>
                </c:pt>
                <c:pt idx="98804">
                  <c:v>0</c:v>
                </c:pt>
                <c:pt idx="98805">
                  <c:v>0</c:v>
                </c:pt>
                <c:pt idx="98806">
                  <c:v>0</c:v>
                </c:pt>
                <c:pt idx="98807">
                  <c:v>0</c:v>
                </c:pt>
                <c:pt idx="98808">
                  <c:v>0</c:v>
                </c:pt>
                <c:pt idx="98809">
                  <c:v>0</c:v>
                </c:pt>
                <c:pt idx="98810">
                  <c:v>0</c:v>
                </c:pt>
                <c:pt idx="98811">
                  <c:v>0</c:v>
                </c:pt>
                <c:pt idx="98812">
                  <c:v>0</c:v>
                </c:pt>
                <c:pt idx="98813">
                  <c:v>0</c:v>
                </c:pt>
                <c:pt idx="98814">
                  <c:v>0</c:v>
                </c:pt>
                <c:pt idx="98815">
                  <c:v>0</c:v>
                </c:pt>
                <c:pt idx="98816">
                  <c:v>0</c:v>
                </c:pt>
                <c:pt idx="98817">
                  <c:v>0</c:v>
                </c:pt>
                <c:pt idx="98818">
                  <c:v>0</c:v>
                </c:pt>
                <c:pt idx="98819">
                  <c:v>0</c:v>
                </c:pt>
                <c:pt idx="98820">
                  <c:v>0</c:v>
                </c:pt>
                <c:pt idx="98821">
                  <c:v>0</c:v>
                </c:pt>
                <c:pt idx="98822">
                  <c:v>0</c:v>
                </c:pt>
                <c:pt idx="98823">
                  <c:v>0</c:v>
                </c:pt>
                <c:pt idx="98824">
                  <c:v>0</c:v>
                </c:pt>
                <c:pt idx="98825">
                  <c:v>0</c:v>
                </c:pt>
                <c:pt idx="98826">
                  <c:v>0</c:v>
                </c:pt>
                <c:pt idx="98827">
                  <c:v>0</c:v>
                </c:pt>
                <c:pt idx="98828">
                  <c:v>0</c:v>
                </c:pt>
                <c:pt idx="98829">
                  <c:v>0</c:v>
                </c:pt>
                <c:pt idx="98830">
                  <c:v>0</c:v>
                </c:pt>
                <c:pt idx="98831">
                  <c:v>0</c:v>
                </c:pt>
                <c:pt idx="98832">
                  <c:v>0</c:v>
                </c:pt>
                <c:pt idx="98833">
                  <c:v>0</c:v>
                </c:pt>
                <c:pt idx="98834">
                  <c:v>0</c:v>
                </c:pt>
                <c:pt idx="98835">
                  <c:v>0</c:v>
                </c:pt>
                <c:pt idx="98836">
                  <c:v>0</c:v>
                </c:pt>
                <c:pt idx="98837">
                  <c:v>0</c:v>
                </c:pt>
                <c:pt idx="98838">
                  <c:v>0</c:v>
                </c:pt>
                <c:pt idx="98839">
                  <c:v>0</c:v>
                </c:pt>
                <c:pt idx="98840">
                  <c:v>0</c:v>
                </c:pt>
                <c:pt idx="98841">
                  <c:v>0</c:v>
                </c:pt>
                <c:pt idx="98842">
                  <c:v>0</c:v>
                </c:pt>
                <c:pt idx="98843">
                  <c:v>0</c:v>
                </c:pt>
                <c:pt idx="98844">
                  <c:v>0</c:v>
                </c:pt>
                <c:pt idx="98845">
                  <c:v>0</c:v>
                </c:pt>
                <c:pt idx="98846">
                  <c:v>0</c:v>
                </c:pt>
                <c:pt idx="98847">
                  <c:v>0</c:v>
                </c:pt>
                <c:pt idx="98848">
                  <c:v>0</c:v>
                </c:pt>
                <c:pt idx="98849">
                  <c:v>0</c:v>
                </c:pt>
                <c:pt idx="98850">
                  <c:v>0</c:v>
                </c:pt>
                <c:pt idx="98851">
                  <c:v>0</c:v>
                </c:pt>
                <c:pt idx="98852">
                  <c:v>0</c:v>
                </c:pt>
                <c:pt idx="98853">
                  <c:v>0</c:v>
                </c:pt>
                <c:pt idx="98854">
                  <c:v>0</c:v>
                </c:pt>
                <c:pt idx="98855">
                  <c:v>0</c:v>
                </c:pt>
                <c:pt idx="98856">
                  <c:v>0</c:v>
                </c:pt>
                <c:pt idx="98857">
                  <c:v>0</c:v>
                </c:pt>
                <c:pt idx="98858">
                  <c:v>0</c:v>
                </c:pt>
                <c:pt idx="98859">
                  <c:v>0</c:v>
                </c:pt>
                <c:pt idx="98860">
                  <c:v>0</c:v>
                </c:pt>
                <c:pt idx="98861">
                  <c:v>0</c:v>
                </c:pt>
                <c:pt idx="98862">
                  <c:v>0</c:v>
                </c:pt>
                <c:pt idx="98863">
                  <c:v>0</c:v>
                </c:pt>
                <c:pt idx="98864">
                  <c:v>0</c:v>
                </c:pt>
                <c:pt idx="98865">
                  <c:v>0</c:v>
                </c:pt>
                <c:pt idx="98866">
                  <c:v>0</c:v>
                </c:pt>
                <c:pt idx="98867">
                  <c:v>0</c:v>
                </c:pt>
                <c:pt idx="98868">
                  <c:v>0</c:v>
                </c:pt>
                <c:pt idx="98869">
                  <c:v>0</c:v>
                </c:pt>
                <c:pt idx="98870">
                  <c:v>0</c:v>
                </c:pt>
                <c:pt idx="98871">
                  <c:v>0</c:v>
                </c:pt>
                <c:pt idx="98872">
                  <c:v>0</c:v>
                </c:pt>
                <c:pt idx="98873">
                  <c:v>0</c:v>
                </c:pt>
                <c:pt idx="98874">
                  <c:v>0</c:v>
                </c:pt>
                <c:pt idx="98875">
                  <c:v>0</c:v>
                </c:pt>
                <c:pt idx="98876">
                  <c:v>0</c:v>
                </c:pt>
                <c:pt idx="98877">
                  <c:v>0</c:v>
                </c:pt>
                <c:pt idx="98878">
                  <c:v>0</c:v>
                </c:pt>
                <c:pt idx="98879">
                  <c:v>0</c:v>
                </c:pt>
                <c:pt idx="98880">
                  <c:v>0</c:v>
                </c:pt>
                <c:pt idx="98881">
                  <c:v>0</c:v>
                </c:pt>
                <c:pt idx="98882">
                  <c:v>0</c:v>
                </c:pt>
                <c:pt idx="98883">
                  <c:v>0</c:v>
                </c:pt>
                <c:pt idx="98884">
                  <c:v>0</c:v>
                </c:pt>
                <c:pt idx="98885">
                  <c:v>0</c:v>
                </c:pt>
                <c:pt idx="98886">
                  <c:v>0</c:v>
                </c:pt>
                <c:pt idx="98887">
                  <c:v>0</c:v>
                </c:pt>
                <c:pt idx="98888">
                  <c:v>0</c:v>
                </c:pt>
                <c:pt idx="98889">
                  <c:v>0</c:v>
                </c:pt>
                <c:pt idx="98890">
                  <c:v>0</c:v>
                </c:pt>
                <c:pt idx="98891">
                  <c:v>0</c:v>
                </c:pt>
                <c:pt idx="98892">
                  <c:v>0</c:v>
                </c:pt>
                <c:pt idx="98893">
                  <c:v>0</c:v>
                </c:pt>
                <c:pt idx="98894">
                  <c:v>0</c:v>
                </c:pt>
                <c:pt idx="98895">
                  <c:v>0</c:v>
                </c:pt>
                <c:pt idx="98896">
                  <c:v>0</c:v>
                </c:pt>
                <c:pt idx="98897">
                  <c:v>0</c:v>
                </c:pt>
                <c:pt idx="98898">
                  <c:v>0</c:v>
                </c:pt>
                <c:pt idx="98899">
                  <c:v>0</c:v>
                </c:pt>
                <c:pt idx="98900">
                  <c:v>0</c:v>
                </c:pt>
                <c:pt idx="98901">
                  <c:v>0</c:v>
                </c:pt>
                <c:pt idx="98902">
                  <c:v>0</c:v>
                </c:pt>
                <c:pt idx="98903">
                  <c:v>0</c:v>
                </c:pt>
                <c:pt idx="98904">
                  <c:v>0</c:v>
                </c:pt>
                <c:pt idx="98905">
                  <c:v>0</c:v>
                </c:pt>
                <c:pt idx="98906">
                  <c:v>0</c:v>
                </c:pt>
                <c:pt idx="98907">
                  <c:v>0</c:v>
                </c:pt>
                <c:pt idx="98908">
                  <c:v>0</c:v>
                </c:pt>
                <c:pt idx="98909">
                  <c:v>0</c:v>
                </c:pt>
                <c:pt idx="98910">
                  <c:v>0</c:v>
                </c:pt>
                <c:pt idx="98911">
                  <c:v>0</c:v>
                </c:pt>
                <c:pt idx="98912">
                  <c:v>0</c:v>
                </c:pt>
                <c:pt idx="98913">
                  <c:v>0</c:v>
                </c:pt>
                <c:pt idx="98914">
                  <c:v>0</c:v>
                </c:pt>
                <c:pt idx="98915">
                  <c:v>0</c:v>
                </c:pt>
                <c:pt idx="98916">
                  <c:v>0</c:v>
                </c:pt>
                <c:pt idx="98917">
                  <c:v>0</c:v>
                </c:pt>
                <c:pt idx="98918">
                  <c:v>0</c:v>
                </c:pt>
                <c:pt idx="98919">
                  <c:v>0</c:v>
                </c:pt>
                <c:pt idx="98920">
                  <c:v>0</c:v>
                </c:pt>
                <c:pt idx="98921">
                  <c:v>0</c:v>
                </c:pt>
                <c:pt idx="98922">
                  <c:v>0</c:v>
                </c:pt>
                <c:pt idx="98923">
                  <c:v>0</c:v>
                </c:pt>
                <c:pt idx="98924">
                  <c:v>0</c:v>
                </c:pt>
                <c:pt idx="98925">
                  <c:v>0</c:v>
                </c:pt>
                <c:pt idx="98926">
                  <c:v>0</c:v>
                </c:pt>
                <c:pt idx="98927">
                  <c:v>0</c:v>
                </c:pt>
                <c:pt idx="98928">
                  <c:v>0</c:v>
                </c:pt>
                <c:pt idx="98929">
                  <c:v>0</c:v>
                </c:pt>
                <c:pt idx="98930">
                  <c:v>0</c:v>
                </c:pt>
                <c:pt idx="98931">
                  <c:v>0</c:v>
                </c:pt>
                <c:pt idx="98932">
                  <c:v>0</c:v>
                </c:pt>
                <c:pt idx="98933">
                  <c:v>0</c:v>
                </c:pt>
                <c:pt idx="98934">
                  <c:v>0</c:v>
                </c:pt>
                <c:pt idx="98935">
                  <c:v>0</c:v>
                </c:pt>
                <c:pt idx="98936">
                  <c:v>0</c:v>
                </c:pt>
                <c:pt idx="98937">
                  <c:v>0</c:v>
                </c:pt>
                <c:pt idx="98938">
                  <c:v>0</c:v>
                </c:pt>
                <c:pt idx="98939">
                  <c:v>0</c:v>
                </c:pt>
                <c:pt idx="98940">
                  <c:v>0</c:v>
                </c:pt>
                <c:pt idx="98941">
                  <c:v>0</c:v>
                </c:pt>
                <c:pt idx="98942">
                  <c:v>0</c:v>
                </c:pt>
                <c:pt idx="98943">
                  <c:v>0</c:v>
                </c:pt>
                <c:pt idx="98944">
                  <c:v>0</c:v>
                </c:pt>
                <c:pt idx="98945">
                  <c:v>0</c:v>
                </c:pt>
                <c:pt idx="98946">
                  <c:v>0</c:v>
                </c:pt>
                <c:pt idx="98947">
                  <c:v>0</c:v>
                </c:pt>
                <c:pt idx="98948">
                  <c:v>0</c:v>
                </c:pt>
                <c:pt idx="98949">
                  <c:v>0</c:v>
                </c:pt>
                <c:pt idx="98950">
                  <c:v>0</c:v>
                </c:pt>
                <c:pt idx="98951">
                  <c:v>0</c:v>
                </c:pt>
                <c:pt idx="98952">
                  <c:v>0</c:v>
                </c:pt>
                <c:pt idx="98953">
                  <c:v>0</c:v>
                </c:pt>
                <c:pt idx="98954">
                  <c:v>0</c:v>
                </c:pt>
                <c:pt idx="98955">
                  <c:v>0</c:v>
                </c:pt>
                <c:pt idx="98956">
                  <c:v>0</c:v>
                </c:pt>
                <c:pt idx="98957">
                  <c:v>0</c:v>
                </c:pt>
                <c:pt idx="98958">
                  <c:v>0</c:v>
                </c:pt>
                <c:pt idx="98959">
                  <c:v>0</c:v>
                </c:pt>
                <c:pt idx="98960">
                  <c:v>0</c:v>
                </c:pt>
                <c:pt idx="98961">
                  <c:v>0</c:v>
                </c:pt>
                <c:pt idx="98962">
                  <c:v>0</c:v>
                </c:pt>
                <c:pt idx="98963">
                  <c:v>0</c:v>
                </c:pt>
                <c:pt idx="98964">
                  <c:v>0</c:v>
                </c:pt>
                <c:pt idx="98965">
                  <c:v>0</c:v>
                </c:pt>
                <c:pt idx="98966">
                  <c:v>0</c:v>
                </c:pt>
                <c:pt idx="98967">
                  <c:v>0</c:v>
                </c:pt>
                <c:pt idx="98968">
                  <c:v>0</c:v>
                </c:pt>
                <c:pt idx="98969">
                  <c:v>0</c:v>
                </c:pt>
                <c:pt idx="98970">
                  <c:v>0</c:v>
                </c:pt>
                <c:pt idx="98971">
                  <c:v>0</c:v>
                </c:pt>
                <c:pt idx="98972">
                  <c:v>0</c:v>
                </c:pt>
                <c:pt idx="98973">
                  <c:v>0</c:v>
                </c:pt>
                <c:pt idx="98974">
                  <c:v>0</c:v>
                </c:pt>
                <c:pt idx="98975">
                  <c:v>0</c:v>
                </c:pt>
                <c:pt idx="98976">
                  <c:v>0</c:v>
                </c:pt>
                <c:pt idx="98977">
                  <c:v>0</c:v>
                </c:pt>
                <c:pt idx="98978">
                  <c:v>0</c:v>
                </c:pt>
                <c:pt idx="98979">
                  <c:v>0</c:v>
                </c:pt>
                <c:pt idx="98980">
                  <c:v>0</c:v>
                </c:pt>
                <c:pt idx="98981">
                  <c:v>0</c:v>
                </c:pt>
                <c:pt idx="98982">
                  <c:v>0</c:v>
                </c:pt>
                <c:pt idx="98983">
                  <c:v>0</c:v>
                </c:pt>
                <c:pt idx="98984">
                  <c:v>0</c:v>
                </c:pt>
                <c:pt idx="98985">
                  <c:v>0</c:v>
                </c:pt>
                <c:pt idx="98986">
                  <c:v>0</c:v>
                </c:pt>
                <c:pt idx="98987">
                  <c:v>0</c:v>
                </c:pt>
                <c:pt idx="98988">
                  <c:v>0</c:v>
                </c:pt>
                <c:pt idx="98989">
                  <c:v>0</c:v>
                </c:pt>
                <c:pt idx="98990">
                  <c:v>0</c:v>
                </c:pt>
                <c:pt idx="98991">
                  <c:v>0</c:v>
                </c:pt>
                <c:pt idx="98992">
                  <c:v>0</c:v>
                </c:pt>
                <c:pt idx="98993">
                  <c:v>0</c:v>
                </c:pt>
                <c:pt idx="98994">
                  <c:v>0</c:v>
                </c:pt>
                <c:pt idx="98995">
                  <c:v>0</c:v>
                </c:pt>
                <c:pt idx="98996">
                  <c:v>0</c:v>
                </c:pt>
                <c:pt idx="98997">
                  <c:v>0</c:v>
                </c:pt>
                <c:pt idx="98998">
                  <c:v>0</c:v>
                </c:pt>
                <c:pt idx="98999">
                  <c:v>0</c:v>
                </c:pt>
                <c:pt idx="99000">
                  <c:v>0</c:v>
                </c:pt>
                <c:pt idx="99001">
                  <c:v>0</c:v>
                </c:pt>
                <c:pt idx="99002">
                  <c:v>0</c:v>
                </c:pt>
                <c:pt idx="99003">
                  <c:v>0</c:v>
                </c:pt>
                <c:pt idx="99004">
                  <c:v>0</c:v>
                </c:pt>
                <c:pt idx="99005">
                  <c:v>0</c:v>
                </c:pt>
                <c:pt idx="99006">
                  <c:v>0</c:v>
                </c:pt>
                <c:pt idx="99007">
                  <c:v>0</c:v>
                </c:pt>
                <c:pt idx="99008">
                  <c:v>0</c:v>
                </c:pt>
                <c:pt idx="99009">
                  <c:v>0</c:v>
                </c:pt>
                <c:pt idx="99010">
                  <c:v>0</c:v>
                </c:pt>
                <c:pt idx="99011">
                  <c:v>0</c:v>
                </c:pt>
                <c:pt idx="99012">
                  <c:v>0</c:v>
                </c:pt>
                <c:pt idx="99013">
                  <c:v>0</c:v>
                </c:pt>
                <c:pt idx="99014">
                  <c:v>0</c:v>
                </c:pt>
                <c:pt idx="99015">
                  <c:v>0</c:v>
                </c:pt>
                <c:pt idx="99016">
                  <c:v>0</c:v>
                </c:pt>
                <c:pt idx="99017">
                  <c:v>0</c:v>
                </c:pt>
                <c:pt idx="99018">
                  <c:v>0</c:v>
                </c:pt>
                <c:pt idx="99019">
                  <c:v>0</c:v>
                </c:pt>
                <c:pt idx="99020">
                  <c:v>0</c:v>
                </c:pt>
                <c:pt idx="99021">
                  <c:v>0</c:v>
                </c:pt>
                <c:pt idx="99022">
                  <c:v>0</c:v>
                </c:pt>
                <c:pt idx="99023">
                  <c:v>0</c:v>
                </c:pt>
                <c:pt idx="99024">
                  <c:v>0</c:v>
                </c:pt>
                <c:pt idx="99025">
                  <c:v>0</c:v>
                </c:pt>
                <c:pt idx="99026">
                  <c:v>0</c:v>
                </c:pt>
                <c:pt idx="99027">
                  <c:v>0</c:v>
                </c:pt>
                <c:pt idx="99028">
                  <c:v>0</c:v>
                </c:pt>
                <c:pt idx="99029">
                  <c:v>0</c:v>
                </c:pt>
                <c:pt idx="99030">
                  <c:v>0</c:v>
                </c:pt>
                <c:pt idx="99031">
                  <c:v>0</c:v>
                </c:pt>
                <c:pt idx="99032">
                  <c:v>0</c:v>
                </c:pt>
                <c:pt idx="99033">
                  <c:v>0</c:v>
                </c:pt>
                <c:pt idx="99034">
                  <c:v>0</c:v>
                </c:pt>
                <c:pt idx="99035">
                  <c:v>0</c:v>
                </c:pt>
                <c:pt idx="99036">
                  <c:v>0</c:v>
                </c:pt>
                <c:pt idx="99037">
                  <c:v>0</c:v>
                </c:pt>
                <c:pt idx="99038">
                  <c:v>0</c:v>
                </c:pt>
                <c:pt idx="99039">
                  <c:v>0</c:v>
                </c:pt>
                <c:pt idx="99040">
                  <c:v>0</c:v>
                </c:pt>
                <c:pt idx="99041">
                  <c:v>0</c:v>
                </c:pt>
                <c:pt idx="99042">
                  <c:v>0</c:v>
                </c:pt>
                <c:pt idx="99043">
                  <c:v>0</c:v>
                </c:pt>
                <c:pt idx="99044">
                  <c:v>0</c:v>
                </c:pt>
                <c:pt idx="99045">
                  <c:v>0</c:v>
                </c:pt>
                <c:pt idx="99046">
                  <c:v>0</c:v>
                </c:pt>
                <c:pt idx="99047">
                  <c:v>0</c:v>
                </c:pt>
                <c:pt idx="99048">
                  <c:v>0</c:v>
                </c:pt>
                <c:pt idx="99049">
                  <c:v>0</c:v>
                </c:pt>
                <c:pt idx="99050">
                  <c:v>0</c:v>
                </c:pt>
                <c:pt idx="99051">
                  <c:v>0</c:v>
                </c:pt>
                <c:pt idx="99052">
                  <c:v>0</c:v>
                </c:pt>
                <c:pt idx="99053">
                  <c:v>0</c:v>
                </c:pt>
                <c:pt idx="99054">
                  <c:v>0</c:v>
                </c:pt>
                <c:pt idx="99055">
                  <c:v>0</c:v>
                </c:pt>
                <c:pt idx="99056">
                  <c:v>0</c:v>
                </c:pt>
                <c:pt idx="99057">
                  <c:v>0</c:v>
                </c:pt>
                <c:pt idx="99058">
                  <c:v>0</c:v>
                </c:pt>
                <c:pt idx="99059">
                  <c:v>0</c:v>
                </c:pt>
                <c:pt idx="99060">
                  <c:v>0</c:v>
                </c:pt>
                <c:pt idx="99061">
                  <c:v>0</c:v>
                </c:pt>
                <c:pt idx="99062">
                  <c:v>0</c:v>
                </c:pt>
                <c:pt idx="99063">
                  <c:v>0</c:v>
                </c:pt>
                <c:pt idx="99064">
                  <c:v>0</c:v>
                </c:pt>
                <c:pt idx="99065">
                  <c:v>0</c:v>
                </c:pt>
                <c:pt idx="99066">
                  <c:v>0</c:v>
                </c:pt>
                <c:pt idx="99067">
                  <c:v>0</c:v>
                </c:pt>
                <c:pt idx="99068">
                  <c:v>0</c:v>
                </c:pt>
                <c:pt idx="99069">
                  <c:v>0</c:v>
                </c:pt>
                <c:pt idx="99070">
                  <c:v>0</c:v>
                </c:pt>
                <c:pt idx="99071">
                  <c:v>0</c:v>
                </c:pt>
                <c:pt idx="99072">
                  <c:v>0</c:v>
                </c:pt>
                <c:pt idx="99073">
                  <c:v>0</c:v>
                </c:pt>
                <c:pt idx="99074">
                  <c:v>0</c:v>
                </c:pt>
                <c:pt idx="99075">
                  <c:v>0</c:v>
                </c:pt>
                <c:pt idx="99076">
                  <c:v>0</c:v>
                </c:pt>
                <c:pt idx="99077">
                  <c:v>0</c:v>
                </c:pt>
                <c:pt idx="99078">
                  <c:v>0</c:v>
                </c:pt>
                <c:pt idx="99079">
                  <c:v>0</c:v>
                </c:pt>
                <c:pt idx="99080">
                  <c:v>0</c:v>
                </c:pt>
                <c:pt idx="99081">
                  <c:v>0</c:v>
                </c:pt>
                <c:pt idx="99082">
                  <c:v>0</c:v>
                </c:pt>
                <c:pt idx="99083">
                  <c:v>0</c:v>
                </c:pt>
                <c:pt idx="99084">
                  <c:v>0</c:v>
                </c:pt>
                <c:pt idx="99085">
                  <c:v>0</c:v>
                </c:pt>
                <c:pt idx="99086">
                  <c:v>0</c:v>
                </c:pt>
                <c:pt idx="99087">
                  <c:v>0</c:v>
                </c:pt>
                <c:pt idx="99088">
                  <c:v>0</c:v>
                </c:pt>
                <c:pt idx="99089">
                  <c:v>0</c:v>
                </c:pt>
                <c:pt idx="99090">
                  <c:v>0</c:v>
                </c:pt>
                <c:pt idx="99091">
                  <c:v>0</c:v>
                </c:pt>
                <c:pt idx="99092">
                  <c:v>0</c:v>
                </c:pt>
                <c:pt idx="99093">
                  <c:v>0</c:v>
                </c:pt>
                <c:pt idx="99094">
                  <c:v>0</c:v>
                </c:pt>
                <c:pt idx="99095">
                  <c:v>0</c:v>
                </c:pt>
                <c:pt idx="99096">
                  <c:v>0</c:v>
                </c:pt>
                <c:pt idx="99097">
                  <c:v>0</c:v>
                </c:pt>
                <c:pt idx="99098">
                  <c:v>0</c:v>
                </c:pt>
                <c:pt idx="99099">
                  <c:v>0</c:v>
                </c:pt>
                <c:pt idx="99100">
                  <c:v>0</c:v>
                </c:pt>
                <c:pt idx="99101">
                  <c:v>0</c:v>
                </c:pt>
                <c:pt idx="99102">
                  <c:v>0</c:v>
                </c:pt>
                <c:pt idx="99103">
                  <c:v>0</c:v>
                </c:pt>
                <c:pt idx="99104">
                  <c:v>0</c:v>
                </c:pt>
                <c:pt idx="99105">
                  <c:v>0</c:v>
                </c:pt>
                <c:pt idx="99106">
                  <c:v>0</c:v>
                </c:pt>
                <c:pt idx="99107">
                  <c:v>0</c:v>
                </c:pt>
                <c:pt idx="99108">
                  <c:v>0</c:v>
                </c:pt>
                <c:pt idx="99109">
                  <c:v>0</c:v>
                </c:pt>
                <c:pt idx="99110">
                  <c:v>0</c:v>
                </c:pt>
                <c:pt idx="99111">
                  <c:v>0</c:v>
                </c:pt>
                <c:pt idx="99112">
                  <c:v>0</c:v>
                </c:pt>
                <c:pt idx="99113">
                  <c:v>0</c:v>
                </c:pt>
                <c:pt idx="99114">
                  <c:v>0</c:v>
                </c:pt>
                <c:pt idx="99115">
                  <c:v>0</c:v>
                </c:pt>
                <c:pt idx="99116">
                  <c:v>0</c:v>
                </c:pt>
                <c:pt idx="99117">
                  <c:v>0</c:v>
                </c:pt>
                <c:pt idx="99118">
                  <c:v>0</c:v>
                </c:pt>
                <c:pt idx="99119">
                  <c:v>0</c:v>
                </c:pt>
                <c:pt idx="99120">
                  <c:v>0</c:v>
                </c:pt>
                <c:pt idx="99121">
                  <c:v>0</c:v>
                </c:pt>
                <c:pt idx="99122">
                  <c:v>0</c:v>
                </c:pt>
                <c:pt idx="99123">
                  <c:v>0</c:v>
                </c:pt>
                <c:pt idx="99124">
                  <c:v>0</c:v>
                </c:pt>
                <c:pt idx="99125">
                  <c:v>0</c:v>
                </c:pt>
                <c:pt idx="99126">
                  <c:v>0</c:v>
                </c:pt>
                <c:pt idx="99127">
                  <c:v>0</c:v>
                </c:pt>
                <c:pt idx="99128">
                  <c:v>0</c:v>
                </c:pt>
                <c:pt idx="99129">
                  <c:v>0</c:v>
                </c:pt>
                <c:pt idx="99130">
                  <c:v>0</c:v>
                </c:pt>
                <c:pt idx="99131">
                  <c:v>0</c:v>
                </c:pt>
                <c:pt idx="99132">
                  <c:v>0</c:v>
                </c:pt>
                <c:pt idx="99133">
                  <c:v>0</c:v>
                </c:pt>
                <c:pt idx="99134">
                  <c:v>0</c:v>
                </c:pt>
                <c:pt idx="99135">
                  <c:v>0</c:v>
                </c:pt>
                <c:pt idx="99136">
                  <c:v>0</c:v>
                </c:pt>
                <c:pt idx="99137">
                  <c:v>0</c:v>
                </c:pt>
                <c:pt idx="99138">
                  <c:v>0</c:v>
                </c:pt>
                <c:pt idx="99139">
                  <c:v>0</c:v>
                </c:pt>
                <c:pt idx="99140">
                  <c:v>0</c:v>
                </c:pt>
                <c:pt idx="99141">
                  <c:v>0</c:v>
                </c:pt>
                <c:pt idx="99142">
                  <c:v>0</c:v>
                </c:pt>
                <c:pt idx="99143">
                  <c:v>0</c:v>
                </c:pt>
                <c:pt idx="99144">
                  <c:v>0</c:v>
                </c:pt>
                <c:pt idx="99145">
                  <c:v>0</c:v>
                </c:pt>
                <c:pt idx="99146">
                  <c:v>0</c:v>
                </c:pt>
                <c:pt idx="99147">
                  <c:v>0</c:v>
                </c:pt>
                <c:pt idx="99148">
                  <c:v>0</c:v>
                </c:pt>
                <c:pt idx="99149">
                  <c:v>0</c:v>
                </c:pt>
                <c:pt idx="99150">
                  <c:v>0</c:v>
                </c:pt>
                <c:pt idx="99151">
                  <c:v>0</c:v>
                </c:pt>
                <c:pt idx="99152">
                  <c:v>0</c:v>
                </c:pt>
                <c:pt idx="99153">
                  <c:v>0</c:v>
                </c:pt>
                <c:pt idx="99154">
                  <c:v>0</c:v>
                </c:pt>
                <c:pt idx="99155">
                  <c:v>0</c:v>
                </c:pt>
                <c:pt idx="99156">
                  <c:v>0</c:v>
                </c:pt>
                <c:pt idx="99157">
                  <c:v>0</c:v>
                </c:pt>
                <c:pt idx="99158">
                  <c:v>0</c:v>
                </c:pt>
                <c:pt idx="99159">
                  <c:v>0</c:v>
                </c:pt>
                <c:pt idx="99160">
                  <c:v>0</c:v>
                </c:pt>
                <c:pt idx="99161">
                  <c:v>0</c:v>
                </c:pt>
                <c:pt idx="99162">
                  <c:v>0</c:v>
                </c:pt>
                <c:pt idx="99163">
                  <c:v>0</c:v>
                </c:pt>
                <c:pt idx="99164">
                  <c:v>0</c:v>
                </c:pt>
                <c:pt idx="99165">
                  <c:v>0</c:v>
                </c:pt>
                <c:pt idx="99166">
                  <c:v>0</c:v>
                </c:pt>
                <c:pt idx="99167">
                  <c:v>0</c:v>
                </c:pt>
                <c:pt idx="99168">
                  <c:v>0</c:v>
                </c:pt>
                <c:pt idx="99169">
                  <c:v>0</c:v>
                </c:pt>
                <c:pt idx="99170">
                  <c:v>0</c:v>
                </c:pt>
                <c:pt idx="99171">
                  <c:v>0</c:v>
                </c:pt>
                <c:pt idx="99172">
                  <c:v>0</c:v>
                </c:pt>
                <c:pt idx="99173">
                  <c:v>0</c:v>
                </c:pt>
                <c:pt idx="99174">
                  <c:v>0</c:v>
                </c:pt>
                <c:pt idx="99175">
                  <c:v>0</c:v>
                </c:pt>
                <c:pt idx="99176">
                  <c:v>0</c:v>
                </c:pt>
                <c:pt idx="99177">
                  <c:v>0</c:v>
                </c:pt>
                <c:pt idx="99178">
                  <c:v>0</c:v>
                </c:pt>
                <c:pt idx="99179">
                  <c:v>0</c:v>
                </c:pt>
                <c:pt idx="99180">
                  <c:v>0</c:v>
                </c:pt>
                <c:pt idx="99181">
                  <c:v>0</c:v>
                </c:pt>
                <c:pt idx="99182">
                  <c:v>0</c:v>
                </c:pt>
                <c:pt idx="99183">
                  <c:v>0</c:v>
                </c:pt>
                <c:pt idx="99184">
                  <c:v>0</c:v>
                </c:pt>
                <c:pt idx="99185">
                  <c:v>0</c:v>
                </c:pt>
                <c:pt idx="99186">
                  <c:v>0</c:v>
                </c:pt>
                <c:pt idx="99187">
                  <c:v>0</c:v>
                </c:pt>
                <c:pt idx="99188">
                  <c:v>0</c:v>
                </c:pt>
                <c:pt idx="99189">
                  <c:v>0</c:v>
                </c:pt>
                <c:pt idx="99190">
                  <c:v>0</c:v>
                </c:pt>
                <c:pt idx="99191">
                  <c:v>0</c:v>
                </c:pt>
                <c:pt idx="99192">
                  <c:v>0</c:v>
                </c:pt>
                <c:pt idx="99193">
                  <c:v>0</c:v>
                </c:pt>
                <c:pt idx="99194">
                  <c:v>0</c:v>
                </c:pt>
                <c:pt idx="99195">
                  <c:v>0</c:v>
                </c:pt>
                <c:pt idx="99196">
                  <c:v>0</c:v>
                </c:pt>
                <c:pt idx="99197">
                  <c:v>0</c:v>
                </c:pt>
                <c:pt idx="99198">
                  <c:v>0</c:v>
                </c:pt>
                <c:pt idx="99199">
                  <c:v>0</c:v>
                </c:pt>
                <c:pt idx="99200">
                  <c:v>0</c:v>
                </c:pt>
                <c:pt idx="99201">
                  <c:v>0</c:v>
                </c:pt>
                <c:pt idx="99202">
                  <c:v>0</c:v>
                </c:pt>
                <c:pt idx="99203">
                  <c:v>0</c:v>
                </c:pt>
                <c:pt idx="99204">
                  <c:v>0</c:v>
                </c:pt>
                <c:pt idx="99205">
                  <c:v>0</c:v>
                </c:pt>
                <c:pt idx="99206">
                  <c:v>0</c:v>
                </c:pt>
                <c:pt idx="99207">
                  <c:v>0</c:v>
                </c:pt>
                <c:pt idx="99208">
                  <c:v>0</c:v>
                </c:pt>
                <c:pt idx="99209">
                  <c:v>0</c:v>
                </c:pt>
                <c:pt idx="99210">
                  <c:v>0</c:v>
                </c:pt>
                <c:pt idx="99211">
                  <c:v>0</c:v>
                </c:pt>
                <c:pt idx="99212">
                  <c:v>0</c:v>
                </c:pt>
                <c:pt idx="99213">
                  <c:v>0</c:v>
                </c:pt>
                <c:pt idx="99214">
                  <c:v>0</c:v>
                </c:pt>
                <c:pt idx="99215">
                  <c:v>0</c:v>
                </c:pt>
                <c:pt idx="99216">
                  <c:v>0</c:v>
                </c:pt>
                <c:pt idx="99217">
                  <c:v>0</c:v>
                </c:pt>
                <c:pt idx="99218">
                  <c:v>0</c:v>
                </c:pt>
                <c:pt idx="99219">
                  <c:v>0</c:v>
                </c:pt>
                <c:pt idx="99220">
                  <c:v>0</c:v>
                </c:pt>
                <c:pt idx="99221">
                  <c:v>0</c:v>
                </c:pt>
                <c:pt idx="99222">
                  <c:v>0</c:v>
                </c:pt>
                <c:pt idx="99223">
                  <c:v>0</c:v>
                </c:pt>
                <c:pt idx="99224">
                  <c:v>0</c:v>
                </c:pt>
                <c:pt idx="99225">
                  <c:v>0</c:v>
                </c:pt>
                <c:pt idx="99226">
                  <c:v>0</c:v>
                </c:pt>
                <c:pt idx="99227">
                  <c:v>0</c:v>
                </c:pt>
                <c:pt idx="99228">
                  <c:v>0</c:v>
                </c:pt>
                <c:pt idx="99229">
                  <c:v>0</c:v>
                </c:pt>
                <c:pt idx="99230">
                  <c:v>0</c:v>
                </c:pt>
                <c:pt idx="99231">
                  <c:v>0</c:v>
                </c:pt>
                <c:pt idx="99232">
                  <c:v>0</c:v>
                </c:pt>
                <c:pt idx="99233">
                  <c:v>0</c:v>
                </c:pt>
                <c:pt idx="99234">
                  <c:v>0</c:v>
                </c:pt>
                <c:pt idx="99235">
                  <c:v>0</c:v>
                </c:pt>
                <c:pt idx="99236">
                  <c:v>0</c:v>
                </c:pt>
                <c:pt idx="99237">
                  <c:v>0</c:v>
                </c:pt>
                <c:pt idx="99238">
                  <c:v>0</c:v>
                </c:pt>
                <c:pt idx="99239">
                  <c:v>0</c:v>
                </c:pt>
                <c:pt idx="99240">
                  <c:v>0</c:v>
                </c:pt>
                <c:pt idx="99241">
                  <c:v>0</c:v>
                </c:pt>
                <c:pt idx="99242">
                  <c:v>0</c:v>
                </c:pt>
                <c:pt idx="99243">
                  <c:v>0</c:v>
                </c:pt>
                <c:pt idx="99244">
                  <c:v>0</c:v>
                </c:pt>
                <c:pt idx="99245">
                  <c:v>0</c:v>
                </c:pt>
                <c:pt idx="99246">
                  <c:v>0</c:v>
                </c:pt>
                <c:pt idx="99247">
                  <c:v>0</c:v>
                </c:pt>
                <c:pt idx="99248">
                  <c:v>0</c:v>
                </c:pt>
                <c:pt idx="99249">
                  <c:v>0</c:v>
                </c:pt>
                <c:pt idx="99250">
                  <c:v>0</c:v>
                </c:pt>
                <c:pt idx="99251">
                  <c:v>0</c:v>
                </c:pt>
                <c:pt idx="99252">
                  <c:v>0</c:v>
                </c:pt>
                <c:pt idx="99253">
                  <c:v>0</c:v>
                </c:pt>
                <c:pt idx="99254">
                  <c:v>0</c:v>
                </c:pt>
                <c:pt idx="99255">
                  <c:v>0</c:v>
                </c:pt>
                <c:pt idx="99256">
                  <c:v>0</c:v>
                </c:pt>
                <c:pt idx="99257">
                  <c:v>0</c:v>
                </c:pt>
                <c:pt idx="99258">
                  <c:v>0</c:v>
                </c:pt>
                <c:pt idx="99259">
                  <c:v>0</c:v>
                </c:pt>
                <c:pt idx="99260">
                  <c:v>0</c:v>
                </c:pt>
                <c:pt idx="99261">
                  <c:v>0</c:v>
                </c:pt>
                <c:pt idx="99262">
                  <c:v>0</c:v>
                </c:pt>
                <c:pt idx="99263">
                  <c:v>0</c:v>
                </c:pt>
                <c:pt idx="99264">
                  <c:v>0</c:v>
                </c:pt>
                <c:pt idx="99265">
                  <c:v>0</c:v>
                </c:pt>
                <c:pt idx="99266">
                  <c:v>0</c:v>
                </c:pt>
                <c:pt idx="99267">
                  <c:v>0</c:v>
                </c:pt>
                <c:pt idx="99268">
                  <c:v>0</c:v>
                </c:pt>
                <c:pt idx="99269">
                  <c:v>0</c:v>
                </c:pt>
                <c:pt idx="99270">
                  <c:v>0</c:v>
                </c:pt>
                <c:pt idx="99271">
                  <c:v>0</c:v>
                </c:pt>
                <c:pt idx="99272">
                  <c:v>0</c:v>
                </c:pt>
                <c:pt idx="99273">
                  <c:v>0</c:v>
                </c:pt>
                <c:pt idx="99274">
                  <c:v>0</c:v>
                </c:pt>
                <c:pt idx="99275">
                  <c:v>0</c:v>
                </c:pt>
                <c:pt idx="99276">
                  <c:v>0</c:v>
                </c:pt>
                <c:pt idx="99277">
                  <c:v>0</c:v>
                </c:pt>
                <c:pt idx="99278">
                  <c:v>0</c:v>
                </c:pt>
                <c:pt idx="99279">
                  <c:v>0</c:v>
                </c:pt>
                <c:pt idx="99280">
                  <c:v>0</c:v>
                </c:pt>
                <c:pt idx="99281">
                  <c:v>0</c:v>
                </c:pt>
                <c:pt idx="99282">
                  <c:v>0</c:v>
                </c:pt>
                <c:pt idx="99283">
                  <c:v>0</c:v>
                </c:pt>
                <c:pt idx="99284">
                  <c:v>0</c:v>
                </c:pt>
                <c:pt idx="99285">
                  <c:v>0</c:v>
                </c:pt>
                <c:pt idx="99286">
                  <c:v>0</c:v>
                </c:pt>
                <c:pt idx="99287">
                  <c:v>0</c:v>
                </c:pt>
                <c:pt idx="99288">
                  <c:v>0</c:v>
                </c:pt>
                <c:pt idx="99289">
                  <c:v>0</c:v>
                </c:pt>
                <c:pt idx="99290">
                  <c:v>0</c:v>
                </c:pt>
                <c:pt idx="99291">
                  <c:v>0</c:v>
                </c:pt>
                <c:pt idx="99292">
                  <c:v>0</c:v>
                </c:pt>
                <c:pt idx="99293">
                  <c:v>0</c:v>
                </c:pt>
                <c:pt idx="99294">
                  <c:v>0</c:v>
                </c:pt>
                <c:pt idx="99295">
                  <c:v>0</c:v>
                </c:pt>
                <c:pt idx="99296">
                  <c:v>0</c:v>
                </c:pt>
                <c:pt idx="99297">
                  <c:v>0</c:v>
                </c:pt>
                <c:pt idx="99298">
                  <c:v>0</c:v>
                </c:pt>
                <c:pt idx="99299">
                  <c:v>0</c:v>
                </c:pt>
                <c:pt idx="99300">
                  <c:v>0</c:v>
                </c:pt>
                <c:pt idx="99301">
                  <c:v>0</c:v>
                </c:pt>
                <c:pt idx="99302">
                  <c:v>0</c:v>
                </c:pt>
                <c:pt idx="99303">
                  <c:v>0</c:v>
                </c:pt>
                <c:pt idx="99304">
                  <c:v>0</c:v>
                </c:pt>
                <c:pt idx="99305">
                  <c:v>0</c:v>
                </c:pt>
                <c:pt idx="99306">
                  <c:v>0</c:v>
                </c:pt>
                <c:pt idx="99307">
                  <c:v>0</c:v>
                </c:pt>
                <c:pt idx="99308">
                  <c:v>0</c:v>
                </c:pt>
                <c:pt idx="99309">
                  <c:v>0</c:v>
                </c:pt>
                <c:pt idx="99310">
                  <c:v>0</c:v>
                </c:pt>
                <c:pt idx="99311">
                  <c:v>0</c:v>
                </c:pt>
                <c:pt idx="99312">
                  <c:v>0</c:v>
                </c:pt>
                <c:pt idx="99313">
                  <c:v>0</c:v>
                </c:pt>
                <c:pt idx="99314">
                  <c:v>0</c:v>
                </c:pt>
                <c:pt idx="99315">
                  <c:v>0</c:v>
                </c:pt>
                <c:pt idx="99316">
                  <c:v>0</c:v>
                </c:pt>
                <c:pt idx="99317">
                  <c:v>0</c:v>
                </c:pt>
                <c:pt idx="99318">
                  <c:v>0</c:v>
                </c:pt>
                <c:pt idx="99319">
                  <c:v>0</c:v>
                </c:pt>
                <c:pt idx="99320">
                  <c:v>0</c:v>
                </c:pt>
                <c:pt idx="99321">
                  <c:v>0</c:v>
                </c:pt>
                <c:pt idx="99322">
                  <c:v>0</c:v>
                </c:pt>
                <c:pt idx="99323">
                  <c:v>0</c:v>
                </c:pt>
                <c:pt idx="99324">
                  <c:v>0</c:v>
                </c:pt>
                <c:pt idx="99325">
                  <c:v>0</c:v>
                </c:pt>
                <c:pt idx="99326">
                  <c:v>0</c:v>
                </c:pt>
                <c:pt idx="99327">
                  <c:v>0</c:v>
                </c:pt>
                <c:pt idx="99328">
                  <c:v>0</c:v>
                </c:pt>
                <c:pt idx="99329">
                  <c:v>0</c:v>
                </c:pt>
                <c:pt idx="99330">
                  <c:v>0</c:v>
                </c:pt>
                <c:pt idx="99331">
                  <c:v>0</c:v>
                </c:pt>
                <c:pt idx="99332">
                  <c:v>0</c:v>
                </c:pt>
                <c:pt idx="99333">
                  <c:v>0</c:v>
                </c:pt>
                <c:pt idx="99334">
                  <c:v>0</c:v>
                </c:pt>
                <c:pt idx="99335">
                  <c:v>0</c:v>
                </c:pt>
                <c:pt idx="99336">
                  <c:v>0</c:v>
                </c:pt>
                <c:pt idx="99337">
                  <c:v>0</c:v>
                </c:pt>
                <c:pt idx="99338">
                  <c:v>0</c:v>
                </c:pt>
                <c:pt idx="99339">
                  <c:v>0</c:v>
                </c:pt>
                <c:pt idx="99340">
                  <c:v>0</c:v>
                </c:pt>
                <c:pt idx="99341">
                  <c:v>0</c:v>
                </c:pt>
                <c:pt idx="99342">
                  <c:v>0</c:v>
                </c:pt>
                <c:pt idx="99343">
                  <c:v>0</c:v>
                </c:pt>
                <c:pt idx="99344">
                  <c:v>0</c:v>
                </c:pt>
                <c:pt idx="99345">
                  <c:v>0</c:v>
                </c:pt>
                <c:pt idx="99346">
                  <c:v>0</c:v>
                </c:pt>
                <c:pt idx="99347">
                  <c:v>0</c:v>
                </c:pt>
                <c:pt idx="99348">
                  <c:v>0</c:v>
                </c:pt>
                <c:pt idx="99349">
                  <c:v>0</c:v>
                </c:pt>
                <c:pt idx="99350">
                  <c:v>0</c:v>
                </c:pt>
                <c:pt idx="99351">
                  <c:v>0</c:v>
                </c:pt>
                <c:pt idx="99352">
                  <c:v>0</c:v>
                </c:pt>
                <c:pt idx="99353">
                  <c:v>0</c:v>
                </c:pt>
                <c:pt idx="99354">
                  <c:v>0</c:v>
                </c:pt>
                <c:pt idx="99355">
                  <c:v>0</c:v>
                </c:pt>
                <c:pt idx="99356">
                  <c:v>0</c:v>
                </c:pt>
                <c:pt idx="99357">
                  <c:v>0</c:v>
                </c:pt>
                <c:pt idx="99358">
                  <c:v>0</c:v>
                </c:pt>
                <c:pt idx="99359">
                  <c:v>0</c:v>
                </c:pt>
                <c:pt idx="99360">
                  <c:v>0</c:v>
                </c:pt>
                <c:pt idx="99361">
                  <c:v>0</c:v>
                </c:pt>
                <c:pt idx="99362">
                  <c:v>0</c:v>
                </c:pt>
                <c:pt idx="99363">
                  <c:v>0</c:v>
                </c:pt>
                <c:pt idx="99364">
                  <c:v>0</c:v>
                </c:pt>
                <c:pt idx="99365">
                  <c:v>0</c:v>
                </c:pt>
                <c:pt idx="99366">
                  <c:v>0</c:v>
                </c:pt>
                <c:pt idx="99367">
                  <c:v>0</c:v>
                </c:pt>
                <c:pt idx="99368">
                  <c:v>0</c:v>
                </c:pt>
                <c:pt idx="99369">
                  <c:v>0</c:v>
                </c:pt>
                <c:pt idx="99370">
                  <c:v>0</c:v>
                </c:pt>
                <c:pt idx="99371">
                  <c:v>0</c:v>
                </c:pt>
                <c:pt idx="99372">
                  <c:v>0</c:v>
                </c:pt>
                <c:pt idx="99373">
                  <c:v>0</c:v>
                </c:pt>
                <c:pt idx="99374">
                  <c:v>0</c:v>
                </c:pt>
                <c:pt idx="99375">
                  <c:v>0</c:v>
                </c:pt>
                <c:pt idx="99376">
                  <c:v>0</c:v>
                </c:pt>
                <c:pt idx="99377">
                  <c:v>0</c:v>
                </c:pt>
                <c:pt idx="99378">
                  <c:v>0</c:v>
                </c:pt>
                <c:pt idx="99379">
                  <c:v>0</c:v>
                </c:pt>
                <c:pt idx="99380">
                  <c:v>0</c:v>
                </c:pt>
                <c:pt idx="99381">
                  <c:v>0</c:v>
                </c:pt>
                <c:pt idx="99382">
                  <c:v>0</c:v>
                </c:pt>
                <c:pt idx="99383">
                  <c:v>0</c:v>
                </c:pt>
                <c:pt idx="99384">
                  <c:v>0</c:v>
                </c:pt>
                <c:pt idx="99385">
                  <c:v>0</c:v>
                </c:pt>
                <c:pt idx="99386">
                  <c:v>0</c:v>
                </c:pt>
                <c:pt idx="99387">
                  <c:v>0</c:v>
                </c:pt>
                <c:pt idx="99388">
                  <c:v>0</c:v>
                </c:pt>
                <c:pt idx="99389">
                  <c:v>0</c:v>
                </c:pt>
                <c:pt idx="99390">
                  <c:v>0</c:v>
                </c:pt>
                <c:pt idx="99391">
                  <c:v>0</c:v>
                </c:pt>
                <c:pt idx="99392">
                  <c:v>0</c:v>
                </c:pt>
                <c:pt idx="99393">
                  <c:v>0</c:v>
                </c:pt>
                <c:pt idx="99394">
                  <c:v>0</c:v>
                </c:pt>
                <c:pt idx="99395">
                  <c:v>0</c:v>
                </c:pt>
                <c:pt idx="99396">
                  <c:v>0</c:v>
                </c:pt>
                <c:pt idx="99397">
                  <c:v>0</c:v>
                </c:pt>
                <c:pt idx="99398">
                  <c:v>0</c:v>
                </c:pt>
                <c:pt idx="99399">
                  <c:v>0</c:v>
                </c:pt>
                <c:pt idx="99400">
                  <c:v>0</c:v>
                </c:pt>
                <c:pt idx="99401">
                  <c:v>0</c:v>
                </c:pt>
                <c:pt idx="99402">
                  <c:v>0</c:v>
                </c:pt>
                <c:pt idx="99403">
                  <c:v>0</c:v>
                </c:pt>
                <c:pt idx="99404">
                  <c:v>0</c:v>
                </c:pt>
                <c:pt idx="99405">
                  <c:v>0</c:v>
                </c:pt>
                <c:pt idx="99406">
                  <c:v>0</c:v>
                </c:pt>
                <c:pt idx="99407">
                  <c:v>0</c:v>
                </c:pt>
                <c:pt idx="99408">
                  <c:v>0</c:v>
                </c:pt>
                <c:pt idx="99409">
                  <c:v>0</c:v>
                </c:pt>
                <c:pt idx="99410">
                  <c:v>0</c:v>
                </c:pt>
                <c:pt idx="99411">
                  <c:v>0</c:v>
                </c:pt>
                <c:pt idx="99412">
                  <c:v>0</c:v>
                </c:pt>
                <c:pt idx="99413">
                  <c:v>0</c:v>
                </c:pt>
                <c:pt idx="99414">
                  <c:v>0</c:v>
                </c:pt>
                <c:pt idx="99415">
                  <c:v>0</c:v>
                </c:pt>
                <c:pt idx="99416">
                  <c:v>0</c:v>
                </c:pt>
                <c:pt idx="99417">
                  <c:v>0</c:v>
                </c:pt>
                <c:pt idx="99418">
                  <c:v>0</c:v>
                </c:pt>
                <c:pt idx="99419">
                  <c:v>0</c:v>
                </c:pt>
                <c:pt idx="99420">
                  <c:v>0</c:v>
                </c:pt>
                <c:pt idx="99421">
                  <c:v>0</c:v>
                </c:pt>
                <c:pt idx="99422">
                  <c:v>0</c:v>
                </c:pt>
                <c:pt idx="99423">
                  <c:v>0</c:v>
                </c:pt>
                <c:pt idx="99424">
                  <c:v>0</c:v>
                </c:pt>
                <c:pt idx="99425">
                  <c:v>0</c:v>
                </c:pt>
                <c:pt idx="99426">
                  <c:v>0</c:v>
                </c:pt>
                <c:pt idx="99427">
                  <c:v>0</c:v>
                </c:pt>
                <c:pt idx="99428">
                  <c:v>0</c:v>
                </c:pt>
                <c:pt idx="99429">
                  <c:v>0</c:v>
                </c:pt>
                <c:pt idx="99430">
                  <c:v>0</c:v>
                </c:pt>
                <c:pt idx="99431">
                  <c:v>0</c:v>
                </c:pt>
                <c:pt idx="99432">
                  <c:v>0</c:v>
                </c:pt>
                <c:pt idx="99433">
                  <c:v>0</c:v>
                </c:pt>
                <c:pt idx="99434">
                  <c:v>0</c:v>
                </c:pt>
                <c:pt idx="99435">
                  <c:v>0</c:v>
                </c:pt>
                <c:pt idx="99436">
                  <c:v>0</c:v>
                </c:pt>
                <c:pt idx="99437">
                  <c:v>0</c:v>
                </c:pt>
                <c:pt idx="99438">
                  <c:v>0</c:v>
                </c:pt>
                <c:pt idx="99439">
                  <c:v>0</c:v>
                </c:pt>
                <c:pt idx="99440">
                  <c:v>0</c:v>
                </c:pt>
                <c:pt idx="99441">
                  <c:v>0</c:v>
                </c:pt>
                <c:pt idx="99442">
                  <c:v>0</c:v>
                </c:pt>
                <c:pt idx="99443">
                  <c:v>0</c:v>
                </c:pt>
                <c:pt idx="99444">
                  <c:v>0</c:v>
                </c:pt>
                <c:pt idx="99445">
                  <c:v>0</c:v>
                </c:pt>
                <c:pt idx="99446">
                  <c:v>0</c:v>
                </c:pt>
                <c:pt idx="99447">
                  <c:v>0</c:v>
                </c:pt>
                <c:pt idx="99448">
                  <c:v>0</c:v>
                </c:pt>
                <c:pt idx="99449">
                  <c:v>0</c:v>
                </c:pt>
                <c:pt idx="99450">
                  <c:v>0</c:v>
                </c:pt>
                <c:pt idx="99451">
                  <c:v>0</c:v>
                </c:pt>
                <c:pt idx="99452">
                  <c:v>0</c:v>
                </c:pt>
                <c:pt idx="99453">
                  <c:v>0</c:v>
                </c:pt>
                <c:pt idx="99454">
                  <c:v>0</c:v>
                </c:pt>
                <c:pt idx="99455">
                  <c:v>0</c:v>
                </c:pt>
                <c:pt idx="99456">
                  <c:v>0</c:v>
                </c:pt>
                <c:pt idx="99457">
                  <c:v>0</c:v>
                </c:pt>
                <c:pt idx="99458">
                  <c:v>0</c:v>
                </c:pt>
                <c:pt idx="99459">
                  <c:v>0</c:v>
                </c:pt>
                <c:pt idx="99460">
                  <c:v>0</c:v>
                </c:pt>
                <c:pt idx="99461">
                  <c:v>0</c:v>
                </c:pt>
                <c:pt idx="99462">
                  <c:v>0</c:v>
                </c:pt>
                <c:pt idx="99463">
                  <c:v>0</c:v>
                </c:pt>
                <c:pt idx="99464">
                  <c:v>0</c:v>
                </c:pt>
                <c:pt idx="99465">
                  <c:v>0</c:v>
                </c:pt>
                <c:pt idx="99466">
                  <c:v>0</c:v>
                </c:pt>
                <c:pt idx="99467">
                  <c:v>0</c:v>
                </c:pt>
                <c:pt idx="99468">
                  <c:v>0</c:v>
                </c:pt>
                <c:pt idx="99469">
                  <c:v>0</c:v>
                </c:pt>
                <c:pt idx="99470">
                  <c:v>0</c:v>
                </c:pt>
                <c:pt idx="99471">
                  <c:v>0</c:v>
                </c:pt>
                <c:pt idx="99472">
                  <c:v>0</c:v>
                </c:pt>
                <c:pt idx="99473">
                  <c:v>0</c:v>
                </c:pt>
                <c:pt idx="99474">
                  <c:v>0</c:v>
                </c:pt>
                <c:pt idx="99475">
                  <c:v>0</c:v>
                </c:pt>
                <c:pt idx="99476">
                  <c:v>0</c:v>
                </c:pt>
                <c:pt idx="99477">
                  <c:v>0</c:v>
                </c:pt>
                <c:pt idx="99478">
                  <c:v>0</c:v>
                </c:pt>
                <c:pt idx="99479">
                  <c:v>0</c:v>
                </c:pt>
                <c:pt idx="99480">
                  <c:v>0</c:v>
                </c:pt>
                <c:pt idx="99481">
                  <c:v>0</c:v>
                </c:pt>
                <c:pt idx="99482">
                  <c:v>0</c:v>
                </c:pt>
                <c:pt idx="99483">
                  <c:v>0</c:v>
                </c:pt>
                <c:pt idx="99484">
                  <c:v>0</c:v>
                </c:pt>
                <c:pt idx="99485">
                  <c:v>0</c:v>
                </c:pt>
                <c:pt idx="99486">
                  <c:v>0</c:v>
                </c:pt>
                <c:pt idx="99487">
                  <c:v>0</c:v>
                </c:pt>
                <c:pt idx="99488">
                  <c:v>0</c:v>
                </c:pt>
                <c:pt idx="99489">
                  <c:v>0</c:v>
                </c:pt>
                <c:pt idx="99490">
                  <c:v>0</c:v>
                </c:pt>
                <c:pt idx="99491">
                  <c:v>0</c:v>
                </c:pt>
                <c:pt idx="99492">
                  <c:v>0</c:v>
                </c:pt>
                <c:pt idx="99493">
                  <c:v>0</c:v>
                </c:pt>
                <c:pt idx="99494">
                  <c:v>0</c:v>
                </c:pt>
                <c:pt idx="99495">
                  <c:v>0</c:v>
                </c:pt>
                <c:pt idx="99496">
                  <c:v>0</c:v>
                </c:pt>
                <c:pt idx="99497">
                  <c:v>0</c:v>
                </c:pt>
                <c:pt idx="99498">
                  <c:v>0</c:v>
                </c:pt>
                <c:pt idx="99499">
                  <c:v>0</c:v>
                </c:pt>
                <c:pt idx="99500">
                  <c:v>0</c:v>
                </c:pt>
                <c:pt idx="99501">
                  <c:v>0</c:v>
                </c:pt>
                <c:pt idx="99502">
                  <c:v>0</c:v>
                </c:pt>
                <c:pt idx="99503">
                  <c:v>0</c:v>
                </c:pt>
                <c:pt idx="99504">
                  <c:v>0</c:v>
                </c:pt>
                <c:pt idx="99505">
                  <c:v>0</c:v>
                </c:pt>
                <c:pt idx="99506">
                  <c:v>0</c:v>
                </c:pt>
                <c:pt idx="99507">
                  <c:v>0</c:v>
                </c:pt>
                <c:pt idx="99508">
                  <c:v>0</c:v>
                </c:pt>
                <c:pt idx="99509">
                  <c:v>0</c:v>
                </c:pt>
                <c:pt idx="99510">
                  <c:v>0</c:v>
                </c:pt>
                <c:pt idx="99511">
                  <c:v>0</c:v>
                </c:pt>
                <c:pt idx="99512">
                  <c:v>0</c:v>
                </c:pt>
                <c:pt idx="99513">
                  <c:v>0</c:v>
                </c:pt>
                <c:pt idx="99514">
                  <c:v>0</c:v>
                </c:pt>
                <c:pt idx="99515">
                  <c:v>0</c:v>
                </c:pt>
                <c:pt idx="99516">
                  <c:v>0</c:v>
                </c:pt>
                <c:pt idx="99517">
                  <c:v>0</c:v>
                </c:pt>
                <c:pt idx="99518">
                  <c:v>0</c:v>
                </c:pt>
                <c:pt idx="99519">
                  <c:v>0</c:v>
                </c:pt>
                <c:pt idx="99520">
                  <c:v>0</c:v>
                </c:pt>
                <c:pt idx="99521">
                  <c:v>0</c:v>
                </c:pt>
                <c:pt idx="99522">
                  <c:v>0</c:v>
                </c:pt>
                <c:pt idx="99523">
                  <c:v>0</c:v>
                </c:pt>
                <c:pt idx="99524">
                  <c:v>0</c:v>
                </c:pt>
                <c:pt idx="99525">
                  <c:v>0</c:v>
                </c:pt>
                <c:pt idx="99526">
                  <c:v>0</c:v>
                </c:pt>
                <c:pt idx="99527">
                  <c:v>0</c:v>
                </c:pt>
                <c:pt idx="99528">
                  <c:v>0</c:v>
                </c:pt>
                <c:pt idx="99529">
                  <c:v>0</c:v>
                </c:pt>
                <c:pt idx="99530">
                  <c:v>0</c:v>
                </c:pt>
                <c:pt idx="99531">
                  <c:v>0</c:v>
                </c:pt>
                <c:pt idx="99532">
                  <c:v>0</c:v>
                </c:pt>
                <c:pt idx="99533">
                  <c:v>0</c:v>
                </c:pt>
                <c:pt idx="99534">
                  <c:v>0</c:v>
                </c:pt>
                <c:pt idx="99535">
                  <c:v>0</c:v>
                </c:pt>
                <c:pt idx="99536">
                  <c:v>0</c:v>
                </c:pt>
                <c:pt idx="99537">
                  <c:v>0</c:v>
                </c:pt>
                <c:pt idx="99538">
                  <c:v>0</c:v>
                </c:pt>
                <c:pt idx="99539">
                  <c:v>0</c:v>
                </c:pt>
                <c:pt idx="99540">
                  <c:v>0</c:v>
                </c:pt>
                <c:pt idx="99541">
                  <c:v>0</c:v>
                </c:pt>
                <c:pt idx="99542">
                  <c:v>0</c:v>
                </c:pt>
                <c:pt idx="99543">
                  <c:v>0</c:v>
                </c:pt>
                <c:pt idx="99544">
                  <c:v>0</c:v>
                </c:pt>
                <c:pt idx="99545">
                  <c:v>0</c:v>
                </c:pt>
                <c:pt idx="99546">
                  <c:v>0</c:v>
                </c:pt>
                <c:pt idx="99547">
                  <c:v>0</c:v>
                </c:pt>
                <c:pt idx="99548">
                  <c:v>0</c:v>
                </c:pt>
                <c:pt idx="99549">
                  <c:v>0</c:v>
                </c:pt>
                <c:pt idx="99550">
                  <c:v>0</c:v>
                </c:pt>
                <c:pt idx="99551">
                  <c:v>0</c:v>
                </c:pt>
                <c:pt idx="99552">
                  <c:v>0</c:v>
                </c:pt>
                <c:pt idx="99553">
                  <c:v>0</c:v>
                </c:pt>
                <c:pt idx="99554">
                  <c:v>0</c:v>
                </c:pt>
                <c:pt idx="99555">
                  <c:v>0</c:v>
                </c:pt>
                <c:pt idx="99556">
                  <c:v>0</c:v>
                </c:pt>
                <c:pt idx="99557">
                  <c:v>0</c:v>
                </c:pt>
                <c:pt idx="99558">
                  <c:v>0</c:v>
                </c:pt>
                <c:pt idx="99559">
                  <c:v>0</c:v>
                </c:pt>
                <c:pt idx="99560">
                  <c:v>0</c:v>
                </c:pt>
                <c:pt idx="99561">
                  <c:v>0</c:v>
                </c:pt>
                <c:pt idx="99562">
                  <c:v>0</c:v>
                </c:pt>
                <c:pt idx="99563">
                  <c:v>0</c:v>
                </c:pt>
                <c:pt idx="99564">
                  <c:v>0</c:v>
                </c:pt>
                <c:pt idx="99565">
                  <c:v>0</c:v>
                </c:pt>
                <c:pt idx="99566">
                  <c:v>0</c:v>
                </c:pt>
                <c:pt idx="99567">
                  <c:v>0</c:v>
                </c:pt>
                <c:pt idx="99568">
                  <c:v>0</c:v>
                </c:pt>
                <c:pt idx="99569">
                  <c:v>0</c:v>
                </c:pt>
                <c:pt idx="99570">
                  <c:v>0</c:v>
                </c:pt>
                <c:pt idx="99571">
                  <c:v>0</c:v>
                </c:pt>
                <c:pt idx="99572">
                  <c:v>0</c:v>
                </c:pt>
                <c:pt idx="99573">
                  <c:v>0</c:v>
                </c:pt>
                <c:pt idx="99574">
                  <c:v>0</c:v>
                </c:pt>
                <c:pt idx="99575">
                  <c:v>0</c:v>
                </c:pt>
                <c:pt idx="99576">
                  <c:v>0</c:v>
                </c:pt>
                <c:pt idx="99577">
                  <c:v>0</c:v>
                </c:pt>
                <c:pt idx="99578">
                  <c:v>0</c:v>
                </c:pt>
                <c:pt idx="99579">
                  <c:v>0</c:v>
                </c:pt>
                <c:pt idx="99580">
                  <c:v>0</c:v>
                </c:pt>
                <c:pt idx="99581">
                  <c:v>0</c:v>
                </c:pt>
                <c:pt idx="99582">
                  <c:v>0</c:v>
                </c:pt>
                <c:pt idx="99583">
                  <c:v>0</c:v>
                </c:pt>
                <c:pt idx="99584">
                  <c:v>0</c:v>
                </c:pt>
                <c:pt idx="99585">
                  <c:v>0</c:v>
                </c:pt>
                <c:pt idx="99586">
                  <c:v>0</c:v>
                </c:pt>
                <c:pt idx="99587">
                  <c:v>0</c:v>
                </c:pt>
                <c:pt idx="99588">
                  <c:v>0</c:v>
                </c:pt>
                <c:pt idx="99589">
                  <c:v>0</c:v>
                </c:pt>
                <c:pt idx="99590">
                  <c:v>0</c:v>
                </c:pt>
                <c:pt idx="99591">
                  <c:v>0</c:v>
                </c:pt>
                <c:pt idx="99592">
                  <c:v>0</c:v>
                </c:pt>
                <c:pt idx="99593">
                  <c:v>0</c:v>
                </c:pt>
                <c:pt idx="99594">
                  <c:v>0</c:v>
                </c:pt>
                <c:pt idx="99595">
                  <c:v>0</c:v>
                </c:pt>
                <c:pt idx="99596">
                  <c:v>0</c:v>
                </c:pt>
                <c:pt idx="99597">
                  <c:v>0</c:v>
                </c:pt>
                <c:pt idx="99598">
                  <c:v>0</c:v>
                </c:pt>
                <c:pt idx="99599">
                  <c:v>0</c:v>
                </c:pt>
                <c:pt idx="99600">
                  <c:v>0</c:v>
                </c:pt>
                <c:pt idx="99601">
                  <c:v>0</c:v>
                </c:pt>
                <c:pt idx="99602">
                  <c:v>0</c:v>
                </c:pt>
                <c:pt idx="99603">
                  <c:v>0</c:v>
                </c:pt>
                <c:pt idx="99604">
                  <c:v>0</c:v>
                </c:pt>
                <c:pt idx="99605">
                  <c:v>0</c:v>
                </c:pt>
                <c:pt idx="99606">
                  <c:v>0</c:v>
                </c:pt>
                <c:pt idx="99607">
                  <c:v>0</c:v>
                </c:pt>
                <c:pt idx="99608">
                  <c:v>0</c:v>
                </c:pt>
                <c:pt idx="99609">
                  <c:v>0</c:v>
                </c:pt>
                <c:pt idx="99610">
                  <c:v>0</c:v>
                </c:pt>
                <c:pt idx="99611">
                  <c:v>0</c:v>
                </c:pt>
                <c:pt idx="99612">
                  <c:v>0</c:v>
                </c:pt>
                <c:pt idx="99613">
                  <c:v>0</c:v>
                </c:pt>
                <c:pt idx="99614">
                  <c:v>0</c:v>
                </c:pt>
                <c:pt idx="99615">
                  <c:v>0</c:v>
                </c:pt>
                <c:pt idx="99616">
                  <c:v>0</c:v>
                </c:pt>
                <c:pt idx="99617">
                  <c:v>0</c:v>
                </c:pt>
                <c:pt idx="99618">
                  <c:v>0</c:v>
                </c:pt>
                <c:pt idx="99619">
                  <c:v>0</c:v>
                </c:pt>
                <c:pt idx="99620">
                  <c:v>0</c:v>
                </c:pt>
                <c:pt idx="99621">
                  <c:v>0</c:v>
                </c:pt>
                <c:pt idx="99622">
                  <c:v>0</c:v>
                </c:pt>
                <c:pt idx="99623">
                  <c:v>0</c:v>
                </c:pt>
                <c:pt idx="99624">
                  <c:v>0</c:v>
                </c:pt>
                <c:pt idx="99625">
                  <c:v>0</c:v>
                </c:pt>
                <c:pt idx="99626">
                  <c:v>0</c:v>
                </c:pt>
                <c:pt idx="99627">
                  <c:v>0</c:v>
                </c:pt>
                <c:pt idx="99628">
                  <c:v>0</c:v>
                </c:pt>
                <c:pt idx="99629">
                  <c:v>0</c:v>
                </c:pt>
                <c:pt idx="99630">
                  <c:v>0</c:v>
                </c:pt>
                <c:pt idx="99631">
                  <c:v>0</c:v>
                </c:pt>
                <c:pt idx="99632">
                  <c:v>0</c:v>
                </c:pt>
                <c:pt idx="99633">
                  <c:v>0</c:v>
                </c:pt>
                <c:pt idx="99634">
                  <c:v>0</c:v>
                </c:pt>
                <c:pt idx="99635">
                  <c:v>0</c:v>
                </c:pt>
                <c:pt idx="99636">
                  <c:v>0</c:v>
                </c:pt>
                <c:pt idx="99637">
                  <c:v>0</c:v>
                </c:pt>
                <c:pt idx="99638">
                  <c:v>0</c:v>
                </c:pt>
                <c:pt idx="99639">
                  <c:v>0</c:v>
                </c:pt>
                <c:pt idx="99640">
                  <c:v>0</c:v>
                </c:pt>
                <c:pt idx="99641">
                  <c:v>0</c:v>
                </c:pt>
                <c:pt idx="99642">
                  <c:v>0</c:v>
                </c:pt>
                <c:pt idx="99643">
                  <c:v>0</c:v>
                </c:pt>
                <c:pt idx="99644">
                  <c:v>0</c:v>
                </c:pt>
                <c:pt idx="99645">
                  <c:v>0</c:v>
                </c:pt>
                <c:pt idx="99646">
                  <c:v>0</c:v>
                </c:pt>
                <c:pt idx="99647">
                  <c:v>0</c:v>
                </c:pt>
                <c:pt idx="99648">
                  <c:v>0</c:v>
                </c:pt>
                <c:pt idx="99649">
                  <c:v>0</c:v>
                </c:pt>
                <c:pt idx="99650">
                  <c:v>0</c:v>
                </c:pt>
                <c:pt idx="99651">
                  <c:v>0</c:v>
                </c:pt>
                <c:pt idx="99652">
                  <c:v>0</c:v>
                </c:pt>
                <c:pt idx="99653">
                  <c:v>0</c:v>
                </c:pt>
                <c:pt idx="99654">
                  <c:v>0</c:v>
                </c:pt>
                <c:pt idx="99655">
                  <c:v>0</c:v>
                </c:pt>
                <c:pt idx="99656">
                  <c:v>0</c:v>
                </c:pt>
                <c:pt idx="99657">
                  <c:v>0</c:v>
                </c:pt>
                <c:pt idx="99658">
                  <c:v>0</c:v>
                </c:pt>
                <c:pt idx="99659">
                  <c:v>0</c:v>
                </c:pt>
                <c:pt idx="99660">
                  <c:v>0</c:v>
                </c:pt>
                <c:pt idx="99661">
                  <c:v>0</c:v>
                </c:pt>
                <c:pt idx="99662">
                  <c:v>0</c:v>
                </c:pt>
                <c:pt idx="99663">
                  <c:v>0</c:v>
                </c:pt>
                <c:pt idx="99664">
                  <c:v>0</c:v>
                </c:pt>
                <c:pt idx="99665">
                  <c:v>0</c:v>
                </c:pt>
                <c:pt idx="99666">
                  <c:v>0</c:v>
                </c:pt>
                <c:pt idx="99667">
                  <c:v>0</c:v>
                </c:pt>
                <c:pt idx="99668">
                  <c:v>0</c:v>
                </c:pt>
                <c:pt idx="99669">
                  <c:v>0</c:v>
                </c:pt>
                <c:pt idx="99670">
                  <c:v>0</c:v>
                </c:pt>
                <c:pt idx="99671">
                  <c:v>0</c:v>
                </c:pt>
                <c:pt idx="99672">
                  <c:v>0</c:v>
                </c:pt>
                <c:pt idx="99673">
                  <c:v>0</c:v>
                </c:pt>
                <c:pt idx="99674">
                  <c:v>0</c:v>
                </c:pt>
                <c:pt idx="99675">
                  <c:v>0</c:v>
                </c:pt>
                <c:pt idx="99676">
                  <c:v>0</c:v>
                </c:pt>
                <c:pt idx="99677">
                  <c:v>0</c:v>
                </c:pt>
                <c:pt idx="99678">
                  <c:v>0</c:v>
                </c:pt>
                <c:pt idx="99679">
                  <c:v>0</c:v>
                </c:pt>
                <c:pt idx="99680">
                  <c:v>0</c:v>
                </c:pt>
                <c:pt idx="99681">
                  <c:v>0</c:v>
                </c:pt>
                <c:pt idx="99682">
                  <c:v>0</c:v>
                </c:pt>
                <c:pt idx="99683">
                  <c:v>0</c:v>
                </c:pt>
                <c:pt idx="99684">
                  <c:v>0</c:v>
                </c:pt>
                <c:pt idx="99685">
                  <c:v>0</c:v>
                </c:pt>
                <c:pt idx="99686">
                  <c:v>0</c:v>
                </c:pt>
                <c:pt idx="99687">
                  <c:v>0</c:v>
                </c:pt>
                <c:pt idx="99688">
                  <c:v>0</c:v>
                </c:pt>
                <c:pt idx="99689">
                  <c:v>0</c:v>
                </c:pt>
                <c:pt idx="99690">
                  <c:v>0</c:v>
                </c:pt>
                <c:pt idx="99691">
                  <c:v>0</c:v>
                </c:pt>
                <c:pt idx="99692">
                  <c:v>0</c:v>
                </c:pt>
                <c:pt idx="99693">
                  <c:v>0</c:v>
                </c:pt>
                <c:pt idx="99694">
                  <c:v>0</c:v>
                </c:pt>
                <c:pt idx="99695">
                  <c:v>0</c:v>
                </c:pt>
                <c:pt idx="99696">
                  <c:v>0</c:v>
                </c:pt>
                <c:pt idx="99697">
                  <c:v>0</c:v>
                </c:pt>
                <c:pt idx="99698">
                  <c:v>0</c:v>
                </c:pt>
                <c:pt idx="99699">
                  <c:v>0</c:v>
                </c:pt>
                <c:pt idx="99700">
                  <c:v>0</c:v>
                </c:pt>
                <c:pt idx="99701">
                  <c:v>0</c:v>
                </c:pt>
                <c:pt idx="99702">
                  <c:v>0</c:v>
                </c:pt>
                <c:pt idx="99703">
                  <c:v>0</c:v>
                </c:pt>
                <c:pt idx="99704">
                  <c:v>0</c:v>
                </c:pt>
                <c:pt idx="99705">
                  <c:v>0</c:v>
                </c:pt>
                <c:pt idx="99706">
                  <c:v>0</c:v>
                </c:pt>
                <c:pt idx="99707">
                  <c:v>0</c:v>
                </c:pt>
                <c:pt idx="99708">
                  <c:v>0</c:v>
                </c:pt>
                <c:pt idx="99709">
                  <c:v>0</c:v>
                </c:pt>
                <c:pt idx="99710">
                  <c:v>0</c:v>
                </c:pt>
                <c:pt idx="99711">
                  <c:v>0</c:v>
                </c:pt>
                <c:pt idx="99712">
                  <c:v>0</c:v>
                </c:pt>
                <c:pt idx="99713">
                  <c:v>0</c:v>
                </c:pt>
                <c:pt idx="99714">
                  <c:v>0</c:v>
                </c:pt>
                <c:pt idx="99715">
                  <c:v>0</c:v>
                </c:pt>
                <c:pt idx="99716">
                  <c:v>0</c:v>
                </c:pt>
                <c:pt idx="99717">
                  <c:v>0</c:v>
                </c:pt>
                <c:pt idx="99718">
                  <c:v>0</c:v>
                </c:pt>
                <c:pt idx="99719">
                  <c:v>0</c:v>
                </c:pt>
                <c:pt idx="99720">
                  <c:v>0</c:v>
                </c:pt>
                <c:pt idx="99721">
                  <c:v>0</c:v>
                </c:pt>
                <c:pt idx="99722">
                  <c:v>0</c:v>
                </c:pt>
                <c:pt idx="99723">
                  <c:v>0</c:v>
                </c:pt>
                <c:pt idx="99724">
                  <c:v>0</c:v>
                </c:pt>
                <c:pt idx="99725">
                  <c:v>0</c:v>
                </c:pt>
                <c:pt idx="99726">
                  <c:v>0</c:v>
                </c:pt>
                <c:pt idx="99727">
                  <c:v>0</c:v>
                </c:pt>
                <c:pt idx="99728">
                  <c:v>0</c:v>
                </c:pt>
                <c:pt idx="99729">
                  <c:v>0</c:v>
                </c:pt>
                <c:pt idx="99730">
                  <c:v>0</c:v>
                </c:pt>
                <c:pt idx="99731">
                  <c:v>0</c:v>
                </c:pt>
                <c:pt idx="99732">
                  <c:v>0</c:v>
                </c:pt>
                <c:pt idx="99733">
                  <c:v>0</c:v>
                </c:pt>
                <c:pt idx="99734">
                  <c:v>0</c:v>
                </c:pt>
                <c:pt idx="99735">
                  <c:v>0</c:v>
                </c:pt>
                <c:pt idx="99736">
                  <c:v>0</c:v>
                </c:pt>
                <c:pt idx="99737">
                  <c:v>0</c:v>
                </c:pt>
                <c:pt idx="99738">
                  <c:v>0</c:v>
                </c:pt>
                <c:pt idx="99739">
                  <c:v>0</c:v>
                </c:pt>
                <c:pt idx="99740">
                  <c:v>0</c:v>
                </c:pt>
                <c:pt idx="99741">
                  <c:v>0</c:v>
                </c:pt>
                <c:pt idx="99742">
                  <c:v>0</c:v>
                </c:pt>
                <c:pt idx="99743">
                  <c:v>0</c:v>
                </c:pt>
                <c:pt idx="99744">
                  <c:v>0</c:v>
                </c:pt>
                <c:pt idx="99745">
                  <c:v>0</c:v>
                </c:pt>
                <c:pt idx="99746">
                  <c:v>0</c:v>
                </c:pt>
                <c:pt idx="99747">
                  <c:v>0</c:v>
                </c:pt>
                <c:pt idx="99748">
                  <c:v>0</c:v>
                </c:pt>
                <c:pt idx="99749">
                  <c:v>0</c:v>
                </c:pt>
                <c:pt idx="99750">
                  <c:v>0</c:v>
                </c:pt>
                <c:pt idx="99751">
                  <c:v>0</c:v>
                </c:pt>
                <c:pt idx="99752">
                  <c:v>0</c:v>
                </c:pt>
                <c:pt idx="99753">
                  <c:v>0</c:v>
                </c:pt>
                <c:pt idx="99754">
                  <c:v>0</c:v>
                </c:pt>
                <c:pt idx="99755">
                  <c:v>0</c:v>
                </c:pt>
                <c:pt idx="99756">
                  <c:v>0</c:v>
                </c:pt>
                <c:pt idx="99757">
                  <c:v>0</c:v>
                </c:pt>
                <c:pt idx="99758">
                  <c:v>0</c:v>
                </c:pt>
                <c:pt idx="99759">
                  <c:v>0</c:v>
                </c:pt>
                <c:pt idx="99760">
                  <c:v>0</c:v>
                </c:pt>
                <c:pt idx="99761">
                  <c:v>0</c:v>
                </c:pt>
                <c:pt idx="99762">
                  <c:v>0</c:v>
                </c:pt>
                <c:pt idx="99763">
                  <c:v>0</c:v>
                </c:pt>
                <c:pt idx="99764">
                  <c:v>0</c:v>
                </c:pt>
                <c:pt idx="99765">
                  <c:v>0</c:v>
                </c:pt>
                <c:pt idx="99766">
                  <c:v>0</c:v>
                </c:pt>
                <c:pt idx="99767">
                  <c:v>0</c:v>
                </c:pt>
                <c:pt idx="99768">
                  <c:v>0</c:v>
                </c:pt>
                <c:pt idx="99769">
                  <c:v>0</c:v>
                </c:pt>
                <c:pt idx="99770">
                  <c:v>0</c:v>
                </c:pt>
                <c:pt idx="99771">
                  <c:v>0</c:v>
                </c:pt>
                <c:pt idx="99772">
                  <c:v>0</c:v>
                </c:pt>
                <c:pt idx="99773">
                  <c:v>0</c:v>
                </c:pt>
                <c:pt idx="99774">
                  <c:v>0</c:v>
                </c:pt>
                <c:pt idx="99775">
                  <c:v>0</c:v>
                </c:pt>
                <c:pt idx="99776">
                  <c:v>0</c:v>
                </c:pt>
                <c:pt idx="99777">
                  <c:v>0</c:v>
                </c:pt>
                <c:pt idx="99778">
                  <c:v>0</c:v>
                </c:pt>
                <c:pt idx="99779">
                  <c:v>0</c:v>
                </c:pt>
                <c:pt idx="99780">
                  <c:v>0</c:v>
                </c:pt>
                <c:pt idx="99781">
                  <c:v>0</c:v>
                </c:pt>
                <c:pt idx="99782">
                  <c:v>0</c:v>
                </c:pt>
                <c:pt idx="99783">
                  <c:v>0</c:v>
                </c:pt>
                <c:pt idx="99784">
                  <c:v>0</c:v>
                </c:pt>
                <c:pt idx="99785">
                  <c:v>0</c:v>
                </c:pt>
                <c:pt idx="99786">
                  <c:v>0</c:v>
                </c:pt>
                <c:pt idx="99787">
                  <c:v>0</c:v>
                </c:pt>
                <c:pt idx="99788">
                  <c:v>0</c:v>
                </c:pt>
                <c:pt idx="99789">
                  <c:v>0</c:v>
                </c:pt>
                <c:pt idx="99790">
                  <c:v>0</c:v>
                </c:pt>
                <c:pt idx="99791">
                  <c:v>0</c:v>
                </c:pt>
                <c:pt idx="99792">
                  <c:v>0</c:v>
                </c:pt>
                <c:pt idx="99793">
                  <c:v>0</c:v>
                </c:pt>
                <c:pt idx="99794">
                  <c:v>0</c:v>
                </c:pt>
                <c:pt idx="99795">
                  <c:v>0</c:v>
                </c:pt>
                <c:pt idx="99796">
                  <c:v>0</c:v>
                </c:pt>
                <c:pt idx="99797">
                  <c:v>0</c:v>
                </c:pt>
                <c:pt idx="99798">
                  <c:v>0</c:v>
                </c:pt>
                <c:pt idx="99799">
                  <c:v>0</c:v>
                </c:pt>
                <c:pt idx="99800">
                  <c:v>0</c:v>
                </c:pt>
                <c:pt idx="99801">
                  <c:v>0</c:v>
                </c:pt>
                <c:pt idx="99802">
                  <c:v>0</c:v>
                </c:pt>
                <c:pt idx="99803">
                  <c:v>0</c:v>
                </c:pt>
                <c:pt idx="99804">
                  <c:v>0</c:v>
                </c:pt>
                <c:pt idx="99805">
                  <c:v>0</c:v>
                </c:pt>
                <c:pt idx="99806">
                  <c:v>0</c:v>
                </c:pt>
                <c:pt idx="99807">
                  <c:v>0</c:v>
                </c:pt>
                <c:pt idx="99808">
                  <c:v>0</c:v>
                </c:pt>
                <c:pt idx="99809">
                  <c:v>0</c:v>
                </c:pt>
                <c:pt idx="99810">
                  <c:v>0</c:v>
                </c:pt>
                <c:pt idx="99811">
                  <c:v>0</c:v>
                </c:pt>
                <c:pt idx="99812">
                  <c:v>0</c:v>
                </c:pt>
                <c:pt idx="99813">
                  <c:v>0</c:v>
                </c:pt>
                <c:pt idx="99814">
                  <c:v>0</c:v>
                </c:pt>
                <c:pt idx="99815">
                  <c:v>0</c:v>
                </c:pt>
                <c:pt idx="99816">
                  <c:v>0</c:v>
                </c:pt>
                <c:pt idx="99817">
                  <c:v>0</c:v>
                </c:pt>
                <c:pt idx="99818">
                  <c:v>0</c:v>
                </c:pt>
                <c:pt idx="99819">
                  <c:v>0</c:v>
                </c:pt>
                <c:pt idx="99820">
                  <c:v>0</c:v>
                </c:pt>
                <c:pt idx="99821">
                  <c:v>0</c:v>
                </c:pt>
                <c:pt idx="99822">
                  <c:v>0</c:v>
                </c:pt>
                <c:pt idx="99823">
                  <c:v>0</c:v>
                </c:pt>
                <c:pt idx="99824">
                  <c:v>0</c:v>
                </c:pt>
                <c:pt idx="99825">
                  <c:v>0</c:v>
                </c:pt>
                <c:pt idx="99826">
                  <c:v>0</c:v>
                </c:pt>
                <c:pt idx="99827">
                  <c:v>0</c:v>
                </c:pt>
                <c:pt idx="99828">
                  <c:v>0</c:v>
                </c:pt>
                <c:pt idx="99829">
                  <c:v>0</c:v>
                </c:pt>
                <c:pt idx="99830">
                  <c:v>0</c:v>
                </c:pt>
                <c:pt idx="99831">
                  <c:v>0</c:v>
                </c:pt>
                <c:pt idx="99832">
                  <c:v>0</c:v>
                </c:pt>
                <c:pt idx="99833">
                  <c:v>0</c:v>
                </c:pt>
                <c:pt idx="99834">
                  <c:v>0</c:v>
                </c:pt>
                <c:pt idx="99835">
                  <c:v>0</c:v>
                </c:pt>
                <c:pt idx="99836">
                  <c:v>0</c:v>
                </c:pt>
                <c:pt idx="99837">
                  <c:v>0</c:v>
                </c:pt>
                <c:pt idx="99838">
                  <c:v>0</c:v>
                </c:pt>
                <c:pt idx="99839">
                  <c:v>0</c:v>
                </c:pt>
                <c:pt idx="99840">
                  <c:v>0</c:v>
                </c:pt>
                <c:pt idx="99841">
                  <c:v>0</c:v>
                </c:pt>
                <c:pt idx="99842">
                  <c:v>0</c:v>
                </c:pt>
                <c:pt idx="99843">
                  <c:v>0</c:v>
                </c:pt>
                <c:pt idx="99844">
                  <c:v>0</c:v>
                </c:pt>
                <c:pt idx="99845">
                  <c:v>0</c:v>
                </c:pt>
                <c:pt idx="99846">
                  <c:v>0</c:v>
                </c:pt>
                <c:pt idx="99847">
                  <c:v>0</c:v>
                </c:pt>
                <c:pt idx="99848">
                  <c:v>0</c:v>
                </c:pt>
                <c:pt idx="99849">
                  <c:v>0</c:v>
                </c:pt>
                <c:pt idx="99850">
                  <c:v>0</c:v>
                </c:pt>
                <c:pt idx="99851">
                  <c:v>0</c:v>
                </c:pt>
                <c:pt idx="99852">
                  <c:v>0</c:v>
                </c:pt>
                <c:pt idx="99853">
                  <c:v>0</c:v>
                </c:pt>
                <c:pt idx="99854">
                  <c:v>0</c:v>
                </c:pt>
                <c:pt idx="99855">
                  <c:v>0</c:v>
                </c:pt>
                <c:pt idx="99856">
                  <c:v>0</c:v>
                </c:pt>
                <c:pt idx="99857">
                  <c:v>0</c:v>
                </c:pt>
                <c:pt idx="99858">
                  <c:v>0</c:v>
                </c:pt>
                <c:pt idx="99859">
                  <c:v>0</c:v>
                </c:pt>
                <c:pt idx="99860">
                  <c:v>0</c:v>
                </c:pt>
                <c:pt idx="99861">
                  <c:v>0</c:v>
                </c:pt>
                <c:pt idx="99862">
                  <c:v>0</c:v>
                </c:pt>
                <c:pt idx="99863">
                  <c:v>0</c:v>
                </c:pt>
                <c:pt idx="99864">
                  <c:v>0</c:v>
                </c:pt>
                <c:pt idx="99865">
                  <c:v>0</c:v>
                </c:pt>
                <c:pt idx="99866">
                  <c:v>0</c:v>
                </c:pt>
                <c:pt idx="99867">
                  <c:v>0</c:v>
                </c:pt>
                <c:pt idx="99868">
                  <c:v>0</c:v>
                </c:pt>
                <c:pt idx="99869">
                  <c:v>0</c:v>
                </c:pt>
                <c:pt idx="99870">
                  <c:v>0</c:v>
                </c:pt>
                <c:pt idx="99871">
                  <c:v>0</c:v>
                </c:pt>
                <c:pt idx="99872">
                  <c:v>0</c:v>
                </c:pt>
                <c:pt idx="99873">
                  <c:v>0</c:v>
                </c:pt>
                <c:pt idx="99874">
                  <c:v>0</c:v>
                </c:pt>
                <c:pt idx="99875">
                  <c:v>0</c:v>
                </c:pt>
                <c:pt idx="99876">
                  <c:v>0</c:v>
                </c:pt>
                <c:pt idx="99877">
                  <c:v>0</c:v>
                </c:pt>
                <c:pt idx="99878">
                  <c:v>0</c:v>
                </c:pt>
                <c:pt idx="99879">
                  <c:v>0</c:v>
                </c:pt>
                <c:pt idx="99880">
                  <c:v>0</c:v>
                </c:pt>
                <c:pt idx="99881">
                  <c:v>0</c:v>
                </c:pt>
                <c:pt idx="99882">
                  <c:v>0</c:v>
                </c:pt>
                <c:pt idx="99883">
                  <c:v>0</c:v>
                </c:pt>
                <c:pt idx="99884">
                  <c:v>0</c:v>
                </c:pt>
                <c:pt idx="99885">
                  <c:v>0</c:v>
                </c:pt>
                <c:pt idx="99886">
                  <c:v>0</c:v>
                </c:pt>
                <c:pt idx="99887">
                  <c:v>0</c:v>
                </c:pt>
                <c:pt idx="99888">
                  <c:v>0</c:v>
                </c:pt>
                <c:pt idx="99889">
                  <c:v>0</c:v>
                </c:pt>
                <c:pt idx="99890">
                  <c:v>0</c:v>
                </c:pt>
                <c:pt idx="99891">
                  <c:v>0</c:v>
                </c:pt>
                <c:pt idx="99892">
                  <c:v>0</c:v>
                </c:pt>
                <c:pt idx="99893">
                  <c:v>0</c:v>
                </c:pt>
                <c:pt idx="99894">
                  <c:v>0</c:v>
                </c:pt>
                <c:pt idx="99895">
                  <c:v>0</c:v>
                </c:pt>
                <c:pt idx="99896">
                  <c:v>0</c:v>
                </c:pt>
                <c:pt idx="99897">
                  <c:v>0</c:v>
                </c:pt>
                <c:pt idx="99898">
                  <c:v>0</c:v>
                </c:pt>
                <c:pt idx="99899">
                  <c:v>0</c:v>
                </c:pt>
                <c:pt idx="99900">
                  <c:v>0</c:v>
                </c:pt>
                <c:pt idx="99901">
                  <c:v>0</c:v>
                </c:pt>
                <c:pt idx="99902">
                  <c:v>0</c:v>
                </c:pt>
                <c:pt idx="99903">
                  <c:v>0</c:v>
                </c:pt>
                <c:pt idx="99904">
                  <c:v>0</c:v>
                </c:pt>
                <c:pt idx="99905">
                  <c:v>0</c:v>
                </c:pt>
                <c:pt idx="99906">
                  <c:v>0</c:v>
                </c:pt>
                <c:pt idx="99907">
                  <c:v>0</c:v>
                </c:pt>
                <c:pt idx="99908">
                  <c:v>0</c:v>
                </c:pt>
                <c:pt idx="99909">
                  <c:v>0</c:v>
                </c:pt>
                <c:pt idx="99910">
                  <c:v>0</c:v>
                </c:pt>
                <c:pt idx="99911">
                  <c:v>0</c:v>
                </c:pt>
                <c:pt idx="99912">
                  <c:v>0</c:v>
                </c:pt>
                <c:pt idx="99913">
                  <c:v>0</c:v>
                </c:pt>
                <c:pt idx="99914">
                  <c:v>0</c:v>
                </c:pt>
                <c:pt idx="99915">
                  <c:v>0</c:v>
                </c:pt>
                <c:pt idx="99916">
                  <c:v>0</c:v>
                </c:pt>
                <c:pt idx="99917">
                  <c:v>0</c:v>
                </c:pt>
                <c:pt idx="99918">
                  <c:v>0</c:v>
                </c:pt>
                <c:pt idx="99919">
                  <c:v>0</c:v>
                </c:pt>
                <c:pt idx="99920">
                  <c:v>0</c:v>
                </c:pt>
                <c:pt idx="99921">
                  <c:v>0</c:v>
                </c:pt>
                <c:pt idx="99922">
                  <c:v>0</c:v>
                </c:pt>
                <c:pt idx="99923">
                  <c:v>0</c:v>
                </c:pt>
                <c:pt idx="99924">
                  <c:v>0</c:v>
                </c:pt>
                <c:pt idx="99925">
                  <c:v>0</c:v>
                </c:pt>
                <c:pt idx="99926">
                  <c:v>0</c:v>
                </c:pt>
                <c:pt idx="99927">
                  <c:v>0</c:v>
                </c:pt>
                <c:pt idx="99928">
                  <c:v>0</c:v>
                </c:pt>
                <c:pt idx="99929">
                  <c:v>0</c:v>
                </c:pt>
                <c:pt idx="99930">
                  <c:v>0</c:v>
                </c:pt>
                <c:pt idx="99931">
                  <c:v>0</c:v>
                </c:pt>
                <c:pt idx="99932">
                  <c:v>0</c:v>
                </c:pt>
                <c:pt idx="99933">
                  <c:v>0</c:v>
                </c:pt>
                <c:pt idx="99934">
                  <c:v>0</c:v>
                </c:pt>
                <c:pt idx="99935">
                  <c:v>0</c:v>
                </c:pt>
                <c:pt idx="99936">
                  <c:v>0</c:v>
                </c:pt>
                <c:pt idx="99937">
                  <c:v>0</c:v>
                </c:pt>
                <c:pt idx="99938">
                  <c:v>0</c:v>
                </c:pt>
                <c:pt idx="99939">
                  <c:v>0</c:v>
                </c:pt>
                <c:pt idx="99940">
                  <c:v>0</c:v>
                </c:pt>
                <c:pt idx="99941">
                  <c:v>0</c:v>
                </c:pt>
                <c:pt idx="99942">
                  <c:v>0</c:v>
                </c:pt>
                <c:pt idx="99943">
                  <c:v>0</c:v>
                </c:pt>
                <c:pt idx="99944">
                  <c:v>0</c:v>
                </c:pt>
                <c:pt idx="99945">
                  <c:v>0</c:v>
                </c:pt>
                <c:pt idx="99946">
                  <c:v>0</c:v>
                </c:pt>
                <c:pt idx="99947">
                  <c:v>0</c:v>
                </c:pt>
                <c:pt idx="99948">
                  <c:v>0</c:v>
                </c:pt>
                <c:pt idx="99949">
                  <c:v>0</c:v>
                </c:pt>
                <c:pt idx="99950">
                  <c:v>0</c:v>
                </c:pt>
                <c:pt idx="99951">
                  <c:v>0</c:v>
                </c:pt>
                <c:pt idx="99952">
                  <c:v>0</c:v>
                </c:pt>
                <c:pt idx="99953">
                  <c:v>0</c:v>
                </c:pt>
                <c:pt idx="99954">
                  <c:v>0</c:v>
                </c:pt>
                <c:pt idx="99955">
                  <c:v>0</c:v>
                </c:pt>
                <c:pt idx="99956">
                  <c:v>0</c:v>
                </c:pt>
                <c:pt idx="99957">
                  <c:v>0</c:v>
                </c:pt>
                <c:pt idx="99958">
                  <c:v>0</c:v>
                </c:pt>
                <c:pt idx="99959">
                  <c:v>0</c:v>
                </c:pt>
                <c:pt idx="99960">
                  <c:v>0</c:v>
                </c:pt>
                <c:pt idx="99961">
                  <c:v>0</c:v>
                </c:pt>
                <c:pt idx="99962">
                  <c:v>0</c:v>
                </c:pt>
                <c:pt idx="99963">
                  <c:v>0</c:v>
                </c:pt>
                <c:pt idx="99964">
                  <c:v>0</c:v>
                </c:pt>
                <c:pt idx="99965">
                  <c:v>0</c:v>
                </c:pt>
                <c:pt idx="99966">
                  <c:v>0</c:v>
                </c:pt>
                <c:pt idx="99967">
                  <c:v>0</c:v>
                </c:pt>
                <c:pt idx="99968">
                  <c:v>0</c:v>
                </c:pt>
                <c:pt idx="99969">
                  <c:v>0</c:v>
                </c:pt>
                <c:pt idx="99970">
                  <c:v>0</c:v>
                </c:pt>
                <c:pt idx="99971">
                  <c:v>0</c:v>
                </c:pt>
                <c:pt idx="99972">
                  <c:v>0</c:v>
                </c:pt>
                <c:pt idx="99973">
                  <c:v>0</c:v>
                </c:pt>
                <c:pt idx="99974">
                  <c:v>0</c:v>
                </c:pt>
                <c:pt idx="99975">
                  <c:v>0</c:v>
                </c:pt>
                <c:pt idx="99976">
                  <c:v>0</c:v>
                </c:pt>
                <c:pt idx="99977">
                  <c:v>0</c:v>
                </c:pt>
                <c:pt idx="99978">
                  <c:v>0</c:v>
                </c:pt>
                <c:pt idx="99979">
                  <c:v>0</c:v>
                </c:pt>
                <c:pt idx="99980">
                  <c:v>0</c:v>
                </c:pt>
                <c:pt idx="99981">
                  <c:v>0</c:v>
                </c:pt>
                <c:pt idx="99982">
                  <c:v>0</c:v>
                </c:pt>
                <c:pt idx="99983">
                  <c:v>0</c:v>
                </c:pt>
                <c:pt idx="99984">
                  <c:v>0</c:v>
                </c:pt>
                <c:pt idx="99985">
                  <c:v>0</c:v>
                </c:pt>
                <c:pt idx="99986">
                  <c:v>0</c:v>
                </c:pt>
                <c:pt idx="99987">
                  <c:v>0</c:v>
                </c:pt>
                <c:pt idx="99988">
                  <c:v>0</c:v>
                </c:pt>
                <c:pt idx="99989">
                  <c:v>0</c:v>
                </c:pt>
                <c:pt idx="99990">
                  <c:v>0</c:v>
                </c:pt>
                <c:pt idx="99991">
                  <c:v>0</c:v>
                </c:pt>
                <c:pt idx="99992">
                  <c:v>0</c:v>
                </c:pt>
                <c:pt idx="99993">
                  <c:v>0</c:v>
                </c:pt>
                <c:pt idx="99994">
                  <c:v>0</c:v>
                </c:pt>
                <c:pt idx="99995">
                  <c:v>0</c:v>
                </c:pt>
                <c:pt idx="99996">
                  <c:v>0</c:v>
                </c:pt>
                <c:pt idx="99997">
                  <c:v>0</c:v>
                </c:pt>
                <c:pt idx="99998">
                  <c:v>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C29F-4EE0-B66A-EDBEBE9AA31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706730639"/>
        <c:axId val="706734479"/>
      </c:lineChart>
      <c:dateAx>
        <c:axId val="706730639"/>
        <c:scaling>
          <c:orientation val="minMax"/>
        </c:scaling>
        <c:delete val="0"/>
        <c:axPos val="b"/>
        <c:numFmt formatCode="[$-416]mmm\-yy;@" sourceLinked="0"/>
        <c:majorTickMark val="out"/>
        <c:minorTickMark val="none"/>
        <c:tickLblPos val="low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800" b="0" i="0" u="none" strike="noStrike" kern="1200" baseline="0">
                <a:solidFill>
                  <a:schemeClr val="bg1"/>
                </a:solidFill>
                <a:latin typeface="Versos" panose="020B0503020204030204" pitchFamily="34" charset="0"/>
                <a:ea typeface="+mn-ea"/>
                <a:cs typeface="+mn-cs"/>
              </a:defRPr>
            </a:pPr>
            <a:endParaRPr lang="pt-BR"/>
          </a:p>
        </c:txPr>
        <c:crossAx val="706734479"/>
        <c:crosses val="autoZero"/>
        <c:auto val="1"/>
        <c:lblOffset val="100"/>
        <c:baseTimeUnit val="days"/>
        <c:majorUnit val="1"/>
        <c:majorTimeUnit val="months"/>
      </c:dateAx>
      <c:valAx>
        <c:axId val="706734479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0.00%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800" b="0" i="0" u="none" strike="noStrike" kern="1200" baseline="0">
                <a:solidFill>
                  <a:schemeClr val="bg1"/>
                </a:solidFill>
                <a:latin typeface="Versos" panose="020B0503020204030204" pitchFamily="34" charset="0"/>
                <a:ea typeface="+mn-ea"/>
                <a:cs typeface="+mn-cs"/>
              </a:defRPr>
            </a:pPr>
            <a:endParaRPr lang="pt-BR"/>
          </a:p>
        </c:txPr>
        <c:crossAx val="706730639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7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Versos" panose="020B0503020204030204" pitchFamily="34" charset="0"/>
              <a:ea typeface="+mn-ea"/>
              <a:cs typeface="+mn-cs"/>
            </a:defRPr>
          </a:pPr>
          <a:endParaRPr lang="pt-BR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 w="9525" cap="flat" cmpd="sng" algn="ctr">
      <a:noFill/>
      <a:round/>
    </a:ln>
    <a:effectLst/>
  </c:spPr>
  <c:txPr>
    <a:bodyPr/>
    <a:lstStyle/>
    <a:p>
      <a:pPr>
        <a:defRPr sz="700" b="0">
          <a:latin typeface="Versos" panose="020B0503020204030204" pitchFamily="34" charset="0"/>
        </a:defRPr>
      </a:pPr>
      <a:endParaRPr lang="pt-BR"/>
    </a:p>
  </c:txPr>
  <c:externalData r:id="rId1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withinLinear" id="14">
  <a:schemeClr val="accent1"/>
</cs:colorStyle>
</file>

<file path=ppt/charts/colors2.xml><?xml version="1.0" encoding="utf-8"?>
<cs:colorStyle xmlns:cs="http://schemas.microsoft.com/office/drawing/2012/chartStyle" xmlns:a="http://schemas.openxmlformats.org/drawingml/2006/main" meth="withinLinear" id="14">
  <a:schemeClr val="accent1"/>
</cs:colorStyle>
</file>

<file path=ppt/charts/colors3.xml><?xml version="1.0" encoding="utf-8"?>
<cs:colorStyle xmlns:cs="http://schemas.microsoft.com/office/drawing/2012/chartStyle" xmlns:a="http://schemas.openxmlformats.org/drawingml/2006/main" meth="cycle" id="11">
  <a:schemeClr val="accent1"/>
  <a:schemeClr val="accent3"/>
  <a:schemeClr val="accent5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.xml><?xml version="1.0" encoding="utf-8"?>
<cs:colorStyle xmlns:cs="http://schemas.microsoft.com/office/drawing/2012/chartStyle" xmlns:a="http://schemas.openxmlformats.org/drawingml/2006/main" meth="withinLinear" id="14">
  <a:schemeClr val="accent1"/>
</cs:colorStyle>
</file>

<file path=ppt/charts/colors5.xml><?xml version="1.0" encoding="utf-8"?>
<cs:colorStyle xmlns:cs="http://schemas.microsoft.com/office/drawing/2012/chartStyle" xmlns:a="http://schemas.openxmlformats.org/drawingml/2006/main" meth="cycle" id="11">
  <a:schemeClr val="accent1"/>
  <a:schemeClr val="accent3"/>
  <a:schemeClr val="accent5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1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21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.xml><?xml version="1.0" encoding="utf-8"?>
<cs:chartStyle xmlns:cs="http://schemas.microsoft.com/office/drawing/2012/chartStyle" xmlns:a="http://schemas.openxmlformats.org/drawingml/2006/main" id="21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notesMasters/_rels/notesMaster1.xml.rels><?xml version='1.0' encoding='UTF-8' standalone='yes'?>
<Relationships xmlns="http://schemas.openxmlformats.org/package/2006/relationships"><Relationship Id="rId1" Type="http://schemas.openxmlformats.org/officeDocument/2006/relationships/theme" Target="../theme/theme7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Cabeçalho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pt-BR"/>
          </a:p>
        </p:txBody>
      </p:sp>
      <p:sp>
        <p:nvSpPr>
          <p:cNvPr id="3" name="Espaço Reservado para Data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932F5019-F103-40FF-969F-1314B6ECC3B3}" type="datetimeFigureOut">
              <a:rPr lang="pt-BR" smtClean="0"/>
              <a:t>14/10/2026</a:t>
            </a:fld>
            <a:endParaRPr lang="pt-BR"/>
          </a:p>
        </p:txBody>
      </p:sp>
      <p:sp>
        <p:nvSpPr>
          <p:cNvPr id="4" name="Espaço Reservado para Imagem de Slide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pt-BR"/>
          </a:p>
        </p:txBody>
      </p:sp>
      <p:sp>
        <p:nvSpPr>
          <p:cNvPr id="5" name="Espaço Reservado para Anotações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</a:p>
        </p:txBody>
      </p:sp>
      <p:sp>
        <p:nvSpPr>
          <p:cNvPr id="6" name="Espaço Reservado para Rodapé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pt-BR"/>
          </a:p>
        </p:txBody>
      </p:sp>
      <p:sp>
        <p:nvSpPr>
          <p:cNvPr id="7" name="Espaço Reservado para Número de Slide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F572954E-268E-48D9-B982-5424E1210F10}" type="slidenum">
              <a:rPr lang="pt-BR" smtClean="0"/>
              <a:t>‹#›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4053636011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.xml"/></Relationships>
</file>

<file path=ppt/notesSlides/_rels/notesSlide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.xml"/></Relationships>
</file>

<file path=ppt/notesSlides/_rels/notesSlide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.xml"/></Relationships>
</file>

<file path=ppt/notesSlides/_rels/notesSlide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.xml"/></Relationships>
</file>

<file path=ppt/notesSlides/_rels/notesSlide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.xml"/></Relationships>
</file>

<file path=ppt/notesSlides/_rels/notesSlide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9.xml"/></Relationships>
</file>

<file path=ppt/notesSlides/_rels/notesSlide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1.xml"/></Relationships>
</file>

<file path=ppt/notesSlides/_rels/notesSlide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2.xml"/></Relationships>
</file>

<file path=ppt/notesSlides/_rels/notesSlide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3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572954E-268E-48D9-B982-5424E1210F10}" type="slidenum">
              <a:rPr lang="pt-BR" smtClean="0"/>
              <a:t>1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1427394711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Imagem de Slide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ço Reservado para Anotaçõ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pt-BR"/>
              <a:t>Uma curiosidade.. Vocês sabem da onde em o nome Tivio? Como foi feita essa inspiração?</a:t>
            </a:r>
          </a:p>
          <a:p>
            <a:endParaRPr lang="pt-BR"/>
          </a:p>
          <a:p>
            <a:endParaRPr lang="pt-BR"/>
          </a:p>
          <a:p>
            <a:r>
              <a:rPr lang="pt-BR"/>
              <a:t>Tivio de Ativo..... </a:t>
            </a:r>
          </a:p>
        </p:txBody>
      </p:sp>
      <p:sp>
        <p:nvSpPr>
          <p:cNvPr id="4" name="Espaço Reservado para Número de Slid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5184FA-CB4B-4734-92EF-B7335504A4B8}" type="slidenum">
              <a:rPr lang="pt-BR" smtClean="0"/>
              <a:t>2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421444700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Imagem de Slide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ço Reservado para Anotaçõ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4" name="Espaço Reservado para Número de Slid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2E5184FA-CB4B-4734-92EF-B7335504A4B8}" type="slidenum">
              <a:rPr kumimoji="0" lang="pt-BR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</a:t>
            </a:fld>
            <a:endParaRPr kumimoji="0" lang="pt-BR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072640488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Imagem de Slide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ço Reservado para Anotaçõ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4" name="Espaço Reservado para Número de Slid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A6F6462-2CA2-4AE3-AD2E-EB43427E8668}" type="slidenum">
              <a:rPr kumimoji="0" lang="pt-BR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Arial"/>
                <a:sym typeface="Arial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</a:t>
            </a:fld>
            <a:endParaRPr kumimoji="0" lang="pt-BR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852302483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2E5184FA-CB4B-4734-92EF-B7335504A4B8}" type="slidenum">
              <a:rPr kumimoji="0" lang="pt-BR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Arial"/>
                <a:sym typeface="Arial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</a:t>
            </a:fld>
            <a:endParaRPr kumimoji="0" lang="pt-BR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113496418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E1B530D-335A-37B1-E085-BC295C59700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D4CD8F91-8B63-B4B4-F18A-7985B879AD0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DD05EAB0-C392-C27E-DE96-4B5F100D2D9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pt-BR"/>
              <a:t>Banks, Institucional e Crédito Ativo</a:t>
            </a:r>
          </a:p>
        </p:txBody>
      </p:sp>
    </p:spTree>
    <p:extLst>
      <p:ext uri="{BB962C8B-B14F-4D97-AF65-F5344CB8AC3E}">
        <p14:creationId xmlns:p14="http://schemas.microsoft.com/office/powerpoint/2010/main" val="2702781723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222221E-83AE-2DA5-0091-D578F61B583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F679EBE9-52BC-2497-1A3C-0CA9FA700A2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B1E8F1A4-D7EA-615A-FD09-7A4776C714D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pt-BR"/>
              <a:t>Banks, Institucional e Crédito Ativo</a:t>
            </a:r>
          </a:p>
        </p:txBody>
      </p:sp>
    </p:spTree>
    <p:extLst>
      <p:ext uri="{BB962C8B-B14F-4D97-AF65-F5344CB8AC3E}">
        <p14:creationId xmlns:p14="http://schemas.microsoft.com/office/powerpoint/2010/main" val="331602092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BD7B969-8FAF-1486-BA0B-05A67CD4CA0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BAA2C710-7EC0-5190-FEE3-3ACC682A0E1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838410F9-414F-069C-0253-C5FECC519DF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pt-BR"/>
              <a:t>Banks, Institucional e Crédito Ativo</a:t>
            </a:r>
          </a:p>
        </p:txBody>
      </p:sp>
    </p:spTree>
    <p:extLst>
      <p:ext uri="{BB962C8B-B14F-4D97-AF65-F5344CB8AC3E}">
        <p14:creationId xmlns:p14="http://schemas.microsoft.com/office/powerpoint/2010/main" val="526620613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70D070D-435F-4731-A27A-78C3CF640B2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057BBA4B-0EF8-5A61-2FF7-E7664B4471B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B43D8A93-8514-2FFD-7AC1-D33C01724D0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pt-BR"/>
              <a:t>Banks, Institucional e Crédito Ativo</a:t>
            </a:r>
          </a:p>
        </p:txBody>
      </p:sp>
    </p:spTree>
    <p:extLst>
      <p:ext uri="{BB962C8B-B14F-4D97-AF65-F5344CB8AC3E}">
        <p14:creationId xmlns:p14="http://schemas.microsoft.com/office/powerpoint/2010/main" val="4033968880"/>
      </p:ext>
    </p:extLst>
  </p:cSld>
  <p:clrMapOvr>
    <a:masterClrMapping/>
  </p:clrMapOvr>
</p:notes>
</file>

<file path=ppt/slideLayouts/_rels/slideLayout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svg"/></Relationships>
</file>

<file path=ppt/slideLayouts/_rels/slideLayout2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2.svg"/></Relationships>
</file>

<file path=ppt/slideLayouts/_rels/slideLayout3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svg"/></Relationships>
</file>

<file path=ppt/slideLayouts/_rels/slideLayout4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2.svg"/></Relationships>
</file>

<file path=ppt/slideLayouts/_rels/slideLayout1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svg"/></Relationships>
</file>

<file path=ppt/slideLayouts/_rels/slideLayout14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2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3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4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5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6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7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8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9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2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3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4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5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6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7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8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9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0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2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3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4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5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6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7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3.xml"/><Relationship Id="rId2" Type="http://schemas.openxmlformats.org/officeDocument/2006/relationships/image" Target="../media/image3.jpeg"/><Relationship Id="rId3" Type="http://schemas.microsoft.com/office/2007/relationships/hdphoto" Target="../media/hdphoto1.wdp"/><Relationship Id="rId4" Type="http://schemas.openxmlformats.org/officeDocument/2006/relationships/image" Target="../media/image1.svg"/></Relationships>
</file>

<file path=ppt/slideLayouts/_rels/slideLayout58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3.xml"/><Relationship Id="rId2" Type="http://schemas.openxmlformats.org/officeDocument/2006/relationships/image" Target="../media/image1.svg"/></Relationships>
</file>

<file path=ppt/slideLayouts/_rels/slideLayout59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0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2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3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4.xml"/><Relationship Id="rId2" Type="http://schemas.openxmlformats.org/officeDocument/2006/relationships/image" Target="../media/image2.svg"/></Relationships>
</file>

<file path=ppt/slideLayouts/_rels/slideLayout64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4.xml"/><Relationship Id="rId2" Type="http://schemas.openxmlformats.org/officeDocument/2006/relationships/image" Target="../media/image1.svg"/></Relationships>
</file>

<file path=ppt/slideLayouts/_rels/slideLayout65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6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4.xml"/><Relationship Id="rId2" Type="http://schemas.openxmlformats.org/officeDocument/2006/relationships/image" Target="../media/image2.svg"/></Relationships>
</file>

<file path=ppt/slideLayouts/_rels/slideLayout67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4.xml"/><Relationship Id="rId2" Type="http://schemas.openxmlformats.org/officeDocument/2006/relationships/image" Target="../media/image1.svg"/></Relationships>
</file>

<file path=ppt/slideLayouts/_rels/slideLayout68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9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4.xml"/><Relationship Id="rId2" Type="http://schemas.openxmlformats.org/officeDocument/2006/relationships/image" Target="../media/image2.svg"/></Relationships>
</file>

<file path=ppt/slideLayouts/_rels/slideLayout70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4.xml"/><Relationship Id="rId2" Type="http://schemas.openxmlformats.org/officeDocument/2006/relationships/image" Target="../media/image1.svg"/></Relationships>
</file>

<file path=ppt/slideLayouts/_rels/slideLayout7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2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3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4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5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6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7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8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9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0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2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3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4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5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6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7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4.xml"/><Relationship Id="rId2" Type="http://schemas.openxmlformats.org/officeDocument/2006/relationships/image" Target="../media/image2.svg"/></Relationships>
</file>

<file path=ppt/slideLayouts/_rels/slideLayout88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4.xml"/><Relationship Id="rId2" Type="http://schemas.openxmlformats.org/officeDocument/2006/relationships/image" Target="../media/image1.svg"/></Relationships>
</file>

<file path=ppt/slideLayouts/_rels/slideLayout89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4.xml"/><Relationship Id="rId2" Type="http://schemas.openxmlformats.org/officeDocument/2006/relationships/image" Target="../media/image2.svg"/></Relationships>
</file>

<file path=ppt/slideLayouts/_rels/slideLayout90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4.xml"/><Relationship Id="rId2" Type="http://schemas.openxmlformats.org/officeDocument/2006/relationships/image" Target="../media/image1.svg"/></Relationships>
</file>

<file path=ppt/slideLayouts/_rels/slideLayout9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4.xml"/><Relationship Id="rId2" Type="http://schemas.openxmlformats.org/officeDocument/2006/relationships/image" Target="../media/image2.svg"/></Relationships>
</file>

<file path=ppt/slideLayouts/_rels/slideLayout92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3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4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5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4.xml"/><Relationship Id="rId2" Type="http://schemas.openxmlformats.org/officeDocument/2006/relationships/image" Target="../media/image2.svg"/></Relationships>
</file>

<file path=ppt/slideLayouts/_rels/slideLayout96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4.xml"/><Relationship Id="rId2" Type="http://schemas.openxmlformats.org/officeDocument/2006/relationships/image" Target="../media/image1.svg"/></Relationships>
</file>

<file path=ppt/slideLayouts/_rels/slideLayout97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8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4.xml"/><Relationship Id="rId2" Type="http://schemas.openxmlformats.org/officeDocument/2006/relationships/image" Target="../media/image2.svg"/></Relationships>
</file>

<file path=ppt/slideLayouts/_rels/slideLayout99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4.xml"/><Relationship Id="rId2" Type="http://schemas.openxmlformats.org/officeDocument/2006/relationships/image" Target="../media/image1.svg"/></Relationships>
</file>

<file path=ppt/slideLayouts/_rels/slideLayout100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4.xml"/><Relationship Id="rId2" Type="http://schemas.openxmlformats.org/officeDocument/2006/relationships/image" Target="../media/image2.svg"/></Relationships>
</file>

<file path=ppt/slideLayouts/_rels/slideLayout102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4.xml"/><Relationship Id="rId2" Type="http://schemas.openxmlformats.org/officeDocument/2006/relationships/image" Target="../media/image1.svg"/></Relationships>
</file>

<file path=ppt/slideLayouts/_rels/slideLayout103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4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5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6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7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8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9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0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2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3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4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5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6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7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8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9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4.xml"/><Relationship Id="rId2" Type="http://schemas.openxmlformats.org/officeDocument/2006/relationships/image" Target="../media/image2.svg"/></Relationships>
</file>

<file path=ppt/slideLayouts/_rels/slideLayout120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4.xml"/><Relationship Id="rId2" Type="http://schemas.openxmlformats.org/officeDocument/2006/relationships/image" Target="../media/image1.svg"/></Relationships>
</file>

<file path=ppt/slideLayouts/_rels/slideLayout12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4.xml"/><Relationship Id="rId2" Type="http://schemas.openxmlformats.org/officeDocument/2006/relationships/image" Target="../media/image1.svg"/></Relationships>
</file>

<file path=ppt/slideLayouts/_rels/slideLayout122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4.xml"/><Relationship Id="rId2" Type="http://schemas.openxmlformats.org/officeDocument/2006/relationships/image" Target="../media/image2.svg"/></Relationships>
</file>

<file path=ppt/slideLayouts/_rels/slideLayout123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24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4.xml"/><Relationship Id="rId2" Type="http://schemas.openxmlformats.org/officeDocument/2006/relationships/image" Target="../media/image2.svg"/></Relationships>
</file>

<file path=ppt/slideLayouts/_rels/slideLayout125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4.xml"/><Relationship Id="rId2" Type="http://schemas.openxmlformats.org/officeDocument/2006/relationships/image" Target="../media/image1.svg"/></Relationships>
</file>

<file path=ppt/slideLayouts/_rels/slideLayout126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27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4.xml"/><Relationship Id="rId2" Type="http://schemas.openxmlformats.org/officeDocument/2006/relationships/image" Target="../media/image2.svg"/></Relationships>
</file>

<file path=ppt/slideLayouts/_rels/slideLayout128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4.xml"/><Relationship Id="rId2" Type="http://schemas.openxmlformats.org/officeDocument/2006/relationships/image" Target="../media/image1.svg"/></Relationships>
</file>

<file path=ppt/slideLayouts/_rels/slideLayout129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30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4.xml"/><Relationship Id="rId2" Type="http://schemas.openxmlformats.org/officeDocument/2006/relationships/image" Target="../media/image2.svg"/></Relationships>
</file>

<file path=ppt/slideLayouts/_rels/slideLayout13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4.xml"/><Relationship Id="rId2" Type="http://schemas.openxmlformats.org/officeDocument/2006/relationships/image" Target="../media/image1.svg"/></Relationships>
</file>

<file path=ppt/slideLayouts/_rels/slideLayout132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33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34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35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36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37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38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39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40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4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42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43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44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4.xml"/><Relationship Id="rId2" Type="http://schemas.openxmlformats.org/officeDocument/2006/relationships/image" Target="../media/image2.svg"/></Relationships>
</file>

<file path=ppt/slideLayouts/_rels/slideLayout145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4.xml"/><Relationship Id="rId2" Type="http://schemas.openxmlformats.org/officeDocument/2006/relationships/image" Target="../media/image1.svg"/></Relationships>
</file>

<file path=ppt/slideLayouts/_rels/slideLayout146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47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48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4.xml"/><Relationship Id="rId2" Type="http://schemas.openxmlformats.org/officeDocument/2006/relationships/image" Target="../media/image2.svg"/></Relationships>
</file>

<file path=ppt/slideLayouts/_rels/slideLayout149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4.xml"/><Relationship Id="rId2" Type="http://schemas.openxmlformats.org/officeDocument/2006/relationships/image" Target="../media/image1.svg"/></Relationships>
</file>

<file path=ppt/slideLayouts/_rels/slideLayout150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5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4.xml"/><Relationship Id="rId2" Type="http://schemas.openxmlformats.org/officeDocument/2006/relationships/image" Target="../media/image2.svg"/></Relationships>
</file>

<file path=ppt/slideLayouts/_rels/slideLayout152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4.xml"/><Relationship Id="rId2" Type="http://schemas.openxmlformats.org/officeDocument/2006/relationships/image" Target="../media/image1.svg"/></Relationships>
</file>

<file path=ppt/slideLayouts/_rels/slideLayout153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54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4.xml"/><Relationship Id="rId2" Type="http://schemas.openxmlformats.org/officeDocument/2006/relationships/image" Target="../media/image2.svg"/></Relationships>
</file>

<file path=ppt/slideLayouts/_rels/slideLayout155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4.xml"/><Relationship Id="rId2" Type="http://schemas.openxmlformats.org/officeDocument/2006/relationships/image" Target="../media/image1.svg"/></Relationships>
</file>

<file path=ppt/slideLayouts/_rels/slideLayout156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57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58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59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60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6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62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63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64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65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66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67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68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69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70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7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72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4.xml"/><Relationship Id="rId2" Type="http://schemas.openxmlformats.org/officeDocument/2006/relationships/image" Target="../media/image1.svg"/></Relationships>
</file>

<file path=ppt/slideLayouts/_rels/slideLayout173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4.xml"/><Relationship Id="rId2" Type="http://schemas.openxmlformats.org/officeDocument/2006/relationships/image" Target="../media/image2.svg"/></Relationships>
</file>

<file path=ppt/slideLayouts/_rels/slideLayout174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75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76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77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78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79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80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8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5.xml"/><Relationship Id="rId2" Type="http://schemas.openxmlformats.org/officeDocument/2006/relationships/image" Target="../media/image4.png"/></Relationships>
</file>

<file path=ppt/slideLayouts/_rels/slideLayout182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83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84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85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86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87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0.xml"/><Relationship Id="rId2" Type="http://schemas.openxmlformats.org/officeDocument/2006/relationships/image" Target="../media/image1.svg"/></Relationships>
</file>

<file path=ppt/slideLayouts/_rels/slideLayout190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200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210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21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0.xml"/><Relationship Id="rId2" Type="http://schemas.openxmlformats.org/officeDocument/2006/relationships/image" Target="../media/image2.svg"/></Relationships>
</file>

<file path=ppt/slideLayouts/_rels/slideLayout220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230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240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250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260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270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280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290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00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10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1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0.xml"/><Relationship Id="rId2" Type="http://schemas.openxmlformats.org/officeDocument/2006/relationships/image" Target="../media/image1.svg"/></Relationships>
</file>

<file path=ppt/slideLayouts/_rels/slideLayout320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30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40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50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60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70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80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90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400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410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41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420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430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440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450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460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510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610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710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810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910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010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0.xml"/><Relationship Id="rId2" Type="http://schemas.openxmlformats.org/officeDocument/2006/relationships/image" Target="../media/image2.svg"/></Relationships>
</file>

<file path=ppt/slideLayouts/_rels/slideLayout1110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210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310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0.xml"/><Relationship Id="rId2" Type="http://schemas.openxmlformats.org/officeDocument/2006/relationships/image" Target="../media/image1.svg"/></Relationships>
</file>

<file path=ppt/slideLayouts/_rels/slideLayout1410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510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610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710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apa 01 - Foto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7">
            <a:extLst>
              <a:ext uri="{FF2B5EF4-FFF2-40B4-BE49-F238E27FC236}">
                <a16:creationId xmlns:a16="http://schemas.microsoft.com/office/drawing/2014/main" id="{A68C5C04-9F9C-AD5B-8544-86BD159ED555}"/>
              </a:ext>
            </a:extLst>
          </p:cNvPr>
          <p:cNvSpPr>
            <a:spLocks noGrp="1"/>
          </p:cNvSpPr>
          <p:nvPr>
            <p:ph type="pic" sz="quarter" idx="27"/>
          </p:nvPr>
        </p:nvSpPr>
        <p:spPr>
          <a:xfrm>
            <a:off x="0" y="0"/>
            <a:ext cx="12192000" cy="6858000"/>
          </a:xfrm>
          <a:prstGeom prst="rect">
            <a:avLst/>
          </a:prstGeom>
        </p:spPr>
        <p:txBody>
          <a:bodyPr lIns="0" tIns="0" rIns="0" bIns="972000" anchor="ctr" anchorCtr="0">
            <a:noAutofit/>
          </a:bodyPr>
          <a:lstStyle>
            <a:lvl1pPr algn="ctr">
              <a:defRPr sz="2400">
                <a:solidFill>
                  <a:schemeClr val="bg2">
                    <a:lumMod val="90000"/>
                  </a:schemeClr>
                </a:solidFill>
              </a:defRPr>
            </a:lvl1pPr>
          </a:lstStyle>
          <a:p>
            <a:endParaRPr lang="pt-BR"/>
          </a:p>
        </p:txBody>
      </p:sp>
      <p:pic>
        <p:nvPicPr>
          <p:cNvPr id="3" name="Picture 8">
            <a:extLst>
              <a:ext uri="{FF2B5EF4-FFF2-40B4-BE49-F238E27FC236}">
                <a16:creationId xmlns:a16="http://schemas.microsoft.com/office/drawing/2014/main" id="{17364209-1E38-0B40-9231-C88F3267BC2A}"/>
              </a:ext>
            </a:extLst>
          </p:cNvPr>
          <p:cNvPicPr>
            <a:picLocks noChangeAspect="1"/>
          </p:cNvPicPr>
          <p:nvPr userDrawn="1"/>
        </p:nvPicPr>
        <p:blipFill rotWithShape="1">
          <a:blip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 l="-8117" t="-23966" r="-8117" b="-23966"/>
          <a:stretch/>
        </p:blipFill>
        <p:spPr>
          <a:xfrm>
            <a:off x="10183916" y="304605"/>
            <a:ext cx="1715687" cy="742966"/>
          </a:xfrm>
          <a:prstGeom prst="rect">
            <a:avLst/>
          </a:prstGeom>
        </p:spPr>
      </p:pic>
      <p:sp>
        <p:nvSpPr>
          <p:cNvPr id="13" name="Text Placeholder 3">
            <a:extLst>
              <a:ext uri="{FF2B5EF4-FFF2-40B4-BE49-F238E27FC236}">
                <a16:creationId xmlns:a16="http://schemas.microsoft.com/office/drawing/2014/main" id="{AAA4D9F5-240A-9CC5-1EF0-9AAA83CC6908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07988" y="1113017"/>
            <a:ext cx="4233853" cy="1046440"/>
          </a:xfrm>
          <a:prstGeom prst="rect">
            <a:avLst/>
          </a:prstGeom>
          <a:noFill/>
        </p:spPr>
        <p:txBody>
          <a:bodyPr lIns="0" tIns="0" rIns="0" bIns="0" anchor="b" anchorCtr="0"/>
          <a:lstStyle>
            <a:lvl1pPr marL="0" indent="0">
              <a:buNone/>
              <a:defRPr sz="3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</a:lstStyle>
          <a:p>
            <a:pPr lvl="0"/>
            <a:r>
              <a:rPr lang="en-US" err="1"/>
              <a:t>Título</a:t>
            </a:r>
            <a:r>
              <a:rPr lang="en-US"/>
              <a:t> Template</a:t>
            </a:r>
          </a:p>
          <a:p>
            <a:pPr lvl="0"/>
            <a:r>
              <a:rPr lang="en-US" err="1"/>
              <a:t>Padrão</a:t>
            </a:r>
            <a:r>
              <a:rPr lang="en-US"/>
              <a:t> </a:t>
            </a:r>
            <a:r>
              <a:rPr lang="en-US" err="1"/>
              <a:t>Exemplo</a:t>
            </a:r>
            <a:endParaRPr lang="en-US"/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73AE31B1-0E8A-430C-61E0-A4A65D4D936A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07988" y="2159779"/>
            <a:ext cx="4233853" cy="307777"/>
          </a:xfrm>
          <a:prstGeom prst="rect">
            <a:avLst/>
          </a:prstGeom>
        </p:spPr>
        <p:txBody>
          <a:bodyPr lIns="0" tIns="0" rIns="0" bIns="0"/>
          <a:lstStyle>
            <a:lvl1pPr>
              <a:defRPr lang="en-US" sz="2000" b="1" i="0" u="none" strike="noStrike" kern="1200" cap="none" dirty="0" smtClean="0">
                <a:solidFill>
                  <a:schemeClr val="bg1"/>
                </a:solidFill>
                <a:latin typeface="Versos"/>
                <a:ea typeface="+mj-ea"/>
                <a:cs typeface="+mj-cs"/>
                <a:sym typeface="Arial"/>
              </a:defRPr>
            </a:lvl1pPr>
            <a:lvl2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2pPr>
            <a:lvl3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3pPr>
            <a:lvl4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4pPr>
            <a:lvl5pPr>
              <a:defRPr lang="pt-BR" sz="2000" b="1" i="0" u="none" strike="noStrike" kern="1200" cap="none" dirty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pt-BR" sz="2000" b="1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</a:rPr>
              <a:t>FIC FIM EXEMPLO</a:t>
            </a:r>
            <a:endParaRPr lang="pt-BR"/>
          </a:p>
        </p:txBody>
      </p:sp>
      <p:sp>
        <p:nvSpPr>
          <p:cNvPr id="2" name="Text Placeholder 20">
            <a:extLst>
              <a:ext uri="{FF2B5EF4-FFF2-40B4-BE49-F238E27FC236}">
                <a16:creationId xmlns:a16="http://schemas.microsoft.com/office/drawing/2014/main" id="{595D97E3-B378-E7B0-4A76-391C0989E8B6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9410331" y="6296541"/>
            <a:ext cx="2364803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r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Data</a:t>
            </a:r>
          </a:p>
        </p:txBody>
      </p:sp>
      <p:sp>
        <p:nvSpPr>
          <p:cNvPr id="4" name="Text Placeholder 41">
            <a:extLst>
              <a:ext uri="{FF2B5EF4-FFF2-40B4-BE49-F238E27FC236}">
                <a16:creationId xmlns:a16="http://schemas.microsoft.com/office/drawing/2014/main" id="{7E424369-4F91-BA78-D59E-F025384664D4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9410330" y="6089649"/>
            <a:ext cx="2364803" cy="184666"/>
          </a:xfrm>
          <a:prstGeom prst="rect">
            <a:avLst/>
          </a:prstGeom>
        </p:spPr>
        <p:txBody>
          <a:bodyPr lIns="0" tIns="0" rIns="0" bIns="0"/>
          <a:lstStyle>
            <a:lvl1pPr marL="0" marR="3081" algn="r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</a:t>
            </a:r>
            <a:endParaRPr lang="pt-BR"/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2CE84738-3A6C-EB34-89AF-461737E8A924}"/>
              </a:ext>
            </a:extLst>
          </p:cNvPr>
          <p:cNvGrpSpPr/>
          <p:nvPr userDrawn="1"/>
        </p:nvGrpSpPr>
        <p:grpSpPr>
          <a:xfrm>
            <a:off x="407988" y="404813"/>
            <a:ext cx="7879692" cy="2916619"/>
            <a:chOff x="509383" y="279643"/>
            <a:chExt cx="12206605" cy="4518199"/>
          </a:xfrm>
        </p:grpSpPr>
        <p:sp>
          <p:nvSpPr>
            <p:cNvPr id="5" name="bg object 18">
              <a:extLst>
                <a:ext uri="{FF2B5EF4-FFF2-40B4-BE49-F238E27FC236}">
                  <a16:creationId xmlns:a16="http://schemas.microsoft.com/office/drawing/2014/main" id="{FD4C2CB9-FBAE-882A-315C-DB4F669495DE}"/>
                </a:ext>
              </a:extLst>
            </p:cNvPr>
            <p:cNvSpPr/>
            <p:nvPr userDrawn="1"/>
          </p:nvSpPr>
          <p:spPr>
            <a:xfrm>
              <a:off x="509383" y="4797842"/>
              <a:ext cx="12206605" cy="0"/>
            </a:xfrm>
            <a:custGeom>
              <a:avLst/>
              <a:gdLst/>
              <a:ahLst/>
              <a:cxnLst/>
              <a:rect l="l" t="t" r="r" b="b"/>
              <a:pathLst>
                <a:path w="12206605">
                  <a:moveTo>
                    <a:pt x="0" y="0"/>
                  </a:moveTo>
                  <a:lnTo>
                    <a:pt x="12206570" y="0"/>
                  </a:lnTo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bg object 19">
              <a:extLst>
                <a:ext uri="{FF2B5EF4-FFF2-40B4-BE49-F238E27FC236}">
                  <a16:creationId xmlns:a16="http://schemas.microsoft.com/office/drawing/2014/main" id="{EA389DAE-FA1D-8A30-5126-218E3FFA5A53}"/>
                </a:ext>
              </a:extLst>
            </p:cNvPr>
            <p:cNvSpPr/>
            <p:nvPr userDrawn="1"/>
          </p:nvSpPr>
          <p:spPr>
            <a:xfrm>
              <a:off x="9171428" y="279643"/>
              <a:ext cx="0" cy="4516755"/>
            </a:xfrm>
            <a:custGeom>
              <a:avLst/>
              <a:gdLst/>
              <a:ahLst/>
              <a:cxnLst/>
              <a:rect l="l" t="t" r="r" b="b"/>
              <a:pathLst>
                <a:path h="4516755">
                  <a:moveTo>
                    <a:pt x="0" y="4516647"/>
                  </a:moveTo>
                  <a:lnTo>
                    <a:pt x="0" y="0"/>
                  </a:lnTo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" name="Text Placeholder 17">
            <a:extLst>
              <a:ext uri="{FF2B5EF4-FFF2-40B4-BE49-F238E27FC236}">
                <a16:creationId xmlns:a16="http://schemas.microsoft.com/office/drawing/2014/main" id="{D0E34669-E9A0-3031-84E9-7C3208F4EB66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07988" y="5927209"/>
            <a:ext cx="6115360" cy="553998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TIVIO </a:t>
            </a:r>
            <a:b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</a:b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CRÉDITO </a:t>
            </a:r>
            <a:b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</a:b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ESTRUTURADO</a:t>
            </a:r>
          </a:p>
        </p:txBody>
      </p:sp>
    </p:spTree>
    <p:extLst>
      <p:ext uri="{BB962C8B-B14F-4D97-AF65-F5344CB8AC3E}">
        <p14:creationId xmlns:p14="http://schemas.microsoft.com/office/powerpoint/2010/main" val="175450416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257">
          <p15:clr>
            <a:srgbClr val="FBAE40"/>
          </p15:clr>
        </p15:guide>
        <p15:guide id="2" pos="7423">
          <p15:clr>
            <a:srgbClr val="FBAE40"/>
          </p15:clr>
        </p15:guide>
        <p15:guide id="3" orient="horz" pos="4088">
          <p15:clr>
            <a:srgbClr val="FBAE40"/>
          </p15:clr>
        </p15:guide>
        <p15:guide id="4" orient="horz" pos="3725">
          <p15:clr>
            <a:srgbClr val="FBAE40"/>
          </p15:clr>
        </p15:guide>
        <p15:guide id="5" orient="horz" pos="255">
          <p15:clr>
            <a:srgbClr val="FBAE40"/>
          </p15:clr>
        </p15:guide>
      </p15:sldGuideLst>
    </p:ext>
  </p:extLs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apa 01 - High Grade">
    <p:bg>
      <p:bgPr>
        <a:gradFill>
          <a:gsLst>
            <a:gs pos="0">
              <a:schemeClr val="accent1">
                <a:lumMod val="20000"/>
                <a:lumOff val="80000"/>
              </a:schemeClr>
            </a:gs>
            <a:gs pos="100000">
              <a:schemeClr val="accent1">
                <a:lumMod val="60000"/>
                <a:lumOff val="40000"/>
              </a:schemeClr>
            </a:gs>
          </a:gsLst>
          <a:lin ang="54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8">
            <a:extLst>
              <a:ext uri="{FF2B5EF4-FFF2-40B4-BE49-F238E27FC236}">
                <a16:creationId xmlns:a16="http://schemas.microsoft.com/office/drawing/2014/main" id="{17364209-1E38-0B40-9231-C88F3267BC2A}"/>
              </a:ext>
            </a:extLst>
          </p:cNvPr>
          <p:cNvPicPr>
            <a:picLocks noChangeAspect="1"/>
          </p:cNvPicPr>
          <p:nvPr userDrawn="1"/>
        </p:nvPicPr>
        <p:blipFill rotWithShape="1">
          <a:blip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 l="-8117" t="-23966" r="-8117" b="-23966"/>
          <a:stretch/>
        </p:blipFill>
        <p:spPr>
          <a:xfrm>
            <a:off x="10183916" y="304605"/>
            <a:ext cx="1715687" cy="742966"/>
          </a:xfrm>
          <a:prstGeom prst="rect">
            <a:avLst/>
          </a:prstGeom>
        </p:spPr>
      </p:pic>
      <p:sp>
        <p:nvSpPr>
          <p:cNvPr id="2" name="Text Placeholder 20">
            <a:extLst>
              <a:ext uri="{FF2B5EF4-FFF2-40B4-BE49-F238E27FC236}">
                <a16:creationId xmlns:a16="http://schemas.microsoft.com/office/drawing/2014/main" id="{595D97E3-B378-E7B0-4A76-391C0989E8B6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9410331" y="6296541"/>
            <a:ext cx="2364803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r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Data</a:t>
            </a:r>
          </a:p>
        </p:txBody>
      </p:sp>
      <p:sp>
        <p:nvSpPr>
          <p:cNvPr id="4" name="Text Placeholder 41">
            <a:extLst>
              <a:ext uri="{FF2B5EF4-FFF2-40B4-BE49-F238E27FC236}">
                <a16:creationId xmlns:a16="http://schemas.microsoft.com/office/drawing/2014/main" id="{7E424369-4F91-BA78-D59E-F025384664D4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9410330" y="6089649"/>
            <a:ext cx="2364803" cy="184666"/>
          </a:xfrm>
          <a:prstGeom prst="rect">
            <a:avLst/>
          </a:prstGeom>
        </p:spPr>
        <p:txBody>
          <a:bodyPr lIns="0" tIns="0" rIns="0" bIns="0"/>
          <a:lstStyle>
            <a:lvl1pPr marL="0" marR="3081" algn="r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</a:t>
            </a:r>
            <a:endParaRPr lang="pt-BR"/>
          </a:p>
        </p:txBody>
      </p:sp>
      <p:sp>
        <p:nvSpPr>
          <p:cNvPr id="8" name="Text Placeholder 17">
            <a:extLst>
              <a:ext uri="{FF2B5EF4-FFF2-40B4-BE49-F238E27FC236}">
                <a16:creationId xmlns:a16="http://schemas.microsoft.com/office/drawing/2014/main" id="{D0E34669-E9A0-3031-84E9-7C3208F4EB66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07988" y="5927209"/>
            <a:ext cx="6115360" cy="553998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TIVIO </a:t>
            </a:r>
            <a:b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</a:b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CRÉDITO </a:t>
            </a:r>
          </a:p>
        </p:txBody>
      </p:sp>
      <p:sp>
        <p:nvSpPr>
          <p:cNvPr id="9" name="Text Placeholder 3">
            <a:extLst>
              <a:ext uri="{FF2B5EF4-FFF2-40B4-BE49-F238E27FC236}">
                <a16:creationId xmlns:a16="http://schemas.microsoft.com/office/drawing/2014/main" id="{0BEB6966-A6DD-A413-E366-E85415CA7CC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07988" y="1113017"/>
            <a:ext cx="4233853" cy="1046440"/>
          </a:xfrm>
          <a:prstGeom prst="rect">
            <a:avLst/>
          </a:prstGeom>
          <a:noFill/>
        </p:spPr>
        <p:txBody>
          <a:bodyPr lIns="0" tIns="0" rIns="0" bIns="0" anchor="b" anchorCtr="0"/>
          <a:lstStyle>
            <a:lvl1pPr marL="0" indent="0">
              <a:buNone/>
              <a:defRPr sz="34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</a:lstStyle>
          <a:p>
            <a:pPr lvl="0"/>
            <a:r>
              <a:rPr lang="en-US" err="1"/>
              <a:t>Título</a:t>
            </a:r>
            <a:r>
              <a:rPr lang="en-US"/>
              <a:t> Template</a:t>
            </a:r>
          </a:p>
          <a:p>
            <a:pPr lvl="0"/>
            <a:r>
              <a:rPr lang="en-US" err="1"/>
              <a:t>Padrão</a:t>
            </a:r>
            <a:r>
              <a:rPr lang="en-US"/>
              <a:t> </a:t>
            </a:r>
            <a:r>
              <a:rPr lang="en-US" err="1"/>
              <a:t>Exemplo</a:t>
            </a:r>
            <a:endParaRPr lang="en-US"/>
          </a:p>
        </p:txBody>
      </p:sp>
      <p:sp>
        <p:nvSpPr>
          <p:cNvPr id="10" name="Text Placeholder 15">
            <a:extLst>
              <a:ext uri="{FF2B5EF4-FFF2-40B4-BE49-F238E27FC236}">
                <a16:creationId xmlns:a16="http://schemas.microsoft.com/office/drawing/2014/main" id="{016B9899-7AA6-E693-2E4C-ADF3DFB28367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07988" y="2159779"/>
            <a:ext cx="4233853" cy="307777"/>
          </a:xfrm>
          <a:prstGeom prst="rect">
            <a:avLst/>
          </a:prstGeom>
        </p:spPr>
        <p:txBody>
          <a:bodyPr lIns="0" tIns="0" rIns="0" bIns="0"/>
          <a:lstStyle>
            <a:lvl1pPr>
              <a:defRPr lang="en-US" sz="2000" b="1" i="0" u="none" strike="noStrike" kern="1200" cap="none" dirty="0" smtClean="0">
                <a:solidFill>
                  <a:schemeClr val="tx1"/>
                </a:solidFill>
                <a:latin typeface="Versos"/>
                <a:ea typeface="+mj-ea"/>
                <a:cs typeface="+mj-cs"/>
                <a:sym typeface="Arial"/>
              </a:defRPr>
            </a:lvl1pPr>
            <a:lvl2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2pPr>
            <a:lvl3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3pPr>
            <a:lvl4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4pPr>
            <a:lvl5pPr>
              <a:defRPr lang="pt-BR" sz="2000" b="1" i="0" u="none" strike="noStrike" kern="1200" cap="none" dirty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pt-BR" sz="2000" b="1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</a:rPr>
              <a:t>FIC FIM EXEMPLO</a:t>
            </a:r>
            <a:endParaRPr lang="pt-BR"/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5A247925-BD97-745B-F253-B805E96FFFA0}"/>
              </a:ext>
            </a:extLst>
          </p:cNvPr>
          <p:cNvGrpSpPr/>
          <p:nvPr userDrawn="1"/>
        </p:nvGrpSpPr>
        <p:grpSpPr>
          <a:xfrm>
            <a:off x="407988" y="404813"/>
            <a:ext cx="7879692" cy="2916619"/>
            <a:chOff x="509383" y="279643"/>
            <a:chExt cx="12206605" cy="4518199"/>
          </a:xfrm>
        </p:grpSpPr>
        <p:sp>
          <p:nvSpPr>
            <p:cNvPr id="12" name="bg object 18">
              <a:extLst>
                <a:ext uri="{FF2B5EF4-FFF2-40B4-BE49-F238E27FC236}">
                  <a16:creationId xmlns:a16="http://schemas.microsoft.com/office/drawing/2014/main" id="{BCEFB5ED-6BF7-6136-2220-F968C5DEF09D}"/>
                </a:ext>
              </a:extLst>
            </p:cNvPr>
            <p:cNvSpPr/>
            <p:nvPr userDrawn="1"/>
          </p:nvSpPr>
          <p:spPr>
            <a:xfrm>
              <a:off x="509383" y="4797842"/>
              <a:ext cx="12206605" cy="0"/>
            </a:xfrm>
            <a:custGeom>
              <a:avLst/>
              <a:gdLst/>
              <a:ahLst/>
              <a:cxnLst/>
              <a:rect l="l" t="t" r="r" b="b"/>
              <a:pathLst>
                <a:path w="12206605">
                  <a:moveTo>
                    <a:pt x="0" y="0"/>
                  </a:moveTo>
                  <a:lnTo>
                    <a:pt x="12206570" y="0"/>
                  </a:lnTo>
                </a:path>
              </a:pathLst>
            </a:custGeom>
            <a:ln w="14837">
              <a:solidFill>
                <a:schemeClr val="tx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bg object 19">
              <a:extLst>
                <a:ext uri="{FF2B5EF4-FFF2-40B4-BE49-F238E27FC236}">
                  <a16:creationId xmlns:a16="http://schemas.microsoft.com/office/drawing/2014/main" id="{40A1F716-1324-ACB0-605C-A36B2A57B93A}"/>
                </a:ext>
              </a:extLst>
            </p:cNvPr>
            <p:cNvSpPr/>
            <p:nvPr userDrawn="1"/>
          </p:nvSpPr>
          <p:spPr>
            <a:xfrm>
              <a:off x="9171428" y="279643"/>
              <a:ext cx="0" cy="4516755"/>
            </a:xfrm>
            <a:custGeom>
              <a:avLst/>
              <a:gdLst/>
              <a:ahLst/>
              <a:cxnLst/>
              <a:rect l="l" t="t" r="r" b="b"/>
              <a:pathLst>
                <a:path h="4516755">
                  <a:moveTo>
                    <a:pt x="0" y="4516647"/>
                  </a:moveTo>
                  <a:lnTo>
                    <a:pt x="0" y="0"/>
                  </a:lnTo>
                </a:path>
              </a:pathLst>
            </a:custGeom>
            <a:ln w="14837">
              <a:solidFill>
                <a:schemeClr val="tx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07054199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257">
          <p15:clr>
            <a:srgbClr val="FBAE40"/>
          </p15:clr>
        </p15:guide>
        <p15:guide id="2" pos="7423">
          <p15:clr>
            <a:srgbClr val="FBAE40"/>
          </p15:clr>
        </p15:guide>
        <p15:guide id="3" orient="horz" pos="4088">
          <p15:clr>
            <a:srgbClr val="FBAE40"/>
          </p15:clr>
        </p15:guide>
        <p15:guide id="4" orient="horz" pos="3725">
          <p15:clr>
            <a:srgbClr val="FBAE40"/>
          </p15:clr>
        </p15:guide>
        <p15:guide id="5" orient="horz" pos="255">
          <p15:clr>
            <a:srgbClr val="FBAE40"/>
          </p15:clr>
        </p15:guide>
      </p15:sldGuideLst>
    </p:ext>
  </p:extLst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apa 01 - High Yield">
    <p:bg>
      <p:bgPr>
        <a:gradFill>
          <a:gsLst>
            <a:gs pos="0">
              <a:srgbClr val="3C4A60"/>
            </a:gs>
            <a:gs pos="100000">
              <a:srgbClr val="759DB4"/>
            </a:gs>
          </a:gsLst>
          <a:lin ang="54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8">
            <a:extLst>
              <a:ext uri="{FF2B5EF4-FFF2-40B4-BE49-F238E27FC236}">
                <a16:creationId xmlns:a16="http://schemas.microsoft.com/office/drawing/2014/main" id="{17364209-1E38-0B40-9231-C88F3267BC2A}"/>
              </a:ext>
            </a:extLst>
          </p:cNvPr>
          <p:cNvPicPr>
            <a:picLocks noChangeAspect="1"/>
          </p:cNvPicPr>
          <p:nvPr userDrawn="1"/>
        </p:nvPicPr>
        <p:blipFill rotWithShape="1">
          <a:blip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 l="-8117" t="-23966" r="-8117" b="-23966"/>
          <a:stretch/>
        </p:blipFill>
        <p:spPr>
          <a:xfrm>
            <a:off x="10183916" y="304605"/>
            <a:ext cx="1715687" cy="742966"/>
          </a:xfrm>
          <a:prstGeom prst="rect">
            <a:avLst/>
          </a:prstGeom>
        </p:spPr>
      </p:pic>
      <p:sp>
        <p:nvSpPr>
          <p:cNvPr id="2" name="Text Placeholder 20">
            <a:extLst>
              <a:ext uri="{FF2B5EF4-FFF2-40B4-BE49-F238E27FC236}">
                <a16:creationId xmlns:a16="http://schemas.microsoft.com/office/drawing/2014/main" id="{595D97E3-B378-E7B0-4A76-391C0989E8B6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9410331" y="6296541"/>
            <a:ext cx="2364803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r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Data</a:t>
            </a:r>
          </a:p>
        </p:txBody>
      </p:sp>
      <p:sp>
        <p:nvSpPr>
          <p:cNvPr id="4" name="Text Placeholder 41">
            <a:extLst>
              <a:ext uri="{FF2B5EF4-FFF2-40B4-BE49-F238E27FC236}">
                <a16:creationId xmlns:a16="http://schemas.microsoft.com/office/drawing/2014/main" id="{7E424369-4F91-BA78-D59E-F025384664D4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9410330" y="6089649"/>
            <a:ext cx="2364803" cy="184666"/>
          </a:xfrm>
          <a:prstGeom prst="rect">
            <a:avLst/>
          </a:prstGeom>
        </p:spPr>
        <p:txBody>
          <a:bodyPr lIns="0" tIns="0" rIns="0" bIns="0"/>
          <a:lstStyle>
            <a:lvl1pPr marL="0" marR="3081" algn="r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</a:t>
            </a:r>
            <a:endParaRPr lang="pt-BR"/>
          </a:p>
        </p:txBody>
      </p:sp>
      <p:sp>
        <p:nvSpPr>
          <p:cNvPr id="8" name="Text Placeholder 17">
            <a:extLst>
              <a:ext uri="{FF2B5EF4-FFF2-40B4-BE49-F238E27FC236}">
                <a16:creationId xmlns:a16="http://schemas.microsoft.com/office/drawing/2014/main" id="{D0E34669-E9A0-3031-84E9-7C3208F4EB66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07988" y="5927209"/>
            <a:ext cx="6115360" cy="553998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TIVIO </a:t>
            </a:r>
            <a:b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</a:b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CRÉDITO</a:t>
            </a:r>
          </a:p>
        </p:txBody>
      </p:sp>
      <p:sp>
        <p:nvSpPr>
          <p:cNvPr id="9" name="Text Placeholder 3">
            <a:extLst>
              <a:ext uri="{FF2B5EF4-FFF2-40B4-BE49-F238E27FC236}">
                <a16:creationId xmlns:a16="http://schemas.microsoft.com/office/drawing/2014/main" id="{2990FA51-3BC5-8B5F-4922-A3EFDBE7D39F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07988" y="1113017"/>
            <a:ext cx="4233853" cy="1046440"/>
          </a:xfrm>
          <a:prstGeom prst="rect">
            <a:avLst/>
          </a:prstGeom>
          <a:noFill/>
        </p:spPr>
        <p:txBody>
          <a:bodyPr lIns="0" tIns="0" rIns="0" bIns="0" anchor="b" anchorCtr="0"/>
          <a:lstStyle>
            <a:lvl1pPr marL="0" indent="0">
              <a:buNone/>
              <a:defRPr sz="34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</a:lstStyle>
          <a:p>
            <a:pPr lvl="0"/>
            <a:r>
              <a:rPr lang="en-US" err="1"/>
              <a:t>Título</a:t>
            </a:r>
            <a:r>
              <a:rPr lang="en-US"/>
              <a:t> Template</a:t>
            </a:r>
          </a:p>
          <a:p>
            <a:pPr lvl="0"/>
            <a:r>
              <a:rPr lang="en-US" err="1"/>
              <a:t>Padrão</a:t>
            </a:r>
            <a:r>
              <a:rPr lang="en-US"/>
              <a:t> </a:t>
            </a:r>
            <a:r>
              <a:rPr lang="en-US" err="1"/>
              <a:t>Exemplo</a:t>
            </a:r>
            <a:endParaRPr lang="en-US"/>
          </a:p>
        </p:txBody>
      </p:sp>
      <p:sp>
        <p:nvSpPr>
          <p:cNvPr id="10" name="Text Placeholder 15">
            <a:extLst>
              <a:ext uri="{FF2B5EF4-FFF2-40B4-BE49-F238E27FC236}">
                <a16:creationId xmlns:a16="http://schemas.microsoft.com/office/drawing/2014/main" id="{7C6416CC-D42A-F9D0-470E-9656CD4825B1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07988" y="2159779"/>
            <a:ext cx="4233853" cy="307777"/>
          </a:xfrm>
          <a:prstGeom prst="rect">
            <a:avLst/>
          </a:prstGeom>
        </p:spPr>
        <p:txBody>
          <a:bodyPr lIns="0" tIns="0" rIns="0" bIns="0"/>
          <a:lstStyle>
            <a:lvl1pPr>
              <a:defRPr lang="en-US" sz="2000" b="1" i="0" u="none" strike="noStrike" kern="1200" cap="none" dirty="0" smtClean="0">
                <a:solidFill>
                  <a:schemeClr val="tx1"/>
                </a:solidFill>
                <a:latin typeface="Versos"/>
                <a:ea typeface="+mj-ea"/>
                <a:cs typeface="+mj-cs"/>
                <a:sym typeface="Arial"/>
              </a:defRPr>
            </a:lvl1pPr>
            <a:lvl2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2pPr>
            <a:lvl3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3pPr>
            <a:lvl4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4pPr>
            <a:lvl5pPr>
              <a:defRPr lang="pt-BR" sz="2000" b="1" i="0" u="none" strike="noStrike" kern="1200" cap="none" dirty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pt-BR" sz="2000" b="1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</a:rPr>
              <a:t>FIC FIM EXEMPLO</a:t>
            </a:r>
            <a:endParaRPr lang="pt-BR"/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5A012F14-CC53-BA2E-43A9-50DD92B9262B}"/>
              </a:ext>
            </a:extLst>
          </p:cNvPr>
          <p:cNvGrpSpPr/>
          <p:nvPr userDrawn="1"/>
        </p:nvGrpSpPr>
        <p:grpSpPr>
          <a:xfrm>
            <a:off x="407988" y="404813"/>
            <a:ext cx="7879692" cy="2916619"/>
            <a:chOff x="509383" y="279643"/>
            <a:chExt cx="12206605" cy="4518199"/>
          </a:xfrm>
        </p:grpSpPr>
        <p:sp>
          <p:nvSpPr>
            <p:cNvPr id="12" name="bg object 18">
              <a:extLst>
                <a:ext uri="{FF2B5EF4-FFF2-40B4-BE49-F238E27FC236}">
                  <a16:creationId xmlns:a16="http://schemas.microsoft.com/office/drawing/2014/main" id="{F4DE6A1B-8C6A-BB82-E709-6A2A45FA1D05}"/>
                </a:ext>
              </a:extLst>
            </p:cNvPr>
            <p:cNvSpPr/>
            <p:nvPr userDrawn="1"/>
          </p:nvSpPr>
          <p:spPr>
            <a:xfrm>
              <a:off x="509383" y="4797842"/>
              <a:ext cx="12206605" cy="0"/>
            </a:xfrm>
            <a:custGeom>
              <a:avLst/>
              <a:gdLst/>
              <a:ahLst/>
              <a:cxnLst/>
              <a:rect l="l" t="t" r="r" b="b"/>
              <a:pathLst>
                <a:path w="12206605">
                  <a:moveTo>
                    <a:pt x="0" y="0"/>
                  </a:moveTo>
                  <a:lnTo>
                    <a:pt x="12206570" y="0"/>
                  </a:lnTo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bg object 19">
              <a:extLst>
                <a:ext uri="{FF2B5EF4-FFF2-40B4-BE49-F238E27FC236}">
                  <a16:creationId xmlns:a16="http://schemas.microsoft.com/office/drawing/2014/main" id="{3D7CFF59-CCAF-2434-5D7E-E1CA4FB1EB7E}"/>
                </a:ext>
              </a:extLst>
            </p:cNvPr>
            <p:cNvSpPr/>
            <p:nvPr userDrawn="1"/>
          </p:nvSpPr>
          <p:spPr>
            <a:xfrm>
              <a:off x="9171428" y="279643"/>
              <a:ext cx="0" cy="4516755"/>
            </a:xfrm>
            <a:custGeom>
              <a:avLst/>
              <a:gdLst/>
              <a:ahLst/>
              <a:cxnLst/>
              <a:rect l="l" t="t" r="r" b="b"/>
              <a:pathLst>
                <a:path h="4516755">
                  <a:moveTo>
                    <a:pt x="0" y="4516647"/>
                  </a:moveTo>
                  <a:lnTo>
                    <a:pt x="0" y="0"/>
                  </a:lnTo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50021398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257">
          <p15:clr>
            <a:srgbClr val="FBAE40"/>
          </p15:clr>
        </p15:guide>
        <p15:guide id="2" pos="7423">
          <p15:clr>
            <a:srgbClr val="FBAE40"/>
          </p15:clr>
        </p15:guide>
        <p15:guide id="3" orient="horz" pos="4088">
          <p15:clr>
            <a:srgbClr val="FBAE40"/>
          </p15:clr>
        </p15:guide>
        <p15:guide id="4" orient="horz" pos="3725">
          <p15:clr>
            <a:srgbClr val="FBAE40"/>
          </p15:clr>
        </p15:guide>
        <p15:guide id="5" orient="horz" pos="255">
          <p15:clr>
            <a:srgbClr val="FBAE40"/>
          </p15:clr>
        </p15:guide>
      </p15:sldGuideLst>
    </p:ext>
  </p:extLs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Índice - High Grade - Mais de 40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1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Espaço Reservado para Número de Slide 5">
            <a:extLst>
              <a:ext uri="{FF2B5EF4-FFF2-40B4-BE49-F238E27FC236}">
                <a16:creationId xmlns:a16="http://schemas.microsoft.com/office/drawing/2014/main" id="{1C9AF77E-9895-4AC7-A1DF-EE12ACB0EE6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12" name="Text Placeholder 3">
            <a:extLst>
              <a:ext uri="{FF2B5EF4-FFF2-40B4-BE49-F238E27FC236}">
                <a16:creationId xmlns:a16="http://schemas.microsoft.com/office/drawing/2014/main" id="{050BAD04-1FFE-3E42-A1B1-BDD8FE7DA82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Índice</a:t>
            </a:r>
            <a:r>
              <a:rPr lang="en-US"/>
              <a:t> - </a:t>
            </a:r>
            <a:r>
              <a:rPr lang="en-US" err="1"/>
              <a:t>Padrão</a:t>
            </a:r>
            <a:endParaRPr lang="en-US"/>
          </a:p>
        </p:txBody>
      </p:sp>
      <p:sp>
        <p:nvSpPr>
          <p:cNvPr id="14" name="Text Placeholder 10">
            <a:extLst>
              <a:ext uri="{FF2B5EF4-FFF2-40B4-BE49-F238E27FC236}">
                <a16:creationId xmlns:a16="http://schemas.microsoft.com/office/drawing/2014/main" id="{27D03C84-7D32-1C70-A8E9-63EA0F348C1F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defRPr sz="900" baseline="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2" name="Text Placeholder 8">
            <a:extLst>
              <a:ext uri="{FF2B5EF4-FFF2-40B4-BE49-F238E27FC236}">
                <a16:creationId xmlns:a16="http://schemas.microsoft.com/office/drawing/2014/main" id="{9D8C61F7-2206-D64F-31E1-979FA329DE03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334963" y="1268414"/>
            <a:ext cx="11522075" cy="5076824"/>
          </a:xfrm>
          <a:prstGeom prst="rect">
            <a:avLst/>
          </a:prstGeom>
        </p:spPr>
        <p:txBody>
          <a:bodyPr wrap="square" lIns="0" tIns="0" rIns="0" bIns="0" numCol="2">
            <a:noAutofit/>
          </a:bodyPr>
          <a:lstStyle>
            <a:lvl1pPr marL="36000" indent="0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endParaRPr lang="en-US"/>
          </a:p>
          <a:p>
            <a:pPr lvl="0"/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endParaRPr lang="en-US"/>
          </a:p>
          <a:p>
            <a:pPr lvl="0"/>
            <a:endParaRPr lang="en-US"/>
          </a:p>
        </p:txBody>
      </p:sp>
      <p:sp>
        <p:nvSpPr>
          <p:cNvPr id="4" name="Picture 8">
            <a:extLst>
              <a:ext uri="{FF2B5EF4-FFF2-40B4-BE49-F238E27FC236}">
                <a16:creationId xmlns:a16="http://schemas.microsoft.com/office/drawing/2014/main" id="{A5790082-B3AF-5DC7-AEAB-0F53AA8F9D33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accent4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0747608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065">
          <p15:clr>
            <a:srgbClr val="FBAE40"/>
          </p15:clr>
        </p15:guide>
        <p15:guide id="2" pos="211">
          <p15:clr>
            <a:srgbClr val="FBAE40"/>
          </p15:clr>
        </p15:guide>
        <p15:guide id="3" orient="horz" pos="3997">
          <p15:clr>
            <a:srgbClr val="FBAE40"/>
          </p15:clr>
        </p15:guide>
        <p15:guide id="4" pos="7469">
          <p15:clr>
            <a:srgbClr val="FBAE40"/>
          </p15:clr>
        </p15:guide>
        <p15:guide id="5" orient="horz" pos="232">
          <p15:clr>
            <a:srgbClr val="FBAE40"/>
          </p15:clr>
        </p15:guide>
        <p15:guide id="6" orient="horz" pos="504">
          <p15:clr>
            <a:srgbClr val="FBAE40"/>
          </p15:clr>
        </p15:guide>
        <p15:guide id="7" orient="horz" pos="799">
          <p15:clr>
            <a:srgbClr val="FBAE40"/>
          </p15:clr>
        </p15:guide>
      </p15:sldGuideLst>
    </p:ext>
  </p:extLs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Índice - High Grade - 10 títulos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1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" name="Espaço Reservado para Número de Slide 5">
            <a:extLst>
              <a:ext uri="{FF2B5EF4-FFF2-40B4-BE49-F238E27FC236}">
                <a16:creationId xmlns:a16="http://schemas.microsoft.com/office/drawing/2014/main" id="{8B43B5D6-9411-2916-3463-C0BBC4CE3A6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0822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95" name="Text Placeholder 3">
            <a:extLst>
              <a:ext uri="{FF2B5EF4-FFF2-40B4-BE49-F238E27FC236}">
                <a16:creationId xmlns:a16="http://schemas.microsoft.com/office/drawing/2014/main" id="{1F9E0DEB-08E9-5248-44F9-9916F0925C87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pt-BR"/>
              <a:t>Índice | Até 10 títulos</a:t>
            </a:r>
            <a:endParaRPr lang="en-US"/>
          </a:p>
        </p:txBody>
      </p:sp>
      <p:sp>
        <p:nvSpPr>
          <p:cNvPr id="96" name="Text Placeholder 10">
            <a:extLst>
              <a:ext uri="{FF2B5EF4-FFF2-40B4-BE49-F238E27FC236}">
                <a16:creationId xmlns:a16="http://schemas.microsoft.com/office/drawing/2014/main" id="{86EE135B-8461-A8E5-B808-1CCC5F3ABF32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defRPr sz="900" baseline="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7" name="Text Placeholder 21">
            <a:extLst>
              <a:ext uri="{FF2B5EF4-FFF2-40B4-BE49-F238E27FC236}">
                <a16:creationId xmlns:a16="http://schemas.microsoft.com/office/drawing/2014/main" id="{C68EECD8-4868-C403-065A-798C94914B21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1217549" y="1340437"/>
            <a:ext cx="4304945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98" name="Text Placeholder 21">
            <a:extLst>
              <a:ext uri="{FF2B5EF4-FFF2-40B4-BE49-F238E27FC236}">
                <a16:creationId xmlns:a16="http://schemas.microsoft.com/office/drawing/2014/main" id="{377F7479-B5E7-D307-06B9-71E3BA37F3EF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1217549" y="2266421"/>
            <a:ext cx="4304945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99" name="Text Placeholder 21">
            <a:extLst>
              <a:ext uri="{FF2B5EF4-FFF2-40B4-BE49-F238E27FC236}">
                <a16:creationId xmlns:a16="http://schemas.microsoft.com/office/drawing/2014/main" id="{A9CB3A34-F081-C677-A00F-67C1873C062A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1217549" y="3279695"/>
            <a:ext cx="4304945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0" name="Text Placeholder 21">
            <a:extLst>
              <a:ext uri="{FF2B5EF4-FFF2-40B4-BE49-F238E27FC236}">
                <a16:creationId xmlns:a16="http://schemas.microsoft.com/office/drawing/2014/main" id="{66627ED0-3A46-8737-6897-D3BDDB091302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1217549" y="4298020"/>
            <a:ext cx="4304945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1" name="Text Placeholder 21">
            <a:extLst>
              <a:ext uri="{FF2B5EF4-FFF2-40B4-BE49-F238E27FC236}">
                <a16:creationId xmlns:a16="http://schemas.microsoft.com/office/drawing/2014/main" id="{4A98C90D-F543-2D3A-9F32-FF02504B384D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6978587" y="1338594"/>
            <a:ext cx="4304945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2" name="Text Placeholder 21">
            <a:extLst>
              <a:ext uri="{FF2B5EF4-FFF2-40B4-BE49-F238E27FC236}">
                <a16:creationId xmlns:a16="http://schemas.microsoft.com/office/drawing/2014/main" id="{02D303FD-4338-9202-3742-445CFAC544F9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6978587" y="2264578"/>
            <a:ext cx="4304945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3" name="Text Placeholder 21">
            <a:extLst>
              <a:ext uri="{FF2B5EF4-FFF2-40B4-BE49-F238E27FC236}">
                <a16:creationId xmlns:a16="http://schemas.microsoft.com/office/drawing/2014/main" id="{DAB51C54-4BA1-024C-8F1D-E61343BFAC42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978587" y="3274846"/>
            <a:ext cx="4304945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4" name="Text Placeholder 21">
            <a:extLst>
              <a:ext uri="{FF2B5EF4-FFF2-40B4-BE49-F238E27FC236}">
                <a16:creationId xmlns:a16="http://schemas.microsoft.com/office/drawing/2014/main" id="{31C27C31-0117-4C41-7DD9-9A95AE01F9D5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6978587" y="4296177"/>
            <a:ext cx="4304945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5" name="Text Placeholder 21">
            <a:extLst>
              <a:ext uri="{FF2B5EF4-FFF2-40B4-BE49-F238E27FC236}">
                <a16:creationId xmlns:a16="http://schemas.microsoft.com/office/drawing/2014/main" id="{305C7304-230E-F6CE-A76D-99DF1E692F08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334964" y="1319509"/>
            <a:ext cx="666897" cy="492443"/>
          </a:xfrm>
          <a:prstGeom prst="rect">
            <a:avLst/>
          </a:prstGeom>
          <a:noFill/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1.</a:t>
            </a:r>
            <a:endParaRPr lang="pt-BR"/>
          </a:p>
        </p:txBody>
      </p:sp>
      <p:sp>
        <p:nvSpPr>
          <p:cNvPr id="106" name="Text Placeholder 21">
            <a:extLst>
              <a:ext uri="{FF2B5EF4-FFF2-40B4-BE49-F238E27FC236}">
                <a16:creationId xmlns:a16="http://schemas.microsoft.com/office/drawing/2014/main" id="{646BD931-2CC9-4B26-938C-C6A9327B317A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334964" y="2240644"/>
            <a:ext cx="666897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2.</a:t>
            </a:r>
            <a:endParaRPr lang="pt-BR"/>
          </a:p>
        </p:txBody>
      </p:sp>
      <p:sp>
        <p:nvSpPr>
          <p:cNvPr id="107" name="Text Placeholder 21">
            <a:extLst>
              <a:ext uri="{FF2B5EF4-FFF2-40B4-BE49-F238E27FC236}">
                <a16:creationId xmlns:a16="http://schemas.microsoft.com/office/drawing/2014/main" id="{7EF60F9A-51DE-3649-80E7-711C186485AA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334964" y="3250912"/>
            <a:ext cx="666897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3.</a:t>
            </a:r>
            <a:endParaRPr lang="pt-BR"/>
          </a:p>
        </p:txBody>
      </p:sp>
      <p:sp>
        <p:nvSpPr>
          <p:cNvPr id="108" name="Text Placeholder 21">
            <a:extLst>
              <a:ext uri="{FF2B5EF4-FFF2-40B4-BE49-F238E27FC236}">
                <a16:creationId xmlns:a16="http://schemas.microsoft.com/office/drawing/2014/main" id="{454FB385-5582-984D-3BEC-2409DCFBBEA7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334964" y="4269237"/>
            <a:ext cx="666897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4.</a:t>
            </a:r>
            <a:endParaRPr lang="pt-BR"/>
          </a:p>
        </p:txBody>
      </p:sp>
      <p:sp>
        <p:nvSpPr>
          <p:cNvPr id="109" name="Text Placeholder 21">
            <a:extLst>
              <a:ext uri="{FF2B5EF4-FFF2-40B4-BE49-F238E27FC236}">
                <a16:creationId xmlns:a16="http://schemas.microsoft.com/office/drawing/2014/main" id="{48AFB4A3-A713-3B36-5C4C-116B17982407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6096002" y="1319509"/>
            <a:ext cx="666897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6.</a:t>
            </a:r>
            <a:endParaRPr lang="pt-BR"/>
          </a:p>
        </p:txBody>
      </p:sp>
      <p:sp>
        <p:nvSpPr>
          <p:cNvPr id="110" name="Text Placeholder 21">
            <a:extLst>
              <a:ext uri="{FF2B5EF4-FFF2-40B4-BE49-F238E27FC236}">
                <a16:creationId xmlns:a16="http://schemas.microsoft.com/office/drawing/2014/main" id="{455A5A6A-C346-A345-7676-47650852DEC5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6096002" y="2240644"/>
            <a:ext cx="666897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7.</a:t>
            </a:r>
            <a:endParaRPr lang="pt-BR"/>
          </a:p>
        </p:txBody>
      </p:sp>
      <p:sp>
        <p:nvSpPr>
          <p:cNvPr id="111" name="Text Placeholder 21">
            <a:extLst>
              <a:ext uri="{FF2B5EF4-FFF2-40B4-BE49-F238E27FC236}">
                <a16:creationId xmlns:a16="http://schemas.microsoft.com/office/drawing/2014/main" id="{C9036724-53EE-61EA-4F36-0647670CC647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6096002" y="3250912"/>
            <a:ext cx="666897" cy="492443"/>
          </a:xfrm>
          <a:prstGeom prst="rect">
            <a:avLst/>
          </a:prstGeom>
          <a:noFill/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8.</a:t>
            </a:r>
            <a:endParaRPr lang="pt-BR"/>
          </a:p>
        </p:txBody>
      </p:sp>
      <p:sp>
        <p:nvSpPr>
          <p:cNvPr id="112" name="Text Placeholder 21">
            <a:extLst>
              <a:ext uri="{FF2B5EF4-FFF2-40B4-BE49-F238E27FC236}">
                <a16:creationId xmlns:a16="http://schemas.microsoft.com/office/drawing/2014/main" id="{59FC8DE1-DA8C-E6FC-0074-C1233AE33862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6096002" y="4269237"/>
            <a:ext cx="666897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9.</a:t>
            </a:r>
            <a:endParaRPr lang="pt-BR"/>
          </a:p>
        </p:txBody>
      </p:sp>
      <p:sp>
        <p:nvSpPr>
          <p:cNvPr id="113" name="Text Placeholder 21">
            <a:extLst>
              <a:ext uri="{FF2B5EF4-FFF2-40B4-BE49-F238E27FC236}">
                <a16:creationId xmlns:a16="http://schemas.microsoft.com/office/drawing/2014/main" id="{CD7EC131-607A-502B-D5DB-EACD3848C447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1217549" y="5311941"/>
            <a:ext cx="4304945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14" name="Text Placeholder 21">
            <a:extLst>
              <a:ext uri="{FF2B5EF4-FFF2-40B4-BE49-F238E27FC236}">
                <a16:creationId xmlns:a16="http://schemas.microsoft.com/office/drawing/2014/main" id="{39366CD8-736E-E9F0-1631-408CE9342B73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6978587" y="5310098"/>
            <a:ext cx="4304945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15" name="Text Placeholder 21">
            <a:extLst>
              <a:ext uri="{FF2B5EF4-FFF2-40B4-BE49-F238E27FC236}">
                <a16:creationId xmlns:a16="http://schemas.microsoft.com/office/drawing/2014/main" id="{A36BD412-4DD9-0776-5A73-B5939ACF9185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334964" y="5283158"/>
            <a:ext cx="666897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5.</a:t>
            </a:r>
            <a:endParaRPr lang="pt-BR"/>
          </a:p>
        </p:txBody>
      </p:sp>
      <p:sp>
        <p:nvSpPr>
          <p:cNvPr id="116" name="Text Placeholder 21">
            <a:extLst>
              <a:ext uri="{FF2B5EF4-FFF2-40B4-BE49-F238E27FC236}">
                <a16:creationId xmlns:a16="http://schemas.microsoft.com/office/drawing/2014/main" id="{0D56432C-F90B-BE78-9849-16EDFA25EDF3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6096002" y="5283158"/>
            <a:ext cx="666897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10.</a:t>
            </a:r>
            <a:endParaRPr lang="pt-BR"/>
          </a:p>
        </p:txBody>
      </p:sp>
      <p:sp>
        <p:nvSpPr>
          <p:cNvPr id="3" name="Picture 8">
            <a:extLst>
              <a:ext uri="{FF2B5EF4-FFF2-40B4-BE49-F238E27FC236}">
                <a16:creationId xmlns:a16="http://schemas.microsoft.com/office/drawing/2014/main" id="{13E1FCE5-3B0A-A220-D717-0F7086E423DA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accent4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3317382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065">
          <p15:clr>
            <a:srgbClr val="FBAE40"/>
          </p15:clr>
        </p15:guide>
        <p15:guide id="2" pos="211">
          <p15:clr>
            <a:srgbClr val="FBAE40"/>
          </p15:clr>
        </p15:guide>
        <p15:guide id="3" orient="horz" pos="3997">
          <p15:clr>
            <a:srgbClr val="FBAE40"/>
          </p15:clr>
        </p15:guide>
        <p15:guide id="4" pos="7469">
          <p15:clr>
            <a:srgbClr val="FBAE40"/>
          </p15:clr>
        </p15:guide>
        <p15:guide id="5" orient="horz" pos="232">
          <p15:clr>
            <a:srgbClr val="FBAE40"/>
          </p15:clr>
        </p15:guide>
        <p15:guide id="6" orient="horz" pos="504">
          <p15:clr>
            <a:srgbClr val="FBAE40"/>
          </p15:clr>
        </p15:guide>
        <p15:guide id="7" orient="horz" pos="799">
          <p15:clr>
            <a:srgbClr val="FBAE40"/>
          </p15:clr>
        </p15:guide>
      </p15:sldGuideLst>
    </p:ext>
  </p:extLst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Índice - High Grade - 14 títulos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1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" name="Espaço Reservado para Número de Slide 5">
            <a:extLst>
              <a:ext uri="{FF2B5EF4-FFF2-40B4-BE49-F238E27FC236}">
                <a16:creationId xmlns:a16="http://schemas.microsoft.com/office/drawing/2014/main" id="{8B43B5D6-9411-2916-3463-C0BBC4CE3A6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42617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95" name="Text Placeholder 3">
            <a:extLst>
              <a:ext uri="{FF2B5EF4-FFF2-40B4-BE49-F238E27FC236}">
                <a16:creationId xmlns:a16="http://schemas.microsoft.com/office/drawing/2014/main" id="{1F9E0DEB-08E9-5248-44F9-9916F0925C87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pt-BR"/>
              <a:t>Índice | Até 14 títulos</a:t>
            </a:r>
            <a:endParaRPr lang="en-US"/>
          </a:p>
        </p:txBody>
      </p:sp>
      <p:sp>
        <p:nvSpPr>
          <p:cNvPr id="96" name="Text Placeholder 10">
            <a:extLst>
              <a:ext uri="{FF2B5EF4-FFF2-40B4-BE49-F238E27FC236}">
                <a16:creationId xmlns:a16="http://schemas.microsoft.com/office/drawing/2014/main" id="{86EE135B-8461-A8E5-B808-1CCC5F3ABF32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defRPr sz="900" baseline="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7" name="Text Placeholder 21">
            <a:extLst>
              <a:ext uri="{FF2B5EF4-FFF2-40B4-BE49-F238E27FC236}">
                <a16:creationId xmlns:a16="http://schemas.microsoft.com/office/drawing/2014/main" id="{C68EECD8-4868-C403-065A-798C94914B21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1112441" y="1294749"/>
            <a:ext cx="3633266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98" name="Text Placeholder 21">
            <a:extLst>
              <a:ext uri="{FF2B5EF4-FFF2-40B4-BE49-F238E27FC236}">
                <a16:creationId xmlns:a16="http://schemas.microsoft.com/office/drawing/2014/main" id="{377F7479-B5E7-D307-06B9-71E3BA37F3EF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1112441" y="2053172"/>
            <a:ext cx="3633266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99" name="Text Placeholder 21">
            <a:extLst>
              <a:ext uri="{FF2B5EF4-FFF2-40B4-BE49-F238E27FC236}">
                <a16:creationId xmlns:a16="http://schemas.microsoft.com/office/drawing/2014/main" id="{A9CB3A34-F081-C677-A00F-67C1873C062A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1112441" y="2813030"/>
            <a:ext cx="3633266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0" name="Text Placeholder 21">
            <a:extLst>
              <a:ext uri="{FF2B5EF4-FFF2-40B4-BE49-F238E27FC236}">
                <a16:creationId xmlns:a16="http://schemas.microsoft.com/office/drawing/2014/main" id="{66627ED0-3A46-8737-6897-D3BDDB091302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1112441" y="3578536"/>
            <a:ext cx="3633266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1" name="Text Placeholder 21">
            <a:extLst>
              <a:ext uri="{FF2B5EF4-FFF2-40B4-BE49-F238E27FC236}">
                <a16:creationId xmlns:a16="http://schemas.microsoft.com/office/drawing/2014/main" id="{4A98C90D-F543-2D3A-9F32-FF02504B384D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6873479" y="1298388"/>
            <a:ext cx="3633266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2" name="Text Placeholder 21">
            <a:extLst>
              <a:ext uri="{FF2B5EF4-FFF2-40B4-BE49-F238E27FC236}">
                <a16:creationId xmlns:a16="http://schemas.microsoft.com/office/drawing/2014/main" id="{02D303FD-4338-9202-3742-445CFAC544F9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6873479" y="2051616"/>
            <a:ext cx="3633266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3" name="Text Placeholder 21">
            <a:extLst>
              <a:ext uri="{FF2B5EF4-FFF2-40B4-BE49-F238E27FC236}">
                <a16:creationId xmlns:a16="http://schemas.microsoft.com/office/drawing/2014/main" id="{DAB51C54-4BA1-024C-8F1D-E61343BFAC42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873479" y="2808937"/>
            <a:ext cx="3633266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4" name="Text Placeholder 21">
            <a:extLst>
              <a:ext uri="{FF2B5EF4-FFF2-40B4-BE49-F238E27FC236}">
                <a16:creationId xmlns:a16="http://schemas.microsoft.com/office/drawing/2014/main" id="{31C27C31-0117-4C41-7DD9-9A95AE01F9D5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6873479" y="3576980"/>
            <a:ext cx="3633266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5" name="Text Placeholder 21">
            <a:extLst>
              <a:ext uri="{FF2B5EF4-FFF2-40B4-BE49-F238E27FC236}">
                <a16:creationId xmlns:a16="http://schemas.microsoft.com/office/drawing/2014/main" id="{305C7304-230E-F6CE-A76D-99DF1E692F08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334965" y="1272292"/>
            <a:ext cx="562844" cy="492443"/>
          </a:xfrm>
          <a:prstGeom prst="rect">
            <a:avLst/>
          </a:prstGeom>
          <a:noFill/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1.</a:t>
            </a:r>
            <a:endParaRPr lang="pt-BR"/>
          </a:p>
        </p:txBody>
      </p:sp>
      <p:sp>
        <p:nvSpPr>
          <p:cNvPr id="106" name="Text Placeholder 21">
            <a:extLst>
              <a:ext uri="{FF2B5EF4-FFF2-40B4-BE49-F238E27FC236}">
                <a16:creationId xmlns:a16="http://schemas.microsoft.com/office/drawing/2014/main" id="{646BD931-2CC9-4B26-938C-C6A9327B317A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334965" y="2021813"/>
            <a:ext cx="562844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2.</a:t>
            </a:r>
            <a:endParaRPr lang="pt-BR"/>
          </a:p>
        </p:txBody>
      </p:sp>
      <p:sp>
        <p:nvSpPr>
          <p:cNvPr id="107" name="Text Placeholder 21">
            <a:extLst>
              <a:ext uri="{FF2B5EF4-FFF2-40B4-BE49-F238E27FC236}">
                <a16:creationId xmlns:a16="http://schemas.microsoft.com/office/drawing/2014/main" id="{7EF60F9A-51DE-3649-80E7-711C186485AA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334965" y="2779134"/>
            <a:ext cx="562844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3.</a:t>
            </a:r>
            <a:endParaRPr lang="pt-BR"/>
          </a:p>
        </p:txBody>
      </p:sp>
      <p:sp>
        <p:nvSpPr>
          <p:cNvPr id="108" name="Text Placeholder 21">
            <a:extLst>
              <a:ext uri="{FF2B5EF4-FFF2-40B4-BE49-F238E27FC236}">
                <a16:creationId xmlns:a16="http://schemas.microsoft.com/office/drawing/2014/main" id="{454FB385-5582-984D-3BEC-2409DCFBBEA7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334965" y="3544640"/>
            <a:ext cx="562844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4.</a:t>
            </a:r>
            <a:endParaRPr lang="pt-BR"/>
          </a:p>
        </p:txBody>
      </p:sp>
      <p:sp>
        <p:nvSpPr>
          <p:cNvPr id="109" name="Text Placeholder 21">
            <a:extLst>
              <a:ext uri="{FF2B5EF4-FFF2-40B4-BE49-F238E27FC236}">
                <a16:creationId xmlns:a16="http://schemas.microsoft.com/office/drawing/2014/main" id="{48AFB4A3-A713-3B36-5C4C-116B17982407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6096003" y="1277486"/>
            <a:ext cx="562844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8.</a:t>
            </a:r>
            <a:endParaRPr lang="pt-BR"/>
          </a:p>
        </p:txBody>
      </p:sp>
      <p:sp>
        <p:nvSpPr>
          <p:cNvPr id="110" name="Text Placeholder 21">
            <a:extLst>
              <a:ext uri="{FF2B5EF4-FFF2-40B4-BE49-F238E27FC236}">
                <a16:creationId xmlns:a16="http://schemas.microsoft.com/office/drawing/2014/main" id="{455A5A6A-C346-A345-7676-47650852DEC5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6096003" y="2021813"/>
            <a:ext cx="562844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9.</a:t>
            </a:r>
            <a:endParaRPr lang="pt-BR"/>
          </a:p>
        </p:txBody>
      </p:sp>
      <p:sp>
        <p:nvSpPr>
          <p:cNvPr id="111" name="Text Placeholder 21">
            <a:extLst>
              <a:ext uri="{FF2B5EF4-FFF2-40B4-BE49-F238E27FC236}">
                <a16:creationId xmlns:a16="http://schemas.microsoft.com/office/drawing/2014/main" id="{C9036724-53EE-61EA-4F36-0647670CC647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6096003" y="2779134"/>
            <a:ext cx="562844" cy="492443"/>
          </a:xfrm>
          <a:prstGeom prst="rect">
            <a:avLst/>
          </a:prstGeom>
          <a:noFill/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10.</a:t>
            </a:r>
            <a:endParaRPr lang="pt-BR"/>
          </a:p>
        </p:txBody>
      </p:sp>
      <p:sp>
        <p:nvSpPr>
          <p:cNvPr id="112" name="Text Placeholder 21">
            <a:extLst>
              <a:ext uri="{FF2B5EF4-FFF2-40B4-BE49-F238E27FC236}">
                <a16:creationId xmlns:a16="http://schemas.microsoft.com/office/drawing/2014/main" id="{59FC8DE1-DA8C-E6FC-0074-C1233AE33862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6096003" y="3544640"/>
            <a:ext cx="562844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11.</a:t>
            </a:r>
            <a:endParaRPr lang="pt-BR"/>
          </a:p>
        </p:txBody>
      </p:sp>
      <p:sp>
        <p:nvSpPr>
          <p:cNvPr id="113" name="Text Placeholder 21">
            <a:extLst>
              <a:ext uri="{FF2B5EF4-FFF2-40B4-BE49-F238E27FC236}">
                <a16:creationId xmlns:a16="http://schemas.microsoft.com/office/drawing/2014/main" id="{CD7EC131-607A-502B-D5DB-EACD3848C447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1112441" y="4354249"/>
            <a:ext cx="3633266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14" name="Text Placeholder 21">
            <a:extLst>
              <a:ext uri="{FF2B5EF4-FFF2-40B4-BE49-F238E27FC236}">
                <a16:creationId xmlns:a16="http://schemas.microsoft.com/office/drawing/2014/main" id="{39366CD8-736E-E9F0-1631-408CE9342B73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6873479" y="4352693"/>
            <a:ext cx="3633266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15" name="Text Placeholder 21">
            <a:extLst>
              <a:ext uri="{FF2B5EF4-FFF2-40B4-BE49-F238E27FC236}">
                <a16:creationId xmlns:a16="http://schemas.microsoft.com/office/drawing/2014/main" id="{A36BD412-4DD9-0776-5A73-B5939ACF9185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334965" y="4320353"/>
            <a:ext cx="562844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5.</a:t>
            </a:r>
            <a:endParaRPr lang="pt-BR"/>
          </a:p>
        </p:txBody>
      </p:sp>
      <p:sp>
        <p:nvSpPr>
          <p:cNvPr id="116" name="Text Placeholder 21">
            <a:extLst>
              <a:ext uri="{FF2B5EF4-FFF2-40B4-BE49-F238E27FC236}">
                <a16:creationId xmlns:a16="http://schemas.microsoft.com/office/drawing/2014/main" id="{0D56432C-F90B-BE78-9849-16EDFA25EDF3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6096003" y="4320353"/>
            <a:ext cx="562844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12.</a:t>
            </a:r>
            <a:endParaRPr lang="pt-BR"/>
          </a:p>
        </p:txBody>
      </p:sp>
      <p:sp>
        <p:nvSpPr>
          <p:cNvPr id="26" name="Text Placeholder 21">
            <a:extLst>
              <a:ext uri="{FF2B5EF4-FFF2-40B4-BE49-F238E27FC236}">
                <a16:creationId xmlns:a16="http://schemas.microsoft.com/office/drawing/2014/main" id="{C5B1F338-8D07-6165-2984-C97D76B836F9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1112441" y="5133711"/>
            <a:ext cx="3633266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27" name="Text Placeholder 21">
            <a:extLst>
              <a:ext uri="{FF2B5EF4-FFF2-40B4-BE49-F238E27FC236}">
                <a16:creationId xmlns:a16="http://schemas.microsoft.com/office/drawing/2014/main" id="{6AC2D12D-986D-3DD5-FBFC-D384978B998E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6873479" y="5132155"/>
            <a:ext cx="3633266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28" name="Text Placeholder 21">
            <a:extLst>
              <a:ext uri="{FF2B5EF4-FFF2-40B4-BE49-F238E27FC236}">
                <a16:creationId xmlns:a16="http://schemas.microsoft.com/office/drawing/2014/main" id="{91E97FC2-9348-4E3B-00E5-76B9F5F34636}"/>
              </a:ext>
            </a:extLst>
          </p:cNvPr>
          <p:cNvSpPr>
            <a:spLocks noGrp="1"/>
          </p:cNvSpPr>
          <p:nvPr>
            <p:ph type="body" sz="quarter" idx="39" hasCustomPrompt="1"/>
          </p:nvPr>
        </p:nvSpPr>
        <p:spPr>
          <a:xfrm>
            <a:off x="334965" y="5099815"/>
            <a:ext cx="562844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6.</a:t>
            </a:r>
            <a:endParaRPr lang="pt-BR"/>
          </a:p>
        </p:txBody>
      </p:sp>
      <p:sp>
        <p:nvSpPr>
          <p:cNvPr id="29" name="Text Placeholder 21">
            <a:extLst>
              <a:ext uri="{FF2B5EF4-FFF2-40B4-BE49-F238E27FC236}">
                <a16:creationId xmlns:a16="http://schemas.microsoft.com/office/drawing/2014/main" id="{10FCC27C-9F7B-60DD-448A-FA5C70190D61}"/>
              </a:ext>
            </a:extLst>
          </p:cNvPr>
          <p:cNvSpPr>
            <a:spLocks noGrp="1"/>
          </p:cNvSpPr>
          <p:nvPr>
            <p:ph type="body" sz="quarter" idx="40" hasCustomPrompt="1"/>
          </p:nvPr>
        </p:nvSpPr>
        <p:spPr>
          <a:xfrm>
            <a:off x="6096003" y="5099815"/>
            <a:ext cx="562844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13.</a:t>
            </a:r>
            <a:endParaRPr lang="pt-BR"/>
          </a:p>
        </p:txBody>
      </p:sp>
      <p:sp>
        <p:nvSpPr>
          <p:cNvPr id="30" name="Text Placeholder 21">
            <a:extLst>
              <a:ext uri="{FF2B5EF4-FFF2-40B4-BE49-F238E27FC236}">
                <a16:creationId xmlns:a16="http://schemas.microsoft.com/office/drawing/2014/main" id="{647A3C75-F52C-9572-4AC8-DF3C9EC74895}"/>
              </a:ext>
            </a:extLst>
          </p:cNvPr>
          <p:cNvSpPr>
            <a:spLocks noGrp="1"/>
          </p:cNvSpPr>
          <p:nvPr>
            <p:ph type="body" sz="quarter" idx="41" hasCustomPrompt="1"/>
          </p:nvPr>
        </p:nvSpPr>
        <p:spPr>
          <a:xfrm>
            <a:off x="1112441" y="5909424"/>
            <a:ext cx="3633266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31" name="Text Placeholder 21">
            <a:extLst>
              <a:ext uri="{FF2B5EF4-FFF2-40B4-BE49-F238E27FC236}">
                <a16:creationId xmlns:a16="http://schemas.microsoft.com/office/drawing/2014/main" id="{CF181672-FCCE-ED51-44CD-B257A5102052}"/>
              </a:ext>
            </a:extLst>
          </p:cNvPr>
          <p:cNvSpPr>
            <a:spLocks noGrp="1"/>
          </p:cNvSpPr>
          <p:nvPr>
            <p:ph type="body" sz="quarter" idx="42" hasCustomPrompt="1"/>
          </p:nvPr>
        </p:nvSpPr>
        <p:spPr>
          <a:xfrm>
            <a:off x="6873479" y="5907868"/>
            <a:ext cx="3633266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32" name="Text Placeholder 21">
            <a:extLst>
              <a:ext uri="{FF2B5EF4-FFF2-40B4-BE49-F238E27FC236}">
                <a16:creationId xmlns:a16="http://schemas.microsoft.com/office/drawing/2014/main" id="{C4E37429-91F7-9872-16AB-E9D998B9B034}"/>
              </a:ext>
            </a:extLst>
          </p:cNvPr>
          <p:cNvSpPr>
            <a:spLocks noGrp="1"/>
          </p:cNvSpPr>
          <p:nvPr>
            <p:ph type="body" sz="quarter" idx="43" hasCustomPrompt="1"/>
          </p:nvPr>
        </p:nvSpPr>
        <p:spPr>
          <a:xfrm>
            <a:off x="334965" y="5875528"/>
            <a:ext cx="562844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7.</a:t>
            </a:r>
            <a:endParaRPr lang="pt-BR"/>
          </a:p>
        </p:txBody>
      </p:sp>
      <p:sp>
        <p:nvSpPr>
          <p:cNvPr id="33" name="Text Placeholder 21">
            <a:extLst>
              <a:ext uri="{FF2B5EF4-FFF2-40B4-BE49-F238E27FC236}">
                <a16:creationId xmlns:a16="http://schemas.microsoft.com/office/drawing/2014/main" id="{996E1AEB-6FC0-93DB-7162-B62353FB6F67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6096003" y="5875528"/>
            <a:ext cx="562844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14.</a:t>
            </a:r>
            <a:endParaRPr lang="pt-BR"/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1352B972-1623-C7B4-AF77-24C25FC1A7A7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accent4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476187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065">
          <p15:clr>
            <a:srgbClr val="FBAE40"/>
          </p15:clr>
        </p15:guide>
        <p15:guide id="2" pos="211">
          <p15:clr>
            <a:srgbClr val="FBAE40"/>
          </p15:clr>
        </p15:guide>
        <p15:guide id="3" orient="horz" pos="3997">
          <p15:clr>
            <a:srgbClr val="FBAE40"/>
          </p15:clr>
        </p15:guide>
        <p15:guide id="4" pos="7469">
          <p15:clr>
            <a:srgbClr val="FBAE40"/>
          </p15:clr>
        </p15:guide>
        <p15:guide id="5" orient="horz" pos="232">
          <p15:clr>
            <a:srgbClr val="FBAE40"/>
          </p15:clr>
        </p15:guide>
        <p15:guide id="6" orient="horz" pos="504">
          <p15:clr>
            <a:srgbClr val="FBAE40"/>
          </p15:clr>
        </p15:guide>
        <p15:guide id="7" orient="horz" pos="799">
          <p15:clr>
            <a:srgbClr val="FBAE40"/>
          </p15:clr>
        </p15:guide>
      </p15:sldGuideLst>
    </p:ext>
  </p:extLst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_Blank">
    <p:bg>
      <p:bgPr>
        <a:gradFill>
          <a:gsLst>
            <a:gs pos="100000">
              <a:schemeClr val="tx1">
                <a:lumMod val="95000"/>
                <a:lumOff val="5000"/>
              </a:schemeClr>
            </a:gs>
            <a:gs pos="0">
              <a:schemeClr val="tx1">
                <a:lumMod val="85000"/>
                <a:lumOff val="15000"/>
              </a:schemeClr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9151809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itle and Content">
    <p:bg>
      <p:bgPr>
        <a:gradFill>
          <a:gsLst>
            <a:gs pos="100000">
              <a:schemeClr val="tx1"/>
            </a:gs>
            <a:gs pos="0">
              <a:schemeClr val="tx1">
                <a:lumMod val="95000"/>
                <a:lumOff val="5000"/>
              </a:schemeClr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object 5">
            <a:extLst>
              <a:ext uri="{FF2B5EF4-FFF2-40B4-BE49-F238E27FC236}">
                <a16:creationId xmlns:a16="http://schemas.microsoft.com/office/drawing/2014/main" id="{E48CEA9B-7AE1-C9CB-91D5-73FE3580D72F}"/>
              </a:ext>
            </a:extLst>
          </p:cNvPr>
          <p:cNvSpPr/>
          <p:nvPr userDrawn="1"/>
        </p:nvSpPr>
        <p:spPr>
          <a:xfrm flipV="1">
            <a:off x="334963" y="87564"/>
            <a:ext cx="11520864" cy="256427"/>
          </a:xfrm>
          <a:custGeom>
            <a:avLst/>
            <a:gdLst/>
            <a:ahLst/>
            <a:cxnLst/>
            <a:rect l="l" t="t" r="r" b="b"/>
            <a:pathLst>
              <a:path w="19125565">
                <a:moveTo>
                  <a:pt x="0" y="0"/>
                </a:moveTo>
                <a:lnTo>
                  <a:pt x="19125114" y="0"/>
                </a:lnTo>
              </a:path>
            </a:pathLst>
          </a:custGeom>
          <a:ln w="635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pPr defTabSz="554492">
              <a:buClrTx/>
              <a:defRPr/>
            </a:pPr>
            <a:endParaRPr sz="1092">
              <a:solidFill>
                <a:sysClr val="windowText" lastClr="000000"/>
              </a:solidFill>
            </a:endParaRPr>
          </a:p>
        </p:txBody>
      </p:sp>
      <p:sp>
        <p:nvSpPr>
          <p:cNvPr id="8" name="Picture 8">
            <a:extLst>
              <a:ext uri="{FF2B5EF4-FFF2-40B4-BE49-F238E27FC236}">
                <a16:creationId xmlns:a16="http://schemas.microsoft.com/office/drawing/2014/main" id="{3F134C83-D46A-88D2-FB6A-3AF20F41AFB2}"/>
              </a:ext>
            </a:extLst>
          </p:cNvPr>
          <p:cNvSpPr/>
          <p:nvPr/>
        </p:nvSpPr>
        <p:spPr>
          <a:xfrm>
            <a:off x="11100750" y="513297"/>
            <a:ext cx="755077" cy="256427"/>
          </a:xfrm>
          <a:custGeom>
            <a:avLst/>
            <a:gdLst>
              <a:gd name="connsiteX0" fmla="*/ 729170 w 755077"/>
              <a:gd name="connsiteY0" fmla="*/ 141860 h 256427"/>
              <a:gd name="connsiteX1" fmla="*/ 755078 w 755077"/>
              <a:gd name="connsiteY1" fmla="*/ 82229 h 256427"/>
              <a:gd name="connsiteX2" fmla="*/ 729170 w 755077"/>
              <a:gd name="connsiteY2" fmla="*/ 22599 h 256427"/>
              <a:gd name="connsiteX3" fmla="*/ 662720 w 755077"/>
              <a:gd name="connsiteY3" fmla="*/ 0 h 256427"/>
              <a:gd name="connsiteX4" fmla="*/ 596270 w 755077"/>
              <a:gd name="connsiteY4" fmla="*/ 22599 h 256427"/>
              <a:gd name="connsiteX5" fmla="*/ 570363 w 755077"/>
              <a:gd name="connsiteY5" fmla="*/ 82229 h 256427"/>
              <a:gd name="connsiteX6" fmla="*/ 596270 w 755077"/>
              <a:gd name="connsiteY6" fmla="*/ 141860 h 256427"/>
              <a:gd name="connsiteX7" fmla="*/ 662720 w 755077"/>
              <a:gd name="connsiteY7" fmla="*/ 164459 h 256427"/>
              <a:gd name="connsiteX8" fmla="*/ 729170 w 755077"/>
              <a:gd name="connsiteY8" fmla="*/ 141860 h 256427"/>
              <a:gd name="connsiteX9" fmla="*/ 596089 w 755077"/>
              <a:gd name="connsiteY9" fmla="*/ 82229 h 256427"/>
              <a:gd name="connsiteX10" fmla="*/ 613852 w 755077"/>
              <a:gd name="connsiteY10" fmla="*/ 41282 h 256427"/>
              <a:gd name="connsiteX11" fmla="*/ 662720 w 755077"/>
              <a:gd name="connsiteY11" fmla="*/ 25357 h 256427"/>
              <a:gd name="connsiteX12" fmla="*/ 711588 w 755077"/>
              <a:gd name="connsiteY12" fmla="*/ 41282 h 256427"/>
              <a:gd name="connsiteX13" fmla="*/ 729351 w 755077"/>
              <a:gd name="connsiteY13" fmla="*/ 82229 h 256427"/>
              <a:gd name="connsiteX14" fmla="*/ 711588 w 755077"/>
              <a:gd name="connsiteY14" fmla="*/ 123177 h 256427"/>
              <a:gd name="connsiteX15" fmla="*/ 662720 w 755077"/>
              <a:gd name="connsiteY15" fmla="*/ 139093 h 256427"/>
              <a:gd name="connsiteX16" fmla="*/ 613852 w 755077"/>
              <a:gd name="connsiteY16" fmla="*/ 123177 h 256427"/>
              <a:gd name="connsiteX17" fmla="*/ 596089 w 755077"/>
              <a:gd name="connsiteY17" fmla="*/ 82229 h 256427"/>
              <a:gd name="connsiteX18" fmla="*/ 234957 w 755077"/>
              <a:gd name="connsiteY18" fmla="*/ 204267 h 256427"/>
              <a:gd name="connsiteX19" fmla="*/ 246049 w 755077"/>
              <a:gd name="connsiteY19" fmla="*/ 201210 h 256427"/>
              <a:gd name="connsiteX20" fmla="*/ 257882 w 755077"/>
              <a:gd name="connsiteY20" fmla="*/ 204791 h 256427"/>
              <a:gd name="connsiteX21" fmla="*/ 264390 w 755077"/>
              <a:gd name="connsiteY21" fmla="*/ 214748 h 256427"/>
              <a:gd name="connsiteX22" fmla="*/ 271993 w 755077"/>
              <a:gd name="connsiteY22" fmla="*/ 214748 h 256427"/>
              <a:gd name="connsiteX23" fmla="*/ 263387 w 755077"/>
              <a:gd name="connsiteY23" fmla="*/ 199718 h 256427"/>
              <a:gd name="connsiteX24" fmla="*/ 246401 w 755077"/>
              <a:gd name="connsiteY24" fmla="*/ 194211 h 256427"/>
              <a:gd name="connsiteX25" fmla="*/ 231025 w 755077"/>
              <a:gd name="connsiteY25" fmla="*/ 198099 h 256427"/>
              <a:gd name="connsiteX26" fmla="*/ 220810 w 755077"/>
              <a:gd name="connsiteY26" fmla="*/ 209069 h 256427"/>
              <a:gd name="connsiteX27" fmla="*/ 217231 w 755077"/>
              <a:gd name="connsiteY27" fmla="*/ 225319 h 256427"/>
              <a:gd name="connsiteX28" fmla="*/ 220810 w 755077"/>
              <a:gd name="connsiteY28" fmla="*/ 241615 h 256427"/>
              <a:gd name="connsiteX29" fmla="*/ 231025 w 755077"/>
              <a:gd name="connsiteY29" fmla="*/ 252539 h 256427"/>
              <a:gd name="connsiteX30" fmla="*/ 246401 w 755077"/>
              <a:gd name="connsiteY30" fmla="*/ 256428 h 256427"/>
              <a:gd name="connsiteX31" fmla="*/ 263387 w 755077"/>
              <a:gd name="connsiteY31" fmla="*/ 250920 h 256427"/>
              <a:gd name="connsiteX32" fmla="*/ 271902 w 755077"/>
              <a:gd name="connsiteY32" fmla="*/ 235891 h 256427"/>
              <a:gd name="connsiteX33" fmla="*/ 264300 w 755077"/>
              <a:gd name="connsiteY33" fmla="*/ 235891 h 256427"/>
              <a:gd name="connsiteX34" fmla="*/ 257837 w 755077"/>
              <a:gd name="connsiteY34" fmla="*/ 245892 h 256427"/>
              <a:gd name="connsiteX35" fmla="*/ 246049 w 755077"/>
              <a:gd name="connsiteY35" fmla="*/ 249428 h 256427"/>
              <a:gd name="connsiteX36" fmla="*/ 234957 w 755077"/>
              <a:gd name="connsiteY36" fmla="*/ 246372 h 256427"/>
              <a:gd name="connsiteX37" fmla="*/ 227581 w 755077"/>
              <a:gd name="connsiteY37" fmla="*/ 237808 h 256427"/>
              <a:gd name="connsiteX38" fmla="*/ 225005 w 755077"/>
              <a:gd name="connsiteY38" fmla="*/ 225310 h 256427"/>
              <a:gd name="connsiteX39" fmla="*/ 227581 w 755077"/>
              <a:gd name="connsiteY39" fmla="*/ 212776 h 256427"/>
              <a:gd name="connsiteX40" fmla="*/ 234957 w 755077"/>
              <a:gd name="connsiteY40" fmla="*/ 204258 h 256427"/>
              <a:gd name="connsiteX41" fmla="*/ 330858 w 755077"/>
              <a:gd name="connsiteY41" fmla="*/ 194744 h 256427"/>
              <a:gd name="connsiteX42" fmla="*/ 307536 w 755077"/>
              <a:gd name="connsiteY42" fmla="*/ 255903 h 256427"/>
              <a:gd name="connsiteX43" fmla="*/ 315392 w 755077"/>
              <a:gd name="connsiteY43" fmla="*/ 255903 h 256427"/>
              <a:gd name="connsiteX44" fmla="*/ 321855 w 755077"/>
              <a:gd name="connsiteY44" fmla="*/ 239390 h 256427"/>
              <a:gd name="connsiteX45" fmla="*/ 348495 w 755077"/>
              <a:gd name="connsiteY45" fmla="*/ 239390 h 256427"/>
              <a:gd name="connsiteX46" fmla="*/ 354958 w 755077"/>
              <a:gd name="connsiteY46" fmla="*/ 255903 h 256427"/>
              <a:gd name="connsiteX47" fmla="*/ 363076 w 755077"/>
              <a:gd name="connsiteY47" fmla="*/ 255903 h 256427"/>
              <a:gd name="connsiteX48" fmla="*/ 339844 w 755077"/>
              <a:gd name="connsiteY48" fmla="*/ 194744 h 256427"/>
              <a:gd name="connsiteX49" fmla="*/ 330849 w 755077"/>
              <a:gd name="connsiteY49" fmla="*/ 194744 h 256427"/>
              <a:gd name="connsiteX50" fmla="*/ 324133 w 755077"/>
              <a:gd name="connsiteY50" fmla="*/ 232490 h 256427"/>
              <a:gd name="connsiteX51" fmla="*/ 335134 w 755077"/>
              <a:gd name="connsiteY51" fmla="*/ 203046 h 256427"/>
              <a:gd name="connsiteX52" fmla="*/ 346226 w 755077"/>
              <a:gd name="connsiteY52" fmla="*/ 232490 h 256427"/>
              <a:gd name="connsiteX53" fmla="*/ 324124 w 755077"/>
              <a:gd name="connsiteY53" fmla="*/ 232490 h 256427"/>
              <a:gd name="connsiteX54" fmla="*/ 715231 w 755077"/>
              <a:gd name="connsiteY54" fmla="*/ 194744 h 256427"/>
              <a:gd name="connsiteX55" fmla="*/ 707638 w 755077"/>
              <a:gd name="connsiteY55" fmla="*/ 194744 h 256427"/>
              <a:gd name="connsiteX56" fmla="*/ 707638 w 755077"/>
              <a:gd name="connsiteY56" fmla="*/ 255903 h 256427"/>
              <a:gd name="connsiteX57" fmla="*/ 743100 w 755077"/>
              <a:gd name="connsiteY57" fmla="*/ 255903 h 256427"/>
              <a:gd name="connsiteX58" fmla="*/ 743100 w 755077"/>
              <a:gd name="connsiteY58" fmla="*/ 248913 h 256427"/>
              <a:gd name="connsiteX59" fmla="*/ 715240 w 755077"/>
              <a:gd name="connsiteY59" fmla="*/ 248913 h 256427"/>
              <a:gd name="connsiteX60" fmla="*/ 715240 w 755077"/>
              <a:gd name="connsiteY60" fmla="*/ 194744 h 256427"/>
              <a:gd name="connsiteX61" fmla="*/ 247423 w 755077"/>
              <a:gd name="connsiteY61" fmla="*/ 2089 h 256427"/>
              <a:gd name="connsiteX62" fmla="*/ 222392 w 755077"/>
              <a:gd name="connsiteY62" fmla="*/ 2089 h 256427"/>
              <a:gd name="connsiteX63" fmla="*/ 222392 w 755077"/>
              <a:gd name="connsiteY63" fmla="*/ 162361 h 256427"/>
              <a:gd name="connsiteX64" fmla="*/ 247423 w 755077"/>
              <a:gd name="connsiteY64" fmla="*/ 162361 h 256427"/>
              <a:gd name="connsiteX65" fmla="*/ 247423 w 755077"/>
              <a:gd name="connsiteY65" fmla="*/ 2089 h 256427"/>
              <a:gd name="connsiteX66" fmla="*/ 79458 w 755077"/>
              <a:gd name="connsiteY66" fmla="*/ 61810 h 256427"/>
              <a:gd name="connsiteX67" fmla="*/ 79458 w 755077"/>
              <a:gd name="connsiteY67" fmla="*/ 162370 h 256427"/>
              <a:gd name="connsiteX68" fmla="*/ 105230 w 755077"/>
              <a:gd name="connsiteY68" fmla="*/ 162370 h 256427"/>
              <a:gd name="connsiteX69" fmla="*/ 105212 w 755077"/>
              <a:gd name="connsiteY69" fmla="*/ 61810 h 256427"/>
              <a:gd name="connsiteX70" fmla="*/ 93786 w 755077"/>
              <a:gd name="connsiteY70" fmla="*/ 28296 h 256427"/>
              <a:gd name="connsiteX71" fmla="*/ 92330 w 755077"/>
              <a:gd name="connsiteY71" fmla="*/ 26415 h 256427"/>
              <a:gd name="connsiteX72" fmla="*/ 90875 w 755077"/>
              <a:gd name="connsiteY72" fmla="*/ 28296 h 256427"/>
              <a:gd name="connsiteX73" fmla="*/ 79449 w 755077"/>
              <a:gd name="connsiteY73" fmla="*/ 61810 h 256427"/>
              <a:gd name="connsiteX74" fmla="*/ 46608 w 755077"/>
              <a:gd name="connsiteY74" fmla="*/ 2089 h 256427"/>
              <a:gd name="connsiteX75" fmla="*/ 0 w 755077"/>
              <a:gd name="connsiteY75" fmla="*/ 2089 h 256427"/>
              <a:gd name="connsiteX76" fmla="*/ 0 w 755077"/>
              <a:gd name="connsiteY76" fmla="*/ 26415 h 256427"/>
              <a:gd name="connsiteX77" fmla="*/ 92330 w 755077"/>
              <a:gd name="connsiteY77" fmla="*/ 26415 h 256427"/>
              <a:gd name="connsiteX78" fmla="*/ 90043 w 755077"/>
              <a:gd name="connsiteY78" fmla="*/ 23458 h 256427"/>
              <a:gd name="connsiteX79" fmla="*/ 46608 w 755077"/>
              <a:gd name="connsiteY79" fmla="*/ 2089 h 256427"/>
              <a:gd name="connsiteX80" fmla="*/ 94618 w 755077"/>
              <a:gd name="connsiteY80" fmla="*/ 23458 h 256427"/>
              <a:gd name="connsiteX81" fmla="*/ 92330 w 755077"/>
              <a:gd name="connsiteY81" fmla="*/ 26415 h 256427"/>
              <a:gd name="connsiteX82" fmla="*/ 184661 w 755077"/>
              <a:gd name="connsiteY82" fmla="*/ 26415 h 256427"/>
              <a:gd name="connsiteX83" fmla="*/ 184661 w 755077"/>
              <a:gd name="connsiteY83" fmla="*/ 2089 h 256427"/>
              <a:gd name="connsiteX84" fmla="*/ 138053 w 755077"/>
              <a:gd name="connsiteY84" fmla="*/ 2089 h 256427"/>
              <a:gd name="connsiteX85" fmla="*/ 94608 w 755077"/>
              <a:gd name="connsiteY85" fmla="*/ 23458 h 256427"/>
              <a:gd name="connsiteX86" fmla="*/ 507601 w 755077"/>
              <a:gd name="connsiteY86" fmla="*/ 162361 h 256427"/>
              <a:gd name="connsiteX87" fmla="*/ 532631 w 755077"/>
              <a:gd name="connsiteY87" fmla="*/ 162361 h 256427"/>
              <a:gd name="connsiteX88" fmla="*/ 532631 w 755077"/>
              <a:gd name="connsiteY88" fmla="*/ 2089 h 256427"/>
              <a:gd name="connsiteX89" fmla="*/ 507601 w 755077"/>
              <a:gd name="connsiteY89" fmla="*/ 2089 h 256427"/>
              <a:gd name="connsiteX90" fmla="*/ 507601 w 755077"/>
              <a:gd name="connsiteY90" fmla="*/ 162361 h 256427"/>
              <a:gd name="connsiteX91" fmla="*/ 488238 w 755077"/>
              <a:gd name="connsiteY91" fmla="*/ 255903 h 256427"/>
              <a:gd name="connsiteX92" fmla="*/ 495840 w 755077"/>
              <a:gd name="connsiteY92" fmla="*/ 255903 h 256427"/>
              <a:gd name="connsiteX93" fmla="*/ 495840 w 755077"/>
              <a:gd name="connsiteY93" fmla="*/ 194744 h 256427"/>
              <a:gd name="connsiteX94" fmla="*/ 488238 w 755077"/>
              <a:gd name="connsiteY94" fmla="*/ 194744 h 256427"/>
              <a:gd name="connsiteX95" fmla="*/ 488238 w 755077"/>
              <a:gd name="connsiteY95" fmla="*/ 255903 h 256427"/>
              <a:gd name="connsiteX96" fmla="*/ 537151 w 755077"/>
              <a:gd name="connsiteY96" fmla="*/ 201735 h 256427"/>
              <a:gd name="connsiteX97" fmla="*/ 556975 w 755077"/>
              <a:gd name="connsiteY97" fmla="*/ 201735 h 256427"/>
              <a:gd name="connsiteX98" fmla="*/ 556975 w 755077"/>
              <a:gd name="connsiteY98" fmla="*/ 255903 h 256427"/>
              <a:gd name="connsiteX99" fmla="*/ 564577 w 755077"/>
              <a:gd name="connsiteY99" fmla="*/ 255903 h 256427"/>
              <a:gd name="connsiteX100" fmla="*/ 564577 w 755077"/>
              <a:gd name="connsiteY100" fmla="*/ 201735 h 256427"/>
              <a:gd name="connsiteX101" fmla="*/ 584401 w 755077"/>
              <a:gd name="connsiteY101" fmla="*/ 201735 h 256427"/>
              <a:gd name="connsiteX102" fmla="*/ 584401 w 755077"/>
              <a:gd name="connsiteY102" fmla="*/ 194744 h 256427"/>
              <a:gd name="connsiteX103" fmla="*/ 537151 w 755077"/>
              <a:gd name="connsiteY103" fmla="*/ 194744 h 256427"/>
              <a:gd name="connsiteX104" fmla="*/ 537151 w 755077"/>
              <a:gd name="connsiteY104" fmla="*/ 201735 h 256427"/>
              <a:gd name="connsiteX105" fmla="*/ 283346 w 755077"/>
              <a:gd name="connsiteY105" fmla="*/ 2089 h 256427"/>
              <a:gd name="connsiteX106" fmla="*/ 340377 w 755077"/>
              <a:gd name="connsiteY106" fmla="*/ 138134 h 256427"/>
              <a:gd name="connsiteX107" fmla="*/ 376047 w 755077"/>
              <a:gd name="connsiteY107" fmla="*/ 164450 h 256427"/>
              <a:gd name="connsiteX108" fmla="*/ 377512 w 755077"/>
              <a:gd name="connsiteY108" fmla="*/ 164450 h 256427"/>
              <a:gd name="connsiteX109" fmla="*/ 312237 w 755077"/>
              <a:gd name="connsiteY109" fmla="*/ 2089 h 256427"/>
              <a:gd name="connsiteX110" fmla="*/ 283346 w 755077"/>
              <a:gd name="connsiteY110" fmla="*/ 2089 h 256427"/>
              <a:gd name="connsiteX111" fmla="*/ 437309 w 755077"/>
              <a:gd name="connsiteY111" fmla="*/ 197059 h 256427"/>
              <a:gd name="connsiteX112" fmla="*/ 426651 w 755077"/>
              <a:gd name="connsiteY112" fmla="*/ 194744 h 256427"/>
              <a:gd name="connsiteX113" fmla="*/ 403157 w 755077"/>
              <a:gd name="connsiteY113" fmla="*/ 194744 h 256427"/>
              <a:gd name="connsiteX114" fmla="*/ 403157 w 755077"/>
              <a:gd name="connsiteY114" fmla="*/ 255903 h 256427"/>
              <a:gd name="connsiteX115" fmla="*/ 410759 w 755077"/>
              <a:gd name="connsiteY115" fmla="*/ 255903 h 256427"/>
              <a:gd name="connsiteX116" fmla="*/ 410759 w 755077"/>
              <a:gd name="connsiteY116" fmla="*/ 232400 h 256427"/>
              <a:gd name="connsiteX117" fmla="*/ 426660 w 755077"/>
              <a:gd name="connsiteY117" fmla="*/ 232400 h 256427"/>
              <a:gd name="connsiteX118" fmla="*/ 437273 w 755077"/>
              <a:gd name="connsiteY118" fmla="*/ 230085 h 256427"/>
              <a:gd name="connsiteX119" fmla="*/ 444387 w 755077"/>
              <a:gd name="connsiteY119" fmla="*/ 223492 h 256427"/>
              <a:gd name="connsiteX120" fmla="*/ 446918 w 755077"/>
              <a:gd name="connsiteY120" fmla="*/ 213536 h 256427"/>
              <a:gd name="connsiteX121" fmla="*/ 444432 w 755077"/>
              <a:gd name="connsiteY121" fmla="*/ 203616 h 256427"/>
              <a:gd name="connsiteX122" fmla="*/ 437318 w 755077"/>
              <a:gd name="connsiteY122" fmla="*/ 197059 h 256427"/>
              <a:gd name="connsiteX123" fmla="*/ 435564 w 755077"/>
              <a:gd name="connsiteY123" fmla="*/ 222181 h 256427"/>
              <a:gd name="connsiteX124" fmla="*/ 425955 w 755077"/>
              <a:gd name="connsiteY124" fmla="*/ 225419 h 256427"/>
              <a:gd name="connsiteX125" fmla="*/ 410759 w 755077"/>
              <a:gd name="connsiteY125" fmla="*/ 225419 h 256427"/>
              <a:gd name="connsiteX126" fmla="*/ 410759 w 755077"/>
              <a:gd name="connsiteY126" fmla="*/ 201744 h 256427"/>
              <a:gd name="connsiteX127" fmla="*/ 426045 w 755077"/>
              <a:gd name="connsiteY127" fmla="*/ 201744 h 256427"/>
              <a:gd name="connsiteX128" fmla="*/ 435609 w 755077"/>
              <a:gd name="connsiteY128" fmla="*/ 204936 h 256427"/>
              <a:gd name="connsiteX129" fmla="*/ 439144 w 755077"/>
              <a:gd name="connsiteY129" fmla="*/ 213545 h 256427"/>
              <a:gd name="connsiteX130" fmla="*/ 435564 w 755077"/>
              <a:gd name="connsiteY130" fmla="*/ 222190 h 256427"/>
              <a:gd name="connsiteX131" fmla="*/ 377503 w 755077"/>
              <a:gd name="connsiteY131" fmla="*/ 164459 h 256427"/>
              <a:gd name="connsiteX132" fmla="*/ 378967 w 755077"/>
              <a:gd name="connsiteY132" fmla="*/ 164459 h 256427"/>
              <a:gd name="connsiteX133" fmla="*/ 414637 w 755077"/>
              <a:gd name="connsiteY133" fmla="*/ 138143 h 256427"/>
              <a:gd name="connsiteX134" fmla="*/ 471668 w 755077"/>
              <a:gd name="connsiteY134" fmla="*/ 2098 h 256427"/>
              <a:gd name="connsiteX135" fmla="*/ 442778 w 755077"/>
              <a:gd name="connsiteY135" fmla="*/ 2098 h 256427"/>
              <a:gd name="connsiteX136" fmla="*/ 377503 w 755077"/>
              <a:gd name="connsiteY136" fmla="*/ 164468 h 256427"/>
              <a:gd name="connsiteX137" fmla="*/ 635303 w 755077"/>
              <a:gd name="connsiteY137" fmla="*/ 194744 h 256427"/>
              <a:gd name="connsiteX138" fmla="*/ 611981 w 755077"/>
              <a:gd name="connsiteY138" fmla="*/ 255903 h 256427"/>
              <a:gd name="connsiteX139" fmla="*/ 619845 w 755077"/>
              <a:gd name="connsiteY139" fmla="*/ 255903 h 256427"/>
              <a:gd name="connsiteX140" fmla="*/ 626309 w 755077"/>
              <a:gd name="connsiteY140" fmla="*/ 239390 h 256427"/>
              <a:gd name="connsiteX141" fmla="*/ 652948 w 755077"/>
              <a:gd name="connsiteY141" fmla="*/ 239390 h 256427"/>
              <a:gd name="connsiteX142" fmla="*/ 659412 w 755077"/>
              <a:gd name="connsiteY142" fmla="*/ 255903 h 256427"/>
              <a:gd name="connsiteX143" fmla="*/ 667529 w 755077"/>
              <a:gd name="connsiteY143" fmla="*/ 255903 h 256427"/>
              <a:gd name="connsiteX144" fmla="*/ 644298 w 755077"/>
              <a:gd name="connsiteY144" fmla="*/ 194744 h 256427"/>
              <a:gd name="connsiteX145" fmla="*/ 635303 w 755077"/>
              <a:gd name="connsiteY145" fmla="*/ 194744 h 256427"/>
              <a:gd name="connsiteX146" fmla="*/ 628578 w 755077"/>
              <a:gd name="connsiteY146" fmla="*/ 232490 h 256427"/>
              <a:gd name="connsiteX147" fmla="*/ 639579 w 755077"/>
              <a:gd name="connsiteY147" fmla="*/ 203046 h 256427"/>
              <a:gd name="connsiteX148" fmla="*/ 650670 w 755077"/>
              <a:gd name="connsiteY148" fmla="*/ 232490 h 256427"/>
              <a:gd name="connsiteX149" fmla="*/ 628569 w 755077"/>
              <a:gd name="connsiteY149" fmla="*/ 232490 h 2564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55077" h="256427">
                <a:moveTo>
                  <a:pt x="729170" y="141860"/>
                </a:moveTo>
                <a:cubicBezTo>
                  <a:pt x="745876" y="127092"/>
                  <a:pt x="755078" y="105913"/>
                  <a:pt x="755078" y="82229"/>
                </a:cubicBezTo>
                <a:cubicBezTo>
                  <a:pt x="755078" y="58545"/>
                  <a:pt x="745876" y="37366"/>
                  <a:pt x="729170" y="22599"/>
                </a:cubicBezTo>
                <a:cubicBezTo>
                  <a:pt x="712447" y="7813"/>
                  <a:pt x="689468" y="0"/>
                  <a:pt x="662720" y="0"/>
                </a:cubicBezTo>
                <a:cubicBezTo>
                  <a:pt x="635972" y="0"/>
                  <a:pt x="612993" y="7813"/>
                  <a:pt x="596270" y="22599"/>
                </a:cubicBezTo>
                <a:cubicBezTo>
                  <a:pt x="579565" y="37366"/>
                  <a:pt x="570363" y="58545"/>
                  <a:pt x="570363" y="82229"/>
                </a:cubicBezTo>
                <a:cubicBezTo>
                  <a:pt x="570363" y="105913"/>
                  <a:pt x="579565" y="127092"/>
                  <a:pt x="596270" y="141860"/>
                </a:cubicBezTo>
                <a:cubicBezTo>
                  <a:pt x="612993" y="156645"/>
                  <a:pt x="635972" y="164459"/>
                  <a:pt x="662720" y="164459"/>
                </a:cubicBezTo>
                <a:cubicBezTo>
                  <a:pt x="689468" y="164459"/>
                  <a:pt x="712447" y="156645"/>
                  <a:pt x="729170" y="141860"/>
                </a:cubicBezTo>
                <a:close/>
                <a:moveTo>
                  <a:pt x="596089" y="82229"/>
                </a:moveTo>
                <a:cubicBezTo>
                  <a:pt x="596089" y="65554"/>
                  <a:pt x="602227" y="51401"/>
                  <a:pt x="613852" y="41282"/>
                </a:cubicBezTo>
                <a:cubicBezTo>
                  <a:pt x="625821" y="30864"/>
                  <a:pt x="642716" y="25357"/>
                  <a:pt x="662720" y="25357"/>
                </a:cubicBezTo>
                <a:cubicBezTo>
                  <a:pt x="682725" y="25357"/>
                  <a:pt x="699620" y="30864"/>
                  <a:pt x="711588" y="41282"/>
                </a:cubicBezTo>
                <a:cubicBezTo>
                  <a:pt x="723204" y="51392"/>
                  <a:pt x="729351" y="65554"/>
                  <a:pt x="729351" y="82229"/>
                </a:cubicBezTo>
                <a:cubicBezTo>
                  <a:pt x="729351" y="98905"/>
                  <a:pt x="723213" y="113057"/>
                  <a:pt x="711588" y="123177"/>
                </a:cubicBezTo>
                <a:cubicBezTo>
                  <a:pt x="699620" y="133594"/>
                  <a:pt x="682725" y="139093"/>
                  <a:pt x="662720" y="139093"/>
                </a:cubicBezTo>
                <a:cubicBezTo>
                  <a:pt x="642716" y="139093"/>
                  <a:pt x="625812" y="133585"/>
                  <a:pt x="613852" y="123177"/>
                </a:cubicBezTo>
                <a:cubicBezTo>
                  <a:pt x="602236" y="113057"/>
                  <a:pt x="596089" y="98905"/>
                  <a:pt x="596089" y="82229"/>
                </a:cubicBezTo>
                <a:close/>
                <a:moveTo>
                  <a:pt x="234957" y="204267"/>
                </a:moveTo>
                <a:cubicBezTo>
                  <a:pt x="238157" y="202232"/>
                  <a:pt x="241855" y="201210"/>
                  <a:pt x="246049" y="201210"/>
                </a:cubicBezTo>
                <a:cubicBezTo>
                  <a:pt x="250704" y="201210"/>
                  <a:pt x="254655" y="202404"/>
                  <a:pt x="257882" y="204791"/>
                </a:cubicBezTo>
                <a:cubicBezTo>
                  <a:pt x="261109" y="207179"/>
                  <a:pt x="263278" y="210497"/>
                  <a:pt x="264390" y="214748"/>
                </a:cubicBezTo>
                <a:lnTo>
                  <a:pt x="271993" y="214748"/>
                </a:lnTo>
                <a:cubicBezTo>
                  <a:pt x="270826" y="208399"/>
                  <a:pt x="267961" y="203389"/>
                  <a:pt x="263387" y="199718"/>
                </a:cubicBezTo>
                <a:cubicBezTo>
                  <a:pt x="258813" y="196046"/>
                  <a:pt x="253154" y="194211"/>
                  <a:pt x="246401" y="194211"/>
                </a:cubicBezTo>
                <a:cubicBezTo>
                  <a:pt x="240580" y="194211"/>
                  <a:pt x="235454" y="195504"/>
                  <a:pt x="231025" y="198099"/>
                </a:cubicBezTo>
                <a:cubicBezTo>
                  <a:pt x="226605" y="200695"/>
                  <a:pt x="223197" y="204348"/>
                  <a:pt x="220810" y="209069"/>
                </a:cubicBezTo>
                <a:cubicBezTo>
                  <a:pt x="218424" y="213789"/>
                  <a:pt x="217231" y="219206"/>
                  <a:pt x="217231" y="225319"/>
                </a:cubicBezTo>
                <a:cubicBezTo>
                  <a:pt x="217231" y="231432"/>
                  <a:pt x="218424" y="236921"/>
                  <a:pt x="220810" y="241615"/>
                </a:cubicBezTo>
                <a:cubicBezTo>
                  <a:pt x="223197" y="246308"/>
                  <a:pt x="226605" y="249944"/>
                  <a:pt x="231025" y="252539"/>
                </a:cubicBezTo>
                <a:cubicBezTo>
                  <a:pt x="235445" y="255134"/>
                  <a:pt x="240571" y="256428"/>
                  <a:pt x="246401" y="256428"/>
                </a:cubicBezTo>
                <a:cubicBezTo>
                  <a:pt x="253217" y="256428"/>
                  <a:pt x="258876" y="254592"/>
                  <a:pt x="263387" y="250920"/>
                </a:cubicBezTo>
                <a:cubicBezTo>
                  <a:pt x="267898" y="247249"/>
                  <a:pt x="270736" y="242239"/>
                  <a:pt x="271902" y="235891"/>
                </a:cubicBezTo>
                <a:lnTo>
                  <a:pt x="264300" y="235891"/>
                </a:lnTo>
                <a:cubicBezTo>
                  <a:pt x="263134" y="240204"/>
                  <a:pt x="260982" y="243532"/>
                  <a:pt x="257837" y="245892"/>
                </a:cubicBezTo>
                <a:cubicBezTo>
                  <a:pt x="254691" y="248253"/>
                  <a:pt x="250759" y="249428"/>
                  <a:pt x="246049" y="249428"/>
                </a:cubicBezTo>
                <a:cubicBezTo>
                  <a:pt x="241855" y="249428"/>
                  <a:pt x="238157" y="248406"/>
                  <a:pt x="234957" y="246372"/>
                </a:cubicBezTo>
                <a:cubicBezTo>
                  <a:pt x="231757" y="244337"/>
                  <a:pt x="229289" y="241479"/>
                  <a:pt x="227581" y="237808"/>
                </a:cubicBezTo>
                <a:cubicBezTo>
                  <a:pt x="225863" y="234136"/>
                  <a:pt x="225005" y="229976"/>
                  <a:pt x="225005" y="225310"/>
                </a:cubicBezTo>
                <a:cubicBezTo>
                  <a:pt x="225005" y="220644"/>
                  <a:pt x="225863" y="216412"/>
                  <a:pt x="227581" y="212776"/>
                </a:cubicBezTo>
                <a:cubicBezTo>
                  <a:pt x="229299" y="209141"/>
                  <a:pt x="231757" y="206301"/>
                  <a:pt x="234957" y="204258"/>
                </a:cubicBezTo>
                <a:close/>
                <a:moveTo>
                  <a:pt x="330858" y="194744"/>
                </a:moveTo>
                <a:lnTo>
                  <a:pt x="307536" y="255903"/>
                </a:lnTo>
                <a:lnTo>
                  <a:pt x="315392" y="255903"/>
                </a:lnTo>
                <a:lnTo>
                  <a:pt x="321855" y="239390"/>
                </a:lnTo>
                <a:lnTo>
                  <a:pt x="348495" y="239390"/>
                </a:lnTo>
                <a:lnTo>
                  <a:pt x="354958" y="255903"/>
                </a:lnTo>
                <a:lnTo>
                  <a:pt x="363076" y="255903"/>
                </a:lnTo>
                <a:lnTo>
                  <a:pt x="339844" y="194744"/>
                </a:lnTo>
                <a:lnTo>
                  <a:pt x="330849" y="194744"/>
                </a:lnTo>
                <a:close/>
                <a:moveTo>
                  <a:pt x="324133" y="232490"/>
                </a:moveTo>
                <a:lnTo>
                  <a:pt x="335134" y="203046"/>
                </a:lnTo>
                <a:lnTo>
                  <a:pt x="346226" y="232490"/>
                </a:lnTo>
                <a:lnTo>
                  <a:pt x="324124" y="232490"/>
                </a:lnTo>
                <a:close/>
                <a:moveTo>
                  <a:pt x="715231" y="194744"/>
                </a:moveTo>
                <a:lnTo>
                  <a:pt x="707638" y="194744"/>
                </a:lnTo>
                <a:lnTo>
                  <a:pt x="707638" y="255903"/>
                </a:lnTo>
                <a:lnTo>
                  <a:pt x="743100" y="255903"/>
                </a:lnTo>
                <a:lnTo>
                  <a:pt x="743100" y="248913"/>
                </a:lnTo>
                <a:lnTo>
                  <a:pt x="715240" y="248913"/>
                </a:lnTo>
                <a:lnTo>
                  <a:pt x="715240" y="194744"/>
                </a:lnTo>
                <a:close/>
                <a:moveTo>
                  <a:pt x="247423" y="2089"/>
                </a:moveTo>
                <a:lnTo>
                  <a:pt x="222392" y="2089"/>
                </a:lnTo>
                <a:lnTo>
                  <a:pt x="222392" y="162361"/>
                </a:lnTo>
                <a:lnTo>
                  <a:pt x="247423" y="162361"/>
                </a:lnTo>
                <a:lnTo>
                  <a:pt x="247423" y="2089"/>
                </a:lnTo>
                <a:close/>
                <a:moveTo>
                  <a:pt x="79458" y="61810"/>
                </a:moveTo>
                <a:lnTo>
                  <a:pt x="79458" y="162370"/>
                </a:lnTo>
                <a:cubicBezTo>
                  <a:pt x="79458" y="162370"/>
                  <a:pt x="105230" y="162370"/>
                  <a:pt x="105230" y="162370"/>
                </a:cubicBezTo>
                <a:lnTo>
                  <a:pt x="105212" y="61810"/>
                </a:lnTo>
                <a:cubicBezTo>
                  <a:pt x="105212" y="49575"/>
                  <a:pt x="101262" y="37981"/>
                  <a:pt x="93786" y="28296"/>
                </a:cubicBezTo>
                <a:lnTo>
                  <a:pt x="92330" y="26415"/>
                </a:lnTo>
                <a:lnTo>
                  <a:pt x="90875" y="28296"/>
                </a:lnTo>
                <a:cubicBezTo>
                  <a:pt x="83399" y="37981"/>
                  <a:pt x="79449" y="49566"/>
                  <a:pt x="79449" y="61810"/>
                </a:cubicBezTo>
                <a:close/>
                <a:moveTo>
                  <a:pt x="46608" y="2089"/>
                </a:moveTo>
                <a:lnTo>
                  <a:pt x="0" y="2089"/>
                </a:lnTo>
                <a:lnTo>
                  <a:pt x="0" y="26415"/>
                </a:lnTo>
                <a:lnTo>
                  <a:pt x="92330" y="26415"/>
                </a:lnTo>
                <a:lnTo>
                  <a:pt x="90043" y="23458"/>
                </a:lnTo>
                <a:cubicBezTo>
                  <a:pt x="79558" y="9884"/>
                  <a:pt x="63720" y="2089"/>
                  <a:pt x="46608" y="2089"/>
                </a:cubicBezTo>
                <a:close/>
                <a:moveTo>
                  <a:pt x="94618" y="23458"/>
                </a:moveTo>
                <a:lnTo>
                  <a:pt x="92330" y="26415"/>
                </a:lnTo>
                <a:lnTo>
                  <a:pt x="184661" y="26415"/>
                </a:lnTo>
                <a:lnTo>
                  <a:pt x="184661" y="2089"/>
                </a:lnTo>
                <a:lnTo>
                  <a:pt x="138053" y="2089"/>
                </a:lnTo>
                <a:cubicBezTo>
                  <a:pt x="120932" y="2089"/>
                  <a:pt x="105103" y="9875"/>
                  <a:pt x="94608" y="23458"/>
                </a:cubicBezTo>
                <a:close/>
                <a:moveTo>
                  <a:pt x="507601" y="162361"/>
                </a:moveTo>
                <a:lnTo>
                  <a:pt x="532631" y="162361"/>
                </a:lnTo>
                <a:lnTo>
                  <a:pt x="532631" y="2089"/>
                </a:lnTo>
                <a:lnTo>
                  <a:pt x="507601" y="2089"/>
                </a:lnTo>
                <a:lnTo>
                  <a:pt x="507601" y="162361"/>
                </a:lnTo>
                <a:close/>
                <a:moveTo>
                  <a:pt x="488238" y="255903"/>
                </a:moveTo>
                <a:lnTo>
                  <a:pt x="495840" y="255903"/>
                </a:lnTo>
                <a:lnTo>
                  <a:pt x="495840" y="194744"/>
                </a:lnTo>
                <a:lnTo>
                  <a:pt x="488238" y="194744"/>
                </a:lnTo>
                <a:lnTo>
                  <a:pt x="488238" y="255903"/>
                </a:lnTo>
                <a:close/>
                <a:moveTo>
                  <a:pt x="537151" y="201735"/>
                </a:moveTo>
                <a:lnTo>
                  <a:pt x="556975" y="201735"/>
                </a:lnTo>
                <a:lnTo>
                  <a:pt x="556975" y="255903"/>
                </a:lnTo>
                <a:lnTo>
                  <a:pt x="564577" y="255903"/>
                </a:lnTo>
                <a:lnTo>
                  <a:pt x="564577" y="201735"/>
                </a:lnTo>
                <a:lnTo>
                  <a:pt x="584401" y="201735"/>
                </a:lnTo>
                <a:lnTo>
                  <a:pt x="584401" y="194744"/>
                </a:lnTo>
                <a:lnTo>
                  <a:pt x="537151" y="194744"/>
                </a:lnTo>
                <a:lnTo>
                  <a:pt x="537151" y="201735"/>
                </a:lnTo>
                <a:close/>
                <a:moveTo>
                  <a:pt x="283346" y="2089"/>
                </a:moveTo>
                <a:cubicBezTo>
                  <a:pt x="283346" y="2089"/>
                  <a:pt x="330958" y="115571"/>
                  <a:pt x="340377" y="138134"/>
                </a:cubicBezTo>
                <a:cubicBezTo>
                  <a:pt x="351360" y="164450"/>
                  <a:pt x="369195" y="164450"/>
                  <a:pt x="376047" y="164450"/>
                </a:cubicBezTo>
                <a:lnTo>
                  <a:pt x="377512" y="164450"/>
                </a:lnTo>
                <a:lnTo>
                  <a:pt x="312237" y="2089"/>
                </a:lnTo>
                <a:lnTo>
                  <a:pt x="283346" y="2089"/>
                </a:lnTo>
                <a:close/>
                <a:moveTo>
                  <a:pt x="437309" y="197059"/>
                </a:moveTo>
                <a:cubicBezTo>
                  <a:pt x="434217" y="195513"/>
                  <a:pt x="430674" y="194744"/>
                  <a:pt x="426651" y="194744"/>
                </a:cubicBezTo>
                <a:lnTo>
                  <a:pt x="403157" y="194744"/>
                </a:lnTo>
                <a:lnTo>
                  <a:pt x="403157" y="255903"/>
                </a:lnTo>
                <a:lnTo>
                  <a:pt x="410759" y="255903"/>
                </a:lnTo>
                <a:lnTo>
                  <a:pt x="410759" y="232400"/>
                </a:lnTo>
                <a:lnTo>
                  <a:pt x="426660" y="232400"/>
                </a:lnTo>
                <a:cubicBezTo>
                  <a:pt x="430674" y="232400"/>
                  <a:pt x="434217" y="231631"/>
                  <a:pt x="437273" y="230085"/>
                </a:cubicBezTo>
                <a:cubicBezTo>
                  <a:pt x="440328" y="228538"/>
                  <a:pt x="442696" y="226341"/>
                  <a:pt x="444387" y="223492"/>
                </a:cubicBezTo>
                <a:cubicBezTo>
                  <a:pt x="446077" y="220635"/>
                  <a:pt x="446918" y="217316"/>
                  <a:pt x="446918" y="213536"/>
                </a:cubicBezTo>
                <a:cubicBezTo>
                  <a:pt x="446918" y="209756"/>
                  <a:pt x="446086" y="206446"/>
                  <a:pt x="444432" y="203616"/>
                </a:cubicBezTo>
                <a:cubicBezTo>
                  <a:pt x="442769" y="200794"/>
                  <a:pt x="440400" y="198606"/>
                  <a:pt x="437318" y="197059"/>
                </a:cubicBezTo>
                <a:close/>
                <a:moveTo>
                  <a:pt x="435564" y="222181"/>
                </a:moveTo>
                <a:cubicBezTo>
                  <a:pt x="433178" y="224333"/>
                  <a:pt x="429978" y="225419"/>
                  <a:pt x="425955" y="225419"/>
                </a:cubicBezTo>
                <a:lnTo>
                  <a:pt x="410759" y="225419"/>
                </a:lnTo>
                <a:lnTo>
                  <a:pt x="410759" y="201744"/>
                </a:lnTo>
                <a:lnTo>
                  <a:pt x="426045" y="201744"/>
                </a:lnTo>
                <a:cubicBezTo>
                  <a:pt x="430059" y="201744"/>
                  <a:pt x="433250" y="202811"/>
                  <a:pt x="435609" y="204936"/>
                </a:cubicBezTo>
                <a:cubicBezTo>
                  <a:pt x="437969" y="207061"/>
                  <a:pt x="439144" y="209928"/>
                  <a:pt x="439144" y="213545"/>
                </a:cubicBezTo>
                <a:cubicBezTo>
                  <a:pt x="439144" y="217162"/>
                  <a:pt x="437951" y="220038"/>
                  <a:pt x="435564" y="222190"/>
                </a:cubicBezTo>
                <a:close/>
                <a:moveTo>
                  <a:pt x="377503" y="164459"/>
                </a:moveTo>
                <a:lnTo>
                  <a:pt x="378967" y="164459"/>
                </a:lnTo>
                <a:cubicBezTo>
                  <a:pt x="385828" y="164459"/>
                  <a:pt x="403663" y="164459"/>
                  <a:pt x="414637" y="138143"/>
                </a:cubicBezTo>
                <a:cubicBezTo>
                  <a:pt x="424048" y="115580"/>
                  <a:pt x="471668" y="2098"/>
                  <a:pt x="471668" y="2098"/>
                </a:cubicBezTo>
                <a:lnTo>
                  <a:pt x="442778" y="2098"/>
                </a:lnTo>
                <a:lnTo>
                  <a:pt x="377503" y="164468"/>
                </a:lnTo>
                <a:close/>
                <a:moveTo>
                  <a:pt x="635303" y="194744"/>
                </a:moveTo>
                <a:lnTo>
                  <a:pt x="611981" y="255903"/>
                </a:lnTo>
                <a:lnTo>
                  <a:pt x="619845" y="255903"/>
                </a:lnTo>
                <a:lnTo>
                  <a:pt x="626309" y="239390"/>
                </a:lnTo>
                <a:lnTo>
                  <a:pt x="652948" y="239390"/>
                </a:lnTo>
                <a:lnTo>
                  <a:pt x="659412" y="255903"/>
                </a:lnTo>
                <a:lnTo>
                  <a:pt x="667529" y="255903"/>
                </a:lnTo>
                <a:lnTo>
                  <a:pt x="644298" y="194744"/>
                </a:lnTo>
                <a:lnTo>
                  <a:pt x="635303" y="194744"/>
                </a:lnTo>
                <a:close/>
                <a:moveTo>
                  <a:pt x="628578" y="232490"/>
                </a:moveTo>
                <a:lnTo>
                  <a:pt x="639579" y="203046"/>
                </a:lnTo>
                <a:lnTo>
                  <a:pt x="650670" y="232490"/>
                </a:lnTo>
                <a:lnTo>
                  <a:pt x="628569" y="232490"/>
                </a:lnTo>
                <a:close/>
              </a:path>
            </a:pathLst>
          </a:custGeom>
          <a:solidFill>
            <a:schemeClr val="bg1"/>
          </a:solidFill>
          <a:ln w="1049" cap="flat">
            <a:noFill/>
            <a:prstDash val="solid"/>
            <a:miter/>
          </a:ln>
        </p:spPr>
        <p:txBody>
          <a:bodyPr rtlCol="0" anchor="ctr"/>
          <a:lstStyle/>
          <a:p>
            <a:endParaRPr lang="pt-BR"/>
          </a:p>
        </p:txBody>
      </p:sp>
      <p:sp>
        <p:nvSpPr>
          <p:cNvPr id="9" name="object 5">
            <a:extLst>
              <a:ext uri="{FF2B5EF4-FFF2-40B4-BE49-F238E27FC236}">
                <a16:creationId xmlns:a16="http://schemas.microsoft.com/office/drawing/2014/main" id="{6343AC24-3D20-1E58-EEA1-00E726405F33}"/>
              </a:ext>
            </a:extLst>
          </p:cNvPr>
          <p:cNvSpPr/>
          <p:nvPr userDrawn="1"/>
        </p:nvSpPr>
        <p:spPr>
          <a:xfrm flipV="1">
            <a:off x="334962" y="6294310"/>
            <a:ext cx="11097267" cy="256427"/>
          </a:xfrm>
          <a:custGeom>
            <a:avLst/>
            <a:gdLst/>
            <a:ahLst/>
            <a:cxnLst/>
            <a:rect l="l" t="t" r="r" b="b"/>
            <a:pathLst>
              <a:path w="19125565">
                <a:moveTo>
                  <a:pt x="0" y="0"/>
                </a:moveTo>
                <a:lnTo>
                  <a:pt x="19125114" y="0"/>
                </a:lnTo>
              </a:path>
            </a:pathLst>
          </a:custGeom>
          <a:ln w="635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pPr defTabSz="554492">
              <a:buClrTx/>
              <a:defRPr/>
            </a:pPr>
            <a:endParaRPr sz="1092">
              <a:solidFill>
                <a:sysClr val="windowText" lastClr="000000"/>
              </a:solidFill>
            </a:endParaRPr>
          </a:p>
        </p:txBody>
      </p:sp>
      <p:sp>
        <p:nvSpPr>
          <p:cNvPr id="10" name="Espaço Reservado para Número de Slide 5">
            <a:extLst>
              <a:ext uri="{FF2B5EF4-FFF2-40B4-BE49-F238E27FC236}">
                <a16:creationId xmlns:a16="http://schemas.microsoft.com/office/drawing/2014/main" id="{94531090-414D-3695-0E2D-BB1269270B5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7363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1114435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065">
          <p15:clr>
            <a:srgbClr val="FBAE40"/>
          </p15:clr>
        </p15:guide>
        <p15:guide id="2" pos="211">
          <p15:clr>
            <a:srgbClr val="FBAE40"/>
          </p15:clr>
        </p15:guide>
        <p15:guide id="3" orient="horz" pos="482">
          <p15:clr>
            <a:srgbClr val="FBAE40"/>
          </p15:clr>
        </p15:guide>
        <p15:guide id="4" pos="7469">
          <p15:clr>
            <a:srgbClr val="FBAE40"/>
          </p15:clr>
        </p15:guide>
      </p15:sldGuideLst>
    </p:ext>
  </p:extLst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and Content">
    <p:bg>
      <p:bgPr>
        <a:gradFill>
          <a:gsLst>
            <a:gs pos="100000">
              <a:schemeClr val="tx1"/>
            </a:gs>
            <a:gs pos="0">
              <a:schemeClr val="tx1">
                <a:lumMod val="95000"/>
                <a:lumOff val="5000"/>
              </a:schemeClr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34671673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065">
          <p15:clr>
            <a:srgbClr val="FBAE40"/>
          </p15:clr>
        </p15:guide>
        <p15:guide id="2" pos="211">
          <p15:clr>
            <a:srgbClr val="FBAE40"/>
          </p15:clr>
        </p15:guide>
        <p15:guide id="3" orient="horz" pos="482">
          <p15:clr>
            <a:srgbClr val="FBAE40"/>
          </p15:clr>
        </p15:guide>
        <p15:guide id="4" pos="7469">
          <p15:clr>
            <a:srgbClr val="FBAE40"/>
          </p15:clr>
        </p15:guide>
      </p15:sldGuideLst>
    </p:ext>
  </p:extLst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Slide de Títul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25249" y="6475413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pic>
        <p:nvPicPr>
          <p:cNvPr id="3" name="Picture 8">
            <a:extLst>
              <a:ext uri="{FF2B5EF4-FFF2-40B4-BE49-F238E27FC236}">
                <a16:creationId xmlns:a16="http://schemas.microsoft.com/office/drawing/2014/main" id="{B7B3B770-9B14-1379-A09F-1CBACC59D407}"/>
              </a:ext>
            </a:extLst>
          </p:cNvPr>
          <p:cNvPicPr>
            <a:picLocks noChangeAspect="1"/>
          </p:cNvPicPr>
          <p:nvPr userDrawn="1"/>
        </p:nvPicPr>
        <p:blipFill rotWithShape="1"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 l="-8117" t="-23966" r="-8117" b="-23966"/>
          <a:stretch/>
        </p:blipFill>
        <p:spPr>
          <a:xfrm>
            <a:off x="10770615" y="290513"/>
            <a:ext cx="1125316" cy="48731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86205152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46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34">
          <p15:clr>
            <a:srgbClr val="FBAE40"/>
          </p15:clr>
        </p15:guide>
      </p15:sldGuideLst>
    </p:ext>
  </p:extLst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Capa 01 - Foto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7">
            <a:extLst>
              <a:ext uri="{FF2B5EF4-FFF2-40B4-BE49-F238E27FC236}">
                <a16:creationId xmlns:a16="http://schemas.microsoft.com/office/drawing/2014/main" id="{A68C5C04-9F9C-AD5B-8544-86BD159ED555}"/>
              </a:ext>
            </a:extLst>
          </p:cNvPr>
          <p:cNvSpPr>
            <a:spLocks noGrp="1"/>
          </p:cNvSpPr>
          <p:nvPr>
            <p:ph type="pic" sz="quarter" idx="27"/>
          </p:nvPr>
        </p:nvSpPr>
        <p:spPr>
          <a:xfrm>
            <a:off x="0" y="0"/>
            <a:ext cx="12192000" cy="6858000"/>
          </a:xfrm>
          <a:prstGeom prst="rect">
            <a:avLst/>
          </a:prstGeom>
        </p:spPr>
        <p:txBody>
          <a:bodyPr lIns="0" tIns="0" rIns="0" bIns="972000" anchor="ctr" anchorCtr="0">
            <a:noAutofit/>
          </a:bodyPr>
          <a:lstStyle>
            <a:lvl1pPr algn="ctr">
              <a:defRPr sz="2400">
                <a:solidFill>
                  <a:schemeClr val="bg2">
                    <a:lumMod val="90000"/>
                  </a:schemeClr>
                </a:solidFill>
              </a:defRPr>
            </a:lvl1pPr>
          </a:lstStyle>
          <a:p>
            <a:endParaRPr lang="pt-BR"/>
          </a:p>
        </p:txBody>
      </p:sp>
      <p:sp>
        <p:nvSpPr>
          <p:cNvPr id="13" name="Text Placeholder 3">
            <a:extLst>
              <a:ext uri="{FF2B5EF4-FFF2-40B4-BE49-F238E27FC236}">
                <a16:creationId xmlns:a16="http://schemas.microsoft.com/office/drawing/2014/main" id="{AAA4D9F5-240A-9CC5-1EF0-9AAA83CC6908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07988" y="1113017"/>
            <a:ext cx="4233853" cy="1046440"/>
          </a:xfrm>
          <a:prstGeom prst="rect">
            <a:avLst/>
          </a:prstGeom>
          <a:noFill/>
        </p:spPr>
        <p:txBody>
          <a:bodyPr lIns="0" tIns="0" rIns="0" bIns="0" anchor="b" anchorCtr="0"/>
          <a:lstStyle>
            <a:lvl1pPr marL="0" indent="0">
              <a:buNone/>
              <a:defRPr sz="3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</a:lstStyle>
          <a:p>
            <a:pPr lvl="0"/>
            <a:r>
              <a:rPr lang="en-US" err="1"/>
              <a:t>Título</a:t>
            </a:r>
            <a:r>
              <a:rPr lang="en-US"/>
              <a:t> Template</a:t>
            </a:r>
          </a:p>
          <a:p>
            <a:pPr lvl="0"/>
            <a:r>
              <a:rPr lang="en-US" err="1"/>
              <a:t>Padrão</a:t>
            </a:r>
            <a:r>
              <a:rPr lang="en-US"/>
              <a:t> </a:t>
            </a:r>
            <a:r>
              <a:rPr lang="en-US" err="1"/>
              <a:t>Exemplo</a:t>
            </a:r>
            <a:endParaRPr lang="en-US"/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73AE31B1-0E8A-430C-61E0-A4A65D4D936A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07988" y="2159779"/>
            <a:ext cx="4233853" cy="307777"/>
          </a:xfrm>
          <a:prstGeom prst="rect">
            <a:avLst/>
          </a:prstGeom>
        </p:spPr>
        <p:txBody>
          <a:bodyPr lIns="0" tIns="0" rIns="0" bIns="0"/>
          <a:lstStyle>
            <a:lvl1pPr>
              <a:defRPr lang="en-US" sz="2000" b="1" i="0" u="none" strike="noStrike" kern="1200" cap="none" dirty="0" smtClean="0">
                <a:solidFill>
                  <a:schemeClr val="bg1"/>
                </a:solidFill>
                <a:latin typeface="Versos"/>
                <a:ea typeface="+mj-ea"/>
                <a:cs typeface="+mj-cs"/>
                <a:sym typeface="Arial"/>
              </a:defRPr>
            </a:lvl1pPr>
            <a:lvl2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2pPr>
            <a:lvl3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3pPr>
            <a:lvl4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4pPr>
            <a:lvl5pPr>
              <a:defRPr lang="pt-BR" sz="2000" b="1" i="0" u="none" strike="noStrike" kern="1200" cap="none" dirty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pt-BR" sz="2000" b="1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</a:rPr>
              <a:t>FIC FIM EXEMPLO</a:t>
            </a:r>
            <a:endParaRPr lang="pt-BR"/>
          </a:p>
        </p:txBody>
      </p:sp>
      <p:sp>
        <p:nvSpPr>
          <p:cNvPr id="2" name="Text Placeholder 20">
            <a:extLst>
              <a:ext uri="{FF2B5EF4-FFF2-40B4-BE49-F238E27FC236}">
                <a16:creationId xmlns:a16="http://schemas.microsoft.com/office/drawing/2014/main" id="{595D97E3-B378-E7B0-4A76-391C0989E8B6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9410331" y="6296541"/>
            <a:ext cx="2364803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r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Data</a:t>
            </a:r>
          </a:p>
        </p:txBody>
      </p:sp>
      <p:sp>
        <p:nvSpPr>
          <p:cNvPr id="4" name="Text Placeholder 41">
            <a:extLst>
              <a:ext uri="{FF2B5EF4-FFF2-40B4-BE49-F238E27FC236}">
                <a16:creationId xmlns:a16="http://schemas.microsoft.com/office/drawing/2014/main" id="{7E424369-4F91-BA78-D59E-F025384664D4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9410330" y="6089649"/>
            <a:ext cx="2364803" cy="184666"/>
          </a:xfrm>
          <a:prstGeom prst="rect">
            <a:avLst/>
          </a:prstGeom>
        </p:spPr>
        <p:txBody>
          <a:bodyPr lIns="0" tIns="0" rIns="0" bIns="0"/>
          <a:lstStyle>
            <a:lvl1pPr marL="0" marR="3081" algn="r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</a:t>
            </a:r>
            <a:endParaRPr lang="pt-BR"/>
          </a:p>
        </p:txBody>
      </p:sp>
      <p:sp>
        <p:nvSpPr>
          <p:cNvPr id="8" name="Text Placeholder 17">
            <a:extLst>
              <a:ext uri="{FF2B5EF4-FFF2-40B4-BE49-F238E27FC236}">
                <a16:creationId xmlns:a16="http://schemas.microsoft.com/office/drawing/2014/main" id="{D0E34669-E9A0-3031-84E9-7C3208F4EB66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07988" y="5927209"/>
            <a:ext cx="6115360" cy="553998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TIVIO </a:t>
            </a:r>
            <a:b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</a:b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CRÉDITO </a:t>
            </a:r>
            <a:b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</a:b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ESTRUTURADO</a:t>
            </a:r>
          </a:p>
        </p:txBody>
      </p:sp>
    </p:spTree>
    <p:extLst>
      <p:ext uri="{BB962C8B-B14F-4D97-AF65-F5344CB8AC3E}">
        <p14:creationId xmlns:p14="http://schemas.microsoft.com/office/powerpoint/2010/main" val="143521005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257">
          <p15:clr>
            <a:srgbClr val="FBAE40"/>
          </p15:clr>
        </p15:guide>
        <p15:guide id="2" pos="7423">
          <p15:clr>
            <a:srgbClr val="FBAE40"/>
          </p15:clr>
        </p15:guide>
        <p15:guide id="3" orient="horz" pos="4088">
          <p15:clr>
            <a:srgbClr val="FBAE40"/>
          </p15:clr>
        </p15:guide>
        <p15:guide id="4" orient="horz" pos="3725">
          <p15:clr>
            <a:srgbClr val="FBAE40"/>
          </p15:clr>
        </p15:guide>
        <p15:guide id="5" orient="horz" pos="255">
          <p15:clr>
            <a:srgbClr val="FBAE40"/>
          </p15:clr>
        </p15:guide>
      </p15:sldGuideLst>
    </p:ext>
  </p:extLst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Divisória - Escuro">
    <p:bg>
      <p:bgPr>
        <a:gradFill>
          <a:gsLst>
            <a:gs pos="0">
              <a:schemeClr val="tx1">
                <a:lumMod val="95000"/>
                <a:lumOff val="5000"/>
              </a:schemeClr>
            </a:gs>
            <a:gs pos="100000">
              <a:schemeClr val="tx1">
                <a:lumMod val="85000"/>
                <a:lumOff val="15000"/>
              </a:schemeClr>
            </a:gs>
            <a:gs pos="49000">
              <a:schemeClr val="tx1">
                <a:lumMod val="95000"/>
                <a:lumOff val="5000"/>
              </a:schemeClr>
            </a:gs>
          </a:gsLst>
          <a:lin ang="4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ext Placeholder 3">
            <a:extLst>
              <a:ext uri="{FF2B5EF4-FFF2-40B4-BE49-F238E27FC236}">
                <a16:creationId xmlns:a16="http://schemas.microsoft.com/office/drawing/2014/main" id="{F53E2E6E-222A-F591-1663-CA402B732DC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07988" y="2938015"/>
            <a:ext cx="4167530" cy="2783977"/>
          </a:xfrm>
          <a:prstGeom prst="rect">
            <a:avLst/>
          </a:prstGeom>
        </p:spPr>
        <p:txBody>
          <a:bodyPr lIns="0" tIns="0" rIns="0" bIns="0" anchor="b" anchorCtr="0"/>
          <a:lstStyle>
            <a:lvl1pPr marL="0" indent="0">
              <a:buNone/>
              <a:defRPr sz="3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</a:lstStyle>
          <a:p>
            <a:pPr lvl="0"/>
            <a:r>
              <a:rPr lang="en-US" err="1"/>
              <a:t>Anexos</a:t>
            </a:r>
            <a:endParaRPr lang="en-US"/>
          </a:p>
        </p:txBody>
      </p:sp>
      <p:sp>
        <p:nvSpPr>
          <p:cNvPr id="14" name="Text Placeholder 15">
            <a:extLst>
              <a:ext uri="{FF2B5EF4-FFF2-40B4-BE49-F238E27FC236}">
                <a16:creationId xmlns:a16="http://schemas.microsoft.com/office/drawing/2014/main" id="{96110406-75EA-FDCF-8EC5-7273399369D0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07988" y="5722314"/>
            <a:ext cx="4167530" cy="997297"/>
          </a:xfrm>
          <a:prstGeom prst="rect">
            <a:avLst/>
          </a:prstGeom>
        </p:spPr>
        <p:txBody>
          <a:bodyPr lIns="0" tIns="0" rIns="0" bIns="0"/>
          <a:lstStyle>
            <a:lvl1pPr>
              <a:defRPr lang="en-US" sz="2000" b="1" i="0" u="none" strike="noStrike" kern="1200" cap="none" dirty="0" smtClean="0">
                <a:solidFill>
                  <a:schemeClr val="bg1"/>
                </a:solidFill>
                <a:latin typeface="Versos"/>
                <a:ea typeface="+mj-ea"/>
                <a:cs typeface="+mj-cs"/>
                <a:sym typeface="Arial"/>
              </a:defRPr>
            </a:lvl1pPr>
            <a:lvl2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2pPr>
            <a:lvl3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3pPr>
            <a:lvl4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4pPr>
            <a:lvl5pPr>
              <a:defRPr lang="pt-BR" sz="2000" b="1" i="0" u="none" strike="noStrike" kern="1200" cap="none" dirty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pt-BR" sz="2000" b="1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</a:rPr>
              <a:t>FIC FIM EXEMPLO</a:t>
            </a:r>
            <a:endParaRPr lang="pt-BR"/>
          </a:p>
        </p:txBody>
      </p:sp>
      <p:sp>
        <p:nvSpPr>
          <p:cNvPr id="22" name="Text Placeholder 20">
            <a:extLst>
              <a:ext uri="{FF2B5EF4-FFF2-40B4-BE49-F238E27FC236}">
                <a16:creationId xmlns:a16="http://schemas.microsoft.com/office/drawing/2014/main" id="{D681B05B-2386-9C81-6A6D-BFFEF6DED57D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096000" y="5804626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23" name="Text Placeholder 20">
            <a:extLst>
              <a:ext uri="{FF2B5EF4-FFF2-40B4-BE49-F238E27FC236}">
                <a16:creationId xmlns:a16="http://schemas.microsoft.com/office/drawing/2014/main" id="{ACB2D47A-729B-16A4-3FD8-0779C01BA71B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7766083" y="5804626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24" name="Text Placeholder 20">
            <a:extLst>
              <a:ext uri="{FF2B5EF4-FFF2-40B4-BE49-F238E27FC236}">
                <a16:creationId xmlns:a16="http://schemas.microsoft.com/office/drawing/2014/main" id="{6392F700-2642-3814-0747-D0EBAE5EE8DA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9436008" y="5804626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25" name="Text Placeholder 41">
            <a:extLst>
              <a:ext uri="{FF2B5EF4-FFF2-40B4-BE49-F238E27FC236}">
                <a16:creationId xmlns:a16="http://schemas.microsoft.com/office/drawing/2014/main" id="{157C41B9-AF41-31A7-3A0A-19B45968B487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6096000" y="5597734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6" name="Text Placeholder 41">
            <a:extLst>
              <a:ext uri="{FF2B5EF4-FFF2-40B4-BE49-F238E27FC236}">
                <a16:creationId xmlns:a16="http://schemas.microsoft.com/office/drawing/2014/main" id="{3517E57F-3F51-7633-EEE2-B42F36DCEDB6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7766082" y="5597734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7" name="Text Placeholder 41">
            <a:extLst>
              <a:ext uri="{FF2B5EF4-FFF2-40B4-BE49-F238E27FC236}">
                <a16:creationId xmlns:a16="http://schemas.microsoft.com/office/drawing/2014/main" id="{87E0728A-5639-44E4-17A8-459EA60420AA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9436007" y="5597734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8" name="Text Placeholder 17">
            <a:extLst>
              <a:ext uri="{FF2B5EF4-FFF2-40B4-BE49-F238E27FC236}">
                <a16:creationId xmlns:a16="http://schemas.microsoft.com/office/drawing/2014/main" id="{46268A65-19CA-59CF-EB3E-096ECD0A6AD9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096000" y="5300937"/>
            <a:ext cx="4789394" cy="200722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accent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Área de atuação</a:t>
            </a:r>
          </a:p>
        </p:txBody>
      </p:sp>
    </p:spTree>
    <p:extLst>
      <p:ext uri="{BB962C8B-B14F-4D97-AF65-F5344CB8AC3E}">
        <p14:creationId xmlns:p14="http://schemas.microsoft.com/office/powerpoint/2010/main" val="386852109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257">
          <p15:clr>
            <a:srgbClr val="FBAE40"/>
          </p15:clr>
        </p15:guide>
        <p15:guide id="2" orient="horz" pos="3770">
          <p15:clr>
            <a:srgbClr val="FBAE40"/>
          </p15:clr>
        </p15:guide>
        <p15:guide id="3" pos="7446">
          <p15:clr>
            <a:srgbClr val="FBAE40"/>
          </p15:clr>
        </p15:guide>
        <p15:guide id="4" orient="horz" pos="3997">
          <p15:clr>
            <a:srgbClr val="FBAE40"/>
          </p15:clr>
        </p15:guide>
        <p15:guide id="5" orient="horz" pos="550">
          <p15:clr>
            <a:srgbClr val="FBAE40"/>
          </p15:clr>
        </p15:guide>
        <p15:guide id="6" orient="horz" pos="323">
          <p15:clr>
            <a:srgbClr val="FBAE40"/>
          </p15:clr>
        </p15:guide>
      </p15:sldGuideLst>
    </p:ext>
  </p:extLst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Disclaimer - Branco">
    <p:bg>
      <p:bgPr>
        <a:gradFill>
          <a:gsLst>
            <a:gs pos="100000">
              <a:schemeClr val="tx1">
                <a:lumMod val="95000"/>
                <a:lumOff val="5000"/>
              </a:schemeClr>
            </a:gs>
            <a:gs pos="0">
              <a:schemeClr val="tx1">
                <a:lumMod val="85000"/>
                <a:lumOff val="15000"/>
              </a:schemeClr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8">
            <a:extLst>
              <a:ext uri="{FF2B5EF4-FFF2-40B4-BE49-F238E27FC236}">
                <a16:creationId xmlns:a16="http://schemas.microsoft.com/office/drawing/2014/main" id="{0A77DBCB-2AB5-6CB5-41F8-C0F34878DCC3}"/>
              </a:ext>
            </a:extLst>
          </p:cNvPr>
          <p:cNvPicPr>
            <a:picLocks noChangeAspect="1"/>
          </p:cNvPicPr>
          <p:nvPr userDrawn="1"/>
        </p:nvPicPr>
        <p:blipFill rotWithShape="1">
          <a:blip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 l="-8117" t="-23966" r="-8117" b="-23966"/>
          <a:stretch/>
        </p:blipFill>
        <p:spPr>
          <a:xfrm>
            <a:off x="271656" y="6354582"/>
            <a:ext cx="889861" cy="385348"/>
          </a:xfrm>
          <a:prstGeom prst="rect">
            <a:avLst/>
          </a:prstGeom>
        </p:spPr>
      </p:pic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B6F1873E-A461-1060-F030-72F82DE78FD5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8441175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Disclaimer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03F3B14A-4381-EE52-0164-94E04FE17DB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2" y="1103586"/>
            <a:ext cx="11522075" cy="5133702"/>
          </a:xfrm>
          <a:prstGeom prst="rect">
            <a:avLst/>
          </a:prstGeom>
        </p:spPr>
        <p:txBody>
          <a:bodyPr lIns="0" tIns="0" rIns="0" bIns="0"/>
          <a:lstStyle>
            <a:lvl1pPr marL="0" indent="0" algn="just">
              <a:lnSpc>
                <a:spcPct val="100000"/>
              </a:lnSpc>
              <a:spcBef>
                <a:spcPts val="0"/>
              </a:spcBef>
              <a:buNone/>
              <a:defRPr sz="10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53654606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042">
          <p15:clr>
            <a:srgbClr val="FBAE40"/>
          </p15:clr>
        </p15:guide>
        <p15:guide id="2" pos="211">
          <p15:clr>
            <a:srgbClr val="FBAE40"/>
          </p15:clr>
        </p15:guide>
        <p15:guide id="3" orient="horz" pos="3929">
          <p15:clr>
            <a:srgbClr val="FBAE40"/>
          </p15:clr>
        </p15:guide>
        <p15:guide id="4" pos="7469">
          <p15:clr>
            <a:srgbClr val="FBAE40"/>
          </p15:clr>
        </p15:guide>
        <p15:guide id="5" orient="horz" pos="232">
          <p15:clr>
            <a:srgbClr val="FBAE40"/>
          </p15:clr>
        </p15:guide>
        <p15:guide id="6" orient="horz" pos="504">
          <p15:clr>
            <a:srgbClr val="FBAE40"/>
          </p15:clr>
        </p15:guide>
        <p15:guide id="7" orient="horz" pos="686">
          <p15:clr>
            <a:srgbClr val="FBAE40"/>
          </p15:clr>
        </p15:guide>
      </p15:sldGuideLst>
    </p:ext>
  </p:extLst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1 linha - Branco 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defRPr sz="1100">
                <a:solidFill>
                  <a:schemeClr val="tx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accent6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defRPr sz="900" baseline="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2" name="Text Placeholder 8">
            <a:extLst>
              <a:ext uri="{FF2B5EF4-FFF2-40B4-BE49-F238E27FC236}">
                <a16:creationId xmlns:a16="http://schemas.microsoft.com/office/drawing/2014/main" id="{7A7A9582-3614-801A-785B-273FCD3E092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3" y="1949414"/>
            <a:ext cx="11522075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2" y="1518527"/>
            <a:ext cx="11522585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EFD7F938-B824-C27B-BEB2-95E90F5FFDD4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rgbClr val="000000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accent6"/>
              </a:solidFill>
            </a:endParaRPr>
          </a:p>
        </p:txBody>
      </p: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B819F04F-8ABD-ABFC-2381-D3C3D7CF30AF}"/>
              </a:ext>
            </a:extLst>
          </p:cNvPr>
          <p:cNvCxnSpPr/>
          <p:nvPr userDrawn="1"/>
        </p:nvCxnSpPr>
        <p:spPr>
          <a:xfrm>
            <a:off x="0" y="6699502"/>
            <a:ext cx="12192000" cy="0"/>
          </a:xfrm>
          <a:prstGeom prst="line">
            <a:avLst/>
          </a:prstGeom>
          <a:ln>
            <a:gradFill>
              <a:gsLst>
                <a:gs pos="0">
                  <a:schemeClr val="accent1"/>
                </a:gs>
                <a:gs pos="50000">
                  <a:srgbClr val="AAE4C0"/>
                </a:gs>
                <a:gs pos="100000">
                  <a:schemeClr val="accent2">
                    <a:alpha val="0"/>
                  </a:schemeClr>
                </a:gs>
              </a:gsLst>
              <a:lin ang="270000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5FA29D40-8F86-4DCA-85E9-E401626339AF}"/>
              </a:ext>
            </a:extLst>
          </p:cNvPr>
          <p:cNvCxnSpPr>
            <a:cxnSpLocks/>
          </p:cNvCxnSpPr>
          <p:nvPr userDrawn="1"/>
        </p:nvCxnSpPr>
        <p:spPr>
          <a:xfrm flipH="1">
            <a:off x="0" y="6776531"/>
            <a:ext cx="12192000" cy="0"/>
          </a:xfrm>
          <a:prstGeom prst="line">
            <a:avLst/>
          </a:prstGeom>
          <a:ln>
            <a:gradFill>
              <a:gsLst>
                <a:gs pos="0">
                  <a:schemeClr val="accent3">
                    <a:lumMod val="50000"/>
                  </a:schemeClr>
                </a:gs>
                <a:gs pos="50000">
                  <a:schemeClr val="accent3">
                    <a:lumMod val="60000"/>
                    <a:lumOff val="40000"/>
                  </a:schemeClr>
                </a:gs>
                <a:gs pos="100000">
                  <a:schemeClr val="bg1"/>
                </a:gs>
              </a:gsLst>
              <a:lin ang="270000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56735359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2 linhas - Branco 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tx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accent6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3" y="1949414"/>
            <a:ext cx="5648397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2" name="Text Placeholder 8">
            <a:extLst>
              <a:ext uri="{FF2B5EF4-FFF2-40B4-BE49-F238E27FC236}">
                <a16:creationId xmlns:a16="http://schemas.microsoft.com/office/drawing/2014/main" id="{A0F307EA-4C29-0128-C5F3-1EC020414CC8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208640" y="1949414"/>
            <a:ext cx="5648397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FC74B37E-4911-072A-7204-9C9ACA9A1C80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7"/>
            <a:ext cx="5648397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8" name="Text Placeholder 8">
            <a:extLst>
              <a:ext uri="{FF2B5EF4-FFF2-40B4-BE49-F238E27FC236}">
                <a16:creationId xmlns:a16="http://schemas.microsoft.com/office/drawing/2014/main" id="{75ABF0D0-FF53-6AFF-585A-B5197E38DF03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208640" y="1518527"/>
            <a:ext cx="5648397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Picture 8">
            <a:extLst>
              <a:ext uri="{FF2B5EF4-FFF2-40B4-BE49-F238E27FC236}">
                <a16:creationId xmlns:a16="http://schemas.microsoft.com/office/drawing/2014/main" id="{D2821058-F589-1511-1D91-0F05271A6C82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rgbClr val="000000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accent6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5A0A33CF-3720-1012-F597-F4ECE825DFE9}"/>
              </a:ext>
            </a:extLst>
          </p:cNvPr>
          <p:cNvCxnSpPr/>
          <p:nvPr userDrawn="1"/>
        </p:nvCxnSpPr>
        <p:spPr>
          <a:xfrm>
            <a:off x="334963" y="185353"/>
            <a:ext cx="1041541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05550181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77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Box superior - Branco 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tx1">
                    <a:lumMod val="95000"/>
                    <a:lumOff val="5000"/>
                  </a:schemeClr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tx1">
                    <a:lumMod val="95000"/>
                    <a:lumOff val="5000"/>
                  </a:schemeClr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0" name="Retângulo 5">
            <a:extLst>
              <a:ext uri="{FF2B5EF4-FFF2-40B4-BE49-F238E27FC236}">
                <a16:creationId xmlns:a16="http://schemas.microsoft.com/office/drawing/2014/main" id="{7D36360D-ABDB-2B93-AA05-C90BA9D483DB}"/>
              </a:ext>
            </a:extLst>
          </p:cNvPr>
          <p:cNvSpPr/>
          <p:nvPr userDrawn="1"/>
        </p:nvSpPr>
        <p:spPr>
          <a:xfrm>
            <a:off x="0" y="807794"/>
            <a:ext cx="12192000" cy="2091184"/>
          </a:xfrm>
          <a:prstGeom prst="rect">
            <a:avLst/>
          </a:prstGeom>
          <a:gradFill>
            <a:gsLst>
              <a:gs pos="100000">
                <a:schemeClr val="tx1">
                  <a:lumMod val="95000"/>
                  <a:lumOff val="5000"/>
                </a:schemeClr>
              </a:gs>
              <a:gs pos="0">
                <a:schemeClr val="tx1">
                  <a:lumMod val="85000"/>
                  <a:lumOff val="15000"/>
                </a:schemeClr>
              </a:gs>
            </a:gsLst>
            <a:lin ang="3600000" scaled="0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>
              <a:solidFill>
                <a:schemeClr val="accent2"/>
              </a:solidFill>
              <a:latin typeface="Versos" panose="020B0503020204030204" pitchFamily="34" charset="0"/>
            </a:endParaRP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683427" y="1045525"/>
            <a:ext cx="5421301" cy="156104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accent4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12" name="Conector Reto 6">
            <a:extLst>
              <a:ext uri="{FF2B5EF4-FFF2-40B4-BE49-F238E27FC236}">
                <a16:creationId xmlns:a16="http://schemas.microsoft.com/office/drawing/2014/main" id="{93D24C85-FAB3-23B7-3282-C0255DE4BF50}"/>
              </a:ext>
            </a:extLst>
          </p:cNvPr>
          <p:cNvCxnSpPr/>
          <p:nvPr userDrawn="1"/>
        </p:nvCxnSpPr>
        <p:spPr>
          <a:xfrm>
            <a:off x="583096" y="1364974"/>
            <a:ext cx="0" cy="1562116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Conector Reto 7">
            <a:extLst>
              <a:ext uri="{FF2B5EF4-FFF2-40B4-BE49-F238E27FC236}">
                <a16:creationId xmlns:a16="http://schemas.microsoft.com/office/drawing/2014/main" id="{A040BC7F-4356-241E-DE98-A14572A424F9}"/>
              </a:ext>
            </a:extLst>
          </p:cNvPr>
          <p:cNvCxnSpPr>
            <a:cxnSpLocks/>
          </p:cNvCxnSpPr>
          <p:nvPr userDrawn="1"/>
        </p:nvCxnSpPr>
        <p:spPr>
          <a:xfrm>
            <a:off x="6336683" y="1364974"/>
            <a:ext cx="0" cy="1562116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3D29ABC6-2275-8D02-5D8F-6C312831087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437014" y="1045525"/>
            <a:ext cx="5420023" cy="158838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accent4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7" name="Text Placeholder 8">
            <a:extLst>
              <a:ext uri="{FF2B5EF4-FFF2-40B4-BE49-F238E27FC236}">
                <a16:creationId xmlns:a16="http://schemas.microsoft.com/office/drawing/2014/main" id="{D0831873-076C-11EE-AA1E-02508B9C5655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686447" y="3021651"/>
            <a:ext cx="5296913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>
                    <a:lumMod val="95000"/>
                    <a:lumOff val="5000"/>
                  </a:schemeClr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:a16="http://schemas.microsoft.com/office/drawing/2014/main" id="{89936DB2-1144-3AFC-1BBA-E1BDEB5020C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435706" y="3021651"/>
            <a:ext cx="5421332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>
                    <a:lumMod val="95000"/>
                    <a:lumOff val="5000"/>
                  </a:schemeClr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4931296C-3A93-5F16-2D9A-EB313B015B30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rgbClr val="000000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09B6F29F-DF18-9050-9EF6-AF47C4A796AC}"/>
              </a:ext>
            </a:extLst>
          </p:cNvPr>
          <p:cNvCxnSpPr/>
          <p:nvPr userDrawn="1"/>
        </p:nvCxnSpPr>
        <p:spPr>
          <a:xfrm>
            <a:off x="334963" y="185353"/>
            <a:ext cx="1041541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83816447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Box lateral - Branco 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tângulo 1">
            <a:extLst>
              <a:ext uri="{FF2B5EF4-FFF2-40B4-BE49-F238E27FC236}">
                <a16:creationId xmlns:a16="http://schemas.microsoft.com/office/drawing/2014/main" id="{0B0E7351-5252-E626-42EB-CDCE7C083C49}"/>
              </a:ext>
            </a:extLst>
          </p:cNvPr>
          <p:cNvSpPr/>
          <p:nvPr userDrawn="1"/>
        </p:nvSpPr>
        <p:spPr>
          <a:xfrm>
            <a:off x="0" y="1"/>
            <a:ext cx="5420020" cy="6858000"/>
          </a:xfrm>
          <a:prstGeom prst="rect">
            <a:avLst/>
          </a:prstGeom>
          <a:gradFill>
            <a:gsLst>
              <a:gs pos="100000">
                <a:schemeClr val="tx1">
                  <a:lumMod val="95000"/>
                  <a:lumOff val="5000"/>
                </a:schemeClr>
              </a:gs>
              <a:gs pos="0">
                <a:schemeClr val="tx1">
                  <a:lumMod val="85000"/>
                  <a:lumOff val="15000"/>
                </a:schemeClr>
              </a:gs>
            </a:gsLst>
            <a:lin ang="3600000" scaled="0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>
              <a:solidFill>
                <a:schemeClr val="bg1"/>
              </a:solidFill>
            </a:endParaRPr>
          </a:p>
        </p:txBody>
      </p:sp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tx1">
                    <a:lumMod val="95000"/>
                    <a:lumOff val="5000"/>
                  </a:schemeClr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5085057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47026" y="1751285"/>
            <a:ext cx="4369353" cy="156104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3D29ABC6-2275-8D02-5D8F-6C312831087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333166" y="3849328"/>
            <a:ext cx="4383213" cy="158838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:a16="http://schemas.microsoft.com/office/drawing/2014/main" id="{89936DB2-1144-3AFC-1BBA-E1BDEB5020C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5767046" y="1484313"/>
            <a:ext cx="6077927" cy="445872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>
                    <a:lumMod val="95000"/>
                    <a:lumOff val="5000"/>
                  </a:schemeClr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2" name="Conector Reto 2">
            <a:extLst>
              <a:ext uri="{FF2B5EF4-FFF2-40B4-BE49-F238E27FC236}">
                <a16:creationId xmlns:a16="http://schemas.microsoft.com/office/drawing/2014/main" id="{D24BE17E-F6B3-8EAE-EC30-BB9C725FC11E}"/>
              </a:ext>
            </a:extLst>
          </p:cNvPr>
          <p:cNvCxnSpPr>
            <a:cxnSpLocks/>
          </p:cNvCxnSpPr>
          <p:nvPr userDrawn="1"/>
        </p:nvCxnSpPr>
        <p:spPr>
          <a:xfrm flipH="1">
            <a:off x="0" y="1482784"/>
            <a:ext cx="1457739" cy="0"/>
          </a:xfrm>
          <a:prstGeom prst="line">
            <a:avLst/>
          </a:prstGeom>
          <a:ln>
            <a:solidFill>
              <a:schemeClr val="accent4">
                <a:lumMod val="40000"/>
                <a:lumOff val="6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Conector Reto 7">
            <a:extLst>
              <a:ext uri="{FF2B5EF4-FFF2-40B4-BE49-F238E27FC236}">
                <a16:creationId xmlns:a16="http://schemas.microsoft.com/office/drawing/2014/main" id="{0D6EA7A2-501E-AE25-217B-771E1489503C}"/>
              </a:ext>
            </a:extLst>
          </p:cNvPr>
          <p:cNvCxnSpPr>
            <a:cxnSpLocks/>
          </p:cNvCxnSpPr>
          <p:nvPr userDrawn="1"/>
        </p:nvCxnSpPr>
        <p:spPr>
          <a:xfrm flipH="1">
            <a:off x="0" y="3580828"/>
            <a:ext cx="1457739" cy="0"/>
          </a:xfrm>
          <a:prstGeom prst="line">
            <a:avLst/>
          </a:prstGeom>
          <a:ln>
            <a:solidFill>
              <a:schemeClr val="accent4">
                <a:lumMod val="40000"/>
                <a:lumOff val="6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Picture 8">
            <a:extLst>
              <a:ext uri="{FF2B5EF4-FFF2-40B4-BE49-F238E27FC236}">
                <a16:creationId xmlns:a16="http://schemas.microsoft.com/office/drawing/2014/main" id="{68EB1F7D-EB42-B4A5-4EBA-55B2FE1DF06F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rgbClr val="000000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accent4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3675866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k - Branc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5706796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1 linha - Black">
    <p:bg>
      <p:bgPr>
        <a:gradFill>
          <a:gsLst>
            <a:gs pos="100000">
              <a:schemeClr val="tx1">
                <a:lumMod val="95000"/>
                <a:lumOff val="5000"/>
              </a:schemeClr>
            </a:gs>
            <a:gs pos="0">
              <a:schemeClr val="tx1">
                <a:lumMod val="85000"/>
                <a:lumOff val="15000"/>
              </a:schemeClr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2" name="Text Placeholder 8">
            <a:extLst>
              <a:ext uri="{FF2B5EF4-FFF2-40B4-BE49-F238E27FC236}">
                <a16:creationId xmlns:a16="http://schemas.microsoft.com/office/drawing/2014/main" id="{7A7A9582-3614-801A-785B-273FCD3E092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3" y="1949413"/>
            <a:ext cx="11522075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2" y="1518527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E210A61-F7AF-5C56-9539-494DD44ED880}"/>
              </a:ext>
            </a:extLst>
          </p:cNvPr>
          <p:cNvCxnSpPr/>
          <p:nvPr userDrawn="1"/>
        </p:nvCxnSpPr>
        <p:spPr>
          <a:xfrm>
            <a:off x="334963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7228238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ítulo | 1 linha - Black">
    <p:bg>
      <p:bgPr>
        <a:gradFill>
          <a:gsLst>
            <a:gs pos="100000">
              <a:schemeClr val="tx1">
                <a:lumMod val="95000"/>
                <a:lumOff val="5000"/>
              </a:schemeClr>
            </a:gs>
            <a:gs pos="0">
              <a:schemeClr val="tx1">
                <a:lumMod val="85000"/>
                <a:lumOff val="15000"/>
              </a:schemeClr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2" name="Text Placeholder 8">
            <a:extLst>
              <a:ext uri="{FF2B5EF4-FFF2-40B4-BE49-F238E27FC236}">
                <a16:creationId xmlns:a16="http://schemas.microsoft.com/office/drawing/2014/main" id="{7A7A9582-3614-801A-785B-273FCD3E092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3" y="1949413"/>
            <a:ext cx="11522075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2" y="1518527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E210A61-F7AF-5C56-9539-494DD44ED880}"/>
              </a:ext>
            </a:extLst>
          </p:cNvPr>
          <p:cNvCxnSpPr/>
          <p:nvPr userDrawn="1"/>
        </p:nvCxnSpPr>
        <p:spPr>
          <a:xfrm>
            <a:off x="334963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" name="Group 9">
            <a:extLst>
              <a:ext uri="{FF2B5EF4-FFF2-40B4-BE49-F238E27FC236}">
                <a16:creationId xmlns:a16="http://schemas.microsoft.com/office/drawing/2014/main" id="{5752AA87-E9EF-F9C3-D180-0D695337BC25}"/>
              </a:ext>
            </a:extLst>
          </p:cNvPr>
          <p:cNvGrpSpPr/>
          <p:nvPr userDrawn="1"/>
        </p:nvGrpSpPr>
        <p:grpSpPr>
          <a:xfrm flipV="1">
            <a:off x="12099285" y="0"/>
            <a:ext cx="91438" cy="1832748"/>
            <a:chOff x="120125" y="5025253"/>
            <a:chExt cx="91438" cy="1832748"/>
          </a:xfrm>
        </p:grpSpPr>
        <p:sp>
          <p:nvSpPr>
            <p:cNvPr id="8" name="Rectangle 7">
              <a:extLst>
                <a:ext uri="{FF2B5EF4-FFF2-40B4-BE49-F238E27FC236}">
                  <a16:creationId xmlns:a16="http://schemas.microsoft.com/office/drawing/2014/main" id="{7E05AB66-66BE-D764-AEA7-119CD2ED8298}"/>
                </a:ext>
              </a:extLst>
            </p:cNvPr>
            <p:cNvSpPr/>
            <p:nvPr userDrawn="1"/>
          </p:nvSpPr>
          <p:spPr>
            <a:xfrm rot="16200000" flipV="1">
              <a:off x="-773389" y="5918767"/>
              <a:ext cx="1832748" cy="45719"/>
            </a:xfrm>
            <a:prstGeom prst="rect">
              <a:avLst/>
            </a:prstGeom>
            <a:gradFill>
              <a:gsLst>
                <a:gs pos="0">
                  <a:schemeClr val="accent3">
                    <a:lumMod val="50000"/>
                  </a:schemeClr>
                </a:gs>
                <a:gs pos="50000">
                  <a:schemeClr val="accent3">
                    <a:lumMod val="60000"/>
                    <a:lumOff val="40000"/>
                  </a:schemeClr>
                </a:gs>
                <a:gs pos="100000">
                  <a:schemeClr val="bg1">
                    <a:alpha val="0"/>
                  </a:schemeClr>
                </a:gs>
              </a:gsLst>
              <a:lin ang="2700000" scaled="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/>
            </a:p>
          </p:txBody>
        </p:sp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25A8B063-3DCC-1280-CEC3-7512BA9DF746}"/>
                </a:ext>
              </a:extLst>
            </p:cNvPr>
            <p:cNvSpPr/>
            <p:nvPr userDrawn="1"/>
          </p:nvSpPr>
          <p:spPr>
            <a:xfrm rot="16200000" flipV="1">
              <a:off x="-727670" y="5918767"/>
              <a:ext cx="1832748" cy="45719"/>
            </a:xfrm>
            <a:prstGeom prst="rect">
              <a:avLst/>
            </a:prstGeom>
            <a:gradFill>
              <a:gsLst>
                <a:gs pos="0">
                  <a:schemeClr val="accent1"/>
                </a:gs>
                <a:gs pos="50000">
                  <a:schemeClr val="accent2"/>
                </a:gs>
                <a:gs pos="100000">
                  <a:schemeClr val="bg1">
                    <a:alpha val="0"/>
                  </a:schemeClr>
                </a:gs>
              </a:gsLst>
              <a:lin ang="2700000" scaled="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/>
            </a:p>
          </p:txBody>
        </p:sp>
      </p:grpSp>
    </p:spTree>
    <p:extLst>
      <p:ext uri="{BB962C8B-B14F-4D97-AF65-F5344CB8AC3E}">
        <p14:creationId xmlns:p14="http://schemas.microsoft.com/office/powerpoint/2010/main" val="358545101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1 linha - High Yield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5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2" name="Text Placeholder 8">
            <a:extLst>
              <a:ext uri="{FF2B5EF4-FFF2-40B4-BE49-F238E27FC236}">
                <a16:creationId xmlns:a16="http://schemas.microsoft.com/office/drawing/2014/main" id="{7A7A9582-3614-801A-785B-273FCD3E092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3" y="1949413"/>
            <a:ext cx="11522075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2" y="1518527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E210A61-F7AF-5C56-9539-494DD44ED880}"/>
              </a:ext>
            </a:extLst>
          </p:cNvPr>
          <p:cNvCxnSpPr/>
          <p:nvPr userDrawn="1"/>
        </p:nvCxnSpPr>
        <p:spPr>
          <a:xfrm>
            <a:off x="334963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57981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6 Boxes - High Yield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5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7"/>
            <a:ext cx="3741737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bg1"/>
              </a:solidFill>
            </a:endParaRPr>
          </a:p>
        </p:txBody>
      </p:sp>
      <p:sp>
        <p:nvSpPr>
          <p:cNvPr id="3" name="Text Placeholder 8">
            <a:extLst>
              <a:ext uri="{FF2B5EF4-FFF2-40B4-BE49-F238E27FC236}">
                <a16:creationId xmlns:a16="http://schemas.microsoft.com/office/drawing/2014/main" id="{7858F1CA-0E09-F094-AD45-52092585CA19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4225800" y="1518527"/>
            <a:ext cx="3740400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8">
            <a:extLst>
              <a:ext uri="{FF2B5EF4-FFF2-40B4-BE49-F238E27FC236}">
                <a16:creationId xmlns:a16="http://schemas.microsoft.com/office/drawing/2014/main" id="{4E170CD4-5C01-DD85-2A0A-98954D99CAC5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334962" y="3987408"/>
            <a:ext cx="3741737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10601806-BC35-9EEE-9C59-2DC0E49D5BA6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>
          <a:xfrm>
            <a:off x="4225799" y="3987408"/>
            <a:ext cx="3740400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805EFAA-C04F-7113-90E8-A7D66AF35288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8116638" y="1524793"/>
            <a:ext cx="3740400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Text Placeholder 8">
            <a:extLst>
              <a:ext uri="{FF2B5EF4-FFF2-40B4-BE49-F238E27FC236}">
                <a16:creationId xmlns:a16="http://schemas.microsoft.com/office/drawing/2014/main" id="{E9120CB5-4884-D14A-8682-CC106CAFBBEA}"/>
              </a:ext>
            </a:extLst>
          </p:cNvPr>
          <p:cNvSpPr>
            <a:spLocks noGrp="1"/>
          </p:cNvSpPr>
          <p:nvPr>
            <p:ph type="body" sz="quarter" idx="23"/>
          </p:nvPr>
        </p:nvSpPr>
        <p:spPr>
          <a:xfrm>
            <a:off x="8116637" y="3993674"/>
            <a:ext cx="3740400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ECAC4E8C-2B3F-574D-C955-1EBD6FD7CDE9}"/>
              </a:ext>
            </a:extLst>
          </p:cNvPr>
          <p:cNvCxnSpPr/>
          <p:nvPr userDrawn="1"/>
        </p:nvCxnSpPr>
        <p:spPr>
          <a:xfrm>
            <a:off x="334963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61464048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5 Boxes - High Yield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5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7"/>
            <a:ext cx="3741737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bg1"/>
              </a:solidFill>
            </a:endParaRPr>
          </a:p>
        </p:txBody>
      </p:sp>
      <p:sp>
        <p:nvSpPr>
          <p:cNvPr id="3" name="Text Placeholder 8">
            <a:extLst>
              <a:ext uri="{FF2B5EF4-FFF2-40B4-BE49-F238E27FC236}">
                <a16:creationId xmlns:a16="http://schemas.microsoft.com/office/drawing/2014/main" id="{7858F1CA-0E09-F094-AD45-52092585CA19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4225800" y="1518527"/>
            <a:ext cx="3740400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8">
            <a:extLst>
              <a:ext uri="{FF2B5EF4-FFF2-40B4-BE49-F238E27FC236}">
                <a16:creationId xmlns:a16="http://schemas.microsoft.com/office/drawing/2014/main" id="{4E170CD4-5C01-DD85-2A0A-98954D99CAC5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334962" y="3987408"/>
            <a:ext cx="3741737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10601806-BC35-9EEE-9C59-2DC0E49D5BA6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>
          <a:xfrm>
            <a:off x="4225799" y="3987408"/>
            <a:ext cx="3740400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805EFAA-C04F-7113-90E8-A7D66AF35288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8116638" y="1524792"/>
            <a:ext cx="3740400" cy="4776079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D3A3FCC3-EBF1-0B54-4092-43FDDED92531}"/>
              </a:ext>
            </a:extLst>
          </p:cNvPr>
          <p:cNvCxnSpPr/>
          <p:nvPr userDrawn="1"/>
        </p:nvCxnSpPr>
        <p:spPr>
          <a:xfrm>
            <a:off x="334963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53533918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4 Boxes - High Yield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5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7"/>
            <a:ext cx="3741737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bg1"/>
              </a:solidFill>
            </a:endParaRPr>
          </a:p>
        </p:txBody>
      </p:sp>
      <p:sp>
        <p:nvSpPr>
          <p:cNvPr id="3" name="Text Placeholder 8">
            <a:extLst>
              <a:ext uri="{FF2B5EF4-FFF2-40B4-BE49-F238E27FC236}">
                <a16:creationId xmlns:a16="http://schemas.microsoft.com/office/drawing/2014/main" id="{7858F1CA-0E09-F094-AD45-52092585CA19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4225800" y="1518527"/>
            <a:ext cx="3740400" cy="4776078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8">
            <a:extLst>
              <a:ext uri="{FF2B5EF4-FFF2-40B4-BE49-F238E27FC236}">
                <a16:creationId xmlns:a16="http://schemas.microsoft.com/office/drawing/2014/main" id="{4E170CD4-5C01-DD85-2A0A-98954D99CAC5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334962" y="3987408"/>
            <a:ext cx="3741737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805EFAA-C04F-7113-90E8-A7D66AF35288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8116638" y="1524792"/>
            <a:ext cx="3740400" cy="4776079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4176D65B-577B-DA97-A4AE-85E5C579A955}"/>
              </a:ext>
            </a:extLst>
          </p:cNvPr>
          <p:cNvCxnSpPr/>
          <p:nvPr userDrawn="1"/>
        </p:nvCxnSpPr>
        <p:spPr>
          <a:xfrm>
            <a:off x="334963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2233898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2 linhas - High Yield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5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2" name="Espaço Reservado para Número de Slide 5">
            <a:extLst>
              <a:ext uri="{FF2B5EF4-FFF2-40B4-BE49-F238E27FC236}">
                <a16:creationId xmlns:a16="http://schemas.microsoft.com/office/drawing/2014/main" id="{21758EB3-F057-8CDF-FF61-35E724EF59E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5629EC08-34A0-4F4F-BF0C-DAE3D73CA1C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3" y="1949413"/>
            <a:ext cx="5648397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8" name="Text Placeholder 10">
            <a:extLst>
              <a:ext uri="{FF2B5EF4-FFF2-40B4-BE49-F238E27FC236}">
                <a16:creationId xmlns:a16="http://schemas.microsoft.com/office/drawing/2014/main" id="{F37A98A2-2A9D-056F-7CA4-B986B8170761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AECBC137-580C-65EB-C713-E63CDBDB515E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208640" y="1949413"/>
            <a:ext cx="5648397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Text Placeholder 8">
            <a:extLst>
              <a:ext uri="{FF2B5EF4-FFF2-40B4-BE49-F238E27FC236}">
                <a16:creationId xmlns:a16="http://schemas.microsoft.com/office/drawing/2014/main" id="{D1CF13AF-F1F7-29D7-F0C3-C23BE528C9A0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7"/>
            <a:ext cx="5648397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47497781-FD6B-9B5D-3237-9AD784B8880E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208640" y="1518527"/>
            <a:ext cx="5648397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Picture 8">
            <a:extLst>
              <a:ext uri="{FF2B5EF4-FFF2-40B4-BE49-F238E27FC236}">
                <a16:creationId xmlns:a16="http://schemas.microsoft.com/office/drawing/2014/main" id="{EB78A079-9AB0-B349-256E-BC9ED4CF0623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509A8969-4CCE-CE82-D2FB-901A726879C5}"/>
              </a:ext>
            </a:extLst>
          </p:cNvPr>
          <p:cNvCxnSpPr/>
          <p:nvPr userDrawn="1"/>
        </p:nvCxnSpPr>
        <p:spPr>
          <a:xfrm>
            <a:off x="334963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44064766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Box superior - High Yield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5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0" name="Retângulo 5">
            <a:extLst>
              <a:ext uri="{FF2B5EF4-FFF2-40B4-BE49-F238E27FC236}">
                <a16:creationId xmlns:a16="http://schemas.microsoft.com/office/drawing/2014/main" id="{7D36360D-ABDB-2B93-AA05-C90BA9D483DB}"/>
              </a:ext>
            </a:extLst>
          </p:cNvPr>
          <p:cNvSpPr/>
          <p:nvPr userDrawn="1"/>
        </p:nvSpPr>
        <p:spPr>
          <a:xfrm>
            <a:off x="0" y="807794"/>
            <a:ext cx="12192000" cy="209118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>
              <a:latin typeface="Versos" panose="020B0503020204030204" pitchFamily="34" charset="0"/>
            </a:endParaRP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683427" y="1045525"/>
            <a:ext cx="5421301" cy="156104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12" name="Conector Reto 6">
            <a:extLst>
              <a:ext uri="{FF2B5EF4-FFF2-40B4-BE49-F238E27FC236}">
                <a16:creationId xmlns:a16="http://schemas.microsoft.com/office/drawing/2014/main" id="{93D24C85-FAB3-23B7-3282-C0255DE4BF50}"/>
              </a:ext>
            </a:extLst>
          </p:cNvPr>
          <p:cNvCxnSpPr/>
          <p:nvPr userDrawn="1"/>
        </p:nvCxnSpPr>
        <p:spPr>
          <a:xfrm>
            <a:off x="583096" y="1364974"/>
            <a:ext cx="0" cy="1562116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Conector Reto 7">
            <a:extLst>
              <a:ext uri="{FF2B5EF4-FFF2-40B4-BE49-F238E27FC236}">
                <a16:creationId xmlns:a16="http://schemas.microsoft.com/office/drawing/2014/main" id="{A040BC7F-4356-241E-DE98-A14572A424F9}"/>
              </a:ext>
            </a:extLst>
          </p:cNvPr>
          <p:cNvCxnSpPr>
            <a:cxnSpLocks/>
          </p:cNvCxnSpPr>
          <p:nvPr userDrawn="1"/>
        </p:nvCxnSpPr>
        <p:spPr>
          <a:xfrm>
            <a:off x="6336683" y="1364974"/>
            <a:ext cx="0" cy="1562116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3D29ABC6-2275-8D02-5D8F-6C312831087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437014" y="1045525"/>
            <a:ext cx="5420023" cy="158838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7" name="Text Placeholder 8">
            <a:extLst>
              <a:ext uri="{FF2B5EF4-FFF2-40B4-BE49-F238E27FC236}">
                <a16:creationId xmlns:a16="http://schemas.microsoft.com/office/drawing/2014/main" id="{D0831873-076C-11EE-AA1E-02508B9C5655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686447" y="3021651"/>
            <a:ext cx="5296913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:a16="http://schemas.microsoft.com/office/drawing/2014/main" id="{89936DB2-1144-3AFC-1BBA-E1BDEB5020C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435706" y="3021651"/>
            <a:ext cx="5421332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C3DE3459-A0CC-6831-FC59-0F2863B6F3C9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904FAD7-D1D8-06F3-6189-A8707EDC8E87}"/>
              </a:ext>
            </a:extLst>
          </p:cNvPr>
          <p:cNvCxnSpPr/>
          <p:nvPr userDrawn="1"/>
        </p:nvCxnSpPr>
        <p:spPr>
          <a:xfrm>
            <a:off x="334963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11800958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Box lateral - High Yield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5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tângulo 1">
            <a:extLst>
              <a:ext uri="{FF2B5EF4-FFF2-40B4-BE49-F238E27FC236}">
                <a16:creationId xmlns:a16="http://schemas.microsoft.com/office/drawing/2014/main" id="{0B0E7351-5252-E626-42EB-CDCE7C083C49}"/>
              </a:ext>
            </a:extLst>
          </p:cNvPr>
          <p:cNvSpPr/>
          <p:nvPr userDrawn="1"/>
        </p:nvSpPr>
        <p:spPr>
          <a:xfrm>
            <a:off x="0" y="1"/>
            <a:ext cx="5420020" cy="68580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>
              <a:solidFill>
                <a:schemeClr val="tx1"/>
              </a:solidFill>
            </a:endParaRPr>
          </a:p>
        </p:txBody>
      </p:sp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5085057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accent3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47026" y="1751285"/>
            <a:ext cx="4369353" cy="156104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3D29ABC6-2275-8D02-5D8F-6C312831087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333166" y="3849328"/>
            <a:ext cx="4383213" cy="158838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:a16="http://schemas.microsoft.com/office/drawing/2014/main" id="{89936DB2-1144-3AFC-1BBA-E1BDEB5020C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5767046" y="1484313"/>
            <a:ext cx="6077927" cy="445872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2" name="Conector Reto 2">
            <a:extLst>
              <a:ext uri="{FF2B5EF4-FFF2-40B4-BE49-F238E27FC236}">
                <a16:creationId xmlns:a16="http://schemas.microsoft.com/office/drawing/2014/main" id="{D24BE17E-F6B3-8EAE-EC30-BB9C725FC11E}"/>
              </a:ext>
            </a:extLst>
          </p:cNvPr>
          <p:cNvCxnSpPr>
            <a:cxnSpLocks/>
          </p:cNvCxnSpPr>
          <p:nvPr userDrawn="1"/>
        </p:nvCxnSpPr>
        <p:spPr>
          <a:xfrm flipH="1">
            <a:off x="0" y="1482784"/>
            <a:ext cx="1457739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Conector Reto 7">
            <a:extLst>
              <a:ext uri="{FF2B5EF4-FFF2-40B4-BE49-F238E27FC236}">
                <a16:creationId xmlns:a16="http://schemas.microsoft.com/office/drawing/2014/main" id="{0D6EA7A2-501E-AE25-217B-771E1489503C}"/>
              </a:ext>
            </a:extLst>
          </p:cNvPr>
          <p:cNvCxnSpPr>
            <a:cxnSpLocks/>
          </p:cNvCxnSpPr>
          <p:nvPr userDrawn="1"/>
        </p:nvCxnSpPr>
        <p:spPr>
          <a:xfrm flipH="1">
            <a:off x="0" y="3580828"/>
            <a:ext cx="1457739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Picture 8">
            <a:extLst>
              <a:ext uri="{FF2B5EF4-FFF2-40B4-BE49-F238E27FC236}">
                <a16:creationId xmlns:a16="http://schemas.microsoft.com/office/drawing/2014/main" id="{620B58C1-6F30-634A-58EB-8F0407027A11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5867471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k - High Yield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5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35121127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Título | 1 linha - Black">
    <p:bg>
      <p:bgPr>
        <a:solidFill>
          <a:schemeClr val="tx1">
            <a:lumMod val="95000"/>
            <a:lumOff val="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4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8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E210A61-F7AF-5C56-9539-494DD44ED880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142233D2-9F78-8FB4-6848-6FABD836DEBB}"/>
              </a:ext>
            </a:extLst>
          </p:cNvPr>
          <p:cNvCxnSpPr>
            <a:cxnSpLocks/>
          </p:cNvCxnSpPr>
          <p:nvPr userDrawn="1"/>
        </p:nvCxnSpPr>
        <p:spPr>
          <a:xfrm>
            <a:off x="334963" y="6573705"/>
            <a:ext cx="11094148" cy="0"/>
          </a:xfrm>
          <a:prstGeom prst="line">
            <a:avLst/>
          </a:prstGeom>
          <a:noFill/>
          <a:ln w="9525" cap="flat" cmpd="sng" algn="ctr">
            <a:solidFill>
              <a:schemeClr val="tx1">
                <a:lumMod val="85000"/>
                <a:lumOff val="15000"/>
              </a:schemeClr>
            </a:solidFill>
            <a:prstDash val="solid"/>
          </a:ln>
          <a:effectLst/>
        </p:spPr>
      </p:cxnSp>
    </p:spTree>
    <p:extLst>
      <p:ext uri="{BB962C8B-B14F-4D97-AF65-F5344CB8AC3E}">
        <p14:creationId xmlns:p14="http://schemas.microsoft.com/office/powerpoint/2010/main" val="139503814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12319">
          <p15:clr>
            <a:srgbClr val="FBAE40"/>
          </p15:clr>
        </p15:guide>
        <p15:guide id="4" pos="189">
          <p15:clr>
            <a:srgbClr val="FBAE40"/>
          </p15:clr>
        </p15:guide>
        <p15:guide id="5" orient="horz" pos="6919">
          <p15:clr>
            <a:srgbClr val="FBAE40"/>
          </p15:clr>
        </p15:guide>
        <p15:guide id="6" orient="horz" pos="572">
          <p15:clr>
            <a:srgbClr val="FBAE40"/>
          </p15:clr>
        </p15:guide>
        <p15:guide id="7" orient="horz" pos="640">
          <p15:clr>
            <a:srgbClr val="FBAE40"/>
          </p15:clr>
        </p15:guide>
        <p15:guide id="8" orient="horz" pos="6714">
          <p15:clr>
            <a:srgbClr val="FBAE40"/>
          </p15:clr>
        </p15:guide>
        <p15:guide id="9" orient="horz" pos="504">
          <p15:clr>
            <a:srgbClr val="FBAE40"/>
          </p15:clr>
        </p15:guide>
        <p15:guide id="10" pos="7469">
          <p15:clr>
            <a:srgbClr val="FBAE40"/>
          </p15:clr>
        </p15:guide>
        <p15:guide id="11" orient="horz" pos="96">
          <p15:clr>
            <a:srgbClr val="FBAE40"/>
          </p15:clr>
        </p15:guide>
        <p15:guide id="12" orient="horz" pos="4201">
          <p15:clr>
            <a:srgbClr val="FBAE40"/>
          </p15:clr>
        </p15:guide>
        <p15:guide id="13" orient="horz" pos="4065">
          <p15:clr>
            <a:srgbClr val="FBAE40"/>
          </p15:clr>
        </p15:guide>
        <p15:guide id="14" orient="horz" pos="232">
          <p15:clr>
            <a:srgbClr val="FBAE40"/>
          </p15:clr>
        </p15:guide>
      </p15:sldGuideLst>
    </p:ext>
  </p:extLst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3_Título | 1 linha - Black">
    <p:bg>
      <p:bgPr>
        <a:solidFill>
          <a:schemeClr val="tx1">
            <a:lumMod val="95000"/>
            <a:lumOff val="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4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8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E210A61-F7AF-5C56-9539-494DD44ED880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142233D2-9F78-8FB4-6848-6FABD836DEBB}"/>
              </a:ext>
            </a:extLst>
          </p:cNvPr>
          <p:cNvCxnSpPr>
            <a:cxnSpLocks/>
          </p:cNvCxnSpPr>
          <p:nvPr userDrawn="1"/>
        </p:nvCxnSpPr>
        <p:spPr>
          <a:xfrm>
            <a:off x="334963" y="6573705"/>
            <a:ext cx="11094148" cy="0"/>
          </a:xfrm>
          <a:prstGeom prst="line">
            <a:avLst/>
          </a:prstGeom>
          <a:noFill/>
          <a:ln w="9525" cap="flat" cmpd="sng" algn="ctr">
            <a:solidFill>
              <a:schemeClr val="tx1">
                <a:lumMod val="85000"/>
                <a:lumOff val="15000"/>
              </a:schemeClr>
            </a:solidFill>
            <a:prstDash val="solid"/>
          </a:ln>
          <a:effectLst/>
        </p:spPr>
      </p:cxnSp>
    </p:spTree>
    <p:extLst>
      <p:ext uri="{BB962C8B-B14F-4D97-AF65-F5344CB8AC3E}">
        <p14:creationId xmlns:p14="http://schemas.microsoft.com/office/powerpoint/2010/main" val="129590955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12319">
          <p15:clr>
            <a:srgbClr val="FBAE40"/>
          </p15:clr>
        </p15:guide>
        <p15:guide id="4" pos="189">
          <p15:clr>
            <a:srgbClr val="FBAE40"/>
          </p15:clr>
        </p15:guide>
        <p15:guide id="5" orient="horz" pos="6919">
          <p15:clr>
            <a:srgbClr val="FBAE40"/>
          </p15:clr>
        </p15:guide>
        <p15:guide id="6" orient="horz" pos="572">
          <p15:clr>
            <a:srgbClr val="FBAE40"/>
          </p15:clr>
        </p15:guide>
        <p15:guide id="7" orient="horz" pos="640">
          <p15:clr>
            <a:srgbClr val="FBAE40"/>
          </p15:clr>
        </p15:guide>
        <p15:guide id="8" orient="horz" pos="6714">
          <p15:clr>
            <a:srgbClr val="FBAE40"/>
          </p15:clr>
        </p15:guide>
        <p15:guide id="9" orient="horz" pos="504">
          <p15:clr>
            <a:srgbClr val="FBAE40"/>
          </p15:clr>
        </p15:guide>
        <p15:guide id="10" pos="7469">
          <p15:clr>
            <a:srgbClr val="FBAE40"/>
          </p15:clr>
        </p15:guide>
        <p15:guide id="11" orient="horz" pos="96">
          <p15:clr>
            <a:srgbClr val="FBAE40"/>
          </p15:clr>
        </p15:guide>
        <p15:guide id="12" orient="horz" pos="4201">
          <p15:clr>
            <a:srgbClr val="FBAE40"/>
          </p15:clr>
        </p15:guide>
        <p15:guide id="13" orient="horz" pos="4065">
          <p15:clr>
            <a:srgbClr val="FBAE40"/>
          </p15:clr>
        </p15:guide>
        <p15:guide id="14" orient="horz" pos="232">
          <p15:clr>
            <a:srgbClr val="FBAE40"/>
          </p15:clr>
        </p15:guide>
      </p15:sldGuideLst>
    </p:ext>
  </p:extLst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ítulo | 1 linha - Branco 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defRPr sz="1100">
                <a:solidFill>
                  <a:schemeClr val="tx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accent6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defRPr sz="900" baseline="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2" name="Text Placeholder 8">
            <a:extLst>
              <a:ext uri="{FF2B5EF4-FFF2-40B4-BE49-F238E27FC236}">
                <a16:creationId xmlns:a16="http://schemas.microsoft.com/office/drawing/2014/main" id="{7A7A9582-3614-801A-785B-273FCD3E092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4" y="1949415"/>
            <a:ext cx="11522075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8"/>
            <a:ext cx="11522585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EFD7F938-B824-C27B-BEB2-95E90F5FFDD4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rgbClr val="000000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>
              <a:solidFill>
                <a:schemeClr val="accent6"/>
              </a:solidFill>
            </a:endParaRPr>
          </a:p>
        </p:txBody>
      </p: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B819F04F-8ABD-ABFC-2381-D3C3D7CF30AF}"/>
              </a:ext>
            </a:extLst>
          </p:cNvPr>
          <p:cNvCxnSpPr/>
          <p:nvPr userDrawn="1"/>
        </p:nvCxnSpPr>
        <p:spPr>
          <a:xfrm>
            <a:off x="0" y="6699502"/>
            <a:ext cx="12192000" cy="0"/>
          </a:xfrm>
          <a:prstGeom prst="line">
            <a:avLst/>
          </a:prstGeom>
          <a:ln>
            <a:gradFill>
              <a:gsLst>
                <a:gs pos="0">
                  <a:schemeClr val="accent1"/>
                </a:gs>
                <a:gs pos="50000">
                  <a:srgbClr val="AAE4C0"/>
                </a:gs>
                <a:gs pos="100000">
                  <a:schemeClr val="accent2">
                    <a:alpha val="0"/>
                  </a:schemeClr>
                </a:gs>
              </a:gsLst>
              <a:lin ang="270000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5FA29D40-8F86-4DCA-85E9-E401626339AF}"/>
              </a:ext>
            </a:extLst>
          </p:cNvPr>
          <p:cNvCxnSpPr>
            <a:cxnSpLocks/>
          </p:cNvCxnSpPr>
          <p:nvPr userDrawn="1"/>
        </p:nvCxnSpPr>
        <p:spPr>
          <a:xfrm flipH="1">
            <a:off x="0" y="6776531"/>
            <a:ext cx="12192000" cy="0"/>
          </a:xfrm>
          <a:prstGeom prst="line">
            <a:avLst/>
          </a:prstGeom>
          <a:ln>
            <a:gradFill>
              <a:gsLst>
                <a:gs pos="0">
                  <a:schemeClr val="accent3">
                    <a:lumMod val="50000"/>
                  </a:schemeClr>
                </a:gs>
                <a:gs pos="50000">
                  <a:schemeClr val="accent3">
                    <a:lumMod val="60000"/>
                    <a:lumOff val="40000"/>
                  </a:schemeClr>
                </a:gs>
                <a:gs pos="100000">
                  <a:schemeClr val="bg1"/>
                </a:gs>
              </a:gsLst>
              <a:lin ang="270000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73200533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ítulo | 2 linhas - Branco 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tx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accent6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4" y="1949415"/>
            <a:ext cx="5648397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2" name="Text Placeholder 8">
            <a:extLst>
              <a:ext uri="{FF2B5EF4-FFF2-40B4-BE49-F238E27FC236}">
                <a16:creationId xmlns:a16="http://schemas.microsoft.com/office/drawing/2014/main" id="{A0F307EA-4C29-0128-C5F3-1EC020414CC8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208641" y="1949415"/>
            <a:ext cx="5648397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FC74B37E-4911-072A-7204-9C9ACA9A1C80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4" y="1518528"/>
            <a:ext cx="5648397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8" name="Text Placeholder 8">
            <a:extLst>
              <a:ext uri="{FF2B5EF4-FFF2-40B4-BE49-F238E27FC236}">
                <a16:creationId xmlns:a16="http://schemas.microsoft.com/office/drawing/2014/main" id="{75ABF0D0-FF53-6AFF-585A-B5197E38DF03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208641" y="1518528"/>
            <a:ext cx="5648397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Picture 8">
            <a:extLst>
              <a:ext uri="{FF2B5EF4-FFF2-40B4-BE49-F238E27FC236}">
                <a16:creationId xmlns:a16="http://schemas.microsoft.com/office/drawing/2014/main" id="{D2821058-F589-1511-1D91-0F05271A6C82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rgbClr val="000000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>
              <a:solidFill>
                <a:schemeClr val="accent6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5A0A33CF-3720-1012-F597-F4ECE825DFE9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44557274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77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ítulo | Box superior - Branco 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tx1">
                    <a:lumMod val="95000"/>
                    <a:lumOff val="5000"/>
                  </a:schemeClr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tx1">
                    <a:lumMod val="95000"/>
                    <a:lumOff val="5000"/>
                  </a:schemeClr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0" name="Retângulo 5">
            <a:extLst>
              <a:ext uri="{FF2B5EF4-FFF2-40B4-BE49-F238E27FC236}">
                <a16:creationId xmlns:a16="http://schemas.microsoft.com/office/drawing/2014/main" id="{7D36360D-ABDB-2B93-AA05-C90BA9D483DB}"/>
              </a:ext>
            </a:extLst>
          </p:cNvPr>
          <p:cNvSpPr/>
          <p:nvPr userDrawn="1"/>
        </p:nvSpPr>
        <p:spPr>
          <a:xfrm>
            <a:off x="0" y="807794"/>
            <a:ext cx="12192000" cy="2091184"/>
          </a:xfrm>
          <a:prstGeom prst="rect">
            <a:avLst/>
          </a:prstGeom>
          <a:gradFill>
            <a:gsLst>
              <a:gs pos="100000">
                <a:schemeClr val="tx1">
                  <a:lumMod val="95000"/>
                  <a:lumOff val="5000"/>
                </a:schemeClr>
              </a:gs>
              <a:gs pos="0">
                <a:schemeClr val="tx1">
                  <a:lumMod val="85000"/>
                  <a:lumOff val="15000"/>
                </a:schemeClr>
              </a:gs>
            </a:gsLst>
            <a:lin ang="3600000" scaled="0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sz="1092">
              <a:solidFill>
                <a:schemeClr val="accent2"/>
              </a:solidFill>
              <a:latin typeface="Versos" panose="020B0503020204030204" pitchFamily="34" charset="0"/>
            </a:endParaRP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683428" y="1045525"/>
            <a:ext cx="5421301" cy="156104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accent4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12" name="Conector Reto 6">
            <a:extLst>
              <a:ext uri="{FF2B5EF4-FFF2-40B4-BE49-F238E27FC236}">
                <a16:creationId xmlns:a16="http://schemas.microsoft.com/office/drawing/2014/main" id="{93D24C85-FAB3-23B7-3282-C0255DE4BF50}"/>
              </a:ext>
            </a:extLst>
          </p:cNvPr>
          <p:cNvCxnSpPr/>
          <p:nvPr userDrawn="1"/>
        </p:nvCxnSpPr>
        <p:spPr>
          <a:xfrm>
            <a:off x="583096" y="1364974"/>
            <a:ext cx="0" cy="1562116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Conector Reto 7">
            <a:extLst>
              <a:ext uri="{FF2B5EF4-FFF2-40B4-BE49-F238E27FC236}">
                <a16:creationId xmlns:a16="http://schemas.microsoft.com/office/drawing/2014/main" id="{A040BC7F-4356-241E-DE98-A14572A424F9}"/>
              </a:ext>
            </a:extLst>
          </p:cNvPr>
          <p:cNvCxnSpPr>
            <a:cxnSpLocks/>
          </p:cNvCxnSpPr>
          <p:nvPr userDrawn="1"/>
        </p:nvCxnSpPr>
        <p:spPr>
          <a:xfrm>
            <a:off x="6336683" y="1364974"/>
            <a:ext cx="0" cy="1562116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3D29ABC6-2275-8D02-5D8F-6C312831087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437015" y="1045525"/>
            <a:ext cx="5420023" cy="158838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accent4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7" name="Text Placeholder 8">
            <a:extLst>
              <a:ext uri="{FF2B5EF4-FFF2-40B4-BE49-F238E27FC236}">
                <a16:creationId xmlns:a16="http://schemas.microsoft.com/office/drawing/2014/main" id="{D0831873-076C-11EE-AA1E-02508B9C5655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686448" y="3021652"/>
            <a:ext cx="5296913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>
                    <a:lumMod val="95000"/>
                    <a:lumOff val="5000"/>
                  </a:schemeClr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:a16="http://schemas.microsoft.com/office/drawing/2014/main" id="{89936DB2-1144-3AFC-1BBA-E1BDEB5020C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435706" y="3021652"/>
            <a:ext cx="5421332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>
                    <a:lumMod val="95000"/>
                    <a:lumOff val="5000"/>
                  </a:schemeClr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4931296C-3A93-5F16-2D9A-EB313B015B3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rgbClr val="000000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09B6F29F-DF18-9050-9EF6-AF47C4A796AC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82921151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ítulo | Box lateral - Branco 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tângulo 1">
            <a:extLst>
              <a:ext uri="{FF2B5EF4-FFF2-40B4-BE49-F238E27FC236}">
                <a16:creationId xmlns:a16="http://schemas.microsoft.com/office/drawing/2014/main" id="{0B0E7351-5252-E626-42EB-CDCE7C083C49}"/>
              </a:ext>
            </a:extLst>
          </p:cNvPr>
          <p:cNvSpPr/>
          <p:nvPr userDrawn="1"/>
        </p:nvSpPr>
        <p:spPr>
          <a:xfrm>
            <a:off x="0" y="1"/>
            <a:ext cx="5420020" cy="6858000"/>
          </a:xfrm>
          <a:prstGeom prst="rect">
            <a:avLst/>
          </a:prstGeom>
          <a:gradFill>
            <a:gsLst>
              <a:gs pos="100000">
                <a:schemeClr val="tx1">
                  <a:lumMod val="95000"/>
                  <a:lumOff val="5000"/>
                </a:schemeClr>
              </a:gs>
              <a:gs pos="0">
                <a:schemeClr val="tx1">
                  <a:lumMod val="85000"/>
                  <a:lumOff val="15000"/>
                </a:schemeClr>
              </a:gs>
            </a:gsLst>
            <a:lin ang="3600000" scaled="0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sz="1092">
              <a:solidFill>
                <a:schemeClr val="bg1"/>
              </a:solidFill>
            </a:endParaRPr>
          </a:p>
        </p:txBody>
      </p:sp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tx1">
                    <a:lumMod val="95000"/>
                    <a:lumOff val="5000"/>
                  </a:schemeClr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5085057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47027" y="1751285"/>
            <a:ext cx="4369353" cy="156104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3D29ABC6-2275-8D02-5D8F-6C312831087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333166" y="3849328"/>
            <a:ext cx="4383213" cy="158838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:a16="http://schemas.microsoft.com/office/drawing/2014/main" id="{89936DB2-1144-3AFC-1BBA-E1BDEB5020C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5767047" y="1484313"/>
            <a:ext cx="6077927" cy="445872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>
                    <a:lumMod val="95000"/>
                    <a:lumOff val="5000"/>
                  </a:schemeClr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2" name="Conector Reto 2">
            <a:extLst>
              <a:ext uri="{FF2B5EF4-FFF2-40B4-BE49-F238E27FC236}">
                <a16:creationId xmlns:a16="http://schemas.microsoft.com/office/drawing/2014/main" id="{D24BE17E-F6B3-8EAE-EC30-BB9C725FC11E}"/>
              </a:ext>
            </a:extLst>
          </p:cNvPr>
          <p:cNvCxnSpPr>
            <a:cxnSpLocks/>
          </p:cNvCxnSpPr>
          <p:nvPr userDrawn="1"/>
        </p:nvCxnSpPr>
        <p:spPr>
          <a:xfrm flipH="1">
            <a:off x="1" y="1482784"/>
            <a:ext cx="1457739" cy="0"/>
          </a:xfrm>
          <a:prstGeom prst="line">
            <a:avLst/>
          </a:prstGeom>
          <a:ln>
            <a:solidFill>
              <a:schemeClr val="accent4">
                <a:lumMod val="40000"/>
                <a:lumOff val="6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Conector Reto 7">
            <a:extLst>
              <a:ext uri="{FF2B5EF4-FFF2-40B4-BE49-F238E27FC236}">
                <a16:creationId xmlns:a16="http://schemas.microsoft.com/office/drawing/2014/main" id="{0D6EA7A2-501E-AE25-217B-771E1489503C}"/>
              </a:ext>
            </a:extLst>
          </p:cNvPr>
          <p:cNvCxnSpPr>
            <a:cxnSpLocks/>
          </p:cNvCxnSpPr>
          <p:nvPr userDrawn="1"/>
        </p:nvCxnSpPr>
        <p:spPr>
          <a:xfrm flipH="1">
            <a:off x="1" y="3580828"/>
            <a:ext cx="1457739" cy="0"/>
          </a:xfrm>
          <a:prstGeom prst="line">
            <a:avLst/>
          </a:prstGeom>
          <a:ln>
            <a:solidFill>
              <a:schemeClr val="accent4">
                <a:lumMod val="40000"/>
                <a:lumOff val="6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Picture 8">
            <a:extLst>
              <a:ext uri="{FF2B5EF4-FFF2-40B4-BE49-F238E27FC236}">
                <a16:creationId xmlns:a16="http://schemas.microsoft.com/office/drawing/2014/main" id="{68EB1F7D-EB42-B4A5-4EBA-55B2FE1DF06F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rgbClr val="000000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>
              <a:solidFill>
                <a:schemeClr val="accent4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1111236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Blank - Branc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26494598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Título | 1 linha - Black">
    <p:bg>
      <p:bgPr>
        <a:gradFill>
          <a:gsLst>
            <a:gs pos="100000">
              <a:schemeClr val="tx1">
                <a:lumMod val="95000"/>
                <a:lumOff val="5000"/>
              </a:schemeClr>
            </a:gs>
            <a:gs pos="0">
              <a:schemeClr val="tx1">
                <a:lumMod val="85000"/>
                <a:lumOff val="15000"/>
              </a:schemeClr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7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2" name="Text Placeholder 8">
            <a:extLst>
              <a:ext uri="{FF2B5EF4-FFF2-40B4-BE49-F238E27FC236}">
                <a16:creationId xmlns:a16="http://schemas.microsoft.com/office/drawing/2014/main" id="{7A7A9582-3614-801A-785B-273FCD3E092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4" y="1949414"/>
            <a:ext cx="11522075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8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E210A61-F7AF-5C56-9539-494DD44ED880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79563954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Título | 1 linha - Black">
    <p:bg>
      <p:bgPr>
        <a:gradFill>
          <a:gsLst>
            <a:gs pos="100000">
              <a:schemeClr val="tx1">
                <a:lumMod val="95000"/>
                <a:lumOff val="5000"/>
              </a:schemeClr>
            </a:gs>
            <a:gs pos="0">
              <a:schemeClr val="tx1">
                <a:lumMod val="85000"/>
                <a:lumOff val="15000"/>
              </a:schemeClr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7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2" name="Text Placeholder 8">
            <a:extLst>
              <a:ext uri="{FF2B5EF4-FFF2-40B4-BE49-F238E27FC236}">
                <a16:creationId xmlns:a16="http://schemas.microsoft.com/office/drawing/2014/main" id="{7A7A9582-3614-801A-785B-273FCD3E092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4" y="1949414"/>
            <a:ext cx="11522075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8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E210A61-F7AF-5C56-9539-494DD44ED880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" name="Group 9">
            <a:extLst>
              <a:ext uri="{FF2B5EF4-FFF2-40B4-BE49-F238E27FC236}">
                <a16:creationId xmlns:a16="http://schemas.microsoft.com/office/drawing/2014/main" id="{5752AA87-E9EF-F9C3-D180-0D695337BC25}"/>
              </a:ext>
            </a:extLst>
          </p:cNvPr>
          <p:cNvGrpSpPr/>
          <p:nvPr userDrawn="1"/>
        </p:nvGrpSpPr>
        <p:grpSpPr>
          <a:xfrm flipV="1">
            <a:off x="12099285" y="0"/>
            <a:ext cx="91438" cy="1832748"/>
            <a:chOff x="120125" y="5025253"/>
            <a:chExt cx="91438" cy="1832748"/>
          </a:xfrm>
        </p:grpSpPr>
        <p:sp>
          <p:nvSpPr>
            <p:cNvPr id="8" name="Rectangle 7">
              <a:extLst>
                <a:ext uri="{FF2B5EF4-FFF2-40B4-BE49-F238E27FC236}">
                  <a16:creationId xmlns:a16="http://schemas.microsoft.com/office/drawing/2014/main" id="{7E05AB66-66BE-D764-AEA7-119CD2ED8298}"/>
                </a:ext>
              </a:extLst>
            </p:cNvPr>
            <p:cNvSpPr/>
            <p:nvPr userDrawn="1"/>
          </p:nvSpPr>
          <p:spPr>
            <a:xfrm rot="16200000" flipV="1">
              <a:off x="-773389" y="5918767"/>
              <a:ext cx="1832748" cy="45719"/>
            </a:xfrm>
            <a:prstGeom prst="rect">
              <a:avLst/>
            </a:prstGeom>
            <a:gradFill>
              <a:gsLst>
                <a:gs pos="0">
                  <a:schemeClr val="accent3">
                    <a:lumMod val="50000"/>
                  </a:schemeClr>
                </a:gs>
                <a:gs pos="50000">
                  <a:schemeClr val="accent3">
                    <a:lumMod val="60000"/>
                    <a:lumOff val="40000"/>
                  </a:schemeClr>
                </a:gs>
                <a:gs pos="100000">
                  <a:schemeClr val="bg1">
                    <a:alpha val="0"/>
                  </a:schemeClr>
                </a:gs>
              </a:gsLst>
              <a:lin ang="2700000" scaled="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 sz="1092"/>
            </a:p>
          </p:txBody>
        </p:sp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25A8B063-3DCC-1280-CEC3-7512BA9DF746}"/>
                </a:ext>
              </a:extLst>
            </p:cNvPr>
            <p:cNvSpPr/>
            <p:nvPr userDrawn="1"/>
          </p:nvSpPr>
          <p:spPr>
            <a:xfrm rot="16200000" flipV="1">
              <a:off x="-727670" y="5918767"/>
              <a:ext cx="1832748" cy="45719"/>
            </a:xfrm>
            <a:prstGeom prst="rect">
              <a:avLst/>
            </a:prstGeom>
            <a:gradFill>
              <a:gsLst>
                <a:gs pos="0">
                  <a:schemeClr val="accent1"/>
                </a:gs>
                <a:gs pos="50000">
                  <a:schemeClr val="accent2"/>
                </a:gs>
                <a:gs pos="100000">
                  <a:schemeClr val="bg1">
                    <a:alpha val="0"/>
                  </a:schemeClr>
                </a:gs>
              </a:gsLst>
              <a:lin ang="2700000" scaled="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 sz="1092"/>
            </a:p>
          </p:txBody>
        </p:sp>
      </p:grpSp>
    </p:spTree>
    <p:extLst>
      <p:ext uri="{BB962C8B-B14F-4D97-AF65-F5344CB8AC3E}">
        <p14:creationId xmlns:p14="http://schemas.microsoft.com/office/powerpoint/2010/main" val="189730970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ítulo | 1 linha - High Yield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5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7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2" name="Text Placeholder 8">
            <a:extLst>
              <a:ext uri="{FF2B5EF4-FFF2-40B4-BE49-F238E27FC236}">
                <a16:creationId xmlns:a16="http://schemas.microsoft.com/office/drawing/2014/main" id="{7A7A9582-3614-801A-785B-273FCD3E092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4" y="1949414"/>
            <a:ext cx="11522075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8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E210A61-F7AF-5C56-9539-494DD44ED880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23892674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ítulo | 6 Boxes - High Yield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5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7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7"/>
            <a:ext cx="3741737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>
              <a:solidFill>
                <a:schemeClr val="bg1"/>
              </a:solidFill>
            </a:endParaRPr>
          </a:p>
        </p:txBody>
      </p:sp>
      <p:sp>
        <p:nvSpPr>
          <p:cNvPr id="3" name="Text Placeholder 8">
            <a:extLst>
              <a:ext uri="{FF2B5EF4-FFF2-40B4-BE49-F238E27FC236}">
                <a16:creationId xmlns:a16="http://schemas.microsoft.com/office/drawing/2014/main" id="{7858F1CA-0E09-F094-AD45-52092585CA19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4225800" y="1518527"/>
            <a:ext cx="3740400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8">
            <a:extLst>
              <a:ext uri="{FF2B5EF4-FFF2-40B4-BE49-F238E27FC236}">
                <a16:creationId xmlns:a16="http://schemas.microsoft.com/office/drawing/2014/main" id="{4E170CD4-5C01-DD85-2A0A-98954D99CAC5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334962" y="3987408"/>
            <a:ext cx="3741737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10601806-BC35-9EEE-9C59-2DC0E49D5BA6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>
          <a:xfrm>
            <a:off x="4225799" y="3987408"/>
            <a:ext cx="3740400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805EFAA-C04F-7113-90E8-A7D66AF35288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8116638" y="1524793"/>
            <a:ext cx="3740400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Text Placeholder 8">
            <a:extLst>
              <a:ext uri="{FF2B5EF4-FFF2-40B4-BE49-F238E27FC236}">
                <a16:creationId xmlns:a16="http://schemas.microsoft.com/office/drawing/2014/main" id="{E9120CB5-4884-D14A-8682-CC106CAFBBEA}"/>
              </a:ext>
            </a:extLst>
          </p:cNvPr>
          <p:cNvSpPr>
            <a:spLocks noGrp="1"/>
          </p:cNvSpPr>
          <p:nvPr>
            <p:ph type="body" sz="quarter" idx="23"/>
          </p:nvPr>
        </p:nvSpPr>
        <p:spPr>
          <a:xfrm>
            <a:off x="8116637" y="3993674"/>
            <a:ext cx="3740400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ECAC4E8C-2B3F-574D-C955-1EBD6FD7CDE9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30742656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ítulo | 5 Boxes - High Yield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5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7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7"/>
            <a:ext cx="3741737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>
              <a:solidFill>
                <a:schemeClr val="bg1"/>
              </a:solidFill>
            </a:endParaRPr>
          </a:p>
        </p:txBody>
      </p:sp>
      <p:sp>
        <p:nvSpPr>
          <p:cNvPr id="3" name="Text Placeholder 8">
            <a:extLst>
              <a:ext uri="{FF2B5EF4-FFF2-40B4-BE49-F238E27FC236}">
                <a16:creationId xmlns:a16="http://schemas.microsoft.com/office/drawing/2014/main" id="{7858F1CA-0E09-F094-AD45-52092585CA19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4225800" y="1518527"/>
            <a:ext cx="3740400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8">
            <a:extLst>
              <a:ext uri="{FF2B5EF4-FFF2-40B4-BE49-F238E27FC236}">
                <a16:creationId xmlns:a16="http://schemas.microsoft.com/office/drawing/2014/main" id="{4E170CD4-5C01-DD85-2A0A-98954D99CAC5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334962" y="3987408"/>
            <a:ext cx="3741737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10601806-BC35-9EEE-9C59-2DC0E49D5BA6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>
          <a:xfrm>
            <a:off x="4225799" y="3987408"/>
            <a:ext cx="3740400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805EFAA-C04F-7113-90E8-A7D66AF35288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8116638" y="1524793"/>
            <a:ext cx="3740400" cy="4776079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D3A3FCC3-EBF1-0B54-4092-43FDDED92531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93405627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ítulo | 4 Boxes - High Yield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5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7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7"/>
            <a:ext cx="3741737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>
              <a:solidFill>
                <a:schemeClr val="bg1"/>
              </a:solidFill>
            </a:endParaRPr>
          </a:p>
        </p:txBody>
      </p:sp>
      <p:sp>
        <p:nvSpPr>
          <p:cNvPr id="3" name="Text Placeholder 8">
            <a:extLst>
              <a:ext uri="{FF2B5EF4-FFF2-40B4-BE49-F238E27FC236}">
                <a16:creationId xmlns:a16="http://schemas.microsoft.com/office/drawing/2014/main" id="{7858F1CA-0E09-F094-AD45-52092585CA19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4225800" y="1518527"/>
            <a:ext cx="3740400" cy="4776078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8">
            <a:extLst>
              <a:ext uri="{FF2B5EF4-FFF2-40B4-BE49-F238E27FC236}">
                <a16:creationId xmlns:a16="http://schemas.microsoft.com/office/drawing/2014/main" id="{4E170CD4-5C01-DD85-2A0A-98954D99CAC5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334962" y="3987408"/>
            <a:ext cx="3741737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805EFAA-C04F-7113-90E8-A7D66AF35288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8116638" y="1524793"/>
            <a:ext cx="3740400" cy="4776079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4176D65B-577B-DA97-A4AE-85E5C579A955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53006096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ítulo | 2 linhas - High Yield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5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2" name="Espaço Reservado para Número de Slide 5">
            <a:extLst>
              <a:ext uri="{FF2B5EF4-FFF2-40B4-BE49-F238E27FC236}">
                <a16:creationId xmlns:a16="http://schemas.microsoft.com/office/drawing/2014/main" id="{21758EB3-F057-8CDF-FF61-35E724EF59E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5629EC08-34A0-4F4F-BF0C-DAE3D73CA1C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4" y="1949414"/>
            <a:ext cx="5648397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8" name="Text Placeholder 10">
            <a:extLst>
              <a:ext uri="{FF2B5EF4-FFF2-40B4-BE49-F238E27FC236}">
                <a16:creationId xmlns:a16="http://schemas.microsoft.com/office/drawing/2014/main" id="{F37A98A2-2A9D-056F-7CA4-B986B8170761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7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AECBC137-580C-65EB-C713-E63CDBDB515E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208641" y="1949414"/>
            <a:ext cx="5648397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Text Placeholder 8">
            <a:extLst>
              <a:ext uri="{FF2B5EF4-FFF2-40B4-BE49-F238E27FC236}">
                <a16:creationId xmlns:a16="http://schemas.microsoft.com/office/drawing/2014/main" id="{D1CF13AF-F1F7-29D7-F0C3-C23BE528C9A0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4" y="1518528"/>
            <a:ext cx="5648397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47497781-FD6B-9B5D-3237-9AD784B8880E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208641" y="1518528"/>
            <a:ext cx="5648397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Picture 8">
            <a:extLst>
              <a:ext uri="{FF2B5EF4-FFF2-40B4-BE49-F238E27FC236}">
                <a16:creationId xmlns:a16="http://schemas.microsoft.com/office/drawing/2014/main" id="{EB78A079-9AB0-B349-256E-BC9ED4CF0623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509A8969-4CCE-CE82-D2FB-901A726879C5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6200264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ítulo | Box superior - High Yield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5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0" name="Retângulo 5">
            <a:extLst>
              <a:ext uri="{FF2B5EF4-FFF2-40B4-BE49-F238E27FC236}">
                <a16:creationId xmlns:a16="http://schemas.microsoft.com/office/drawing/2014/main" id="{7D36360D-ABDB-2B93-AA05-C90BA9D483DB}"/>
              </a:ext>
            </a:extLst>
          </p:cNvPr>
          <p:cNvSpPr/>
          <p:nvPr userDrawn="1"/>
        </p:nvSpPr>
        <p:spPr>
          <a:xfrm>
            <a:off x="0" y="807794"/>
            <a:ext cx="12192000" cy="209118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sz="1092">
              <a:latin typeface="Versos" panose="020B0503020204030204" pitchFamily="34" charset="0"/>
            </a:endParaRP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683428" y="1045525"/>
            <a:ext cx="5421301" cy="156104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12" name="Conector Reto 6">
            <a:extLst>
              <a:ext uri="{FF2B5EF4-FFF2-40B4-BE49-F238E27FC236}">
                <a16:creationId xmlns:a16="http://schemas.microsoft.com/office/drawing/2014/main" id="{93D24C85-FAB3-23B7-3282-C0255DE4BF50}"/>
              </a:ext>
            </a:extLst>
          </p:cNvPr>
          <p:cNvCxnSpPr/>
          <p:nvPr userDrawn="1"/>
        </p:nvCxnSpPr>
        <p:spPr>
          <a:xfrm>
            <a:off x="583096" y="1364974"/>
            <a:ext cx="0" cy="1562116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Conector Reto 7">
            <a:extLst>
              <a:ext uri="{FF2B5EF4-FFF2-40B4-BE49-F238E27FC236}">
                <a16:creationId xmlns:a16="http://schemas.microsoft.com/office/drawing/2014/main" id="{A040BC7F-4356-241E-DE98-A14572A424F9}"/>
              </a:ext>
            </a:extLst>
          </p:cNvPr>
          <p:cNvCxnSpPr>
            <a:cxnSpLocks/>
          </p:cNvCxnSpPr>
          <p:nvPr userDrawn="1"/>
        </p:nvCxnSpPr>
        <p:spPr>
          <a:xfrm>
            <a:off x="6336683" y="1364974"/>
            <a:ext cx="0" cy="1562116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3D29ABC6-2275-8D02-5D8F-6C312831087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437015" y="1045525"/>
            <a:ext cx="5420023" cy="158838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7" name="Text Placeholder 8">
            <a:extLst>
              <a:ext uri="{FF2B5EF4-FFF2-40B4-BE49-F238E27FC236}">
                <a16:creationId xmlns:a16="http://schemas.microsoft.com/office/drawing/2014/main" id="{D0831873-076C-11EE-AA1E-02508B9C5655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686448" y="3021652"/>
            <a:ext cx="5296913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:a16="http://schemas.microsoft.com/office/drawing/2014/main" id="{89936DB2-1144-3AFC-1BBA-E1BDEB5020C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435706" y="3021652"/>
            <a:ext cx="5421332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C3DE3459-A0CC-6831-FC59-0F2863B6F3C9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904FAD7-D1D8-06F3-6189-A8707EDC8E87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16763307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ítulo | Box lateral - High Yield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5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tângulo 1">
            <a:extLst>
              <a:ext uri="{FF2B5EF4-FFF2-40B4-BE49-F238E27FC236}">
                <a16:creationId xmlns:a16="http://schemas.microsoft.com/office/drawing/2014/main" id="{0B0E7351-5252-E626-42EB-CDCE7C083C49}"/>
              </a:ext>
            </a:extLst>
          </p:cNvPr>
          <p:cNvSpPr/>
          <p:nvPr userDrawn="1"/>
        </p:nvSpPr>
        <p:spPr>
          <a:xfrm>
            <a:off x="0" y="1"/>
            <a:ext cx="5420020" cy="68580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sz="1092">
              <a:solidFill>
                <a:schemeClr val="tx1"/>
              </a:solidFill>
            </a:endParaRPr>
          </a:p>
        </p:txBody>
      </p:sp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5085057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accent3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47027" y="1751285"/>
            <a:ext cx="4369353" cy="156104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3D29ABC6-2275-8D02-5D8F-6C312831087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333166" y="3849328"/>
            <a:ext cx="4383213" cy="158838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:a16="http://schemas.microsoft.com/office/drawing/2014/main" id="{89936DB2-1144-3AFC-1BBA-E1BDEB5020C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5767047" y="1484313"/>
            <a:ext cx="6077927" cy="445872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2" name="Conector Reto 2">
            <a:extLst>
              <a:ext uri="{FF2B5EF4-FFF2-40B4-BE49-F238E27FC236}">
                <a16:creationId xmlns:a16="http://schemas.microsoft.com/office/drawing/2014/main" id="{D24BE17E-F6B3-8EAE-EC30-BB9C725FC11E}"/>
              </a:ext>
            </a:extLst>
          </p:cNvPr>
          <p:cNvCxnSpPr>
            <a:cxnSpLocks/>
          </p:cNvCxnSpPr>
          <p:nvPr userDrawn="1"/>
        </p:nvCxnSpPr>
        <p:spPr>
          <a:xfrm flipH="1">
            <a:off x="1" y="1482784"/>
            <a:ext cx="1457739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Conector Reto 7">
            <a:extLst>
              <a:ext uri="{FF2B5EF4-FFF2-40B4-BE49-F238E27FC236}">
                <a16:creationId xmlns:a16="http://schemas.microsoft.com/office/drawing/2014/main" id="{0D6EA7A2-501E-AE25-217B-771E1489503C}"/>
              </a:ext>
            </a:extLst>
          </p:cNvPr>
          <p:cNvCxnSpPr>
            <a:cxnSpLocks/>
          </p:cNvCxnSpPr>
          <p:nvPr userDrawn="1"/>
        </p:nvCxnSpPr>
        <p:spPr>
          <a:xfrm flipH="1">
            <a:off x="1" y="3580828"/>
            <a:ext cx="1457739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Picture 8">
            <a:extLst>
              <a:ext uri="{FF2B5EF4-FFF2-40B4-BE49-F238E27FC236}">
                <a16:creationId xmlns:a16="http://schemas.microsoft.com/office/drawing/2014/main" id="{620B58C1-6F30-634A-58EB-8F0407027A11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941608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Blank - High Yield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5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06791639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_Título | 1 linha - Black">
    <p:bg>
      <p:bgPr>
        <a:solidFill>
          <a:schemeClr val="tx1">
            <a:lumMod val="95000"/>
            <a:lumOff val="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5" y="368302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4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4" y="1518528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E210A61-F7AF-5C56-9539-494DD44ED880}"/>
              </a:ext>
            </a:extLst>
          </p:cNvPr>
          <p:cNvCxnSpPr/>
          <p:nvPr userDrawn="1"/>
        </p:nvCxnSpPr>
        <p:spPr>
          <a:xfrm>
            <a:off x="334965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142233D2-9F78-8FB4-6848-6FABD836DEBB}"/>
              </a:ext>
            </a:extLst>
          </p:cNvPr>
          <p:cNvCxnSpPr>
            <a:cxnSpLocks/>
          </p:cNvCxnSpPr>
          <p:nvPr userDrawn="1"/>
        </p:nvCxnSpPr>
        <p:spPr>
          <a:xfrm>
            <a:off x="334963" y="6573705"/>
            <a:ext cx="11094148" cy="0"/>
          </a:xfrm>
          <a:prstGeom prst="line">
            <a:avLst/>
          </a:prstGeom>
          <a:noFill/>
          <a:ln w="9525" cap="flat" cmpd="sng" algn="ctr">
            <a:solidFill>
              <a:schemeClr val="tx1">
                <a:lumMod val="85000"/>
                <a:lumOff val="15000"/>
              </a:schemeClr>
            </a:solidFill>
            <a:prstDash val="solid"/>
          </a:ln>
          <a:effectLst/>
        </p:spPr>
      </p:cxnSp>
    </p:spTree>
    <p:extLst>
      <p:ext uri="{BB962C8B-B14F-4D97-AF65-F5344CB8AC3E}">
        <p14:creationId xmlns:p14="http://schemas.microsoft.com/office/powerpoint/2010/main" val="418707311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12319">
          <p15:clr>
            <a:srgbClr val="FBAE40"/>
          </p15:clr>
        </p15:guide>
        <p15:guide id="4" pos="189">
          <p15:clr>
            <a:srgbClr val="FBAE40"/>
          </p15:clr>
        </p15:guide>
        <p15:guide id="5" orient="horz" pos="6919">
          <p15:clr>
            <a:srgbClr val="FBAE40"/>
          </p15:clr>
        </p15:guide>
        <p15:guide id="6" orient="horz" pos="572">
          <p15:clr>
            <a:srgbClr val="FBAE40"/>
          </p15:clr>
        </p15:guide>
        <p15:guide id="7" orient="horz" pos="640">
          <p15:clr>
            <a:srgbClr val="FBAE40"/>
          </p15:clr>
        </p15:guide>
        <p15:guide id="8" orient="horz" pos="6714">
          <p15:clr>
            <a:srgbClr val="FBAE40"/>
          </p15:clr>
        </p15:guide>
        <p15:guide id="9" orient="horz" pos="504">
          <p15:clr>
            <a:srgbClr val="FBAE40"/>
          </p15:clr>
        </p15:guide>
        <p15:guide id="10" pos="7469">
          <p15:clr>
            <a:srgbClr val="FBAE40"/>
          </p15:clr>
        </p15:guide>
        <p15:guide id="11" orient="horz" pos="96">
          <p15:clr>
            <a:srgbClr val="FBAE40"/>
          </p15:clr>
        </p15:guide>
        <p15:guide id="12" orient="horz" pos="4201">
          <p15:clr>
            <a:srgbClr val="FBAE40"/>
          </p15:clr>
        </p15:guide>
        <p15:guide id="13" orient="horz" pos="4065">
          <p15:clr>
            <a:srgbClr val="FBAE40"/>
          </p15:clr>
        </p15:guide>
        <p15:guide id="14" orient="horz" pos="232">
          <p15:clr>
            <a:srgbClr val="FBAE40"/>
          </p15:clr>
        </p15:guide>
      </p15:sldGuideLst>
    </p:ext>
  </p:extLst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ctrTitle"/>
          </p:nvPr>
        </p:nvSpPr>
        <p:spPr>
          <a:xfrm>
            <a:off x="914400" y="2125980"/>
            <a:ext cx="10363201" cy="700192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subTitle" idx="4"/>
          </p:nvPr>
        </p:nvSpPr>
        <p:spPr>
          <a:xfrm>
            <a:off x="1828800" y="3840480"/>
            <a:ext cx="8534400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10/14/2026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208842339"/>
      </p:ext>
    </p:extLst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4706548" y="1442433"/>
            <a:ext cx="2778902" cy="424603"/>
          </a:xfrm>
        </p:spPr>
        <p:txBody>
          <a:bodyPr lIns="0" tIns="0" rIns="0" bIns="0"/>
          <a:lstStyle>
            <a:lvl1pPr>
              <a:defRPr sz="2759" b="1" i="0">
                <a:solidFill>
                  <a:srgbClr val="1E271F"/>
                </a:solidFill>
                <a:latin typeface="Versos"/>
                <a:cs typeface="Versos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/>
        <p:txBody>
          <a:bodyPr lIns="0" tIns="0" rIns="0" bIns="0"/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10/14/2026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916877390"/>
      </p:ext>
    </p:extLst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4706548" y="1442433"/>
            <a:ext cx="2778902" cy="424603"/>
          </a:xfrm>
        </p:spPr>
        <p:txBody>
          <a:bodyPr lIns="0" tIns="0" rIns="0" bIns="0"/>
          <a:lstStyle>
            <a:lvl1pPr>
              <a:defRPr sz="2759" b="1" i="0">
                <a:solidFill>
                  <a:srgbClr val="1E271F"/>
                </a:solidFill>
                <a:latin typeface="Versos"/>
                <a:cs typeface="Versos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sz="half" idx="2"/>
          </p:nvPr>
        </p:nvSpPr>
        <p:spPr>
          <a:xfrm>
            <a:off x="609600" y="1577340"/>
            <a:ext cx="5303520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sz="half" idx="3"/>
          </p:nvPr>
        </p:nvSpPr>
        <p:spPr>
          <a:xfrm>
            <a:off x="6278880" y="1577340"/>
            <a:ext cx="5303520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6" name="Holder 6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10/14/2026</a:t>
            </a:fld>
            <a:endParaRPr lang="en-US"/>
          </a:p>
        </p:txBody>
      </p:sp>
      <p:sp>
        <p:nvSpPr>
          <p:cNvPr id="7" name="Holder 7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543003231"/>
      </p:ext>
    </p:extLst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4706548" y="1442433"/>
            <a:ext cx="2778902" cy="424603"/>
          </a:xfrm>
        </p:spPr>
        <p:txBody>
          <a:bodyPr lIns="0" tIns="0" rIns="0" bIns="0"/>
          <a:lstStyle>
            <a:lvl1pPr>
              <a:defRPr sz="2759" b="1" i="0">
                <a:solidFill>
                  <a:srgbClr val="1E271F"/>
                </a:solidFill>
                <a:latin typeface="Versos"/>
                <a:cs typeface="Versos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10/14/2026</a:t>
            </a:fld>
            <a:endParaRPr lang="en-US"/>
          </a:p>
        </p:txBody>
      </p:sp>
      <p:sp>
        <p:nvSpPr>
          <p:cNvPr id="5" name="Holder 5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1848553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3562">
          <p15:clr>
            <a:srgbClr val="FBAE40"/>
          </p15:clr>
        </p15:guide>
        <p15:guide id="2" pos="6332">
          <p15:clr>
            <a:srgbClr val="FBAE40"/>
          </p15:clr>
        </p15:guide>
      </p15:sldGuideLst>
    </p:ext>
  </p:extLst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10/14/2026</a:t>
            </a:fld>
            <a:endParaRPr lang="en-US"/>
          </a:p>
        </p:txBody>
      </p:sp>
      <p:sp>
        <p:nvSpPr>
          <p:cNvPr id="4" name="Holder 4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45674225"/>
      </p:ext>
    </p:extLst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ctrTitle"/>
          </p:nvPr>
        </p:nvSpPr>
        <p:spPr>
          <a:xfrm>
            <a:off x="914400" y="2125980"/>
            <a:ext cx="10363201" cy="623248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subTitle" idx="4"/>
          </p:nvPr>
        </p:nvSpPr>
        <p:spPr>
          <a:xfrm>
            <a:off x="1828800" y="3840480"/>
            <a:ext cx="8534400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>
          <a:xfrm>
            <a:off x="4145280" y="6377940"/>
            <a:ext cx="3901440" cy="276999"/>
          </a:xfrm>
          <a:prstGeom prst="rect">
            <a:avLst/>
          </a:prstGeom>
        </p:spPr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>
          <a:xfrm>
            <a:off x="609600" y="6377940"/>
            <a:ext cx="2804160" cy="276999"/>
          </a:xfrm>
          <a:prstGeom prst="rect">
            <a:avLst/>
          </a:prstGeom>
        </p:spPr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10/14/2026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>
          <a:xfrm>
            <a:off x="8778241" y="6377940"/>
            <a:ext cx="2804160" cy="276999"/>
          </a:xfrm>
          <a:prstGeom prst="rect">
            <a:avLst/>
          </a:prstGeom>
        </p:spPr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774209861"/>
      </p:ext>
    </p:extLst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425568" y="447772"/>
            <a:ext cx="11340864" cy="377924"/>
          </a:xfrm>
          <a:prstGeom prst="rect">
            <a:avLst/>
          </a:prstGeom>
        </p:spPr>
        <p:txBody>
          <a:bodyPr lIns="0" tIns="0" rIns="0" bIns="0"/>
          <a:lstStyle>
            <a:lvl1pPr>
              <a:defRPr sz="2456" b="0" i="0">
                <a:solidFill>
                  <a:schemeClr val="bg1"/>
                </a:solidFill>
                <a:latin typeface="Versos"/>
                <a:cs typeface="Versos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>
          <a:xfrm>
            <a:off x="609600" y="1577340"/>
            <a:ext cx="10972800" cy="276999"/>
          </a:xfrm>
          <a:prstGeom prst="rect">
            <a:avLst/>
          </a:prstGeom>
        </p:spPr>
        <p:txBody>
          <a:bodyPr lIns="0" tIns="0" rIns="0" bIns="0"/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>
          <a:xfrm>
            <a:off x="4145280" y="6377940"/>
            <a:ext cx="3901440" cy="276999"/>
          </a:xfrm>
          <a:prstGeom prst="rect">
            <a:avLst/>
          </a:prstGeom>
        </p:spPr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>
          <a:xfrm>
            <a:off x="609600" y="6377940"/>
            <a:ext cx="2804160" cy="276999"/>
          </a:xfrm>
          <a:prstGeom prst="rect">
            <a:avLst/>
          </a:prstGeom>
        </p:spPr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10/14/2026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>
          <a:xfrm>
            <a:off x="8778241" y="6377940"/>
            <a:ext cx="2804160" cy="276999"/>
          </a:xfrm>
          <a:prstGeom prst="rect">
            <a:avLst/>
          </a:prstGeom>
        </p:spPr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3672812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3562">
          <p15:clr>
            <a:srgbClr val="FBAE40"/>
          </p15:clr>
        </p15:guide>
        <p15:guide id="2" pos="6332">
          <p15:clr>
            <a:srgbClr val="FBAE40"/>
          </p15:clr>
        </p15:guide>
      </p15:sldGuideLst>
    </p:ext>
  </p:extLst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425568" y="447772"/>
            <a:ext cx="11340864" cy="377924"/>
          </a:xfrm>
          <a:prstGeom prst="rect">
            <a:avLst/>
          </a:prstGeom>
        </p:spPr>
        <p:txBody>
          <a:bodyPr lIns="0" tIns="0" rIns="0" bIns="0"/>
          <a:lstStyle>
            <a:lvl1pPr>
              <a:defRPr sz="2456" b="0" i="0">
                <a:solidFill>
                  <a:schemeClr val="bg1"/>
                </a:solidFill>
                <a:latin typeface="Versos"/>
                <a:cs typeface="Versos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sz="half" idx="2"/>
          </p:nvPr>
        </p:nvSpPr>
        <p:spPr>
          <a:xfrm>
            <a:off x="609600" y="1577340"/>
            <a:ext cx="5303520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sz="half" idx="3"/>
          </p:nvPr>
        </p:nvSpPr>
        <p:spPr>
          <a:xfrm>
            <a:off x="6278880" y="1577340"/>
            <a:ext cx="5303520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ftr" sz="quarter" idx="5"/>
          </p:nvPr>
        </p:nvSpPr>
        <p:spPr>
          <a:xfrm>
            <a:off x="4145280" y="6377940"/>
            <a:ext cx="3901440" cy="276999"/>
          </a:xfrm>
          <a:prstGeom prst="rect">
            <a:avLst/>
          </a:prstGeom>
        </p:spPr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6" name="Holder 6"/>
          <p:cNvSpPr>
            <a:spLocks noGrp="1"/>
          </p:cNvSpPr>
          <p:nvPr>
            <p:ph type="dt" sz="half" idx="6"/>
          </p:nvPr>
        </p:nvSpPr>
        <p:spPr>
          <a:xfrm>
            <a:off x="609600" y="6377940"/>
            <a:ext cx="2804160" cy="276999"/>
          </a:xfrm>
          <a:prstGeom prst="rect">
            <a:avLst/>
          </a:prstGeom>
        </p:spPr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10/14/2026</a:t>
            </a:fld>
            <a:endParaRPr lang="en-US"/>
          </a:p>
        </p:txBody>
      </p:sp>
      <p:sp>
        <p:nvSpPr>
          <p:cNvPr id="7" name="Holder 7"/>
          <p:cNvSpPr>
            <a:spLocks noGrp="1"/>
          </p:cNvSpPr>
          <p:nvPr>
            <p:ph type="sldNum" sz="quarter" idx="7"/>
          </p:nvPr>
        </p:nvSpPr>
        <p:spPr>
          <a:xfrm>
            <a:off x="8778241" y="6377940"/>
            <a:ext cx="2804160" cy="276999"/>
          </a:xfrm>
          <a:prstGeom prst="rect">
            <a:avLst/>
          </a:prstGeom>
        </p:spPr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678848528"/>
      </p:ext>
    </p:extLst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425568" y="447772"/>
            <a:ext cx="11340864" cy="377924"/>
          </a:xfrm>
          <a:prstGeom prst="rect">
            <a:avLst/>
          </a:prstGeom>
        </p:spPr>
        <p:txBody>
          <a:bodyPr lIns="0" tIns="0" rIns="0" bIns="0"/>
          <a:lstStyle>
            <a:lvl1pPr>
              <a:defRPr sz="2456" b="0" i="0">
                <a:solidFill>
                  <a:schemeClr val="bg1"/>
                </a:solidFill>
                <a:latin typeface="+mj-lt"/>
                <a:cs typeface="Versos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ftr" sz="quarter" idx="5"/>
          </p:nvPr>
        </p:nvSpPr>
        <p:spPr>
          <a:xfrm>
            <a:off x="4145280" y="6377940"/>
            <a:ext cx="3901440" cy="276999"/>
          </a:xfrm>
          <a:prstGeom prst="rect">
            <a:avLst/>
          </a:prstGeom>
        </p:spPr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dt" sz="half" idx="6"/>
          </p:nvPr>
        </p:nvSpPr>
        <p:spPr>
          <a:xfrm>
            <a:off x="609600" y="6377940"/>
            <a:ext cx="2804160" cy="276999"/>
          </a:xfrm>
          <a:prstGeom prst="rect">
            <a:avLst/>
          </a:prstGeom>
        </p:spPr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10/14/2026</a:t>
            </a:fld>
            <a:endParaRPr lang="en-US"/>
          </a:p>
        </p:txBody>
      </p:sp>
      <p:sp>
        <p:nvSpPr>
          <p:cNvPr id="5" name="Holder 5"/>
          <p:cNvSpPr>
            <a:spLocks noGrp="1"/>
          </p:cNvSpPr>
          <p:nvPr>
            <p:ph type="sldNum" sz="quarter" idx="7"/>
          </p:nvPr>
        </p:nvSpPr>
        <p:spPr>
          <a:xfrm>
            <a:off x="8778241" y="6377940"/>
            <a:ext cx="2804160" cy="276999"/>
          </a:xfrm>
          <a:prstGeom prst="rect">
            <a:avLst/>
          </a:prstGeom>
        </p:spPr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465723191"/>
      </p:ext>
    </p:extLst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Blank">
    <p:bg>
      <p:bgPr>
        <a:gradFill>
          <a:gsLst>
            <a:gs pos="67000">
              <a:schemeClr val="tx1"/>
            </a:gs>
            <a:gs pos="100000">
              <a:schemeClr val="tx1"/>
            </a:gs>
            <a:gs pos="0">
              <a:srgbClr val="161B21"/>
            </a:gs>
          </a:gsLst>
          <a:lin ang="84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24652582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Capa 01 - Offwhite">
    <p:bg>
      <p:bgPr>
        <a:gradFill>
          <a:gsLst>
            <a:gs pos="67000">
              <a:schemeClr val="tx1"/>
            </a:gs>
            <a:gs pos="100000">
              <a:schemeClr val="tx1"/>
            </a:gs>
            <a:gs pos="0">
              <a:srgbClr val="161B21"/>
            </a:gs>
          </a:gsLst>
          <a:lin ang="84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4" name="Picture Placeholder 3">
            <a:extLst>
              <a:ext uri="{FF2B5EF4-FFF2-40B4-BE49-F238E27FC236}">
                <a16:creationId xmlns:a16="http://schemas.microsoft.com/office/drawing/2014/main" id="{1817CA7E-5179-C9F5-48AF-755DF56F61E9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alphaModFix amt="20000"/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saturation sat="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/>
              </a:ext>
            </a:extLst>
          </a:blip>
          <a:srcRect l="3124" r="3124"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3" name="Picture 8">
            <a:extLst>
              <a:ext uri="{FF2B5EF4-FFF2-40B4-BE49-F238E27FC236}">
                <a16:creationId xmlns:a16="http://schemas.microsoft.com/office/drawing/2014/main" id="{17364209-1E38-0B40-9231-C88F3267BC2A}"/>
              </a:ext>
            </a:extLst>
          </p:cNvPr>
          <p:cNvPicPr>
            <a:picLocks noChangeAspect="1"/>
          </p:cNvPicPr>
          <p:nvPr userDrawn="1"/>
        </p:nvPicPr>
        <p:blipFill rotWithShape="1">
          <a:blip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 l="-8117" t="-23966" r="-8117" b="-23966"/>
          <a:stretch/>
        </p:blipFill>
        <p:spPr>
          <a:xfrm>
            <a:off x="10822779" y="335605"/>
            <a:ext cx="1080870" cy="468063"/>
          </a:xfrm>
          <a:prstGeom prst="rect">
            <a:avLst/>
          </a:prstGeom>
        </p:spPr>
      </p:pic>
      <p:sp>
        <p:nvSpPr>
          <p:cNvPr id="13" name="Text Placeholder 3">
            <a:extLst>
              <a:ext uri="{FF2B5EF4-FFF2-40B4-BE49-F238E27FC236}">
                <a16:creationId xmlns:a16="http://schemas.microsoft.com/office/drawing/2014/main" id="{AAA4D9F5-240A-9CC5-1EF0-9AAA83CC6908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07988" y="1621403"/>
            <a:ext cx="4789394" cy="1046440"/>
          </a:xfrm>
          <a:prstGeom prst="rect">
            <a:avLst/>
          </a:prstGeom>
        </p:spPr>
        <p:txBody>
          <a:bodyPr lIns="0" tIns="0" rIns="0" bIns="0" anchor="b" anchorCtr="0"/>
          <a:lstStyle>
            <a:lvl1pPr marL="0" indent="0">
              <a:buNone/>
              <a:defRPr sz="34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</a:lstStyle>
          <a:p>
            <a:pPr lvl="0"/>
            <a:r>
              <a:rPr lang="en-US" err="1"/>
              <a:t>Título</a:t>
            </a:r>
            <a:r>
              <a:rPr lang="en-US"/>
              <a:t> Template</a:t>
            </a:r>
          </a:p>
          <a:p>
            <a:pPr lvl="0"/>
            <a:r>
              <a:rPr lang="en-US" err="1"/>
              <a:t>Padrão</a:t>
            </a:r>
            <a:r>
              <a:rPr lang="en-US"/>
              <a:t> </a:t>
            </a:r>
            <a:r>
              <a:rPr lang="en-US" err="1"/>
              <a:t>Exemplo</a:t>
            </a:r>
            <a:endParaRPr lang="en-US"/>
          </a:p>
        </p:txBody>
      </p:sp>
      <p:sp>
        <p:nvSpPr>
          <p:cNvPr id="2" name="Text Placeholder 20">
            <a:extLst>
              <a:ext uri="{FF2B5EF4-FFF2-40B4-BE49-F238E27FC236}">
                <a16:creationId xmlns:a16="http://schemas.microsoft.com/office/drawing/2014/main" id="{595D97E3-B378-E7B0-4A76-391C0989E8B6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407989" y="2775019"/>
            <a:ext cx="2364803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Data</a:t>
            </a:r>
          </a:p>
        </p:txBody>
      </p:sp>
      <p:grpSp>
        <p:nvGrpSpPr>
          <p:cNvPr id="25" name="Group 24">
            <a:extLst>
              <a:ext uri="{FF2B5EF4-FFF2-40B4-BE49-F238E27FC236}">
                <a16:creationId xmlns:a16="http://schemas.microsoft.com/office/drawing/2014/main" id="{DCB7DBB8-8A97-3EC9-600D-C254A630EAF7}"/>
              </a:ext>
            </a:extLst>
          </p:cNvPr>
          <p:cNvGrpSpPr/>
          <p:nvPr userDrawn="1"/>
        </p:nvGrpSpPr>
        <p:grpSpPr>
          <a:xfrm flipV="1">
            <a:off x="-7870580" y="-1587993"/>
            <a:ext cx="20282791" cy="6312392"/>
            <a:chOff x="-62630" y="3261055"/>
            <a:chExt cx="12291315" cy="3825292"/>
          </a:xfrm>
        </p:grpSpPr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7B8EA919-4550-54B4-377C-54BCF1E02D3F}"/>
                </a:ext>
              </a:extLst>
            </p:cNvPr>
            <p:cNvSpPr/>
            <p:nvPr/>
          </p:nvSpPr>
          <p:spPr>
            <a:xfrm flipV="1">
              <a:off x="-62630" y="5210522"/>
              <a:ext cx="12254630" cy="200722"/>
            </a:xfrm>
            <a:custGeom>
              <a:avLst/>
              <a:gdLst>
                <a:gd name="connsiteX0" fmla="*/ 0 w 12225403"/>
                <a:gd name="connsiteY0" fmla="*/ 0 h 0"/>
                <a:gd name="connsiteX1" fmla="*/ 12225403 w 12225403"/>
                <a:gd name="connsiteY1" fmla="*/ 0 h 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225403">
                  <a:moveTo>
                    <a:pt x="0" y="0"/>
                  </a:moveTo>
                  <a:lnTo>
                    <a:pt x="12225403" y="0"/>
                  </a:lnTo>
                </a:path>
              </a:pathLst>
            </a:custGeom>
            <a:noFill/>
            <a:ln w="9525">
              <a:gradFill>
                <a:gsLst>
                  <a:gs pos="100000">
                    <a:schemeClr val="accent5">
                      <a:lumMod val="75000"/>
                    </a:schemeClr>
                  </a:gs>
                  <a:gs pos="27000">
                    <a:schemeClr val="bg1">
                      <a:alpha val="0"/>
                    </a:schemeClr>
                  </a:gs>
                </a:gsLst>
                <a:lin ang="2700000" scaled="0"/>
              </a:gra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8E41EE52-58E2-CB6C-117D-1BB71B64ACA9}"/>
                </a:ext>
              </a:extLst>
            </p:cNvPr>
            <p:cNvSpPr/>
            <p:nvPr/>
          </p:nvSpPr>
          <p:spPr>
            <a:xfrm>
              <a:off x="7240261" y="3261055"/>
              <a:ext cx="4988424" cy="3825292"/>
            </a:xfrm>
            <a:custGeom>
              <a:avLst/>
              <a:gdLst>
                <a:gd name="connsiteX0" fmla="*/ 0 w 5087815"/>
                <a:gd name="connsiteY0" fmla="*/ 3845169 h 3845169"/>
                <a:gd name="connsiteX1" fmla="*/ 5087815 w 5087815"/>
                <a:gd name="connsiteY1" fmla="*/ 0 h 3845169"/>
                <a:gd name="connsiteX0" fmla="*/ 0 w 5048059"/>
                <a:gd name="connsiteY0" fmla="*/ 3954500 h 3954500"/>
                <a:gd name="connsiteX1" fmla="*/ 5048059 w 5048059"/>
                <a:gd name="connsiteY1" fmla="*/ 0 h 3954500"/>
                <a:gd name="connsiteX0" fmla="*/ 0 w 5048059"/>
                <a:gd name="connsiteY0" fmla="*/ 3954500 h 3954500"/>
                <a:gd name="connsiteX1" fmla="*/ 5048059 w 5048059"/>
                <a:gd name="connsiteY1" fmla="*/ 0 h 3954500"/>
                <a:gd name="connsiteX0" fmla="*/ 0 w 4988424"/>
                <a:gd name="connsiteY0" fmla="*/ 3835231 h 3835231"/>
                <a:gd name="connsiteX1" fmla="*/ 4988424 w 4988424"/>
                <a:gd name="connsiteY1" fmla="*/ 0 h 3835231"/>
                <a:gd name="connsiteX0" fmla="*/ 0 w 4988424"/>
                <a:gd name="connsiteY0" fmla="*/ 3835231 h 3835231"/>
                <a:gd name="connsiteX1" fmla="*/ 4988424 w 4988424"/>
                <a:gd name="connsiteY1" fmla="*/ 0 h 3835231"/>
                <a:gd name="connsiteX0" fmla="*/ 0 w 4988424"/>
                <a:gd name="connsiteY0" fmla="*/ 3835231 h 3835231"/>
                <a:gd name="connsiteX1" fmla="*/ 4988424 w 4988424"/>
                <a:gd name="connsiteY1" fmla="*/ 0 h 3835231"/>
                <a:gd name="connsiteX0" fmla="*/ 0 w 4988424"/>
                <a:gd name="connsiteY0" fmla="*/ 3825292 h 3825292"/>
                <a:gd name="connsiteX1" fmla="*/ 4988424 w 4988424"/>
                <a:gd name="connsiteY1" fmla="*/ 0 h 3825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88424" h="3825292">
                  <a:moveTo>
                    <a:pt x="0" y="3825292"/>
                  </a:moveTo>
                  <a:cubicBezTo>
                    <a:pt x="1384087" y="1839675"/>
                    <a:pt x="2310976" y="251621"/>
                    <a:pt x="4988424" y="0"/>
                  </a:cubicBezTo>
                </a:path>
              </a:pathLst>
            </a:custGeom>
            <a:noFill/>
            <a:ln w="9525">
              <a:gradFill>
                <a:gsLst>
                  <a:gs pos="14000">
                    <a:schemeClr val="accent5">
                      <a:lumMod val="75000"/>
                    </a:schemeClr>
                  </a:gs>
                  <a:gs pos="100000">
                    <a:schemeClr val="bg1">
                      <a:alpha val="0"/>
                    </a:schemeClr>
                  </a:gs>
                </a:gsLst>
                <a:lin ang="5400000" scaled="0"/>
              </a:gra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/>
            </a:p>
          </p:txBody>
        </p:sp>
      </p:grpSp>
    </p:spTree>
    <p:extLst>
      <p:ext uri="{BB962C8B-B14F-4D97-AF65-F5344CB8AC3E}">
        <p14:creationId xmlns:p14="http://schemas.microsoft.com/office/powerpoint/2010/main" val="312744683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257">
          <p15:clr>
            <a:srgbClr val="FBAE40"/>
          </p15:clr>
        </p15:guide>
        <p15:guide id="2" pos="7446">
          <p15:clr>
            <a:srgbClr val="FBAE40"/>
          </p15:clr>
        </p15:guide>
        <p15:guide id="3" orient="horz" pos="4088">
          <p15:clr>
            <a:srgbClr val="FBAE40"/>
          </p15:clr>
        </p15:guide>
        <p15:guide id="4" orient="horz" pos="3725">
          <p15:clr>
            <a:srgbClr val="FBAE40"/>
          </p15:clr>
        </p15:guide>
        <p15:guide id="5" orient="horz" pos="255">
          <p15:clr>
            <a:srgbClr val="FBAE40"/>
          </p15:clr>
        </p15:guide>
      </p15:sldGuideLst>
    </p:ext>
  </p:extLst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Capa 01 - Offwhite">
    <p:bg>
      <p:bgPr>
        <a:gradFill>
          <a:gsLst>
            <a:gs pos="67000">
              <a:schemeClr val="tx1"/>
            </a:gs>
            <a:gs pos="100000">
              <a:schemeClr val="tx1"/>
            </a:gs>
            <a:gs pos="0">
              <a:srgbClr val="161B21"/>
            </a:gs>
          </a:gsLst>
          <a:lin ang="84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8">
            <a:extLst>
              <a:ext uri="{FF2B5EF4-FFF2-40B4-BE49-F238E27FC236}">
                <a16:creationId xmlns:a16="http://schemas.microsoft.com/office/drawing/2014/main" id="{17364209-1E38-0B40-9231-C88F3267BC2A}"/>
              </a:ext>
            </a:extLst>
          </p:cNvPr>
          <p:cNvPicPr>
            <a:picLocks noChangeAspect="1"/>
          </p:cNvPicPr>
          <p:nvPr userDrawn="1"/>
        </p:nvPicPr>
        <p:blipFill rotWithShape="1">
          <a:blip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 l="-8117" t="-23966" r="-8117" b="-23966"/>
          <a:stretch/>
        </p:blipFill>
        <p:spPr>
          <a:xfrm>
            <a:off x="10822779" y="952390"/>
            <a:ext cx="1080870" cy="468063"/>
          </a:xfrm>
          <a:prstGeom prst="rect">
            <a:avLst/>
          </a:prstGeom>
        </p:spPr>
      </p:pic>
      <p:sp>
        <p:nvSpPr>
          <p:cNvPr id="13" name="Text Placeholder 3">
            <a:extLst>
              <a:ext uri="{FF2B5EF4-FFF2-40B4-BE49-F238E27FC236}">
                <a16:creationId xmlns:a16="http://schemas.microsoft.com/office/drawing/2014/main" id="{AAA4D9F5-240A-9CC5-1EF0-9AAA83CC6908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07988" y="2460686"/>
            <a:ext cx="4789394" cy="1046440"/>
          </a:xfrm>
          <a:prstGeom prst="rect">
            <a:avLst/>
          </a:prstGeom>
        </p:spPr>
        <p:txBody>
          <a:bodyPr lIns="0" tIns="0" rIns="0" bIns="0" anchor="b" anchorCtr="0"/>
          <a:lstStyle>
            <a:lvl1pPr marL="0" indent="0">
              <a:buNone/>
              <a:defRPr sz="34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</a:lstStyle>
          <a:p>
            <a:pPr lvl="0"/>
            <a:r>
              <a:rPr lang="en-US" err="1"/>
              <a:t>Título</a:t>
            </a:r>
            <a:r>
              <a:rPr lang="en-US"/>
              <a:t> Template</a:t>
            </a:r>
          </a:p>
          <a:p>
            <a:pPr lvl="0"/>
            <a:r>
              <a:rPr lang="en-US" err="1"/>
              <a:t>Padrão</a:t>
            </a:r>
            <a:r>
              <a:rPr lang="en-US"/>
              <a:t> </a:t>
            </a:r>
            <a:r>
              <a:rPr lang="en-US" err="1"/>
              <a:t>Exemplo</a:t>
            </a:r>
            <a:endParaRPr lang="en-US"/>
          </a:p>
        </p:txBody>
      </p:sp>
      <p:grpSp>
        <p:nvGrpSpPr>
          <p:cNvPr id="4" name="object 23">
            <a:extLst>
              <a:ext uri="{FF2B5EF4-FFF2-40B4-BE49-F238E27FC236}">
                <a16:creationId xmlns:a16="http://schemas.microsoft.com/office/drawing/2014/main" id="{50D4309B-76E2-19A1-86E6-630C64E10DC1}"/>
              </a:ext>
            </a:extLst>
          </p:cNvPr>
          <p:cNvGrpSpPr/>
          <p:nvPr userDrawn="1"/>
        </p:nvGrpSpPr>
        <p:grpSpPr>
          <a:xfrm>
            <a:off x="-546445" y="2983906"/>
            <a:ext cx="12786104" cy="4703568"/>
            <a:chOff x="13449" y="560788"/>
            <a:chExt cx="7539039" cy="2773353"/>
          </a:xfrm>
        </p:grpSpPr>
        <p:sp>
          <p:nvSpPr>
            <p:cNvPr id="5" name="object 24">
              <a:extLst>
                <a:ext uri="{FF2B5EF4-FFF2-40B4-BE49-F238E27FC236}">
                  <a16:creationId xmlns:a16="http://schemas.microsoft.com/office/drawing/2014/main" id="{DE727D37-CBBB-D040-AA60-F758EAC5436B}"/>
                </a:ext>
              </a:extLst>
            </p:cNvPr>
            <p:cNvSpPr/>
            <p:nvPr/>
          </p:nvSpPr>
          <p:spPr>
            <a:xfrm>
              <a:off x="13449" y="560788"/>
              <a:ext cx="6531609" cy="1584960"/>
            </a:xfrm>
            <a:custGeom>
              <a:avLst/>
              <a:gdLst/>
              <a:ahLst/>
              <a:cxnLst/>
              <a:rect l="l" t="t" r="r" b="b"/>
              <a:pathLst>
                <a:path w="6531609" h="1584960">
                  <a:moveTo>
                    <a:pt x="405650" y="0"/>
                  </a:moveTo>
                  <a:lnTo>
                    <a:pt x="0" y="0"/>
                  </a:lnTo>
                </a:path>
                <a:path w="6531609" h="1584960">
                  <a:moveTo>
                    <a:pt x="0" y="1584629"/>
                  </a:moveTo>
                  <a:lnTo>
                    <a:pt x="6531127" y="1584629"/>
                  </a:lnTo>
                  <a:lnTo>
                    <a:pt x="6382397" y="1391958"/>
                  </a:lnTo>
                  <a:lnTo>
                    <a:pt x="6351092" y="1352015"/>
                  </a:lnTo>
                  <a:lnTo>
                    <a:pt x="6319315" y="1312579"/>
                  </a:lnTo>
                  <a:lnTo>
                    <a:pt x="6287071" y="1273655"/>
                  </a:lnTo>
                  <a:lnTo>
                    <a:pt x="6254367" y="1235245"/>
                  </a:lnTo>
                  <a:lnTo>
                    <a:pt x="6221207" y="1197353"/>
                  </a:lnTo>
                  <a:lnTo>
                    <a:pt x="6187597" y="1159983"/>
                  </a:lnTo>
                  <a:lnTo>
                    <a:pt x="6153543" y="1123138"/>
                  </a:lnTo>
                  <a:lnTo>
                    <a:pt x="6119049" y="1086822"/>
                  </a:lnTo>
                  <a:lnTo>
                    <a:pt x="6084122" y="1051038"/>
                  </a:lnTo>
                  <a:lnTo>
                    <a:pt x="6048766" y="1015790"/>
                  </a:lnTo>
                  <a:lnTo>
                    <a:pt x="6012987" y="981081"/>
                  </a:lnTo>
                  <a:lnTo>
                    <a:pt x="5976790" y="946915"/>
                  </a:lnTo>
                  <a:lnTo>
                    <a:pt x="5940181" y="913295"/>
                  </a:lnTo>
                  <a:lnTo>
                    <a:pt x="5903165" y="880225"/>
                  </a:lnTo>
                  <a:lnTo>
                    <a:pt x="5865748" y="847708"/>
                  </a:lnTo>
                  <a:lnTo>
                    <a:pt x="5827935" y="815749"/>
                  </a:lnTo>
                  <a:lnTo>
                    <a:pt x="5789731" y="784350"/>
                  </a:lnTo>
                  <a:lnTo>
                    <a:pt x="5751142" y="753515"/>
                  </a:lnTo>
                  <a:lnTo>
                    <a:pt x="5712173" y="723247"/>
                  </a:lnTo>
                  <a:lnTo>
                    <a:pt x="5672829" y="693551"/>
                  </a:lnTo>
                  <a:lnTo>
                    <a:pt x="5633117" y="664429"/>
                  </a:lnTo>
                  <a:lnTo>
                    <a:pt x="5593041" y="635885"/>
                  </a:lnTo>
                  <a:lnTo>
                    <a:pt x="5552607" y="607923"/>
                  </a:lnTo>
                  <a:lnTo>
                    <a:pt x="5511820" y="580546"/>
                  </a:lnTo>
                  <a:lnTo>
                    <a:pt x="5470685" y="553758"/>
                  </a:lnTo>
                  <a:lnTo>
                    <a:pt x="5429209" y="527562"/>
                  </a:lnTo>
                  <a:lnTo>
                    <a:pt x="5387396" y="501962"/>
                  </a:lnTo>
                  <a:lnTo>
                    <a:pt x="5345252" y="476961"/>
                  </a:lnTo>
                  <a:lnTo>
                    <a:pt x="5302782" y="452563"/>
                  </a:lnTo>
                  <a:lnTo>
                    <a:pt x="5259991" y="428771"/>
                  </a:lnTo>
                  <a:lnTo>
                    <a:pt x="5216886" y="405589"/>
                  </a:lnTo>
                  <a:lnTo>
                    <a:pt x="5173471" y="383021"/>
                  </a:lnTo>
                  <a:lnTo>
                    <a:pt x="5129752" y="361070"/>
                  </a:lnTo>
                  <a:lnTo>
                    <a:pt x="5085734" y="339739"/>
                  </a:lnTo>
                  <a:lnTo>
                    <a:pt x="5041423" y="319032"/>
                  </a:lnTo>
                  <a:lnTo>
                    <a:pt x="4996823" y="298953"/>
                  </a:lnTo>
                  <a:lnTo>
                    <a:pt x="4951941" y="279505"/>
                  </a:lnTo>
                  <a:lnTo>
                    <a:pt x="4906782" y="260691"/>
                  </a:lnTo>
                  <a:lnTo>
                    <a:pt x="4861352" y="242516"/>
                  </a:lnTo>
                  <a:lnTo>
                    <a:pt x="4815654" y="224982"/>
                  </a:lnTo>
                  <a:lnTo>
                    <a:pt x="4769696" y="208094"/>
                  </a:lnTo>
                  <a:lnTo>
                    <a:pt x="4723483" y="191854"/>
                  </a:lnTo>
                  <a:lnTo>
                    <a:pt x="4677019" y="176267"/>
                  </a:lnTo>
                  <a:lnTo>
                    <a:pt x="4630310" y="161335"/>
                  </a:lnTo>
                  <a:lnTo>
                    <a:pt x="4583362" y="147063"/>
                  </a:lnTo>
                  <a:lnTo>
                    <a:pt x="4536181" y="133453"/>
                  </a:lnTo>
                  <a:lnTo>
                    <a:pt x="4488770" y="120510"/>
                  </a:lnTo>
                  <a:lnTo>
                    <a:pt x="4441137" y="108237"/>
                  </a:lnTo>
                  <a:lnTo>
                    <a:pt x="4393285" y="96638"/>
                  </a:lnTo>
                  <a:lnTo>
                    <a:pt x="4345222" y="85715"/>
                  </a:lnTo>
                  <a:lnTo>
                    <a:pt x="4296951" y="75473"/>
                  </a:lnTo>
                  <a:lnTo>
                    <a:pt x="4248479" y="65915"/>
                  </a:lnTo>
                  <a:lnTo>
                    <a:pt x="4199811" y="57045"/>
                  </a:lnTo>
                  <a:lnTo>
                    <a:pt x="4150952" y="48865"/>
                  </a:lnTo>
                  <a:lnTo>
                    <a:pt x="4101908" y="41381"/>
                  </a:lnTo>
                  <a:lnTo>
                    <a:pt x="4052684" y="34594"/>
                  </a:lnTo>
                </a:path>
              </a:pathLst>
            </a:custGeom>
            <a:ln w="9525">
              <a:solidFill>
                <a:srgbClr val="C4E1CD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25">
              <a:extLst>
                <a:ext uri="{FF2B5EF4-FFF2-40B4-BE49-F238E27FC236}">
                  <a16:creationId xmlns:a16="http://schemas.microsoft.com/office/drawing/2014/main" id="{8207C49E-615D-5482-45CB-4F23C1E9C0C1}"/>
                </a:ext>
              </a:extLst>
            </p:cNvPr>
            <p:cNvSpPr/>
            <p:nvPr/>
          </p:nvSpPr>
          <p:spPr>
            <a:xfrm>
              <a:off x="5882932" y="2145421"/>
              <a:ext cx="1323340" cy="1188720"/>
            </a:xfrm>
            <a:custGeom>
              <a:avLst/>
              <a:gdLst/>
              <a:ahLst/>
              <a:cxnLst/>
              <a:rect l="l" t="t" r="r" b="b"/>
              <a:pathLst>
                <a:path w="1323340" h="1188720">
                  <a:moveTo>
                    <a:pt x="1323243" y="1188341"/>
                  </a:moveTo>
                  <a:lnTo>
                    <a:pt x="1302947" y="1128198"/>
                  </a:lnTo>
                  <a:lnTo>
                    <a:pt x="1286304" y="1081545"/>
                  </a:lnTo>
                  <a:lnTo>
                    <a:pt x="1269001" y="1035125"/>
                  </a:lnTo>
                  <a:lnTo>
                    <a:pt x="1251041" y="988943"/>
                  </a:lnTo>
                  <a:lnTo>
                    <a:pt x="1232425" y="943003"/>
                  </a:lnTo>
                  <a:lnTo>
                    <a:pt x="1213154" y="897309"/>
                  </a:lnTo>
                  <a:lnTo>
                    <a:pt x="1193230" y="851867"/>
                  </a:lnTo>
                  <a:lnTo>
                    <a:pt x="1172655" y="806682"/>
                  </a:lnTo>
                  <a:lnTo>
                    <a:pt x="1151430" y="761757"/>
                  </a:lnTo>
                  <a:lnTo>
                    <a:pt x="1129556" y="717098"/>
                  </a:lnTo>
                  <a:lnTo>
                    <a:pt x="1107036" y="672709"/>
                  </a:lnTo>
                  <a:lnTo>
                    <a:pt x="1083871" y="628596"/>
                  </a:lnTo>
                  <a:lnTo>
                    <a:pt x="1060063" y="584762"/>
                  </a:lnTo>
                  <a:lnTo>
                    <a:pt x="1035612" y="541213"/>
                  </a:lnTo>
                  <a:lnTo>
                    <a:pt x="1010521" y="497952"/>
                  </a:lnTo>
                  <a:lnTo>
                    <a:pt x="984792" y="454986"/>
                  </a:lnTo>
                  <a:lnTo>
                    <a:pt x="958425" y="412319"/>
                  </a:lnTo>
                  <a:lnTo>
                    <a:pt x="931422" y="369954"/>
                  </a:lnTo>
                  <a:lnTo>
                    <a:pt x="903785" y="327898"/>
                  </a:lnTo>
                  <a:lnTo>
                    <a:pt x="875516" y="286155"/>
                  </a:lnTo>
                  <a:lnTo>
                    <a:pt x="846616" y="244729"/>
                  </a:lnTo>
                  <a:lnTo>
                    <a:pt x="817086" y="203625"/>
                  </a:lnTo>
                  <a:lnTo>
                    <a:pt x="786929" y="162848"/>
                  </a:lnTo>
                  <a:lnTo>
                    <a:pt x="756146" y="122402"/>
                  </a:lnTo>
                  <a:lnTo>
                    <a:pt x="661645" y="0"/>
                  </a:lnTo>
                  <a:lnTo>
                    <a:pt x="566966" y="122402"/>
                  </a:lnTo>
                  <a:lnTo>
                    <a:pt x="536204" y="162848"/>
                  </a:lnTo>
                  <a:lnTo>
                    <a:pt x="506066" y="203625"/>
                  </a:lnTo>
                  <a:lnTo>
                    <a:pt x="476554" y="244729"/>
                  </a:lnTo>
                  <a:lnTo>
                    <a:pt x="447670" y="286155"/>
                  </a:lnTo>
                  <a:lnTo>
                    <a:pt x="419415" y="327898"/>
                  </a:lnTo>
                  <a:lnTo>
                    <a:pt x="391791" y="369954"/>
                  </a:lnTo>
                  <a:lnTo>
                    <a:pt x="364799" y="412319"/>
                  </a:lnTo>
                  <a:lnTo>
                    <a:pt x="338442" y="454986"/>
                  </a:lnTo>
                  <a:lnTo>
                    <a:pt x="312721" y="497952"/>
                  </a:lnTo>
                  <a:lnTo>
                    <a:pt x="287637" y="541213"/>
                  </a:lnTo>
                  <a:lnTo>
                    <a:pt x="263192" y="584762"/>
                  </a:lnTo>
                  <a:lnTo>
                    <a:pt x="239388" y="628596"/>
                  </a:lnTo>
                  <a:lnTo>
                    <a:pt x="216227" y="672709"/>
                  </a:lnTo>
                  <a:lnTo>
                    <a:pt x="193709" y="717098"/>
                  </a:lnTo>
                  <a:lnTo>
                    <a:pt x="171837" y="761757"/>
                  </a:lnTo>
                  <a:lnTo>
                    <a:pt x="150613" y="806682"/>
                  </a:lnTo>
                  <a:lnTo>
                    <a:pt x="130037" y="851867"/>
                  </a:lnTo>
                  <a:lnTo>
                    <a:pt x="110112" y="897309"/>
                  </a:lnTo>
                  <a:lnTo>
                    <a:pt x="90839" y="943003"/>
                  </a:lnTo>
                  <a:lnTo>
                    <a:pt x="72220" y="988943"/>
                  </a:lnTo>
                  <a:lnTo>
                    <a:pt x="54257" y="1035125"/>
                  </a:lnTo>
                  <a:lnTo>
                    <a:pt x="36950" y="1081545"/>
                  </a:lnTo>
                  <a:lnTo>
                    <a:pt x="20302" y="1128198"/>
                  </a:lnTo>
                  <a:lnTo>
                    <a:pt x="4315" y="1175079"/>
                  </a:lnTo>
                  <a:lnTo>
                    <a:pt x="0" y="1188341"/>
                  </a:lnTo>
                </a:path>
              </a:pathLst>
            </a:custGeom>
            <a:ln w="9525">
              <a:solidFill>
                <a:srgbClr val="C4E1CD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26">
              <a:extLst>
                <a:ext uri="{FF2B5EF4-FFF2-40B4-BE49-F238E27FC236}">
                  <a16:creationId xmlns:a16="http://schemas.microsoft.com/office/drawing/2014/main" id="{72246793-C8CC-C392-6977-F37744ACA046}"/>
                </a:ext>
              </a:extLst>
            </p:cNvPr>
            <p:cNvSpPr/>
            <p:nvPr/>
          </p:nvSpPr>
          <p:spPr>
            <a:xfrm>
              <a:off x="6544744" y="1151738"/>
              <a:ext cx="1007744" cy="993775"/>
            </a:xfrm>
            <a:custGeom>
              <a:avLst/>
              <a:gdLst/>
              <a:ahLst/>
              <a:cxnLst/>
              <a:rect l="l" t="t" r="r" b="b"/>
              <a:pathLst>
                <a:path w="1007745" h="993775">
                  <a:moveTo>
                    <a:pt x="1007475" y="0"/>
                  </a:moveTo>
                  <a:lnTo>
                    <a:pt x="964928" y="28652"/>
                  </a:lnTo>
                  <a:lnTo>
                    <a:pt x="925183" y="56259"/>
                  </a:lnTo>
                  <a:lnTo>
                    <a:pt x="885787" y="84427"/>
                  </a:lnTo>
                  <a:lnTo>
                    <a:pt x="846746" y="113153"/>
                  </a:lnTo>
                  <a:lnTo>
                    <a:pt x="808065" y="142436"/>
                  </a:lnTo>
                  <a:lnTo>
                    <a:pt x="769750" y="172273"/>
                  </a:lnTo>
                  <a:lnTo>
                    <a:pt x="731805" y="202660"/>
                  </a:lnTo>
                  <a:lnTo>
                    <a:pt x="694235" y="233595"/>
                  </a:lnTo>
                  <a:lnTo>
                    <a:pt x="657047" y="265076"/>
                  </a:lnTo>
                  <a:lnTo>
                    <a:pt x="620246" y="297101"/>
                  </a:lnTo>
                  <a:lnTo>
                    <a:pt x="583836" y="329665"/>
                  </a:lnTo>
                  <a:lnTo>
                    <a:pt x="547822" y="362768"/>
                  </a:lnTo>
                  <a:lnTo>
                    <a:pt x="512212" y="396406"/>
                  </a:lnTo>
                  <a:lnTo>
                    <a:pt x="477008" y="430576"/>
                  </a:lnTo>
                  <a:lnTo>
                    <a:pt x="442218" y="465277"/>
                  </a:lnTo>
                  <a:lnTo>
                    <a:pt x="407846" y="500505"/>
                  </a:lnTo>
                  <a:lnTo>
                    <a:pt x="373897" y="536258"/>
                  </a:lnTo>
                  <a:lnTo>
                    <a:pt x="340376" y="572533"/>
                  </a:lnTo>
                  <a:lnTo>
                    <a:pt x="307290" y="609328"/>
                  </a:lnTo>
                  <a:lnTo>
                    <a:pt x="274643" y="646640"/>
                  </a:lnTo>
                  <a:lnTo>
                    <a:pt x="242440" y="684467"/>
                  </a:lnTo>
                  <a:lnTo>
                    <a:pt x="210687" y="722805"/>
                  </a:lnTo>
                  <a:lnTo>
                    <a:pt x="179389" y="761653"/>
                  </a:lnTo>
                  <a:lnTo>
                    <a:pt x="148551" y="801007"/>
                  </a:lnTo>
                  <a:lnTo>
                    <a:pt x="0" y="993679"/>
                  </a:lnTo>
                  <a:lnTo>
                    <a:pt x="1007475" y="993679"/>
                  </a:lnTo>
                </a:path>
              </a:pathLst>
            </a:custGeom>
            <a:ln w="9525">
              <a:solidFill>
                <a:srgbClr val="C4E1CD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" name="Rectangle: Single Corner Rounded 7">
            <a:extLst>
              <a:ext uri="{FF2B5EF4-FFF2-40B4-BE49-F238E27FC236}">
                <a16:creationId xmlns:a16="http://schemas.microsoft.com/office/drawing/2014/main" id="{C8E93529-2614-7E2E-2EE2-98EFA88E353C}"/>
              </a:ext>
            </a:extLst>
          </p:cNvPr>
          <p:cNvSpPr/>
          <p:nvPr userDrawn="1"/>
        </p:nvSpPr>
        <p:spPr>
          <a:xfrm flipH="1" flipV="1">
            <a:off x="407988" y="0"/>
            <a:ext cx="11784012" cy="295836"/>
          </a:xfrm>
          <a:prstGeom prst="round1Rect">
            <a:avLst>
              <a:gd name="adj" fmla="val 50000"/>
            </a:avLst>
          </a:prstGeom>
          <a:solidFill>
            <a:srgbClr val="64798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16216675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257">
          <p15:clr>
            <a:srgbClr val="FBAE40"/>
          </p15:clr>
        </p15:guide>
        <p15:guide id="2" pos="7446">
          <p15:clr>
            <a:srgbClr val="FBAE40"/>
          </p15:clr>
        </p15:guide>
        <p15:guide id="3" orient="horz" pos="4088">
          <p15:clr>
            <a:srgbClr val="FBAE40"/>
          </p15:clr>
        </p15:guide>
        <p15:guide id="4" orient="horz" pos="3725">
          <p15:clr>
            <a:srgbClr val="FBAE40"/>
          </p15:clr>
        </p15:guide>
        <p15:guide id="5" orient="horz" pos="255">
          <p15:clr>
            <a:srgbClr val="FBAE40"/>
          </p15:clr>
        </p15:guide>
      </p15:sldGuideLst>
    </p:ext>
  </p:extLst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Contracapa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CaixaDeTexto 5">
            <a:extLst>
              <a:ext uri="{FF2B5EF4-FFF2-40B4-BE49-F238E27FC236}">
                <a16:creationId xmlns:a16="http://schemas.microsoft.com/office/drawing/2014/main" id="{43DFA321-6122-DD56-1B69-CCC4924A73A8}"/>
              </a:ext>
            </a:extLst>
          </p:cNvPr>
          <p:cNvSpPr txBox="1"/>
          <p:nvPr userDrawn="1"/>
        </p:nvSpPr>
        <p:spPr>
          <a:xfrm>
            <a:off x="7491663" y="5251905"/>
            <a:ext cx="4155689" cy="1077218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r"/>
            <a:r>
              <a:rPr lang="it-IT" sz="1400" kern="0">
                <a:solidFill>
                  <a:schemeClr val="bg1"/>
                </a:solidFill>
                <a:effectLst/>
                <a:latin typeface="Versos Light" panose="020B0403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Avenida Brigadeiro Faria Lima, 4.300</a:t>
            </a:r>
          </a:p>
          <a:p>
            <a:pPr algn="r"/>
            <a:r>
              <a:rPr lang="it-IT" sz="1400" kern="0">
                <a:solidFill>
                  <a:schemeClr val="bg1"/>
                </a:solidFill>
                <a:effectLst/>
                <a:latin typeface="Versos Light" panose="020B0403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7º andar | Vila Olímpia</a:t>
            </a:r>
          </a:p>
          <a:p>
            <a:pPr algn="r"/>
            <a:r>
              <a:rPr lang="it-IT" sz="1400" kern="0">
                <a:solidFill>
                  <a:schemeClr val="bg1"/>
                </a:solidFill>
                <a:effectLst/>
                <a:latin typeface="Versos Light" panose="020B0403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CEP 04538-132 | São Paulo</a:t>
            </a:r>
          </a:p>
          <a:p>
            <a:pPr algn="r"/>
            <a:endParaRPr lang="it-IT" sz="1400">
              <a:solidFill>
                <a:schemeClr val="bg1"/>
              </a:solidFill>
              <a:latin typeface="Versos Light" panose="020B0403020204030204" pitchFamily="34" charset="0"/>
              <a:cs typeface="Times New Roman" panose="02020603050405020304" pitchFamily="18" charset="0"/>
            </a:endParaRPr>
          </a:p>
          <a:p>
            <a:pPr algn="r"/>
            <a:r>
              <a:rPr lang="it-IT" sz="1400" b="0">
                <a:solidFill>
                  <a:schemeClr val="bg1"/>
                </a:solidFill>
                <a:latin typeface="+mn-lt"/>
                <a:cs typeface="Times New Roman" panose="02020603050405020304" pitchFamily="18" charset="0"/>
              </a:rPr>
              <a:t>www.tivio.com</a:t>
            </a:r>
            <a:endParaRPr lang="pt-BR" sz="1400" b="0">
              <a:solidFill>
                <a:schemeClr val="bg1"/>
              </a:solidFill>
              <a:latin typeface="+mn-lt"/>
            </a:endParaRP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1A330FC6-53B2-4C95-7A0F-A920F3013C49}"/>
              </a:ext>
            </a:extLst>
          </p:cNvPr>
          <p:cNvGrpSpPr/>
          <p:nvPr userDrawn="1"/>
        </p:nvGrpSpPr>
        <p:grpSpPr>
          <a:xfrm>
            <a:off x="-7705924" y="882316"/>
            <a:ext cx="19934609" cy="6204031"/>
            <a:chOff x="-62630" y="3261055"/>
            <a:chExt cx="12291315" cy="3825292"/>
          </a:xfrm>
        </p:grpSpPr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BBF3B65E-8CAD-31B1-6F90-86F99F800687}"/>
                </a:ext>
              </a:extLst>
            </p:cNvPr>
            <p:cNvSpPr/>
            <p:nvPr userDrawn="1"/>
          </p:nvSpPr>
          <p:spPr>
            <a:xfrm flipV="1">
              <a:off x="-62630" y="5210522"/>
              <a:ext cx="12254630" cy="200722"/>
            </a:xfrm>
            <a:custGeom>
              <a:avLst/>
              <a:gdLst>
                <a:gd name="connsiteX0" fmla="*/ 0 w 12225403"/>
                <a:gd name="connsiteY0" fmla="*/ 0 h 0"/>
                <a:gd name="connsiteX1" fmla="*/ 12225403 w 12225403"/>
                <a:gd name="connsiteY1" fmla="*/ 0 h 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225403">
                  <a:moveTo>
                    <a:pt x="0" y="0"/>
                  </a:moveTo>
                  <a:lnTo>
                    <a:pt x="12225403" y="0"/>
                  </a:lnTo>
                </a:path>
              </a:pathLst>
            </a:custGeom>
            <a:noFill/>
            <a:ln w="19050">
              <a:solidFill>
                <a:schemeClr val="bg2">
                  <a:lumMod val="9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 sz="849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087CECC5-0785-0E7C-A4CB-3D289F54A871}"/>
                </a:ext>
              </a:extLst>
            </p:cNvPr>
            <p:cNvSpPr/>
            <p:nvPr userDrawn="1"/>
          </p:nvSpPr>
          <p:spPr>
            <a:xfrm>
              <a:off x="7240261" y="3261055"/>
              <a:ext cx="4988424" cy="3825292"/>
            </a:xfrm>
            <a:custGeom>
              <a:avLst/>
              <a:gdLst>
                <a:gd name="connsiteX0" fmla="*/ 0 w 5087815"/>
                <a:gd name="connsiteY0" fmla="*/ 3845169 h 3845169"/>
                <a:gd name="connsiteX1" fmla="*/ 5087815 w 5087815"/>
                <a:gd name="connsiteY1" fmla="*/ 0 h 3845169"/>
                <a:gd name="connsiteX0" fmla="*/ 0 w 5048059"/>
                <a:gd name="connsiteY0" fmla="*/ 3954500 h 3954500"/>
                <a:gd name="connsiteX1" fmla="*/ 5048059 w 5048059"/>
                <a:gd name="connsiteY1" fmla="*/ 0 h 3954500"/>
                <a:gd name="connsiteX0" fmla="*/ 0 w 5048059"/>
                <a:gd name="connsiteY0" fmla="*/ 3954500 h 3954500"/>
                <a:gd name="connsiteX1" fmla="*/ 5048059 w 5048059"/>
                <a:gd name="connsiteY1" fmla="*/ 0 h 3954500"/>
                <a:gd name="connsiteX0" fmla="*/ 0 w 4988424"/>
                <a:gd name="connsiteY0" fmla="*/ 3835231 h 3835231"/>
                <a:gd name="connsiteX1" fmla="*/ 4988424 w 4988424"/>
                <a:gd name="connsiteY1" fmla="*/ 0 h 3835231"/>
                <a:gd name="connsiteX0" fmla="*/ 0 w 4988424"/>
                <a:gd name="connsiteY0" fmla="*/ 3835231 h 3835231"/>
                <a:gd name="connsiteX1" fmla="*/ 4988424 w 4988424"/>
                <a:gd name="connsiteY1" fmla="*/ 0 h 3835231"/>
                <a:gd name="connsiteX0" fmla="*/ 0 w 4988424"/>
                <a:gd name="connsiteY0" fmla="*/ 3835231 h 3835231"/>
                <a:gd name="connsiteX1" fmla="*/ 4988424 w 4988424"/>
                <a:gd name="connsiteY1" fmla="*/ 0 h 3835231"/>
                <a:gd name="connsiteX0" fmla="*/ 0 w 4988424"/>
                <a:gd name="connsiteY0" fmla="*/ 3825292 h 3825292"/>
                <a:gd name="connsiteX1" fmla="*/ 4988424 w 4988424"/>
                <a:gd name="connsiteY1" fmla="*/ 0 h 3825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88424" h="3825292">
                  <a:moveTo>
                    <a:pt x="0" y="3825292"/>
                  </a:moveTo>
                  <a:cubicBezTo>
                    <a:pt x="1384087" y="1839675"/>
                    <a:pt x="2310976" y="251621"/>
                    <a:pt x="4988424" y="0"/>
                  </a:cubicBezTo>
                </a:path>
              </a:pathLst>
            </a:custGeom>
            <a:noFill/>
            <a:ln w="19050">
              <a:solidFill>
                <a:schemeClr val="bg2">
                  <a:lumMod val="9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 sz="849"/>
            </a:p>
          </p:txBody>
        </p:sp>
      </p:grpSp>
      <p:sp>
        <p:nvSpPr>
          <p:cNvPr id="10" name="object 5"/>
          <p:cNvSpPr/>
          <p:nvPr userDrawn="1"/>
        </p:nvSpPr>
        <p:spPr>
          <a:xfrm>
            <a:off x="757218" y="3474647"/>
            <a:ext cx="1501480" cy="509684"/>
          </a:xfrm>
          <a:custGeom>
            <a:avLst/>
            <a:gdLst/>
            <a:ahLst/>
            <a:cxnLst/>
            <a:rect l="l" t="t" r="r" b="b"/>
            <a:pathLst>
              <a:path w="4495165" h="1525904">
                <a:moveTo>
                  <a:pt x="549605" y="149009"/>
                </a:moveTo>
                <a:lnTo>
                  <a:pt x="502272" y="93929"/>
                </a:lnTo>
                <a:lnTo>
                  <a:pt x="463880" y="62522"/>
                </a:lnTo>
                <a:lnTo>
                  <a:pt x="421525" y="37515"/>
                </a:lnTo>
                <a:lnTo>
                  <a:pt x="375894" y="19253"/>
                </a:lnTo>
                <a:lnTo>
                  <a:pt x="327634" y="8051"/>
                </a:lnTo>
                <a:lnTo>
                  <a:pt x="277444" y="4241"/>
                </a:lnTo>
                <a:lnTo>
                  <a:pt x="0" y="4241"/>
                </a:lnTo>
                <a:lnTo>
                  <a:pt x="0" y="149009"/>
                </a:lnTo>
                <a:lnTo>
                  <a:pt x="549605" y="149009"/>
                </a:lnTo>
                <a:close/>
              </a:path>
              <a:path w="4495165" h="1525904">
                <a:moveTo>
                  <a:pt x="630440" y="613206"/>
                </a:moveTo>
                <a:lnTo>
                  <a:pt x="626249" y="610260"/>
                </a:lnTo>
                <a:lnTo>
                  <a:pt x="626249" y="359600"/>
                </a:lnTo>
                <a:lnTo>
                  <a:pt x="621880" y="305828"/>
                </a:lnTo>
                <a:lnTo>
                  <a:pt x="608939" y="254203"/>
                </a:lnTo>
                <a:lnTo>
                  <a:pt x="587654" y="205422"/>
                </a:lnTo>
                <a:lnTo>
                  <a:pt x="558253" y="160185"/>
                </a:lnTo>
                <a:lnTo>
                  <a:pt x="549617" y="149009"/>
                </a:lnTo>
                <a:lnTo>
                  <a:pt x="511581" y="205422"/>
                </a:lnTo>
                <a:lnTo>
                  <a:pt x="490296" y="254203"/>
                </a:lnTo>
                <a:lnTo>
                  <a:pt x="477342" y="305828"/>
                </a:lnTo>
                <a:lnTo>
                  <a:pt x="472973" y="359600"/>
                </a:lnTo>
                <a:lnTo>
                  <a:pt x="472859" y="937183"/>
                </a:lnTo>
                <a:lnTo>
                  <a:pt x="472973" y="948131"/>
                </a:lnTo>
                <a:lnTo>
                  <a:pt x="626389" y="948131"/>
                </a:lnTo>
                <a:lnTo>
                  <a:pt x="626249" y="619315"/>
                </a:lnTo>
                <a:lnTo>
                  <a:pt x="630440" y="613206"/>
                </a:lnTo>
                <a:close/>
              </a:path>
              <a:path w="4495165" h="1525904">
                <a:moveTo>
                  <a:pt x="1099248" y="4241"/>
                </a:moveTo>
                <a:lnTo>
                  <a:pt x="821817" y="4241"/>
                </a:lnTo>
                <a:lnTo>
                  <a:pt x="771613" y="8051"/>
                </a:lnTo>
                <a:lnTo>
                  <a:pt x="723353" y="19253"/>
                </a:lnTo>
                <a:lnTo>
                  <a:pt x="677710" y="37515"/>
                </a:lnTo>
                <a:lnTo>
                  <a:pt x="635355" y="62522"/>
                </a:lnTo>
                <a:lnTo>
                  <a:pt x="596963" y="93929"/>
                </a:lnTo>
                <a:lnTo>
                  <a:pt x="563206" y="131406"/>
                </a:lnTo>
                <a:lnTo>
                  <a:pt x="549630" y="149009"/>
                </a:lnTo>
                <a:lnTo>
                  <a:pt x="1099248" y="149009"/>
                </a:lnTo>
                <a:lnTo>
                  <a:pt x="1099248" y="4241"/>
                </a:lnTo>
                <a:close/>
              </a:path>
              <a:path w="4495165" h="1525904">
                <a:moveTo>
                  <a:pt x="1472869" y="12420"/>
                </a:moveTo>
                <a:lnTo>
                  <a:pt x="1323860" y="12420"/>
                </a:lnTo>
                <a:lnTo>
                  <a:pt x="1323860" y="966152"/>
                </a:lnTo>
                <a:lnTo>
                  <a:pt x="1472869" y="966152"/>
                </a:lnTo>
                <a:lnTo>
                  <a:pt x="1472869" y="12420"/>
                </a:lnTo>
                <a:close/>
              </a:path>
              <a:path w="4495165" h="1525904">
                <a:moveTo>
                  <a:pt x="1628749" y="1277899"/>
                </a:moveTo>
                <a:lnTo>
                  <a:pt x="1610728" y="1227213"/>
                </a:lnTo>
                <a:lnTo>
                  <a:pt x="1577505" y="1188466"/>
                </a:lnTo>
                <a:lnTo>
                  <a:pt x="1531823" y="1163904"/>
                </a:lnTo>
                <a:lnTo>
                  <a:pt x="1476400" y="1155725"/>
                </a:lnTo>
                <a:lnTo>
                  <a:pt x="1451190" y="1157160"/>
                </a:lnTo>
                <a:lnTo>
                  <a:pt x="1405432" y="1168730"/>
                </a:lnTo>
                <a:lnTo>
                  <a:pt x="1366278" y="1191602"/>
                </a:lnTo>
                <a:lnTo>
                  <a:pt x="1335862" y="1224229"/>
                </a:lnTo>
                <a:lnTo>
                  <a:pt x="1314729" y="1265936"/>
                </a:lnTo>
                <a:lnTo>
                  <a:pt x="1304061" y="1314284"/>
                </a:lnTo>
                <a:lnTo>
                  <a:pt x="1302727" y="1340802"/>
                </a:lnTo>
                <a:lnTo>
                  <a:pt x="1304061" y="1367536"/>
                </a:lnTo>
                <a:lnTo>
                  <a:pt x="1314729" y="1416011"/>
                </a:lnTo>
                <a:lnTo>
                  <a:pt x="1335862" y="1457528"/>
                </a:lnTo>
                <a:lnTo>
                  <a:pt x="1366278" y="1490027"/>
                </a:lnTo>
                <a:lnTo>
                  <a:pt x="1405432" y="1512874"/>
                </a:lnTo>
                <a:lnTo>
                  <a:pt x="1451190" y="1524444"/>
                </a:lnTo>
                <a:lnTo>
                  <a:pt x="1476400" y="1525879"/>
                </a:lnTo>
                <a:lnTo>
                  <a:pt x="1505534" y="1523834"/>
                </a:lnTo>
                <a:lnTo>
                  <a:pt x="1556080" y="1507464"/>
                </a:lnTo>
                <a:lnTo>
                  <a:pt x="1595793" y="1475270"/>
                </a:lnTo>
                <a:lnTo>
                  <a:pt x="1621142" y="1430566"/>
                </a:lnTo>
                <a:lnTo>
                  <a:pt x="1582991" y="1403718"/>
                </a:lnTo>
                <a:lnTo>
                  <a:pt x="1576679" y="1421866"/>
                </a:lnTo>
                <a:lnTo>
                  <a:pt x="1568157" y="1437843"/>
                </a:lnTo>
                <a:lnTo>
                  <a:pt x="1529600" y="1472450"/>
                </a:lnTo>
                <a:lnTo>
                  <a:pt x="1474330" y="1484312"/>
                </a:lnTo>
                <a:lnTo>
                  <a:pt x="1456156" y="1483182"/>
                </a:lnTo>
                <a:lnTo>
                  <a:pt x="1408290" y="1466113"/>
                </a:lnTo>
                <a:lnTo>
                  <a:pt x="1372857" y="1430629"/>
                </a:lnTo>
                <a:lnTo>
                  <a:pt x="1352854" y="1380197"/>
                </a:lnTo>
                <a:lnTo>
                  <a:pt x="1349019" y="1340802"/>
                </a:lnTo>
                <a:lnTo>
                  <a:pt x="1349984" y="1320342"/>
                </a:lnTo>
                <a:lnTo>
                  <a:pt x="1364361" y="1266202"/>
                </a:lnTo>
                <a:lnTo>
                  <a:pt x="1394828" y="1225511"/>
                </a:lnTo>
                <a:lnTo>
                  <a:pt x="1439100" y="1201864"/>
                </a:lnTo>
                <a:lnTo>
                  <a:pt x="1474330" y="1197305"/>
                </a:lnTo>
                <a:lnTo>
                  <a:pt x="1494332" y="1198638"/>
                </a:lnTo>
                <a:lnTo>
                  <a:pt x="1544777" y="1218641"/>
                </a:lnTo>
                <a:lnTo>
                  <a:pt x="1577378" y="1259967"/>
                </a:lnTo>
                <a:lnTo>
                  <a:pt x="1583512" y="1277899"/>
                </a:lnTo>
                <a:lnTo>
                  <a:pt x="1628749" y="1277899"/>
                </a:lnTo>
                <a:close/>
              </a:path>
              <a:path w="4495165" h="1525904">
                <a:moveTo>
                  <a:pt x="2171014" y="1522780"/>
                </a:moveTo>
                <a:lnTo>
                  <a:pt x="2133663" y="1424520"/>
                </a:lnTo>
                <a:lnTo>
                  <a:pt x="2118055" y="1383449"/>
                </a:lnTo>
                <a:lnTo>
                  <a:pt x="2070646" y="1258697"/>
                </a:lnTo>
                <a:lnTo>
                  <a:pt x="2070646" y="1383449"/>
                </a:lnTo>
                <a:lnTo>
                  <a:pt x="1939112" y="1383449"/>
                </a:lnTo>
                <a:lnTo>
                  <a:pt x="2004631" y="1208227"/>
                </a:lnTo>
                <a:lnTo>
                  <a:pt x="2070646" y="1383449"/>
                </a:lnTo>
                <a:lnTo>
                  <a:pt x="2070646" y="1258697"/>
                </a:lnTo>
                <a:lnTo>
                  <a:pt x="2051469" y="1208227"/>
                </a:lnTo>
                <a:lnTo>
                  <a:pt x="2032698" y="1158849"/>
                </a:lnTo>
                <a:lnTo>
                  <a:pt x="1979155" y="1158849"/>
                </a:lnTo>
                <a:lnTo>
                  <a:pt x="1840344" y="1522780"/>
                </a:lnTo>
                <a:lnTo>
                  <a:pt x="1887118" y="1522780"/>
                </a:lnTo>
                <a:lnTo>
                  <a:pt x="1925599" y="1424520"/>
                </a:lnTo>
                <a:lnTo>
                  <a:pt x="2084158" y="1424520"/>
                </a:lnTo>
                <a:lnTo>
                  <a:pt x="2122652" y="1522780"/>
                </a:lnTo>
                <a:lnTo>
                  <a:pt x="2171014" y="1522780"/>
                </a:lnTo>
                <a:close/>
              </a:path>
              <a:path w="4495165" h="1525904">
                <a:moveTo>
                  <a:pt x="2247239" y="966165"/>
                </a:moveTo>
                <a:lnTo>
                  <a:pt x="1863674" y="12433"/>
                </a:lnTo>
                <a:lnTo>
                  <a:pt x="1691932" y="12433"/>
                </a:lnTo>
                <a:lnTo>
                  <a:pt x="2035683" y="832091"/>
                </a:lnTo>
                <a:lnTo>
                  <a:pt x="2059952" y="874915"/>
                </a:lnTo>
                <a:lnTo>
                  <a:pt x="2093137" y="910628"/>
                </a:lnTo>
                <a:lnTo>
                  <a:pt x="2133714" y="938288"/>
                </a:lnTo>
                <a:lnTo>
                  <a:pt x="2180196" y="956932"/>
                </a:lnTo>
                <a:lnTo>
                  <a:pt x="2231034" y="965619"/>
                </a:lnTo>
                <a:lnTo>
                  <a:pt x="2230818" y="966165"/>
                </a:lnTo>
                <a:lnTo>
                  <a:pt x="2247239" y="966165"/>
                </a:lnTo>
                <a:close/>
              </a:path>
              <a:path w="4495165" h="1525904">
                <a:moveTo>
                  <a:pt x="2670111" y="1270609"/>
                </a:moveTo>
                <a:lnTo>
                  <a:pt x="2661780" y="1224749"/>
                </a:lnTo>
                <a:lnTo>
                  <a:pt x="2647569" y="1200429"/>
                </a:lnTo>
                <a:lnTo>
                  <a:pt x="2647086" y="1199718"/>
                </a:lnTo>
                <a:lnTo>
                  <a:pt x="2637282" y="1189253"/>
                </a:lnTo>
                <a:lnTo>
                  <a:pt x="2625902" y="1180223"/>
                </a:lnTo>
                <a:lnTo>
                  <a:pt x="2623832" y="1179017"/>
                </a:lnTo>
                <a:lnTo>
                  <a:pt x="2623832" y="1270609"/>
                </a:lnTo>
                <a:lnTo>
                  <a:pt x="2622499" y="1285925"/>
                </a:lnTo>
                <a:lnTo>
                  <a:pt x="2602534" y="1322095"/>
                </a:lnTo>
                <a:lnTo>
                  <a:pt x="2562352" y="1340129"/>
                </a:lnTo>
                <a:lnTo>
                  <a:pt x="2545321" y="1341323"/>
                </a:lnTo>
                <a:lnTo>
                  <a:pt x="2454859" y="1341323"/>
                </a:lnTo>
                <a:lnTo>
                  <a:pt x="2454859" y="1200429"/>
                </a:lnTo>
                <a:lnTo>
                  <a:pt x="2545842" y="1200429"/>
                </a:lnTo>
                <a:lnTo>
                  <a:pt x="2591320" y="1211110"/>
                </a:lnTo>
                <a:lnTo>
                  <a:pt x="2618575" y="1241704"/>
                </a:lnTo>
                <a:lnTo>
                  <a:pt x="2623832" y="1270609"/>
                </a:lnTo>
                <a:lnTo>
                  <a:pt x="2623832" y="1179017"/>
                </a:lnTo>
                <a:lnTo>
                  <a:pt x="2583281" y="1162278"/>
                </a:lnTo>
                <a:lnTo>
                  <a:pt x="2549487" y="1158824"/>
                </a:lnTo>
                <a:lnTo>
                  <a:pt x="2409634" y="1158824"/>
                </a:lnTo>
                <a:lnTo>
                  <a:pt x="2409634" y="1522780"/>
                </a:lnTo>
                <a:lnTo>
                  <a:pt x="2454859" y="1522780"/>
                </a:lnTo>
                <a:lnTo>
                  <a:pt x="2454859" y="1382915"/>
                </a:lnTo>
                <a:lnTo>
                  <a:pt x="2549487" y="1382915"/>
                </a:lnTo>
                <a:lnTo>
                  <a:pt x="2598470" y="1375168"/>
                </a:lnTo>
                <a:lnTo>
                  <a:pt x="2636901" y="1352448"/>
                </a:lnTo>
                <a:lnTo>
                  <a:pt x="2647124" y="1341323"/>
                </a:lnTo>
                <a:lnTo>
                  <a:pt x="2655036" y="1329893"/>
                </a:lnTo>
                <a:lnTo>
                  <a:pt x="2661628" y="1316634"/>
                </a:lnTo>
                <a:lnTo>
                  <a:pt x="2666339" y="1302346"/>
                </a:lnTo>
                <a:lnTo>
                  <a:pt x="2669171" y="1287005"/>
                </a:lnTo>
                <a:lnTo>
                  <a:pt x="2670111" y="1270609"/>
                </a:lnTo>
                <a:close/>
              </a:path>
              <a:path w="4495165" h="1525904">
                <a:moveTo>
                  <a:pt x="2802534" y="12433"/>
                </a:moveTo>
                <a:lnTo>
                  <a:pt x="2630805" y="12433"/>
                </a:lnTo>
                <a:lnTo>
                  <a:pt x="2247239" y="966165"/>
                </a:lnTo>
                <a:lnTo>
                  <a:pt x="2263660" y="966165"/>
                </a:lnTo>
                <a:lnTo>
                  <a:pt x="2263432" y="965619"/>
                </a:lnTo>
                <a:lnTo>
                  <a:pt x="2314283" y="956932"/>
                </a:lnTo>
                <a:lnTo>
                  <a:pt x="2360752" y="938288"/>
                </a:lnTo>
                <a:lnTo>
                  <a:pt x="2401341" y="910628"/>
                </a:lnTo>
                <a:lnTo>
                  <a:pt x="2434526" y="874915"/>
                </a:lnTo>
                <a:lnTo>
                  <a:pt x="2458796" y="832091"/>
                </a:lnTo>
                <a:lnTo>
                  <a:pt x="2802534" y="12433"/>
                </a:lnTo>
                <a:close/>
              </a:path>
              <a:path w="4495165" h="1525904">
                <a:moveTo>
                  <a:pt x="2961271" y="1158836"/>
                </a:moveTo>
                <a:lnTo>
                  <a:pt x="2916047" y="1158836"/>
                </a:lnTo>
                <a:lnTo>
                  <a:pt x="2916047" y="1522780"/>
                </a:lnTo>
                <a:lnTo>
                  <a:pt x="2961271" y="1522780"/>
                </a:lnTo>
                <a:lnTo>
                  <a:pt x="2961271" y="1158836"/>
                </a:lnTo>
                <a:close/>
              </a:path>
              <a:path w="4495165" h="1525904">
                <a:moveTo>
                  <a:pt x="3170644" y="12420"/>
                </a:moveTo>
                <a:lnTo>
                  <a:pt x="3021622" y="12420"/>
                </a:lnTo>
                <a:lnTo>
                  <a:pt x="3021622" y="966152"/>
                </a:lnTo>
                <a:lnTo>
                  <a:pt x="3170644" y="966152"/>
                </a:lnTo>
                <a:lnTo>
                  <a:pt x="3170644" y="12420"/>
                </a:lnTo>
                <a:close/>
              </a:path>
              <a:path w="4495165" h="1525904">
                <a:moveTo>
                  <a:pt x="3488461" y="1158836"/>
                </a:moveTo>
                <a:lnTo>
                  <a:pt x="3207194" y="1158836"/>
                </a:lnTo>
                <a:lnTo>
                  <a:pt x="3207194" y="1200746"/>
                </a:lnTo>
                <a:lnTo>
                  <a:pt x="3325203" y="1200746"/>
                </a:lnTo>
                <a:lnTo>
                  <a:pt x="3325203" y="1523326"/>
                </a:lnTo>
                <a:lnTo>
                  <a:pt x="3370453" y="1523326"/>
                </a:lnTo>
                <a:lnTo>
                  <a:pt x="3370453" y="1200746"/>
                </a:lnTo>
                <a:lnTo>
                  <a:pt x="3488461" y="1200746"/>
                </a:lnTo>
                <a:lnTo>
                  <a:pt x="3488461" y="1158836"/>
                </a:lnTo>
                <a:close/>
              </a:path>
              <a:path w="4495165" h="1525904">
                <a:moveTo>
                  <a:pt x="3983431" y="1522780"/>
                </a:moveTo>
                <a:lnTo>
                  <a:pt x="3946093" y="1424520"/>
                </a:lnTo>
                <a:lnTo>
                  <a:pt x="3930485" y="1383449"/>
                </a:lnTo>
                <a:lnTo>
                  <a:pt x="3883075" y="1258697"/>
                </a:lnTo>
                <a:lnTo>
                  <a:pt x="3883075" y="1383449"/>
                </a:lnTo>
                <a:lnTo>
                  <a:pt x="3751542" y="1383449"/>
                </a:lnTo>
                <a:lnTo>
                  <a:pt x="3817048" y="1208227"/>
                </a:lnTo>
                <a:lnTo>
                  <a:pt x="3883075" y="1383449"/>
                </a:lnTo>
                <a:lnTo>
                  <a:pt x="3883075" y="1258697"/>
                </a:lnTo>
                <a:lnTo>
                  <a:pt x="3863898" y="1208227"/>
                </a:lnTo>
                <a:lnTo>
                  <a:pt x="3845128" y="1158849"/>
                </a:lnTo>
                <a:lnTo>
                  <a:pt x="3791572" y="1158849"/>
                </a:lnTo>
                <a:lnTo>
                  <a:pt x="3652761" y="1522780"/>
                </a:lnTo>
                <a:lnTo>
                  <a:pt x="3699548" y="1522780"/>
                </a:lnTo>
                <a:lnTo>
                  <a:pt x="3738029" y="1424520"/>
                </a:lnTo>
                <a:lnTo>
                  <a:pt x="3896588" y="1424520"/>
                </a:lnTo>
                <a:lnTo>
                  <a:pt x="3935069" y="1522780"/>
                </a:lnTo>
                <a:lnTo>
                  <a:pt x="3983431" y="1522780"/>
                </a:lnTo>
                <a:close/>
              </a:path>
              <a:path w="4495165" h="1525904">
                <a:moveTo>
                  <a:pt x="4433138" y="1480870"/>
                </a:moveTo>
                <a:lnTo>
                  <a:pt x="4267276" y="1480870"/>
                </a:lnTo>
                <a:lnTo>
                  <a:pt x="4267276" y="1158290"/>
                </a:lnTo>
                <a:lnTo>
                  <a:pt x="4222051" y="1158290"/>
                </a:lnTo>
                <a:lnTo>
                  <a:pt x="4222051" y="1480870"/>
                </a:lnTo>
                <a:lnTo>
                  <a:pt x="4222051" y="1522780"/>
                </a:lnTo>
                <a:lnTo>
                  <a:pt x="4433138" y="1522780"/>
                </a:lnTo>
                <a:lnTo>
                  <a:pt x="4433138" y="1480870"/>
                </a:lnTo>
                <a:close/>
              </a:path>
              <a:path w="4495165" h="1525904">
                <a:moveTo>
                  <a:pt x="4494847" y="489292"/>
                </a:moveTo>
                <a:lnTo>
                  <a:pt x="4492307" y="437197"/>
                </a:lnTo>
                <a:lnTo>
                  <a:pt x="4484738" y="386778"/>
                </a:lnTo>
                <a:lnTo>
                  <a:pt x="4472267" y="338289"/>
                </a:lnTo>
                <a:lnTo>
                  <a:pt x="4455020" y="292011"/>
                </a:lnTo>
                <a:lnTo>
                  <a:pt x="4433113" y="248221"/>
                </a:lnTo>
                <a:lnTo>
                  <a:pt x="4406671" y="207187"/>
                </a:lnTo>
                <a:lnTo>
                  <a:pt x="4375797" y="169176"/>
                </a:lnTo>
                <a:lnTo>
                  <a:pt x="4357306" y="150926"/>
                </a:lnTo>
                <a:lnTo>
                  <a:pt x="4341698" y="135521"/>
                </a:lnTo>
                <a:lnTo>
                  <a:pt x="4341698" y="489292"/>
                </a:lnTo>
                <a:lnTo>
                  <a:pt x="4338663" y="537616"/>
                </a:lnTo>
                <a:lnTo>
                  <a:pt x="4329646" y="583184"/>
                </a:lnTo>
                <a:lnTo>
                  <a:pt x="4314761" y="625754"/>
                </a:lnTo>
                <a:lnTo>
                  <a:pt x="4294111" y="665073"/>
                </a:lnTo>
                <a:lnTo>
                  <a:pt x="4267809" y="700887"/>
                </a:lnTo>
                <a:lnTo>
                  <a:pt x="4235958" y="732955"/>
                </a:lnTo>
                <a:lnTo>
                  <a:pt x="4197947" y="761492"/>
                </a:lnTo>
                <a:lnTo>
                  <a:pt x="4155338" y="785063"/>
                </a:lnTo>
                <a:lnTo>
                  <a:pt x="4108437" y="803567"/>
                </a:lnTo>
                <a:lnTo>
                  <a:pt x="4057561" y="816902"/>
                </a:lnTo>
                <a:lnTo>
                  <a:pt x="4002989" y="824979"/>
                </a:lnTo>
                <a:lnTo>
                  <a:pt x="3945039" y="827697"/>
                </a:lnTo>
                <a:lnTo>
                  <a:pt x="3887089" y="824979"/>
                </a:lnTo>
                <a:lnTo>
                  <a:pt x="3832517" y="816902"/>
                </a:lnTo>
                <a:lnTo>
                  <a:pt x="3781628" y="803567"/>
                </a:lnTo>
                <a:lnTo>
                  <a:pt x="3734739" y="785063"/>
                </a:lnTo>
                <a:lnTo>
                  <a:pt x="3692131" y="761492"/>
                </a:lnTo>
                <a:lnTo>
                  <a:pt x="3654120" y="732955"/>
                </a:lnTo>
                <a:lnTo>
                  <a:pt x="3622268" y="700887"/>
                </a:lnTo>
                <a:lnTo>
                  <a:pt x="3595967" y="665073"/>
                </a:lnTo>
                <a:lnTo>
                  <a:pt x="3575316" y="625754"/>
                </a:lnTo>
                <a:lnTo>
                  <a:pt x="3560432" y="583184"/>
                </a:lnTo>
                <a:lnTo>
                  <a:pt x="3551415" y="537616"/>
                </a:lnTo>
                <a:lnTo>
                  <a:pt x="3548392" y="489292"/>
                </a:lnTo>
                <a:lnTo>
                  <a:pt x="3551415" y="440994"/>
                </a:lnTo>
                <a:lnTo>
                  <a:pt x="3560432" y="395427"/>
                </a:lnTo>
                <a:lnTo>
                  <a:pt x="3575316" y="352856"/>
                </a:lnTo>
                <a:lnTo>
                  <a:pt x="3595967" y="313537"/>
                </a:lnTo>
                <a:lnTo>
                  <a:pt x="3622268" y="277723"/>
                </a:lnTo>
                <a:lnTo>
                  <a:pt x="3654120" y="245668"/>
                </a:lnTo>
                <a:lnTo>
                  <a:pt x="3692131" y="217131"/>
                </a:lnTo>
                <a:lnTo>
                  <a:pt x="3734739" y="193573"/>
                </a:lnTo>
                <a:lnTo>
                  <a:pt x="3781628" y="175069"/>
                </a:lnTo>
                <a:lnTo>
                  <a:pt x="3832517" y="161721"/>
                </a:lnTo>
                <a:lnTo>
                  <a:pt x="3887089" y="153644"/>
                </a:lnTo>
                <a:lnTo>
                  <a:pt x="3945039" y="150926"/>
                </a:lnTo>
                <a:lnTo>
                  <a:pt x="4002989" y="153644"/>
                </a:lnTo>
                <a:lnTo>
                  <a:pt x="4057561" y="161721"/>
                </a:lnTo>
                <a:lnTo>
                  <a:pt x="4108437" y="175069"/>
                </a:lnTo>
                <a:lnTo>
                  <a:pt x="4155338" y="193573"/>
                </a:lnTo>
                <a:lnTo>
                  <a:pt x="4197947" y="217131"/>
                </a:lnTo>
                <a:lnTo>
                  <a:pt x="4235958" y="245668"/>
                </a:lnTo>
                <a:lnTo>
                  <a:pt x="4267809" y="277723"/>
                </a:lnTo>
                <a:lnTo>
                  <a:pt x="4294111" y="313537"/>
                </a:lnTo>
                <a:lnTo>
                  <a:pt x="4314761" y="352856"/>
                </a:lnTo>
                <a:lnTo>
                  <a:pt x="4329646" y="395427"/>
                </a:lnTo>
                <a:lnTo>
                  <a:pt x="4338663" y="440994"/>
                </a:lnTo>
                <a:lnTo>
                  <a:pt x="4341698" y="489292"/>
                </a:lnTo>
                <a:lnTo>
                  <a:pt x="4341698" y="135521"/>
                </a:lnTo>
                <a:lnTo>
                  <a:pt x="4306087" y="106692"/>
                </a:lnTo>
                <a:lnTo>
                  <a:pt x="4268914" y="82029"/>
                </a:lnTo>
                <a:lnTo>
                  <a:pt x="4229214" y="60515"/>
                </a:lnTo>
                <a:lnTo>
                  <a:pt x="4187126" y="42202"/>
                </a:lnTo>
                <a:lnTo>
                  <a:pt x="4142765" y="27127"/>
                </a:lnTo>
                <a:lnTo>
                  <a:pt x="4096258" y="15316"/>
                </a:lnTo>
                <a:lnTo>
                  <a:pt x="4047718" y="6832"/>
                </a:lnTo>
                <a:lnTo>
                  <a:pt x="3997274" y="1714"/>
                </a:lnTo>
                <a:lnTo>
                  <a:pt x="3945039" y="0"/>
                </a:lnTo>
                <a:lnTo>
                  <a:pt x="3892804" y="1714"/>
                </a:lnTo>
                <a:lnTo>
                  <a:pt x="3842359" y="6832"/>
                </a:lnTo>
                <a:lnTo>
                  <a:pt x="3793820" y="15316"/>
                </a:lnTo>
                <a:lnTo>
                  <a:pt x="3747312" y="27127"/>
                </a:lnTo>
                <a:lnTo>
                  <a:pt x="3702951" y="42202"/>
                </a:lnTo>
                <a:lnTo>
                  <a:pt x="3660864" y="60515"/>
                </a:lnTo>
                <a:lnTo>
                  <a:pt x="3621176" y="82029"/>
                </a:lnTo>
                <a:lnTo>
                  <a:pt x="3583990" y="106692"/>
                </a:lnTo>
                <a:lnTo>
                  <a:pt x="3549459" y="134467"/>
                </a:lnTo>
                <a:lnTo>
                  <a:pt x="3514280" y="169176"/>
                </a:lnTo>
                <a:lnTo>
                  <a:pt x="3483406" y="207187"/>
                </a:lnTo>
                <a:lnTo>
                  <a:pt x="3456952" y="248221"/>
                </a:lnTo>
                <a:lnTo>
                  <a:pt x="3435058" y="292011"/>
                </a:lnTo>
                <a:lnTo>
                  <a:pt x="3417811" y="338289"/>
                </a:lnTo>
                <a:lnTo>
                  <a:pt x="3405352" y="386778"/>
                </a:lnTo>
                <a:lnTo>
                  <a:pt x="3397783" y="437197"/>
                </a:lnTo>
                <a:lnTo>
                  <a:pt x="3395243" y="489292"/>
                </a:lnTo>
                <a:lnTo>
                  <a:pt x="3397783" y="541401"/>
                </a:lnTo>
                <a:lnTo>
                  <a:pt x="3405352" y="591832"/>
                </a:lnTo>
                <a:lnTo>
                  <a:pt x="3417811" y="640334"/>
                </a:lnTo>
                <a:lnTo>
                  <a:pt x="3435058" y="686600"/>
                </a:lnTo>
                <a:lnTo>
                  <a:pt x="3456952" y="730389"/>
                </a:lnTo>
                <a:lnTo>
                  <a:pt x="3483406" y="771423"/>
                </a:lnTo>
                <a:lnTo>
                  <a:pt x="3514280" y="809434"/>
                </a:lnTo>
                <a:lnTo>
                  <a:pt x="3549459" y="844130"/>
                </a:lnTo>
                <a:lnTo>
                  <a:pt x="3583990" y="871918"/>
                </a:lnTo>
                <a:lnTo>
                  <a:pt x="3621176" y="896594"/>
                </a:lnTo>
                <a:lnTo>
                  <a:pt x="3660864" y="918108"/>
                </a:lnTo>
                <a:lnTo>
                  <a:pt x="3702951" y="936421"/>
                </a:lnTo>
                <a:lnTo>
                  <a:pt x="3747312" y="951496"/>
                </a:lnTo>
                <a:lnTo>
                  <a:pt x="3793820" y="963295"/>
                </a:lnTo>
                <a:lnTo>
                  <a:pt x="3842359" y="971778"/>
                </a:lnTo>
                <a:lnTo>
                  <a:pt x="3892804" y="976896"/>
                </a:lnTo>
                <a:lnTo>
                  <a:pt x="3945039" y="978611"/>
                </a:lnTo>
                <a:lnTo>
                  <a:pt x="3997274" y="976896"/>
                </a:lnTo>
                <a:lnTo>
                  <a:pt x="4047718" y="971778"/>
                </a:lnTo>
                <a:lnTo>
                  <a:pt x="4096258" y="963295"/>
                </a:lnTo>
                <a:lnTo>
                  <a:pt x="4142765" y="951496"/>
                </a:lnTo>
                <a:lnTo>
                  <a:pt x="4187126" y="936421"/>
                </a:lnTo>
                <a:lnTo>
                  <a:pt x="4229214" y="918108"/>
                </a:lnTo>
                <a:lnTo>
                  <a:pt x="4268914" y="896594"/>
                </a:lnTo>
                <a:lnTo>
                  <a:pt x="4306087" y="871918"/>
                </a:lnTo>
                <a:lnTo>
                  <a:pt x="4340631" y="844130"/>
                </a:lnTo>
                <a:lnTo>
                  <a:pt x="4375797" y="809434"/>
                </a:lnTo>
                <a:lnTo>
                  <a:pt x="4406671" y="771423"/>
                </a:lnTo>
                <a:lnTo>
                  <a:pt x="4433113" y="730389"/>
                </a:lnTo>
                <a:lnTo>
                  <a:pt x="4455020" y="686600"/>
                </a:lnTo>
                <a:lnTo>
                  <a:pt x="4472267" y="640334"/>
                </a:lnTo>
                <a:lnTo>
                  <a:pt x="4484738" y="591832"/>
                </a:lnTo>
                <a:lnTo>
                  <a:pt x="4492307" y="541401"/>
                </a:lnTo>
                <a:lnTo>
                  <a:pt x="4494847" y="489292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 lIns="0" tIns="0" rIns="0" bIns="0" rtlCol="0"/>
          <a:lstStyle/>
          <a:p>
            <a:pPr defTabSz="554492"/>
            <a:endParaRPr sz="1092" kern="0">
              <a:solidFill>
                <a:sysClr val="windowText" lastClr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1227368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apa">
    <p:bg>
      <p:bgPr>
        <a:gradFill>
          <a:gsLst>
            <a:gs pos="0">
              <a:schemeClr val="accent2"/>
            </a:gs>
            <a:gs pos="100000">
              <a:schemeClr val="accent3"/>
            </a:gs>
          </a:gsLst>
          <a:lin ang="84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13208855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_Contracapa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CaixaDeTexto 5">
            <a:extLst>
              <a:ext uri="{FF2B5EF4-FFF2-40B4-BE49-F238E27FC236}">
                <a16:creationId xmlns:a16="http://schemas.microsoft.com/office/drawing/2014/main" id="{43DFA321-6122-DD56-1B69-CCC4924A73A8}"/>
              </a:ext>
            </a:extLst>
          </p:cNvPr>
          <p:cNvSpPr txBox="1"/>
          <p:nvPr userDrawn="1"/>
        </p:nvSpPr>
        <p:spPr>
          <a:xfrm>
            <a:off x="7491663" y="5251905"/>
            <a:ext cx="4155689" cy="1077218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r"/>
            <a:r>
              <a:rPr lang="it-IT" sz="1400" kern="0">
                <a:solidFill>
                  <a:schemeClr val="bg1"/>
                </a:solidFill>
                <a:effectLst/>
                <a:latin typeface="Versos Light" panose="020B0403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Avenida Brigadeiro Faria Lima, 4.300</a:t>
            </a:r>
          </a:p>
          <a:p>
            <a:pPr algn="r"/>
            <a:r>
              <a:rPr lang="it-IT" sz="1400" kern="0">
                <a:solidFill>
                  <a:schemeClr val="bg1"/>
                </a:solidFill>
                <a:effectLst/>
                <a:latin typeface="Versos Light" panose="020B0403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7º andar | Vila Olímpia</a:t>
            </a:r>
          </a:p>
          <a:p>
            <a:pPr algn="r"/>
            <a:r>
              <a:rPr lang="it-IT" sz="1400" kern="0">
                <a:solidFill>
                  <a:schemeClr val="bg1"/>
                </a:solidFill>
                <a:effectLst/>
                <a:latin typeface="Versos Light" panose="020B0403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ZIP Code 04538-132 | São Paulo</a:t>
            </a:r>
          </a:p>
          <a:p>
            <a:pPr algn="r"/>
            <a:endParaRPr lang="it-IT" sz="1400">
              <a:solidFill>
                <a:schemeClr val="bg1"/>
              </a:solidFill>
              <a:latin typeface="Versos Light" panose="020B0403020204030204" pitchFamily="34" charset="0"/>
              <a:cs typeface="Times New Roman" panose="02020603050405020304" pitchFamily="18" charset="0"/>
            </a:endParaRPr>
          </a:p>
          <a:p>
            <a:pPr algn="r"/>
            <a:r>
              <a:rPr lang="it-IT" sz="1400" b="0">
                <a:solidFill>
                  <a:schemeClr val="bg1"/>
                </a:solidFill>
                <a:latin typeface="+mn-lt"/>
                <a:cs typeface="Times New Roman" panose="02020603050405020304" pitchFamily="18" charset="0"/>
              </a:rPr>
              <a:t>www.tivio.com</a:t>
            </a:r>
            <a:endParaRPr lang="pt-BR" sz="1400" b="0">
              <a:solidFill>
                <a:schemeClr val="bg1"/>
              </a:solidFill>
              <a:latin typeface="+mn-lt"/>
            </a:endParaRP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1A330FC6-53B2-4C95-7A0F-A920F3013C49}"/>
              </a:ext>
            </a:extLst>
          </p:cNvPr>
          <p:cNvGrpSpPr/>
          <p:nvPr userDrawn="1"/>
        </p:nvGrpSpPr>
        <p:grpSpPr>
          <a:xfrm>
            <a:off x="-7705924" y="882316"/>
            <a:ext cx="19934609" cy="6204031"/>
            <a:chOff x="-62630" y="3261055"/>
            <a:chExt cx="12291315" cy="3825292"/>
          </a:xfrm>
        </p:grpSpPr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BBF3B65E-8CAD-31B1-6F90-86F99F800687}"/>
                </a:ext>
              </a:extLst>
            </p:cNvPr>
            <p:cNvSpPr/>
            <p:nvPr userDrawn="1"/>
          </p:nvSpPr>
          <p:spPr>
            <a:xfrm flipV="1">
              <a:off x="-62630" y="5210522"/>
              <a:ext cx="12254630" cy="200722"/>
            </a:xfrm>
            <a:custGeom>
              <a:avLst/>
              <a:gdLst>
                <a:gd name="connsiteX0" fmla="*/ 0 w 12225403"/>
                <a:gd name="connsiteY0" fmla="*/ 0 h 0"/>
                <a:gd name="connsiteX1" fmla="*/ 12225403 w 12225403"/>
                <a:gd name="connsiteY1" fmla="*/ 0 h 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225403">
                  <a:moveTo>
                    <a:pt x="0" y="0"/>
                  </a:moveTo>
                  <a:lnTo>
                    <a:pt x="12225403" y="0"/>
                  </a:lnTo>
                </a:path>
              </a:pathLst>
            </a:custGeom>
            <a:noFill/>
            <a:ln w="19050">
              <a:solidFill>
                <a:schemeClr val="accent2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 sz="849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087CECC5-0785-0E7C-A4CB-3D289F54A871}"/>
                </a:ext>
              </a:extLst>
            </p:cNvPr>
            <p:cNvSpPr/>
            <p:nvPr userDrawn="1"/>
          </p:nvSpPr>
          <p:spPr>
            <a:xfrm>
              <a:off x="7240261" y="3261055"/>
              <a:ext cx="4988424" cy="3825292"/>
            </a:xfrm>
            <a:custGeom>
              <a:avLst/>
              <a:gdLst>
                <a:gd name="connsiteX0" fmla="*/ 0 w 5087815"/>
                <a:gd name="connsiteY0" fmla="*/ 3845169 h 3845169"/>
                <a:gd name="connsiteX1" fmla="*/ 5087815 w 5087815"/>
                <a:gd name="connsiteY1" fmla="*/ 0 h 3845169"/>
                <a:gd name="connsiteX0" fmla="*/ 0 w 5048059"/>
                <a:gd name="connsiteY0" fmla="*/ 3954500 h 3954500"/>
                <a:gd name="connsiteX1" fmla="*/ 5048059 w 5048059"/>
                <a:gd name="connsiteY1" fmla="*/ 0 h 3954500"/>
                <a:gd name="connsiteX0" fmla="*/ 0 w 5048059"/>
                <a:gd name="connsiteY0" fmla="*/ 3954500 h 3954500"/>
                <a:gd name="connsiteX1" fmla="*/ 5048059 w 5048059"/>
                <a:gd name="connsiteY1" fmla="*/ 0 h 3954500"/>
                <a:gd name="connsiteX0" fmla="*/ 0 w 4988424"/>
                <a:gd name="connsiteY0" fmla="*/ 3835231 h 3835231"/>
                <a:gd name="connsiteX1" fmla="*/ 4988424 w 4988424"/>
                <a:gd name="connsiteY1" fmla="*/ 0 h 3835231"/>
                <a:gd name="connsiteX0" fmla="*/ 0 w 4988424"/>
                <a:gd name="connsiteY0" fmla="*/ 3835231 h 3835231"/>
                <a:gd name="connsiteX1" fmla="*/ 4988424 w 4988424"/>
                <a:gd name="connsiteY1" fmla="*/ 0 h 3835231"/>
                <a:gd name="connsiteX0" fmla="*/ 0 w 4988424"/>
                <a:gd name="connsiteY0" fmla="*/ 3835231 h 3835231"/>
                <a:gd name="connsiteX1" fmla="*/ 4988424 w 4988424"/>
                <a:gd name="connsiteY1" fmla="*/ 0 h 3835231"/>
                <a:gd name="connsiteX0" fmla="*/ 0 w 4988424"/>
                <a:gd name="connsiteY0" fmla="*/ 3825292 h 3825292"/>
                <a:gd name="connsiteX1" fmla="*/ 4988424 w 4988424"/>
                <a:gd name="connsiteY1" fmla="*/ 0 h 3825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88424" h="3825292">
                  <a:moveTo>
                    <a:pt x="0" y="3825292"/>
                  </a:moveTo>
                  <a:cubicBezTo>
                    <a:pt x="1384087" y="1839675"/>
                    <a:pt x="2310976" y="251621"/>
                    <a:pt x="4988424" y="0"/>
                  </a:cubicBezTo>
                </a:path>
              </a:pathLst>
            </a:custGeom>
            <a:noFill/>
            <a:ln w="19050">
              <a:solidFill>
                <a:schemeClr val="accent2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 sz="849"/>
            </a:p>
          </p:txBody>
        </p:sp>
      </p:grpSp>
      <p:sp>
        <p:nvSpPr>
          <p:cNvPr id="10" name="object 5"/>
          <p:cNvSpPr/>
          <p:nvPr userDrawn="1"/>
        </p:nvSpPr>
        <p:spPr>
          <a:xfrm>
            <a:off x="757218" y="3474647"/>
            <a:ext cx="1501480" cy="509684"/>
          </a:xfrm>
          <a:custGeom>
            <a:avLst/>
            <a:gdLst/>
            <a:ahLst/>
            <a:cxnLst/>
            <a:rect l="l" t="t" r="r" b="b"/>
            <a:pathLst>
              <a:path w="4495165" h="1525904">
                <a:moveTo>
                  <a:pt x="549605" y="149009"/>
                </a:moveTo>
                <a:lnTo>
                  <a:pt x="502272" y="93929"/>
                </a:lnTo>
                <a:lnTo>
                  <a:pt x="463880" y="62522"/>
                </a:lnTo>
                <a:lnTo>
                  <a:pt x="421525" y="37515"/>
                </a:lnTo>
                <a:lnTo>
                  <a:pt x="375894" y="19253"/>
                </a:lnTo>
                <a:lnTo>
                  <a:pt x="327634" y="8051"/>
                </a:lnTo>
                <a:lnTo>
                  <a:pt x="277444" y="4241"/>
                </a:lnTo>
                <a:lnTo>
                  <a:pt x="0" y="4241"/>
                </a:lnTo>
                <a:lnTo>
                  <a:pt x="0" y="149009"/>
                </a:lnTo>
                <a:lnTo>
                  <a:pt x="549605" y="149009"/>
                </a:lnTo>
                <a:close/>
              </a:path>
              <a:path w="4495165" h="1525904">
                <a:moveTo>
                  <a:pt x="630440" y="613206"/>
                </a:moveTo>
                <a:lnTo>
                  <a:pt x="626249" y="610260"/>
                </a:lnTo>
                <a:lnTo>
                  <a:pt x="626249" y="359600"/>
                </a:lnTo>
                <a:lnTo>
                  <a:pt x="621880" y="305828"/>
                </a:lnTo>
                <a:lnTo>
                  <a:pt x="608939" y="254203"/>
                </a:lnTo>
                <a:lnTo>
                  <a:pt x="587654" y="205422"/>
                </a:lnTo>
                <a:lnTo>
                  <a:pt x="558253" y="160185"/>
                </a:lnTo>
                <a:lnTo>
                  <a:pt x="549617" y="149009"/>
                </a:lnTo>
                <a:lnTo>
                  <a:pt x="511581" y="205422"/>
                </a:lnTo>
                <a:lnTo>
                  <a:pt x="490296" y="254203"/>
                </a:lnTo>
                <a:lnTo>
                  <a:pt x="477342" y="305828"/>
                </a:lnTo>
                <a:lnTo>
                  <a:pt x="472973" y="359600"/>
                </a:lnTo>
                <a:lnTo>
                  <a:pt x="472859" y="937183"/>
                </a:lnTo>
                <a:lnTo>
                  <a:pt x="472973" y="948131"/>
                </a:lnTo>
                <a:lnTo>
                  <a:pt x="626389" y="948131"/>
                </a:lnTo>
                <a:lnTo>
                  <a:pt x="626249" y="619315"/>
                </a:lnTo>
                <a:lnTo>
                  <a:pt x="630440" y="613206"/>
                </a:lnTo>
                <a:close/>
              </a:path>
              <a:path w="4495165" h="1525904">
                <a:moveTo>
                  <a:pt x="1099248" y="4241"/>
                </a:moveTo>
                <a:lnTo>
                  <a:pt x="821817" y="4241"/>
                </a:lnTo>
                <a:lnTo>
                  <a:pt x="771613" y="8051"/>
                </a:lnTo>
                <a:lnTo>
                  <a:pt x="723353" y="19253"/>
                </a:lnTo>
                <a:lnTo>
                  <a:pt x="677710" y="37515"/>
                </a:lnTo>
                <a:lnTo>
                  <a:pt x="635355" y="62522"/>
                </a:lnTo>
                <a:lnTo>
                  <a:pt x="596963" y="93929"/>
                </a:lnTo>
                <a:lnTo>
                  <a:pt x="563206" y="131406"/>
                </a:lnTo>
                <a:lnTo>
                  <a:pt x="549630" y="149009"/>
                </a:lnTo>
                <a:lnTo>
                  <a:pt x="1099248" y="149009"/>
                </a:lnTo>
                <a:lnTo>
                  <a:pt x="1099248" y="4241"/>
                </a:lnTo>
                <a:close/>
              </a:path>
              <a:path w="4495165" h="1525904">
                <a:moveTo>
                  <a:pt x="1472869" y="12420"/>
                </a:moveTo>
                <a:lnTo>
                  <a:pt x="1323860" y="12420"/>
                </a:lnTo>
                <a:lnTo>
                  <a:pt x="1323860" y="966152"/>
                </a:lnTo>
                <a:lnTo>
                  <a:pt x="1472869" y="966152"/>
                </a:lnTo>
                <a:lnTo>
                  <a:pt x="1472869" y="12420"/>
                </a:lnTo>
                <a:close/>
              </a:path>
              <a:path w="4495165" h="1525904">
                <a:moveTo>
                  <a:pt x="1628749" y="1277899"/>
                </a:moveTo>
                <a:lnTo>
                  <a:pt x="1610728" y="1227213"/>
                </a:lnTo>
                <a:lnTo>
                  <a:pt x="1577505" y="1188466"/>
                </a:lnTo>
                <a:lnTo>
                  <a:pt x="1531823" y="1163904"/>
                </a:lnTo>
                <a:lnTo>
                  <a:pt x="1476400" y="1155725"/>
                </a:lnTo>
                <a:lnTo>
                  <a:pt x="1451190" y="1157160"/>
                </a:lnTo>
                <a:lnTo>
                  <a:pt x="1405432" y="1168730"/>
                </a:lnTo>
                <a:lnTo>
                  <a:pt x="1366278" y="1191602"/>
                </a:lnTo>
                <a:lnTo>
                  <a:pt x="1335862" y="1224229"/>
                </a:lnTo>
                <a:lnTo>
                  <a:pt x="1314729" y="1265936"/>
                </a:lnTo>
                <a:lnTo>
                  <a:pt x="1304061" y="1314284"/>
                </a:lnTo>
                <a:lnTo>
                  <a:pt x="1302727" y="1340802"/>
                </a:lnTo>
                <a:lnTo>
                  <a:pt x="1304061" y="1367536"/>
                </a:lnTo>
                <a:lnTo>
                  <a:pt x="1314729" y="1416011"/>
                </a:lnTo>
                <a:lnTo>
                  <a:pt x="1335862" y="1457528"/>
                </a:lnTo>
                <a:lnTo>
                  <a:pt x="1366278" y="1490027"/>
                </a:lnTo>
                <a:lnTo>
                  <a:pt x="1405432" y="1512874"/>
                </a:lnTo>
                <a:lnTo>
                  <a:pt x="1451190" y="1524444"/>
                </a:lnTo>
                <a:lnTo>
                  <a:pt x="1476400" y="1525879"/>
                </a:lnTo>
                <a:lnTo>
                  <a:pt x="1505534" y="1523834"/>
                </a:lnTo>
                <a:lnTo>
                  <a:pt x="1556080" y="1507464"/>
                </a:lnTo>
                <a:lnTo>
                  <a:pt x="1595793" y="1475270"/>
                </a:lnTo>
                <a:lnTo>
                  <a:pt x="1621142" y="1430566"/>
                </a:lnTo>
                <a:lnTo>
                  <a:pt x="1582991" y="1403718"/>
                </a:lnTo>
                <a:lnTo>
                  <a:pt x="1576679" y="1421866"/>
                </a:lnTo>
                <a:lnTo>
                  <a:pt x="1568157" y="1437843"/>
                </a:lnTo>
                <a:lnTo>
                  <a:pt x="1529600" y="1472450"/>
                </a:lnTo>
                <a:lnTo>
                  <a:pt x="1474330" y="1484312"/>
                </a:lnTo>
                <a:lnTo>
                  <a:pt x="1456156" y="1483182"/>
                </a:lnTo>
                <a:lnTo>
                  <a:pt x="1408290" y="1466113"/>
                </a:lnTo>
                <a:lnTo>
                  <a:pt x="1372857" y="1430629"/>
                </a:lnTo>
                <a:lnTo>
                  <a:pt x="1352854" y="1380197"/>
                </a:lnTo>
                <a:lnTo>
                  <a:pt x="1349019" y="1340802"/>
                </a:lnTo>
                <a:lnTo>
                  <a:pt x="1349984" y="1320342"/>
                </a:lnTo>
                <a:lnTo>
                  <a:pt x="1364361" y="1266202"/>
                </a:lnTo>
                <a:lnTo>
                  <a:pt x="1394828" y="1225511"/>
                </a:lnTo>
                <a:lnTo>
                  <a:pt x="1439100" y="1201864"/>
                </a:lnTo>
                <a:lnTo>
                  <a:pt x="1474330" y="1197305"/>
                </a:lnTo>
                <a:lnTo>
                  <a:pt x="1494332" y="1198638"/>
                </a:lnTo>
                <a:lnTo>
                  <a:pt x="1544777" y="1218641"/>
                </a:lnTo>
                <a:lnTo>
                  <a:pt x="1577378" y="1259967"/>
                </a:lnTo>
                <a:lnTo>
                  <a:pt x="1583512" y="1277899"/>
                </a:lnTo>
                <a:lnTo>
                  <a:pt x="1628749" y="1277899"/>
                </a:lnTo>
                <a:close/>
              </a:path>
              <a:path w="4495165" h="1525904">
                <a:moveTo>
                  <a:pt x="2171014" y="1522780"/>
                </a:moveTo>
                <a:lnTo>
                  <a:pt x="2133663" y="1424520"/>
                </a:lnTo>
                <a:lnTo>
                  <a:pt x="2118055" y="1383449"/>
                </a:lnTo>
                <a:lnTo>
                  <a:pt x="2070646" y="1258697"/>
                </a:lnTo>
                <a:lnTo>
                  <a:pt x="2070646" y="1383449"/>
                </a:lnTo>
                <a:lnTo>
                  <a:pt x="1939112" y="1383449"/>
                </a:lnTo>
                <a:lnTo>
                  <a:pt x="2004631" y="1208227"/>
                </a:lnTo>
                <a:lnTo>
                  <a:pt x="2070646" y="1383449"/>
                </a:lnTo>
                <a:lnTo>
                  <a:pt x="2070646" y="1258697"/>
                </a:lnTo>
                <a:lnTo>
                  <a:pt x="2051469" y="1208227"/>
                </a:lnTo>
                <a:lnTo>
                  <a:pt x="2032698" y="1158849"/>
                </a:lnTo>
                <a:lnTo>
                  <a:pt x="1979155" y="1158849"/>
                </a:lnTo>
                <a:lnTo>
                  <a:pt x="1840344" y="1522780"/>
                </a:lnTo>
                <a:lnTo>
                  <a:pt x="1887118" y="1522780"/>
                </a:lnTo>
                <a:lnTo>
                  <a:pt x="1925599" y="1424520"/>
                </a:lnTo>
                <a:lnTo>
                  <a:pt x="2084158" y="1424520"/>
                </a:lnTo>
                <a:lnTo>
                  <a:pt x="2122652" y="1522780"/>
                </a:lnTo>
                <a:lnTo>
                  <a:pt x="2171014" y="1522780"/>
                </a:lnTo>
                <a:close/>
              </a:path>
              <a:path w="4495165" h="1525904">
                <a:moveTo>
                  <a:pt x="2247239" y="966165"/>
                </a:moveTo>
                <a:lnTo>
                  <a:pt x="1863674" y="12433"/>
                </a:lnTo>
                <a:lnTo>
                  <a:pt x="1691932" y="12433"/>
                </a:lnTo>
                <a:lnTo>
                  <a:pt x="2035683" y="832091"/>
                </a:lnTo>
                <a:lnTo>
                  <a:pt x="2059952" y="874915"/>
                </a:lnTo>
                <a:lnTo>
                  <a:pt x="2093137" y="910628"/>
                </a:lnTo>
                <a:lnTo>
                  <a:pt x="2133714" y="938288"/>
                </a:lnTo>
                <a:lnTo>
                  <a:pt x="2180196" y="956932"/>
                </a:lnTo>
                <a:lnTo>
                  <a:pt x="2231034" y="965619"/>
                </a:lnTo>
                <a:lnTo>
                  <a:pt x="2230818" y="966165"/>
                </a:lnTo>
                <a:lnTo>
                  <a:pt x="2247239" y="966165"/>
                </a:lnTo>
                <a:close/>
              </a:path>
              <a:path w="4495165" h="1525904">
                <a:moveTo>
                  <a:pt x="2670111" y="1270609"/>
                </a:moveTo>
                <a:lnTo>
                  <a:pt x="2661780" y="1224749"/>
                </a:lnTo>
                <a:lnTo>
                  <a:pt x="2647569" y="1200429"/>
                </a:lnTo>
                <a:lnTo>
                  <a:pt x="2647086" y="1199718"/>
                </a:lnTo>
                <a:lnTo>
                  <a:pt x="2637282" y="1189253"/>
                </a:lnTo>
                <a:lnTo>
                  <a:pt x="2625902" y="1180223"/>
                </a:lnTo>
                <a:lnTo>
                  <a:pt x="2623832" y="1179017"/>
                </a:lnTo>
                <a:lnTo>
                  <a:pt x="2623832" y="1270609"/>
                </a:lnTo>
                <a:lnTo>
                  <a:pt x="2622499" y="1285925"/>
                </a:lnTo>
                <a:lnTo>
                  <a:pt x="2602534" y="1322095"/>
                </a:lnTo>
                <a:lnTo>
                  <a:pt x="2562352" y="1340129"/>
                </a:lnTo>
                <a:lnTo>
                  <a:pt x="2545321" y="1341323"/>
                </a:lnTo>
                <a:lnTo>
                  <a:pt x="2454859" y="1341323"/>
                </a:lnTo>
                <a:lnTo>
                  <a:pt x="2454859" y="1200429"/>
                </a:lnTo>
                <a:lnTo>
                  <a:pt x="2545842" y="1200429"/>
                </a:lnTo>
                <a:lnTo>
                  <a:pt x="2591320" y="1211110"/>
                </a:lnTo>
                <a:lnTo>
                  <a:pt x="2618575" y="1241704"/>
                </a:lnTo>
                <a:lnTo>
                  <a:pt x="2623832" y="1270609"/>
                </a:lnTo>
                <a:lnTo>
                  <a:pt x="2623832" y="1179017"/>
                </a:lnTo>
                <a:lnTo>
                  <a:pt x="2583281" y="1162278"/>
                </a:lnTo>
                <a:lnTo>
                  <a:pt x="2549487" y="1158824"/>
                </a:lnTo>
                <a:lnTo>
                  <a:pt x="2409634" y="1158824"/>
                </a:lnTo>
                <a:lnTo>
                  <a:pt x="2409634" y="1522780"/>
                </a:lnTo>
                <a:lnTo>
                  <a:pt x="2454859" y="1522780"/>
                </a:lnTo>
                <a:lnTo>
                  <a:pt x="2454859" y="1382915"/>
                </a:lnTo>
                <a:lnTo>
                  <a:pt x="2549487" y="1382915"/>
                </a:lnTo>
                <a:lnTo>
                  <a:pt x="2598470" y="1375168"/>
                </a:lnTo>
                <a:lnTo>
                  <a:pt x="2636901" y="1352448"/>
                </a:lnTo>
                <a:lnTo>
                  <a:pt x="2647124" y="1341323"/>
                </a:lnTo>
                <a:lnTo>
                  <a:pt x="2655036" y="1329893"/>
                </a:lnTo>
                <a:lnTo>
                  <a:pt x="2661628" y="1316634"/>
                </a:lnTo>
                <a:lnTo>
                  <a:pt x="2666339" y="1302346"/>
                </a:lnTo>
                <a:lnTo>
                  <a:pt x="2669171" y="1287005"/>
                </a:lnTo>
                <a:lnTo>
                  <a:pt x="2670111" y="1270609"/>
                </a:lnTo>
                <a:close/>
              </a:path>
              <a:path w="4495165" h="1525904">
                <a:moveTo>
                  <a:pt x="2802534" y="12433"/>
                </a:moveTo>
                <a:lnTo>
                  <a:pt x="2630805" y="12433"/>
                </a:lnTo>
                <a:lnTo>
                  <a:pt x="2247239" y="966165"/>
                </a:lnTo>
                <a:lnTo>
                  <a:pt x="2263660" y="966165"/>
                </a:lnTo>
                <a:lnTo>
                  <a:pt x="2263432" y="965619"/>
                </a:lnTo>
                <a:lnTo>
                  <a:pt x="2314283" y="956932"/>
                </a:lnTo>
                <a:lnTo>
                  <a:pt x="2360752" y="938288"/>
                </a:lnTo>
                <a:lnTo>
                  <a:pt x="2401341" y="910628"/>
                </a:lnTo>
                <a:lnTo>
                  <a:pt x="2434526" y="874915"/>
                </a:lnTo>
                <a:lnTo>
                  <a:pt x="2458796" y="832091"/>
                </a:lnTo>
                <a:lnTo>
                  <a:pt x="2802534" y="12433"/>
                </a:lnTo>
                <a:close/>
              </a:path>
              <a:path w="4495165" h="1525904">
                <a:moveTo>
                  <a:pt x="2961271" y="1158836"/>
                </a:moveTo>
                <a:lnTo>
                  <a:pt x="2916047" y="1158836"/>
                </a:lnTo>
                <a:lnTo>
                  <a:pt x="2916047" y="1522780"/>
                </a:lnTo>
                <a:lnTo>
                  <a:pt x="2961271" y="1522780"/>
                </a:lnTo>
                <a:lnTo>
                  <a:pt x="2961271" y="1158836"/>
                </a:lnTo>
                <a:close/>
              </a:path>
              <a:path w="4495165" h="1525904">
                <a:moveTo>
                  <a:pt x="3170644" y="12420"/>
                </a:moveTo>
                <a:lnTo>
                  <a:pt x="3021622" y="12420"/>
                </a:lnTo>
                <a:lnTo>
                  <a:pt x="3021622" y="966152"/>
                </a:lnTo>
                <a:lnTo>
                  <a:pt x="3170644" y="966152"/>
                </a:lnTo>
                <a:lnTo>
                  <a:pt x="3170644" y="12420"/>
                </a:lnTo>
                <a:close/>
              </a:path>
              <a:path w="4495165" h="1525904">
                <a:moveTo>
                  <a:pt x="3488461" y="1158836"/>
                </a:moveTo>
                <a:lnTo>
                  <a:pt x="3207194" y="1158836"/>
                </a:lnTo>
                <a:lnTo>
                  <a:pt x="3207194" y="1200746"/>
                </a:lnTo>
                <a:lnTo>
                  <a:pt x="3325203" y="1200746"/>
                </a:lnTo>
                <a:lnTo>
                  <a:pt x="3325203" y="1523326"/>
                </a:lnTo>
                <a:lnTo>
                  <a:pt x="3370453" y="1523326"/>
                </a:lnTo>
                <a:lnTo>
                  <a:pt x="3370453" y="1200746"/>
                </a:lnTo>
                <a:lnTo>
                  <a:pt x="3488461" y="1200746"/>
                </a:lnTo>
                <a:lnTo>
                  <a:pt x="3488461" y="1158836"/>
                </a:lnTo>
                <a:close/>
              </a:path>
              <a:path w="4495165" h="1525904">
                <a:moveTo>
                  <a:pt x="3983431" y="1522780"/>
                </a:moveTo>
                <a:lnTo>
                  <a:pt x="3946093" y="1424520"/>
                </a:lnTo>
                <a:lnTo>
                  <a:pt x="3930485" y="1383449"/>
                </a:lnTo>
                <a:lnTo>
                  <a:pt x="3883075" y="1258697"/>
                </a:lnTo>
                <a:lnTo>
                  <a:pt x="3883075" y="1383449"/>
                </a:lnTo>
                <a:lnTo>
                  <a:pt x="3751542" y="1383449"/>
                </a:lnTo>
                <a:lnTo>
                  <a:pt x="3817048" y="1208227"/>
                </a:lnTo>
                <a:lnTo>
                  <a:pt x="3883075" y="1383449"/>
                </a:lnTo>
                <a:lnTo>
                  <a:pt x="3883075" y="1258697"/>
                </a:lnTo>
                <a:lnTo>
                  <a:pt x="3863898" y="1208227"/>
                </a:lnTo>
                <a:lnTo>
                  <a:pt x="3845128" y="1158849"/>
                </a:lnTo>
                <a:lnTo>
                  <a:pt x="3791572" y="1158849"/>
                </a:lnTo>
                <a:lnTo>
                  <a:pt x="3652761" y="1522780"/>
                </a:lnTo>
                <a:lnTo>
                  <a:pt x="3699548" y="1522780"/>
                </a:lnTo>
                <a:lnTo>
                  <a:pt x="3738029" y="1424520"/>
                </a:lnTo>
                <a:lnTo>
                  <a:pt x="3896588" y="1424520"/>
                </a:lnTo>
                <a:lnTo>
                  <a:pt x="3935069" y="1522780"/>
                </a:lnTo>
                <a:lnTo>
                  <a:pt x="3983431" y="1522780"/>
                </a:lnTo>
                <a:close/>
              </a:path>
              <a:path w="4495165" h="1525904">
                <a:moveTo>
                  <a:pt x="4433138" y="1480870"/>
                </a:moveTo>
                <a:lnTo>
                  <a:pt x="4267276" y="1480870"/>
                </a:lnTo>
                <a:lnTo>
                  <a:pt x="4267276" y="1158290"/>
                </a:lnTo>
                <a:lnTo>
                  <a:pt x="4222051" y="1158290"/>
                </a:lnTo>
                <a:lnTo>
                  <a:pt x="4222051" y="1480870"/>
                </a:lnTo>
                <a:lnTo>
                  <a:pt x="4222051" y="1522780"/>
                </a:lnTo>
                <a:lnTo>
                  <a:pt x="4433138" y="1522780"/>
                </a:lnTo>
                <a:lnTo>
                  <a:pt x="4433138" y="1480870"/>
                </a:lnTo>
                <a:close/>
              </a:path>
              <a:path w="4495165" h="1525904">
                <a:moveTo>
                  <a:pt x="4494847" y="489292"/>
                </a:moveTo>
                <a:lnTo>
                  <a:pt x="4492307" y="437197"/>
                </a:lnTo>
                <a:lnTo>
                  <a:pt x="4484738" y="386778"/>
                </a:lnTo>
                <a:lnTo>
                  <a:pt x="4472267" y="338289"/>
                </a:lnTo>
                <a:lnTo>
                  <a:pt x="4455020" y="292011"/>
                </a:lnTo>
                <a:lnTo>
                  <a:pt x="4433113" y="248221"/>
                </a:lnTo>
                <a:lnTo>
                  <a:pt x="4406671" y="207187"/>
                </a:lnTo>
                <a:lnTo>
                  <a:pt x="4375797" y="169176"/>
                </a:lnTo>
                <a:lnTo>
                  <a:pt x="4357306" y="150926"/>
                </a:lnTo>
                <a:lnTo>
                  <a:pt x="4341698" y="135521"/>
                </a:lnTo>
                <a:lnTo>
                  <a:pt x="4341698" y="489292"/>
                </a:lnTo>
                <a:lnTo>
                  <a:pt x="4338663" y="537616"/>
                </a:lnTo>
                <a:lnTo>
                  <a:pt x="4329646" y="583184"/>
                </a:lnTo>
                <a:lnTo>
                  <a:pt x="4314761" y="625754"/>
                </a:lnTo>
                <a:lnTo>
                  <a:pt x="4294111" y="665073"/>
                </a:lnTo>
                <a:lnTo>
                  <a:pt x="4267809" y="700887"/>
                </a:lnTo>
                <a:lnTo>
                  <a:pt x="4235958" y="732955"/>
                </a:lnTo>
                <a:lnTo>
                  <a:pt x="4197947" y="761492"/>
                </a:lnTo>
                <a:lnTo>
                  <a:pt x="4155338" y="785063"/>
                </a:lnTo>
                <a:lnTo>
                  <a:pt x="4108437" y="803567"/>
                </a:lnTo>
                <a:lnTo>
                  <a:pt x="4057561" y="816902"/>
                </a:lnTo>
                <a:lnTo>
                  <a:pt x="4002989" y="824979"/>
                </a:lnTo>
                <a:lnTo>
                  <a:pt x="3945039" y="827697"/>
                </a:lnTo>
                <a:lnTo>
                  <a:pt x="3887089" y="824979"/>
                </a:lnTo>
                <a:lnTo>
                  <a:pt x="3832517" y="816902"/>
                </a:lnTo>
                <a:lnTo>
                  <a:pt x="3781628" y="803567"/>
                </a:lnTo>
                <a:lnTo>
                  <a:pt x="3734739" y="785063"/>
                </a:lnTo>
                <a:lnTo>
                  <a:pt x="3692131" y="761492"/>
                </a:lnTo>
                <a:lnTo>
                  <a:pt x="3654120" y="732955"/>
                </a:lnTo>
                <a:lnTo>
                  <a:pt x="3622268" y="700887"/>
                </a:lnTo>
                <a:lnTo>
                  <a:pt x="3595967" y="665073"/>
                </a:lnTo>
                <a:lnTo>
                  <a:pt x="3575316" y="625754"/>
                </a:lnTo>
                <a:lnTo>
                  <a:pt x="3560432" y="583184"/>
                </a:lnTo>
                <a:lnTo>
                  <a:pt x="3551415" y="537616"/>
                </a:lnTo>
                <a:lnTo>
                  <a:pt x="3548392" y="489292"/>
                </a:lnTo>
                <a:lnTo>
                  <a:pt x="3551415" y="440994"/>
                </a:lnTo>
                <a:lnTo>
                  <a:pt x="3560432" y="395427"/>
                </a:lnTo>
                <a:lnTo>
                  <a:pt x="3575316" y="352856"/>
                </a:lnTo>
                <a:lnTo>
                  <a:pt x="3595967" y="313537"/>
                </a:lnTo>
                <a:lnTo>
                  <a:pt x="3622268" y="277723"/>
                </a:lnTo>
                <a:lnTo>
                  <a:pt x="3654120" y="245668"/>
                </a:lnTo>
                <a:lnTo>
                  <a:pt x="3692131" y="217131"/>
                </a:lnTo>
                <a:lnTo>
                  <a:pt x="3734739" y="193573"/>
                </a:lnTo>
                <a:lnTo>
                  <a:pt x="3781628" y="175069"/>
                </a:lnTo>
                <a:lnTo>
                  <a:pt x="3832517" y="161721"/>
                </a:lnTo>
                <a:lnTo>
                  <a:pt x="3887089" y="153644"/>
                </a:lnTo>
                <a:lnTo>
                  <a:pt x="3945039" y="150926"/>
                </a:lnTo>
                <a:lnTo>
                  <a:pt x="4002989" y="153644"/>
                </a:lnTo>
                <a:lnTo>
                  <a:pt x="4057561" y="161721"/>
                </a:lnTo>
                <a:lnTo>
                  <a:pt x="4108437" y="175069"/>
                </a:lnTo>
                <a:lnTo>
                  <a:pt x="4155338" y="193573"/>
                </a:lnTo>
                <a:lnTo>
                  <a:pt x="4197947" y="217131"/>
                </a:lnTo>
                <a:lnTo>
                  <a:pt x="4235958" y="245668"/>
                </a:lnTo>
                <a:lnTo>
                  <a:pt x="4267809" y="277723"/>
                </a:lnTo>
                <a:lnTo>
                  <a:pt x="4294111" y="313537"/>
                </a:lnTo>
                <a:lnTo>
                  <a:pt x="4314761" y="352856"/>
                </a:lnTo>
                <a:lnTo>
                  <a:pt x="4329646" y="395427"/>
                </a:lnTo>
                <a:lnTo>
                  <a:pt x="4338663" y="440994"/>
                </a:lnTo>
                <a:lnTo>
                  <a:pt x="4341698" y="489292"/>
                </a:lnTo>
                <a:lnTo>
                  <a:pt x="4341698" y="135521"/>
                </a:lnTo>
                <a:lnTo>
                  <a:pt x="4306087" y="106692"/>
                </a:lnTo>
                <a:lnTo>
                  <a:pt x="4268914" y="82029"/>
                </a:lnTo>
                <a:lnTo>
                  <a:pt x="4229214" y="60515"/>
                </a:lnTo>
                <a:lnTo>
                  <a:pt x="4187126" y="42202"/>
                </a:lnTo>
                <a:lnTo>
                  <a:pt x="4142765" y="27127"/>
                </a:lnTo>
                <a:lnTo>
                  <a:pt x="4096258" y="15316"/>
                </a:lnTo>
                <a:lnTo>
                  <a:pt x="4047718" y="6832"/>
                </a:lnTo>
                <a:lnTo>
                  <a:pt x="3997274" y="1714"/>
                </a:lnTo>
                <a:lnTo>
                  <a:pt x="3945039" y="0"/>
                </a:lnTo>
                <a:lnTo>
                  <a:pt x="3892804" y="1714"/>
                </a:lnTo>
                <a:lnTo>
                  <a:pt x="3842359" y="6832"/>
                </a:lnTo>
                <a:lnTo>
                  <a:pt x="3793820" y="15316"/>
                </a:lnTo>
                <a:lnTo>
                  <a:pt x="3747312" y="27127"/>
                </a:lnTo>
                <a:lnTo>
                  <a:pt x="3702951" y="42202"/>
                </a:lnTo>
                <a:lnTo>
                  <a:pt x="3660864" y="60515"/>
                </a:lnTo>
                <a:lnTo>
                  <a:pt x="3621176" y="82029"/>
                </a:lnTo>
                <a:lnTo>
                  <a:pt x="3583990" y="106692"/>
                </a:lnTo>
                <a:lnTo>
                  <a:pt x="3549459" y="134467"/>
                </a:lnTo>
                <a:lnTo>
                  <a:pt x="3514280" y="169176"/>
                </a:lnTo>
                <a:lnTo>
                  <a:pt x="3483406" y="207187"/>
                </a:lnTo>
                <a:lnTo>
                  <a:pt x="3456952" y="248221"/>
                </a:lnTo>
                <a:lnTo>
                  <a:pt x="3435058" y="292011"/>
                </a:lnTo>
                <a:lnTo>
                  <a:pt x="3417811" y="338289"/>
                </a:lnTo>
                <a:lnTo>
                  <a:pt x="3405352" y="386778"/>
                </a:lnTo>
                <a:lnTo>
                  <a:pt x="3397783" y="437197"/>
                </a:lnTo>
                <a:lnTo>
                  <a:pt x="3395243" y="489292"/>
                </a:lnTo>
                <a:lnTo>
                  <a:pt x="3397783" y="541401"/>
                </a:lnTo>
                <a:lnTo>
                  <a:pt x="3405352" y="591832"/>
                </a:lnTo>
                <a:lnTo>
                  <a:pt x="3417811" y="640334"/>
                </a:lnTo>
                <a:lnTo>
                  <a:pt x="3435058" y="686600"/>
                </a:lnTo>
                <a:lnTo>
                  <a:pt x="3456952" y="730389"/>
                </a:lnTo>
                <a:lnTo>
                  <a:pt x="3483406" y="771423"/>
                </a:lnTo>
                <a:lnTo>
                  <a:pt x="3514280" y="809434"/>
                </a:lnTo>
                <a:lnTo>
                  <a:pt x="3549459" y="844130"/>
                </a:lnTo>
                <a:lnTo>
                  <a:pt x="3583990" y="871918"/>
                </a:lnTo>
                <a:lnTo>
                  <a:pt x="3621176" y="896594"/>
                </a:lnTo>
                <a:lnTo>
                  <a:pt x="3660864" y="918108"/>
                </a:lnTo>
                <a:lnTo>
                  <a:pt x="3702951" y="936421"/>
                </a:lnTo>
                <a:lnTo>
                  <a:pt x="3747312" y="951496"/>
                </a:lnTo>
                <a:lnTo>
                  <a:pt x="3793820" y="963295"/>
                </a:lnTo>
                <a:lnTo>
                  <a:pt x="3842359" y="971778"/>
                </a:lnTo>
                <a:lnTo>
                  <a:pt x="3892804" y="976896"/>
                </a:lnTo>
                <a:lnTo>
                  <a:pt x="3945039" y="978611"/>
                </a:lnTo>
                <a:lnTo>
                  <a:pt x="3997274" y="976896"/>
                </a:lnTo>
                <a:lnTo>
                  <a:pt x="4047718" y="971778"/>
                </a:lnTo>
                <a:lnTo>
                  <a:pt x="4096258" y="963295"/>
                </a:lnTo>
                <a:lnTo>
                  <a:pt x="4142765" y="951496"/>
                </a:lnTo>
                <a:lnTo>
                  <a:pt x="4187126" y="936421"/>
                </a:lnTo>
                <a:lnTo>
                  <a:pt x="4229214" y="918108"/>
                </a:lnTo>
                <a:lnTo>
                  <a:pt x="4268914" y="896594"/>
                </a:lnTo>
                <a:lnTo>
                  <a:pt x="4306087" y="871918"/>
                </a:lnTo>
                <a:lnTo>
                  <a:pt x="4340631" y="844130"/>
                </a:lnTo>
                <a:lnTo>
                  <a:pt x="4375797" y="809434"/>
                </a:lnTo>
                <a:lnTo>
                  <a:pt x="4406671" y="771423"/>
                </a:lnTo>
                <a:lnTo>
                  <a:pt x="4433113" y="730389"/>
                </a:lnTo>
                <a:lnTo>
                  <a:pt x="4455020" y="686600"/>
                </a:lnTo>
                <a:lnTo>
                  <a:pt x="4472267" y="640334"/>
                </a:lnTo>
                <a:lnTo>
                  <a:pt x="4484738" y="591832"/>
                </a:lnTo>
                <a:lnTo>
                  <a:pt x="4492307" y="541401"/>
                </a:lnTo>
                <a:lnTo>
                  <a:pt x="4494847" y="489292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 lIns="0" tIns="0" rIns="0" bIns="0" rtlCol="0"/>
          <a:lstStyle/>
          <a:p>
            <a:pPr defTabSz="554492"/>
            <a:endParaRPr sz="1092" kern="0">
              <a:solidFill>
                <a:sysClr val="windowText" lastClr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6726272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Capa 01 - Foto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7">
            <a:extLst>
              <a:ext uri="{FF2B5EF4-FFF2-40B4-BE49-F238E27FC236}">
                <a16:creationId xmlns:a16="http://schemas.microsoft.com/office/drawing/2014/main" id="{A68C5C04-9F9C-AD5B-8544-86BD159ED555}"/>
              </a:ext>
            </a:extLst>
          </p:cNvPr>
          <p:cNvSpPr>
            <a:spLocks noGrp="1"/>
          </p:cNvSpPr>
          <p:nvPr>
            <p:ph type="pic" sz="quarter" idx="27"/>
          </p:nvPr>
        </p:nvSpPr>
        <p:spPr>
          <a:xfrm>
            <a:off x="0" y="0"/>
            <a:ext cx="12192000" cy="6858000"/>
          </a:xfrm>
          <a:prstGeom prst="rect">
            <a:avLst/>
          </a:prstGeom>
        </p:spPr>
        <p:txBody>
          <a:bodyPr lIns="0" tIns="0" rIns="0" bIns="972000" anchor="ctr" anchorCtr="0">
            <a:noAutofit/>
          </a:bodyPr>
          <a:lstStyle>
            <a:lvl1pPr algn="ctr">
              <a:defRPr sz="2400">
                <a:solidFill>
                  <a:schemeClr val="bg2">
                    <a:lumMod val="90000"/>
                  </a:schemeClr>
                </a:solidFill>
              </a:defRPr>
            </a:lvl1pPr>
          </a:lstStyle>
          <a:p>
            <a:endParaRPr lang="pt-BR"/>
          </a:p>
        </p:txBody>
      </p:sp>
      <p:sp>
        <p:nvSpPr>
          <p:cNvPr id="13" name="Text Placeholder 3">
            <a:extLst>
              <a:ext uri="{FF2B5EF4-FFF2-40B4-BE49-F238E27FC236}">
                <a16:creationId xmlns:a16="http://schemas.microsoft.com/office/drawing/2014/main" id="{AAA4D9F5-240A-9CC5-1EF0-9AAA83CC6908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07988" y="1113017"/>
            <a:ext cx="4233853" cy="1046440"/>
          </a:xfrm>
          <a:prstGeom prst="rect">
            <a:avLst/>
          </a:prstGeom>
          <a:noFill/>
        </p:spPr>
        <p:txBody>
          <a:bodyPr lIns="0" tIns="0" rIns="0" bIns="0" anchor="b" anchorCtr="0"/>
          <a:lstStyle>
            <a:lvl1pPr marL="0" indent="0">
              <a:buNone/>
              <a:defRPr sz="3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</a:lstStyle>
          <a:p>
            <a:pPr lvl="0"/>
            <a:r>
              <a:rPr lang="en-US" err="1"/>
              <a:t>Título</a:t>
            </a:r>
            <a:r>
              <a:rPr lang="en-US"/>
              <a:t> Template</a:t>
            </a:r>
          </a:p>
          <a:p>
            <a:pPr lvl="0"/>
            <a:r>
              <a:rPr lang="en-US" err="1"/>
              <a:t>Padrão</a:t>
            </a:r>
            <a:r>
              <a:rPr lang="en-US"/>
              <a:t> </a:t>
            </a:r>
            <a:r>
              <a:rPr lang="en-US" err="1"/>
              <a:t>Exemplo</a:t>
            </a:r>
            <a:endParaRPr lang="en-US"/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73AE31B1-0E8A-430C-61E0-A4A65D4D936A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07988" y="2159779"/>
            <a:ext cx="4233853" cy="307777"/>
          </a:xfrm>
          <a:prstGeom prst="rect">
            <a:avLst/>
          </a:prstGeom>
        </p:spPr>
        <p:txBody>
          <a:bodyPr lIns="0" tIns="0" rIns="0" bIns="0"/>
          <a:lstStyle>
            <a:lvl1pPr>
              <a:defRPr lang="en-US" sz="2000" b="1" i="0" u="none" strike="noStrike" kern="1200" cap="none" dirty="0" smtClean="0">
                <a:solidFill>
                  <a:schemeClr val="bg1"/>
                </a:solidFill>
                <a:latin typeface="Versos"/>
                <a:ea typeface="+mj-ea"/>
                <a:cs typeface="+mj-cs"/>
                <a:sym typeface="Arial"/>
              </a:defRPr>
            </a:lvl1pPr>
            <a:lvl2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2pPr>
            <a:lvl3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3pPr>
            <a:lvl4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4pPr>
            <a:lvl5pPr>
              <a:defRPr lang="pt-BR" sz="2000" b="1" i="0" u="none" strike="noStrike" kern="1200" cap="none" dirty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pt-BR" sz="2000" b="1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</a:rPr>
              <a:t>FIC FIM EXEMPLO</a:t>
            </a:r>
            <a:endParaRPr lang="pt-BR"/>
          </a:p>
        </p:txBody>
      </p:sp>
      <p:sp>
        <p:nvSpPr>
          <p:cNvPr id="2" name="Text Placeholder 20">
            <a:extLst>
              <a:ext uri="{FF2B5EF4-FFF2-40B4-BE49-F238E27FC236}">
                <a16:creationId xmlns:a16="http://schemas.microsoft.com/office/drawing/2014/main" id="{595D97E3-B378-E7B0-4A76-391C0989E8B6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9410331" y="6296541"/>
            <a:ext cx="2364803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r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Data</a:t>
            </a:r>
          </a:p>
        </p:txBody>
      </p:sp>
      <p:sp>
        <p:nvSpPr>
          <p:cNvPr id="4" name="Text Placeholder 41">
            <a:extLst>
              <a:ext uri="{FF2B5EF4-FFF2-40B4-BE49-F238E27FC236}">
                <a16:creationId xmlns:a16="http://schemas.microsoft.com/office/drawing/2014/main" id="{7E424369-4F91-BA78-D59E-F025384664D4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9410330" y="6089649"/>
            <a:ext cx="2364803" cy="184666"/>
          </a:xfrm>
          <a:prstGeom prst="rect">
            <a:avLst/>
          </a:prstGeom>
        </p:spPr>
        <p:txBody>
          <a:bodyPr lIns="0" tIns="0" rIns="0" bIns="0"/>
          <a:lstStyle>
            <a:lvl1pPr marL="0" marR="3081" algn="r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</a:t>
            </a:r>
            <a:endParaRPr lang="pt-BR"/>
          </a:p>
        </p:txBody>
      </p:sp>
      <p:sp>
        <p:nvSpPr>
          <p:cNvPr id="8" name="Text Placeholder 17">
            <a:extLst>
              <a:ext uri="{FF2B5EF4-FFF2-40B4-BE49-F238E27FC236}">
                <a16:creationId xmlns:a16="http://schemas.microsoft.com/office/drawing/2014/main" id="{D0E34669-E9A0-3031-84E9-7C3208F4EB66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07988" y="5927209"/>
            <a:ext cx="6115360" cy="553998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TIVIO </a:t>
            </a:r>
            <a:b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</a:b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CRÉDITO </a:t>
            </a:r>
            <a:b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</a:b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ESTRUTURADO</a:t>
            </a:r>
          </a:p>
        </p:txBody>
      </p:sp>
    </p:spTree>
    <p:extLst>
      <p:ext uri="{BB962C8B-B14F-4D97-AF65-F5344CB8AC3E}">
        <p14:creationId xmlns:p14="http://schemas.microsoft.com/office/powerpoint/2010/main" val="109991671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257">
          <p15:clr>
            <a:srgbClr val="FBAE40"/>
          </p15:clr>
        </p15:guide>
        <p15:guide id="2" pos="7423">
          <p15:clr>
            <a:srgbClr val="FBAE40"/>
          </p15:clr>
        </p15:guide>
        <p15:guide id="3" orient="horz" pos="4088">
          <p15:clr>
            <a:srgbClr val="FBAE40"/>
          </p15:clr>
        </p15:guide>
        <p15:guide id="4" orient="horz" pos="3725">
          <p15:clr>
            <a:srgbClr val="FBAE40"/>
          </p15:clr>
        </p15:guide>
        <p15:guide id="5" orient="horz" pos="255">
          <p15:clr>
            <a:srgbClr val="FBAE40"/>
          </p15:clr>
        </p15:guide>
      </p15:sldGuideLst>
    </p:ext>
  </p:extLst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Capa 01 - Offwhite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8">
            <a:extLst>
              <a:ext uri="{FF2B5EF4-FFF2-40B4-BE49-F238E27FC236}">
                <a16:creationId xmlns:a16="http://schemas.microsoft.com/office/drawing/2014/main" id="{17364209-1E38-0B40-9231-C88F3267BC2A}"/>
              </a:ext>
            </a:extLst>
          </p:cNvPr>
          <p:cNvPicPr>
            <a:picLocks noChangeAspect="1"/>
          </p:cNvPicPr>
          <p:nvPr/>
        </p:nvPicPr>
        <p:blipFill rotWithShape="1">
          <a:blip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 l="-8117" t="-23966" r="-8117" b="-23966"/>
          <a:stretch/>
        </p:blipFill>
        <p:spPr>
          <a:xfrm>
            <a:off x="10183916" y="304605"/>
            <a:ext cx="1715687" cy="742966"/>
          </a:xfrm>
          <a:prstGeom prst="rect">
            <a:avLst/>
          </a:prstGeom>
        </p:spPr>
      </p:pic>
      <p:sp>
        <p:nvSpPr>
          <p:cNvPr id="13" name="Text Placeholder 3">
            <a:extLst>
              <a:ext uri="{FF2B5EF4-FFF2-40B4-BE49-F238E27FC236}">
                <a16:creationId xmlns:a16="http://schemas.microsoft.com/office/drawing/2014/main" id="{AAA4D9F5-240A-9CC5-1EF0-9AAA83CC6908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07988" y="1428927"/>
            <a:ext cx="8528622" cy="2783977"/>
          </a:xfrm>
          <a:prstGeom prst="rect">
            <a:avLst/>
          </a:prstGeom>
        </p:spPr>
        <p:txBody>
          <a:bodyPr lIns="0" tIns="0" rIns="0" bIns="0" anchor="b" anchorCtr="0"/>
          <a:lstStyle>
            <a:lvl1pPr marL="0" indent="0">
              <a:buNone/>
              <a:defRPr sz="3400">
                <a:solidFill>
                  <a:schemeClr val="tx1">
                    <a:lumMod val="85000"/>
                    <a:lumOff val="15000"/>
                  </a:schemeClr>
                </a:solidFill>
                <a:latin typeface="Versos Light" panose="020B0403020204030204" pitchFamily="34" charset="0"/>
              </a:defRPr>
            </a:lvl1pPr>
          </a:lstStyle>
          <a:p>
            <a:pPr lvl="0"/>
            <a:r>
              <a:rPr lang="en-US" err="1"/>
              <a:t>Título</a:t>
            </a:r>
            <a:r>
              <a:rPr lang="en-US"/>
              <a:t> Template</a:t>
            </a:r>
          </a:p>
          <a:p>
            <a:pPr lvl="0"/>
            <a:r>
              <a:rPr lang="en-US" err="1"/>
              <a:t>Padrão</a:t>
            </a:r>
            <a:r>
              <a:rPr lang="en-US"/>
              <a:t> </a:t>
            </a:r>
            <a:r>
              <a:rPr lang="en-US" err="1"/>
              <a:t>Exemplo</a:t>
            </a:r>
            <a:endParaRPr lang="en-US"/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73AE31B1-0E8A-430C-61E0-A4A65D4D936A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07988" y="4213226"/>
            <a:ext cx="8528622" cy="997297"/>
          </a:xfrm>
          <a:prstGeom prst="rect">
            <a:avLst/>
          </a:prstGeom>
        </p:spPr>
        <p:txBody>
          <a:bodyPr lIns="0" tIns="0" rIns="0" bIns="0"/>
          <a:lstStyle>
            <a:lvl1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1pPr>
            <a:lvl2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2pPr>
            <a:lvl3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3pPr>
            <a:lvl4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4pPr>
            <a:lvl5pPr>
              <a:defRPr lang="pt-BR" sz="2000" b="1" i="0" u="none" strike="noStrike" kern="1200" cap="none" dirty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pt-BR" sz="2000" b="1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</a:rPr>
              <a:t>FIC FIM EXEMPLO</a:t>
            </a:r>
            <a:endParaRPr lang="pt-BR"/>
          </a:p>
        </p:txBody>
      </p:sp>
      <p:sp>
        <p:nvSpPr>
          <p:cNvPr id="30" name="Text Placeholder 20">
            <a:extLst>
              <a:ext uri="{FF2B5EF4-FFF2-40B4-BE49-F238E27FC236}">
                <a16:creationId xmlns:a16="http://schemas.microsoft.com/office/drawing/2014/main" id="{934DB4E9-86EE-19B2-F28E-B6B39FA4B1F5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07989" y="6296541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32" name="Text Placeholder 20">
            <a:extLst>
              <a:ext uri="{FF2B5EF4-FFF2-40B4-BE49-F238E27FC236}">
                <a16:creationId xmlns:a16="http://schemas.microsoft.com/office/drawing/2014/main" id="{850383A8-9127-B34A-E6D1-F69E05D79895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2078072" y="6296541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34" name="Text Placeholder 20">
            <a:extLst>
              <a:ext uri="{FF2B5EF4-FFF2-40B4-BE49-F238E27FC236}">
                <a16:creationId xmlns:a16="http://schemas.microsoft.com/office/drawing/2014/main" id="{85F8F009-E0C0-389F-A62C-DC5687737A09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3747997" y="6296541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42" name="Text Placeholder 41">
            <a:extLst>
              <a:ext uri="{FF2B5EF4-FFF2-40B4-BE49-F238E27FC236}">
                <a16:creationId xmlns:a16="http://schemas.microsoft.com/office/drawing/2014/main" id="{140D0127-258A-5E7A-3C7D-AF1C84BD6CAD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407989" y="6089649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43" name="Text Placeholder 41">
            <a:extLst>
              <a:ext uri="{FF2B5EF4-FFF2-40B4-BE49-F238E27FC236}">
                <a16:creationId xmlns:a16="http://schemas.microsoft.com/office/drawing/2014/main" id="{A32E9CBC-834D-C50D-C2C9-565EFA05B776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078071" y="6089649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44" name="Text Placeholder 41">
            <a:extLst>
              <a:ext uri="{FF2B5EF4-FFF2-40B4-BE49-F238E27FC236}">
                <a16:creationId xmlns:a16="http://schemas.microsoft.com/office/drawing/2014/main" id="{1D22D663-9C6A-0A9C-E296-B8F5A8C94503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3747996" y="6089649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46" name="Text Placeholder 17">
            <a:extLst>
              <a:ext uri="{FF2B5EF4-FFF2-40B4-BE49-F238E27FC236}">
                <a16:creationId xmlns:a16="http://schemas.microsoft.com/office/drawing/2014/main" id="{48CDD840-EB84-76C6-6376-7AFDC5AF9416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07988" y="5776796"/>
            <a:ext cx="6115360" cy="200722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Área de atuação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C2935FC2-3F32-CBA6-4567-CD29DB2E616B}"/>
              </a:ext>
            </a:extLst>
          </p:cNvPr>
          <p:cNvGrpSpPr/>
          <p:nvPr/>
        </p:nvGrpSpPr>
        <p:grpSpPr>
          <a:xfrm>
            <a:off x="-62629" y="3261055"/>
            <a:ext cx="12291315" cy="3825292"/>
            <a:chOff x="-62630" y="3261055"/>
            <a:chExt cx="12291315" cy="3825292"/>
          </a:xfrm>
        </p:grpSpPr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8F58F887-7E41-5E66-1A5E-8F80DCB30644}"/>
                </a:ext>
              </a:extLst>
            </p:cNvPr>
            <p:cNvSpPr/>
            <p:nvPr/>
          </p:nvSpPr>
          <p:spPr>
            <a:xfrm flipV="1">
              <a:off x="-62630" y="5210522"/>
              <a:ext cx="12254630" cy="200722"/>
            </a:xfrm>
            <a:custGeom>
              <a:avLst/>
              <a:gdLst>
                <a:gd name="connsiteX0" fmla="*/ 0 w 12225403"/>
                <a:gd name="connsiteY0" fmla="*/ 0 h 0"/>
                <a:gd name="connsiteX1" fmla="*/ 12225403 w 12225403"/>
                <a:gd name="connsiteY1" fmla="*/ 0 h 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225403">
                  <a:moveTo>
                    <a:pt x="0" y="0"/>
                  </a:moveTo>
                  <a:lnTo>
                    <a:pt x="12225403" y="0"/>
                  </a:lnTo>
                </a:path>
              </a:pathLst>
            </a:custGeom>
            <a:noFill/>
            <a:ln w="19050">
              <a:solidFill>
                <a:schemeClr val="tx2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 sz="849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28079FF5-2532-84E1-7456-BB6FC72227D3}"/>
                </a:ext>
              </a:extLst>
            </p:cNvPr>
            <p:cNvSpPr/>
            <p:nvPr/>
          </p:nvSpPr>
          <p:spPr>
            <a:xfrm>
              <a:off x="7240261" y="3261055"/>
              <a:ext cx="4988424" cy="3825292"/>
            </a:xfrm>
            <a:custGeom>
              <a:avLst/>
              <a:gdLst>
                <a:gd name="connsiteX0" fmla="*/ 0 w 5087815"/>
                <a:gd name="connsiteY0" fmla="*/ 3845169 h 3845169"/>
                <a:gd name="connsiteX1" fmla="*/ 5087815 w 5087815"/>
                <a:gd name="connsiteY1" fmla="*/ 0 h 3845169"/>
                <a:gd name="connsiteX0" fmla="*/ 0 w 5048059"/>
                <a:gd name="connsiteY0" fmla="*/ 3954500 h 3954500"/>
                <a:gd name="connsiteX1" fmla="*/ 5048059 w 5048059"/>
                <a:gd name="connsiteY1" fmla="*/ 0 h 3954500"/>
                <a:gd name="connsiteX0" fmla="*/ 0 w 5048059"/>
                <a:gd name="connsiteY0" fmla="*/ 3954500 h 3954500"/>
                <a:gd name="connsiteX1" fmla="*/ 5048059 w 5048059"/>
                <a:gd name="connsiteY1" fmla="*/ 0 h 3954500"/>
                <a:gd name="connsiteX0" fmla="*/ 0 w 4988424"/>
                <a:gd name="connsiteY0" fmla="*/ 3835231 h 3835231"/>
                <a:gd name="connsiteX1" fmla="*/ 4988424 w 4988424"/>
                <a:gd name="connsiteY1" fmla="*/ 0 h 3835231"/>
                <a:gd name="connsiteX0" fmla="*/ 0 w 4988424"/>
                <a:gd name="connsiteY0" fmla="*/ 3835231 h 3835231"/>
                <a:gd name="connsiteX1" fmla="*/ 4988424 w 4988424"/>
                <a:gd name="connsiteY1" fmla="*/ 0 h 3835231"/>
                <a:gd name="connsiteX0" fmla="*/ 0 w 4988424"/>
                <a:gd name="connsiteY0" fmla="*/ 3835231 h 3835231"/>
                <a:gd name="connsiteX1" fmla="*/ 4988424 w 4988424"/>
                <a:gd name="connsiteY1" fmla="*/ 0 h 3835231"/>
                <a:gd name="connsiteX0" fmla="*/ 0 w 4988424"/>
                <a:gd name="connsiteY0" fmla="*/ 3825292 h 3825292"/>
                <a:gd name="connsiteX1" fmla="*/ 4988424 w 4988424"/>
                <a:gd name="connsiteY1" fmla="*/ 0 h 3825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88424" h="3825292">
                  <a:moveTo>
                    <a:pt x="0" y="3825292"/>
                  </a:moveTo>
                  <a:cubicBezTo>
                    <a:pt x="1384087" y="1839675"/>
                    <a:pt x="2310976" y="251621"/>
                    <a:pt x="4988424" y="0"/>
                  </a:cubicBezTo>
                </a:path>
              </a:pathLst>
            </a:custGeom>
            <a:noFill/>
            <a:ln w="19050">
              <a:solidFill>
                <a:schemeClr val="tx2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 sz="849"/>
            </a:p>
          </p:txBody>
        </p:sp>
      </p:grpSp>
      <p:sp>
        <p:nvSpPr>
          <p:cNvPr id="4" name="Text Placeholder 20">
            <a:extLst>
              <a:ext uri="{FF2B5EF4-FFF2-40B4-BE49-F238E27FC236}">
                <a16:creationId xmlns:a16="http://schemas.microsoft.com/office/drawing/2014/main" id="{BE0605A0-B5C6-7ACB-6BC0-473556C05E5A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8575831" y="6296541"/>
            <a:ext cx="3186900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r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Data</a:t>
            </a:r>
          </a:p>
        </p:txBody>
      </p:sp>
      <p:sp>
        <p:nvSpPr>
          <p:cNvPr id="5" name="Text Placeholder 41">
            <a:extLst>
              <a:ext uri="{FF2B5EF4-FFF2-40B4-BE49-F238E27FC236}">
                <a16:creationId xmlns:a16="http://schemas.microsoft.com/office/drawing/2014/main" id="{578E0E92-2BD9-4613-36C5-35EAB19449D5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8575831" y="6089649"/>
            <a:ext cx="3186900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r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164518679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156">
          <p15:clr>
            <a:srgbClr val="FBAE40"/>
          </p15:clr>
        </p15:guide>
        <p15:guide id="2" pos="4502">
          <p15:clr>
            <a:srgbClr val="FBAE40"/>
          </p15:clr>
        </p15:guide>
        <p15:guide id="3" orient="horz" pos="2479">
          <p15:clr>
            <a:srgbClr val="FBAE40"/>
          </p15:clr>
        </p15:guide>
        <p15:guide id="4" orient="horz" pos="2259">
          <p15:clr>
            <a:srgbClr val="FBAE40"/>
          </p15:clr>
        </p15:guide>
        <p15:guide id="5" orient="horz" pos="155">
          <p15:clr>
            <a:srgbClr val="FBAE40"/>
          </p15:clr>
        </p15:guide>
      </p15:sldGuideLst>
    </p:ext>
  </p:extLst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apa 01 - Escura">
    <p:bg>
      <p:bgPr>
        <a:gradFill>
          <a:gsLst>
            <a:gs pos="0">
              <a:schemeClr val="tx1">
                <a:lumMod val="95000"/>
                <a:lumOff val="5000"/>
              </a:schemeClr>
            </a:gs>
            <a:gs pos="100000">
              <a:schemeClr val="tx1">
                <a:lumMod val="85000"/>
                <a:lumOff val="15000"/>
              </a:schemeClr>
            </a:gs>
            <a:gs pos="49000">
              <a:schemeClr val="tx1">
                <a:lumMod val="95000"/>
                <a:lumOff val="5000"/>
              </a:schemeClr>
            </a:gs>
          </a:gsLst>
          <a:lin ang="4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8">
            <a:extLst>
              <a:ext uri="{FF2B5EF4-FFF2-40B4-BE49-F238E27FC236}">
                <a16:creationId xmlns:a16="http://schemas.microsoft.com/office/drawing/2014/main" id="{17364209-1E38-0B40-9231-C88F3267BC2A}"/>
              </a:ext>
            </a:extLst>
          </p:cNvPr>
          <p:cNvPicPr>
            <a:picLocks noChangeAspect="1"/>
          </p:cNvPicPr>
          <p:nvPr/>
        </p:nvPicPr>
        <p:blipFill rotWithShape="1">
          <a:blip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 l="-8117" t="-23966" r="-8117" b="-23966"/>
          <a:stretch/>
        </p:blipFill>
        <p:spPr>
          <a:xfrm>
            <a:off x="10183916" y="304605"/>
            <a:ext cx="1715687" cy="742966"/>
          </a:xfrm>
          <a:prstGeom prst="rect">
            <a:avLst/>
          </a:prstGeom>
        </p:spPr>
      </p:pic>
      <p:sp>
        <p:nvSpPr>
          <p:cNvPr id="13" name="Text Placeholder 3">
            <a:extLst>
              <a:ext uri="{FF2B5EF4-FFF2-40B4-BE49-F238E27FC236}">
                <a16:creationId xmlns:a16="http://schemas.microsoft.com/office/drawing/2014/main" id="{AAA4D9F5-240A-9CC5-1EF0-9AAA83CC6908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07988" y="1428927"/>
            <a:ext cx="8528622" cy="2783977"/>
          </a:xfrm>
          <a:prstGeom prst="rect">
            <a:avLst/>
          </a:prstGeom>
        </p:spPr>
        <p:txBody>
          <a:bodyPr lIns="0" tIns="0" rIns="0" bIns="0" anchor="b" anchorCtr="0"/>
          <a:lstStyle>
            <a:lvl1pPr marL="0" indent="0">
              <a:buNone/>
              <a:defRPr sz="3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</a:lstStyle>
          <a:p>
            <a:pPr lvl="0"/>
            <a:r>
              <a:rPr lang="en-US" err="1"/>
              <a:t>Título</a:t>
            </a:r>
            <a:r>
              <a:rPr lang="en-US"/>
              <a:t> Template</a:t>
            </a:r>
          </a:p>
          <a:p>
            <a:pPr lvl="0"/>
            <a:r>
              <a:rPr lang="en-US" err="1"/>
              <a:t>Padrão</a:t>
            </a:r>
            <a:r>
              <a:rPr lang="en-US"/>
              <a:t> </a:t>
            </a:r>
            <a:r>
              <a:rPr lang="en-US" err="1"/>
              <a:t>Exemplo</a:t>
            </a:r>
            <a:endParaRPr lang="en-US"/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73AE31B1-0E8A-430C-61E0-A4A65D4D936A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07988" y="4213226"/>
            <a:ext cx="8528622" cy="997297"/>
          </a:xfrm>
          <a:prstGeom prst="rect">
            <a:avLst/>
          </a:prstGeom>
        </p:spPr>
        <p:txBody>
          <a:bodyPr lIns="0" tIns="0" rIns="0" bIns="0"/>
          <a:lstStyle>
            <a:lvl1pPr>
              <a:defRPr lang="en-US" sz="2000" b="1" i="0" u="none" strike="noStrike" kern="1200" cap="none" dirty="0" smtClean="0">
                <a:solidFill>
                  <a:schemeClr val="accent2"/>
                </a:solidFill>
                <a:latin typeface="Versos"/>
                <a:ea typeface="+mj-ea"/>
                <a:cs typeface="+mj-cs"/>
                <a:sym typeface="Arial"/>
              </a:defRPr>
            </a:lvl1pPr>
            <a:lvl2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2pPr>
            <a:lvl3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3pPr>
            <a:lvl4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4pPr>
            <a:lvl5pPr>
              <a:defRPr lang="pt-BR" sz="2000" b="1" i="0" u="none" strike="noStrike" kern="1200" cap="none" dirty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pt-BR" sz="2000" b="1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</a:rPr>
              <a:t>FIC FIM EXEMPLO</a:t>
            </a:r>
            <a:endParaRPr lang="pt-BR"/>
          </a:p>
        </p:txBody>
      </p:sp>
      <p:sp>
        <p:nvSpPr>
          <p:cNvPr id="30" name="Text Placeholder 20">
            <a:extLst>
              <a:ext uri="{FF2B5EF4-FFF2-40B4-BE49-F238E27FC236}">
                <a16:creationId xmlns:a16="http://schemas.microsoft.com/office/drawing/2014/main" id="{934DB4E9-86EE-19B2-F28E-B6B39FA4B1F5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07989" y="6296541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32" name="Text Placeholder 20">
            <a:extLst>
              <a:ext uri="{FF2B5EF4-FFF2-40B4-BE49-F238E27FC236}">
                <a16:creationId xmlns:a16="http://schemas.microsoft.com/office/drawing/2014/main" id="{850383A8-9127-B34A-E6D1-F69E05D79895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2078072" y="6296541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34" name="Text Placeholder 20">
            <a:extLst>
              <a:ext uri="{FF2B5EF4-FFF2-40B4-BE49-F238E27FC236}">
                <a16:creationId xmlns:a16="http://schemas.microsoft.com/office/drawing/2014/main" id="{85F8F009-E0C0-389F-A62C-DC5687737A09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3747997" y="6296541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42" name="Text Placeholder 41">
            <a:extLst>
              <a:ext uri="{FF2B5EF4-FFF2-40B4-BE49-F238E27FC236}">
                <a16:creationId xmlns:a16="http://schemas.microsoft.com/office/drawing/2014/main" id="{140D0127-258A-5E7A-3C7D-AF1C84BD6CAD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407989" y="6089649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43" name="Text Placeholder 41">
            <a:extLst>
              <a:ext uri="{FF2B5EF4-FFF2-40B4-BE49-F238E27FC236}">
                <a16:creationId xmlns:a16="http://schemas.microsoft.com/office/drawing/2014/main" id="{A32E9CBC-834D-C50D-C2C9-565EFA05B776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078071" y="6089649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44" name="Text Placeholder 41">
            <a:extLst>
              <a:ext uri="{FF2B5EF4-FFF2-40B4-BE49-F238E27FC236}">
                <a16:creationId xmlns:a16="http://schemas.microsoft.com/office/drawing/2014/main" id="{1D22D663-9C6A-0A9C-E296-B8F5A8C94503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3747996" y="6089649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5" name="Text Placeholder 17">
            <a:extLst>
              <a:ext uri="{FF2B5EF4-FFF2-40B4-BE49-F238E27FC236}">
                <a16:creationId xmlns:a16="http://schemas.microsoft.com/office/drawing/2014/main" id="{3B41FADA-7416-6D91-985E-A81EE25A040F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07988" y="5776796"/>
            <a:ext cx="6115360" cy="200722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accent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Área de atuação</a:t>
            </a:r>
          </a:p>
        </p:txBody>
      </p:sp>
      <p:sp>
        <p:nvSpPr>
          <p:cNvPr id="7" name="Freeform: Shape 6">
            <a:extLst>
              <a:ext uri="{FF2B5EF4-FFF2-40B4-BE49-F238E27FC236}">
                <a16:creationId xmlns:a16="http://schemas.microsoft.com/office/drawing/2014/main" id="{6E98746F-93D0-516C-ECFF-DF28CB0B3CBB}"/>
              </a:ext>
            </a:extLst>
          </p:cNvPr>
          <p:cNvSpPr/>
          <p:nvPr/>
        </p:nvSpPr>
        <p:spPr>
          <a:xfrm flipV="1">
            <a:off x="-62630" y="5210522"/>
            <a:ext cx="12254630" cy="200722"/>
          </a:xfrm>
          <a:custGeom>
            <a:avLst/>
            <a:gdLst>
              <a:gd name="connsiteX0" fmla="*/ 0 w 12225403"/>
              <a:gd name="connsiteY0" fmla="*/ 0 h 0"/>
              <a:gd name="connsiteX1" fmla="*/ 12225403 w 12225403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2225403">
                <a:moveTo>
                  <a:pt x="0" y="0"/>
                </a:moveTo>
                <a:lnTo>
                  <a:pt x="12225403" y="0"/>
                </a:lnTo>
              </a:path>
            </a:pathLst>
          </a:custGeom>
          <a:noFill/>
          <a:ln w="19050"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sz="849"/>
          </a:p>
        </p:txBody>
      </p:sp>
      <p:sp>
        <p:nvSpPr>
          <p:cNvPr id="8" name="Freeform: Shape 7">
            <a:extLst>
              <a:ext uri="{FF2B5EF4-FFF2-40B4-BE49-F238E27FC236}">
                <a16:creationId xmlns:a16="http://schemas.microsoft.com/office/drawing/2014/main" id="{6E96A427-24E0-016B-D437-13FB1826003C}"/>
              </a:ext>
            </a:extLst>
          </p:cNvPr>
          <p:cNvSpPr/>
          <p:nvPr/>
        </p:nvSpPr>
        <p:spPr>
          <a:xfrm>
            <a:off x="7240261" y="3261055"/>
            <a:ext cx="4988424" cy="3825292"/>
          </a:xfrm>
          <a:custGeom>
            <a:avLst/>
            <a:gdLst>
              <a:gd name="connsiteX0" fmla="*/ 0 w 5087815"/>
              <a:gd name="connsiteY0" fmla="*/ 3845169 h 3845169"/>
              <a:gd name="connsiteX1" fmla="*/ 5087815 w 5087815"/>
              <a:gd name="connsiteY1" fmla="*/ 0 h 3845169"/>
              <a:gd name="connsiteX0" fmla="*/ 0 w 5048059"/>
              <a:gd name="connsiteY0" fmla="*/ 3954500 h 3954500"/>
              <a:gd name="connsiteX1" fmla="*/ 5048059 w 5048059"/>
              <a:gd name="connsiteY1" fmla="*/ 0 h 3954500"/>
              <a:gd name="connsiteX0" fmla="*/ 0 w 5048059"/>
              <a:gd name="connsiteY0" fmla="*/ 3954500 h 3954500"/>
              <a:gd name="connsiteX1" fmla="*/ 5048059 w 5048059"/>
              <a:gd name="connsiteY1" fmla="*/ 0 h 3954500"/>
              <a:gd name="connsiteX0" fmla="*/ 0 w 4988424"/>
              <a:gd name="connsiteY0" fmla="*/ 3835231 h 3835231"/>
              <a:gd name="connsiteX1" fmla="*/ 4988424 w 4988424"/>
              <a:gd name="connsiteY1" fmla="*/ 0 h 3835231"/>
              <a:gd name="connsiteX0" fmla="*/ 0 w 4988424"/>
              <a:gd name="connsiteY0" fmla="*/ 3835231 h 3835231"/>
              <a:gd name="connsiteX1" fmla="*/ 4988424 w 4988424"/>
              <a:gd name="connsiteY1" fmla="*/ 0 h 3835231"/>
              <a:gd name="connsiteX0" fmla="*/ 0 w 4988424"/>
              <a:gd name="connsiteY0" fmla="*/ 3835231 h 3835231"/>
              <a:gd name="connsiteX1" fmla="*/ 4988424 w 4988424"/>
              <a:gd name="connsiteY1" fmla="*/ 0 h 3835231"/>
              <a:gd name="connsiteX0" fmla="*/ 0 w 4988424"/>
              <a:gd name="connsiteY0" fmla="*/ 3825292 h 3825292"/>
              <a:gd name="connsiteX1" fmla="*/ 4988424 w 4988424"/>
              <a:gd name="connsiteY1" fmla="*/ 0 h 38252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988424" h="3825292">
                <a:moveTo>
                  <a:pt x="0" y="3825292"/>
                </a:moveTo>
                <a:cubicBezTo>
                  <a:pt x="1384087" y="1839675"/>
                  <a:pt x="2310976" y="251621"/>
                  <a:pt x="4988424" y="0"/>
                </a:cubicBezTo>
              </a:path>
            </a:pathLst>
          </a:custGeom>
          <a:noFill/>
          <a:ln w="19050"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sz="849"/>
          </a:p>
        </p:txBody>
      </p:sp>
      <p:sp>
        <p:nvSpPr>
          <p:cNvPr id="2" name="Text Placeholder 20">
            <a:extLst>
              <a:ext uri="{FF2B5EF4-FFF2-40B4-BE49-F238E27FC236}">
                <a16:creationId xmlns:a16="http://schemas.microsoft.com/office/drawing/2014/main" id="{24980C9D-4D41-B17A-8A67-22E43D7DF676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8575831" y="6296541"/>
            <a:ext cx="3186900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r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Data</a:t>
            </a:r>
          </a:p>
        </p:txBody>
      </p:sp>
      <p:sp>
        <p:nvSpPr>
          <p:cNvPr id="4" name="Text Placeholder 41">
            <a:extLst>
              <a:ext uri="{FF2B5EF4-FFF2-40B4-BE49-F238E27FC236}">
                <a16:creationId xmlns:a16="http://schemas.microsoft.com/office/drawing/2014/main" id="{04999D09-56F6-319B-CE2A-FDBF50EE0743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8575831" y="6089649"/>
            <a:ext cx="3186900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r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10995110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156">
          <p15:clr>
            <a:srgbClr val="FBAE40"/>
          </p15:clr>
        </p15:guide>
        <p15:guide id="2" pos="4502">
          <p15:clr>
            <a:srgbClr val="FBAE40"/>
          </p15:clr>
        </p15:guide>
        <p15:guide id="3" orient="horz" pos="2479">
          <p15:clr>
            <a:srgbClr val="FBAE40"/>
          </p15:clr>
        </p15:guide>
        <p15:guide id="4" orient="horz" pos="2259">
          <p15:clr>
            <a:srgbClr val="FBAE40"/>
          </p15:clr>
        </p15:guide>
        <p15:guide id="5" orient="horz" pos="155">
          <p15:clr>
            <a:srgbClr val="FBAE40"/>
          </p15:clr>
        </p15:guide>
      </p15:sldGuideLst>
    </p:ext>
  </p:extLst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apa 01 - Imagem">
    <p:bg>
      <p:bgPr>
        <a:gradFill>
          <a:gsLst>
            <a:gs pos="0">
              <a:schemeClr val="tx1">
                <a:lumMod val="95000"/>
                <a:lumOff val="5000"/>
              </a:schemeClr>
            </a:gs>
            <a:gs pos="100000">
              <a:schemeClr val="tx1">
                <a:lumMod val="85000"/>
                <a:lumOff val="15000"/>
              </a:schemeClr>
            </a:gs>
            <a:gs pos="49000">
              <a:schemeClr val="tx1">
                <a:lumMod val="95000"/>
                <a:lumOff val="5000"/>
              </a:schemeClr>
            </a:gs>
          </a:gsLst>
          <a:lin ang="4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>
            <a:extLst>
              <a:ext uri="{FF2B5EF4-FFF2-40B4-BE49-F238E27FC236}">
                <a16:creationId xmlns:a16="http://schemas.microsoft.com/office/drawing/2014/main" id="{6CE25AA9-5507-D7AE-7A0F-6F730AB9E7E0}"/>
              </a:ext>
            </a:extLst>
          </p:cNvPr>
          <p:cNvSpPr>
            <a:spLocks noGrp="1"/>
          </p:cNvSpPr>
          <p:nvPr>
            <p:ph type="pic" sz="quarter" idx="25"/>
          </p:nvPr>
        </p:nvSpPr>
        <p:spPr>
          <a:xfrm>
            <a:off x="0" y="0"/>
            <a:ext cx="12192000" cy="6858000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accent2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pt-BR"/>
          </a:p>
        </p:txBody>
      </p:sp>
      <p:sp>
        <p:nvSpPr>
          <p:cNvPr id="13" name="Text Placeholder 3">
            <a:extLst>
              <a:ext uri="{FF2B5EF4-FFF2-40B4-BE49-F238E27FC236}">
                <a16:creationId xmlns:a16="http://schemas.microsoft.com/office/drawing/2014/main" id="{AAA4D9F5-240A-9CC5-1EF0-9AAA83CC6908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07989" y="1428927"/>
            <a:ext cx="5331075" cy="2783977"/>
          </a:xfrm>
          <a:prstGeom prst="rect">
            <a:avLst/>
          </a:prstGeom>
        </p:spPr>
        <p:txBody>
          <a:bodyPr lIns="0" tIns="0" rIns="0" bIns="0" anchor="b" anchorCtr="0"/>
          <a:lstStyle>
            <a:lvl1pPr marL="0" indent="0">
              <a:buNone/>
              <a:defRPr sz="3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</a:lstStyle>
          <a:p>
            <a:pPr lvl="0"/>
            <a:r>
              <a:rPr lang="en-US" err="1"/>
              <a:t>Título</a:t>
            </a:r>
            <a:r>
              <a:rPr lang="en-US"/>
              <a:t> Template</a:t>
            </a:r>
          </a:p>
          <a:p>
            <a:pPr lvl="0"/>
            <a:r>
              <a:rPr lang="en-US" err="1"/>
              <a:t>Padrão</a:t>
            </a:r>
            <a:r>
              <a:rPr lang="en-US"/>
              <a:t> </a:t>
            </a:r>
            <a:r>
              <a:rPr lang="en-US" err="1"/>
              <a:t>Exemplo</a:t>
            </a:r>
            <a:endParaRPr lang="en-US"/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73AE31B1-0E8A-430C-61E0-A4A65D4D936A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07989" y="4213226"/>
            <a:ext cx="5331075" cy="997297"/>
          </a:xfrm>
          <a:prstGeom prst="rect">
            <a:avLst/>
          </a:prstGeom>
        </p:spPr>
        <p:txBody>
          <a:bodyPr lIns="0" tIns="0" rIns="0" bIns="0"/>
          <a:lstStyle>
            <a:lvl1pPr>
              <a:defRPr lang="en-US" sz="2000" b="1" i="0" u="none" strike="noStrike" kern="1200" cap="none" dirty="0" smtClean="0">
                <a:solidFill>
                  <a:schemeClr val="bg1"/>
                </a:solidFill>
                <a:latin typeface="Versos"/>
                <a:ea typeface="+mj-ea"/>
                <a:cs typeface="+mj-cs"/>
                <a:sym typeface="Arial"/>
              </a:defRPr>
            </a:lvl1pPr>
            <a:lvl2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2pPr>
            <a:lvl3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3pPr>
            <a:lvl4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4pPr>
            <a:lvl5pPr>
              <a:defRPr lang="pt-BR" sz="2000" b="1" i="0" u="none" strike="noStrike" kern="1200" cap="none" dirty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pt-BR" sz="2000" b="1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</a:rPr>
              <a:t>FIC FIM EXEMPLO</a:t>
            </a:r>
            <a:endParaRPr lang="pt-BR"/>
          </a:p>
        </p:txBody>
      </p:sp>
      <p:sp>
        <p:nvSpPr>
          <p:cNvPr id="30" name="Text Placeholder 20">
            <a:extLst>
              <a:ext uri="{FF2B5EF4-FFF2-40B4-BE49-F238E27FC236}">
                <a16:creationId xmlns:a16="http://schemas.microsoft.com/office/drawing/2014/main" id="{934DB4E9-86EE-19B2-F28E-B6B39FA4B1F5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07989" y="6296541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32" name="Text Placeholder 20">
            <a:extLst>
              <a:ext uri="{FF2B5EF4-FFF2-40B4-BE49-F238E27FC236}">
                <a16:creationId xmlns:a16="http://schemas.microsoft.com/office/drawing/2014/main" id="{850383A8-9127-B34A-E6D1-F69E05D79895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2078072" y="6296541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34" name="Text Placeholder 20">
            <a:extLst>
              <a:ext uri="{FF2B5EF4-FFF2-40B4-BE49-F238E27FC236}">
                <a16:creationId xmlns:a16="http://schemas.microsoft.com/office/drawing/2014/main" id="{85F8F009-E0C0-389F-A62C-DC5687737A09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3747997" y="6296541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42" name="Text Placeholder 41">
            <a:extLst>
              <a:ext uri="{FF2B5EF4-FFF2-40B4-BE49-F238E27FC236}">
                <a16:creationId xmlns:a16="http://schemas.microsoft.com/office/drawing/2014/main" id="{140D0127-258A-5E7A-3C7D-AF1C84BD6CAD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407989" y="6089649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43" name="Text Placeholder 41">
            <a:extLst>
              <a:ext uri="{FF2B5EF4-FFF2-40B4-BE49-F238E27FC236}">
                <a16:creationId xmlns:a16="http://schemas.microsoft.com/office/drawing/2014/main" id="{A32E9CBC-834D-C50D-C2C9-565EFA05B776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078071" y="6089649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44" name="Text Placeholder 41">
            <a:extLst>
              <a:ext uri="{FF2B5EF4-FFF2-40B4-BE49-F238E27FC236}">
                <a16:creationId xmlns:a16="http://schemas.microsoft.com/office/drawing/2014/main" id="{1D22D663-9C6A-0A9C-E296-B8F5A8C94503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3747996" y="6089649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12" name="Text Placeholder 17">
            <a:extLst>
              <a:ext uri="{FF2B5EF4-FFF2-40B4-BE49-F238E27FC236}">
                <a16:creationId xmlns:a16="http://schemas.microsoft.com/office/drawing/2014/main" id="{41C09ACC-02F6-3AD2-5D5C-3A3C21574A45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07988" y="5776796"/>
            <a:ext cx="6115360" cy="200722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Área de atuação</a:t>
            </a:r>
          </a:p>
        </p:txBody>
      </p:sp>
      <p:sp>
        <p:nvSpPr>
          <p:cNvPr id="2" name="Text Placeholder 20">
            <a:extLst>
              <a:ext uri="{FF2B5EF4-FFF2-40B4-BE49-F238E27FC236}">
                <a16:creationId xmlns:a16="http://schemas.microsoft.com/office/drawing/2014/main" id="{9B04EE8F-3EE7-08DA-E9BC-E70CF14BFD56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8575831" y="6296541"/>
            <a:ext cx="3186900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r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Data</a:t>
            </a:r>
          </a:p>
        </p:txBody>
      </p:sp>
      <p:sp>
        <p:nvSpPr>
          <p:cNvPr id="3" name="Text Placeholder 41">
            <a:extLst>
              <a:ext uri="{FF2B5EF4-FFF2-40B4-BE49-F238E27FC236}">
                <a16:creationId xmlns:a16="http://schemas.microsoft.com/office/drawing/2014/main" id="{05FE4C0A-8DA4-2E19-B615-8025ECABD753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8575831" y="6089649"/>
            <a:ext cx="3186900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r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69537040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156">
          <p15:clr>
            <a:srgbClr val="FBAE40"/>
          </p15:clr>
        </p15:guide>
        <p15:guide id="2" pos="4502">
          <p15:clr>
            <a:srgbClr val="FBAE40"/>
          </p15:clr>
        </p15:guide>
        <p15:guide id="3" orient="horz" pos="2479">
          <p15:clr>
            <a:srgbClr val="FBAE40"/>
          </p15:clr>
        </p15:guide>
        <p15:guide id="4" orient="horz" pos="2259">
          <p15:clr>
            <a:srgbClr val="FBAE40"/>
          </p15:clr>
        </p15:guide>
        <p15:guide id="5" orient="horz" pos="155">
          <p15:clr>
            <a:srgbClr val="FBAE40"/>
          </p15:clr>
        </p15:guide>
      </p15:sldGuideLst>
    </p:ext>
  </p:extLst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apa 03 - Offwhite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8">
            <a:extLst>
              <a:ext uri="{FF2B5EF4-FFF2-40B4-BE49-F238E27FC236}">
                <a16:creationId xmlns:a16="http://schemas.microsoft.com/office/drawing/2014/main" id="{2DEBEA0F-4E1B-9808-C99B-E41F9970CFF7}"/>
              </a:ext>
            </a:extLst>
          </p:cNvPr>
          <p:cNvPicPr>
            <a:picLocks noChangeAspect="1"/>
          </p:cNvPicPr>
          <p:nvPr/>
        </p:nvPicPr>
        <p:blipFill rotWithShape="1">
          <a:blip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 l="-8117" t="-23966" r="-8117" b="-23966"/>
          <a:stretch/>
        </p:blipFill>
        <p:spPr>
          <a:xfrm>
            <a:off x="738641" y="838926"/>
            <a:ext cx="1715687" cy="742966"/>
          </a:xfrm>
          <a:prstGeom prst="rect">
            <a:avLst/>
          </a:prstGeom>
        </p:spPr>
      </p:pic>
      <p:grpSp>
        <p:nvGrpSpPr>
          <p:cNvPr id="9" name="Group 8">
            <a:extLst>
              <a:ext uri="{FF2B5EF4-FFF2-40B4-BE49-F238E27FC236}">
                <a16:creationId xmlns:a16="http://schemas.microsoft.com/office/drawing/2014/main" id="{ECB6E0B1-6C5C-8EAA-A4FE-6874C89277DD}"/>
              </a:ext>
            </a:extLst>
          </p:cNvPr>
          <p:cNvGrpSpPr/>
          <p:nvPr/>
        </p:nvGrpSpPr>
        <p:grpSpPr>
          <a:xfrm flipH="1" flipV="1">
            <a:off x="-2245849" y="188827"/>
            <a:ext cx="16683698" cy="8435291"/>
            <a:chOff x="-4315054" y="3467120"/>
            <a:chExt cx="10395022" cy="5255732"/>
          </a:xfrm>
          <a:noFill/>
        </p:grpSpPr>
        <p:sp>
          <p:nvSpPr>
            <p:cNvPr id="10" name="Google Shape;164;p7">
              <a:extLst>
                <a:ext uri="{FF2B5EF4-FFF2-40B4-BE49-F238E27FC236}">
                  <a16:creationId xmlns:a16="http://schemas.microsoft.com/office/drawing/2014/main" id="{709557B1-E813-ED30-6E19-09CE53F83F05}"/>
                </a:ext>
              </a:extLst>
            </p:cNvPr>
            <p:cNvSpPr>
              <a:spLocks/>
            </p:cNvSpPr>
            <p:nvPr/>
          </p:nvSpPr>
          <p:spPr>
            <a:xfrm>
              <a:off x="-4315054" y="3579352"/>
              <a:ext cx="8001000" cy="5143500"/>
            </a:xfrm>
            <a:custGeom>
              <a:avLst/>
              <a:gdLst/>
              <a:ahLst/>
              <a:cxnLst/>
              <a:rect l="l" t="t" r="r" b="b"/>
              <a:pathLst>
                <a:path w="10668000" h="6858000" extrusionOk="0">
                  <a:moveTo>
                    <a:pt x="10668000" y="3048000"/>
                  </a:moveTo>
                  <a:lnTo>
                    <a:pt x="7620000" y="0"/>
                  </a:lnTo>
                  <a:lnTo>
                    <a:pt x="0" y="0"/>
                  </a:lnTo>
                  <a:lnTo>
                    <a:pt x="0" y="6858000"/>
                  </a:lnTo>
                  <a:lnTo>
                    <a:pt x="5275072" y="6858000"/>
                  </a:lnTo>
                  <a:cubicBezTo>
                    <a:pt x="6288596" y="6858000"/>
                    <a:pt x="7260590" y="6455410"/>
                    <a:pt x="7977251" y="5738686"/>
                  </a:cubicBezTo>
                  <a:lnTo>
                    <a:pt x="10667936" y="3048000"/>
                  </a:lnTo>
                  <a:close/>
                </a:path>
              </a:pathLst>
            </a:custGeom>
            <a:grpFill/>
            <a:ln w="19050">
              <a:solidFill>
                <a:schemeClr val="tx2"/>
              </a:solidFill>
            </a:ln>
          </p:spPr>
          <p:txBody>
            <a:bodyPr spcFirstLastPara="1" wrap="square" lIns="68569" tIns="34275" rIns="68569" bIns="34275" anchor="ctr" anchorCtr="0">
              <a:noAutofit/>
            </a:bodyPr>
            <a:lstStyle/>
            <a:p>
              <a:pPr marL="0" marR="0" lvl="0" indent="0" algn="l" defTabSz="68576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35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" name="Google Shape;163;p7">
              <a:extLst>
                <a:ext uri="{FF2B5EF4-FFF2-40B4-BE49-F238E27FC236}">
                  <a16:creationId xmlns:a16="http://schemas.microsoft.com/office/drawing/2014/main" id="{163B179E-000D-0A93-A099-1F2DD3405A63}"/>
                </a:ext>
              </a:extLst>
            </p:cNvPr>
            <p:cNvSpPr>
              <a:spLocks/>
            </p:cNvSpPr>
            <p:nvPr/>
          </p:nvSpPr>
          <p:spPr>
            <a:xfrm>
              <a:off x="3685946" y="3467120"/>
              <a:ext cx="2394022" cy="4788044"/>
            </a:xfrm>
            <a:custGeom>
              <a:avLst/>
              <a:gdLst/>
              <a:ahLst/>
              <a:cxnLst/>
              <a:rect l="l" t="t" r="r" b="b"/>
              <a:pathLst>
                <a:path w="1524000" h="3048000" extrusionOk="0">
                  <a:moveTo>
                    <a:pt x="1524000" y="0"/>
                  </a:moveTo>
                  <a:lnTo>
                    <a:pt x="0" y="1524000"/>
                  </a:lnTo>
                  <a:lnTo>
                    <a:pt x="1524000" y="3048000"/>
                  </a:lnTo>
                  <a:lnTo>
                    <a:pt x="1524000" y="0"/>
                  </a:lnTo>
                  <a:close/>
                </a:path>
              </a:pathLst>
            </a:custGeom>
            <a:grpFill/>
            <a:ln w="19050">
              <a:solidFill>
                <a:schemeClr val="tx2"/>
              </a:solidFill>
            </a:ln>
          </p:spPr>
          <p:txBody>
            <a:bodyPr spcFirstLastPara="1" wrap="square" lIns="68569" tIns="34275" rIns="68569" bIns="34275" anchor="ctr" anchorCtr="0">
              <a:noAutofit/>
            </a:bodyPr>
            <a:lstStyle/>
            <a:p>
              <a:pPr marL="0" marR="0" lvl="0" indent="0" algn="l" defTabSz="68576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35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sos" panose="020B0503020204030204" pitchFamily="34" charset="0"/>
                <a:cs typeface="Arial"/>
                <a:sym typeface="Arial"/>
              </a:endParaRPr>
            </a:p>
          </p:txBody>
        </p:sp>
      </p:grpSp>
      <p:sp>
        <p:nvSpPr>
          <p:cNvPr id="15" name="Text Placeholder 3">
            <a:extLst>
              <a:ext uri="{FF2B5EF4-FFF2-40B4-BE49-F238E27FC236}">
                <a16:creationId xmlns:a16="http://schemas.microsoft.com/office/drawing/2014/main" id="{EF6397ED-D608-A754-01E3-E54481735F28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025927" y="2279951"/>
            <a:ext cx="4167530" cy="2783977"/>
          </a:xfrm>
          <a:prstGeom prst="rect">
            <a:avLst/>
          </a:prstGeom>
        </p:spPr>
        <p:txBody>
          <a:bodyPr lIns="0" tIns="0" rIns="0" bIns="0" anchor="b" anchorCtr="0"/>
          <a:lstStyle>
            <a:lvl1pPr marL="0" indent="0">
              <a:buNone/>
              <a:defRPr sz="3400">
                <a:solidFill>
                  <a:schemeClr val="tx1">
                    <a:lumMod val="85000"/>
                    <a:lumOff val="15000"/>
                  </a:schemeClr>
                </a:solidFill>
                <a:latin typeface="Versos Light" panose="020B0403020204030204" pitchFamily="34" charset="0"/>
              </a:defRPr>
            </a:lvl1pPr>
          </a:lstStyle>
          <a:p>
            <a:pPr lvl="0"/>
            <a:r>
              <a:rPr lang="en-US" err="1"/>
              <a:t>Título</a:t>
            </a:r>
            <a:r>
              <a:rPr lang="en-US"/>
              <a:t> Template</a:t>
            </a:r>
          </a:p>
          <a:p>
            <a:pPr lvl="0"/>
            <a:r>
              <a:rPr lang="en-US" err="1"/>
              <a:t>Padrão</a:t>
            </a:r>
            <a:r>
              <a:rPr lang="en-US"/>
              <a:t> </a:t>
            </a:r>
            <a:r>
              <a:rPr lang="en-US" err="1"/>
              <a:t>Exemplo</a:t>
            </a:r>
            <a:endParaRPr lang="en-US"/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3544F462-C3D0-3A99-CE21-80388166CF9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3025927" y="5064251"/>
            <a:ext cx="4167530" cy="997297"/>
          </a:xfrm>
          <a:prstGeom prst="rect">
            <a:avLst/>
          </a:prstGeom>
        </p:spPr>
        <p:txBody>
          <a:bodyPr lIns="0" tIns="0" rIns="0" bIns="0"/>
          <a:lstStyle>
            <a:lvl1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1pPr>
            <a:lvl2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2pPr>
            <a:lvl3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3pPr>
            <a:lvl4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4pPr>
            <a:lvl5pPr>
              <a:defRPr lang="pt-BR" sz="2000" b="1" i="0" u="none" strike="noStrike" kern="1200" cap="none" dirty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pt-BR" sz="2000" b="1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</a:rPr>
              <a:t>FIC FIM EXEMPLO</a:t>
            </a:r>
            <a:endParaRPr lang="pt-BR"/>
          </a:p>
        </p:txBody>
      </p:sp>
      <p:sp>
        <p:nvSpPr>
          <p:cNvPr id="17" name="Text Placeholder 20">
            <a:extLst>
              <a:ext uri="{FF2B5EF4-FFF2-40B4-BE49-F238E27FC236}">
                <a16:creationId xmlns:a16="http://schemas.microsoft.com/office/drawing/2014/main" id="{BA5F3DEE-BFFD-4F51-8E6D-21F8F53938D2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778242" y="3832328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18" name="Text Placeholder 20">
            <a:extLst>
              <a:ext uri="{FF2B5EF4-FFF2-40B4-BE49-F238E27FC236}">
                <a16:creationId xmlns:a16="http://schemas.microsoft.com/office/drawing/2014/main" id="{72C5B231-DCCE-4C1F-607F-C0BF7E80DE1F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8778243" y="4336763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19" name="Text Placeholder 20">
            <a:extLst>
              <a:ext uri="{FF2B5EF4-FFF2-40B4-BE49-F238E27FC236}">
                <a16:creationId xmlns:a16="http://schemas.microsoft.com/office/drawing/2014/main" id="{0CE07D1D-E8D1-4A91-522C-CF94F53AF328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8778243" y="4836532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20" name="Text Placeholder 41">
            <a:extLst>
              <a:ext uri="{FF2B5EF4-FFF2-40B4-BE49-F238E27FC236}">
                <a16:creationId xmlns:a16="http://schemas.microsoft.com/office/drawing/2014/main" id="{E6FF7A22-891A-F86E-5FD7-CCADE47C44BC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8778242" y="3625436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1" name="Text Placeholder 41">
            <a:extLst>
              <a:ext uri="{FF2B5EF4-FFF2-40B4-BE49-F238E27FC236}">
                <a16:creationId xmlns:a16="http://schemas.microsoft.com/office/drawing/2014/main" id="{5739434A-89B9-197A-C954-C8C8400EA07B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8778242" y="4129871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2" name="Text Placeholder 41">
            <a:extLst>
              <a:ext uri="{FF2B5EF4-FFF2-40B4-BE49-F238E27FC236}">
                <a16:creationId xmlns:a16="http://schemas.microsoft.com/office/drawing/2014/main" id="{E86E28AF-5895-145B-3E48-B69C6E087D79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8778242" y="4629640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3" name="Text Placeholder 17">
            <a:extLst>
              <a:ext uri="{FF2B5EF4-FFF2-40B4-BE49-F238E27FC236}">
                <a16:creationId xmlns:a16="http://schemas.microsoft.com/office/drawing/2014/main" id="{AEF0A33D-9CDC-CEEC-25F1-D50C4A0AE0FB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78241" y="3328640"/>
            <a:ext cx="1773356" cy="200722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Área de atuação</a:t>
            </a:r>
          </a:p>
        </p:txBody>
      </p:sp>
      <p:sp>
        <p:nvSpPr>
          <p:cNvPr id="3" name="Text Placeholder 20">
            <a:extLst>
              <a:ext uri="{FF2B5EF4-FFF2-40B4-BE49-F238E27FC236}">
                <a16:creationId xmlns:a16="http://schemas.microsoft.com/office/drawing/2014/main" id="{1916A49C-2CB2-080D-9837-92DC89445CE7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8778242" y="5882922"/>
            <a:ext cx="3186900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L="0" marR="3081" lvl="0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Data</a:t>
            </a:r>
          </a:p>
        </p:txBody>
      </p:sp>
      <p:sp>
        <p:nvSpPr>
          <p:cNvPr id="4" name="Text Placeholder 41">
            <a:extLst>
              <a:ext uri="{FF2B5EF4-FFF2-40B4-BE49-F238E27FC236}">
                <a16:creationId xmlns:a16="http://schemas.microsoft.com/office/drawing/2014/main" id="{DE651AEE-6CAB-58D3-A876-CD9B9FA39B76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8778241" y="5676030"/>
            <a:ext cx="3186900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L="0" marR="3081" lvl="0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</a:pPr>
            <a:r>
              <a:rPr lang="en-US"/>
              <a:t>Nome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53444450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609">
          <p15:clr>
            <a:srgbClr val="FBAE40"/>
          </p15:clr>
        </p15:guide>
        <p15:guide id="2" pos="321">
          <p15:clr>
            <a:srgbClr val="FBAE40"/>
          </p15:clr>
        </p15:guide>
        <p15:guide id="3" pos="4034">
          <p15:clr>
            <a:srgbClr val="FBAE40"/>
          </p15:clr>
        </p15:guide>
        <p15:guide id="4" orient="horz" pos="1324">
          <p15:clr>
            <a:srgbClr val="FBAE40"/>
          </p15:clr>
        </p15:guide>
        <p15:guide id="5" orient="horz" pos="1901">
          <p15:clr>
            <a:srgbClr val="FBAE40"/>
          </p15:clr>
        </p15:guide>
        <p15:guide id="6" pos="898">
          <p15:clr>
            <a:srgbClr val="FBAE40"/>
          </p15:clr>
        </p15:guide>
      </p15:sldGuideLst>
    </p:ext>
  </p:extLst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apa 03 - Escura">
    <p:bg>
      <p:bgPr>
        <a:gradFill>
          <a:gsLst>
            <a:gs pos="0">
              <a:schemeClr val="tx1">
                <a:lumMod val="95000"/>
                <a:lumOff val="5000"/>
              </a:schemeClr>
            </a:gs>
            <a:gs pos="100000">
              <a:schemeClr val="tx1">
                <a:lumMod val="85000"/>
                <a:lumOff val="15000"/>
              </a:schemeClr>
            </a:gs>
            <a:gs pos="49000">
              <a:schemeClr val="tx1">
                <a:lumMod val="95000"/>
                <a:lumOff val="5000"/>
              </a:schemeClr>
            </a:gs>
          </a:gsLst>
          <a:lin ang="4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8">
            <a:extLst>
              <a:ext uri="{FF2B5EF4-FFF2-40B4-BE49-F238E27FC236}">
                <a16:creationId xmlns:a16="http://schemas.microsoft.com/office/drawing/2014/main" id="{2DEBEA0F-4E1B-9808-C99B-E41F9970CFF7}"/>
              </a:ext>
            </a:extLst>
          </p:cNvPr>
          <p:cNvPicPr>
            <a:picLocks noChangeAspect="1"/>
          </p:cNvPicPr>
          <p:nvPr/>
        </p:nvPicPr>
        <p:blipFill rotWithShape="1">
          <a:blip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 l="-8117" t="-23966" r="-8117" b="-23966"/>
          <a:stretch/>
        </p:blipFill>
        <p:spPr>
          <a:xfrm>
            <a:off x="738641" y="838926"/>
            <a:ext cx="1715687" cy="742966"/>
          </a:xfrm>
          <a:prstGeom prst="rect">
            <a:avLst/>
          </a:prstGeom>
        </p:spPr>
      </p:pic>
      <p:grpSp>
        <p:nvGrpSpPr>
          <p:cNvPr id="9" name="Group 8">
            <a:extLst>
              <a:ext uri="{FF2B5EF4-FFF2-40B4-BE49-F238E27FC236}">
                <a16:creationId xmlns:a16="http://schemas.microsoft.com/office/drawing/2014/main" id="{ECB6E0B1-6C5C-8EAA-A4FE-6874C89277DD}"/>
              </a:ext>
            </a:extLst>
          </p:cNvPr>
          <p:cNvGrpSpPr/>
          <p:nvPr/>
        </p:nvGrpSpPr>
        <p:grpSpPr>
          <a:xfrm flipH="1" flipV="1">
            <a:off x="-2245849" y="188827"/>
            <a:ext cx="16683698" cy="8435291"/>
            <a:chOff x="-4315054" y="3467120"/>
            <a:chExt cx="10395022" cy="5255732"/>
          </a:xfrm>
          <a:noFill/>
        </p:grpSpPr>
        <p:sp>
          <p:nvSpPr>
            <p:cNvPr id="10" name="Google Shape;164;p7">
              <a:extLst>
                <a:ext uri="{FF2B5EF4-FFF2-40B4-BE49-F238E27FC236}">
                  <a16:creationId xmlns:a16="http://schemas.microsoft.com/office/drawing/2014/main" id="{709557B1-E813-ED30-6E19-09CE53F83F05}"/>
                </a:ext>
              </a:extLst>
            </p:cNvPr>
            <p:cNvSpPr>
              <a:spLocks/>
            </p:cNvSpPr>
            <p:nvPr/>
          </p:nvSpPr>
          <p:spPr>
            <a:xfrm>
              <a:off x="-4315054" y="3579352"/>
              <a:ext cx="8001000" cy="5143500"/>
            </a:xfrm>
            <a:custGeom>
              <a:avLst/>
              <a:gdLst/>
              <a:ahLst/>
              <a:cxnLst/>
              <a:rect l="l" t="t" r="r" b="b"/>
              <a:pathLst>
                <a:path w="10668000" h="6858000" extrusionOk="0">
                  <a:moveTo>
                    <a:pt x="10668000" y="3048000"/>
                  </a:moveTo>
                  <a:lnTo>
                    <a:pt x="7620000" y="0"/>
                  </a:lnTo>
                  <a:lnTo>
                    <a:pt x="0" y="0"/>
                  </a:lnTo>
                  <a:lnTo>
                    <a:pt x="0" y="6858000"/>
                  </a:lnTo>
                  <a:lnTo>
                    <a:pt x="5275072" y="6858000"/>
                  </a:lnTo>
                  <a:cubicBezTo>
                    <a:pt x="6288596" y="6858000"/>
                    <a:pt x="7260590" y="6455410"/>
                    <a:pt x="7977251" y="5738686"/>
                  </a:cubicBezTo>
                  <a:lnTo>
                    <a:pt x="10667936" y="3048000"/>
                  </a:lnTo>
                  <a:close/>
                </a:path>
              </a:pathLst>
            </a:custGeom>
            <a:grpFill/>
            <a:ln w="19050">
              <a:solidFill>
                <a:schemeClr val="accent2"/>
              </a:solidFill>
            </a:ln>
          </p:spPr>
          <p:txBody>
            <a:bodyPr spcFirstLastPara="1" wrap="square" lIns="68569" tIns="34275" rIns="68569" bIns="34275" anchor="ctr" anchorCtr="0">
              <a:noAutofit/>
            </a:bodyPr>
            <a:lstStyle/>
            <a:p>
              <a:pPr marL="0" marR="0" lvl="0" indent="0" algn="l" defTabSz="68576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35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" name="Google Shape;163;p7">
              <a:extLst>
                <a:ext uri="{FF2B5EF4-FFF2-40B4-BE49-F238E27FC236}">
                  <a16:creationId xmlns:a16="http://schemas.microsoft.com/office/drawing/2014/main" id="{163B179E-000D-0A93-A099-1F2DD3405A63}"/>
                </a:ext>
              </a:extLst>
            </p:cNvPr>
            <p:cNvSpPr>
              <a:spLocks/>
            </p:cNvSpPr>
            <p:nvPr/>
          </p:nvSpPr>
          <p:spPr>
            <a:xfrm>
              <a:off x="3685946" y="3467120"/>
              <a:ext cx="2394022" cy="4788044"/>
            </a:xfrm>
            <a:custGeom>
              <a:avLst/>
              <a:gdLst/>
              <a:ahLst/>
              <a:cxnLst/>
              <a:rect l="l" t="t" r="r" b="b"/>
              <a:pathLst>
                <a:path w="1524000" h="3048000" extrusionOk="0">
                  <a:moveTo>
                    <a:pt x="1524000" y="0"/>
                  </a:moveTo>
                  <a:lnTo>
                    <a:pt x="0" y="1524000"/>
                  </a:lnTo>
                  <a:lnTo>
                    <a:pt x="1524000" y="3048000"/>
                  </a:lnTo>
                  <a:lnTo>
                    <a:pt x="1524000" y="0"/>
                  </a:lnTo>
                  <a:close/>
                </a:path>
              </a:pathLst>
            </a:custGeom>
            <a:grpFill/>
            <a:ln w="19050">
              <a:solidFill>
                <a:schemeClr val="accent2"/>
              </a:solidFill>
            </a:ln>
          </p:spPr>
          <p:txBody>
            <a:bodyPr spcFirstLastPara="1" wrap="square" lIns="68569" tIns="34275" rIns="68569" bIns="34275" anchor="ctr" anchorCtr="0">
              <a:noAutofit/>
            </a:bodyPr>
            <a:lstStyle/>
            <a:p>
              <a:pPr marL="0" marR="0" lvl="0" indent="0" algn="l" defTabSz="68576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35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sos" panose="020B0503020204030204" pitchFamily="34" charset="0"/>
                <a:cs typeface="Arial"/>
                <a:sym typeface="Arial"/>
              </a:endParaRPr>
            </a:p>
          </p:txBody>
        </p:sp>
      </p:grpSp>
      <p:sp>
        <p:nvSpPr>
          <p:cNvPr id="15" name="Text Placeholder 3">
            <a:extLst>
              <a:ext uri="{FF2B5EF4-FFF2-40B4-BE49-F238E27FC236}">
                <a16:creationId xmlns:a16="http://schemas.microsoft.com/office/drawing/2014/main" id="{EF6397ED-D608-A754-01E3-E54481735F28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025927" y="2279951"/>
            <a:ext cx="4167530" cy="2783977"/>
          </a:xfrm>
          <a:prstGeom prst="rect">
            <a:avLst/>
          </a:prstGeom>
        </p:spPr>
        <p:txBody>
          <a:bodyPr lIns="0" tIns="0" rIns="0" bIns="0" anchor="b" anchorCtr="0"/>
          <a:lstStyle>
            <a:lvl1pPr marL="0" indent="0">
              <a:buNone/>
              <a:defRPr sz="3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</a:lstStyle>
          <a:p>
            <a:pPr lvl="0"/>
            <a:r>
              <a:rPr lang="en-US" err="1"/>
              <a:t>Título</a:t>
            </a:r>
            <a:r>
              <a:rPr lang="en-US"/>
              <a:t> Template</a:t>
            </a:r>
          </a:p>
          <a:p>
            <a:pPr lvl="0"/>
            <a:r>
              <a:rPr lang="en-US" err="1"/>
              <a:t>Padrão</a:t>
            </a:r>
            <a:r>
              <a:rPr lang="en-US"/>
              <a:t> </a:t>
            </a:r>
            <a:r>
              <a:rPr lang="en-US" err="1"/>
              <a:t>Exemplo</a:t>
            </a:r>
            <a:endParaRPr lang="en-US"/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3544F462-C3D0-3A99-CE21-80388166CF9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3025927" y="5064251"/>
            <a:ext cx="4167530" cy="997297"/>
          </a:xfrm>
          <a:prstGeom prst="rect">
            <a:avLst/>
          </a:prstGeom>
        </p:spPr>
        <p:txBody>
          <a:bodyPr lIns="0" tIns="0" rIns="0" bIns="0"/>
          <a:lstStyle>
            <a:lvl1pPr>
              <a:defRPr lang="en-US" sz="2000" b="1" i="0" u="none" strike="noStrike" kern="1200" cap="none" dirty="0" smtClean="0">
                <a:solidFill>
                  <a:schemeClr val="bg1"/>
                </a:solidFill>
                <a:latin typeface="Versos"/>
                <a:ea typeface="+mj-ea"/>
                <a:cs typeface="+mj-cs"/>
                <a:sym typeface="Arial"/>
              </a:defRPr>
            </a:lvl1pPr>
            <a:lvl2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2pPr>
            <a:lvl3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3pPr>
            <a:lvl4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4pPr>
            <a:lvl5pPr>
              <a:defRPr lang="pt-BR" sz="2000" b="1" i="0" u="none" strike="noStrike" kern="1200" cap="none" dirty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pt-BR" sz="2000" b="1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</a:rPr>
              <a:t>FIC FIM EXEMPLO</a:t>
            </a:r>
            <a:endParaRPr lang="pt-BR"/>
          </a:p>
        </p:txBody>
      </p:sp>
      <p:sp>
        <p:nvSpPr>
          <p:cNvPr id="17" name="Text Placeholder 20">
            <a:extLst>
              <a:ext uri="{FF2B5EF4-FFF2-40B4-BE49-F238E27FC236}">
                <a16:creationId xmlns:a16="http://schemas.microsoft.com/office/drawing/2014/main" id="{BA5F3DEE-BFFD-4F51-8E6D-21F8F53938D2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778242" y="3832328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18" name="Text Placeholder 20">
            <a:extLst>
              <a:ext uri="{FF2B5EF4-FFF2-40B4-BE49-F238E27FC236}">
                <a16:creationId xmlns:a16="http://schemas.microsoft.com/office/drawing/2014/main" id="{72C5B231-DCCE-4C1F-607F-C0BF7E80DE1F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8778243" y="4336763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19" name="Text Placeholder 20">
            <a:extLst>
              <a:ext uri="{FF2B5EF4-FFF2-40B4-BE49-F238E27FC236}">
                <a16:creationId xmlns:a16="http://schemas.microsoft.com/office/drawing/2014/main" id="{0CE07D1D-E8D1-4A91-522C-CF94F53AF328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8778243" y="4836532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20" name="Text Placeholder 41">
            <a:extLst>
              <a:ext uri="{FF2B5EF4-FFF2-40B4-BE49-F238E27FC236}">
                <a16:creationId xmlns:a16="http://schemas.microsoft.com/office/drawing/2014/main" id="{E6FF7A22-891A-F86E-5FD7-CCADE47C44BC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8778242" y="3625436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1" name="Text Placeholder 41">
            <a:extLst>
              <a:ext uri="{FF2B5EF4-FFF2-40B4-BE49-F238E27FC236}">
                <a16:creationId xmlns:a16="http://schemas.microsoft.com/office/drawing/2014/main" id="{5739434A-89B9-197A-C954-C8C8400EA07B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8778242" y="4129871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2" name="Text Placeholder 41">
            <a:extLst>
              <a:ext uri="{FF2B5EF4-FFF2-40B4-BE49-F238E27FC236}">
                <a16:creationId xmlns:a16="http://schemas.microsoft.com/office/drawing/2014/main" id="{E86E28AF-5895-145B-3E48-B69C6E087D79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8778242" y="4629640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3" name="Text Placeholder 17">
            <a:extLst>
              <a:ext uri="{FF2B5EF4-FFF2-40B4-BE49-F238E27FC236}">
                <a16:creationId xmlns:a16="http://schemas.microsoft.com/office/drawing/2014/main" id="{AEF0A33D-9CDC-CEEC-25F1-D50C4A0AE0FB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78241" y="3328640"/>
            <a:ext cx="1773356" cy="200722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accent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Área de atuação</a:t>
            </a:r>
          </a:p>
        </p:txBody>
      </p:sp>
      <p:sp>
        <p:nvSpPr>
          <p:cNvPr id="3" name="Text Placeholder 20">
            <a:extLst>
              <a:ext uri="{FF2B5EF4-FFF2-40B4-BE49-F238E27FC236}">
                <a16:creationId xmlns:a16="http://schemas.microsoft.com/office/drawing/2014/main" id="{E42D91A7-19D0-58B4-A17F-19122F5E463D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8778242" y="5882922"/>
            <a:ext cx="3186900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Data</a:t>
            </a:r>
          </a:p>
        </p:txBody>
      </p:sp>
      <p:sp>
        <p:nvSpPr>
          <p:cNvPr id="4" name="Text Placeholder 41">
            <a:extLst>
              <a:ext uri="{FF2B5EF4-FFF2-40B4-BE49-F238E27FC236}">
                <a16:creationId xmlns:a16="http://schemas.microsoft.com/office/drawing/2014/main" id="{F4A2F437-B55F-6DD8-8289-FCD3631492C6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8778241" y="5676030"/>
            <a:ext cx="3186900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101810156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609">
          <p15:clr>
            <a:srgbClr val="FBAE40"/>
          </p15:clr>
        </p15:guide>
        <p15:guide id="2" pos="321">
          <p15:clr>
            <a:srgbClr val="FBAE40"/>
          </p15:clr>
        </p15:guide>
        <p15:guide id="3" pos="898">
          <p15:clr>
            <a:srgbClr val="FBAE40"/>
          </p15:clr>
        </p15:guide>
        <p15:guide id="4" orient="horz" pos="1324">
          <p15:clr>
            <a:srgbClr val="FBAE40"/>
          </p15:clr>
        </p15:guide>
        <p15:guide id="5" orient="horz" pos="1888">
          <p15:clr>
            <a:srgbClr val="FBAE40"/>
          </p15:clr>
        </p15:guide>
        <p15:guide id="6" pos="4034">
          <p15:clr>
            <a:srgbClr val="FBAE40"/>
          </p15:clr>
        </p15:guide>
      </p15:sldGuideLst>
    </p:ext>
  </p:extLst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apa 03 - Imagem">
    <p:bg>
      <p:bgPr>
        <a:gradFill>
          <a:gsLst>
            <a:gs pos="0">
              <a:schemeClr val="tx1">
                <a:lumMod val="95000"/>
                <a:lumOff val="5000"/>
              </a:schemeClr>
            </a:gs>
            <a:gs pos="100000">
              <a:schemeClr val="tx1">
                <a:lumMod val="85000"/>
                <a:lumOff val="15000"/>
              </a:schemeClr>
            </a:gs>
            <a:gs pos="49000">
              <a:schemeClr val="tx1">
                <a:lumMod val="95000"/>
                <a:lumOff val="5000"/>
              </a:schemeClr>
            </a:gs>
          </a:gsLst>
          <a:lin ang="4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>
            <a:extLst>
              <a:ext uri="{FF2B5EF4-FFF2-40B4-BE49-F238E27FC236}">
                <a16:creationId xmlns:a16="http://schemas.microsoft.com/office/drawing/2014/main" id="{471D9DDE-7386-ABE7-27BE-B636B984C935}"/>
              </a:ext>
            </a:extLst>
          </p:cNvPr>
          <p:cNvSpPr>
            <a:spLocks noGrp="1"/>
          </p:cNvSpPr>
          <p:nvPr>
            <p:ph type="pic" sz="quarter" idx="25"/>
          </p:nvPr>
        </p:nvSpPr>
        <p:spPr>
          <a:xfrm>
            <a:off x="0" y="0"/>
            <a:ext cx="12192000" cy="6858000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accent2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pt-BR"/>
          </a:p>
        </p:txBody>
      </p:sp>
      <p:sp>
        <p:nvSpPr>
          <p:cNvPr id="15" name="Text Placeholder 3">
            <a:extLst>
              <a:ext uri="{FF2B5EF4-FFF2-40B4-BE49-F238E27FC236}">
                <a16:creationId xmlns:a16="http://schemas.microsoft.com/office/drawing/2014/main" id="{EF6397ED-D608-A754-01E3-E54481735F28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025927" y="3805437"/>
            <a:ext cx="4167530" cy="1258492"/>
          </a:xfrm>
          <a:prstGeom prst="rect">
            <a:avLst/>
          </a:prstGeom>
        </p:spPr>
        <p:txBody>
          <a:bodyPr lIns="0" tIns="0" rIns="0" bIns="0" anchor="b" anchorCtr="0"/>
          <a:lstStyle>
            <a:lvl1pPr marL="0" indent="0">
              <a:buNone/>
              <a:defRPr sz="3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</a:lstStyle>
          <a:p>
            <a:pPr lvl="0"/>
            <a:r>
              <a:rPr lang="en-US" err="1"/>
              <a:t>Título</a:t>
            </a:r>
            <a:r>
              <a:rPr lang="en-US"/>
              <a:t> Template</a:t>
            </a:r>
          </a:p>
          <a:p>
            <a:pPr lvl="0"/>
            <a:r>
              <a:rPr lang="en-US" err="1"/>
              <a:t>Padrão</a:t>
            </a:r>
            <a:r>
              <a:rPr lang="en-US"/>
              <a:t> </a:t>
            </a:r>
            <a:r>
              <a:rPr lang="en-US" err="1"/>
              <a:t>Exemplo</a:t>
            </a:r>
            <a:endParaRPr lang="en-US"/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3544F462-C3D0-3A99-CE21-80388166CF9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3025927" y="5064251"/>
            <a:ext cx="4167530" cy="997297"/>
          </a:xfrm>
          <a:prstGeom prst="rect">
            <a:avLst/>
          </a:prstGeom>
        </p:spPr>
        <p:txBody>
          <a:bodyPr lIns="0" tIns="0" rIns="0" bIns="0"/>
          <a:lstStyle>
            <a:lvl1pPr>
              <a:defRPr lang="en-US" sz="2000" b="1" i="0" u="none" strike="noStrike" kern="1200" cap="none" dirty="0" smtClean="0">
                <a:solidFill>
                  <a:schemeClr val="bg1"/>
                </a:solidFill>
                <a:latin typeface="Versos"/>
                <a:ea typeface="+mj-ea"/>
                <a:cs typeface="+mj-cs"/>
                <a:sym typeface="Arial"/>
              </a:defRPr>
            </a:lvl1pPr>
            <a:lvl2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2pPr>
            <a:lvl3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3pPr>
            <a:lvl4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4pPr>
            <a:lvl5pPr>
              <a:defRPr lang="pt-BR" sz="2000" b="1" i="0" u="none" strike="noStrike" kern="1200" cap="none" dirty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pt-BR" sz="2000" b="1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</a:rPr>
              <a:t>FIC FIM EXEMPLO</a:t>
            </a:r>
            <a:endParaRPr lang="pt-BR"/>
          </a:p>
        </p:txBody>
      </p:sp>
      <p:sp>
        <p:nvSpPr>
          <p:cNvPr id="17" name="Text Placeholder 20">
            <a:extLst>
              <a:ext uri="{FF2B5EF4-FFF2-40B4-BE49-F238E27FC236}">
                <a16:creationId xmlns:a16="http://schemas.microsoft.com/office/drawing/2014/main" id="{BA5F3DEE-BFFD-4F51-8E6D-21F8F53938D2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778242" y="3832328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18" name="Text Placeholder 20">
            <a:extLst>
              <a:ext uri="{FF2B5EF4-FFF2-40B4-BE49-F238E27FC236}">
                <a16:creationId xmlns:a16="http://schemas.microsoft.com/office/drawing/2014/main" id="{72C5B231-DCCE-4C1F-607F-C0BF7E80DE1F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8778243" y="4336763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19" name="Text Placeholder 20">
            <a:extLst>
              <a:ext uri="{FF2B5EF4-FFF2-40B4-BE49-F238E27FC236}">
                <a16:creationId xmlns:a16="http://schemas.microsoft.com/office/drawing/2014/main" id="{0CE07D1D-E8D1-4A91-522C-CF94F53AF328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8778243" y="4836532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20" name="Text Placeholder 41">
            <a:extLst>
              <a:ext uri="{FF2B5EF4-FFF2-40B4-BE49-F238E27FC236}">
                <a16:creationId xmlns:a16="http://schemas.microsoft.com/office/drawing/2014/main" id="{E6FF7A22-891A-F86E-5FD7-CCADE47C44BC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8778242" y="3625436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1" name="Text Placeholder 41">
            <a:extLst>
              <a:ext uri="{FF2B5EF4-FFF2-40B4-BE49-F238E27FC236}">
                <a16:creationId xmlns:a16="http://schemas.microsoft.com/office/drawing/2014/main" id="{5739434A-89B9-197A-C954-C8C8400EA07B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8778242" y="4129871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2" name="Text Placeholder 41">
            <a:extLst>
              <a:ext uri="{FF2B5EF4-FFF2-40B4-BE49-F238E27FC236}">
                <a16:creationId xmlns:a16="http://schemas.microsoft.com/office/drawing/2014/main" id="{E86E28AF-5895-145B-3E48-B69C6E087D79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8778242" y="4629640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3" name="Text Placeholder 17">
            <a:extLst>
              <a:ext uri="{FF2B5EF4-FFF2-40B4-BE49-F238E27FC236}">
                <a16:creationId xmlns:a16="http://schemas.microsoft.com/office/drawing/2014/main" id="{AEF0A33D-9CDC-CEEC-25F1-D50C4A0AE0FB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78241" y="3328640"/>
            <a:ext cx="1773356" cy="200722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Área de atuação</a:t>
            </a:r>
          </a:p>
        </p:txBody>
      </p:sp>
      <p:sp>
        <p:nvSpPr>
          <p:cNvPr id="2" name="Text Placeholder 20">
            <a:extLst>
              <a:ext uri="{FF2B5EF4-FFF2-40B4-BE49-F238E27FC236}">
                <a16:creationId xmlns:a16="http://schemas.microsoft.com/office/drawing/2014/main" id="{23EA8F35-A116-C243-FB66-325BA6C55604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8778242" y="5882922"/>
            <a:ext cx="3186900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Data</a:t>
            </a:r>
          </a:p>
        </p:txBody>
      </p:sp>
      <p:sp>
        <p:nvSpPr>
          <p:cNvPr id="3" name="Text Placeholder 41">
            <a:extLst>
              <a:ext uri="{FF2B5EF4-FFF2-40B4-BE49-F238E27FC236}">
                <a16:creationId xmlns:a16="http://schemas.microsoft.com/office/drawing/2014/main" id="{9671512C-19B4-D1DD-B1BC-82CBD3FA48C1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8778241" y="5676030"/>
            <a:ext cx="3186900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84254072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609">
          <p15:clr>
            <a:srgbClr val="FBAE40"/>
          </p15:clr>
        </p15:guide>
        <p15:guide id="2" pos="321">
          <p15:clr>
            <a:srgbClr val="FBAE40"/>
          </p15:clr>
        </p15:guide>
        <p15:guide id="3" pos="898">
          <p15:clr>
            <a:srgbClr val="FBAE40"/>
          </p15:clr>
        </p15:guide>
        <p15:guide id="4" orient="horz" pos="1324">
          <p15:clr>
            <a:srgbClr val="FBAE40"/>
          </p15:clr>
        </p15:guide>
        <p15:guide id="5" orient="horz" pos="1888">
          <p15:clr>
            <a:srgbClr val="FBAE40"/>
          </p15:clr>
        </p15:guide>
        <p15:guide id="6" pos="4034">
          <p15:clr>
            <a:srgbClr val="FBAE40"/>
          </p15:clr>
        </p15:guide>
      </p15:sldGuideLst>
    </p:ext>
  </p:extLst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>
  <p:cSld name="Divisória - Offwhite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8">
            <a:extLst>
              <a:ext uri="{FF2B5EF4-FFF2-40B4-BE49-F238E27FC236}">
                <a16:creationId xmlns:a16="http://schemas.microsoft.com/office/drawing/2014/main" id="{ADEEF5FA-E06D-34B7-BB29-590E9E06012B}"/>
              </a:ext>
            </a:extLst>
          </p:cNvPr>
          <p:cNvPicPr>
            <a:picLocks noChangeAspect="1"/>
          </p:cNvPicPr>
          <p:nvPr/>
        </p:nvPicPr>
        <p:blipFill rotWithShape="1">
          <a:blip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 l="-8117" t="-23966" r="-8117" b="-23966"/>
          <a:stretch/>
        </p:blipFill>
        <p:spPr>
          <a:xfrm>
            <a:off x="10221000" y="415511"/>
            <a:ext cx="1715687" cy="742966"/>
          </a:xfrm>
          <a:prstGeom prst="rect">
            <a:avLst/>
          </a:prstGeom>
        </p:spPr>
      </p:pic>
      <p:sp>
        <p:nvSpPr>
          <p:cNvPr id="3" name="object 4">
            <a:extLst>
              <a:ext uri="{FF2B5EF4-FFF2-40B4-BE49-F238E27FC236}">
                <a16:creationId xmlns:a16="http://schemas.microsoft.com/office/drawing/2014/main" id="{4E931D96-188D-2C26-E83E-305868F1218B}"/>
              </a:ext>
            </a:extLst>
          </p:cNvPr>
          <p:cNvSpPr/>
          <p:nvPr/>
        </p:nvSpPr>
        <p:spPr>
          <a:xfrm flipV="1">
            <a:off x="-2086899" y="2985948"/>
            <a:ext cx="12224042" cy="5749856"/>
          </a:xfrm>
          <a:custGeom>
            <a:avLst/>
            <a:gdLst/>
            <a:ahLst/>
            <a:cxnLst/>
            <a:rect l="l" t="t" r="r" b="b"/>
            <a:pathLst>
              <a:path w="20104100" h="9456420">
                <a:moveTo>
                  <a:pt x="0" y="9456078"/>
                </a:moveTo>
                <a:lnTo>
                  <a:pt x="6945301" y="9456078"/>
                </a:lnTo>
                <a:lnTo>
                  <a:pt x="6995278" y="9455836"/>
                </a:lnTo>
                <a:lnTo>
                  <a:pt x="7045194" y="9455111"/>
                </a:lnTo>
                <a:lnTo>
                  <a:pt x="7095043" y="9453904"/>
                </a:lnTo>
                <a:lnTo>
                  <a:pt x="7144825" y="9452217"/>
                </a:lnTo>
                <a:lnTo>
                  <a:pt x="7194535" y="9450052"/>
                </a:lnTo>
                <a:lnTo>
                  <a:pt x="7244171" y="9447409"/>
                </a:lnTo>
                <a:lnTo>
                  <a:pt x="7293730" y="9444290"/>
                </a:lnTo>
                <a:lnTo>
                  <a:pt x="7343208" y="9440698"/>
                </a:lnTo>
                <a:lnTo>
                  <a:pt x="7392603" y="9436632"/>
                </a:lnTo>
                <a:lnTo>
                  <a:pt x="7441911" y="9432096"/>
                </a:lnTo>
                <a:lnTo>
                  <a:pt x="7491130" y="9427089"/>
                </a:lnTo>
                <a:lnTo>
                  <a:pt x="7540257" y="9421615"/>
                </a:lnTo>
                <a:lnTo>
                  <a:pt x="7589288" y="9415673"/>
                </a:lnTo>
                <a:lnTo>
                  <a:pt x="7638221" y="9409267"/>
                </a:lnTo>
                <a:lnTo>
                  <a:pt x="7687052" y="9402396"/>
                </a:lnTo>
                <a:lnTo>
                  <a:pt x="7735779" y="9395063"/>
                </a:lnTo>
                <a:lnTo>
                  <a:pt x="7784399" y="9387270"/>
                </a:lnTo>
                <a:lnTo>
                  <a:pt x="7832908" y="9379017"/>
                </a:lnTo>
                <a:lnTo>
                  <a:pt x="7881303" y="9370306"/>
                </a:lnTo>
                <a:lnTo>
                  <a:pt x="7929582" y="9361139"/>
                </a:lnTo>
                <a:lnTo>
                  <a:pt x="7977741" y="9351517"/>
                </a:lnTo>
                <a:lnTo>
                  <a:pt x="8025778" y="9341441"/>
                </a:lnTo>
                <a:lnTo>
                  <a:pt x="8073690" y="9330914"/>
                </a:lnTo>
                <a:lnTo>
                  <a:pt x="8121473" y="9319936"/>
                </a:lnTo>
                <a:lnTo>
                  <a:pt x="8169124" y="9308509"/>
                </a:lnTo>
                <a:lnTo>
                  <a:pt x="8216640" y="9296635"/>
                </a:lnTo>
                <a:lnTo>
                  <a:pt x="8264020" y="9284315"/>
                </a:lnTo>
                <a:lnTo>
                  <a:pt x="8311258" y="9271550"/>
                </a:lnTo>
                <a:lnTo>
                  <a:pt x="8358353" y="9258342"/>
                </a:lnTo>
                <a:lnTo>
                  <a:pt x="8405301" y="9244693"/>
                </a:lnTo>
                <a:lnTo>
                  <a:pt x="8452100" y="9230604"/>
                </a:lnTo>
                <a:lnTo>
                  <a:pt x="8498746" y="9216076"/>
                </a:lnTo>
                <a:lnTo>
                  <a:pt x="8545236" y="9201111"/>
                </a:lnTo>
                <a:lnTo>
                  <a:pt x="8591568" y="9185710"/>
                </a:lnTo>
                <a:lnTo>
                  <a:pt x="8637738" y="9169876"/>
                </a:lnTo>
                <a:lnTo>
                  <a:pt x="8683743" y="9153608"/>
                </a:lnTo>
                <a:lnTo>
                  <a:pt x="8729581" y="9136910"/>
                </a:lnTo>
                <a:lnTo>
                  <a:pt x="8775248" y="9119782"/>
                </a:lnTo>
                <a:lnTo>
                  <a:pt x="8820741" y="9102226"/>
                </a:lnTo>
                <a:lnTo>
                  <a:pt x="8866057" y="9084243"/>
                </a:lnTo>
                <a:lnTo>
                  <a:pt x="8911194" y="9065835"/>
                </a:lnTo>
                <a:lnTo>
                  <a:pt x="8956148" y="9047004"/>
                </a:lnTo>
                <a:lnTo>
                  <a:pt x="9000916" y="9027750"/>
                </a:lnTo>
                <a:lnTo>
                  <a:pt x="9045496" y="9008075"/>
                </a:lnTo>
                <a:lnTo>
                  <a:pt x="9089883" y="8987981"/>
                </a:lnTo>
                <a:lnTo>
                  <a:pt x="9134076" y="8967470"/>
                </a:lnTo>
                <a:lnTo>
                  <a:pt x="9178071" y="8946542"/>
                </a:lnTo>
                <a:lnTo>
                  <a:pt x="9221865" y="8925199"/>
                </a:lnTo>
                <a:lnTo>
                  <a:pt x="9265455" y="8903443"/>
                </a:lnTo>
                <a:lnTo>
                  <a:pt x="9308839" y="8881275"/>
                </a:lnTo>
                <a:lnTo>
                  <a:pt x="9352012" y="8858697"/>
                </a:lnTo>
                <a:lnTo>
                  <a:pt x="9394973" y="8835710"/>
                </a:lnTo>
                <a:lnTo>
                  <a:pt x="9437718" y="8812316"/>
                </a:lnTo>
                <a:lnTo>
                  <a:pt x="9480244" y="8788516"/>
                </a:lnTo>
                <a:lnTo>
                  <a:pt x="9522548" y="8764311"/>
                </a:lnTo>
                <a:lnTo>
                  <a:pt x="9564627" y="8739704"/>
                </a:lnTo>
                <a:lnTo>
                  <a:pt x="9606478" y="8714695"/>
                </a:lnTo>
                <a:lnTo>
                  <a:pt x="9648098" y="8689286"/>
                </a:lnTo>
                <a:lnTo>
                  <a:pt x="9689484" y="8663479"/>
                </a:lnTo>
                <a:lnTo>
                  <a:pt x="9730634" y="8637274"/>
                </a:lnTo>
                <a:lnTo>
                  <a:pt x="9771543" y="8610675"/>
                </a:lnTo>
                <a:lnTo>
                  <a:pt x="9812209" y="8583681"/>
                </a:lnTo>
                <a:lnTo>
                  <a:pt x="9852630" y="8556295"/>
                </a:lnTo>
                <a:lnTo>
                  <a:pt x="9892801" y="8528517"/>
                </a:lnTo>
                <a:lnTo>
                  <a:pt x="9932720" y="8500351"/>
                </a:lnTo>
                <a:lnTo>
                  <a:pt x="9972384" y="8471796"/>
                </a:lnTo>
                <a:lnTo>
                  <a:pt x="10011790" y="8442854"/>
                </a:lnTo>
                <a:lnTo>
                  <a:pt x="10050935" y="8413528"/>
                </a:lnTo>
                <a:lnTo>
                  <a:pt x="10089816" y="8383818"/>
                </a:lnTo>
                <a:lnTo>
                  <a:pt x="10128430" y="8353726"/>
                </a:lnTo>
                <a:lnTo>
                  <a:pt x="10166774" y="8323253"/>
                </a:lnTo>
                <a:lnTo>
                  <a:pt x="10204845" y="8292401"/>
                </a:lnTo>
                <a:lnTo>
                  <a:pt x="10242640" y="8261172"/>
                </a:lnTo>
                <a:lnTo>
                  <a:pt x="10280155" y="8229566"/>
                </a:lnTo>
                <a:lnTo>
                  <a:pt x="10317388" y="8197585"/>
                </a:lnTo>
                <a:lnTo>
                  <a:pt x="10354336" y="8165232"/>
                </a:lnTo>
                <a:lnTo>
                  <a:pt x="10390996" y="8132507"/>
                </a:lnTo>
                <a:lnTo>
                  <a:pt x="10427365" y="8099411"/>
                </a:lnTo>
                <a:lnTo>
                  <a:pt x="10463440" y="8065947"/>
                </a:lnTo>
                <a:lnTo>
                  <a:pt x="10499217" y="8032115"/>
                </a:lnTo>
                <a:lnTo>
                  <a:pt x="10534694" y="7997918"/>
                </a:lnTo>
                <a:lnTo>
                  <a:pt x="10569868" y="7963356"/>
                </a:lnTo>
                <a:lnTo>
                  <a:pt x="10604736" y="7928432"/>
                </a:lnTo>
                <a:lnTo>
                  <a:pt x="10639295" y="7893146"/>
                </a:lnTo>
                <a:lnTo>
                  <a:pt x="10673541" y="7857501"/>
                </a:lnTo>
                <a:lnTo>
                  <a:pt x="10707472" y="7821497"/>
                </a:lnTo>
                <a:lnTo>
                  <a:pt x="10741084" y="7785136"/>
                </a:lnTo>
                <a:lnTo>
                  <a:pt x="10774376" y="7748420"/>
                </a:lnTo>
                <a:lnTo>
                  <a:pt x="10807343" y="7711350"/>
                </a:lnTo>
                <a:lnTo>
                  <a:pt x="10839983" y="7673928"/>
                </a:lnTo>
                <a:lnTo>
                  <a:pt x="10872292" y="7636155"/>
                </a:lnTo>
                <a:lnTo>
                  <a:pt x="10904268" y="7598032"/>
                </a:lnTo>
                <a:lnTo>
                  <a:pt x="10935908" y="7559561"/>
                </a:lnTo>
                <a:lnTo>
                  <a:pt x="10967208" y="7520744"/>
                </a:lnTo>
                <a:lnTo>
                  <a:pt x="10998166" y="7481582"/>
                </a:lnTo>
                <a:lnTo>
                  <a:pt x="11028779" y="7442077"/>
                </a:lnTo>
                <a:lnTo>
                  <a:pt x="14967612" y="2307814"/>
                </a:lnTo>
                <a:lnTo>
                  <a:pt x="14998203" y="2268285"/>
                </a:lnTo>
                <a:lnTo>
                  <a:pt x="15029097" y="2229056"/>
                </a:lnTo>
                <a:lnTo>
                  <a:pt x="15060290" y="2190127"/>
                </a:lnTo>
                <a:lnTo>
                  <a:pt x="15091780" y="2151500"/>
                </a:lnTo>
                <a:lnTo>
                  <a:pt x="15123565" y="2113176"/>
                </a:lnTo>
                <a:lnTo>
                  <a:pt x="15155642" y="2075157"/>
                </a:lnTo>
                <a:lnTo>
                  <a:pt x="15188010" y="2037442"/>
                </a:lnTo>
                <a:lnTo>
                  <a:pt x="15220666" y="2000034"/>
                </a:lnTo>
                <a:lnTo>
                  <a:pt x="15253608" y="1962934"/>
                </a:lnTo>
                <a:lnTo>
                  <a:pt x="15286833" y="1926142"/>
                </a:lnTo>
                <a:lnTo>
                  <a:pt x="15320339" y="1889660"/>
                </a:lnTo>
                <a:lnTo>
                  <a:pt x="15354124" y="1853489"/>
                </a:lnTo>
                <a:lnTo>
                  <a:pt x="15388186" y="1817630"/>
                </a:lnTo>
                <a:lnTo>
                  <a:pt x="15422522" y="1782084"/>
                </a:lnTo>
                <a:lnTo>
                  <a:pt x="15457130" y="1746853"/>
                </a:lnTo>
                <a:lnTo>
                  <a:pt x="15492007" y="1711937"/>
                </a:lnTo>
                <a:lnTo>
                  <a:pt x="15527152" y="1677337"/>
                </a:lnTo>
                <a:lnTo>
                  <a:pt x="15562562" y="1643056"/>
                </a:lnTo>
                <a:lnTo>
                  <a:pt x="15598235" y="1609093"/>
                </a:lnTo>
                <a:lnTo>
                  <a:pt x="15634168" y="1575450"/>
                </a:lnTo>
                <a:lnTo>
                  <a:pt x="15670359" y="1542128"/>
                </a:lnTo>
                <a:lnTo>
                  <a:pt x="15706807" y="1509129"/>
                </a:lnTo>
                <a:lnTo>
                  <a:pt x="15743508" y="1476452"/>
                </a:lnTo>
                <a:lnTo>
                  <a:pt x="15780460" y="1444101"/>
                </a:lnTo>
                <a:lnTo>
                  <a:pt x="15817661" y="1412075"/>
                </a:lnTo>
                <a:lnTo>
                  <a:pt x="15855109" y="1380375"/>
                </a:lnTo>
                <a:lnTo>
                  <a:pt x="15892802" y="1349004"/>
                </a:lnTo>
                <a:lnTo>
                  <a:pt x="15930736" y="1317962"/>
                </a:lnTo>
                <a:lnTo>
                  <a:pt x="15968911" y="1287250"/>
                </a:lnTo>
                <a:lnTo>
                  <a:pt x="16007323" y="1256869"/>
                </a:lnTo>
                <a:lnTo>
                  <a:pt x="16045970" y="1226820"/>
                </a:lnTo>
                <a:lnTo>
                  <a:pt x="16084850" y="1197105"/>
                </a:lnTo>
                <a:lnTo>
                  <a:pt x="16123961" y="1167725"/>
                </a:lnTo>
                <a:lnTo>
                  <a:pt x="16163300" y="1138681"/>
                </a:lnTo>
                <a:lnTo>
                  <a:pt x="16202865" y="1109974"/>
                </a:lnTo>
                <a:lnTo>
                  <a:pt x="16242654" y="1081604"/>
                </a:lnTo>
                <a:lnTo>
                  <a:pt x="16282665" y="1053574"/>
                </a:lnTo>
                <a:lnTo>
                  <a:pt x="16322895" y="1025884"/>
                </a:lnTo>
                <a:lnTo>
                  <a:pt x="16363341" y="998536"/>
                </a:lnTo>
                <a:lnTo>
                  <a:pt x="16404003" y="971530"/>
                </a:lnTo>
                <a:lnTo>
                  <a:pt x="16444876" y="944868"/>
                </a:lnTo>
                <a:lnTo>
                  <a:pt x="16485960" y="918551"/>
                </a:lnTo>
                <a:lnTo>
                  <a:pt x="16527251" y="892580"/>
                </a:lnTo>
                <a:lnTo>
                  <a:pt x="16568748" y="866956"/>
                </a:lnTo>
                <a:lnTo>
                  <a:pt x="16610448" y="841681"/>
                </a:lnTo>
                <a:lnTo>
                  <a:pt x="16652349" y="816754"/>
                </a:lnTo>
                <a:lnTo>
                  <a:pt x="16694448" y="792179"/>
                </a:lnTo>
                <a:lnTo>
                  <a:pt x="16736744" y="767955"/>
                </a:lnTo>
                <a:lnTo>
                  <a:pt x="16779233" y="744083"/>
                </a:lnTo>
                <a:lnTo>
                  <a:pt x="16821914" y="720566"/>
                </a:lnTo>
                <a:lnTo>
                  <a:pt x="16864785" y="697404"/>
                </a:lnTo>
                <a:lnTo>
                  <a:pt x="16907843" y="674598"/>
                </a:lnTo>
                <a:lnTo>
                  <a:pt x="16951085" y="652149"/>
                </a:lnTo>
                <a:lnTo>
                  <a:pt x="16994510" y="630059"/>
                </a:lnTo>
                <a:lnTo>
                  <a:pt x="17038115" y="608328"/>
                </a:lnTo>
                <a:lnTo>
                  <a:pt x="17081898" y="586958"/>
                </a:lnTo>
                <a:lnTo>
                  <a:pt x="17125857" y="565950"/>
                </a:lnTo>
                <a:lnTo>
                  <a:pt x="17169989" y="545304"/>
                </a:lnTo>
                <a:lnTo>
                  <a:pt x="17214292" y="525023"/>
                </a:lnTo>
                <a:lnTo>
                  <a:pt x="17258764" y="505107"/>
                </a:lnTo>
                <a:lnTo>
                  <a:pt x="17303402" y="485558"/>
                </a:lnTo>
                <a:lnTo>
                  <a:pt x="17348204" y="466376"/>
                </a:lnTo>
                <a:lnTo>
                  <a:pt x="17393169" y="447563"/>
                </a:lnTo>
                <a:lnTo>
                  <a:pt x="17438292" y="429119"/>
                </a:lnTo>
                <a:lnTo>
                  <a:pt x="17483573" y="411046"/>
                </a:lnTo>
                <a:lnTo>
                  <a:pt x="17529009" y="393346"/>
                </a:lnTo>
                <a:lnTo>
                  <a:pt x="17574598" y="376018"/>
                </a:lnTo>
                <a:lnTo>
                  <a:pt x="17620337" y="359065"/>
                </a:lnTo>
                <a:lnTo>
                  <a:pt x="17666224" y="342487"/>
                </a:lnTo>
                <a:lnTo>
                  <a:pt x="17712257" y="326286"/>
                </a:lnTo>
                <a:lnTo>
                  <a:pt x="17758433" y="310462"/>
                </a:lnTo>
                <a:lnTo>
                  <a:pt x="17804751" y="295018"/>
                </a:lnTo>
                <a:lnTo>
                  <a:pt x="17851208" y="279953"/>
                </a:lnTo>
                <a:lnTo>
                  <a:pt x="17897801" y="265269"/>
                </a:lnTo>
                <a:lnTo>
                  <a:pt x="17944528" y="250968"/>
                </a:lnTo>
                <a:lnTo>
                  <a:pt x="17991388" y="237049"/>
                </a:lnTo>
                <a:lnTo>
                  <a:pt x="18038377" y="223516"/>
                </a:lnTo>
                <a:lnTo>
                  <a:pt x="18085494" y="210368"/>
                </a:lnTo>
                <a:lnTo>
                  <a:pt x="18132735" y="197606"/>
                </a:lnTo>
                <a:lnTo>
                  <a:pt x="18180100" y="185233"/>
                </a:lnTo>
                <a:lnTo>
                  <a:pt x="18227585" y="173248"/>
                </a:lnTo>
                <a:lnTo>
                  <a:pt x="18275189" y="161654"/>
                </a:lnTo>
                <a:lnTo>
                  <a:pt x="18322908" y="150451"/>
                </a:lnTo>
                <a:lnTo>
                  <a:pt x="18370741" y="139640"/>
                </a:lnTo>
                <a:lnTo>
                  <a:pt x="18418686" y="129223"/>
                </a:lnTo>
                <a:lnTo>
                  <a:pt x="18466740" y="119201"/>
                </a:lnTo>
                <a:lnTo>
                  <a:pt x="18514900" y="109574"/>
                </a:lnTo>
                <a:lnTo>
                  <a:pt x="18563165" y="100344"/>
                </a:lnTo>
                <a:lnTo>
                  <a:pt x="18611532" y="91512"/>
                </a:lnTo>
                <a:lnTo>
                  <a:pt x="18659999" y="83080"/>
                </a:lnTo>
                <a:lnTo>
                  <a:pt x="18708564" y="75047"/>
                </a:lnTo>
                <a:lnTo>
                  <a:pt x="18757224" y="67417"/>
                </a:lnTo>
                <a:lnTo>
                  <a:pt x="18805977" y="60188"/>
                </a:lnTo>
                <a:lnTo>
                  <a:pt x="18854820" y="53364"/>
                </a:lnTo>
                <a:lnTo>
                  <a:pt x="18903752" y="46944"/>
                </a:lnTo>
                <a:lnTo>
                  <a:pt x="18952771" y="40931"/>
                </a:lnTo>
                <a:lnTo>
                  <a:pt x="19001873" y="35324"/>
                </a:lnTo>
                <a:lnTo>
                  <a:pt x="19051057" y="30126"/>
                </a:lnTo>
                <a:lnTo>
                  <a:pt x="19100320" y="25337"/>
                </a:lnTo>
                <a:lnTo>
                  <a:pt x="19149660" y="20958"/>
                </a:lnTo>
                <a:lnTo>
                  <a:pt x="19199074" y="16991"/>
                </a:lnTo>
                <a:lnTo>
                  <a:pt x="19248561" y="13437"/>
                </a:lnTo>
                <a:lnTo>
                  <a:pt x="19298119" y="10297"/>
                </a:lnTo>
                <a:lnTo>
                  <a:pt x="19347744" y="7572"/>
                </a:lnTo>
                <a:lnTo>
                  <a:pt x="19397434" y="5263"/>
                </a:lnTo>
                <a:lnTo>
                  <a:pt x="19447188" y="3371"/>
                </a:lnTo>
                <a:lnTo>
                  <a:pt x="19497002" y="1898"/>
                </a:lnTo>
                <a:lnTo>
                  <a:pt x="19546875" y="844"/>
                </a:lnTo>
                <a:lnTo>
                  <a:pt x="19596805" y="211"/>
                </a:lnTo>
                <a:lnTo>
                  <a:pt x="19646788" y="0"/>
                </a:lnTo>
                <a:lnTo>
                  <a:pt x="20104099" y="0"/>
                </a:lnTo>
              </a:path>
            </a:pathLst>
          </a:custGeom>
          <a:ln w="19050">
            <a:solidFill>
              <a:schemeClr val="tx2"/>
            </a:solidFill>
          </a:ln>
        </p:spPr>
        <p:txBody>
          <a:bodyPr wrap="square" lIns="0" tIns="0" rIns="0" bIns="0" rtlCol="0"/>
          <a:lstStyle/>
          <a:p>
            <a:pPr marL="0" marR="0" lvl="0" indent="0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5" name="object 4">
            <a:extLst>
              <a:ext uri="{FF2B5EF4-FFF2-40B4-BE49-F238E27FC236}">
                <a16:creationId xmlns:a16="http://schemas.microsoft.com/office/drawing/2014/main" id="{4D79B08D-8C32-FB4A-74B4-C76E2DB52D00}"/>
              </a:ext>
            </a:extLst>
          </p:cNvPr>
          <p:cNvSpPr/>
          <p:nvPr/>
        </p:nvSpPr>
        <p:spPr>
          <a:xfrm rot="10247908" flipH="1">
            <a:off x="5297646" y="-1969541"/>
            <a:ext cx="8001039" cy="5749648"/>
          </a:xfrm>
          <a:custGeom>
            <a:avLst/>
            <a:gdLst>
              <a:gd name="connsiteX0" fmla="*/ 0 w 13940157"/>
              <a:gd name="connsiteY0" fmla="*/ 9200719 h 9456078"/>
              <a:gd name="connsiteX1" fmla="*/ 781360 w 13940157"/>
              <a:gd name="connsiteY1" fmla="*/ 9456078 h 9456078"/>
              <a:gd name="connsiteX2" fmla="*/ 831337 w 13940157"/>
              <a:gd name="connsiteY2" fmla="*/ 9455836 h 9456078"/>
              <a:gd name="connsiteX3" fmla="*/ 881253 w 13940157"/>
              <a:gd name="connsiteY3" fmla="*/ 9455111 h 9456078"/>
              <a:gd name="connsiteX4" fmla="*/ 931102 w 13940157"/>
              <a:gd name="connsiteY4" fmla="*/ 9453904 h 9456078"/>
              <a:gd name="connsiteX5" fmla="*/ 980884 w 13940157"/>
              <a:gd name="connsiteY5" fmla="*/ 9452217 h 9456078"/>
              <a:gd name="connsiteX6" fmla="*/ 1030594 w 13940157"/>
              <a:gd name="connsiteY6" fmla="*/ 9450052 h 9456078"/>
              <a:gd name="connsiteX7" fmla="*/ 1080230 w 13940157"/>
              <a:gd name="connsiteY7" fmla="*/ 9447409 h 9456078"/>
              <a:gd name="connsiteX8" fmla="*/ 1129789 w 13940157"/>
              <a:gd name="connsiteY8" fmla="*/ 9444290 h 9456078"/>
              <a:gd name="connsiteX9" fmla="*/ 1179267 w 13940157"/>
              <a:gd name="connsiteY9" fmla="*/ 9440698 h 9456078"/>
              <a:gd name="connsiteX10" fmla="*/ 1228662 w 13940157"/>
              <a:gd name="connsiteY10" fmla="*/ 9436632 h 9456078"/>
              <a:gd name="connsiteX11" fmla="*/ 1277970 w 13940157"/>
              <a:gd name="connsiteY11" fmla="*/ 9432096 h 9456078"/>
              <a:gd name="connsiteX12" fmla="*/ 1327189 w 13940157"/>
              <a:gd name="connsiteY12" fmla="*/ 9427089 h 9456078"/>
              <a:gd name="connsiteX13" fmla="*/ 1376316 w 13940157"/>
              <a:gd name="connsiteY13" fmla="*/ 9421615 h 9456078"/>
              <a:gd name="connsiteX14" fmla="*/ 1425347 w 13940157"/>
              <a:gd name="connsiteY14" fmla="*/ 9415673 h 9456078"/>
              <a:gd name="connsiteX15" fmla="*/ 1474280 w 13940157"/>
              <a:gd name="connsiteY15" fmla="*/ 9409267 h 9456078"/>
              <a:gd name="connsiteX16" fmla="*/ 1523111 w 13940157"/>
              <a:gd name="connsiteY16" fmla="*/ 9402396 h 9456078"/>
              <a:gd name="connsiteX17" fmla="*/ 1571838 w 13940157"/>
              <a:gd name="connsiteY17" fmla="*/ 9395063 h 9456078"/>
              <a:gd name="connsiteX18" fmla="*/ 1620458 w 13940157"/>
              <a:gd name="connsiteY18" fmla="*/ 9387270 h 9456078"/>
              <a:gd name="connsiteX19" fmla="*/ 1668967 w 13940157"/>
              <a:gd name="connsiteY19" fmla="*/ 9379017 h 9456078"/>
              <a:gd name="connsiteX20" fmla="*/ 1717362 w 13940157"/>
              <a:gd name="connsiteY20" fmla="*/ 9370306 h 9456078"/>
              <a:gd name="connsiteX21" fmla="*/ 1765641 w 13940157"/>
              <a:gd name="connsiteY21" fmla="*/ 9361139 h 9456078"/>
              <a:gd name="connsiteX22" fmla="*/ 1813800 w 13940157"/>
              <a:gd name="connsiteY22" fmla="*/ 9351517 h 9456078"/>
              <a:gd name="connsiteX23" fmla="*/ 1861837 w 13940157"/>
              <a:gd name="connsiteY23" fmla="*/ 9341441 h 9456078"/>
              <a:gd name="connsiteX24" fmla="*/ 1909749 w 13940157"/>
              <a:gd name="connsiteY24" fmla="*/ 9330914 h 9456078"/>
              <a:gd name="connsiteX25" fmla="*/ 1957532 w 13940157"/>
              <a:gd name="connsiteY25" fmla="*/ 9319936 h 9456078"/>
              <a:gd name="connsiteX26" fmla="*/ 2005183 w 13940157"/>
              <a:gd name="connsiteY26" fmla="*/ 9308509 h 9456078"/>
              <a:gd name="connsiteX27" fmla="*/ 2052699 w 13940157"/>
              <a:gd name="connsiteY27" fmla="*/ 9296635 h 9456078"/>
              <a:gd name="connsiteX28" fmla="*/ 2100079 w 13940157"/>
              <a:gd name="connsiteY28" fmla="*/ 9284315 h 9456078"/>
              <a:gd name="connsiteX29" fmla="*/ 2147317 w 13940157"/>
              <a:gd name="connsiteY29" fmla="*/ 9271550 h 9456078"/>
              <a:gd name="connsiteX30" fmla="*/ 2194412 w 13940157"/>
              <a:gd name="connsiteY30" fmla="*/ 9258342 h 9456078"/>
              <a:gd name="connsiteX31" fmla="*/ 2241360 w 13940157"/>
              <a:gd name="connsiteY31" fmla="*/ 9244693 h 9456078"/>
              <a:gd name="connsiteX32" fmla="*/ 2288159 w 13940157"/>
              <a:gd name="connsiteY32" fmla="*/ 9230604 h 9456078"/>
              <a:gd name="connsiteX33" fmla="*/ 2334805 w 13940157"/>
              <a:gd name="connsiteY33" fmla="*/ 9216076 h 9456078"/>
              <a:gd name="connsiteX34" fmla="*/ 2381295 w 13940157"/>
              <a:gd name="connsiteY34" fmla="*/ 9201111 h 9456078"/>
              <a:gd name="connsiteX35" fmla="*/ 2427627 w 13940157"/>
              <a:gd name="connsiteY35" fmla="*/ 9185710 h 9456078"/>
              <a:gd name="connsiteX36" fmla="*/ 2473797 w 13940157"/>
              <a:gd name="connsiteY36" fmla="*/ 9169876 h 9456078"/>
              <a:gd name="connsiteX37" fmla="*/ 2519802 w 13940157"/>
              <a:gd name="connsiteY37" fmla="*/ 9153608 h 9456078"/>
              <a:gd name="connsiteX38" fmla="*/ 2565640 w 13940157"/>
              <a:gd name="connsiteY38" fmla="*/ 9136910 h 9456078"/>
              <a:gd name="connsiteX39" fmla="*/ 2611307 w 13940157"/>
              <a:gd name="connsiteY39" fmla="*/ 9119782 h 9456078"/>
              <a:gd name="connsiteX40" fmla="*/ 2656800 w 13940157"/>
              <a:gd name="connsiteY40" fmla="*/ 9102226 h 9456078"/>
              <a:gd name="connsiteX41" fmla="*/ 2702116 w 13940157"/>
              <a:gd name="connsiteY41" fmla="*/ 9084243 h 9456078"/>
              <a:gd name="connsiteX42" fmla="*/ 2747253 w 13940157"/>
              <a:gd name="connsiteY42" fmla="*/ 9065835 h 9456078"/>
              <a:gd name="connsiteX43" fmla="*/ 2792207 w 13940157"/>
              <a:gd name="connsiteY43" fmla="*/ 9047004 h 9456078"/>
              <a:gd name="connsiteX44" fmla="*/ 2836975 w 13940157"/>
              <a:gd name="connsiteY44" fmla="*/ 9027750 h 9456078"/>
              <a:gd name="connsiteX45" fmla="*/ 2881555 w 13940157"/>
              <a:gd name="connsiteY45" fmla="*/ 9008075 h 9456078"/>
              <a:gd name="connsiteX46" fmla="*/ 2925942 w 13940157"/>
              <a:gd name="connsiteY46" fmla="*/ 8987981 h 9456078"/>
              <a:gd name="connsiteX47" fmla="*/ 2970135 w 13940157"/>
              <a:gd name="connsiteY47" fmla="*/ 8967470 h 9456078"/>
              <a:gd name="connsiteX48" fmla="*/ 3014130 w 13940157"/>
              <a:gd name="connsiteY48" fmla="*/ 8946542 h 9456078"/>
              <a:gd name="connsiteX49" fmla="*/ 3057924 w 13940157"/>
              <a:gd name="connsiteY49" fmla="*/ 8925199 h 9456078"/>
              <a:gd name="connsiteX50" fmla="*/ 3101514 w 13940157"/>
              <a:gd name="connsiteY50" fmla="*/ 8903443 h 9456078"/>
              <a:gd name="connsiteX51" fmla="*/ 3144898 w 13940157"/>
              <a:gd name="connsiteY51" fmla="*/ 8881275 h 9456078"/>
              <a:gd name="connsiteX52" fmla="*/ 3188071 w 13940157"/>
              <a:gd name="connsiteY52" fmla="*/ 8858697 h 9456078"/>
              <a:gd name="connsiteX53" fmla="*/ 3231032 w 13940157"/>
              <a:gd name="connsiteY53" fmla="*/ 8835710 h 9456078"/>
              <a:gd name="connsiteX54" fmla="*/ 3273777 w 13940157"/>
              <a:gd name="connsiteY54" fmla="*/ 8812316 h 9456078"/>
              <a:gd name="connsiteX55" fmla="*/ 3316303 w 13940157"/>
              <a:gd name="connsiteY55" fmla="*/ 8788516 h 9456078"/>
              <a:gd name="connsiteX56" fmla="*/ 3358607 w 13940157"/>
              <a:gd name="connsiteY56" fmla="*/ 8764311 h 9456078"/>
              <a:gd name="connsiteX57" fmla="*/ 3400686 w 13940157"/>
              <a:gd name="connsiteY57" fmla="*/ 8739704 h 9456078"/>
              <a:gd name="connsiteX58" fmla="*/ 3442537 w 13940157"/>
              <a:gd name="connsiteY58" fmla="*/ 8714695 h 9456078"/>
              <a:gd name="connsiteX59" fmla="*/ 3484157 w 13940157"/>
              <a:gd name="connsiteY59" fmla="*/ 8689286 h 9456078"/>
              <a:gd name="connsiteX60" fmla="*/ 3525543 w 13940157"/>
              <a:gd name="connsiteY60" fmla="*/ 8663479 h 9456078"/>
              <a:gd name="connsiteX61" fmla="*/ 3566693 w 13940157"/>
              <a:gd name="connsiteY61" fmla="*/ 8637274 h 9456078"/>
              <a:gd name="connsiteX62" fmla="*/ 3607602 w 13940157"/>
              <a:gd name="connsiteY62" fmla="*/ 8610675 h 9456078"/>
              <a:gd name="connsiteX63" fmla="*/ 3648268 w 13940157"/>
              <a:gd name="connsiteY63" fmla="*/ 8583681 h 9456078"/>
              <a:gd name="connsiteX64" fmla="*/ 3688689 w 13940157"/>
              <a:gd name="connsiteY64" fmla="*/ 8556295 h 9456078"/>
              <a:gd name="connsiteX65" fmla="*/ 3728860 w 13940157"/>
              <a:gd name="connsiteY65" fmla="*/ 8528517 h 9456078"/>
              <a:gd name="connsiteX66" fmla="*/ 3768779 w 13940157"/>
              <a:gd name="connsiteY66" fmla="*/ 8500351 h 9456078"/>
              <a:gd name="connsiteX67" fmla="*/ 3808443 w 13940157"/>
              <a:gd name="connsiteY67" fmla="*/ 8471796 h 9456078"/>
              <a:gd name="connsiteX68" fmla="*/ 3847849 w 13940157"/>
              <a:gd name="connsiteY68" fmla="*/ 8442854 h 9456078"/>
              <a:gd name="connsiteX69" fmla="*/ 3886994 w 13940157"/>
              <a:gd name="connsiteY69" fmla="*/ 8413528 h 9456078"/>
              <a:gd name="connsiteX70" fmla="*/ 3925875 w 13940157"/>
              <a:gd name="connsiteY70" fmla="*/ 8383818 h 9456078"/>
              <a:gd name="connsiteX71" fmla="*/ 3964489 w 13940157"/>
              <a:gd name="connsiteY71" fmla="*/ 8353726 h 9456078"/>
              <a:gd name="connsiteX72" fmla="*/ 4002833 w 13940157"/>
              <a:gd name="connsiteY72" fmla="*/ 8323253 h 9456078"/>
              <a:gd name="connsiteX73" fmla="*/ 4040904 w 13940157"/>
              <a:gd name="connsiteY73" fmla="*/ 8292401 h 9456078"/>
              <a:gd name="connsiteX74" fmla="*/ 4078699 w 13940157"/>
              <a:gd name="connsiteY74" fmla="*/ 8261172 h 9456078"/>
              <a:gd name="connsiteX75" fmla="*/ 4116214 w 13940157"/>
              <a:gd name="connsiteY75" fmla="*/ 8229566 h 9456078"/>
              <a:gd name="connsiteX76" fmla="*/ 4153447 w 13940157"/>
              <a:gd name="connsiteY76" fmla="*/ 8197585 h 9456078"/>
              <a:gd name="connsiteX77" fmla="*/ 4190395 w 13940157"/>
              <a:gd name="connsiteY77" fmla="*/ 8165232 h 9456078"/>
              <a:gd name="connsiteX78" fmla="*/ 4227055 w 13940157"/>
              <a:gd name="connsiteY78" fmla="*/ 8132507 h 9456078"/>
              <a:gd name="connsiteX79" fmla="*/ 4263424 w 13940157"/>
              <a:gd name="connsiteY79" fmla="*/ 8099411 h 9456078"/>
              <a:gd name="connsiteX80" fmla="*/ 4299499 w 13940157"/>
              <a:gd name="connsiteY80" fmla="*/ 8065947 h 9456078"/>
              <a:gd name="connsiteX81" fmla="*/ 4335276 w 13940157"/>
              <a:gd name="connsiteY81" fmla="*/ 8032115 h 9456078"/>
              <a:gd name="connsiteX82" fmla="*/ 4370753 w 13940157"/>
              <a:gd name="connsiteY82" fmla="*/ 7997918 h 9456078"/>
              <a:gd name="connsiteX83" fmla="*/ 4405927 w 13940157"/>
              <a:gd name="connsiteY83" fmla="*/ 7963356 h 9456078"/>
              <a:gd name="connsiteX84" fmla="*/ 4440795 w 13940157"/>
              <a:gd name="connsiteY84" fmla="*/ 7928432 h 9456078"/>
              <a:gd name="connsiteX85" fmla="*/ 4475354 w 13940157"/>
              <a:gd name="connsiteY85" fmla="*/ 7893146 h 9456078"/>
              <a:gd name="connsiteX86" fmla="*/ 4509600 w 13940157"/>
              <a:gd name="connsiteY86" fmla="*/ 7857501 h 9456078"/>
              <a:gd name="connsiteX87" fmla="*/ 4543531 w 13940157"/>
              <a:gd name="connsiteY87" fmla="*/ 7821497 h 9456078"/>
              <a:gd name="connsiteX88" fmla="*/ 4577143 w 13940157"/>
              <a:gd name="connsiteY88" fmla="*/ 7785136 h 9456078"/>
              <a:gd name="connsiteX89" fmla="*/ 4610435 w 13940157"/>
              <a:gd name="connsiteY89" fmla="*/ 7748420 h 9456078"/>
              <a:gd name="connsiteX90" fmla="*/ 4643402 w 13940157"/>
              <a:gd name="connsiteY90" fmla="*/ 7711350 h 9456078"/>
              <a:gd name="connsiteX91" fmla="*/ 4676042 w 13940157"/>
              <a:gd name="connsiteY91" fmla="*/ 7673928 h 9456078"/>
              <a:gd name="connsiteX92" fmla="*/ 4708351 w 13940157"/>
              <a:gd name="connsiteY92" fmla="*/ 7636155 h 9456078"/>
              <a:gd name="connsiteX93" fmla="*/ 4740327 w 13940157"/>
              <a:gd name="connsiteY93" fmla="*/ 7598032 h 9456078"/>
              <a:gd name="connsiteX94" fmla="*/ 4771967 w 13940157"/>
              <a:gd name="connsiteY94" fmla="*/ 7559561 h 9456078"/>
              <a:gd name="connsiteX95" fmla="*/ 4803267 w 13940157"/>
              <a:gd name="connsiteY95" fmla="*/ 7520744 h 9456078"/>
              <a:gd name="connsiteX96" fmla="*/ 4834225 w 13940157"/>
              <a:gd name="connsiteY96" fmla="*/ 7481582 h 9456078"/>
              <a:gd name="connsiteX97" fmla="*/ 4864838 w 13940157"/>
              <a:gd name="connsiteY97" fmla="*/ 7442077 h 9456078"/>
              <a:gd name="connsiteX98" fmla="*/ 8803671 w 13940157"/>
              <a:gd name="connsiteY98" fmla="*/ 2307814 h 9456078"/>
              <a:gd name="connsiteX99" fmla="*/ 8834262 w 13940157"/>
              <a:gd name="connsiteY99" fmla="*/ 2268285 h 9456078"/>
              <a:gd name="connsiteX100" fmla="*/ 8865156 w 13940157"/>
              <a:gd name="connsiteY100" fmla="*/ 2229056 h 9456078"/>
              <a:gd name="connsiteX101" fmla="*/ 8896349 w 13940157"/>
              <a:gd name="connsiteY101" fmla="*/ 2190127 h 9456078"/>
              <a:gd name="connsiteX102" fmla="*/ 8927839 w 13940157"/>
              <a:gd name="connsiteY102" fmla="*/ 2151500 h 9456078"/>
              <a:gd name="connsiteX103" fmla="*/ 8959624 w 13940157"/>
              <a:gd name="connsiteY103" fmla="*/ 2113176 h 9456078"/>
              <a:gd name="connsiteX104" fmla="*/ 8991701 w 13940157"/>
              <a:gd name="connsiteY104" fmla="*/ 2075157 h 9456078"/>
              <a:gd name="connsiteX105" fmla="*/ 9024069 w 13940157"/>
              <a:gd name="connsiteY105" fmla="*/ 2037442 h 9456078"/>
              <a:gd name="connsiteX106" fmla="*/ 9056725 w 13940157"/>
              <a:gd name="connsiteY106" fmla="*/ 2000034 h 9456078"/>
              <a:gd name="connsiteX107" fmla="*/ 9089667 w 13940157"/>
              <a:gd name="connsiteY107" fmla="*/ 1962934 h 9456078"/>
              <a:gd name="connsiteX108" fmla="*/ 9122892 w 13940157"/>
              <a:gd name="connsiteY108" fmla="*/ 1926142 h 9456078"/>
              <a:gd name="connsiteX109" fmla="*/ 9156398 w 13940157"/>
              <a:gd name="connsiteY109" fmla="*/ 1889660 h 9456078"/>
              <a:gd name="connsiteX110" fmla="*/ 9190183 w 13940157"/>
              <a:gd name="connsiteY110" fmla="*/ 1853489 h 9456078"/>
              <a:gd name="connsiteX111" fmla="*/ 9224245 w 13940157"/>
              <a:gd name="connsiteY111" fmla="*/ 1817630 h 9456078"/>
              <a:gd name="connsiteX112" fmla="*/ 9258581 w 13940157"/>
              <a:gd name="connsiteY112" fmla="*/ 1782084 h 9456078"/>
              <a:gd name="connsiteX113" fmla="*/ 9293189 w 13940157"/>
              <a:gd name="connsiteY113" fmla="*/ 1746853 h 9456078"/>
              <a:gd name="connsiteX114" fmla="*/ 9328066 w 13940157"/>
              <a:gd name="connsiteY114" fmla="*/ 1711937 h 9456078"/>
              <a:gd name="connsiteX115" fmla="*/ 9363211 w 13940157"/>
              <a:gd name="connsiteY115" fmla="*/ 1677337 h 9456078"/>
              <a:gd name="connsiteX116" fmla="*/ 9398621 w 13940157"/>
              <a:gd name="connsiteY116" fmla="*/ 1643056 h 9456078"/>
              <a:gd name="connsiteX117" fmla="*/ 9434294 w 13940157"/>
              <a:gd name="connsiteY117" fmla="*/ 1609093 h 9456078"/>
              <a:gd name="connsiteX118" fmla="*/ 9470227 w 13940157"/>
              <a:gd name="connsiteY118" fmla="*/ 1575450 h 9456078"/>
              <a:gd name="connsiteX119" fmla="*/ 9506418 w 13940157"/>
              <a:gd name="connsiteY119" fmla="*/ 1542128 h 9456078"/>
              <a:gd name="connsiteX120" fmla="*/ 9542866 w 13940157"/>
              <a:gd name="connsiteY120" fmla="*/ 1509129 h 9456078"/>
              <a:gd name="connsiteX121" fmla="*/ 9579567 w 13940157"/>
              <a:gd name="connsiteY121" fmla="*/ 1476452 h 9456078"/>
              <a:gd name="connsiteX122" fmla="*/ 9616519 w 13940157"/>
              <a:gd name="connsiteY122" fmla="*/ 1444101 h 9456078"/>
              <a:gd name="connsiteX123" fmla="*/ 9653720 w 13940157"/>
              <a:gd name="connsiteY123" fmla="*/ 1412075 h 9456078"/>
              <a:gd name="connsiteX124" fmla="*/ 9691168 w 13940157"/>
              <a:gd name="connsiteY124" fmla="*/ 1380375 h 9456078"/>
              <a:gd name="connsiteX125" fmla="*/ 9728861 w 13940157"/>
              <a:gd name="connsiteY125" fmla="*/ 1349004 h 9456078"/>
              <a:gd name="connsiteX126" fmla="*/ 9766795 w 13940157"/>
              <a:gd name="connsiteY126" fmla="*/ 1317962 h 9456078"/>
              <a:gd name="connsiteX127" fmla="*/ 9804970 w 13940157"/>
              <a:gd name="connsiteY127" fmla="*/ 1287250 h 9456078"/>
              <a:gd name="connsiteX128" fmla="*/ 9843382 w 13940157"/>
              <a:gd name="connsiteY128" fmla="*/ 1256869 h 9456078"/>
              <a:gd name="connsiteX129" fmla="*/ 9882029 w 13940157"/>
              <a:gd name="connsiteY129" fmla="*/ 1226820 h 9456078"/>
              <a:gd name="connsiteX130" fmla="*/ 9920909 w 13940157"/>
              <a:gd name="connsiteY130" fmla="*/ 1197105 h 9456078"/>
              <a:gd name="connsiteX131" fmla="*/ 9960020 w 13940157"/>
              <a:gd name="connsiteY131" fmla="*/ 1167725 h 9456078"/>
              <a:gd name="connsiteX132" fmla="*/ 9999359 w 13940157"/>
              <a:gd name="connsiteY132" fmla="*/ 1138681 h 9456078"/>
              <a:gd name="connsiteX133" fmla="*/ 10038924 w 13940157"/>
              <a:gd name="connsiteY133" fmla="*/ 1109974 h 9456078"/>
              <a:gd name="connsiteX134" fmla="*/ 10078713 w 13940157"/>
              <a:gd name="connsiteY134" fmla="*/ 1081604 h 9456078"/>
              <a:gd name="connsiteX135" fmla="*/ 10118724 w 13940157"/>
              <a:gd name="connsiteY135" fmla="*/ 1053574 h 9456078"/>
              <a:gd name="connsiteX136" fmla="*/ 10158954 w 13940157"/>
              <a:gd name="connsiteY136" fmla="*/ 1025884 h 9456078"/>
              <a:gd name="connsiteX137" fmla="*/ 10199400 w 13940157"/>
              <a:gd name="connsiteY137" fmla="*/ 998536 h 9456078"/>
              <a:gd name="connsiteX138" fmla="*/ 10240062 w 13940157"/>
              <a:gd name="connsiteY138" fmla="*/ 971530 h 9456078"/>
              <a:gd name="connsiteX139" fmla="*/ 10280935 w 13940157"/>
              <a:gd name="connsiteY139" fmla="*/ 944868 h 9456078"/>
              <a:gd name="connsiteX140" fmla="*/ 10322019 w 13940157"/>
              <a:gd name="connsiteY140" fmla="*/ 918551 h 9456078"/>
              <a:gd name="connsiteX141" fmla="*/ 10363310 w 13940157"/>
              <a:gd name="connsiteY141" fmla="*/ 892580 h 9456078"/>
              <a:gd name="connsiteX142" fmla="*/ 10404807 w 13940157"/>
              <a:gd name="connsiteY142" fmla="*/ 866956 h 9456078"/>
              <a:gd name="connsiteX143" fmla="*/ 10446507 w 13940157"/>
              <a:gd name="connsiteY143" fmla="*/ 841681 h 9456078"/>
              <a:gd name="connsiteX144" fmla="*/ 10488408 w 13940157"/>
              <a:gd name="connsiteY144" fmla="*/ 816754 h 9456078"/>
              <a:gd name="connsiteX145" fmla="*/ 10530507 w 13940157"/>
              <a:gd name="connsiteY145" fmla="*/ 792179 h 9456078"/>
              <a:gd name="connsiteX146" fmla="*/ 10572803 w 13940157"/>
              <a:gd name="connsiteY146" fmla="*/ 767955 h 9456078"/>
              <a:gd name="connsiteX147" fmla="*/ 10615292 w 13940157"/>
              <a:gd name="connsiteY147" fmla="*/ 744083 h 9456078"/>
              <a:gd name="connsiteX148" fmla="*/ 10657973 w 13940157"/>
              <a:gd name="connsiteY148" fmla="*/ 720566 h 9456078"/>
              <a:gd name="connsiteX149" fmla="*/ 10700844 w 13940157"/>
              <a:gd name="connsiteY149" fmla="*/ 697404 h 9456078"/>
              <a:gd name="connsiteX150" fmla="*/ 10743902 w 13940157"/>
              <a:gd name="connsiteY150" fmla="*/ 674598 h 9456078"/>
              <a:gd name="connsiteX151" fmla="*/ 10787144 w 13940157"/>
              <a:gd name="connsiteY151" fmla="*/ 652149 h 9456078"/>
              <a:gd name="connsiteX152" fmla="*/ 10830569 w 13940157"/>
              <a:gd name="connsiteY152" fmla="*/ 630059 h 9456078"/>
              <a:gd name="connsiteX153" fmla="*/ 10874174 w 13940157"/>
              <a:gd name="connsiteY153" fmla="*/ 608328 h 9456078"/>
              <a:gd name="connsiteX154" fmla="*/ 10917957 w 13940157"/>
              <a:gd name="connsiteY154" fmla="*/ 586958 h 9456078"/>
              <a:gd name="connsiteX155" fmla="*/ 10961916 w 13940157"/>
              <a:gd name="connsiteY155" fmla="*/ 565950 h 9456078"/>
              <a:gd name="connsiteX156" fmla="*/ 11006048 w 13940157"/>
              <a:gd name="connsiteY156" fmla="*/ 545304 h 9456078"/>
              <a:gd name="connsiteX157" fmla="*/ 11050351 w 13940157"/>
              <a:gd name="connsiteY157" fmla="*/ 525023 h 9456078"/>
              <a:gd name="connsiteX158" fmla="*/ 11094823 w 13940157"/>
              <a:gd name="connsiteY158" fmla="*/ 505107 h 9456078"/>
              <a:gd name="connsiteX159" fmla="*/ 11139461 w 13940157"/>
              <a:gd name="connsiteY159" fmla="*/ 485558 h 9456078"/>
              <a:gd name="connsiteX160" fmla="*/ 11184263 w 13940157"/>
              <a:gd name="connsiteY160" fmla="*/ 466376 h 9456078"/>
              <a:gd name="connsiteX161" fmla="*/ 11229228 w 13940157"/>
              <a:gd name="connsiteY161" fmla="*/ 447563 h 9456078"/>
              <a:gd name="connsiteX162" fmla="*/ 11274351 w 13940157"/>
              <a:gd name="connsiteY162" fmla="*/ 429119 h 9456078"/>
              <a:gd name="connsiteX163" fmla="*/ 11319632 w 13940157"/>
              <a:gd name="connsiteY163" fmla="*/ 411046 h 9456078"/>
              <a:gd name="connsiteX164" fmla="*/ 11365068 w 13940157"/>
              <a:gd name="connsiteY164" fmla="*/ 393346 h 9456078"/>
              <a:gd name="connsiteX165" fmla="*/ 11410657 w 13940157"/>
              <a:gd name="connsiteY165" fmla="*/ 376018 h 9456078"/>
              <a:gd name="connsiteX166" fmla="*/ 11456396 w 13940157"/>
              <a:gd name="connsiteY166" fmla="*/ 359065 h 9456078"/>
              <a:gd name="connsiteX167" fmla="*/ 11502283 w 13940157"/>
              <a:gd name="connsiteY167" fmla="*/ 342487 h 9456078"/>
              <a:gd name="connsiteX168" fmla="*/ 11548316 w 13940157"/>
              <a:gd name="connsiteY168" fmla="*/ 326286 h 9456078"/>
              <a:gd name="connsiteX169" fmla="*/ 11594492 w 13940157"/>
              <a:gd name="connsiteY169" fmla="*/ 310462 h 9456078"/>
              <a:gd name="connsiteX170" fmla="*/ 11640810 w 13940157"/>
              <a:gd name="connsiteY170" fmla="*/ 295018 h 9456078"/>
              <a:gd name="connsiteX171" fmla="*/ 11687267 w 13940157"/>
              <a:gd name="connsiteY171" fmla="*/ 279953 h 9456078"/>
              <a:gd name="connsiteX172" fmla="*/ 11733860 w 13940157"/>
              <a:gd name="connsiteY172" fmla="*/ 265269 h 9456078"/>
              <a:gd name="connsiteX173" fmla="*/ 11780587 w 13940157"/>
              <a:gd name="connsiteY173" fmla="*/ 250968 h 9456078"/>
              <a:gd name="connsiteX174" fmla="*/ 11827447 w 13940157"/>
              <a:gd name="connsiteY174" fmla="*/ 237049 h 9456078"/>
              <a:gd name="connsiteX175" fmla="*/ 11874436 w 13940157"/>
              <a:gd name="connsiteY175" fmla="*/ 223516 h 9456078"/>
              <a:gd name="connsiteX176" fmla="*/ 11921553 w 13940157"/>
              <a:gd name="connsiteY176" fmla="*/ 210368 h 9456078"/>
              <a:gd name="connsiteX177" fmla="*/ 11968794 w 13940157"/>
              <a:gd name="connsiteY177" fmla="*/ 197606 h 9456078"/>
              <a:gd name="connsiteX178" fmla="*/ 12016159 w 13940157"/>
              <a:gd name="connsiteY178" fmla="*/ 185233 h 9456078"/>
              <a:gd name="connsiteX179" fmla="*/ 12063644 w 13940157"/>
              <a:gd name="connsiteY179" fmla="*/ 173248 h 9456078"/>
              <a:gd name="connsiteX180" fmla="*/ 12111248 w 13940157"/>
              <a:gd name="connsiteY180" fmla="*/ 161654 h 9456078"/>
              <a:gd name="connsiteX181" fmla="*/ 12158967 w 13940157"/>
              <a:gd name="connsiteY181" fmla="*/ 150451 h 9456078"/>
              <a:gd name="connsiteX182" fmla="*/ 12206800 w 13940157"/>
              <a:gd name="connsiteY182" fmla="*/ 139640 h 9456078"/>
              <a:gd name="connsiteX183" fmla="*/ 12254745 w 13940157"/>
              <a:gd name="connsiteY183" fmla="*/ 129223 h 9456078"/>
              <a:gd name="connsiteX184" fmla="*/ 12302799 w 13940157"/>
              <a:gd name="connsiteY184" fmla="*/ 119201 h 9456078"/>
              <a:gd name="connsiteX185" fmla="*/ 12350959 w 13940157"/>
              <a:gd name="connsiteY185" fmla="*/ 109574 h 9456078"/>
              <a:gd name="connsiteX186" fmla="*/ 12399224 w 13940157"/>
              <a:gd name="connsiteY186" fmla="*/ 100344 h 9456078"/>
              <a:gd name="connsiteX187" fmla="*/ 12447591 w 13940157"/>
              <a:gd name="connsiteY187" fmla="*/ 91512 h 9456078"/>
              <a:gd name="connsiteX188" fmla="*/ 12496058 w 13940157"/>
              <a:gd name="connsiteY188" fmla="*/ 83080 h 9456078"/>
              <a:gd name="connsiteX189" fmla="*/ 12544623 w 13940157"/>
              <a:gd name="connsiteY189" fmla="*/ 75047 h 9456078"/>
              <a:gd name="connsiteX190" fmla="*/ 12593283 w 13940157"/>
              <a:gd name="connsiteY190" fmla="*/ 67417 h 9456078"/>
              <a:gd name="connsiteX191" fmla="*/ 12642036 w 13940157"/>
              <a:gd name="connsiteY191" fmla="*/ 60188 h 9456078"/>
              <a:gd name="connsiteX192" fmla="*/ 12690879 w 13940157"/>
              <a:gd name="connsiteY192" fmla="*/ 53364 h 9456078"/>
              <a:gd name="connsiteX193" fmla="*/ 12739811 w 13940157"/>
              <a:gd name="connsiteY193" fmla="*/ 46944 h 9456078"/>
              <a:gd name="connsiteX194" fmla="*/ 12788830 w 13940157"/>
              <a:gd name="connsiteY194" fmla="*/ 40931 h 9456078"/>
              <a:gd name="connsiteX195" fmla="*/ 12837932 w 13940157"/>
              <a:gd name="connsiteY195" fmla="*/ 35324 h 9456078"/>
              <a:gd name="connsiteX196" fmla="*/ 12887116 w 13940157"/>
              <a:gd name="connsiteY196" fmla="*/ 30126 h 9456078"/>
              <a:gd name="connsiteX197" fmla="*/ 12936379 w 13940157"/>
              <a:gd name="connsiteY197" fmla="*/ 25337 h 9456078"/>
              <a:gd name="connsiteX198" fmla="*/ 12985719 w 13940157"/>
              <a:gd name="connsiteY198" fmla="*/ 20958 h 9456078"/>
              <a:gd name="connsiteX199" fmla="*/ 13035133 w 13940157"/>
              <a:gd name="connsiteY199" fmla="*/ 16991 h 9456078"/>
              <a:gd name="connsiteX200" fmla="*/ 13084620 w 13940157"/>
              <a:gd name="connsiteY200" fmla="*/ 13437 h 9456078"/>
              <a:gd name="connsiteX201" fmla="*/ 13134178 w 13940157"/>
              <a:gd name="connsiteY201" fmla="*/ 10297 h 9456078"/>
              <a:gd name="connsiteX202" fmla="*/ 13183803 w 13940157"/>
              <a:gd name="connsiteY202" fmla="*/ 7572 h 9456078"/>
              <a:gd name="connsiteX203" fmla="*/ 13233493 w 13940157"/>
              <a:gd name="connsiteY203" fmla="*/ 5263 h 9456078"/>
              <a:gd name="connsiteX204" fmla="*/ 13283247 w 13940157"/>
              <a:gd name="connsiteY204" fmla="*/ 3371 h 9456078"/>
              <a:gd name="connsiteX205" fmla="*/ 13333061 w 13940157"/>
              <a:gd name="connsiteY205" fmla="*/ 1898 h 9456078"/>
              <a:gd name="connsiteX206" fmla="*/ 13382934 w 13940157"/>
              <a:gd name="connsiteY206" fmla="*/ 844 h 9456078"/>
              <a:gd name="connsiteX207" fmla="*/ 13432864 w 13940157"/>
              <a:gd name="connsiteY207" fmla="*/ 211 h 9456078"/>
              <a:gd name="connsiteX208" fmla="*/ 13482847 w 13940157"/>
              <a:gd name="connsiteY208" fmla="*/ 0 h 9456078"/>
              <a:gd name="connsiteX209" fmla="*/ 13940158 w 13940157"/>
              <a:gd name="connsiteY209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49234 w 13158799"/>
              <a:gd name="connsiteY5" fmla="*/ 9450052 h 9456078"/>
              <a:gd name="connsiteX6" fmla="*/ 298870 w 13158799"/>
              <a:gd name="connsiteY6" fmla="*/ 9447409 h 9456078"/>
              <a:gd name="connsiteX7" fmla="*/ 348429 w 13158799"/>
              <a:gd name="connsiteY7" fmla="*/ 9444290 h 9456078"/>
              <a:gd name="connsiteX8" fmla="*/ 397907 w 13158799"/>
              <a:gd name="connsiteY8" fmla="*/ 9440698 h 9456078"/>
              <a:gd name="connsiteX9" fmla="*/ 447302 w 13158799"/>
              <a:gd name="connsiteY9" fmla="*/ 9436632 h 9456078"/>
              <a:gd name="connsiteX10" fmla="*/ 496610 w 13158799"/>
              <a:gd name="connsiteY10" fmla="*/ 9432096 h 9456078"/>
              <a:gd name="connsiteX11" fmla="*/ 545829 w 13158799"/>
              <a:gd name="connsiteY11" fmla="*/ 9427089 h 9456078"/>
              <a:gd name="connsiteX12" fmla="*/ 594956 w 13158799"/>
              <a:gd name="connsiteY12" fmla="*/ 9421615 h 9456078"/>
              <a:gd name="connsiteX13" fmla="*/ 643987 w 13158799"/>
              <a:gd name="connsiteY13" fmla="*/ 9415673 h 9456078"/>
              <a:gd name="connsiteX14" fmla="*/ 692920 w 13158799"/>
              <a:gd name="connsiteY14" fmla="*/ 9409267 h 9456078"/>
              <a:gd name="connsiteX15" fmla="*/ 741751 w 13158799"/>
              <a:gd name="connsiteY15" fmla="*/ 9402396 h 9456078"/>
              <a:gd name="connsiteX16" fmla="*/ 790478 w 13158799"/>
              <a:gd name="connsiteY16" fmla="*/ 9395063 h 9456078"/>
              <a:gd name="connsiteX17" fmla="*/ 839098 w 13158799"/>
              <a:gd name="connsiteY17" fmla="*/ 9387270 h 9456078"/>
              <a:gd name="connsiteX18" fmla="*/ 887607 w 13158799"/>
              <a:gd name="connsiteY18" fmla="*/ 9379017 h 9456078"/>
              <a:gd name="connsiteX19" fmla="*/ 936002 w 13158799"/>
              <a:gd name="connsiteY19" fmla="*/ 9370306 h 9456078"/>
              <a:gd name="connsiteX20" fmla="*/ 984281 w 13158799"/>
              <a:gd name="connsiteY20" fmla="*/ 9361139 h 9456078"/>
              <a:gd name="connsiteX21" fmla="*/ 1032440 w 13158799"/>
              <a:gd name="connsiteY21" fmla="*/ 9351517 h 9456078"/>
              <a:gd name="connsiteX22" fmla="*/ 1080477 w 13158799"/>
              <a:gd name="connsiteY22" fmla="*/ 9341441 h 9456078"/>
              <a:gd name="connsiteX23" fmla="*/ 1128389 w 13158799"/>
              <a:gd name="connsiteY23" fmla="*/ 9330914 h 9456078"/>
              <a:gd name="connsiteX24" fmla="*/ 1176172 w 13158799"/>
              <a:gd name="connsiteY24" fmla="*/ 9319936 h 9456078"/>
              <a:gd name="connsiteX25" fmla="*/ 1223823 w 13158799"/>
              <a:gd name="connsiteY25" fmla="*/ 9308509 h 9456078"/>
              <a:gd name="connsiteX26" fmla="*/ 1271339 w 13158799"/>
              <a:gd name="connsiteY26" fmla="*/ 9296635 h 9456078"/>
              <a:gd name="connsiteX27" fmla="*/ 1318719 w 13158799"/>
              <a:gd name="connsiteY27" fmla="*/ 9284315 h 9456078"/>
              <a:gd name="connsiteX28" fmla="*/ 1365957 w 13158799"/>
              <a:gd name="connsiteY28" fmla="*/ 9271550 h 9456078"/>
              <a:gd name="connsiteX29" fmla="*/ 1413052 w 13158799"/>
              <a:gd name="connsiteY29" fmla="*/ 9258342 h 9456078"/>
              <a:gd name="connsiteX30" fmla="*/ 1460000 w 13158799"/>
              <a:gd name="connsiteY30" fmla="*/ 9244693 h 9456078"/>
              <a:gd name="connsiteX31" fmla="*/ 1506799 w 13158799"/>
              <a:gd name="connsiteY31" fmla="*/ 9230604 h 9456078"/>
              <a:gd name="connsiteX32" fmla="*/ 1553445 w 13158799"/>
              <a:gd name="connsiteY32" fmla="*/ 9216076 h 9456078"/>
              <a:gd name="connsiteX33" fmla="*/ 1599935 w 13158799"/>
              <a:gd name="connsiteY33" fmla="*/ 9201111 h 9456078"/>
              <a:gd name="connsiteX34" fmla="*/ 1646267 w 13158799"/>
              <a:gd name="connsiteY34" fmla="*/ 9185710 h 9456078"/>
              <a:gd name="connsiteX35" fmla="*/ 1692437 w 13158799"/>
              <a:gd name="connsiteY35" fmla="*/ 9169876 h 9456078"/>
              <a:gd name="connsiteX36" fmla="*/ 1738442 w 13158799"/>
              <a:gd name="connsiteY36" fmla="*/ 9153608 h 9456078"/>
              <a:gd name="connsiteX37" fmla="*/ 1784280 w 13158799"/>
              <a:gd name="connsiteY37" fmla="*/ 9136910 h 9456078"/>
              <a:gd name="connsiteX38" fmla="*/ 1829947 w 13158799"/>
              <a:gd name="connsiteY38" fmla="*/ 9119782 h 9456078"/>
              <a:gd name="connsiteX39" fmla="*/ 1875440 w 13158799"/>
              <a:gd name="connsiteY39" fmla="*/ 9102226 h 9456078"/>
              <a:gd name="connsiteX40" fmla="*/ 1920756 w 13158799"/>
              <a:gd name="connsiteY40" fmla="*/ 9084243 h 9456078"/>
              <a:gd name="connsiteX41" fmla="*/ 1965893 w 13158799"/>
              <a:gd name="connsiteY41" fmla="*/ 9065835 h 9456078"/>
              <a:gd name="connsiteX42" fmla="*/ 2010847 w 13158799"/>
              <a:gd name="connsiteY42" fmla="*/ 9047004 h 9456078"/>
              <a:gd name="connsiteX43" fmla="*/ 2055615 w 13158799"/>
              <a:gd name="connsiteY43" fmla="*/ 9027750 h 9456078"/>
              <a:gd name="connsiteX44" fmla="*/ 2100195 w 13158799"/>
              <a:gd name="connsiteY44" fmla="*/ 9008075 h 9456078"/>
              <a:gd name="connsiteX45" fmla="*/ 2144582 w 13158799"/>
              <a:gd name="connsiteY45" fmla="*/ 8987981 h 9456078"/>
              <a:gd name="connsiteX46" fmla="*/ 2188775 w 13158799"/>
              <a:gd name="connsiteY46" fmla="*/ 8967470 h 9456078"/>
              <a:gd name="connsiteX47" fmla="*/ 2232770 w 13158799"/>
              <a:gd name="connsiteY47" fmla="*/ 8946542 h 9456078"/>
              <a:gd name="connsiteX48" fmla="*/ 2276564 w 13158799"/>
              <a:gd name="connsiteY48" fmla="*/ 8925199 h 9456078"/>
              <a:gd name="connsiteX49" fmla="*/ 2320154 w 13158799"/>
              <a:gd name="connsiteY49" fmla="*/ 8903443 h 9456078"/>
              <a:gd name="connsiteX50" fmla="*/ 2363538 w 13158799"/>
              <a:gd name="connsiteY50" fmla="*/ 8881275 h 9456078"/>
              <a:gd name="connsiteX51" fmla="*/ 2406711 w 13158799"/>
              <a:gd name="connsiteY51" fmla="*/ 8858697 h 9456078"/>
              <a:gd name="connsiteX52" fmla="*/ 2449672 w 13158799"/>
              <a:gd name="connsiteY52" fmla="*/ 8835710 h 9456078"/>
              <a:gd name="connsiteX53" fmla="*/ 2492417 w 13158799"/>
              <a:gd name="connsiteY53" fmla="*/ 8812316 h 9456078"/>
              <a:gd name="connsiteX54" fmla="*/ 2534943 w 13158799"/>
              <a:gd name="connsiteY54" fmla="*/ 8788516 h 9456078"/>
              <a:gd name="connsiteX55" fmla="*/ 2577247 w 13158799"/>
              <a:gd name="connsiteY55" fmla="*/ 8764311 h 9456078"/>
              <a:gd name="connsiteX56" fmla="*/ 2619326 w 13158799"/>
              <a:gd name="connsiteY56" fmla="*/ 8739704 h 9456078"/>
              <a:gd name="connsiteX57" fmla="*/ 2661177 w 13158799"/>
              <a:gd name="connsiteY57" fmla="*/ 8714695 h 9456078"/>
              <a:gd name="connsiteX58" fmla="*/ 2702797 w 13158799"/>
              <a:gd name="connsiteY58" fmla="*/ 8689286 h 9456078"/>
              <a:gd name="connsiteX59" fmla="*/ 2744183 w 13158799"/>
              <a:gd name="connsiteY59" fmla="*/ 8663479 h 9456078"/>
              <a:gd name="connsiteX60" fmla="*/ 2785333 w 13158799"/>
              <a:gd name="connsiteY60" fmla="*/ 8637274 h 9456078"/>
              <a:gd name="connsiteX61" fmla="*/ 2826242 w 13158799"/>
              <a:gd name="connsiteY61" fmla="*/ 8610675 h 9456078"/>
              <a:gd name="connsiteX62" fmla="*/ 2866908 w 13158799"/>
              <a:gd name="connsiteY62" fmla="*/ 8583681 h 9456078"/>
              <a:gd name="connsiteX63" fmla="*/ 2907329 w 13158799"/>
              <a:gd name="connsiteY63" fmla="*/ 8556295 h 9456078"/>
              <a:gd name="connsiteX64" fmla="*/ 2947500 w 13158799"/>
              <a:gd name="connsiteY64" fmla="*/ 8528517 h 9456078"/>
              <a:gd name="connsiteX65" fmla="*/ 2987419 w 13158799"/>
              <a:gd name="connsiteY65" fmla="*/ 8500351 h 9456078"/>
              <a:gd name="connsiteX66" fmla="*/ 3027083 w 13158799"/>
              <a:gd name="connsiteY66" fmla="*/ 8471796 h 9456078"/>
              <a:gd name="connsiteX67" fmla="*/ 3066489 w 13158799"/>
              <a:gd name="connsiteY67" fmla="*/ 8442854 h 9456078"/>
              <a:gd name="connsiteX68" fmla="*/ 3105634 w 13158799"/>
              <a:gd name="connsiteY68" fmla="*/ 8413528 h 9456078"/>
              <a:gd name="connsiteX69" fmla="*/ 3144515 w 13158799"/>
              <a:gd name="connsiteY69" fmla="*/ 8383818 h 9456078"/>
              <a:gd name="connsiteX70" fmla="*/ 3183129 w 13158799"/>
              <a:gd name="connsiteY70" fmla="*/ 8353726 h 9456078"/>
              <a:gd name="connsiteX71" fmla="*/ 3221473 w 13158799"/>
              <a:gd name="connsiteY71" fmla="*/ 8323253 h 9456078"/>
              <a:gd name="connsiteX72" fmla="*/ 3259544 w 13158799"/>
              <a:gd name="connsiteY72" fmla="*/ 8292401 h 9456078"/>
              <a:gd name="connsiteX73" fmla="*/ 3297339 w 13158799"/>
              <a:gd name="connsiteY73" fmla="*/ 8261172 h 9456078"/>
              <a:gd name="connsiteX74" fmla="*/ 3334854 w 13158799"/>
              <a:gd name="connsiteY74" fmla="*/ 8229566 h 9456078"/>
              <a:gd name="connsiteX75" fmla="*/ 3372087 w 13158799"/>
              <a:gd name="connsiteY75" fmla="*/ 8197585 h 9456078"/>
              <a:gd name="connsiteX76" fmla="*/ 3409035 w 13158799"/>
              <a:gd name="connsiteY76" fmla="*/ 8165232 h 9456078"/>
              <a:gd name="connsiteX77" fmla="*/ 3445695 w 13158799"/>
              <a:gd name="connsiteY77" fmla="*/ 8132507 h 9456078"/>
              <a:gd name="connsiteX78" fmla="*/ 3482064 w 13158799"/>
              <a:gd name="connsiteY78" fmla="*/ 8099411 h 9456078"/>
              <a:gd name="connsiteX79" fmla="*/ 3518139 w 13158799"/>
              <a:gd name="connsiteY79" fmla="*/ 8065947 h 9456078"/>
              <a:gd name="connsiteX80" fmla="*/ 3553916 w 13158799"/>
              <a:gd name="connsiteY80" fmla="*/ 8032115 h 9456078"/>
              <a:gd name="connsiteX81" fmla="*/ 3589393 w 13158799"/>
              <a:gd name="connsiteY81" fmla="*/ 7997918 h 9456078"/>
              <a:gd name="connsiteX82" fmla="*/ 3624567 w 13158799"/>
              <a:gd name="connsiteY82" fmla="*/ 7963356 h 9456078"/>
              <a:gd name="connsiteX83" fmla="*/ 3659435 w 13158799"/>
              <a:gd name="connsiteY83" fmla="*/ 7928432 h 9456078"/>
              <a:gd name="connsiteX84" fmla="*/ 3693994 w 13158799"/>
              <a:gd name="connsiteY84" fmla="*/ 7893146 h 9456078"/>
              <a:gd name="connsiteX85" fmla="*/ 3728240 w 13158799"/>
              <a:gd name="connsiteY85" fmla="*/ 7857501 h 9456078"/>
              <a:gd name="connsiteX86" fmla="*/ 3762171 w 13158799"/>
              <a:gd name="connsiteY86" fmla="*/ 7821497 h 9456078"/>
              <a:gd name="connsiteX87" fmla="*/ 3795783 w 13158799"/>
              <a:gd name="connsiteY87" fmla="*/ 7785136 h 9456078"/>
              <a:gd name="connsiteX88" fmla="*/ 3829075 w 13158799"/>
              <a:gd name="connsiteY88" fmla="*/ 7748420 h 9456078"/>
              <a:gd name="connsiteX89" fmla="*/ 3862042 w 13158799"/>
              <a:gd name="connsiteY89" fmla="*/ 7711350 h 9456078"/>
              <a:gd name="connsiteX90" fmla="*/ 3894682 w 13158799"/>
              <a:gd name="connsiteY90" fmla="*/ 7673928 h 9456078"/>
              <a:gd name="connsiteX91" fmla="*/ 3926991 w 13158799"/>
              <a:gd name="connsiteY91" fmla="*/ 7636155 h 9456078"/>
              <a:gd name="connsiteX92" fmla="*/ 3958967 w 13158799"/>
              <a:gd name="connsiteY92" fmla="*/ 7598032 h 9456078"/>
              <a:gd name="connsiteX93" fmla="*/ 3990607 w 13158799"/>
              <a:gd name="connsiteY93" fmla="*/ 7559561 h 9456078"/>
              <a:gd name="connsiteX94" fmla="*/ 4021907 w 13158799"/>
              <a:gd name="connsiteY94" fmla="*/ 7520744 h 9456078"/>
              <a:gd name="connsiteX95" fmla="*/ 4052865 w 13158799"/>
              <a:gd name="connsiteY95" fmla="*/ 7481582 h 9456078"/>
              <a:gd name="connsiteX96" fmla="*/ 4083478 w 13158799"/>
              <a:gd name="connsiteY96" fmla="*/ 7442077 h 9456078"/>
              <a:gd name="connsiteX97" fmla="*/ 8022311 w 13158799"/>
              <a:gd name="connsiteY97" fmla="*/ 2307814 h 9456078"/>
              <a:gd name="connsiteX98" fmla="*/ 8052902 w 13158799"/>
              <a:gd name="connsiteY98" fmla="*/ 2268285 h 9456078"/>
              <a:gd name="connsiteX99" fmla="*/ 8083796 w 13158799"/>
              <a:gd name="connsiteY99" fmla="*/ 2229056 h 9456078"/>
              <a:gd name="connsiteX100" fmla="*/ 8114989 w 13158799"/>
              <a:gd name="connsiteY100" fmla="*/ 2190127 h 9456078"/>
              <a:gd name="connsiteX101" fmla="*/ 8146479 w 13158799"/>
              <a:gd name="connsiteY101" fmla="*/ 2151500 h 9456078"/>
              <a:gd name="connsiteX102" fmla="*/ 8178264 w 13158799"/>
              <a:gd name="connsiteY102" fmla="*/ 2113176 h 9456078"/>
              <a:gd name="connsiteX103" fmla="*/ 8210341 w 13158799"/>
              <a:gd name="connsiteY103" fmla="*/ 2075157 h 9456078"/>
              <a:gd name="connsiteX104" fmla="*/ 8242709 w 13158799"/>
              <a:gd name="connsiteY104" fmla="*/ 2037442 h 9456078"/>
              <a:gd name="connsiteX105" fmla="*/ 8275365 w 13158799"/>
              <a:gd name="connsiteY105" fmla="*/ 2000034 h 9456078"/>
              <a:gd name="connsiteX106" fmla="*/ 8308307 w 13158799"/>
              <a:gd name="connsiteY106" fmla="*/ 1962934 h 9456078"/>
              <a:gd name="connsiteX107" fmla="*/ 8341532 w 13158799"/>
              <a:gd name="connsiteY107" fmla="*/ 1926142 h 9456078"/>
              <a:gd name="connsiteX108" fmla="*/ 8375038 w 13158799"/>
              <a:gd name="connsiteY108" fmla="*/ 1889660 h 9456078"/>
              <a:gd name="connsiteX109" fmla="*/ 8408823 w 13158799"/>
              <a:gd name="connsiteY109" fmla="*/ 1853489 h 9456078"/>
              <a:gd name="connsiteX110" fmla="*/ 8442885 w 13158799"/>
              <a:gd name="connsiteY110" fmla="*/ 1817630 h 9456078"/>
              <a:gd name="connsiteX111" fmla="*/ 8477221 w 13158799"/>
              <a:gd name="connsiteY111" fmla="*/ 1782084 h 9456078"/>
              <a:gd name="connsiteX112" fmla="*/ 8511829 w 13158799"/>
              <a:gd name="connsiteY112" fmla="*/ 1746853 h 9456078"/>
              <a:gd name="connsiteX113" fmla="*/ 8546706 w 13158799"/>
              <a:gd name="connsiteY113" fmla="*/ 1711937 h 9456078"/>
              <a:gd name="connsiteX114" fmla="*/ 8581851 w 13158799"/>
              <a:gd name="connsiteY114" fmla="*/ 1677337 h 9456078"/>
              <a:gd name="connsiteX115" fmla="*/ 8617261 w 13158799"/>
              <a:gd name="connsiteY115" fmla="*/ 1643056 h 9456078"/>
              <a:gd name="connsiteX116" fmla="*/ 8652934 w 13158799"/>
              <a:gd name="connsiteY116" fmla="*/ 1609093 h 9456078"/>
              <a:gd name="connsiteX117" fmla="*/ 8688867 w 13158799"/>
              <a:gd name="connsiteY117" fmla="*/ 1575450 h 9456078"/>
              <a:gd name="connsiteX118" fmla="*/ 8725058 w 13158799"/>
              <a:gd name="connsiteY118" fmla="*/ 1542128 h 9456078"/>
              <a:gd name="connsiteX119" fmla="*/ 8761506 w 13158799"/>
              <a:gd name="connsiteY119" fmla="*/ 1509129 h 9456078"/>
              <a:gd name="connsiteX120" fmla="*/ 8798207 w 13158799"/>
              <a:gd name="connsiteY120" fmla="*/ 1476452 h 9456078"/>
              <a:gd name="connsiteX121" fmla="*/ 8835159 w 13158799"/>
              <a:gd name="connsiteY121" fmla="*/ 1444101 h 9456078"/>
              <a:gd name="connsiteX122" fmla="*/ 8872360 w 13158799"/>
              <a:gd name="connsiteY122" fmla="*/ 1412075 h 9456078"/>
              <a:gd name="connsiteX123" fmla="*/ 8909808 w 13158799"/>
              <a:gd name="connsiteY123" fmla="*/ 1380375 h 9456078"/>
              <a:gd name="connsiteX124" fmla="*/ 8947501 w 13158799"/>
              <a:gd name="connsiteY124" fmla="*/ 1349004 h 9456078"/>
              <a:gd name="connsiteX125" fmla="*/ 8985435 w 13158799"/>
              <a:gd name="connsiteY125" fmla="*/ 1317962 h 9456078"/>
              <a:gd name="connsiteX126" fmla="*/ 9023610 w 13158799"/>
              <a:gd name="connsiteY126" fmla="*/ 1287250 h 9456078"/>
              <a:gd name="connsiteX127" fmla="*/ 9062022 w 13158799"/>
              <a:gd name="connsiteY127" fmla="*/ 1256869 h 9456078"/>
              <a:gd name="connsiteX128" fmla="*/ 9100669 w 13158799"/>
              <a:gd name="connsiteY128" fmla="*/ 1226820 h 9456078"/>
              <a:gd name="connsiteX129" fmla="*/ 9139549 w 13158799"/>
              <a:gd name="connsiteY129" fmla="*/ 1197105 h 9456078"/>
              <a:gd name="connsiteX130" fmla="*/ 9178660 w 13158799"/>
              <a:gd name="connsiteY130" fmla="*/ 1167725 h 9456078"/>
              <a:gd name="connsiteX131" fmla="*/ 9217999 w 13158799"/>
              <a:gd name="connsiteY131" fmla="*/ 1138681 h 9456078"/>
              <a:gd name="connsiteX132" fmla="*/ 9257564 w 13158799"/>
              <a:gd name="connsiteY132" fmla="*/ 1109974 h 9456078"/>
              <a:gd name="connsiteX133" fmla="*/ 9297353 w 13158799"/>
              <a:gd name="connsiteY133" fmla="*/ 1081604 h 9456078"/>
              <a:gd name="connsiteX134" fmla="*/ 9337364 w 13158799"/>
              <a:gd name="connsiteY134" fmla="*/ 1053574 h 9456078"/>
              <a:gd name="connsiteX135" fmla="*/ 9377594 w 13158799"/>
              <a:gd name="connsiteY135" fmla="*/ 1025884 h 9456078"/>
              <a:gd name="connsiteX136" fmla="*/ 9418040 w 13158799"/>
              <a:gd name="connsiteY136" fmla="*/ 998536 h 9456078"/>
              <a:gd name="connsiteX137" fmla="*/ 9458702 w 13158799"/>
              <a:gd name="connsiteY137" fmla="*/ 971530 h 9456078"/>
              <a:gd name="connsiteX138" fmla="*/ 9499575 w 13158799"/>
              <a:gd name="connsiteY138" fmla="*/ 944868 h 9456078"/>
              <a:gd name="connsiteX139" fmla="*/ 9540659 w 13158799"/>
              <a:gd name="connsiteY139" fmla="*/ 918551 h 9456078"/>
              <a:gd name="connsiteX140" fmla="*/ 9581950 w 13158799"/>
              <a:gd name="connsiteY140" fmla="*/ 892580 h 9456078"/>
              <a:gd name="connsiteX141" fmla="*/ 9623447 w 13158799"/>
              <a:gd name="connsiteY141" fmla="*/ 866956 h 9456078"/>
              <a:gd name="connsiteX142" fmla="*/ 9665147 w 13158799"/>
              <a:gd name="connsiteY142" fmla="*/ 841681 h 9456078"/>
              <a:gd name="connsiteX143" fmla="*/ 9707048 w 13158799"/>
              <a:gd name="connsiteY143" fmla="*/ 816754 h 9456078"/>
              <a:gd name="connsiteX144" fmla="*/ 9749147 w 13158799"/>
              <a:gd name="connsiteY144" fmla="*/ 792179 h 9456078"/>
              <a:gd name="connsiteX145" fmla="*/ 9791443 w 13158799"/>
              <a:gd name="connsiteY145" fmla="*/ 767955 h 9456078"/>
              <a:gd name="connsiteX146" fmla="*/ 9833932 w 13158799"/>
              <a:gd name="connsiteY146" fmla="*/ 744083 h 9456078"/>
              <a:gd name="connsiteX147" fmla="*/ 9876613 w 13158799"/>
              <a:gd name="connsiteY147" fmla="*/ 720566 h 9456078"/>
              <a:gd name="connsiteX148" fmla="*/ 9919484 w 13158799"/>
              <a:gd name="connsiteY148" fmla="*/ 697404 h 9456078"/>
              <a:gd name="connsiteX149" fmla="*/ 9962542 w 13158799"/>
              <a:gd name="connsiteY149" fmla="*/ 674598 h 9456078"/>
              <a:gd name="connsiteX150" fmla="*/ 10005784 w 13158799"/>
              <a:gd name="connsiteY150" fmla="*/ 652149 h 9456078"/>
              <a:gd name="connsiteX151" fmla="*/ 10049209 w 13158799"/>
              <a:gd name="connsiteY151" fmla="*/ 630059 h 9456078"/>
              <a:gd name="connsiteX152" fmla="*/ 10092814 w 13158799"/>
              <a:gd name="connsiteY152" fmla="*/ 608328 h 9456078"/>
              <a:gd name="connsiteX153" fmla="*/ 10136597 w 13158799"/>
              <a:gd name="connsiteY153" fmla="*/ 586958 h 9456078"/>
              <a:gd name="connsiteX154" fmla="*/ 10180556 w 13158799"/>
              <a:gd name="connsiteY154" fmla="*/ 565950 h 9456078"/>
              <a:gd name="connsiteX155" fmla="*/ 10224688 w 13158799"/>
              <a:gd name="connsiteY155" fmla="*/ 545304 h 9456078"/>
              <a:gd name="connsiteX156" fmla="*/ 10268991 w 13158799"/>
              <a:gd name="connsiteY156" fmla="*/ 525023 h 9456078"/>
              <a:gd name="connsiteX157" fmla="*/ 10313463 w 13158799"/>
              <a:gd name="connsiteY157" fmla="*/ 505107 h 9456078"/>
              <a:gd name="connsiteX158" fmla="*/ 10358101 w 13158799"/>
              <a:gd name="connsiteY158" fmla="*/ 485558 h 9456078"/>
              <a:gd name="connsiteX159" fmla="*/ 10402903 w 13158799"/>
              <a:gd name="connsiteY159" fmla="*/ 466376 h 9456078"/>
              <a:gd name="connsiteX160" fmla="*/ 10447868 w 13158799"/>
              <a:gd name="connsiteY160" fmla="*/ 447563 h 9456078"/>
              <a:gd name="connsiteX161" fmla="*/ 10492991 w 13158799"/>
              <a:gd name="connsiteY161" fmla="*/ 429119 h 9456078"/>
              <a:gd name="connsiteX162" fmla="*/ 10538272 w 13158799"/>
              <a:gd name="connsiteY162" fmla="*/ 411046 h 9456078"/>
              <a:gd name="connsiteX163" fmla="*/ 10583708 w 13158799"/>
              <a:gd name="connsiteY163" fmla="*/ 393346 h 9456078"/>
              <a:gd name="connsiteX164" fmla="*/ 10629297 w 13158799"/>
              <a:gd name="connsiteY164" fmla="*/ 376018 h 9456078"/>
              <a:gd name="connsiteX165" fmla="*/ 10675036 w 13158799"/>
              <a:gd name="connsiteY165" fmla="*/ 359065 h 9456078"/>
              <a:gd name="connsiteX166" fmla="*/ 10720923 w 13158799"/>
              <a:gd name="connsiteY166" fmla="*/ 342487 h 9456078"/>
              <a:gd name="connsiteX167" fmla="*/ 10766956 w 13158799"/>
              <a:gd name="connsiteY167" fmla="*/ 326286 h 9456078"/>
              <a:gd name="connsiteX168" fmla="*/ 10813132 w 13158799"/>
              <a:gd name="connsiteY168" fmla="*/ 310462 h 9456078"/>
              <a:gd name="connsiteX169" fmla="*/ 10859450 w 13158799"/>
              <a:gd name="connsiteY169" fmla="*/ 295018 h 9456078"/>
              <a:gd name="connsiteX170" fmla="*/ 10905907 w 13158799"/>
              <a:gd name="connsiteY170" fmla="*/ 279953 h 9456078"/>
              <a:gd name="connsiteX171" fmla="*/ 10952500 w 13158799"/>
              <a:gd name="connsiteY171" fmla="*/ 265269 h 9456078"/>
              <a:gd name="connsiteX172" fmla="*/ 10999227 w 13158799"/>
              <a:gd name="connsiteY172" fmla="*/ 250968 h 9456078"/>
              <a:gd name="connsiteX173" fmla="*/ 11046087 w 13158799"/>
              <a:gd name="connsiteY173" fmla="*/ 237049 h 9456078"/>
              <a:gd name="connsiteX174" fmla="*/ 11093076 w 13158799"/>
              <a:gd name="connsiteY174" fmla="*/ 223516 h 9456078"/>
              <a:gd name="connsiteX175" fmla="*/ 11140193 w 13158799"/>
              <a:gd name="connsiteY175" fmla="*/ 210368 h 9456078"/>
              <a:gd name="connsiteX176" fmla="*/ 11187434 w 13158799"/>
              <a:gd name="connsiteY176" fmla="*/ 197606 h 9456078"/>
              <a:gd name="connsiteX177" fmla="*/ 11234799 w 13158799"/>
              <a:gd name="connsiteY177" fmla="*/ 185233 h 9456078"/>
              <a:gd name="connsiteX178" fmla="*/ 11282284 w 13158799"/>
              <a:gd name="connsiteY178" fmla="*/ 173248 h 9456078"/>
              <a:gd name="connsiteX179" fmla="*/ 11329888 w 13158799"/>
              <a:gd name="connsiteY179" fmla="*/ 161654 h 9456078"/>
              <a:gd name="connsiteX180" fmla="*/ 11377607 w 13158799"/>
              <a:gd name="connsiteY180" fmla="*/ 150451 h 9456078"/>
              <a:gd name="connsiteX181" fmla="*/ 11425440 w 13158799"/>
              <a:gd name="connsiteY181" fmla="*/ 139640 h 9456078"/>
              <a:gd name="connsiteX182" fmla="*/ 11473385 w 13158799"/>
              <a:gd name="connsiteY182" fmla="*/ 129223 h 9456078"/>
              <a:gd name="connsiteX183" fmla="*/ 11521439 w 13158799"/>
              <a:gd name="connsiteY183" fmla="*/ 119201 h 9456078"/>
              <a:gd name="connsiteX184" fmla="*/ 11569599 w 13158799"/>
              <a:gd name="connsiteY184" fmla="*/ 109574 h 9456078"/>
              <a:gd name="connsiteX185" fmla="*/ 11617864 w 13158799"/>
              <a:gd name="connsiteY185" fmla="*/ 100344 h 9456078"/>
              <a:gd name="connsiteX186" fmla="*/ 11666231 w 13158799"/>
              <a:gd name="connsiteY186" fmla="*/ 91512 h 9456078"/>
              <a:gd name="connsiteX187" fmla="*/ 11714698 w 13158799"/>
              <a:gd name="connsiteY187" fmla="*/ 83080 h 9456078"/>
              <a:gd name="connsiteX188" fmla="*/ 11763263 w 13158799"/>
              <a:gd name="connsiteY188" fmla="*/ 75047 h 9456078"/>
              <a:gd name="connsiteX189" fmla="*/ 11811923 w 13158799"/>
              <a:gd name="connsiteY189" fmla="*/ 67417 h 9456078"/>
              <a:gd name="connsiteX190" fmla="*/ 11860676 w 13158799"/>
              <a:gd name="connsiteY190" fmla="*/ 60188 h 9456078"/>
              <a:gd name="connsiteX191" fmla="*/ 11909519 w 13158799"/>
              <a:gd name="connsiteY191" fmla="*/ 53364 h 9456078"/>
              <a:gd name="connsiteX192" fmla="*/ 11958451 w 13158799"/>
              <a:gd name="connsiteY192" fmla="*/ 46944 h 9456078"/>
              <a:gd name="connsiteX193" fmla="*/ 12007470 w 13158799"/>
              <a:gd name="connsiteY193" fmla="*/ 40931 h 9456078"/>
              <a:gd name="connsiteX194" fmla="*/ 12056572 w 13158799"/>
              <a:gd name="connsiteY194" fmla="*/ 35324 h 9456078"/>
              <a:gd name="connsiteX195" fmla="*/ 12105756 w 13158799"/>
              <a:gd name="connsiteY195" fmla="*/ 30126 h 9456078"/>
              <a:gd name="connsiteX196" fmla="*/ 12155019 w 13158799"/>
              <a:gd name="connsiteY196" fmla="*/ 25337 h 9456078"/>
              <a:gd name="connsiteX197" fmla="*/ 12204359 w 13158799"/>
              <a:gd name="connsiteY197" fmla="*/ 20958 h 9456078"/>
              <a:gd name="connsiteX198" fmla="*/ 12253773 w 13158799"/>
              <a:gd name="connsiteY198" fmla="*/ 16991 h 9456078"/>
              <a:gd name="connsiteX199" fmla="*/ 12303260 w 13158799"/>
              <a:gd name="connsiteY199" fmla="*/ 13437 h 9456078"/>
              <a:gd name="connsiteX200" fmla="*/ 12352818 w 13158799"/>
              <a:gd name="connsiteY200" fmla="*/ 10297 h 9456078"/>
              <a:gd name="connsiteX201" fmla="*/ 12402443 w 13158799"/>
              <a:gd name="connsiteY201" fmla="*/ 7572 h 9456078"/>
              <a:gd name="connsiteX202" fmla="*/ 12452133 w 13158799"/>
              <a:gd name="connsiteY202" fmla="*/ 5263 h 9456078"/>
              <a:gd name="connsiteX203" fmla="*/ 12501887 w 13158799"/>
              <a:gd name="connsiteY203" fmla="*/ 3371 h 9456078"/>
              <a:gd name="connsiteX204" fmla="*/ 12551701 w 13158799"/>
              <a:gd name="connsiteY204" fmla="*/ 1898 h 9456078"/>
              <a:gd name="connsiteX205" fmla="*/ 12601574 w 13158799"/>
              <a:gd name="connsiteY205" fmla="*/ 844 h 9456078"/>
              <a:gd name="connsiteX206" fmla="*/ 12651504 w 13158799"/>
              <a:gd name="connsiteY206" fmla="*/ 211 h 9456078"/>
              <a:gd name="connsiteX207" fmla="*/ 12701487 w 13158799"/>
              <a:gd name="connsiteY207" fmla="*/ 0 h 9456078"/>
              <a:gd name="connsiteX208" fmla="*/ 13158798 w 13158799"/>
              <a:gd name="connsiteY208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28389 w 13158797"/>
              <a:gd name="connsiteY22" fmla="*/ 9330914 h 9456078"/>
              <a:gd name="connsiteX23" fmla="*/ 1176172 w 13158797"/>
              <a:gd name="connsiteY23" fmla="*/ 9319936 h 9456078"/>
              <a:gd name="connsiteX24" fmla="*/ 1223823 w 13158797"/>
              <a:gd name="connsiteY24" fmla="*/ 9308509 h 9456078"/>
              <a:gd name="connsiteX25" fmla="*/ 1271339 w 13158797"/>
              <a:gd name="connsiteY25" fmla="*/ 9296635 h 9456078"/>
              <a:gd name="connsiteX26" fmla="*/ 1318719 w 13158797"/>
              <a:gd name="connsiteY26" fmla="*/ 9284315 h 9456078"/>
              <a:gd name="connsiteX27" fmla="*/ 1365957 w 13158797"/>
              <a:gd name="connsiteY27" fmla="*/ 9271550 h 9456078"/>
              <a:gd name="connsiteX28" fmla="*/ 1413052 w 13158797"/>
              <a:gd name="connsiteY28" fmla="*/ 9258342 h 9456078"/>
              <a:gd name="connsiteX29" fmla="*/ 1460000 w 13158797"/>
              <a:gd name="connsiteY29" fmla="*/ 9244693 h 9456078"/>
              <a:gd name="connsiteX30" fmla="*/ 1506799 w 13158797"/>
              <a:gd name="connsiteY30" fmla="*/ 9230604 h 9456078"/>
              <a:gd name="connsiteX31" fmla="*/ 1553445 w 13158797"/>
              <a:gd name="connsiteY31" fmla="*/ 9216076 h 9456078"/>
              <a:gd name="connsiteX32" fmla="*/ 1599935 w 13158797"/>
              <a:gd name="connsiteY32" fmla="*/ 9201111 h 9456078"/>
              <a:gd name="connsiteX33" fmla="*/ 1646267 w 13158797"/>
              <a:gd name="connsiteY33" fmla="*/ 9185710 h 9456078"/>
              <a:gd name="connsiteX34" fmla="*/ 1692437 w 13158797"/>
              <a:gd name="connsiteY34" fmla="*/ 9169876 h 9456078"/>
              <a:gd name="connsiteX35" fmla="*/ 1738442 w 13158797"/>
              <a:gd name="connsiteY35" fmla="*/ 9153608 h 9456078"/>
              <a:gd name="connsiteX36" fmla="*/ 1784280 w 13158797"/>
              <a:gd name="connsiteY36" fmla="*/ 9136910 h 9456078"/>
              <a:gd name="connsiteX37" fmla="*/ 1829947 w 13158797"/>
              <a:gd name="connsiteY37" fmla="*/ 9119782 h 9456078"/>
              <a:gd name="connsiteX38" fmla="*/ 1875440 w 13158797"/>
              <a:gd name="connsiteY38" fmla="*/ 9102226 h 9456078"/>
              <a:gd name="connsiteX39" fmla="*/ 1920756 w 13158797"/>
              <a:gd name="connsiteY39" fmla="*/ 9084243 h 9456078"/>
              <a:gd name="connsiteX40" fmla="*/ 1965893 w 13158797"/>
              <a:gd name="connsiteY40" fmla="*/ 9065835 h 9456078"/>
              <a:gd name="connsiteX41" fmla="*/ 2010847 w 13158797"/>
              <a:gd name="connsiteY41" fmla="*/ 9047004 h 9456078"/>
              <a:gd name="connsiteX42" fmla="*/ 2055615 w 13158797"/>
              <a:gd name="connsiteY42" fmla="*/ 9027750 h 9456078"/>
              <a:gd name="connsiteX43" fmla="*/ 2100195 w 13158797"/>
              <a:gd name="connsiteY43" fmla="*/ 9008075 h 9456078"/>
              <a:gd name="connsiteX44" fmla="*/ 2144582 w 13158797"/>
              <a:gd name="connsiteY44" fmla="*/ 8987981 h 9456078"/>
              <a:gd name="connsiteX45" fmla="*/ 2188775 w 13158797"/>
              <a:gd name="connsiteY45" fmla="*/ 8967470 h 9456078"/>
              <a:gd name="connsiteX46" fmla="*/ 2232770 w 13158797"/>
              <a:gd name="connsiteY46" fmla="*/ 8946542 h 9456078"/>
              <a:gd name="connsiteX47" fmla="*/ 2276564 w 13158797"/>
              <a:gd name="connsiteY47" fmla="*/ 8925199 h 9456078"/>
              <a:gd name="connsiteX48" fmla="*/ 2320154 w 13158797"/>
              <a:gd name="connsiteY48" fmla="*/ 8903443 h 9456078"/>
              <a:gd name="connsiteX49" fmla="*/ 2363538 w 13158797"/>
              <a:gd name="connsiteY49" fmla="*/ 8881275 h 9456078"/>
              <a:gd name="connsiteX50" fmla="*/ 2406711 w 13158797"/>
              <a:gd name="connsiteY50" fmla="*/ 8858697 h 9456078"/>
              <a:gd name="connsiteX51" fmla="*/ 2449672 w 13158797"/>
              <a:gd name="connsiteY51" fmla="*/ 8835710 h 9456078"/>
              <a:gd name="connsiteX52" fmla="*/ 2492417 w 13158797"/>
              <a:gd name="connsiteY52" fmla="*/ 8812316 h 9456078"/>
              <a:gd name="connsiteX53" fmla="*/ 2534943 w 13158797"/>
              <a:gd name="connsiteY53" fmla="*/ 8788516 h 9456078"/>
              <a:gd name="connsiteX54" fmla="*/ 2577247 w 13158797"/>
              <a:gd name="connsiteY54" fmla="*/ 8764311 h 9456078"/>
              <a:gd name="connsiteX55" fmla="*/ 2619326 w 13158797"/>
              <a:gd name="connsiteY55" fmla="*/ 8739704 h 9456078"/>
              <a:gd name="connsiteX56" fmla="*/ 2661177 w 13158797"/>
              <a:gd name="connsiteY56" fmla="*/ 8714695 h 9456078"/>
              <a:gd name="connsiteX57" fmla="*/ 2702797 w 13158797"/>
              <a:gd name="connsiteY57" fmla="*/ 8689286 h 9456078"/>
              <a:gd name="connsiteX58" fmla="*/ 2744183 w 13158797"/>
              <a:gd name="connsiteY58" fmla="*/ 8663479 h 9456078"/>
              <a:gd name="connsiteX59" fmla="*/ 2785333 w 13158797"/>
              <a:gd name="connsiteY59" fmla="*/ 8637274 h 9456078"/>
              <a:gd name="connsiteX60" fmla="*/ 2826242 w 13158797"/>
              <a:gd name="connsiteY60" fmla="*/ 8610675 h 9456078"/>
              <a:gd name="connsiteX61" fmla="*/ 2866908 w 13158797"/>
              <a:gd name="connsiteY61" fmla="*/ 8583681 h 9456078"/>
              <a:gd name="connsiteX62" fmla="*/ 2907329 w 13158797"/>
              <a:gd name="connsiteY62" fmla="*/ 8556295 h 9456078"/>
              <a:gd name="connsiteX63" fmla="*/ 2947500 w 13158797"/>
              <a:gd name="connsiteY63" fmla="*/ 8528517 h 9456078"/>
              <a:gd name="connsiteX64" fmla="*/ 2987419 w 13158797"/>
              <a:gd name="connsiteY64" fmla="*/ 8500351 h 9456078"/>
              <a:gd name="connsiteX65" fmla="*/ 3027083 w 13158797"/>
              <a:gd name="connsiteY65" fmla="*/ 8471796 h 9456078"/>
              <a:gd name="connsiteX66" fmla="*/ 3066489 w 13158797"/>
              <a:gd name="connsiteY66" fmla="*/ 8442854 h 9456078"/>
              <a:gd name="connsiteX67" fmla="*/ 3105634 w 13158797"/>
              <a:gd name="connsiteY67" fmla="*/ 8413528 h 9456078"/>
              <a:gd name="connsiteX68" fmla="*/ 3144515 w 13158797"/>
              <a:gd name="connsiteY68" fmla="*/ 8383818 h 9456078"/>
              <a:gd name="connsiteX69" fmla="*/ 3183129 w 13158797"/>
              <a:gd name="connsiteY69" fmla="*/ 8353726 h 9456078"/>
              <a:gd name="connsiteX70" fmla="*/ 3221473 w 13158797"/>
              <a:gd name="connsiteY70" fmla="*/ 8323253 h 9456078"/>
              <a:gd name="connsiteX71" fmla="*/ 3259544 w 13158797"/>
              <a:gd name="connsiteY71" fmla="*/ 8292401 h 9456078"/>
              <a:gd name="connsiteX72" fmla="*/ 3297339 w 13158797"/>
              <a:gd name="connsiteY72" fmla="*/ 8261172 h 9456078"/>
              <a:gd name="connsiteX73" fmla="*/ 3334854 w 13158797"/>
              <a:gd name="connsiteY73" fmla="*/ 8229566 h 9456078"/>
              <a:gd name="connsiteX74" fmla="*/ 3372087 w 13158797"/>
              <a:gd name="connsiteY74" fmla="*/ 8197585 h 9456078"/>
              <a:gd name="connsiteX75" fmla="*/ 3409035 w 13158797"/>
              <a:gd name="connsiteY75" fmla="*/ 8165232 h 9456078"/>
              <a:gd name="connsiteX76" fmla="*/ 3445695 w 13158797"/>
              <a:gd name="connsiteY76" fmla="*/ 8132507 h 9456078"/>
              <a:gd name="connsiteX77" fmla="*/ 3482064 w 13158797"/>
              <a:gd name="connsiteY77" fmla="*/ 8099411 h 9456078"/>
              <a:gd name="connsiteX78" fmla="*/ 3518139 w 13158797"/>
              <a:gd name="connsiteY78" fmla="*/ 8065947 h 9456078"/>
              <a:gd name="connsiteX79" fmla="*/ 3553916 w 13158797"/>
              <a:gd name="connsiteY79" fmla="*/ 8032115 h 9456078"/>
              <a:gd name="connsiteX80" fmla="*/ 3589393 w 13158797"/>
              <a:gd name="connsiteY80" fmla="*/ 7997918 h 9456078"/>
              <a:gd name="connsiteX81" fmla="*/ 3624567 w 13158797"/>
              <a:gd name="connsiteY81" fmla="*/ 7963356 h 9456078"/>
              <a:gd name="connsiteX82" fmla="*/ 3659435 w 13158797"/>
              <a:gd name="connsiteY82" fmla="*/ 7928432 h 9456078"/>
              <a:gd name="connsiteX83" fmla="*/ 3693994 w 13158797"/>
              <a:gd name="connsiteY83" fmla="*/ 7893146 h 9456078"/>
              <a:gd name="connsiteX84" fmla="*/ 3728240 w 13158797"/>
              <a:gd name="connsiteY84" fmla="*/ 7857501 h 9456078"/>
              <a:gd name="connsiteX85" fmla="*/ 3762171 w 13158797"/>
              <a:gd name="connsiteY85" fmla="*/ 7821497 h 9456078"/>
              <a:gd name="connsiteX86" fmla="*/ 3795783 w 13158797"/>
              <a:gd name="connsiteY86" fmla="*/ 7785136 h 9456078"/>
              <a:gd name="connsiteX87" fmla="*/ 3829075 w 13158797"/>
              <a:gd name="connsiteY87" fmla="*/ 7748420 h 9456078"/>
              <a:gd name="connsiteX88" fmla="*/ 3862042 w 13158797"/>
              <a:gd name="connsiteY88" fmla="*/ 7711350 h 9456078"/>
              <a:gd name="connsiteX89" fmla="*/ 3894682 w 13158797"/>
              <a:gd name="connsiteY89" fmla="*/ 7673928 h 9456078"/>
              <a:gd name="connsiteX90" fmla="*/ 3926991 w 13158797"/>
              <a:gd name="connsiteY90" fmla="*/ 7636155 h 9456078"/>
              <a:gd name="connsiteX91" fmla="*/ 3958967 w 13158797"/>
              <a:gd name="connsiteY91" fmla="*/ 7598032 h 9456078"/>
              <a:gd name="connsiteX92" fmla="*/ 3990607 w 13158797"/>
              <a:gd name="connsiteY92" fmla="*/ 7559561 h 9456078"/>
              <a:gd name="connsiteX93" fmla="*/ 4021907 w 13158797"/>
              <a:gd name="connsiteY93" fmla="*/ 7520744 h 9456078"/>
              <a:gd name="connsiteX94" fmla="*/ 4052865 w 13158797"/>
              <a:gd name="connsiteY94" fmla="*/ 7481582 h 9456078"/>
              <a:gd name="connsiteX95" fmla="*/ 4083478 w 13158797"/>
              <a:gd name="connsiteY95" fmla="*/ 7442077 h 9456078"/>
              <a:gd name="connsiteX96" fmla="*/ 8022311 w 13158797"/>
              <a:gd name="connsiteY96" fmla="*/ 2307814 h 9456078"/>
              <a:gd name="connsiteX97" fmla="*/ 8052902 w 13158797"/>
              <a:gd name="connsiteY97" fmla="*/ 2268285 h 9456078"/>
              <a:gd name="connsiteX98" fmla="*/ 8083796 w 13158797"/>
              <a:gd name="connsiteY98" fmla="*/ 2229056 h 9456078"/>
              <a:gd name="connsiteX99" fmla="*/ 8114989 w 13158797"/>
              <a:gd name="connsiteY99" fmla="*/ 2190127 h 9456078"/>
              <a:gd name="connsiteX100" fmla="*/ 8146479 w 13158797"/>
              <a:gd name="connsiteY100" fmla="*/ 2151500 h 9456078"/>
              <a:gd name="connsiteX101" fmla="*/ 8178264 w 13158797"/>
              <a:gd name="connsiteY101" fmla="*/ 2113176 h 9456078"/>
              <a:gd name="connsiteX102" fmla="*/ 8210341 w 13158797"/>
              <a:gd name="connsiteY102" fmla="*/ 2075157 h 9456078"/>
              <a:gd name="connsiteX103" fmla="*/ 8242709 w 13158797"/>
              <a:gd name="connsiteY103" fmla="*/ 2037442 h 9456078"/>
              <a:gd name="connsiteX104" fmla="*/ 8275365 w 13158797"/>
              <a:gd name="connsiteY104" fmla="*/ 2000034 h 9456078"/>
              <a:gd name="connsiteX105" fmla="*/ 8308307 w 13158797"/>
              <a:gd name="connsiteY105" fmla="*/ 1962934 h 9456078"/>
              <a:gd name="connsiteX106" fmla="*/ 8341532 w 13158797"/>
              <a:gd name="connsiteY106" fmla="*/ 1926142 h 9456078"/>
              <a:gd name="connsiteX107" fmla="*/ 8375038 w 13158797"/>
              <a:gd name="connsiteY107" fmla="*/ 1889660 h 9456078"/>
              <a:gd name="connsiteX108" fmla="*/ 8408823 w 13158797"/>
              <a:gd name="connsiteY108" fmla="*/ 1853489 h 9456078"/>
              <a:gd name="connsiteX109" fmla="*/ 8442885 w 13158797"/>
              <a:gd name="connsiteY109" fmla="*/ 1817630 h 9456078"/>
              <a:gd name="connsiteX110" fmla="*/ 8477221 w 13158797"/>
              <a:gd name="connsiteY110" fmla="*/ 1782084 h 9456078"/>
              <a:gd name="connsiteX111" fmla="*/ 8511829 w 13158797"/>
              <a:gd name="connsiteY111" fmla="*/ 1746853 h 9456078"/>
              <a:gd name="connsiteX112" fmla="*/ 8546706 w 13158797"/>
              <a:gd name="connsiteY112" fmla="*/ 1711937 h 9456078"/>
              <a:gd name="connsiteX113" fmla="*/ 8581851 w 13158797"/>
              <a:gd name="connsiteY113" fmla="*/ 1677337 h 9456078"/>
              <a:gd name="connsiteX114" fmla="*/ 8617261 w 13158797"/>
              <a:gd name="connsiteY114" fmla="*/ 1643056 h 9456078"/>
              <a:gd name="connsiteX115" fmla="*/ 8652934 w 13158797"/>
              <a:gd name="connsiteY115" fmla="*/ 1609093 h 9456078"/>
              <a:gd name="connsiteX116" fmla="*/ 8688867 w 13158797"/>
              <a:gd name="connsiteY116" fmla="*/ 1575450 h 9456078"/>
              <a:gd name="connsiteX117" fmla="*/ 8725058 w 13158797"/>
              <a:gd name="connsiteY117" fmla="*/ 1542128 h 9456078"/>
              <a:gd name="connsiteX118" fmla="*/ 8761506 w 13158797"/>
              <a:gd name="connsiteY118" fmla="*/ 1509129 h 9456078"/>
              <a:gd name="connsiteX119" fmla="*/ 8798207 w 13158797"/>
              <a:gd name="connsiteY119" fmla="*/ 1476452 h 9456078"/>
              <a:gd name="connsiteX120" fmla="*/ 8835159 w 13158797"/>
              <a:gd name="connsiteY120" fmla="*/ 1444101 h 9456078"/>
              <a:gd name="connsiteX121" fmla="*/ 8872360 w 13158797"/>
              <a:gd name="connsiteY121" fmla="*/ 1412075 h 9456078"/>
              <a:gd name="connsiteX122" fmla="*/ 8909808 w 13158797"/>
              <a:gd name="connsiteY122" fmla="*/ 1380375 h 9456078"/>
              <a:gd name="connsiteX123" fmla="*/ 8947501 w 13158797"/>
              <a:gd name="connsiteY123" fmla="*/ 1349004 h 9456078"/>
              <a:gd name="connsiteX124" fmla="*/ 8985435 w 13158797"/>
              <a:gd name="connsiteY124" fmla="*/ 1317962 h 9456078"/>
              <a:gd name="connsiteX125" fmla="*/ 9023610 w 13158797"/>
              <a:gd name="connsiteY125" fmla="*/ 1287250 h 9456078"/>
              <a:gd name="connsiteX126" fmla="*/ 9062022 w 13158797"/>
              <a:gd name="connsiteY126" fmla="*/ 1256869 h 9456078"/>
              <a:gd name="connsiteX127" fmla="*/ 9100669 w 13158797"/>
              <a:gd name="connsiteY127" fmla="*/ 1226820 h 9456078"/>
              <a:gd name="connsiteX128" fmla="*/ 9139549 w 13158797"/>
              <a:gd name="connsiteY128" fmla="*/ 1197105 h 9456078"/>
              <a:gd name="connsiteX129" fmla="*/ 9178660 w 13158797"/>
              <a:gd name="connsiteY129" fmla="*/ 1167725 h 9456078"/>
              <a:gd name="connsiteX130" fmla="*/ 9217999 w 13158797"/>
              <a:gd name="connsiteY130" fmla="*/ 1138681 h 9456078"/>
              <a:gd name="connsiteX131" fmla="*/ 9257564 w 13158797"/>
              <a:gd name="connsiteY131" fmla="*/ 1109974 h 9456078"/>
              <a:gd name="connsiteX132" fmla="*/ 9297353 w 13158797"/>
              <a:gd name="connsiteY132" fmla="*/ 1081604 h 9456078"/>
              <a:gd name="connsiteX133" fmla="*/ 9337364 w 13158797"/>
              <a:gd name="connsiteY133" fmla="*/ 1053574 h 9456078"/>
              <a:gd name="connsiteX134" fmla="*/ 9377594 w 13158797"/>
              <a:gd name="connsiteY134" fmla="*/ 1025884 h 9456078"/>
              <a:gd name="connsiteX135" fmla="*/ 9418040 w 13158797"/>
              <a:gd name="connsiteY135" fmla="*/ 998536 h 9456078"/>
              <a:gd name="connsiteX136" fmla="*/ 9458702 w 13158797"/>
              <a:gd name="connsiteY136" fmla="*/ 971530 h 9456078"/>
              <a:gd name="connsiteX137" fmla="*/ 9499575 w 13158797"/>
              <a:gd name="connsiteY137" fmla="*/ 944868 h 9456078"/>
              <a:gd name="connsiteX138" fmla="*/ 9540659 w 13158797"/>
              <a:gd name="connsiteY138" fmla="*/ 918551 h 9456078"/>
              <a:gd name="connsiteX139" fmla="*/ 9581950 w 13158797"/>
              <a:gd name="connsiteY139" fmla="*/ 892580 h 9456078"/>
              <a:gd name="connsiteX140" fmla="*/ 9623447 w 13158797"/>
              <a:gd name="connsiteY140" fmla="*/ 866956 h 9456078"/>
              <a:gd name="connsiteX141" fmla="*/ 9665147 w 13158797"/>
              <a:gd name="connsiteY141" fmla="*/ 841681 h 9456078"/>
              <a:gd name="connsiteX142" fmla="*/ 9707048 w 13158797"/>
              <a:gd name="connsiteY142" fmla="*/ 816754 h 9456078"/>
              <a:gd name="connsiteX143" fmla="*/ 9749147 w 13158797"/>
              <a:gd name="connsiteY143" fmla="*/ 792179 h 9456078"/>
              <a:gd name="connsiteX144" fmla="*/ 9791443 w 13158797"/>
              <a:gd name="connsiteY144" fmla="*/ 767955 h 9456078"/>
              <a:gd name="connsiteX145" fmla="*/ 9833932 w 13158797"/>
              <a:gd name="connsiteY145" fmla="*/ 744083 h 9456078"/>
              <a:gd name="connsiteX146" fmla="*/ 9876613 w 13158797"/>
              <a:gd name="connsiteY146" fmla="*/ 720566 h 9456078"/>
              <a:gd name="connsiteX147" fmla="*/ 9919484 w 13158797"/>
              <a:gd name="connsiteY147" fmla="*/ 697404 h 9456078"/>
              <a:gd name="connsiteX148" fmla="*/ 9962542 w 13158797"/>
              <a:gd name="connsiteY148" fmla="*/ 674598 h 9456078"/>
              <a:gd name="connsiteX149" fmla="*/ 10005784 w 13158797"/>
              <a:gd name="connsiteY149" fmla="*/ 652149 h 9456078"/>
              <a:gd name="connsiteX150" fmla="*/ 10049209 w 13158797"/>
              <a:gd name="connsiteY150" fmla="*/ 630059 h 9456078"/>
              <a:gd name="connsiteX151" fmla="*/ 10092814 w 13158797"/>
              <a:gd name="connsiteY151" fmla="*/ 608328 h 9456078"/>
              <a:gd name="connsiteX152" fmla="*/ 10136597 w 13158797"/>
              <a:gd name="connsiteY152" fmla="*/ 586958 h 9456078"/>
              <a:gd name="connsiteX153" fmla="*/ 10180556 w 13158797"/>
              <a:gd name="connsiteY153" fmla="*/ 565950 h 9456078"/>
              <a:gd name="connsiteX154" fmla="*/ 10224688 w 13158797"/>
              <a:gd name="connsiteY154" fmla="*/ 545304 h 9456078"/>
              <a:gd name="connsiteX155" fmla="*/ 10268991 w 13158797"/>
              <a:gd name="connsiteY155" fmla="*/ 525023 h 9456078"/>
              <a:gd name="connsiteX156" fmla="*/ 10313463 w 13158797"/>
              <a:gd name="connsiteY156" fmla="*/ 505107 h 9456078"/>
              <a:gd name="connsiteX157" fmla="*/ 10358101 w 13158797"/>
              <a:gd name="connsiteY157" fmla="*/ 485558 h 9456078"/>
              <a:gd name="connsiteX158" fmla="*/ 10402903 w 13158797"/>
              <a:gd name="connsiteY158" fmla="*/ 466376 h 9456078"/>
              <a:gd name="connsiteX159" fmla="*/ 10447868 w 13158797"/>
              <a:gd name="connsiteY159" fmla="*/ 447563 h 9456078"/>
              <a:gd name="connsiteX160" fmla="*/ 10492991 w 13158797"/>
              <a:gd name="connsiteY160" fmla="*/ 429119 h 9456078"/>
              <a:gd name="connsiteX161" fmla="*/ 10538272 w 13158797"/>
              <a:gd name="connsiteY161" fmla="*/ 411046 h 9456078"/>
              <a:gd name="connsiteX162" fmla="*/ 10583708 w 13158797"/>
              <a:gd name="connsiteY162" fmla="*/ 393346 h 9456078"/>
              <a:gd name="connsiteX163" fmla="*/ 10629297 w 13158797"/>
              <a:gd name="connsiteY163" fmla="*/ 376018 h 9456078"/>
              <a:gd name="connsiteX164" fmla="*/ 10675036 w 13158797"/>
              <a:gd name="connsiteY164" fmla="*/ 359065 h 9456078"/>
              <a:gd name="connsiteX165" fmla="*/ 10720923 w 13158797"/>
              <a:gd name="connsiteY165" fmla="*/ 342487 h 9456078"/>
              <a:gd name="connsiteX166" fmla="*/ 10766956 w 13158797"/>
              <a:gd name="connsiteY166" fmla="*/ 326286 h 9456078"/>
              <a:gd name="connsiteX167" fmla="*/ 10813132 w 13158797"/>
              <a:gd name="connsiteY167" fmla="*/ 310462 h 9456078"/>
              <a:gd name="connsiteX168" fmla="*/ 10859450 w 13158797"/>
              <a:gd name="connsiteY168" fmla="*/ 295018 h 9456078"/>
              <a:gd name="connsiteX169" fmla="*/ 10905907 w 13158797"/>
              <a:gd name="connsiteY169" fmla="*/ 279953 h 9456078"/>
              <a:gd name="connsiteX170" fmla="*/ 10952500 w 13158797"/>
              <a:gd name="connsiteY170" fmla="*/ 265269 h 9456078"/>
              <a:gd name="connsiteX171" fmla="*/ 10999227 w 13158797"/>
              <a:gd name="connsiteY171" fmla="*/ 250968 h 9456078"/>
              <a:gd name="connsiteX172" fmla="*/ 11046087 w 13158797"/>
              <a:gd name="connsiteY172" fmla="*/ 237049 h 9456078"/>
              <a:gd name="connsiteX173" fmla="*/ 11093076 w 13158797"/>
              <a:gd name="connsiteY173" fmla="*/ 223516 h 9456078"/>
              <a:gd name="connsiteX174" fmla="*/ 11140193 w 13158797"/>
              <a:gd name="connsiteY174" fmla="*/ 210368 h 9456078"/>
              <a:gd name="connsiteX175" fmla="*/ 11187434 w 13158797"/>
              <a:gd name="connsiteY175" fmla="*/ 197606 h 9456078"/>
              <a:gd name="connsiteX176" fmla="*/ 11234799 w 13158797"/>
              <a:gd name="connsiteY176" fmla="*/ 185233 h 9456078"/>
              <a:gd name="connsiteX177" fmla="*/ 11282284 w 13158797"/>
              <a:gd name="connsiteY177" fmla="*/ 173248 h 9456078"/>
              <a:gd name="connsiteX178" fmla="*/ 11329888 w 13158797"/>
              <a:gd name="connsiteY178" fmla="*/ 161654 h 9456078"/>
              <a:gd name="connsiteX179" fmla="*/ 11377607 w 13158797"/>
              <a:gd name="connsiteY179" fmla="*/ 150451 h 9456078"/>
              <a:gd name="connsiteX180" fmla="*/ 11425440 w 13158797"/>
              <a:gd name="connsiteY180" fmla="*/ 139640 h 9456078"/>
              <a:gd name="connsiteX181" fmla="*/ 11473385 w 13158797"/>
              <a:gd name="connsiteY181" fmla="*/ 129223 h 9456078"/>
              <a:gd name="connsiteX182" fmla="*/ 11521439 w 13158797"/>
              <a:gd name="connsiteY182" fmla="*/ 119201 h 9456078"/>
              <a:gd name="connsiteX183" fmla="*/ 11569599 w 13158797"/>
              <a:gd name="connsiteY183" fmla="*/ 109574 h 9456078"/>
              <a:gd name="connsiteX184" fmla="*/ 11617864 w 13158797"/>
              <a:gd name="connsiteY184" fmla="*/ 100344 h 9456078"/>
              <a:gd name="connsiteX185" fmla="*/ 11666231 w 13158797"/>
              <a:gd name="connsiteY185" fmla="*/ 91512 h 9456078"/>
              <a:gd name="connsiteX186" fmla="*/ 11714698 w 13158797"/>
              <a:gd name="connsiteY186" fmla="*/ 83080 h 9456078"/>
              <a:gd name="connsiteX187" fmla="*/ 11763263 w 13158797"/>
              <a:gd name="connsiteY187" fmla="*/ 75047 h 9456078"/>
              <a:gd name="connsiteX188" fmla="*/ 11811923 w 13158797"/>
              <a:gd name="connsiteY188" fmla="*/ 67417 h 9456078"/>
              <a:gd name="connsiteX189" fmla="*/ 11860676 w 13158797"/>
              <a:gd name="connsiteY189" fmla="*/ 60188 h 9456078"/>
              <a:gd name="connsiteX190" fmla="*/ 11909519 w 13158797"/>
              <a:gd name="connsiteY190" fmla="*/ 53364 h 9456078"/>
              <a:gd name="connsiteX191" fmla="*/ 11958451 w 13158797"/>
              <a:gd name="connsiteY191" fmla="*/ 46944 h 9456078"/>
              <a:gd name="connsiteX192" fmla="*/ 12007470 w 13158797"/>
              <a:gd name="connsiteY192" fmla="*/ 40931 h 9456078"/>
              <a:gd name="connsiteX193" fmla="*/ 12056572 w 13158797"/>
              <a:gd name="connsiteY193" fmla="*/ 35324 h 9456078"/>
              <a:gd name="connsiteX194" fmla="*/ 12105756 w 13158797"/>
              <a:gd name="connsiteY194" fmla="*/ 30126 h 9456078"/>
              <a:gd name="connsiteX195" fmla="*/ 12155019 w 13158797"/>
              <a:gd name="connsiteY195" fmla="*/ 25337 h 9456078"/>
              <a:gd name="connsiteX196" fmla="*/ 12204359 w 13158797"/>
              <a:gd name="connsiteY196" fmla="*/ 20958 h 9456078"/>
              <a:gd name="connsiteX197" fmla="*/ 12253773 w 13158797"/>
              <a:gd name="connsiteY197" fmla="*/ 16991 h 9456078"/>
              <a:gd name="connsiteX198" fmla="*/ 12303260 w 13158797"/>
              <a:gd name="connsiteY198" fmla="*/ 13437 h 9456078"/>
              <a:gd name="connsiteX199" fmla="*/ 12352818 w 13158797"/>
              <a:gd name="connsiteY199" fmla="*/ 10297 h 9456078"/>
              <a:gd name="connsiteX200" fmla="*/ 12402443 w 13158797"/>
              <a:gd name="connsiteY200" fmla="*/ 7572 h 9456078"/>
              <a:gd name="connsiteX201" fmla="*/ 12452133 w 13158797"/>
              <a:gd name="connsiteY201" fmla="*/ 5263 h 9456078"/>
              <a:gd name="connsiteX202" fmla="*/ 12501887 w 13158797"/>
              <a:gd name="connsiteY202" fmla="*/ 3371 h 9456078"/>
              <a:gd name="connsiteX203" fmla="*/ 12551701 w 13158797"/>
              <a:gd name="connsiteY203" fmla="*/ 1898 h 9456078"/>
              <a:gd name="connsiteX204" fmla="*/ 12601574 w 13158797"/>
              <a:gd name="connsiteY204" fmla="*/ 844 h 9456078"/>
              <a:gd name="connsiteX205" fmla="*/ 12651504 w 13158797"/>
              <a:gd name="connsiteY205" fmla="*/ 211 h 9456078"/>
              <a:gd name="connsiteX206" fmla="*/ 12701487 w 13158797"/>
              <a:gd name="connsiteY206" fmla="*/ 0 h 9456078"/>
              <a:gd name="connsiteX207" fmla="*/ 13158798 w 13158797"/>
              <a:gd name="connsiteY207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98870 w 13158799"/>
              <a:gd name="connsiteY5" fmla="*/ 9447409 h 9456078"/>
              <a:gd name="connsiteX6" fmla="*/ 348429 w 13158799"/>
              <a:gd name="connsiteY6" fmla="*/ 9444290 h 9456078"/>
              <a:gd name="connsiteX7" fmla="*/ 397907 w 13158799"/>
              <a:gd name="connsiteY7" fmla="*/ 9440698 h 9456078"/>
              <a:gd name="connsiteX8" fmla="*/ 447302 w 13158799"/>
              <a:gd name="connsiteY8" fmla="*/ 9436632 h 9456078"/>
              <a:gd name="connsiteX9" fmla="*/ 496610 w 13158799"/>
              <a:gd name="connsiteY9" fmla="*/ 9432096 h 9456078"/>
              <a:gd name="connsiteX10" fmla="*/ 545829 w 13158799"/>
              <a:gd name="connsiteY10" fmla="*/ 9427089 h 9456078"/>
              <a:gd name="connsiteX11" fmla="*/ 594956 w 13158799"/>
              <a:gd name="connsiteY11" fmla="*/ 9421615 h 9456078"/>
              <a:gd name="connsiteX12" fmla="*/ 643987 w 13158799"/>
              <a:gd name="connsiteY12" fmla="*/ 9415673 h 9456078"/>
              <a:gd name="connsiteX13" fmla="*/ 692920 w 13158799"/>
              <a:gd name="connsiteY13" fmla="*/ 9409267 h 9456078"/>
              <a:gd name="connsiteX14" fmla="*/ 741751 w 13158799"/>
              <a:gd name="connsiteY14" fmla="*/ 9402396 h 9456078"/>
              <a:gd name="connsiteX15" fmla="*/ 790478 w 13158799"/>
              <a:gd name="connsiteY15" fmla="*/ 9395063 h 9456078"/>
              <a:gd name="connsiteX16" fmla="*/ 839098 w 13158799"/>
              <a:gd name="connsiteY16" fmla="*/ 9387270 h 9456078"/>
              <a:gd name="connsiteX17" fmla="*/ 887607 w 13158799"/>
              <a:gd name="connsiteY17" fmla="*/ 9379017 h 9456078"/>
              <a:gd name="connsiteX18" fmla="*/ 936002 w 13158799"/>
              <a:gd name="connsiteY18" fmla="*/ 9370306 h 9456078"/>
              <a:gd name="connsiteX19" fmla="*/ 984281 w 13158799"/>
              <a:gd name="connsiteY19" fmla="*/ 9361139 h 9456078"/>
              <a:gd name="connsiteX20" fmla="*/ 1032440 w 13158799"/>
              <a:gd name="connsiteY20" fmla="*/ 9351517 h 9456078"/>
              <a:gd name="connsiteX21" fmla="*/ 1080477 w 13158799"/>
              <a:gd name="connsiteY21" fmla="*/ 9341441 h 9456078"/>
              <a:gd name="connsiteX22" fmla="*/ 1176172 w 13158799"/>
              <a:gd name="connsiteY22" fmla="*/ 9319936 h 9456078"/>
              <a:gd name="connsiteX23" fmla="*/ 1223823 w 13158799"/>
              <a:gd name="connsiteY23" fmla="*/ 9308509 h 9456078"/>
              <a:gd name="connsiteX24" fmla="*/ 1271339 w 13158799"/>
              <a:gd name="connsiteY24" fmla="*/ 9296635 h 9456078"/>
              <a:gd name="connsiteX25" fmla="*/ 1318719 w 13158799"/>
              <a:gd name="connsiteY25" fmla="*/ 9284315 h 9456078"/>
              <a:gd name="connsiteX26" fmla="*/ 1365957 w 13158799"/>
              <a:gd name="connsiteY26" fmla="*/ 9271550 h 9456078"/>
              <a:gd name="connsiteX27" fmla="*/ 1413052 w 13158799"/>
              <a:gd name="connsiteY27" fmla="*/ 9258342 h 9456078"/>
              <a:gd name="connsiteX28" fmla="*/ 1460000 w 13158799"/>
              <a:gd name="connsiteY28" fmla="*/ 9244693 h 9456078"/>
              <a:gd name="connsiteX29" fmla="*/ 1506799 w 13158799"/>
              <a:gd name="connsiteY29" fmla="*/ 9230604 h 9456078"/>
              <a:gd name="connsiteX30" fmla="*/ 1553445 w 13158799"/>
              <a:gd name="connsiteY30" fmla="*/ 9216076 h 9456078"/>
              <a:gd name="connsiteX31" fmla="*/ 1599935 w 13158799"/>
              <a:gd name="connsiteY31" fmla="*/ 9201111 h 9456078"/>
              <a:gd name="connsiteX32" fmla="*/ 1646267 w 13158799"/>
              <a:gd name="connsiteY32" fmla="*/ 9185710 h 9456078"/>
              <a:gd name="connsiteX33" fmla="*/ 1692437 w 13158799"/>
              <a:gd name="connsiteY33" fmla="*/ 9169876 h 9456078"/>
              <a:gd name="connsiteX34" fmla="*/ 1738442 w 13158799"/>
              <a:gd name="connsiteY34" fmla="*/ 9153608 h 9456078"/>
              <a:gd name="connsiteX35" fmla="*/ 1784280 w 13158799"/>
              <a:gd name="connsiteY35" fmla="*/ 9136910 h 9456078"/>
              <a:gd name="connsiteX36" fmla="*/ 1829947 w 13158799"/>
              <a:gd name="connsiteY36" fmla="*/ 9119782 h 9456078"/>
              <a:gd name="connsiteX37" fmla="*/ 1875440 w 13158799"/>
              <a:gd name="connsiteY37" fmla="*/ 9102226 h 9456078"/>
              <a:gd name="connsiteX38" fmla="*/ 1920756 w 13158799"/>
              <a:gd name="connsiteY38" fmla="*/ 9084243 h 9456078"/>
              <a:gd name="connsiteX39" fmla="*/ 1965893 w 13158799"/>
              <a:gd name="connsiteY39" fmla="*/ 9065835 h 9456078"/>
              <a:gd name="connsiteX40" fmla="*/ 2010847 w 13158799"/>
              <a:gd name="connsiteY40" fmla="*/ 9047004 h 9456078"/>
              <a:gd name="connsiteX41" fmla="*/ 2055615 w 13158799"/>
              <a:gd name="connsiteY41" fmla="*/ 9027750 h 9456078"/>
              <a:gd name="connsiteX42" fmla="*/ 2100195 w 13158799"/>
              <a:gd name="connsiteY42" fmla="*/ 9008075 h 9456078"/>
              <a:gd name="connsiteX43" fmla="*/ 2144582 w 13158799"/>
              <a:gd name="connsiteY43" fmla="*/ 8987981 h 9456078"/>
              <a:gd name="connsiteX44" fmla="*/ 2188775 w 13158799"/>
              <a:gd name="connsiteY44" fmla="*/ 8967470 h 9456078"/>
              <a:gd name="connsiteX45" fmla="*/ 2232770 w 13158799"/>
              <a:gd name="connsiteY45" fmla="*/ 8946542 h 9456078"/>
              <a:gd name="connsiteX46" fmla="*/ 2276564 w 13158799"/>
              <a:gd name="connsiteY46" fmla="*/ 8925199 h 9456078"/>
              <a:gd name="connsiteX47" fmla="*/ 2320154 w 13158799"/>
              <a:gd name="connsiteY47" fmla="*/ 8903443 h 9456078"/>
              <a:gd name="connsiteX48" fmla="*/ 2363538 w 13158799"/>
              <a:gd name="connsiteY48" fmla="*/ 8881275 h 9456078"/>
              <a:gd name="connsiteX49" fmla="*/ 2406711 w 13158799"/>
              <a:gd name="connsiteY49" fmla="*/ 8858697 h 9456078"/>
              <a:gd name="connsiteX50" fmla="*/ 2449672 w 13158799"/>
              <a:gd name="connsiteY50" fmla="*/ 8835710 h 9456078"/>
              <a:gd name="connsiteX51" fmla="*/ 2492417 w 13158799"/>
              <a:gd name="connsiteY51" fmla="*/ 8812316 h 9456078"/>
              <a:gd name="connsiteX52" fmla="*/ 2534943 w 13158799"/>
              <a:gd name="connsiteY52" fmla="*/ 8788516 h 9456078"/>
              <a:gd name="connsiteX53" fmla="*/ 2577247 w 13158799"/>
              <a:gd name="connsiteY53" fmla="*/ 8764311 h 9456078"/>
              <a:gd name="connsiteX54" fmla="*/ 2619326 w 13158799"/>
              <a:gd name="connsiteY54" fmla="*/ 8739704 h 9456078"/>
              <a:gd name="connsiteX55" fmla="*/ 2661177 w 13158799"/>
              <a:gd name="connsiteY55" fmla="*/ 8714695 h 9456078"/>
              <a:gd name="connsiteX56" fmla="*/ 2702797 w 13158799"/>
              <a:gd name="connsiteY56" fmla="*/ 8689286 h 9456078"/>
              <a:gd name="connsiteX57" fmla="*/ 2744183 w 13158799"/>
              <a:gd name="connsiteY57" fmla="*/ 8663479 h 9456078"/>
              <a:gd name="connsiteX58" fmla="*/ 2785333 w 13158799"/>
              <a:gd name="connsiteY58" fmla="*/ 8637274 h 9456078"/>
              <a:gd name="connsiteX59" fmla="*/ 2826242 w 13158799"/>
              <a:gd name="connsiteY59" fmla="*/ 8610675 h 9456078"/>
              <a:gd name="connsiteX60" fmla="*/ 2866908 w 13158799"/>
              <a:gd name="connsiteY60" fmla="*/ 8583681 h 9456078"/>
              <a:gd name="connsiteX61" fmla="*/ 2907329 w 13158799"/>
              <a:gd name="connsiteY61" fmla="*/ 8556295 h 9456078"/>
              <a:gd name="connsiteX62" fmla="*/ 2947500 w 13158799"/>
              <a:gd name="connsiteY62" fmla="*/ 8528517 h 9456078"/>
              <a:gd name="connsiteX63" fmla="*/ 2987419 w 13158799"/>
              <a:gd name="connsiteY63" fmla="*/ 8500351 h 9456078"/>
              <a:gd name="connsiteX64" fmla="*/ 3027083 w 13158799"/>
              <a:gd name="connsiteY64" fmla="*/ 8471796 h 9456078"/>
              <a:gd name="connsiteX65" fmla="*/ 3066489 w 13158799"/>
              <a:gd name="connsiteY65" fmla="*/ 8442854 h 9456078"/>
              <a:gd name="connsiteX66" fmla="*/ 3105634 w 13158799"/>
              <a:gd name="connsiteY66" fmla="*/ 8413528 h 9456078"/>
              <a:gd name="connsiteX67" fmla="*/ 3144515 w 13158799"/>
              <a:gd name="connsiteY67" fmla="*/ 8383818 h 9456078"/>
              <a:gd name="connsiteX68" fmla="*/ 3183129 w 13158799"/>
              <a:gd name="connsiteY68" fmla="*/ 8353726 h 9456078"/>
              <a:gd name="connsiteX69" fmla="*/ 3221473 w 13158799"/>
              <a:gd name="connsiteY69" fmla="*/ 8323253 h 9456078"/>
              <a:gd name="connsiteX70" fmla="*/ 3259544 w 13158799"/>
              <a:gd name="connsiteY70" fmla="*/ 8292401 h 9456078"/>
              <a:gd name="connsiteX71" fmla="*/ 3297339 w 13158799"/>
              <a:gd name="connsiteY71" fmla="*/ 8261172 h 9456078"/>
              <a:gd name="connsiteX72" fmla="*/ 3334854 w 13158799"/>
              <a:gd name="connsiteY72" fmla="*/ 8229566 h 9456078"/>
              <a:gd name="connsiteX73" fmla="*/ 3372087 w 13158799"/>
              <a:gd name="connsiteY73" fmla="*/ 8197585 h 9456078"/>
              <a:gd name="connsiteX74" fmla="*/ 3409035 w 13158799"/>
              <a:gd name="connsiteY74" fmla="*/ 8165232 h 9456078"/>
              <a:gd name="connsiteX75" fmla="*/ 3445695 w 13158799"/>
              <a:gd name="connsiteY75" fmla="*/ 8132507 h 9456078"/>
              <a:gd name="connsiteX76" fmla="*/ 3482064 w 13158799"/>
              <a:gd name="connsiteY76" fmla="*/ 8099411 h 9456078"/>
              <a:gd name="connsiteX77" fmla="*/ 3518139 w 13158799"/>
              <a:gd name="connsiteY77" fmla="*/ 8065947 h 9456078"/>
              <a:gd name="connsiteX78" fmla="*/ 3553916 w 13158799"/>
              <a:gd name="connsiteY78" fmla="*/ 8032115 h 9456078"/>
              <a:gd name="connsiteX79" fmla="*/ 3589393 w 13158799"/>
              <a:gd name="connsiteY79" fmla="*/ 7997918 h 9456078"/>
              <a:gd name="connsiteX80" fmla="*/ 3624567 w 13158799"/>
              <a:gd name="connsiteY80" fmla="*/ 7963356 h 9456078"/>
              <a:gd name="connsiteX81" fmla="*/ 3659435 w 13158799"/>
              <a:gd name="connsiteY81" fmla="*/ 7928432 h 9456078"/>
              <a:gd name="connsiteX82" fmla="*/ 3693994 w 13158799"/>
              <a:gd name="connsiteY82" fmla="*/ 7893146 h 9456078"/>
              <a:gd name="connsiteX83" fmla="*/ 3728240 w 13158799"/>
              <a:gd name="connsiteY83" fmla="*/ 7857501 h 9456078"/>
              <a:gd name="connsiteX84" fmla="*/ 3762171 w 13158799"/>
              <a:gd name="connsiteY84" fmla="*/ 7821497 h 9456078"/>
              <a:gd name="connsiteX85" fmla="*/ 3795783 w 13158799"/>
              <a:gd name="connsiteY85" fmla="*/ 7785136 h 9456078"/>
              <a:gd name="connsiteX86" fmla="*/ 3829075 w 13158799"/>
              <a:gd name="connsiteY86" fmla="*/ 7748420 h 9456078"/>
              <a:gd name="connsiteX87" fmla="*/ 3862042 w 13158799"/>
              <a:gd name="connsiteY87" fmla="*/ 7711350 h 9456078"/>
              <a:gd name="connsiteX88" fmla="*/ 3894682 w 13158799"/>
              <a:gd name="connsiteY88" fmla="*/ 7673928 h 9456078"/>
              <a:gd name="connsiteX89" fmla="*/ 3926991 w 13158799"/>
              <a:gd name="connsiteY89" fmla="*/ 7636155 h 9456078"/>
              <a:gd name="connsiteX90" fmla="*/ 3958967 w 13158799"/>
              <a:gd name="connsiteY90" fmla="*/ 7598032 h 9456078"/>
              <a:gd name="connsiteX91" fmla="*/ 3990607 w 13158799"/>
              <a:gd name="connsiteY91" fmla="*/ 7559561 h 9456078"/>
              <a:gd name="connsiteX92" fmla="*/ 4021907 w 13158799"/>
              <a:gd name="connsiteY92" fmla="*/ 7520744 h 9456078"/>
              <a:gd name="connsiteX93" fmla="*/ 4052865 w 13158799"/>
              <a:gd name="connsiteY93" fmla="*/ 7481582 h 9456078"/>
              <a:gd name="connsiteX94" fmla="*/ 4083478 w 13158799"/>
              <a:gd name="connsiteY94" fmla="*/ 7442077 h 9456078"/>
              <a:gd name="connsiteX95" fmla="*/ 8022311 w 13158799"/>
              <a:gd name="connsiteY95" fmla="*/ 2307814 h 9456078"/>
              <a:gd name="connsiteX96" fmla="*/ 8052902 w 13158799"/>
              <a:gd name="connsiteY96" fmla="*/ 2268285 h 9456078"/>
              <a:gd name="connsiteX97" fmla="*/ 8083796 w 13158799"/>
              <a:gd name="connsiteY97" fmla="*/ 2229056 h 9456078"/>
              <a:gd name="connsiteX98" fmla="*/ 8114989 w 13158799"/>
              <a:gd name="connsiteY98" fmla="*/ 2190127 h 9456078"/>
              <a:gd name="connsiteX99" fmla="*/ 8146479 w 13158799"/>
              <a:gd name="connsiteY99" fmla="*/ 2151500 h 9456078"/>
              <a:gd name="connsiteX100" fmla="*/ 8178264 w 13158799"/>
              <a:gd name="connsiteY100" fmla="*/ 2113176 h 9456078"/>
              <a:gd name="connsiteX101" fmla="*/ 8210341 w 13158799"/>
              <a:gd name="connsiteY101" fmla="*/ 2075157 h 9456078"/>
              <a:gd name="connsiteX102" fmla="*/ 8242709 w 13158799"/>
              <a:gd name="connsiteY102" fmla="*/ 2037442 h 9456078"/>
              <a:gd name="connsiteX103" fmla="*/ 8275365 w 13158799"/>
              <a:gd name="connsiteY103" fmla="*/ 2000034 h 9456078"/>
              <a:gd name="connsiteX104" fmla="*/ 8308307 w 13158799"/>
              <a:gd name="connsiteY104" fmla="*/ 1962934 h 9456078"/>
              <a:gd name="connsiteX105" fmla="*/ 8341532 w 13158799"/>
              <a:gd name="connsiteY105" fmla="*/ 1926142 h 9456078"/>
              <a:gd name="connsiteX106" fmla="*/ 8375038 w 13158799"/>
              <a:gd name="connsiteY106" fmla="*/ 1889660 h 9456078"/>
              <a:gd name="connsiteX107" fmla="*/ 8408823 w 13158799"/>
              <a:gd name="connsiteY107" fmla="*/ 1853489 h 9456078"/>
              <a:gd name="connsiteX108" fmla="*/ 8442885 w 13158799"/>
              <a:gd name="connsiteY108" fmla="*/ 1817630 h 9456078"/>
              <a:gd name="connsiteX109" fmla="*/ 8477221 w 13158799"/>
              <a:gd name="connsiteY109" fmla="*/ 1782084 h 9456078"/>
              <a:gd name="connsiteX110" fmla="*/ 8511829 w 13158799"/>
              <a:gd name="connsiteY110" fmla="*/ 1746853 h 9456078"/>
              <a:gd name="connsiteX111" fmla="*/ 8546706 w 13158799"/>
              <a:gd name="connsiteY111" fmla="*/ 1711937 h 9456078"/>
              <a:gd name="connsiteX112" fmla="*/ 8581851 w 13158799"/>
              <a:gd name="connsiteY112" fmla="*/ 1677337 h 9456078"/>
              <a:gd name="connsiteX113" fmla="*/ 8617261 w 13158799"/>
              <a:gd name="connsiteY113" fmla="*/ 1643056 h 9456078"/>
              <a:gd name="connsiteX114" fmla="*/ 8652934 w 13158799"/>
              <a:gd name="connsiteY114" fmla="*/ 1609093 h 9456078"/>
              <a:gd name="connsiteX115" fmla="*/ 8688867 w 13158799"/>
              <a:gd name="connsiteY115" fmla="*/ 1575450 h 9456078"/>
              <a:gd name="connsiteX116" fmla="*/ 8725058 w 13158799"/>
              <a:gd name="connsiteY116" fmla="*/ 1542128 h 9456078"/>
              <a:gd name="connsiteX117" fmla="*/ 8761506 w 13158799"/>
              <a:gd name="connsiteY117" fmla="*/ 1509129 h 9456078"/>
              <a:gd name="connsiteX118" fmla="*/ 8798207 w 13158799"/>
              <a:gd name="connsiteY118" fmla="*/ 1476452 h 9456078"/>
              <a:gd name="connsiteX119" fmla="*/ 8835159 w 13158799"/>
              <a:gd name="connsiteY119" fmla="*/ 1444101 h 9456078"/>
              <a:gd name="connsiteX120" fmla="*/ 8872360 w 13158799"/>
              <a:gd name="connsiteY120" fmla="*/ 1412075 h 9456078"/>
              <a:gd name="connsiteX121" fmla="*/ 8909808 w 13158799"/>
              <a:gd name="connsiteY121" fmla="*/ 1380375 h 9456078"/>
              <a:gd name="connsiteX122" fmla="*/ 8947501 w 13158799"/>
              <a:gd name="connsiteY122" fmla="*/ 1349004 h 9456078"/>
              <a:gd name="connsiteX123" fmla="*/ 8985435 w 13158799"/>
              <a:gd name="connsiteY123" fmla="*/ 1317962 h 9456078"/>
              <a:gd name="connsiteX124" fmla="*/ 9023610 w 13158799"/>
              <a:gd name="connsiteY124" fmla="*/ 1287250 h 9456078"/>
              <a:gd name="connsiteX125" fmla="*/ 9062022 w 13158799"/>
              <a:gd name="connsiteY125" fmla="*/ 1256869 h 9456078"/>
              <a:gd name="connsiteX126" fmla="*/ 9100669 w 13158799"/>
              <a:gd name="connsiteY126" fmla="*/ 1226820 h 9456078"/>
              <a:gd name="connsiteX127" fmla="*/ 9139549 w 13158799"/>
              <a:gd name="connsiteY127" fmla="*/ 1197105 h 9456078"/>
              <a:gd name="connsiteX128" fmla="*/ 9178660 w 13158799"/>
              <a:gd name="connsiteY128" fmla="*/ 1167725 h 9456078"/>
              <a:gd name="connsiteX129" fmla="*/ 9217999 w 13158799"/>
              <a:gd name="connsiteY129" fmla="*/ 1138681 h 9456078"/>
              <a:gd name="connsiteX130" fmla="*/ 9257564 w 13158799"/>
              <a:gd name="connsiteY130" fmla="*/ 1109974 h 9456078"/>
              <a:gd name="connsiteX131" fmla="*/ 9297353 w 13158799"/>
              <a:gd name="connsiteY131" fmla="*/ 1081604 h 9456078"/>
              <a:gd name="connsiteX132" fmla="*/ 9337364 w 13158799"/>
              <a:gd name="connsiteY132" fmla="*/ 1053574 h 9456078"/>
              <a:gd name="connsiteX133" fmla="*/ 9377594 w 13158799"/>
              <a:gd name="connsiteY133" fmla="*/ 1025884 h 9456078"/>
              <a:gd name="connsiteX134" fmla="*/ 9418040 w 13158799"/>
              <a:gd name="connsiteY134" fmla="*/ 998536 h 9456078"/>
              <a:gd name="connsiteX135" fmla="*/ 9458702 w 13158799"/>
              <a:gd name="connsiteY135" fmla="*/ 971530 h 9456078"/>
              <a:gd name="connsiteX136" fmla="*/ 9499575 w 13158799"/>
              <a:gd name="connsiteY136" fmla="*/ 944868 h 9456078"/>
              <a:gd name="connsiteX137" fmla="*/ 9540659 w 13158799"/>
              <a:gd name="connsiteY137" fmla="*/ 918551 h 9456078"/>
              <a:gd name="connsiteX138" fmla="*/ 9581950 w 13158799"/>
              <a:gd name="connsiteY138" fmla="*/ 892580 h 9456078"/>
              <a:gd name="connsiteX139" fmla="*/ 9623447 w 13158799"/>
              <a:gd name="connsiteY139" fmla="*/ 866956 h 9456078"/>
              <a:gd name="connsiteX140" fmla="*/ 9665147 w 13158799"/>
              <a:gd name="connsiteY140" fmla="*/ 841681 h 9456078"/>
              <a:gd name="connsiteX141" fmla="*/ 9707048 w 13158799"/>
              <a:gd name="connsiteY141" fmla="*/ 816754 h 9456078"/>
              <a:gd name="connsiteX142" fmla="*/ 9749147 w 13158799"/>
              <a:gd name="connsiteY142" fmla="*/ 792179 h 9456078"/>
              <a:gd name="connsiteX143" fmla="*/ 9791443 w 13158799"/>
              <a:gd name="connsiteY143" fmla="*/ 767955 h 9456078"/>
              <a:gd name="connsiteX144" fmla="*/ 9833932 w 13158799"/>
              <a:gd name="connsiteY144" fmla="*/ 744083 h 9456078"/>
              <a:gd name="connsiteX145" fmla="*/ 9876613 w 13158799"/>
              <a:gd name="connsiteY145" fmla="*/ 720566 h 9456078"/>
              <a:gd name="connsiteX146" fmla="*/ 9919484 w 13158799"/>
              <a:gd name="connsiteY146" fmla="*/ 697404 h 9456078"/>
              <a:gd name="connsiteX147" fmla="*/ 9962542 w 13158799"/>
              <a:gd name="connsiteY147" fmla="*/ 674598 h 9456078"/>
              <a:gd name="connsiteX148" fmla="*/ 10005784 w 13158799"/>
              <a:gd name="connsiteY148" fmla="*/ 652149 h 9456078"/>
              <a:gd name="connsiteX149" fmla="*/ 10049209 w 13158799"/>
              <a:gd name="connsiteY149" fmla="*/ 630059 h 9456078"/>
              <a:gd name="connsiteX150" fmla="*/ 10092814 w 13158799"/>
              <a:gd name="connsiteY150" fmla="*/ 608328 h 9456078"/>
              <a:gd name="connsiteX151" fmla="*/ 10136597 w 13158799"/>
              <a:gd name="connsiteY151" fmla="*/ 586958 h 9456078"/>
              <a:gd name="connsiteX152" fmla="*/ 10180556 w 13158799"/>
              <a:gd name="connsiteY152" fmla="*/ 565950 h 9456078"/>
              <a:gd name="connsiteX153" fmla="*/ 10224688 w 13158799"/>
              <a:gd name="connsiteY153" fmla="*/ 545304 h 9456078"/>
              <a:gd name="connsiteX154" fmla="*/ 10268991 w 13158799"/>
              <a:gd name="connsiteY154" fmla="*/ 525023 h 9456078"/>
              <a:gd name="connsiteX155" fmla="*/ 10313463 w 13158799"/>
              <a:gd name="connsiteY155" fmla="*/ 505107 h 9456078"/>
              <a:gd name="connsiteX156" fmla="*/ 10358101 w 13158799"/>
              <a:gd name="connsiteY156" fmla="*/ 485558 h 9456078"/>
              <a:gd name="connsiteX157" fmla="*/ 10402903 w 13158799"/>
              <a:gd name="connsiteY157" fmla="*/ 466376 h 9456078"/>
              <a:gd name="connsiteX158" fmla="*/ 10447868 w 13158799"/>
              <a:gd name="connsiteY158" fmla="*/ 447563 h 9456078"/>
              <a:gd name="connsiteX159" fmla="*/ 10492991 w 13158799"/>
              <a:gd name="connsiteY159" fmla="*/ 429119 h 9456078"/>
              <a:gd name="connsiteX160" fmla="*/ 10538272 w 13158799"/>
              <a:gd name="connsiteY160" fmla="*/ 411046 h 9456078"/>
              <a:gd name="connsiteX161" fmla="*/ 10583708 w 13158799"/>
              <a:gd name="connsiteY161" fmla="*/ 393346 h 9456078"/>
              <a:gd name="connsiteX162" fmla="*/ 10629297 w 13158799"/>
              <a:gd name="connsiteY162" fmla="*/ 376018 h 9456078"/>
              <a:gd name="connsiteX163" fmla="*/ 10675036 w 13158799"/>
              <a:gd name="connsiteY163" fmla="*/ 359065 h 9456078"/>
              <a:gd name="connsiteX164" fmla="*/ 10720923 w 13158799"/>
              <a:gd name="connsiteY164" fmla="*/ 342487 h 9456078"/>
              <a:gd name="connsiteX165" fmla="*/ 10766956 w 13158799"/>
              <a:gd name="connsiteY165" fmla="*/ 326286 h 9456078"/>
              <a:gd name="connsiteX166" fmla="*/ 10813132 w 13158799"/>
              <a:gd name="connsiteY166" fmla="*/ 310462 h 9456078"/>
              <a:gd name="connsiteX167" fmla="*/ 10859450 w 13158799"/>
              <a:gd name="connsiteY167" fmla="*/ 295018 h 9456078"/>
              <a:gd name="connsiteX168" fmla="*/ 10905907 w 13158799"/>
              <a:gd name="connsiteY168" fmla="*/ 279953 h 9456078"/>
              <a:gd name="connsiteX169" fmla="*/ 10952500 w 13158799"/>
              <a:gd name="connsiteY169" fmla="*/ 265269 h 9456078"/>
              <a:gd name="connsiteX170" fmla="*/ 10999227 w 13158799"/>
              <a:gd name="connsiteY170" fmla="*/ 250968 h 9456078"/>
              <a:gd name="connsiteX171" fmla="*/ 11046087 w 13158799"/>
              <a:gd name="connsiteY171" fmla="*/ 237049 h 9456078"/>
              <a:gd name="connsiteX172" fmla="*/ 11093076 w 13158799"/>
              <a:gd name="connsiteY172" fmla="*/ 223516 h 9456078"/>
              <a:gd name="connsiteX173" fmla="*/ 11140193 w 13158799"/>
              <a:gd name="connsiteY173" fmla="*/ 210368 h 9456078"/>
              <a:gd name="connsiteX174" fmla="*/ 11187434 w 13158799"/>
              <a:gd name="connsiteY174" fmla="*/ 197606 h 9456078"/>
              <a:gd name="connsiteX175" fmla="*/ 11234799 w 13158799"/>
              <a:gd name="connsiteY175" fmla="*/ 185233 h 9456078"/>
              <a:gd name="connsiteX176" fmla="*/ 11282284 w 13158799"/>
              <a:gd name="connsiteY176" fmla="*/ 173248 h 9456078"/>
              <a:gd name="connsiteX177" fmla="*/ 11329888 w 13158799"/>
              <a:gd name="connsiteY177" fmla="*/ 161654 h 9456078"/>
              <a:gd name="connsiteX178" fmla="*/ 11377607 w 13158799"/>
              <a:gd name="connsiteY178" fmla="*/ 150451 h 9456078"/>
              <a:gd name="connsiteX179" fmla="*/ 11425440 w 13158799"/>
              <a:gd name="connsiteY179" fmla="*/ 139640 h 9456078"/>
              <a:gd name="connsiteX180" fmla="*/ 11473385 w 13158799"/>
              <a:gd name="connsiteY180" fmla="*/ 129223 h 9456078"/>
              <a:gd name="connsiteX181" fmla="*/ 11521439 w 13158799"/>
              <a:gd name="connsiteY181" fmla="*/ 119201 h 9456078"/>
              <a:gd name="connsiteX182" fmla="*/ 11569599 w 13158799"/>
              <a:gd name="connsiteY182" fmla="*/ 109574 h 9456078"/>
              <a:gd name="connsiteX183" fmla="*/ 11617864 w 13158799"/>
              <a:gd name="connsiteY183" fmla="*/ 100344 h 9456078"/>
              <a:gd name="connsiteX184" fmla="*/ 11666231 w 13158799"/>
              <a:gd name="connsiteY184" fmla="*/ 91512 h 9456078"/>
              <a:gd name="connsiteX185" fmla="*/ 11714698 w 13158799"/>
              <a:gd name="connsiteY185" fmla="*/ 83080 h 9456078"/>
              <a:gd name="connsiteX186" fmla="*/ 11763263 w 13158799"/>
              <a:gd name="connsiteY186" fmla="*/ 75047 h 9456078"/>
              <a:gd name="connsiteX187" fmla="*/ 11811923 w 13158799"/>
              <a:gd name="connsiteY187" fmla="*/ 67417 h 9456078"/>
              <a:gd name="connsiteX188" fmla="*/ 11860676 w 13158799"/>
              <a:gd name="connsiteY188" fmla="*/ 60188 h 9456078"/>
              <a:gd name="connsiteX189" fmla="*/ 11909519 w 13158799"/>
              <a:gd name="connsiteY189" fmla="*/ 53364 h 9456078"/>
              <a:gd name="connsiteX190" fmla="*/ 11958451 w 13158799"/>
              <a:gd name="connsiteY190" fmla="*/ 46944 h 9456078"/>
              <a:gd name="connsiteX191" fmla="*/ 12007470 w 13158799"/>
              <a:gd name="connsiteY191" fmla="*/ 40931 h 9456078"/>
              <a:gd name="connsiteX192" fmla="*/ 12056572 w 13158799"/>
              <a:gd name="connsiteY192" fmla="*/ 35324 h 9456078"/>
              <a:gd name="connsiteX193" fmla="*/ 12105756 w 13158799"/>
              <a:gd name="connsiteY193" fmla="*/ 30126 h 9456078"/>
              <a:gd name="connsiteX194" fmla="*/ 12155019 w 13158799"/>
              <a:gd name="connsiteY194" fmla="*/ 25337 h 9456078"/>
              <a:gd name="connsiteX195" fmla="*/ 12204359 w 13158799"/>
              <a:gd name="connsiteY195" fmla="*/ 20958 h 9456078"/>
              <a:gd name="connsiteX196" fmla="*/ 12253773 w 13158799"/>
              <a:gd name="connsiteY196" fmla="*/ 16991 h 9456078"/>
              <a:gd name="connsiteX197" fmla="*/ 12303260 w 13158799"/>
              <a:gd name="connsiteY197" fmla="*/ 13437 h 9456078"/>
              <a:gd name="connsiteX198" fmla="*/ 12352818 w 13158799"/>
              <a:gd name="connsiteY198" fmla="*/ 10297 h 9456078"/>
              <a:gd name="connsiteX199" fmla="*/ 12402443 w 13158799"/>
              <a:gd name="connsiteY199" fmla="*/ 7572 h 9456078"/>
              <a:gd name="connsiteX200" fmla="*/ 12452133 w 13158799"/>
              <a:gd name="connsiteY200" fmla="*/ 5263 h 9456078"/>
              <a:gd name="connsiteX201" fmla="*/ 12501887 w 13158799"/>
              <a:gd name="connsiteY201" fmla="*/ 3371 h 9456078"/>
              <a:gd name="connsiteX202" fmla="*/ 12551701 w 13158799"/>
              <a:gd name="connsiteY202" fmla="*/ 1898 h 9456078"/>
              <a:gd name="connsiteX203" fmla="*/ 12601574 w 13158799"/>
              <a:gd name="connsiteY203" fmla="*/ 844 h 9456078"/>
              <a:gd name="connsiteX204" fmla="*/ 12651504 w 13158799"/>
              <a:gd name="connsiteY204" fmla="*/ 211 h 9456078"/>
              <a:gd name="connsiteX205" fmla="*/ 12701487 w 13158799"/>
              <a:gd name="connsiteY205" fmla="*/ 0 h 9456078"/>
              <a:gd name="connsiteX206" fmla="*/ 13158798 w 13158799"/>
              <a:gd name="connsiteY206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76172 w 13158797"/>
              <a:gd name="connsiteY22" fmla="*/ 9319936 h 9456078"/>
              <a:gd name="connsiteX23" fmla="*/ 1223823 w 13158797"/>
              <a:gd name="connsiteY23" fmla="*/ 9308509 h 9456078"/>
              <a:gd name="connsiteX24" fmla="*/ 1271339 w 13158797"/>
              <a:gd name="connsiteY24" fmla="*/ 9296635 h 9456078"/>
              <a:gd name="connsiteX25" fmla="*/ 1318719 w 13158797"/>
              <a:gd name="connsiteY25" fmla="*/ 9284315 h 9456078"/>
              <a:gd name="connsiteX26" fmla="*/ 1365957 w 13158797"/>
              <a:gd name="connsiteY26" fmla="*/ 9271550 h 9456078"/>
              <a:gd name="connsiteX27" fmla="*/ 1413052 w 13158797"/>
              <a:gd name="connsiteY27" fmla="*/ 9258342 h 9456078"/>
              <a:gd name="connsiteX28" fmla="*/ 1460000 w 13158797"/>
              <a:gd name="connsiteY28" fmla="*/ 9244693 h 9456078"/>
              <a:gd name="connsiteX29" fmla="*/ 1506799 w 13158797"/>
              <a:gd name="connsiteY29" fmla="*/ 9230604 h 9456078"/>
              <a:gd name="connsiteX30" fmla="*/ 1553445 w 13158797"/>
              <a:gd name="connsiteY30" fmla="*/ 9216076 h 9456078"/>
              <a:gd name="connsiteX31" fmla="*/ 1599935 w 13158797"/>
              <a:gd name="connsiteY31" fmla="*/ 9201111 h 9456078"/>
              <a:gd name="connsiteX32" fmla="*/ 1646267 w 13158797"/>
              <a:gd name="connsiteY32" fmla="*/ 9185710 h 9456078"/>
              <a:gd name="connsiteX33" fmla="*/ 1692437 w 13158797"/>
              <a:gd name="connsiteY33" fmla="*/ 9169876 h 9456078"/>
              <a:gd name="connsiteX34" fmla="*/ 1738442 w 13158797"/>
              <a:gd name="connsiteY34" fmla="*/ 9153608 h 9456078"/>
              <a:gd name="connsiteX35" fmla="*/ 1784280 w 13158797"/>
              <a:gd name="connsiteY35" fmla="*/ 9136910 h 9456078"/>
              <a:gd name="connsiteX36" fmla="*/ 1829947 w 13158797"/>
              <a:gd name="connsiteY36" fmla="*/ 9119782 h 9456078"/>
              <a:gd name="connsiteX37" fmla="*/ 1875440 w 13158797"/>
              <a:gd name="connsiteY37" fmla="*/ 9102226 h 9456078"/>
              <a:gd name="connsiteX38" fmla="*/ 1920756 w 13158797"/>
              <a:gd name="connsiteY38" fmla="*/ 9084243 h 9456078"/>
              <a:gd name="connsiteX39" fmla="*/ 1965893 w 13158797"/>
              <a:gd name="connsiteY39" fmla="*/ 9065835 h 9456078"/>
              <a:gd name="connsiteX40" fmla="*/ 2055615 w 13158797"/>
              <a:gd name="connsiteY40" fmla="*/ 9027750 h 9456078"/>
              <a:gd name="connsiteX41" fmla="*/ 2100195 w 13158797"/>
              <a:gd name="connsiteY41" fmla="*/ 9008075 h 9456078"/>
              <a:gd name="connsiteX42" fmla="*/ 2144582 w 13158797"/>
              <a:gd name="connsiteY42" fmla="*/ 8987981 h 9456078"/>
              <a:gd name="connsiteX43" fmla="*/ 2188775 w 13158797"/>
              <a:gd name="connsiteY43" fmla="*/ 8967470 h 9456078"/>
              <a:gd name="connsiteX44" fmla="*/ 2232770 w 13158797"/>
              <a:gd name="connsiteY44" fmla="*/ 8946542 h 9456078"/>
              <a:gd name="connsiteX45" fmla="*/ 2276564 w 13158797"/>
              <a:gd name="connsiteY45" fmla="*/ 8925199 h 9456078"/>
              <a:gd name="connsiteX46" fmla="*/ 2320154 w 13158797"/>
              <a:gd name="connsiteY46" fmla="*/ 8903443 h 9456078"/>
              <a:gd name="connsiteX47" fmla="*/ 2363538 w 13158797"/>
              <a:gd name="connsiteY47" fmla="*/ 8881275 h 9456078"/>
              <a:gd name="connsiteX48" fmla="*/ 2406711 w 13158797"/>
              <a:gd name="connsiteY48" fmla="*/ 8858697 h 9456078"/>
              <a:gd name="connsiteX49" fmla="*/ 2449672 w 13158797"/>
              <a:gd name="connsiteY49" fmla="*/ 8835710 h 9456078"/>
              <a:gd name="connsiteX50" fmla="*/ 2492417 w 13158797"/>
              <a:gd name="connsiteY50" fmla="*/ 8812316 h 9456078"/>
              <a:gd name="connsiteX51" fmla="*/ 2534943 w 13158797"/>
              <a:gd name="connsiteY51" fmla="*/ 8788516 h 9456078"/>
              <a:gd name="connsiteX52" fmla="*/ 2577247 w 13158797"/>
              <a:gd name="connsiteY52" fmla="*/ 8764311 h 9456078"/>
              <a:gd name="connsiteX53" fmla="*/ 2619326 w 13158797"/>
              <a:gd name="connsiteY53" fmla="*/ 8739704 h 9456078"/>
              <a:gd name="connsiteX54" fmla="*/ 2661177 w 13158797"/>
              <a:gd name="connsiteY54" fmla="*/ 8714695 h 9456078"/>
              <a:gd name="connsiteX55" fmla="*/ 2702797 w 13158797"/>
              <a:gd name="connsiteY55" fmla="*/ 8689286 h 9456078"/>
              <a:gd name="connsiteX56" fmla="*/ 2744183 w 13158797"/>
              <a:gd name="connsiteY56" fmla="*/ 8663479 h 9456078"/>
              <a:gd name="connsiteX57" fmla="*/ 2785333 w 13158797"/>
              <a:gd name="connsiteY57" fmla="*/ 8637274 h 9456078"/>
              <a:gd name="connsiteX58" fmla="*/ 2826242 w 13158797"/>
              <a:gd name="connsiteY58" fmla="*/ 8610675 h 9456078"/>
              <a:gd name="connsiteX59" fmla="*/ 2866908 w 13158797"/>
              <a:gd name="connsiteY59" fmla="*/ 8583681 h 9456078"/>
              <a:gd name="connsiteX60" fmla="*/ 2907329 w 13158797"/>
              <a:gd name="connsiteY60" fmla="*/ 8556295 h 9456078"/>
              <a:gd name="connsiteX61" fmla="*/ 2947500 w 13158797"/>
              <a:gd name="connsiteY61" fmla="*/ 8528517 h 9456078"/>
              <a:gd name="connsiteX62" fmla="*/ 2987419 w 13158797"/>
              <a:gd name="connsiteY62" fmla="*/ 8500351 h 9456078"/>
              <a:gd name="connsiteX63" fmla="*/ 3027083 w 13158797"/>
              <a:gd name="connsiteY63" fmla="*/ 8471796 h 9456078"/>
              <a:gd name="connsiteX64" fmla="*/ 3066489 w 13158797"/>
              <a:gd name="connsiteY64" fmla="*/ 8442854 h 9456078"/>
              <a:gd name="connsiteX65" fmla="*/ 3105634 w 13158797"/>
              <a:gd name="connsiteY65" fmla="*/ 8413528 h 9456078"/>
              <a:gd name="connsiteX66" fmla="*/ 3144515 w 13158797"/>
              <a:gd name="connsiteY66" fmla="*/ 8383818 h 9456078"/>
              <a:gd name="connsiteX67" fmla="*/ 3183129 w 13158797"/>
              <a:gd name="connsiteY67" fmla="*/ 8353726 h 9456078"/>
              <a:gd name="connsiteX68" fmla="*/ 3221473 w 13158797"/>
              <a:gd name="connsiteY68" fmla="*/ 8323253 h 9456078"/>
              <a:gd name="connsiteX69" fmla="*/ 3259544 w 13158797"/>
              <a:gd name="connsiteY69" fmla="*/ 8292401 h 9456078"/>
              <a:gd name="connsiteX70" fmla="*/ 3297339 w 13158797"/>
              <a:gd name="connsiteY70" fmla="*/ 8261172 h 9456078"/>
              <a:gd name="connsiteX71" fmla="*/ 3334854 w 13158797"/>
              <a:gd name="connsiteY71" fmla="*/ 8229566 h 9456078"/>
              <a:gd name="connsiteX72" fmla="*/ 3372087 w 13158797"/>
              <a:gd name="connsiteY72" fmla="*/ 8197585 h 9456078"/>
              <a:gd name="connsiteX73" fmla="*/ 3409035 w 13158797"/>
              <a:gd name="connsiteY73" fmla="*/ 8165232 h 9456078"/>
              <a:gd name="connsiteX74" fmla="*/ 3445695 w 13158797"/>
              <a:gd name="connsiteY74" fmla="*/ 8132507 h 9456078"/>
              <a:gd name="connsiteX75" fmla="*/ 3482064 w 13158797"/>
              <a:gd name="connsiteY75" fmla="*/ 8099411 h 9456078"/>
              <a:gd name="connsiteX76" fmla="*/ 3518139 w 13158797"/>
              <a:gd name="connsiteY76" fmla="*/ 8065947 h 9456078"/>
              <a:gd name="connsiteX77" fmla="*/ 3553916 w 13158797"/>
              <a:gd name="connsiteY77" fmla="*/ 8032115 h 9456078"/>
              <a:gd name="connsiteX78" fmla="*/ 3589393 w 13158797"/>
              <a:gd name="connsiteY78" fmla="*/ 7997918 h 9456078"/>
              <a:gd name="connsiteX79" fmla="*/ 3624567 w 13158797"/>
              <a:gd name="connsiteY79" fmla="*/ 7963356 h 9456078"/>
              <a:gd name="connsiteX80" fmla="*/ 3659435 w 13158797"/>
              <a:gd name="connsiteY80" fmla="*/ 7928432 h 9456078"/>
              <a:gd name="connsiteX81" fmla="*/ 3693994 w 13158797"/>
              <a:gd name="connsiteY81" fmla="*/ 7893146 h 9456078"/>
              <a:gd name="connsiteX82" fmla="*/ 3728240 w 13158797"/>
              <a:gd name="connsiteY82" fmla="*/ 7857501 h 9456078"/>
              <a:gd name="connsiteX83" fmla="*/ 3762171 w 13158797"/>
              <a:gd name="connsiteY83" fmla="*/ 7821497 h 9456078"/>
              <a:gd name="connsiteX84" fmla="*/ 3795783 w 13158797"/>
              <a:gd name="connsiteY84" fmla="*/ 7785136 h 9456078"/>
              <a:gd name="connsiteX85" fmla="*/ 3829075 w 13158797"/>
              <a:gd name="connsiteY85" fmla="*/ 7748420 h 9456078"/>
              <a:gd name="connsiteX86" fmla="*/ 3862042 w 13158797"/>
              <a:gd name="connsiteY86" fmla="*/ 7711350 h 9456078"/>
              <a:gd name="connsiteX87" fmla="*/ 3894682 w 13158797"/>
              <a:gd name="connsiteY87" fmla="*/ 7673928 h 9456078"/>
              <a:gd name="connsiteX88" fmla="*/ 3926991 w 13158797"/>
              <a:gd name="connsiteY88" fmla="*/ 7636155 h 9456078"/>
              <a:gd name="connsiteX89" fmla="*/ 3958967 w 13158797"/>
              <a:gd name="connsiteY89" fmla="*/ 7598032 h 9456078"/>
              <a:gd name="connsiteX90" fmla="*/ 3990607 w 13158797"/>
              <a:gd name="connsiteY90" fmla="*/ 7559561 h 9456078"/>
              <a:gd name="connsiteX91" fmla="*/ 4021907 w 13158797"/>
              <a:gd name="connsiteY91" fmla="*/ 7520744 h 9456078"/>
              <a:gd name="connsiteX92" fmla="*/ 4052865 w 13158797"/>
              <a:gd name="connsiteY92" fmla="*/ 7481582 h 9456078"/>
              <a:gd name="connsiteX93" fmla="*/ 4083478 w 13158797"/>
              <a:gd name="connsiteY93" fmla="*/ 7442077 h 9456078"/>
              <a:gd name="connsiteX94" fmla="*/ 8022311 w 13158797"/>
              <a:gd name="connsiteY94" fmla="*/ 2307814 h 9456078"/>
              <a:gd name="connsiteX95" fmla="*/ 8052902 w 13158797"/>
              <a:gd name="connsiteY95" fmla="*/ 2268285 h 9456078"/>
              <a:gd name="connsiteX96" fmla="*/ 8083796 w 13158797"/>
              <a:gd name="connsiteY96" fmla="*/ 2229056 h 9456078"/>
              <a:gd name="connsiteX97" fmla="*/ 8114989 w 13158797"/>
              <a:gd name="connsiteY97" fmla="*/ 2190127 h 9456078"/>
              <a:gd name="connsiteX98" fmla="*/ 8146479 w 13158797"/>
              <a:gd name="connsiteY98" fmla="*/ 2151500 h 9456078"/>
              <a:gd name="connsiteX99" fmla="*/ 8178264 w 13158797"/>
              <a:gd name="connsiteY99" fmla="*/ 2113176 h 9456078"/>
              <a:gd name="connsiteX100" fmla="*/ 8210341 w 13158797"/>
              <a:gd name="connsiteY100" fmla="*/ 2075157 h 9456078"/>
              <a:gd name="connsiteX101" fmla="*/ 8242709 w 13158797"/>
              <a:gd name="connsiteY101" fmla="*/ 2037442 h 9456078"/>
              <a:gd name="connsiteX102" fmla="*/ 8275365 w 13158797"/>
              <a:gd name="connsiteY102" fmla="*/ 2000034 h 9456078"/>
              <a:gd name="connsiteX103" fmla="*/ 8308307 w 13158797"/>
              <a:gd name="connsiteY103" fmla="*/ 1962934 h 9456078"/>
              <a:gd name="connsiteX104" fmla="*/ 8341532 w 13158797"/>
              <a:gd name="connsiteY104" fmla="*/ 1926142 h 9456078"/>
              <a:gd name="connsiteX105" fmla="*/ 8375038 w 13158797"/>
              <a:gd name="connsiteY105" fmla="*/ 1889660 h 9456078"/>
              <a:gd name="connsiteX106" fmla="*/ 8408823 w 13158797"/>
              <a:gd name="connsiteY106" fmla="*/ 1853489 h 9456078"/>
              <a:gd name="connsiteX107" fmla="*/ 8442885 w 13158797"/>
              <a:gd name="connsiteY107" fmla="*/ 1817630 h 9456078"/>
              <a:gd name="connsiteX108" fmla="*/ 8477221 w 13158797"/>
              <a:gd name="connsiteY108" fmla="*/ 1782084 h 9456078"/>
              <a:gd name="connsiteX109" fmla="*/ 8511829 w 13158797"/>
              <a:gd name="connsiteY109" fmla="*/ 1746853 h 9456078"/>
              <a:gd name="connsiteX110" fmla="*/ 8546706 w 13158797"/>
              <a:gd name="connsiteY110" fmla="*/ 1711937 h 9456078"/>
              <a:gd name="connsiteX111" fmla="*/ 8581851 w 13158797"/>
              <a:gd name="connsiteY111" fmla="*/ 1677337 h 9456078"/>
              <a:gd name="connsiteX112" fmla="*/ 8617261 w 13158797"/>
              <a:gd name="connsiteY112" fmla="*/ 1643056 h 9456078"/>
              <a:gd name="connsiteX113" fmla="*/ 8652934 w 13158797"/>
              <a:gd name="connsiteY113" fmla="*/ 1609093 h 9456078"/>
              <a:gd name="connsiteX114" fmla="*/ 8688867 w 13158797"/>
              <a:gd name="connsiteY114" fmla="*/ 1575450 h 9456078"/>
              <a:gd name="connsiteX115" fmla="*/ 8725058 w 13158797"/>
              <a:gd name="connsiteY115" fmla="*/ 1542128 h 9456078"/>
              <a:gd name="connsiteX116" fmla="*/ 8761506 w 13158797"/>
              <a:gd name="connsiteY116" fmla="*/ 1509129 h 9456078"/>
              <a:gd name="connsiteX117" fmla="*/ 8798207 w 13158797"/>
              <a:gd name="connsiteY117" fmla="*/ 1476452 h 9456078"/>
              <a:gd name="connsiteX118" fmla="*/ 8835159 w 13158797"/>
              <a:gd name="connsiteY118" fmla="*/ 1444101 h 9456078"/>
              <a:gd name="connsiteX119" fmla="*/ 8872360 w 13158797"/>
              <a:gd name="connsiteY119" fmla="*/ 1412075 h 9456078"/>
              <a:gd name="connsiteX120" fmla="*/ 8909808 w 13158797"/>
              <a:gd name="connsiteY120" fmla="*/ 1380375 h 9456078"/>
              <a:gd name="connsiteX121" fmla="*/ 8947501 w 13158797"/>
              <a:gd name="connsiteY121" fmla="*/ 1349004 h 9456078"/>
              <a:gd name="connsiteX122" fmla="*/ 8985435 w 13158797"/>
              <a:gd name="connsiteY122" fmla="*/ 1317962 h 9456078"/>
              <a:gd name="connsiteX123" fmla="*/ 9023610 w 13158797"/>
              <a:gd name="connsiteY123" fmla="*/ 1287250 h 9456078"/>
              <a:gd name="connsiteX124" fmla="*/ 9062022 w 13158797"/>
              <a:gd name="connsiteY124" fmla="*/ 1256869 h 9456078"/>
              <a:gd name="connsiteX125" fmla="*/ 9100669 w 13158797"/>
              <a:gd name="connsiteY125" fmla="*/ 1226820 h 9456078"/>
              <a:gd name="connsiteX126" fmla="*/ 9139549 w 13158797"/>
              <a:gd name="connsiteY126" fmla="*/ 1197105 h 9456078"/>
              <a:gd name="connsiteX127" fmla="*/ 9178660 w 13158797"/>
              <a:gd name="connsiteY127" fmla="*/ 1167725 h 9456078"/>
              <a:gd name="connsiteX128" fmla="*/ 9217999 w 13158797"/>
              <a:gd name="connsiteY128" fmla="*/ 1138681 h 9456078"/>
              <a:gd name="connsiteX129" fmla="*/ 9257564 w 13158797"/>
              <a:gd name="connsiteY129" fmla="*/ 1109974 h 9456078"/>
              <a:gd name="connsiteX130" fmla="*/ 9297353 w 13158797"/>
              <a:gd name="connsiteY130" fmla="*/ 1081604 h 9456078"/>
              <a:gd name="connsiteX131" fmla="*/ 9337364 w 13158797"/>
              <a:gd name="connsiteY131" fmla="*/ 1053574 h 9456078"/>
              <a:gd name="connsiteX132" fmla="*/ 9377594 w 13158797"/>
              <a:gd name="connsiteY132" fmla="*/ 1025884 h 9456078"/>
              <a:gd name="connsiteX133" fmla="*/ 9418040 w 13158797"/>
              <a:gd name="connsiteY133" fmla="*/ 998536 h 9456078"/>
              <a:gd name="connsiteX134" fmla="*/ 9458702 w 13158797"/>
              <a:gd name="connsiteY134" fmla="*/ 971530 h 9456078"/>
              <a:gd name="connsiteX135" fmla="*/ 9499575 w 13158797"/>
              <a:gd name="connsiteY135" fmla="*/ 944868 h 9456078"/>
              <a:gd name="connsiteX136" fmla="*/ 9540659 w 13158797"/>
              <a:gd name="connsiteY136" fmla="*/ 918551 h 9456078"/>
              <a:gd name="connsiteX137" fmla="*/ 9581950 w 13158797"/>
              <a:gd name="connsiteY137" fmla="*/ 892580 h 9456078"/>
              <a:gd name="connsiteX138" fmla="*/ 9623447 w 13158797"/>
              <a:gd name="connsiteY138" fmla="*/ 866956 h 9456078"/>
              <a:gd name="connsiteX139" fmla="*/ 9665147 w 13158797"/>
              <a:gd name="connsiteY139" fmla="*/ 841681 h 9456078"/>
              <a:gd name="connsiteX140" fmla="*/ 9707048 w 13158797"/>
              <a:gd name="connsiteY140" fmla="*/ 816754 h 9456078"/>
              <a:gd name="connsiteX141" fmla="*/ 9749147 w 13158797"/>
              <a:gd name="connsiteY141" fmla="*/ 792179 h 9456078"/>
              <a:gd name="connsiteX142" fmla="*/ 9791443 w 13158797"/>
              <a:gd name="connsiteY142" fmla="*/ 767955 h 9456078"/>
              <a:gd name="connsiteX143" fmla="*/ 9833932 w 13158797"/>
              <a:gd name="connsiteY143" fmla="*/ 744083 h 9456078"/>
              <a:gd name="connsiteX144" fmla="*/ 9876613 w 13158797"/>
              <a:gd name="connsiteY144" fmla="*/ 720566 h 9456078"/>
              <a:gd name="connsiteX145" fmla="*/ 9919484 w 13158797"/>
              <a:gd name="connsiteY145" fmla="*/ 697404 h 9456078"/>
              <a:gd name="connsiteX146" fmla="*/ 9962542 w 13158797"/>
              <a:gd name="connsiteY146" fmla="*/ 674598 h 9456078"/>
              <a:gd name="connsiteX147" fmla="*/ 10005784 w 13158797"/>
              <a:gd name="connsiteY147" fmla="*/ 652149 h 9456078"/>
              <a:gd name="connsiteX148" fmla="*/ 10049209 w 13158797"/>
              <a:gd name="connsiteY148" fmla="*/ 630059 h 9456078"/>
              <a:gd name="connsiteX149" fmla="*/ 10092814 w 13158797"/>
              <a:gd name="connsiteY149" fmla="*/ 608328 h 9456078"/>
              <a:gd name="connsiteX150" fmla="*/ 10136597 w 13158797"/>
              <a:gd name="connsiteY150" fmla="*/ 586958 h 9456078"/>
              <a:gd name="connsiteX151" fmla="*/ 10180556 w 13158797"/>
              <a:gd name="connsiteY151" fmla="*/ 565950 h 9456078"/>
              <a:gd name="connsiteX152" fmla="*/ 10224688 w 13158797"/>
              <a:gd name="connsiteY152" fmla="*/ 545304 h 9456078"/>
              <a:gd name="connsiteX153" fmla="*/ 10268991 w 13158797"/>
              <a:gd name="connsiteY153" fmla="*/ 525023 h 9456078"/>
              <a:gd name="connsiteX154" fmla="*/ 10313463 w 13158797"/>
              <a:gd name="connsiteY154" fmla="*/ 505107 h 9456078"/>
              <a:gd name="connsiteX155" fmla="*/ 10358101 w 13158797"/>
              <a:gd name="connsiteY155" fmla="*/ 485558 h 9456078"/>
              <a:gd name="connsiteX156" fmla="*/ 10402903 w 13158797"/>
              <a:gd name="connsiteY156" fmla="*/ 466376 h 9456078"/>
              <a:gd name="connsiteX157" fmla="*/ 10447868 w 13158797"/>
              <a:gd name="connsiteY157" fmla="*/ 447563 h 9456078"/>
              <a:gd name="connsiteX158" fmla="*/ 10492991 w 13158797"/>
              <a:gd name="connsiteY158" fmla="*/ 429119 h 9456078"/>
              <a:gd name="connsiteX159" fmla="*/ 10538272 w 13158797"/>
              <a:gd name="connsiteY159" fmla="*/ 411046 h 9456078"/>
              <a:gd name="connsiteX160" fmla="*/ 10583708 w 13158797"/>
              <a:gd name="connsiteY160" fmla="*/ 393346 h 9456078"/>
              <a:gd name="connsiteX161" fmla="*/ 10629297 w 13158797"/>
              <a:gd name="connsiteY161" fmla="*/ 376018 h 9456078"/>
              <a:gd name="connsiteX162" fmla="*/ 10675036 w 13158797"/>
              <a:gd name="connsiteY162" fmla="*/ 359065 h 9456078"/>
              <a:gd name="connsiteX163" fmla="*/ 10720923 w 13158797"/>
              <a:gd name="connsiteY163" fmla="*/ 342487 h 9456078"/>
              <a:gd name="connsiteX164" fmla="*/ 10766956 w 13158797"/>
              <a:gd name="connsiteY164" fmla="*/ 326286 h 9456078"/>
              <a:gd name="connsiteX165" fmla="*/ 10813132 w 13158797"/>
              <a:gd name="connsiteY165" fmla="*/ 310462 h 9456078"/>
              <a:gd name="connsiteX166" fmla="*/ 10859450 w 13158797"/>
              <a:gd name="connsiteY166" fmla="*/ 295018 h 9456078"/>
              <a:gd name="connsiteX167" fmla="*/ 10905907 w 13158797"/>
              <a:gd name="connsiteY167" fmla="*/ 279953 h 9456078"/>
              <a:gd name="connsiteX168" fmla="*/ 10952500 w 13158797"/>
              <a:gd name="connsiteY168" fmla="*/ 265269 h 9456078"/>
              <a:gd name="connsiteX169" fmla="*/ 10999227 w 13158797"/>
              <a:gd name="connsiteY169" fmla="*/ 250968 h 9456078"/>
              <a:gd name="connsiteX170" fmla="*/ 11046087 w 13158797"/>
              <a:gd name="connsiteY170" fmla="*/ 237049 h 9456078"/>
              <a:gd name="connsiteX171" fmla="*/ 11093076 w 13158797"/>
              <a:gd name="connsiteY171" fmla="*/ 223516 h 9456078"/>
              <a:gd name="connsiteX172" fmla="*/ 11140193 w 13158797"/>
              <a:gd name="connsiteY172" fmla="*/ 210368 h 9456078"/>
              <a:gd name="connsiteX173" fmla="*/ 11187434 w 13158797"/>
              <a:gd name="connsiteY173" fmla="*/ 197606 h 9456078"/>
              <a:gd name="connsiteX174" fmla="*/ 11234799 w 13158797"/>
              <a:gd name="connsiteY174" fmla="*/ 185233 h 9456078"/>
              <a:gd name="connsiteX175" fmla="*/ 11282284 w 13158797"/>
              <a:gd name="connsiteY175" fmla="*/ 173248 h 9456078"/>
              <a:gd name="connsiteX176" fmla="*/ 11329888 w 13158797"/>
              <a:gd name="connsiteY176" fmla="*/ 161654 h 9456078"/>
              <a:gd name="connsiteX177" fmla="*/ 11377607 w 13158797"/>
              <a:gd name="connsiteY177" fmla="*/ 150451 h 9456078"/>
              <a:gd name="connsiteX178" fmla="*/ 11425440 w 13158797"/>
              <a:gd name="connsiteY178" fmla="*/ 139640 h 9456078"/>
              <a:gd name="connsiteX179" fmla="*/ 11473385 w 13158797"/>
              <a:gd name="connsiteY179" fmla="*/ 129223 h 9456078"/>
              <a:gd name="connsiteX180" fmla="*/ 11521439 w 13158797"/>
              <a:gd name="connsiteY180" fmla="*/ 119201 h 9456078"/>
              <a:gd name="connsiteX181" fmla="*/ 11569599 w 13158797"/>
              <a:gd name="connsiteY181" fmla="*/ 109574 h 9456078"/>
              <a:gd name="connsiteX182" fmla="*/ 11617864 w 13158797"/>
              <a:gd name="connsiteY182" fmla="*/ 100344 h 9456078"/>
              <a:gd name="connsiteX183" fmla="*/ 11666231 w 13158797"/>
              <a:gd name="connsiteY183" fmla="*/ 91512 h 9456078"/>
              <a:gd name="connsiteX184" fmla="*/ 11714698 w 13158797"/>
              <a:gd name="connsiteY184" fmla="*/ 83080 h 9456078"/>
              <a:gd name="connsiteX185" fmla="*/ 11763263 w 13158797"/>
              <a:gd name="connsiteY185" fmla="*/ 75047 h 9456078"/>
              <a:gd name="connsiteX186" fmla="*/ 11811923 w 13158797"/>
              <a:gd name="connsiteY186" fmla="*/ 67417 h 9456078"/>
              <a:gd name="connsiteX187" fmla="*/ 11860676 w 13158797"/>
              <a:gd name="connsiteY187" fmla="*/ 60188 h 9456078"/>
              <a:gd name="connsiteX188" fmla="*/ 11909519 w 13158797"/>
              <a:gd name="connsiteY188" fmla="*/ 53364 h 9456078"/>
              <a:gd name="connsiteX189" fmla="*/ 11958451 w 13158797"/>
              <a:gd name="connsiteY189" fmla="*/ 46944 h 9456078"/>
              <a:gd name="connsiteX190" fmla="*/ 12007470 w 13158797"/>
              <a:gd name="connsiteY190" fmla="*/ 40931 h 9456078"/>
              <a:gd name="connsiteX191" fmla="*/ 12056572 w 13158797"/>
              <a:gd name="connsiteY191" fmla="*/ 35324 h 9456078"/>
              <a:gd name="connsiteX192" fmla="*/ 12105756 w 13158797"/>
              <a:gd name="connsiteY192" fmla="*/ 30126 h 9456078"/>
              <a:gd name="connsiteX193" fmla="*/ 12155019 w 13158797"/>
              <a:gd name="connsiteY193" fmla="*/ 25337 h 9456078"/>
              <a:gd name="connsiteX194" fmla="*/ 12204359 w 13158797"/>
              <a:gd name="connsiteY194" fmla="*/ 20958 h 9456078"/>
              <a:gd name="connsiteX195" fmla="*/ 12253773 w 13158797"/>
              <a:gd name="connsiteY195" fmla="*/ 16991 h 9456078"/>
              <a:gd name="connsiteX196" fmla="*/ 12303260 w 13158797"/>
              <a:gd name="connsiteY196" fmla="*/ 13437 h 9456078"/>
              <a:gd name="connsiteX197" fmla="*/ 12352818 w 13158797"/>
              <a:gd name="connsiteY197" fmla="*/ 10297 h 9456078"/>
              <a:gd name="connsiteX198" fmla="*/ 12402443 w 13158797"/>
              <a:gd name="connsiteY198" fmla="*/ 7572 h 9456078"/>
              <a:gd name="connsiteX199" fmla="*/ 12452133 w 13158797"/>
              <a:gd name="connsiteY199" fmla="*/ 5263 h 9456078"/>
              <a:gd name="connsiteX200" fmla="*/ 12501887 w 13158797"/>
              <a:gd name="connsiteY200" fmla="*/ 3371 h 9456078"/>
              <a:gd name="connsiteX201" fmla="*/ 12551701 w 13158797"/>
              <a:gd name="connsiteY201" fmla="*/ 1898 h 9456078"/>
              <a:gd name="connsiteX202" fmla="*/ 12601574 w 13158797"/>
              <a:gd name="connsiteY202" fmla="*/ 844 h 9456078"/>
              <a:gd name="connsiteX203" fmla="*/ 12651504 w 13158797"/>
              <a:gd name="connsiteY203" fmla="*/ 211 h 9456078"/>
              <a:gd name="connsiteX204" fmla="*/ 12701487 w 13158797"/>
              <a:gd name="connsiteY204" fmla="*/ 0 h 9456078"/>
              <a:gd name="connsiteX205" fmla="*/ 13158798 w 13158797"/>
              <a:gd name="connsiteY205" fmla="*/ 0 h 94560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</a:cxnLst>
            <a:rect l="l" t="t" r="r" b="b"/>
            <a:pathLst>
              <a:path w="13158797" h="9456078">
                <a:moveTo>
                  <a:pt x="0" y="9456078"/>
                </a:moveTo>
                <a:lnTo>
                  <a:pt x="49977" y="9455836"/>
                </a:lnTo>
                <a:lnTo>
                  <a:pt x="99893" y="9455111"/>
                </a:lnTo>
                <a:lnTo>
                  <a:pt x="149742" y="9453904"/>
                </a:lnTo>
                <a:lnTo>
                  <a:pt x="199524" y="9452217"/>
                </a:lnTo>
                <a:lnTo>
                  <a:pt x="298870" y="9447409"/>
                </a:lnTo>
                <a:lnTo>
                  <a:pt x="348429" y="9444290"/>
                </a:lnTo>
                <a:lnTo>
                  <a:pt x="397907" y="9440698"/>
                </a:lnTo>
                <a:lnTo>
                  <a:pt x="447302" y="9436632"/>
                </a:lnTo>
                <a:lnTo>
                  <a:pt x="496610" y="9432096"/>
                </a:lnTo>
                <a:lnTo>
                  <a:pt x="545829" y="9427089"/>
                </a:lnTo>
                <a:lnTo>
                  <a:pt x="594956" y="9421615"/>
                </a:lnTo>
                <a:lnTo>
                  <a:pt x="643987" y="9415673"/>
                </a:lnTo>
                <a:lnTo>
                  <a:pt x="692920" y="9409267"/>
                </a:lnTo>
                <a:lnTo>
                  <a:pt x="741751" y="9402396"/>
                </a:lnTo>
                <a:lnTo>
                  <a:pt x="790478" y="9395063"/>
                </a:lnTo>
                <a:lnTo>
                  <a:pt x="839098" y="9387270"/>
                </a:lnTo>
                <a:lnTo>
                  <a:pt x="887607" y="9379017"/>
                </a:lnTo>
                <a:lnTo>
                  <a:pt x="936002" y="9370306"/>
                </a:lnTo>
                <a:lnTo>
                  <a:pt x="984281" y="9361139"/>
                </a:lnTo>
                <a:lnTo>
                  <a:pt x="1032440" y="9351517"/>
                </a:lnTo>
                <a:lnTo>
                  <a:pt x="1080477" y="9341441"/>
                </a:lnTo>
                <a:lnTo>
                  <a:pt x="1176172" y="9319936"/>
                </a:lnTo>
                <a:lnTo>
                  <a:pt x="1223823" y="9308509"/>
                </a:lnTo>
                <a:lnTo>
                  <a:pt x="1271339" y="9296635"/>
                </a:lnTo>
                <a:lnTo>
                  <a:pt x="1318719" y="9284315"/>
                </a:lnTo>
                <a:lnTo>
                  <a:pt x="1365957" y="9271550"/>
                </a:lnTo>
                <a:lnTo>
                  <a:pt x="1413052" y="9258342"/>
                </a:lnTo>
                <a:lnTo>
                  <a:pt x="1460000" y="9244693"/>
                </a:lnTo>
                <a:lnTo>
                  <a:pt x="1506799" y="9230604"/>
                </a:lnTo>
                <a:lnTo>
                  <a:pt x="1553445" y="9216076"/>
                </a:lnTo>
                <a:lnTo>
                  <a:pt x="1599935" y="9201111"/>
                </a:lnTo>
                <a:lnTo>
                  <a:pt x="1646267" y="9185710"/>
                </a:lnTo>
                <a:lnTo>
                  <a:pt x="1692437" y="9169876"/>
                </a:lnTo>
                <a:lnTo>
                  <a:pt x="1738442" y="9153608"/>
                </a:lnTo>
                <a:lnTo>
                  <a:pt x="1784280" y="9136910"/>
                </a:lnTo>
                <a:lnTo>
                  <a:pt x="1829947" y="9119782"/>
                </a:lnTo>
                <a:lnTo>
                  <a:pt x="1875440" y="9102226"/>
                </a:lnTo>
                <a:lnTo>
                  <a:pt x="1920756" y="9084243"/>
                </a:lnTo>
                <a:lnTo>
                  <a:pt x="1965893" y="9065835"/>
                </a:lnTo>
                <a:lnTo>
                  <a:pt x="2055615" y="9027750"/>
                </a:lnTo>
                <a:lnTo>
                  <a:pt x="2100195" y="9008075"/>
                </a:lnTo>
                <a:lnTo>
                  <a:pt x="2144582" y="8987981"/>
                </a:lnTo>
                <a:lnTo>
                  <a:pt x="2188775" y="8967470"/>
                </a:lnTo>
                <a:lnTo>
                  <a:pt x="2232770" y="8946542"/>
                </a:lnTo>
                <a:lnTo>
                  <a:pt x="2276564" y="8925199"/>
                </a:lnTo>
                <a:lnTo>
                  <a:pt x="2320154" y="8903443"/>
                </a:lnTo>
                <a:lnTo>
                  <a:pt x="2363538" y="8881275"/>
                </a:lnTo>
                <a:lnTo>
                  <a:pt x="2406711" y="8858697"/>
                </a:lnTo>
                <a:lnTo>
                  <a:pt x="2449672" y="8835710"/>
                </a:lnTo>
                <a:lnTo>
                  <a:pt x="2492417" y="8812316"/>
                </a:lnTo>
                <a:lnTo>
                  <a:pt x="2534943" y="8788516"/>
                </a:lnTo>
                <a:lnTo>
                  <a:pt x="2577247" y="8764311"/>
                </a:lnTo>
                <a:lnTo>
                  <a:pt x="2619326" y="8739704"/>
                </a:lnTo>
                <a:lnTo>
                  <a:pt x="2661177" y="8714695"/>
                </a:lnTo>
                <a:lnTo>
                  <a:pt x="2702797" y="8689286"/>
                </a:lnTo>
                <a:lnTo>
                  <a:pt x="2744183" y="8663479"/>
                </a:lnTo>
                <a:lnTo>
                  <a:pt x="2785333" y="8637274"/>
                </a:lnTo>
                <a:lnTo>
                  <a:pt x="2826242" y="8610675"/>
                </a:lnTo>
                <a:lnTo>
                  <a:pt x="2866908" y="8583681"/>
                </a:lnTo>
                <a:lnTo>
                  <a:pt x="2907329" y="8556295"/>
                </a:lnTo>
                <a:lnTo>
                  <a:pt x="2947500" y="8528517"/>
                </a:lnTo>
                <a:lnTo>
                  <a:pt x="2987419" y="8500351"/>
                </a:lnTo>
                <a:lnTo>
                  <a:pt x="3027083" y="8471796"/>
                </a:lnTo>
                <a:lnTo>
                  <a:pt x="3066489" y="8442854"/>
                </a:lnTo>
                <a:lnTo>
                  <a:pt x="3105634" y="8413528"/>
                </a:lnTo>
                <a:lnTo>
                  <a:pt x="3144515" y="8383818"/>
                </a:lnTo>
                <a:lnTo>
                  <a:pt x="3183129" y="8353726"/>
                </a:lnTo>
                <a:lnTo>
                  <a:pt x="3221473" y="8323253"/>
                </a:lnTo>
                <a:lnTo>
                  <a:pt x="3259544" y="8292401"/>
                </a:lnTo>
                <a:lnTo>
                  <a:pt x="3297339" y="8261172"/>
                </a:lnTo>
                <a:lnTo>
                  <a:pt x="3334854" y="8229566"/>
                </a:lnTo>
                <a:lnTo>
                  <a:pt x="3372087" y="8197585"/>
                </a:lnTo>
                <a:lnTo>
                  <a:pt x="3409035" y="8165232"/>
                </a:lnTo>
                <a:lnTo>
                  <a:pt x="3445695" y="8132507"/>
                </a:lnTo>
                <a:lnTo>
                  <a:pt x="3482064" y="8099411"/>
                </a:lnTo>
                <a:lnTo>
                  <a:pt x="3518139" y="8065947"/>
                </a:lnTo>
                <a:lnTo>
                  <a:pt x="3553916" y="8032115"/>
                </a:lnTo>
                <a:lnTo>
                  <a:pt x="3589393" y="7997918"/>
                </a:lnTo>
                <a:lnTo>
                  <a:pt x="3624567" y="7963356"/>
                </a:lnTo>
                <a:lnTo>
                  <a:pt x="3659435" y="7928432"/>
                </a:lnTo>
                <a:lnTo>
                  <a:pt x="3693994" y="7893146"/>
                </a:lnTo>
                <a:lnTo>
                  <a:pt x="3728240" y="7857501"/>
                </a:lnTo>
                <a:lnTo>
                  <a:pt x="3762171" y="7821497"/>
                </a:lnTo>
                <a:lnTo>
                  <a:pt x="3795783" y="7785136"/>
                </a:lnTo>
                <a:lnTo>
                  <a:pt x="3829075" y="7748420"/>
                </a:lnTo>
                <a:lnTo>
                  <a:pt x="3862042" y="7711350"/>
                </a:lnTo>
                <a:lnTo>
                  <a:pt x="3894682" y="7673928"/>
                </a:lnTo>
                <a:lnTo>
                  <a:pt x="3926991" y="7636155"/>
                </a:lnTo>
                <a:lnTo>
                  <a:pt x="3958967" y="7598032"/>
                </a:lnTo>
                <a:lnTo>
                  <a:pt x="3990607" y="7559561"/>
                </a:lnTo>
                <a:lnTo>
                  <a:pt x="4021907" y="7520744"/>
                </a:lnTo>
                <a:lnTo>
                  <a:pt x="4052865" y="7481582"/>
                </a:lnTo>
                <a:lnTo>
                  <a:pt x="4083478" y="7442077"/>
                </a:lnTo>
                <a:lnTo>
                  <a:pt x="8022311" y="2307814"/>
                </a:lnTo>
                <a:lnTo>
                  <a:pt x="8052902" y="2268285"/>
                </a:lnTo>
                <a:lnTo>
                  <a:pt x="8083796" y="2229056"/>
                </a:lnTo>
                <a:lnTo>
                  <a:pt x="8114989" y="2190127"/>
                </a:lnTo>
                <a:lnTo>
                  <a:pt x="8146479" y="2151500"/>
                </a:lnTo>
                <a:lnTo>
                  <a:pt x="8178264" y="2113176"/>
                </a:lnTo>
                <a:lnTo>
                  <a:pt x="8210341" y="2075157"/>
                </a:lnTo>
                <a:lnTo>
                  <a:pt x="8242709" y="2037442"/>
                </a:lnTo>
                <a:lnTo>
                  <a:pt x="8275365" y="2000034"/>
                </a:lnTo>
                <a:lnTo>
                  <a:pt x="8308307" y="1962934"/>
                </a:lnTo>
                <a:lnTo>
                  <a:pt x="8341532" y="1926142"/>
                </a:lnTo>
                <a:lnTo>
                  <a:pt x="8375038" y="1889660"/>
                </a:lnTo>
                <a:lnTo>
                  <a:pt x="8408823" y="1853489"/>
                </a:lnTo>
                <a:lnTo>
                  <a:pt x="8442885" y="1817630"/>
                </a:lnTo>
                <a:lnTo>
                  <a:pt x="8477221" y="1782084"/>
                </a:lnTo>
                <a:lnTo>
                  <a:pt x="8511829" y="1746853"/>
                </a:lnTo>
                <a:lnTo>
                  <a:pt x="8546706" y="1711937"/>
                </a:lnTo>
                <a:lnTo>
                  <a:pt x="8581851" y="1677337"/>
                </a:lnTo>
                <a:lnTo>
                  <a:pt x="8617261" y="1643056"/>
                </a:lnTo>
                <a:lnTo>
                  <a:pt x="8652934" y="1609093"/>
                </a:lnTo>
                <a:lnTo>
                  <a:pt x="8688867" y="1575450"/>
                </a:lnTo>
                <a:lnTo>
                  <a:pt x="8725058" y="1542128"/>
                </a:lnTo>
                <a:lnTo>
                  <a:pt x="8761506" y="1509129"/>
                </a:lnTo>
                <a:lnTo>
                  <a:pt x="8798207" y="1476452"/>
                </a:lnTo>
                <a:lnTo>
                  <a:pt x="8835159" y="1444101"/>
                </a:lnTo>
                <a:lnTo>
                  <a:pt x="8872360" y="1412075"/>
                </a:lnTo>
                <a:lnTo>
                  <a:pt x="8909808" y="1380375"/>
                </a:lnTo>
                <a:lnTo>
                  <a:pt x="8947501" y="1349004"/>
                </a:lnTo>
                <a:lnTo>
                  <a:pt x="8985435" y="1317962"/>
                </a:lnTo>
                <a:lnTo>
                  <a:pt x="9023610" y="1287250"/>
                </a:lnTo>
                <a:lnTo>
                  <a:pt x="9062022" y="1256869"/>
                </a:lnTo>
                <a:lnTo>
                  <a:pt x="9100669" y="1226820"/>
                </a:lnTo>
                <a:lnTo>
                  <a:pt x="9139549" y="1197105"/>
                </a:lnTo>
                <a:lnTo>
                  <a:pt x="9178660" y="1167725"/>
                </a:lnTo>
                <a:lnTo>
                  <a:pt x="9217999" y="1138681"/>
                </a:lnTo>
                <a:lnTo>
                  <a:pt x="9257564" y="1109974"/>
                </a:lnTo>
                <a:lnTo>
                  <a:pt x="9297353" y="1081604"/>
                </a:lnTo>
                <a:lnTo>
                  <a:pt x="9337364" y="1053574"/>
                </a:lnTo>
                <a:lnTo>
                  <a:pt x="9377594" y="1025884"/>
                </a:lnTo>
                <a:lnTo>
                  <a:pt x="9418040" y="998536"/>
                </a:lnTo>
                <a:lnTo>
                  <a:pt x="9458702" y="971530"/>
                </a:lnTo>
                <a:lnTo>
                  <a:pt x="9499575" y="944868"/>
                </a:lnTo>
                <a:lnTo>
                  <a:pt x="9540659" y="918551"/>
                </a:lnTo>
                <a:lnTo>
                  <a:pt x="9581950" y="892580"/>
                </a:lnTo>
                <a:lnTo>
                  <a:pt x="9623447" y="866956"/>
                </a:lnTo>
                <a:lnTo>
                  <a:pt x="9665147" y="841681"/>
                </a:lnTo>
                <a:lnTo>
                  <a:pt x="9707048" y="816754"/>
                </a:lnTo>
                <a:lnTo>
                  <a:pt x="9749147" y="792179"/>
                </a:lnTo>
                <a:lnTo>
                  <a:pt x="9791443" y="767955"/>
                </a:lnTo>
                <a:lnTo>
                  <a:pt x="9833932" y="744083"/>
                </a:lnTo>
                <a:lnTo>
                  <a:pt x="9876613" y="720566"/>
                </a:lnTo>
                <a:lnTo>
                  <a:pt x="9919484" y="697404"/>
                </a:lnTo>
                <a:lnTo>
                  <a:pt x="9962542" y="674598"/>
                </a:lnTo>
                <a:lnTo>
                  <a:pt x="10005784" y="652149"/>
                </a:lnTo>
                <a:lnTo>
                  <a:pt x="10049209" y="630059"/>
                </a:lnTo>
                <a:lnTo>
                  <a:pt x="10092814" y="608328"/>
                </a:lnTo>
                <a:lnTo>
                  <a:pt x="10136597" y="586958"/>
                </a:lnTo>
                <a:lnTo>
                  <a:pt x="10180556" y="565950"/>
                </a:lnTo>
                <a:lnTo>
                  <a:pt x="10224688" y="545304"/>
                </a:lnTo>
                <a:lnTo>
                  <a:pt x="10268991" y="525023"/>
                </a:lnTo>
                <a:lnTo>
                  <a:pt x="10313463" y="505107"/>
                </a:lnTo>
                <a:lnTo>
                  <a:pt x="10358101" y="485558"/>
                </a:lnTo>
                <a:lnTo>
                  <a:pt x="10402903" y="466376"/>
                </a:lnTo>
                <a:lnTo>
                  <a:pt x="10447868" y="447563"/>
                </a:lnTo>
                <a:lnTo>
                  <a:pt x="10492991" y="429119"/>
                </a:lnTo>
                <a:lnTo>
                  <a:pt x="10538272" y="411046"/>
                </a:lnTo>
                <a:lnTo>
                  <a:pt x="10583708" y="393346"/>
                </a:lnTo>
                <a:lnTo>
                  <a:pt x="10629297" y="376018"/>
                </a:lnTo>
                <a:lnTo>
                  <a:pt x="10675036" y="359065"/>
                </a:lnTo>
                <a:lnTo>
                  <a:pt x="10720923" y="342487"/>
                </a:lnTo>
                <a:lnTo>
                  <a:pt x="10766956" y="326286"/>
                </a:lnTo>
                <a:lnTo>
                  <a:pt x="10813132" y="310462"/>
                </a:lnTo>
                <a:lnTo>
                  <a:pt x="10859450" y="295018"/>
                </a:lnTo>
                <a:lnTo>
                  <a:pt x="10905907" y="279953"/>
                </a:lnTo>
                <a:lnTo>
                  <a:pt x="10952500" y="265269"/>
                </a:lnTo>
                <a:lnTo>
                  <a:pt x="10999227" y="250968"/>
                </a:lnTo>
                <a:lnTo>
                  <a:pt x="11046087" y="237049"/>
                </a:lnTo>
                <a:lnTo>
                  <a:pt x="11093076" y="223516"/>
                </a:lnTo>
                <a:lnTo>
                  <a:pt x="11140193" y="210368"/>
                </a:lnTo>
                <a:lnTo>
                  <a:pt x="11187434" y="197606"/>
                </a:lnTo>
                <a:lnTo>
                  <a:pt x="11234799" y="185233"/>
                </a:lnTo>
                <a:lnTo>
                  <a:pt x="11282284" y="173248"/>
                </a:lnTo>
                <a:lnTo>
                  <a:pt x="11329888" y="161654"/>
                </a:lnTo>
                <a:lnTo>
                  <a:pt x="11377607" y="150451"/>
                </a:lnTo>
                <a:lnTo>
                  <a:pt x="11425440" y="139640"/>
                </a:lnTo>
                <a:lnTo>
                  <a:pt x="11473385" y="129223"/>
                </a:lnTo>
                <a:lnTo>
                  <a:pt x="11521439" y="119201"/>
                </a:lnTo>
                <a:lnTo>
                  <a:pt x="11569599" y="109574"/>
                </a:lnTo>
                <a:lnTo>
                  <a:pt x="11617864" y="100344"/>
                </a:lnTo>
                <a:lnTo>
                  <a:pt x="11666231" y="91512"/>
                </a:lnTo>
                <a:lnTo>
                  <a:pt x="11714698" y="83080"/>
                </a:lnTo>
                <a:lnTo>
                  <a:pt x="11763263" y="75047"/>
                </a:lnTo>
                <a:lnTo>
                  <a:pt x="11811923" y="67417"/>
                </a:lnTo>
                <a:lnTo>
                  <a:pt x="11860676" y="60188"/>
                </a:lnTo>
                <a:lnTo>
                  <a:pt x="11909519" y="53364"/>
                </a:lnTo>
                <a:lnTo>
                  <a:pt x="11958451" y="46944"/>
                </a:lnTo>
                <a:lnTo>
                  <a:pt x="12007470" y="40931"/>
                </a:lnTo>
                <a:lnTo>
                  <a:pt x="12056572" y="35324"/>
                </a:lnTo>
                <a:lnTo>
                  <a:pt x="12105756" y="30126"/>
                </a:lnTo>
                <a:lnTo>
                  <a:pt x="12155019" y="25337"/>
                </a:lnTo>
                <a:lnTo>
                  <a:pt x="12204359" y="20958"/>
                </a:lnTo>
                <a:lnTo>
                  <a:pt x="12253773" y="16991"/>
                </a:lnTo>
                <a:lnTo>
                  <a:pt x="12303260" y="13437"/>
                </a:lnTo>
                <a:lnTo>
                  <a:pt x="12352818" y="10297"/>
                </a:lnTo>
                <a:lnTo>
                  <a:pt x="12402443" y="7572"/>
                </a:lnTo>
                <a:lnTo>
                  <a:pt x="12452133" y="5263"/>
                </a:lnTo>
                <a:lnTo>
                  <a:pt x="12501887" y="3371"/>
                </a:lnTo>
                <a:lnTo>
                  <a:pt x="12551701" y="1898"/>
                </a:lnTo>
                <a:lnTo>
                  <a:pt x="12601574" y="844"/>
                </a:lnTo>
                <a:lnTo>
                  <a:pt x="12651504" y="211"/>
                </a:lnTo>
                <a:lnTo>
                  <a:pt x="12701487" y="0"/>
                </a:lnTo>
                <a:lnTo>
                  <a:pt x="13158798" y="0"/>
                </a:lnTo>
              </a:path>
            </a:pathLst>
          </a:custGeom>
          <a:ln w="19050">
            <a:solidFill>
              <a:schemeClr val="tx2"/>
            </a:solidFill>
          </a:ln>
        </p:spPr>
        <p:txBody>
          <a:bodyPr wrap="square" lIns="0" tIns="0" rIns="0" bIns="0" rtlCol="0"/>
          <a:lstStyle/>
          <a:p>
            <a:pPr marL="0" marR="0" lvl="0" indent="0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13" name="Text Placeholder 3">
            <a:extLst>
              <a:ext uri="{FF2B5EF4-FFF2-40B4-BE49-F238E27FC236}">
                <a16:creationId xmlns:a16="http://schemas.microsoft.com/office/drawing/2014/main" id="{F53E2E6E-222A-F591-1663-CA402B732DC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07988" y="2938015"/>
            <a:ext cx="4167530" cy="2783977"/>
          </a:xfrm>
          <a:prstGeom prst="rect">
            <a:avLst/>
          </a:prstGeom>
        </p:spPr>
        <p:txBody>
          <a:bodyPr lIns="0" tIns="0" rIns="0" bIns="0" anchor="b" anchorCtr="0"/>
          <a:lstStyle>
            <a:lvl1pPr marL="0" indent="0">
              <a:buNone/>
              <a:defRPr sz="3400">
                <a:solidFill>
                  <a:schemeClr val="tx1">
                    <a:lumMod val="85000"/>
                    <a:lumOff val="15000"/>
                  </a:schemeClr>
                </a:solidFill>
                <a:latin typeface="Versos Light" panose="020B0403020204030204" pitchFamily="34" charset="0"/>
              </a:defRPr>
            </a:lvl1pPr>
          </a:lstStyle>
          <a:p>
            <a:pPr lvl="0"/>
            <a:r>
              <a:rPr lang="en-US" err="1"/>
              <a:t>Título</a:t>
            </a:r>
            <a:r>
              <a:rPr lang="en-US"/>
              <a:t> Template</a:t>
            </a:r>
          </a:p>
          <a:p>
            <a:pPr lvl="0"/>
            <a:r>
              <a:rPr lang="en-US" err="1"/>
              <a:t>Padrão</a:t>
            </a:r>
            <a:r>
              <a:rPr lang="en-US"/>
              <a:t> </a:t>
            </a:r>
            <a:r>
              <a:rPr lang="en-US" err="1"/>
              <a:t>Exemplo</a:t>
            </a:r>
            <a:endParaRPr lang="en-US"/>
          </a:p>
        </p:txBody>
      </p:sp>
      <p:sp>
        <p:nvSpPr>
          <p:cNvPr id="14" name="Text Placeholder 15">
            <a:extLst>
              <a:ext uri="{FF2B5EF4-FFF2-40B4-BE49-F238E27FC236}">
                <a16:creationId xmlns:a16="http://schemas.microsoft.com/office/drawing/2014/main" id="{96110406-75EA-FDCF-8EC5-7273399369D0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07988" y="5722315"/>
            <a:ext cx="4167530" cy="997297"/>
          </a:xfrm>
          <a:prstGeom prst="rect">
            <a:avLst/>
          </a:prstGeom>
        </p:spPr>
        <p:txBody>
          <a:bodyPr lIns="0" tIns="0" rIns="0" bIns="0"/>
          <a:lstStyle>
            <a:lvl1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1pPr>
            <a:lvl2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2pPr>
            <a:lvl3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3pPr>
            <a:lvl4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4pPr>
            <a:lvl5pPr>
              <a:defRPr lang="pt-BR" sz="2000" b="1" i="0" u="none" strike="noStrike" kern="1200" cap="none" dirty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pt-BR" sz="2000" b="1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</a:rPr>
              <a:t>FIC FIM EXEMPLO</a:t>
            </a:r>
            <a:endParaRPr lang="pt-BR"/>
          </a:p>
        </p:txBody>
      </p:sp>
      <p:sp>
        <p:nvSpPr>
          <p:cNvPr id="22" name="Text Placeholder 20">
            <a:extLst>
              <a:ext uri="{FF2B5EF4-FFF2-40B4-BE49-F238E27FC236}">
                <a16:creationId xmlns:a16="http://schemas.microsoft.com/office/drawing/2014/main" id="{D681B05B-2386-9C81-6A6D-BFFEF6DED57D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096001" y="5804626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23" name="Text Placeholder 20">
            <a:extLst>
              <a:ext uri="{FF2B5EF4-FFF2-40B4-BE49-F238E27FC236}">
                <a16:creationId xmlns:a16="http://schemas.microsoft.com/office/drawing/2014/main" id="{ACB2D47A-729B-16A4-3FD8-0779C01BA71B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7766084" y="5804626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24" name="Text Placeholder 20">
            <a:extLst>
              <a:ext uri="{FF2B5EF4-FFF2-40B4-BE49-F238E27FC236}">
                <a16:creationId xmlns:a16="http://schemas.microsoft.com/office/drawing/2014/main" id="{6392F700-2642-3814-0747-D0EBAE5EE8DA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9436009" y="5804626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25" name="Text Placeholder 41">
            <a:extLst>
              <a:ext uri="{FF2B5EF4-FFF2-40B4-BE49-F238E27FC236}">
                <a16:creationId xmlns:a16="http://schemas.microsoft.com/office/drawing/2014/main" id="{157C41B9-AF41-31A7-3A0A-19B45968B487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6096001" y="5597734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6" name="Text Placeholder 41">
            <a:extLst>
              <a:ext uri="{FF2B5EF4-FFF2-40B4-BE49-F238E27FC236}">
                <a16:creationId xmlns:a16="http://schemas.microsoft.com/office/drawing/2014/main" id="{3517E57F-3F51-7633-EEE2-B42F36DCEDB6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7766083" y="5597734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7" name="Text Placeholder 41">
            <a:extLst>
              <a:ext uri="{FF2B5EF4-FFF2-40B4-BE49-F238E27FC236}">
                <a16:creationId xmlns:a16="http://schemas.microsoft.com/office/drawing/2014/main" id="{87E0728A-5639-44E4-17A8-459EA60420AA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9436008" y="5597734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8" name="Text Placeholder 17">
            <a:extLst>
              <a:ext uri="{FF2B5EF4-FFF2-40B4-BE49-F238E27FC236}">
                <a16:creationId xmlns:a16="http://schemas.microsoft.com/office/drawing/2014/main" id="{46268A65-19CA-59CF-EB3E-096ECD0A6AD9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096000" y="5300937"/>
            <a:ext cx="4789394" cy="200722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Área de atuação</a:t>
            </a:r>
          </a:p>
        </p:txBody>
      </p:sp>
    </p:spTree>
    <p:extLst>
      <p:ext uri="{BB962C8B-B14F-4D97-AF65-F5344CB8AC3E}">
        <p14:creationId xmlns:p14="http://schemas.microsoft.com/office/powerpoint/2010/main" val="68401002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156">
          <p15:clr>
            <a:srgbClr val="FBAE40"/>
          </p15:clr>
        </p15:guide>
        <p15:guide id="2" orient="horz" pos="2286">
          <p15:clr>
            <a:srgbClr val="FBAE40"/>
          </p15:clr>
        </p15:guide>
        <p15:guide id="3" pos="4516">
          <p15:clr>
            <a:srgbClr val="FBAE40"/>
          </p15:clr>
        </p15:guide>
        <p15:guide id="4" orient="horz" pos="2424">
          <p15:clr>
            <a:srgbClr val="FBAE40"/>
          </p15:clr>
        </p15:guide>
        <p15:guide id="5" orient="horz" pos="334">
          <p15:clr>
            <a:srgbClr val="FBAE40"/>
          </p15:clr>
        </p15:guide>
        <p15:guide id="6" orient="horz" pos="196">
          <p15:clr>
            <a:srgbClr val="FBAE40"/>
          </p15:clr>
        </p15:guide>
      </p15:sldGuideLst>
    </p:ext>
  </p:extLst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Divisória - Escuro">
    <p:bg>
      <p:bgPr>
        <a:gradFill>
          <a:gsLst>
            <a:gs pos="0">
              <a:schemeClr val="tx1">
                <a:lumMod val="95000"/>
                <a:lumOff val="5000"/>
              </a:schemeClr>
            </a:gs>
            <a:gs pos="100000">
              <a:schemeClr val="tx1">
                <a:lumMod val="85000"/>
                <a:lumOff val="15000"/>
              </a:schemeClr>
            </a:gs>
            <a:gs pos="49000">
              <a:schemeClr val="tx1">
                <a:lumMod val="95000"/>
                <a:lumOff val="5000"/>
              </a:schemeClr>
            </a:gs>
          </a:gsLst>
          <a:lin ang="4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8">
            <a:extLst>
              <a:ext uri="{FF2B5EF4-FFF2-40B4-BE49-F238E27FC236}">
                <a16:creationId xmlns:a16="http://schemas.microsoft.com/office/drawing/2014/main" id="{ADEEF5FA-E06D-34B7-BB29-590E9E06012B}"/>
              </a:ext>
            </a:extLst>
          </p:cNvPr>
          <p:cNvPicPr>
            <a:picLocks noChangeAspect="1"/>
          </p:cNvPicPr>
          <p:nvPr/>
        </p:nvPicPr>
        <p:blipFill rotWithShape="1">
          <a:blip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 l="-8117" t="-23966" r="-8117" b="-23966"/>
          <a:stretch/>
        </p:blipFill>
        <p:spPr>
          <a:xfrm>
            <a:off x="10221000" y="415511"/>
            <a:ext cx="1715687" cy="742966"/>
          </a:xfrm>
          <a:prstGeom prst="rect">
            <a:avLst/>
          </a:prstGeom>
        </p:spPr>
      </p:pic>
      <p:sp>
        <p:nvSpPr>
          <p:cNvPr id="3" name="object 4">
            <a:extLst>
              <a:ext uri="{FF2B5EF4-FFF2-40B4-BE49-F238E27FC236}">
                <a16:creationId xmlns:a16="http://schemas.microsoft.com/office/drawing/2014/main" id="{4E931D96-188D-2C26-E83E-305868F1218B}"/>
              </a:ext>
            </a:extLst>
          </p:cNvPr>
          <p:cNvSpPr/>
          <p:nvPr/>
        </p:nvSpPr>
        <p:spPr>
          <a:xfrm flipV="1">
            <a:off x="-2086899" y="2985948"/>
            <a:ext cx="12224042" cy="5749856"/>
          </a:xfrm>
          <a:custGeom>
            <a:avLst/>
            <a:gdLst/>
            <a:ahLst/>
            <a:cxnLst/>
            <a:rect l="l" t="t" r="r" b="b"/>
            <a:pathLst>
              <a:path w="20104100" h="9456420">
                <a:moveTo>
                  <a:pt x="0" y="9456078"/>
                </a:moveTo>
                <a:lnTo>
                  <a:pt x="6945301" y="9456078"/>
                </a:lnTo>
                <a:lnTo>
                  <a:pt x="6995278" y="9455836"/>
                </a:lnTo>
                <a:lnTo>
                  <a:pt x="7045194" y="9455111"/>
                </a:lnTo>
                <a:lnTo>
                  <a:pt x="7095043" y="9453904"/>
                </a:lnTo>
                <a:lnTo>
                  <a:pt x="7144825" y="9452217"/>
                </a:lnTo>
                <a:lnTo>
                  <a:pt x="7194535" y="9450052"/>
                </a:lnTo>
                <a:lnTo>
                  <a:pt x="7244171" y="9447409"/>
                </a:lnTo>
                <a:lnTo>
                  <a:pt x="7293730" y="9444290"/>
                </a:lnTo>
                <a:lnTo>
                  <a:pt x="7343208" y="9440698"/>
                </a:lnTo>
                <a:lnTo>
                  <a:pt x="7392603" y="9436632"/>
                </a:lnTo>
                <a:lnTo>
                  <a:pt x="7441911" y="9432096"/>
                </a:lnTo>
                <a:lnTo>
                  <a:pt x="7491130" y="9427089"/>
                </a:lnTo>
                <a:lnTo>
                  <a:pt x="7540257" y="9421615"/>
                </a:lnTo>
                <a:lnTo>
                  <a:pt x="7589288" y="9415673"/>
                </a:lnTo>
                <a:lnTo>
                  <a:pt x="7638221" y="9409267"/>
                </a:lnTo>
                <a:lnTo>
                  <a:pt x="7687052" y="9402396"/>
                </a:lnTo>
                <a:lnTo>
                  <a:pt x="7735779" y="9395063"/>
                </a:lnTo>
                <a:lnTo>
                  <a:pt x="7784399" y="9387270"/>
                </a:lnTo>
                <a:lnTo>
                  <a:pt x="7832908" y="9379017"/>
                </a:lnTo>
                <a:lnTo>
                  <a:pt x="7881303" y="9370306"/>
                </a:lnTo>
                <a:lnTo>
                  <a:pt x="7929582" y="9361139"/>
                </a:lnTo>
                <a:lnTo>
                  <a:pt x="7977741" y="9351517"/>
                </a:lnTo>
                <a:lnTo>
                  <a:pt x="8025778" y="9341441"/>
                </a:lnTo>
                <a:lnTo>
                  <a:pt x="8073690" y="9330914"/>
                </a:lnTo>
                <a:lnTo>
                  <a:pt x="8121473" y="9319936"/>
                </a:lnTo>
                <a:lnTo>
                  <a:pt x="8169124" y="9308509"/>
                </a:lnTo>
                <a:lnTo>
                  <a:pt x="8216640" y="9296635"/>
                </a:lnTo>
                <a:lnTo>
                  <a:pt x="8264020" y="9284315"/>
                </a:lnTo>
                <a:lnTo>
                  <a:pt x="8311258" y="9271550"/>
                </a:lnTo>
                <a:lnTo>
                  <a:pt x="8358353" y="9258342"/>
                </a:lnTo>
                <a:lnTo>
                  <a:pt x="8405301" y="9244693"/>
                </a:lnTo>
                <a:lnTo>
                  <a:pt x="8452100" y="9230604"/>
                </a:lnTo>
                <a:lnTo>
                  <a:pt x="8498746" y="9216076"/>
                </a:lnTo>
                <a:lnTo>
                  <a:pt x="8545236" y="9201111"/>
                </a:lnTo>
                <a:lnTo>
                  <a:pt x="8591568" y="9185710"/>
                </a:lnTo>
                <a:lnTo>
                  <a:pt x="8637738" y="9169876"/>
                </a:lnTo>
                <a:lnTo>
                  <a:pt x="8683743" y="9153608"/>
                </a:lnTo>
                <a:lnTo>
                  <a:pt x="8729581" y="9136910"/>
                </a:lnTo>
                <a:lnTo>
                  <a:pt x="8775248" y="9119782"/>
                </a:lnTo>
                <a:lnTo>
                  <a:pt x="8820741" y="9102226"/>
                </a:lnTo>
                <a:lnTo>
                  <a:pt x="8866057" y="9084243"/>
                </a:lnTo>
                <a:lnTo>
                  <a:pt x="8911194" y="9065835"/>
                </a:lnTo>
                <a:lnTo>
                  <a:pt x="8956148" y="9047004"/>
                </a:lnTo>
                <a:lnTo>
                  <a:pt x="9000916" y="9027750"/>
                </a:lnTo>
                <a:lnTo>
                  <a:pt x="9045496" y="9008075"/>
                </a:lnTo>
                <a:lnTo>
                  <a:pt x="9089883" y="8987981"/>
                </a:lnTo>
                <a:lnTo>
                  <a:pt x="9134076" y="8967470"/>
                </a:lnTo>
                <a:lnTo>
                  <a:pt x="9178071" y="8946542"/>
                </a:lnTo>
                <a:lnTo>
                  <a:pt x="9221865" y="8925199"/>
                </a:lnTo>
                <a:lnTo>
                  <a:pt x="9265455" y="8903443"/>
                </a:lnTo>
                <a:lnTo>
                  <a:pt x="9308839" y="8881275"/>
                </a:lnTo>
                <a:lnTo>
                  <a:pt x="9352012" y="8858697"/>
                </a:lnTo>
                <a:lnTo>
                  <a:pt x="9394973" y="8835710"/>
                </a:lnTo>
                <a:lnTo>
                  <a:pt x="9437718" y="8812316"/>
                </a:lnTo>
                <a:lnTo>
                  <a:pt x="9480244" y="8788516"/>
                </a:lnTo>
                <a:lnTo>
                  <a:pt x="9522548" y="8764311"/>
                </a:lnTo>
                <a:lnTo>
                  <a:pt x="9564627" y="8739704"/>
                </a:lnTo>
                <a:lnTo>
                  <a:pt x="9606478" y="8714695"/>
                </a:lnTo>
                <a:lnTo>
                  <a:pt x="9648098" y="8689286"/>
                </a:lnTo>
                <a:lnTo>
                  <a:pt x="9689484" y="8663479"/>
                </a:lnTo>
                <a:lnTo>
                  <a:pt x="9730634" y="8637274"/>
                </a:lnTo>
                <a:lnTo>
                  <a:pt x="9771543" y="8610675"/>
                </a:lnTo>
                <a:lnTo>
                  <a:pt x="9812209" y="8583681"/>
                </a:lnTo>
                <a:lnTo>
                  <a:pt x="9852630" y="8556295"/>
                </a:lnTo>
                <a:lnTo>
                  <a:pt x="9892801" y="8528517"/>
                </a:lnTo>
                <a:lnTo>
                  <a:pt x="9932720" y="8500351"/>
                </a:lnTo>
                <a:lnTo>
                  <a:pt x="9972384" y="8471796"/>
                </a:lnTo>
                <a:lnTo>
                  <a:pt x="10011790" y="8442854"/>
                </a:lnTo>
                <a:lnTo>
                  <a:pt x="10050935" y="8413528"/>
                </a:lnTo>
                <a:lnTo>
                  <a:pt x="10089816" y="8383818"/>
                </a:lnTo>
                <a:lnTo>
                  <a:pt x="10128430" y="8353726"/>
                </a:lnTo>
                <a:lnTo>
                  <a:pt x="10166774" y="8323253"/>
                </a:lnTo>
                <a:lnTo>
                  <a:pt x="10204845" y="8292401"/>
                </a:lnTo>
                <a:lnTo>
                  <a:pt x="10242640" y="8261172"/>
                </a:lnTo>
                <a:lnTo>
                  <a:pt x="10280155" y="8229566"/>
                </a:lnTo>
                <a:lnTo>
                  <a:pt x="10317388" y="8197585"/>
                </a:lnTo>
                <a:lnTo>
                  <a:pt x="10354336" y="8165232"/>
                </a:lnTo>
                <a:lnTo>
                  <a:pt x="10390996" y="8132507"/>
                </a:lnTo>
                <a:lnTo>
                  <a:pt x="10427365" y="8099411"/>
                </a:lnTo>
                <a:lnTo>
                  <a:pt x="10463440" y="8065947"/>
                </a:lnTo>
                <a:lnTo>
                  <a:pt x="10499217" y="8032115"/>
                </a:lnTo>
                <a:lnTo>
                  <a:pt x="10534694" y="7997918"/>
                </a:lnTo>
                <a:lnTo>
                  <a:pt x="10569868" y="7963356"/>
                </a:lnTo>
                <a:lnTo>
                  <a:pt x="10604736" y="7928432"/>
                </a:lnTo>
                <a:lnTo>
                  <a:pt x="10639295" y="7893146"/>
                </a:lnTo>
                <a:lnTo>
                  <a:pt x="10673541" y="7857501"/>
                </a:lnTo>
                <a:lnTo>
                  <a:pt x="10707472" y="7821497"/>
                </a:lnTo>
                <a:lnTo>
                  <a:pt x="10741084" y="7785136"/>
                </a:lnTo>
                <a:lnTo>
                  <a:pt x="10774376" y="7748420"/>
                </a:lnTo>
                <a:lnTo>
                  <a:pt x="10807343" y="7711350"/>
                </a:lnTo>
                <a:lnTo>
                  <a:pt x="10839983" y="7673928"/>
                </a:lnTo>
                <a:lnTo>
                  <a:pt x="10872292" y="7636155"/>
                </a:lnTo>
                <a:lnTo>
                  <a:pt x="10904268" y="7598032"/>
                </a:lnTo>
                <a:lnTo>
                  <a:pt x="10935908" y="7559561"/>
                </a:lnTo>
                <a:lnTo>
                  <a:pt x="10967208" y="7520744"/>
                </a:lnTo>
                <a:lnTo>
                  <a:pt x="10998166" y="7481582"/>
                </a:lnTo>
                <a:lnTo>
                  <a:pt x="11028779" y="7442077"/>
                </a:lnTo>
                <a:lnTo>
                  <a:pt x="14967612" y="2307814"/>
                </a:lnTo>
                <a:lnTo>
                  <a:pt x="14998203" y="2268285"/>
                </a:lnTo>
                <a:lnTo>
                  <a:pt x="15029097" y="2229056"/>
                </a:lnTo>
                <a:lnTo>
                  <a:pt x="15060290" y="2190127"/>
                </a:lnTo>
                <a:lnTo>
                  <a:pt x="15091780" y="2151500"/>
                </a:lnTo>
                <a:lnTo>
                  <a:pt x="15123565" y="2113176"/>
                </a:lnTo>
                <a:lnTo>
                  <a:pt x="15155642" y="2075157"/>
                </a:lnTo>
                <a:lnTo>
                  <a:pt x="15188010" y="2037442"/>
                </a:lnTo>
                <a:lnTo>
                  <a:pt x="15220666" y="2000034"/>
                </a:lnTo>
                <a:lnTo>
                  <a:pt x="15253608" y="1962934"/>
                </a:lnTo>
                <a:lnTo>
                  <a:pt x="15286833" y="1926142"/>
                </a:lnTo>
                <a:lnTo>
                  <a:pt x="15320339" y="1889660"/>
                </a:lnTo>
                <a:lnTo>
                  <a:pt x="15354124" y="1853489"/>
                </a:lnTo>
                <a:lnTo>
                  <a:pt x="15388186" y="1817630"/>
                </a:lnTo>
                <a:lnTo>
                  <a:pt x="15422522" y="1782084"/>
                </a:lnTo>
                <a:lnTo>
                  <a:pt x="15457130" y="1746853"/>
                </a:lnTo>
                <a:lnTo>
                  <a:pt x="15492007" y="1711937"/>
                </a:lnTo>
                <a:lnTo>
                  <a:pt x="15527152" y="1677337"/>
                </a:lnTo>
                <a:lnTo>
                  <a:pt x="15562562" y="1643056"/>
                </a:lnTo>
                <a:lnTo>
                  <a:pt x="15598235" y="1609093"/>
                </a:lnTo>
                <a:lnTo>
                  <a:pt x="15634168" y="1575450"/>
                </a:lnTo>
                <a:lnTo>
                  <a:pt x="15670359" y="1542128"/>
                </a:lnTo>
                <a:lnTo>
                  <a:pt x="15706807" y="1509129"/>
                </a:lnTo>
                <a:lnTo>
                  <a:pt x="15743508" y="1476452"/>
                </a:lnTo>
                <a:lnTo>
                  <a:pt x="15780460" y="1444101"/>
                </a:lnTo>
                <a:lnTo>
                  <a:pt x="15817661" y="1412075"/>
                </a:lnTo>
                <a:lnTo>
                  <a:pt x="15855109" y="1380375"/>
                </a:lnTo>
                <a:lnTo>
                  <a:pt x="15892802" y="1349004"/>
                </a:lnTo>
                <a:lnTo>
                  <a:pt x="15930736" y="1317962"/>
                </a:lnTo>
                <a:lnTo>
                  <a:pt x="15968911" y="1287250"/>
                </a:lnTo>
                <a:lnTo>
                  <a:pt x="16007323" y="1256869"/>
                </a:lnTo>
                <a:lnTo>
                  <a:pt x="16045970" y="1226820"/>
                </a:lnTo>
                <a:lnTo>
                  <a:pt x="16084850" y="1197105"/>
                </a:lnTo>
                <a:lnTo>
                  <a:pt x="16123961" y="1167725"/>
                </a:lnTo>
                <a:lnTo>
                  <a:pt x="16163300" y="1138681"/>
                </a:lnTo>
                <a:lnTo>
                  <a:pt x="16202865" y="1109974"/>
                </a:lnTo>
                <a:lnTo>
                  <a:pt x="16242654" y="1081604"/>
                </a:lnTo>
                <a:lnTo>
                  <a:pt x="16282665" y="1053574"/>
                </a:lnTo>
                <a:lnTo>
                  <a:pt x="16322895" y="1025884"/>
                </a:lnTo>
                <a:lnTo>
                  <a:pt x="16363341" y="998536"/>
                </a:lnTo>
                <a:lnTo>
                  <a:pt x="16404003" y="971530"/>
                </a:lnTo>
                <a:lnTo>
                  <a:pt x="16444876" y="944868"/>
                </a:lnTo>
                <a:lnTo>
                  <a:pt x="16485960" y="918551"/>
                </a:lnTo>
                <a:lnTo>
                  <a:pt x="16527251" y="892580"/>
                </a:lnTo>
                <a:lnTo>
                  <a:pt x="16568748" y="866956"/>
                </a:lnTo>
                <a:lnTo>
                  <a:pt x="16610448" y="841681"/>
                </a:lnTo>
                <a:lnTo>
                  <a:pt x="16652349" y="816754"/>
                </a:lnTo>
                <a:lnTo>
                  <a:pt x="16694448" y="792179"/>
                </a:lnTo>
                <a:lnTo>
                  <a:pt x="16736744" y="767955"/>
                </a:lnTo>
                <a:lnTo>
                  <a:pt x="16779233" y="744083"/>
                </a:lnTo>
                <a:lnTo>
                  <a:pt x="16821914" y="720566"/>
                </a:lnTo>
                <a:lnTo>
                  <a:pt x="16864785" y="697404"/>
                </a:lnTo>
                <a:lnTo>
                  <a:pt x="16907843" y="674598"/>
                </a:lnTo>
                <a:lnTo>
                  <a:pt x="16951085" y="652149"/>
                </a:lnTo>
                <a:lnTo>
                  <a:pt x="16994510" y="630059"/>
                </a:lnTo>
                <a:lnTo>
                  <a:pt x="17038115" y="608328"/>
                </a:lnTo>
                <a:lnTo>
                  <a:pt x="17081898" y="586958"/>
                </a:lnTo>
                <a:lnTo>
                  <a:pt x="17125857" y="565950"/>
                </a:lnTo>
                <a:lnTo>
                  <a:pt x="17169989" y="545304"/>
                </a:lnTo>
                <a:lnTo>
                  <a:pt x="17214292" y="525023"/>
                </a:lnTo>
                <a:lnTo>
                  <a:pt x="17258764" y="505107"/>
                </a:lnTo>
                <a:lnTo>
                  <a:pt x="17303402" y="485558"/>
                </a:lnTo>
                <a:lnTo>
                  <a:pt x="17348204" y="466376"/>
                </a:lnTo>
                <a:lnTo>
                  <a:pt x="17393169" y="447563"/>
                </a:lnTo>
                <a:lnTo>
                  <a:pt x="17438292" y="429119"/>
                </a:lnTo>
                <a:lnTo>
                  <a:pt x="17483573" y="411046"/>
                </a:lnTo>
                <a:lnTo>
                  <a:pt x="17529009" y="393346"/>
                </a:lnTo>
                <a:lnTo>
                  <a:pt x="17574598" y="376018"/>
                </a:lnTo>
                <a:lnTo>
                  <a:pt x="17620337" y="359065"/>
                </a:lnTo>
                <a:lnTo>
                  <a:pt x="17666224" y="342487"/>
                </a:lnTo>
                <a:lnTo>
                  <a:pt x="17712257" y="326286"/>
                </a:lnTo>
                <a:lnTo>
                  <a:pt x="17758433" y="310462"/>
                </a:lnTo>
                <a:lnTo>
                  <a:pt x="17804751" y="295018"/>
                </a:lnTo>
                <a:lnTo>
                  <a:pt x="17851208" y="279953"/>
                </a:lnTo>
                <a:lnTo>
                  <a:pt x="17897801" y="265269"/>
                </a:lnTo>
                <a:lnTo>
                  <a:pt x="17944528" y="250968"/>
                </a:lnTo>
                <a:lnTo>
                  <a:pt x="17991388" y="237049"/>
                </a:lnTo>
                <a:lnTo>
                  <a:pt x="18038377" y="223516"/>
                </a:lnTo>
                <a:lnTo>
                  <a:pt x="18085494" y="210368"/>
                </a:lnTo>
                <a:lnTo>
                  <a:pt x="18132735" y="197606"/>
                </a:lnTo>
                <a:lnTo>
                  <a:pt x="18180100" y="185233"/>
                </a:lnTo>
                <a:lnTo>
                  <a:pt x="18227585" y="173248"/>
                </a:lnTo>
                <a:lnTo>
                  <a:pt x="18275189" y="161654"/>
                </a:lnTo>
                <a:lnTo>
                  <a:pt x="18322908" y="150451"/>
                </a:lnTo>
                <a:lnTo>
                  <a:pt x="18370741" y="139640"/>
                </a:lnTo>
                <a:lnTo>
                  <a:pt x="18418686" y="129223"/>
                </a:lnTo>
                <a:lnTo>
                  <a:pt x="18466740" y="119201"/>
                </a:lnTo>
                <a:lnTo>
                  <a:pt x="18514900" y="109574"/>
                </a:lnTo>
                <a:lnTo>
                  <a:pt x="18563165" y="100344"/>
                </a:lnTo>
                <a:lnTo>
                  <a:pt x="18611532" y="91512"/>
                </a:lnTo>
                <a:lnTo>
                  <a:pt x="18659999" y="83080"/>
                </a:lnTo>
                <a:lnTo>
                  <a:pt x="18708564" y="75047"/>
                </a:lnTo>
                <a:lnTo>
                  <a:pt x="18757224" y="67417"/>
                </a:lnTo>
                <a:lnTo>
                  <a:pt x="18805977" y="60188"/>
                </a:lnTo>
                <a:lnTo>
                  <a:pt x="18854820" y="53364"/>
                </a:lnTo>
                <a:lnTo>
                  <a:pt x="18903752" y="46944"/>
                </a:lnTo>
                <a:lnTo>
                  <a:pt x="18952771" y="40931"/>
                </a:lnTo>
                <a:lnTo>
                  <a:pt x="19001873" y="35324"/>
                </a:lnTo>
                <a:lnTo>
                  <a:pt x="19051057" y="30126"/>
                </a:lnTo>
                <a:lnTo>
                  <a:pt x="19100320" y="25337"/>
                </a:lnTo>
                <a:lnTo>
                  <a:pt x="19149660" y="20958"/>
                </a:lnTo>
                <a:lnTo>
                  <a:pt x="19199074" y="16991"/>
                </a:lnTo>
                <a:lnTo>
                  <a:pt x="19248561" y="13437"/>
                </a:lnTo>
                <a:lnTo>
                  <a:pt x="19298119" y="10297"/>
                </a:lnTo>
                <a:lnTo>
                  <a:pt x="19347744" y="7572"/>
                </a:lnTo>
                <a:lnTo>
                  <a:pt x="19397434" y="5263"/>
                </a:lnTo>
                <a:lnTo>
                  <a:pt x="19447188" y="3371"/>
                </a:lnTo>
                <a:lnTo>
                  <a:pt x="19497002" y="1898"/>
                </a:lnTo>
                <a:lnTo>
                  <a:pt x="19546875" y="844"/>
                </a:lnTo>
                <a:lnTo>
                  <a:pt x="19596805" y="211"/>
                </a:lnTo>
                <a:lnTo>
                  <a:pt x="19646788" y="0"/>
                </a:lnTo>
                <a:lnTo>
                  <a:pt x="20104099" y="0"/>
                </a:lnTo>
              </a:path>
            </a:pathLst>
          </a:custGeom>
          <a:ln w="19050">
            <a:solidFill>
              <a:schemeClr val="accent2"/>
            </a:solidFill>
          </a:ln>
        </p:spPr>
        <p:txBody>
          <a:bodyPr wrap="square" lIns="0" tIns="0" rIns="0" bIns="0" rtlCol="0"/>
          <a:lstStyle/>
          <a:p>
            <a:pPr marL="0" marR="0" lvl="0" indent="0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5" name="object 4">
            <a:extLst>
              <a:ext uri="{FF2B5EF4-FFF2-40B4-BE49-F238E27FC236}">
                <a16:creationId xmlns:a16="http://schemas.microsoft.com/office/drawing/2014/main" id="{4D79B08D-8C32-FB4A-74B4-C76E2DB52D00}"/>
              </a:ext>
            </a:extLst>
          </p:cNvPr>
          <p:cNvSpPr/>
          <p:nvPr/>
        </p:nvSpPr>
        <p:spPr>
          <a:xfrm rot="10247908" flipH="1">
            <a:off x="5297646" y="-1969541"/>
            <a:ext cx="8001039" cy="5749648"/>
          </a:xfrm>
          <a:custGeom>
            <a:avLst/>
            <a:gdLst>
              <a:gd name="connsiteX0" fmla="*/ 0 w 13940157"/>
              <a:gd name="connsiteY0" fmla="*/ 9200719 h 9456078"/>
              <a:gd name="connsiteX1" fmla="*/ 781360 w 13940157"/>
              <a:gd name="connsiteY1" fmla="*/ 9456078 h 9456078"/>
              <a:gd name="connsiteX2" fmla="*/ 831337 w 13940157"/>
              <a:gd name="connsiteY2" fmla="*/ 9455836 h 9456078"/>
              <a:gd name="connsiteX3" fmla="*/ 881253 w 13940157"/>
              <a:gd name="connsiteY3" fmla="*/ 9455111 h 9456078"/>
              <a:gd name="connsiteX4" fmla="*/ 931102 w 13940157"/>
              <a:gd name="connsiteY4" fmla="*/ 9453904 h 9456078"/>
              <a:gd name="connsiteX5" fmla="*/ 980884 w 13940157"/>
              <a:gd name="connsiteY5" fmla="*/ 9452217 h 9456078"/>
              <a:gd name="connsiteX6" fmla="*/ 1030594 w 13940157"/>
              <a:gd name="connsiteY6" fmla="*/ 9450052 h 9456078"/>
              <a:gd name="connsiteX7" fmla="*/ 1080230 w 13940157"/>
              <a:gd name="connsiteY7" fmla="*/ 9447409 h 9456078"/>
              <a:gd name="connsiteX8" fmla="*/ 1129789 w 13940157"/>
              <a:gd name="connsiteY8" fmla="*/ 9444290 h 9456078"/>
              <a:gd name="connsiteX9" fmla="*/ 1179267 w 13940157"/>
              <a:gd name="connsiteY9" fmla="*/ 9440698 h 9456078"/>
              <a:gd name="connsiteX10" fmla="*/ 1228662 w 13940157"/>
              <a:gd name="connsiteY10" fmla="*/ 9436632 h 9456078"/>
              <a:gd name="connsiteX11" fmla="*/ 1277970 w 13940157"/>
              <a:gd name="connsiteY11" fmla="*/ 9432096 h 9456078"/>
              <a:gd name="connsiteX12" fmla="*/ 1327189 w 13940157"/>
              <a:gd name="connsiteY12" fmla="*/ 9427089 h 9456078"/>
              <a:gd name="connsiteX13" fmla="*/ 1376316 w 13940157"/>
              <a:gd name="connsiteY13" fmla="*/ 9421615 h 9456078"/>
              <a:gd name="connsiteX14" fmla="*/ 1425347 w 13940157"/>
              <a:gd name="connsiteY14" fmla="*/ 9415673 h 9456078"/>
              <a:gd name="connsiteX15" fmla="*/ 1474280 w 13940157"/>
              <a:gd name="connsiteY15" fmla="*/ 9409267 h 9456078"/>
              <a:gd name="connsiteX16" fmla="*/ 1523111 w 13940157"/>
              <a:gd name="connsiteY16" fmla="*/ 9402396 h 9456078"/>
              <a:gd name="connsiteX17" fmla="*/ 1571838 w 13940157"/>
              <a:gd name="connsiteY17" fmla="*/ 9395063 h 9456078"/>
              <a:gd name="connsiteX18" fmla="*/ 1620458 w 13940157"/>
              <a:gd name="connsiteY18" fmla="*/ 9387270 h 9456078"/>
              <a:gd name="connsiteX19" fmla="*/ 1668967 w 13940157"/>
              <a:gd name="connsiteY19" fmla="*/ 9379017 h 9456078"/>
              <a:gd name="connsiteX20" fmla="*/ 1717362 w 13940157"/>
              <a:gd name="connsiteY20" fmla="*/ 9370306 h 9456078"/>
              <a:gd name="connsiteX21" fmla="*/ 1765641 w 13940157"/>
              <a:gd name="connsiteY21" fmla="*/ 9361139 h 9456078"/>
              <a:gd name="connsiteX22" fmla="*/ 1813800 w 13940157"/>
              <a:gd name="connsiteY22" fmla="*/ 9351517 h 9456078"/>
              <a:gd name="connsiteX23" fmla="*/ 1861837 w 13940157"/>
              <a:gd name="connsiteY23" fmla="*/ 9341441 h 9456078"/>
              <a:gd name="connsiteX24" fmla="*/ 1909749 w 13940157"/>
              <a:gd name="connsiteY24" fmla="*/ 9330914 h 9456078"/>
              <a:gd name="connsiteX25" fmla="*/ 1957532 w 13940157"/>
              <a:gd name="connsiteY25" fmla="*/ 9319936 h 9456078"/>
              <a:gd name="connsiteX26" fmla="*/ 2005183 w 13940157"/>
              <a:gd name="connsiteY26" fmla="*/ 9308509 h 9456078"/>
              <a:gd name="connsiteX27" fmla="*/ 2052699 w 13940157"/>
              <a:gd name="connsiteY27" fmla="*/ 9296635 h 9456078"/>
              <a:gd name="connsiteX28" fmla="*/ 2100079 w 13940157"/>
              <a:gd name="connsiteY28" fmla="*/ 9284315 h 9456078"/>
              <a:gd name="connsiteX29" fmla="*/ 2147317 w 13940157"/>
              <a:gd name="connsiteY29" fmla="*/ 9271550 h 9456078"/>
              <a:gd name="connsiteX30" fmla="*/ 2194412 w 13940157"/>
              <a:gd name="connsiteY30" fmla="*/ 9258342 h 9456078"/>
              <a:gd name="connsiteX31" fmla="*/ 2241360 w 13940157"/>
              <a:gd name="connsiteY31" fmla="*/ 9244693 h 9456078"/>
              <a:gd name="connsiteX32" fmla="*/ 2288159 w 13940157"/>
              <a:gd name="connsiteY32" fmla="*/ 9230604 h 9456078"/>
              <a:gd name="connsiteX33" fmla="*/ 2334805 w 13940157"/>
              <a:gd name="connsiteY33" fmla="*/ 9216076 h 9456078"/>
              <a:gd name="connsiteX34" fmla="*/ 2381295 w 13940157"/>
              <a:gd name="connsiteY34" fmla="*/ 9201111 h 9456078"/>
              <a:gd name="connsiteX35" fmla="*/ 2427627 w 13940157"/>
              <a:gd name="connsiteY35" fmla="*/ 9185710 h 9456078"/>
              <a:gd name="connsiteX36" fmla="*/ 2473797 w 13940157"/>
              <a:gd name="connsiteY36" fmla="*/ 9169876 h 9456078"/>
              <a:gd name="connsiteX37" fmla="*/ 2519802 w 13940157"/>
              <a:gd name="connsiteY37" fmla="*/ 9153608 h 9456078"/>
              <a:gd name="connsiteX38" fmla="*/ 2565640 w 13940157"/>
              <a:gd name="connsiteY38" fmla="*/ 9136910 h 9456078"/>
              <a:gd name="connsiteX39" fmla="*/ 2611307 w 13940157"/>
              <a:gd name="connsiteY39" fmla="*/ 9119782 h 9456078"/>
              <a:gd name="connsiteX40" fmla="*/ 2656800 w 13940157"/>
              <a:gd name="connsiteY40" fmla="*/ 9102226 h 9456078"/>
              <a:gd name="connsiteX41" fmla="*/ 2702116 w 13940157"/>
              <a:gd name="connsiteY41" fmla="*/ 9084243 h 9456078"/>
              <a:gd name="connsiteX42" fmla="*/ 2747253 w 13940157"/>
              <a:gd name="connsiteY42" fmla="*/ 9065835 h 9456078"/>
              <a:gd name="connsiteX43" fmla="*/ 2792207 w 13940157"/>
              <a:gd name="connsiteY43" fmla="*/ 9047004 h 9456078"/>
              <a:gd name="connsiteX44" fmla="*/ 2836975 w 13940157"/>
              <a:gd name="connsiteY44" fmla="*/ 9027750 h 9456078"/>
              <a:gd name="connsiteX45" fmla="*/ 2881555 w 13940157"/>
              <a:gd name="connsiteY45" fmla="*/ 9008075 h 9456078"/>
              <a:gd name="connsiteX46" fmla="*/ 2925942 w 13940157"/>
              <a:gd name="connsiteY46" fmla="*/ 8987981 h 9456078"/>
              <a:gd name="connsiteX47" fmla="*/ 2970135 w 13940157"/>
              <a:gd name="connsiteY47" fmla="*/ 8967470 h 9456078"/>
              <a:gd name="connsiteX48" fmla="*/ 3014130 w 13940157"/>
              <a:gd name="connsiteY48" fmla="*/ 8946542 h 9456078"/>
              <a:gd name="connsiteX49" fmla="*/ 3057924 w 13940157"/>
              <a:gd name="connsiteY49" fmla="*/ 8925199 h 9456078"/>
              <a:gd name="connsiteX50" fmla="*/ 3101514 w 13940157"/>
              <a:gd name="connsiteY50" fmla="*/ 8903443 h 9456078"/>
              <a:gd name="connsiteX51" fmla="*/ 3144898 w 13940157"/>
              <a:gd name="connsiteY51" fmla="*/ 8881275 h 9456078"/>
              <a:gd name="connsiteX52" fmla="*/ 3188071 w 13940157"/>
              <a:gd name="connsiteY52" fmla="*/ 8858697 h 9456078"/>
              <a:gd name="connsiteX53" fmla="*/ 3231032 w 13940157"/>
              <a:gd name="connsiteY53" fmla="*/ 8835710 h 9456078"/>
              <a:gd name="connsiteX54" fmla="*/ 3273777 w 13940157"/>
              <a:gd name="connsiteY54" fmla="*/ 8812316 h 9456078"/>
              <a:gd name="connsiteX55" fmla="*/ 3316303 w 13940157"/>
              <a:gd name="connsiteY55" fmla="*/ 8788516 h 9456078"/>
              <a:gd name="connsiteX56" fmla="*/ 3358607 w 13940157"/>
              <a:gd name="connsiteY56" fmla="*/ 8764311 h 9456078"/>
              <a:gd name="connsiteX57" fmla="*/ 3400686 w 13940157"/>
              <a:gd name="connsiteY57" fmla="*/ 8739704 h 9456078"/>
              <a:gd name="connsiteX58" fmla="*/ 3442537 w 13940157"/>
              <a:gd name="connsiteY58" fmla="*/ 8714695 h 9456078"/>
              <a:gd name="connsiteX59" fmla="*/ 3484157 w 13940157"/>
              <a:gd name="connsiteY59" fmla="*/ 8689286 h 9456078"/>
              <a:gd name="connsiteX60" fmla="*/ 3525543 w 13940157"/>
              <a:gd name="connsiteY60" fmla="*/ 8663479 h 9456078"/>
              <a:gd name="connsiteX61" fmla="*/ 3566693 w 13940157"/>
              <a:gd name="connsiteY61" fmla="*/ 8637274 h 9456078"/>
              <a:gd name="connsiteX62" fmla="*/ 3607602 w 13940157"/>
              <a:gd name="connsiteY62" fmla="*/ 8610675 h 9456078"/>
              <a:gd name="connsiteX63" fmla="*/ 3648268 w 13940157"/>
              <a:gd name="connsiteY63" fmla="*/ 8583681 h 9456078"/>
              <a:gd name="connsiteX64" fmla="*/ 3688689 w 13940157"/>
              <a:gd name="connsiteY64" fmla="*/ 8556295 h 9456078"/>
              <a:gd name="connsiteX65" fmla="*/ 3728860 w 13940157"/>
              <a:gd name="connsiteY65" fmla="*/ 8528517 h 9456078"/>
              <a:gd name="connsiteX66" fmla="*/ 3768779 w 13940157"/>
              <a:gd name="connsiteY66" fmla="*/ 8500351 h 9456078"/>
              <a:gd name="connsiteX67" fmla="*/ 3808443 w 13940157"/>
              <a:gd name="connsiteY67" fmla="*/ 8471796 h 9456078"/>
              <a:gd name="connsiteX68" fmla="*/ 3847849 w 13940157"/>
              <a:gd name="connsiteY68" fmla="*/ 8442854 h 9456078"/>
              <a:gd name="connsiteX69" fmla="*/ 3886994 w 13940157"/>
              <a:gd name="connsiteY69" fmla="*/ 8413528 h 9456078"/>
              <a:gd name="connsiteX70" fmla="*/ 3925875 w 13940157"/>
              <a:gd name="connsiteY70" fmla="*/ 8383818 h 9456078"/>
              <a:gd name="connsiteX71" fmla="*/ 3964489 w 13940157"/>
              <a:gd name="connsiteY71" fmla="*/ 8353726 h 9456078"/>
              <a:gd name="connsiteX72" fmla="*/ 4002833 w 13940157"/>
              <a:gd name="connsiteY72" fmla="*/ 8323253 h 9456078"/>
              <a:gd name="connsiteX73" fmla="*/ 4040904 w 13940157"/>
              <a:gd name="connsiteY73" fmla="*/ 8292401 h 9456078"/>
              <a:gd name="connsiteX74" fmla="*/ 4078699 w 13940157"/>
              <a:gd name="connsiteY74" fmla="*/ 8261172 h 9456078"/>
              <a:gd name="connsiteX75" fmla="*/ 4116214 w 13940157"/>
              <a:gd name="connsiteY75" fmla="*/ 8229566 h 9456078"/>
              <a:gd name="connsiteX76" fmla="*/ 4153447 w 13940157"/>
              <a:gd name="connsiteY76" fmla="*/ 8197585 h 9456078"/>
              <a:gd name="connsiteX77" fmla="*/ 4190395 w 13940157"/>
              <a:gd name="connsiteY77" fmla="*/ 8165232 h 9456078"/>
              <a:gd name="connsiteX78" fmla="*/ 4227055 w 13940157"/>
              <a:gd name="connsiteY78" fmla="*/ 8132507 h 9456078"/>
              <a:gd name="connsiteX79" fmla="*/ 4263424 w 13940157"/>
              <a:gd name="connsiteY79" fmla="*/ 8099411 h 9456078"/>
              <a:gd name="connsiteX80" fmla="*/ 4299499 w 13940157"/>
              <a:gd name="connsiteY80" fmla="*/ 8065947 h 9456078"/>
              <a:gd name="connsiteX81" fmla="*/ 4335276 w 13940157"/>
              <a:gd name="connsiteY81" fmla="*/ 8032115 h 9456078"/>
              <a:gd name="connsiteX82" fmla="*/ 4370753 w 13940157"/>
              <a:gd name="connsiteY82" fmla="*/ 7997918 h 9456078"/>
              <a:gd name="connsiteX83" fmla="*/ 4405927 w 13940157"/>
              <a:gd name="connsiteY83" fmla="*/ 7963356 h 9456078"/>
              <a:gd name="connsiteX84" fmla="*/ 4440795 w 13940157"/>
              <a:gd name="connsiteY84" fmla="*/ 7928432 h 9456078"/>
              <a:gd name="connsiteX85" fmla="*/ 4475354 w 13940157"/>
              <a:gd name="connsiteY85" fmla="*/ 7893146 h 9456078"/>
              <a:gd name="connsiteX86" fmla="*/ 4509600 w 13940157"/>
              <a:gd name="connsiteY86" fmla="*/ 7857501 h 9456078"/>
              <a:gd name="connsiteX87" fmla="*/ 4543531 w 13940157"/>
              <a:gd name="connsiteY87" fmla="*/ 7821497 h 9456078"/>
              <a:gd name="connsiteX88" fmla="*/ 4577143 w 13940157"/>
              <a:gd name="connsiteY88" fmla="*/ 7785136 h 9456078"/>
              <a:gd name="connsiteX89" fmla="*/ 4610435 w 13940157"/>
              <a:gd name="connsiteY89" fmla="*/ 7748420 h 9456078"/>
              <a:gd name="connsiteX90" fmla="*/ 4643402 w 13940157"/>
              <a:gd name="connsiteY90" fmla="*/ 7711350 h 9456078"/>
              <a:gd name="connsiteX91" fmla="*/ 4676042 w 13940157"/>
              <a:gd name="connsiteY91" fmla="*/ 7673928 h 9456078"/>
              <a:gd name="connsiteX92" fmla="*/ 4708351 w 13940157"/>
              <a:gd name="connsiteY92" fmla="*/ 7636155 h 9456078"/>
              <a:gd name="connsiteX93" fmla="*/ 4740327 w 13940157"/>
              <a:gd name="connsiteY93" fmla="*/ 7598032 h 9456078"/>
              <a:gd name="connsiteX94" fmla="*/ 4771967 w 13940157"/>
              <a:gd name="connsiteY94" fmla="*/ 7559561 h 9456078"/>
              <a:gd name="connsiteX95" fmla="*/ 4803267 w 13940157"/>
              <a:gd name="connsiteY95" fmla="*/ 7520744 h 9456078"/>
              <a:gd name="connsiteX96" fmla="*/ 4834225 w 13940157"/>
              <a:gd name="connsiteY96" fmla="*/ 7481582 h 9456078"/>
              <a:gd name="connsiteX97" fmla="*/ 4864838 w 13940157"/>
              <a:gd name="connsiteY97" fmla="*/ 7442077 h 9456078"/>
              <a:gd name="connsiteX98" fmla="*/ 8803671 w 13940157"/>
              <a:gd name="connsiteY98" fmla="*/ 2307814 h 9456078"/>
              <a:gd name="connsiteX99" fmla="*/ 8834262 w 13940157"/>
              <a:gd name="connsiteY99" fmla="*/ 2268285 h 9456078"/>
              <a:gd name="connsiteX100" fmla="*/ 8865156 w 13940157"/>
              <a:gd name="connsiteY100" fmla="*/ 2229056 h 9456078"/>
              <a:gd name="connsiteX101" fmla="*/ 8896349 w 13940157"/>
              <a:gd name="connsiteY101" fmla="*/ 2190127 h 9456078"/>
              <a:gd name="connsiteX102" fmla="*/ 8927839 w 13940157"/>
              <a:gd name="connsiteY102" fmla="*/ 2151500 h 9456078"/>
              <a:gd name="connsiteX103" fmla="*/ 8959624 w 13940157"/>
              <a:gd name="connsiteY103" fmla="*/ 2113176 h 9456078"/>
              <a:gd name="connsiteX104" fmla="*/ 8991701 w 13940157"/>
              <a:gd name="connsiteY104" fmla="*/ 2075157 h 9456078"/>
              <a:gd name="connsiteX105" fmla="*/ 9024069 w 13940157"/>
              <a:gd name="connsiteY105" fmla="*/ 2037442 h 9456078"/>
              <a:gd name="connsiteX106" fmla="*/ 9056725 w 13940157"/>
              <a:gd name="connsiteY106" fmla="*/ 2000034 h 9456078"/>
              <a:gd name="connsiteX107" fmla="*/ 9089667 w 13940157"/>
              <a:gd name="connsiteY107" fmla="*/ 1962934 h 9456078"/>
              <a:gd name="connsiteX108" fmla="*/ 9122892 w 13940157"/>
              <a:gd name="connsiteY108" fmla="*/ 1926142 h 9456078"/>
              <a:gd name="connsiteX109" fmla="*/ 9156398 w 13940157"/>
              <a:gd name="connsiteY109" fmla="*/ 1889660 h 9456078"/>
              <a:gd name="connsiteX110" fmla="*/ 9190183 w 13940157"/>
              <a:gd name="connsiteY110" fmla="*/ 1853489 h 9456078"/>
              <a:gd name="connsiteX111" fmla="*/ 9224245 w 13940157"/>
              <a:gd name="connsiteY111" fmla="*/ 1817630 h 9456078"/>
              <a:gd name="connsiteX112" fmla="*/ 9258581 w 13940157"/>
              <a:gd name="connsiteY112" fmla="*/ 1782084 h 9456078"/>
              <a:gd name="connsiteX113" fmla="*/ 9293189 w 13940157"/>
              <a:gd name="connsiteY113" fmla="*/ 1746853 h 9456078"/>
              <a:gd name="connsiteX114" fmla="*/ 9328066 w 13940157"/>
              <a:gd name="connsiteY114" fmla="*/ 1711937 h 9456078"/>
              <a:gd name="connsiteX115" fmla="*/ 9363211 w 13940157"/>
              <a:gd name="connsiteY115" fmla="*/ 1677337 h 9456078"/>
              <a:gd name="connsiteX116" fmla="*/ 9398621 w 13940157"/>
              <a:gd name="connsiteY116" fmla="*/ 1643056 h 9456078"/>
              <a:gd name="connsiteX117" fmla="*/ 9434294 w 13940157"/>
              <a:gd name="connsiteY117" fmla="*/ 1609093 h 9456078"/>
              <a:gd name="connsiteX118" fmla="*/ 9470227 w 13940157"/>
              <a:gd name="connsiteY118" fmla="*/ 1575450 h 9456078"/>
              <a:gd name="connsiteX119" fmla="*/ 9506418 w 13940157"/>
              <a:gd name="connsiteY119" fmla="*/ 1542128 h 9456078"/>
              <a:gd name="connsiteX120" fmla="*/ 9542866 w 13940157"/>
              <a:gd name="connsiteY120" fmla="*/ 1509129 h 9456078"/>
              <a:gd name="connsiteX121" fmla="*/ 9579567 w 13940157"/>
              <a:gd name="connsiteY121" fmla="*/ 1476452 h 9456078"/>
              <a:gd name="connsiteX122" fmla="*/ 9616519 w 13940157"/>
              <a:gd name="connsiteY122" fmla="*/ 1444101 h 9456078"/>
              <a:gd name="connsiteX123" fmla="*/ 9653720 w 13940157"/>
              <a:gd name="connsiteY123" fmla="*/ 1412075 h 9456078"/>
              <a:gd name="connsiteX124" fmla="*/ 9691168 w 13940157"/>
              <a:gd name="connsiteY124" fmla="*/ 1380375 h 9456078"/>
              <a:gd name="connsiteX125" fmla="*/ 9728861 w 13940157"/>
              <a:gd name="connsiteY125" fmla="*/ 1349004 h 9456078"/>
              <a:gd name="connsiteX126" fmla="*/ 9766795 w 13940157"/>
              <a:gd name="connsiteY126" fmla="*/ 1317962 h 9456078"/>
              <a:gd name="connsiteX127" fmla="*/ 9804970 w 13940157"/>
              <a:gd name="connsiteY127" fmla="*/ 1287250 h 9456078"/>
              <a:gd name="connsiteX128" fmla="*/ 9843382 w 13940157"/>
              <a:gd name="connsiteY128" fmla="*/ 1256869 h 9456078"/>
              <a:gd name="connsiteX129" fmla="*/ 9882029 w 13940157"/>
              <a:gd name="connsiteY129" fmla="*/ 1226820 h 9456078"/>
              <a:gd name="connsiteX130" fmla="*/ 9920909 w 13940157"/>
              <a:gd name="connsiteY130" fmla="*/ 1197105 h 9456078"/>
              <a:gd name="connsiteX131" fmla="*/ 9960020 w 13940157"/>
              <a:gd name="connsiteY131" fmla="*/ 1167725 h 9456078"/>
              <a:gd name="connsiteX132" fmla="*/ 9999359 w 13940157"/>
              <a:gd name="connsiteY132" fmla="*/ 1138681 h 9456078"/>
              <a:gd name="connsiteX133" fmla="*/ 10038924 w 13940157"/>
              <a:gd name="connsiteY133" fmla="*/ 1109974 h 9456078"/>
              <a:gd name="connsiteX134" fmla="*/ 10078713 w 13940157"/>
              <a:gd name="connsiteY134" fmla="*/ 1081604 h 9456078"/>
              <a:gd name="connsiteX135" fmla="*/ 10118724 w 13940157"/>
              <a:gd name="connsiteY135" fmla="*/ 1053574 h 9456078"/>
              <a:gd name="connsiteX136" fmla="*/ 10158954 w 13940157"/>
              <a:gd name="connsiteY136" fmla="*/ 1025884 h 9456078"/>
              <a:gd name="connsiteX137" fmla="*/ 10199400 w 13940157"/>
              <a:gd name="connsiteY137" fmla="*/ 998536 h 9456078"/>
              <a:gd name="connsiteX138" fmla="*/ 10240062 w 13940157"/>
              <a:gd name="connsiteY138" fmla="*/ 971530 h 9456078"/>
              <a:gd name="connsiteX139" fmla="*/ 10280935 w 13940157"/>
              <a:gd name="connsiteY139" fmla="*/ 944868 h 9456078"/>
              <a:gd name="connsiteX140" fmla="*/ 10322019 w 13940157"/>
              <a:gd name="connsiteY140" fmla="*/ 918551 h 9456078"/>
              <a:gd name="connsiteX141" fmla="*/ 10363310 w 13940157"/>
              <a:gd name="connsiteY141" fmla="*/ 892580 h 9456078"/>
              <a:gd name="connsiteX142" fmla="*/ 10404807 w 13940157"/>
              <a:gd name="connsiteY142" fmla="*/ 866956 h 9456078"/>
              <a:gd name="connsiteX143" fmla="*/ 10446507 w 13940157"/>
              <a:gd name="connsiteY143" fmla="*/ 841681 h 9456078"/>
              <a:gd name="connsiteX144" fmla="*/ 10488408 w 13940157"/>
              <a:gd name="connsiteY144" fmla="*/ 816754 h 9456078"/>
              <a:gd name="connsiteX145" fmla="*/ 10530507 w 13940157"/>
              <a:gd name="connsiteY145" fmla="*/ 792179 h 9456078"/>
              <a:gd name="connsiteX146" fmla="*/ 10572803 w 13940157"/>
              <a:gd name="connsiteY146" fmla="*/ 767955 h 9456078"/>
              <a:gd name="connsiteX147" fmla="*/ 10615292 w 13940157"/>
              <a:gd name="connsiteY147" fmla="*/ 744083 h 9456078"/>
              <a:gd name="connsiteX148" fmla="*/ 10657973 w 13940157"/>
              <a:gd name="connsiteY148" fmla="*/ 720566 h 9456078"/>
              <a:gd name="connsiteX149" fmla="*/ 10700844 w 13940157"/>
              <a:gd name="connsiteY149" fmla="*/ 697404 h 9456078"/>
              <a:gd name="connsiteX150" fmla="*/ 10743902 w 13940157"/>
              <a:gd name="connsiteY150" fmla="*/ 674598 h 9456078"/>
              <a:gd name="connsiteX151" fmla="*/ 10787144 w 13940157"/>
              <a:gd name="connsiteY151" fmla="*/ 652149 h 9456078"/>
              <a:gd name="connsiteX152" fmla="*/ 10830569 w 13940157"/>
              <a:gd name="connsiteY152" fmla="*/ 630059 h 9456078"/>
              <a:gd name="connsiteX153" fmla="*/ 10874174 w 13940157"/>
              <a:gd name="connsiteY153" fmla="*/ 608328 h 9456078"/>
              <a:gd name="connsiteX154" fmla="*/ 10917957 w 13940157"/>
              <a:gd name="connsiteY154" fmla="*/ 586958 h 9456078"/>
              <a:gd name="connsiteX155" fmla="*/ 10961916 w 13940157"/>
              <a:gd name="connsiteY155" fmla="*/ 565950 h 9456078"/>
              <a:gd name="connsiteX156" fmla="*/ 11006048 w 13940157"/>
              <a:gd name="connsiteY156" fmla="*/ 545304 h 9456078"/>
              <a:gd name="connsiteX157" fmla="*/ 11050351 w 13940157"/>
              <a:gd name="connsiteY157" fmla="*/ 525023 h 9456078"/>
              <a:gd name="connsiteX158" fmla="*/ 11094823 w 13940157"/>
              <a:gd name="connsiteY158" fmla="*/ 505107 h 9456078"/>
              <a:gd name="connsiteX159" fmla="*/ 11139461 w 13940157"/>
              <a:gd name="connsiteY159" fmla="*/ 485558 h 9456078"/>
              <a:gd name="connsiteX160" fmla="*/ 11184263 w 13940157"/>
              <a:gd name="connsiteY160" fmla="*/ 466376 h 9456078"/>
              <a:gd name="connsiteX161" fmla="*/ 11229228 w 13940157"/>
              <a:gd name="connsiteY161" fmla="*/ 447563 h 9456078"/>
              <a:gd name="connsiteX162" fmla="*/ 11274351 w 13940157"/>
              <a:gd name="connsiteY162" fmla="*/ 429119 h 9456078"/>
              <a:gd name="connsiteX163" fmla="*/ 11319632 w 13940157"/>
              <a:gd name="connsiteY163" fmla="*/ 411046 h 9456078"/>
              <a:gd name="connsiteX164" fmla="*/ 11365068 w 13940157"/>
              <a:gd name="connsiteY164" fmla="*/ 393346 h 9456078"/>
              <a:gd name="connsiteX165" fmla="*/ 11410657 w 13940157"/>
              <a:gd name="connsiteY165" fmla="*/ 376018 h 9456078"/>
              <a:gd name="connsiteX166" fmla="*/ 11456396 w 13940157"/>
              <a:gd name="connsiteY166" fmla="*/ 359065 h 9456078"/>
              <a:gd name="connsiteX167" fmla="*/ 11502283 w 13940157"/>
              <a:gd name="connsiteY167" fmla="*/ 342487 h 9456078"/>
              <a:gd name="connsiteX168" fmla="*/ 11548316 w 13940157"/>
              <a:gd name="connsiteY168" fmla="*/ 326286 h 9456078"/>
              <a:gd name="connsiteX169" fmla="*/ 11594492 w 13940157"/>
              <a:gd name="connsiteY169" fmla="*/ 310462 h 9456078"/>
              <a:gd name="connsiteX170" fmla="*/ 11640810 w 13940157"/>
              <a:gd name="connsiteY170" fmla="*/ 295018 h 9456078"/>
              <a:gd name="connsiteX171" fmla="*/ 11687267 w 13940157"/>
              <a:gd name="connsiteY171" fmla="*/ 279953 h 9456078"/>
              <a:gd name="connsiteX172" fmla="*/ 11733860 w 13940157"/>
              <a:gd name="connsiteY172" fmla="*/ 265269 h 9456078"/>
              <a:gd name="connsiteX173" fmla="*/ 11780587 w 13940157"/>
              <a:gd name="connsiteY173" fmla="*/ 250968 h 9456078"/>
              <a:gd name="connsiteX174" fmla="*/ 11827447 w 13940157"/>
              <a:gd name="connsiteY174" fmla="*/ 237049 h 9456078"/>
              <a:gd name="connsiteX175" fmla="*/ 11874436 w 13940157"/>
              <a:gd name="connsiteY175" fmla="*/ 223516 h 9456078"/>
              <a:gd name="connsiteX176" fmla="*/ 11921553 w 13940157"/>
              <a:gd name="connsiteY176" fmla="*/ 210368 h 9456078"/>
              <a:gd name="connsiteX177" fmla="*/ 11968794 w 13940157"/>
              <a:gd name="connsiteY177" fmla="*/ 197606 h 9456078"/>
              <a:gd name="connsiteX178" fmla="*/ 12016159 w 13940157"/>
              <a:gd name="connsiteY178" fmla="*/ 185233 h 9456078"/>
              <a:gd name="connsiteX179" fmla="*/ 12063644 w 13940157"/>
              <a:gd name="connsiteY179" fmla="*/ 173248 h 9456078"/>
              <a:gd name="connsiteX180" fmla="*/ 12111248 w 13940157"/>
              <a:gd name="connsiteY180" fmla="*/ 161654 h 9456078"/>
              <a:gd name="connsiteX181" fmla="*/ 12158967 w 13940157"/>
              <a:gd name="connsiteY181" fmla="*/ 150451 h 9456078"/>
              <a:gd name="connsiteX182" fmla="*/ 12206800 w 13940157"/>
              <a:gd name="connsiteY182" fmla="*/ 139640 h 9456078"/>
              <a:gd name="connsiteX183" fmla="*/ 12254745 w 13940157"/>
              <a:gd name="connsiteY183" fmla="*/ 129223 h 9456078"/>
              <a:gd name="connsiteX184" fmla="*/ 12302799 w 13940157"/>
              <a:gd name="connsiteY184" fmla="*/ 119201 h 9456078"/>
              <a:gd name="connsiteX185" fmla="*/ 12350959 w 13940157"/>
              <a:gd name="connsiteY185" fmla="*/ 109574 h 9456078"/>
              <a:gd name="connsiteX186" fmla="*/ 12399224 w 13940157"/>
              <a:gd name="connsiteY186" fmla="*/ 100344 h 9456078"/>
              <a:gd name="connsiteX187" fmla="*/ 12447591 w 13940157"/>
              <a:gd name="connsiteY187" fmla="*/ 91512 h 9456078"/>
              <a:gd name="connsiteX188" fmla="*/ 12496058 w 13940157"/>
              <a:gd name="connsiteY188" fmla="*/ 83080 h 9456078"/>
              <a:gd name="connsiteX189" fmla="*/ 12544623 w 13940157"/>
              <a:gd name="connsiteY189" fmla="*/ 75047 h 9456078"/>
              <a:gd name="connsiteX190" fmla="*/ 12593283 w 13940157"/>
              <a:gd name="connsiteY190" fmla="*/ 67417 h 9456078"/>
              <a:gd name="connsiteX191" fmla="*/ 12642036 w 13940157"/>
              <a:gd name="connsiteY191" fmla="*/ 60188 h 9456078"/>
              <a:gd name="connsiteX192" fmla="*/ 12690879 w 13940157"/>
              <a:gd name="connsiteY192" fmla="*/ 53364 h 9456078"/>
              <a:gd name="connsiteX193" fmla="*/ 12739811 w 13940157"/>
              <a:gd name="connsiteY193" fmla="*/ 46944 h 9456078"/>
              <a:gd name="connsiteX194" fmla="*/ 12788830 w 13940157"/>
              <a:gd name="connsiteY194" fmla="*/ 40931 h 9456078"/>
              <a:gd name="connsiteX195" fmla="*/ 12837932 w 13940157"/>
              <a:gd name="connsiteY195" fmla="*/ 35324 h 9456078"/>
              <a:gd name="connsiteX196" fmla="*/ 12887116 w 13940157"/>
              <a:gd name="connsiteY196" fmla="*/ 30126 h 9456078"/>
              <a:gd name="connsiteX197" fmla="*/ 12936379 w 13940157"/>
              <a:gd name="connsiteY197" fmla="*/ 25337 h 9456078"/>
              <a:gd name="connsiteX198" fmla="*/ 12985719 w 13940157"/>
              <a:gd name="connsiteY198" fmla="*/ 20958 h 9456078"/>
              <a:gd name="connsiteX199" fmla="*/ 13035133 w 13940157"/>
              <a:gd name="connsiteY199" fmla="*/ 16991 h 9456078"/>
              <a:gd name="connsiteX200" fmla="*/ 13084620 w 13940157"/>
              <a:gd name="connsiteY200" fmla="*/ 13437 h 9456078"/>
              <a:gd name="connsiteX201" fmla="*/ 13134178 w 13940157"/>
              <a:gd name="connsiteY201" fmla="*/ 10297 h 9456078"/>
              <a:gd name="connsiteX202" fmla="*/ 13183803 w 13940157"/>
              <a:gd name="connsiteY202" fmla="*/ 7572 h 9456078"/>
              <a:gd name="connsiteX203" fmla="*/ 13233493 w 13940157"/>
              <a:gd name="connsiteY203" fmla="*/ 5263 h 9456078"/>
              <a:gd name="connsiteX204" fmla="*/ 13283247 w 13940157"/>
              <a:gd name="connsiteY204" fmla="*/ 3371 h 9456078"/>
              <a:gd name="connsiteX205" fmla="*/ 13333061 w 13940157"/>
              <a:gd name="connsiteY205" fmla="*/ 1898 h 9456078"/>
              <a:gd name="connsiteX206" fmla="*/ 13382934 w 13940157"/>
              <a:gd name="connsiteY206" fmla="*/ 844 h 9456078"/>
              <a:gd name="connsiteX207" fmla="*/ 13432864 w 13940157"/>
              <a:gd name="connsiteY207" fmla="*/ 211 h 9456078"/>
              <a:gd name="connsiteX208" fmla="*/ 13482847 w 13940157"/>
              <a:gd name="connsiteY208" fmla="*/ 0 h 9456078"/>
              <a:gd name="connsiteX209" fmla="*/ 13940158 w 13940157"/>
              <a:gd name="connsiteY209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49234 w 13158799"/>
              <a:gd name="connsiteY5" fmla="*/ 9450052 h 9456078"/>
              <a:gd name="connsiteX6" fmla="*/ 298870 w 13158799"/>
              <a:gd name="connsiteY6" fmla="*/ 9447409 h 9456078"/>
              <a:gd name="connsiteX7" fmla="*/ 348429 w 13158799"/>
              <a:gd name="connsiteY7" fmla="*/ 9444290 h 9456078"/>
              <a:gd name="connsiteX8" fmla="*/ 397907 w 13158799"/>
              <a:gd name="connsiteY8" fmla="*/ 9440698 h 9456078"/>
              <a:gd name="connsiteX9" fmla="*/ 447302 w 13158799"/>
              <a:gd name="connsiteY9" fmla="*/ 9436632 h 9456078"/>
              <a:gd name="connsiteX10" fmla="*/ 496610 w 13158799"/>
              <a:gd name="connsiteY10" fmla="*/ 9432096 h 9456078"/>
              <a:gd name="connsiteX11" fmla="*/ 545829 w 13158799"/>
              <a:gd name="connsiteY11" fmla="*/ 9427089 h 9456078"/>
              <a:gd name="connsiteX12" fmla="*/ 594956 w 13158799"/>
              <a:gd name="connsiteY12" fmla="*/ 9421615 h 9456078"/>
              <a:gd name="connsiteX13" fmla="*/ 643987 w 13158799"/>
              <a:gd name="connsiteY13" fmla="*/ 9415673 h 9456078"/>
              <a:gd name="connsiteX14" fmla="*/ 692920 w 13158799"/>
              <a:gd name="connsiteY14" fmla="*/ 9409267 h 9456078"/>
              <a:gd name="connsiteX15" fmla="*/ 741751 w 13158799"/>
              <a:gd name="connsiteY15" fmla="*/ 9402396 h 9456078"/>
              <a:gd name="connsiteX16" fmla="*/ 790478 w 13158799"/>
              <a:gd name="connsiteY16" fmla="*/ 9395063 h 9456078"/>
              <a:gd name="connsiteX17" fmla="*/ 839098 w 13158799"/>
              <a:gd name="connsiteY17" fmla="*/ 9387270 h 9456078"/>
              <a:gd name="connsiteX18" fmla="*/ 887607 w 13158799"/>
              <a:gd name="connsiteY18" fmla="*/ 9379017 h 9456078"/>
              <a:gd name="connsiteX19" fmla="*/ 936002 w 13158799"/>
              <a:gd name="connsiteY19" fmla="*/ 9370306 h 9456078"/>
              <a:gd name="connsiteX20" fmla="*/ 984281 w 13158799"/>
              <a:gd name="connsiteY20" fmla="*/ 9361139 h 9456078"/>
              <a:gd name="connsiteX21" fmla="*/ 1032440 w 13158799"/>
              <a:gd name="connsiteY21" fmla="*/ 9351517 h 9456078"/>
              <a:gd name="connsiteX22" fmla="*/ 1080477 w 13158799"/>
              <a:gd name="connsiteY22" fmla="*/ 9341441 h 9456078"/>
              <a:gd name="connsiteX23" fmla="*/ 1128389 w 13158799"/>
              <a:gd name="connsiteY23" fmla="*/ 9330914 h 9456078"/>
              <a:gd name="connsiteX24" fmla="*/ 1176172 w 13158799"/>
              <a:gd name="connsiteY24" fmla="*/ 9319936 h 9456078"/>
              <a:gd name="connsiteX25" fmla="*/ 1223823 w 13158799"/>
              <a:gd name="connsiteY25" fmla="*/ 9308509 h 9456078"/>
              <a:gd name="connsiteX26" fmla="*/ 1271339 w 13158799"/>
              <a:gd name="connsiteY26" fmla="*/ 9296635 h 9456078"/>
              <a:gd name="connsiteX27" fmla="*/ 1318719 w 13158799"/>
              <a:gd name="connsiteY27" fmla="*/ 9284315 h 9456078"/>
              <a:gd name="connsiteX28" fmla="*/ 1365957 w 13158799"/>
              <a:gd name="connsiteY28" fmla="*/ 9271550 h 9456078"/>
              <a:gd name="connsiteX29" fmla="*/ 1413052 w 13158799"/>
              <a:gd name="connsiteY29" fmla="*/ 9258342 h 9456078"/>
              <a:gd name="connsiteX30" fmla="*/ 1460000 w 13158799"/>
              <a:gd name="connsiteY30" fmla="*/ 9244693 h 9456078"/>
              <a:gd name="connsiteX31" fmla="*/ 1506799 w 13158799"/>
              <a:gd name="connsiteY31" fmla="*/ 9230604 h 9456078"/>
              <a:gd name="connsiteX32" fmla="*/ 1553445 w 13158799"/>
              <a:gd name="connsiteY32" fmla="*/ 9216076 h 9456078"/>
              <a:gd name="connsiteX33" fmla="*/ 1599935 w 13158799"/>
              <a:gd name="connsiteY33" fmla="*/ 9201111 h 9456078"/>
              <a:gd name="connsiteX34" fmla="*/ 1646267 w 13158799"/>
              <a:gd name="connsiteY34" fmla="*/ 9185710 h 9456078"/>
              <a:gd name="connsiteX35" fmla="*/ 1692437 w 13158799"/>
              <a:gd name="connsiteY35" fmla="*/ 9169876 h 9456078"/>
              <a:gd name="connsiteX36" fmla="*/ 1738442 w 13158799"/>
              <a:gd name="connsiteY36" fmla="*/ 9153608 h 9456078"/>
              <a:gd name="connsiteX37" fmla="*/ 1784280 w 13158799"/>
              <a:gd name="connsiteY37" fmla="*/ 9136910 h 9456078"/>
              <a:gd name="connsiteX38" fmla="*/ 1829947 w 13158799"/>
              <a:gd name="connsiteY38" fmla="*/ 9119782 h 9456078"/>
              <a:gd name="connsiteX39" fmla="*/ 1875440 w 13158799"/>
              <a:gd name="connsiteY39" fmla="*/ 9102226 h 9456078"/>
              <a:gd name="connsiteX40" fmla="*/ 1920756 w 13158799"/>
              <a:gd name="connsiteY40" fmla="*/ 9084243 h 9456078"/>
              <a:gd name="connsiteX41" fmla="*/ 1965893 w 13158799"/>
              <a:gd name="connsiteY41" fmla="*/ 9065835 h 9456078"/>
              <a:gd name="connsiteX42" fmla="*/ 2010847 w 13158799"/>
              <a:gd name="connsiteY42" fmla="*/ 9047004 h 9456078"/>
              <a:gd name="connsiteX43" fmla="*/ 2055615 w 13158799"/>
              <a:gd name="connsiteY43" fmla="*/ 9027750 h 9456078"/>
              <a:gd name="connsiteX44" fmla="*/ 2100195 w 13158799"/>
              <a:gd name="connsiteY44" fmla="*/ 9008075 h 9456078"/>
              <a:gd name="connsiteX45" fmla="*/ 2144582 w 13158799"/>
              <a:gd name="connsiteY45" fmla="*/ 8987981 h 9456078"/>
              <a:gd name="connsiteX46" fmla="*/ 2188775 w 13158799"/>
              <a:gd name="connsiteY46" fmla="*/ 8967470 h 9456078"/>
              <a:gd name="connsiteX47" fmla="*/ 2232770 w 13158799"/>
              <a:gd name="connsiteY47" fmla="*/ 8946542 h 9456078"/>
              <a:gd name="connsiteX48" fmla="*/ 2276564 w 13158799"/>
              <a:gd name="connsiteY48" fmla="*/ 8925199 h 9456078"/>
              <a:gd name="connsiteX49" fmla="*/ 2320154 w 13158799"/>
              <a:gd name="connsiteY49" fmla="*/ 8903443 h 9456078"/>
              <a:gd name="connsiteX50" fmla="*/ 2363538 w 13158799"/>
              <a:gd name="connsiteY50" fmla="*/ 8881275 h 9456078"/>
              <a:gd name="connsiteX51" fmla="*/ 2406711 w 13158799"/>
              <a:gd name="connsiteY51" fmla="*/ 8858697 h 9456078"/>
              <a:gd name="connsiteX52" fmla="*/ 2449672 w 13158799"/>
              <a:gd name="connsiteY52" fmla="*/ 8835710 h 9456078"/>
              <a:gd name="connsiteX53" fmla="*/ 2492417 w 13158799"/>
              <a:gd name="connsiteY53" fmla="*/ 8812316 h 9456078"/>
              <a:gd name="connsiteX54" fmla="*/ 2534943 w 13158799"/>
              <a:gd name="connsiteY54" fmla="*/ 8788516 h 9456078"/>
              <a:gd name="connsiteX55" fmla="*/ 2577247 w 13158799"/>
              <a:gd name="connsiteY55" fmla="*/ 8764311 h 9456078"/>
              <a:gd name="connsiteX56" fmla="*/ 2619326 w 13158799"/>
              <a:gd name="connsiteY56" fmla="*/ 8739704 h 9456078"/>
              <a:gd name="connsiteX57" fmla="*/ 2661177 w 13158799"/>
              <a:gd name="connsiteY57" fmla="*/ 8714695 h 9456078"/>
              <a:gd name="connsiteX58" fmla="*/ 2702797 w 13158799"/>
              <a:gd name="connsiteY58" fmla="*/ 8689286 h 9456078"/>
              <a:gd name="connsiteX59" fmla="*/ 2744183 w 13158799"/>
              <a:gd name="connsiteY59" fmla="*/ 8663479 h 9456078"/>
              <a:gd name="connsiteX60" fmla="*/ 2785333 w 13158799"/>
              <a:gd name="connsiteY60" fmla="*/ 8637274 h 9456078"/>
              <a:gd name="connsiteX61" fmla="*/ 2826242 w 13158799"/>
              <a:gd name="connsiteY61" fmla="*/ 8610675 h 9456078"/>
              <a:gd name="connsiteX62" fmla="*/ 2866908 w 13158799"/>
              <a:gd name="connsiteY62" fmla="*/ 8583681 h 9456078"/>
              <a:gd name="connsiteX63" fmla="*/ 2907329 w 13158799"/>
              <a:gd name="connsiteY63" fmla="*/ 8556295 h 9456078"/>
              <a:gd name="connsiteX64" fmla="*/ 2947500 w 13158799"/>
              <a:gd name="connsiteY64" fmla="*/ 8528517 h 9456078"/>
              <a:gd name="connsiteX65" fmla="*/ 2987419 w 13158799"/>
              <a:gd name="connsiteY65" fmla="*/ 8500351 h 9456078"/>
              <a:gd name="connsiteX66" fmla="*/ 3027083 w 13158799"/>
              <a:gd name="connsiteY66" fmla="*/ 8471796 h 9456078"/>
              <a:gd name="connsiteX67" fmla="*/ 3066489 w 13158799"/>
              <a:gd name="connsiteY67" fmla="*/ 8442854 h 9456078"/>
              <a:gd name="connsiteX68" fmla="*/ 3105634 w 13158799"/>
              <a:gd name="connsiteY68" fmla="*/ 8413528 h 9456078"/>
              <a:gd name="connsiteX69" fmla="*/ 3144515 w 13158799"/>
              <a:gd name="connsiteY69" fmla="*/ 8383818 h 9456078"/>
              <a:gd name="connsiteX70" fmla="*/ 3183129 w 13158799"/>
              <a:gd name="connsiteY70" fmla="*/ 8353726 h 9456078"/>
              <a:gd name="connsiteX71" fmla="*/ 3221473 w 13158799"/>
              <a:gd name="connsiteY71" fmla="*/ 8323253 h 9456078"/>
              <a:gd name="connsiteX72" fmla="*/ 3259544 w 13158799"/>
              <a:gd name="connsiteY72" fmla="*/ 8292401 h 9456078"/>
              <a:gd name="connsiteX73" fmla="*/ 3297339 w 13158799"/>
              <a:gd name="connsiteY73" fmla="*/ 8261172 h 9456078"/>
              <a:gd name="connsiteX74" fmla="*/ 3334854 w 13158799"/>
              <a:gd name="connsiteY74" fmla="*/ 8229566 h 9456078"/>
              <a:gd name="connsiteX75" fmla="*/ 3372087 w 13158799"/>
              <a:gd name="connsiteY75" fmla="*/ 8197585 h 9456078"/>
              <a:gd name="connsiteX76" fmla="*/ 3409035 w 13158799"/>
              <a:gd name="connsiteY76" fmla="*/ 8165232 h 9456078"/>
              <a:gd name="connsiteX77" fmla="*/ 3445695 w 13158799"/>
              <a:gd name="connsiteY77" fmla="*/ 8132507 h 9456078"/>
              <a:gd name="connsiteX78" fmla="*/ 3482064 w 13158799"/>
              <a:gd name="connsiteY78" fmla="*/ 8099411 h 9456078"/>
              <a:gd name="connsiteX79" fmla="*/ 3518139 w 13158799"/>
              <a:gd name="connsiteY79" fmla="*/ 8065947 h 9456078"/>
              <a:gd name="connsiteX80" fmla="*/ 3553916 w 13158799"/>
              <a:gd name="connsiteY80" fmla="*/ 8032115 h 9456078"/>
              <a:gd name="connsiteX81" fmla="*/ 3589393 w 13158799"/>
              <a:gd name="connsiteY81" fmla="*/ 7997918 h 9456078"/>
              <a:gd name="connsiteX82" fmla="*/ 3624567 w 13158799"/>
              <a:gd name="connsiteY82" fmla="*/ 7963356 h 9456078"/>
              <a:gd name="connsiteX83" fmla="*/ 3659435 w 13158799"/>
              <a:gd name="connsiteY83" fmla="*/ 7928432 h 9456078"/>
              <a:gd name="connsiteX84" fmla="*/ 3693994 w 13158799"/>
              <a:gd name="connsiteY84" fmla="*/ 7893146 h 9456078"/>
              <a:gd name="connsiteX85" fmla="*/ 3728240 w 13158799"/>
              <a:gd name="connsiteY85" fmla="*/ 7857501 h 9456078"/>
              <a:gd name="connsiteX86" fmla="*/ 3762171 w 13158799"/>
              <a:gd name="connsiteY86" fmla="*/ 7821497 h 9456078"/>
              <a:gd name="connsiteX87" fmla="*/ 3795783 w 13158799"/>
              <a:gd name="connsiteY87" fmla="*/ 7785136 h 9456078"/>
              <a:gd name="connsiteX88" fmla="*/ 3829075 w 13158799"/>
              <a:gd name="connsiteY88" fmla="*/ 7748420 h 9456078"/>
              <a:gd name="connsiteX89" fmla="*/ 3862042 w 13158799"/>
              <a:gd name="connsiteY89" fmla="*/ 7711350 h 9456078"/>
              <a:gd name="connsiteX90" fmla="*/ 3894682 w 13158799"/>
              <a:gd name="connsiteY90" fmla="*/ 7673928 h 9456078"/>
              <a:gd name="connsiteX91" fmla="*/ 3926991 w 13158799"/>
              <a:gd name="connsiteY91" fmla="*/ 7636155 h 9456078"/>
              <a:gd name="connsiteX92" fmla="*/ 3958967 w 13158799"/>
              <a:gd name="connsiteY92" fmla="*/ 7598032 h 9456078"/>
              <a:gd name="connsiteX93" fmla="*/ 3990607 w 13158799"/>
              <a:gd name="connsiteY93" fmla="*/ 7559561 h 9456078"/>
              <a:gd name="connsiteX94" fmla="*/ 4021907 w 13158799"/>
              <a:gd name="connsiteY94" fmla="*/ 7520744 h 9456078"/>
              <a:gd name="connsiteX95" fmla="*/ 4052865 w 13158799"/>
              <a:gd name="connsiteY95" fmla="*/ 7481582 h 9456078"/>
              <a:gd name="connsiteX96" fmla="*/ 4083478 w 13158799"/>
              <a:gd name="connsiteY96" fmla="*/ 7442077 h 9456078"/>
              <a:gd name="connsiteX97" fmla="*/ 8022311 w 13158799"/>
              <a:gd name="connsiteY97" fmla="*/ 2307814 h 9456078"/>
              <a:gd name="connsiteX98" fmla="*/ 8052902 w 13158799"/>
              <a:gd name="connsiteY98" fmla="*/ 2268285 h 9456078"/>
              <a:gd name="connsiteX99" fmla="*/ 8083796 w 13158799"/>
              <a:gd name="connsiteY99" fmla="*/ 2229056 h 9456078"/>
              <a:gd name="connsiteX100" fmla="*/ 8114989 w 13158799"/>
              <a:gd name="connsiteY100" fmla="*/ 2190127 h 9456078"/>
              <a:gd name="connsiteX101" fmla="*/ 8146479 w 13158799"/>
              <a:gd name="connsiteY101" fmla="*/ 2151500 h 9456078"/>
              <a:gd name="connsiteX102" fmla="*/ 8178264 w 13158799"/>
              <a:gd name="connsiteY102" fmla="*/ 2113176 h 9456078"/>
              <a:gd name="connsiteX103" fmla="*/ 8210341 w 13158799"/>
              <a:gd name="connsiteY103" fmla="*/ 2075157 h 9456078"/>
              <a:gd name="connsiteX104" fmla="*/ 8242709 w 13158799"/>
              <a:gd name="connsiteY104" fmla="*/ 2037442 h 9456078"/>
              <a:gd name="connsiteX105" fmla="*/ 8275365 w 13158799"/>
              <a:gd name="connsiteY105" fmla="*/ 2000034 h 9456078"/>
              <a:gd name="connsiteX106" fmla="*/ 8308307 w 13158799"/>
              <a:gd name="connsiteY106" fmla="*/ 1962934 h 9456078"/>
              <a:gd name="connsiteX107" fmla="*/ 8341532 w 13158799"/>
              <a:gd name="connsiteY107" fmla="*/ 1926142 h 9456078"/>
              <a:gd name="connsiteX108" fmla="*/ 8375038 w 13158799"/>
              <a:gd name="connsiteY108" fmla="*/ 1889660 h 9456078"/>
              <a:gd name="connsiteX109" fmla="*/ 8408823 w 13158799"/>
              <a:gd name="connsiteY109" fmla="*/ 1853489 h 9456078"/>
              <a:gd name="connsiteX110" fmla="*/ 8442885 w 13158799"/>
              <a:gd name="connsiteY110" fmla="*/ 1817630 h 9456078"/>
              <a:gd name="connsiteX111" fmla="*/ 8477221 w 13158799"/>
              <a:gd name="connsiteY111" fmla="*/ 1782084 h 9456078"/>
              <a:gd name="connsiteX112" fmla="*/ 8511829 w 13158799"/>
              <a:gd name="connsiteY112" fmla="*/ 1746853 h 9456078"/>
              <a:gd name="connsiteX113" fmla="*/ 8546706 w 13158799"/>
              <a:gd name="connsiteY113" fmla="*/ 1711937 h 9456078"/>
              <a:gd name="connsiteX114" fmla="*/ 8581851 w 13158799"/>
              <a:gd name="connsiteY114" fmla="*/ 1677337 h 9456078"/>
              <a:gd name="connsiteX115" fmla="*/ 8617261 w 13158799"/>
              <a:gd name="connsiteY115" fmla="*/ 1643056 h 9456078"/>
              <a:gd name="connsiteX116" fmla="*/ 8652934 w 13158799"/>
              <a:gd name="connsiteY116" fmla="*/ 1609093 h 9456078"/>
              <a:gd name="connsiteX117" fmla="*/ 8688867 w 13158799"/>
              <a:gd name="connsiteY117" fmla="*/ 1575450 h 9456078"/>
              <a:gd name="connsiteX118" fmla="*/ 8725058 w 13158799"/>
              <a:gd name="connsiteY118" fmla="*/ 1542128 h 9456078"/>
              <a:gd name="connsiteX119" fmla="*/ 8761506 w 13158799"/>
              <a:gd name="connsiteY119" fmla="*/ 1509129 h 9456078"/>
              <a:gd name="connsiteX120" fmla="*/ 8798207 w 13158799"/>
              <a:gd name="connsiteY120" fmla="*/ 1476452 h 9456078"/>
              <a:gd name="connsiteX121" fmla="*/ 8835159 w 13158799"/>
              <a:gd name="connsiteY121" fmla="*/ 1444101 h 9456078"/>
              <a:gd name="connsiteX122" fmla="*/ 8872360 w 13158799"/>
              <a:gd name="connsiteY122" fmla="*/ 1412075 h 9456078"/>
              <a:gd name="connsiteX123" fmla="*/ 8909808 w 13158799"/>
              <a:gd name="connsiteY123" fmla="*/ 1380375 h 9456078"/>
              <a:gd name="connsiteX124" fmla="*/ 8947501 w 13158799"/>
              <a:gd name="connsiteY124" fmla="*/ 1349004 h 9456078"/>
              <a:gd name="connsiteX125" fmla="*/ 8985435 w 13158799"/>
              <a:gd name="connsiteY125" fmla="*/ 1317962 h 9456078"/>
              <a:gd name="connsiteX126" fmla="*/ 9023610 w 13158799"/>
              <a:gd name="connsiteY126" fmla="*/ 1287250 h 9456078"/>
              <a:gd name="connsiteX127" fmla="*/ 9062022 w 13158799"/>
              <a:gd name="connsiteY127" fmla="*/ 1256869 h 9456078"/>
              <a:gd name="connsiteX128" fmla="*/ 9100669 w 13158799"/>
              <a:gd name="connsiteY128" fmla="*/ 1226820 h 9456078"/>
              <a:gd name="connsiteX129" fmla="*/ 9139549 w 13158799"/>
              <a:gd name="connsiteY129" fmla="*/ 1197105 h 9456078"/>
              <a:gd name="connsiteX130" fmla="*/ 9178660 w 13158799"/>
              <a:gd name="connsiteY130" fmla="*/ 1167725 h 9456078"/>
              <a:gd name="connsiteX131" fmla="*/ 9217999 w 13158799"/>
              <a:gd name="connsiteY131" fmla="*/ 1138681 h 9456078"/>
              <a:gd name="connsiteX132" fmla="*/ 9257564 w 13158799"/>
              <a:gd name="connsiteY132" fmla="*/ 1109974 h 9456078"/>
              <a:gd name="connsiteX133" fmla="*/ 9297353 w 13158799"/>
              <a:gd name="connsiteY133" fmla="*/ 1081604 h 9456078"/>
              <a:gd name="connsiteX134" fmla="*/ 9337364 w 13158799"/>
              <a:gd name="connsiteY134" fmla="*/ 1053574 h 9456078"/>
              <a:gd name="connsiteX135" fmla="*/ 9377594 w 13158799"/>
              <a:gd name="connsiteY135" fmla="*/ 1025884 h 9456078"/>
              <a:gd name="connsiteX136" fmla="*/ 9418040 w 13158799"/>
              <a:gd name="connsiteY136" fmla="*/ 998536 h 9456078"/>
              <a:gd name="connsiteX137" fmla="*/ 9458702 w 13158799"/>
              <a:gd name="connsiteY137" fmla="*/ 971530 h 9456078"/>
              <a:gd name="connsiteX138" fmla="*/ 9499575 w 13158799"/>
              <a:gd name="connsiteY138" fmla="*/ 944868 h 9456078"/>
              <a:gd name="connsiteX139" fmla="*/ 9540659 w 13158799"/>
              <a:gd name="connsiteY139" fmla="*/ 918551 h 9456078"/>
              <a:gd name="connsiteX140" fmla="*/ 9581950 w 13158799"/>
              <a:gd name="connsiteY140" fmla="*/ 892580 h 9456078"/>
              <a:gd name="connsiteX141" fmla="*/ 9623447 w 13158799"/>
              <a:gd name="connsiteY141" fmla="*/ 866956 h 9456078"/>
              <a:gd name="connsiteX142" fmla="*/ 9665147 w 13158799"/>
              <a:gd name="connsiteY142" fmla="*/ 841681 h 9456078"/>
              <a:gd name="connsiteX143" fmla="*/ 9707048 w 13158799"/>
              <a:gd name="connsiteY143" fmla="*/ 816754 h 9456078"/>
              <a:gd name="connsiteX144" fmla="*/ 9749147 w 13158799"/>
              <a:gd name="connsiteY144" fmla="*/ 792179 h 9456078"/>
              <a:gd name="connsiteX145" fmla="*/ 9791443 w 13158799"/>
              <a:gd name="connsiteY145" fmla="*/ 767955 h 9456078"/>
              <a:gd name="connsiteX146" fmla="*/ 9833932 w 13158799"/>
              <a:gd name="connsiteY146" fmla="*/ 744083 h 9456078"/>
              <a:gd name="connsiteX147" fmla="*/ 9876613 w 13158799"/>
              <a:gd name="connsiteY147" fmla="*/ 720566 h 9456078"/>
              <a:gd name="connsiteX148" fmla="*/ 9919484 w 13158799"/>
              <a:gd name="connsiteY148" fmla="*/ 697404 h 9456078"/>
              <a:gd name="connsiteX149" fmla="*/ 9962542 w 13158799"/>
              <a:gd name="connsiteY149" fmla="*/ 674598 h 9456078"/>
              <a:gd name="connsiteX150" fmla="*/ 10005784 w 13158799"/>
              <a:gd name="connsiteY150" fmla="*/ 652149 h 9456078"/>
              <a:gd name="connsiteX151" fmla="*/ 10049209 w 13158799"/>
              <a:gd name="connsiteY151" fmla="*/ 630059 h 9456078"/>
              <a:gd name="connsiteX152" fmla="*/ 10092814 w 13158799"/>
              <a:gd name="connsiteY152" fmla="*/ 608328 h 9456078"/>
              <a:gd name="connsiteX153" fmla="*/ 10136597 w 13158799"/>
              <a:gd name="connsiteY153" fmla="*/ 586958 h 9456078"/>
              <a:gd name="connsiteX154" fmla="*/ 10180556 w 13158799"/>
              <a:gd name="connsiteY154" fmla="*/ 565950 h 9456078"/>
              <a:gd name="connsiteX155" fmla="*/ 10224688 w 13158799"/>
              <a:gd name="connsiteY155" fmla="*/ 545304 h 9456078"/>
              <a:gd name="connsiteX156" fmla="*/ 10268991 w 13158799"/>
              <a:gd name="connsiteY156" fmla="*/ 525023 h 9456078"/>
              <a:gd name="connsiteX157" fmla="*/ 10313463 w 13158799"/>
              <a:gd name="connsiteY157" fmla="*/ 505107 h 9456078"/>
              <a:gd name="connsiteX158" fmla="*/ 10358101 w 13158799"/>
              <a:gd name="connsiteY158" fmla="*/ 485558 h 9456078"/>
              <a:gd name="connsiteX159" fmla="*/ 10402903 w 13158799"/>
              <a:gd name="connsiteY159" fmla="*/ 466376 h 9456078"/>
              <a:gd name="connsiteX160" fmla="*/ 10447868 w 13158799"/>
              <a:gd name="connsiteY160" fmla="*/ 447563 h 9456078"/>
              <a:gd name="connsiteX161" fmla="*/ 10492991 w 13158799"/>
              <a:gd name="connsiteY161" fmla="*/ 429119 h 9456078"/>
              <a:gd name="connsiteX162" fmla="*/ 10538272 w 13158799"/>
              <a:gd name="connsiteY162" fmla="*/ 411046 h 9456078"/>
              <a:gd name="connsiteX163" fmla="*/ 10583708 w 13158799"/>
              <a:gd name="connsiteY163" fmla="*/ 393346 h 9456078"/>
              <a:gd name="connsiteX164" fmla="*/ 10629297 w 13158799"/>
              <a:gd name="connsiteY164" fmla="*/ 376018 h 9456078"/>
              <a:gd name="connsiteX165" fmla="*/ 10675036 w 13158799"/>
              <a:gd name="connsiteY165" fmla="*/ 359065 h 9456078"/>
              <a:gd name="connsiteX166" fmla="*/ 10720923 w 13158799"/>
              <a:gd name="connsiteY166" fmla="*/ 342487 h 9456078"/>
              <a:gd name="connsiteX167" fmla="*/ 10766956 w 13158799"/>
              <a:gd name="connsiteY167" fmla="*/ 326286 h 9456078"/>
              <a:gd name="connsiteX168" fmla="*/ 10813132 w 13158799"/>
              <a:gd name="connsiteY168" fmla="*/ 310462 h 9456078"/>
              <a:gd name="connsiteX169" fmla="*/ 10859450 w 13158799"/>
              <a:gd name="connsiteY169" fmla="*/ 295018 h 9456078"/>
              <a:gd name="connsiteX170" fmla="*/ 10905907 w 13158799"/>
              <a:gd name="connsiteY170" fmla="*/ 279953 h 9456078"/>
              <a:gd name="connsiteX171" fmla="*/ 10952500 w 13158799"/>
              <a:gd name="connsiteY171" fmla="*/ 265269 h 9456078"/>
              <a:gd name="connsiteX172" fmla="*/ 10999227 w 13158799"/>
              <a:gd name="connsiteY172" fmla="*/ 250968 h 9456078"/>
              <a:gd name="connsiteX173" fmla="*/ 11046087 w 13158799"/>
              <a:gd name="connsiteY173" fmla="*/ 237049 h 9456078"/>
              <a:gd name="connsiteX174" fmla="*/ 11093076 w 13158799"/>
              <a:gd name="connsiteY174" fmla="*/ 223516 h 9456078"/>
              <a:gd name="connsiteX175" fmla="*/ 11140193 w 13158799"/>
              <a:gd name="connsiteY175" fmla="*/ 210368 h 9456078"/>
              <a:gd name="connsiteX176" fmla="*/ 11187434 w 13158799"/>
              <a:gd name="connsiteY176" fmla="*/ 197606 h 9456078"/>
              <a:gd name="connsiteX177" fmla="*/ 11234799 w 13158799"/>
              <a:gd name="connsiteY177" fmla="*/ 185233 h 9456078"/>
              <a:gd name="connsiteX178" fmla="*/ 11282284 w 13158799"/>
              <a:gd name="connsiteY178" fmla="*/ 173248 h 9456078"/>
              <a:gd name="connsiteX179" fmla="*/ 11329888 w 13158799"/>
              <a:gd name="connsiteY179" fmla="*/ 161654 h 9456078"/>
              <a:gd name="connsiteX180" fmla="*/ 11377607 w 13158799"/>
              <a:gd name="connsiteY180" fmla="*/ 150451 h 9456078"/>
              <a:gd name="connsiteX181" fmla="*/ 11425440 w 13158799"/>
              <a:gd name="connsiteY181" fmla="*/ 139640 h 9456078"/>
              <a:gd name="connsiteX182" fmla="*/ 11473385 w 13158799"/>
              <a:gd name="connsiteY182" fmla="*/ 129223 h 9456078"/>
              <a:gd name="connsiteX183" fmla="*/ 11521439 w 13158799"/>
              <a:gd name="connsiteY183" fmla="*/ 119201 h 9456078"/>
              <a:gd name="connsiteX184" fmla="*/ 11569599 w 13158799"/>
              <a:gd name="connsiteY184" fmla="*/ 109574 h 9456078"/>
              <a:gd name="connsiteX185" fmla="*/ 11617864 w 13158799"/>
              <a:gd name="connsiteY185" fmla="*/ 100344 h 9456078"/>
              <a:gd name="connsiteX186" fmla="*/ 11666231 w 13158799"/>
              <a:gd name="connsiteY186" fmla="*/ 91512 h 9456078"/>
              <a:gd name="connsiteX187" fmla="*/ 11714698 w 13158799"/>
              <a:gd name="connsiteY187" fmla="*/ 83080 h 9456078"/>
              <a:gd name="connsiteX188" fmla="*/ 11763263 w 13158799"/>
              <a:gd name="connsiteY188" fmla="*/ 75047 h 9456078"/>
              <a:gd name="connsiteX189" fmla="*/ 11811923 w 13158799"/>
              <a:gd name="connsiteY189" fmla="*/ 67417 h 9456078"/>
              <a:gd name="connsiteX190" fmla="*/ 11860676 w 13158799"/>
              <a:gd name="connsiteY190" fmla="*/ 60188 h 9456078"/>
              <a:gd name="connsiteX191" fmla="*/ 11909519 w 13158799"/>
              <a:gd name="connsiteY191" fmla="*/ 53364 h 9456078"/>
              <a:gd name="connsiteX192" fmla="*/ 11958451 w 13158799"/>
              <a:gd name="connsiteY192" fmla="*/ 46944 h 9456078"/>
              <a:gd name="connsiteX193" fmla="*/ 12007470 w 13158799"/>
              <a:gd name="connsiteY193" fmla="*/ 40931 h 9456078"/>
              <a:gd name="connsiteX194" fmla="*/ 12056572 w 13158799"/>
              <a:gd name="connsiteY194" fmla="*/ 35324 h 9456078"/>
              <a:gd name="connsiteX195" fmla="*/ 12105756 w 13158799"/>
              <a:gd name="connsiteY195" fmla="*/ 30126 h 9456078"/>
              <a:gd name="connsiteX196" fmla="*/ 12155019 w 13158799"/>
              <a:gd name="connsiteY196" fmla="*/ 25337 h 9456078"/>
              <a:gd name="connsiteX197" fmla="*/ 12204359 w 13158799"/>
              <a:gd name="connsiteY197" fmla="*/ 20958 h 9456078"/>
              <a:gd name="connsiteX198" fmla="*/ 12253773 w 13158799"/>
              <a:gd name="connsiteY198" fmla="*/ 16991 h 9456078"/>
              <a:gd name="connsiteX199" fmla="*/ 12303260 w 13158799"/>
              <a:gd name="connsiteY199" fmla="*/ 13437 h 9456078"/>
              <a:gd name="connsiteX200" fmla="*/ 12352818 w 13158799"/>
              <a:gd name="connsiteY200" fmla="*/ 10297 h 9456078"/>
              <a:gd name="connsiteX201" fmla="*/ 12402443 w 13158799"/>
              <a:gd name="connsiteY201" fmla="*/ 7572 h 9456078"/>
              <a:gd name="connsiteX202" fmla="*/ 12452133 w 13158799"/>
              <a:gd name="connsiteY202" fmla="*/ 5263 h 9456078"/>
              <a:gd name="connsiteX203" fmla="*/ 12501887 w 13158799"/>
              <a:gd name="connsiteY203" fmla="*/ 3371 h 9456078"/>
              <a:gd name="connsiteX204" fmla="*/ 12551701 w 13158799"/>
              <a:gd name="connsiteY204" fmla="*/ 1898 h 9456078"/>
              <a:gd name="connsiteX205" fmla="*/ 12601574 w 13158799"/>
              <a:gd name="connsiteY205" fmla="*/ 844 h 9456078"/>
              <a:gd name="connsiteX206" fmla="*/ 12651504 w 13158799"/>
              <a:gd name="connsiteY206" fmla="*/ 211 h 9456078"/>
              <a:gd name="connsiteX207" fmla="*/ 12701487 w 13158799"/>
              <a:gd name="connsiteY207" fmla="*/ 0 h 9456078"/>
              <a:gd name="connsiteX208" fmla="*/ 13158798 w 13158799"/>
              <a:gd name="connsiteY208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28389 w 13158797"/>
              <a:gd name="connsiteY22" fmla="*/ 9330914 h 9456078"/>
              <a:gd name="connsiteX23" fmla="*/ 1176172 w 13158797"/>
              <a:gd name="connsiteY23" fmla="*/ 9319936 h 9456078"/>
              <a:gd name="connsiteX24" fmla="*/ 1223823 w 13158797"/>
              <a:gd name="connsiteY24" fmla="*/ 9308509 h 9456078"/>
              <a:gd name="connsiteX25" fmla="*/ 1271339 w 13158797"/>
              <a:gd name="connsiteY25" fmla="*/ 9296635 h 9456078"/>
              <a:gd name="connsiteX26" fmla="*/ 1318719 w 13158797"/>
              <a:gd name="connsiteY26" fmla="*/ 9284315 h 9456078"/>
              <a:gd name="connsiteX27" fmla="*/ 1365957 w 13158797"/>
              <a:gd name="connsiteY27" fmla="*/ 9271550 h 9456078"/>
              <a:gd name="connsiteX28" fmla="*/ 1413052 w 13158797"/>
              <a:gd name="connsiteY28" fmla="*/ 9258342 h 9456078"/>
              <a:gd name="connsiteX29" fmla="*/ 1460000 w 13158797"/>
              <a:gd name="connsiteY29" fmla="*/ 9244693 h 9456078"/>
              <a:gd name="connsiteX30" fmla="*/ 1506799 w 13158797"/>
              <a:gd name="connsiteY30" fmla="*/ 9230604 h 9456078"/>
              <a:gd name="connsiteX31" fmla="*/ 1553445 w 13158797"/>
              <a:gd name="connsiteY31" fmla="*/ 9216076 h 9456078"/>
              <a:gd name="connsiteX32" fmla="*/ 1599935 w 13158797"/>
              <a:gd name="connsiteY32" fmla="*/ 9201111 h 9456078"/>
              <a:gd name="connsiteX33" fmla="*/ 1646267 w 13158797"/>
              <a:gd name="connsiteY33" fmla="*/ 9185710 h 9456078"/>
              <a:gd name="connsiteX34" fmla="*/ 1692437 w 13158797"/>
              <a:gd name="connsiteY34" fmla="*/ 9169876 h 9456078"/>
              <a:gd name="connsiteX35" fmla="*/ 1738442 w 13158797"/>
              <a:gd name="connsiteY35" fmla="*/ 9153608 h 9456078"/>
              <a:gd name="connsiteX36" fmla="*/ 1784280 w 13158797"/>
              <a:gd name="connsiteY36" fmla="*/ 9136910 h 9456078"/>
              <a:gd name="connsiteX37" fmla="*/ 1829947 w 13158797"/>
              <a:gd name="connsiteY37" fmla="*/ 9119782 h 9456078"/>
              <a:gd name="connsiteX38" fmla="*/ 1875440 w 13158797"/>
              <a:gd name="connsiteY38" fmla="*/ 9102226 h 9456078"/>
              <a:gd name="connsiteX39" fmla="*/ 1920756 w 13158797"/>
              <a:gd name="connsiteY39" fmla="*/ 9084243 h 9456078"/>
              <a:gd name="connsiteX40" fmla="*/ 1965893 w 13158797"/>
              <a:gd name="connsiteY40" fmla="*/ 9065835 h 9456078"/>
              <a:gd name="connsiteX41" fmla="*/ 2010847 w 13158797"/>
              <a:gd name="connsiteY41" fmla="*/ 9047004 h 9456078"/>
              <a:gd name="connsiteX42" fmla="*/ 2055615 w 13158797"/>
              <a:gd name="connsiteY42" fmla="*/ 9027750 h 9456078"/>
              <a:gd name="connsiteX43" fmla="*/ 2100195 w 13158797"/>
              <a:gd name="connsiteY43" fmla="*/ 9008075 h 9456078"/>
              <a:gd name="connsiteX44" fmla="*/ 2144582 w 13158797"/>
              <a:gd name="connsiteY44" fmla="*/ 8987981 h 9456078"/>
              <a:gd name="connsiteX45" fmla="*/ 2188775 w 13158797"/>
              <a:gd name="connsiteY45" fmla="*/ 8967470 h 9456078"/>
              <a:gd name="connsiteX46" fmla="*/ 2232770 w 13158797"/>
              <a:gd name="connsiteY46" fmla="*/ 8946542 h 9456078"/>
              <a:gd name="connsiteX47" fmla="*/ 2276564 w 13158797"/>
              <a:gd name="connsiteY47" fmla="*/ 8925199 h 9456078"/>
              <a:gd name="connsiteX48" fmla="*/ 2320154 w 13158797"/>
              <a:gd name="connsiteY48" fmla="*/ 8903443 h 9456078"/>
              <a:gd name="connsiteX49" fmla="*/ 2363538 w 13158797"/>
              <a:gd name="connsiteY49" fmla="*/ 8881275 h 9456078"/>
              <a:gd name="connsiteX50" fmla="*/ 2406711 w 13158797"/>
              <a:gd name="connsiteY50" fmla="*/ 8858697 h 9456078"/>
              <a:gd name="connsiteX51" fmla="*/ 2449672 w 13158797"/>
              <a:gd name="connsiteY51" fmla="*/ 8835710 h 9456078"/>
              <a:gd name="connsiteX52" fmla="*/ 2492417 w 13158797"/>
              <a:gd name="connsiteY52" fmla="*/ 8812316 h 9456078"/>
              <a:gd name="connsiteX53" fmla="*/ 2534943 w 13158797"/>
              <a:gd name="connsiteY53" fmla="*/ 8788516 h 9456078"/>
              <a:gd name="connsiteX54" fmla="*/ 2577247 w 13158797"/>
              <a:gd name="connsiteY54" fmla="*/ 8764311 h 9456078"/>
              <a:gd name="connsiteX55" fmla="*/ 2619326 w 13158797"/>
              <a:gd name="connsiteY55" fmla="*/ 8739704 h 9456078"/>
              <a:gd name="connsiteX56" fmla="*/ 2661177 w 13158797"/>
              <a:gd name="connsiteY56" fmla="*/ 8714695 h 9456078"/>
              <a:gd name="connsiteX57" fmla="*/ 2702797 w 13158797"/>
              <a:gd name="connsiteY57" fmla="*/ 8689286 h 9456078"/>
              <a:gd name="connsiteX58" fmla="*/ 2744183 w 13158797"/>
              <a:gd name="connsiteY58" fmla="*/ 8663479 h 9456078"/>
              <a:gd name="connsiteX59" fmla="*/ 2785333 w 13158797"/>
              <a:gd name="connsiteY59" fmla="*/ 8637274 h 9456078"/>
              <a:gd name="connsiteX60" fmla="*/ 2826242 w 13158797"/>
              <a:gd name="connsiteY60" fmla="*/ 8610675 h 9456078"/>
              <a:gd name="connsiteX61" fmla="*/ 2866908 w 13158797"/>
              <a:gd name="connsiteY61" fmla="*/ 8583681 h 9456078"/>
              <a:gd name="connsiteX62" fmla="*/ 2907329 w 13158797"/>
              <a:gd name="connsiteY62" fmla="*/ 8556295 h 9456078"/>
              <a:gd name="connsiteX63" fmla="*/ 2947500 w 13158797"/>
              <a:gd name="connsiteY63" fmla="*/ 8528517 h 9456078"/>
              <a:gd name="connsiteX64" fmla="*/ 2987419 w 13158797"/>
              <a:gd name="connsiteY64" fmla="*/ 8500351 h 9456078"/>
              <a:gd name="connsiteX65" fmla="*/ 3027083 w 13158797"/>
              <a:gd name="connsiteY65" fmla="*/ 8471796 h 9456078"/>
              <a:gd name="connsiteX66" fmla="*/ 3066489 w 13158797"/>
              <a:gd name="connsiteY66" fmla="*/ 8442854 h 9456078"/>
              <a:gd name="connsiteX67" fmla="*/ 3105634 w 13158797"/>
              <a:gd name="connsiteY67" fmla="*/ 8413528 h 9456078"/>
              <a:gd name="connsiteX68" fmla="*/ 3144515 w 13158797"/>
              <a:gd name="connsiteY68" fmla="*/ 8383818 h 9456078"/>
              <a:gd name="connsiteX69" fmla="*/ 3183129 w 13158797"/>
              <a:gd name="connsiteY69" fmla="*/ 8353726 h 9456078"/>
              <a:gd name="connsiteX70" fmla="*/ 3221473 w 13158797"/>
              <a:gd name="connsiteY70" fmla="*/ 8323253 h 9456078"/>
              <a:gd name="connsiteX71" fmla="*/ 3259544 w 13158797"/>
              <a:gd name="connsiteY71" fmla="*/ 8292401 h 9456078"/>
              <a:gd name="connsiteX72" fmla="*/ 3297339 w 13158797"/>
              <a:gd name="connsiteY72" fmla="*/ 8261172 h 9456078"/>
              <a:gd name="connsiteX73" fmla="*/ 3334854 w 13158797"/>
              <a:gd name="connsiteY73" fmla="*/ 8229566 h 9456078"/>
              <a:gd name="connsiteX74" fmla="*/ 3372087 w 13158797"/>
              <a:gd name="connsiteY74" fmla="*/ 8197585 h 9456078"/>
              <a:gd name="connsiteX75" fmla="*/ 3409035 w 13158797"/>
              <a:gd name="connsiteY75" fmla="*/ 8165232 h 9456078"/>
              <a:gd name="connsiteX76" fmla="*/ 3445695 w 13158797"/>
              <a:gd name="connsiteY76" fmla="*/ 8132507 h 9456078"/>
              <a:gd name="connsiteX77" fmla="*/ 3482064 w 13158797"/>
              <a:gd name="connsiteY77" fmla="*/ 8099411 h 9456078"/>
              <a:gd name="connsiteX78" fmla="*/ 3518139 w 13158797"/>
              <a:gd name="connsiteY78" fmla="*/ 8065947 h 9456078"/>
              <a:gd name="connsiteX79" fmla="*/ 3553916 w 13158797"/>
              <a:gd name="connsiteY79" fmla="*/ 8032115 h 9456078"/>
              <a:gd name="connsiteX80" fmla="*/ 3589393 w 13158797"/>
              <a:gd name="connsiteY80" fmla="*/ 7997918 h 9456078"/>
              <a:gd name="connsiteX81" fmla="*/ 3624567 w 13158797"/>
              <a:gd name="connsiteY81" fmla="*/ 7963356 h 9456078"/>
              <a:gd name="connsiteX82" fmla="*/ 3659435 w 13158797"/>
              <a:gd name="connsiteY82" fmla="*/ 7928432 h 9456078"/>
              <a:gd name="connsiteX83" fmla="*/ 3693994 w 13158797"/>
              <a:gd name="connsiteY83" fmla="*/ 7893146 h 9456078"/>
              <a:gd name="connsiteX84" fmla="*/ 3728240 w 13158797"/>
              <a:gd name="connsiteY84" fmla="*/ 7857501 h 9456078"/>
              <a:gd name="connsiteX85" fmla="*/ 3762171 w 13158797"/>
              <a:gd name="connsiteY85" fmla="*/ 7821497 h 9456078"/>
              <a:gd name="connsiteX86" fmla="*/ 3795783 w 13158797"/>
              <a:gd name="connsiteY86" fmla="*/ 7785136 h 9456078"/>
              <a:gd name="connsiteX87" fmla="*/ 3829075 w 13158797"/>
              <a:gd name="connsiteY87" fmla="*/ 7748420 h 9456078"/>
              <a:gd name="connsiteX88" fmla="*/ 3862042 w 13158797"/>
              <a:gd name="connsiteY88" fmla="*/ 7711350 h 9456078"/>
              <a:gd name="connsiteX89" fmla="*/ 3894682 w 13158797"/>
              <a:gd name="connsiteY89" fmla="*/ 7673928 h 9456078"/>
              <a:gd name="connsiteX90" fmla="*/ 3926991 w 13158797"/>
              <a:gd name="connsiteY90" fmla="*/ 7636155 h 9456078"/>
              <a:gd name="connsiteX91" fmla="*/ 3958967 w 13158797"/>
              <a:gd name="connsiteY91" fmla="*/ 7598032 h 9456078"/>
              <a:gd name="connsiteX92" fmla="*/ 3990607 w 13158797"/>
              <a:gd name="connsiteY92" fmla="*/ 7559561 h 9456078"/>
              <a:gd name="connsiteX93" fmla="*/ 4021907 w 13158797"/>
              <a:gd name="connsiteY93" fmla="*/ 7520744 h 9456078"/>
              <a:gd name="connsiteX94" fmla="*/ 4052865 w 13158797"/>
              <a:gd name="connsiteY94" fmla="*/ 7481582 h 9456078"/>
              <a:gd name="connsiteX95" fmla="*/ 4083478 w 13158797"/>
              <a:gd name="connsiteY95" fmla="*/ 7442077 h 9456078"/>
              <a:gd name="connsiteX96" fmla="*/ 8022311 w 13158797"/>
              <a:gd name="connsiteY96" fmla="*/ 2307814 h 9456078"/>
              <a:gd name="connsiteX97" fmla="*/ 8052902 w 13158797"/>
              <a:gd name="connsiteY97" fmla="*/ 2268285 h 9456078"/>
              <a:gd name="connsiteX98" fmla="*/ 8083796 w 13158797"/>
              <a:gd name="connsiteY98" fmla="*/ 2229056 h 9456078"/>
              <a:gd name="connsiteX99" fmla="*/ 8114989 w 13158797"/>
              <a:gd name="connsiteY99" fmla="*/ 2190127 h 9456078"/>
              <a:gd name="connsiteX100" fmla="*/ 8146479 w 13158797"/>
              <a:gd name="connsiteY100" fmla="*/ 2151500 h 9456078"/>
              <a:gd name="connsiteX101" fmla="*/ 8178264 w 13158797"/>
              <a:gd name="connsiteY101" fmla="*/ 2113176 h 9456078"/>
              <a:gd name="connsiteX102" fmla="*/ 8210341 w 13158797"/>
              <a:gd name="connsiteY102" fmla="*/ 2075157 h 9456078"/>
              <a:gd name="connsiteX103" fmla="*/ 8242709 w 13158797"/>
              <a:gd name="connsiteY103" fmla="*/ 2037442 h 9456078"/>
              <a:gd name="connsiteX104" fmla="*/ 8275365 w 13158797"/>
              <a:gd name="connsiteY104" fmla="*/ 2000034 h 9456078"/>
              <a:gd name="connsiteX105" fmla="*/ 8308307 w 13158797"/>
              <a:gd name="connsiteY105" fmla="*/ 1962934 h 9456078"/>
              <a:gd name="connsiteX106" fmla="*/ 8341532 w 13158797"/>
              <a:gd name="connsiteY106" fmla="*/ 1926142 h 9456078"/>
              <a:gd name="connsiteX107" fmla="*/ 8375038 w 13158797"/>
              <a:gd name="connsiteY107" fmla="*/ 1889660 h 9456078"/>
              <a:gd name="connsiteX108" fmla="*/ 8408823 w 13158797"/>
              <a:gd name="connsiteY108" fmla="*/ 1853489 h 9456078"/>
              <a:gd name="connsiteX109" fmla="*/ 8442885 w 13158797"/>
              <a:gd name="connsiteY109" fmla="*/ 1817630 h 9456078"/>
              <a:gd name="connsiteX110" fmla="*/ 8477221 w 13158797"/>
              <a:gd name="connsiteY110" fmla="*/ 1782084 h 9456078"/>
              <a:gd name="connsiteX111" fmla="*/ 8511829 w 13158797"/>
              <a:gd name="connsiteY111" fmla="*/ 1746853 h 9456078"/>
              <a:gd name="connsiteX112" fmla="*/ 8546706 w 13158797"/>
              <a:gd name="connsiteY112" fmla="*/ 1711937 h 9456078"/>
              <a:gd name="connsiteX113" fmla="*/ 8581851 w 13158797"/>
              <a:gd name="connsiteY113" fmla="*/ 1677337 h 9456078"/>
              <a:gd name="connsiteX114" fmla="*/ 8617261 w 13158797"/>
              <a:gd name="connsiteY114" fmla="*/ 1643056 h 9456078"/>
              <a:gd name="connsiteX115" fmla="*/ 8652934 w 13158797"/>
              <a:gd name="connsiteY115" fmla="*/ 1609093 h 9456078"/>
              <a:gd name="connsiteX116" fmla="*/ 8688867 w 13158797"/>
              <a:gd name="connsiteY116" fmla="*/ 1575450 h 9456078"/>
              <a:gd name="connsiteX117" fmla="*/ 8725058 w 13158797"/>
              <a:gd name="connsiteY117" fmla="*/ 1542128 h 9456078"/>
              <a:gd name="connsiteX118" fmla="*/ 8761506 w 13158797"/>
              <a:gd name="connsiteY118" fmla="*/ 1509129 h 9456078"/>
              <a:gd name="connsiteX119" fmla="*/ 8798207 w 13158797"/>
              <a:gd name="connsiteY119" fmla="*/ 1476452 h 9456078"/>
              <a:gd name="connsiteX120" fmla="*/ 8835159 w 13158797"/>
              <a:gd name="connsiteY120" fmla="*/ 1444101 h 9456078"/>
              <a:gd name="connsiteX121" fmla="*/ 8872360 w 13158797"/>
              <a:gd name="connsiteY121" fmla="*/ 1412075 h 9456078"/>
              <a:gd name="connsiteX122" fmla="*/ 8909808 w 13158797"/>
              <a:gd name="connsiteY122" fmla="*/ 1380375 h 9456078"/>
              <a:gd name="connsiteX123" fmla="*/ 8947501 w 13158797"/>
              <a:gd name="connsiteY123" fmla="*/ 1349004 h 9456078"/>
              <a:gd name="connsiteX124" fmla="*/ 8985435 w 13158797"/>
              <a:gd name="connsiteY124" fmla="*/ 1317962 h 9456078"/>
              <a:gd name="connsiteX125" fmla="*/ 9023610 w 13158797"/>
              <a:gd name="connsiteY125" fmla="*/ 1287250 h 9456078"/>
              <a:gd name="connsiteX126" fmla="*/ 9062022 w 13158797"/>
              <a:gd name="connsiteY126" fmla="*/ 1256869 h 9456078"/>
              <a:gd name="connsiteX127" fmla="*/ 9100669 w 13158797"/>
              <a:gd name="connsiteY127" fmla="*/ 1226820 h 9456078"/>
              <a:gd name="connsiteX128" fmla="*/ 9139549 w 13158797"/>
              <a:gd name="connsiteY128" fmla="*/ 1197105 h 9456078"/>
              <a:gd name="connsiteX129" fmla="*/ 9178660 w 13158797"/>
              <a:gd name="connsiteY129" fmla="*/ 1167725 h 9456078"/>
              <a:gd name="connsiteX130" fmla="*/ 9217999 w 13158797"/>
              <a:gd name="connsiteY130" fmla="*/ 1138681 h 9456078"/>
              <a:gd name="connsiteX131" fmla="*/ 9257564 w 13158797"/>
              <a:gd name="connsiteY131" fmla="*/ 1109974 h 9456078"/>
              <a:gd name="connsiteX132" fmla="*/ 9297353 w 13158797"/>
              <a:gd name="connsiteY132" fmla="*/ 1081604 h 9456078"/>
              <a:gd name="connsiteX133" fmla="*/ 9337364 w 13158797"/>
              <a:gd name="connsiteY133" fmla="*/ 1053574 h 9456078"/>
              <a:gd name="connsiteX134" fmla="*/ 9377594 w 13158797"/>
              <a:gd name="connsiteY134" fmla="*/ 1025884 h 9456078"/>
              <a:gd name="connsiteX135" fmla="*/ 9418040 w 13158797"/>
              <a:gd name="connsiteY135" fmla="*/ 998536 h 9456078"/>
              <a:gd name="connsiteX136" fmla="*/ 9458702 w 13158797"/>
              <a:gd name="connsiteY136" fmla="*/ 971530 h 9456078"/>
              <a:gd name="connsiteX137" fmla="*/ 9499575 w 13158797"/>
              <a:gd name="connsiteY137" fmla="*/ 944868 h 9456078"/>
              <a:gd name="connsiteX138" fmla="*/ 9540659 w 13158797"/>
              <a:gd name="connsiteY138" fmla="*/ 918551 h 9456078"/>
              <a:gd name="connsiteX139" fmla="*/ 9581950 w 13158797"/>
              <a:gd name="connsiteY139" fmla="*/ 892580 h 9456078"/>
              <a:gd name="connsiteX140" fmla="*/ 9623447 w 13158797"/>
              <a:gd name="connsiteY140" fmla="*/ 866956 h 9456078"/>
              <a:gd name="connsiteX141" fmla="*/ 9665147 w 13158797"/>
              <a:gd name="connsiteY141" fmla="*/ 841681 h 9456078"/>
              <a:gd name="connsiteX142" fmla="*/ 9707048 w 13158797"/>
              <a:gd name="connsiteY142" fmla="*/ 816754 h 9456078"/>
              <a:gd name="connsiteX143" fmla="*/ 9749147 w 13158797"/>
              <a:gd name="connsiteY143" fmla="*/ 792179 h 9456078"/>
              <a:gd name="connsiteX144" fmla="*/ 9791443 w 13158797"/>
              <a:gd name="connsiteY144" fmla="*/ 767955 h 9456078"/>
              <a:gd name="connsiteX145" fmla="*/ 9833932 w 13158797"/>
              <a:gd name="connsiteY145" fmla="*/ 744083 h 9456078"/>
              <a:gd name="connsiteX146" fmla="*/ 9876613 w 13158797"/>
              <a:gd name="connsiteY146" fmla="*/ 720566 h 9456078"/>
              <a:gd name="connsiteX147" fmla="*/ 9919484 w 13158797"/>
              <a:gd name="connsiteY147" fmla="*/ 697404 h 9456078"/>
              <a:gd name="connsiteX148" fmla="*/ 9962542 w 13158797"/>
              <a:gd name="connsiteY148" fmla="*/ 674598 h 9456078"/>
              <a:gd name="connsiteX149" fmla="*/ 10005784 w 13158797"/>
              <a:gd name="connsiteY149" fmla="*/ 652149 h 9456078"/>
              <a:gd name="connsiteX150" fmla="*/ 10049209 w 13158797"/>
              <a:gd name="connsiteY150" fmla="*/ 630059 h 9456078"/>
              <a:gd name="connsiteX151" fmla="*/ 10092814 w 13158797"/>
              <a:gd name="connsiteY151" fmla="*/ 608328 h 9456078"/>
              <a:gd name="connsiteX152" fmla="*/ 10136597 w 13158797"/>
              <a:gd name="connsiteY152" fmla="*/ 586958 h 9456078"/>
              <a:gd name="connsiteX153" fmla="*/ 10180556 w 13158797"/>
              <a:gd name="connsiteY153" fmla="*/ 565950 h 9456078"/>
              <a:gd name="connsiteX154" fmla="*/ 10224688 w 13158797"/>
              <a:gd name="connsiteY154" fmla="*/ 545304 h 9456078"/>
              <a:gd name="connsiteX155" fmla="*/ 10268991 w 13158797"/>
              <a:gd name="connsiteY155" fmla="*/ 525023 h 9456078"/>
              <a:gd name="connsiteX156" fmla="*/ 10313463 w 13158797"/>
              <a:gd name="connsiteY156" fmla="*/ 505107 h 9456078"/>
              <a:gd name="connsiteX157" fmla="*/ 10358101 w 13158797"/>
              <a:gd name="connsiteY157" fmla="*/ 485558 h 9456078"/>
              <a:gd name="connsiteX158" fmla="*/ 10402903 w 13158797"/>
              <a:gd name="connsiteY158" fmla="*/ 466376 h 9456078"/>
              <a:gd name="connsiteX159" fmla="*/ 10447868 w 13158797"/>
              <a:gd name="connsiteY159" fmla="*/ 447563 h 9456078"/>
              <a:gd name="connsiteX160" fmla="*/ 10492991 w 13158797"/>
              <a:gd name="connsiteY160" fmla="*/ 429119 h 9456078"/>
              <a:gd name="connsiteX161" fmla="*/ 10538272 w 13158797"/>
              <a:gd name="connsiteY161" fmla="*/ 411046 h 9456078"/>
              <a:gd name="connsiteX162" fmla="*/ 10583708 w 13158797"/>
              <a:gd name="connsiteY162" fmla="*/ 393346 h 9456078"/>
              <a:gd name="connsiteX163" fmla="*/ 10629297 w 13158797"/>
              <a:gd name="connsiteY163" fmla="*/ 376018 h 9456078"/>
              <a:gd name="connsiteX164" fmla="*/ 10675036 w 13158797"/>
              <a:gd name="connsiteY164" fmla="*/ 359065 h 9456078"/>
              <a:gd name="connsiteX165" fmla="*/ 10720923 w 13158797"/>
              <a:gd name="connsiteY165" fmla="*/ 342487 h 9456078"/>
              <a:gd name="connsiteX166" fmla="*/ 10766956 w 13158797"/>
              <a:gd name="connsiteY166" fmla="*/ 326286 h 9456078"/>
              <a:gd name="connsiteX167" fmla="*/ 10813132 w 13158797"/>
              <a:gd name="connsiteY167" fmla="*/ 310462 h 9456078"/>
              <a:gd name="connsiteX168" fmla="*/ 10859450 w 13158797"/>
              <a:gd name="connsiteY168" fmla="*/ 295018 h 9456078"/>
              <a:gd name="connsiteX169" fmla="*/ 10905907 w 13158797"/>
              <a:gd name="connsiteY169" fmla="*/ 279953 h 9456078"/>
              <a:gd name="connsiteX170" fmla="*/ 10952500 w 13158797"/>
              <a:gd name="connsiteY170" fmla="*/ 265269 h 9456078"/>
              <a:gd name="connsiteX171" fmla="*/ 10999227 w 13158797"/>
              <a:gd name="connsiteY171" fmla="*/ 250968 h 9456078"/>
              <a:gd name="connsiteX172" fmla="*/ 11046087 w 13158797"/>
              <a:gd name="connsiteY172" fmla="*/ 237049 h 9456078"/>
              <a:gd name="connsiteX173" fmla="*/ 11093076 w 13158797"/>
              <a:gd name="connsiteY173" fmla="*/ 223516 h 9456078"/>
              <a:gd name="connsiteX174" fmla="*/ 11140193 w 13158797"/>
              <a:gd name="connsiteY174" fmla="*/ 210368 h 9456078"/>
              <a:gd name="connsiteX175" fmla="*/ 11187434 w 13158797"/>
              <a:gd name="connsiteY175" fmla="*/ 197606 h 9456078"/>
              <a:gd name="connsiteX176" fmla="*/ 11234799 w 13158797"/>
              <a:gd name="connsiteY176" fmla="*/ 185233 h 9456078"/>
              <a:gd name="connsiteX177" fmla="*/ 11282284 w 13158797"/>
              <a:gd name="connsiteY177" fmla="*/ 173248 h 9456078"/>
              <a:gd name="connsiteX178" fmla="*/ 11329888 w 13158797"/>
              <a:gd name="connsiteY178" fmla="*/ 161654 h 9456078"/>
              <a:gd name="connsiteX179" fmla="*/ 11377607 w 13158797"/>
              <a:gd name="connsiteY179" fmla="*/ 150451 h 9456078"/>
              <a:gd name="connsiteX180" fmla="*/ 11425440 w 13158797"/>
              <a:gd name="connsiteY180" fmla="*/ 139640 h 9456078"/>
              <a:gd name="connsiteX181" fmla="*/ 11473385 w 13158797"/>
              <a:gd name="connsiteY181" fmla="*/ 129223 h 9456078"/>
              <a:gd name="connsiteX182" fmla="*/ 11521439 w 13158797"/>
              <a:gd name="connsiteY182" fmla="*/ 119201 h 9456078"/>
              <a:gd name="connsiteX183" fmla="*/ 11569599 w 13158797"/>
              <a:gd name="connsiteY183" fmla="*/ 109574 h 9456078"/>
              <a:gd name="connsiteX184" fmla="*/ 11617864 w 13158797"/>
              <a:gd name="connsiteY184" fmla="*/ 100344 h 9456078"/>
              <a:gd name="connsiteX185" fmla="*/ 11666231 w 13158797"/>
              <a:gd name="connsiteY185" fmla="*/ 91512 h 9456078"/>
              <a:gd name="connsiteX186" fmla="*/ 11714698 w 13158797"/>
              <a:gd name="connsiteY186" fmla="*/ 83080 h 9456078"/>
              <a:gd name="connsiteX187" fmla="*/ 11763263 w 13158797"/>
              <a:gd name="connsiteY187" fmla="*/ 75047 h 9456078"/>
              <a:gd name="connsiteX188" fmla="*/ 11811923 w 13158797"/>
              <a:gd name="connsiteY188" fmla="*/ 67417 h 9456078"/>
              <a:gd name="connsiteX189" fmla="*/ 11860676 w 13158797"/>
              <a:gd name="connsiteY189" fmla="*/ 60188 h 9456078"/>
              <a:gd name="connsiteX190" fmla="*/ 11909519 w 13158797"/>
              <a:gd name="connsiteY190" fmla="*/ 53364 h 9456078"/>
              <a:gd name="connsiteX191" fmla="*/ 11958451 w 13158797"/>
              <a:gd name="connsiteY191" fmla="*/ 46944 h 9456078"/>
              <a:gd name="connsiteX192" fmla="*/ 12007470 w 13158797"/>
              <a:gd name="connsiteY192" fmla="*/ 40931 h 9456078"/>
              <a:gd name="connsiteX193" fmla="*/ 12056572 w 13158797"/>
              <a:gd name="connsiteY193" fmla="*/ 35324 h 9456078"/>
              <a:gd name="connsiteX194" fmla="*/ 12105756 w 13158797"/>
              <a:gd name="connsiteY194" fmla="*/ 30126 h 9456078"/>
              <a:gd name="connsiteX195" fmla="*/ 12155019 w 13158797"/>
              <a:gd name="connsiteY195" fmla="*/ 25337 h 9456078"/>
              <a:gd name="connsiteX196" fmla="*/ 12204359 w 13158797"/>
              <a:gd name="connsiteY196" fmla="*/ 20958 h 9456078"/>
              <a:gd name="connsiteX197" fmla="*/ 12253773 w 13158797"/>
              <a:gd name="connsiteY197" fmla="*/ 16991 h 9456078"/>
              <a:gd name="connsiteX198" fmla="*/ 12303260 w 13158797"/>
              <a:gd name="connsiteY198" fmla="*/ 13437 h 9456078"/>
              <a:gd name="connsiteX199" fmla="*/ 12352818 w 13158797"/>
              <a:gd name="connsiteY199" fmla="*/ 10297 h 9456078"/>
              <a:gd name="connsiteX200" fmla="*/ 12402443 w 13158797"/>
              <a:gd name="connsiteY200" fmla="*/ 7572 h 9456078"/>
              <a:gd name="connsiteX201" fmla="*/ 12452133 w 13158797"/>
              <a:gd name="connsiteY201" fmla="*/ 5263 h 9456078"/>
              <a:gd name="connsiteX202" fmla="*/ 12501887 w 13158797"/>
              <a:gd name="connsiteY202" fmla="*/ 3371 h 9456078"/>
              <a:gd name="connsiteX203" fmla="*/ 12551701 w 13158797"/>
              <a:gd name="connsiteY203" fmla="*/ 1898 h 9456078"/>
              <a:gd name="connsiteX204" fmla="*/ 12601574 w 13158797"/>
              <a:gd name="connsiteY204" fmla="*/ 844 h 9456078"/>
              <a:gd name="connsiteX205" fmla="*/ 12651504 w 13158797"/>
              <a:gd name="connsiteY205" fmla="*/ 211 h 9456078"/>
              <a:gd name="connsiteX206" fmla="*/ 12701487 w 13158797"/>
              <a:gd name="connsiteY206" fmla="*/ 0 h 9456078"/>
              <a:gd name="connsiteX207" fmla="*/ 13158798 w 13158797"/>
              <a:gd name="connsiteY207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98870 w 13158799"/>
              <a:gd name="connsiteY5" fmla="*/ 9447409 h 9456078"/>
              <a:gd name="connsiteX6" fmla="*/ 348429 w 13158799"/>
              <a:gd name="connsiteY6" fmla="*/ 9444290 h 9456078"/>
              <a:gd name="connsiteX7" fmla="*/ 397907 w 13158799"/>
              <a:gd name="connsiteY7" fmla="*/ 9440698 h 9456078"/>
              <a:gd name="connsiteX8" fmla="*/ 447302 w 13158799"/>
              <a:gd name="connsiteY8" fmla="*/ 9436632 h 9456078"/>
              <a:gd name="connsiteX9" fmla="*/ 496610 w 13158799"/>
              <a:gd name="connsiteY9" fmla="*/ 9432096 h 9456078"/>
              <a:gd name="connsiteX10" fmla="*/ 545829 w 13158799"/>
              <a:gd name="connsiteY10" fmla="*/ 9427089 h 9456078"/>
              <a:gd name="connsiteX11" fmla="*/ 594956 w 13158799"/>
              <a:gd name="connsiteY11" fmla="*/ 9421615 h 9456078"/>
              <a:gd name="connsiteX12" fmla="*/ 643987 w 13158799"/>
              <a:gd name="connsiteY12" fmla="*/ 9415673 h 9456078"/>
              <a:gd name="connsiteX13" fmla="*/ 692920 w 13158799"/>
              <a:gd name="connsiteY13" fmla="*/ 9409267 h 9456078"/>
              <a:gd name="connsiteX14" fmla="*/ 741751 w 13158799"/>
              <a:gd name="connsiteY14" fmla="*/ 9402396 h 9456078"/>
              <a:gd name="connsiteX15" fmla="*/ 790478 w 13158799"/>
              <a:gd name="connsiteY15" fmla="*/ 9395063 h 9456078"/>
              <a:gd name="connsiteX16" fmla="*/ 839098 w 13158799"/>
              <a:gd name="connsiteY16" fmla="*/ 9387270 h 9456078"/>
              <a:gd name="connsiteX17" fmla="*/ 887607 w 13158799"/>
              <a:gd name="connsiteY17" fmla="*/ 9379017 h 9456078"/>
              <a:gd name="connsiteX18" fmla="*/ 936002 w 13158799"/>
              <a:gd name="connsiteY18" fmla="*/ 9370306 h 9456078"/>
              <a:gd name="connsiteX19" fmla="*/ 984281 w 13158799"/>
              <a:gd name="connsiteY19" fmla="*/ 9361139 h 9456078"/>
              <a:gd name="connsiteX20" fmla="*/ 1032440 w 13158799"/>
              <a:gd name="connsiteY20" fmla="*/ 9351517 h 9456078"/>
              <a:gd name="connsiteX21" fmla="*/ 1080477 w 13158799"/>
              <a:gd name="connsiteY21" fmla="*/ 9341441 h 9456078"/>
              <a:gd name="connsiteX22" fmla="*/ 1176172 w 13158799"/>
              <a:gd name="connsiteY22" fmla="*/ 9319936 h 9456078"/>
              <a:gd name="connsiteX23" fmla="*/ 1223823 w 13158799"/>
              <a:gd name="connsiteY23" fmla="*/ 9308509 h 9456078"/>
              <a:gd name="connsiteX24" fmla="*/ 1271339 w 13158799"/>
              <a:gd name="connsiteY24" fmla="*/ 9296635 h 9456078"/>
              <a:gd name="connsiteX25" fmla="*/ 1318719 w 13158799"/>
              <a:gd name="connsiteY25" fmla="*/ 9284315 h 9456078"/>
              <a:gd name="connsiteX26" fmla="*/ 1365957 w 13158799"/>
              <a:gd name="connsiteY26" fmla="*/ 9271550 h 9456078"/>
              <a:gd name="connsiteX27" fmla="*/ 1413052 w 13158799"/>
              <a:gd name="connsiteY27" fmla="*/ 9258342 h 9456078"/>
              <a:gd name="connsiteX28" fmla="*/ 1460000 w 13158799"/>
              <a:gd name="connsiteY28" fmla="*/ 9244693 h 9456078"/>
              <a:gd name="connsiteX29" fmla="*/ 1506799 w 13158799"/>
              <a:gd name="connsiteY29" fmla="*/ 9230604 h 9456078"/>
              <a:gd name="connsiteX30" fmla="*/ 1553445 w 13158799"/>
              <a:gd name="connsiteY30" fmla="*/ 9216076 h 9456078"/>
              <a:gd name="connsiteX31" fmla="*/ 1599935 w 13158799"/>
              <a:gd name="connsiteY31" fmla="*/ 9201111 h 9456078"/>
              <a:gd name="connsiteX32" fmla="*/ 1646267 w 13158799"/>
              <a:gd name="connsiteY32" fmla="*/ 9185710 h 9456078"/>
              <a:gd name="connsiteX33" fmla="*/ 1692437 w 13158799"/>
              <a:gd name="connsiteY33" fmla="*/ 9169876 h 9456078"/>
              <a:gd name="connsiteX34" fmla="*/ 1738442 w 13158799"/>
              <a:gd name="connsiteY34" fmla="*/ 9153608 h 9456078"/>
              <a:gd name="connsiteX35" fmla="*/ 1784280 w 13158799"/>
              <a:gd name="connsiteY35" fmla="*/ 9136910 h 9456078"/>
              <a:gd name="connsiteX36" fmla="*/ 1829947 w 13158799"/>
              <a:gd name="connsiteY36" fmla="*/ 9119782 h 9456078"/>
              <a:gd name="connsiteX37" fmla="*/ 1875440 w 13158799"/>
              <a:gd name="connsiteY37" fmla="*/ 9102226 h 9456078"/>
              <a:gd name="connsiteX38" fmla="*/ 1920756 w 13158799"/>
              <a:gd name="connsiteY38" fmla="*/ 9084243 h 9456078"/>
              <a:gd name="connsiteX39" fmla="*/ 1965893 w 13158799"/>
              <a:gd name="connsiteY39" fmla="*/ 9065835 h 9456078"/>
              <a:gd name="connsiteX40" fmla="*/ 2010847 w 13158799"/>
              <a:gd name="connsiteY40" fmla="*/ 9047004 h 9456078"/>
              <a:gd name="connsiteX41" fmla="*/ 2055615 w 13158799"/>
              <a:gd name="connsiteY41" fmla="*/ 9027750 h 9456078"/>
              <a:gd name="connsiteX42" fmla="*/ 2100195 w 13158799"/>
              <a:gd name="connsiteY42" fmla="*/ 9008075 h 9456078"/>
              <a:gd name="connsiteX43" fmla="*/ 2144582 w 13158799"/>
              <a:gd name="connsiteY43" fmla="*/ 8987981 h 9456078"/>
              <a:gd name="connsiteX44" fmla="*/ 2188775 w 13158799"/>
              <a:gd name="connsiteY44" fmla="*/ 8967470 h 9456078"/>
              <a:gd name="connsiteX45" fmla="*/ 2232770 w 13158799"/>
              <a:gd name="connsiteY45" fmla="*/ 8946542 h 9456078"/>
              <a:gd name="connsiteX46" fmla="*/ 2276564 w 13158799"/>
              <a:gd name="connsiteY46" fmla="*/ 8925199 h 9456078"/>
              <a:gd name="connsiteX47" fmla="*/ 2320154 w 13158799"/>
              <a:gd name="connsiteY47" fmla="*/ 8903443 h 9456078"/>
              <a:gd name="connsiteX48" fmla="*/ 2363538 w 13158799"/>
              <a:gd name="connsiteY48" fmla="*/ 8881275 h 9456078"/>
              <a:gd name="connsiteX49" fmla="*/ 2406711 w 13158799"/>
              <a:gd name="connsiteY49" fmla="*/ 8858697 h 9456078"/>
              <a:gd name="connsiteX50" fmla="*/ 2449672 w 13158799"/>
              <a:gd name="connsiteY50" fmla="*/ 8835710 h 9456078"/>
              <a:gd name="connsiteX51" fmla="*/ 2492417 w 13158799"/>
              <a:gd name="connsiteY51" fmla="*/ 8812316 h 9456078"/>
              <a:gd name="connsiteX52" fmla="*/ 2534943 w 13158799"/>
              <a:gd name="connsiteY52" fmla="*/ 8788516 h 9456078"/>
              <a:gd name="connsiteX53" fmla="*/ 2577247 w 13158799"/>
              <a:gd name="connsiteY53" fmla="*/ 8764311 h 9456078"/>
              <a:gd name="connsiteX54" fmla="*/ 2619326 w 13158799"/>
              <a:gd name="connsiteY54" fmla="*/ 8739704 h 9456078"/>
              <a:gd name="connsiteX55" fmla="*/ 2661177 w 13158799"/>
              <a:gd name="connsiteY55" fmla="*/ 8714695 h 9456078"/>
              <a:gd name="connsiteX56" fmla="*/ 2702797 w 13158799"/>
              <a:gd name="connsiteY56" fmla="*/ 8689286 h 9456078"/>
              <a:gd name="connsiteX57" fmla="*/ 2744183 w 13158799"/>
              <a:gd name="connsiteY57" fmla="*/ 8663479 h 9456078"/>
              <a:gd name="connsiteX58" fmla="*/ 2785333 w 13158799"/>
              <a:gd name="connsiteY58" fmla="*/ 8637274 h 9456078"/>
              <a:gd name="connsiteX59" fmla="*/ 2826242 w 13158799"/>
              <a:gd name="connsiteY59" fmla="*/ 8610675 h 9456078"/>
              <a:gd name="connsiteX60" fmla="*/ 2866908 w 13158799"/>
              <a:gd name="connsiteY60" fmla="*/ 8583681 h 9456078"/>
              <a:gd name="connsiteX61" fmla="*/ 2907329 w 13158799"/>
              <a:gd name="connsiteY61" fmla="*/ 8556295 h 9456078"/>
              <a:gd name="connsiteX62" fmla="*/ 2947500 w 13158799"/>
              <a:gd name="connsiteY62" fmla="*/ 8528517 h 9456078"/>
              <a:gd name="connsiteX63" fmla="*/ 2987419 w 13158799"/>
              <a:gd name="connsiteY63" fmla="*/ 8500351 h 9456078"/>
              <a:gd name="connsiteX64" fmla="*/ 3027083 w 13158799"/>
              <a:gd name="connsiteY64" fmla="*/ 8471796 h 9456078"/>
              <a:gd name="connsiteX65" fmla="*/ 3066489 w 13158799"/>
              <a:gd name="connsiteY65" fmla="*/ 8442854 h 9456078"/>
              <a:gd name="connsiteX66" fmla="*/ 3105634 w 13158799"/>
              <a:gd name="connsiteY66" fmla="*/ 8413528 h 9456078"/>
              <a:gd name="connsiteX67" fmla="*/ 3144515 w 13158799"/>
              <a:gd name="connsiteY67" fmla="*/ 8383818 h 9456078"/>
              <a:gd name="connsiteX68" fmla="*/ 3183129 w 13158799"/>
              <a:gd name="connsiteY68" fmla="*/ 8353726 h 9456078"/>
              <a:gd name="connsiteX69" fmla="*/ 3221473 w 13158799"/>
              <a:gd name="connsiteY69" fmla="*/ 8323253 h 9456078"/>
              <a:gd name="connsiteX70" fmla="*/ 3259544 w 13158799"/>
              <a:gd name="connsiteY70" fmla="*/ 8292401 h 9456078"/>
              <a:gd name="connsiteX71" fmla="*/ 3297339 w 13158799"/>
              <a:gd name="connsiteY71" fmla="*/ 8261172 h 9456078"/>
              <a:gd name="connsiteX72" fmla="*/ 3334854 w 13158799"/>
              <a:gd name="connsiteY72" fmla="*/ 8229566 h 9456078"/>
              <a:gd name="connsiteX73" fmla="*/ 3372087 w 13158799"/>
              <a:gd name="connsiteY73" fmla="*/ 8197585 h 9456078"/>
              <a:gd name="connsiteX74" fmla="*/ 3409035 w 13158799"/>
              <a:gd name="connsiteY74" fmla="*/ 8165232 h 9456078"/>
              <a:gd name="connsiteX75" fmla="*/ 3445695 w 13158799"/>
              <a:gd name="connsiteY75" fmla="*/ 8132507 h 9456078"/>
              <a:gd name="connsiteX76" fmla="*/ 3482064 w 13158799"/>
              <a:gd name="connsiteY76" fmla="*/ 8099411 h 9456078"/>
              <a:gd name="connsiteX77" fmla="*/ 3518139 w 13158799"/>
              <a:gd name="connsiteY77" fmla="*/ 8065947 h 9456078"/>
              <a:gd name="connsiteX78" fmla="*/ 3553916 w 13158799"/>
              <a:gd name="connsiteY78" fmla="*/ 8032115 h 9456078"/>
              <a:gd name="connsiteX79" fmla="*/ 3589393 w 13158799"/>
              <a:gd name="connsiteY79" fmla="*/ 7997918 h 9456078"/>
              <a:gd name="connsiteX80" fmla="*/ 3624567 w 13158799"/>
              <a:gd name="connsiteY80" fmla="*/ 7963356 h 9456078"/>
              <a:gd name="connsiteX81" fmla="*/ 3659435 w 13158799"/>
              <a:gd name="connsiteY81" fmla="*/ 7928432 h 9456078"/>
              <a:gd name="connsiteX82" fmla="*/ 3693994 w 13158799"/>
              <a:gd name="connsiteY82" fmla="*/ 7893146 h 9456078"/>
              <a:gd name="connsiteX83" fmla="*/ 3728240 w 13158799"/>
              <a:gd name="connsiteY83" fmla="*/ 7857501 h 9456078"/>
              <a:gd name="connsiteX84" fmla="*/ 3762171 w 13158799"/>
              <a:gd name="connsiteY84" fmla="*/ 7821497 h 9456078"/>
              <a:gd name="connsiteX85" fmla="*/ 3795783 w 13158799"/>
              <a:gd name="connsiteY85" fmla="*/ 7785136 h 9456078"/>
              <a:gd name="connsiteX86" fmla="*/ 3829075 w 13158799"/>
              <a:gd name="connsiteY86" fmla="*/ 7748420 h 9456078"/>
              <a:gd name="connsiteX87" fmla="*/ 3862042 w 13158799"/>
              <a:gd name="connsiteY87" fmla="*/ 7711350 h 9456078"/>
              <a:gd name="connsiteX88" fmla="*/ 3894682 w 13158799"/>
              <a:gd name="connsiteY88" fmla="*/ 7673928 h 9456078"/>
              <a:gd name="connsiteX89" fmla="*/ 3926991 w 13158799"/>
              <a:gd name="connsiteY89" fmla="*/ 7636155 h 9456078"/>
              <a:gd name="connsiteX90" fmla="*/ 3958967 w 13158799"/>
              <a:gd name="connsiteY90" fmla="*/ 7598032 h 9456078"/>
              <a:gd name="connsiteX91" fmla="*/ 3990607 w 13158799"/>
              <a:gd name="connsiteY91" fmla="*/ 7559561 h 9456078"/>
              <a:gd name="connsiteX92" fmla="*/ 4021907 w 13158799"/>
              <a:gd name="connsiteY92" fmla="*/ 7520744 h 9456078"/>
              <a:gd name="connsiteX93" fmla="*/ 4052865 w 13158799"/>
              <a:gd name="connsiteY93" fmla="*/ 7481582 h 9456078"/>
              <a:gd name="connsiteX94" fmla="*/ 4083478 w 13158799"/>
              <a:gd name="connsiteY94" fmla="*/ 7442077 h 9456078"/>
              <a:gd name="connsiteX95" fmla="*/ 8022311 w 13158799"/>
              <a:gd name="connsiteY95" fmla="*/ 2307814 h 9456078"/>
              <a:gd name="connsiteX96" fmla="*/ 8052902 w 13158799"/>
              <a:gd name="connsiteY96" fmla="*/ 2268285 h 9456078"/>
              <a:gd name="connsiteX97" fmla="*/ 8083796 w 13158799"/>
              <a:gd name="connsiteY97" fmla="*/ 2229056 h 9456078"/>
              <a:gd name="connsiteX98" fmla="*/ 8114989 w 13158799"/>
              <a:gd name="connsiteY98" fmla="*/ 2190127 h 9456078"/>
              <a:gd name="connsiteX99" fmla="*/ 8146479 w 13158799"/>
              <a:gd name="connsiteY99" fmla="*/ 2151500 h 9456078"/>
              <a:gd name="connsiteX100" fmla="*/ 8178264 w 13158799"/>
              <a:gd name="connsiteY100" fmla="*/ 2113176 h 9456078"/>
              <a:gd name="connsiteX101" fmla="*/ 8210341 w 13158799"/>
              <a:gd name="connsiteY101" fmla="*/ 2075157 h 9456078"/>
              <a:gd name="connsiteX102" fmla="*/ 8242709 w 13158799"/>
              <a:gd name="connsiteY102" fmla="*/ 2037442 h 9456078"/>
              <a:gd name="connsiteX103" fmla="*/ 8275365 w 13158799"/>
              <a:gd name="connsiteY103" fmla="*/ 2000034 h 9456078"/>
              <a:gd name="connsiteX104" fmla="*/ 8308307 w 13158799"/>
              <a:gd name="connsiteY104" fmla="*/ 1962934 h 9456078"/>
              <a:gd name="connsiteX105" fmla="*/ 8341532 w 13158799"/>
              <a:gd name="connsiteY105" fmla="*/ 1926142 h 9456078"/>
              <a:gd name="connsiteX106" fmla="*/ 8375038 w 13158799"/>
              <a:gd name="connsiteY106" fmla="*/ 1889660 h 9456078"/>
              <a:gd name="connsiteX107" fmla="*/ 8408823 w 13158799"/>
              <a:gd name="connsiteY107" fmla="*/ 1853489 h 9456078"/>
              <a:gd name="connsiteX108" fmla="*/ 8442885 w 13158799"/>
              <a:gd name="connsiteY108" fmla="*/ 1817630 h 9456078"/>
              <a:gd name="connsiteX109" fmla="*/ 8477221 w 13158799"/>
              <a:gd name="connsiteY109" fmla="*/ 1782084 h 9456078"/>
              <a:gd name="connsiteX110" fmla="*/ 8511829 w 13158799"/>
              <a:gd name="connsiteY110" fmla="*/ 1746853 h 9456078"/>
              <a:gd name="connsiteX111" fmla="*/ 8546706 w 13158799"/>
              <a:gd name="connsiteY111" fmla="*/ 1711937 h 9456078"/>
              <a:gd name="connsiteX112" fmla="*/ 8581851 w 13158799"/>
              <a:gd name="connsiteY112" fmla="*/ 1677337 h 9456078"/>
              <a:gd name="connsiteX113" fmla="*/ 8617261 w 13158799"/>
              <a:gd name="connsiteY113" fmla="*/ 1643056 h 9456078"/>
              <a:gd name="connsiteX114" fmla="*/ 8652934 w 13158799"/>
              <a:gd name="connsiteY114" fmla="*/ 1609093 h 9456078"/>
              <a:gd name="connsiteX115" fmla="*/ 8688867 w 13158799"/>
              <a:gd name="connsiteY115" fmla="*/ 1575450 h 9456078"/>
              <a:gd name="connsiteX116" fmla="*/ 8725058 w 13158799"/>
              <a:gd name="connsiteY116" fmla="*/ 1542128 h 9456078"/>
              <a:gd name="connsiteX117" fmla="*/ 8761506 w 13158799"/>
              <a:gd name="connsiteY117" fmla="*/ 1509129 h 9456078"/>
              <a:gd name="connsiteX118" fmla="*/ 8798207 w 13158799"/>
              <a:gd name="connsiteY118" fmla="*/ 1476452 h 9456078"/>
              <a:gd name="connsiteX119" fmla="*/ 8835159 w 13158799"/>
              <a:gd name="connsiteY119" fmla="*/ 1444101 h 9456078"/>
              <a:gd name="connsiteX120" fmla="*/ 8872360 w 13158799"/>
              <a:gd name="connsiteY120" fmla="*/ 1412075 h 9456078"/>
              <a:gd name="connsiteX121" fmla="*/ 8909808 w 13158799"/>
              <a:gd name="connsiteY121" fmla="*/ 1380375 h 9456078"/>
              <a:gd name="connsiteX122" fmla="*/ 8947501 w 13158799"/>
              <a:gd name="connsiteY122" fmla="*/ 1349004 h 9456078"/>
              <a:gd name="connsiteX123" fmla="*/ 8985435 w 13158799"/>
              <a:gd name="connsiteY123" fmla="*/ 1317962 h 9456078"/>
              <a:gd name="connsiteX124" fmla="*/ 9023610 w 13158799"/>
              <a:gd name="connsiteY124" fmla="*/ 1287250 h 9456078"/>
              <a:gd name="connsiteX125" fmla="*/ 9062022 w 13158799"/>
              <a:gd name="connsiteY125" fmla="*/ 1256869 h 9456078"/>
              <a:gd name="connsiteX126" fmla="*/ 9100669 w 13158799"/>
              <a:gd name="connsiteY126" fmla="*/ 1226820 h 9456078"/>
              <a:gd name="connsiteX127" fmla="*/ 9139549 w 13158799"/>
              <a:gd name="connsiteY127" fmla="*/ 1197105 h 9456078"/>
              <a:gd name="connsiteX128" fmla="*/ 9178660 w 13158799"/>
              <a:gd name="connsiteY128" fmla="*/ 1167725 h 9456078"/>
              <a:gd name="connsiteX129" fmla="*/ 9217999 w 13158799"/>
              <a:gd name="connsiteY129" fmla="*/ 1138681 h 9456078"/>
              <a:gd name="connsiteX130" fmla="*/ 9257564 w 13158799"/>
              <a:gd name="connsiteY130" fmla="*/ 1109974 h 9456078"/>
              <a:gd name="connsiteX131" fmla="*/ 9297353 w 13158799"/>
              <a:gd name="connsiteY131" fmla="*/ 1081604 h 9456078"/>
              <a:gd name="connsiteX132" fmla="*/ 9337364 w 13158799"/>
              <a:gd name="connsiteY132" fmla="*/ 1053574 h 9456078"/>
              <a:gd name="connsiteX133" fmla="*/ 9377594 w 13158799"/>
              <a:gd name="connsiteY133" fmla="*/ 1025884 h 9456078"/>
              <a:gd name="connsiteX134" fmla="*/ 9418040 w 13158799"/>
              <a:gd name="connsiteY134" fmla="*/ 998536 h 9456078"/>
              <a:gd name="connsiteX135" fmla="*/ 9458702 w 13158799"/>
              <a:gd name="connsiteY135" fmla="*/ 971530 h 9456078"/>
              <a:gd name="connsiteX136" fmla="*/ 9499575 w 13158799"/>
              <a:gd name="connsiteY136" fmla="*/ 944868 h 9456078"/>
              <a:gd name="connsiteX137" fmla="*/ 9540659 w 13158799"/>
              <a:gd name="connsiteY137" fmla="*/ 918551 h 9456078"/>
              <a:gd name="connsiteX138" fmla="*/ 9581950 w 13158799"/>
              <a:gd name="connsiteY138" fmla="*/ 892580 h 9456078"/>
              <a:gd name="connsiteX139" fmla="*/ 9623447 w 13158799"/>
              <a:gd name="connsiteY139" fmla="*/ 866956 h 9456078"/>
              <a:gd name="connsiteX140" fmla="*/ 9665147 w 13158799"/>
              <a:gd name="connsiteY140" fmla="*/ 841681 h 9456078"/>
              <a:gd name="connsiteX141" fmla="*/ 9707048 w 13158799"/>
              <a:gd name="connsiteY141" fmla="*/ 816754 h 9456078"/>
              <a:gd name="connsiteX142" fmla="*/ 9749147 w 13158799"/>
              <a:gd name="connsiteY142" fmla="*/ 792179 h 9456078"/>
              <a:gd name="connsiteX143" fmla="*/ 9791443 w 13158799"/>
              <a:gd name="connsiteY143" fmla="*/ 767955 h 9456078"/>
              <a:gd name="connsiteX144" fmla="*/ 9833932 w 13158799"/>
              <a:gd name="connsiteY144" fmla="*/ 744083 h 9456078"/>
              <a:gd name="connsiteX145" fmla="*/ 9876613 w 13158799"/>
              <a:gd name="connsiteY145" fmla="*/ 720566 h 9456078"/>
              <a:gd name="connsiteX146" fmla="*/ 9919484 w 13158799"/>
              <a:gd name="connsiteY146" fmla="*/ 697404 h 9456078"/>
              <a:gd name="connsiteX147" fmla="*/ 9962542 w 13158799"/>
              <a:gd name="connsiteY147" fmla="*/ 674598 h 9456078"/>
              <a:gd name="connsiteX148" fmla="*/ 10005784 w 13158799"/>
              <a:gd name="connsiteY148" fmla="*/ 652149 h 9456078"/>
              <a:gd name="connsiteX149" fmla="*/ 10049209 w 13158799"/>
              <a:gd name="connsiteY149" fmla="*/ 630059 h 9456078"/>
              <a:gd name="connsiteX150" fmla="*/ 10092814 w 13158799"/>
              <a:gd name="connsiteY150" fmla="*/ 608328 h 9456078"/>
              <a:gd name="connsiteX151" fmla="*/ 10136597 w 13158799"/>
              <a:gd name="connsiteY151" fmla="*/ 586958 h 9456078"/>
              <a:gd name="connsiteX152" fmla="*/ 10180556 w 13158799"/>
              <a:gd name="connsiteY152" fmla="*/ 565950 h 9456078"/>
              <a:gd name="connsiteX153" fmla="*/ 10224688 w 13158799"/>
              <a:gd name="connsiteY153" fmla="*/ 545304 h 9456078"/>
              <a:gd name="connsiteX154" fmla="*/ 10268991 w 13158799"/>
              <a:gd name="connsiteY154" fmla="*/ 525023 h 9456078"/>
              <a:gd name="connsiteX155" fmla="*/ 10313463 w 13158799"/>
              <a:gd name="connsiteY155" fmla="*/ 505107 h 9456078"/>
              <a:gd name="connsiteX156" fmla="*/ 10358101 w 13158799"/>
              <a:gd name="connsiteY156" fmla="*/ 485558 h 9456078"/>
              <a:gd name="connsiteX157" fmla="*/ 10402903 w 13158799"/>
              <a:gd name="connsiteY157" fmla="*/ 466376 h 9456078"/>
              <a:gd name="connsiteX158" fmla="*/ 10447868 w 13158799"/>
              <a:gd name="connsiteY158" fmla="*/ 447563 h 9456078"/>
              <a:gd name="connsiteX159" fmla="*/ 10492991 w 13158799"/>
              <a:gd name="connsiteY159" fmla="*/ 429119 h 9456078"/>
              <a:gd name="connsiteX160" fmla="*/ 10538272 w 13158799"/>
              <a:gd name="connsiteY160" fmla="*/ 411046 h 9456078"/>
              <a:gd name="connsiteX161" fmla="*/ 10583708 w 13158799"/>
              <a:gd name="connsiteY161" fmla="*/ 393346 h 9456078"/>
              <a:gd name="connsiteX162" fmla="*/ 10629297 w 13158799"/>
              <a:gd name="connsiteY162" fmla="*/ 376018 h 9456078"/>
              <a:gd name="connsiteX163" fmla="*/ 10675036 w 13158799"/>
              <a:gd name="connsiteY163" fmla="*/ 359065 h 9456078"/>
              <a:gd name="connsiteX164" fmla="*/ 10720923 w 13158799"/>
              <a:gd name="connsiteY164" fmla="*/ 342487 h 9456078"/>
              <a:gd name="connsiteX165" fmla="*/ 10766956 w 13158799"/>
              <a:gd name="connsiteY165" fmla="*/ 326286 h 9456078"/>
              <a:gd name="connsiteX166" fmla="*/ 10813132 w 13158799"/>
              <a:gd name="connsiteY166" fmla="*/ 310462 h 9456078"/>
              <a:gd name="connsiteX167" fmla="*/ 10859450 w 13158799"/>
              <a:gd name="connsiteY167" fmla="*/ 295018 h 9456078"/>
              <a:gd name="connsiteX168" fmla="*/ 10905907 w 13158799"/>
              <a:gd name="connsiteY168" fmla="*/ 279953 h 9456078"/>
              <a:gd name="connsiteX169" fmla="*/ 10952500 w 13158799"/>
              <a:gd name="connsiteY169" fmla="*/ 265269 h 9456078"/>
              <a:gd name="connsiteX170" fmla="*/ 10999227 w 13158799"/>
              <a:gd name="connsiteY170" fmla="*/ 250968 h 9456078"/>
              <a:gd name="connsiteX171" fmla="*/ 11046087 w 13158799"/>
              <a:gd name="connsiteY171" fmla="*/ 237049 h 9456078"/>
              <a:gd name="connsiteX172" fmla="*/ 11093076 w 13158799"/>
              <a:gd name="connsiteY172" fmla="*/ 223516 h 9456078"/>
              <a:gd name="connsiteX173" fmla="*/ 11140193 w 13158799"/>
              <a:gd name="connsiteY173" fmla="*/ 210368 h 9456078"/>
              <a:gd name="connsiteX174" fmla="*/ 11187434 w 13158799"/>
              <a:gd name="connsiteY174" fmla="*/ 197606 h 9456078"/>
              <a:gd name="connsiteX175" fmla="*/ 11234799 w 13158799"/>
              <a:gd name="connsiteY175" fmla="*/ 185233 h 9456078"/>
              <a:gd name="connsiteX176" fmla="*/ 11282284 w 13158799"/>
              <a:gd name="connsiteY176" fmla="*/ 173248 h 9456078"/>
              <a:gd name="connsiteX177" fmla="*/ 11329888 w 13158799"/>
              <a:gd name="connsiteY177" fmla="*/ 161654 h 9456078"/>
              <a:gd name="connsiteX178" fmla="*/ 11377607 w 13158799"/>
              <a:gd name="connsiteY178" fmla="*/ 150451 h 9456078"/>
              <a:gd name="connsiteX179" fmla="*/ 11425440 w 13158799"/>
              <a:gd name="connsiteY179" fmla="*/ 139640 h 9456078"/>
              <a:gd name="connsiteX180" fmla="*/ 11473385 w 13158799"/>
              <a:gd name="connsiteY180" fmla="*/ 129223 h 9456078"/>
              <a:gd name="connsiteX181" fmla="*/ 11521439 w 13158799"/>
              <a:gd name="connsiteY181" fmla="*/ 119201 h 9456078"/>
              <a:gd name="connsiteX182" fmla="*/ 11569599 w 13158799"/>
              <a:gd name="connsiteY182" fmla="*/ 109574 h 9456078"/>
              <a:gd name="connsiteX183" fmla="*/ 11617864 w 13158799"/>
              <a:gd name="connsiteY183" fmla="*/ 100344 h 9456078"/>
              <a:gd name="connsiteX184" fmla="*/ 11666231 w 13158799"/>
              <a:gd name="connsiteY184" fmla="*/ 91512 h 9456078"/>
              <a:gd name="connsiteX185" fmla="*/ 11714698 w 13158799"/>
              <a:gd name="connsiteY185" fmla="*/ 83080 h 9456078"/>
              <a:gd name="connsiteX186" fmla="*/ 11763263 w 13158799"/>
              <a:gd name="connsiteY186" fmla="*/ 75047 h 9456078"/>
              <a:gd name="connsiteX187" fmla="*/ 11811923 w 13158799"/>
              <a:gd name="connsiteY187" fmla="*/ 67417 h 9456078"/>
              <a:gd name="connsiteX188" fmla="*/ 11860676 w 13158799"/>
              <a:gd name="connsiteY188" fmla="*/ 60188 h 9456078"/>
              <a:gd name="connsiteX189" fmla="*/ 11909519 w 13158799"/>
              <a:gd name="connsiteY189" fmla="*/ 53364 h 9456078"/>
              <a:gd name="connsiteX190" fmla="*/ 11958451 w 13158799"/>
              <a:gd name="connsiteY190" fmla="*/ 46944 h 9456078"/>
              <a:gd name="connsiteX191" fmla="*/ 12007470 w 13158799"/>
              <a:gd name="connsiteY191" fmla="*/ 40931 h 9456078"/>
              <a:gd name="connsiteX192" fmla="*/ 12056572 w 13158799"/>
              <a:gd name="connsiteY192" fmla="*/ 35324 h 9456078"/>
              <a:gd name="connsiteX193" fmla="*/ 12105756 w 13158799"/>
              <a:gd name="connsiteY193" fmla="*/ 30126 h 9456078"/>
              <a:gd name="connsiteX194" fmla="*/ 12155019 w 13158799"/>
              <a:gd name="connsiteY194" fmla="*/ 25337 h 9456078"/>
              <a:gd name="connsiteX195" fmla="*/ 12204359 w 13158799"/>
              <a:gd name="connsiteY195" fmla="*/ 20958 h 9456078"/>
              <a:gd name="connsiteX196" fmla="*/ 12253773 w 13158799"/>
              <a:gd name="connsiteY196" fmla="*/ 16991 h 9456078"/>
              <a:gd name="connsiteX197" fmla="*/ 12303260 w 13158799"/>
              <a:gd name="connsiteY197" fmla="*/ 13437 h 9456078"/>
              <a:gd name="connsiteX198" fmla="*/ 12352818 w 13158799"/>
              <a:gd name="connsiteY198" fmla="*/ 10297 h 9456078"/>
              <a:gd name="connsiteX199" fmla="*/ 12402443 w 13158799"/>
              <a:gd name="connsiteY199" fmla="*/ 7572 h 9456078"/>
              <a:gd name="connsiteX200" fmla="*/ 12452133 w 13158799"/>
              <a:gd name="connsiteY200" fmla="*/ 5263 h 9456078"/>
              <a:gd name="connsiteX201" fmla="*/ 12501887 w 13158799"/>
              <a:gd name="connsiteY201" fmla="*/ 3371 h 9456078"/>
              <a:gd name="connsiteX202" fmla="*/ 12551701 w 13158799"/>
              <a:gd name="connsiteY202" fmla="*/ 1898 h 9456078"/>
              <a:gd name="connsiteX203" fmla="*/ 12601574 w 13158799"/>
              <a:gd name="connsiteY203" fmla="*/ 844 h 9456078"/>
              <a:gd name="connsiteX204" fmla="*/ 12651504 w 13158799"/>
              <a:gd name="connsiteY204" fmla="*/ 211 h 9456078"/>
              <a:gd name="connsiteX205" fmla="*/ 12701487 w 13158799"/>
              <a:gd name="connsiteY205" fmla="*/ 0 h 9456078"/>
              <a:gd name="connsiteX206" fmla="*/ 13158798 w 13158799"/>
              <a:gd name="connsiteY206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76172 w 13158797"/>
              <a:gd name="connsiteY22" fmla="*/ 9319936 h 9456078"/>
              <a:gd name="connsiteX23" fmla="*/ 1223823 w 13158797"/>
              <a:gd name="connsiteY23" fmla="*/ 9308509 h 9456078"/>
              <a:gd name="connsiteX24" fmla="*/ 1271339 w 13158797"/>
              <a:gd name="connsiteY24" fmla="*/ 9296635 h 9456078"/>
              <a:gd name="connsiteX25" fmla="*/ 1318719 w 13158797"/>
              <a:gd name="connsiteY25" fmla="*/ 9284315 h 9456078"/>
              <a:gd name="connsiteX26" fmla="*/ 1365957 w 13158797"/>
              <a:gd name="connsiteY26" fmla="*/ 9271550 h 9456078"/>
              <a:gd name="connsiteX27" fmla="*/ 1413052 w 13158797"/>
              <a:gd name="connsiteY27" fmla="*/ 9258342 h 9456078"/>
              <a:gd name="connsiteX28" fmla="*/ 1460000 w 13158797"/>
              <a:gd name="connsiteY28" fmla="*/ 9244693 h 9456078"/>
              <a:gd name="connsiteX29" fmla="*/ 1506799 w 13158797"/>
              <a:gd name="connsiteY29" fmla="*/ 9230604 h 9456078"/>
              <a:gd name="connsiteX30" fmla="*/ 1553445 w 13158797"/>
              <a:gd name="connsiteY30" fmla="*/ 9216076 h 9456078"/>
              <a:gd name="connsiteX31" fmla="*/ 1599935 w 13158797"/>
              <a:gd name="connsiteY31" fmla="*/ 9201111 h 9456078"/>
              <a:gd name="connsiteX32" fmla="*/ 1646267 w 13158797"/>
              <a:gd name="connsiteY32" fmla="*/ 9185710 h 9456078"/>
              <a:gd name="connsiteX33" fmla="*/ 1692437 w 13158797"/>
              <a:gd name="connsiteY33" fmla="*/ 9169876 h 9456078"/>
              <a:gd name="connsiteX34" fmla="*/ 1738442 w 13158797"/>
              <a:gd name="connsiteY34" fmla="*/ 9153608 h 9456078"/>
              <a:gd name="connsiteX35" fmla="*/ 1784280 w 13158797"/>
              <a:gd name="connsiteY35" fmla="*/ 9136910 h 9456078"/>
              <a:gd name="connsiteX36" fmla="*/ 1829947 w 13158797"/>
              <a:gd name="connsiteY36" fmla="*/ 9119782 h 9456078"/>
              <a:gd name="connsiteX37" fmla="*/ 1875440 w 13158797"/>
              <a:gd name="connsiteY37" fmla="*/ 9102226 h 9456078"/>
              <a:gd name="connsiteX38" fmla="*/ 1920756 w 13158797"/>
              <a:gd name="connsiteY38" fmla="*/ 9084243 h 9456078"/>
              <a:gd name="connsiteX39" fmla="*/ 1965893 w 13158797"/>
              <a:gd name="connsiteY39" fmla="*/ 9065835 h 9456078"/>
              <a:gd name="connsiteX40" fmla="*/ 2055615 w 13158797"/>
              <a:gd name="connsiteY40" fmla="*/ 9027750 h 9456078"/>
              <a:gd name="connsiteX41" fmla="*/ 2100195 w 13158797"/>
              <a:gd name="connsiteY41" fmla="*/ 9008075 h 9456078"/>
              <a:gd name="connsiteX42" fmla="*/ 2144582 w 13158797"/>
              <a:gd name="connsiteY42" fmla="*/ 8987981 h 9456078"/>
              <a:gd name="connsiteX43" fmla="*/ 2188775 w 13158797"/>
              <a:gd name="connsiteY43" fmla="*/ 8967470 h 9456078"/>
              <a:gd name="connsiteX44" fmla="*/ 2232770 w 13158797"/>
              <a:gd name="connsiteY44" fmla="*/ 8946542 h 9456078"/>
              <a:gd name="connsiteX45" fmla="*/ 2276564 w 13158797"/>
              <a:gd name="connsiteY45" fmla="*/ 8925199 h 9456078"/>
              <a:gd name="connsiteX46" fmla="*/ 2320154 w 13158797"/>
              <a:gd name="connsiteY46" fmla="*/ 8903443 h 9456078"/>
              <a:gd name="connsiteX47" fmla="*/ 2363538 w 13158797"/>
              <a:gd name="connsiteY47" fmla="*/ 8881275 h 9456078"/>
              <a:gd name="connsiteX48" fmla="*/ 2406711 w 13158797"/>
              <a:gd name="connsiteY48" fmla="*/ 8858697 h 9456078"/>
              <a:gd name="connsiteX49" fmla="*/ 2449672 w 13158797"/>
              <a:gd name="connsiteY49" fmla="*/ 8835710 h 9456078"/>
              <a:gd name="connsiteX50" fmla="*/ 2492417 w 13158797"/>
              <a:gd name="connsiteY50" fmla="*/ 8812316 h 9456078"/>
              <a:gd name="connsiteX51" fmla="*/ 2534943 w 13158797"/>
              <a:gd name="connsiteY51" fmla="*/ 8788516 h 9456078"/>
              <a:gd name="connsiteX52" fmla="*/ 2577247 w 13158797"/>
              <a:gd name="connsiteY52" fmla="*/ 8764311 h 9456078"/>
              <a:gd name="connsiteX53" fmla="*/ 2619326 w 13158797"/>
              <a:gd name="connsiteY53" fmla="*/ 8739704 h 9456078"/>
              <a:gd name="connsiteX54" fmla="*/ 2661177 w 13158797"/>
              <a:gd name="connsiteY54" fmla="*/ 8714695 h 9456078"/>
              <a:gd name="connsiteX55" fmla="*/ 2702797 w 13158797"/>
              <a:gd name="connsiteY55" fmla="*/ 8689286 h 9456078"/>
              <a:gd name="connsiteX56" fmla="*/ 2744183 w 13158797"/>
              <a:gd name="connsiteY56" fmla="*/ 8663479 h 9456078"/>
              <a:gd name="connsiteX57" fmla="*/ 2785333 w 13158797"/>
              <a:gd name="connsiteY57" fmla="*/ 8637274 h 9456078"/>
              <a:gd name="connsiteX58" fmla="*/ 2826242 w 13158797"/>
              <a:gd name="connsiteY58" fmla="*/ 8610675 h 9456078"/>
              <a:gd name="connsiteX59" fmla="*/ 2866908 w 13158797"/>
              <a:gd name="connsiteY59" fmla="*/ 8583681 h 9456078"/>
              <a:gd name="connsiteX60" fmla="*/ 2907329 w 13158797"/>
              <a:gd name="connsiteY60" fmla="*/ 8556295 h 9456078"/>
              <a:gd name="connsiteX61" fmla="*/ 2947500 w 13158797"/>
              <a:gd name="connsiteY61" fmla="*/ 8528517 h 9456078"/>
              <a:gd name="connsiteX62" fmla="*/ 2987419 w 13158797"/>
              <a:gd name="connsiteY62" fmla="*/ 8500351 h 9456078"/>
              <a:gd name="connsiteX63" fmla="*/ 3027083 w 13158797"/>
              <a:gd name="connsiteY63" fmla="*/ 8471796 h 9456078"/>
              <a:gd name="connsiteX64" fmla="*/ 3066489 w 13158797"/>
              <a:gd name="connsiteY64" fmla="*/ 8442854 h 9456078"/>
              <a:gd name="connsiteX65" fmla="*/ 3105634 w 13158797"/>
              <a:gd name="connsiteY65" fmla="*/ 8413528 h 9456078"/>
              <a:gd name="connsiteX66" fmla="*/ 3144515 w 13158797"/>
              <a:gd name="connsiteY66" fmla="*/ 8383818 h 9456078"/>
              <a:gd name="connsiteX67" fmla="*/ 3183129 w 13158797"/>
              <a:gd name="connsiteY67" fmla="*/ 8353726 h 9456078"/>
              <a:gd name="connsiteX68" fmla="*/ 3221473 w 13158797"/>
              <a:gd name="connsiteY68" fmla="*/ 8323253 h 9456078"/>
              <a:gd name="connsiteX69" fmla="*/ 3259544 w 13158797"/>
              <a:gd name="connsiteY69" fmla="*/ 8292401 h 9456078"/>
              <a:gd name="connsiteX70" fmla="*/ 3297339 w 13158797"/>
              <a:gd name="connsiteY70" fmla="*/ 8261172 h 9456078"/>
              <a:gd name="connsiteX71" fmla="*/ 3334854 w 13158797"/>
              <a:gd name="connsiteY71" fmla="*/ 8229566 h 9456078"/>
              <a:gd name="connsiteX72" fmla="*/ 3372087 w 13158797"/>
              <a:gd name="connsiteY72" fmla="*/ 8197585 h 9456078"/>
              <a:gd name="connsiteX73" fmla="*/ 3409035 w 13158797"/>
              <a:gd name="connsiteY73" fmla="*/ 8165232 h 9456078"/>
              <a:gd name="connsiteX74" fmla="*/ 3445695 w 13158797"/>
              <a:gd name="connsiteY74" fmla="*/ 8132507 h 9456078"/>
              <a:gd name="connsiteX75" fmla="*/ 3482064 w 13158797"/>
              <a:gd name="connsiteY75" fmla="*/ 8099411 h 9456078"/>
              <a:gd name="connsiteX76" fmla="*/ 3518139 w 13158797"/>
              <a:gd name="connsiteY76" fmla="*/ 8065947 h 9456078"/>
              <a:gd name="connsiteX77" fmla="*/ 3553916 w 13158797"/>
              <a:gd name="connsiteY77" fmla="*/ 8032115 h 9456078"/>
              <a:gd name="connsiteX78" fmla="*/ 3589393 w 13158797"/>
              <a:gd name="connsiteY78" fmla="*/ 7997918 h 9456078"/>
              <a:gd name="connsiteX79" fmla="*/ 3624567 w 13158797"/>
              <a:gd name="connsiteY79" fmla="*/ 7963356 h 9456078"/>
              <a:gd name="connsiteX80" fmla="*/ 3659435 w 13158797"/>
              <a:gd name="connsiteY80" fmla="*/ 7928432 h 9456078"/>
              <a:gd name="connsiteX81" fmla="*/ 3693994 w 13158797"/>
              <a:gd name="connsiteY81" fmla="*/ 7893146 h 9456078"/>
              <a:gd name="connsiteX82" fmla="*/ 3728240 w 13158797"/>
              <a:gd name="connsiteY82" fmla="*/ 7857501 h 9456078"/>
              <a:gd name="connsiteX83" fmla="*/ 3762171 w 13158797"/>
              <a:gd name="connsiteY83" fmla="*/ 7821497 h 9456078"/>
              <a:gd name="connsiteX84" fmla="*/ 3795783 w 13158797"/>
              <a:gd name="connsiteY84" fmla="*/ 7785136 h 9456078"/>
              <a:gd name="connsiteX85" fmla="*/ 3829075 w 13158797"/>
              <a:gd name="connsiteY85" fmla="*/ 7748420 h 9456078"/>
              <a:gd name="connsiteX86" fmla="*/ 3862042 w 13158797"/>
              <a:gd name="connsiteY86" fmla="*/ 7711350 h 9456078"/>
              <a:gd name="connsiteX87" fmla="*/ 3894682 w 13158797"/>
              <a:gd name="connsiteY87" fmla="*/ 7673928 h 9456078"/>
              <a:gd name="connsiteX88" fmla="*/ 3926991 w 13158797"/>
              <a:gd name="connsiteY88" fmla="*/ 7636155 h 9456078"/>
              <a:gd name="connsiteX89" fmla="*/ 3958967 w 13158797"/>
              <a:gd name="connsiteY89" fmla="*/ 7598032 h 9456078"/>
              <a:gd name="connsiteX90" fmla="*/ 3990607 w 13158797"/>
              <a:gd name="connsiteY90" fmla="*/ 7559561 h 9456078"/>
              <a:gd name="connsiteX91" fmla="*/ 4021907 w 13158797"/>
              <a:gd name="connsiteY91" fmla="*/ 7520744 h 9456078"/>
              <a:gd name="connsiteX92" fmla="*/ 4052865 w 13158797"/>
              <a:gd name="connsiteY92" fmla="*/ 7481582 h 9456078"/>
              <a:gd name="connsiteX93" fmla="*/ 4083478 w 13158797"/>
              <a:gd name="connsiteY93" fmla="*/ 7442077 h 9456078"/>
              <a:gd name="connsiteX94" fmla="*/ 8022311 w 13158797"/>
              <a:gd name="connsiteY94" fmla="*/ 2307814 h 9456078"/>
              <a:gd name="connsiteX95" fmla="*/ 8052902 w 13158797"/>
              <a:gd name="connsiteY95" fmla="*/ 2268285 h 9456078"/>
              <a:gd name="connsiteX96" fmla="*/ 8083796 w 13158797"/>
              <a:gd name="connsiteY96" fmla="*/ 2229056 h 9456078"/>
              <a:gd name="connsiteX97" fmla="*/ 8114989 w 13158797"/>
              <a:gd name="connsiteY97" fmla="*/ 2190127 h 9456078"/>
              <a:gd name="connsiteX98" fmla="*/ 8146479 w 13158797"/>
              <a:gd name="connsiteY98" fmla="*/ 2151500 h 9456078"/>
              <a:gd name="connsiteX99" fmla="*/ 8178264 w 13158797"/>
              <a:gd name="connsiteY99" fmla="*/ 2113176 h 9456078"/>
              <a:gd name="connsiteX100" fmla="*/ 8210341 w 13158797"/>
              <a:gd name="connsiteY100" fmla="*/ 2075157 h 9456078"/>
              <a:gd name="connsiteX101" fmla="*/ 8242709 w 13158797"/>
              <a:gd name="connsiteY101" fmla="*/ 2037442 h 9456078"/>
              <a:gd name="connsiteX102" fmla="*/ 8275365 w 13158797"/>
              <a:gd name="connsiteY102" fmla="*/ 2000034 h 9456078"/>
              <a:gd name="connsiteX103" fmla="*/ 8308307 w 13158797"/>
              <a:gd name="connsiteY103" fmla="*/ 1962934 h 9456078"/>
              <a:gd name="connsiteX104" fmla="*/ 8341532 w 13158797"/>
              <a:gd name="connsiteY104" fmla="*/ 1926142 h 9456078"/>
              <a:gd name="connsiteX105" fmla="*/ 8375038 w 13158797"/>
              <a:gd name="connsiteY105" fmla="*/ 1889660 h 9456078"/>
              <a:gd name="connsiteX106" fmla="*/ 8408823 w 13158797"/>
              <a:gd name="connsiteY106" fmla="*/ 1853489 h 9456078"/>
              <a:gd name="connsiteX107" fmla="*/ 8442885 w 13158797"/>
              <a:gd name="connsiteY107" fmla="*/ 1817630 h 9456078"/>
              <a:gd name="connsiteX108" fmla="*/ 8477221 w 13158797"/>
              <a:gd name="connsiteY108" fmla="*/ 1782084 h 9456078"/>
              <a:gd name="connsiteX109" fmla="*/ 8511829 w 13158797"/>
              <a:gd name="connsiteY109" fmla="*/ 1746853 h 9456078"/>
              <a:gd name="connsiteX110" fmla="*/ 8546706 w 13158797"/>
              <a:gd name="connsiteY110" fmla="*/ 1711937 h 9456078"/>
              <a:gd name="connsiteX111" fmla="*/ 8581851 w 13158797"/>
              <a:gd name="connsiteY111" fmla="*/ 1677337 h 9456078"/>
              <a:gd name="connsiteX112" fmla="*/ 8617261 w 13158797"/>
              <a:gd name="connsiteY112" fmla="*/ 1643056 h 9456078"/>
              <a:gd name="connsiteX113" fmla="*/ 8652934 w 13158797"/>
              <a:gd name="connsiteY113" fmla="*/ 1609093 h 9456078"/>
              <a:gd name="connsiteX114" fmla="*/ 8688867 w 13158797"/>
              <a:gd name="connsiteY114" fmla="*/ 1575450 h 9456078"/>
              <a:gd name="connsiteX115" fmla="*/ 8725058 w 13158797"/>
              <a:gd name="connsiteY115" fmla="*/ 1542128 h 9456078"/>
              <a:gd name="connsiteX116" fmla="*/ 8761506 w 13158797"/>
              <a:gd name="connsiteY116" fmla="*/ 1509129 h 9456078"/>
              <a:gd name="connsiteX117" fmla="*/ 8798207 w 13158797"/>
              <a:gd name="connsiteY117" fmla="*/ 1476452 h 9456078"/>
              <a:gd name="connsiteX118" fmla="*/ 8835159 w 13158797"/>
              <a:gd name="connsiteY118" fmla="*/ 1444101 h 9456078"/>
              <a:gd name="connsiteX119" fmla="*/ 8872360 w 13158797"/>
              <a:gd name="connsiteY119" fmla="*/ 1412075 h 9456078"/>
              <a:gd name="connsiteX120" fmla="*/ 8909808 w 13158797"/>
              <a:gd name="connsiteY120" fmla="*/ 1380375 h 9456078"/>
              <a:gd name="connsiteX121" fmla="*/ 8947501 w 13158797"/>
              <a:gd name="connsiteY121" fmla="*/ 1349004 h 9456078"/>
              <a:gd name="connsiteX122" fmla="*/ 8985435 w 13158797"/>
              <a:gd name="connsiteY122" fmla="*/ 1317962 h 9456078"/>
              <a:gd name="connsiteX123" fmla="*/ 9023610 w 13158797"/>
              <a:gd name="connsiteY123" fmla="*/ 1287250 h 9456078"/>
              <a:gd name="connsiteX124" fmla="*/ 9062022 w 13158797"/>
              <a:gd name="connsiteY124" fmla="*/ 1256869 h 9456078"/>
              <a:gd name="connsiteX125" fmla="*/ 9100669 w 13158797"/>
              <a:gd name="connsiteY125" fmla="*/ 1226820 h 9456078"/>
              <a:gd name="connsiteX126" fmla="*/ 9139549 w 13158797"/>
              <a:gd name="connsiteY126" fmla="*/ 1197105 h 9456078"/>
              <a:gd name="connsiteX127" fmla="*/ 9178660 w 13158797"/>
              <a:gd name="connsiteY127" fmla="*/ 1167725 h 9456078"/>
              <a:gd name="connsiteX128" fmla="*/ 9217999 w 13158797"/>
              <a:gd name="connsiteY128" fmla="*/ 1138681 h 9456078"/>
              <a:gd name="connsiteX129" fmla="*/ 9257564 w 13158797"/>
              <a:gd name="connsiteY129" fmla="*/ 1109974 h 9456078"/>
              <a:gd name="connsiteX130" fmla="*/ 9297353 w 13158797"/>
              <a:gd name="connsiteY130" fmla="*/ 1081604 h 9456078"/>
              <a:gd name="connsiteX131" fmla="*/ 9337364 w 13158797"/>
              <a:gd name="connsiteY131" fmla="*/ 1053574 h 9456078"/>
              <a:gd name="connsiteX132" fmla="*/ 9377594 w 13158797"/>
              <a:gd name="connsiteY132" fmla="*/ 1025884 h 9456078"/>
              <a:gd name="connsiteX133" fmla="*/ 9418040 w 13158797"/>
              <a:gd name="connsiteY133" fmla="*/ 998536 h 9456078"/>
              <a:gd name="connsiteX134" fmla="*/ 9458702 w 13158797"/>
              <a:gd name="connsiteY134" fmla="*/ 971530 h 9456078"/>
              <a:gd name="connsiteX135" fmla="*/ 9499575 w 13158797"/>
              <a:gd name="connsiteY135" fmla="*/ 944868 h 9456078"/>
              <a:gd name="connsiteX136" fmla="*/ 9540659 w 13158797"/>
              <a:gd name="connsiteY136" fmla="*/ 918551 h 9456078"/>
              <a:gd name="connsiteX137" fmla="*/ 9581950 w 13158797"/>
              <a:gd name="connsiteY137" fmla="*/ 892580 h 9456078"/>
              <a:gd name="connsiteX138" fmla="*/ 9623447 w 13158797"/>
              <a:gd name="connsiteY138" fmla="*/ 866956 h 9456078"/>
              <a:gd name="connsiteX139" fmla="*/ 9665147 w 13158797"/>
              <a:gd name="connsiteY139" fmla="*/ 841681 h 9456078"/>
              <a:gd name="connsiteX140" fmla="*/ 9707048 w 13158797"/>
              <a:gd name="connsiteY140" fmla="*/ 816754 h 9456078"/>
              <a:gd name="connsiteX141" fmla="*/ 9749147 w 13158797"/>
              <a:gd name="connsiteY141" fmla="*/ 792179 h 9456078"/>
              <a:gd name="connsiteX142" fmla="*/ 9791443 w 13158797"/>
              <a:gd name="connsiteY142" fmla="*/ 767955 h 9456078"/>
              <a:gd name="connsiteX143" fmla="*/ 9833932 w 13158797"/>
              <a:gd name="connsiteY143" fmla="*/ 744083 h 9456078"/>
              <a:gd name="connsiteX144" fmla="*/ 9876613 w 13158797"/>
              <a:gd name="connsiteY144" fmla="*/ 720566 h 9456078"/>
              <a:gd name="connsiteX145" fmla="*/ 9919484 w 13158797"/>
              <a:gd name="connsiteY145" fmla="*/ 697404 h 9456078"/>
              <a:gd name="connsiteX146" fmla="*/ 9962542 w 13158797"/>
              <a:gd name="connsiteY146" fmla="*/ 674598 h 9456078"/>
              <a:gd name="connsiteX147" fmla="*/ 10005784 w 13158797"/>
              <a:gd name="connsiteY147" fmla="*/ 652149 h 9456078"/>
              <a:gd name="connsiteX148" fmla="*/ 10049209 w 13158797"/>
              <a:gd name="connsiteY148" fmla="*/ 630059 h 9456078"/>
              <a:gd name="connsiteX149" fmla="*/ 10092814 w 13158797"/>
              <a:gd name="connsiteY149" fmla="*/ 608328 h 9456078"/>
              <a:gd name="connsiteX150" fmla="*/ 10136597 w 13158797"/>
              <a:gd name="connsiteY150" fmla="*/ 586958 h 9456078"/>
              <a:gd name="connsiteX151" fmla="*/ 10180556 w 13158797"/>
              <a:gd name="connsiteY151" fmla="*/ 565950 h 9456078"/>
              <a:gd name="connsiteX152" fmla="*/ 10224688 w 13158797"/>
              <a:gd name="connsiteY152" fmla="*/ 545304 h 9456078"/>
              <a:gd name="connsiteX153" fmla="*/ 10268991 w 13158797"/>
              <a:gd name="connsiteY153" fmla="*/ 525023 h 9456078"/>
              <a:gd name="connsiteX154" fmla="*/ 10313463 w 13158797"/>
              <a:gd name="connsiteY154" fmla="*/ 505107 h 9456078"/>
              <a:gd name="connsiteX155" fmla="*/ 10358101 w 13158797"/>
              <a:gd name="connsiteY155" fmla="*/ 485558 h 9456078"/>
              <a:gd name="connsiteX156" fmla="*/ 10402903 w 13158797"/>
              <a:gd name="connsiteY156" fmla="*/ 466376 h 9456078"/>
              <a:gd name="connsiteX157" fmla="*/ 10447868 w 13158797"/>
              <a:gd name="connsiteY157" fmla="*/ 447563 h 9456078"/>
              <a:gd name="connsiteX158" fmla="*/ 10492991 w 13158797"/>
              <a:gd name="connsiteY158" fmla="*/ 429119 h 9456078"/>
              <a:gd name="connsiteX159" fmla="*/ 10538272 w 13158797"/>
              <a:gd name="connsiteY159" fmla="*/ 411046 h 9456078"/>
              <a:gd name="connsiteX160" fmla="*/ 10583708 w 13158797"/>
              <a:gd name="connsiteY160" fmla="*/ 393346 h 9456078"/>
              <a:gd name="connsiteX161" fmla="*/ 10629297 w 13158797"/>
              <a:gd name="connsiteY161" fmla="*/ 376018 h 9456078"/>
              <a:gd name="connsiteX162" fmla="*/ 10675036 w 13158797"/>
              <a:gd name="connsiteY162" fmla="*/ 359065 h 9456078"/>
              <a:gd name="connsiteX163" fmla="*/ 10720923 w 13158797"/>
              <a:gd name="connsiteY163" fmla="*/ 342487 h 9456078"/>
              <a:gd name="connsiteX164" fmla="*/ 10766956 w 13158797"/>
              <a:gd name="connsiteY164" fmla="*/ 326286 h 9456078"/>
              <a:gd name="connsiteX165" fmla="*/ 10813132 w 13158797"/>
              <a:gd name="connsiteY165" fmla="*/ 310462 h 9456078"/>
              <a:gd name="connsiteX166" fmla="*/ 10859450 w 13158797"/>
              <a:gd name="connsiteY166" fmla="*/ 295018 h 9456078"/>
              <a:gd name="connsiteX167" fmla="*/ 10905907 w 13158797"/>
              <a:gd name="connsiteY167" fmla="*/ 279953 h 9456078"/>
              <a:gd name="connsiteX168" fmla="*/ 10952500 w 13158797"/>
              <a:gd name="connsiteY168" fmla="*/ 265269 h 9456078"/>
              <a:gd name="connsiteX169" fmla="*/ 10999227 w 13158797"/>
              <a:gd name="connsiteY169" fmla="*/ 250968 h 9456078"/>
              <a:gd name="connsiteX170" fmla="*/ 11046087 w 13158797"/>
              <a:gd name="connsiteY170" fmla="*/ 237049 h 9456078"/>
              <a:gd name="connsiteX171" fmla="*/ 11093076 w 13158797"/>
              <a:gd name="connsiteY171" fmla="*/ 223516 h 9456078"/>
              <a:gd name="connsiteX172" fmla="*/ 11140193 w 13158797"/>
              <a:gd name="connsiteY172" fmla="*/ 210368 h 9456078"/>
              <a:gd name="connsiteX173" fmla="*/ 11187434 w 13158797"/>
              <a:gd name="connsiteY173" fmla="*/ 197606 h 9456078"/>
              <a:gd name="connsiteX174" fmla="*/ 11234799 w 13158797"/>
              <a:gd name="connsiteY174" fmla="*/ 185233 h 9456078"/>
              <a:gd name="connsiteX175" fmla="*/ 11282284 w 13158797"/>
              <a:gd name="connsiteY175" fmla="*/ 173248 h 9456078"/>
              <a:gd name="connsiteX176" fmla="*/ 11329888 w 13158797"/>
              <a:gd name="connsiteY176" fmla="*/ 161654 h 9456078"/>
              <a:gd name="connsiteX177" fmla="*/ 11377607 w 13158797"/>
              <a:gd name="connsiteY177" fmla="*/ 150451 h 9456078"/>
              <a:gd name="connsiteX178" fmla="*/ 11425440 w 13158797"/>
              <a:gd name="connsiteY178" fmla="*/ 139640 h 9456078"/>
              <a:gd name="connsiteX179" fmla="*/ 11473385 w 13158797"/>
              <a:gd name="connsiteY179" fmla="*/ 129223 h 9456078"/>
              <a:gd name="connsiteX180" fmla="*/ 11521439 w 13158797"/>
              <a:gd name="connsiteY180" fmla="*/ 119201 h 9456078"/>
              <a:gd name="connsiteX181" fmla="*/ 11569599 w 13158797"/>
              <a:gd name="connsiteY181" fmla="*/ 109574 h 9456078"/>
              <a:gd name="connsiteX182" fmla="*/ 11617864 w 13158797"/>
              <a:gd name="connsiteY182" fmla="*/ 100344 h 9456078"/>
              <a:gd name="connsiteX183" fmla="*/ 11666231 w 13158797"/>
              <a:gd name="connsiteY183" fmla="*/ 91512 h 9456078"/>
              <a:gd name="connsiteX184" fmla="*/ 11714698 w 13158797"/>
              <a:gd name="connsiteY184" fmla="*/ 83080 h 9456078"/>
              <a:gd name="connsiteX185" fmla="*/ 11763263 w 13158797"/>
              <a:gd name="connsiteY185" fmla="*/ 75047 h 9456078"/>
              <a:gd name="connsiteX186" fmla="*/ 11811923 w 13158797"/>
              <a:gd name="connsiteY186" fmla="*/ 67417 h 9456078"/>
              <a:gd name="connsiteX187" fmla="*/ 11860676 w 13158797"/>
              <a:gd name="connsiteY187" fmla="*/ 60188 h 9456078"/>
              <a:gd name="connsiteX188" fmla="*/ 11909519 w 13158797"/>
              <a:gd name="connsiteY188" fmla="*/ 53364 h 9456078"/>
              <a:gd name="connsiteX189" fmla="*/ 11958451 w 13158797"/>
              <a:gd name="connsiteY189" fmla="*/ 46944 h 9456078"/>
              <a:gd name="connsiteX190" fmla="*/ 12007470 w 13158797"/>
              <a:gd name="connsiteY190" fmla="*/ 40931 h 9456078"/>
              <a:gd name="connsiteX191" fmla="*/ 12056572 w 13158797"/>
              <a:gd name="connsiteY191" fmla="*/ 35324 h 9456078"/>
              <a:gd name="connsiteX192" fmla="*/ 12105756 w 13158797"/>
              <a:gd name="connsiteY192" fmla="*/ 30126 h 9456078"/>
              <a:gd name="connsiteX193" fmla="*/ 12155019 w 13158797"/>
              <a:gd name="connsiteY193" fmla="*/ 25337 h 9456078"/>
              <a:gd name="connsiteX194" fmla="*/ 12204359 w 13158797"/>
              <a:gd name="connsiteY194" fmla="*/ 20958 h 9456078"/>
              <a:gd name="connsiteX195" fmla="*/ 12253773 w 13158797"/>
              <a:gd name="connsiteY195" fmla="*/ 16991 h 9456078"/>
              <a:gd name="connsiteX196" fmla="*/ 12303260 w 13158797"/>
              <a:gd name="connsiteY196" fmla="*/ 13437 h 9456078"/>
              <a:gd name="connsiteX197" fmla="*/ 12352818 w 13158797"/>
              <a:gd name="connsiteY197" fmla="*/ 10297 h 9456078"/>
              <a:gd name="connsiteX198" fmla="*/ 12402443 w 13158797"/>
              <a:gd name="connsiteY198" fmla="*/ 7572 h 9456078"/>
              <a:gd name="connsiteX199" fmla="*/ 12452133 w 13158797"/>
              <a:gd name="connsiteY199" fmla="*/ 5263 h 9456078"/>
              <a:gd name="connsiteX200" fmla="*/ 12501887 w 13158797"/>
              <a:gd name="connsiteY200" fmla="*/ 3371 h 9456078"/>
              <a:gd name="connsiteX201" fmla="*/ 12551701 w 13158797"/>
              <a:gd name="connsiteY201" fmla="*/ 1898 h 9456078"/>
              <a:gd name="connsiteX202" fmla="*/ 12601574 w 13158797"/>
              <a:gd name="connsiteY202" fmla="*/ 844 h 9456078"/>
              <a:gd name="connsiteX203" fmla="*/ 12651504 w 13158797"/>
              <a:gd name="connsiteY203" fmla="*/ 211 h 9456078"/>
              <a:gd name="connsiteX204" fmla="*/ 12701487 w 13158797"/>
              <a:gd name="connsiteY204" fmla="*/ 0 h 9456078"/>
              <a:gd name="connsiteX205" fmla="*/ 13158798 w 13158797"/>
              <a:gd name="connsiteY205" fmla="*/ 0 h 94560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</a:cxnLst>
            <a:rect l="l" t="t" r="r" b="b"/>
            <a:pathLst>
              <a:path w="13158797" h="9456078">
                <a:moveTo>
                  <a:pt x="0" y="9456078"/>
                </a:moveTo>
                <a:lnTo>
                  <a:pt x="49977" y="9455836"/>
                </a:lnTo>
                <a:lnTo>
                  <a:pt x="99893" y="9455111"/>
                </a:lnTo>
                <a:lnTo>
                  <a:pt x="149742" y="9453904"/>
                </a:lnTo>
                <a:lnTo>
                  <a:pt x="199524" y="9452217"/>
                </a:lnTo>
                <a:lnTo>
                  <a:pt x="298870" y="9447409"/>
                </a:lnTo>
                <a:lnTo>
                  <a:pt x="348429" y="9444290"/>
                </a:lnTo>
                <a:lnTo>
                  <a:pt x="397907" y="9440698"/>
                </a:lnTo>
                <a:lnTo>
                  <a:pt x="447302" y="9436632"/>
                </a:lnTo>
                <a:lnTo>
                  <a:pt x="496610" y="9432096"/>
                </a:lnTo>
                <a:lnTo>
                  <a:pt x="545829" y="9427089"/>
                </a:lnTo>
                <a:lnTo>
                  <a:pt x="594956" y="9421615"/>
                </a:lnTo>
                <a:lnTo>
                  <a:pt x="643987" y="9415673"/>
                </a:lnTo>
                <a:lnTo>
                  <a:pt x="692920" y="9409267"/>
                </a:lnTo>
                <a:lnTo>
                  <a:pt x="741751" y="9402396"/>
                </a:lnTo>
                <a:lnTo>
                  <a:pt x="790478" y="9395063"/>
                </a:lnTo>
                <a:lnTo>
                  <a:pt x="839098" y="9387270"/>
                </a:lnTo>
                <a:lnTo>
                  <a:pt x="887607" y="9379017"/>
                </a:lnTo>
                <a:lnTo>
                  <a:pt x="936002" y="9370306"/>
                </a:lnTo>
                <a:lnTo>
                  <a:pt x="984281" y="9361139"/>
                </a:lnTo>
                <a:lnTo>
                  <a:pt x="1032440" y="9351517"/>
                </a:lnTo>
                <a:lnTo>
                  <a:pt x="1080477" y="9341441"/>
                </a:lnTo>
                <a:lnTo>
                  <a:pt x="1176172" y="9319936"/>
                </a:lnTo>
                <a:lnTo>
                  <a:pt x="1223823" y="9308509"/>
                </a:lnTo>
                <a:lnTo>
                  <a:pt x="1271339" y="9296635"/>
                </a:lnTo>
                <a:lnTo>
                  <a:pt x="1318719" y="9284315"/>
                </a:lnTo>
                <a:lnTo>
                  <a:pt x="1365957" y="9271550"/>
                </a:lnTo>
                <a:lnTo>
                  <a:pt x="1413052" y="9258342"/>
                </a:lnTo>
                <a:lnTo>
                  <a:pt x="1460000" y="9244693"/>
                </a:lnTo>
                <a:lnTo>
                  <a:pt x="1506799" y="9230604"/>
                </a:lnTo>
                <a:lnTo>
                  <a:pt x="1553445" y="9216076"/>
                </a:lnTo>
                <a:lnTo>
                  <a:pt x="1599935" y="9201111"/>
                </a:lnTo>
                <a:lnTo>
                  <a:pt x="1646267" y="9185710"/>
                </a:lnTo>
                <a:lnTo>
                  <a:pt x="1692437" y="9169876"/>
                </a:lnTo>
                <a:lnTo>
                  <a:pt x="1738442" y="9153608"/>
                </a:lnTo>
                <a:lnTo>
                  <a:pt x="1784280" y="9136910"/>
                </a:lnTo>
                <a:lnTo>
                  <a:pt x="1829947" y="9119782"/>
                </a:lnTo>
                <a:lnTo>
                  <a:pt x="1875440" y="9102226"/>
                </a:lnTo>
                <a:lnTo>
                  <a:pt x="1920756" y="9084243"/>
                </a:lnTo>
                <a:lnTo>
                  <a:pt x="1965893" y="9065835"/>
                </a:lnTo>
                <a:lnTo>
                  <a:pt x="2055615" y="9027750"/>
                </a:lnTo>
                <a:lnTo>
                  <a:pt x="2100195" y="9008075"/>
                </a:lnTo>
                <a:lnTo>
                  <a:pt x="2144582" y="8987981"/>
                </a:lnTo>
                <a:lnTo>
                  <a:pt x="2188775" y="8967470"/>
                </a:lnTo>
                <a:lnTo>
                  <a:pt x="2232770" y="8946542"/>
                </a:lnTo>
                <a:lnTo>
                  <a:pt x="2276564" y="8925199"/>
                </a:lnTo>
                <a:lnTo>
                  <a:pt x="2320154" y="8903443"/>
                </a:lnTo>
                <a:lnTo>
                  <a:pt x="2363538" y="8881275"/>
                </a:lnTo>
                <a:lnTo>
                  <a:pt x="2406711" y="8858697"/>
                </a:lnTo>
                <a:lnTo>
                  <a:pt x="2449672" y="8835710"/>
                </a:lnTo>
                <a:lnTo>
                  <a:pt x="2492417" y="8812316"/>
                </a:lnTo>
                <a:lnTo>
                  <a:pt x="2534943" y="8788516"/>
                </a:lnTo>
                <a:lnTo>
                  <a:pt x="2577247" y="8764311"/>
                </a:lnTo>
                <a:lnTo>
                  <a:pt x="2619326" y="8739704"/>
                </a:lnTo>
                <a:lnTo>
                  <a:pt x="2661177" y="8714695"/>
                </a:lnTo>
                <a:lnTo>
                  <a:pt x="2702797" y="8689286"/>
                </a:lnTo>
                <a:lnTo>
                  <a:pt x="2744183" y="8663479"/>
                </a:lnTo>
                <a:lnTo>
                  <a:pt x="2785333" y="8637274"/>
                </a:lnTo>
                <a:lnTo>
                  <a:pt x="2826242" y="8610675"/>
                </a:lnTo>
                <a:lnTo>
                  <a:pt x="2866908" y="8583681"/>
                </a:lnTo>
                <a:lnTo>
                  <a:pt x="2907329" y="8556295"/>
                </a:lnTo>
                <a:lnTo>
                  <a:pt x="2947500" y="8528517"/>
                </a:lnTo>
                <a:lnTo>
                  <a:pt x="2987419" y="8500351"/>
                </a:lnTo>
                <a:lnTo>
                  <a:pt x="3027083" y="8471796"/>
                </a:lnTo>
                <a:lnTo>
                  <a:pt x="3066489" y="8442854"/>
                </a:lnTo>
                <a:lnTo>
                  <a:pt x="3105634" y="8413528"/>
                </a:lnTo>
                <a:lnTo>
                  <a:pt x="3144515" y="8383818"/>
                </a:lnTo>
                <a:lnTo>
                  <a:pt x="3183129" y="8353726"/>
                </a:lnTo>
                <a:lnTo>
                  <a:pt x="3221473" y="8323253"/>
                </a:lnTo>
                <a:lnTo>
                  <a:pt x="3259544" y="8292401"/>
                </a:lnTo>
                <a:lnTo>
                  <a:pt x="3297339" y="8261172"/>
                </a:lnTo>
                <a:lnTo>
                  <a:pt x="3334854" y="8229566"/>
                </a:lnTo>
                <a:lnTo>
                  <a:pt x="3372087" y="8197585"/>
                </a:lnTo>
                <a:lnTo>
                  <a:pt x="3409035" y="8165232"/>
                </a:lnTo>
                <a:lnTo>
                  <a:pt x="3445695" y="8132507"/>
                </a:lnTo>
                <a:lnTo>
                  <a:pt x="3482064" y="8099411"/>
                </a:lnTo>
                <a:lnTo>
                  <a:pt x="3518139" y="8065947"/>
                </a:lnTo>
                <a:lnTo>
                  <a:pt x="3553916" y="8032115"/>
                </a:lnTo>
                <a:lnTo>
                  <a:pt x="3589393" y="7997918"/>
                </a:lnTo>
                <a:lnTo>
                  <a:pt x="3624567" y="7963356"/>
                </a:lnTo>
                <a:lnTo>
                  <a:pt x="3659435" y="7928432"/>
                </a:lnTo>
                <a:lnTo>
                  <a:pt x="3693994" y="7893146"/>
                </a:lnTo>
                <a:lnTo>
                  <a:pt x="3728240" y="7857501"/>
                </a:lnTo>
                <a:lnTo>
                  <a:pt x="3762171" y="7821497"/>
                </a:lnTo>
                <a:lnTo>
                  <a:pt x="3795783" y="7785136"/>
                </a:lnTo>
                <a:lnTo>
                  <a:pt x="3829075" y="7748420"/>
                </a:lnTo>
                <a:lnTo>
                  <a:pt x="3862042" y="7711350"/>
                </a:lnTo>
                <a:lnTo>
                  <a:pt x="3894682" y="7673928"/>
                </a:lnTo>
                <a:lnTo>
                  <a:pt x="3926991" y="7636155"/>
                </a:lnTo>
                <a:lnTo>
                  <a:pt x="3958967" y="7598032"/>
                </a:lnTo>
                <a:lnTo>
                  <a:pt x="3990607" y="7559561"/>
                </a:lnTo>
                <a:lnTo>
                  <a:pt x="4021907" y="7520744"/>
                </a:lnTo>
                <a:lnTo>
                  <a:pt x="4052865" y="7481582"/>
                </a:lnTo>
                <a:lnTo>
                  <a:pt x="4083478" y="7442077"/>
                </a:lnTo>
                <a:lnTo>
                  <a:pt x="8022311" y="2307814"/>
                </a:lnTo>
                <a:lnTo>
                  <a:pt x="8052902" y="2268285"/>
                </a:lnTo>
                <a:lnTo>
                  <a:pt x="8083796" y="2229056"/>
                </a:lnTo>
                <a:lnTo>
                  <a:pt x="8114989" y="2190127"/>
                </a:lnTo>
                <a:lnTo>
                  <a:pt x="8146479" y="2151500"/>
                </a:lnTo>
                <a:lnTo>
                  <a:pt x="8178264" y="2113176"/>
                </a:lnTo>
                <a:lnTo>
                  <a:pt x="8210341" y="2075157"/>
                </a:lnTo>
                <a:lnTo>
                  <a:pt x="8242709" y="2037442"/>
                </a:lnTo>
                <a:lnTo>
                  <a:pt x="8275365" y="2000034"/>
                </a:lnTo>
                <a:lnTo>
                  <a:pt x="8308307" y="1962934"/>
                </a:lnTo>
                <a:lnTo>
                  <a:pt x="8341532" y="1926142"/>
                </a:lnTo>
                <a:lnTo>
                  <a:pt x="8375038" y="1889660"/>
                </a:lnTo>
                <a:lnTo>
                  <a:pt x="8408823" y="1853489"/>
                </a:lnTo>
                <a:lnTo>
                  <a:pt x="8442885" y="1817630"/>
                </a:lnTo>
                <a:lnTo>
                  <a:pt x="8477221" y="1782084"/>
                </a:lnTo>
                <a:lnTo>
                  <a:pt x="8511829" y="1746853"/>
                </a:lnTo>
                <a:lnTo>
                  <a:pt x="8546706" y="1711937"/>
                </a:lnTo>
                <a:lnTo>
                  <a:pt x="8581851" y="1677337"/>
                </a:lnTo>
                <a:lnTo>
                  <a:pt x="8617261" y="1643056"/>
                </a:lnTo>
                <a:lnTo>
                  <a:pt x="8652934" y="1609093"/>
                </a:lnTo>
                <a:lnTo>
                  <a:pt x="8688867" y="1575450"/>
                </a:lnTo>
                <a:lnTo>
                  <a:pt x="8725058" y="1542128"/>
                </a:lnTo>
                <a:lnTo>
                  <a:pt x="8761506" y="1509129"/>
                </a:lnTo>
                <a:lnTo>
                  <a:pt x="8798207" y="1476452"/>
                </a:lnTo>
                <a:lnTo>
                  <a:pt x="8835159" y="1444101"/>
                </a:lnTo>
                <a:lnTo>
                  <a:pt x="8872360" y="1412075"/>
                </a:lnTo>
                <a:lnTo>
                  <a:pt x="8909808" y="1380375"/>
                </a:lnTo>
                <a:lnTo>
                  <a:pt x="8947501" y="1349004"/>
                </a:lnTo>
                <a:lnTo>
                  <a:pt x="8985435" y="1317962"/>
                </a:lnTo>
                <a:lnTo>
                  <a:pt x="9023610" y="1287250"/>
                </a:lnTo>
                <a:lnTo>
                  <a:pt x="9062022" y="1256869"/>
                </a:lnTo>
                <a:lnTo>
                  <a:pt x="9100669" y="1226820"/>
                </a:lnTo>
                <a:lnTo>
                  <a:pt x="9139549" y="1197105"/>
                </a:lnTo>
                <a:lnTo>
                  <a:pt x="9178660" y="1167725"/>
                </a:lnTo>
                <a:lnTo>
                  <a:pt x="9217999" y="1138681"/>
                </a:lnTo>
                <a:lnTo>
                  <a:pt x="9257564" y="1109974"/>
                </a:lnTo>
                <a:lnTo>
                  <a:pt x="9297353" y="1081604"/>
                </a:lnTo>
                <a:lnTo>
                  <a:pt x="9337364" y="1053574"/>
                </a:lnTo>
                <a:lnTo>
                  <a:pt x="9377594" y="1025884"/>
                </a:lnTo>
                <a:lnTo>
                  <a:pt x="9418040" y="998536"/>
                </a:lnTo>
                <a:lnTo>
                  <a:pt x="9458702" y="971530"/>
                </a:lnTo>
                <a:lnTo>
                  <a:pt x="9499575" y="944868"/>
                </a:lnTo>
                <a:lnTo>
                  <a:pt x="9540659" y="918551"/>
                </a:lnTo>
                <a:lnTo>
                  <a:pt x="9581950" y="892580"/>
                </a:lnTo>
                <a:lnTo>
                  <a:pt x="9623447" y="866956"/>
                </a:lnTo>
                <a:lnTo>
                  <a:pt x="9665147" y="841681"/>
                </a:lnTo>
                <a:lnTo>
                  <a:pt x="9707048" y="816754"/>
                </a:lnTo>
                <a:lnTo>
                  <a:pt x="9749147" y="792179"/>
                </a:lnTo>
                <a:lnTo>
                  <a:pt x="9791443" y="767955"/>
                </a:lnTo>
                <a:lnTo>
                  <a:pt x="9833932" y="744083"/>
                </a:lnTo>
                <a:lnTo>
                  <a:pt x="9876613" y="720566"/>
                </a:lnTo>
                <a:lnTo>
                  <a:pt x="9919484" y="697404"/>
                </a:lnTo>
                <a:lnTo>
                  <a:pt x="9962542" y="674598"/>
                </a:lnTo>
                <a:lnTo>
                  <a:pt x="10005784" y="652149"/>
                </a:lnTo>
                <a:lnTo>
                  <a:pt x="10049209" y="630059"/>
                </a:lnTo>
                <a:lnTo>
                  <a:pt x="10092814" y="608328"/>
                </a:lnTo>
                <a:lnTo>
                  <a:pt x="10136597" y="586958"/>
                </a:lnTo>
                <a:lnTo>
                  <a:pt x="10180556" y="565950"/>
                </a:lnTo>
                <a:lnTo>
                  <a:pt x="10224688" y="545304"/>
                </a:lnTo>
                <a:lnTo>
                  <a:pt x="10268991" y="525023"/>
                </a:lnTo>
                <a:lnTo>
                  <a:pt x="10313463" y="505107"/>
                </a:lnTo>
                <a:lnTo>
                  <a:pt x="10358101" y="485558"/>
                </a:lnTo>
                <a:lnTo>
                  <a:pt x="10402903" y="466376"/>
                </a:lnTo>
                <a:lnTo>
                  <a:pt x="10447868" y="447563"/>
                </a:lnTo>
                <a:lnTo>
                  <a:pt x="10492991" y="429119"/>
                </a:lnTo>
                <a:lnTo>
                  <a:pt x="10538272" y="411046"/>
                </a:lnTo>
                <a:lnTo>
                  <a:pt x="10583708" y="393346"/>
                </a:lnTo>
                <a:lnTo>
                  <a:pt x="10629297" y="376018"/>
                </a:lnTo>
                <a:lnTo>
                  <a:pt x="10675036" y="359065"/>
                </a:lnTo>
                <a:lnTo>
                  <a:pt x="10720923" y="342487"/>
                </a:lnTo>
                <a:lnTo>
                  <a:pt x="10766956" y="326286"/>
                </a:lnTo>
                <a:lnTo>
                  <a:pt x="10813132" y="310462"/>
                </a:lnTo>
                <a:lnTo>
                  <a:pt x="10859450" y="295018"/>
                </a:lnTo>
                <a:lnTo>
                  <a:pt x="10905907" y="279953"/>
                </a:lnTo>
                <a:lnTo>
                  <a:pt x="10952500" y="265269"/>
                </a:lnTo>
                <a:lnTo>
                  <a:pt x="10999227" y="250968"/>
                </a:lnTo>
                <a:lnTo>
                  <a:pt x="11046087" y="237049"/>
                </a:lnTo>
                <a:lnTo>
                  <a:pt x="11093076" y="223516"/>
                </a:lnTo>
                <a:lnTo>
                  <a:pt x="11140193" y="210368"/>
                </a:lnTo>
                <a:lnTo>
                  <a:pt x="11187434" y="197606"/>
                </a:lnTo>
                <a:lnTo>
                  <a:pt x="11234799" y="185233"/>
                </a:lnTo>
                <a:lnTo>
                  <a:pt x="11282284" y="173248"/>
                </a:lnTo>
                <a:lnTo>
                  <a:pt x="11329888" y="161654"/>
                </a:lnTo>
                <a:lnTo>
                  <a:pt x="11377607" y="150451"/>
                </a:lnTo>
                <a:lnTo>
                  <a:pt x="11425440" y="139640"/>
                </a:lnTo>
                <a:lnTo>
                  <a:pt x="11473385" y="129223"/>
                </a:lnTo>
                <a:lnTo>
                  <a:pt x="11521439" y="119201"/>
                </a:lnTo>
                <a:lnTo>
                  <a:pt x="11569599" y="109574"/>
                </a:lnTo>
                <a:lnTo>
                  <a:pt x="11617864" y="100344"/>
                </a:lnTo>
                <a:lnTo>
                  <a:pt x="11666231" y="91512"/>
                </a:lnTo>
                <a:lnTo>
                  <a:pt x="11714698" y="83080"/>
                </a:lnTo>
                <a:lnTo>
                  <a:pt x="11763263" y="75047"/>
                </a:lnTo>
                <a:lnTo>
                  <a:pt x="11811923" y="67417"/>
                </a:lnTo>
                <a:lnTo>
                  <a:pt x="11860676" y="60188"/>
                </a:lnTo>
                <a:lnTo>
                  <a:pt x="11909519" y="53364"/>
                </a:lnTo>
                <a:lnTo>
                  <a:pt x="11958451" y="46944"/>
                </a:lnTo>
                <a:lnTo>
                  <a:pt x="12007470" y="40931"/>
                </a:lnTo>
                <a:lnTo>
                  <a:pt x="12056572" y="35324"/>
                </a:lnTo>
                <a:lnTo>
                  <a:pt x="12105756" y="30126"/>
                </a:lnTo>
                <a:lnTo>
                  <a:pt x="12155019" y="25337"/>
                </a:lnTo>
                <a:lnTo>
                  <a:pt x="12204359" y="20958"/>
                </a:lnTo>
                <a:lnTo>
                  <a:pt x="12253773" y="16991"/>
                </a:lnTo>
                <a:lnTo>
                  <a:pt x="12303260" y="13437"/>
                </a:lnTo>
                <a:lnTo>
                  <a:pt x="12352818" y="10297"/>
                </a:lnTo>
                <a:lnTo>
                  <a:pt x="12402443" y="7572"/>
                </a:lnTo>
                <a:lnTo>
                  <a:pt x="12452133" y="5263"/>
                </a:lnTo>
                <a:lnTo>
                  <a:pt x="12501887" y="3371"/>
                </a:lnTo>
                <a:lnTo>
                  <a:pt x="12551701" y="1898"/>
                </a:lnTo>
                <a:lnTo>
                  <a:pt x="12601574" y="844"/>
                </a:lnTo>
                <a:lnTo>
                  <a:pt x="12651504" y="211"/>
                </a:lnTo>
                <a:lnTo>
                  <a:pt x="12701487" y="0"/>
                </a:lnTo>
                <a:lnTo>
                  <a:pt x="13158798" y="0"/>
                </a:lnTo>
              </a:path>
            </a:pathLst>
          </a:custGeom>
          <a:ln w="19050">
            <a:solidFill>
              <a:schemeClr val="accent2"/>
            </a:solidFill>
          </a:ln>
        </p:spPr>
        <p:txBody>
          <a:bodyPr wrap="square" lIns="0" tIns="0" rIns="0" bIns="0" rtlCol="0"/>
          <a:lstStyle/>
          <a:p>
            <a:pPr marL="0" marR="0" lvl="0" indent="0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13" name="Text Placeholder 3">
            <a:extLst>
              <a:ext uri="{FF2B5EF4-FFF2-40B4-BE49-F238E27FC236}">
                <a16:creationId xmlns:a16="http://schemas.microsoft.com/office/drawing/2014/main" id="{F53E2E6E-222A-F591-1663-CA402B732DC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07988" y="2938015"/>
            <a:ext cx="4167530" cy="2783977"/>
          </a:xfrm>
          <a:prstGeom prst="rect">
            <a:avLst/>
          </a:prstGeom>
        </p:spPr>
        <p:txBody>
          <a:bodyPr lIns="0" tIns="0" rIns="0" bIns="0" anchor="b" anchorCtr="0"/>
          <a:lstStyle>
            <a:lvl1pPr marL="0" indent="0">
              <a:buNone/>
              <a:defRPr sz="3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</a:lstStyle>
          <a:p>
            <a:pPr lvl="0"/>
            <a:r>
              <a:rPr lang="en-US" err="1"/>
              <a:t>Título</a:t>
            </a:r>
            <a:r>
              <a:rPr lang="en-US"/>
              <a:t> Template</a:t>
            </a:r>
          </a:p>
          <a:p>
            <a:pPr lvl="0"/>
            <a:r>
              <a:rPr lang="en-US" err="1"/>
              <a:t>Padrão</a:t>
            </a:r>
            <a:r>
              <a:rPr lang="en-US"/>
              <a:t> </a:t>
            </a:r>
            <a:r>
              <a:rPr lang="en-US" err="1"/>
              <a:t>Exemplo</a:t>
            </a:r>
            <a:endParaRPr lang="en-US"/>
          </a:p>
        </p:txBody>
      </p:sp>
      <p:sp>
        <p:nvSpPr>
          <p:cNvPr id="14" name="Text Placeholder 15">
            <a:extLst>
              <a:ext uri="{FF2B5EF4-FFF2-40B4-BE49-F238E27FC236}">
                <a16:creationId xmlns:a16="http://schemas.microsoft.com/office/drawing/2014/main" id="{96110406-75EA-FDCF-8EC5-7273399369D0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07988" y="5722315"/>
            <a:ext cx="4167530" cy="997297"/>
          </a:xfrm>
          <a:prstGeom prst="rect">
            <a:avLst/>
          </a:prstGeom>
        </p:spPr>
        <p:txBody>
          <a:bodyPr lIns="0" tIns="0" rIns="0" bIns="0"/>
          <a:lstStyle>
            <a:lvl1pPr>
              <a:defRPr lang="en-US" sz="2000" b="1" i="0" u="none" strike="noStrike" kern="1200" cap="none" dirty="0" smtClean="0">
                <a:solidFill>
                  <a:schemeClr val="bg1"/>
                </a:solidFill>
                <a:latin typeface="Versos"/>
                <a:ea typeface="+mj-ea"/>
                <a:cs typeface="+mj-cs"/>
                <a:sym typeface="Arial"/>
              </a:defRPr>
            </a:lvl1pPr>
            <a:lvl2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2pPr>
            <a:lvl3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3pPr>
            <a:lvl4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4pPr>
            <a:lvl5pPr>
              <a:defRPr lang="pt-BR" sz="2000" b="1" i="0" u="none" strike="noStrike" kern="1200" cap="none" dirty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pt-BR" sz="2000" b="1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</a:rPr>
              <a:t>FIC FIM EXEMPLO</a:t>
            </a:r>
            <a:endParaRPr lang="pt-BR"/>
          </a:p>
        </p:txBody>
      </p:sp>
      <p:sp>
        <p:nvSpPr>
          <p:cNvPr id="22" name="Text Placeholder 20">
            <a:extLst>
              <a:ext uri="{FF2B5EF4-FFF2-40B4-BE49-F238E27FC236}">
                <a16:creationId xmlns:a16="http://schemas.microsoft.com/office/drawing/2014/main" id="{D681B05B-2386-9C81-6A6D-BFFEF6DED57D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096001" y="5804626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23" name="Text Placeholder 20">
            <a:extLst>
              <a:ext uri="{FF2B5EF4-FFF2-40B4-BE49-F238E27FC236}">
                <a16:creationId xmlns:a16="http://schemas.microsoft.com/office/drawing/2014/main" id="{ACB2D47A-729B-16A4-3FD8-0779C01BA71B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7766084" y="5804626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24" name="Text Placeholder 20">
            <a:extLst>
              <a:ext uri="{FF2B5EF4-FFF2-40B4-BE49-F238E27FC236}">
                <a16:creationId xmlns:a16="http://schemas.microsoft.com/office/drawing/2014/main" id="{6392F700-2642-3814-0747-D0EBAE5EE8DA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9436009" y="5804626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25" name="Text Placeholder 41">
            <a:extLst>
              <a:ext uri="{FF2B5EF4-FFF2-40B4-BE49-F238E27FC236}">
                <a16:creationId xmlns:a16="http://schemas.microsoft.com/office/drawing/2014/main" id="{157C41B9-AF41-31A7-3A0A-19B45968B487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6096001" y="5597734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6" name="Text Placeholder 41">
            <a:extLst>
              <a:ext uri="{FF2B5EF4-FFF2-40B4-BE49-F238E27FC236}">
                <a16:creationId xmlns:a16="http://schemas.microsoft.com/office/drawing/2014/main" id="{3517E57F-3F51-7633-EEE2-B42F36DCEDB6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7766083" y="5597734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7" name="Text Placeholder 41">
            <a:extLst>
              <a:ext uri="{FF2B5EF4-FFF2-40B4-BE49-F238E27FC236}">
                <a16:creationId xmlns:a16="http://schemas.microsoft.com/office/drawing/2014/main" id="{87E0728A-5639-44E4-17A8-459EA60420AA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9436008" y="5597734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8" name="Text Placeholder 17">
            <a:extLst>
              <a:ext uri="{FF2B5EF4-FFF2-40B4-BE49-F238E27FC236}">
                <a16:creationId xmlns:a16="http://schemas.microsoft.com/office/drawing/2014/main" id="{46268A65-19CA-59CF-EB3E-096ECD0A6AD9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096000" y="5300937"/>
            <a:ext cx="4789394" cy="200722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accent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Área de atuação</a:t>
            </a:r>
          </a:p>
        </p:txBody>
      </p:sp>
    </p:spTree>
    <p:extLst>
      <p:ext uri="{BB962C8B-B14F-4D97-AF65-F5344CB8AC3E}">
        <p14:creationId xmlns:p14="http://schemas.microsoft.com/office/powerpoint/2010/main" val="239496286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156">
          <p15:clr>
            <a:srgbClr val="FBAE40"/>
          </p15:clr>
        </p15:guide>
        <p15:guide id="2" orient="horz" pos="2286">
          <p15:clr>
            <a:srgbClr val="FBAE40"/>
          </p15:clr>
        </p15:guide>
        <p15:guide id="3" pos="4516">
          <p15:clr>
            <a:srgbClr val="FBAE40"/>
          </p15:clr>
        </p15:guide>
        <p15:guide id="4" orient="horz" pos="2424">
          <p15:clr>
            <a:srgbClr val="FBAE40"/>
          </p15:clr>
        </p15:guide>
        <p15:guide id="5" orient="horz" pos="334">
          <p15:clr>
            <a:srgbClr val="FBAE40"/>
          </p15:clr>
        </p15:guide>
        <p15:guide id="6" orient="horz" pos="196">
          <p15:clr>
            <a:srgbClr val="FBAE40"/>
          </p15:clr>
        </p15:guide>
      </p15:sldGuideLst>
    </p:ext>
  </p:extLst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Divisória - Foto">
    <p:bg>
      <p:bgPr>
        <a:gradFill>
          <a:gsLst>
            <a:gs pos="0">
              <a:schemeClr val="tx1">
                <a:lumMod val="95000"/>
                <a:lumOff val="5000"/>
              </a:schemeClr>
            </a:gs>
            <a:gs pos="100000">
              <a:schemeClr val="tx1">
                <a:lumMod val="85000"/>
                <a:lumOff val="15000"/>
              </a:schemeClr>
            </a:gs>
            <a:gs pos="49000">
              <a:schemeClr val="tx1">
                <a:lumMod val="95000"/>
                <a:lumOff val="5000"/>
              </a:schemeClr>
            </a:gs>
          </a:gsLst>
          <a:lin ang="4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>
            <a:extLst>
              <a:ext uri="{FF2B5EF4-FFF2-40B4-BE49-F238E27FC236}">
                <a16:creationId xmlns:a16="http://schemas.microsoft.com/office/drawing/2014/main" id="{54A7A786-F7A7-EC4D-1E36-93517BEA1F73}"/>
              </a:ext>
            </a:extLst>
          </p:cNvPr>
          <p:cNvSpPr>
            <a:spLocks noGrp="1"/>
          </p:cNvSpPr>
          <p:nvPr>
            <p:ph type="pic" sz="quarter" idx="25"/>
          </p:nvPr>
        </p:nvSpPr>
        <p:spPr>
          <a:xfrm>
            <a:off x="0" y="0"/>
            <a:ext cx="12192000" cy="6858000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accent2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pt-BR"/>
          </a:p>
        </p:txBody>
      </p:sp>
      <p:sp>
        <p:nvSpPr>
          <p:cNvPr id="13" name="Text Placeholder 3">
            <a:extLst>
              <a:ext uri="{FF2B5EF4-FFF2-40B4-BE49-F238E27FC236}">
                <a16:creationId xmlns:a16="http://schemas.microsoft.com/office/drawing/2014/main" id="{F53E2E6E-222A-F591-1663-CA402B732DC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07988" y="2938015"/>
            <a:ext cx="4167530" cy="2783977"/>
          </a:xfrm>
          <a:prstGeom prst="rect">
            <a:avLst/>
          </a:prstGeom>
        </p:spPr>
        <p:txBody>
          <a:bodyPr lIns="0" tIns="0" rIns="0" bIns="0" anchor="b" anchorCtr="0"/>
          <a:lstStyle>
            <a:lvl1pPr marL="0" indent="0">
              <a:buNone/>
              <a:defRPr sz="3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</a:lstStyle>
          <a:p>
            <a:pPr lvl="0"/>
            <a:r>
              <a:rPr lang="en-US" err="1"/>
              <a:t>Título</a:t>
            </a:r>
            <a:r>
              <a:rPr lang="en-US"/>
              <a:t> Template</a:t>
            </a:r>
          </a:p>
          <a:p>
            <a:pPr lvl="0"/>
            <a:r>
              <a:rPr lang="en-US" err="1"/>
              <a:t>Padrão</a:t>
            </a:r>
            <a:r>
              <a:rPr lang="en-US"/>
              <a:t> </a:t>
            </a:r>
            <a:r>
              <a:rPr lang="en-US" err="1"/>
              <a:t>Exemplo</a:t>
            </a:r>
            <a:endParaRPr lang="en-US"/>
          </a:p>
        </p:txBody>
      </p:sp>
      <p:sp>
        <p:nvSpPr>
          <p:cNvPr id="14" name="Text Placeholder 15">
            <a:extLst>
              <a:ext uri="{FF2B5EF4-FFF2-40B4-BE49-F238E27FC236}">
                <a16:creationId xmlns:a16="http://schemas.microsoft.com/office/drawing/2014/main" id="{96110406-75EA-FDCF-8EC5-7273399369D0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07988" y="5722315"/>
            <a:ext cx="4167530" cy="997297"/>
          </a:xfrm>
          <a:prstGeom prst="rect">
            <a:avLst/>
          </a:prstGeom>
        </p:spPr>
        <p:txBody>
          <a:bodyPr lIns="0" tIns="0" rIns="0" bIns="0"/>
          <a:lstStyle>
            <a:lvl1pPr>
              <a:defRPr lang="en-US" sz="2000" b="1" i="0" u="none" strike="noStrike" kern="1200" cap="none" dirty="0" smtClean="0">
                <a:solidFill>
                  <a:schemeClr val="bg1"/>
                </a:solidFill>
                <a:latin typeface="Versos"/>
                <a:ea typeface="+mj-ea"/>
                <a:cs typeface="+mj-cs"/>
                <a:sym typeface="Arial"/>
              </a:defRPr>
            </a:lvl1pPr>
            <a:lvl2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2pPr>
            <a:lvl3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3pPr>
            <a:lvl4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4pPr>
            <a:lvl5pPr>
              <a:defRPr lang="pt-BR" sz="2000" b="1" i="0" u="none" strike="noStrike" kern="1200" cap="none" dirty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pt-BR" sz="2000" b="1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</a:rPr>
              <a:t>FIC FIM EXEMPLO</a:t>
            </a:r>
            <a:endParaRPr lang="pt-BR"/>
          </a:p>
        </p:txBody>
      </p:sp>
      <p:sp>
        <p:nvSpPr>
          <p:cNvPr id="22" name="Text Placeholder 20">
            <a:extLst>
              <a:ext uri="{FF2B5EF4-FFF2-40B4-BE49-F238E27FC236}">
                <a16:creationId xmlns:a16="http://schemas.microsoft.com/office/drawing/2014/main" id="{D681B05B-2386-9C81-6A6D-BFFEF6DED57D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096001" y="5804626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23" name="Text Placeholder 20">
            <a:extLst>
              <a:ext uri="{FF2B5EF4-FFF2-40B4-BE49-F238E27FC236}">
                <a16:creationId xmlns:a16="http://schemas.microsoft.com/office/drawing/2014/main" id="{ACB2D47A-729B-16A4-3FD8-0779C01BA71B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7766084" y="5804626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24" name="Text Placeholder 20">
            <a:extLst>
              <a:ext uri="{FF2B5EF4-FFF2-40B4-BE49-F238E27FC236}">
                <a16:creationId xmlns:a16="http://schemas.microsoft.com/office/drawing/2014/main" id="{6392F700-2642-3814-0747-D0EBAE5EE8DA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9436009" y="5804626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25" name="Text Placeholder 41">
            <a:extLst>
              <a:ext uri="{FF2B5EF4-FFF2-40B4-BE49-F238E27FC236}">
                <a16:creationId xmlns:a16="http://schemas.microsoft.com/office/drawing/2014/main" id="{157C41B9-AF41-31A7-3A0A-19B45968B487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6096001" y="5597734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6" name="Text Placeholder 41">
            <a:extLst>
              <a:ext uri="{FF2B5EF4-FFF2-40B4-BE49-F238E27FC236}">
                <a16:creationId xmlns:a16="http://schemas.microsoft.com/office/drawing/2014/main" id="{3517E57F-3F51-7633-EEE2-B42F36DCEDB6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7766083" y="5597734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7" name="Text Placeholder 41">
            <a:extLst>
              <a:ext uri="{FF2B5EF4-FFF2-40B4-BE49-F238E27FC236}">
                <a16:creationId xmlns:a16="http://schemas.microsoft.com/office/drawing/2014/main" id="{87E0728A-5639-44E4-17A8-459EA60420AA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9436008" y="5597734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8" name="Text Placeholder 17">
            <a:extLst>
              <a:ext uri="{FF2B5EF4-FFF2-40B4-BE49-F238E27FC236}">
                <a16:creationId xmlns:a16="http://schemas.microsoft.com/office/drawing/2014/main" id="{46268A65-19CA-59CF-EB3E-096ECD0A6AD9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096000" y="5300937"/>
            <a:ext cx="4789394" cy="200722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Área de atuação</a:t>
            </a:r>
          </a:p>
        </p:txBody>
      </p:sp>
    </p:spTree>
    <p:extLst>
      <p:ext uri="{BB962C8B-B14F-4D97-AF65-F5344CB8AC3E}">
        <p14:creationId xmlns:p14="http://schemas.microsoft.com/office/powerpoint/2010/main" val="97945804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156">
          <p15:clr>
            <a:srgbClr val="FBAE40"/>
          </p15:clr>
        </p15:guide>
        <p15:guide id="2" orient="horz" pos="2286">
          <p15:clr>
            <a:srgbClr val="FBAE40"/>
          </p15:clr>
        </p15:guide>
        <p15:guide id="3" pos="4516">
          <p15:clr>
            <a:srgbClr val="FBAE40"/>
          </p15:clr>
        </p15:guide>
        <p15:guide id="4" orient="horz" pos="2424">
          <p15:clr>
            <a:srgbClr val="FBAE40"/>
          </p15:clr>
        </p15:guide>
        <p15:guide id="5" orient="horz" pos="334">
          <p15:clr>
            <a:srgbClr val="FBAE40"/>
          </p15:clr>
        </p15:guide>
        <p15:guide id="6" orient="horz" pos="196">
          <p15:clr>
            <a:srgbClr val="FBAE40"/>
          </p15:clr>
        </p15:guide>
      </p15:sldGuideLst>
    </p:ext>
  </p:extLst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Índice | Padrão - Branc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Espaço Reservado para Número de Slide 5">
            <a:extLst>
              <a:ext uri="{FF2B5EF4-FFF2-40B4-BE49-F238E27FC236}">
                <a16:creationId xmlns:a16="http://schemas.microsoft.com/office/drawing/2014/main" id="{1C9AF77E-9895-4AC7-A1DF-EE12ACB0EE6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defRPr sz="11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pPr marL="20023">
              <a:lnSpc>
                <a:spcPct val="100000"/>
              </a:lnSpc>
              <a:spcBef>
                <a:spcPts val="45"/>
              </a:spcBef>
            </a:pPr>
            <a:fld id="{81D60167-4931-47E6-BA6A-407CBD079E47}" type="slidenum">
              <a:rPr lang="pt-BR" spc="-15" smtClean="0"/>
              <a:pPr marL="20023">
                <a:lnSpc>
                  <a:spcPct val="100000"/>
                </a:lnSpc>
                <a:spcBef>
                  <a:spcPts val="45"/>
                </a:spcBef>
              </a:pPr>
              <a:t>‹#›</a:t>
            </a:fld>
            <a:endParaRPr lang="pt-BR" spc="-15"/>
          </a:p>
        </p:txBody>
      </p:sp>
      <p:sp>
        <p:nvSpPr>
          <p:cNvPr id="12" name="Text Placeholder 3">
            <a:extLst>
              <a:ext uri="{FF2B5EF4-FFF2-40B4-BE49-F238E27FC236}">
                <a16:creationId xmlns:a16="http://schemas.microsoft.com/office/drawing/2014/main" id="{050BAD04-1FFE-3E42-A1B1-BDD8FE7DA82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tx1">
                    <a:lumMod val="85000"/>
                    <a:lumOff val="15000"/>
                  </a:schemeClr>
                </a:solidFill>
              </a:defRPr>
            </a:lvl1pPr>
          </a:lstStyle>
          <a:p>
            <a:pPr lvl="0"/>
            <a:r>
              <a:rPr lang="en-US" err="1"/>
              <a:t>Índice</a:t>
            </a:r>
            <a:r>
              <a:rPr lang="en-US"/>
              <a:t> | </a:t>
            </a:r>
            <a:r>
              <a:rPr lang="en-US" err="1"/>
              <a:t>Padrão</a:t>
            </a:r>
            <a:endParaRPr lang="en-US"/>
          </a:p>
        </p:txBody>
      </p:sp>
      <p:sp>
        <p:nvSpPr>
          <p:cNvPr id="14" name="Text Placeholder 10">
            <a:extLst>
              <a:ext uri="{FF2B5EF4-FFF2-40B4-BE49-F238E27FC236}">
                <a16:creationId xmlns:a16="http://schemas.microsoft.com/office/drawing/2014/main" id="{27D03C84-7D32-1C70-A8E9-63EA0F348C1F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defRPr sz="900" baseline="0">
                <a:solidFill>
                  <a:schemeClr val="tx1">
                    <a:lumMod val="85000"/>
                    <a:lumOff val="15000"/>
                  </a:schemeClr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2" name="Text Placeholder 8">
            <a:extLst>
              <a:ext uri="{FF2B5EF4-FFF2-40B4-BE49-F238E27FC236}">
                <a16:creationId xmlns:a16="http://schemas.microsoft.com/office/drawing/2014/main" id="{9D8C61F7-2206-D64F-31E1-979FA329DE03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334964" y="1268415"/>
            <a:ext cx="11522075" cy="5076824"/>
          </a:xfrm>
          <a:prstGeom prst="rect">
            <a:avLst/>
          </a:prstGeom>
        </p:spPr>
        <p:txBody>
          <a:bodyPr wrap="square" lIns="0" tIns="0" rIns="0" bIns="0" numCol="2">
            <a:noAutofit/>
          </a:bodyPr>
          <a:lstStyle>
            <a:lvl1pPr marL="35998" indent="0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tx1">
                    <a:lumMod val="85000"/>
                    <a:lumOff val="15000"/>
                  </a:schemeClr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endParaRPr lang="en-US"/>
          </a:p>
          <a:p>
            <a:pPr lvl="0"/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endParaRPr lang="en-US"/>
          </a:p>
          <a:p>
            <a:pPr lvl="0"/>
            <a:endParaRPr lang="en-US"/>
          </a:p>
        </p:txBody>
      </p:sp>
      <p:sp>
        <p:nvSpPr>
          <p:cNvPr id="4" name="Picture 8">
            <a:extLst>
              <a:ext uri="{FF2B5EF4-FFF2-40B4-BE49-F238E27FC236}">
                <a16:creationId xmlns:a16="http://schemas.microsoft.com/office/drawing/2014/main" id="{EA4336CC-56F4-E024-5FA4-922FCB6B45F5}"/>
              </a:ext>
            </a:extLst>
          </p:cNvPr>
          <p:cNvSpPr/>
          <p:nvPr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tx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/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2AC9EC34-0046-3354-FEAE-146185321E73}"/>
              </a:ext>
            </a:extLst>
          </p:cNvPr>
          <p:cNvCxnSpPr>
            <a:cxnSpLocks/>
          </p:cNvCxnSpPr>
          <p:nvPr/>
        </p:nvCxnSpPr>
        <p:spPr>
          <a:xfrm>
            <a:off x="1" y="169333"/>
            <a:ext cx="12229571" cy="0"/>
          </a:xfrm>
          <a:prstGeom prst="line">
            <a:avLst/>
          </a:prstGeom>
          <a:ln w="190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object 4">
            <a:extLst>
              <a:ext uri="{FF2B5EF4-FFF2-40B4-BE49-F238E27FC236}">
                <a16:creationId xmlns:a16="http://schemas.microsoft.com/office/drawing/2014/main" id="{CEA43F7C-5165-0414-8BF4-D266CF3B3FAB}"/>
              </a:ext>
            </a:extLst>
          </p:cNvPr>
          <p:cNvSpPr/>
          <p:nvPr/>
        </p:nvSpPr>
        <p:spPr>
          <a:xfrm rot="10247908" flipH="1">
            <a:off x="4106509" y="-4146683"/>
            <a:ext cx="8001039" cy="5749648"/>
          </a:xfrm>
          <a:custGeom>
            <a:avLst/>
            <a:gdLst>
              <a:gd name="connsiteX0" fmla="*/ 0 w 13940157"/>
              <a:gd name="connsiteY0" fmla="*/ 9200719 h 9456078"/>
              <a:gd name="connsiteX1" fmla="*/ 781360 w 13940157"/>
              <a:gd name="connsiteY1" fmla="*/ 9456078 h 9456078"/>
              <a:gd name="connsiteX2" fmla="*/ 831337 w 13940157"/>
              <a:gd name="connsiteY2" fmla="*/ 9455836 h 9456078"/>
              <a:gd name="connsiteX3" fmla="*/ 881253 w 13940157"/>
              <a:gd name="connsiteY3" fmla="*/ 9455111 h 9456078"/>
              <a:gd name="connsiteX4" fmla="*/ 931102 w 13940157"/>
              <a:gd name="connsiteY4" fmla="*/ 9453904 h 9456078"/>
              <a:gd name="connsiteX5" fmla="*/ 980884 w 13940157"/>
              <a:gd name="connsiteY5" fmla="*/ 9452217 h 9456078"/>
              <a:gd name="connsiteX6" fmla="*/ 1030594 w 13940157"/>
              <a:gd name="connsiteY6" fmla="*/ 9450052 h 9456078"/>
              <a:gd name="connsiteX7" fmla="*/ 1080230 w 13940157"/>
              <a:gd name="connsiteY7" fmla="*/ 9447409 h 9456078"/>
              <a:gd name="connsiteX8" fmla="*/ 1129789 w 13940157"/>
              <a:gd name="connsiteY8" fmla="*/ 9444290 h 9456078"/>
              <a:gd name="connsiteX9" fmla="*/ 1179267 w 13940157"/>
              <a:gd name="connsiteY9" fmla="*/ 9440698 h 9456078"/>
              <a:gd name="connsiteX10" fmla="*/ 1228662 w 13940157"/>
              <a:gd name="connsiteY10" fmla="*/ 9436632 h 9456078"/>
              <a:gd name="connsiteX11" fmla="*/ 1277970 w 13940157"/>
              <a:gd name="connsiteY11" fmla="*/ 9432096 h 9456078"/>
              <a:gd name="connsiteX12" fmla="*/ 1327189 w 13940157"/>
              <a:gd name="connsiteY12" fmla="*/ 9427089 h 9456078"/>
              <a:gd name="connsiteX13" fmla="*/ 1376316 w 13940157"/>
              <a:gd name="connsiteY13" fmla="*/ 9421615 h 9456078"/>
              <a:gd name="connsiteX14" fmla="*/ 1425347 w 13940157"/>
              <a:gd name="connsiteY14" fmla="*/ 9415673 h 9456078"/>
              <a:gd name="connsiteX15" fmla="*/ 1474280 w 13940157"/>
              <a:gd name="connsiteY15" fmla="*/ 9409267 h 9456078"/>
              <a:gd name="connsiteX16" fmla="*/ 1523111 w 13940157"/>
              <a:gd name="connsiteY16" fmla="*/ 9402396 h 9456078"/>
              <a:gd name="connsiteX17" fmla="*/ 1571838 w 13940157"/>
              <a:gd name="connsiteY17" fmla="*/ 9395063 h 9456078"/>
              <a:gd name="connsiteX18" fmla="*/ 1620458 w 13940157"/>
              <a:gd name="connsiteY18" fmla="*/ 9387270 h 9456078"/>
              <a:gd name="connsiteX19" fmla="*/ 1668967 w 13940157"/>
              <a:gd name="connsiteY19" fmla="*/ 9379017 h 9456078"/>
              <a:gd name="connsiteX20" fmla="*/ 1717362 w 13940157"/>
              <a:gd name="connsiteY20" fmla="*/ 9370306 h 9456078"/>
              <a:gd name="connsiteX21" fmla="*/ 1765641 w 13940157"/>
              <a:gd name="connsiteY21" fmla="*/ 9361139 h 9456078"/>
              <a:gd name="connsiteX22" fmla="*/ 1813800 w 13940157"/>
              <a:gd name="connsiteY22" fmla="*/ 9351517 h 9456078"/>
              <a:gd name="connsiteX23" fmla="*/ 1861837 w 13940157"/>
              <a:gd name="connsiteY23" fmla="*/ 9341441 h 9456078"/>
              <a:gd name="connsiteX24" fmla="*/ 1909749 w 13940157"/>
              <a:gd name="connsiteY24" fmla="*/ 9330914 h 9456078"/>
              <a:gd name="connsiteX25" fmla="*/ 1957532 w 13940157"/>
              <a:gd name="connsiteY25" fmla="*/ 9319936 h 9456078"/>
              <a:gd name="connsiteX26" fmla="*/ 2005183 w 13940157"/>
              <a:gd name="connsiteY26" fmla="*/ 9308509 h 9456078"/>
              <a:gd name="connsiteX27" fmla="*/ 2052699 w 13940157"/>
              <a:gd name="connsiteY27" fmla="*/ 9296635 h 9456078"/>
              <a:gd name="connsiteX28" fmla="*/ 2100079 w 13940157"/>
              <a:gd name="connsiteY28" fmla="*/ 9284315 h 9456078"/>
              <a:gd name="connsiteX29" fmla="*/ 2147317 w 13940157"/>
              <a:gd name="connsiteY29" fmla="*/ 9271550 h 9456078"/>
              <a:gd name="connsiteX30" fmla="*/ 2194412 w 13940157"/>
              <a:gd name="connsiteY30" fmla="*/ 9258342 h 9456078"/>
              <a:gd name="connsiteX31" fmla="*/ 2241360 w 13940157"/>
              <a:gd name="connsiteY31" fmla="*/ 9244693 h 9456078"/>
              <a:gd name="connsiteX32" fmla="*/ 2288159 w 13940157"/>
              <a:gd name="connsiteY32" fmla="*/ 9230604 h 9456078"/>
              <a:gd name="connsiteX33" fmla="*/ 2334805 w 13940157"/>
              <a:gd name="connsiteY33" fmla="*/ 9216076 h 9456078"/>
              <a:gd name="connsiteX34" fmla="*/ 2381295 w 13940157"/>
              <a:gd name="connsiteY34" fmla="*/ 9201111 h 9456078"/>
              <a:gd name="connsiteX35" fmla="*/ 2427627 w 13940157"/>
              <a:gd name="connsiteY35" fmla="*/ 9185710 h 9456078"/>
              <a:gd name="connsiteX36" fmla="*/ 2473797 w 13940157"/>
              <a:gd name="connsiteY36" fmla="*/ 9169876 h 9456078"/>
              <a:gd name="connsiteX37" fmla="*/ 2519802 w 13940157"/>
              <a:gd name="connsiteY37" fmla="*/ 9153608 h 9456078"/>
              <a:gd name="connsiteX38" fmla="*/ 2565640 w 13940157"/>
              <a:gd name="connsiteY38" fmla="*/ 9136910 h 9456078"/>
              <a:gd name="connsiteX39" fmla="*/ 2611307 w 13940157"/>
              <a:gd name="connsiteY39" fmla="*/ 9119782 h 9456078"/>
              <a:gd name="connsiteX40" fmla="*/ 2656800 w 13940157"/>
              <a:gd name="connsiteY40" fmla="*/ 9102226 h 9456078"/>
              <a:gd name="connsiteX41" fmla="*/ 2702116 w 13940157"/>
              <a:gd name="connsiteY41" fmla="*/ 9084243 h 9456078"/>
              <a:gd name="connsiteX42" fmla="*/ 2747253 w 13940157"/>
              <a:gd name="connsiteY42" fmla="*/ 9065835 h 9456078"/>
              <a:gd name="connsiteX43" fmla="*/ 2792207 w 13940157"/>
              <a:gd name="connsiteY43" fmla="*/ 9047004 h 9456078"/>
              <a:gd name="connsiteX44" fmla="*/ 2836975 w 13940157"/>
              <a:gd name="connsiteY44" fmla="*/ 9027750 h 9456078"/>
              <a:gd name="connsiteX45" fmla="*/ 2881555 w 13940157"/>
              <a:gd name="connsiteY45" fmla="*/ 9008075 h 9456078"/>
              <a:gd name="connsiteX46" fmla="*/ 2925942 w 13940157"/>
              <a:gd name="connsiteY46" fmla="*/ 8987981 h 9456078"/>
              <a:gd name="connsiteX47" fmla="*/ 2970135 w 13940157"/>
              <a:gd name="connsiteY47" fmla="*/ 8967470 h 9456078"/>
              <a:gd name="connsiteX48" fmla="*/ 3014130 w 13940157"/>
              <a:gd name="connsiteY48" fmla="*/ 8946542 h 9456078"/>
              <a:gd name="connsiteX49" fmla="*/ 3057924 w 13940157"/>
              <a:gd name="connsiteY49" fmla="*/ 8925199 h 9456078"/>
              <a:gd name="connsiteX50" fmla="*/ 3101514 w 13940157"/>
              <a:gd name="connsiteY50" fmla="*/ 8903443 h 9456078"/>
              <a:gd name="connsiteX51" fmla="*/ 3144898 w 13940157"/>
              <a:gd name="connsiteY51" fmla="*/ 8881275 h 9456078"/>
              <a:gd name="connsiteX52" fmla="*/ 3188071 w 13940157"/>
              <a:gd name="connsiteY52" fmla="*/ 8858697 h 9456078"/>
              <a:gd name="connsiteX53" fmla="*/ 3231032 w 13940157"/>
              <a:gd name="connsiteY53" fmla="*/ 8835710 h 9456078"/>
              <a:gd name="connsiteX54" fmla="*/ 3273777 w 13940157"/>
              <a:gd name="connsiteY54" fmla="*/ 8812316 h 9456078"/>
              <a:gd name="connsiteX55" fmla="*/ 3316303 w 13940157"/>
              <a:gd name="connsiteY55" fmla="*/ 8788516 h 9456078"/>
              <a:gd name="connsiteX56" fmla="*/ 3358607 w 13940157"/>
              <a:gd name="connsiteY56" fmla="*/ 8764311 h 9456078"/>
              <a:gd name="connsiteX57" fmla="*/ 3400686 w 13940157"/>
              <a:gd name="connsiteY57" fmla="*/ 8739704 h 9456078"/>
              <a:gd name="connsiteX58" fmla="*/ 3442537 w 13940157"/>
              <a:gd name="connsiteY58" fmla="*/ 8714695 h 9456078"/>
              <a:gd name="connsiteX59" fmla="*/ 3484157 w 13940157"/>
              <a:gd name="connsiteY59" fmla="*/ 8689286 h 9456078"/>
              <a:gd name="connsiteX60" fmla="*/ 3525543 w 13940157"/>
              <a:gd name="connsiteY60" fmla="*/ 8663479 h 9456078"/>
              <a:gd name="connsiteX61" fmla="*/ 3566693 w 13940157"/>
              <a:gd name="connsiteY61" fmla="*/ 8637274 h 9456078"/>
              <a:gd name="connsiteX62" fmla="*/ 3607602 w 13940157"/>
              <a:gd name="connsiteY62" fmla="*/ 8610675 h 9456078"/>
              <a:gd name="connsiteX63" fmla="*/ 3648268 w 13940157"/>
              <a:gd name="connsiteY63" fmla="*/ 8583681 h 9456078"/>
              <a:gd name="connsiteX64" fmla="*/ 3688689 w 13940157"/>
              <a:gd name="connsiteY64" fmla="*/ 8556295 h 9456078"/>
              <a:gd name="connsiteX65" fmla="*/ 3728860 w 13940157"/>
              <a:gd name="connsiteY65" fmla="*/ 8528517 h 9456078"/>
              <a:gd name="connsiteX66" fmla="*/ 3768779 w 13940157"/>
              <a:gd name="connsiteY66" fmla="*/ 8500351 h 9456078"/>
              <a:gd name="connsiteX67" fmla="*/ 3808443 w 13940157"/>
              <a:gd name="connsiteY67" fmla="*/ 8471796 h 9456078"/>
              <a:gd name="connsiteX68" fmla="*/ 3847849 w 13940157"/>
              <a:gd name="connsiteY68" fmla="*/ 8442854 h 9456078"/>
              <a:gd name="connsiteX69" fmla="*/ 3886994 w 13940157"/>
              <a:gd name="connsiteY69" fmla="*/ 8413528 h 9456078"/>
              <a:gd name="connsiteX70" fmla="*/ 3925875 w 13940157"/>
              <a:gd name="connsiteY70" fmla="*/ 8383818 h 9456078"/>
              <a:gd name="connsiteX71" fmla="*/ 3964489 w 13940157"/>
              <a:gd name="connsiteY71" fmla="*/ 8353726 h 9456078"/>
              <a:gd name="connsiteX72" fmla="*/ 4002833 w 13940157"/>
              <a:gd name="connsiteY72" fmla="*/ 8323253 h 9456078"/>
              <a:gd name="connsiteX73" fmla="*/ 4040904 w 13940157"/>
              <a:gd name="connsiteY73" fmla="*/ 8292401 h 9456078"/>
              <a:gd name="connsiteX74" fmla="*/ 4078699 w 13940157"/>
              <a:gd name="connsiteY74" fmla="*/ 8261172 h 9456078"/>
              <a:gd name="connsiteX75" fmla="*/ 4116214 w 13940157"/>
              <a:gd name="connsiteY75" fmla="*/ 8229566 h 9456078"/>
              <a:gd name="connsiteX76" fmla="*/ 4153447 w 13940157"/>
              <a:gd name="connsiteY76" fmla="*/ 8197585 h 9456078"/>
              <a:gd name="connsiteX77" fmla="*/ 4190395 w 13940157"/>
              <a:gd name="connsiteY77" fmla="*/ 8165232 h 9456078"/>
              <a:gd name="connsiteX78" fmla="*/ 4227055 w 13940157"/>
              <a:gd name="connsiteY78" fmla="*/ 8132507 h 9456078"/>
              <a:gd name="connsiteX79" fmla="*/ 4263424 w 13940157"/>
              <a:gd name="connsiteY79" fmla="*/ 8099411 h 9456078"/>
              <a:gd name="connsiteX80" fmla="*/ 4299499 w 13940157"/>
              <a:gd name="connsiteY80" fmla="*/ 8065947 h 9456078"/>
              <a:gd name="connsiteX81" fmla="*/ 4335276 w 13940157"/>
              <a:gd name="connsiteY81" fmla="*/ 8032115 h 9456078"/>
              <a:gd name="connsiteX82" fmla="*/ 4370753 w 13940157"/>
              <a:gd name="connsiteY82" fmla="*/ 7997918 h 9456078"/>
              <a:gd name="connsiteX83" fmla="*/ 4405927 w 13940157"/>
              <a:gd name="connsiteY83" fmla="*/ 7963356 h 9456078"/>
              <a:gd name="connsiteX84" fmla="*/ 4440795 w 13940157"/>
              <a:gd name="connsiteY84" fmla="*/ 7928432 h 9456078"/>
              <a:gd name="connsiteX85" fmla="*/ 4475354 w 13940157"/>
              <a:gd name="connsiteY85" fmla="*/ 7893146 h 9456078"/>
              <a:gd name="connsiteX86" fmla="*/ 4509600 w 13940157"/>
              <a:gd name="connsiteY86" fmla="*/ 7857501 h 9456078"/>
              <a:gd name="connsiteX87" fmla="*/ 4543531 w 13940157"/>
              <a:gd name="connsiteY87" fmla="*/ 7821497 h 9456078"/>
              <a:gd name="connsiteX88" fmla="*/ 4577143 w 13940157"/>
              <a:gd name="connsiteY88" fmla="*/ 7785136 h 9456078"/>
              <a:gd name="connsiteX89" fmla="*/ 4610435 w 13940157"/>
              <a:gd name="connsiteY89" fmla="*/ 7748420 h 9456078"/>
              <a:gd name="connsiteX90" fmla="*/ 4643402 w 13940157"/>
              <a:gd name="connsiteY90" fmla="*/ 7711350 h 9456078"/>
              <a:gd name="connsiteX91" fmla="*/ 4676042 w 13940157"/>
              <a:gd name="connsiteY91" fmla="*/ 7673928 h 9456078"/>
              <a:gd name="connsiteX92" fmla="*/ 4708351 w 13940157"/>
              <a:gd name="connsiteY92" fmla="*/ 7636155 h 9456078"/>
              <a:gd name="connsiteX93" fmla="*/ 4740327 w 13940157"/>
              <a:gd name="connsiteY93" fmla="*/ 7598032 h 9456078"/>
              <a:gd name="connsiteX94" fmla="*/ 4771967 w 13940157"/>
              <a:gd name="connsiteY94" fmla="*/ 7559561 h 9456078"/>
              <a:gd name="connsiteX95" fmla="*/ 4803267 w 13940157"/>
              <a:gd name="connsiteY95" fmla="*/ 7520744 h 9456078"/>
              <a:gd name="connsiteX96" fmla="*/ 4834225 w 13940157"/>
              <a:gd name="connsiteY96" fmla="*/ 7481582 h 9456078"/>
              <a:gd name="connsiteX97" fmla="*/ 4864838 w 13940157"/>
              <a:gd name="connsiteY97" fmla="*/ 7442077 h 9456078"/>
              <a:gd name="connsiteX98" fmla="*/ 8803671 w 13940157"/>
              <a:gd name="connsiteY98" fmla="*/ 2307814 h 9456078"/>
              <a:gd name="connsiteX99" fmla="*/ 8834262 w 13940157"/>
              <a:gd name="connsiteY99" fmla="*/ 2268285 h 9456078"/>
              <a:gd name="connsiteX100" fmla="*/ 8865156 w 13940157"/>
              <a:gd name="connsiteY100" fmla="*/ 2229056 h 9456078"/>
              <a:gd name="connsiteX101" fmla="*/ 8896349 w 13940157"/>
              <a:gd name="connsiteY101" fmla="*/ 2190127 h 9456078"/>
              <a:gd name="connsiteX102" fmla="*/ 8927839 w 13940157"/>
              <a:gd name="connsiteY102" fmla="*/ 2151500 h 9456078"/>
              <a:gd name="connsiteX103" fmla="*/ 8959624 w 13940157"/>
              <a:gd name="connsiteY103" fmla="*/ 2113176 h 9456078"/>
              <a:gd name="connsiteX104" fmla="*/ 8991701 w 13940157"/>
              <a:gd name="connsiteY104" fmla="*/ 2075157 h 9456078"/>
              <a:gd name="connsiteX105" fmla="*/ 9024069 w 13940157"/>
              <a:gd name="connsiteY105" fmla="*/ 2037442 h 9456078"/>
              <a:gd name="connsiteX106" fmla="*/ 9056725 w 13940157"/>
              <a:gd name="connsiteY106" fmla="*/ 2000034 h 9456078"/>
              <a:gd name="connsiteX107" fmla="*/ 9089667 w 13940157"/>
              <a:gd name="connsiteY107" fmla="*/ 1962934 h 9456078"/>
              <a:gd name="connsiteX108" fmla="*/ 9122892 w 13940157"/>
              <a:gd name="connsiteY108" fmla="*/ 1926142 h 9456078"/>
              <a:gd name="connsiteX109" fmla="*/ 9156398 w 13940157"/>
              <a:gd name="connsiteY109" fmla="*/ 1889660 h 9456078"/>
              <a:gd name="connsiteX110" fmla="*/ 9190183 w 13940157"/>
              <a:gd name="connsiteY110" fmla="*/ 1853489 h 9456078"/>
              <a:gd name="connsiteX111" fmla="*/ 9224245 w 13940157"/>
              <a:gd name="connsiteY111" fmla="*/ 1817630 h 9456078"/>
              <a:gd name="connsiteX112" fmla="*/ 9258581 w 13940157"/>
              <a:gd name="connsiteY112" fmla="*/ 1782084 h 9456078"/>
              <a:gd name="connsiteX113" fmla="*/ 9293189 w 13940157"/>
              <a:gd name="connsiteY113" fmla="*/ 1746853 h 9456078"/>
              <a:gd name="connsiteX114" fmla="*/ 9328066 w 13940157"/>
              <a:gd name="connsiteY114" fmla="*/ 1711937 h 9456078"/>
              <a:gd name="connsiteX115" fmla="*/ 9363211 w 13940157"/>
              <a:gd name="connsiteY115" fmla="*/ 1677337 h 9456078"/>
              <a:gd name="connsiteX116" fmla="*/ 9398621 w 13940157"/>
              <a:gd name="connsiteY116" fmla="*/ 1643056 h 9456078"/>
              <a:gd name="connsiteX117" fmla="*/ 9434294 w 13940157"/>
              <a:gd name="connsiteY117" fmla="*/ 1609093 h 9456078"/>
              <a:gd name="connsiteX118" fmla="*/ 9470227 w 13940157"/>
              <a:gd name="connsiteY118" fmla="*/ 1575450 h 9456078"/>
              <a:gd name="connsiteX119" fmla="*/ 9506418 w 13940157"/>
              <a:gd name="connsiteY119" fmla="*/ 1542128 h 9456078"/>
              <a:gd name="connsiteX120" fmla="*/ 9542866 w 13940157"/>
              <a:gd name="connsiteY120" fmla="*/ 1509129 h 9456078"/>
              <a:gd name="connsiteX121" fmla="*/ 9579567 w 13940157"/>
              <a:gd name="connsiteY121" fmla="*/ 1476452 h 9456078"/>
              <a:gd name="connsiteX122" fmla="*/ 9616519 w 13940157"/>
              <a:gd name="connsiteY122" fmla="*/ 1444101 h 9456078"/>
              <a:gd name="connsiteX123" fmla="*/ 9653720 w 13940157"/>
              <a:gd name="connsiteY123" fmla="*/ 1412075 h 9456078"/>
              <a:gd name="connsiteX124" fmla="*/ 9691168 w 13940157"/>
              <a:gd name="connsiteY124" fmla="*/ 1380375 h 9456078"/>
              <a:gd name="connsiteX125" fmla="*/ 9728861 w 13940157"/>
              <a:gd name="connsiteY125" fmla="*/ 1349004 h 9456078"/>
              <a:gd name="connsiteX126" fmla="*/ 9766795 w 13940157"/>
              <a:gd name="connsiteY126" fmla="*/ 1317962 h 9456078"/>
              <a:gd name="connsiteX127" fmla="*/ 9804970 w 13940157"/>
              <a:gd name="connsiteY127" fmla="*/ 1287250 h 9456078"/>
              <a:gd name="connsiteX128" fmla="*/ 9843382 w 13940157"/>
              <a:gd name="connsiteY128" fmla="*/ 1256869 h 9456078"/>
              <a:gd name="connsiteX129" fmla="*/ 9882029 w 13940157"/>
              <a:gd name="connsiteY129" fmla="*/ 1226820 h 9456078"/>
              <a:gd name="connsiteX130" fmla="*/ 9920909 w 13940157"/>
              <a:gd name="connsiteY130" fmla="*/ 1197105 h 9456078"/>
              <a:gd name="connsiteX131" fmla="*/ 9960020 w 13940157"/>
              <a:gd name="connsiteY131" fmla="*/ 1167725 h 9456078"/>
              <a:gd name="connsiteX132" fmla="*/ 9999359 w 13940157"/>
              <a:gd name="connsiteY132" fmla="*/ 1138681 h 9456078"/>
              <a:gd name="connsiteX133" fmla="*/ 10038924 w 13940157"/>
              <a:gd name="connsiteY133" fmla="*/ 1109974 h 9456078"/>
              <a:gd name="connsiteX134" fmla="*/ 10078713 w 13940157"/>
              <a:gd name="connsiteY134" fmla="*/ 1081604 h 9456078"/>
              <a:gd name="connsiteX135" fmla="*/ 10118724 w 13940157"/>
              <a:gd name="connsiteY135" fmla="*/ 1053574 h 9456078"/>
              <a:gd name="connsiteX136" fmla="*/ 10158954 w 13940157"/>
              <a:gd name="connsiteY136" fmla="*/ 1025884 h 9456078"/>
              <a:gd name="connsiteX137" fmla="*/ 10199400 w 13940157"/>
              <a:gd name="connsiteY137" fmla="*/ 998536 h 9456078"/>
              <a:gd name="connsiteX138" fmla="*/ 10240062 w 13940157"/>
              <a:gd name="connsiteY138" fmla="*/ 971530 h 9456078"/>
              <a:gd name="connsiteX139" fmla="*/ 10280935 w 13940157"/>
              <a:gd name="connsiteY139" fmla="*/ 944868 h 9456078"/>
              <a:gd name="connsiteX140" fmla="*/ 10322019 w 13940157"/>
              <a:gd name="connsiteY140" fmla="*/ 918551 h 9456078"/>
              <a:gd name="connsiteX141" fmla="*/ 10363310 w 13940157"/>
              <a:gd name="connsiteY141" fmla="*/ 892580 h 9456078"/>
              <a:gd name="connsiteX142" fmla="*/ 10404807 w 13940157"/>
              <a:gd name="connsiteY142" fmla="*/ 866956 h 9456078"/>
              <a:gd name="connsiteX143" fmla="*/ 10446507 w 13940157"/>
              <a:gd name="connsiteY143" fmla="*/ 841681 h 9456078"/>
              <a:gd name="connsiteX144" fmla="*/ 10488408 w 13940157"/>
              <a:gd name="connsiteY144" fmla="*/ 816754 h 9456078"/>
              <a:gd name="connsiteX145" fmla="*/ 10530507 w 13940157"/>
              <a:gd name="connsiteY145" fmla="*/ 792179 h 9456078"/>
              <a:gd name="connsiteX146" fmla="*/ 10572803 w 13940157"/>
              <a:gd name="connsiteY146" fmla="*/ 767955 h 9456078"/>
              <a:gd name="connsiteX147" fmla="*/ 10615292 w 13940157"/>
              <a:gd name="connsiteY147" fmla="*/ 744083 h 9456078"/>
              <a:gd name="connsiteX148" fmla="*/ 10657973 w 13940157"/>
              <a:gd name="connsiteY148" fmla="*/ 720566 h 9456078"/>
              <a:gd name="connsiteX149" fmla="*/ 10700844 w 13940157"/>
              <a:gd name="connsiteY149" fmla="*/ 697404 h 9456078"/>
              <a:gd name="connsiteX150" fmla="*/ 10743902 w 13940157"/>
              <a:gd name="connsiteY150" fmla="*/ 674598 h 9456078"/>
              <a:gd name="connsiteX151" fmla="*/ 10787144 w 13940157"/>
              <a:gd name="connsiteY151" fmla="*/ 652149 h 9456078"/>
              <a:gd name="connsiteX152" fmla="*/ 10830569 w 13940157"/>
              <a:gd name="connsiteY152" fmla="*/ 630059 h 9456078"/>
              <a:gd name="connsiteX153" fmla="*/ 10874174 w 13940157"/>
              <a:gd name="connsiteY153" fmla="*/ 608328 h 9456078"/>
              <a:gd name="connsiteX154" fmla="*/ 10917957 w 13940157"/>
              <a:gd name="connsiteY154" fmla="*/ 586958 h 9456078"/>
              <a:gd name="connsiteX155" fmla="*/ 10961916 w 13940157"/>
              <a:gd name="connsiteY155" fmla="*/ 565950 h 9456078"/>
              <a:gd name="connsiteX156" fmla="*/ 11006048 w 13940157"/>
              <a:gd name="connsiteY156" fmla="*/ 545304 h 9456078"/>
              <a:gd name="connsiteX157" fmla="*/ 11050351 w 13940157"/>
              <a:gd name="connsiteY157" fmla="*/ 525023 h 9456078"/>
              <a:gd name="connsiteX158" fmla="*/ 11094823 w 13940157"/>
              <a:gd name="connsiteY158" fmla="*/ 505107 h 9456078"/>
              <a:gd name="connsiteX159" fmla="*/ 11139461 w 13940157"/>
              <a:gd name="connsiteY159" fmla="*/ 485558 h 9456078"/>
              <a:gd name="connsiteX160" fmla="*/ 11184263 w 13940157"/>
              <a:gd name="connsiteY160" fmla="*/ 466376 h 9456078"/>
              <a:gd name="connsiteX161" fmla="*/ 11229228 w 13940157"/>
              <a:gd name="connsiteY161" fmla="*/ 447563 h 9456078"/>
              <a:gd name="connsiteX162" fmla="*/ 11274351 w 13940157"/>
              <a:gd name="connsiteY162" fmla="*/ 429119 h 9456078"/>
              <a:gd name="connsiteX163" fmla="*/ 11319632 w 13940157"/>
              <a:gd name="connsiteY163" fmla="*/ 411046 h 9456078"/>
              <a:gd name="connsiteX164" fmla="*/ 11365068 w 13940157"/>
              <a:gd name="connsiteY164" fmla="*/ 393346 h 9456078"/>
              <a:gd name="connsiteX165" fmla="*/ 11410657 w 13940157"/>
              <a:gd name="connsiteY165" fmla="*/ 376018 h 9456078"/>
              <a:gd name="connsiteX166" fmla="*/ 11456396 w 13940157"/>
              <a:gd name="connsiteY166" fmla="*/ 359065 h 9456078"/>
              <a:gd name="connsiteX167" fmla="*/ 11502283 w 13940157"/>
              <a:gd name="connsiteY167" fmla="*/ 342487 h 9456078"/>
              <a:gd name="connsiteX168" fmla="*/ 11548316 w 13940157"/>
              <a:gd name="connsiteY168" fmla="*/ 326286 h 9456078"/>
              <a:gd name="connsiteX169" fmla="*/ 11594492 w 13940157"/>
              <a:gd name="connsiteY169" fmla="*/ 310462 h 9456078"/>
              <a:gd name="connsiteX170" fmla="*/ 11640810 w 13940157"/>
              <a:gd name="connsiteY170" fmla="*/ 295018 h 9456078"/>
              <a:gd name="connsiteX171" fmla="*/ 11687267 w 13940157"/>
              <a:gd name="connsiteY171" fmla="*/ 279953 h 9456078"/>
              <a:gd name="connsiteX172" fmla="*/ 11733860 w 13940157"/>
              <a:gd name="connsiteY172" fmla="*/ 265269 h 9456078"/>
              <a:gd name="connsiteX173" fmla="*/ 11780587 w 13940157"/>
              <a:gd name="connsiteY173" fmla="*/ 250968 h 9456078"/>
              <a:gd name="connsiteX174" fmla="*/ 11827447 w 13940157"/>
              <a:gd name="connsiteY174" fmla="*/ 237049 h 9456078"/>
              <a:gd name="connsiteX175" fmla="*/ 11874436 w 13940157"/>
              <a:gd name="connsiteY175" fmla="*/ 223516 h 9456078"/>
              <a:gd name="connsiteX176" fmla="*/ 11921553 w 13940157"/>
              <a:gd name="connsiteY176" fmla="*/ 210368 h 9456078"/>
              <a:gd name="connsiteX177" fmla="*/ 11968794 w 13940157"/>
              <a:gd name="connsiteY177" fmla="*/ 197606 h 9456078"/>
              <a:gd name="connsiteX178" fmla="*/ 12016159 w 13940157"/>
              <a:gd name="connsiteY178" fmla="*/ 185233 h 9456078"/>
              <a:gd name="connsiteX179" fmla="*/ 12063644 w 13940157"/>
              <a:gd name="connsiteY179" fmla="*/ 173248 h 9456078"/>
              <a:gd name="connsiteX180" fmla="*/ 12111248 w 13940157"/>
              <a:gd name="connsiteY180" fmla="*/ 161654 h 9456078"/>
              <a:gd name="connsiteX181" fmla="*/ 12158967 w 13940157"/>
              <a:gd name="connsiteY181" fmla="*/ 150451 h 9456078"/>
              <a:gd name="connsiteX182" fmla="*/ 12206800 w 13940157"/>
              <a:gd name="connsiteY182" fmla="*/ 139640 h 9456078"/>
              <a:gd name="connsiteX183" fmla="*/ 12254745 w 13940157"/>
              <a:gd name="connsiteY183" fmla="*/ 129223 h 9456078"/>
              <a:gd name="connsiteX184" fmla="*/ 12302799 w 13940157"/>
              <a:gd name="connsiteY184" fmla="*/ 119201 h 9456078"/>
              <a:gd name="connsiteX185" fmla="*/ 12350959 w 13940157"/>
              <a:gd name="connsiteY185" fmla="*/ 109574 h 9456078"/>
              <a:gd name="connsiteX186" fmla="*/ 12399224 w 13940157"/>
              <a:gd name="connsiteY186" fmla="*/ 100344 h 9456078"/>
              <a:gd name="connsiteX187" fmla="*/ 12447591 w 13940157"/>
              <a:gd name="connsiteY187" fmla="*/ 91512 h 9456078"/>
              <a:gd name="connsiteX188" fmla="*/ 12496058 w 13940157"/>
              <a:gd name="connsiteY188" fmla="*/ 83080 h 9456078"/>
              <a:gd name="connsiteX189" fmla="*/ 12544623 w 13940157"/>
              <a:gd name="connsiteY189" fmla="*/ 75047 h 9456078"/>
              <a:gd name="connsiteX190" fmla="*/ 12593283 w 13940157"/>
              <a:gd name="connsiteY190" fmla="*/ 67417 h 9456078"/>
              <a:gd name="connsiteX191" fmla="*/ 12642036 w 13940157"/>
              <a:gd name="connsiteY191" fmla="*/ 60188 h 9456078"/>
              <a:gd name="connsiteX192" fmla="*/ 12690879 w 13940157"/>
              <a:gd name="connsiteY192" fmla="*/ 53364 h 9456078"/>
              <a:gd name="connsiteX193" fmla="*/ 12739811 w 13940157"/>
              <a:gd name="connsiteY193" fmla="*/ 46944 h 9456078"/>
              <a:gd name="connsiteX194" fmla="*/ 12788830 w 13940157"/>
              <a:gd name="connsiteY194" fmla="*/ 40931 h 9456078"/>
              <a:gd name="connsiteX195" fmla="*/ 12837932 w 13940157"/>
              <a:gd name="connsiteY195" fmla="*/ 35324 h 9456078"/>
              <a:gd name="connsiteX196" fmla="*/ 12887116 w 13940157"/>
              <a:gd name="connsiteY196" fmla="*/ 30126 h 9456078"/>
              <a:gd name="connsiteX197" fmla="*/ 12936379 w 13940157"/>
              <a:gd name="connsiteY197" fmla="*/ 25337 h 9456078"/>
              <a:gd name="connsiteX198" fmla="*/ 12985719 w 13940157"/>
              <a:gd name="connsiteY198" fmla="*/ 20958 h 9456078"/>
              <a:gd name="connsiteX199" fmla="*/ 13035133 w 13940157"/>
              <a:gd name="connsiteY199" fmla="*/ 16991 h 9456078"/>
              <a:gd name="connsiteX200" fmla="*/ 13084620 w 13940157"/>
              <a:gd name="connsiteY200" fmla="*/ 13437 h 9456078"/>
              <a:gd name="connsiteX201" fmla="*/ 13134178 w 13940157"/>
              <a:gd name="connsiteY201" fmla="*/ 10297 h 9456078"/>
              <a:gd name="connsiteX202" fmla="*/ 13183803 w 13940157"/>
              <a:gd name="connsiteY202" fmla="*/ 7572 h 9456078"/>
              <a:gd name="connsiteX203" fmla="*/ 13233493 w 13940157"/>
              <a:gd name="connsiteY203" fmla="*/ 5263 h 9456078"/>
              <a:gd name="connsiteX204" fmla="*/ 13283247 w 13940157"/>
              <a:gd name="connsiteY204" fmla="*/ 3371 h 9456078"/>
              <a:gd name="connsiteX205" fmla="*/ 13333061 w 13940157"/>
              <a:gd name="connsiteY205" fmla="*/ 1898 h 9456078"/>
              <a:gd name="connsiteX206" fmla="*/ 13382934 w 13940157"/>
              <a:gd name="connsiteY206" fmla="*/ 844 h 9456078"/>
              <a:gd name="connsiteX207" fmla="*/ 13432864 w 13940157"/>
              <a:gd name="connsiteY207" fmla="*/ 211 h 9456078"/>
              <a:gd name="connsiteX208" fmla="*/ 13482847 w 13940157"/>
              <a:gd name="connsiteY208" fmla="*/ 0 h 9456078"/>
              <a:gd name="connsiteX209" fmla="*/ 13940158 w 13940157"/>
              <a:gd name="connsiteY209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49234 w 13158799"/>
              <a:gd name="connsiteY5" fmla="*/ 9450052 h 9456078"/>
              <a:gd name="connsiteX6" fmla="*/ 298870 w 13158799"/>
              <a:gd name="connsiteY6" fmla="*/ 9447409 h 9456078"/>
              <a:gd name="connsiteX7" fmla="*/ 348429 w 13158799"/>
              <a:gd name="connsiteY7" fmla="*/ 9444290 h 9456078"/>
              <a:gd name="connsiteX8" fmla="*/ 397907 w 13158799"/>
              <a:gd name="connsiteY8" fmla="*/ 9440698 h 9456078"/>
              <a:gd name="connsiteX9" fmla="*/ 447302 w 13158799"/>
              <a:gd name="connsiteY9" fmla="*/ 9436632 h 9456078"/>
              <a:gd name="connsiteX10" fmla="*/ 496610 w 13158799"/>
              <a:gd name="connsiteY10" fmla="*/ 9432096 h 9456078"/>
              <a:gd name="connsiteX11" fmla="*/ 545829 w 13158799"/>
              <a:gd name="connsiteY11" fmla="*/ 9427089 h 9456078"/>
              <a:gd name="connsiteX12" fmla="*/ 594956 w 13158799"/>
              <a:gd name="connsiteY12" fmla="*/ 9421615 h 9456078"/>
              <a:gd name="connsiteX13" fmla="*/ 643987 w 13158799"/>
              <a:gd name="connsiteY13" fmla="*/ 9415673 h 9456078"/>
              <a:gd name="connsiteX14" fmla="*/ 692920 w 13158799"/>
              <a:gd name="connsiteY14" fmla="*/ 9409267 h 9456078"/>
              <a:gd name="connsiteX15" fmla="*/ 741751 w 13158799"/>
              <a:gd name="connsiteY15" fmla="*/ 9402396 h 9456078"/>
              <a:gd name="connsiteX16" fmla="*/ 790478 w 13158799"/>
              <a:gd name="connsiteY16" fmla="*/ 9395063 h 9456078"/>
              <a:gd name="connsiteX17" fmla="*/ 839098 w 13158799"/>
              <a:gd name="connsiteY17" fmla="*/ 9387270 h 9456078"/>
              <a:gd name="connsiteX18" fmla="*/ 887607 w 13158799"/>
              <a:gd name="connsiteY18" fmla="*/ 9379017 h 9456078"/>
              <a:gd name="connsiteX19" fmla="*/ 936002 w 13158799"/>
              <a:gd name="connsiteY19" fmla="*/ 9370306 h 9456078"/>
              <a:gd name="connsiteX20" fmla="*/ 984281 w 13158799"/>
              <a:gd name="connsiteY20" fmla="*/ 9361139 h 9456078"/>
              <a:gd name="connsiteX21" fmla="*/ 1032440 w 13158799"/>
              <a:gd name="connsiteY21" fmla="*/ 9351517 h 9456078"/>
              <a:gd name="connsiteX22" fmla="*/ 1080477 w 13158799"/>
              <a:gd name="connsiteY22" fmla="*/ 9341441 h 9456078"/>
              <a:gd name="connsiteX23" fmla="*/ 1128389 w 13158799"/>
              <a:gd name="connsiteY23" fmla="*/ 9330914 h 9456078"/>
              <a:gd name="connsiteX24" fmla="*/ 1176172 w 13158799"/>
              <a:gd name="connsiteY24" fmla="*/ 9319936 h 9456078"/>
              <a:gd name="connsiteX25" fmla="*/ 1223823 w 13158799"/>
              <a:gd name="connsiteY25" fmla="*/ 9308509 h 9456078"/>
              <a:gd name="connsiteX26" fmla="*/ 1271339 w 13158799"/>
              <a:gd name="connsiteY26" fmla="*/ 9296635 h 9456078"/>
              <a:gd name="connsiteX27" fmla="*/ 1318719 w 13158799"/>
              <a:gd name="connsiteY27" fmla="*/ 9284315 h 9456078"/>
              <a:gd name="connsiteX28" fmla="*/ 1365957 w 13158799"/>
              <a:gd name="connsiteY28" fmla="*/ 9271550 h 9456078"/>
              <a:gd name="connsiteX29" fmla="*/ 1413052 w 13158799"/>
              <a:gd name="connsiteY29" fmla="*/ 9258342 h 9456078"/>
              <a:gd name="connsiteX30" fmla="*/ 1460000 w 13158799"/>
              <a:gd name="connsiteY30" fmla="*/ 9244693 h 9456078"/>
              <a:gd name="connsiteX31" fmla="*/ 1506799 w 13158799"/>
              <a:gd name="connsiteY31" fmla="*/ 9230604 h 9456078"/>
              <a:gd name="connsiteX32" fmla="*/ 1553445 w 13158799"/>
              <a:gd name="connsiteY32" fmla="*/ 9216076 h 9456078"/>
              <a:gd name="connsiteX33" fmla="*/ 1599935 w 13158799"/>
              <a:gd name="connsiteY33" fmla="*/ 9201111 h 9456078"/>
              <a:gd name="connsiteX34" fmla="*/ 1646267 w 13158799"/>
              <a:gd name="connsiteY34" fmla="*/ 9185710 h 9456078"/>
              <a:gd name="connsiteX35" fmla="*/ 1692437 w 13158799"/>
              <a:gd name="connsiteY35" fmla="*/ 9169876 h 9456078"/>
              <a:gd name="connsiteX36" fmla="*/ 1738442 w 13158799"/>
              <a:gd name="connsiteY36" fmla="*/ 9153608 h 9456078"/>
              <a:gd name="connsiteX37" fmla="*/ 1784280 w 13158799"/>
              <a:gd name="connsiteY37" fmla="*/ 9136910 h 9456078"/>
              <a:gd name="connsiteX38" fmla="*/ 1829947 w 13158799"/>
              <a:gd name="connsiteY38" fmla="*/ 9119782 h 9456078"/>
              <a:gd name="connsiteX39" fmla="*/ 1875440 w 13158799"/>
              <a:gd name="connsiteY39" fmla="*/ 9102226 h 9456078"/>
              <a:gd name="connsiteX40" fmla="*/ 1920756 w 13158799"/>
              <a:gd name="connsiteY40" fmla="*/ 9084243 h 9456078"/>
              <a:gd name="connsiteX41" fmla="*/ 1965893 w 13158799"/>
              <a:gd name="connsiteY41" fmla="*/ 9065835 h 9456078"/>
              <a:gd name="connsiteX42" fmla="*/ 2010847 w 13158799"/>
              <a:gd name="connsiteY42" fmla="*/ 9047004 h 9456078"/>
              <a:gd name="connsiteX43" fmla="*/ 2055615 w 13158799"/>
              <a:gd name="connsiteY43" fmla="*/ 9027750 h 9456078"/>
              <a:gd name="connsiteX44" fmla="*/ 2100195 w 13158799"/>
              <a:gd name="connsiteY44" fmla="*/ 9008075 h 9456078"/>
              <a:gd name="connsiteX45" fmla="*/ 2144582 w 13158799"/>
              <a:gd name="connsiteY45" fmla="*/ 8987981 h 9456078"/>
              <a:gd name="connsiteX46" fmla="*/ 2188775 w 13158799"/>
              <a:gd name="connsiteY46" fmla="*/ 8967470 h 9456078"/>
              <a:gd name="connsiteX47" fmla="*/ 2232770 w 13158799"/>
              <a:gd name="connsiteY47" fmla="*/ 8946542 h 9456078"/>
              <a:gd name="connsiteX48" fmla="*/ 2276564 w 13158799"/>
              <a:gd name="connsiteY48" fmla="*/ 8925199 h 9456078"/>
              <a:gd name="connsiteX49" fmla="*/ 2320154 w 13158799"/>
              <a:gd name="connsiteY49" fmla="*/ 8903443 h 9456078"/>
              <a:gd name="connsiteX50" fmla="*/ 2363538 w 13158799"/>
              <a:gd name="connsiteY50" fmla="*/ 8881275 h 9456078"/>
              <a:gd name="connsiteX51" fmla="*/ 2406711 w 13158799"/>
              <a:gd name="connsiteY51" fmla="*/ 8858697 h 9456078"/>
              <a:gd name="connsiteX52" fmla="*/ 2449672 w 13158799"/>
              <a:gd name="connsiteY52" fmla="*/ 8835710 h 9456078"/>
              <a:gd name="connsiteX53" fmla="*/ 2492417 w 13158799"/>
              <a:gd name="connsiteY53" fmla="*/ 8812316 h 9456078"/>
              <a:gd name="connsiteX54" fmla="*/ 2534943 w 13158799"/>
              <a:gd name="connsiteY54" fmla="*/ 8788516 h 9456078"/>
              <a:gd name="connsiteX55" fmla="*/ 2577247 w 13158799"/>
              <a:gd name="connsiteY55" fmla="*/ 8764311 h 9456078"/>
              <a:gd name="connsiteX56" fmla="*/ 2619326 w 13158799"/>
              <a:gd name="connsiteY56" fmla="*/ 8739704 h 9456078"/>
              <a:gd name="connsiteX57" fmla="*/ 2661177 w 13158799"/>
              <a:gd name="connsiteY57" fmla="*/ 8714695 h 9456078"/>
              <a:gd name="connsiteX58" fmla="*/ 2702797 w 13158799"/>
              <a:gd name="connsiteY58" fmla="*/ 8689286 h 9456078"/>
              <a:gd name="connsiteX59" fmla="*/ 2744183 w 13158799"/>
              <a:gd name="connsiteY59" fmla="*/ 8663479 h 9456078"/>
              <a:gd name="connsiteX60" fmla="*/ 2785333 w 13158799"/>
              <a:gd name="connsiteY60" fmla="*/ 8637274 h 9456078"/>
              <a:gd name="connsiteX61" fmla="*/ 2826242 w 13158799"/>
              <a:gd name="connsiteY61" fmla="*/ 8610675 h 9456078"/>
              <a:gd name="connsiteX62" fmla="*/ 2866908 w 13158799"/>
              <a:gd name="connsiteY62" fmla="*/ 8583681 h 9456078"/>
              <a:gd name="connsiteX63" fmla="*/ 2907329 w 13158799"/>
              <a:gd name="connsiteY63" fmla="*/ 8556295 h 9456078"/>
              <a:gd name="connsiteX64" fmla="*/ 2947500 w 13158799"/>
              <a:gd name="connsiteY64" fmla="*/ 8528517 h 9456078"/>
              <a:gd name="connsiteX65" fmla="*/ 2987419 w 13158799"/>
              <a:gd name="connsiteY65" fmla="*/ 8500351 h 9456078"/>
              <a:gd name="connsiteX66" fmla="*/ 3027083 w 13158799"/>
              <a:gd name="connsiteY66" fmla="*/ 8471796 h 9456078"/>
              <a:gd name="connsiteX67" fmla="*/ 3066489 w 13158799"/>
              <a:gd name="connsiteY67" fmla="*/ 8442854 h 9456078"/>
              <a:gd name="connsiteX68" fmla="*/ 3105634 w 13158799"/>
              <a:gd name="connsiteY68" fmla="*/ 8413528 h 9456078"/>
              <a:gd name="connsiteX69" fmla="*/ 3144515 w 13158799"/>
              <a:gd name="connsiteY69" fmla="*/ 8383818 h 9456078"/>
              <a:gd name="connsiteX70" fmla="*/ 3183129 w 13158799"/>
              <a:gd name="connsiteY70" fmla="*/ 8353726 h 9456078"/>
              <a:gd name="connsiteX71" fmla="*/ 3221473 w 13158799"/>
              <a:gd name="connsiteY71" fmla="*/ 8323253 h 9456078"/>
              <a:gd name="connsiteX72" fmla="*/ 3259544 w 13158799"/>
              <a:gd name="connsiteY72" fmla="*/ 8292401 h 9456078"/>
              <a:gd name="connsiteX73" fmla="*/ 3297339 w 13158799"/>
              <a:gd name="connsiteY73" fmla="*/ 8261172 h 9456078"/>
              <a:gd name="connsiteX74" fmla="*/ 3334854 w 13158799"/>
              <a:gd name="connsiteY74" fmla="*/ 8229566 h 9456078"/>
              <a:gd name="connsiteX75" fmla="*/ 3372087 w 13158799"/>
              <a:gd name="connsiteY75" fmla="*/ 8197585 h 9456078"/>
              <a:gd name="connsiteX76" fmla="*/ 3409035 w 13158799"/>
              <a:gd name="connsiteY76" fmla="*/ 8165232 h 9456078"/>
              <a:gd name="connsiteX77" fmla="*/ 3445695 w 13158799"/>
              <a:gd name="connsiteY77" fmla="*/ 8132507 h 9456078"/>
              <a:gd name="connsiteX78" fmla="*/ 3482064 w 13158799"/>
              <a:gd name="connsiteY78" fmla="*/ 8099411 h 9456078"/>
              <a:gd name="connsiteX79" fmla="*/ 3518139 w 13158799"/>
              <a:gd name="connsiteY79" fmla="*/ 8065947 h 9456078"/>
              <a:gd name="connsiteX80" fmla="*/ 3553916 w 13158799"/>
              <a:gd name="connsiteY80" fmla="*/ 8032115 h 9456078"/>
              <a:gd name="connsiteX81" fmla="*/ 3589393 w 13158799"/>
              <a:gd name="connsiteY81" fmla="*/ 7997918 h 9456078"/>
              <a:gd name="connsiteX82" fmla="*/ 3624567 w 13158799"/>
              <a:gd name="connsiteY82" fmla="*/ 7963356 h 9456078"/>
              <a:gd name="connsiteX83" fmla="*/ 3659435 w 13158799"/>
              <a:gd name="connsiteY83" fmla="*/ 7928432 h 9456078"/>
              <a:gd name="connsiteX84" fmla="*/ 3693994 w 13158799"/>
              <a:gd name="connsiteY84" fmla="*/ 7893146 h 9456078"/>
              <a:gd name="connsiteX85" fmla="*/ 3728240 w 13158799"/>
              <a:gd name="connsiteY85" fmla="*/ 7857501 h 9456078"/>
              <a:gd name="connsiteX86" fmla="*/ 3762171 w 13158799"/>
              <a:gd name="connsiteY86" fmla="*/ 7821497 h 9456078"/>
              <a:gd name="connsiteX87" fmla="*/ 3795783 w 13158799"/>
              <a:gd name="connsiteY87" fmla="*/ 7785136 h 9456078"/>
              <a:gd name="connsiteX88" fmla="*/ 3829075 w 13158799"/>
              <a:gd name="connsiteY88" fmla="*/ 7748420 h 9456078"/>
              <a:gd name="connsiteX89" fmla="*/ 3862042 w 13158799"/>
              <a:gd name="connsiteY89" fmla="*/ 7711350 h 9456078"/>
              <a:gd name="connsiteX90" fmla="*/ 3894682 w 13158799"/>
              <a:gd name="connsiteY90" fmla="*/ 7673928 h 9456078"/>
              <a:gd name="connsiteX91" fmla="*/ 3926991 w 13158799"/>
              <a:gd name="connsiteY91" fmla="*/ 7636155 h 9456078"/>
              <a:gd name="connsiteX92" fmla="*/ 3958967 w 13158799"/>
              <a:gd name="connsiteY92" fmla="*/ 7598032 h 9456078"/>
              <a:gd name="connsiteX93" fmla="*/ 3990607 w 13158799"/>
              <a:gd name="connsiteY93" fmla="*/ 7559561 h 9456078"/>
              <a:gd name="connsiteX94" fmla="*/ 4021907 w 13158799"/>
              <a:gd name="connsiteY94" fmla="*/ 7520744 h 9456078"/>
              <a:gd name="connsiteX95" fmla="*/ 4052865 w 13158799"/>
              <a:gd name="connsiteY95" fmla="*/ 7481582 h 9456078"/>
              <a:gd name="connsiteX96" fmla="*/ 4083478 w 13158799"/>
              <a:gd name="connsiteY96" fmla="*/ 7442077 h 9456078"/>
              <a:gd name="connsiteX97" fmla="*/ 8022311 w 13158799"/>
              <a:gd name="connsiteY97" fmla="*/ 2307814 h 9456078"/>
              <a:gd name="connsiteX98" fmla="*/ 8052902 w 13158799"/>
              <a:gd name="connsiteY98" fmla="*/ 2268285 h 9456078"/>
              <a:gd name="connsiteX99" fmla="*/ 8083796 w 13158799"/>
              <a:gd name="connsiteY99" fmla="*/ 2229056 h 9456078"/>
              <a:gd name="connsiteX100" fmla="*/ 8114989 w 13158799"/>
              <a:gd name="connsiteY100" fmla="*/ 2190127 h 9456078"/>
              <a:gd name="connsiteX101" fmla="*/ 8146479 w 13158799"/>
              <a:gd name="connsiteY101" fmla="*/ 2151500 h 9456078"/>
              <a:gd name="connsiteX102" fmla="*/ 8178264 w 13158799"/>
              <a:gd name="connsiteY102" fmla="*/ 2113176 h 9456078"/>
              <a:gd name="connsiteX103" fmla="*/ 8210341 w 13158799"/>
              <a:gd name="connsiteY103" fmla="*/ 2075157 h 9456078"/>
              <a:gd name="connsiteX104" fmla="*/ 8242709 w 13158799"/>
              <a:gd name="connsiteY104" fmla="*/ 2037442 h 9456078"/>
              <a:gd name="connsiteX105" fmla="*/ 8275365 w 13158799"/>
              <a:gd name="connsiteY105" fmla="*/ 2000034 h 9456078"/>
              <a:gd name="connsiteX106" fmla="*/ 8308307 w 13158799"/>
              <a:gd name="connsiteY106" fmla="*/ 1962934 h 9456078"/>
              <a:gd name="connsiteX107" fmla="*/ 8341532 w 13158799"/>
              <a:gd name="connsiteY107" fmla="*/ 1926142 h 9456078"/>
              <a:gd name="connsiteX108" fmla="*/ 8375038 w 13158799"/>
              <a:gd name="connsiteY108" fmla="*/ 1889660 h 9456078"/>
              <a:gd name="connsiteX109" fmla="*/ 8408823 w 13158799"/>
              <a:gd name="connsiteY109" fmla="*/ 1853489 h 9456078"/>
              <a:gd name="connsiteX110" fmla="*/ 8442885 w 13158799"/>
              <a:gd name="connsiteY110" fmla="*/ 1817630 h 9456078"/>
              <a:gd name="connsiteX111" fmla="*/ 8477221 w 13158799"/>
              <a:gd name="connsiteY111" fmla="*/ 1782084 h 9456078"/>
              <a:gd name="connsiteX112" fmla="*/ 8511829 w 13158799"/>
              <a:gd name="connsiteY112" fmla="*/ 1746853 h 9456078"/>
              <a:gd name="connsiteX113" fmla="*/ 8546706 w 13158799"/>
              <a:gd name="connsiteY113" fmla="*/ 1711937 h 9456078"/>
              <a:gd name="connsiteX114" fmla="*/ 8581851 w 13158799"/>
              <a:gd name="connsiteY114" fmla="*/ 1677337 h 9456078"/>
              <a:gd name="connsiteX115" fmla="*/ 8617261 w 13158799"/>
              <a:gd name="connsiteY115" fmla="*/ 1643056 h 9456078"/>
              <a:gd name="connsiteX116" fmla="*/ 8652934 w 13158799"/>
              <a:gd name="connsiteY116" fmla="*/ 1609093 h 9456078"/>
              <a:gd name="connsiteX117" fmla="*/ 8688867 w 13158799"/>
              <a:gd name="connsiteY117" fmla="*/ 1575450 h 9456078"/>
              <a:gd name="connsiteX118" fmla="*/ 8725058 w 13158799"/>
              <a:gd name="connsiteY118" fmla="*/ 1542128 h 9456078"/>
              <a:gd name="connsiteX119" fmla="*/ 8761506 w 13158799"/>
              <a:gd name="connsiteY119" fmla="*/ 1509129 h 9456078"/>
              <a:gd name="connsiteX120" fmla="*/ 8798207 w 13158799"/>
              <a:gd name="connsiteY120" fmla="*/ 1476452 h 9456078"/>
              <a:gd name="connsiteX121" fmla="*/ 8835159 w 13158799"/>
              <a:gd name="connsiteY121" fmla="*/ 1444101 h 9456078"/>
              <a:gd name="connsiteX122" fmla="*/ 8872360 w 13158799"/>
              <a:gd name="connsiteY122" fmla="*/ 1412075 h 9456078"/>
              <a:gd name="connsiteX123" fmla="*/ 8909808 w 13158799"/>
              <a:gd name="connsiteY123" fmla="*/ 1380375 h 9456078"/>
              <a:gd name="connsiteX124" fmla="*/ 8947501 w 13158799"/>
              <a:gd name="connsiteY124" fmla="*/ 1349004 h 9456078"/>
              <a:gd name="connsiteX125" fmla="*/ 8985435 w 13158799"/>
              <a:gd name="connsiteY125" fmla="*/ 1317962 h 9456078"/>
              <a:gd name="connsiteX126" fmla="*/ 9023610 w 13158799"/>
              <a:gd name="connsiteY126" fmla="*/ 1287250 h 9456078"/>
              <a:gd name="connsiteX127" fmla="*/ 9062022 w 13158799"/>
              <a:gd name="connsiteY127" fmla="*/ 1256869 h 9456078"/>
              <a:gd name="connsiteX128" fmla="*/ 9100669 w 13158799"/>
              <a:gd name="connsiteY128" fmla="*/ 1226820 h 9456078"/>
              <a:gd name="connsiteX129" fmla="*/ 9139549 w 13158799"/>
              <a:gd name="connsiteY129" fmla="*/ 1197105 h 9456078"/>
              <a:gd name="connsiteX130" fmla="*/ 9178660 w 13158799"/>
              <a:gd name="connsiteY130" fmla="*/ 1167725 h 9456078"/>
              <a:gd name="connsiteX131" fmla="*/ 9217999 w 13158799"/>
              <a:gd name="connsiteY131" fmla="*/ 1138681 h 9456078"/>
              <a:gd name="connsiteX132" fmla="*/ 9257564 w 13158799"/>
              <a:gd name="connsiteY132" fmla="*/ 1109974 h 9456078"/>
              <a:gd name="connsiteX133" fmla="*/ 9297353 w 13158799"/>
              <a:gd name="connsiteY133" fmla="*/ 1081604 h 9456078"/>
              <a:gd name="connsiteX134" fmla="*/ 9337364 w 13158799"/>
              <a:gd name="connsiteY134" fmla="*/ 1053574 h 9456078"/>
              <a:gd name="connsiteX135" fmla="*/ 9377594 w 13158799"/>
              <a:gd name="connsiteY135" fmla="*/ 1025884 h 9456078"/>
              <a:gd name="connsiteX136" fmla="*/ 9418040 w 13158799"/>
              <a:gd name="connsiteY136" fmla="*/ 998536 h 9456078"/>
              <a:gd name="connsiteX137" fmla="*/ 9458702 w 13158799"/>
              <a:gd name="connsiteY137" fmla="*/ 971530 h 9456078"/>
              <a:gd name="connsiteX138" fmla="*/ 9499575 w 13158799"/>
              <a:gd name="connsiteY138" fmla="*/ 944868 h 9456078"/>
              <a:gd name="connsiteX139" fmla="*/ 9540659 w 13158799"/>
              <a:gd name="connsiteY139" fmla="*/ 918551 h 9456078"/>
              <a:gd name="connsiteX140" fmla="*/ 9581950 w 13158799"/>
              <a:gd name="connsiteY140" fmla="*/ 892580 h 9456078"/>
              <a:gd name="connsiteX141" fmla="*/ 9623447 w 13158799"/>
              <a:gd name="connsiteY141" fmla="*/ 866956 h 9456078"/>
              <a:gd name="connsiteX142" fmla="*/ 9665147 w 13158799"/>
              <a:gd name="connsiteY142" fmla="*/ 841681 h 9456078"/>
              <a:gd name="connsiteX143" fmla="*/ 9707048 w 13158799"/>
              <a:gd name="connsiteY143" fmla="*/ 816754 h 9456078"/>
              <a:gd name="connsiteX144" fmla="*/ 9749147 w 13158799"/>
              <a:gd name="connsiteY144" fmla="*/ 792179 h 9456078"/>
              <a:gd name="connsiteX145" fmla="*/ 9791443 w 13158799"/>
              <a:gd name="connsiteY145" fmla="*/ 767955 h 9456078"/>
              <a:gd name="connsiteX146" fmla="*/ 9833932 w 13158799"/>
              <a:gd name="connsiteY146" fmla="*/ 744083 h 9456078"/>
              <a:gd name="connsiteX147" fmla="*/ 9876613 w 13158799"/>
              <a:gd name="connsiteY147" fmla="*/ 720566 h 9456078"/>
              <a:gd name="connsiteX148" fmla="*/ 9919484 w 13158799"/>
              <a:gd name="connsiteY148" fmla="*/ 697404 h 9456078"/>
              <a:gd name="connsiteX149" fmla="*/ 9962542 w 13158799"/>
              <a:gd name="connsiteY149" fmla="*/ 674598 h 9456078"/>
              <a:gd name="connsiteX150" fmla="*/ 10005784 w 13158799"/>
              <a:gd name="connsiteY150" fmla="*/ 652149 h 9456078"/>
              <a:gd name="connsiteX151" fmla="*/ 10049209 w 13158799"/>
              <a:gd name="connsiteY151" fmla="*/ 630059 h 9456078"/>
              <a:gd name="connsiteX152" fmla="*/ 10092814 w 13158799"/>
              <a:gd name="connsiteY152" fmla="*/ 608328 h 9456078"/>
              <a:gd name="connsiteX153" fmla="*/ 10136597 w 13158799"/>
              <a:gd name="connsiteY153" fmla="*/ 586958 h 9456078"/>
              <a:gd name="connsiteX154" fmla="*/ 10180556 w 13158799"/>
              <a:gd name="connsiteY154" fmla="*/ 565950 h 9456078"/>
              <a:gd name="connsiteX155" fmla="*/ 10224688 w 13158799"/>
              <a:gd name="connsiteY155" fmla="*/ 545304 h 9456078"/>
              <a:gd name="connsiteX156" fmla="*/ 10268991 w 13158799"/>
              <a:gd name="connsiteY156" fmla="*/ 525023 h 9456078"/>
              <a:gd name="connsiteX157" fmla="*/ 10313463 w 13158799"/>
              <a:gd name="connsiteY157" fmla="*/ 505107 h 9456078"/>
              <a:gd name="connsiteX158" fmla="*/ 10358101 w 13158799"/>
              <a:gd name="connsiteY158" fmla="*/ 485558 h 9456078"/>
              <a:gd name="connsiteX159" fmla="*/ 10402903 w 13158799"/>
              <a:gd name="connsiteY159" fmla="*/ 466376 h 9456078"/>
              <a:gd name="connsiteX160" fmla="*/ 10447868 w 13158799"/>
              <a:gd name="connsiteY160" fmla="*/ 447563 h 9456078"/>
              <a:gd name="connsiteX161" fmla="*/ 10492991 w 13158799"/>
              <a:gd name="connsiteY161" fmla="*/ 429119 h 9456078"/>
              <a:gd name="connsiteX162" fmla="*/ 10538272 w 13158799"/>
              <a:gd name="connsiteY162" fmla="*/ 411046 h 9456078"/>
              <a:gd name="connsiteX163" fmla="*/ 10583708 w 13158799"/>
              <a:gd name="connsiteY163" fmla="*/ 393346 h 9456078"/>
              <a:gd name="connsiteX164" fmla="*/ 10629297 w 13158799"/>
              <a:gd name="connsiteY164" fmla="*/ 376018 h 9456078"/>
              <a:gd name="connsiteX165" fmla="*/ 10675036 w 13158799"/>
              <a:gd name="connsiteY165" fmla="*/ 359065 h 9456078"/>
              <a:gd name="connsiteX166" fmla="*/ 10720923 w 13158799"/>
              <a:gd name="connsiteY166" fmla="*/ 342487 h 9456078"/>
              <a:gd name="connsiteX167" fmla="*/ 10766956 w 13158799"/>
              <a:gd name="connsiteY167" fmla="*/ 326286 h 9456078"/>
              <a:gd name="connsiteX168" fmla="*/ 10813132 w 13158799"/>
              <a:gd name="connsiteY168" fmla="*/ 310462 h 9456078"/>
              <a:gd name="connsiteX169" fmla="*/ 10859450 w 13158799"/>
              <a:gd name="connsiteY169" fmla="*/ 295018 h 9456078"/>
              <a:gd name="connsiteX170" fmla="*/ 10905907 w 13158799"/>
              <a:gd name="connsiteY170" fmla="*/ 279953 h 9456078"/>
              <a:gd name="connsiteX171" fmla="*/ 10952500 w 13158799"/>
              <a:gd name="connsiteY171" fmla="*/ 265269 h 9456078"/>
              <a:gd name="connsiteX172" fmla="*/ 10999227 w 13158799"/>
              <a:gd name="connsiteY172" fmla="*/ 250968 h 9456078"/>
              <a:gd name="connsiteX173" fmla="*/ 11046087 w 13158799"/>
              <a:gd name="connsiteY173" fmla="*/ 237049 h 9456078"/>
              <a:gd name="connsiteX174" fmla="*/ 11093076 w 13158799"/>
              <a:gd name="connsiteY174" fmla="*/ 223516 h 9456078"/>
              <a:gd name="connsiteX175" fmla="*/ 11140193 w 13158799"/>
              <a:gd name="connsiteY175" fmla="*/ 210368 h 9456078"/>
              <a:gd name="connsiteX176" fmla="*/ 11187434 w 13158799"/>
              <a:gd name="connsiteY176" fmla="*/ 197606 h 9456078"/>
              <a:gd name="connsiteX177" fmla="*/ 11234799 w 13158799"/>
              <a:gd name="connsiteY177" fmla="*/ 185233 h 9456078"/>
              <a:gd name="connsiteX178" fmla="*/ 11282284 w 13158799"/>
              <a:gd name="connsiteY178" fmla="*/ 173248 h 9456078"/>
              <a:gd name="connsiteX179" fmla="*/ 11329888 w 13158799"/>
              <a:gd name="connsiteY179" fmla="*/ 161654 h 9456078"/>
              <a:gd name="connsiteX180" fmla="*/ 11377607 w 13158799"/>
              <a:gd name="connsiteY180" fmla="*/ 150451 h 9456078"/>
              <a:gd name="connsiteX181" fmla="*/ 11425440 w 13158799"/>
              <a:gd name="connsiteY181" fmla="*/ 139640 h 9456078"/>
              <a:gd name="connsiteX182" fmla="*/ 11473385 w 13158799"/>
              <a:gd name="connsiteY182" fmla="*/ 129223 h 9456078"/>
              <a:gd name="connsiteX183" fmla="*/ 11521439 w 13158799"/>
              <a:gd name="connsiteY183" fmla="*/ 119201 h 9456078"/>
              <a:gd name="connsiteX184" fmla="*/ 11569599 w 13158799"/>
              <a:gd name="connsiteY184" fmla="*/ 109574 h 9456078"/>
              <a:gd name="connsiteX185" fmla="*/ 11617864 w 13158799"/>
              <a:gd name="connsiteY185" fmla="*/ 100344 h 9456078"/>
              <a:gd name="connsiteX186" fmla="*/ 11666231 w 13158799"/>
              <a:gd name="connsiteY186" fmla="*/ 91512 h 9456078"/>
              <a:gd name="connsiteX187" fmla="*/ 11714698 w 13158799"/>
              <a:gd name="connsiteY187" fmla="*/ 83080 h 9456078"/>
              <a:gd name="connsiteX188" fmla="*/ 11763263 w 13158799"/>
              <a:gd name="connsiteY188" fmla="*/ 75047 h 9456078"/>
              <a:gd name="connsiteX189" fmla="*/ 11811923 w 13158799"/>
              <a:gd name="connsiteY189" fmla="*/ 67417 h 9456078"/>
              <a:gd name="connsiteX190" fmla="*/ 11860676 w 13158799"/>
              <a:gd name="connsiteY190" fmla="*/ 60188 h 9456078"/>
              <a:gd name="connsiteX191" fmla="*/ 11909519 w 13158799"/>
              <a:gd name="connsiteY191" fmla="*/ 53364 h 9456078"/>
              <a:gd name="connsiteX192" fmla="*/ 11958451 w 13158799"/>
              <a:gd name="connsiteY192" fmla="*/ 46944 h 9456078"/>
              <a:gd name="connsiteX193" fmla="*/ 12007470 w 13158799"/>
              <a:gd name="connsiteY193" fmla="*/ 40931 h 9456078"/>
              <a:gd name="connsiteX194" fmla="*/ 12056572 w 13158799"/>
              <a:gd name="connsiteY194" fmla="*/ 35324 h 9456078"/>
              <a:gd name="connsiteX195" fmla="*/ 12105756 w 13158799"/>
              <a:gd name="connsiteY195" fmla="*/ 30126 h 9456078"/>
              <a:gd name="connsiteX196" fmla="*/ 12155019 w 13158799"/>
              <a:gd name="connsiteY196" fmla="*/ 25337 h 9456078"/>
              <a:gd name="connsiteX197" fmla="*/ 12204359 w 13158799"/>
              <a:gd name="connsiteY197" fmla="*/ 20958 h 9456078"/>
              <a:gd name="connsiteX198" fmla="*/ 12253773 w 13158799"/>
              <a:gd name="connsiteY198" fmla="*/ 16991 h 9456078"/>
              <a:gd name="connsiteX199" fmla="*/ 12303260 w 13158799"/>
              <a:gd name="connsiteY199" fmla="*/ 13437 h 9456078"/>
              <a:gd name="connsiteX200" fmla="*/ 12352818 w 13158799"/>
              <a:gd name="connsiteY200" fmla="*/ 10297 h 9456078"/>
              <a:gd name="connsiteX201" fmla="*/ 12402443 w 13158799"/>
              <a:gd name="connsiteY201" fmla="*/ 7572 h 9456078"/>
              <a:gd name="connsiteX202" fmla="*/ 12452133 w 13158799"/>
              <a:gd name="connsiteY202" fmla="*/ 5263 h 9456078"/>
              <a:gd name="connsiteX203" fmla="*/ 12501887 w 13158799"/>
              <a:gd name="connsiteY203" fmla="*/ 3371 h 9456078"/>
              <a:gd name="connsiteX204" fmla="*/ 12551701 w 13158799"/>
              <a:gd name="connsiteY204" fmla="*/ 1898 h 9456078"/>
              <a:gd name="connsiteX205" fmla="*/ 12601574 w 13158799"/>
              <a:gd name="connsiteY205" fmla="*/ 844 h 9456078"/>
              <a:gd name="connsiteX206" fmla="*/ 12651504 w 13158799"/>
              <a:gd name="connsiteY206" fmla="*/ 211 h 9456078"/>
              <a:gd name="connsiteX207" fmla="*/ 12701487 w 13158799"/>
              <a:gd name="connsiteY207" fmla="*/ 0 h 9456078"/>
              <a:gd name="connsiteX208" fmla="*/ 13158798 w 13158799"/>
              <a:gd name="connsiteY208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28389 w 13158797"/>
              <a:gd name="connsiteY22" fmla="*/ 9330914 h 9456078"/>
              <a:gd name="connsiteX23" fmla="*/ 1176172 w 13158797"/>
              <a:gd name="connsiteY23" fmla="*/ 9319936 h 9456078"/>
              <a:gd name="connsiteX24" fmla="*/ 1223823 w 13158797"/>
              <a:gd name="connsiteY24" fmla="*/ 9308509 h 9456078"/>
              <a:gd name="connsiteX25" fmla="*/ 1271339 w 13158797"/>
              <a:gd name="connsiteY25" fmla="*/ 9296635 h 9456078"/>
              <a:gd name="connsiteX26" fmla="*/ 1318719 w 13158797"/>
              <a:gd name="connsiteY26" fmla="*/ 9284315 h 9456078"/>
              <a:gd name="connsiteX27" fmla="*/ 1365957 w 13158797"/>
              <a:gd name="connsiteY27" fmla="*/ 9271550 h 9456078"/>
              <a:gd name="connsiteX28" fmla="*/ 1413052 w 13158797"/>
              <a:gd name="connsiteY28" fmla="*/ 9258342 h 9456078"/>
              <a:gd name="connsiteX29" fmla="*/ 1460000 w 13158797"/>
              <a:gd name="connsiteY29" fmla="*/ 9244693 h 9456078"/>
              <a:gd name="connsiteX30" fmla="*/ 1506799 w 13158797"/>
              <a:gd name="connsiteY30" fmla="*/ 9230604 h 9456078"/>
              <a:gd name="connsiteX31" fmla="*/ 1553445 w 13158797"/>
              <a:gd name="connsiteY31" fmla="*/ 9216076 h 9456078"/>
              <a:gd name="connsiteX32" fmla="*/ 1599935 w 13158797"/>
              <a:gd name="connsiteY32" fmla="*/ 9201111 h 9456078"/>
              <a:gd name="connsiteX33" fmla="*/ 1646267 w 13158797"/>
              <a:gd name="connsiteY33" fmla="*/ 9185710 h 9456078"/>
              <a:gd name="connsiteX34" fmla="*/ 1692437 w 13158797"/>
              <a:gd name="connsiteY34" fmla="*/ 9169876 h 9456078"/>
              <a:gd name="connsiteX35" fmla="*/ 1738442 w 13158797"/>
              <a:gd name="connsiteY35" fmla="*/ 9153608 h 9456078"/>
              <a:gd name="connsiteX36" fmla="*/ 1784280 w 13158797"/>
              <a:gd name="connsiteY36" fmla="*/ 9136910 h 9456078"/>
              <a:gd name="connsiteX37" fmla="*/ 1829947 w 13158797"/>
              <a:gd name="connsiteY37" fmla="*/ 9119782 h 9456078"/>
              <a:gd name="connsiteX38" fmla="*/ 1875440 w 13158797"/>
              <a:gd name="connsiteY38" fmla="*/ 9102226 h 9456078"/>
              <a:gd name="connsiteX39" fmla="*/ 1920756 w 13158797"/>
              <a:gd name="connsiteY39" fmla="*/ 9084243 h 9456078"/>
              <a:gd name="connsiteX40" fmla="*/ 1965893 w 13158797"/>
              <a:gd name="connsiteY40" fmla="*/ 9065835 h 9456078"/>
              <a:gd name="connsiteX41" fmla="*/ 2010847 w 13158797"/>
              <a:gd name="connsiteY41" fmla="*/ 9047004 h 9456078"/>
              <a:gd name="connsiteX42" fmla="*/ 2055615 w 13158797"/>
              <a:gd name="connsiteY42" fmla="*/ 9027750 h 9456078"/>
              <a:gd name="connsiteX43" fmla="*/ 2100195 w 13158797"/>
              <a:gd name="connsiteY43" fmla="*/ 9008075 h 9456078"/>
              <a:gd name="connsiteX44" fmla="*/ 2144582 w 13158797"/>
              <a:gd name="connsiteY44" fmla="*/ 8987981 h 9456078"/>
              <a:gd name="connsiteX45" fmla="*/ 2188775 w 13158797"/>
              <a:gd name="connsiteY45" fmla="*/ 8967470 h 9456078"/>
              <a:gd name="connsiteX46" fmla="*/ 2232770 w 13158797"/>
              <a:gd name="connsiteY46" fmla="*/ 8946542 h 9456078"/>
              <a:gd name="connsiteX47" fmla="*/ 2276564 w 13158797"/>
              <a:gd name="connsiteY47" fmla="*/ 8925199 h 9456078"/>
              <a:gd name="connsiteX48" fmla="*/ 2320154 w 13158797"/>
              <a:gd name="connsiteY48" fmla="*/ 8903443 h 9456078"/>
              <a:gd name="connsiteX49" fmla="*/ 2363538 w 13158797"/>
              <a:gd name="connsiteY49" fmla="*/ 8881275 h 9456078"/>
              <a:gd name="connsiteX50" fmla="*/ 2406711 w 13158797"/>
              <a:gd name="connsiteY50" fmla="*/ 8858697 h 9456078"/>
              <a:gd name="connsiteX51" fmla="*/ 2449672 w 13158797"/>
              <a:gd name="connsiteY51" fmla="*/ 8835710 h 9456078"/>
              <a:gd name="connsiteX52" fmla="*/ 2492417 w 13158797"/>
              <a:gd name="connsiteY52" fmla="*/ 8812316 h 9456078"/>
              <a:gd name="connsiteX53" fmla="*/ 2534943 w 13158797"/>
              <a:gd name="connsiteY53" fmla="*/ 8788516 h 9456078"/>
              <a:gd name="connsiteX54" fmla="*/ 2577247 w 13158797"/>
              <a:gd name="connsiteY54" fmla="*/ 8764311 h 9456078"/>
              <a:gd name="connsiteX55" fmla="*/ 2619326 w 13158797"/>
              <a:gd name="connsiteY55" fmla="*/ 8739704 h 9456078"/>
              <a:gd name="connsiteX56" fmla="*/ 2661177 w 13158797"/>
              <a:gd name="connsiteY56" fmla="*/ 8714695 h 9456078"/>
              <a:gd name="connsiteX57" fmla="*/ 2702797 w 13158797"/>
              <a:gd name="connsiteY57" fmla="*/ 8689286 h 9456078"/>
              <a:gd name="connsiteX58" fmla="*/ 2744183 w 13158797"/>
              <a:gd name="connsiteY58" fmla="*/ 8663479 h 9456078"/>
              <a:gd name="connsiteX59" fmla="*/ 2785333 w 13158797"/>
              <a:gd name="connsiteY59" fmla="*/ 8637274 h 9456078"/>
              <a:gd name="connsiteX60" fmla="*/ 2826242 w 13158797"/>
              <a:gd name="connsiteY60" fmla="*/ 8610675 h 9456078"/>
              <a:gd name="connsiteX61" fmla="*/ 2866908 w 13158797"/>
              <a:gd name="connsiteY61" fmla="*/ 8583681 h 9456078"/>
              <a:gd name="connsiteX62" fmla="*/ 2907329 w 13158797"/>
              <a:gd name="connsiteY62" fmla="*/ 8556295 h 9456078"/>
              <a:gd name="connsiteX63" fmla="*/ 2947500 w 13158797"/>
              <a:gd name="connsiteY63" fmla="*/ 8528517 h 9456078"/>
              <a:gd name="connsiteX64" fmla="*/ 2987419 w 13158797"/>
              <a:gd name="connsiteY64" fmla="*/ 8500351 h 9456078"/>
              <a:gd name="connsiteX65" fmla="*/ 3027083 w 13158797"/>
              <a:gd name="connsiteY65" fmla="*/ 8471796 h 9456078"/>
              <a:gd name="connsiteX66" fmla="*/ 3066489 w 13158797"/>
              <a:gd name="connsiteY66" fmla="*/ 8442854 h 9456078"/>
              <a:gd name="connsiteX67" fmla="*/ 3105634 w 13158797"/>
              <a:gd name="connsiteY67" fmla="*/ 8413528 h 9456078"/>
              <a:gd name="connsiteX68" fmla="*/ 3144515 w 13158797"/>
              <a:gd name="connsiteY68" fmla="*/ 8383818 h 9456078"/>
              <a:gd name="connsiteX69" fmla="*/ 3183129 w 13158797"/>
              <a:gd name="connsiteY69" fmla="*/ 8353726 h 9456078"/>
              <a:gd name="connsiteX70" fmla="*/ 3221473 w 13158797"/>
              <a:gd name="connsiteY70" fmla="*/ 8323253 h 9456078"/>
              <a:gd name="connsiteX71" fmla="*/ 3259544 w 13158797"/>
              <a:gd name="connsiteY71" fmla="*/ 8292401 h 9456078"/>
              <a:gd name="connsiteX72" fmla="*/ 3297339 w 13158797"/>
              <a:gd name="connsiteY72" fmla="*/ 8261172 h 9456078"/>
              <a:gd name="connsiteX73" fmla="*/ 3334854 w 13158797"/>
              <a:gd name="connsiteY73" fmla="*/ 8229566 h 9456078"/>
              <a:gd name="connsiteX74" fmla="*/ 3372087 w 13158797"/>
              <a:gd name="connsiteY74" fmla="*/ 8197585 h 9456078"/>
              <a:gd name="connsiteX75" fmla="*/ 3409035 w 13158797"/>
              <a:gd name="connsiteY75" fmla="*/ 8165232 h 9456078"/>
              <a:gd name="connsiteX76" fmla="*/ 3445695 w 13158797"/>
              <a:gd name="connsiteY76" fmla="*/ 8132507 h 9456078"/>
              <a:gd name="connsiteX77" fmla="*/ 3482064 w 13158797"/>
              <a:gd name="connsiteY77" fmla="*/ 8099411 h 9456078"/>
              <a:gd name="connsiteX78" fmla="*/ 3518139 w 13158797"/>
              <a:gd name="connsiteY78" fmla="*/ 8065947 h 9456078"/>
              <a:gd name="connsiteX79" fmla="*/ 3553916 w 13158797"/>
              <a:gd name="connsiteY79" fmla="*/ 8032115 h 9456078"/>
              <a:gd name="connsiteX80" fmla="*/ 3589393 w 13158797"/>
              <a:gd name="connsiteY80" fmla="*/ 7997918 h 9456078"/>
              <a:gd name="connsiteX81" fmla="*/ 3624567 w 13158797"/>
              <a:gd name="connsiteY81" fmla="*/ 7963356 h 9456078"/>
              <a:gd name="connsiteX82" fmla="*/ 3659435 w 13158797"/>
              <a:gd name="connsiteY82" fmla="*/ 7928432 h 9456078"/>
              <a:gd name="connsiteX83" fmla="*/ 3693994 w 13158797"/>
              <a:gd name="connsiteY83" fmla="*/ 7893146 h 9456078"/>
              <a:gd name="connsiteX84" fmla="*/ 3728240 w 13158797"/>
              <a:gd name="connsiteY84" fmla="*/ 7857501 h 9456078"/>
              <a:gd name="connsiteX85" fmla="*/ 3762171 w 13158797"/>
              <a:gd name="connsiteY85" fmla="*/ 7821497 h 9456078"/>
              <a:gd name="connsiteX86" fmla="*/ 3795783 w 13158797"/>
              <a:gd name="connsiteY86" fmla="*/ 7785136 h 9456078"/>
              <a:gd name="connsiteX87" fmla="*/ 3829075 w 13158797"/>
              <a:gd name="connsiteY87" fmla="*/ 7748420 h 9456078"/>
              <a:gd name="connsiteX88" fmla="*/ 3862042 w 13158797"/>
              <a:gd name="connsiteY88" fmla="*/ 7711350 h 9456078"/>
              <a:gd name="connsiteX89" fmla="*/ 3894682 w 13158797"/>
              <a:gd name="connsiteY89" fmla="*/ 7673928 h 9456078"/>
              <a:gd name="connsiteX90" fmla="*/ 3926991 w 13158797"/>
              <a:gd name="connsiteY90" fmla="*/ 7636155 h 9456078"/>
              <a:gd name="connsiteX91" fmla="*/ 3958967 w 13158797"/>
              <a:gd name="connsiteY91" fmla="*/ 7598032 h 9456078"/>
              <a:gd name="connsiteX92" fmla="*/ 3990607 w 13158797"/>
              <a:gd name="connsiteY92" fmla="*/ 7559561 h 9456078"/>
              <a:gd name="connsiteX93" fmla="*/ 4021907 w 13158797"/>
              <a:gd name="connsiteY93" fmla="*/ 7520744 h 9456078"/>
              <a:gd name="connsiteX94" fmla="*/ 4052865 w 13158797"/>
              <a:gd name="connsiteY94" fmla="*/ 7481582 h 9456078"/>
              <a:gd name="connsiteX95" fmla="*/ 4083478 w 13158797"/>
              <a:gd name="connsiteY95" fmla="*/ 7442077 h 9456078"/>
              <a:gd name="connsiteX96" fmla="*/ 8022311 w 13158797"/>
              <a:gd name="connsiteY96" fmla="*/ 2307814 h 9456078"/>
              <a:gd name="connsiteX97" fmla="*/ 8052902 w 13158797"/>
              <a:gd name="connsiteY97" fmla="*/ 2268285 h 9456078"/>
              <a:gd name="connsiteX98" fmla="*/ 8083796 w 13158797"/>
              <a:gd name="connsiteY98" fmla="*/ 2229056 h 9456078"/>
              <a:gd name="connsiteX99" fmla="*/ 8114989 w 13158797"/>
              <a:gd name="connsiteY99" fmla="*/ 2190127 h 9456078"/>
              <a:gd name="connsiteX100" fmla="*/ 8146479 w 13158797"/>
              <a:gd name="connsiteY100" fmla="*/ 2151500 h 9456078"/>
              <a:gd name="connsiteX101" fmla="*/ 8178264 w 13158797"/>
              <a:gd name="connsiteY101" fmla="*/ 2113176 h 9456078"/>
              <a:gd name="connsiteX102" fmla="*/ 8210341 w 13158797"/>
              <a:gd name="connsiteY102" fmla="*/ 2075157 h 9456078"/>
              <a:gd name="connsiteX103" fmla="*/ 8242709 w 13158797"/>
              <a:gd name="connsiteY103" fmla="*/ 2037442 h 9456078"/>
              <a:gd name="connsiteX104" fmla="*/ 8275365 w 13158797"/>
              <a:gd name="connsiteY104" fmla="*/ 2000034 h 9456078"/>
              <a:gd name="connsiteX105" fmla="*/ 8308307 w 13158797"/>
              <a:gd name="connsiteY105" fmla="*/ 1962934 h 9456078"/>
              <a:gd name="connsiteX106" fmla="*/ 8341532 w 13158797"/>
              <a:gd name="connsiteY106" fmla="*/ 1926142 h 9456078"/>
              <a:gd name="connsiteX107" fmla="*/ 8375038 w 13158797"/>
              <a:gd name="connsiteY107" fmla="*/ 1889660 h 9456078"/>
              <a:gd name="connsiteX108" fmla="*/ 8408823 w 13158797"/>
              <a:gd name="connsiteY108" fmla="*/ 1853489 h 9456078"/>
              <a:gd name="connsiteX109" fmla="*/ 8442885 w 13158797"/>
              <a:gd name="connsiteY109" fmla="*/ 1817630 h 9456078"/>
              <a:gd name="connsiteX110" fmla="*/ 8477221 w 13158797"/>
              <a:gd name="connsiteY110" fmla="*/ 1782084 h 9456078"/>
              <a:gd name="connsiteX111" fmla="*/ 8511829 w 13158797"/>
              <a:gd name="connsiteY111" fmla="*/ 1746853 h 9456078"/>
              <a:gd name="connsiteX112" fmla="*/ 8546706 w 13158797"/>
              <a:gd name="connsiteY112" fmla="*/ 1711937 h 9456078"/>
              <a:gd name="connsiteX113" fmla="*/ 8581851 w 13158797"/>
              <a:gd name="connsiteY113" fmla="*/ 1677337 h 9456078"/>
              <a:gd name="connsiteX114" fmla="*/ 8617261 w 13158797"/>
              <a:gd name="connsiteY114" fmla="*/ 1643056 h 9456078"/>
              <a:gd name="connsiteX115" fmla="*/ 8652934 w 13158797"/>
              <a:gd name="connsiteY115" fmla="*/ 1609093 h 9456078"/>
              <a:gd name="connsiteX116" fmla="*/ 8688867 w 13158797"/>
              <a:gd name="connsiteY116" fmla="*/ 1575450 h 9456078"/>
              <a:gd name="connsiteX117" fmla="*/ 8725058 w 13158797"/>
              <a:gd name="connsiteY117" fmla="*/ 1542128 h 9456078"/>
              <a:gd name="connsiteX118" fmla="*/ 8761506 w 13158797"/>
              <a:gd name="connsiteY118" fmla="*/ 1509129 h 9456078"/>
              <a:gd name="connsiteX119" fmla="*/ 8798207 w 13158797"/>
              <a:gd name="connsiteY119" fmla="*/ 1476452 h 9456078"/>
              <a:gd name="connsiteX120" fmla="*/ 8835159 w 13158797"/>
              <a:gd name="connsiteY120" fmla="*/ 1444101 h 9456078"/>
              <a:gd name="connsiteX121" fmla="*/ 8872360 w 13158797"/>
              <a:gd name="connsiteY121" fmla="*/ 1412075 h 9456078"/>
              <a:gd name="connsiteX122" fmla="*/ 8909808 w 13158797"/>
              <a:gd name="connsiteY122" fmla="*/ 1380375 h 9456078"/>
              <a:gd name="connsiteX123" fmla="*/ 8947501 w 13158797"/>
              <a:gd name="connsiteY123" fmla="*/ 1349004 h 9456078"/>
              <a:gd name="connsiteX124" fmla="*/ 8985435 w 13158797"/>
              <a:gd name="connsiteY124" fmla="*/ 1317962 h 9456078"/>
              <a:gd name="connsiteX125" fmla="*/ 9023610 w 13158797"/>
              <a:gd name="connsiteY125" fmla="*/ 1287250 h 9456078"/>
              <a:gd name="connsiteX126" fmla="*/ 9062022 w 13158797"/>
              <a:gd name="connsiteY126" fmla="*/ 1256869 h 9456078"/>
              <a:gd name="connsiteX127" fmla="*/ 9100669 w 13158797"/>
              <a:gd name="connsiteY127" fmla="*/ 1226820 h 9456078"/>
              <a:gd name="connsiteX128" fmla="*/ 9139549 w 13158797"/>
              <a:gd name="connsiteY128" fmla="*/ 1197105 h 9456078"/>
              <a:gd name="connsiteX129" fmla="*/ 9178660 w 13158797"/>
              <a:gd name="connsiteY129" fmla="*/ 1167725 h 9456078"/>
              <a:gd name="connsiteX130" fmla="*/ 9217999 w 13158797"/>
              <a:gd name="connsiteY130" fmla="*/ 1138681 h 9456078"/>
              <a:gd name="connsiteX131" fmla="*/ 9257564 w 13158797"/>
              <a:gd name="connsiteY131" fmla="*/ 1109974 h 9456078"/>
              <a:gd name="connsiteX132" fmla="*/ 9297353 w 13158797"/>
              <a:gd name="connsiteY132" fmla="*/ 1081604 h 9456078"/>
              <a:gd name="connsiteX133" fmla="*/ 9337364 w 13158797"/>
              <a:gd name="connsiteY133" fmla="*/ 1053574 h 9456078"/>
              <a:gd name="connsiteX134" fmla="*/ 9377594 w 13158797"/>
              <a:gd name="connsiteY134" fmla="*/ 1025884 h 9456078"/>
              <a:gd name="connsiteX135" fmla="*/ 9418040 w 13158797"/>
              <a:gd name="connsiteY135" fmla="*/ 998536 h 9456078"/>
              <a:gd name="connsiteX136" fmla="*/ 9458702 w 13158797"/>
              <a:gd name="connsiteY136" fmla="*/ 971530 h 9456078"/>
              <a:gd name="connsiteX137" fmla="*/ 9499575 w 13158797"/>
              <a:gd name="connsiteY137" fmla="*/ 944868 h 9456078"/>
              <a:gd name="connsiteX138" fmla="*/ 9540659 w 13158797"/>
              <a:gd name="connsiteY138" fmla="*/ 918551 h 9456078"/>
              <a:gd name="connsiteX139" fmla="*/ 9581950 w 13158797"/>
              <a:gd name="connsiteY139" fmla="*/ 892580 h 9456078"/>
              <a:gd name="connsiteX140" fmla="*/ 9623447 w 13158797"/>
              <a:gd name="connsiteY140" fmla="*/ 866956 h 9456078"/>
              <a:gd name="connsiteX141" fmla="*/ 9665147 w 13158797"/>
              <a:gd name="connsiteY141" fmla="*/ 841681 h 9456078"/>
              <a:gd name="connsiteX142" fmla="*/ 9707048 w 13158797"/>
              <a:gd name="connsiteY142" fmla="*/ 816754 h 9456078"/>
              <a:gd name="connsiteX143" fmla="*/ 9749147 w 13158797"/>
              <a:gd name="connsiteY143" fmla="*/ 792179 h 9456078"/>
              <a:gd name="connsiteX144" fmla="*/ 9791443 w 13158797"/>
              <a:gd name="connsiteY144" fmla="*/ 767955 h 9456078"/>
              <a:gd name="connsiteX145" fmla="*/ 9833932 w 13158797"/>
              <a:gd name="connsiteY145" fmla="*/ 744083 h 9456078"/>
              <a:gd name="connsiteX146" fmla="*/ 9876613 w 13158797"/>
              <a:gd name="connsiteY146" fmla="*/ 720566 h 9456078"/>
              <a:gd name="connsiteX147" fmla="*/ 9919484 w 13158797"/>
              <a:gd name="connsiteY147" fmla="*/ 697404 h 9456078"/>
              <a:gd name="connsiteX148" fmla="*/ 9962542 w 13158797"/>
              <a:gd name="connsiteY148" fmla="*/ 674598 h 9456078"/>
              <a:gd name="connsiteX149" fmla="*/ 10005784 w 13158797"/>
              <a:gd name="connsiteY149" fmla="*/ 652149 h 9456078"/>
              <a:gd name="connsiteX150" fmla="*/ 10049209 w 13158797"/>
              <a:gd name="connsiteY150" fmla="*/ 630059 h 9456078"/>
              <a:gd name="connsiteX151" fmla="*/ 10092814 w 13158797"/>
              <a:gd name="connsiteY151" fmla="*/ 608328 h 9456078"/>
              <a:gd name="connsiteX152" fmla="*/ 10136597 w 13158797"/>
              <a:gd name="connsiteY152" fmla="*/ 586958 h 9456078"/>
              <a:gd name="connsiteX153" fmla="*/ 10180556 w 13158797"/>
              <a:gd name="connsiteY153" fmla="*/ 565950 h 9456078"/>
              <a:gd name="connsiteX154" fmla="*/ 10224688 w 13158797"/>
              <a:gd name="connsiteY154" fmla="*/ 545304 h 9456078"/>
              <a:gd name="connsiteX155" fmla="*/ 10268991 w 13158797"/>
              <a:gd name="connsiteY155" fmla="*/ 525023 h 9456078"/>
              <a:gd name="connsiteX156" fmla="*/ 10313463 w 13158797"/>
              <a:gd name="connsiteY156" fmla="*/ 505107 h 9456078"/>
              <a:gd name="connsiteX157" fmla="*/ 10358101 w 13158797"/>
              <a:gd name="connsiteY157" fmla="*/ 485558 h 9456078"/>
              <a:gd name="connsiteX158" fmla="*/ 10402903 w 13158797"/>
              <a:gd name="connsiteY158" fmla="*/ 466376 h 9456078"/>
              <a:gd name="connsiteX159" fmla="*/ 10447868 w 13158797"/>
              <a:gd name="connsiteY159" fmla="*/ 447563 h 9456078"/>
              <a:gd name="connsiteX160" fmla="*/ 10492991 w 13158797"/>
              <a:gd name="connsiteY160" fmla="*/ 429119 h 9456078"/>
              <a:gd name="connsiteX161" fmla="*/ 10538272 w 13158797"/>
              <a:gd name="connsiteY161" fmla="*/ 411046 h 9456078"/>
              <a:gd name="connsiteX162" fmla="*/ 10583708 w 13158797"/>
              <a:gd name="connsiteY162" fmla="*/ 393346 h 9456078"/>
              <a:gd name="connsiteX163" fmla="*/ 10629297 w 13158797"/>
              <a:gd name="connsiteY163" fmla="*/ 376018 h 9456078"/>
              <a:gd name="connsiteX164" fmla="*/ 10675036 w 13158797"/>
              <a:gd name="connsiteY164" fmla="*/ 359065 h 9456078"/>
              <a:gd name="connsiteX165" fmla="*/ 10720923 w 13158797"/>
              <a:gd name="connsiteY165" fmla="*/ 342487 h 9456078"/>
              <a:gd name="connsiteX166" fmla="*/ 10766956 w 13158797"/>
              <a:gd name="connsiteY166" fmla="*/ 326286 h 9456078"/>
              <a:gd name="connsiteX167" fmla="*/ 10813132 w 13158797"/>
              <a:gd name="connsiteY167" fmla="*/ 310462 h 9456078"/>
              <a:gd name="connsiteX168" fmla="*/ 10859450 w 13158797"/>
              <a:gd name="connsiteY168" fmla="*/ 295018 h 9456078"/>
              <a:gd name="connsiteX169" fmla="*/ 10905907 w 13158797"/>
              <a:gd name="connsiteY169" fmla="*/ 279953 h 9456078"/>
              <a:gd name="connsiteX170" fmla="*/ 10952500 w 13158797"/>
              <a:gd name="connsiteY170" fmla="*/ 265269 h 9456078"/>
              <a:gd name="connsiteX171" fmla="*/ 10999227 w 13158797"/>
              <a:gd name="connsiteY171" fmla="*/ 250968 h 9456078"/>
              <a:gd name="connsiteX172" fmla="*/ 11046087 w 13158797"/>
              <a:gd name="connsiteY172" fmla="*/ 237049 h 9456078"/>
              <a:gd name="connsiteX173" fmla="*/ 11093076 w 13158797"/>
              <a:gd name="connsiteY173" fmla="*/ 223516 h 9456078"/>
              <a:gd name="connsiteX174" fmla="*/ 11140193 w 13158797"/>
              <a:gd name="connsiteY174" fmla="*/ 210368 h 9456078"/>
              <a:gd name="connsiteX175" fmla="*/ 11187434 w 13158797"/>
              <a:gd name="connsiteY175" fmla="*/ 197606 h 9456078"/>
              <a:gd name="connsiteX176" fmla="*/ 11234799 w 13158797"/>
              <a:gd name="connsiteY176" fmla="*/ 185233 h 9456078"/>
              <a:gd name="connsiteX177" fmla="*/ 11282284 w 13158797"/>
              <a:gd name="connsiteY177" fmla="*/ 173248 h 9456078"/>
              <a:gd name="connsiteX178" fmla="*/ 11329888 w 13158797"/>
              <a:gd name="connsiteY178" fmla="*/ 161654 h 9456078"/>
              <a:gd name="connsiteX179" fmla="*/ 11377607 w 13158797"/>
              <a:gd name="connsiteY179" fmla="*/ 150451 h 9456078"/>
              <a:gd name="connsiteX180" fmla="*/ 11425440 w 13158797"/>
              <a:gd name="connsiteY180" fmla="*/ 139640 h 9456078"/>
              <a:gd name="connsiteX181" fmla="*/ 11473385 w 13158797"/>
              <a:gd name="connsiteY181" fmla="*/ 129223 h 9456078"/>
              <a:gd name="connsiteX182" fmla="*/ 11521439 w 13158797"/>
              <a:gd name="connsiteY182" fmla="*/ 119201 h 9456078"/>
              <a:gd name="connsiteX183" fmla="*/ 11569599 w 13158797"/>
              <a:gd name="connsiteY183" fmla="*/ 109574 h 9456078"/>
              <a:gd name="connsiteX184" fmla="*/ 11617864 w 13158797"/>
              <a:gd name="connsiteY184" fmla="*/ 100344 h 9456078"/>
              <a:gd name="connsiteX185" fmla="*/ 11666231 w 13158797"/>
              <a:gd name="connsiteY185" fmla="*/ 91512 h 9456078"/>
              <a:gd name="connsiteX186" fmla="*/ 11714698 w 13158797"/>
              <a:gd name="connsiteY186" fmla="*/ 83080 h 9456078"/>
              <a:gd name="connsiteX187" fmla="*/ 11763263 w 13158797"/>
              <a:gd name="connsiteY187" fmla="*/ 75047 h 9456078"/>
              <a:gd name="connsiteX188" fmla="*/ 11811923 w 13158797"/>
              <a:gd name="connsiteY188" fmla="*/ 67417 h 9456078"/>
              <a:gd name="connsiteX189" fmla="*/ 11860676 w 13158797"/>
              <a:gd name="connsiteY189" fmla="*/ 60188 h 9456078"/>
              <a:gd name="connsiteX190" fmla="*/ 11909519 w 13158797"/>
              <a:gd name="connsiteY190" fmla="*/ 53364 h 9456078"/>
              <a:gd name="connsiteX191" fmla="*/ 11958451 w 13158797"/>
              <a:gd name="connsiteY191" fmla="*/ 46944 h 9456078"/>
              <a:gd name="connsiteX192" fmla="*/ 12007470 w 13158797"/>
              <a:gd name="connsiteY192" fmla="*/ 40931 h 9456078"/>
              <a:gd name="connsiteX193" fmla="*/ 12056572 w 13158797"/>
              <a:gd name="connsiteY193" fmla="*/ 35324 h 9456078"/>
              <a:gd name="connsiteX194" fmla="*/ 12105756 w 13158797"/>
              <a:gd name="connsiteY194" fmla="*/ 30126 h 9456078"/>
              <a:gd name="connsiteX195" fmla="*/ 12155019 w 13158797"/>
              <a:gd name="connsiteY195" fmla="*/ 25337 h 9456078"/>
              <a:gd name="connsiteX196" fmla="*/ 12204359 w 13158797"/>
              <a:gd name="connsiteY196" fmla="*/ 20958 h 9456078"/>
              <a:gd name="connsiteX197" fmla="*/ 12253773 w 13158797"/>
              <a:gd name="connsiteY197" fmla="*/ 16991 h 9456078"/>
              <a:gd name="connsiteX198" fmla="*/ 12303260 w 13158797"/>
              <a:gd name="connsiteY198" fmla="*/ 13437 h 9456078"/>
              <a:gd name="connsiteX199" fmla="*/ 12352818 w 13158797"/>
              <a:gd name="connsiteY199" fmla="*/ 10297 h 9456078"/>
              <a:gd name="connsiteX200" fmla="*/ 12402443 w 13158797"/>
              <a:gd name="connsiteY200" fmla="*/ 7572 h 9456078"/>
              <a:gd name="connsiteX201" fmla="*/ 12452133 w 13158797"/>
              <a:gd name="connsiteY201" fmla="*/ 5263 h 9456078"/>
              <a:gd name="connsiteX202" fmla="*/ 12501887 w 13158797"/>
              <a:gd name="connsiteY202" fmla="*/ 3371 h 9456078"/>
              <a:gd name="connsiteX203" fmla="*/ 12551701 w 13158797"/>
              <a:gd name="connsiteY203" fmla="*/ 1898 h 9456078"/>
              <a:gd name="connsiteX204" fmla="*/ 12601574 w 13158797"/>
              <a:gd name="connsiteY204" fmla="*/ 844 h 9456078"/>
              <a:gd name="connsiteX205" fmla="*/ 12651504 w 13158797"/>
              <a:gd name="connsiteY205" fmla="*/ 211 h 9456078"/>
              <a:gd name="connsiteX206" fmla="*/ 12701487 w 13158797"/>
              <a:gd name="connsiteY206" fmla="*/ 0 h 9456078"/>
              <a:gd name="connsiteX207" fmla="*/ 13158798 w 13158797"/>
              <a:gd name="connsiteY207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98870 w 13158799"/>
              <a:gd name="connsiteY5" fmla="*/ 9447409 h 9456078"/>
              <a:gd name="connsiteX6" fmla="*/ 348429 w 13158799"/>
              <a:gd name="connsiteY6" fmla="*/ 9444290 h 9456078"/>
              <a:gd name="connsiteX7" fmla="*/ 397907 w 13158799"/>
              <a:gd name="connsiteY7" fmla="*/ 9440698 h 9456078"/>
              <a:gd name="connsiteX8" fmla="*/ 447302 w 13158799"/>
              <a:gd name="connsiteY8" fmla="*/ 9436632 h 9456078"/>
              <a:gd name="connsiteX9" fmla="*/ 496610 w 13158799"/>
              <a:gd name="connsiteY9" fmla="*/ 9432096 h 9456078"/>
              <a:gd name="connsiteX10" fmla="*/ 545829 w 13158799"/>
              <a:gd name="connsiteY10" fmla="*/ 9427089 h 9456078"/>
              <a:gd name="connsiteX11" fmla="*/ 594956 w 13158799"/>
              <a:gd name="connsiteY11" fmla="*/ 9421615 h 9456078"/>
              <a:gd name="connsiteX12" fmla="*/ 643987 w 13158799"/>
              <a:gd name="connsiteY12" fmla="*/ 9415673 h 9456078"/>
              <a:gd name="connsiteX13" fmla="*/ 692920 w 13158799"/>
              <a:gd name="connsiteY13" fmla="*/ 9409267 h 9456078"/>
              <a:gd name="connsiteX14" fmla="*/ 741751 w 13158799"/>
              <a:gd name="connsiteY14" fmla="*/ 9402396 h 9456078"/>
              <a:gd name="connsiteX15" fmla="*/ 790478 w 13158799"/>
              <a:gd name="connsiteY15" fmla="*/ 9395063 h 9456078"/>
              <a:gd name="connsiteX16" fmla="*/ 839098 w 13158799"/>
              <a:gd name="connsiteY16" fmla="*/ 9387270 h 9456078"/>
              <a:gd name="connsiteX17" fmla="*/ 887607 w 13158799"/>
              <a:gd name="connsiteY17" fmla="*/ 9379017 h 9456078"/>
              <a:gd name="connsiteX18" fmla="*/ 936002 w 13158799"/>
              <a:gd name="connsiteY18" fmla="*/ 9370306 h 9456078"/>
              <a:gd name="connsiteX19" fmla="*/ 984281 w 13158799"/>
              <a:gd name="connsiteY19" fmla="*/ 9361139 h 9456078"/>
              <a:gd name="connsiteX20" fmla="*/ 1032440 w 13158799"/>
              <a:gd name="connsiteY20" fmla="*/ 9351517 h 9456078"/>
              <a:gd name="connsiteX21" fmla="*/ 1080477 w 13158799"/>
              <a:gd name="connsiteY21" fmla="*/ 9341441 h 9456078"/>
              <a:gd name="connsiteX22" fmla="*/ 1176172 w 13158799"/>
              <a:gd name="connsiteY22" fmla="*/ 9319936 h 9456078"/>
              <a:gd name="connsiteX23" fmla="*/ 1223823 w 13158799"/>
              <a:gd name="connsiteY23" fmla="*/ 9308509 h 9456078"/>
              <a:gd name="connsiteX24" fmla="*/ 1271339 w 13158799"/>
              <a:gd name="connsiteY24" fmla="*/ 9296635 h 9456078"/>
              <a:gd name="connsiteX25" fmla="*/ 1318719 w 13158799"/>
              <a:gd name="connsiteY25" fmla="*/ 9284315 h 9456078"/>
              <a:gd name="connsiteX26" fmla="*/ 1365957 w 13158799"/>
              <a:gd name="connsiteY26" fmla="*/ 9271550 h 9456078"/>
              <a:gd name="connsiteX27" fmla="*/ 1413052 w 13158799"/>
              <a:gd name="connsiteY27" fmla="*/ 9258342 h 9456078"/>
              <a:gd name="connsiteX28" fmla="*/ 1460000 w 13158799"/>
              <a:gd name="connsiteY28" fmla="*/ 9244693 h 9456078"/>
              <a:gd name="connsiteX29" fmla="*/ 1506799 w 13158799"/>
              <a:gd name="connsiteY29" fmla="*/ 9230604 h 9456078"/>
              <a:gd name="connsiteX30" fmla="*/ 1553445 w 13158799"/>
              <a:gd name="connsiteY30" fmla="*/ 9216076 h 9456078"/>
              <a:gd name="connsiteX31" fmla="*/ 1599935 w 13158799"/>
              <a:gd name="connsiteY31" fmla="*/ 9201111 h 9456078"/>
              <a:gd name="connsiteX32" fmla="*/ 1646267 w 13158799"/>
              <a:gd name="connsiteY32" fmla="*/ 9185710 h 9456078"/>
              <a:gd name="connsiteX33" fmla="*/ 1692437 w 13158799"/>
              <a:gd name="connsiteY33" fmla="*/ 9169876 h 9456078"/>
              <a:gd name="connsiteX34" fmla="*/ 1738442 w 13158799"/>
              <a:gd name="connsiteY34" fmla="*/ 9153608 h 9456078"/>
              <a:gd name="connsiteX35" fmla="*/ 1784280 w 13158799"/>
              <a:gd name="connsiteY35" fmla="*/ 9136910 h 9456078"/>
              <a:gd name="connsiteX36" fmla="*/ 1829947 w 13158799"/>
              <a:gd name="connsiteY36" fmla="*/ 9119782 h 9456078"/>
              <a:gd name="connsiteX37" fmla="*/ 1875440 w 13158799"/>
              <a:gd name="connsiteY37" fmla="*/ 9102226 h 9456078"/>
              <a:gd name="connsiteX38" fmla="*/ 1920756 w 13158799"/>
              <a:gd name="connsiteY38" fmla="*/ 9084243 h 9456078"/>
              <a:gd name="connsiteX39" fmla="*/ 1965893 w 13158799"/>
              <a:gd name="connsiteY39" fmla="*/ 9065835 h 9456078"/>
              <a:gd name="connsiteX40" fmla="*/ 2010847 w 13158799"/>
              <a:gd name="connsiteY40" fmla="*/ 9047004 h 9456078"/>
              <a:gd name="connsiteX41" fmla="*/ 2055615 w 13158799"/>
              <a:gd name="connsiteY41" fmla="*/ 9027750 h 9456078"/>
              <a:gd name="connsiteX42" fmla="*/ 2100195 w 13158799"/>
              <a:gd name="connsiteY42" fmla="*/ 9008075 h 9456078"/>
              <a:gd name="connsiteX43" fmla="*/ 2144582 w 13158799"/>
              <a:gd name="connsiteY43" fmla="*/ 8987981 h 9456078"/>
              <a:gd name="connsiteX44" fmla="*/ 2188775 w 13158799"/>
              <a:gd name="connsiteY44" fmla="*/ 8967470 h 9456078"/>
              <a:gd name="connsiteX45" fmla="*/ 2232770 w 13158799"/>
              <a:gd name="connsiteY45" fmla="*/ 8946542 h 9456078"/>
              <a:gd name="connsiteX46" fmla="*/ 2276564 w 13158799"/>
              <a:gd name="connsiteY46" fmla="*/ 8925199 h 9456078"/>
              <a:gd name="connsiteX47" fmla="*/ 2320154 w 13158799"/>
              <a:gd name="connsiteY47" fmla="*/ 8903443 h 9456078"/>
              <a:gd name="connsiteX48" fmla="*/ 2363538 w 13158799"/>
              <a:gd name="connsiteY48" fmla="*/ 8881275 h 9456078"/>
              <a:gd name="connsiteX49" fmla="*/ 2406711 w 13158799"/>
              <a:gd name="connsiteY49" fmla="*/ 8858697 h 9456078"/>
              <a:gd name="connsiteX50" fmla="*/ 2449672 w 13158799"/>
              <a:gd name="connsiteY50" fmla="*/ 8835710 h 9456078"/>
              <a:gd name="connsiteX51" fmla="*/ 2492417 w 13158799"/>
              <a:gd name="connsiteY51" fmla="*/ 8812316 h 9456078"/>
              <a:gd name="connsiteX52" fmla="*/ 2534943 w 13158799"/>
              <a:gd name="connsiteY52" fmla="*/ 8788516 h 9456078"/>
              <a:gd name="connsiteX53" fmla="*/ 2577247 w 13158799"/>
              <a:gd name="connsiteY53" fmla="*/ 8764311 h 9456078"/>
              <a:gd name="connsiteX54" fmla="*/ 2619326 w 13158799"/>
              <a:gd name="connsiteY54" fmla="*/ 8739704 h 9456078"/>
              <a:gd name="connsiteX55" fmla="*/ 2661177 w 13158799"/>
              <a:gd name="connsiteY55" fmla="*/ 8714695 h 9456078"/>
              <a:gd name="connsiteX56" fmla="*/ 2702797 w 13158799"/>
              <a:gd name="connsiteY56" fmla="*/ 8689286 h 9456078"/>
              <a:gd name="connsiteX57" fmla="*/ 2744183 w 13158799"/>
              <a:gd name="connsiteY57" fmla="*/ 8663479 h 9456078"/>
              <a:gd name="connsiteX58" fmla="*/ 2785333 w 13158799"/>
              <a:gd name="connsiteY58" fmla="*/ 8637274 h 9456078"/>
              <a:gd name="connsiteX59" fmla="*/ 2826242 w 13158799"/>
              <a:gd name="connsiteY59" fmla="*/ 8610675 h 9456078"/>
              <a:gd name="connsiteX60" fmla="*/ 2866908 w 13158799"/>
              <a:gd name="connsiteY60" fmla="*/ 8583681 h 9456078"/>
              <a:gd name="connsiteX61" fmla="*/ 2907329 w 13158799"/>
              <a:gd name="connsiteY61" fmla="*/ 8556295 h 9456078"/>
              <a:gd name="connsiteX62" fmla="*/ 2947500 w 13158799"/>
              <a:gd name="connsiteY62" fmla="*/ 8528517 h 9456078"/>
              <a:gd name="connsiteX63" fmla="*/ 2987419 w 13158799"/>
              <a:gd name="connsiteY63" fmla="*/ 8500351 h 9456078"/>
              <a:gd name="connsiteX64" fmla="*/ 3027083 w 13158799"/>
              <a:gd name="connsiteY64" fmla="*/ 8471796 h 9456078"/>
              <a:gd name="connsiteX65" fmla="*/ 3066489 w 13158799"/>
              <a:gd name="connsiteY65" fmla="*/ 8442854 h 9456078"/>
              <a:gd name="connsiteX66" fmla="*/ 3105634 w 13158799"/>
              <a:gd name="connsiteY66" fmla="*/ 8413528 h 9456078"/>
              <a:gd name="connsiteX67" fmla="*/ 3144515 w 13158799"/>
              <a:gd name="connsiteY67" fmla="*/ 8383818 h 9456078"/>
              <a:gd name="connsiteX68" fmla="*/ 3183129 w 13158799"/>
              <a:gd name="connsiteY68" fmla="*/ 8353726 h 9456078"/>
              <a:gd name="connsiteX69" fmla="*/ 3221473 w 13158799"/>
              <a:gd name="connsiteY69" fmla="*/ 8323253 h 9456078"/>
              <a:gd name="connsiteX70" fmla="*/ 3259544 w 13158799"/>
              <a:gd name="connsiteY70" fmla="*/ 8292401 h 9456078"/>
              <a:gd name="connsiteX71" fmla="*/ 3297339 w 13158799"/>
              <a:gd name="connsiteY71" fmla="*/ 8261172 h 9456078"/>
              <a:gd name="connsiteX72" fmla="*/ 3334854 w 13158799"/>
              <a:gd name="connsiteY72" fmla="*/ 8229566 h 9456078"/>
              <a:gd name="connsiteX73" fmla="*/ 3372087 w 13158799"/>
              <a:gd name="connsiteY73" fmla="*/ 8197585 h 9456078"/>
              <a:gd name="connsiteX74" fmla="*/ 3409035 w 13158799"/>
              <a:gd name="connsiteY74" fmla="*/ 8165232 h 9456078"/>
              <a:gd name="connsiteX75" fmla="*/ 3445695 w 13158799"/>
              <a:gd name="connsiteY75" fmla="*/ 8132507 h 9456078"/>
              <a:gd name="connsiteX76" fmla="*/ 3482064 w 13158799"/>
              <a:gd name="connsiteY76" fmla="*/ 8099411 h 9456078"/>
              <a:gd name="connsiteX77" fmla="*/ 3518139 w 13158799"/>
              <a:gd name="connsiteY77" fmla="*/ 8065947 h 9456078"/>
              <a:gd name="connsiteX78" fmla="*/ 3553916 w 13158799"/>
              <a:gd name="connsiteY78" fmla="*/ 8032115 h 9456078"/>
              <a:gd name="connsiteX79" fmla="*/ 3589393 w 13158799"/>
              <a:gd name="connsiteY79" fmla="*/ 7997918 h 9456078"/>
              <a:gd name="connsiteX80" fmla="*/ 3624567 w 13158799"/>
              <a:gd name="connsiteY80" fmla="*/ 7963356 h 9456078"/>
              <a:gd name="connsiteX81" fmla="*/ 3659435 w 13158799"/>
              <a:gd name="connsiteY81" fmla="*/ 7928432 h 9456078"/>
              <a:gd name="connsiteX82" fmla="*/ 3693994 w 13158799"/>
              <a:gd name="connsiteY82" fmla="*/ 7893146 h 9456078"/>
              <a:gd name="connsiteX83" fmla="*/ 3728240 w 13158799"/>
              <a:gd name="connsiteY83" fmla="*/ 7857501 h 9456078"/>
              <a:gd name="connsiteX84" fmla="*/ 3762171 w 13158799"/>
              <a:gd name="connsiteY84" fmla="*/ 7821497 h 9456078"/>
              <a:gd name="connsiteX85" fmla="*/ 3795783 w 13158799"/>
              <a:gd name="connsiteY85" fmla="*/ 7785136 h 9456078"/>
              <a:gd name="connsiteX86" fmla="*/ 3829075 w 13158799"/>
              <a:gd name="connsiteY86" fmla="*/ 7748420 h 9456078"/>
              <a:gd name="connsiteX87" fmla="*/ 3862042 w 13158799"/>
              <a:gd name="connsiteY87" fmla="*/ 7711350 h 9456078"/>
              <a:gd name="connsiteX88" fmla="*/ 3894682 w 13158799"/>
              <a:gd name="connsiteY88" fmla="*/ 7673928 h 9456078"/>
              <a:gd name="connsiteX89" fmla="*/ 3926991 w 13158799"/>
              <a:gd name="connsiteY89" fmla="*/ 7636155 h 9456078"/>
              <a:gd name="connsiteX90" fmla="*/ 3958967 w 13158799"/>
              <a:gd name="connsiteY90" fmla="*/ 7598032 h 9456078"/>
              <a:gd name="connsiteX91" fmla="*/ 3990607 w 13158799"/>
              <a:gd name="connsiteY91" fmla="*/ 7559561 h 9456078"/>
              <a:gd name="connsiteX92" fmla="*/ 4021907 w 13158799"/>
              <a:gd name="connsiteY92" fmla="*/ 7520744 h 9456078"/>
              <a:gd name="connsiteX93" fmla="*/ 4052865 w 13158799"/>
              <a:gd name="connsiteY93" fmla="*/ 7481582 h 9456078"/>
              <a:gd name="connsiteX94" fmla="*/ 4083478 w 13158799"/>
              <a:gd name="connsiteY94" fmla="*/ 7442077 h 9456078"/>
              <a:gd name="connsiteX95" fmla="*/ 8022311 w 13158799"/>
              <a:gd name="connsiteY95" fmla="*/ 2307814 h 9456078"/>
              <a:gd name="connsiteX96" fmla="*/ 8052902 w 13158799"/>
              <a:gd name="connsiteY96" fmla="*/ 2268285 h 9456078"/>
              <a:gd name="connsiteX97" fmla="*/ 8083796 w 13158799"/>
              <a:gd name="connsiteY97" fmla="*/ 2229056 h 9456078"/>
              <a:gd name="connsiteX98" fmla="*/ 8114989 w 13158799"/>
              <a:gd name="connsiteY98" fmla="*/ 2190127 h 9456078"/>
              <a:gd name="connsiteX99" fmla="*/ 8146479 w 13158799"/>
              <a:gd name="connsiteY99" fmla="*/ 2151500 h 9456078"/>
              <a:gd name="connsiteX100" fmla="*/ 8178264 w 13158799"/>
              <a:gd name="connsiteY100" fmla="*/ 2113176 h 9456078"/>
              <a:gd name="connsiteX101" fmla="*/ 8210341 w 13158799"/>
              <a:gd name="connsiteY101" fmla="*/ 2075157 h 9456078"/>
              <a:gd name="connsiteX102" fmla="*/ 8242709 w 13158799"/>
              <a:gd name="connsiteY102" fmla="*/ 2037442 h 9456078"/>
              <a:gd name="connsiteX103" fmla="*/ 8275365 w 13158799"/>
              <a:gd name="connsiteY103" fmla="*/ 2000034 h 9456078"/>
              <a:gd name="connsiteX104" fmla="*/ 8308307 w 13158799"/>
              <a:gd name="connsiteY104" fmla="*/ 1962934 h 9456078"/>
              <a:gd name="connsiteX105" fmla="*/ 8341532 w 13158799"/>
              <a:gd name="connsiteY105" fmla="*/ 1926142 h 9456078"/>
              <a:gd name="connsiteX106" fmla="*/ 8375038 w 13158799"/>
              <a:gd name="connsiteY106" fmla="*/ 1889660 h 9456078"/>
              <a:gd name="connsiteX107" fmla="*/ 8408823 w 13158799"/>
              <a:gd name="connsiteY107" fmla="*/ 1853489 h 9456078"/>
              <a:gd name="connsiteX108" fmla="*/ 8442885 w 13158799"/>
              <a:gd name="connsiteY108" fmla="*/ 1817630 h 9456078"/>
              <a:gd name="connsiteX109" fmla="*/ 8477221 w 13158799"/>
              <a:gd name="connsiteY109" fmla="*/ 1782084 h 9456078"/>
              <a:gd name="connsiteX110" fmla="*/ 8511829 w 13158799"/>
              <a:gd name="connsiteY110" fmla="*/ 1746853 h 9456078"/>
              <a:gd name="connsiteX111" fmla="*/ 8546706 w 13158799"/>
              <a:gd name="connsiteY111" fmla="*/ 1711937 h 9456078"/>
              <a:gd name="connsiteX112" fmla="*/ 8581851 w 13158799"/>
              <a:gd name="connsiteY112" fmla="*/ 1677337 h 9456078"/>
              <a:gd name="connsiteX113" fmla="*/ 8617261 w 13158799"/>
              <a:gd name="connsiteY113" fmla="*/ 1643056 h 9456078"/>
              <a:gd name="connsiteX114" fmla="*/ 8652934 w 13158799"/>
              <a:gd name="connsiteY114" fmla="*/ 1609093 h 9456078"/>
              <a:gd name="connsiteX115" fmla="*/ 8688867 w 13158799"/>
              <a:gd name="connsiteY115" fmla="*/ 1575450 h 9456078"/>
              <a:gd name="connsiteX116" fmla="*/ 8725058 w 13158799"/>
              <a:gd name="connsiteY116" fmla="*/ 1542128 h 9456078"/>
              <a:gd name="connsiteX117" fmla="*/ 8761506 w 13158799"/>
              <a:gd name="connsiteY117" fmla="*/ 1509129 h 9456078"/>
              <a:gd name="connsiteX118" fmla="*/ 8798207 w 13158799"/>
              <a:gd name="connsiteY118" fmla="*/ 1476452 h 9456078"/>
              <a:gd name="connsiteX119" fmla="*/ 8835159 w 13158799"/>
              <a:gd name="connsiteY119" fmla="*/ 1444101 h 9456078"/>
              <a:gd name="connsiteX120" fmla="*/ 8872360 w 13158799"/>
              <a:gd name="connsiteY120" fmla="*/ 1412075 h 9456078"/>
              <a:gd name="connsiteX121" fmla="*/ 8909808 w 13158799"/>
              <a:gd name="connsiteY121" fmla="*/ 1380375 h 9456078"/>
              <a:gd name="connsiteX122" fmla="*/ 8947501 w 13158799"/>
              <a:gd name="connsiteY122" fmla="*/ 1349004 h 9456078"/>
              <a:gd name="connsiteX123" fmla="*/ 8985435 w 13158799"/>
              <a:gd name="connsiteY123" fmla="*/ 1317962 h 9456078"/>
              <a:gd name="connsiteX124" fmla="*/ 9023610 w 13158799"/>
              <a:gd name="connsiteY124" fmla="*/ 1287250 h 9456078"/>
              <a:gd name="connsiteX125" fmla="*/ 9062022 w 13158799"/>
              <a:gd name="connsiteY125" fmla="*/ 1256869 h 9456078"/>
              <a:gd name="connsiteX126" fmla="*/ 9100669 w 13158799"/>
              <a:gd name="connsiteY126" fmla="*/ 1226820 h 9456078"/>
              <a:gd name="connsiteX127" fmla="*/ 9139549 w 13158799"/>
              <a:gd name="connsiteY127" fmla="*/ 1197105 h 9456078"/>
              <a:gd name="connsiteX128" fmla="*/ 9178660 w 13158799"/>
              <a:gd name="connsiteY128" fmla="*/ 1167725 h 9456078"/>
              <a:gd name="connsiteX129" fmla="*/ 9217999 w 13158799"/>
              <a:gd name="connsiteY129" fmla="*/ 1138681 h 9456078"/>
              <a:gd name="connsiteX130" fmla="*/ 9257564 w 13158799"/>
              <a:gd name="connsiteY130" fmla="*/ 1109974 h 9456078"/>
              <a:gd name="connsiteX131" fmla="*/ 9297353 w 13158799"/>
              <a:gd name="connsiteY131" fmla="*/ 1081604 h 9456078"/>
              <a:gd name="connsiteX132" fmla="*/ 9337364 w 13158799"/>
              <a:gd name="connsiteY132" fmla="*/ 1053574 h 9456078"/>
              <a:gd name="connsiteX133" fmla="*/ 9377594 w 13158799"/>
              <a:gd name="connsiteY133" fmla="*/ 1025884 h 9456078"/>
              <a:gd name="connsiteX134" fmla="*/ 9418040 w 13158799"/>
              <a:gd name="connsiteY134" fmla="*/ 998536 h 9456078"/>
              <a:gd name="connsiteX135" fmla="*/ 9458702 w 13158799"/>
              <a:gd name="connsiteY135" fmla="*/ 971530 h 9456078"/>
              <a:gd name="connsiteX136" fmla="*/ 9499575 w 13158799"/>
              <a:gd name="connsiteY136" fmla="*/ 944868 h 9456078"/>
              <a:gd name="connsiteX137" fmla="*/ 9540659 w 13158799"/>
              <a:gd name="connsiteY137" fmla="*/ 918551 h 9456078"/>
              <a:gd name="connsiteX138" fmla="*/ 9581950 w 13158799"/>
              <a:gd name="connsiteY138" fmla="*/ 892580 h 9456078"/>
              <a:gd name="connsiteX139" fmla="*/ 9623447 w 13158799"/>
              <a:gd name="connsiteY139" fmla="*/ 866956 h 9456078"/>
              <a:gd name="connsiteX140" fmla="*/ 9665147 w 13158799"/>
              <a:gd name="connsiteY140" fmla="*/ 841681 h 9456078"/>
              <a:gd name="connsiteX141" fmla="*/ 9707048 w 13158799"/>
              <a:gd name="connsiteY141" fmla="*/ 816754 h 9456078"/>
              <a:gd name="connsiteX142" fmla="*/ 9749147 w 13158799"/>
              <a:gd name="connsiteY142" fmla="*/ 792179 h 9456078"/>
              <a:gd name="connsiteX143" fmla="*/ 9791443 w 13158799"/>
              <a:gd name="connsiteY143" fmla="*/ 767955 h 9456078"/>
              <a:gd name="connsiteX144" fmla="*/ 9833932 w 13158799"/>
              <a:gd name="connsiteY144" fmla="*/ 744083 h 9456078"/>
              <a:gd name="connsiteX145" fmla="*/ 9876613 w 13158799"/>
              <a:gd name="connsiteY145" fmla="*/ 720566 h 9456078"/>
              <a:gd name="connsiteX146" fmla="*/ 9919484 w 13158799"/>
              <a:gd name="connsiteY146" fmla="*/ 697404 h 9456078"/>
              <a:gd name="connsiteX147" fmla="*/ 9962542 w 13158799"/>
              <a:gd name="connsiteY147" fmla="*/ 674598 h 9456078"/>
              <a:gd name="connsiteX148" fmla="*/ 10005784 w 13158799"/>
              <a:gd name="connsiteY148" fmla="*/ 652149 h 9456078"/>
              <a:gd name="connsiteX149" fmla="*/ 10049209 w 13158799"/>
              <a:gd name="connsiteY149" fmla="*/ 630059 h 9456078"/>
              <a:gd name="connsiteX150" fmla="*/ 10092814 w 13158799"/>
              <a:gd name="connsiteY150" fmla="*/ 608328 h 9456078"/>
              <a:gd name="connsiteX151" fmla="*/ 10136597 w 13158799"/>
              <a:gd name="connsiteY151" fmla="*/ 586958 h 9456078"/>
              <a:gd name="connsiteX152" fmla="*/ 10180556 w 13158799"/>
              <a:gd name="connsiteY152" fmla="*/ 565950 h 9456078"/>
              <a:gd name="connsiteX153" fmla="*/ 10224688 w 13158799"/>
              <a:gd name="connsiteY153" fmla="*/ 545304 h 9456078"/>
              <a:gd name="connsiteX154" fmla="*/ 10268991 w 13158799"/>
              <a:gd name="connsiteY154" fmla="*/ 525023 h 9456078"/>
              <a:gd name="connsiteX155" fmla="*/ 10313463 w 13158799"/>
              <a:gd name="connsiteY155" fmla="*/ 505107 h 9456078"/>
              <a:gd name="connsiteX156" fmla="*/ 10358101 w 13158799"/>
              <a:gd name="connsiteY156" fmla="*/ 485558 h 9456078"/>
              <a:gd name="connsiteX157" fmla="*/ 10402903 w 13158799"/>
              <a:gd name="connsiteY157" fmla="*/ 466376 h 9456078"/>
              <a:gd name="connsiteX158" fmla="*/ 10447868 w 13158799"/>
              <a:gd name="connsiteY158" fmla="*/ 447563 h 9456078"/>
              <a:gd name="connsiteX159" fmla="*/ 10492991 w 13158799"/>
              <a:gd name="connsiteY159" fmla="*/ 429119 h 9456078"/>
              <a:gd name="connsiteX160" fmla="*/ 10538272 w 13158799"/>
              <a:gd name="connsiteY160" fmla="*/ 411046 h 9456078"/>
              <a:gd name="connsiteX161" fmla="*/ 10583708 w 13158799"/>
              <a:gd name="connsiteY161" fmla="*/ 393346 h 9456078"/>
              <a:gd name="connsiteX162" fmla="*/ 10629297 w 13158799"/>
              <a:gd name="connsiteY162" fmla="*/ 376018 h 9456078"/>
              <a:gd name="connsiteX163" fmla="*/ 10675036 w 13158799"/>
              <a:gd name="connsiteY163" fmla="*/ 359065 h 9456078"/>
              <a:gd name="connsiteX164" fmla="*/ 10720923 w 13158799"/>
              <a:gd name="connsiteY164" fmla="*/ 342487 h 9456078"/>
              <a:gd name="connsiteX165" fmla="*/ 10766956 w 13158799"/>
              <a:gd name="connsiteY165" fmla="*/ 326286 h 9456078"/>
              <a:gd name="connsiteX166" fmla="*/ 10813132 w 13158799"/>
              <a:gd name="connsiteY166" fmla="*/ 310462 h 9456078"/>
              <a:gd name="connsiteX167" fmla="*/ 10859450 w 13158799"/>
              <a:gd name="connsiteY167" fmla="*/ 295018 h 9456078"/>
              <a:gd name="connsiteX168" fmla="*/ 10905907 w 13158799"/>
              <a:gd name="connsiteY168" fmla="*/ 279953 h 9456078"/>
              <a:gd name="connsiteX169" fmla="*/ 10952500 w 13158799"/>
              <a:gd name="connsiteY169" fmla="*/ 265269 h 9456078"/>
              <a:gd name="connsiteX170" fmla="*/ 10999227 w 13158799"/>
              <a:gd name="connsiteY170" fmla="*/ 250968 h 9456078"/>
              <a:gd name="connsiteX171" fmla="*/ 11046087 w 13158799"/>
              <a:gd name="connsiteY171" fmla="*/ 237049 h 9456078"/>
              <a:gd name="connsiteX172" fmla="*/ 11093076 w 13158799"/>
              <a:gd name="connsiteY172" fmla="*/ 223516 h 9456078"/>
              <a:gd name="connsiteX173" fmla="*/ 11140193 w 13158799"/>
              <a:gd name="connsiteY173" fmla="*/ 210368 h 9456078"/>
              <a:gd name="connsiteX174" fmla="*/ 11187434 w 13158799"/>
              <a:gd name="connsiteY174" fmla="*/ 197606 h 9456078"/>
              <a:gd name="connsiteX175" fmla="*/ 11234799 w 13158799"/>
              <a:gd name="connsiteY175" fmla="*/ 185233 h 9456078"/>
              <a:gd name="connsiteX176" fmla="*/ 11282284 w 13158799"/>
              <a:gd name="connsiteY176" fmla="*/ 173248 h 9456078"/>
              <a:gd name="connsiteX177" fmla="*/ 11329888 w 13158799"/>
              <a:gd name="connsiteY177" fmla="*/ 161654 h 9456078"/>
              <a:gd name="connsiteX178" fmla="*/ 11377607 w 13158799"/>
              <a:gd name="connsiteY178" fmla="*/ 150451 h 9456078"/>
              <a:gd name="connsiteX179" fmla="*/ 11425440 w 13158799"/>
              <a:gd name="connsiteY179" fmla="*/ 139640 h 9456078"/>
              <a:gd name="connsiteX180" fmla="*/ 11473385 w 13158799"/>
              <a:gd name="connsiteY180" fmla="*/ 129223 h 9456078"/>
              <a:gd name="connsiteX181" fmla="*/ 11521439 w 13158799"/>
              <a:gd name="connsiteY181" fmla="*/ 119201 h 9456078"/>
              <a:gd name="connsiteX182" fmla="*/ 11569599 w 13158799"/>
              <a:gd name="connsiteY182" fmla="*/ 109574 h 9456078"/>
              <a:gd name="connsiteX183" fmla="*/ 11617864 w 13158799"/>
              <a:gd name="connsiteY183" fmla="*/ 100344 h 9456078"/>
              <a:gd name="connsiteX184" fmla="*/ 11666231 w 13158799"/>
              <a:gd name="connsiteY184" fmla="*/ 91512 h 9456078"/>
              <a:gd name="connsiteX185" fmla="*/ 11714698 w 13158799"/>
              <a:gd name="connsiteY185" fmla="*/ 83080 h 9456078"/>
              <a:gd name="connsiteX186" fmla="*/ 11763263 w 13158799"/>
              <a:gd name="connsiteY186" fmla="*/ 75047 h 9456078"/>
              <a:gd name="connsiteX187" fmla="*/ 11811923 w 13158799"/>
              <a:gd name="connsiteY187" fmla="*/ 67417 h 9456078"/>
              <a:gd name="connsiteX188" fmla="*/ 11860676 w 13158799"/>
              <a:gd name="connsiteY188" fmla="*/ 60188 h 9456078"/>
              <a:gd name="connsiteX189" fmla="*/ 11909519 w 13158799"/>
              <a:gd name="connsiteY189" fmla="*/ 53364 h 9456078"/>
              <a:gd name="connsiteX190" fmla="*/ 11958451 w 13158799"/>
              <a:gd name="connsiteY190" fmla="*/ 46944 h 9456078"/>
              <a:gd name="connsiteX191" fmla="*/ 12007470 w 13158799"/>
              <a:gd name="connsiteY191" fmla="*/ 40931 h 9456078"/>
              <a:gd name="connsiteX192" fmla="*/ 12056572 w 13158799"/>
              <a:gd name="connsiteY192" fmla="*/ 35324 h 9456078"/>
              <a:gd name="connsiteX193" fmla="*/ 12105756 w 13158799"/>
              <a:gd name="connsiteY193" fmla="*/ 30126 h 9456078"/>
              <a:gd name="connsiteX194" fmla="*/ 12155019 w 13158799"/>
              <a:gd name="connsiteY194" fmla="*/ 25337 h 9456078"/>
              <a:gd name="connsiteX195" fmla="*/ 12204359 w 13158799"/>
              <a:gd name="connsiteY195" fmla="*/ 20958 h 9456078"/>
              <a:gd name="connsiteX196" fmla="*/ 12253773 w 13158799"/>
              <a:gd name="connsiteY196" fmla="*/ 16991 h 9456078"/>
              <a:gd name="connsiteX197" fmla="*/ 12303260 w 13158799"/>
              <a:gd name="connsiteY197" fmla="*/ 13437 h 9456078"/>
              <a:gd name="connsiteX198" fmla="*/ 12352818 w 13158799"/>
              <a:gd name="connsiteY198" fmla="*/ 10297 h 9456078"/>
              <a:gd name="connsiteX199" fmla="*/ 12402443 w 13158799"/>
              <a:gd name="connsiteY199" fmla="*/ 7572 h 9456078"/>
              <a:gd name="connsiteX200" fmla="*/ 12452133 w 13158799"/>
              <a:gd name="connsiteY200" fmla="*/ 5263 h 9456078"/>
              <a:gd name="connsiteX201" fmla="*/ 12501887 w 13158799"/>
              <a:gd name="connsiteY201" fmla="*/ 3371 h 9456078"/>
              <a:gd name="connsiteX202" fmla="*/ 12551701 w 13158799"/>
              <a:gd name="connsiteY202" fmla="*/ 1898 h 9456078"/>
              <a:gd name="connsiteX203" fmla="*/ 12601574 w 13158799"/>
              <a:gd name="connsiteY203" fmla="*/ 844 h 9456078"/>
              <a:gd name="connsiteX204" fmla="*/ 12651504 w 13158799"/>
              <a:gd name="connsiteY204" fmla="*/ 211 h 9456078"/>
              <a:gd name="connsiteX205" fmla="*/ 12701487 w 13158799"/>
              <a:gd name="connsiteY205" fmla="*/ 0 h 9456078"/>
              <a:gd name="connsiteX206" fmla="*/ 13158798 w 13158799"/>
              <a:gd name="connsiteY206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76172 w 13158797"/>
              <a:gd name="connsiteY22" fmla="*/ 9319936 h 9456078"/>
              <a:gd name="connsiteX23" fmla="*/ 1223823 w 13158797"/>
              <a:gd name="connsiteY23" fmla="*/ 9308509 h 9456078"/>
              <a:gd name="connsiteX24" fmla="*/ 1271339 w 13158797"/>
              <a:gd name="connsiteY24" fmla="*/ 9296635 h 9456078"/>
              <a:gd name="connsiteX25" fmla="*/ 1318719 w 13158797"/>
              <a:gd name="connsiteY25" fmla="*/ 9284315 h 9456078"/>
              <a:gd name="connsiteX26" fmla="*/ 1365957 w 13158797"/>
              <a:gd name="connsiteY26" fmla="*/ 9271550 h 9456078"/>
              <a:gd name="connsiteX27" fmla="*/ 1413052 w 13158797"/>
              <a:gd name="connsiteY27" fmla="*/ 9258342 h 9456078"/>
              <a:gd name="connsiteX28" fmla="*/ 1460000 w 13158797"/>
              <a:gd name="connsiteY28" fmla="*/ 9244693 h 9456078"/>
              <a:gd name="connsiteX29" fmla="*/ 1506799 w 13158797"/>
              <a:gd name="connsiteY29" fmla="*/ 9230604 h 9456078"/>
              <a:gd name="connsiteX30" fmla="*/ 1553445 w 13158797"/>
              <a:gd name="connsiteY30" fmla="*/ 9216076 h 9456078"/>
              <a:gd name="connsiteX31" fmla="*/ 1599935 w 13158797"/>
              <a:gd name="connsiteY31" fmla="*/ 9201111 h 9456078"/>
              <a:gd name="connsiteX32" fmla="*/ 1646267 w 13158797"/>
              <a:gd name="connsiteY32" fmla="*/ 9185710 h 9456078"/>
              <a:gd name="connsiteX33" fmla="*/ 1692437 w 13158797"/>
              <a:gd name="connsiteY33" fmla="*/ 9169876 h 9456078"/>
              <a:gd name="connsiteX34" fmla="*/ 1738442 w 13158797"/>
              <a:gd name="connsiteY34" fmla="*/ 9153608 h 9456078"/>
              <a:gd name="connsiteX35" fmla="*/ 1784280 w 13158797"/>
              <a:gd name="connsiteY35" fmla="*/ 9136910 h 9456078"/>
              <a:gd name="connsiteX36" fmla="*/ 1829947 w 13158797"/>
              <a:gd name="connsiteY36" fmla="*/ 9119782 h 9456078"/>
              <a:gd name="connsiteX37" fmla="*/ 1875440 w 13158797"/>
              <a:gd name="connsiteY37" fmla="*/ 9102226 h 9456078"/>
              <a:gd name="connsiteX38" fmla="*/ 1920756 w 13158797"/>
              <a:gd name="connsiteY38" fmla="*/ 9084243 h 9456078"/>
              <a:gd name="connsiteX39" fmla="*/ 1965893 w 13158797"/>
              <a:gd name="connsiteY39" fmla="*/ 9065835 h 9456078"/>
              <a:gd name="connsiteX40" fmla="*/ 2055615 w 13158797"/>
              <a:gd name="connsiteY40" fmla="*/ 9027750 h 9456078"/>
              <a:gd name="connsiteX41" fmla="*/ 2100195 w 13158797"/>
              <a:gd name="connsiteY41" fmla="*/ 9008075 h 9456078"/>
              <a:gd name="connsiteX42" fmla="*/ 2144582 w 13158797"/>
              <a:gd name="connsiteY42" fmla="*/ 8987981 h 9456078"/>
              <a:gd name="connsiteX43" fmla="*/ 2188775 w 13158797"/>
              <a:gd name="connsiteY43" fmla="*/ 8967470 h 9456078"/>
              <a:gd name="connsiteX44" fmla="*/ 2232770 w 13158797"/>
              <a:gd name="connsiteY44" fmla="*/ 8946542 h 9456078"/>
              <a:gd name="connsiteX45" fmla="*/ 2276564 w 13158797"/>
              <a:gd name="connsiteY45" fmla="*/ 8925199 h 9456078"/>
              <a:gd name="connsiteX46" fmla="*/ 2320154 w 13158797"/>
              <a:gd name="connsiteY46" fmla="*/ 8903443 h 9456078"/>
              <a:gd name="connsiteX47" fmla="*/ 2363538 w 13158797"/>
              <a:gd name="connsiteY47" fmla="*/ 8881275 h 9456078"/>
              <a:gd name="connsiteX48" fmla="*/ 2406711 w 13158797"/>
              <a:gd name="connsiteY48" fmla="*/ 8858697 h 9456078"/>
              <a:gd name="connsiteX49" fmla="*/ 2449672 w 13158797"/>
              <a:gd name="connsiteY49" fmla="*/ 8835710 h 9456078"/>
              <a:gd name="connsiteX50" fmla="*/ 2492417 w 13158797"/>
              <a:gd name="connsiteY50" fmla="*/ 8812316 h 9456078"/>
              <a:gd name="connsiteX51" fmla="*/ 2534943 w 13158797"/>
              <a:gd name="connsiteY51" fmla="*/ 8788516 h 9456078"/>
              <a:gd name="connsiteX52" fmla="*/ 2577247 w 13158797"/>
              <a:gd name="connsiteY52" fmla="*/ 8764311 h 9456078"/>
              <a:gd name="connsiteX53" fmla="*/ 2619326 w 13158797"/>
              <a:gd name="connsiteY53" fmla="*/ 8739704 h 9456078"/>
              <a:gd name="connsiteX54" fmla="*/ 2661177 w 13158797"/>
              <a:gd name="connsiteY54" fmla="*/ 8714695 h 9456078"/>
              <a:gd name="connsiteX55" fmla="*/ 2702797 w 13158797"/>
              <a:gd name="connsiteY55" fmla="*/ 8689286 h 9456078"/>
              <a:gd name="connsiteX56" fmla="*/ 2744183 w 13158797"/>
              <a:gd name="connsiteY56" fmla="*/ 8663479 h 9456078"/>
              <a:gd name="connsiteX57" fmla="*/ 2785333 w 13158797"/>
              <a:gd name="connsiteY57" fmla="*/ 8637274 h 9456078"/>
              <a:gd name="connsiteX58" fmla="*/ 2826242 w 13158797"/>
              <a:gd name="connsiteY58" fmla="*/ 8610675 h 9456078"/>
              <a:gd name="connsiteX59" fmla="*/ 2866908 w 13158797"/>
              <a:gd name="connsiteY59" fmla="*/ 8583681 h 9456078"/>
              <a:gd name="connsiteX60" fmla="*/ 2907329 w 13158797"/>
              <a:gd name="connsiteY60" fmla="*/ 8556295 h 9456078"/>
              <a:gd name="connsiteX61" fmla="*/ 2947500 w 13158797"/>
              <a:gd name="connsiteY61" fmla="*/ 8528517 h 9456078"/>
              <a:gd name="connsiteX62" fmla="*/ 2987419 w 13158797"/>
              <a:gd name="connsiteY62" fmla="*/ 8500351 h 9456078"/>
              <a:gd name="connsiteX63" fmla="*/ 3027083 w 13158797"/>
              <a:gd name="connsiteY63" fmla="*/ 8471796 h 9456078"/>
              <a:gd name="connsiteX64" fmla="*/ 3066489 w 13158797"/>
              <a:gd name="connsiteY64" fmla="*/ 8442854 h 9456078"/>
              <a:gd name="connsiteX65" fmla="*/ 3105634 w 13158797"/>
              <a:gd name="connsiteY65" fmla="*/ 8413528 h 9456078"/>
              <a:gd name="connsiteX66" fmla="*/ 3144515 w 13158797"/>
              <a:gd name="connsiteY66" fmla="*/ 8383818 h 9456078"/>
              <a:gd name="connsiteX67" fmla="*/ 3183129 w 13158797"/>
              <a:gd name="connsiteY67" fmla="*/ 8353726 h 9456078"/>
              <a:gd name="connsiteX68" fmla="*/ 3221473 w 13158797"/>
              <a:gd name="connsiteY68" fmla="*/ 8323253 h 9456078"/>
              <a:gd name="connsiteX69" fmla="*/ 3259544 w 13158797"/>
              <a:gd name="connsiteY69" fmla="*/ 8292401 h 9456078"/>
              <a:gd name="connsiteX70" fmla="*/ 3297339 w 13158797"/>
              <a:gd name="connsiteY70" fmla="*/ 8261172 h 9456078"/>
              <a:gd name="connsiteX71" fmla="*/ 3334854 w 13158797"/>
              <a:gd name="connsiteY71" fmla="*/ 8229566 h 9456078"/>
              <a:gd name="connsiteX72" fmla="*/ 3372087 w 13158797"/>
              <a:gd name="connsiteY72" fmla="*/ 8197585 h 9456078"/>
              <a:gd name="connsiteX73" fmla="*/ 3409035 w 13158797"/>
              <a:gd name="connsiteY73" fmla="*/ 8165232 h 9456078"/>
              <a:gd name="connsiteX74" fmla="*/ 3445695 w 13158797"/>
              <a:gd name="connsiteY74" fmla="*/ 8132507 h 9456078"/>
              <a:gd name="connsiteX75" fmla="*/ 3482064 w 13158797"/>
              <a:gd name="connsiteY75" fmla="*/ 8099411 h 9456078"/>
              <a:gd name="connsiteX76" fmla="*/ 3518139 w 13158797"/>
              <a:gd name="connsiteY76" fmla="*/ 8065947 h 9456078"/>
              <a:gd name="connsiteX77" fmla="*/ 3553916 w 13158797"/>
              <a:gd name="connsiteY77" fmla="*/ 8032115 h 9456078"/>
              <a:gd name="connsiteX78" fmla="*/ 3589393 w 13158797"/>
              <a:gd name="connsiteY78" fmla="*/ 7997918 h 9456078"/>
              <a:gd name="connsiteX79" fmla="*/ 3624567 w 13158797"/>
              <a:gd name="connsiteY79" fmla="*/ 7963356 h 9456078"/>
              <a:gd name="connsiteX80" fmla="*/ 3659435 w 13158797"/>
              <a:gd name="connsiteY80" fmla="*/ 7928432 h 9456078"/>
              <a:gd name="connsiteX81" fmla="*/ 3693994 w 13158797"/>
              <a:gd name="connsiteY81" fmla="*/ 7893146 h 9456078"/>
              <a:gd name="connsiteX82" fmla="*/ 3728240 w 13158797"/>
              <a:gd name="connsiteY82" fmla="*/ 7857501 h 9456078"/>
              <a:gd name="connsiteX83" fmla="*/ 3762171 w 13158797"/>
              <a:gd name="connsiteY83" fmla="*/ 7821497 h 9456078"/>
              <a:gd name="connsiteX84" fmla="*/ 3795783 w 13158797"/>
              <a:gd name="connsiteY84" fmla="*/ 7785136 h 9456078"/>
              <a:gd name="connsiteX85" fmla="*/ 3829075 w 13158797"/>
              <a:gd name="connsiteY85" fmla="*/ 7748420 h 9456078"/>
              <a:gd name="connsiteX86" fmla="*/ 3862042 w 13158797"/>
              <a:gd name="connsiteY86" fmla="*/ 7711350 h 9456078"/>
              <a:gd name="connsiteX87" fmla="*/ 3894682 w 13158797"/>
              <a:gd name="connsiteY87" fmla="*/ 7673928 h 9456078"/>
              <a:gd name="connsiteX88" fmla="*/ 3926991 w 13158797"/>
              <a:gd name="connsiteY88" fmla="*/ 7636155 h 9456078"/>
              <a:gd name="connsiteX89" fmla="*/ 3958967 w 13158797"/>
              <a:gd name="connsiteY89" fmla="*/ 7598032 h 9456078"/>
              <a:gd name="connsiteX90" fmla="*/ 3990607 w 13158797"/>
              <a:gd name="connsiteY90" fmla="*/ 7559561 h 9456078"/>
              <a:gd name="connsiteX91" fmla="*/ 4021907 w 13158797"/>
              <a:gd name="connsiteY91" fmla="*/ 7520744 h 9456078"/>
              <a:gd name="connsiteX92" fmla="*/ 4052865 w 13158797"/>
              <a:gd name="connsiteY92" fmla="*/ 7481582 h 9456078"/>
              <a:gd name="connsiteX93" fmla="*/ 4083478 w 13158797"/>
              <a:gd name="connsiteY93" fmla="*/ 7442077 h 9456078"/>
              <a:gd name="connsiteX94" fmla="*/ 8022311 w 13158797"/>
              <a:gd name="connsiteY94" fmla="*/ 2307814 h 9456078"/>
              <a:gd name="connsiteX95" fmla="*/ 8052902 w 13158797"/>
              <a:gd name="connsiteY95" fmla="*/ 2268285 h 9456078"/>
              <a:gd name="connsiteX96" fmla="*/ 8083796 w 13158797"/>
              <a:gd name="connsiteY96" fmla="*/ 2229056 h 9456078"/>
              <a:gd name="connsiteX97" fmla="*/ 8114989 w 13158797"/>
              <a:gd name="connsiteY97" fmla="*/ 2190127 h 9456078"/>
              <a:gd name="connsiteX98" fmla="*/ 8146479 w 13158797"/>
              <a:gd name="connsiteY98" fmla="*/ 2151500 h 9456078"/>
              <a:gd name="connsiteX99" fmla="*/ 8178264 w 13158797"/>
              <a:gd name="connsiteY99" fmla="*/ 2113176 h 9456078"/>
              <a:gd name="connsiteX100" fmla="*/ 8210341 w 13158797"/>
              <a:gd name="connsiteY100" fmla="*/ 2075157 h 9456078"/>
              <a:gd name="connsiteX101" fmla="*/ 8242709 w 13158797"/>
              <a:gd name="connsiteY101" fmla="*/ 2037442 h 9456078"/>
              <a:gd name="connsiteX102" fmla="*/ 8275365 w 13158797"/>
              <a:gd name="connsiteY102" fmla="*/ 2000034 h 9456078"/>
              <a:gd name="connsiteX103" fmla="*/ 8308307 w 13158797"/>
              <a:gd name="connsiteY103" fmla="*/ 1962934 h 9456078"/>
              <a:gd name="connsiteX104" fmla="*/ 8341532 w 13158797"/>
              <a:gd name="connsiteY104" fmla="*/ 1926142 h 9456078"/>
              <a:gd name="connsiteX105" fmla="*/ 8375038 w 13158797"/>
              <a:gd name="connsiteY105" fmla="*/ 1889660 h 9456078"/>
              <a:gd name="connsiteX106" fmla="*/ 8408823 w 13158797"/>
              <a:gd name="connsiteY106" fmla="*/ 1853489 h 9456078"/>
              <a:gd name="connsiteX107" fmla="*/ 8442885 w 13158797"/>
              <a:gd name="connsiteY107" fmla="*/ 1817630 h 9456078"/>
              <a:gd name="connsiteX108" fmla="*/ 8477221 w 13158797"/>
              <a:gd name="connsiteY108" fmla="*/ 1782084 h 9456078"/>
              <a:gd name="connsiteX109" fmla="*/ 8511829 w 13158797"/>
              <a:gd name="connsiteY109" fmla="*/ 1746853 h 9456078"/>
              <a:gd name="connsiteX110" fmla="*/ 8546706 w 13158797"/>
              <a:gd name="connsiteY110" fmla="*/ 1711937 h 9456078"/>
              <a:gd name="connsiteX111" fmla="*/ 8581851 w 13158797"/>
              <a:gd name="connsiteY111" fmla="*/ 1677337 h 9456078"/>
              <a:gd name="connsiteX112" fmla="*/ 8617261 w 13158797"/>
              <a:gd name="connsiteY112" fmla="*/ 1643056 h 9456078"/>
              <a:gd name="connsiteX113" fmla="*/ 8652934 w 13158797"/>
              <a:gd name="connsiteY113" fmla="*/ 1609093 h 9456078"/>
              <a:gd name="connsiteX114" fmla="*/ 8688867 w 13158797"/>
              <a:gd name="connsiteY114" fmla="*/ 1575450 h 9456078"/>
              <a:gd name="connsiteX115" fmla="*/ 8725058 w 13158797"/>
              <a:gd name="connsiteY115" fmla="*/ 1542128 h 9456078"/>
              <a:gd name="connsiteX116" fmla="*/ 8761506 w 13158797"/>
              <a:gd name="connsiteY116" fmla="*/ 1509129 h 9456078"/>
              <a:gd name="connsiteX117" fmla="*/ 8798207 w 13158797"/>
              <a:gd name="connsiteY117" fmla="*/ 1476452 h 9456078"/>
              <a:gd name="connsiteX118" fmla="*/ 8835159 w 13158797"/>
              <a:gd name="connsiteY118" fmla="*/ 1444101 h 9456078"/>
              <a:gd name="connsiteX119" fmla="*/ 8872360 w 13158797"/>
              <a:gd name="connsiteY119" fmla="*/ 1412075 h 9456078"/>
              <a:gd name="connsiteX120" fmla="*/ 8909808 w 13158797"/>
              <a:gd name="connsiteY120" fmla="*/ 1380375 h 9456078"/>
              <a:gd name="connsiteX121" fmla="*/ 8947501 w 13158797"/>
              <a:gd name="connsiteY121" fmla="*/ 1349004 h 9456078"/>
              <a:gd name="connsiteX122" fmla="*/ 8985435 w 13158797"/>
              <a:gd name="connsiteY122" fmla="*/ 1317962 h 9456078"/>
              <a:gd name="connsiteX123" fmla="*/ 9023610 w 13158797"/>
              <a:gd name="connsiteY123" fmla="*/ 1287250 h 9456078"/>
              <a:gd name="connsiteX124" fmla="*/ 9062022 w 13158797"/>
              <a:gd name="connsiteY124" fmla="*/ 1256869 h 9456078"/>
              <a:gd name="connsiteX125" fmla="*/ 9100669 w 13158797"/>
              <a:gd name="connsiteY125" fmla="*/ 1226820 h 9456078"/>
              <a:gd name="connsiteX126" fmla="*/ 9139549 w 13158797"/>
              <a:gd name="connsiteY126" fmla="*/ 1197105 h 9456078"/>
              <a:gd name="connsiteX127" fmla="*/ 9178660 w 13158797"/>
              <a:gd name="connsiteY127" fmla="*/ 1167725 h 9456078"/>
              <a:gd name="connsiteX128" fmla="*/ 9217999 w 13158797"/>
              <a:gd name="connsiteY128" fmla="*/ 1138681 h 9456078"/>
              <a:gd name="connsiteX129" fmla="*/ 9257564 w 13158797"/>
              <a:gd name="connsiteY129" fmla="*/ 1109974 h 9456078"/>
              <a:gd name="connsiteX130" fmla="*/ 9297353 w 13158797"/>
              <a:gd name="connsiteY130" fmla="*/ 1081604 h 9456078"/>
              <a:gd name="connsiteX131" fmla="*/ 9337364 w 13158797"/>
              <a:gd name="connsiteY131" fmla="*/ 1053574 h 9456078"/>
              <a:gd name="connsiteX132" fmla="*/ 9377594 w 13158797"/>
              <a:gd name="connsiteY132" fmla="*/ 1025884 h 9456078"/>
              <a:gd name="connsiteX133" fmla="*/ 9418040 w 13158797"/>
              <a:gd name="connsiteY133" fmla="*/ 998536 h 9456078"/>
              <a:gd name="connsiteX134" fmla="*/ 9458702 w 13158797"/>
              <a:gd name="connsiteY134" fmla="*/ 971530 h 9456078"/>
              <a:gd name="connsiteX135" fmla="*/ 9499575 w 13158797"/>
              <a:gd name="connsiteY135" fmla="*/ 944868 h 9456078"/>
              <a:gd name="connsiteX136" fmla="*/ 9540659 w 13158797"/>
              <a:gd name="connsiteY136" fmla="*/ 918551 h 9456078"/>
              <a:gd name="connsiteX137" fmla="*/ 9581950 w 13158797"/>
              <a:gd name="connsiteY137" fmla="*/ 892580 h 9456078"/>
              <a:gd name="connsiteX138" fmla="*/ 9623447 w 13158797"/>
              <a:gd name="connsiteY138" fmla="*/ 866956 h 9456078"/>
              <a:gd name="connsiteX139" fmla="*/ 9665147 w 13158797"/>
              <a:gd name="connsiteY139" fmla="*/ 841681 h 9456078"/>
              <a:gd name="connsiteX140" fmla="*/ 9707048 w 13158797"/>
              <a:gd name="connsiteY140" fmla="*/ 816754 h 9456078"/>
              <a:gd name="connsiteX141" fmla="*/ 9749147 w 13158797"/>
              <a:gd name="connsiteY141" fmla="*/ 792179 h 9456078"/>
              <a:gd name="connsiteX142" fmla="*/ 9791443 w 13158797"/>
              <a:gd name="connsiteY142" fmla="*/ 767955 h 9456078"/>
              <a:gd name="connsiteX143" fmla="*/ 9833932 w 13158797"/>
              <a:gd name="connsiteY143" fmla="*/ 744083 h 9456078"/>
              <a:gd name="connsiteX144" fmla="*/ 9876613 w 13158797"/>
              <a:gd name="connsiteY144" fmla="*/ 720566 h 9456078"/>
              <a:gd name="connsiteX145" fmla="*/ 9919484 w 13158797"/>
              <a:gd name="connsiteY145" fmla="*/ 697404 h 9456078"/>
              <a:gd name="connsiteX146" fmla="*/ 9962542 w 13158797"/>
              <a:gd name="connsiteY146" fmla="*/ 674598 h 9456078"/>
              <a:gd name="connsiteX147" fmla="*/ 10005784 w 13158797"/>
              <a:gd name="connsiteY147" fmla="*/ 652149 h 9456078"/>
              <a:gd name="connsiteX148" fmla="*/ 10049209 w 13158797"/>
              <a:gd name="connsiteY148" fmla="*/ 630059 h 9456078"/>
              <a:gd name="connsiteX149" fmla="*/ 10092814 w 13158797"/>
              <a:gd name="connsiteY149" fmla="*/ 608328 h 9456078"/>
              <a:gd name="connsiteX150" fmla="*/ 10136597 w 13158797"/>
              <a:gd name="connsiteY150" fmla="*/ 586958 h 9456078"/>
              <a:gd name="connsiteX151" fmla="*/ 10180556 w 13158797"/>
              <a:gd name="connsiteY151" fmla="*/ 565950 h 9456078"/>
              <a:gd name="connsiteX152" fmla="*/ 10224688 w 13158797"/>
              <a:gd name="connsiteY152" fmla="*/ 545304 h 9456078"/>
              <a:gd name="connsiteX153" fmla="*/ 10268991 w 13158797"/>
              <a:gd name="connsiteY153" fmla="*/ 525023 h 9456078"/>
              <a:gd name="connsiteX154" fmla="*/ 10313463 w 13158797"/>
              <a:gd name="connsiteY154" fmla="*/ 505107 h 9456078"/>
              <a:gd name="connsiteX155" fmla="*/ 10358101 w 13158797"/>
              <a:gd name="connsiteY155" fmla="*/ 485558 h 9456078"/>
              <a:gd name="connsiteX156" fmla="*/ 10402903 w 13158797"/>
              <a:gd name="connsiteY156" fmla="*/ 466376 h 9456078"/>
              <a:gd name="connsiteX157" fmla="*/ 10447868 w 13158797"/>
              <a:gd name="connsiteY157" fmla="*/ 447563 h 9456078"/>
              <a:gd name="connsiteX158" fmla="*/ 10492991 w 13158797"/>
              <a:gd name="connsiteY158" fmla="*/ 429119 h 9456078"/>
              <a:gd name="connsiteX159" fmla="*/ 10538272 w 13158797"/>
              <a:gd name="connsiteY159" fmla="*/ 411046 h 9456078"/>
              <a:gd name="connsiteX160" fmla="*/ 10583708 w 13158797"/>
              <a:gd name="connsiteY160" fmla="*/ 393346 h 9456078"/>
              <a:gd name="connsiteX161" fmla="*/ 10629297 w 13158797"/>
              <a:gd name="connsiteY161" fmla="*/ 376018 h 9456078"/>
              <a:gd name="connsiteX162" fmla="*/ 10675036 w 13158797"/>
              <a:gd name="connsiteY162" fmla="*/ 359065 h 9456078"/>
              <a:gd name="connsiteX163" fmla="*/ 10720923 w 13158797"/>
              <a:gd name="connsiteY163" fmla="*/ 342487 h 9456078"/>
              <a:gd name="connsiteX164" fmla="*/ 10766956 w 13158797"/>
              <a:gd name="connsiteY164" fmla="*/ 326286 h 9456078"/>
              <a:gd name="connsiteX165" fmla="*/ 10813132 w 13158797"/>
              <a:gd name="connsiteY165" fmla="*/ 310462 h 9456078"/>
              <a:gd name="connsiteX166" fmla="*/ 10859450 w 13158797"/>
              <a:gd name="connsiteY166" fmla="*/ 295018 h 9456078"/>
              <a:gd name="connsiteX167" fmla="*/ 10905907 w 13158797"/>
              <a:gd name="connsiteY167" fmla="*/ 279953 h 9456078"/>
              <a:gd name="connsiteX168" fmla="*/ 10952500 w 13158797"/>
              <a:gd name="connsiteY168" fmla="*/ 265269 h 9456078"/>
              <a:gd name="connsiteX169" fmla="*/ 10999227 w 13158797"/>
              <a:gd name="connsiteY169" fmla="*/ 250968 h 9456078"/>
              <a:gd name="connsiteX170" fmla="*/ 11046087 w 13158797"/>
              <a:gd name="connsiteY170" fmla="*/ 237049 h 9456078"/>
              <a:gd name="connsiteX171" fmla="*/ 11093076 w 13158797"/>
              <a:gd name="connsiteY171" fmla="*/ 223516 h 9456078"/>
              <a:gd name="connsiteX172" fmla="*/ 11140193 w 13158797"/>
              <a:gd name="connsiteY172" fmla="*/ 210368 h 9456078"/>
              <a:gd name="connsiteX173" fmla="*/ 11187434 w 13158797"/>
              <a:gd name="connsiteY173" fmla="*/ 197606 h 9456078"/>
              <a:gd name="connsiteX174" fmla="*/ 11234799 w 13158797"/>
              <a:gd name="connsiteY174" fmla="*/ 185233 h 9456078"/>
              <a:gd name="connsiteX175" fmla="*/ 11282284 w 13158797"/>
              <a:gd name="connsiteY175" fmla="*/ 173248 h 9456078"/>
              <a:gd name="connsiteX176" fmla="*/ 11329888 w 13158797"/>
              <a:gd name="connsiteY176" fmla="*/ 161654 h 9456078"/>
              <a:gd name="connsiteX177" fmla="*/ 11377607 w 13158797"/>
              <a:gd name="connsiteY177" fmla="*/ 150451 h 9456078"/>
              <a:gd name="connsiteX178" fmla="*/ 11425440 w 13158797"/>
              <a:gd name="connsiteY178" fmla="*/ 139640 h 9456078"/>
              <a:gd name="connsiteX179" fmla="*/ 11473385 w 13158797"/>
              <a:gd name="connsiteY179" fmla="*/ 129223 h 9456078"/>
              <a:gd name="connsiteX180" fmla="*/ 11521439 w 13158797"/>
              <a:gd name="connsiteY180" fmla="*/ 119201 h 9456078"/>
              <a:gd name="connsiteX181" fmla="*/ 11569599 w 13158797"/>
              <a:gd name="connsiteY181" fmla="*/ 109574 h 9456078"/>
              <a:gd name="connsiteX182" fmla="*/ 11617864 w 13158797"/>
              <a:gd name="connsiteY182" fmla="*/ 100344 h 9456078"/>
              <a:gd name="connsiteX183" fmla="*/ 11666231 w 13158797"/>
              <a:gd name="connsiteY183" fmla="*/ 91512 h 9456078"/>
              <a:gd name="connsiteX184" fmla="*/ 11714698 w 13158797"/>
              <a:gd name="connsiteY184" fmla="*/ 83080 h 9456078"/>
              <a:gd name="connsiteX185" fmla="*/ 11763263 w 13158797"/>
              <a:gd name="connsiteY185" fmla="*/ 75047 h 9456078"/>
              <a:gd name="connsiteX186" fmla="*/ 11811923 w 13158797"/>
              <a:gd name="connsiteY186" fmla="*/ 67417 h 9456078"/>
              <a:gd name="connsiteX187" fmla="*/ 11860676 w 13158797"/>
              <a:gd name="connsiteY187" fmla="*/ 60188 h 9456078"/>
              <a:gd name="connsiteX188" fmla="*/ 11909519 w 13158797"/>
              <a:gd name="connsiteY188" fmla="*/ 53364 h 9456078"/>
              <a:gd name="connsiteX189" fmla="*/ 11958451 w 13158797"/>
              <a:gd name="connsiteY189" fmla="*/ 46944 h 9456078"/>
              <a:gd name="connsiteX190" fmla="*/ 12007470 w 13158797"/>
              <a:gd name="connsiteY190" fmla="*/ 40931 h 9456078"/>
              <a:gd name="connsiteX191" fmla="*/ 12056572 w 13158797"/>
              <a:gd name="connsiteY191" fmla="*/ 35324 h 9456078"/>
              <a:gd name="connsiteX192" fmla="*/ 12105756 w 13158797"/>
              <a:gd name="connsiteY192" fmla="*/ 30126 h 9456078"/>
              <a:gd name="connsiteX193" fmla="*/ 12155019 w 13158797"/>
              <a:gd name="connsiteY193" fmla="*/ 25337 h 9456078"/>
              <a:gd name="connsiteX194" fmla="*/ 12204359 w 13158797"/>
              <a:gd name="connsiteY194" fmla="*/ 20958 h 9456078"/>
              <a:gd name="connsiteX195" fmla="*/ 12253773 w 13158797"/>
              <a:gd name="connsiteY195" fmla="*/ 16991 h 9456078"/>
              <a:gd name="connsiteX196" fmla="*/ 12303260 w 13158797"/>
              <a:gd name="connsiteY196" fmla="*/ 13437 h 9456078"/>
              <a:gd name="connsiteX197" fmla="*/ 12352818 w 13158797"/>
              <a:gd name="connsiteY197" fmla="*/ 10297 h 9456078"/>
              <a:gd name="connsiteX198" fmla="*/ 12402443 w 13158797"/>
              <a:gd name="connsiteY198" fmla="*/ 7572 h 9456078"/>
              <a:gd name="connsiteX199" fmla="*/ 12452133 w 13158797"/>
              <a:gd name="connsiteY199" fmla="*/ 5263 h 9456078"/>
              <a:gd name="connsiteX200" fmla="*/ 12501887 w 13158797"/>
              <a:gd name="connsiteY200" fmla="*/ 3371 h 9456078"/>
              <a:gd name="connsiteX201" fmla="*/ 12551701 w 13158797"/>
              <a:gd name="connsiteY201" fmla="*/ 1898 h 9456078"/>
              <a:gd name="connsiteX202" fmla="*/ 12601574 w 13158797"/>
              <a:gd name="connsiteY202" fmla="*/ 844 h 9456078"/>
              <a:gd name="connsiteX203" fmla="*/ 12651504 w 13158797"/>
              <a:gd name="connsiteY203" fmla="*/ 211 h 9456078"/>
              <a:gd name="connsiteX204" fmla="*/ 12701487 w 13158797"/>
              <a:gd name="connsiteY204" fmla="*/ 0 h 9456078"/>
              <a:gd name="connsiteX205" fmla="*/ 13158798 w 13158797"/>
              <a:gd name="connsiteY205" fmla="*/ 0 h 94560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</a:cxnLst>
            <a:rect l="l" t="t" r="r" b="b"/>
            <a:pathLst>
              <a:path w="13158797" h="9456078">
                <a:moveTo>
                  <a:pt x="0" y="9456078"/>
                </a:moveTo>
                <a:lnTo>
                  <a:pt x="49977" y="9455836"/>
                </a:lnTo>
                <a:lnTo>
                  <a:pt x="99893" y="9455111"/>
                </a:lnTo>
                <a:lnTo>
                  <a:pt x="149742" y="9453904"/>
                </a:lnTo>
                <a:lnTo>
                  <a:pt x="199524" y="9452217"/>
                </a:lnTo>
                <a:lnTo>
                  <a:pt x="298870" y="9447409"/>
                </a:lnTo>
                <a:lnTo>
                  <a:pt x="348429" y="9444290"/>
                </a:lnTo>
                <a:lnTo>
                  <a:pt x="397907" y="9440698"/>
                </a:lnTo>
                <a:lnTo>
                  <a:pt x="447302" y="9436632"/>
                </a:lnTo>
                <a:lnTo>
                  <a:pt x="496610" y="9432096"/>
                </a:lnTo>
                <a:lnTo>
                  <a:pt x="545829" y="9427089"/>
                </a:lnTo>
                <a:lnTo>
                  <a:pt x="594956" y="9421615"/>
                </a:lnTo>
                <a:lnTo>
                  <a:pt x="643987" y="9415673"/>
                </a:lnTo>
                <a:lnTo>
                  <a:pt x="692920" y="9409267"/>
                </a:lnTo>
                <a:lnTo>
                  <a:pt x="741751" y="9402396"/>
                </a:lnTo>
                <a:lnTo>
                  <a:pt x="790478" y="9395063"/>
                </a:lnTo>
                <a:lnTo>
                  <a:pt x="839098" y="9387270"/>
                </a:lnTo>
                <a:lnTo>
                  <a:pt x="887607" y="9379017"/>
                </a:lnTo>
                <a:lnTo>
                  <a:pt x="936002" y="9370306"/>
                </a:lnTo>
                <a:lnTo>
                  <a:pt x="984281" y="9361139"/>
                </a:lnTo>
                <a:lnTo>
                  <a:pt x="1032440" y="9351517"/>
                </a:lnTo>
                <a:lnTo>
                  <a:pt x="1080477" y="9341441"/>
                </a:lnTo>
                <a:lnTo>
                  <a:pt x="1176172" y="9319936"/>
                </a:lnTo>
                <a:lnTo>
                  <a:pt x="1223823" y="9308509"/>
                </a:lnTo>
                <a:lnTo>
                  <a:pt x="1271339" y="9296635"/>
                </a:lnTo>
                <a:lnTo>
                  <a:pt x="1318719" y="9284315"/>
                </a:lnTo>
                <a:lnTo>
                  <a:pt x="1365957" y="9271550"/>
                </a:lnTo>
                <a:lnTo>
                  <a:pt x="1413052" y="9258342"/>
                </a:lnTo>
                <a:lnTo>
                  <a:pt x="1460000" y="9244693"/>
                </a:lnTo>
                <a:lnTo>
                  <a:pt x="1506799" y="9230604"/>
                </a:lnTo>
                <a:lnTo>
                  <a:pt x="1553445" y="9216076"/>
                </a:lnTo>
                <a:lnTo>
                  <a:pt x="1599935" y="9201111"/>
                </a:lnTo>
                <a:lnTo>
                  <a:pt x="1646267" y="9185710"/>
                </a:lnTo>
                <a:lnTo>
                  <a:pt x="1692437" y="9169876"/>
                </a:lnTo>
                <a:lnTo>
                  <a:pt x="1738442" y="9153608"/>
                </a:lnTo>
                <a:lnTo>
                  <a:pt x="1784280" y="9136910"/>
                </a:lnTo>
                <a:lnTo>
                  <a:pt x="1829947" y="9119782"/>
                </a:lnTo>
                <a:lnTo>
                  <a:pt x="1875440" y="9102226"/>
                </a:lnTo>
                <a:lnTo>
                  <a:pt x="1920756" y="9084243"/>
                </a:lnTo>
                <a:lnTo>
                  <a:pt x="1965893" y="9065835"/>
                </a:lnTo>
                <a:lnTo>
                  <a:pt x="2055615" y="9027750"/>
                </a:lnTo>
                <a:lnTo>
                  <a:pt x="2100195" y="9008075"/>
                </a:lnTo>
                <a:lnTo>
                  <a:pt x="2144582" y="8987981"/>
                </a:lnTo>
                <a:lnTo>
                  <a:pt x="2188775" y="8967470"/>
                </a:lnTo>
                <a:lnTo>
                  <a:pt x="2232770" y="8946542"/>
                </a:lnTo>
                <a:lnTo>
                  <a:pt x="2276564" y="8925199"/>
                </a:lnTo>
                <a:lnTo>
                  <a:pt x="2320154" y="8903443"/>
                </a:lnTo>
                <a:lnTo>
                  <a:pt x="2363538" y="8881275"/>
                </a:lnTo>
                <a:lnTo>
                  <a:pt x="2406711" y="8858697"/>
                </a:lnTo>
                <a:lnTo>
                  <a:pt x="2449672" y="8835710"/>
                </a:lnTo>
                <a:lnTo>
                  <a:pt x="2492417" y="8812316"/>
                </a:lnTo>
                <a:lnTo>
                  <a:pt x="2534943" y="8788516"/>
                </a:lnTo>
                <a:lnTo>
                  <a:pt x="2577247" y="8764311"/>
                </a:lnTo>
                <a:lnTo>
                  <a:pt x="2619326" y="8739704"/>
                </a:lnTo>
                <a:lnTo>
                  <a:pt x="2661177" y="8714695"/>
                </a:lnTo>
                <a:lnTo>
                  <a:pt x="2702797" y="8689286"/>
                </a:lnTo>
                <a:lnTo>
                  <a:pt x="2744183" y="8663479"/>
                </a:lnTo>
                <a:lnTo>
                  <a:pt x="2785333" y="8637274"/>
                </a:lnTo>
                <a:lnTo>
                  <a:pt x="2826242" y="8610675"/>
                </a:lnTo>
                <a:lnTo>
                  <a:pt x="2866908" y="8583681"/>
                </a:lnTo>
                <a:lnTo>
                  <a:pt x="2907329" y="8556295"/>
                </a:lnTo>
                <a:lnTo>
                  <a:pt x="2947500" y="8528517"/>
                </a:lnTo>
                <a:lnTo>
                  <a:pt x="2987419" y="8500351"/>
                </a:lnTo>
                <a:lnTo>
                  <a:pt x="3027083" y="8471796"/>
                </a:lnTo>
                <a:lnTo>
                  <a:pt x="3066489" y="8442854"/>
                </a:lnTo>
                <a:lnTo>
                  <a:pt x="3105634" y="8413528"/>
                </a:lnTo>
                <a:lnTo>
                  <a:pt x="3144515" y="8383818"/>
                </a:lnTo>
                <a:lnTo>
                  <a:pt x="3183129" y="8353726"/>
                </a:lnTo>
                <a:lnTo>
                  <a:pt x="3221473" y="8323253"/>
                </a:lnTo>
                <a:lnTo>
                  <a:pt x="3259544" y="8292401"/>
                </a:lnTo>
                <a:lnTo>
                  <a:pt x="3297339" y="8261172"/>
                </a:lnTo>
                <a:lnTo>
                  <a:pt x="3334854" y="8229566"/>
                </a:lnTo>
                <a:lnTo>
                  <a:pt x="3372087" y="8197585"/>
                </a:lnTo>
                <a:lnTo>
                  <a:pt x="3409035" y="8165232"/>
                </a:lnTo>
                <a:lnTo>
                  <a:pt x="3445695" y="8132507"/>
                </a:lnTo>
                <a:lnTo>
                  <a:pt x="3482064" y="8099411"/>
                </a:lnTo>
                <a:lnTo>
                  <a:pt x="3518139" y="8065947"/>
                </a:lnTo>
                <a:lnTo>
                  <a:pt x="3553916" y="8032115"/>
                </a:lnTo>
                <a:lnTo>
                  <a:pt x="3589393" y="7997918"/>
                </a:lnTo>
                <a:lnTo>
                  <a:pt x="3624567" y="7963356"/>
                </a:lnTo>
                <a:lnTo>
                  <a:pt x="3659435" y="7928432"/>
                </a:lnTo>
                <a:lnTo>
                  <a:pt x="3693994" y="7893146"/>
                </a:lnTo>
                <a:lnTo>
                  <a:pt x="3728240" y="7857501"/>
                </a:lnTo>
                <a:lnTo>
                  <a:pt x="3762171" y="7821497"/>
                </a:lnTo>
                <a:lnTo>
                  <a:pt x="3795783" y="7785136"/>
                </a:lnTo>
                <a:lnTo>
                  <a:pt x="3829075" y="7748420"/>
                </a:lnTo>
                <a:lnTo>
                  <a:pt x="3862042" y="7711350"/>
                </a:lnTo>
                <a:lnTo>
                  <a:pt x="3894682" y="7673928"/>
                </a:lnTo>
                <a:lnTo>
                  <a:pt x="3926991" y="7636155"/>
                </a:lnTo>
                <a:lnTo>
                  <a:pt x="3958967" y="7598032"/>
                </a:lnTo>
                <a:lnTo>
                  <a:pt x="3990607" y="7559561"/>
                </a:lnTo>
                <a:lnTo>
                  <a:pt x="4021907" y="7520744"/>
                </a:lnTo>
                <a:lnTo>
                  <a:pt x="4052865" y="7481582"/>
                </a:lnTo>
                <a:lnTo>
                  <a:pt x="4083478" y="7442077"/>
                </a:lnTo>
                <a:lnTo>
                  <a:pt x="8022311" y="2307814"/>
                </a:lnTo>
                <a:lnTo>
                  <a:pt x="8052902" y="2268285"/>
                </a:lnTo>
                <a:lnTo>
                  <a:pt x="8083796" y="2229056"/>
                </a:lnTo>
                <a:lnTo>
                  <a:pt x="8114989" y="2190127"/>
                </a:lnTo>
                <a:lnTo>
                  <a:pt x="8146479" y="2151500"/>
                </a:lnTo>
                <a:lnTo>
                  <a:pt x="8178264" y="2113176"/>
                </a:lnTo>
                <a:lnTo>
                  <a:pt x="8210341" y="2075157"/>
                </a:lnTo>
                <a:lnTo>
                  <a:pt x="8242709" y="2037442"/>
                </a:lnTo>
                <a:lnTo>
                  <a:pt x="8275365" y="2000034"/>
                </a:lnTo>
                <a:lnTo>
                  <a:pt x="8308307" y="1962934"/>
                </a:lnTo>
                <a:lnTo>
                  <a:pt x="8341532" y="1926142"/>
                </a:lnTo>
                <a:lnTo>
                  <a:pt x="8375038" y="1889660"/>
                </a:lnTo>
                <a:lnTo>
                  <a:pt x="8408823" y="1853489"/>
                </a:lnTo>
                <a:lnTo>
                  <a:pt x="8442885" y="1817630"/>
                </a:lnTo>
                <a:lnTo>
                  <a:pt x="8477221" y="1782084"/>
                </a:lnTo>
                <a:lnTo>
                  <a:pt x="8511829" y="1746853"/>
                </a:lnTo>
                <a:lnTo>
                  <a:pt x="8546706" y="1711937"/>
                </a:lnTo>
                <a:lnTo>
                  <a:pt x="8581851" y="1677337"/>
                </a:lnTo>
                <a:lnTo>
                  <a:pt x="8617261" y="1643056"/>
                </a:lnTo>
                <a:lnTo>
                  <a:pt x="8652934" y="1609093"/>
                </a:lnTo>
                <a:lnTo>
                  <a:pt x="8688867" y="1575450"/>
                </a:lnTo>
                <a:lnTo>
                  <a:pt x="8725058" y="1542128"/>
                </a:lnTo>
                <a:lnTo>
                  <a:pt x="8761506" y="1509129"/>
                </a:lnTo>
                <a:lnTo>
                  <a:pt x="8798207" y="1476452"/>
                </a:lnTo>
                <a:lnTo>
                  <a:pt x="8835159" y="1444101"/>
                </a:lnTo>
                <a:lnTo>
                  <a:pt x="8872360" y="1412075"/>
                </a:lnTo>
                <a:lnTo>
                  <a:pt x="8909808" y="1380375"/>
                </a:lnTo>
                <a:lnTo>
                  <a:pt x="8947501" y="1349004"/>
                </a:lnTo>
                <a:lnTo>
                  <a:pt x="8985435" y="1317962"/>
                </a:lnTo>
                <a:lnTo>
                  <a:pt x="9023610" y="1287250"/>
                </a:lnTo>
                <a:lnTo>
                  <a:pt x="9062022" y="1256869"/>
                </a:lnTo>
                <a:lnTo>
                  <a:pt x="9100669" y="1226820"/>
                </a:lnTo>
                <a:lnTo>
                  <a:pt x="9139549" y="1197105"/>
                </a:lnTo>
                <a:lnTo>
                  <a:pt x="9178660" y="1167725"/>
                </a:lnTo>
                <a:lnTo>
                  <a:pt x="9217999" y="1138681"/>
                </a:lnTo>
                <a:lnTo>
                  <a:pt x="9257564" y="1109974"/>
                </a:lnTo>
                <a:lnTo>
                  <a:pt x="9297353" y="1081604"/>
                </a:lnTo>
                <a:lnTo>
                  <a:pt x="9337364" y="1053574"/>
                </a:lnTo>
                <a:lnTo>
                  <a:pt x="9377594" y="1025884"/>
                </a:lnTo>
                <a:lnTo>
                  <a:pt x="9418040" y="998536"/>
                </a:lnTo>
                <a:lnTo>
                  <a:pt x="9458702" y="971530"/>
                </a:lnTo>
                <a:lnTo>
                  <a:pt x="9499575" y="944868"/>
                </a:lnTo>
                <a:lnTo>
                  <a:pt x="9540659" y="918551"/>
                </a:lnTo>
                <a:lnTo>
                  <a:pt x="9581950" y="892580"/>
                </a:lnTo>
                <a:lnTo>
                  <a:pt x="9623447" y="866956"/>
                </a:lnTo>
                <a:lnTo>
                  <a:pt x="9665147" y="841681"/>
                </a:lnTo>
                <a:lnTo>
                  <a:pt x="9707048" y="816754"/>
                </a:lnTo>
                <a:lnTo>
                  <a:pt x="9749147" y="792179"/>
                </a:lnTo>
                <a:lnTo>
                  <a:pt x="9791443" y="767955"/>
                </a:lnTo>
                <a:lnTo>
                  <a:pt x="9833932" y="744083"/>
                </a:lnTo>
                <a:lnTo>
                  <a:pt x="9876613" y="720566"/>
                </a:lnTo>
                <a:lnTo>
                  <a:pt x="9919484" y="697404"/>
                </a:lnTo>
                <a:lnTo>
                  <a:pt x="9962542" y="674598"/>
                </a:lnTo>
                <a:lnTo>
                  <a:pt x="10005784" y="652149"/>
                </a:lnTo>
                <a:lnTo>
                  <a:pt x="10049209" y="630059"/>
                </a:lnTo>
                <a:lnTo>
                  <a:pt x="10092814" y="608328"/>
                </a:lnTo>
                <a:lnTo>
                  <a:pt x="10136597" y="586958"/>
                </a:lnTo>
                <a:lnTo>
                  <a:pt x="10180556" y="565950"/>
                </a:lnTo>
                <a:lnTo>
                  <a:pt x="10224688" y="545304"/>
                </a:lnTo>
                <a:lnTo>
                  <a:pt x="10268991" y="525023"/>
                </a:lnTo>
                <a:lnTo>
                  <a:pt x="10313463" y="505107"/>
                </a:lnTo>
                <a:lnTo>
                  <a:pt x="10358101" y="485558"/>
                </a:lnTo>
                <a:lnTo>
                  <a:pt x="10402903" y="466376"/>
                </a:lnTo>
                <a:lnTo>
                  <a:pt x="10447868" y="447563"/>
                </a:lnTo>
                <a:lnTo>
                  <a:pt x="10492991" y="429119"/>
                </a:lnTo>
                <a:lnTo>
                  <a:pt x="10538272" y="411046"/>
                </a:lnTo>
                <a:lnTo>
                  <a:pt x="10583708" y="393346"/>
                </a:lnTo>
                <a:lnTo>
                  <a:pt x="10629297" y="376018"/>
                </a:lnTo>
                <a:lnTo>
                  <a:pt x="10675036" y="359065"/>
                </a:lnTo>
                <a:lnTo>
                  <a:pt x="10720923" y="342487"/>
                </a:lnTo>
                <a:lnTo>
                  <a:pt x="10766956" y="326286"/>
                </a:lnTo>
                <a:lnTo>
                  <a:pt x="10813132" y="310462"/>
                </a:lnTo>
                <a:lnTo>
                  <a:pt x="10859450" y="295018"/>
                </a:lnTo>
                <a:lnTo>
                  <a:pt x="10905907" y="279953"/>
                </a:lnTo>
                <a:lnTo>
                  <a:pt x="10952500" y="265269"/>
                </a:lnTo>
                <a:lnTo>
                  <a:pt x="10999227" y="250968"/>
                </a:lnTo>
                <a:lnTo>
                  <a:pt x="11046087" y="237049"/>
                </a:lnTo>
                <a:lnTo>
                  <a:pt x="11093076" y="223516"/>
                </a:lnTo>
                <a:lnTo>
                  <a:pt x="11140193" y="210368"/>
                </a:lnTo>
                <a:lnTo>
                  <a:pt x="11187434" y="197606"/>
                </a:lnTo>
                <a:lnTo>
                  <a:pt x="11234799" y="185233"/>
                </a:lnTo>
                <a:lnTo>
                  <a:pt x="11282284" y="173248"/>
                </a:lnTo>
                <a:lnTo>
                  <a:pt x="11329888" y="161654"/>
                </a:lnTo>
                <a:lnTo>
                  <a:pt x="11377607" y="150451"/>
                </a:lnTo>
                <a:lnTo>
                  <a:pt x="11425440" y="139640"/>
                </a:lnTo>
                <a:lnTo>
                  <a:pt x="11473385" y="129223"/>
                </a:lnTo>
                <a:lnTo>
                  <a:pt x="11521439" y="119201"/>
                </a:lnTo>
                <a:lnTo>
                  <a:pt x="11569599" y="109574"/>
                </a:lnTo>
                <a:lnTo>
                  <a:pt x="11617864" y="100344"/>
                </a:lnTo>
                <a:lnTo>
                  <a:pt x="11666231" y="91512"/>
                </a:lnTo>
                <a:lnTo>
                  <a:pt x="11714698" y="83080"/>
                </a:lnTo>
                <a:lnTo>
                  <a:pt x="11763263" y="75047"/>
                </a:lnTo>
                <a:lnTo>
                  <a:pt x="11811923" y="67417"/>
                </a:lnTo>
                <a:lnTo>
                  <a:pt x="11860676" y="60188"/>
                </a:lnTo>
                <a:lnTo>
                  <a:pt x="11909519" y="53364"/>
                </a:lnTo>
                <a:lnTo>
                  <a:pt x="11958451" y="46944"/>
                </a:lnTo>
                <a:lnTo>
                  <a:pt x="12007470" y="40931"/>
                </a:lnTo>
                <a:lnTo>
                  <a:pt x="12056572" y="35324"/>
                </a:lnTo>
                <a:lnTo>
                  <a:pt x="12105756" y="30126"/>
                </a:lnTo>
                <a:lnTo>
                  <a:pt x="12155019" y="25337"/>
                </a:lnTo>
                <a:lnTo>
                  <a:pt x="12204359" y="20958"/>
                </a:lnTo>
                <a:lnTo>
                  <a:pt x="12253773" y="16991"/>
                </a:lnTo>
                <a:lnTo>
                  <a:pt x="12303260" y="13437"/>
                </a:lnTo>
                <a:lnTo>
                  <a:pt x="12352818" y="10297"/>
                </a:lnTo>
                <a:lnTo>
                  <a:pt x="12402443" y="7572"/>
                </a:lnTo>
                <a:lnTo>
                  <a:pt x="12452133" y="5263"/>
                </a:lnTo>
                <a:lnTo>
                  <a:pt x="12501887" y="3371"/>
                </a:lnTo>
                <a:lnTo>
                  <a:pt x="12551701" y="1898"/>
                </a:lnTo>
                <a:lnTo>
                  <a:pt x="12601574" y="844"/>
                </a:lnTo>
                <a:lnTo>
                  <a:pt x="12651504" y="211"/>
                </a:lnTo>
                <a:lnTo>
                  <a:pt x="12701487" y="0"/>
                </a:lnTo>
                <a:lnTo>
                  <a:pt x="13158798" y="0"/>
                </a:lnTo>
              </a:path>
            </a:pathLst>
          </a:custGeom>
          <a:ln w="19050">
            <a:gradFill>
              <a:gsLst>
                <a:gs pos="15000">
                  <a:schemeClr val="tx2"/>
                </a:gs>
                <a:gs pos="0">
                  <a:schemeClr val="bg1">
                    <a:alpha val="0"/>
                  </a:schemeClr>
                </a:gs>
              </a:gsLst>
              <a:lin ang="5400000" scaled="0"/>
            </a:gradFill>
          </a:ln>
        </p:spPr>
        <p:txBody>
          <a:bodyPr wrap="square" lIns="0" tIns="0" rIns="0" bIns="0" rtlCol="0"/>
          <a:lstStyle/>
          <a:p>
            <a:pPr marL="0" marR="0" lvl="0" indent="0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B0837E43-FCDB-06B6-D55B-7277D47AE588}"/>
              </a:ext>
            </a:extLst>
          </p:cNvPr>
          <p:cNvCxnSpPr>
            <a:cxnSpLocks/>
          </p:cNvCxnSpPr>
          <p:nvPr/>
        </p:nvCxnSpPr>
        <p:spPr>
          <a:xfrm flipH="1">
            <a:off x="334962" y="6678798"/>
            <a:ext cx="10980001" cy="0"/>
          </a:xfrm>
          <a:prstGeom prst="line">
            <a:avLst/>
          </a:prstGeom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38019070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465">
          <p15:clr>
            <a:srgbClr val="FBAE40"/>
          </p15:clr>
        </p15:guide>
        <p15:guide id="2" pos="128">
          <p15:clr>
            <a:srgbClr val="FBAE40"/>
          </p15:clr>
        </p15:guide>
        <p15:guide id="3" orient="horz" pos="2424">
          <p15:clr>
            <a:srgbClr val="FBAE40"/>
          </p15:clr>
        </p15:guide>
        <p15:guide id="4" pos="4530">
          <p15:clr>
            <a:srgbClr val="FBAE40"/>
          </p15:clr>
        </p15:guide>
        <p15:guide id="5" orient="horz" pos="141">
          <p15:clr>
            <a:srgbClr val="FBAE40"/>
          </p15:clr>
        </p15:guide>
        <p15:guide id="6" orient="horz" pos="306">
          <p15:clr>
            <a:srgbClr val="FBAE40"/>
          </p15:clr>
        </p15:guide>
        <p15:guide id="7" orient="horz" pos="485">
          <p15:clr>
            <a:srgbClr val="FBAE40"/>
          </p15:clr>
        </p15:guide>
      </p15:sldGuideLst>
    </p:ext>
  </p:extLst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Índice | Até 10 títulos - Branc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" name="Espaço Reservado para Número de Slide 5">
            <a:extLst>
              <a:ext uri="{FF2B5EF4-FFF2-40B4-BE49-F238E27FC236}">
                <a16:creationId xmlns:a16="http://schemas.microsoft.com/office/drawing/2014/main" id="{8B43B5D6-9411-2916-3463-C0BBC4CE3A6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defRPr sz="11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pPr marL="20023">
              <a:lnSpc>
                <a:spcPct val="100000"/>
              </a:lnSpc>
              <a:spcBef>
                <a:spcPts val="45"/>
              </a:spcBef>
            </a:pPr>
            <a:fld id="{81D60167-4931-47E6-BA6A-407CBD079E47}" type="slidenum">
              <a:rPr lang="pt-BR" spc="-15" smtClean="0"/>
              <a:pPr marL="20023">
                <a:lnSpc>
                  <a:spcPct val="100000"/>
                </a:lnSpc>
                <a:spcBef>
                  <a:spcPts val="45"/>
                </a:spcBef>
              </a:pPr>
              <a:t>‹#›</a:t>
            </a:fld>
            <a:endParaRPr lang="pt-BR" spc="-15"/>
          </a:p>
        </p:txBody>
      </p:sp>
      <p:sp>
        <p:nvSpPr>
          <p:cNvPr id="95" name="Text Placeholder 3">
            <a:extLst>
              <a:ext uri="{FF2B5EF4-FFF2-40B4-BE49-F238E27FC236}">
                <a16:creationId xmlns:a16="http://schemas.microsoft.com/office/drawing/2014/main" id="{1F9E0DEB-08E9-5248-44F9-9916F0925C87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tx1">
                    <a:lumMod val="85000"/>
                    <a:lumOff val="15000"/>
                  </a:schemeClr>
                </a:solidFill>
              </a:defRPr>
            </a:lvl1pPr>
          </a:lstStyle>
          <a:p>
            <a:pPr lvl="0"/>
            <a:r>
              <a:rPr lang="pt-BR"/>
              <a:t>Índice | Até 10 títulos</a:t>
            </a:r>
            <a:endParaRPr lang="en-US"/>
          </a:p>
        </p:txBody>
      </p:sp>
      <p:sp>
        <p:nvSpPr>
          <p:cNvPr id="96" name="Text Placeholder 10">
            <a:extLst>
              <a:ext uri="{FF2B5EF4-FFF2-40B4-BE49-F238E27FC236}">
                <a16:creationId xmlns:a16="http://schemas.microsoft.com/office/drawing/2014/main" id="{86EE135B-8461-A8E5-B808-1CCC5F3ABF32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defRPr sz="900" baseline="0">
                <a:solidFill>
                  <a:schemeClr val="tx1">
                    <a:lumMod val="85000"/>
                    <a:lumOff val="15000"/>
                  </a:schemeClr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7" name="Text Placeholder 21">
            <a:extLst>
              <a:ext uri="{FF2B5EF4-FFF2-40B4-BE49-F238E27FC236}">
                <a16:creationId xmlns:a16="http://schemas.microsoft.com/office/drawing/2014/main" id="{C68EECD8-4868-C403-065A-798C94914B21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1217550" y="1232282"/>
            <a:ext cx="4304945" cy="58564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98" name="Text Placeholder 21">
            <a:extLst>
              <a:ext uri="{FF2B5EF4-FFF2-40B4-BE49-F238E27FC236}">
                <a16:creationId xmlns:a16="http://schemas.microsoft.com/office/drawing/2014/main" id="{377F7479-B5E7-D307-06B9-71E3BA37F3EF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1217550" y="2153418"/>
            <a:ext cx="4304945" cy="595341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99" name="Text Placeholder 21">
            <a:extLst>
              <a:ext uri="{FF2B5EF4-FFF2-40B4-BE49-F238E27FC236}">
                <a16:creationId xmlns:a16="http://schemas.microsoft.com/office/drawing/2014/main" id="{A9CB3A34-F081-C677-A00F-67C1873C062A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1217550" y="3163685"/>
            <a:ext cx="4304945" cy="60135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0" name="Text Placeholder 21">
            <a:extLst>
              <a:ext uri="{FF2B5EF4-FFF2-40B4-BE49-F238E27FC236}">
                <a16:creationId xmlns:a16="http://schemas.microsoft.com/office/drawing/2014/main" id="{66627ED0-3A46-8737-6897-D3BDDB091302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1217550" y="4182010"/>
            <a:ext cx="4304945" cy="60135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1" name="Text Placeholder 21">
            <a:extLst>
              <a:ext uri="{FF2B5EF4-FFF2-40B4-BE49-F238E27FC236}">
                <a16:creationId xmlns:a16="http://schemas.microsoft.com/office/drawing/2014/main" id="{4A98C90D-F543-2D3A-9F32-FF02504B384D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6978588" y="1232282"/>
            <a:ext cx="4304945" cy="581956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2" name="Text Placeholder 21">
            <a:extLst>
              <a:ext uri="{FF2B5EF4-FFF2-40B4-BE49-F238E27FC236}">
                <a16:creationId xmlns:a16="http://schemas.microsoft.com/office/drawing/2014/main" id="{02D303FD-4338-9202-3742-445CFAC544F9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6978588" y="2153417"/>
            <a:ext cx="4304945" cy="591654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3" name="Text Placeholder 21">
            <a:extLst>
              <a:ext uri="{FF2B5EF4-FFF2-40B4-BE49-F238E27FC236}">
                <a16:creationId xmlns:a16="http://schemas.microsoft.com/office/drawing/2014/main" id="{DAB51C54-4BA1-024C-8F1D-E61343BFAC42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978588" y="3163685"/>
            <a:ext cx="4304945" cy="591654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4" name="Text Placeholder 21">
            <a:extLst>
              <a:ext uri="{FF2B5EF4-FFF2-40B4-BE49-F238E27FC236}">
                <a16:creationId xmlns:a16="http://schemas.microsoft.com/office/drawing/2014/main" id="{31C27C31-0117-4C41-7DD9-9A95AE01F9D5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6978588" y="4182010"/>
            <a:ext cx="4304945" cy="597666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5" name="Text Placeholder 21">
            <a:extLst>
              <a:ext uri="{FF2B5EF4-FFF2-40B4-BE49-F238E27FC236}">
                <a16:creationId xmlns:a16="http://schemas.microsoft.com/office/drawing/2014/main" id="{305C7304-230E-F6CE-A76D-99DF1E692F08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334965" y="1232283"/>
            <a:ext cx="666897" cy="666897"/>
          </a:xfrm>
          <a:prstGeom prst="rect">
            <a:avLst/>
          </a:prstGeom>
          <a:noFill/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1.</a:t>
            </a:r>
            <a:endParaRPr lang="pt-BR"/>
          </a:p>
        </p:txBody>
      </p:sp>
      <p:sp>
        <p:nvSpPr>
          <p:cNvPr id="106" name="Text Placeholder 21">
            <a:extLst>
              <a:ext uri="{FF2B5EF4-FFF2-40B4-BE49-F238E27FC236}">
                <a16:creationId xmlns:a16="http://schemas.microsoft.com/office/drawing/2014/main" id="{646BD931-2CC9-4B26-938C-C6A9327B317A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334965" y="2153418"/>
            <a:ext cx="666897" cy="666897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2.</a:t>
            </a:r>
            <a:endParaRPr lang="pt-BR"/>
          </a:p>
        </p:txBody>
      </p:sp>
      <p:sp>
        <p:nvSpPr>
          <p:cNvPr id="107" name="Text Placeholder 21">
            <a:extLst>
              <a:ext uri="{FF2B5EF4-FFF2-40B4-BE49-F238E27FC236}">
                <a16:creationId xmlns:a16="http://schemas.microsoft.com/office/drawing/2014/main" id="{7EF60F9A-51DE-3649-80E7-711C186485AA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334965" y="3163686"/>
            <a:ext cx="666897" cy="666897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3.</a:t>
            </a:r>
            <a:endParaRPr lang="pt-BR"/>
          </a:p>
        </p:txBody>
      </p:sp>
      <p:sp>
        <p:nvSpPr>
          <p:cNvPr id="108" name="Text Placeholder 21">
            <a:extLst>
              <a:ext uri="{FF2B5EF4-FFF2-40B4-BE49-F238E27FC236}">
                <a16:creationId xmlns:a16="http://schemas.microsoft.com/office/drawing/2014/main" id="{454FB385-5582-984D-3BEC-2409DCFBBEA7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334965" y="4182011"/>
            <a:ext cx="666897" cy="666897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4.</a:t>
            </a:r>
            <a:endParaRPr lang="pt-BR"/>
          </a:p>
        </p:txBody>
      </p:sp>
      <p:sp>
        <p:nvSpPr>
          <p:cNvPr id="109" name="Text Placeholder 21">
            <a:extLst>
              <a:ext uri="{FF2B5EF4-FFF2-40B4-BE49-F238E27FC236}">
                <a16:creationId xmlns:a16="http://schemas.microsoft.com/office/drawing/2014/main" id="{48AFB4A3-A713-3B36-5C4C-116B17982407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6096003" y="1232283"/>
            <a:ext cx="666897" cy="666897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6.</a:t>
            </a:r>
            <a:endParaRPr lang="pt-BR"/>
          </a:p>
        </p:txBody>
      </p:sp>
      <p:sp>
        <p:nvSpPr>
          <p:cNvPr id="110" name="Text Placeholder 21">
            <a:extLst>
              <a:ext uri="{FF2B5EF4-FFF2-40B4-BE49-F238E27FC236}">
                <a16:creationId xmlns:a16="http://schemas.microsoft.com/office/drawing/2014/main" id="{455A5A6A-C346-A345-7676-47650852DEC5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6096003" y="2153418"/>
            <a:ext cx="666897" cy="666897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7.</a:t>
            </a:r>
            <a:endParaRPr lang="pt-BR"/>
          </a:p>
        </p:txBody>
      </p:sp>
      <p:sp>
        <p:nvSpPr>
          <p:cNvPr id="111" name="Text Placeholder 21">
            <a:extLst>
              <a:ext uri="{FF2B5EF4-FFF2-40B4-BE49-F238E27FC236}">
                <a16:creationId xmlns:a16="http://schemas.microsoft.com/office/drawing/2014/main" id="{C9036724-53EE-61EA-4F36-0647670CC647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6096003" y="3163686"/>
            <a:ext cx="666897" cy="666897"/>
          </a:xfrm>
          <a:prstGeom prst="rect">
            <a:avLst/>
          </a:prstGeom>
          <a:noFill/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8.</a:t>
            </a:r>
            <a:endParaRPr lang="pt-BR"/>
          </a:p>
        </p:txBody>
      </p:sp>
      <p:sp>
        <p:nvSpPr>
          <p:cNvPr id="112" name="Text Placeholder 21">
            <a:extLst>
              <a:ext uri="{FF2B5EF4-FFF2-40B4-BE49-F238E27FC236}">
                <a16:creationId xmlns:a16="http://schemas.microsoft.com/office/drawing/2014/main" id="{59FC8DE1-DA8C-E6FC-0074-C1233AE33862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6096003" y="4182011"/>
            <a:ext cx="666897" cy="666897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9.</a:t>
            </a:r>
            <a:endParaRPr lang="pt-BR"/>
          </a:p>
        </p:txBody>
      </p:sp>
      <p:sp>
        <p:nvSpPr>
          <p:cNvPr id="113" name="Text Placeholder 21">
            <a:extLst>
              <a:ext uri="{FF2B5EF4-FFF2-40B4-BE49-F238E27FC236}">
                <a16:creationId xmlns:a16="http://schemas.microsoft.com/office/drawing/2014/main" id="{CD7EC131-607A-502B-D5DB-EACD3848C447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1217550" y="5195931"/>
            <a:ext cx="4304945" cy="60135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14" name="Text Placeholder 21">
            <a:extLst>
              <a:ext uri="{FF2B5EF4-FFF2-40B4-BE49-F238E27FC236}">
                <a16:creationId xmlns:a16="http://schemas.microsoft.com/office/drawing/2014/main" id="{39366CD8-736E-E9F0-1631-408CE9342B73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6978588" y="5195931"/>
            <a:ext cx="4304945" cy="597666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15" name="Text Placeholder 21">
            <a:extLst>
              <a:ext uri="{FF2B5EF4-FFF2-40B4-BE49-F238E27FC236}">
                <a16:creationId xmlns:a16="http://schemas.microsoft.com/office/drawing/2014/main" id="{A36BD412-4DD9-0776-5A73-B5939ACF9185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334965" y="5195932"/>
            <a:ext cx="666897" cy="666897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5.</a:t>
            </a:r>
            <a:endParaRPr lang="pt-BR"/>
          </a:p>
        </p:txBody>
      </p:sp>
      <p:sp>
        <p:nvSpPr>
          <p:cNvPr id="116" name="Text Placeholder 21">
            <a:extLst>
              <a:ext uri="{FF2B5EF4-FFF2-40B4-BE49-F238E27FC236}">
                <a16:creationId xmlns:a16="http://schemas.microsoft.com/office/drawing/2014/main" id="{0D56432C-F90B-BE78-9849-16EDFA25EDF3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6096003" y="5195932"/>
            <a:ext cx="666897" cy="666897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10.</a:t>
            </a:r>
            <a:endParaRPr lang="pt-BR"/>
          </a:p>
        </p:txBody>
      </p:sp>
      <p:sp>
        <p:nvSpPr>
          <p:cNvPr id="3" name="Picture 8">
            <a:extLst>
              <a:ext uri="{FF2B5EF4-FFF2-40B4-BE49-F238E27FC236}">
                <a16:creationId xmlns:a16="http://schemas.microsoft.com/office/drawing/2014/main" id="{D33CC779-BEB9-7E74-0EFA-C0016862AF39}"/>
              </a:ext>
            </a:extLst>
          </p:cNvPr>
          <p:cNvSpPr/>
          <p:nvPr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tx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/>
          </a:p>
        </p:txBody>
      </p:sp>
      <p:cxnSp>
        <p:nvCxnSpPr>
          <p:cNvPr id="2" name="Straight Connector 1">
            <a:extLst>
              <a:ext uri="{FF2B5EF4-FFF2-40B4-BE49-F238E27FC236}">
                <a16:creationId xmlns:a16="http://schemas.microsoft.com/office/drawing/2014/main" id="{224045CC-C0AE-FAC2-0A11-CE407887FED6}"/>
              </a:ext>
            </a:extLst>
          </p:cNvPr>
          <p:cNvCxnSpPr>
            <a:cxnSpLocks/>
          </p:cNvCxnSpPr>
          <p:nvPr/>
        </p:nvCxnSpPr>
        <p:spPr>
          <a:xfrm>
            <a:off x="1" y="169333"/>
            <a:ext cx="12229571" cy="0"/>
          </a:xfrm>
          <a:prstGeom prst="line">
            <a:avLst/>
          </a:prstGeom>
          <a:ln w="190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object 4">
            <a:extLst>
              <a:ext uri="{FF2B5EF4-FFF2-40B4-BE49-F238E27FC236}">
                <a16:creationId xmlns:a16="http://schemas.microsoft.com/office/drawing/2014/main" id="{69E0EED8-8A07-AB8C-3B0C-6AB8115B4DBF}"/>
              </a:ext>
            </a:extLst>
          </p:cNvPr>
          <p:cNvSpPr/>
          <p:nvPr/>
        </p:nvSpPr>
        <p:spPr>
          <a:xfrm rot="10247908" flipH="1">
            <a:off x="4106509" y="-4146683"/>
            <a:ext cx="8001039" cy="5749648"/>
          </a:xfrm>
          <a:custGeom>
            <a:avLst/>
            <a:gdLst>
              <a:gd name="connsiteX0" fmla="*/ 0 w 13940157"/>
              <a:gd name="connsiteY0" fmla="*/ 9200719 h 9456078"/>
              <a:gd name="connsiteX1" fmla="*/ 781360 w 13940157"/>
              <a:gd name="connsiteY1" fmla="*/ 9456078 h 9456078"/>
              <a:gd name="connsiteX2" fmla="*/ 831337 w 13940157"/>
              <a:gd name="connsiteY2" fmla="*/ 9455836 h 9456078"/>
              <a:gd name="connsiteX3" fmla="*/ 881253 w 13940157"/>
              <a:gd name="connsiteY3" fmla="*/ 9455111 h 9456078"/>
              <a:gd name="connsiteX4" fmla="*/ 931102 w 13940157"/>
              <a:gd name="connsiteY4" fmla="*/ 9453904 h 9456078"/>
              <a:gd name="connsiteX5" fmla="*/ 980884 w 13940157"/>
              <a:gd name="connsiteY5" fmla="*/ 9452217 h 9456078"/>
              <a:gd name="connsiteX6" fmla="*/ 1030594 w 13940157"/>
              <a:gd name="connsiteY6" fmla="*/ 9450052 h 9456078"/>
              <a:gd name="connsiteX7" fmla="*/ 1080230 w 13940157"/>
              <a:gd name="connsiteY7" fmla="*/ 9447409 h 9456078"/>
              <a:gd name="connsiteX8" fmla="*/ 1129789 w 13940157"/>
              <a:gd name="connsiteY8" fmla="*/ 9444290 h 9456078"/>
              <a:gd name="connsiteX9" fmla="*/ 1179267 w 13940157"/>
              <a:gd name="connsiteY9" fmla="*/ 9440698 h 9456078"/>
              <a:gd name="connsiteX10" fmla="*/ 1228662 w 13940157"/>
              <a:gd name="connsiteY10" fmla="*/ 9436632 h 9456078"/>
              <a:gd name="connsiteX11" fmla="*/ 1277970 w 13940157"/>
              <a:gd name="connsiteY11" fmla="*/ 9432096 h 9456078"/>
              <a:gd name="connsiteX12" fmla="*/ 1327189 w 13940157"/>
              <a:gd name="connsiteY12" fmla="*/ 9427089 h 9456078"/>
              <a:gd name="connsiteX13" fmla="*/ 1376316 w 13940157"/>
              <a:gd name="connsiteY13" fmla="*/ 9421615 h 9456078"/>
              <a:gd name="connsiteX14" fmla="*/ 1425347 w 13940157"/>
              <a:gd name="connsiteY14" fmla="*/ 9415673 h 9456078"/>
              <a:gd name="connsiteX15" fmla="*/ 1474280 w 13940157"/>
              <a:gd name="connsiteY15" fmla="*/ 9409267 h 9456078"/>
              <a:gd name="connsiteX16" fmla="*/ 1523111 w 13940157"/>
              <a:gd name="connsiteY16" fmla="*/ 9402396 h 9456078"/>
              <a:gd name="connsiteX17" fmla="*/ 1571838 w 13940157"/>
              <a:gd name="connsiteY17" fmla="*/ 9395063 h 9456078"/>
              <a:gd name="connsiteX18" fmla="*/ 1620458 w 13940157"/>
              <a:gd name="connsiteY18" fmla="*/ 9387270 h 9456078"/>
              <a:gd name="connsiteX19" fmla="*/ 1668967 w 13940157"/>
              <a:gd name="connsiteY19" fmla="*/ 9379017 h 9456078"/>
              <a:gd name="connsiteX20" fmla="*/ 1717362 w 13940157"/>
              <a:gd name="connsiteY20" fmla="*/ 9370306 h 9456078"/>
              <a:gd name="connsiteX21" fmla="*/ 1765641 w 13940157"/>
              <a:gd name="connsiteY21" fmla="*/ 9361139 h 9456078"/>
              <a:gd name="connsiteX22" fmla="*/ 1813800 w 13940157"/>
              <a:gd name="connsiteY22" fmla="*/ 9351517 h 9456078"/>
              <a:gd name="connsiteX23" fmla="*/ 1861837 w 13940157"/>
              <a:gd name="connsiteY23" fmla="*/ 9341441 h 9456078"/>
              <a:gd name="connsiteX24" fmla="*/ 1909749 w 13940157"/>
              <a:gd name="connsiteY24" fmla="*/ 9330914 h 9456078"/>
              <a:gd name="connsiteX25" fmla="*/ 1957532 w 13940157"/>
              <a:gd name="connsiteY25" fmla="*/ 9319936 h 9456078"/>
              <a:gd name="connsiteX26" fmla="*/ 2005183 w 13940157"/>
              <a:gd name="connsiteY26" fmla="*/ 9308509 h 9456078"/>
              <a:gd name="connsiteX27" fmla="*/ 2052699 w 13940157"/>
              <a:gd name="connsiteY27" fmla="*/ 9296635 h 9456078"/>
              <a:gd name="connsiteX28" fmla="*/ 2100079 w 13940157"/>
              <a:gd name="connsiteY28" fmla="*/ 9284315 h 9456078"/>
              <a:gd name="connsiteX29" fmla="*/ 2147317 w 13940157"/>
              <a:gd name="connsiteY29" fmla="*/ 9271550 h 9456078"/>
              <a:gd name="connsiteX30" fmla="*/ 2194412 w 13940157"/>
              <a:gd name="connsiteY30" fmla="*/ 9258342 h 9456078"/>
              <a:gd name="connsiteX31" fmla="*/ 2241360 w 13940157"/>
              <a:gd name="connsiteY31" fmla="*/ 9244693 h 9456078"/>
              <a:gd name="connsiteX32" fmla="*/ 2288159 w 13940157"/>
              <a:gd name="connsiteY32" fmla="*/ 9230604 h 9456078"/>
              <a:gd name="connsiteX33" fmla="*/ 2334805 w 13940157"/>
              <a:gd name="connsiteY33" fmla="*/ 9216076 h 9456078"/>
              <a:gd name="connsiteX34" fmla="*/ 2381295 w 13940157"/>
              <a:gd name="connsiteY34" fmla="*/ 9201111 h 9456078"/>
              <a:gd name="connsiteX35" fmla="*/ 2427627 w 13940157"/>
              <a:gd name="connsiteY35" fmla="*/ 9185710 h 9456078"/>
              <a:gd name="connsiteX36" fmla="*/ 2473797 w 13940157"/>
              <a:gd name="connsiteY36" fmla="*/ 9169876 h 9456078"/>
              <a:gd name="connsiteX37" fmla="*/ 2519802 w 13940157"/>
              <a:gd name="connsiteY37" fmla="*/ 9153608 h 9456078"/>
              <a:gd name="connsiteX38" fmla="*/ 2565640 w 13940157"/>
              <a:gd name="connsiteY38" fmla="*/ 9136910 h 9456078"/>
              <a:gd name="connsiteX39" fmla="*/ 2611307 w 13940157"/>
              <a:gd name="connsiteY39" fmla="*/ 9119782 h 9456078"/>
              <a:gd name="connsiteX40" fmla="*/ 2656800 w 13940157"/>
              <a:gd name="connsiteY40" fmla="*/ 9102226 h 9456078"/>
              <a:gd name="connsiteX41" fmla="*/ 2702116 w 13940157"/>
              <a:gd name="connsiteY41" fmla="*/ 9084243 h 9456078"/>
              <a:gd name="connsiteX42" fmla="*/ 2747253 w 13940157"/>
              <a:gd name="connsiteY42" fmla="*/ 9065835 h 9456078"/>
              <a:gd name="connsiteX43" fmla="*/ 2792207 w 13940157"/>
              <a:gd name="connsiteY43" fmla="*/ 9047004 h 9456078"/>
              <a:gd name="connsiteX44" fmla="*/ 2836975 w 13940157"/>
              <a:gd name="connsiteY44" fmla="*/ 9027750 h 9456078"/>
              <a:gd name="connsiteX45" fmla="*/ 2881555 w 13940157"/>
              <a:gd name="connsiteY45" fmla="*/ 9008075 h 9456078"/>
              <a:gd name="connsiteX46" fmla="*/ 2925942 w 13940157"/>
              <a:gd name="connsiteY46" fmla="*/ 8987981 h 9456078"/>
              <a:gd name="connsiteX47" fmla="*/ 2970135 w 13940157"/>
              <a:gd name="connsiteY47" fmla="*/ 8967470 h 9456078"/>
              <a:gd name="connsiteX48" fmla="*/ 3014130 w 13940157"/>
              <a:gd name="connsiteY48" fmla="*/ 8946542 h 9456078"/>
              <a:gd name="connsiteX49" fmla="*/ 3057924 w 13940157"/>
              <a:gd name="connsiteY49" fmla="*/ 8925199 h 9456078"/>
              <a:gd name="connsiteX50" fmla="*/ 3101514 w 13940157"/>
              <a:gd name="connsiteY50" fmla="*/ 8903443 h 9456078"/>
              <a:gd name="connsiteX51" fmla="*/ 3144898 w 13940157"/>
              <a:gd name="connsiteY51" fmla="*/ 8881275 h 9456078"/>
              <a:gd name="connsiteX52" fmla="*/ 3188071 w 13940157"/>
              <a:gd name="connsiteY52" fmla="*/ 8858697 h 9456078"/>
              <a:gd name="connsiteX53" fmla="*/ 3231032 w 13940157"/>
              <a:gd name="connsiteY53" fmla="*/ 8835710 h 9456078"/>
              <a:gd name="connsiteX54" fmla="*/ 3273777 w 13940157"/>
              <a:gd name="connsiteY54" fmla="*/ 8812316 h 9456078"/>
              <a:gd name="connsiteX55" fmla="*/ 3316303 w 13940157"/>
              <a:gd name="connsiteY55" fmla="*/ 8788516 h 9456078"/>
              <a:gd name="connsiteX56" fmla="*/ 3358607 w 13940157"/>
              <a:gd name="connsiteY56" fmla="*/ 8764311 h 9456078"/>
              <a:gd name="connsiteX57" fmla="*/ 3400686 w 13940157"/>
              <a:gd name="connsiteY57" fmla="*/ 8739704 h 9456078"/>
              <a:gd name="connsiteX58" fmla="*/ 3442537 w 13940157"/>
              <a:gd name="connsiteY58" fmla="*/ 8714695 h 9456078"/>
              <a:gd name="connsiteX59" fmla="*/ 3484157 w 13940157"/>
              <a:gd name="connsiteY59" fmla="*/ 8689286 h 9456078"/>
              <a:gd name="connsiteX60" fmla="*/ 3525543 w 13940157"/>
              <a:gd name="connsiteY60" fmla="*/ 8663479 h 9456078"/>
              <a:gd name="connsiteX61" fmla="*/ 3566693 w 13940157"/>
              <a:gd name="connsiteY61" fmla="*/ 8637274 h 9456078"/>
              <a:gd name="connsiteX62" fmla="*/ 3607602 w 13940157"/>
              <a:gd name="connsiteY62" fmla="*/ 8610675 h 9456078"/>
              <a:gd name="connsiteX63" fmla="*/ 3648268 w 13940157"/>
              <a:gd name="connsiteY63" fmla="*/ 8583681 h 9456078"/>
              <a:gd name="connsiteX64" fmla="*/ 3688689 w 13940157"/>
              <a:gd name="connsiteY64" fmla="*/ 8556295 h 9456078"/>
              <a:gd name="connsiteX65" fmla="*/ 3728860 w 13940157"/>
              <a:gd name="connsiteY65" fmla="*/ 8528517 h 9456078"/>
              <a:gd name="connsiteX66" fmla="*/ 3768779 w 13940157"/>
              <a:gd name="connsiteY66" fmla="*/ 8500351 h 9456078"/>
              <a:gd name="connsiteX67" fmla="*/ 3808443 w 13940157"/>
              <a:gd name="connsiteY67" fmla="*/ 8471796 h 9456078"/>
              <a:gd name="connsiteX68" fmla="*/ 3847849 w 13940157"/>
              <a:gd name="connsiteY68" fmla="*/ 8442854 h 9456078"/>
              <a:gd name="connsiteX69" fmla="*/ 3886994 w 13940157"/>
              <a:gd name="connsiteY69" fmla="*/ 8413528 h 9456078"/>
              <a:gd name="connsiteX70" fmla="*/ 3925875 w 13940157"/>
              <a:gd name="connsiteY70" fmla="*/ 8383818 h 9456078"/>
              <a:gd name="connsiteX71" fmla="*/ 3964489 w 13940157"/>
              <a:gd name="connsiteY71" fmla="*/ 8353726 h 9456078"/>
              <a:gd name="connsiteX72" fmla="*/ 4002833 w 13940157"/>
              <a:gd name="connsiteY72" fmla="*/ 8323253 h 9456078"/>
              <a:gd name="connsiteX73" fmla="*/ 4040904 w 13940157"/>
              <a:gd name="connsiteY73" fmla="*/ 8292401 h 9456078"/>
              <a:gd name="connsiteX74" fmla="*/ 4078699 w 13940157"/>
              <a:gd name="connsiteY74" fmla="*/ 8261172 h 9456078"/>
              <a:gd name="connsiteX75" fmla="*/ 4116214 w 13940157"/>
              <a:gd name="connsiteY75" fmla="*/ 8229566 h 9456078"/>
              <a:gd name="connsiteX76" fmla="*/ 4153447 w 13940157"/>
              <a:gd name="connsiteY76" fmla="*/ 8197585 h 9456078"/>
              <a:gd name="connsiteX77" fmla="*/ 4190395 w 13940157"/>
              <a:gd name="connsiteY77" fmla="*/ 8165232 h 9456078"/>
              <a:gd name="connsiteX78" fmla="*/ 4227055 w 13940157"/>
              <a:gd name="connsiteY78" fmla="*/ 8132507 h 9456078"/>
              <a:gd name="connsiteX79" fmla="*/ 4263424 w 13940157"/>
              <a:gd name="connsiteY79" fmla="*/ 8099411 h 9456078"/>
              <a:gd name="connsiteX80" fmla="*/ 4299499 w 13940157"/>
              <a:gd name="connsiteY80" fmla="*/ 8065947 h 9456078"/>
              <a:gd name="connsiteX81" fmla="*/ 4335276 w 13940157"/>
              <a:gd name="connsiteY81" fmla="*/ 8032115 h 9456078"/>
              <a:gd name="connsiteX82" fmla="*/ 4370753 w 13940157"/>
              <a:gd name="connsiteY82" fmla="*/ 7997918 h 9456078"/>
              <a:gd name="connsiteX83" fmla="*/ 4405927 w 13940157"/>
              <a:gd name="connsiteY83" fmla="*/ 7963356 h 9456078"/>
              <a:gd name="connsiteX84" fmla="*/ 4440795 w 13940157"/>
              <a:gd name="connsiteY84" fmla="*/ 7928432 h 9456078"/>
              <a:gd name="connsiteX85" fmla="*/ 4475354 w 13940157"/>
              <a:gd name="connsiteY85" fmla="*/ 7893146 h 9456078"/>
              <a:gd name="connsiteX86" fmla="*/ 4509600 w 13940157"/>
              <a:gd name="connsiteY86" fmla="*/ 7857501 h 9456078"/>
              <a:gd name="connsiteX87" fmla="*/ 4543531 w 13940157"/>
              <a:gd name="connsiteY87" fmla="*/ 7821497 h 9456078"/>
              <a:gd name="connsiteX88" fmla="*/ 4577143 w 13940157"/>
              <a:gd name="connsiteY88" fmla="*/ 7785136 h 9456078"/>
              <a:gd name="connsiteX89" fmla="*/ 4610435 w 13940157"/>
              <a:gd name="connsiteY89" fmla="*/ 7748420 h 9456078"/>
              <a:gd name="connsiteX90" fmla="*/ 4643402 w 13940157"/>
              <a:gd name="connsiteY90" fmla="*/ 7711350 h 9456078"/>
              <a:gd name="connsiteX91" fmla="*/ 4676042 w 13940157"/>
              <a:gd name="connsiteY91" fmla="*/ 7673928 h 9456078"/>
              <a:gd name="connsiteX92" fmla="*/ 4708351 w 13940157"/>
              <a:gd name="connsiteY92" fmla="*/ 7636155 h 9456078"/>
              <a:gd name="connsiteX93" fmla="*/ 4740327 w 13940157"/>
              <a:gd name="connsiteY93" fmla="*/ 7598032 h 9456078"/>
              <a:gd name="connsiteX94" fmla="*/ 4771967 w 13940157"/>
              <a:gd name="connsiteY94" fmla="*/ 7559561 h 9456078"/>
              <a:gd name="connsiteX95" fmla="*/ 4803267 w 13940157"/>
              <a:gd name="connsiteY95" fmla="*/ 7520744 h 9456078"/>
              <a:gd name="connsiteX96" fmla="*/ 4834225 w 13940157"/>
              <a:gd name="connsiteY96" fmla="*/ 7481582 h 9456078"/>
              <a:gd name="connsiteX97" fmla="*/ 4864838 w 13940157"/>
              <a:gd name="connsiteY97" fmla="*/ 7442077 h 9456078"/>
              <a:gd name="connsiteX98" fmla="*/ 8803671 w 13940157"/>
              <a:gd name="connsiteY98" fmla="*/ 2307814 h 9456078"/>
              <a:gd name="connsiteX99" fmla="*/ 8834262 w 13940157"/>
              <a:gd name="connsiteY99" fmla="*/ 2268285 h 9456078"/>
              <a:gd name="connsiteX100" fmla="*/ 8865156 w 13940157"/>
              <a:gd name="connsiteY100" fmla="*/ 2229056 h 9456078"/>
              <a:gd name="connsiteX101" fmla="*/ 8896349 w 13940157"/>
              <a:gd name="connsiteY101" fmla="*/ 2190127 h 9456078"/>
              <a:gd name="connsiteX102" fmla="*/ 8927839 w 13940157"/>
              <a:gd name="connsiteY102" fmla="*/ 2151500 h 9456078"/>
              <a:gd name="connsiteX103" fmla="*/ 8959624 w 13940157"/>
              <a:gd name="connsiteY103" fmla="*/ 2113176 h 9456078"/>
              <a:gd name="connsiteX104" fmla="*/ 8991701 w 13940157"/>
              <a:gd name="connsiteY104" fmla="*/ 2075157 h 9456078"/>
              <a:gd name="connsiteX105" fmla="*/ 9024069 w 13940157"/>
              <a:gd name="connsiteY105" fmla="*/ 2037442 h 9456078"/>
              <a:gd name="connsiteX106" fmla="*/ 9056725 w 13940157"/>
              <a:gd name="connsiteY106" fmla="*/ 2000034 h 9456078"/>
              <a:gd name="connsiteX107" fmla="*/ 9089667 w 13940157"/>
              <a:gd name="connsiteY107" fmla="*/ 1962934 h 9456078"/>
              <a:gd name="connsiteX108" fmla="*/ 9122892 w 13940157"/>
              <a:gd name="connsiteY108" fmla="*/ 1926142 h 9456078"/>
              <a:gd name="connsiteX109" fmla="*/ 9156398 w 13940157"/>
              <a:gd name="connsiteY109" fmla="*/ 1889660 h 9456078"/>
              <a:gd name="connsiteX110" fmla="*/ 9190183 w 13940157"/>
              <a:gd name="connsiteY110" fmla="*/ 1853489 h 9456078"/>
              <a:gd name="connsiteX111" fmla="*/ 9224245 w 13940157"/>
              <a:gd name="connsiteY111" fmla="*/ 1817630 h 9456078"/>
              <a:gd name="connsiteX112" fmla="*/ 9258581 w 13940157"/>
              <a:gd name="connsiteY112" fmla="*/ 1782084 h 9456078"/>
              <a:gd name="connsiteX113" fmla="*/ 9293189 w 13940157"/>
              <a:gd name="connsiteY113" fmla="*/ 1746853 h 9456078"/>
              <a:gd name="connsiteX114" fmla="*/ 9328066 w 13940157"/>
              <a:gd name="connsiteY114" fmla="*/ 1711937 h 9456078"/>
              <a:gd name="connsiteX115" fmla="*/ 9363211 w 13940157"/>
              <a:gd name="connsiteY115" fmla="*/ 1677337 h 9456078"/>
              <a:gd name="connsiteX116" fmla="*/ 9398621 w 13940157"/>
              <a:gd name="connsiteY116" fmla="*/ 1643056 h 9456078"/>
              <a:gd name="connsiteX117" fmla="*/ 9434294 w 13940157"/>
              <a:gd name="connsiteY117" fmla="*/ 1609093 h 9456078"/>
              <a:gd name="connsiteX118" fmla="*/ 9470227 w 13940157"/>
              <a:gd name="connsiteY118" fmla="*/ 1575450 h 9456078"/>
              <a:gd name="connsiteX119" fmla="*/ 9506418 w 13940157"/>
              <a:gd name="connsiteY119" fmla="*/ 1542128 h 9456078"/>
              <a:gd name="connsiteX120" fmla="*/ 9542866 w 13940157"/>
              <a:gd name="connsiteY120" fmla="*/ 1509129 h 9456078"/>
              <a:gd name="connsiteX121" fmla="*/ 9579567 w 13940157"/>
              <a:gd name="connsiteY121" fmla="*/ 1476452 h 9456078"/>
              <a:gd name="connsiteX122" fmla="*/ 9616519 w 13940157"/>
              <a:gd name="connsiteY122" fmla="*/ 1444101 h 9456078"/>
              <a:gd name="connsiteX123" fmla="*/ 9653720 w 13940157"/>
              <a:gd name="connsiteY123" fmla="*/ 1412075 h 9456078"/>
              <a:gd name="connsiteX124" fmla="*/ 9691168 w 13940157"/>
              <a:gd name="connsiteY124" fmla="*/ 1380375 h 9456078"/>
              <a:gd name="connsiteX125" fmla="*/ 9728861 w 13940157"/>
              <a:gd name="connsiteY125" fmla="*/ 1349004 h 9456078"/>
              <a:gd name="connsiteX126" fmla="*/ 9766795 w 13940157"/>
              <a:gd name="connsiteY126" fmla="*/ 1317962 h 9456078"/>
              <a:gd name="connsiteX127" fmla="*/ 9804970 w 13940157"/>
              <a:gd name="connsiteY127" fmla="*/ 1287250 h 9456078"/>
              <a:gd name="connsiteX128" fmla="*/ 9843382 w 13940157"/>
              <a:gd name="connsiteY128" fmla="*/ 1256869 h 9456078"/>
              <a:gd name="connsiteX129" fmla="*/ 9882029 w 13940157"/>
              <a:gd name="connsiteY129" fmla="*/ 1226820 h 9456078"/>
              <a:gd name="connsiteX130" fmla="*/ 9920909 w 13940157"/>
              <a:gd name="connsiteY130" fmla="*/ 1197105 h 9456078"/>
              <a:gd name="connsiteX131" fmla="*/ 9960020 w 13940157"/>
              <a:gd name="connsiteY131" fmla="*/ 1167725 h 9456078"/>
              <a:gd name="connsiteX132" fmla="*/ 9999359 w 13940157"/>
              <a:gd name="connsiteY132" fmla="*/ 1138681 h 9456078"/>
              <a:gd name="connsiteX133" fmla="*/ 10038924 w 13940157"/>
              <a:gd name="connsiteY133" fmla="*/ 1109974 h 9456078"/>
              <a:gd name="connsiteX134" fmla="*/ 10078713 w 13940157"/>
              <a:gd name="connsiteY134" fmla="*/ 1081604 h 9456078"/>
              <a:gd name="connsiteX135" fmla="*/ 10118724 w 13940157"/>
              <a:gd name="connsiteY135" fmla="*/ 1053574 h 9456078"/>
              <a:gd name="connsiteX136" fmla="*/ 10158954 w 13940157"/>
              <a:gd name="connsiteY136" fmla="*/ 1025884 h 9456078"/>
              <a:gd name="connsiteX137" fmla="*/ 10199400 w 13940157"/>
              <a:gd name="connsiteY137" fmla="*/ 998536 h 9456078"/>
              <a:gd name="connsiteX138" fmla="*/ 10240062 w 13940157"/>
              <a:gd name="connsiteY138" fmla="*/ 971530 h 9456078"/>
              <a:gd name="connsiteX139" fmla="*/ 10280935 w 13940157"/>
              <a:gd name="connsiteY139" fmla="*/ 944868 h 9456078"/>
              <a:gd name="connsiteX140" fmla="*/ 10322019 w 13940157"/>
              <a:gd name="connsiteY140" fmla="*/ 918551 h 9456078"/>
              <a:gd name="connsiteX141" fmla="*/ 10363310 w 13940157"/>
              <a:gd name="connsiteY141" fmla="*/ 892580 h 9456078"/>
              <a:gd name="connsiteX142" fmla="*/ 10404807 w 13940157"/>
              <a:gd name="connsiteY142" fmla="*/ 866956 h 9456078"/>
              <a:gd name="connsiteX143" fmla="*/ 10446507 w 13940157"/>
              <a:gd name="connsiteY143" fmla="*/ 841681 h 9456078"/>
              <a:gd name="connsiteX144" fmla="*/ 10488408 w 13940157"/>
              <a:gd name="connsiteY144" fmla="*/ 816754 h 9456078"/>
              <a:gd name="connsiteX145" fmla="*/ 10530507 w 13940157"/>
              <a:gd name="connsiteY145" fmla="*/ 792179 h 9456078"/>
              <a:gd name="connsiteX146" fmla="*/ 10572803 w 13940157"/>
              <a:gd name="connsiteY146" fmla="*/ 767955 h 9456078"/>
              <a:gd name="connsiteX147" fmla="*/ 10615292 w 13940157"/>
              <a:gd name="connsiteY147" fmla="*/ 744083 h 9456078"/>
              <a:gd name="connsiteX148" fmla="*/ 10657973 w 13940157"/>
              <a:gd name="connsiteY148" fmla="*/ 720566 h 9456078"/>
              <a:gd name="connsiteX149" fmla="*/ 10700844 w 13940157"/>
              <a:gd name="connsiteY149" fmla="*/ 697404 h 9456078"/>
              <a:gd name="connsiteX150" fmla="*/ 10743902 w 13940157"/>
              <a:gd name="connsiteY150" fmla="*/ 674598 h 9456078"/>
              <a:gd name="connsiteX151" fmla="*/ 10787144 w 13940157"/>
              <a:gd name="connsiteY151" fmla="*/ 652149 h 9456078"/>
              <a:gd name="connsiteX152" fmla="*/ 10830569 w 13940157"/>
              <a:gd name="connsiteY152" fmla="*/ 630059 h 9456078"/>
              <a:gd name="connsiteX153" fmla="*/ 10874174 w 13940157"/>
              <a:gd name="connsiteY153" fmla="*/ 608328 h 9456078"/>
              <a:gd name="connsiteX154" fmla="*/ 10917957 w 13940157"/>
              <a:gd name="connsiteY154" fmla="*/ 586958 h 9456078"/>
              <a:gd name="connsiteX155" fmla="*/ 10961916 w 13940157"/>
              <a:gd name="connsiteY155" fmla="*/ 565950 h 9456078"/>
              <a:gd name="connsiteX156" fmla="*/ 11006048 w 13940157"/>
              <a:gd name="connsiteY156" fmla="*/ 545304 h 9456078"/>
              <a:gd name="connsiteX157" fmla="*/ 11050351 w 13940157"/>
              <a:gd name="connsiteY157" fmla="*/ 525023 h 9456078"/>
              <a:gd name="connsiteX158" fmla="*/ 11094823 w 13940157"/>
              <a:gd name="connsiteY158" fmla="*/ 505107 h 9456078"/>
              <a:gd name="connsiteX159" fmla="*/ 11139461 w 13940157"/>
              <a:gd name="connsiteY159" fmla="*/ 485558 h 9456078"/>
              <a:gd name="connsiteX160" fmla="*/ 11184263 w 13940157"/>
              <a:gd name="connsiteY160" fmla="*/ 466376 h 9456078"/>
              <a:gd name="connsiteX161" fmla="*/ 11229228 w 13940157"/>
              <a:gd name="connsiteY161" fmla="*/ 447563 h 9456078"/>
              <a:gd name="connsiteX162" fmla="*/ 11274351 w 13940157"/>
              <a:gd name="connsiteY162" fmla="*/ 429119 h 9456078"/>
              <a:gd name="connsiteX163" fmla="*/ 11319632 w 13940157"/>
              <a:gd name="connsiteY163" fmla="*/ 411046 h 9456078"/>
              <a:gd name="connsiteX164" fmla="*/ 11365068 w 13940157"/>
              <a:gd name="connsiteY164" fmla="*/ 393346 h 9456078"/>
              <a:gd name="connsiteX165" fmla="*/ 11410657 w 13940157"/>
              <a:gd name="connsiteY165" fmla="*/ 376018 h 9456078"/>
              <a:gd name="connsiteX166" fmla="*/ 11456396 w 13940157"/>
              <a:gd name="connsiteY166" fmla="*/ 359065 h 9456078"/>
              <a:gd name="connsiteX167" fmla="*/ 11502283 w 13940157"/>
              <a:gd name="connsiteY167" fmla="*/ 342487 h 9456078"/>
              <a:gd name="connsiteX168" fmla="*/ 11548316 w 13940157"/>
              <a:gd name="connsiteY168" fmla="*/ 326286 h 9456078"/>
              <a:gd name="connsiteX169" fmla="*/ 11594492 w 13940157"/>
              <a:gd name="connsiteY169" fmla="*/ 310462 h 9456078"/>
              <a:gd name="connsiteX170" fmla="*/ 11640810 w 13940157"/>
              <a:gd name="connsiteY170" fmla="*/ 295018 h 9456078"/>
              <a:gd name="connsiteX171" fmla="*/ 11687267 w 13940157"/>
              <a:gd name="connsiteY171" fmla="*/ 279953 h 9456078"/>
              <a:gd name="connsiteX172" fmla="*/ 11733860 w 13940157"/>
              <a:gd name="connsiteY172" fmla="*/ 265269 h 9456078"/>
              <a:gd name="connsiteX173" fmla="*/ 11780587 w 13940157"/>
              <a:gd name="connsiteY173" fmla="*/ 250968 h 9456078"/>
              <a:gd name="connsiteX174" fmla="*/ 11827447 w 13940157"/>
              <a:gd name="connsiteY174" fmla="*/ 237049 h 9456078"/>
              <a:gd name="connsiteX175" fmla="*/ 11874436 w 13940157"/>
              <a:gd name="connsiteY175" fmla="*/ 223516 h 9456078"/>
              <a:gd name="connsiteX176" fmla="*/ 11921553 w 13940157"/>
              <a:gd name="connsiteY176" fmla="*/ 210368 h 9456078"/>
              <a:gd name="connsiteX177" fmla="*/ 11968794 w 13940157"/>
              <a:gd name="connsiteY177" fmla="*/ 197606 h 9456078"/>
              <a:gd name="connsiteX178" fmla="*/ 12016159 w 13940157"/>
              <a:gd name="connsiteY178" fmla="*/ 185233 h 9456078"/>
              <a:gd name="connsiteX179" fmla="*/ 12063644 w 13940157"/>
              <a:gd name="connsiteY179" fmla="*/ 173248 h 9456078"/>
              <a:gd name="connsiteX180" fmla="*/ 12111248 w 13940157"/>
              <a:gd name="connsiteY180" fmla="*/ 161654 h 9456078"/>
              <a:gd name="connsiteX181" fmla="*/ 12158967 w 13940157"/>
              <a:gd name="connsiteY181" fmla="*/ 150451 h 9456078"/>
              <a:gd name="connsiteX182" fmla="*/ 12206800 w 13940157"/>
              <a:gd name="connsiteY182" fmla="*/ 139640 h 9456078"/>
              <a:gd name="connsiteX183" fmla="*/ 12254745 w 13940157"/>
              <a:gd name="connsiteY183" fmla="*/ 129223 h 9456078"/>
              <a:gd name="connsiteX184" fmla="*/ 12302799 w 13940157"/>
              <a:gd name="connsiteY184" fmla="*/ 119201 h 9456078"/>
              <a:gd name="connsiteX185" fmla="*/ 12350959 w 13940157"/>
              <a:gd name="connsiteY185" fmla="*/ 109574 h 9456078"/>
              <a:gd name="connsiteX186" fmla="*/ 12399224 w 13940157"/>
              <a:gd name="connsiteY186" fmla="*/ 100344 h 9456078"/>
              <a:gd name="connsiteX187" fmla="*/ 12447591 w 13940157"/>
              <a:gd name="connsiteY187" fmla="*/ 91512 h 9456078"/>
              <a:gd name="connsiteX188" fmla="*/ 12496058 w 13940157"/>
              <a:gd name="connsiteY188" fmla="*/ 83080 h 9456078"/>
              <a:gd name="connsiteX189" fmla="*/ 12544623 w 13940157"/>
              <a:gd name="connsiteY189" fmla="*/ 75047 h 9456078"/>
              <a:gd name="connsiteX190" fmla="*/ 12593283 w 13940157"/>
              <a:gd name="connsiteY190" fmla="*/ 67417 h 9456078"/>
              <a:gd name="connsiteX191" fmla="*/ 12642036 w 13940157"/>
              <a:gd name="connsiteY191" fmla="*/ 60188 h 9456078"/>
              <a:gd name="connsiteX192" fmla="*/ 12690879 w 13940157"/>
              <a:gd name="connsiteY192" fmla="*/ 53364 h 9456078"/>
              <a:gd name="connsiteX193" fmla="*/ 12739811 w 13940157"/>
              <a:gd name="connsiteY193" fmla="*/ 46944 h 9456078"/>
              <a:gd name="connsiteX194" fmla="*/ 12788830 w 13940157"/>
              <a:gd name="connsiteY194" fmla="*/ 40931 h 9456078"/>
              <a:gd name="connsiteX195" fmla="*/ 12837932 w 13940157"/>
              <a:gd name="connsiteY195" fmla="*/ 35324 h 9456078"/>
              <a:gd name="connsiteX196" fmla="*/ 12887116 w 13940157"/>
              <a:gd name="connsiteY196" fmla="*/ 30126 h 9456078"/>
              <a:gd name="connsiteX197" fmla="*/ 12936379 w 13940157"/>
              <a:gd name="connsiteY197" fmla="*/ 25337 h 9456078"/>
              <a:gd name="connsiteX198" fmla="*/ 12985719 w 13940157"/>
              <a:gd name="connsiteY198" fmla="*/ 20958 h 9456078"/>
              <a:gd name="connsiteX199" fmla="*/ 13035133 w 13940157"/>
              <a:gd name="connsiteY199" fmla="*/ 16991 h 9456078"/>
              <a:gd name="connsiteX200" fmla="*/ 13084620 w 13940157"/>
              <a:gd name="connsiteY200" fmla="*/ 13437 h 9456078"/>
              <a:gd name="connsiteX201" fmla="*/ 13134178 w 13940157"/>
              <a:gd name="connsiteY201" fmla="*/ 10297 h 9456078"/>
              <a:gd name="connsiteX202" fmla="*/ 13183803 w 13940157"/>
              <a:gd name="connsiteY202" fmla="*/ 7572 h 9456078"/>
              <a:gd name="connsiteX203" fmla="*/ 13233493 w 13940157"/>
              <a:gd name="connsiteY203" fmla="*/ 5263 h 9456078"/>
              <a:gd name="connsiteX204" fmla="*/ 13283247 w 13940157"/>
              <a:gd name="connsiteY204" fmla="*/ 3371 h 9456078"/>
              <a:gd name="connsiteX205" fmla="*/ 13333061 w 13940157"/>
              <a:gd name="connsiteY205" fmla="*/ 1898 h 9456078"/>
              <a:gd name="connsiteX206" fmla="*/ 13382934 w 13940157"/>
              <a:gd name="connsiteY206" fmla="*/ 844 h 9456078"/>
              <a:gd name="connsiteX207" fmla="*/ 13432864 w 13940157"/>
              <a:gd name="connsiteY207" fmla="*/ 211 h 9456078"/>
              <a:gd name="connsiteX208" fmla="*/ 13482847 w 13940157"/>
              <a:gd name="connsiteY208" fmla="*/ 0 h 9456078"/>
              <a:gd name="connsiteX209" fmla="*/ 13940158 w 13940157"/>
              <a:gd name="connsiteY209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49234 w 13158799"/>
              <a:gd name="connsiteY5" fmla="*/ 9450052 h 9456078"/>
              <a:gd name="connsiteX6" fmla="*/ 298870 w 13158799"/>
              <a:gd name="connsiteY6" fmla="*/ 9447409 h 9456078"/>
              <a:gd name="connsiteX7" fmla="*/ 348429 w 13158799"/>
              <a:gd name="connsiteY7" fmla="*/ 9444290 h 9456078"/>
              <a:gd name="connsiteX8" fmla="*/ 397907 w 13158799"/>
              <a:gd name="connsiteY8" fmla="*/ 9440698 h 9456078"/>
              <a:gd name="connsiteX9" fmla="*/ 447302 w 13158799"/>
              <a:gd name="connsiteY9" fmla="*/ 9436632 h 9456078"/>
              <a:gd name="connsiteX10" fmla="*/ 496610 w 13158799"/>
              <a:gd name="connsiteY10" fmla="*/ 9432096 h 9456078"/>
              <a:gd name="connsiteX11" fmla="*/ 545829 w 13158799"/>
              <a:gd name="connsiteY11" fmla="*/ 9427089 h 9456078"/>
              <a:gd name="connsiteX12" fmla="*/ 594956 w 13158799"/>
              <a:gd name="connsiteY12" fmla="*/ 9421615 h 9456078"/>
              <a:gd name="connsiteX13" fmla="*/ 643987 w 13158799"/>
              <a:gd name="connsiteY13" fmla="*/ 9415673 h 9456078"/>
              <a:gd name="connsiteX14" fmla="*/ 692920 w 13158799"/>
              <a:gd name="connsiteY14" fmla="*/ 9409267 h 9456078"/>
              <a:gd name="connsiteX15" fmla="*/ 741751 w 13158799"/>
              <a:gd name="connsiteY15" fmla="*/ 9402396 h 9456078"/>
              <a:gd name="connsiteX16" fmla="*/ 790478 w 13158799"/>
              <a:gd name="connsiteY16" fmla="*/ 9395063 h 9456078"/>
              <a:gd name="connsiteX17" fmla="*/ 839098 w 13158799"/>
              <a:gd name="connsiteY17" fmla="*/ 9387270 h 9456078"/>
              <a:gd name="connsiteX18" fmla="*/ 887607 w 13158799"/>
              <a:gd name="connsiteY18" fmla="*/ 9379017 h 9456078"/>
              <a:gd name="connsiteX19" fmla="*/ 936002 w 13158799"/>
              <a:gd name="connsiteY19" fmla="*/ 9370306 h 9456078"/>
              <a:gd name="connsiteX20" fmla="*/ 984281 w 13158799"/>
              <a:gd name="connsiteY20" fmla="*/ 9361139 h 9456078"/>
              <a:gd name="connsiteX21" fmla="*/ 1032440 w 13158799"/>
              <a:gd name="connsiteY21" fmla="*/ 9351517 h 9456078"/>
              <a:gd name="connsiteX22" fmla="*/ 1080477 w 13158799"/>
              <a:gd name="connsiteY22" fmla="*/ 9341441 h 9456078"/>
              <a:gd name="connsiteX23" fmla="*/ 1128389 w 13158799"/>
              <a:gd name="connsiteY23" fmla="*/ 9330914 h 9456078"/>
              <a:gd name="connsiteX24" fmla="*/ 1176172 w 13158799"/>
              <a:gd name="connsiteY24" fmla="*/ 9319936 h 9456078"/>
              <a:gd name="connsiteX25" fmla="*/ 1223823 w 13158799"/>
              <a:gd name="connsiteY25" fmla="*/ 9308509 h 9456078"/>
              <a:gd name="connsiteX26" fmla="*/ 1271339 w 13158799"/>
              <a:gd name="connsiteY26" fmla="*/ 9296635 h 9456078"/>
              <a:gd name="connsiteX27" fmla="*/ 1318719 w 13158799"/>
              <a:gd name="connsiteY27" fmla="*/ 9284315 h 9456078"/>
              <a:gd name="connsiteX28" fmla="*/ 1365957 w 13158799"/>
              <a:gd name="connsiteY28" fmla="*/ 9271550 h 9456078"/>
              <a:gd name="connsiteX29" fmla="*/ 1413052 w 13158799"/>
              <a:gd name="connsiteY29" fmla="*/ 9258342 h 9456078"/>
              <a:gd name="connsiteX30" fmla="*/ 1460000 w 13158799"/>
              <a:gd name="connsiteY30" fmla="*/ 9244693 h 9456078"/>
              <a:gd name="connsiteX31" fmla="*/ 1506799 w 13158799"/>
              <a:gd name="connsiteY31" fmla="*/ 9230604 h 9456078"/>
              <a:gd name="connsiteX32" fmla="*/ 1553445 w 13158799"/>
              <a:gd name="connsiteY32" fmla="*/ 9216076 h 9456078"/>
              <a:gd name="connsiteX33" fmla="*/ 1599935 w 13158799"/>
              <a:gd name="connsiteY33" fmla="*/ 9201111 h 9456078"/>
              <a:gd name="connsiteX34" fmla="*/ 1646267 w 13158799"/>
              <a:gd name="connsiteY34" fmla="*/ 9185710 h 9456078"/>
              <a:gd name="connsiteX35" fmla="*/ 1692437 w 13158799"/>
              <a:gd name="connsiteY35" fmla="*/ 9169876 h 9456078"/>
              <a:gd name="connsiteX36" fmla="*/ 1738442 w 13158799"/>
              <a:gd name="connsiteY36" fmla="*/ 9153608 h 9456078"/>
              <a:gd name="connsiteX37" fmla="*/ 1784280 w 13158799"/>
              <a:gd name="connsiteY37" fmla="*/ 9136910 h 9456078"/>
              <a:gd name="connsiteX38" fmla="*/ 1829947 w 13158799"/>
              <a:gd name="connsiteY38" fmla="*/ 9119782 h 9456078"/>
              <a:gd name="connsiteX39" fmla="*/ 1875440 w 13158799"/>
              <a:gd name="connsiteY39" fmla="*/ 9102226 h 9456078"/>
              <a:gd name="connsiteX40" fmla="*/ 1920756 w 13158799"/>
              <a:gd name="connsiteY40" fmla="*/ 9084243 h 9456078"/>
              <a:gd name="connsiteX41" fmla="*/ 1965893 w 13158799"/>
              <a:gd name="connsiteY41" fmla="*/ 9065835 h 9456078"/>
              <a:gd name="connsiteX42" fmla="*/ 2010847 w 13158799"/>
              <a:gd name="connsiteY42" fmla="*/ 9047004 h 9456078"/>
              <a:gd name="connsiteX43" fmla="*/ 2055615 w 13158799"/>
              <a:gd name="connsiteY43" fmla="*/ 9027750 h 9456078"/>
              <a:gd name="connsiteX44" fmla="*/ 2100195 w 13158799"/>
              <a:gd name="connsiteY44" fmla="*/ 9008075 h 9456078"/>
              <a:gd name="connsiteX45" fmla="*/ 2144582 w 13158799"/>
              <a:gd name="connsiteY45" fmla="*/ 8987981 h 9456078"/>
              <a:gd name="connsiteX46" fmla="*/ 2188775 w 13158799"/>
              <a:gd name="connsiteY46" fmla="*/ 8967470 h 9456078"/>
              <a:gd name="connsiteX47" fmla="*/ 2232770 w 13158799"/>
              <a:gd name="connsiteY47" fmla="*/ 8946542 h 9456078"/>
              <a:gd name="connsiteX48" fmla="*/ 2276564 w 13158799"/>
              <a:gd name="connsiteY48" fmla="*/ 8925199 h 9456078"/>
              <a:gd name="connsiteX49" fmla="*/ 2320154 w 13158799"/>
              <a:gd name="connsiteY49" fmla="*/ 8903443 h 9456078"/>
              <a:gd name="connsiteX50" fmla="*/ 2363538 w 13158799"/>
              <a:gd name="connsiteY50" fmla="*/ 8881275 h 9456078"/>
              <a:gd name="connsiteX51" fmla="*/ 2406711 w 13158799"/>
              <a:gd name="connsiteY51" fmla="*/ 8858697 h 9456078"/>
              <a:gd name="connsiteX52" fmla="*/ 2449672 w 13158799"/>
              <a:gd name="connsiteY52" fmla="*/ 8835710 h 9456078"/>
              <a:gd name="connsiteX53" fmla="*/ 2492417 w 13158799"/>
              <a:gd name="connsiteY53" fmla="*/ 8812316 h 9456078"/>
              <a:gd name="connsiteX54" fmla="*/ 2534943 w 13158799"/>
              <a:gd name="connsiteY54" fmla="*/ 8788516 h 9456078"/>
              <a:gd name="connsiteX55" fmla="*/ 2577247 w 13158799"/>
              <a:gd name="connsiteY55" fmla="*/ 8764311 h 9456078"/>
              <a:gd name="connsiteX56" fmla="*/ 2619326 w 13158799"/>
              <a:gd name="connsiteY56" fmla="*/ 8739704 h 9456078"/>
              <a:gd name="connsiteX57" fmla="*/ 2661177 w 13158799"/>
              <a:gd name="connsiteY57" fmla="*/ 8714695 h 9456078"/>
              <a:gd name="connsiteX58" fmla="*/ 2702797 w 13158799"/>
              <a:gd name="connsiteY58" fmla="*/ 8689286 h 9456078"/>
              <a:gd name="connsiteX59" fmla="*/ 2744183 w 13158799"/>
              <a:gd name="connsiteY59" fmla="*/ 8663479 h 9456078"/>
              <a:gd name="connsiteX60" fmla="*/ 2785333 w 13158799"/>
              <a:gd name="connsiteY60" fmla="*/ 8637274 h 9456078"/>
              <a:gd name="connsiteX61" fmla="*/ 2826242 w 13158799"/>
              <a:gd name="connsiteY61" fmla="*/ 8610675 h 9456078"/>
              <a:gd name="connsiteX62" fmla="*/ 2866908 w 13158799"/>
              <a:gd name="connsiteY62" fmla="*/ 8583681 h 9456078"/>
              <a:gd name="connsiteX63" fmla="*/ 2907329 w 13158799"/>
              <a:gd name="connsiteY63" fmla="*/ 8556295 h 9456078"/>
              <a:gd name="connsiteX64" fmla="*/ 2947500 w 13158799"/>
              <a:gd name="connsiteY64" fmla="*/ 8528517 h 9456078"/>
              <a:gd name="connsiteX65" fmla="*/ 2987419 w 13158799"/>
              <a:gd name="connsiteY65" fmla="*/ 8500351 h 9456078"/>
              <a:gd name="connsiteX66" fmla="*/ 3027083 w 13158799"/>
              <a:gd name="connsiteY66" fmla="*/ 8471796 h 9456078"/>
              <a:gd name="connsiteX67" fmla="*/ 3066489 w 13158799"/>
              <a:gd name="connsiteY67" fmla="*/ 8442854 h 9456078"/>
              <a:gd name="connsiteX68" fmla="*/ 3105634 w 13158799"/>
              <a:gd name="connsiteY68" fmla="*/ 8413528 h 9456078"/>
              <a:gd name="connsiteX69" fmla="*/ 3144515 w 13158799"/>
              <a:gd name="connsiteY69" fmla="*/ 8383818 h 9456078"/>
              <a:gd name="connsiteX70" fmla="*/ 3183129 w 13158799"/>
              <a:gd name="connsiteY70" fmla="*/ 8353726 h 9456078"/>
              <a:gd name="connsiteX71" fmla="*/ 3221473 w 13158799"/>
              <a:gd name="connsiteY71" fmla="*/ 8323253 h 9456078"/>
              <a:gd name="connsiteX72" fmla="*/ 3259544 w 13158799"/>
              <a:gd name="connsiteY72" fmla="*/ 8292401 h 9456078"/>
              <a:gd name="connsiteX73" fmla="*/ 3297339 w 13158799"/>
              <a:gd name="connsiteY73" fmla="*/ 8261172 h 9456078"/>
              <a:gd name="connsiteX74" fmla="*/ 3334854 w 13158799"/>
              <a:gd name="connsiteY74" fmla="*/ 8229566 h 9456078"/>
              <a:gd name="connsiteX75" fmla="*/ 3372087 w 13158799"/>
              <a:gd name="connsiteY75" fmla="*/ 8197585 h 9456078"/>
              <a:gd name="connsiteX76" fmla="*/ 3409035 w 13158799"/>
              <a:gd name="connsiteY76" fmla="*/ 8165232 h 9456078"/>
              <a:gd name="connsiteX77" fmla="*/ 3445695 w 13158799"/>
              <a:gd name="connsiteY77" fmla="*/ 8132507 h 9456078"/>
              <a:gd name="connsiteX78" fmla="*/ 3482064 w 13158799"/>
              <a:gd name="connsiteY78" fmla="*/ 8099411 h 9456078"/>
              <a:gd name="connsiteX79" fmla="*/ 3518139 w 13158799"/>
              <a:gd name="connsiteY79" fmla="*/ 8065947 h 9456078"/>
              <a:gd name="connsiteX80" fmla="*/ 3553916 w 13158799"/>
              <a:gd name="connsiteY80" fmla="*/ 8032115 h 9456078"/>
              <a:gd name="connsiteX81" fmla="*/ 3589393 w 13158799"/>
              <a:gd name="connsiteY81" fmla="*/ 7997918 h 9456078"/>
              <a:gd name="connsiteX82" fmla="*/ 3624567 w 13158799"/>
              <a:gd name="connsiteY82" fmla="*/ 7963356 h 9456078"/>
              <a:gd name="connsiteX83" fmla="*/ 3659435 w 13158799"/>
              <a:gd name="connsiteY83" fmla="*/ 7928432 h 9456078"/>
              <a:gd name="connsiteX84" fmla="*/ 3693994 w 13158799"/>
              <a:gd name="connsiteY84" fmla="*/ 7893146 h 9456078"/>
              <a:gd name="connsiteX85" fmla="*/ 3728240 w 13158799"/>
              <a:gd name="connsiteY85" fmla="*/ 7857501 h 9456078"/>
              <a:gd name="connsiteX86" fmla="*/ 3762171 w 13158799"/>
              <a:gd name="connsiteY86" fmla="*/ 7821497 h 9456078"/>
              <a:gd name="connsiteX87" fmla="*/ 3795783 w 13158799"/>
              <a:gd name="connsiteY87" fmla="*/ 7785136 h 9456078"/>
              <a:gd name="connsiteX88" fmla="*/ 3829075 w 13158799"/>
              <a:gd name="connsiteY88" fmla="*/ 7748420 h 9456078"/>
              <a:gd name="connsiteX89" fmla="*/ 3862042 w 13158799"/>
              <a:gd name="connsiteY89" fmla="*/ 7711350 h 9456078"/>
              <a:gd name="connsiteX90" fmla="*/ 3894682 w 13158799"/>
              <a:gd name="connsiteY90" fmla="*/ 7673928 h 9456078"/>
              <a:gd name="connsiteX91" fmla="*/ 3926991 w 13158799"/>
              <a:gd name="connsiteY91" fmla="*/ 7636155 h 9456078"/>
              <a:gd name="connsiteX92" fmla="*/ 3958967 w 13158799"/>
              <a:gd name="connsiteY92" fmla="*/ 7598032 h 9456078"/>
              <a:gd name="connsiteX93" fmla="*/ 3990607 w 13158799"/>
              <a:gd name="connsiteY93" fmla="*/ 7559561 h 9456078"/>
              <a:gd name="connsiteX94" fmla="*/ 4021907 w 13158799"/>
              <a:gd name="connsiteY94" fmla="*/ 7520744 h 9456078"/>
              <a:gd name="connsiteX95" fmla="*/ 4052865 w 13158799"/>
              <a:gd name="connsiteY95" fmla="*/ 7481582 h 9456078"/>
              <a:gd name="connsiteX96" fmla="*/ 4083478 w 13158799"/>
              <a:gd name="connsiteY96" fmla="*/ 7442077 h 9456078"/>
              <a:gd name="connsiteX97" fmla="*/ 8022311 w 13158799"/>
              <a:gd name="connsiteY97" fmla="*/ 2307814 h 9456078"/>
              <a:gd name="connsiteX98" fmla="*/ 8052902 w 13158799"/>
              <a:gd name="connsiteY98" fmla="*/ 2268285 h 9456078"/>
              <a:gd name="connsiteX99" fmla="*/ 8083796 w 13158799"/>
              <a:gd name="connsiteY99" fmla="*/ 2229056 h 9456078"/>
              <a:gd name="connsiteX100" fmla="*/ 8114989 w 13158799"/>
              <a:gd name="connsiteY100" fmla="*/ 2190127 h 9456078"/>
              <a:gd name="connsiteX101" fmla="*/ 8146479 w 13158799"/>
              <a:gd name="connsiteY101" fmla="*/ 2151500 h 9456078"/>
              <a:gd name="connsiteX102" fmla="*/ 8178264 w 13158799"/>
              <a:gd name="connsiteY102" fmla="*/ 2113176 h 9456078"/>
              <a:gd name="connsiteX103" fmla="*/ 8210341 w 13158799"/>
              <a:gd name="connsiteY103" fmla="*/ 2075157 h 9456078"/>
              <a:gd name="connsiteX104" fmla="*/ 8242709 w 13158799"/>
              <a:gd name="connsiteY104" fmla="*/ 2037442 h 9456078"/>
              <a:gd name="connsiteX105" fmla="*/ 8275365 w 13158799"/>
              <a:gd name="connsiteY105" fmla="*/ 2000034 h 9456078"/>
              <a:gd name="connsiteX106" fmla="*/ 8308307 w 13158799"/>
              <a:gd name="connsiteY106" fmla="*/ 1962934 h 9456078"/>
              <a:gd name="connsiteX107" fmla="*/ 8341532 w 13158799"/>
              <a:gd name="connsiteY107" fmla="*/ 1926142 h 9456078"/>
              <a:gd name="connsiteX108" fmla="*/ 8375038 w 13158799"/>
              <a:gd name="connsiteY108" fmla="*/ 1889660 h 9456078"/>
              <a:gd name="connsiteX109" fmla="*/ 8408823 w 13158799"/>
              <a:gd name="connsiteY109" fmla="*/ 1853489 h 9456078"/>
              <a:gd name="connsiteX110" fmla="*/ 8442885 w 13158799"/>
              <a:gd name="connsiteY110" fmla="*/ 1817630 h 9456078"/>
              <a:gd name="connsiteX111" fmla="*/ 8477221 w 13158799"/>
              <a:gd name="connsiteY111" fmla="*/ 1782084 h 9456078"/>
              <a:gd name="connsiteX112" fmla="*/ 8511829 w 13158799"/>
              <a:gd name="connsiteY112" fmla="*/ 1746853 h 9456078"/>
              <a:gd name="connsiteX113" fmla="*/ 8546706 w 13158799"/>
              <a:gd name="connsiteY113" fmla="*/ 1711937 h 9456078"/>
              <a:gd name="connsiteX114" fmla="*/ 8581851 w 13158799"/>
              <a:gd name="connsiteY114" fmla="*/ 1677337 h 9456078"/>
              <a:gd name="connsiteX115" fmla="*/ 8617261 w 13158799"/>
              <a:gd name="connsiteY115" fmla="*/ 1643056 h 9456078"/>
              <a:gd name="connsiteX116" fmla="*/ 8652934 w 13158799"/>
              <a:gd name="connsiteY116" fmla="*/ 1609093 h 9456078"/>
              <a:gd name="connsiteX117" fmla="*/ 8688867 w 13158799"/>
              <a:gd name="connsiteY117" fmla="*/ 1575450 h 9456078"/>
              <a:gd name="connsiteX118" fmla="*/ 8725058 w 13158799"/>
              <a:gd name="connsiteY118" fmla="*/ 1542128 h 9456078"/>
              <a:gd name="connsiteX119" fmla="*/ 8761506 w 13158799"/>
              <a:gd name="connsiteY119" fmla="*/ 1509129 h 9456078"/>
              <a:gd name="connsiteX120" fmla="*/ 8798207 w 13158799"/>
              <a:gd name="connsiteY120" fmla="*/ 1476452 h 9456078"/>
              <a:gd name="connsiteX121" fmla="*/ 8835159 w 13158799"/>
              <a:gd name="connsiteY121" fmla="*/ 1444101 h 9456078"/>
              <a:gd name="connsiteX122" fmla="*/ 8872360 w 13158799"/>
              <a:gd name="connsiteY122" fmla="*/ 1412075 h 9456078"/>
              <a:gd name="connsiteX123" fmla="*/ 8909808 w 13158799"/>
              <a:gd name="connsiteY123" fmla="*/ 1380375 h 9456078"/>
              <a:gd name="connsiteX124" fmla="*/ 8947501 w 13158799"/>
              <a:gd name="connsiteY124" fmla="*/ 1349004 h 9456078"/>
              <a:gd name="connsiteX125" fmla="*/ 8985435 w 13158799"/>
              <a:gd name="connsiteY125" fmla="*/ 1317962 h 9456078"/>
              <a:gd name="connsiteX126" fmla="*/ 9023610 w 13158799"/>
              <a:gd name="connsiteY126" fmla="*/ 1287250 h 9456078"/>
              <a:gd name="connsiteX127" fmla="*/ 9062022 w 13158799"/>
              <a:gd name="connsiteY127" fmla="*/ 1256869 h 9456078"/>
              <a:gd name="connsiteX128" fmla="*/ 9100669 w 13158799"/>
              <a:gd name="connsiteY128" fmla="*/ 1226820 h 9456078"/>
              <a:gd name="connsiteX129" fmla="*/ 9139549 w 13158799"/>
              <a:gd name="connsiteY129" fmla="*/ 1197105 h 9456078"/>
              <a:gd name="connsiteX130" fmla="*/ 9178660 w 13158799"/>
              <a:gd name="connsiteY130" fmla="*/ 1167725 h 9456078"/>
              <a:gd name="connsiteX131" fmla="*/ 9217999 w 13158799"/>
              <a:gd name="connsiteY131" fmla="*/ 1138681 h 9456078"/>
              <a:gd name="connsiteX132" fmla="*/ 9257564 w 13158799"/>
              <a:gd name="connsiteY132" fmla="*/ 1109974 h 9456078"/>
              <a:gd name="connsiteX133" fmla="*/ 9297353 w 13158799"/>
              <a:gd name="connsiteY133" fmla="*/ 1081604 h 9456078"/>
              <a:gd name="connsiteX134" fmla="*/ 9337364 w 13158799"/>
              <a:gd name="connsiteY134" fmla="*/ 1053574 h 9456078"/>
              <a:gd name="connsiteX135" fmla="*/ 9377594 w 13158799"/>
              <a:gd name="connsiteY135" fmla="*/ 1025884 h 9456078"/>
              <a:gd name="connsiteX136" fmla="*/ 9418040 w 13158799"/>
              <a:gd name="connsiteY136" fmla="*/ 998536 h 9456078"/>
              <a:gd name="connsiteX137" fmla="*/ 9458702 w 13158799"/>
              <a:gd name="connsiteY137" fmla="*/ 971530 h 9456078"/>
              <a:gd name="connsiteX138" fmla="*/ 9499575 w 13158799"/>
              <a:gd name="connsiteY138" fmla="*/ 944868 h 9456078"/>
              <a:gd name="connsiteX139" fmla="*/ 9540659 w 13158799"/>
              <a:gd name="connsiteY139" fmla="*/ 918551 h 9456078"/>
              <a:gd name="connsiteX140" fmla="*/ 9581950 w 13158799"/>
              <a:gd name="connsiteY140" fmla="*/ 892580 h 9456078"/>
              <a:gd name="connsiteX141" fmla="*/ 9623447 w 13158799"/>
              <a:gd name="connsiteY141" fmla="*/ 866956 h 9456078"/>
              <a:gd name="connsiteX142" fmla="*/ 9665147 w 13158799"/>
              <a:gd name="connsiteY142" fmla="*/ 841681 h 9456078"/>
              <a:gd name="connsiteX143" fmla="*/ 9707048 w 13158799"/>
              <a:gd name="connsiteY143" fmla="*/ 816754 h 9456078"/>
              <a:gd name="connsiteX144" fmla="*/ 9749147 w 13158799"/>
              <a:gd name="connsiteY144" fmla="*/ 792179 h 9456078"/>
              <a:gd name="connsiteX145" fmla="*/ 9791443 w 13158799"/>
              <a:gd name="connsiteY145" fmla="*/ 767955 h 9456078"/>
              <a:gd name="connsiteX146" fmla="*/ 9833932 w 13158799"/>
              <a:gd name="connsiteY146" fmla="*/ 744083 h 9456078"/>
              <a:gd name="connsiteX147" fmla="*/ 9876613 w 13158799"/>
              <a:gd name="connsiteY147" fmla="*/ 720566 h 9456078"/>
              <a:gd name="connsiteX148" fmla="*/ 9919484 w 13158799"/>
              <a:gd name="connsiteY148" fmla="*/ 697404 h 9456078"/>
              <a:gd name="connsiteX149" fmla="*/ 9962542 w 13158799"/>
              <a:gd name="connsiteY149" fmla="*/ 674598 h 9456078"/>
              <a:gd name="connsiteX150" fmla="*/ 10005784 w 13158799"/>
              <a:gd name="connsiteY150" fmla="*/ 652149 h 9456078"/>
              <a:gd name="connsiteX151" fmla="*/ 10049209 w 13158799"/>
              <a:gd name="connsiteY151" fmla="*/ 630059 h 9456078"/>
              <a:gd name="connsiteX152" fmla="*/ 10092814 w 13158799"/>
              <a:gd name="connsiteY152" fmla="*/ 608328 h 9456078"/>
              <a:gd name="connsiteX153" fmla="*/ 10136597 w 13158799"/>
              <a:gd name="connsiteY153" fmla="*/ 586958 h 9456078"/>
              <a:gd name="connsiteX154" fmla="*/ 10180556 w 13158799"/>
              <a:gd name="connsiteY154" fmla="*/ 565950 h 9456078"/>
              <a:gd name="connsiteX155" fmla="*/ 10224688 w 13158799"/>
              <a:gd name="connsiteY155" fmla="*/ 545304 h 9456078"/>
              <a:gd name="connsiteX156" fmla="*/ 10268991 w 13158799"/>
              <a:gd name="connsiteY156" fmla="*/ 525023 h 9456078"/>
              <a:gd name="connsiteX157" fmla="*/ 10313463 w 13158799"/>
              <a:gd name="connsiteY157" fmla="*/ 505107 h 9456078"/>
              <a:gd name="connsiteX158" fmla="*/ 10358101 w 13158799"/>
              <a:gd name="connsiteY158" fmla="*/ 485558 h 9456078"/>
              <a:gd name="connsiteX159" fmla="*/ 10402903 w 13158799"/>
              <a:gd name="connsiteY159" fmla="*/ 466376 h 9456078"/>
              <a:gd name="connsiteX160" fmla="*/ 10447868 w 13158799"/>
              <a:gd name="connsiteY160" fmla="*/ 447563 h 9456078"/>
              <a:gd name="connsiteX161" fmla="*/ 10492991 w 13158799"/>
              <a:gd name="connsiteY161" fmla="*/ 429119 h 9456078"/>
              <a:gd name="connsiteX162" fmla="*/ 10538272 w 13158799"/>
              <a:gd name="connsiteY162" fmla="*/ 411046 h 9456078"/>
              <a:gd name="connsiteX163" fmla="*/ 10583708 w 13158799"/>
              <a:gd name="connsiteY163" fmla="*/ 393346 h 9456078"/>
              <a:gd name="connsiteX164" fmla="*/ 10629297 w 13158799"/>
              <a:gd name="connsiteY164" fmla="*/ 376018 h 9456078"/>
              <a:gd name="connsiteX165" fmla="*/ 10675036 w 13158799"/>
              <a:gd name="connsiteY165" fmla="*/ 359065 h 9456078"/>
              <a:gd name="connsiteX166" fmla="*/ 10720923 w 13158799"/>
              <a:gd name="connsiteY166" fmla="*/ 342487 h 9456078"/>
              <a:gd name="connsiteX167" fmla="*/ 10766956 w 13158799"/>
              <a:gd name="connsiteY167" fmla="*/ 326286 h 9456078"/>
              <a:gd name="connsiteX168" fmla="*/ 10813132 w 13158799"/>
              <a:gd name="connsiteY168" fmla="*/ 310462 h 9456078"/>
              <a:gd name="connsiteX169" fmla="*/ 10859450 w 13158799"/>
              <a:gd name="connsiteY169" fmla="*/ 295018 h 9456078"/>
              <a:gd name="connsiteX170" fmla="*/ 10905907 w 13158799"/>
              <a:gd name="connsiteY170" fmla="*/ 279953 h 9456078"/>
              <a:gd name="connsiteX171" fmla="*/ 10952500 w 13158799"/>
              <a:gd name="connsiteY171" fmla="*/ 265269 h 9456078"/>
              <a:gd name="connsiteX172" fmla="*/ 10999227 w 13158799"/>
              <a:gd name="connsiteY172" fmla="*/ 250968 h 9456078"/>
              <a:gd name="connsiteX173" fmla="*/ 11046087 w 13158799"/>
              <a:gd name="connsiteY173" fmla="*/ 237049 h 9456078"/>
              <a:gd name="connsiteX174" fmla="*/ 11093076 w 13158799"/>
              <a:gd name="connsiteY174" fmla="*/ 223516 h 9456078"/>
              <a:gd name="connsiteX175" fmla="*/ 11140193 w 13158799"/>
              <a:gd name="connsiteY175" fmla="*/ 210368 h 9456078"/>
              <a:gd name="connsiteX176" fmla="*/ 11187434 w 13158799"/>
              <a:gd name="connsiteY176" fmla="*/ 197606 h 9456078"/>
              <a:gd name="connsiteX177" fmla="*/ 11234799 w 13158799"/>
              <a:gd name="connsiteY177" fmla="*/ 185233 h 9456078"/>
              <a:gd name="connsiteX178" fmla="*/ 11282284 w 13158799"/>
              <a:gd name="connsiteY178" fmla="*/ 173248 h 9456078"/>
              <a:gd name="connsiteX179" fmla="*/ 11329888 w 13158799"/>
              <a:gd name="connsiteY179" fmla="*/ 161654 h 9456078"/>
              <a:gd name="connsiteX180" fmla="*/ 11377607 w 13158799"/>
              <a:gd name="connsiteY180" fmla="*/ 150451 h 9456078"/>
              <a:gd name="connsiteX181" fmla="*/ 11425440 w 13158799"/>
              <a:gd name="connsiteY181" fmla="*/ 139640 h 9456078"/>
              <a:gd name="connsiteX182" fmla="*/ 11473385 w 13158799"/>
              <a:gd name="connsiteY182" fmla="*/ 129223 h 9456078"/>
              <a:gd name="connsiteX183" fmla="*/ 11521439 w 13158799"/>
              <a:gd name="connsiteY183" fmla="*/ 119201 h 9456078"/>
              <a:gd name="connsiteX184" fmla="*/ 11569599 w 13158799"/>
              <a:gd name="connsiteY184" fmla="*/ 109574 h 9456078"/>
              <a:gd name="connsiteX185" fmla="*/ 11617864 w 13158799"/>
              <a:gd name="connsiteY185" fmla="*/ 100344 h 9456078"/>
              <a:gd name="connsiteX186" fmla="*/ 11666231 w 13158799"/>
              <a:gd name="connsiteY186" fmla="*/ 91512 h 9456078"/>
              <a:gd name="connsiteX187" fmla="*/ 11714698 w 13158799"/>
              <a:gd name="connsiteY187" fmla="*/ 83080 h 9456078"/>
              <a:gd name="connsiteX188" fmla="*/ 11763263 w 13158799"/>
              <a:gd name="connsiteY188" fmla="*/ 75047 h 9456078"/>
              <a:gd name="connsiteX189" fmla="*/ 11811923 w 13158799"/>
              <a:gd name="connsiteY189" fmla="*/ 67417 h 9456078"/>
              <a:gd name="connsiteX190" fmla="*/ 11860676 w 13158799"/>
              <a:gd name="connsiteY190" fmla="*/ 60188 h 9456078"/>
              <a:gd name="connsiteX191" fmla="*/ 11909519 w 13158799"/>
              <a:gd name="connsiteY191" fmla="*/ 53364 h 9456078"/>
              <a:gd name="connsiteX192" fmla="*/ 11958451 w 13158799"/>
              <a:gd name="connsiteY192" fmla="*/ 46944 h 9456078"/>
              <a:gd name="connsiteX193" fmla="*/ 12007470 w 13158799"/>
              <a:gd name="connsiteY193" fmla="*/ 40931 h 9456078"/>
              <a:gd name="connsiteX194" fmla="*/ 12056572 w 13158799"/>
              <a:gd name="connsiteY194" fmla="*/ 35324 h 9456078"/>
              <a:gd name="connsiteX195" fmla="*/ 12105756 w 13158799"/>
              <a:gd name="connsiteY195" fmla="*/ 30126 h 9456078"/>
              <a:gd name="connsiteX196" fmla="*/ 12155019 w 13158799"/>
              <a:gd name="connsiteY196" fmla="*/ 25337 h 9456078"/>
              <a:gd name="connsiteX197" fmla="*/ 12204359 w 13158799"/>
              <a:gd name="connsiteY197" fmla="*/ 20958 h 9456078"/>
              <a:gd name="connsiteX198" fmla="*/ 12253773 w 13158799"/>
              <a:gd name="connsiteY198" fmla="*/ 16991 h 9456078"/>
              <a:gd name="connsiteX199" fmla="*/ 12303260 w 13158799"/>
              <a:gd name="connsiteY199" fmla="*/ 13437 h 9456078"/>
              <a:gd name="connsiteX200" fmla="*/ 12352818 w 13158799"/>
              <a:gd name="connsiteY200" fmla="*/ 10297 h 9456078"/>
              <a:gd name="connsiteX201" fmla="*/ 12402443 w 13158799"/>
              <a:gd name="connsiteY201" fmla="*/ 7572 h 9456078"/>
              <a:gd name="connsiteX202" fmla="*/ 12452133 w 13158799"/>
              <a:gd name="connsiteY202" fmla="*/ 5263 h 9456078"/>
              <a:gd name="connsiteX203" fmla="*/ 12501887 w 13158799"/>
              <a:gd name="connsiteY203" fmla="*/ 3371 h 9456078"/>
              <a:gd name="connsiteX204" fmla="*/ 12551701 w 13158799"/>
              <a:gd name="connsiteY204" fmla="*/ 1898 h 9456078"/>
              <a:gd name="connsiteX205" fmla="*/ 12601574 w 13158799"/>
              <a:gd name="connsiteY205" fmla="*/ 844 h 9456078"/>
              <a:gd name="connsiteX206" fmla="*/ 12651504 w 13158799"/>
              <a:gd name="connsiteY206" fmla="*/ 211 h 9456078"/>
              <a:gd name="connsiteX207" fmla="*/ 12701487 w 13158799"/>
              <a:gd name="connsiteY207" fmla="*/ 0 h 9456078"/>
              <a:gd name="connsiteX208" fmla="*/ 13158798 w 13158799"/>
              <a:gd name="connsiteY208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28389 w 13158797"/>
              <a:gd name="connsiteY22" fmla="*/ 9330914 h 9456078"/>
              <a:gd name="connsiteX23" fmla="*/ 1176172 w 13158797"/>
              <a:gd name="connsiteY23" fmla="*/ 9319936 h 9456078"/>
              <a:gd name="connsiteX24" fmla="*/ 1223823 w 13158797"/>
              <a:gd name="connsiteY24" fmla="*/ 9308509 h 9456078"/>
              <a:gd name="connsiteX25" fmla="*/ 1271339 w 13158797"/>
              <a:gd name="connsiteY25" fmla="*/ 9296635 h 9456078"/>
              <a:gd name="connsiteX26" fmla="*/ 1318719 w 13158797"/>
              <a:gd name="connsiteY26" fmla="*/ 9284315 h 9456078"/>
              <a:gd name="connsiteX27" fmla="*/ 1365957 w 13158797"/>
              <a:gd name="connsiteY27" fmla="*/ 9271550 h 9456078"/>
              <a:gd name="connsiteX28" fmla="*/ 1413052 w 13158797"/>
              <a:gd name="connsiteY28" fmla="*/ 9258342 h 9456078"/>
              <a:gd name="connsiteX29" fmla="*/ 1460000 w 13158797"/>
              <a:gd name="connsiteY29" fmla="*/ 9244693 h 9456078"/>
              <a:gd name="connsiteX30" fmla="*/ 1506799 w 13158797"/>
              <a:gd name="connsiteY30" fmla="*/ 9230604 h 9456078"/>
              <a:gd name="connsiteX31" fmla="*/ 1553445 w 13158797"/>
              <a:gd name="connsiteY31" fmla="*/ 9216076 h 9456078"/>
              <a:gd name="connsiteX32" fmla="*/ 1599935 w 13158797"/>
              <a:gd name="connsiteY32" fmla="*/ 9201111 h 9456078"/>
              <a:gd name="connsiteX33" fmla="*/ 1646267 w 13158797"/>
              <a:gd name="connsiteY33" fmla="*/ 9185710 h 9456078"/>
              <a:gd name="connsiteX34" fmla="*/ 1692437 w 13158797"/>
              <a:gd name="connsiteY34" fmla="*/ 9169876 h 9456078"/>
              <a:gd name="connsiteX35" fmla="*/ 1738442 w 13158797"/>
              <a:gd name="connsiteY35" fmla="*/ 9153608 h 9456078"/>
              <a:gd name="connsiteX36" fmla="*/ 1784280 w 13158797"/>
              <a:gd name="connsiteY36" fmla="*/ 9136910 h 9456078"/>
              <a:gd name="connsiteX37" fmla="*/ 1829947 w 13158797"/>
              <a:gd name="connsiteY37" fmla="*/ 9119782 h 9456078"/>
              <a:gd name="connsiteX38" fmla="*/ 1875440 w 13158797"/>
              <a:gd name="connsiteY38" fmla="*/ 9102226 h 9456078"/>
              <a:gd name="connsiteX39" fmla="*/ 1920756 w 13158797"/>
              <a:gd name="connsiteY39" fmla="*/ 9084243 h 9456078"/>
              <a:gd name="connsiteX40" fmla="*/ 1965893 w 13158797"/>
              <a:gd name="connsiteY40" fmla="*/ 9065835 h 9456078"/>
              <a:gd name="connsiteX41" fmla="*/ 2010847 w 13158797"/>
              <a:gd name="connsiteY41" fmla="*/ 9047004 h 9456078"/>
              <a:gd name="connsiteX42" fmla="*/ 2055615 w 13158797"/>
              <a:gd name="connsiteY42" fmla="*/ 9027750 h 9456078"/>
              <a:gd name="connsiteX43" fmla="*/ 2100195 w 13158797"/>
              <a:gd name="connsiteY43" fmla="*/ 9008075 h 9456078"/>
              <a:gd name="connsiteX44" fmla="*/ 2144582 w 13158797"/>
              <a:gd name="connsiteY44" fmla="*/ 8987981 h 9456078"/>
              <a:gd name="connsiteX45" fmla="*/ 2188775 w 13158797"/>
              <a:gd name="connsiteY45" fmla="*/ 8967470 h 9456078"/>
              <a:gd name="connsiteX46" fmla="*/ 2232770 w 13158797"/>
              <a:gd name="connsiteY46" fmla="*/ 8946542 h 9456078"/>
              <a:gd name="connsiteX47" fmla="*/ 2276564 w 13158797"/>
              <a:gd name="connsiteY47" fmla="*/ 8925199 h 9456078"/>
              <a:gd name="connsiteX48" fmla="*/ 2320154 w 13158797"/>
              <a:gd name="connsiteY48" fmla="*/ 8903443 h 9456078"/>
              <a:gd name="connsiteX49" fmla="*/ 2363538 w 13158797"/>
              <a:gd name="connsiteY49" fmla="*/ 8881275 h 9456078"/>
              <a:gd name="connsiteX50" fmla="*/ 2406711 w 13158797"/>
              <a:gd name="connsiteY50" fmla="*/ 8858697 h 9456078"/>
              <a:gd name="connsiteX51" fmla="*/ 2449672 w 13158797"/>
              <a:gd name="connsiteY51" fmla="*/ 8835710 h 9456078"/>
              <a:gd name="connsiteX52" fmla="*/ 2492417 w 13158797"/>
              <a:gd name="connsiteY52" fmla="*/ 8812316 h 9456078"/>
              <a:gd name="connsiteX53" fmla="*/ 2534943 w 13158797"/>
              <a:gd name="connsiteY53" fmla="*/ 8788516 h 9456078"/>
              <a:gd name="connsiteX54" fmla="*/ 2577247 w 13158797"/>
              <a:gd name="connsiteY54" fmla="*/ 8764311 h 9456078"/>
              <a:gd name="connsiteX55" fmla="*/ 2619326 w 13158797"/>
              <a:gd name="connsiteY55" fmla="*/ 8739704 h 9456078"/>
              <a:gd name="connsiteX56" fmla="*/ 2661177 w 13158797"/>
              <a:gd name="connsiteY56" fmla="*/ 8714695 h 9456078"/>
              <a:gd name="connsiteX57" fmla="*/ 2702797 w 13158797"/>
              <a:gd name="connsiteY57" fmla="*/ 8689286 h 9456078"/>
              <a:gd name="connsiteX58" fmla="*/ 2744183 w 13158797"/>
              <a:gd name="connsiteY58" fmla="*/ 8663479 h 9456078"/>
              <a:gd name="connsiteX59" fmla="*/ 2785333 w 13158797"/>
              <a:gd name="connsiteY59" fmla="*/ 8637274 h 9456078"/>
              <a:gd name="connsiteX60" fmla="*/ 2826242 w 13158797"/>
              <a:gd name="connsiteY60" fmla="*/ 8610675 h 9456078"/>
              <a:gd name="connsiteX61" fmla="*/ 2866908 w 13158797"/>
              <a:gd name="connsiteY61" fmla="*/ 8583681 h 9456078"/>
              <a:gd name="connsiteX62" fmla="*/ 2907329 w 13158797"/>
              <a:gd name="connsiteY62" fmla="*/ 8556295 h 9456078"/>
              <a:gd name="connsiteX63" fmla="*/ 2947500 w 13158797"/>
              <a:gd name="connsiteY63" fmla="*/ 8528517 h 9456078"/>
              <a:gd name="connsiteX64" fmla="*/ 2987419 w 13158797"/>
              <a:gd name="connsiteY64" fmla="*/ 8500351 h 9456078"/>
              <a:gd name="connsiteX65" fmla="*/ 3027083 w 13158797"/>
              <a:gd name="connsiteY65" fmla="*/ 8471796 h 9456078"/>
              <a:gd name="connsiteX66" fmla="*/ 3066489 w 13158797"/>
              <a:gd name="connsiteY66" fmla="*/ 8442854 h 9456078"/>
              <a:gd name="connsiteX67" fmla="*/ 3105634 w 13158797"/>
              <a:gd name="connsiteY67" fmla="*/ 8413528 h 9456078"/>
              <a:gd name="connsiteX68" fmla="*/ 3144515 w 13158797"/>
              <a:gd name="connsiteY68" fmla="*/ 8383818 h 9456078"/>
              <a:gd name="connsiteX69" fmla="*/ 3183129 w 13158797"/>
              <a:gd name="connsiteY69" fmla="*/ 8353726 h 9456078"/>
              <a:gd name="connsiteX70" fmla="*/ 3221473 w 13158797"/>
              <a:gd name="connsiteY70" fmla="*/ 8323253 h 9456078"/>
              <a:gd name="connsiteX71" fmla="*/ 3259544 w 13158797"/>
              <a:gd name="connsiteY71" fmla="*/ 8292401 h 9456078"/>
              <a:gd name="connsiteX72" fmla="*/ 3297339 w 13158797"/>
              <a:gd name="connsiteY72" fmla="*/ 8261172 h 9456078"/>
              <a:gd name="connsiteX73" fmla="*/ 3334854 w 13158797"/>
              <a:gd name="connsiteY73" fmla="*/ 8229566 h 9456078"/>
              <a:gd name="connsiteX74" fmla="*/ 3372087 w 13158797"/>
              <a:gd name="connsiteY74" fmla="*/ 8197585 h 9456078"/>
              <a:gd name="connsiteX75" fmla="*/ 3409035 w 13158797"/>
              <a:gd name="connsiteY75" fmla="*/ 8165232 h 9456078"/>
              <a:gd name="connsiteX76" fmla="*/ 3445695 w 13158797"/>
              <a:gd name="connsiteY76" fmla="*/ 8132507 h 9456078"/>
              <a:gd name="connsiteX77" fmla="*/ 3482064 w 13158797"/>
              <a:gd name="connsiteY77" fmla="*/ 8099411 h 9456078"/>
              <a:gd name="connsiteX78" fmla="*/ 3518139 w 13158797"/>
              <a:gd name="connsiteY78" fmla="*/ 8065947 h 9456078"/>
              <a:gd name="connsiteX79" fmla="*/ 3553916 w 13158797"/>
              <a:gd name="connsiteY79" fmla="*/ 8032115 h 9456078"/>
              <a:gd name="connsiteX80" fmla="*/ 3589393 w 13158797"/>
              <a:gd name="connsiteY80" fmla="*/ 7997918 h 9456078"/>
              <a:gd name="connsiteX81" fmla="*/ 3624567 w 13158797"/>
              <a:gd name="connsiteY81" fmla="*/ 7963356 h 9456078"/>
              <a:gd name="connsiteX82" fmla="*/ 3659435 w 13158797"/>
              <a:gd name="connsiteY82" fmla="*/ 7928432 h 9456078"/>
              <a:gd name="connsiteX83" fmla="*/ 3693994 w 13158797"/>
              <a:gd name="connsiteY83" fmla="*/ 7893146 h 9456078"/>
              <a:gd name="connsiteX84" fmla="*/ 3728240 w 13158797"/>
              <a:gd name="connsiteY84" fmla="*/ 7857501 h 9456078"/>
              <a:gd name="connsiteX85" fmla="*/ 3762171 w 13158797"/>
              <a:gd name="connsiteY85" fmla="*/ 7821497 h 9456078"/>
              <a:gd name="connsiteX86" fmla="*/ 3795783 w 13158797"/>
              <a:gd name="connsiteY86" fmla="*/ 7785136 h 9456078"/>
              <a:gd name="connsiteX87" fmla="*/ 3829075 w 13158797"/>
              <a:gd name="connsiteY87" fmla="*/ 7748420 h 9456078"/>
              <a:gd name="connsiteX88" fmla="*/ 3862042 w 13158797"/>
              <a:gd name="connsiteY88" fmla="*/ 7711350 h 9456078"/>
              <a:gd name="connsiteX89" fmla="*/ 3894682 w 13158797"/>
              <a:gd name="connsiteY89" fmla="*/ 7673928 h 9456078"/>
              <a:gd name="connsiteX90" fmla="*/ 3926991 w 13158797"/>
              <a:gd name="connsiteY90" fmla="*/ 7636155 h 9456078"/>
              <a:gd name="connsiteX91" fmla="*/ 3958967 w 13158797"/>
              <a:gd name="connsiteY91" fmla="*/ 7598032 h 9456078"/>
              <a:gd name="connsiteX92" fmla="*/ 3990607 w 13158797"/>
              <a:gd name="connsiteY92" fmla="*/ 7559561 h 9456078"/>
              <a:gd name="connsiteX93" fmla="*/ 4021907 w 13158797"/>
              <a:gd name="connsiteY93" fmla="*/ 7520744 h 9456078"/>
              <a:gd name="connsiteX94" fmla="*/ 4052865 w 13158797"/>
              <a:gd name="connsiteY94" fmla="*/ 7481582 h 9456078"/>
              <a:gd name="connsiteX95" fmla="*/ 4083478 w 13158797"/>
              <a:gd name="connsiteY95" fmla="*/ 7442077 h 9456078"/>
              <a:gd name="connsiteX96" fmla="*/ 8022311 w 13158797"/>
              <a:gd name="connsiteY96" fmla="*/ 2307814 h 9456078"/>
              <a:gd name="connsiteX97" fmla="*/ 8052902 w 13158797"/>
              <a:gd name="connsiteY97" fmla="*/ 2268285 h 9456078"/>
              <a:gd name="connsiteX98" fmla="*/ 8083796 w 13158797"/>
              <a:gd name="connsiteY98" fmla="*/ 2229056 h 9456078"/>
              <a:gd name="connsiteX99" fmla="*/ 8114989 w 13158797"/>
              <a:gd name="connsiteY99" fmla="*/ 2190127 h 9456078"/>
              <a:gd name="connsiteX100" fmla="*/ 8146479 w 13158797"/>
              <a:gd name="connsiteY100" fmla="*/ 2151500 h 9456078"/>
              <a:gd name="connsiteX101" fmla="*/ 8178264 w 13158797"/>
              <a:gd name="connsiteY101" fmla="*/ 2113176 h 9456078"/>
              <a:gd name="connsiteX102" fmla="*/ 8210341 w 13158797"/>
              <a:gd name="connsiteY102" fmla="*/ 2075157 h 9456078"/>
              <a:gd name="connsiteX103" fmla="*/ 8242709 w 13158797"/>
              <a:gd name="connsiteY103" fmla="*/ 2037442 h 9456078"/>
              <a:gd name="connsiteX104" fmla="*/ 8275365 w 13158797"/>
              <a:gd name="connsiteY104" fmla="*/ 2000034 h 9456078"/>
              <a:gd name="connsiteX105" fmla="*/ 8308307 w 13158797"/>
              <a:gd name="connsiteY105" fmla="*/ 1962934 h 9456078"/>
              <a:gd name="connsiteX106" fmla="*/ 8341532 w 13158797"/>
              <a:gd name="connsiteY106" fmla="*/ 1926142 h 9456078"/>
              <a:gd name="connsiteX107" fmla="*/ 8375038 w 13158797"/>
              <a:gd name="connsiteY107" fmla="*/ 1889660 h 9456078"/>
              <a:gd name="connsiteX108" fmla="*/ 8408823 w 13158797"/>
              <a:gd name="connsiteY108" fmla="*/ 1853489 h 9456078"/>
              <a:gd name="connsiteX109" fmla="*/ 8442885 w 13158797"/>
              <a:gd name="connsiteY109" fmla="*/ 1817630 h 9456078"/>
              <a:gd name="connsiteX110" fmla="*/ 8477221 w 13158797"/>
              <a:gd name="connsiteY110" fmla="*/ 1782084 h 9456078"/>
              <a:gd name="connsiteX111" fmla="*/ 8511829 w 13158797"/>
              <a:gd name="connsiteY111" fmla="*/ 1746853 h 9456078"/>
              <a:gd name="connsiteX112" fmla="*/ 8546706 w 13158797"/>
              <a:gd name="connsiteY112" fmla="*/ 1711937 h 9456078"/>
              <a:gd name="connsiteX113" fmla="*/ 8581851 w 13158797"/>
              <a:gd name="connsiteY113" fmla="*/ 1677337 h 9456078"/>
              <a:gd name="connsiteX114" fmla="*/ 8617261 w 13158797"/>
              <a:gd name="connsiteY114" fmla="*/ 1643056 h 9456078"/>
              <a:gd name="connsiteX115" fmla="*/ 8652934 w 13158797"/>
              <a:gd name="connsiteY115" fmla="*/ 1609093 h 9456078"/>
              <a:gd name="connsiteX116" fmla="*/ 8688867 w 13158797"/>
              <a:gd name="connsiteY116" fmla="*/ 1575450 h 9456078"/>
              <a:gd name="connsiteX117" fmla="*/ 8725058 w 13158797"/>
              <a:gd name="connsiteY117" fmla="*/ 1542128 h 9456078"/>
              <a:gd name="connsiteX118" fmla="*/ 8761506 w 13158797"/>
              <a:gd name="connsiteY118" fmla="*/ 1509129 h 9456078"/>
              <a:gd name="connsiteX119" fmla="*/ 8798207 w 13158797"/>
              <a:gd name="connsiteY119" fmla="*/ 1476452 h 9456078"/>
              <a:gd name="connsiteX120" fmla="*/ 8835159 w 13158797"/>
              <a:gd name="connsiteY120" fmla="*/ 1444101 h 9456078"/>
              <a:gd name="connsiteX121" fmla="*/ 8872360 w 13158797"/>
              <a:gd name="connsiteY121" fmla="*/ 1412075 h 9456078"/>
              <a:gd name="connsiteX122" fmla="*/ 8909808 w 13158797"/>
              <a:gd name="connsiteY122" fmla="*/ 1380375 h 9456078"/>
              <a:gd name="connsiteX123" fmla="*/ 8947501 w 13158797"/>
              <a:gd name="connsiteY123" fmla="*/ 1349004 h 9456078"/>
              <a:gd name="connsiteX124" fmla="*/ 8985435 w 13158797"/>
              <a:gd name="connsiteY124" fmla="*/ 1317962 h 9456078"/>
              <a:gd name="connsiteX125" fmla="*/ 9023610 w 13158797"/>
              <a:gd name="connsiteY125" fmla="*/ 1287250 h 9456078"/>
              <a:gd name="connsiteX126" fmla="*/ 9062022 w 13158797"/>
              <a:gd name="connsiteY126" fmla="*/ 1256869 h 9456078"/>
              <a:gd name="connsiteX127" fmla="*/ 9100669 w 13158797"/>
              <a:gd name="connsiteY127" fmla="*/ 1226820 h 9456078"/>
              <a:gd name="connsiteX128" fmla="*/ 9139549 w 13158797"/>
              <a:gd name="connsiteY128" fmla="*/ 1197105 h 9456078"/>
              <a:gd name="connsiteX129" fmla="*/ 9178660 w 13158797"/>
              <a:gd name="connsiteY129" fmla="*/ 1167725 h 9456078"/>
              <a:gd name="connsiteX130" fmla="*/ 9217999 w 13158797"/>
              <a:gd name="connsiteY130" fmla="*/ 1138681 h 9456078"/>
              <a:gd name="connsiteX131" fmla="*/ 9257564 w 13158797"/>
              <a:gd name="connsiteY131" fmla="*/ 1109974 h 9456078"/>
              <a:gd name="connsiteX132" fmla="*/ 9297353 w 13158797"/>
              <a:gd name="connsiteY132" fmla="*/ 1081604 h 9456078"/>
              <a:gd name="connsiteX133" fmla="*/ 9337364 w 13158797"/>
              <a:gd name="connsiteY133" fmla="*/ 1053574 h 9456078"/>
              <a:gd name="connsiteX134" fmla="*/ 9377594 w 13158797"/>
              <a:gd name="connsiteY134" fmla="*/ 1025884 h 9456078"/>
              <a:gd name="connsiteX135" fmla="*/ 9418040 w 13158797"/>
              <a:gd name="connsiteY135" fmla="*/ 998536 h 9456078"/>
              <a:gd name="connsiteX136" fmla="*/ 9458702 w 13158797"/>
              <a:gd name="connsiteY136" fmla="*/ 971530 h 9456078"/>
              <a:gd name="connsiteX137" fmla="*/ 9499575 w 13158797"/>
              <a:gd name="connsiteY137" fmla="*/ 944868 h 9456078"/>
              <a:gd name="connsiteX138" fmla="*/ 9540659 w 13158797"/>
              <a:gd name="connsiteY138" fmla="*/ 918551 h 9456078"/>
              <a:gd name="connsiteX139" fmla="*/ 9581950 w 13158797"/>
              <a:gd name="connsiteY139" fmla="*/ 892580 h 9456078"/>
              <a:gd name="connsiteX140" fmla="*/ 9623447 w 13158797"/>
              <a:gd name="connsiteY140" fmla="*/ 866956 h 9456078"/>
              <a:gd name="connsiteX141" fmla="*/ 9665147 w 13158797"/>
              <a:gd name="connsiteY141" fmla="*/ 841681 h 9456078"/>
              <a:gd name="connsiteX142" fmla="*/ 9707048 w 13158797"/>
              <a:gd name="connsiteY142" fmla="*/ 816754 h 9456078"/>
              <a:gd name="connsiteX143" fmla="*/ 9749147 w 13158797"/>
              <a:gd name="connsiteY143" fmla="*/ 792179 h 9456078"/>
              <a:gd name="connsiteX144" fmla="*/ 9791443 w 13158797"/>
              <a:gd name="connsiteY144" fmla="*/ 767955 h 9456078"/>
              <a:gd name="connsiteX145" fmla="*/ 9833932 w 13158797"/>
              <a:gd name="connsiteY145" fmla="*/ 744083 h 9456078"/>
              <a:gd name="connsiteX146" fmla="*/ 9876613 w 13158797"/>
              <a:gd name="connsiteY146" fmla="*/ 720566 h 9456078"/>
              <a:gd name="connsiteX147" fmla="*/ 9919484 w 13158797"/>
              <a:gd name="connsiteY147" fmla="*/ 697404 h 9456078"/>
              <a:gd name="connsiteX148" fmla="*/ 9962542 w 13158797"/>
              <a:gd name="connsiteY148" fmla="*/ 674598 h 9456078"/>
              <a:gd name="connsiteX149" fmla="*/ 10005784 w 13158797"/>
              <a:gd name="connsiteY149" fmla="*/ 652149 h 9456078"/>
              <a:gd name="connsiteX150" fmla="*/ 10049209 w 13158797"/>
              <a:gd name="connsiteY150" fmla="*/ 630059 h 9456078"/>
              <a:gd name="connsiteX151" fmla="*/ 10092814 w 13158797"/>
              <a:gd name="connsiteY151" fmla="*/ 608328 h 9456078"/>
              <a:gd name="connsiteX152" fmla="*/ 10136597 w 13158797"/>
              <a:gd name="connsiteY152" fmla="*/ 586958 h 9456078"/>
              <a:gd name="connsiteX153" fmla="*/ 10180556 w 13158797"/>
              <a:gd name="connsiteY153" fmla="*/ 565950 h 9456078"/>
              <a:gd name="connsiteX154" fmla="*/ 10224688 w 13158797"/>
              <a:gd name="connsiteY154" fmla="*/ 545304 h 9456078"/>
              <a:gd name="connsiteX155" fmla="*/ 10268991 w 13158797"/>
              <a:gd name="connsiteY155" fmla="*/ 525023 h 9456078"/>
              <a:gd name="connsiteX156" fmla="*/ 10313463 w 13158797"/>
              <a:gd name="connsiteY156" fmla="*/ 505107 h 9456078"/>
              <a:gd name="connsiteX157" fmla="*/ 10358101 w 13158797"/>
              <a:gd name="connsiteY157" fmla="*/ 485558 h 9456078"/>
              <a:gd name="connsiteX158" fmla="*/ 10402903 w 13158797"/>
              <a:gd name="connsiteY158" fmla="*/ 466376 h 9456078"/>
              <a:gd name="connsiteX159" fmla="*/ 10447868 w 13158797"/>
              <a:gd name="connsiteY159" fmla="*/ 447563 h 9456078"/>
              <a:gd name="connsiteX160" fmla="*/ 10492991 w 13158797"/>
              <a:gd name="connsiteY160" fmla="*/ 429119 h 9456078"/>
              <a:gd name="connsiteX161" fmla="*/ 10538272 w 13158797"/>
              <a:gd name="connsiteY161" fmla="*/ 411046 h 9456078"/>
              <a:gd name="connsiteX162" fmla="*/ 10583708 w 13158797"/>
              <a:gd name="connsiteY162" fmla="*/ 393346 h 9456078"/>
              <a:gd name="connsiteX163" fmla="*/ 10629297 w 13158797"/>
              <a:gd name="connsiteY163" fmla="*/ 376018 h 9456078"/>
              <a:gd name="connsiteX164" fmla="*/ 10675036 w 13158797"/>
              <a:gd name="connsiteY164" fmla="*/ 359065 h 9456078"/>
              <a:gd name="connsiteX165" fmla="*/ 10720923 w 13158797"/>
              <a:gd name="connsiteY165" fmla="*/ 342487 h 9456078"/>
              <a:gd name="connsiteX166" fmla="*/ 10766956 w 13158797"/>
              <a:gd name="connsiteY166" fmla="*/ 326286 h 9456078"/>
              <a:gd name="connsiteX167" fmla="*/ 10813132 w 13158797"/>
              <a:gd name="connsiteY167" fmla="*/ 310462 h 9456078"/>
              <a:gd name="connsiteX168" fmla="*/ 10859450 w 13158797"/>
              <a:gd name="connsiteY168" fmla="*/ 295018 h 9456078"/>
              <a:gd name="connsiteX169" fmla="*/ 10905907 w 13158797"/>
              <a:gd name="connsiteY169" fmla="*/ 279953 h 9456078"/>
              <a:gd name="connsiteX170" fmla="*/ 10952500 w 13158797"/>
              <a:gd name="connsiteY170" fmla="*/ 265269 h 9456078"/>
              <a:gd name="connsiteX171" fmla="*/ 10999227 w 13158797"/>
              <a:gd name="connsiteY171" fmla="*/ 250968 h 9456078"/>
              <a:gd name="connsiteX172" fmla="*/ 11046087 w 13158797"/>
              <a:gd name="connsiteY172" fmla="*/ 237049 h 9456078"/>
              <a:gd name="connsiteX173" fmla="*/ 11093076 w 13158797"/>
              <a:gd name="connsiteY173" fmla="*/ 223516 h 9456078"/>
              <a:gd name="connsiteX174" fmla="*/ 11140193 w 13158797"/>
              <a:gd name="connsiteY174" fmla="*/ 210368 h 9456078"/>
              <a:gd name="connsiteX175" fmla="*/ 11187434 w 13158797"/>
              <a:gd name="connsiteY175" fmla="*/ 197606 h 9456078"/>
              <a:gd name="connsiteX176" fmla="*/ 11234799 w 13158797"/>
              <a:gd name="connsiteY176" fmla="*/ 185233 h 9456078"/>
              <a:gd name="connsiteX177" fmla="*/ 11282284 w 13158797"/>
              <a:gd name="connsiteY177" fmla="*/ 173248 h 9456078"/>
              <a:gd name="connsiteX178" fmla="*/ 11329888 w 13158797"/>
              <a:gd name="connsiteY178" fmla="*/ 161654 h 9456078"/>
              <a:gd name="connsiteX179" fmla="*/ 11377607 w 13158797"/>
              <a:gd name="connsiteY179" fmla="*/ 150451 h 9456078"/>
              <a:gd name="connsiteX180" fmla="*/ 11425440 w 13158797"/>
              <a:gd name="connsiteY180" fmla="*/ 139640 h 9456078"/>
              <a:gd name="connsiteX181" fmla="*/ 11473385 w 13158797"/>
              <a:gd name="connsiteY181" fmla="*/ 129223 h 9456078"/>
              <a:gd name="connsiteX182" fmla="*/ 11521439 w 13158797"/>
              <a:gd name="connsiteY182" fmla="*/ 119201 h 9456078"/>
              <a:gd name="connsiteX183" fmla="*/ 11569599 w 13158797"/>
              <a:gd name="connsiteY183" fmla="*/ 109574 h 9456078"/>
              <a:gd name="connsiteX184" fmla="*/ 11617864 w 13158797"/>
              <a:gd name="connsiteY184" fmla="*/ 100344 h 9456078"/>
              <a:gd name="connsiteX185" fmla="*/ 11666231 w 13158797"/>
              <a:gd name="connsiteY185" fmla="*/ 91512 h 9456078"/>
              <a:gd name="connsiteX186" fmla="*/ 11714698 w 13158797"/>
              <a:gd name="connsiteY186" fmla="*/ 83080 h 9456078"/>
              <a:gd name="connsiteX187" fmla="*/ 11763263 w 13158797"/>
              <a:gd name="connsiteY187" fmla="*/ 75047 h 9456078"/>
              <a:gd name="connsiteX188" fmla="*/ 11811923 w 13158797"/>
              <a:gd name="connsiteY188" fmla="*/ 67417 h 9456078"/>
              <a:gd name="connsiteX189" fmla="*/ 11860676 w 13158797"/>
              <a:gd name="connsiteY189" fmla="*/ 60188 h 9456078"/>
              <a:gd name="connsiteX190" fmla="*/ 11909519 w 13158797"/>
              <a:gd name="connsiteY190" fmla="*/ 53364 h 9456078"/>
              <a:gd name="connsiteX191" fmla="*/ 11958451 w 13158797"/>
              <a:gd name="connsiteY191" fmla="*/ 46944 h 9456078"/>
              <a:gd name="connsiteX192" fmla="*/ 12007470 w 13158797"/>
              <a:gd name="connsiteY192" fmla="*/ 40931 h 9456078"/>
              <a:gd name="connsiteX193" fmla="*/ 12056572 w 13158797"/>
              <a:gd name="connsiteY193" fmla="*/ 35324 h 9456078"/>
              <a:gd name="connsiteX194" fmla="*/ 12105756 w 13158797"/>
              <a:gd name="connsiteY194" fmla="*/ 30126 h 9456078"/>
              <a:gd name="connsiteX195" fmla="*/ 12155019 w 13158797"/>
              <a:gd name="connsiteY195" fmla="*/ 25337 h 9456078"/>
              <a:gd name="connsiteX196" fmla="*/ 12204359 w 13158797"/>
              <a:gd name="connsiteY196" fmla="*/ 20958 h 9456078"/>
              <a:gd name="connsiteX197" fmla="*/ 12253773 w 13158797"/>
              <a:gd name="connsiteY197" fmla="*/ 16991 h 9456078"/>
              <a:gd name="connsiteX198" fmla="*/ 12303260 w 13158797"/>
              <a:gd name="connsiteY198" fmla="*/ 13437 h 9456078"/>
              <a:gd name="connsiteX199" fmla="*/ 12352818 w 13158797"/>
              <a:gd name="connsiteY199" fmla="*/ 10297 h 9456078"/>
              <a:gd name="connsiteX200" fmla="*/ 12402443 w 13158797"/>
              <a:gd name="connsiteY200" fmla="*/ 7572 h 9456078"/>
              <a:gd name="connsiteX201" fmla="*/ 12452133 w 13158797"/>
              <a:gd name="connsiteY201" fmla="*/ 5263 h 9456078"/>
              <a:gd name="connsiteX202" fmla="*/ 12501887 w 13158797"/>
              <a:gd name="connsiteY202" fmla="*/ 3371 h 9456078"/>
              <a:gd name="connsiteX203" fmla="*/ 12551701 w 13158797"/>
              <a:gd name="connsiteY203" fmla="*/ 1898 h 9456078"/>
              <a:gd name="connsiteX204" fmla="*/ 12601574 w 13158797"/>
              <a:gd name="connsiteY204" fmla="*/ 844 h 9456078"/>
              <a:gd name="connsiteX205" fmla="*/ 12651504 w 13158797"/>
              <a:gd name="connsiteY205" fmla="*/ 211 h 9456078"/>
              <a:gd name="connsiteX206" fmla="*/ 12701487 w 13158797"/>
              <a:gd name="connsiteY206" fmla="*/ 0 h 9456078"/>
              <a:gd name="connsiteX207" fmla="*/ 13158798 w 13158797"/>
              <a:gd name="connsiteY207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98870 w 13158799"/>
              <a:gd name="connsiteY5" fmla="*/ 9447409 h 9456078"/>
              <a:gd name="connsiteX6" fmla="*/ 348429 w 13158799"/>
              <a:gd name="connsiteY6" fmla="*/ 9444290 h 9456078"/>
              <a:gd name="connsiteX7" fmla="*/ 397907 w 13158799"/>
              <a:gd name="connsiteY7" fmla="*/ 9440698 h 9456078"/>
              <a:gd name="connsiteX8" fmla="*/ 447302 w 13158799"/>
              <a:gd name="connsiteY8" fmla="*/ 9436632 h 9456078"/>
              <a:gd name="connsiteX9" fmla="*/ 496610 w 13158799"/>
              <a:gd name="connsiteY9" fmla="*/ 9432096 h 9456078"/>
              <a:gd name="connsiteX10" fmla="*/ 545829 w 13158799"/>
              <a:gd name="connsiteY10" fmla="*/ 9427089 h 9456078"/>
              <a:gd name="connsiteX11" fmla="*/ 594956 w 13158799"/>
              <a:gd name="connsiteY11" fmla="*/ 9421615 h 9456078"/>
              <a:gd name="connsiteX12" fmla="*/ 643987 w 13158799"/>
              <a:gd name="connsiteY12" fmla="*/ 9415673 h 9456078"/>
              <a:gd name="connsiteX13" fmla="*/ 692920 w 13158799"/>
              <a:gd name="connsiteY13" fmla="*/ 9409267 h 9456078"/>
              <a:gd name="connsiteX14" fmla="*/ 741751 w 13158799"/>
              <a:gd name="connsiteY14" fmla="*/ 9402396 h 9456078"/>
              <a:gd name="connsiteX15" fmla="*/ 790478 w 13158799"/>
              <a:gd name="connsiteY15" fmla="*/ 9395063 h 9456078"/>
              <a:gd name="connsiteX16" fmla="*/ 839098 w 13158799"/>
              <a:gd name="connsiteY16" fmla="*/ 9387270 h 9456078"/>
              <a:gd name="connsiteX17" fmla="*/ 887607 w 13158799"/>
              <a:gd name="connsiteY17" fmla="*/ 9379017 h 9456078"/>
              <a:gd name="connsiteX18" fmla="*/ 936002 w 13158799"/>
              <a:gd name="connsiteY18" fmla="*/ 9370306 h 9456078"/>
              <a:gd name="connsiteX19" fmla="*/ 984281 w 13158799"/>
              <a:gd name="connsiteY19" fmla="*/ 9361139 h 9456078"/>
              <a:gd name="connsiteX20" fmla="*/ 1032440 w 13158799"/>
              <a:gd name="connsiteY20" fmla="*/ 9351517 h 9456078"/>
              <a:gd name="connsiteX21" fmla="*/ 1080477 w 13158799"/>
              <a:gd name="connsiteY21" fmla="*/ 9341441 h 9456078"/>
              <a:gd name="connsiteX22" fmla="*/ 1176172 w 13158799"/>
              <a:gd name="connsiteY22" fmla="*/ 9319936 h 9456078"/>
              <a:gd name="connsiteX23" fmla="*/ 1223823 w 13158799"/>
              <a:gd name="connsiteY23" fmla="*/ 9308509 h 9456078"/>
              <a:gd name="connsiteX24" fmla="*/ 1271339 w 13158799"/>
              <a:gd name="connsiteY24" fmla="*/ 9296635 h 9456078"/>
              <a:gd name="connsiteX25" fmla="*/ 1318719 w 13158799"/>
              <a:gd name="connsiteY25" fmla="*/ 9284315 h 9456078"/>
              <a:gd name="connsiteX26" fmla="*/ 1365957 w 13158799"/>
              <a:gd name="connsiteY26" fmla="*/ 9271550 h 9456078"/>
              <a:gd name="connsiteX27" fmla="*/ 1413052 w 13158799"/>
              <a:gd name="connsiteY27" fmla="*/ 9258342 h 9456078"/>
              <a:gd name="connsiteX28" fmla="*/ 1460000 w 13158799"/>
              <a:gd name="connsiteY28" fmla="*/ 9244693 h 9456078"/>
              <a:gd name="connsiteX29" fmla="*/ 1506799 w 13158799"/>
              <a:gd name="connsiteY29" fmla="*/ 9230604 h 9456078"/>
              <a:gd name="connsiteX30" fmla="*/ 1553445 w 13158799"/>
              <a:gd name="connsiteY30" fmla="*/ 9216076 h 9456078"/>
              <a:gd name="connsiteX31" fmla="*/ 1599935 w 13158799"/>
              <a:gd name="connsiteY31" fmla="*/ 9201111 h 9456078"/>
              <a:gd name="connsiteX32" fmla="*/ 1646267 w 13158799"/>
              <a:gd name="connsiteY32" fmla="*/ 9185710 h 9456078"/>
              <a:gd name="connsiteX33" fmla="*/ 1692437 w 13158799"/>
              <a:gd name="connsiteY33" fmla="*/ 9169876 h 9456078"/>
              <a:gd name="connsiteX34" fmla="*/ 1738442 w 13158799"/>
              <a:gd name="connsiteY34" fmla="*/ 9153608 h 9456078"/>
              <a:gd name="connsiteX35" fmla="*/ 1784280 w 13158799"/>
              <a:gd name="connsiteY35" fmla="*/ 9136910 h 9456078"/>
              <a:gd name="connsiteX36" fmla="*/ 1829947 w 13158799"/>
              <a:gd name="connsiteY36" fmla="*/ 9119782 h 9456078"/>
              <a:gd name="connsiteX37" fmla="*/ 1875440 w 13158799"/>
              <a:gd name="connsiteY37" fmla="*/ 9102226 h 9456078"/>
              <a:gd name="connsiteX38" fmla="*/ 1920756 w 13158799"/>
              <a:gd name="connsiteY38" fmla="*/ 9084243 h 9456078"/>
              <a:gd name="connsiteX39" fmla="*/ 1965893 w 13158799"/>
              <a:gd name="connsiteY39" fmla="*/ 9065835 h 9456078"/>
              <a:gd name="connsiteX40" fmla="*/ 2010847 w 13158799"/>
              <a:gd name="connsiteY40" fmla="*/ 9047004 h 9456078"/>
              <a:gd name="connsiteX41" fmla="*/ 2055615 w 13158799"/>
              <a:gd name="connsiteY41" fmla="*/ 9027750 h 9456078"/>
              <a:gd name="connsiteX42" fmla="*/ 2100195 w 13158799"/>
              <a:gd name="connsiteY42" fmla="*/ 9008075 h 9456078"/>
              <a:gd name="connsiteX43" fmla="*/ 2144582 w 13158799"/>
              <a:gd name="connsiteY43" fmla="*/ 8987981 h 9456078"/>
              <a:gd name="connsiteX44" fmla="*/ 2188775 w 13158799"/>
              <a:gd name="connsiteY44" fmla="*/ 8967470 h 9456078"/>
              <a:gd name="connsiteX45" fmla="*/ 2232770 w 13158799"/>
              <a:gd name="connsiteY45" fmla="*/ 8946542 h 9456078"/>
              <a:gd name="connsiteX46" fmla="*/ 2276564 w 13158799"/>
              <a:gd name="connsiteY46" fmla="*/ 8925199 h 9456078"/>
              <a:gd name="connsiteX47" fmla="*/ 2320154 w 13158799"/>
              <a:gd name="connsiteY47" fmla="*/ 8903443 h 9456078"/>
              <a:gd name="connsiteX48" fmla="*/ 2363538 w 13158799"/>
              <a:gd name="connsiteY48" fmla="*/ 8881275 h 9456078"/>
              <a:gd name="connsiteX49" fmla="*/ 2406711 w 13158799"/>
              <a:gd name="connsiteY49" fmla="*/ 8858697 h 9456078"/>
              <a:gd name="connsiteX50" fmla="*/ 2449672 w 13158799"/>
              <a:gd name="connsiteY50" fmla="*/ 8835710 h 9456078"/>
              <a:gd name="connsiteX51" fmla="*/ 2492417 w 13158799"/>
              <a:gd name="connsiteY51" fmla="*/ 8812316 h 9456078"/>
              <a:gd name="connsiteX52" fmla="*/ 2534943 w 13158799"/>
              <a:gd name="connsiteY52" fmla="*/ 8788516 h 9456078"/>
              <a:gd name="connsiteX53" fmla="*/ 2577247 w 13158799"/>
              <a:gd name="connsiteY53" fmla="*/ 8764311 h 9456078"/>
              <a:gd name="connsiteX54" fmla="*/ 2619326 w 13158799"/>
              <a:gd name="connsiteY54" fmla="*/ 8739704 h 9456078"/>
              <a:gd name="connsiteX55" fmla="*/ 2661177 w 13158799"/>
              <a:gd name="connsiteY55" fmla="*/ 8714695 h 9456078"/>
              <a:gd name="connsiteX56" fmla="*/ 2702797 w 13158799"/>
              <a:gd name="connsiteY56" fmla="*/ 8689286 h 9456078"/>
              <a:gd name="connsiteX57" fmla="*/ 2744183 w 13158799"/>
              <a:gd name="connsiteY57" fmla="*/ 8663479 h 9456078"/>
              <a:gd name="connsiteX58" fmla="*/ 2785333 w 13158799"/>
              <a:gd name="connsiteY58" fmla="*/ 8637274 h 9456078"/>
              <a:gd name="connsiteX59" fmla="*/ 2826242 w 13158799"/>
              <a:gd name="connsiteY59" fmla="*/ 8610675 h 9456078"/>
              <a:gd name="connsiteX60" fmla="*/ 2866908 w 13158799"/>
              <a:gd name="connsiteY60" fmla="*/ 8583681 h 9456078"/>
              <a:gd name="connsiteX61" fmla="*/ 2907329 w 13158799"/>
              <a:gd name="connsiteY61" fmla="*/ 8556295 h 9456078"/>
              <a:gd name="connsiteX62" fmla="*/ 2947500 w 13158799"/>
              <a:gd name="connsiteY62" fmla="*/ 8528517 h 9456078"/>
              <a:gd name="connsiteX63" fmla="*/ 2987419 w 13158799"/>
              <a:gd name="connsiteY63" fmla="*/ 8500351 h 9456078"/>
              <a:gd name="connsiteX64" fmla="*/ 3027083 w 13158799"/>
              <a:gd name="connsiteY64" fmla="*/ 8471796 h 9456078"/>
              <a:gd name="connsiteX65" fmla="*/ 3066489 w 13158799"/>
              <a:gd name="connsiteY65" fmla="*/ 8442854 h 9456078"/>
              <a:gd name="connsiteX66" fmla="*/ 3105634 w 13158799"/>
              <a:gd name="connsiteY66" fmla="*/ 8413528 h 9456078"/>
              <a:gd name="connsiteX67" fmla="*/ 3144515 w 13158799"/>
              <a:gd name="connsiteY67" fmla="*/ 8383818 h 9456078"/>
              <a:gd name="connsiteX68" fmla="*/ 3183129 w 13158799"/>
              <a:gd name="connsiteY68" fmla="*/ 8353726 h 9456078"/>
              <a:gd name="connsiteX69" fmla="*/ 3221473 w 13158799"/>
              <a:gd name="connsiteY69" fmla="*/ 8323253 h 9456078"/>
              <a:gd name="connsiteX70" fmla="*/ 3259544 w 13158799"/>
              <a:gd name="connsiteY70" fmla="*/ 8292401 h 9456078"/>
              <a:gd name="connsiteX71" fmla="*/ 3297339 w 13158799"/>
              <a:gd name="connsiteY71" fmla="*/ 8261172 h 9456078"/>
              <a:gd name="connsiteX72" fmla="*/ 3334854 w 13158799"/>
              <a:gd name="connsiteY72" fmla="*/ 8229566 h 9456078"/>
              <a:gd name="connsiteX73" fmla="*/ 3372087 w 13158799"/>
              <a:gd name="connsiteY73" fmla="*/ 8197585 h 9456078"/>
              <a:gd name="connsiteX74" fmla="*/ 3409035 w 13158799"/>
              <a:gd name="connsiteY74" fmla="*/ 8165232 h 9456078"/>
              <a:gd name="connsiteX75" fmla="*/ 3445695 w 13158799"/>
              <a:gd name="connsiteY75" fmla="*/ 8132507 h 9456078"/>
              <a:gd name="connsiteX76" fmla="*/ 3482064 w 13158799"/>
              <a:gd name="connsiteY76" fmla="*/ 8099411 h 9456078"/>
              <a:gd name="connsiteX77" fmla="*/ 3518139 w 13158799"/>
              <a:gd name="connsiteY77" fmla="*/ 8065947 h 9456078"/>
              <a:gd name="connsiteX78" fmla="*/ 3553916 w 13158799"/>
              <a:gd name="connsiteY78" fmla="*/ 8032115 h 9456078"/>
              <a:gd name="connsiteX79" fmla="*/ 3589393 w 13158799"/>
              <a:gd name="connsiteY79" fmla="*/ 7997918 h 9456078"/>
              <a:gd name="connsiteX80" fmla="*/ 3624567 w 13158799"/>
              <a:gd name="connsiteY80" fmla="*/ 7963356 h 9456078"/>
              <a:gd name="connsiteX81" fmla="*/ 3659435 w 13158799"/>
              <a:gd name="connsiteY81" fmla="*/ 7928432 h 9456078"/>
              <a:gd name="connsiteX82" fmla="*/ 3693994 w 13158799"/>
              <a:gd name="connsiteY82" fmla="*/ 7893146 h 9456078"/>
              <a:gd name="connsiteX83" fmla="*/ 3728240 w 13158799"/>
              <a:gd name="connsiteY83" fmla="*/ 7857501 h 9456078"/>
              <a:gd name="connsiteX84" fmla="*/ 3762171 w 13158799"/>
              <a:gd name="connsiteY84" fmla="*/ 7821497 h 9456078"/>
              <a:gd name="connsiteX85" fmla="*/ 3795783 w 13158799"/>
              <a:gd name="connsiteY85" fmla="*/ 7785136 h 9456078"/>
              <a:gd name="connsiteX86" fmla="*/ 3829075 w 13158799"/>
              <a:gd name="connsiteY86" fmla="*/ 7748420 h 9456078"/>
              <a:gd name="connsiteX87" fmla="*/ 3862042 w 13158799"/>
              <a:gd name="connsiteY87" fmla="*/ 7711350 h 9456078"/>
              <a:gd name="connsiteX88" fmla="*/ 3894682 w 13158799"/>
              <a:gd name="connsiteY88" fmla="*/ 7673928 h 9456078"/>
              <a:gd name="connsiteX89" fmla="*/ 3926991 w 13158799"/>
              <a:gd name="connsiteY89" fmla="*/ 7636155 h 9456078"/>
              <a:gd name="connsiteX90" fmla="*/ 3958967 w 13158799"/>
              <a:gd name="connsiteY90" fmla="*/ 7598032 h 9456078"/>
              <a:gd name="connsiteX91" fmla="*/ 3990607 w 13158799"/>
              <a:gd name="connsiteY91" fmla="*/ 7559561 h 9456078"/>
              <a:gd name="connsiteX92" fmla="*/ 4021907 w 13158799"/>
              <a:gd name="connsiteY92" fmla="*/ 7520744 h 9456078"/>
              <a:gd name="connsiteX93" fmla="*/ 4052865 w 13158799"/>
              <a:gd name="connsiteY93" fmla="*/ 7481582 h 9456078"/>
              <a:gd name="connsiteX94" fmla="*/ 4083478 w 13158799"/>
              <a:gd name="connsiteY94" fmla="*/ 7442077 h 9456078"/>
              <a:gd name="connsiteX95" fmla="*/ 8022311 w 13158799"/>
              <a:gd name="connsiteY95" fmla="*/ 2307814 h 9456078"/>
              <a:gd name="connsiteX96" fmla="*/ 8052902 w 13158799"/>
              <a:gd name="connsiteY96" fmla="*/ 2268285 h 9456078"/>
              <a:gd name="connsiteX97" fmla="*/ 8083796 w 13158799"/>
              <a:gd name="connsiteY97" fmla="*/ 2229056 h 9456078"/>
              <a:gd name="connsiteX98" fmla="*/ 8114989 w 13158799"/>
              <a:gd name="connsiteY98" fmla="*/ 2190127 h 9456078"/>
              <a:gd name="connsiteX99" fmla="*/ 8146479 w 13158799"/>
              <a:gd name="connsiteY99" fmla="*/ 2151500 h 9456078"/>
              <a:gd name="connsiteX100" fmla="*/ 8178264 w 13158799"/>
              <a:gd name="connsiteY100" fmla="*/ 2113176 h 9456078"/>
              <a:gd name="connsiteX101" fmla="*/ 8210341 w 13158799"/>
              <a:gd name="connsiteY101" fmla="*/ 2075157 h 9456078"/>
              <a:gd name="connsiteX102" fmla="*/ 8242709 w 13158799"/>
              <a:gd name="connsiteY102" fmla="*/ 2037442 h 9456078"/>
              <a:gd name="connsiteX103" fmla="*/ 8275365 w 13158799"/>
              <a:gd name="connsiteY103" fmla="*/ 2000034 h 9456078"/>
              <a:gd name="connsiteX104" fmla="*/ 8308307 w 13158799"/>
              <a:gd name="connsiteY104" fmla="*/ 1962934 h 9456078"/>
              <a:gd name="connsiteX105" fmla="*/ 8341532 w 13158799"/>
              <a:gd name="connsiteY105" fmla="*/ 1926142 h 9456078"/>
              <a:gd name="connsiteX106" fmla="*/ 8375038 w 13158799"/>
              <a:gd name="connsiteY106" fmla="*/ 1889660 h 9456078"/>
              <a:gd name="connsiteX107" fmla="*/ 8408823 w 13158799"/>
              <a:gd name="connsiteY107" fmla="*/ 1853489 h 9456078"/>
              <a:gd name="connsiteX108" fmla="*/ 8442885 w 13158799"/>
              <a:gd name="connsiteY108" fmla="*/ 1817630 h 9456078"/>
              <a:gd name="connsiteX109" fmla="*/ 8477221 w 13158799"/>
              <a:gd name="connsiteY109" fmla="*/ 1782084 h 9456078"/>
              <a:gd name="connsiteX110" fmla="*/ 8511829 w 13158799"/>
              <a:gd name="connsiteY110" fmla="*/ 1746853 h 9456078"/>
              <a:gd name="connsiteX111" fmla="*/ 8546706 w 13158799"/>
              <a:gd name="connsiteY111" fmla="*/ 1711937 h 9456078"/>
              <a:gd name="connsiteX112" fmla="*/ 8581851 w 13158799"/>
              <a:gd name="connsiteY112" fmla="*/ 1677337 h 9456078"/>
              <a:gd name="connsiteX113" fmla="*/ 8617261 w 13158799"/>
              <a:gd name="connsiteY113" fmla="*/ 1643056 h 9456078"/>
              <a:gd name="connsiteX114" fmla="*/ 8652934 w 13158799"/>
              <a:gd name="connsiteY114" fmla="*/ 1609093 h 9456078"/>
              <a:gd name="connsiteX115" fmla="*/ 8688867 w 13158799"/>
              <a:gd name="connsiteY115" fmla="*/ 1575450 h 9456078"/>
              <a:gd name="connsiteX116" fmla="*/ 8725058 w 13158799"/>
              <a:gd name="connsiteY116" fmla="*/ 1542128 h 9456078"/>
              <a:gd name="connsiteX117" fmla="*/ 8761506 w 13158799"/>
              <a:gd name="connsiteY117" fmla="*/ 1509129 h 9456078"/>
              <a:gd name="connsiteX118" fmla="*/ 8798207 w 13158799"/>
              <a:gd name="connsiteY118" fmla="*/ 1476452 h 9456078"/>
              <a:gd name="connsiteX119" fmla="*/ 8835159 w 13158799"/>
              <a:gd name="connsiteY119" fmla="*/ 1444101 h 9456078"/>
              <a:gd name="connsiteX120" fmla="*/ 8872360 w 13158799"/>
              <a:gd name="connsiteY120" fmla="*/ 1412075 h 9456078"/>
              <a:gd name="connsiteX121" fmla="*/ 8909808 w 13158799"/>
              <a:gd name="connsiteY121" fmla="*/ 1380375 h 9456078"/>
              <a:gd name="connsiteX122" fmla="*/ 8947501 w 13158799"/>
              <a:gd name="connsiteY122" fmla="*/ 1349004 h 9456078"/>
              <a:gd name="connsiteX123" fmla="*/ 8985435 w 13158799"/>
              <a:gd name="connsiteY123" fmla="*/ 1317962 h 9456078"/>
              <a:gd name="connsiteX124" fmla="*/ 9023610 w 13158799"/>
              <a:gd name="connsiteY124" fmla="*/ 1287250 h 9456078"/>
              <a:gd name="connsiteX125" fmla="*/ 9062022 w 13158799"/>
              <a:gd name="connsiteY125" fmla="*/ 1256869 h 9456078"/>
              <a:gd name="connsiteX126" fmla="*/ 9100669 w 13158799"/>
              <a:gd name="connsiteY126" fmla="*/ 1226820 h 9456078"/>
              <a:gd name="connsiteX127" fmla="*/ 9139549 w 13158799"/>
              <a:gd name="connsiteY127" fmla="*/ 1197105 h 9456078"/>
              <a:gd name="connsiteX128" fmla="*/ 9178660 w 13158799"/>
              <a:gd name="connsiteY128" fmla="*/ 1167725 h 9456078"/>
              <a:gd name="connsiteX129" fmla="*/ 9217999 w 13158799"/>
              <a:gd name="connsiteY129" fmla="*/ 1138681 h 9456078"/>
              <a:gd name="connsiteX130" fmla="*/ 9257564 w 13158799"/>
              <a:gd name="connsiteY130" fmla="*/ 1109974 h 9456078"/>
              <a:gd name="connsiteX131" fmla="*/ 9297353 w 13158799"/>
              <a:gd name="connsiteY131" fmla="*/ 1081604 h 9456078"/>
              <a:gd name="connsiteX132" fmla="*/ 9337364 w 13158799"/>
              <a:gd name="connsiteY132" fmla="*/ 1053574 h 9456078"/>
              <a:gd name="connsiteX133" fmla="*/ 9377594 w 13158799"/>
              <a:gd name="connsiteY133" fmla="*/ 1025884 h 9456078"/>
              <a:gd name="connsiteX134" fmla="*/ 9418040 w 13158799"/>
              <a:gd name="connsiteY134" fmla="*/ 998536 h 9456078"/>
              <a:gd name="connsiteX135" fmla="*/ 9458702 w 13158799"/>
              <a:gd name="connsiteY135" fmla="*/ 971530 h 9456078"/>
              <a:gd name="connsiteX136" fmla="*/ 9499575 w 13158799"/>
              <a:gd name="connsiteY136" fmla="*/ 944868 h 9456078"/>
              <a:gd name="connsiteX137" fmla="*/ 9540659 w 13158799"/>
              <a:gd name="connsiteY137" fmla="*/ 918551 h 9456078"/>
              <a:gd name="connsiteX138" fmla="*/ 9581950 w 13158799"/>
              <a:gd name="connsiteY138" fmla="*/ 892580 h 9456078"/>
              <a:gd name="connsiteX139" fmla="*/ 9623447 w 13158799"/>
              <a:gd name="connsiteY139" fmla="*/ 866956 h 9456078"/>
              <a:gd name="connsiteX140" fmla="*/ 9665147 w 13158799"/>
              <a:gd name="connsiteY140" fmla="*/ 841681 h 9456078"/>
              <a:gd name="connsiteX141" fmla="*/ 9707048 w 13158799"/>
              <a:gd name="connsiteY141" fmla="*/ 816754 h 9456078"/>
              <a:gd name="connsiteX142" fmla="*/ 9749147 w 13158799"/>
              <a:gd name="connsiteY142" fmla="*/ 792179 h 9456078"/>
              <a:gd name="connsiteX143" fmla="*/ 9791443 w 13158799"/>
              <a:gd name="connsiteY143" fmla="*/ 767955 h 9456078"/>
              <a:gd name="connsiteX144" fmla="*/ 9833932 w 13158799"/>
              <a:gd name="connsiteY144" fmla="*/ 744083 h 9456078"/>
              <a:gd name="connsiteX145" fmla="*/ 9876613 w 13158799"/>
              <a:gd name="connsiteY145" fmla="*/ 720566 h 9456078"/>
              <a:gd name="connsiteX146" fmla="*/ 9919484 w 13158799"/>
              <a:gd name="connsiteY146" fmla="*/ 697404 h 9456078"/>
              <a:gd name="connsiteX147" fmla="*/ 9962542 w 13158799"/>
              <a:gd name="connsiteY147" fmla="*/ 674598 h 9456078"/>
              <a:gd name="connsiteX148" fmla="*/ 10005784 w 13158799"/>
              <a:gd name="connsiteY148" fmla="*/ 652149 h 9456078"/>
              <a:gd name="connsiteX149" fmla="*/ 10049209 w 13158799"/>
              <a:gd name="connsiteY149" fmla="*/ 630059 h 9456078"/>
              <a:gd name="connsiteX150" fmla="*/ 10092814 w 13158799"/>
              <a:gd name="connsiteY150" fmla="*/ 608328 h 9456078"/>
              <a:gd name="connsiteX151" fmla="*/ 10136597 w 13158799"/>
              <a:gd name="connsiteY151" fmla="*/ 586958 h 9456078"/>
              <a:gd name="connsiteX152" fmla="*/ 10180556 w 13158799"/>
              <a:gd name="connsiteY152" fmla="*/ 565950 h 9456078"/>
              <a:gd name="connsiteX153" fmla="*/ 10224688 w 13158799"/>
              <a:gd name="connsiteY153" fmla="*/ 545304 h 9456078"/>
              <a:gd name="connsiteX154" fmla="*/ 10268991 w 13158799"/>
              <a:gd name="connsiteY154" fmla="*/ 525023 h 9456078"/>
              <a:gd name="connsiteX155" fmla="*/ 10313463 w 13158799"/>
              <a:gd name="connsiteY155" fmla="*/ 505107 h 9456078"/>
              <a:gd name="connsiteX156" fmla="*/ 10358101 w 13158799"/>
              <a:gd name="connsiteY156" fmla="*/ 485558 h 9456078"/>
              <a:gd name="connsiteX157" fmla="*/ 10402903 w 13158799"/>
              <a:gd name="connsiteY157" fmla="*/ 466376 h 9456078"/>
              <a:gd name="connsiteX158" fmla="*/ 10447868 w 13158799"/>
              <a:gd name="connsiteY158" fmla="*/ 447563 h 9456078"/>
              <a:gd name="connsiteX159" fmla="*/ 10492991 w 13158799"/>
              <a:gd name="connsiteY159" fmla="*/ 429119 h 9456078"/>
              <a:gd name="connsiteX160" fmla="*/ 10538272 w 13158799"/>
              <a:gd name="connsiteY160" fmla="*/ 411046 h 9456078"/>
              <a:gd name="connsiteX161" fmla="*/ 10583708 w 13158799"/>
              <a:gd name="connsiteY161" fmla="*/ 393346 h 9456078"/>
              <a:gd name="connsiteX162" fmla="*/ 10629297 w 13158799"/>
              <a:gd name="connsiteY162" fmla="*/ 376018 h 9456078"/>
              <a:gd name="connsiteX163" fmla="*/ 10675036 w 13158799"/>
              <a:gd name="connsiteY163" fmla="*/ 359065 h 9456078"/>
              <a:gd name="connsiteX164" fmla="*/ 10720923 w 13158799"/>
              <a:gd name="connsiteY164" fmla="*/ 342487 h 9456078"/>
              <a:gd name="connsiteX165" fmla="*/ 10766956 w 13158799"/>
              <a:gd name="connsiteY165" fmla="*/ 326286 h 9456078"/>
              <a:gd name="connsiteX166" fmla="*/ 10813132 w 13158799"/>
              <a:gd name="connsiteY166" fmla="*/ 310462 h 9456078"/>
              <a:gd name="connsiteX167" fmla="*/ 10859450 w 13158799"/>
              <a:gd name="connsiteY167" fmla="*/ 295018 h 9456078"/>
              <a:gd name="connsiteX168" fmla="*/ 10905907 w 13158799"/>
              <a:gd name="connsiteY168" fmla="*/ 279953 h 9456078"/>
              <a:gd name="connsiteX169" fmla="*/ 10952500 w 13158799"/>
              <a:gd name="connsiteY169" fmla="*/ 265269 h 9456078"/>
              <a:gd name="connsiteX170" fmla="*/ 10999227 w 13158799"/>
              <a:gd name="connsiteY170" fmla="*/ 250968 h 9456078"/>
              <a:gd name="connsiteX171" fmla="*/ 11046087 w 13158799"/>
              <a:gd name="connsiteY171" fmla="*/ 237049 h 9456078"/>
              <a:gd name="connsiteX172" fmla="*/ 11093076 w 13158799"/>
              <a:gd name="connsiteY172" fmla="*/ 223516 h 9456078"/>
              <a:gd name="connsiteX173" fmla="*/ 11140193 w 13158799"/>
              <a:gd name="connsiteY173" fmla="*/ 210368 h 9456078"/>
              <a:gd name="connsiteX174" fmla="*/ 11187434 w 13158799"/>
              <a:gd name="connsiteY174" fmla="*/ 197606 h 9456078"/>
              <a:gd name="connsiteX175" fmla="*/ 11234799 w 13158799"/>
              <a:gd name="connsiteY175" fmla="*/ 185233 h 9456078"/>
              <a:gd name="connsiteX176" fmla="*/ 11282284 w 13158799"/>
              <a:gd name="connsiteY176" fmla="*/ 173248 h 9456078"/>
              <a:gd name="connsiteX177" fmla="*/ 11329888 w 13158799"/>
              <a:gd name="connsiteY177" fmla="*/ 161654 h 9456078"/>
              <a:gd name="connsiteX178" fmla="*/ 11377607 w 13158799"/>
              <a:gd name="connsiteY178" fmla="*/ 150451 h 9456078"/>
              <a:gd name="connsiteX179" fmla="*/ 11425440 w 13158799"/>
              <a:gd name="connsiteY179" fmla="*/ 139640 h 9456078"/>
              <a:gd name="connsiteX180" fmla="*/ 11473385 w 13158799"/>
              <a:gd name="connsiteY180" fmla="*/ 129223 h 9456078"/>
              <a:gd name="connsiteX181" fmla="*/ 11521439 w 13158799"/>
              <a:gd name="connsiteY181" fmla="*/ 119201 h 9456078"/>
              <a:gd name="connsiteX182" fmla="*/ 11569599 w 13158799"/>
              <a:gd name="connsiteY182" fmla="*/ 109574 h 9456078"/>
              <a:gd name="connsiteX183" fmla="*/ 11617864 w 13158799"/>
              <a:gd name="connsiteY183" fmla="*/ 100344 h 9456078"/>
              <a:gd name="connsiteX184" fmla="*/ 11666231 w 13158799"/>
              <a:gd name="connsiteY184" fmla="*/ 91512 h 9456078"/>
              <a:gd name="connsiteX185" fmla="*/ 11714698 w 13158799"/>
              <a:gd name="connsiteY185" fmla="*/ 83080 h 9456078"/>
              <a:gd name="connsiteX186" fmla="*/ 11763263 w 13158799"/>
              <a:gd name="connsiteY186" fmla="*/ 75047 h 9456078"/>
              <a:gd name="connsiteX187" fmla="*/ 11811923 w 13158799"/>
              <a:gd name="connsiteY187" fmla="*/ 67417 h 9456078"/>
              <a:gd name="connsiteX188" fmla="*/ 11860676 w 13158799"/>
              <a:gd name="connsiteY188" fmla="*/ 60188 h 9456078"/>
              <a:gd name="connsiteX189" fmla="*/ 11909519 w 13158799"/>
              <a:gd name="connsiteY189" fmla="*/ 53364 h 9456078"/>
              <a:gd name="connsiteX190" fmla="*/ 11958451 w 13158799"/>
              <a:gd name="connsiteY190" fmla="*/ 46944 h 9456078"/>
              <a:gd name="connsiteX191" fmla="*/ 12007470 w 13158799"/>
              <a:gd name="connsiteY191" fmla="*/ 40931 h 9456078"/>
              <a:gd name="connsiteX192" fmla="*/ 12056572 w 13158799"/>
              <a:gd name="connsiteY192" fmla="*/ 35324 h 9456078"/>
              <a:gd name="connsiteX193" fmla="*/ 12105756 w 13158799"/>
              <a:gd name="connsiteY193" fmla="*/ 30126 h 9456078"/>
              <a:gd name="connsiteX194" fmla="*/ 12155019 w 13158799"/>
              <a:gd name="connsiteY194" fmla="*/ 25337 h 9456078"/>
              <a:gd name="connsiteX195" fmla="*/ 12204359 w 13158799"/>
              <a:gd name="connsiteY195" fmla="*/ 20958 h 9456078"/>
              <a:gd name="connsiteX196" fmla="*/ 12253773 w 13158799"/>
              <a:gd name="connsiteY196" fmla="*/ 16991 h 9456078"/>
              <a:gd name="connsiteX197" fmla="*/ 12303260 w 13158799"/>
              <a:gd name="connsiteY197" fmla="*/ 13437 h 9456078"/>
              <a:gd name="connsiteX198" fmla="*/ 12352818 w 13158799"/>
              <a:gd name="connsiteY198" fmla="*/ 10297 h 9456078"/>
              <a:gd name="connsiteX199" fmla="*/ 12402443 w 13158799"/>
              <a:gd name="connsiteY199" fmla="*/ 7572 h 9456078"/>
              <a:gd name="connsiteX200" fmla="*/ 12452133 w 13158799"/>
              <a:gd name="connsiteY200" fmla="*/ 5263 h 9456078"/>
              <a:gd name="connsiteX201" fmla="*/ 12501887 w 13158799"/>
              <a:gd name="connsiteY201" fmla="*/ 3371 h 9456078"/>
              <a:gd name="connsiteX202" fmla="*/ 12551701 w 13158799"/>
              <a:gd name="connsiteY202" fmla="*/ 1898 h 9456078"/>
              <a:gd name="connsiteX203" fmla="*/ 12601574 w 13158799"/>
              <a:gd name="connsiteY203" fmla="*/ 844 h 9456078"/>
              <a:gd name="connsiteX204" fmla="*/ 12651504 w 13158799"/>
              <a:gd name="connsiteY204" fmla="*/ 211 h 9456078"/>
              <a:gd name="connsiteX205" fmla="*/ 12701487 w 13158799"/>
              <a:gd name="connsiteY205" fmla="*/ 0 h 9456078"/>
              <a:gd name="connsiteX206" fmla="*/ 13158798 w 13158799"/>
              <a:gd name="connsiteY206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76172 w 13158797"/>
              <a:gd name="connsiteY22" fmla="*/ 9319936 h 9456078"/>
              <a:gd name="connsiteX23" fmla="*/ 1223823 w 13158797"/>
              <a:gd name="connsiteY23" fmla="*/ 9308509 h 9456078"/>
              <a:gd name="connsiteX24" fmla="*/ 1271339 w 13158797"/>
              <a:gd name="connsiteY24" fmla="*/ 9296635 h 9456078"/>
              <a:gd name="connsiteX25" fmla="*/ 1318719 w 13158797"/>
              <a:gd name="connsiteY25" fmla="*/ 9284315 h 9456078"/>
              <a:gd name="connsiteX26" fmla="*/ 1365957 w 13158797"/>
              <a:gd name="connsiteY26" fmla="*/ 9271550 h 9456078"/>
              <a:gd name="connsiteX27" fmla="*/ 1413052 w 13158797"/>
              <a:gd name="connsiteY27" fmla="*/ 9258342 h 9456078"/>
              <a:gd name="connsiteX28" fmla="*/ 1460000 w 13158797"/>
              <a:gd name="connsiteY28" fmla="*/ 9244693 h 9456078"/>
              <a:gd name="connsiteX29" fmla="*/ 1506799 w 13158797"/>
              <a:gd name="connsiteY29" fmla="*/ 9230604 h 9456078"/>
              <a:gd name="connsiteX30" fmla="*/ 1553445 w 13158797"/>
              <a:gd name="connsiteY30" fmla="*/ 9216076 h 9456078"/>
              <a:gd name="connsiteX31" fmla="*/ 1599935 w 13158797"/>
              <a:gd name="connsiteY31" fmla="*/ 9201111 h 9456078"/>
              <a:gd name="connsiteX32" fmla="*/ 1646267 w 13158797"/>
              <a:gd name="connsiteY32" fmla="*/ 9185710 h 9456078"/>
              <a:gd name="connsiteX33" fmla="*/ 1692437 w 13158797"/>
              <a:gd name="connsiteY33" fmla="*/ 9169876 h 9456078"/>
              <a:gd name="connsiteX34" fmla="*/ 1738442 w 13158797"/>
              <a:gd name="connsiteY34" fmla="*/ 9153608 h 9456078"/>
              <a:gd name="connsiteX35" fmla="*/ 1784280 w 13158797"/>
              <a:gd name="connsiteY35" fmla="*/ 9136910 h 9456078"/>
              <a:gd name="connsiteX36" fmla="*/ 1829947 w 13158797"/>
              <a:gd name="connsiteY36" fmla="*/ 9119782 h 9456078"/>
              <a:gd name="connsiteX37" fmla="*/ 1875440 w 13158797"/>
              <a:gd name="connsiteY37" fmla="*/ 9102226 h 9456078"/>
              <a:gd name="connsiteX38" fmla="*/ 1920756 w 13158797"/>
              <a:gd name="connsiteY38" fmla="*/ 9084243 h 9456078"/>
              <a:gd name="connsiteX39" fmla="*/ 1965893 w 13158797"/>
              <a:gd name="connsiteY39" fmla="*/ 9065835 h 9456078"/>
              <a:gd name="connsiteX40" fmla="*/ 2055615 w 13158797"/>
              <a:gd name="connsiteY40" fmla="*/ 9027750 h 9456078"/>
              <a:gd name="connsiteX41" fmla="*/ 2100195 w 13158797"/>
              <a:gd name="connsiteY41" fmla="*/ 9008075 h 9456078"/>
              <a:gd name="connsiteX42" fmla="*/ 2144582 w 13158797"/>
              <a:gd name="connsiteY42" fmla="*/ 8987981 h 9456078"/>
              <a:gd name="connsiteX43" fmla="*/ 2188775 w 13158797"/>
              <a:gd name="connsiteY43" fmla="*/ 8967470 h 9456078"/>
              <a:gd name="connsiteX44" fmla="*/ 2232770 w 13158797"/>
              <a:gd name="connsiteY44" fmla="*/ 8946542 h 9456078"/>
              <a:gd name="connsiteX45" fmla="*/ 2276564 w 13158797"/>
              <a:gd name="connsiteY45" fmla="*/ 8925199 h 9456078"/>
              <a:gd name="connsiteX46" fmla="*/ 2320154 w 13158797"/>
              <a:gd name="connsiteY46" fmla="*/ 8903443 h 9456078"/>
              <a:gd name="connsiteX47" fmla="*/ 2363538 w 13158797"/>
              <a:gd name="connsiteY47" fmla="*/ 8881275 h 9456078"/>
              <a:gd name="connsiteX48" fmla="*/ 2406711 w 13158797"/>
              <a:gd name="connsiteY48" fmla="*/ 8858697 h 9456078"/>
              <a:gd name="connsiteX49" fmla="*/ 2449672 w 13158797"/>
              <a:gd name="connsiteY49" fmla="*/ 8835710 h 9456078"/>
              <a:gd name="connsiteX50" fmla="*/ 2492417 w 13158797"/>
              <a:gd name="connsiteY50" fmla="*/ 8812316 h 9456078"/>
              <a:gd name="connsiteX51" fmla="*/ 2534943 w 13158797"/>
              <a:gd name="connsiteY51" fmla="*/ 8788516 h 9456078"/>
              <a:gd name="connsiteX52" fmla="*/ 2577247 w 13158797"/>
              <a:gd name="connsiteY52" fmla="*/ 8764311 h 9456078"/>
              <a:gd name="connsiteX53" fmla="*/ 2619326 w 13158797"/>
              <a:gd name="connsiteY53" fmla="*/ 8739704 h 9456078"/>
              <a:gd name="connsiteX54" fmla="*/ 2661177 w 13158797"/>
              <a:gd name="connsiteY54" fmla="*/ 8714695 h 9456078"/>
              <a:gd name="connsiteX55" fmla="*/ 2702797 w 13158797"/>
              <a:gd name="connsiteY55" fmla="*/ 8689286 h 9456078"/>
              <a:gd name="connsiteX56" fmla="*/ 2744183 w 13158797"/>
              <a:gd name="connsiteY56" fmla="*/ 8663479 h 9456078"/>
              <a:gd name="connsiteX57" fmla="*/ 2785333 w 13158797"/>
              <a:gd name="connsiteY57" fmla="*/ 8637274 h 9456078"/>
              <a:gd name="connsiteX58" fmla="*/ 2826242 w 13158797"/>
              <a:gd name="connsiteY58" fmla="*/ 8610675 h 9456078"/>
              <a:gd name="connsiteX59" fmla="*/ 2866908 w 13158797"/>
              <a:gd name="connsiteY59" fmla="*/ 8583681 h 9456078"/>
              <a:gd name="connsiteX60" fmla="*/ 2907329 w 13158797"/>
              <a:gd name="connsiteY60" fmla="*/ 8556295 h 9456078"/>
              <a:gd name="connsiteX61" fmla="*/ 2947500 w 13158797"/>
              <a:gd name="connsiteY61" fmla="*/ 8528517 h 9456078"/>
              <a:gd name="connsiteX62" fmla="*/ 2987419 w 13158797"/>
              <a:gd name="connsiteY62" fmla="*/ 8500351 h 9456078"/>
              <a:gd name="connsiteX63" fmla="*/ 3027083 w 13158797"/>
              <a:gd name="connsiteY63" fmla="*/ 8471796 h 9456078"/>
              <a:gd name="connsiteX64" fmla="*/ 3066489 w 13158797"/>
              <a:gd name="connsiteY64" fmla="*/ 8442854 h 9456078"/>
              <a:gd name="connsiteX65" fmla="*/ 3105634 w 13158797"/>
              <a:gd name="connsiteY65" fmla="*/ 8413528 h 9456078"/>
              <a:gd name="connsiteX66" fmla="*/ 3144515 w 13158797"/>
              <a:gd name="connsiteY66" fmla="*/ 8383818 h 9456078"/>
              <a:gd name="connsiteX67" fmla="*/ 3183129 w 13158797"/>
              <a:gd name="connsiteY67" fmla="*/ 8353726 h 9456078"/>
              <a:gd name="connsiteX68" fmla="*/ 3221473 w 13158797"/>
              <a:gd name="connsiteY68" fmla="*/ 8323253 h 9456078"/>
              <a:gd name="connsiteX69" fmla="*/ 3259544 w 13158797"/>
              <a:gd name="connsiteY69" fmla="*/ 8292401 h 9456078"/>
              <a:gd name="connsiteX70" fmla="*/ 3297339 w 13158797"/>
              <a:gd name="connsiteY70" fmla="*/ 8261172 h 9456078"/>
              <a:gd name="connsiteX71" fmla="*/ 3334854 w 13158797"/>
              <a:gd name="connsiteY71" fmla="*/ 8229566 h 9456078"/>
              <a:gd name="connsiteX72" fmla="*/ 3372087 w 13158797"/>
              <a:gd name="connsiteY72" fmla="*/ 8197585 h 9456078"/>
              <a:gd name="connsiteX73" fmla="*/ 3409035 w 13158797"/>
              <a:gd name="connsiteY73" fmla="*/ 8165232 h 9456078"/>
              <a:gd name="connsiteX74" fmla="*/ 3445695 w 13158797"/>
              <a:gd name="connsiteY74" fmla="*/ 8132507 h 9456078"/>
              <a:gd name="connsiteX75" fmla="*/ 3482064 w 13158797"/>
              <a:gd name="connsiteY75" fmla="*/ 8099411 h 9456078"/>
              <a:gd name="connsiteX76" fmla="*/ 3518139 w 13158797"/>
              <a:gd name="connsiteY76" fmla="*/ 8065947 h 9456078"/>
              <a:gd name="connsiteX77" fmla="*/ 3553916 w 13158797"/>
              <a:gd name="connsiteY77" fmla="*/ 8032115 h 9456078"/>
              <a:gd name="connsiteX78" fmla="*/ 3589393 w 13158797"/>
              <a:gd name="connsiteY78" fmla="*/ 7997918 h 9456078"/>
              <a:gd name="connsiteX79" fmla="*/ 3624567 w 13158797"/>
              <a:gd name="connsiteY79" fmla="*/ 7963356 h 9456078"/>
              <a:gd name="connsiteX80" fmla="*/ 3659435 w 13158797"/>
              <a:gd name="connsiteY80" fmla="*/ 7928432 h 9456078"/>
              <a:gd name="connsiteX81" fmla="*/ 3693994 w 13158797"/>
              <a:gd name="connsiteY81" fmla="*/ 7893146 h 9456078"/>
              <a:gd name="connsiteX82" fmla="*/ 3728240 w 13158797"/>
              <a:gd name="connsiteY82" fmla="*/ 7857501 h 9456078"/>
              <a:gd name="connsiteX83" fmla="*/ 3762171 w 13158797"/>
              <a:gd name="connsiteY83" fmla="*/ 7821497 h 9456078"/>
              <a:gd name="connsiteX84" fmla="*/ 3795783 w 13158797"/>
              <a:gd name="connsiteY84" fmla="*/ 7785136 h 9456078"/>
              <a:gd name="connsiteX85" fmla="*/ 3829075 w 13158797"/>
              <a:gd name="connsiteY85" fmla="*/ 7748420 h 9456078"/>
              <a:gd name="connsiteX86" fmla="*/ 3862042 w 13158797"/>
              <a:gd name="connsiteY86" fmla="*/ 7711350 h 9456078"/>
              <a:gd name="connsiteX87" fmla="*/ 3894682 w 13158797"/>
              <a:gd name="connsiteY87" fmla="*/ 7673928 h 9456078"/>
              <a:gd name="connsiteX88" fmla="*/ 3926991 w 13158797"/>
              <a:gd name="connsiteY88" fmla="*/ 7636155 h 9456078"/>
              <a:gd name="connsiteX89" fmla="*/ 3958967 w 13158797"/>
              <a:gd name="connsiteY89" fmla="*/ 7598032 h 9456078"/>
              <a:gd name="connsiteX90" fmla="*/ 3990607 w 13158797"/>
              <a:gd name="connsiteY90" fmla="*/ 7559561 h 9456078"/>
              <a:gd name="connsiteX91" fmla="*/ 4021907 w 13158797"/>
              <a:gd name="connsiteY91" fmla="*/ 7520744 h 9456078"/>
              <a:gd name="connsiteX92" fmla="*/ 4052865 w 13158797"/>
              <a:gd name="connsiteY92" fmla="*/ 7481582 h 9456078"/>
              <a:gd name="connsiteX93" fmla="*/ 4083478 w 13158797"/>
              <a:gd name="connsiteY93" fmla="*/ 7442077 h 9456078"/>
              <a:gd name="connsiteX94" fmla="*/ 8022311 w 13158797"/>
              <a:gd name="connsiteY94" fmla="*/ 2307814 h 9456078"/>
              <a:gd name="connsiteX95" fmla="*/ 8052902 w 13158797"/>
              <a:gd name="connsiteY95" fmla="*/ 2268285 h 9456078"/>
              <a:gd name="connsiteX96" fmla="*/ 8083796 w 13158797"/>
              <a:gd name="connsiteY96" fmla="*/ 2229056 h 9456078"/>
              <a:gd name="connsiteX97" fmla="*/ 8114989 w 13158797"/>
              <a:gd name="connsiteY97" fmla="*/ 2190127 h 9456078"/>
              <a:gd name="connsiteX98" fmla="*/ 8146479 w 13158797"/>
              <a:gd name="connsiteY98" fmla="*/ 2151500 h 9456078"/>
              <a:gd name="connsiteX99" fmla="*/ 8178264 w 13158797"/>
              <a:gd name="connsiteY99" fmla="*/ 2113176 h 9456078"/>
              <a:gd name="connsiteX100" fmla="*/ 8210341 w 13158797"/>
              <a:gd name="connsiteY100" fmla="*/ 2075157 h 9456078"/>
              <a:gd name="connsiteX101" fmla="*/ 8242709 w 13158797"/>
              <a:gd name="connsiteY101" fmla="*/ 2037442 h 9456078"/>
              <a:gd name="connsiteX102" fmla="*/ 8275365 w 13158797"/>
              <a:gd name="connsiteY102" fmla="*/ 2000034 h 9456078"/>
              <a:gd name="connsiteX103" fmla="*/ 8308307 w 13158797"/>
              <a:gd name="connsiteY103" fmla="*/ 1962934 h 9456078"/>
              <a:gd name="connsiteX104" fmla="*/ 8341532 w 13158797"/>
              <a:gd name="connsiteY104" fmla="*/ 1926142 h 9456078"/>
              <a:gd name="connsiteX105" fmla="*/ 8375038 w 13158797"/>
              <a:gd name="connsiteY105" fmla="*/ 1889660 h 9456078"/>
              <a:gd name="connsiteX106" fmla="*/ 8408823 w 13158797"/>
              <a:gd name="connsiteY106" fmla="*/ 1853489 h 9456078"/>
              <a:gd name="connsiteX107" fmla="*/ 8442885 w 13158797"/>
              <a:gd name="connsiteY107" fmla="*/ 1817630 h 9456078"/>
              <a:gd name="connsiteX108" fmla="*/ 8477221 w 13158797"/>
              <a:gd name="connsiteY108" fmla="*/ 1782084 h 9456078"/>
              <a:gd name="connsiteX109" fmla="*/ 8511829 w 13158797"/>
              <a:gd name="connsiteY109" fmla="*/ 1746853 h 9456078"/>
              <a:gd name="connsiteX110" fmla="*/ 8546706 w 13158797"/>
              <a:gd name="connsiteY110" fmla="*/ 1711937 h 9456078"/>
              <a:gd name="connsiteX111" fmla="*/ 8581851 w 13158797"/>
              <a:gd name="connsiteY111" fmla="*/ 1677337 h 9456078"/>
              <a:gd name="connsiteX112" fmla="*/ 8617261 w 13158797"/>
              <a:gd name="connsiteY112" fmla="*/ 1643056 h 9456078"/>
              <a:gd name="connsiteX113" fmla="*/ 8652934 w 13158797"/>
              <a:gd name="connsiteY113" fmla="*/ 1609093 h 9456078"/>
              <a:gd name="connsiteX114" fmla="*/ 8688867 w 13158797"/>
              <a:gd name="connsiteY114" fmla="*/ 1575450 h 9456078"/>
              <a:gd name="connsiteX115" fmla="*/ 8725058 w 13158797"/>
              <a:gd name="connsiteY115" fmla="*/ 1542128 h 9456078"/>
              <a:gd name="connsiteX116" fmla="*/ 8761506 w 13158797"/>
              <a:gd name="connsiteY116" fmla="*/ 1509129 h 9456078"/>
              <a:gd name="connsiteX117" fmla="*/ 8798207 w 13158797"/>
              <a:gd name="connsiteY117" fmla="*/ 1476452 h 9456078"/>
              <a:gd name="connsiteX118" fmla="*/ 8835159 w 13158797"/>
              <a:gd name="connsiteY118" fmla="*/ 1444101 h 9456078"/>
              <a:gd name="connsiteX119" fmla="*/ 8872360 w 13158797"/>
              <a:gd name="connsiteY119" fmla="*/ 1412075 h 9456078"/>
              <a:gd name="connsiteX120" fmla="*/ 8909808 w 13158797"/>
              <a:gd name="connsiteY120" fmla="*/ 1380375 h 9456078"/>
              <a:gd name="connsiteX121" fmla="*/ 8947501 w 13158797"/>
              <a:gd name="connsiteY121" fmla="*/ 1349004 h 9456078"/>
              <a:gd name="connsiteX122" fmla="*/ 8985435 w 13158797"/>
              <a:gd name="connsiteY122" fmla="*/ 1317962 h 9456078"/>
              <a:gd name="connsiteX123" fmla="*/ 9023610 w 13158797"/>
              <a:gd name="connsiteY123" fmla="*/ 1287250 h 9456078"/>
              <a:gd name="connsiteX124" fmla="*/ 9062022 w 13158797"/>
              <a:gd name="connsiteY124" fmla="*/ 1256869 h 9456078"/>
              <a:gd name="connsiteX125" fmla="*/ 9100669 w 13158797"/>
              <a:gd name="connsiteY125" fmla="*/ 1226820 h 9456078"/>
              <a:gd name="connsiteX126" fmla="*/ 9139549 w 13158797"/>
              <a:gd name="connsiteY126" fmla="*/ 1197105 h 9456078"/>
              <a:gd name="connsiteX127" fmla="*/ 9178660 w 13158797"/>
              <a:gd name="connsiteY127" fmla="*/ 1167725 h 9456078"/>
              <a:gd name="connsiteX128" fmla="*/ 9217999 w 13158797"/>
              <a:gd name="connsiteY128" fmla="*/ 1138681 h 9456078"/>
              <a:gd name="connsiteX129" fmla="*/ 9257564 w 13158797"/>
              <a:gd name="connsiteY129" fmla="*/ 1109974 h 9456078"/>
              <a:gd name="connsiteX130" fmla="*/ 9297353 w 13158797"/>
              <a:gd name="connsiteY130" fmla="*/ 1081604 h 9456078"/>
              <a:gd name="connsiteX131" fmla="*/ 9337364 w 13158797"/>
              <a:gd name="connsiteY131" fmla="*/ 1053574 h 9456078"/>
              <a:gd name="connsiteX132" fmla="*/ 9377594 w 13158797"/>
              <a:gd name="connsiteY132" fmla="*/ 1025884 h 9456078"/>
              <a:gd name="connsiteX133" fmla="*/ 9418040 w 13158797"/>
              <a:gd name="connsiteY133" fmla="*/ 998536 h 9456078"/>
              <a:gd name="connsiteX134" fmla="*/ 9458702 w 13158797"/>
              <a:gd name="connsiteY134" fmla="*/ 971530 h 9456078"/>
              <a:gd name="connsiteX135" fmla="*/ 9499575 w 13158797"/>
              <a:gd name="connsiteY135" fmla="*/ 944868 h 9456078"/>
              <a:gd name="connsiteX136" fmla="*/ 9540659 w 13158797"/>
              <a:gd name="connsiteY136" fmla="*/ 918551 h 9456078"/>
              <a:gd name="connsiteX137" fmla="*/ 9581950 w 13158797"/>
              <a:gd name="connsiteY137" fmla="*/ 892580 h 9456078"/>
              <a:gd name="connsiteX138" fmla="*/ 9623447 w 13158797"/>
              <a:gd name="connsiteY138" fmla="*/ 866956 h 9456078"/>
              <a:gd name="connsiteX139" fmla="*/ 9665147 w 13158797"/>
              <a:gd name="connsiteY139" fmla="*/ 841681 h 9456078"/>
              <a:gd name="connsiteX140" fmla="*/ 9707048 w 13158797"/>
              <a:gd name="connsiteY140" fmla="*/ 816754 h 9456078"/>
              <a:gd name="connsiteX141" fmla="*/ 9749147 w 13158797"/>
              <a:gd name="connsiteY141" fmla="*/ 792179 h 9456078"/>
              <a:gd name="connsiteX142" fmla="*/ 9791443 w 13158797"/>
              <a:gd name="connsiteY142" fmla="*/ 767955 h 9456078"/>
              <a:gd name="connsiteX143" fmla="*/ 9833932 w 13158797"/>
              <a:gd name="connsiteY143" fmla="*/ 744083 h 9456078"/>
              <a:gd name="connsiteX144" fmla="*/ 9876613 w 13158797"/>
              <a:gd name="connsiteY144" fmla="*/ 720566 h 9456078"/>
              <a:gd name="connsiteX145" fmla="*/ 9919484 w 13158797"/>
              <a:gd name="connsiteY145" fmla="*/ 697404 h 9456078"/>
              <a:gd name="connsiteX146" fmla="*/ 9962542 w 13158797"/>
              <a:gd name="connsiteY146" fmla="*/ 674598 h 9456078"/>
              <a:gd name="connsiteX147" fmla="*/ 10005784 w 13158797"/>
              <a:gd name="connsiteY147" fmla="*/ 652149 h 9456078"/>
              <a:gd name="connsiteX148" fmla="*/ 10049209 w 13158797"/>
              <a:gd name="connsiteY148" fmla="*/ 630059 h 9456078"/>
              <a:gd name="connsiteX149" fmla="*/ 10092814 w 13158797"/>
              <a:gd name="connsiteY149" fmla="*/ 608328 h 9456078"/>
              <a:gd name="connsiteX150" fmla="*/ 10136597 w 13158797"/>
              <a:gd name="connsiteY150" fmla="*/ 586958 h 9456078"/>
              <a:gd name="connsiteX151" fmla="*/ 10180556 w 13158797"/>
              <a:gd name="connsiteY151" fmla="*/ 565950 h 9456078"/>
              <a:gd name="connsiteX152" fmla="*/ 10224688 w 13158797"/>
              <a:gd name="connsiteY152" fmla="*/ 545304 h 9456078"/>
              <a:gd name="connsiteX153" fmla="*/ 10268991 w 13158797"/>
              <a:gd name="connsiteY153" fmla="*/ 525023 h 9456078"/>
              <a:gd name="connsiteX154" fmla="*/ 10313463 w 13158797"/>
              <a:gd name="connsiteY154" fmla="*/ 505107 h 9456078"/>
              <a:gd name="connsiteX155" fmla="*/ 10358101 w 13158797"/>
              <a:gd name="connsiteY155" fmla="*/ 485558 h 9456078"/>
              <a:gd name="connsiteX156" fmla="*/ 10402903 w 13158797"/>
              <a:gd name="connsiteY156" fmla="*/ 466376 h 9456078"/>
              <a:gd name="connsiteX157" fmla="*/ 10447868 w 13158797"/>
              <a:gd name="connsiteY157" fmla="*/ 447563 h 9456078"/>
              <a:gd name="connsiteX158" fmla="*/ 10492991 w 13158797"/>
              <a:gd name="connsiteY158" fmla="*/ 429119 h 9456078"/>
              <a:gd name="connsiteX159" fmla="*/ 10538272 w 13158797"/>
              <a:gd name="connsiteY159" fmla="*/ 411046 h 9456078"/>
              <a:gd name="connsiteX160" fmla="*/ 10583708 w 13158797"/>
              <a:gd name="connsiteY160" fmla="*/ 393346 h 9456078"/>
              <a:gd name="connsiteX161" fmla="*/ 10629297 w 13158797"/>
              <a:gd name="connsiteY161" fmla="*/ 376018 h 9456078"/>
              <a:gd name="connsiteX162" fmla="*/ 10675036 w 13158797"/>
              <a:gd name="connsiteY162" fmla="*/ 359065 h 9456078"/>
              <a:gd name="connsiteX163" fmla="*/ 10720923 w 13158797"/>
              <a:gd name="connsiteY163" fmla="*/ 342487 h 9456078"/>
              <a:gd name="connsiteX164" fmla="*/ 10766956 w 13158797"/>
              <a:gd name="connsiteY164" fmla="*/ 326286 h 9456078"/>
              <a:gd name="connsiteX165" fmla="*/ 10813132 w 13158797"/>
              <a:gd name="connsiteY165" fmla="*/ 310462 h 9456078"/>
              <a:gd name="connsiteX166" fmla="*/ 10859450 w 13158797"/>
              <a:gd name="connsiteY166" fmla="*/ 295018 h 9456078"/>
              <a:gd name="connsiteX167" fmla="*/ 10905907 w 13158797"/>
              <a:gd name="connsiteY167" fmla="*/ 279953 h 9456078"/>
              <a:gd name="connsiteX168" fmla="*/ 10952500 w 13158797"/>
              <a:gd name="connsiteY168" fmla="*/ 265269 h 9456078"/>
              <a:gd name="connsiteX169" fmla="*/ 10999227 w 13158797"/>
              <a:gd name="connsiteY169" fmla="*/ 250968 h 9456078"/>
              <a:gd name="connsiteX170" fmla="*/ 11046087 w 13158797"/>
              <a:gd name="connsiteY170" fmla="*/ 237049 h 9456078"/>
              <a:gd name="connsiteX171" fmla="*/ 11093076 w 13158797"/>
              <a:gd name="connsiteY171" fmla="*/ 223516 h 9456078"/>
              <a:gd name="connsiteX172" fmla="*/ 11140193 w 13158797"/>
              <a:gd name="connsiteY172" fmla="*/ 210368 h 9456078"/>
              <a:gd name="connsiteX173" fmla="*/ 11187434 w 13158797"/>
              <a:gd name="connsiteY173" fmla="*/ 197606 h 9456078"/>
              <a:gd name="connsiteX174" fmla="*/ 11234799 w 13158797"/>
              <a:gd name="connsiteY174" fmla="*/ 185233 h 9456078"/>
              <a:gd name="connsiteX175" fmla="*/ 11282284 w 13158797"/>
              <a:gd name="connsiteY175" fmla="*/ 173248 h 9456078"/>
              <a:gd name="connsiteX176" fmla="*/ 11329888 w 13158797"/>
              <a:gd name="connsiteY176" fmla="*/ 161654 h 9456078"/>
              <a:gd name="connsiteX177" fmla="*/ 11377607 w 13158797"/>
              <a:gd name="connsiteY177" fmla="*/ 150451 h 9456078"/>
              <a:gd name="connsiteX178" fmla="*/ 11425440 w 13158797"/>
              <a:gd name="connsiteY178" fmla="*/ 139640 h 9456078"/>
              <a:gd name="connsiteX179" fmla="*/ 11473385 w 13158797"/>
              <a:gd name="connsiteY179" fmla="*/ 129223 h 9456078"/>
              <a:gd name="connsiteX180" fmla="*/ 11521439 w 13158797"/>
              <a:gd name="connsiteY180" fmla="*/ 119201 h 9456078"/>
              <a:gd name="connsiteX181" fmla="*/ 11569599 w 13158797"/>
              <a:gd name="connsiteY181" fmla="*/ 109574 h 9456078"/>
              <a:gd name="connsiteX182" fmla="*/ 11617864 w 13158797"/>
              <a:gd name="connsiteY182" fmla="*/ 100344 h 9456078"/>
              <a:gd name="connsiteX183" fmla="*/ 11666231 w 13158797"/>
              <a:gd name="connsiteY183" fmla="*/ 91512 h 9456078"/>
              <a:gd name="connsiteX184" fmla="*/ 11714698 w 13158797"/>
              <a:gd name="connsiteY184" fmla="*/ 83080 h 9456078"/>
              <a:gd name="connsiteX185" fmla="*/ 11763263 w 13158797"/>
              <a:gd name="connsiteY185" fmla="*/ 75047 h 9456078"/>
              <a:gd name="connsiteX186" fmla="*/ 11811923 w 13158797"/>
              <a:gd name="connsiteY186" fmla="*/ 67417 h 9456078"/>
              <a:gd name="connsiteX187" fmla="*/ 11860676 w 13158797"/>
              <a:gd name="connsiteY187" fmla="*/ 60188 h 9456078"/>
              <a:gd name="connsiteX188" fmla="*/ 11909519 w 13158797"/>
              <a:gd name="connsiteY188" fmla="*/ 53364 h 9456078"/>
              <a:gd name="connsiteX189" fmla="*/ 11958451 w 13158797"/>
              <a:gd name="connsiteY189" fmla="*/ 46944 h 9456078"/>
              <a:gd name="connsiteX190" fmla="*/ 12007470 w 13158797"/>
              <a:gd name="connsiteY190" fmla="*/ 40931 h 9456078"/>
              <a:gd name="connsiteX191" fmla="*/ 12056572 w 13158797"/>
              <a:gd name="connsiteY191" fmla="*/ 35324 h 9456078"/>
              <a:gd name="connsiteX192" fmla="*/ 12105756 w 13158797"/>
              <a:gd name="connsiteY192" fmla="*/ 30126 h 9456078"/>
              <a:gd name="connsiteX193" fmla="*/ 12155019 w 13158797"/>
              <a:gd name="connsiteY193" fmla="*/ 25337 h 9456078"/>
              <a:gd name="connsiteX194" fmla="*/ 12204359 w 13158797"/>
              <a:gd name="connsiteY194" fmla="*/ 20958 h 9456078"/>
              <a:gd name="connsiteX195" fmla="*/ 12253773 w 13158797"/>
              <a:gd name="connsiteY195" fmla="*/ 16991 h 9456078"/>
              <a:gd name="connsiteX196" fmla="*/ 12303260 w 13158797"/>
              <a:gd name="connsiteY196" fmla="*/ 13437 h 9456078"/>
              <a:gd name="connsiteX197" fmla="*/ 12352818 w 13158797"/>
              <a:gd name="connsiteY197" fmla="*/ 10297 h 9456078"/>
              <a:gd name="connsiteX198" fmla="*/ 12402443 w 13158797"/>
              <a:gd name="connsiteY198" fmla="*/ 7572 h 9456078"/>
              <a:gd name="connsiteX199" fmla="*/ 12452133 w 13158797"/>
              <a:gd name="connsiteY199" fmla="*/ 5263 h 9456078"/>
              <a:gd name="connsiteX200" fmla="*/ 12501887 w 13158797"/>
              <a:gd name="connsiteY200" fmla="*/ 3371 h 9456078"/>
              <a:gd name="connsiteX201" fmla="*/ 12551701 w 13158797"/>
              <a:gd name="connsiteY201" fmla="*/ 1898 h 9456078"/>
              <a:gd name="connsiteX202" fmla="*/ 12601574 w 13158797"/>
              <a:gd name="connsiteY202" fmla="*/ 844 h 9456078"/>
              <a:gd name="connsiteX203" fmla="*/ 12651504 w 13158797"/>
              <a:gd name="connsiteY203" fmla="*/ 211 h 9456078"/>
              <a:gd name="connsiteX204" fmla="*/ 12701487 w 13158797"/>
              <a:gd name="connsiteY204" fmla="*/ 0 h 9456078"/>
              <a:gd name="connsiteX205" fmla="*/ 13158798 w 13158797"/>
              <a:gd name="connsiteY205" fmla="*/ 0 h 94560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</a:cxnLst>
            <a:rect l="l" t="t" r="r" b="b"/>
            <a:pathLst>
              <a:path w="13158797" h="9456078">
                <a:moveTo>
                  <a:pt x="0" y="9456078"/>
                </a:moveTo>
                <a:lnTo>
                  <a:pt x="49977" y="9455836"/>
                </a:lnTo>
                <a:lnTo>
                  <a:pt x="99893" y="9455111"/>
                </a:lnTo>
                <a:lnTo>
                  <a:pt x="149742" y="9453904"/>
                </a:lnTo>
                <a:lnTo>
                  <a:pt x="199524" y="9452217"/>
                </a:lnTo>
                <a:lnTo>
                  <a:pt x="298870" y="9447409"/>
                </a:lnTo>
                <a:lnTo>
                  <a:pt x="348429" y="9444290"/>
                </a:lnTo>
                <a:lnTo>
                  <a:pt x="397907" y="9440698"/>
                </a:lnTo>
                <a:lnTo>
                  <a:pt x="447302" y="9436632"/>
                </a:lnTo>
                <a:lnTo>
                  <a:pt x="496610" y="9432096"/>
                </a:lnTo>
                <a:lnTo>
                  <a:pt x="545829" y="9427089"/>
                </a:lnTo>
                <a:lnTo>
                  <a:pt x="594956" y="9421615"/>
                </a:lnTo>
                <a:lnTo>
                  <a:pt x="643987" y="9415673"/>
                </a:lnTo>
                <a:lnTo>
                  <a:pt x="692920" y="9409267"/>
                </a:lnTo>
                <a:lnTo>
                  <a:pt x="741751" y="9402396"/>
                </a:lnTo>
                <a:lnTo>
                  <a:pt x="790478" y="9395063"/>
                </a:lnTo>
                <a:lnTo>
                  <a:pt x="839098" y="9387270"/>
                </a:lnTo>
                <a:lnTo>
                  <a:pt x="887607" y="9379017"/>
                </a:lnTo>
                <a:lnTo>
                  <a:pt x="936002" y="9370306"/>
                </a:lnTo>
                <a:lnTo>
                  <a:pt x="984281" y="9361139"/>
                </a:lnTo>
                <a:lnTo>
                  <a:pt x="1032440" y="9351517"/>
                </a:lnTo>
                <a:lnTo>
                  <a:pt x="1080477" y="9341441"/>
                </a:lnTo>
                <a:lnTo>
                  <a:pt x="1176172" y="9319936"/>
                </a:lnTo>
                <a:lnTo>
                  <a:pt x="1223823" y="9308509"/>
                </a:lnTo>
                <a:lnTo>
                  <a:pt x="1271339" y="9296635"/>
                </a:lnTo>
                <a:lnTo>
                  <a:pt x="1318719" y="9284315"/>
                </a:lnTo>
                <a:lnTo>
                  <a:pt x="1365957" y="9271550"/>
                </a:lnTo>
                <a:lnTo>
                  <a:pt x="1413052" y="9258342"/>
                </a:lnTo>
                <a:lnTo>
                  <a:pt x="1460000" y="9244693"/>
                </a:lnTo>
                <a:lnTo>
                  <a:pt x="1506799" y="9230604"/>
                </a:lnTo>
                <a:lnTo>
                  <a:pt x="1553445" y="9216076"/>
                </a:lnTo>
                <a:lnTo>
                  <a:pt x="1599935" y="9201111"/>
                </a:lnTo>
                <a:lnTo>
                  <a:pt x="1646267" y="9185710"/>
                </a:lnTo>
                <a:lnTo>
                  <a:pt x="1692437" y="9169876"/>
                </a:lnTo>
                <a:lnTo>
                  <a:pt x="1738442" y="9153608"/>
                </a:lnTo>
                <a:lnTo>
                  <a:pt x="1784280" y="9136910"/>
                </a:lnTo>
                <a:lnTo>
                  <a:pt x="1829947" y="9119782"/>
                </a:lnTo>
                <a:lnTo>
                  <a:pt x="1875440" y="9102226"/>
                </a:lnTo>
                <a:lnTo>
                  <a:pt x="1920756" y="9084243"/>
                </a:lnTo>
                <a:lnTo>
                  <a:pt x="1965893" y="9065835"/>
                </a:lnTo>
                <a:lnTo>
                  <a:pt x="2055615" y="9027750"/>
                </a:lnTo>
                <a:lnTo>
                  <a:pt x="2100195" y="9008075"/>
                </a:lnTo>
                <a:lnTo>
                  <a:pt x="2144582" y="8987981"/>
                </a:lnTo>
                <a:lnTo>
                  <a:pt x="2188775" y="8967470"/>
                </a:lnTo>
                <a:lnTo>
                  <a:pt x="2232770" y="8946542"/>
                </a:lnTo>
                <a:lnTo>
                  <a:pt x="2276564" y="8925199"/>
                </a:lnTo>
                <a:lnTo>
                  <a:pt x="2320154" y="8903443"/>
                </a:lnTo>
                <a:lnTo>
                  <a:pt x="2363538" y="8881275"/>
                </a:lnTo>
                <a:lnTo>
                  <a:pt x="2406711" y="8858697"/>
                </a:lnTo>
                <a:lnTo>
                  <a:pt x="2449672" y="8835710"/>
                </a:lnTo>
                <a:lnTo>
                  <a:pt x="2492417" y="8812316"/>
                </a:lnTo>
                <a:lnTo>
                  <a:pt x="2534943" y="8788516"/>
                </a:lnTo>
                <a:lnTo>
                  <a:pt x="2577247" y="8764311"/>
                </a:lnTo>
                <a:lnTo>
                  <a:pt x="2619326" y="8739704"/>
                </a:lnTo>
                <a:lnTo>
                  <a:pt x="2661177" y="8714695"/>
                </a:lnTo>
                <a:lnTo>
                  <a:pt x="2702797" y="8689286"/>
                </a:lnTo>
                <a:lnTo>
                  <a:pt x="2744183" y="8663479"/>
                </a:lnTo>
                <a:lnTo>
                  <a:pt x="2785333" y="8637274"/>
                </a:lnTo>
                <a:lnTo>
                  <a:pt x="2826242" y="8610675"/>
                </a:lnTo>
                <a:lnTo>
                  <a:pt x="2866908" y="8583681"/>
                </a:lnTo>
                <a:lnTo>
                  <a:pt x="2907329" y="8556295"/>
                </a:lnTo>
                <a:lnTo>
                  <a:pt x="2947500" y="8528517"/>
                </a:lnTo>
                <a:lnTo>
                  <a:pt x="2987419" y="8500351"/>
                </a:lnTo>
                <a:lnTo>
                  <a:pt x="3027083" y="8471796"/>
                </a:lnTo>
                <a:lnTo>
                  <a:pt x="3066489" y="8442854"/>
                </a:lnTo>
                <a:lnTo>
                  <a:pt x="3105634" y="8413528"/>
                </a:lnTo>
                <a:lnTo>
                  <a:pt x="3144515" y="8383818"/>
                </a:lnTo>
                <a:lnTo>
                  <a:pt x="3183129" y="8353726"/>
                </a:lnTo>
                <a:lnTo>
                  <a:pt x="3221473" y="8323253"/>
                </a:lnTo>
                <a:lnTo>
                  <a:pt x="3259544" y="8292401"/>
                </a:lnTo>
                <a:lnTo>
                  <a:pt x="3297339" y="8261172"/>
                </a:lnTo>
                <a:lnTo>
                  <a:pt x="3334854" y="8229566"/>
                </a:lnTo>
                <a:lnTo>
                  <a:pt x="3372087" y="8197585"/>
                </a:lnTo>
                <a:lnTo>
                  <a:pt x="3409035" y="8165232"/>
                </a:lnTo>
                <a:lnTo>
                  <a:pt x="3445695" y="8132507"/>
                </a:lnTo>
                <a:lnTo>
                  <a:pt x="3482064" y="8099411"/>
                </a:lnTo>
                <a:lnTo>
                  <a:pt x="3518139" y="8065947"/>
                </a:lnTo>
                <a:lnTo>
                  <a:pt x="3553916" y="8032115"/>
                </a:lnTo>
                <a:lnTo>
                  <a:pt x="3589393" y="7997918"/>
                </a:lnTo>
                <a:lnTo>
                  <a:pt x="3624567" y="7963356"/>
                </a:lnTo>
                <a:lnTo>
                  <a:pt x="3659435" y="7928432"/>
                </a:lnTo>
                <a:lnTo>
                  <a:pt x="3693994" y="7893146"/>
                </a:lnTo>
                <a:lnTo>
                  <a:pt x="3728240" y="7857501"/>
                </a:lnTo>
                <a:lnTo>
                  <a:pt x="3762171" y="7821497"/>
                </a:lnTo>
                <a:lnTo>
                  <a:pt x="3795783" y="7785136"/>
                </a:lnTo>
                <a:lnTo>
                  <a:pt x="3829075" y="7748420"/>
                </a:lnTo>
                <a:lnTo>
                  <a:pt x="3862042" y="7711350"/>
                </a:lnTo>
                <a:lnTo>
                  <a:pt x="3894682" y="7673928"/>
                </a:lnTo>
                <a:lnTo>
                  <a:pt x="3926991" y="7636155"/>
                </a:lnTo>
                <a:lnTo>
                  <a:pt x="3958967" y="7598032"/>
                </a:lnTo>
                <a:lnTo>
                  <a:pt x="3990607" y="7559561"/>
                </a:lnTo>
                <a:lnTo>
                  <a:pt x="4021907" y="7520744"/>
                </a:lnTo>
                <a:lnTo>
                  <a:pt x="4052865" y="7481582"/>
                </a:lnTo>
                <a:lnTo>
                  <a:pt x="4083478" y="7442077"/>
                </a:lnTo>
                <a:lnTo>
                  <a:pt x="8022311" y="2307814"/>
                </a:lnTo>
                <a:lnTo>
                  <a:pt x="8052902" y="2268285"/>
                </a:lnTo>
                <a:lnTo>
                  <a:pt x="8083796" y="2229056"/>
                </a:lnTo>
                <a:lnTo>
                  <a:pt x="8114989" y="2190127"/>
                </a:lnTo>
                <a:lnTo>
                  <a:pt x="8146479" y="2151500"/>
                </a:lnTo>
                <a:lnTo>
                  <a:pt x="8178264" y="2113176"/>
                </a:lnTo>
                <a:lnTo>
                  <a:pt x="8210341" y="2075157"/>
                </a:lnTo>
                <a:lnTo>
                  <a:pt x="8242709" y="2037442"/>
                </a:lnTo>
                <a:lnTo>
                  <a:pt x="8275365" y="2000034"/>
                </a:lnTo>
                <a:lnTo>
                  <a:pt x="8308307" y="1962934"/>
                </a:lnTo>
                <a:lnTo>
                  <a:pt x="8341532" y="1926142"/>
                </a:lnTo>
                <a:lnTo>
                  <a:pt x="8375038" y="1889660"/>
                </a:lnTo>
                <a:lnTo>
                  <a:pt x="8408823" y="1853489"/>
                </a:lnTo>
                <a:lnTo>
                  <a:pt x="8442885" y="1817630"/>
                </a:lnTo>
                <a:lnTo>
                  <a:pt x="8477221" y="1782084"/>
                </a:lnTo>
                <a:lnTo>
                  <a:pt x="8511829" y="1746853"/>
                </a:lnTo>
                <a:lnTo>
                  <a:pt x="8546706" y="1711937"/>
                </a:lnTo>
                <a:lnTo>
                  <a:pt x="8581851" y="1677337"/>
                </a:lnTo>
                <a:lnTo>
                  <a:pt x="8617261" y="1643056"/>
                </a:lnTo>
                <a:lnTo>
                  <a:pt x="8652934" y="1609093"/>
                </a:lnTo>
                <a:lnTo>
                  <a:pt x="8688867" y="1575450"/>
                </a:lnTo>
                <a:lnTo>
                  <a:pt x="8725058" y="1542128"/>
                </a:lnTo>
                <a:lnTo>
                  <a:pt x="8761506" y="1509129"/>
                </a:lnTo>
                <a:lnTo>
                  <a:pt x="8798207" y="1476452"/>
                </a:lnTo>
                <a:lnTo>
                  <a:pt x="8835159" y="1444101"/>
                </a:lnTo>
                <a:lnTo>
                  <a:pt x="8872360" y="1412075"/>
                </a:lnTo>
                <a:lnTo>
                  <a:pt x="8909808" y="1380375"/>
                </a:lnTo>
                <a:lnTo>
                  <a:pt x="8947501" y="1349004"/>
                </a:lnTo>
                <a:lnTo>
                  <a:pt x="8985435" y="1317962"/>
                </a:lnTo>
                <a:lnTo>
                  <a:pt x="9023610" y="1287250"/>
                </a:lnTo>
                <a:lnTo>
                  <a:pt x="9062022" y="1256869"/>
                </a:lnTo>
                <a:lnTo>
                  <a:pt x="9100669" y="1226820"/>
                </a:lnTo>
                <a:lnTo>
                  <a:pt x="9139549" y="1197105"/>
                </a:lnTo>
                <a:lnTo>
                  <a:pt x="9178660" y="1167725"/>
                </a:lnTo>
                <a:lnTo>
                  <a:pt x="9217999" y="1138681"/>
                </a:lnTo>
                <a:lnTo>
                  <a:pt x="9257564" y="1109974"/>
                </a:lnTo>
                <a:lnTo>
                  <a:pt x="9297353" y="1081604"/>
                </a:lnTo>
                <a:lnTo>
                  <a:pt x="9337364" y="1053574"/>
                </a:lnTo>
                <a:lnTo>
                  <a:pt x="9377594" y="1025884"/>
                </a:lnTo>
                <a:lnTo>
                  <a:pt x="9418040" y="998536"/>
                </a:lnTo>
                <a:lnTo>
                  <a:pt x="9458702" y="971530"/>
                </a:lnTo>
                <a:lnTo>
                  <a:pt x="9499575" y="944868"/>
                </a:lnTo>
                <a:lnTo>
                  <a:pt x="9540659" y="918551"/>
                </a:lnTo>
                <a:lnTo>
                  <a:pt x="9581950" y="892580"/>
                </a:lnTo>
                <a:lnTo>
                  <a:pt x="9623447" y="866956"/>
                </a:lnTo>
                <a:lnTo>
                  <a:pt x="9665147" y="841681"/>
                </a:lnTo>
                <a:lnTo>
                  <a:pt x="9707048" y="816754"/>
                </a:lnTo>
                <a:lnTo>
                  <a:pt x="9749147" y="792179"/>
                </a:lnTo>
                <a:lnTo>
                  <a:pt x="9791443" y="767955"/>
                </a:lnTo>
                <a:lnTo>
                  <a:pt x="9833932" y="744083"/>
                </a:lnTo>
                <a:lnTo>
                  <a:pt x="9876613" y="720566"/>
                </a:lnTo>
                <a:lnTo>
                  <a:pt x="9919484" y="697404"/>
                </a:lnTo>
                <a:lnTo>
                  <a:pt x="9962542" y="674598"/>
                </a:lnTo>
                <a:lnTo>
                  <a:pt x="10005784" y="652149"/>
                </a:lnTo>
                <a:lnTo>
                  <a:pt x="10049209" y="630059"/>
                </a:lnTo>
                <a:lnTo>
                  <a:pt x="10092814" y="608328"/>
                </a:lnTo>
                <a:lnTo>
                  <a:pt x="10136597" y="586958"/>
                </a:lnTo>
                <a:lnTo>
                  <a:pt x="10180556" y="565950"/>
                </a:lnTo>
                <a:lnTo>
                  <a:pt x="10224688" y="545304"/>
                </a:lnTo>
                <a:lnTo>
                  <a:pt x="10268991" y="525023"/>
                </a:lnTo>
                <a:lnTo>
                  <a:pt x="10313463" y="505107"/>
                </a:lnTo>
                <a:lnTo>
                  <a:pt x="10358101" y="485558"/>
                </a:lnTo>
                <a:lnTo>
                  <a:pt x="10402903" y="466376"/>
                </a:lnTo>
                <a:lnTo>
                  <a:pt x="10447868" y="447563"/>
                </a:lnTo>
                <a:lnTo>
                  <a:pt x="10492991" y="429119"/>
                </a:lnTo>
                <a:lnTo>
                  <a:pt x="10538272" y="411046"/>
                </a:lnTo>
                <a:lnTo>
                  <a:pt x="10583708" y="393346"/>
                </a:lnTo>
                <a:lnTo>
                  <a:pt x="10629297" y="376018"/>
                </a:lnTo>
                <a:lnTo>
                  <a:pt x="10675036" y="359065"/>
                </a:lnTo>
                <a:lnTo>
                  <a:pt x="10720923" y="342487"/>
                </a:lnTo>
                <a:lnTo>
                  <a:pt x="10766956" y="326286"/>
                </a:lnTo>
                <a:lnTo>
                  <a:pt x="10813132" y="310462"/>
                </a:lnTo>
                <a:lnTo>
                  <a:pt x="10859450" y="295018"/>
                </a:lnTo>
                <a:lnTo>
                  <a:pt x="10905907" y="279953"/>
                </a:lnTo>
                <a:lnTo>
                  <a:pt x="10952500" y="265269"/>
                </a:lnTo>
                <a:lnTo>
                  <a:pt x="10999227" y="250968"/>
                </a:lnTo>
                <a:lnTo>
                  <a:pt x="11046087" y="237049"/>
                </a:lnTo>
                <a:lnTo>
                  <a:pt x="11093076" y="223516"/>
                </a:lnTo>
                <a:lnTo>
                  <a:pt x="11140193" y="210368"/>
                </a:lnTo>
                <a:lnTo>
                  <a:pt x="11187434" y="197606"/>
                </a:lnTo>
                <a:lnTo>
                  <a:pt x="11234799" y="185233"/>
                </a:lnTo>
                <a:lnTo>
                  <a:pt x="11282284" y="173248"/>
                </a:lnTo>
                <a:lnTo>
                  <a:pt x="11329888" y="161654"/>
                </a:lnTo>
                <a:lnTo>
                  <a:pt x="11377607" y="150451"/>
                </a:lnTo>
                <a:lnTo>
                  <a:pt x="11425440" y="139640"/>
                </a:lnTo>
                <a:lnTo>
                  <a:pt x="11473385" y="129223"/>
                </a:lnTo>
                <a:lnTo>
                  <a:pt x="11521439" y="119201"/>
                </a:lnTo>
                <a:lnTo>
                  <a:pt x="11569599" y="109574"/>
                </a:lnTo>
                <a:lnTo>
                  <a:pt x="11617864" y="100344"/>
                </a:lnTo>
                <a:lnTo>
                  <a:pt x="11666231" y="91512"/>
                </a:lnTo>
                <a:lnTo>
                  <a:pt x="11714698" y="83080"/>
                </a:lnTo>
                <a:lnTo>
                  <a:pt x="11763263" y="75047"/>
                </a:lnTo>
                <a:lnTo>
                  <a:pt x="11811923" y="67417"/>
                </a:lnTo>
                <a:lnTo>
                  <a:pt x="11860676" y="60188"/>
                </a:lnTo>
                <a:lnTo>
                  <a:pt x="11909519" y="53364"/>
                </a:lnTo>
                <a:lnTo>
                  <a:pt x="11958451" y="46944"/>
                </a:lnTo>
                <a:lnTo>
                  <a:pt x="12007470" y="40931"/>
                </a:lnTo>
                <a:lnTo>
                  <a:pt x="12056572" y="35324"/>
                </a:lnTo>
                <a:lnTo>
                  <a:pt x="12105756" y="30126"/>
                </a:lnTo>
                <a:lnTo>
                  <a:pt x="12155019" y="25337"/>
                </a:lnTo>
                <a:lnTo>
                  <a:pt x="12204359" y="20958"/>
                </a:lnTo>
                <a:lnTo>
                  <a:pt x="12253773" y="16991"/>
                </a:lnTo>
                <a:lnTo>
                  <a:pt x="12303260" y="13437"/>
                </a:lnTo>
                <a:lnTo>
                  <a:pt x="12352818" y="10297"/>
                </a:lnTo>
                <a:lnTo>
                  <a:pt x="12402443" y="7572"/>
                </a:lnTo>
                <a:lnTo>
                  <a:pt x="12452133" y="5263"/>
                </a:lnTo>
                <a:lnTo>
                  <a:pt x="12501887" y="3371"/>
                </a:lnTo>
                <a:lnTo>
                  <a:pt x="12551701" y="1898"/>
                </a:lnTo>
                <a:lnTo>
                  <a:pt x="12601574" y="844"/>
                </a:lnTo>
                <a:lnTo>
                  <a:pt x="12651504" y="211"/>
                </a:lnTo>
                <a:lnTo>
                  <a:pt x="12701487" y="0"/>
                </a:lnTo>
                <a:lnTo>
                  <a:pt x="13158798" y="0"/>
                </a:lnTo>
              </a:path>
            </a:pathLst>
          </a:custGeom>
          <a:ln w="19050">
            <a:gradFill>
              <a:gsLst>
                <a:gs pos="15000">
                  <a:schemeClr val="tx2"/>
                </a:gs>
                <a:gs pos="0">
                  <a:schemeClr val="bg1">
                    <a:alpha val="0"/>
                  </a:schemeClr>
                </a:gs>
              </a:gsLst>
              <a:lin ang="5400000" scaled="0"/>
            </a:gradFill>
          </a:ln>
        </p:spPr>
        <p:txBody>
          <a:bodyPr wrap="square" lIns="0" tIns="0" rIns="0" bIns="0" rtlCol="0"/>
          <a:lstStyle/>
          <a:p>
            <a:pPr marL="0" marR="0" lvl="0" indent="0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4EEB43E4-181F-7295-80FA-E603B81F5F0B}"/>
              </a:ext>
            </a:extLst>
          </p:cNvPr>
          <p:cNvCxnSpPr>
            <a:cxnSpLocks/>
          </p:cNvCxnSpPr>
          <p:nvPr/>
        </p:nvCxnSpPr>
        <p:spPr>
          <a:xfrm flipH="1">
            <a:off x="334962" y="6678798"/>
            <a:ext cx="10980001" cy="0"/>
          </a:xfrm>
          <a:prstGeom prst="line">
            <a:avLst/>
          </a:prstGeom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62180633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465">
          <p15:clr>
            <a:srgbClr val="FBAE40"/>
          </p15:clr>
        </p15:guide>
        <p15:guide id="2" pos="128">
          <p15:clr>
            <a:srgbClr val="FBAE40"/>
          </p15:clr>
        </p15:guide>
        <p15:guide id="3" orient="horz" pos="2424">
          <p15:clr>
            <a:srgbClr val="FBAE40"/>
          </p15:clr>
        </p15:guide>
        <p15:guide id="4" pos="4530">
          <p15:clr>
            <a:srgbClr val="FBAE40"/>
          </p15:clr>
        </p15:guide>
        <p15:guide id="5" orient="horz" pos="141">
          <p15:clr>
            <a:srgbClr val="FBAE40"/>
          </p15:clr>
        </p15:guide>
        <p15:guide id="6" orient="horz" pos="306">
          <p15:clr>
            <a:srgbClr val="FBAE40"/>
          </p15:clr>
        </p15:guide>
        <p15:guide id="7" orient="horz" pos="485">
          <p15:clr>
            <a:srgbClr val="FBAE40"/>
          </p15:clr>
        </p15:guide>
      </p15:sldGuideLst>
    </p:ext>
  </p:extLst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Índice | Até 14 títulos - Branc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" name="Espaço Reservado para Número de Slide 5">
            <a:extLst>
              <a:ext uri="{FF2B5EF4-FFF2-40B4-BE49-F238E27FC236}">
                <a16:creationId xmlns:a16="http://schemas.microsoft.com/office/drawing/2014/main" id="{8B43B5D6-9411-2916-3463-C0BBC4CE3A6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defRPr sz="11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pPr marL="20023">
              <a:lnSpc>
                <a:spcPct val="100000"/>
              </a:lnSpc>
              <a:spcBef>
                <a:spcPts val="45"/>
              </a:spcBef>
            </a:pPr>
            <a:fld id="{81D60167-4931-47E6-BA6A-407CBD079E47}" type="slidenum">
              <a:rPr lang="pt-BR" spc="-15" smtClean="0"/>
              <a:pPr marL="20023">
                <a:lnSpc>
                  <a:spcPct val="100000"/>
                </a:lnSpc>
                <a:spcBef>
                  <a:spcPts val="45"/>
                </a:spcBef>
              </a:pPr>
              <a:t>‹#›</a:t>
            </a:fld>
            <a:endParaRPr lang="pt-BR" spc="-15"/>
          </a:p>
        </p:txBody>
      </p:sp>
      <p:sp>
        <p:nvSpPr>
          <p:cNvPr id="95" name="Text Placeholder 3">
            <a:extLst>
              <a:ext uri="{FF2B5EF4-FFF2-40B4-BE49-F238E27FC236}">
                <a16:creationId xmlns:a16="http://schemas.microsoft.com/office/drawing/2014/main" id="{1F9E0DEB-08E9-5248-44F9-9916F0925C87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tx1">
                    <a:lumMod val="85000"/>
                    <a:lumOff val="15000"/>
                  </a:schemeClr>
                </a:solidFill>
              </a:defRPr>
            </a:lvl1pPr>
          </a:lstStyle>
          <a:p>
            <a:pPr lvl="0"/>
            <a:r>
              <a:rPr lang="pt-BR"/>
              <a:t>Índice | Até 14 títulos</a:t>
            </a:r>
            <a:endParaRPr lang="en-US"/>
          </a:p>
        </p:txBody>
      </p:sp>
      <p:sp>
        <p:nvSpPr>
          <p:cNvPr id="96" name="Text Placeholder 10">
            <a:extLst>
              <a:ext uri="{FF2B5EF4-FFF2-40B4-BE49-F238E27FC236}">
                <a16:creationId xmlns:a16="http://schemas.microsoft.com/office/drawing/2014/main" id="{86EE135B-8461-A8E5-B808-1CCC5F3ABF32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defRPr sz="900" baseline="0">
                <a:solidFill>
                  <a:schemeClr val="tx1">
                    <a:lumMod val="85000"/>
                    <a:lumOff val="15000"/>
                  </a:schemeClr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7" name="Text Placeholder 21">
            <a:extLst>
              <a:ext uri="{FF2B5EF4-FFF2-40B4-BE49-F238E27FC236}">
                <a16:creationId xmlns:a16="http://schemas.microsoft.com/office/drawing/2014/main" id="{C68EECD8-4868-C403-065A-798C94914B21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1112441" y="1232283"/>
            <a:ext cx="3633266" cy="494267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98" name="Text Placeholder 21">
            <a:extLst>
              <a:ext uri="{FF2B5EF4-FFF2-40B4-BE49-F238E27FC236}">
                <a16:creationId xmlns:a16="http://schemas.microsoft.com/office/drawing/2014/main" id="{377F7479-B5E7-D307-06B9-71E3BA37F3EF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1112441" y="1986612"/>
            <a:ext cx="3633266" cy="502453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99" name="Text Placeholder 21">
            <a:extLst>
              <a:ext uri="{FF2B5EF4-FFF2-40B4-BE49-F238E27FC236}">
                <a16:creationId xmlns:a16="http://schemas.microsoft.com/office/drawing/2014/main" id="{A9CB3A34-F081-C677-A00F-67C1873C062A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1112441" y="2743933"/>
            <a:ext cx="3633266" cy="507526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0" name="Text Placeholder 21">
            <a:extLst>
              <a:ext uri="{FF2B5EF4-FFF2-40B4-BE49-F238E27FC236}">
                <a16:creationId xmlns:a16="http://schemas.microsoft.com/office/drawing/2014/main" id="{66627ED0-3A46-8737-6897-D3BDDB091302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1112441" y="3509439"/>
            <a:ext cx="3633266" cy="507526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1" name="Text Placeholder 21">
            <a:extLst>
              <a:ext uri="{FF2B5EF4-FFF2-40B4-BE49-F238E27FC236}">
                <a16:creationId xmlns:a16="http://schemas.microsoft.com/office/drawing/2014/main" id="{4A98C90D-F543-2D3A-9F32-FF02504B384D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6873479" y="1237476"/>
            <a:ext cx="3633266" cy="491156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2" name="Text Placeholder 21">
            <a:extLst>
              <a:ext uri="{FF2B5EF4-FFF2-40B4-BE49-F238E27FC236}">
                <a16:creationId xmlns:a16="http://schemas.microsoft.com/office/drawing/2014/main" id="{02D303FD-4338-9202-3742-445CFAC544F9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6873479" y="1986612"/>
            <a:ext cx="3633266" cy="499341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3" name="Text Placeholder 21">
            <a:extLst>
              <a:ext uri="{FF2B5EF4-FFF2-40B4-BE49-F238E27FC236}">
                <a16:creationId xmlns:a16="http://schemas.microsoft.com/office/drawing/2014/main" id="{DAB51C54-4BA1-024C-8F1D-E61343BFAC42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873479" y="2743934"/>
            <a:ext cx="3633266" cy="499341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4" name="Text Placeholder 21">
            <a:extLst>
              <a:ext uri="{FF2B5EF4-FFF2-40B4-BE49-F238E27FC236}">
                <a16:creationId xmlns:a16="http://schemas.microsoft.com/office/drawing/2014/main" id="{31C27C31-0117-4C41-7DD9-9A95AE01F9D5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6873479" y="3509440"/>
            <a:ext cx="3633266" cy="504415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5" name="Text Placeholder 21">
            <a:extLst>
              <a:ext uri="{FF2B5EF4-FFF2-40B4-BE49-F238E27FC236}">
                <a16:creationId xmlns:a16="http://schemas.microsoft.com/office/drawing/2014/main" id="{305C7304-230E-F6CE-A76D-99DF1E692F08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334965" y="1237091"/>
            <a:ext cx="562844" cy="562844"/>
          </a:xfrm>
          <a:prstGeom prst="rect">
            <a:avLst/>
          </a:prstGeom>
          <a:noFill/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1.</a:t>
            </a:r>
            <a:endParaRPr lang="pt-BR"/>
          </a:p>
        </p:txBody>
      </p:sp>
      <p:sp>
        <p:nvSpPr>
          <p:cNvPr id="106" name="Text Placeholder 21">
            <a:extLst>
              <a:ext uri="{FF2B5EF4-FFF2-40B4-BE49-F238E27FC236}">
                <a16:creationId xmlns:a16="http://schemas.microsoft.com/office/drawing/2014/main" id="{646BD931-2CC9-4B26-938C-C6A9327B317A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334965" y="1986613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2.</a:t>
            </a:r>
            <a:endParaRPr lang="pt-BR"/>
          </a:p>
        </p:txBody>
      </p:sp>
      <p:sp>
        <p:nvSpPr>
          <p:cNvPr id="107" name="Text Placeholder 21">
            <a:extLst>
              <a:ext uri="{FF2B5EF4-FFF2-40B4-BE49-F238E27FC236}">
                <a16:creationId xmlns:a16="http://schemas.microsoft.com/office/drawing/2014/main" id="{7EF60F9A-51DE-3649-80E7-711C186485AA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334965" y="2743933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3.</a:t>
            </a:r>
            <a:endParaRPr lang="pt-BR"/>
          </a:p>
        </p:txBody>
      </p:sp>
      <p:sp>
        <p:nvSpPr>
          <p:cNvPr id="108" name="Text Placeholder 21">
            <a:extLst>
              <a:ext uri="{FF2B5EF4-FFF2-40B4-BE49-F238E27FC236}">
                <a16:creationId xmlns:a16="http://schemas.microsoft.com/office/drawing/2014/main" id="{454FB385-5582-984D-3BEC-2409DCFBBEA7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334965" y="3509439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4.</a:t>
            </a:r>
            <a:endParaRPr lang="pt-BR"/>
          </a:p>
        </p:txBody>
      </p:sp>
      <p:sp>
        <p:nvSpPr>
          <p:cNvPr id="109" name="Text Placeholder 21">
            <a:extLst>
              <a:ext uri="{FF2B5EF4-FFF2-40B4-BE49-F238E27FC236}">
                <a16:creationId xmlns:a16="http://schemas.microsoft.com/office/drawing/2014/main" id="{48AFB4A3-A713-3B36-5C4C-116B17982407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6096003" y="1242285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8.</a:t>
            </a:r>
            <a:endParaRPr lang="pt-BR"/>
          </a:p>
        </p:txBody>
      </p:sp>
      <p:sp>
        <p:nvSpPr>
          <p:cNvPr id="110" name="Text Placeholder 21">
            <a:extLst>
              <a:ext uri="{FF2B5EF4-FFF2-40B4-BE49-F238E27FC236}">
                <a16:creationId xmlns:a16="http://schemas.microsoft.com/office/drawing/2014/main" id="{455A5A6A-C346-A345-7676-47650852DEC5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6096003" y="1986613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9.</a:t>
            </a:r>
            <a:endParaRPr lang="pt-BR"/>
          </a:p>
        </p:txBody>
      </p:sp>
      <p:sp>
        <p:nvSpPr>
          <p:cNvPr id="111" name="Text Placeholder 21">
            <a:extLst>
              <a:ext uri="{FF2B5EF4-FFF2-40B4-BE49-F238E27FC236}">
                <a16:creationId xmlns:a16="http://schemas.microsoft.com/office/drawing/2014/main" id="{C9036724-53EE-61EA-4F36-0647670CC647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6096003" y="2743933"/>
            <a:ext cx="562844" cy="562844"/>
          </a:xfrm>
          <a:prstGeom prst="rect">
            <a:avLst/>
          </a:prstGeom>
          <a:noFill/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10.</a:t>
            </a:r>
            <a:endParaRPr lang="pt-BR"/>
          </a:p>
        </p:txBody>
      </p:sp>
      <p:sp>
        <p:nvSpPr>
          <p:cNvPr id="112" name="Text Placeholder 21">
            <a:extLst>
              <a:ext uri="{FF2B5EF4-FFF2-40B4-BE49-F238E27FC236}">
                <a16:creationId xmlns:a16="http://schemas.microsoft.com/office/drawing/2014/main" id="{59FC8DE1-DA8C-E6FC-0074-C1233AE33862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6096003" y="3509439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11.</a:t>
            </a:r>
            <a:endParaRPr lang="pt-BR"/>
          </a:p>
        </p:txBody>
      </p:sp>
      <p:sp>
        <p:nvSpPr>
          <p:cNvPr id="113" name="Text Placeholder 21">
            <a:extLst>
              <a:ext uri="{FF2B5EF4-FFF2-40B4-BE49-F238E27FC236}">
                <a16:creationId xmlns:a16="http://schemas.microsoft.com/office/drawing/2014/main" id="{CD7EC131-607A-502B-D5DB-EACD3848C447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1112441" y="4285152"/>
            <a:ext cx="3633266" cy="507526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14" name="Text Placeholder 21">
            <a:extLst>
              <a:ext uri="{FF2B5EF4-FFF2-40B4-BE49-F238E27FC236}">
                <a16:creationId xmlns:a16="http://schemas.microsoft.com/office/drawing/2014/main" id="{39366CD8-736E-E9F0-1631-408CE9342B73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6873479" y="4285153"/>
            <a:ext cx="3633266" cy="504415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15" name="Text Placeholder 21">
            <a:extLst>
              <a:ext uri="{FF2B5EF4-FFF2-40B4-BE49-F238E27FC236}">
                <a16:creationId xmlns:a16="http://schemas.microsoft.com/office/drawing/2014/main" id="{A36BD412-4DD9-0776-5A73-B5939ACF9185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334965" y="4285152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5.</a:t>
            </a:r>
            <a:endParaRPr lang="pt-BR"/>
          </a:p>
        </p:txBody>
      </p:sp>
      <p:sp>
        <p:nvSpPr>
          <p:cNvPr id="116" name="Text Placeholder 21">
            <a:extLst>
              <a:ext uri="{FF2B5EF4-FFF2-40B4-BE49-F238E27FC236}">
                <a16:creationId xmlns:a16="http://schemas.microsoft.com/office/drawing/2014/main" id="{0D56432C-F90B-BE78-9849-16EDFA25EDF3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6096003" y="4285152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12.</a:t>
            </a:r>
            <a:endParaRPr lang="pt-BR"/>
          </a:p>
        </p:txBody>
      </p:sp>
      <p:sp>
        <p:nvSpPr>
          <p:cNvPr id="26" name="Text Placeholder 21">
            <a:extLst>
              <a:ext uri="{FF2B5EF4-FFF2-40B4-BE49-F238E27FC236}">
                <a16:creationId xmlns:a16="http://schemas.microsoft.com/office/drawing/2014/main" id="{C5B1F338-8D07-6165-2984-C97D76B836F9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1112441" y="5064614"/>
            <a:ext cx="3633266" cy="507526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27" name="Text Placeholder 21">
            <a:extLst>
              <a:ext uri="{FF2B5EF4-FFF2-40B4-BE49-F238E27FC236}">
                <a16:creationId xmlns:a16="http://schemas.microsoft.com/office/drawing/2014/main" id="{6AC2D12D-986D-3DD5-FBFC-D384978B998E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6873479" y="5064614"/>
            <a:ext cx="3633266" cy="504415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28" name="Text Placeholder 21">
            <a:extLst>
              <a:ext uri="{FF2B5EF4-FFF2-40B4-BE49-F238E27FC236}">
                <a16:creationId xmlns:a16="http://schemas.microsoft.com/office/drawing/2014/main" id="{91E97FC2-9348-4E3B-00E5-76B9F5F34636}"/>
              </a:ext>
            </a:extLst>
          </p:cNvPr>
          <p:cNvSpPr>
            <a:spLocks noGrp="1"/>
          </p:cNvSpPr>
          <p:nvPr>
            <p:ph type="body" sz="quarter" idx="39" hasCustomPrompt="1"/>
          </p:nvPr>
        </p:nvSpPr>
        <p:spPr>
          <a:xfrm>
            <a:off x="334965" y="5064614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6.</a:t>
            </a:r>
            <a:endParaRPr lang="pt-BR"/>
          </a:p>
        </p:txBody>
      </p:sp>
      <p:sp>
        <p:nvSpPr>
          <p:cNvPr id="29" name="Text Placeholder 21">
            <a:extLst>
              <a:ext uri="{FF2B5EF4-FFF2-40B4-BE49-F238E27FC236}">
                <a16:creationId xmlns:a16="http://schemas.microsoft.com/office/drawing/2014/main" id="{10FCC27C-9F7B-60DD-448A-FA5C70190D61}"/>
              </a:ext>
            </a:extLst>
          </p:cNvPr>
          <p:cNvSpPr>
            <a:spLocks noGrp="1"/>
          </p:cNvSpPr>
          <p:nvPr>
            <p:ph type="body" sz="quarter" idx="40" hasCustomPrompt="1"/>
          </p:nvPr>
        </p:nvSpPr>
        <p:spPr>
          <a:xfrm>
            <a:off x="6096003" y="5064614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13.</a:t>
            </a:r>
            <a:endParaRPr lang="pt-BR"/>
          </a:p>
        </p:txBody>
      </p:sp>
      <p:sp>
        <p:nvSpPr>
          <p:cNvPr id="30" name="Text Placeholder 21">
            <a:extLst>
              <a:ext uri="{FF2B5EF4-FFF2-40B4-BE49-F238E27FC236}">
                <a16:creationId xmlns:a16="http://schemas.microsoft.com/office/drawing/2014/main" id="{647A3C75-F52C-9572-4AC8-DF3C9EC74895}"/>
              </a:ext>
            </a:extLst>
          </p:cNvPr>
          <p:cNvSpPr>
            <a:spLocks noGrp="1"/>
          </p:cNvSpPr>
          <p:nvPr>
            <p:ph type="body" sz="quarter" idx="41" hasCustomPrompt="1"/>
          </p:nvPr>
        </p:nvSpPr>
        <p:spPr>
          <a:xfrm>
            <a:off x="1112441" y="5840327"/>
            <a:ext cx="3633266" cy="507526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31" name="Text Placeholder 21">
            <a:extLst>
              <a:ext uri="{FF2B5EF4-FFF2-40B4-BE49-F238E27FC236}">
                <a16:creationId xmlns:a16="http://schemas.microsoft.com/office/drawing/2014/main" id="{CF181672-FCCE-ED51-44CD-B257A5102052}"/>
              </a:ext>
            </a:extLst>
          </p:cNvPr>
          <p:cNvSpPr>
            <a:spLocks noGrp="1"/>
          </p:cNvSpPr>
          <p:nvPr>
            <p:ph type="body" sz="quarter" idx="42" hasCustomPrompt="1"/>
          </p:nvPr>
        </p:nvSpPr>
        <p:spPr>
          <a:xfrm>
            <a:off x="6873479" y="5840328"/>
            <a:ext cx="3633266" cy="504415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32" name="Text Placeholder 21">
            <a:extLst>
              <a:ext uri="{FF2B5EF4-FFF2-40B4-BE49-F238E27FC236}">
                <a16:creationId xmlns:a16="http://schemas.microsoft.com/office/drawing/2014/main" id="{C4E37429-91F7-9872-16AB-E9D998B9B034}"/>
              </a:ext>
            </a:extLst>
          </p:cNvPr>
          <p:cNvSpPr>
            <a:spLocks noGrp="1"/>
          </p:cNvSpPr>
          <p:nvPr>
            <p:ph type="body" sz="quarter" idx="43" hasCustomPrompt="1"/>
          </p:nvPr>
        </p:nvSpPr>
        <p:spPr>
          <a:xfrm>
            <a:off x="334965" y="5840327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7.</a:t>
            </a:r>
            <a:endParaRPr lang="pt-BR"/>
          </a:p>
        </p:txBody>
      </p:sp>
      <p:sp>
        <p:nvSpPr>
          <p:cNvPr id="33" name="Text Placeholder 21">
            <a:extLst>
              <a:ext uri="{FF2B5EF4-FFF2-40B4-BE49-F238E27FC236}">
                <a16:creationId xmlns:a16="http://schemas.microsoft.com/office/drawing/2014/main" id="{996E1AEB-6FC0-93DB-7162-B62353FB6F67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6096003" y="5840327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14.</a:t>
            </a:r>
            <a:endParaRPr lang="pt-BR"/>
          </a:p>
        </p:txBody>
      </p:sp>
      <p:sp>
        <p:nvSpPr>
          <p:cNvPr id="3" name="Picture 8">
            <a:extLst>
              <a:ext uri="{FF2B5EF4-FFF2-40B4-BE49-F238E27FC236}">
                <a16:creationId xmlns:a16="http://schemas.microsoft.com/office/drawing/2014/main" id="{FA2E0788-A75A-5FD1-87DF-D30CAABD5AB4}"/>
              </a:ext>
            </a:extLst>
          </p:cNvPr>
          <p:cNvSpPr/>
          <p:nvPr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tx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/>
          </a:p>
        </p:txBody>
      </p:sp>
      <p:cxnSp>
        <p:nvCxnSpPr>
          <p:cNvPr id="2" name="Straight Connector 1">
            <a:extLst>
              <a:ext uri="{FF2B5EF4-FFF2-40B4-BE49-F238E27FC236}">
                <a16:creationId xmlns:a16="http://schemas.microsoft.com/office/drawing/2014/main" id="{7A0549EC-8DC2-05D6-2003-C541A12B95F9}"/>
              </a:ext>
            </a:extLst>
          </p:cNvPr>
          <p:cNvCxnSpPr>
            <a:cxnSpLocks/>
          </p:cNvCxnSpPr>
          <p:nvPr/>
        </p:nvCxnSpPr>
        <p:spPr>
          <a:xfrm>
            <a:off x="1" y="169333"/>
            <a:ext cx="12229571" cy="0"/>
          </a:xfrm>
          <a:prstGeom prst="line">
            <a:avLst/>
          </a:prstGeom>
          <a:ln w="190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object 4">
            <a:extLst>
              <a:ext uri="{FF2B5EF4-FFF2-40B4-BE49-F238E27FC236}">
                <a16:creationId xmlns:a16="http://schemas.microsoft.com/office/drawing/2014/main" id="{35B88CBE-64E8-46FB-48E7-E570DE983617}"/>
              </a:ext>
            </a:extLst>
          </p:cNvPr>
          <p:cNvSpPr/>
          <p:nvPr/>
        </p:nvSpPr>
        <p:spPr>
          <a:xfrm rot="10247908" flipH="1">
            <a:off x="4106509" y="-4146683"/>
            <a:ext cx="8001039" cy="5749648"/>
          </a:xfrm>
          <a:custGeom>
            <a:avLst/>
            <a:gdLst>
              <a:gd name="connsiteX0" fmla="*/ 0 w 13940157"/>
              <a:gd name="connsiteY0" fmla="*/ 9200719 h 9456078"/>
              <a:gd name="connsiteX1" fmla="*/ 781360 w 13940157"/>
              <a:gd name="connsiteY1" fmla="*/ 9456078 h 9456078"/>
              <a:gd name="connsiteX2" fmla="*/ 831337 w 13940157"/>
              <a:gd name="connsiteY2" fmla="*/ 9455836 h 9456078"/>
              <a:gd name="connsiteX3" fmla="*/ 881253 w 13940157"/>
              <a:gd name="connsiteY3" fmla="*/ 9455111 h 9456078"/>
              <a:gd name="connsiteX4" fmla="*/ 931102 w 13940157"/>
              <a:gd name="connsiteY4" fmla="*/ 9453904 h 9456078"/>
              <a:gd name="connsiteX5" fmla="*/ 980884 w 13940157"/>
              <a:gd name="connsiteY5" fmla="*/ 9452217 h 9456078"/>
              <a:gd name="connsiteX6" fmla="*/ 1030594 w 13940157"/>
              <a:gd name="connsiteY6" fmla="*/ 9450052 h 9456078"/>
              <a:gd name="connsiteX7" fmla="*/ 1080230 w 13940157"/>
              <a:gd name="connsiteY7" fmla="*/ 9447409 h 9456078"/>
              <a:gd name="connsiteX8" fmla="*/ 1129789 w 13940157"/>
              <a:gd name="connsiteY8" fmla="*/ 9444290 h 9456078"/>
              <a:gd name="connsiteX9" fmla="*/ 1179267 w 13940157"/>
              <a:gd name="connsiteY9" fmla="*/ 9440698 h 9456078"/>
              <a:gd name="connsiteX10" fmla="*/ 1228662 w 13940157"/>
              <a:gd name="connsiteY10" fmla="*/ 9436632 h 9456078"/>
              <a:gd name="connsiteX11" fmla="*/ 1277970 w 13940157"/>
              <a:gd name="connsiteY11" fmla="*/ 9432096 h 9456078"/>
              <a:gd name="connsiteX12" fmla="*/ 1327189 w 13940157"/>
              <a:gd name="connsiteY12" fmla="*/ 9427089 h 9456078"/>
              <a:gd name="connsiteX13" fmla="*/ 1376316 w 13940157"/>
              <a:gd name="connsiteY13" fmla="*/ 9421615 h 9456078"/>
              <a:gd name="connsiteX14" fmla="*/ 1425347 w 13940157"/>
              <a:gd name="connsiteY14" fmla="*/ 9415673 h 9456078"/>
              <a:gd name="connsiteX15" fmla="*/ 1474280 w 13940157"/>
              <a:gd name="connsiteY15" fmla="*/ 9409267 h 9456078"/>
              <a:gd name="connsiteX16" fmla="*/ 1523111 w 13940157"/>
              <a:gd name="connsiteY16" fmla="*/ 9402396 h 9456078"/>
              <a:gd name="connsiteX17" fmla="*/ 1571838 w 13940157"/>
              <a:gd name="connsiteY17" fmla="*/ 9395063 h 9456078"/>
              <a:gd name="connsiteX18" fmla="*/ 1620458 w 13940157"/>
              <a:gd name="connsiteY18" fmla="*/ 9387270 h 9456078"/>
              <a:gd name="connsiteX19" fmla="*/ 1668967 w 13940157"/>
              <a:gd name="connsiteY19" fmla="*/ 9379017 h 9456078"/>
              <a:gd name="connsiteX20" fmla="*/ 1717362 w 13940157"/>
              <a:gd name="connsiteY20" fmla="*/ 9370306 h 9456078"/>
              <a:gd name="connsiteX21" fmla="*/ 1765641 w 13940157"/>
              <a:gd name="connsiteY21" fmla="*/ 9361139 h 9456078"/>
              <a:gd name="connsiteX22" fmla="*/ 1813800 w 13940157"/>
              <a:gd name="connsiteY22" fmla="*/ 9351517 h 9456078"/>
              <a:gd name="connsiteX23" fmla="*/ 1861837 w 13940157"/>
              <a:gd name="connsiteY23" fmla="*/ 9341441 h 9456078"/>
              <a:gd name="connsiteX24" fmla="*/ 1909749 w 13940157"/>
              <a:gd name="connsiteY24" fmla="*/ 9330914 h 9456078"/>
              <a:gd name="connsiteX25" fmla="*/ 1957532 w 13940157"/>
              <a:gd name="connsiteY25" fmla="*/ 9319936 h 9456078"/>
              <a:gd name="connsiteX26" fmla="*/ 2005183 w 13940157"/>
              <a:gd name="connsiteY26" fmla="*/ 9308509 h 9456078"/>
              <a:gd name="connsiteX27" fmla="*/ 2052699 w 13940157"/>
              <a:gd name="connsiteY27" fmla="*/ 9296635 h 9456078"/>
              <a:gd name="connsiteX28" fmla="*/ 2100079 w 13940157"/>
              <a:gd name="connsiteY28" fmla="*/ 9284315 h 9456078"/>
              <a:gd name="connsiteX29" fmla="*/ 2147317 w 13940157"/>
              <a:gd name="connsiteY29" fmla="*/ 9271550 h 9456078"/>
              <a:gd name="connsiteX30" fmla="*/ 2194412 w 13940157"/>
              <a:gd name="connsiteY30" fmla="*/ 9258342 h 9456078"/>
              <a:gd name="connsiteX31" fmla="*/ 2241360 w 13940157"/>
              <a:gd name="connsiteY31" fmla="*/ 9244693 h 9456078"/>
              <a:gd name="connsiteX32" fmla="*/ 2288159 w 13940157"/>
              <a:gd name="connsiteY32" fmla="*/ 9230604 h 9456078"/>
              <a:gd name="connsiteX33" fmla="*/ 2334805 w 13940157"/>
              <a:gd name="connsiteY33" fmla="*/ 9216076 h 9456078"/>
              <a:gd name="connsiteX34" fmla="*/ 2381295 w 13940157"/>
              <a:gd name="connsiteY34" fmla="*/ 9201111 h 9456078"/>
              <a:gd name="connsiteX35" fmla="*/ 2427627 w 13940157"/>
              <a:gd name="connsiteY35" fmla="*/ 9185710 h 9456078"/>
              <a:gd name="connsiteX36" fmla="*/ 2473797 w 13940157"/>
              <a:gd name="connsiteY36" fmla="*/ 9169876 h 9456078"/>
              <a:gd name="connsiteX37" fmla="*/ 2519802 w 13940157"/>
              <a:gd name="connsiteY37" fmla="*/ 9153608 h 9456078"/>
              <a:gd name="connsiteX38" fmla="*/ 2565640 w 13940157"/>
              <a:gd name="connsiteY38" fmla="*/ 9136910 h 9456078"/>
              <a:gd name="connsiteX39" fmla="*/ 2611307 w 13940157"/>
              <a:gd name="connsiteY39" fmla="*/ 9119782 h 9456078"/>
              <a:gd name="connsiteX40" fmla="*/ 2656800 w 13940157"/>
              <a:gd name="connsiteY40" fmla="*/ 9102226 h 9456078"/>
              <a:gd name="connsiteX41" fmla="*/ 2702116 w 13940157"/>
              <a:gd name="connsiteY41" fmla="*/ 9084243 h 9456078"/>
              <a:gd name="connsiteX42" fmla="*/ 2747253 w 13940157"/>
              <a:gd name="connsiteY42" fmla="*/ 9065835 h 9456078"/>
              <a:gd name="connsiteX43" fmla="*/ 2792207 w 13940157"/>
              <a:gd name="connsiteY43" fmla="*/ 9047004 h 9456078"/>
              <a:gd name="connsiteX44" fmla="*/ 2836975 w 13940157"/>
              <a:gd name="connsiteY44" fmla="*/ 9027750 h 9456078"/>
              <a:gd name="connsiteX45" fmla="*/ 2881555 w 13940157"/>
              <a:gd name="connsiteY45" fmla="*/ 9008075 h 9456078"/>
              <a:gd name="connsiteX46" fmla="*/ 2925942 w 13940157"/>
              <a:gd name="connsiteY46" fmla="*/ 8987981 h 9456078"/>
              <a:gd name="connsiteX47" fmla="*/ 2970135 w 13940157"/>
              <a:gd name="connsiteY47" fmla="*/ 8967470 h 9456078"/>
              <a:gd name="connsiteX48" fmla="*/ 3014130 w 13940157"/>
              <a:gd name="connsiteY48" fmla="*/ 8946542 h 9456078"/>
              <a:gd name="connsiteX49" fmla="*/ 3057924 w 13940157"/>
              <a:gd name="connsiteY49" fmla="*/ 8925199 h 9456078"/>
              <a:gd name="connsiteX50" fmla="*/ 3101514 w 13940157"/>
              <a:gd name="connsiteY50" fmla="*/ 8903443 h 9456078"/>
              <a:gd name="connsiteX51" fmla="*/ 3144898 w 13940157"/>
              <a:gd name="connsiteY51" fmla="*/ 8881275 h 9456078"/>
              <a:gd name="connsiteX52" fmla="*/ 3188071 w 13940157"/>
              <a:gd name="connsiteY52" fmla="*/ 8858697 h 9456078"/>
              <a:gd name="connsiteX53" fmla="*/ 3231032 w 13940157"/>
              <a:gd name="connsiteY53" fmla="*/ 8835710 h 9456078"/>
              <a:gd name="connsiteX54" fmla="*/ 3273777 w 13940157"/>
              <a:gd name="connsiteY54" fmla="*/ 8812316 h 9456078"/>
              <a:gd name="connsiteX55" fmla="*/ 3316303 w 13940157"/>
              <a:gd name="connsiteY55" fmla="*/ 8788516 h 9456078"/>
              <a:gd name="connsiteX56" fmla="*/ 3358607 w 13940157"/>
              <a:gd name="connsiteY56" fmla="*/ 8764311 h 9456078"/>
              <a:gd name="connsiteX57" fmla="*/ 3400686 w 13940157"/>
              <a:gd name="connsiteY57" fmla="*/ 8739704 h 9456078"/>
              <a:gd name="connsiteX58" fmla="*/ 3442537 w 13940157"/>
              <a:gd name="connsiteY58" fmla="*/ 8714695 h 9456078"/>
              <a:gd name="connsiteX59" fmla="*/ 3484157 w 13940157"/>
              <a:gd name="connsiteY59" fmla="*/ 8689286 h 9456078"/>
              <a:gd name="connsiteX60" fmla="*/ 3525543 w 13940157"/>
              <a:gd name="connsiteY60" fmla="*/ 8663479 h 9456078"/>
              <a:gd name="connsiteX61" fmla="*/ 3566693 w 13940157"/>
              <a:gd name="connsiteY61" fmla="*/ 8637274 h 9456078"/>
              <a:gd name="connsiteX62" fmla="*/ 3607602 w 13940157"/>
              <a:gd name="connsiteY62" fmla="*/ 8610675 h 9456078"/>
              <a:gd name="connsiteX63" fmla="*/ 3648268 w 13940157"/>
              <a:gd name="connsiteY63" fmla="*/ 8583681 h 9456078"/>
              <a:gd name="connsiteX64" fmla="*/ 3688689 w 13940157"/>
              <a:gd name="connsiteY64" fmla="*/ 8556295 h 9456078"/>
              <a:gd name="connsiteX65" fmla="*/ 3728860 w 13940157"/>
              <a:gd name="connsiteY65" fmla="*/ 8528517 h 9456078"/>
              <a:gd name="connsiteX66" fmla="*/ 3768779 w 13940157"/>
              <a:gd name="connsiteY66" fmla="*/ 8500351 h 9456078"/>
              <a:gd name="connsiteX67" fmla="*/ 3808443 w 13940157"/>
              <a:gd name="connsiteY67" fmla="*/ 8471796 h 9456078"/>
              <a:gd name="connsiteX68" fmla="*/ 3847849 w 13940157"/>
              <a:gd name="connsiteY68" fmla="*/ 8442854 h 9456078"/>
              <a:gd name="connsiteX69" fmla="*/ 3886994 w 13940157"/>
              <a:gd name="connsiteY69" fmla="*/ 8413528 h 9456078"/>
              <a:gd name="connsiteX70" fmla="*/ 3925875 w 13940157"/>
              <a:gd name="connsiteY70" fmla="*/ 8383818 h 9456078"/>
              <a:gd name="connsiteX71" fmla="*/ 3964489 w 13940157"/>
              <a:gd name="connsiteY71" fmla="*/ 8353726 h 9456078"/>
              <a:gd name="connsiteX72" fmla="*/ 4002833 w 13940157"/>
              <a:gd name="connsiteY72" fmla="*/ 8323253 h 9456078"/>
              <a:gd name="connsiteX73" fmla="*/ 4040904 w 13940157"/>
              <a:gd name="connsiteY73" fmla="*/ 8292401 h 9456078"/>
              <a:gd name="connsiteX74" fmla="*/ 4078699 w 13940157"/>
              <a:gd name="connsiteY74" fmla="*/ 8261172 h 9456078"/>
              <a:gd name="connsiteX75" fmla="*/ 4116214 w 13940157"/>
              <a:gd name="connsiteY75" fmla="*/ 8229566 h 9456078"/>
              <a:gd name="connsiteX76" fmla="*/ 4153447 w 13940157"/>
              <a:gd name="connsiteY76" fmla="*/ 8197585 h 9456078"/>
              <a:gd name="connsiteX77" fmla="*/ 4190395 w 13940157"/>
              <a:gd name="connsiteY77" fmla="*/ 8165232 h 9456078"/>
              <a:gd name="connsiteX78" fmla="*/ 4227055 w 13940157"/>
              <a:gd name="connsiteY78" fmla="*/ 8132507 h 9456078"/>
              <a:gd name="connsiteX79" fmla="*/ 4263424 w 13940157"/>
              <a:gd name="connsiteY79" fmla="*/ 8099411 h 9456078"/>
              <a:gd name="connsiteX80" fmla="*/ 4299499 w 13940157"/>
              <a:gd name="connsiteY80" fmla="*/ 8065947 h 9456078"/>
              <a:gd name="connsiteX81" fmla="*/ 4335276 w 13940157"/>
              <a:gd name="connsiteY81" fmla="*/ 8032115 h 9456078"/>
              <a:gd name="connsiteX82" fmla="*/ 4370753 w 13940157"/>
              <a:gd name="connsiteY82" fmla="*/ 7997918 h 9456078"/>
              <a:gd name="connsiteX83" fmla="*/ 4405927 w 13940157"/>
              <a:gd name="connsiteY83" fmla="*/ 7963356 h 9456078"/>
              <a:gd name="connsiteX84" fmla="*/ 4440795 w 13940157"/>
              <a:gd name="connsiteY84" fmla="*/ 7928432 h 9456078"/>
              <a:gd name="connsiteX85" fmla="*/ 4475354 w 13940157"/>
              <a:gd name="connsiteY85" fmla="*/ 7893146 h 9456078"/>
              <a:gd name="connsiteX86" fmla="*/ 4509600 w 13940157"/>
              <a:gd name="connsiteY86" fmla="*/ 7857501 h 9456078"/>
              <a:gd name="connsiteX87" fmla="*/ 4543531 w 13940157"/>
              <a:gd name="connsiteY87" fmla="*/ 7821497 h 9456078"/>
              <a:gd name="connsiteX88" fmla="*/ 4577143 w 13940157"/>
              <a:gd name="connsiteY88" fmla="*/ 7785136 h 9456078"/>
              <a:gd name="connsiteX89" fmla="*/ 4610435 w 13940157"/>
              <a:gd name="connsiteY89" fmla="*/ 7748420 h 9456078"/>
              <a:gd name="connsiteX90" fmla="*/ 4643402 w 13940157"/>
              <a:gd name="connsiteY90" fmla="*/ 7711350 h 9456078"/>
              <a:gd name="connsiteX91" fmla="*/ 4676042 w 13940157"/>
              <a:gd name="connsiteY91" fmla="*/ 7673928 h 9456078"/>
              <a:gd name="connsiteX92" fmla="*/ 4708351 w 13940157"/>
              <a:gd name="connsiteY92" fmla="*/ 7636155 h 9456078"/>
              <a:gd name="connsiteX93" fmla="*/ 4740327 w 13940157"/>
              <a:gd name="connsiteY93" fmla="*/ 7598032 h 9456078"/>
              <a:gd name="connsiteX94" fmla="*/ 4771967 w 13940157"/>
              <a:gd name="connsiteY94" fmla="*/ 7559561 h 9456078"/>
              <a:gd name="connsiteX95" fmla="*/ 4803267 w 13940157"/>
              <a:gd name="connsiteY95" fmla="*/ 7520744 h 9456078"/>
              <a:gd name="connsiteX96" fmla="*/ 4834225 w 13940157"/>
              <a:gd name="connsiteY96" fmla="*/ 7481582 h 9456078"/>
              <a:gd name="connsiteX97" fmla="*/ 4864838 w 13940157"/>
              <a:gd name="connsiteY97" fmla="*/ 7442077 h 9456078"/>
              <a:gd name="connsiteX98" fmla="*/ 8803671 w 13940157"/>
              <a:gd name="connsiteY98" fmla="*/ 2307814 h 9456078"/>
              <a:gd name="connsiteX99" fmla="*/ 8834262 w 13940157"/>
              <a:gd name="connsiteY99" fmla="*/ 2268285 h 9456078"/>
              <a:gd name="connsiteX100" fmla="*/ 8865156 w 13940157"/>
              <a:gd name="connsiteY100" fmla="*/ 2229056 h 9456078"/>
              <a:gd name="connsiteX101" fmla="*/ 8896349 w 13940157"/>
              <a:gd name="connsiteY101" fmla="*/ 2190127 h 9456078"/>
              <a:gd name="connsiteX102" fmla="*/ 8927839 w 13940157"/>
              <a:gd name="connsiteY102" fmla="*/ 2151500 h 9456078"/>
              <a:gd name="connsiteX103" fmla="*/ 8959624 w 13940157"/>
              <a:gd name="connsiteY103" fmla="*/ 2113176 h 9456078"/>
              <a:gd name="connsiteX104" fmla="*/ 8991701 w 13940157"/>
              <a:gd name="connsiteY104" fmla="*/ 2075157 h 9456078"/>
              <a:gd name="connsiteX105" fmla="*/ 9024069 w 13940157"/>
              <a:gd name="connsiteY105" fmla="*/ 2037442 h 9456078"/>
              <a:gd name="connsiteX106" fmla="*/ 9056725 w 13940157"/>
              <a:gd name="connsiteY106" fmla="*/ 2000034 h 9456078"/>
              <a:gd name="connsiteX107" fmla="*/ 9089667 w 13940157"/>
              <a:gd name="connsiteY107" fmla="*/ 1962934 h 9456078"/>
              <a:gd name="connsiteX108" fmla="*/ 9122892 w 13940157"/>
              <a:gd name="connsiteY108" fmla="*/ 1926142 h 9456078"/>
              <a:gd name="connsiteX109" fmla="*/ 9156398 w 13940157"/>
              <a:gd name="connsiteY109" fmla="*/ 1889660 h 9456078"/>
              <a:gd name="connsiteX110" fmla="*/ 9190183 w 13940157"/>
              <a:gd name="connsiteY110" fmla="*/ 1853489 h 9456078"/>
              <a:gd name="connsiteX111" fmla="*/ 9224245 w 13940157"/>
              <a:gd name="connsiteY111" fmla="*/ 1817630 h 9456078"/>
              <a:gd name="connsiteX112" fmla="*/ 9258581 w 13940157"/>
              <a:gd name="connsiteY112" fmla="*/ 1782084 h 9456078"/>
              <a:gd name="connsiteX113" fmla="*/ 9293189 w 13940157"/>
              <a:gd name="connsiteY113" fmla="*/ 1746853 h 9456078"/>
              <a:gd name="connsiteX114" fmla="*/ 9328066 w 13940157"/>
              <a:gd name="connsiteY114" fmla="*/ 1711937 h 9456078"/>
              <a:gd name="connsiteX115" fmla="*/ 9363211 w 13940157"/>
              <a:gd name="connsiteY115" fmla="*/ 1677337 h 9456078"/>
              <a:gd name="connsiteX116" fmla="*/ 9398621 w 13940157"/>
              <a:gd name="connsiteY116" fmla="*/ 1643056 h 9456078"/>
              <a:gd name="connsiteX117" fmla="*/ 9434294 w 13940157"/>
              <a:gd name="connsiteY117" fmla="*/ 1609093 h 9456078"/>
              <a:gd name="connsiteX118" fmla="*/ 9470227 w 13940157"/>
              <a:gd name="connsiteY118" fmla="*/ 1575450 h 9456078"/>
              <a:gd name="connsiteX119" fmla="*/ 9506418 w 13940157"/>
              <a:gd name="connsiteY119" fmla="*/ 1542128 h 9456078"/>
              <a:gd name="connsiteX120" fmla="*/ 9542866 w 13940157"/>
              <a:gd name="connsiteY120" fmla="*/ 1509129 h 9456078"/>
              <a:gd name="connsiteX121" fmla="*/ 9579567 w 13940157"/>
              <a:gd name="connsiteY121" fmla="*/ 1476452 h 9456078"/>
              <a:gd name="connsiteX122" fmla="*/ 9616519 w 13940157"/>
              <a:gd name="connsiteY122" fmla="*/ 1444101 h 9456078"/>
              <a:gd name="connsiteX123" fmla="*/ 9653720 w 13940157"/>
              <a:gd name="connsiteY123" fmla="*/ 1412075 h 9456078"/>
              <a:gd name="connsiteX124" fmla="*/ 9691168 w 13940157"/>
              <a:gd name="connsiteY124" fmla="*/ 1380375 h 9456078"/>
              <a:gd name="connsiteX125" fmla="*/ 9728861 w 13940157"/>
              <a:gd name="connsiteY125" fmla="*/ 1349004 h 9456078"/>
              <a:gd name="connsiteX126" fmla="*/ 9766795 w 13940157"/>
              <a:gd name="connsiteY126" fmla="*/ 1317962 h 9456078"/>
              <a:gd name="connsiteX127" fmla="*/ 9804970 w 13940157"/>
              <a:gd name="connsiteY127" fmla="*/ 1287250 h 9456078"/>
              <a:gd name="connsiteX128" fmla="*/ 9843382 w 13940157"/>
              <a:gd name="connsiteY128" fmla="*/ 1256869 h 9456078"/>
              <a:gd name="connsiteX129" fmla="*/ 9882029 w 13940157"/>
              <a:gd name="connsiteY129" fmla="*/ 1226820 h 9456078"/>
              <a:gd name="connsiteX130" fmla="*/ 9920909 w 13940157"/>
              <a:gd name="connsiteY130" fmla="*/ 1197105 h 9456078"/>
              <a:gd name="connsiteX131" fmla="*/ 9960020 w 13940157"/>
              <a:gd name="connsiteY131" fmla="*/ 1167725 h 9456078"/>
              <a:gd name="connsiteX132" fmla="*/ 9999359 w 13940157"/>
              <a:gd name="connsiteY132" fmla="*/ 1138681 h 9456078"/>
              <a:gd name="connsiteX133" fmla="*/ 10038924 w 13940157"/>
              <a:gd name="connsiteY133" fmla="*/ 1109974 h 9456078"/>
              <a:gd name="connsiteX134" fmla="*/ 10078713 w 13940157"/>
              <a:gd name="connsiteY134" fmla="*/ 1081604 h 9456078"/>
              <a:gd name="connsiteX135" fmla="*/ 10118724 w 13940157"/>
              <a:gd name="connsiteY135" fmla="*/ 1053574 h 9456078"/>
              <a:gd name="connsiteX136" fmla="*/ 10158954 w 13940157"/>
              <a:gd name="connsiteY136" fmla="*/ 1025884 h 9456078"/>
              <a:gd name="connsiteX137" fmla="*/ 10199400 w 13940157"/>
              <a:gd name="connsiteY137" fmla="*/ 998536 h 9456078"/>
              <a:gd name="connsiteX138" fmla="*/ 10240062 w 13940157"/>
              <a:gd name="connsiteY138" fmla="*/ 971530 h 9456078"/>
              <a:gd name="connsiteX139" fmla="*/ 10280935 w 13940157"/>
              <a:gd name="connsiteY139" fmla="*/ 944868 h 9456078"/>
              <a:gd name="connsiteX140" fmla="*/ 10322019 w 13940157"/>
              <a:gd name="connsiteY140" fmla="*/ 918551 h 9456078"/>
              <a:gd name="connsiteX141" fmla="*/ 10363310 w 13940157"/>
              <a:gd name="connsiteY141" fmla="*/ 892580 h 9456078"/>
              <a:gd name="connsiteX142" fmla="*/ 10404807 w 13940157"/>
              <a:gd name="connsiteY142" fmla="*/ 866956 h 9456078"/>
              <a:gd name="connsiteX143" fmla="*/ 10446507 w 13940157"/>
              <a:gd name="connsiteY143" fmla="*/ 841681 h 9456078"/>
              <a:gd name="connsiteX144" fmla="*/ 10488408 w 13940157"/>
              <a:gd name="connsiteY144" fmla="*/ 816754 h 9456078"/>
              <a:gd name="connsiteX145" fmla="*/ 10530507 w 13940157"/>
              <a:gd name="connsiteY145" fmla="*/ 792179 h 9456078"/>
              <a:gd name="connsiteX146" fmla="*/ 10572803 w 13940157"/>
              <a:gd name="connsiteY146" fmla="*/ 767955 h 9456078"/>
              <a:gd name="connsiteX147" fmla="*/ 10615292 w 13940157"/>
              <a:gd name="connsiteY147" fmla="*/ 744083 h 9456078"/>
              <a:gd name="connsiteX148" fmla="*/ 10657973 w 13940157"/>
              <a:gd name="connsiteY148" fmla="*/ 720566 h 9456078"/>
              <a:gd name="connsiteX149" fmla="*/ 10700844 w 13940157"/>
              <a:gd name="connsiteY149" fmla="*/ 697404 h 9456078"/>
              <a:gd name="connsiteX150" fmla="*/ 10743902 w 13940157"/>
              <a:gd name="connsiteY150" fmla="*/ 674598 h 9456078"/>
              <a:gd name="connsiteX151" fmla="*/ 10787144 w 13940157"/>
              <a:gd name="connsiteY151" fmla="*/ 652149 h 9456078"/>
              <a:gd name="connsiteX152" fmla="*/ 10830569 w 13940157"/>
              <a:gd name="connsiteY152" fmla="*/ 630059 h 9456078"/>
              <a:gd name="connsiteX153" fmla="*/ 10874174 w 13940157"/>
              <a:gd name="connsiteY153" fmla="*/ 608328 h 9456078"/>
              <a:gd name="connsiteX154" fmla="*/ 10917957 w 13940157"/>
              <a:gd name="connsiteY154" fmla="*/ 586958 h 9456078"/>
              <a:gd name="connsiteX155" fmla="*/ 10961916 w 13940157"/>
              <a:gd name="connsiteY155" fmla="*/ 565950 h 9456078"/>
              <a:gd name="connsiteX156" fmla="*/ 11006048 w 13940157"/>
              <a:gd name="connsiteY156" fmla="*/ 545304 h 9456078"/>
              <a:gd name="connsiteX157" fmla="*/ 11050351 w 13940157"/>
              <a:gd name="connsiteY157" fmla="*/ 525023 h 9456078"/>
              <a:gd name="connsiteX158" fmla="*/ 11094823 w 13940157"/>
              <a:gd name="connsiteY158" fmla="*/ 505107 h 9456078"/>
              <a:gd name="connsiteX159" fmla="*/ 11139461 w 13940157"/>
              <a:gd name="connsiteY159" fmla="*/ 485558 h 9456078"/>
              <a:gd name="connsiteX160" fmla="*/ 11184263 w 13940157"/>
              <a:gd name="connsiteY160" fmla="*/ 466376 h 9456078"/>
              <a:gd name="connsiteX161" fmla="*/ 11229228 w 13940157"/>
              <a:gd name="connsiteY161" fmla="*/ 447563 h 9456078"/>
              <a:gd name="connsiteX162" fmla="*/ 11274351 w 13940157"/>
              <a:gd name="connsiteY162" fmla="*/ 429119 h 9456078"/>
              <a:gd name="connsiteX163" fmla="*/ 11319632 w 13940157"/>
              <a:gd name="connsiteY163" fmla="*/ 411046 h 9456078"/>
              <a:gd name="connsiteX164" fmla="*/ 11365068 w 13940157"/>
              <a:gd name="connsiteY164" fmla="*/ 393346 h 9456078"/>
              <a:gd name="connsiteX165" fmla="*/ 11410657 w 13940157"/>
              <a:gd name="connsiteY165" fmla="*/ 376018 h 9456078"/>
              <a:gd name="connsiteX166" fmla="*/ 11456396 w 13940157"/>
              <a:gd name="connsiteY166" fmla="*/ 359065 h 9456078"/>
              <a:gd name="connsiteX167" fmla="*/ 11502283 w 13940157"/>
              <a:gd name="connsiteY167" fmla="*/ 342487 h 9456078"/>
              <a:gd name="connsiteX168" fmla="*/ 11548316 w 13940157"/>
              <a:gd name="connsiteY168" fmla="*/ 326286 h 9456078"/>
              <a:gd name="connsiteX169" fmla="*/ 11594492 w 13940157"/>
              <a:gd name="connsiteY169" fmla="*/ 310462 h 9456078"/>
              <a:gd name="connsiteX170" fmla="*/ 11640810 w 13940157"/>
              <a:gd name="connsiteY170" fmla="*/ 295018 h 9456078"/>
              <a:gd name="connsiteX171" fmla="*/ 11687267 w 13940157"/>
              <a:gd name="connsiteY171" fmla="*/ 279953 h 9456078"/>
              <a:gd name="connsiteX172" fmla="*/ 11733860 w 13940157"/>
              <a:gd name="connsiteY172" fmla="*/ 265269 h 9456078"/>
              <a:gd name="connsiteX173" fmla="*/ 11780587 w 13940157"/>
              <a:gd name="connsiteY173" fmla="*/ 250968 h 9456078"/>
              <a:gd name="connsiteX174" fmla="*/ 11827447 w 13940157"/>
              <a:gd name="connsiteY174" fmla="*/ 237049 h 9456078"/>
              <a:gd name="connsiteX175" fmla="*/ 11874436 w 13940157"/>
              <a:gd name="connsiteY175" fmla="*/ 223516 h 9456078"/>
              <a:gd name="connsiteX176" fmla="*/ 11921553 w 13940157"/>
              <a:gd name="connsiteY176" fmla="*/ 210368 h 9456078"/>
              <a:gd name="connsiteX177" fmla="*/ 11968794 w 13940157"/>
              <a:gd name="connsiteY177" fmla="*/ 197606 h 9456078"/>
              <a:gd name="connsiteX178" fmla="*/ 12016159 w 13940157"/>
              <a:gd name="connsiteY178" fmla="*/ 185233 h 9456078"/>
              <a:gd name="connsiteX179" fmla="*/ 12063644 w 13940157"/>
              <a:gd name="connsiteY179" fmla="*/ 173248 h 9456078"/>
              <a:gd name="connsiteX180" fmla="*/ 12111248 w 13940157"/>
              <a:gd name="connsiteY180" fmla="*/ 161654 h 9456078"/>
              <a:gd name="connsiteX181" fmla="*/ 12158967 w 13940157"/>
              <a:gd name="connsiteY181" fmla="*/ 150451 h 9456078"/>
              <a:gd name="connsiteX182" fmla="*/ 12206800 w 13940157"/>
              <a:gd name="connsiteY182" fmla="*/ 139640 h 9456078"/>
              <a:gd name="connsiteX183" fmla="*/ 12254745 w 13940157"/>
              <a:gd name="connsiteY183" fmla="*/ 129223 h 9456078"/>
              <a:gd name="connsiteX184" fmla="*/ 12302799 w 13940157"/>
              <a:gd name="connsiteY184" fmla="*/ 119201 h 9456078"/>
              <a:gd name="connsiteX185" fmla="*/ 12350959 w 13940157"/>
              <a:gd name="connsiteY185" fmla="*/ 109574 h 9456078"/>
              <a:gd name="connsiteX186" fmla="*/ 12399224 w 13940157"/>
              <a:gd name="connsiteY186" fmla="*/ 100344 h 9456078"/>
              <a:gd name="connsiteX187" fmla="*/ 12447591 w 13940157"/>
              <a:gd name="connsiteY187" fmla="*/ 91512 h 9456078"/>
              <a:gd name="connsiteX188" fmla="*/ 12496058 w 13940157"/>
              <a:gd name="connsiteY188" fmla="*/ 83080 h 9456078"/>
              <a:gd name="connsiteX189" fmla="*/ 12544623 w 13940157"/>
              <a:gd name="connsiteY189" fmla="*/ 75047 h 9456078"/>
              <a:gd name="connsiteX190" fmla="*/ 12593283 w 13940157"/>
              <a:gd name="connsiteY190" fmla="*/ 67417 h 9456078"/>
              <a:gd name="connsiteX191" fmla="*/ 12642036 w 13940157"/>
              <a:gd name="connsiteY191" fmla="*/ 60188 h 9456078"/>
              <a:gd name="connsiteX192" fmla="*/ 12690879 w 13940157"/>
              <a:gd name="connsiteY192" fmla="*/ 53364 h 9456078"/>
              <a:gd name="connsiteX193" fmla="*/ 12739811 w 13940157"/>
              <a:gd name="connsiteY193" fmla="*/ 46944 h 9456078"/>
              <a:gd name="connsiteX194" fmla="*/ 12788830 w 13940157"/>
              <a:gd name="connsiteY194" fmla="*/ 40931 h 9456078"/>
              <a:gd name="connsiteX195" fmla="*/ 12837932 w 13940157"/>
              <a:gd name="connsiteY195" fmla="*/ 35324 h 9456078"/>
              <a:gd name="connsiteX196" fmla="*/ 12887116 w 13940157"/>
              <a:gd name="connsiteY196" fmla="*/ 30126 h 9456078"/>
              <a:gd name="connsiteX197" fmla="*/ 12936379 w 13940157"/>
              <a:gd name="connsiteY197" fmla="*/ 25337 h 9456078"/>
              <a:gd name="connsiteX198" fmla="*/ 12985719 w 13940157"/>
              <a:gd name="connsiteY198" fmla="*/ 20958 h 9456078"/>
              <a:gd name="connsiteX199" fmla="*/ 13035133 w 13940157"/>
              <a:gd name="connsiteY199" fmla="*/ 16991 h 9456078"/>
              <a:gd name="connsiteX200" fmla="*/ 13084620 w 13940157"/>
              <a:gd name="connsiteY200" fmla="*/ 13437 h 9456078"/>
              <a:gd name="connsiteX201" fmla="*/ 13134178 w 13940157"/>
              <a:gd name="connsiteY201" fmla="*/ 10297 h 9456078"/>
              <a:gd name="connsiteX202" fmla="*/ 13183803 w 13940157"/>
              <a:gd name="connsiteY202" fmla="*/ 7572 h 9456078"/>
              <a:gd name="connsiteX203" fmla="*/ 13233493 w 13940157"/>
              <a:gd name="connsiteY203" fmla="*/ 5263 h 9456078"/>
              <a:gd name="connsiteX204" fmla="*/ 13283247 w 13940157"/>
              <a:gd name="connsiteY204" fmla="*/ 3371 h 9456078"/>
              <a:gd name="connsiteX205" fmla="*/ 13333061 w 13940157"/>
              <a:gd name="connsiteY205" fmla="*/ 1898 h 9456078"/>
              <a:gd name="connsiteX206" fmla="*/ 13382934 w 13940157"/>
              <a:gd name="connsiteY206" fmla="*/ 844 h 9456078"/>
              <a:gd name="connsiteX207" fmla="*/ 13432864 w 13940157"/>
              <a:gd name="connsiteY207" fmla="*/ 211 h 9456078"/>
              <a:gd name="connsiteX208" fmla="*/ 13482847 w 13940157"/>
              <a:gd name="connsiteY208" fmla="*/ 0 h 9456078"/>
              <a:gd name="connsiteX209" fmla="*/ 13940158 w 13940157"/>
              <a:gd name="connsiteY209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49234 w 13158799"/>
              <a:gd name="connsiteY5" fmla="*/ 9450052 h 9456078"/>
              <a:gd name="connsiteX6" fmla="*/ 298870 w 13158799"/>
              <a:gd name="connsiteY6" fmla="*/ 9447409 h 9456078"/>
              <a:gd name="connsiteX7" fmla="*/ 348429 w 13158799"/>
              <a:gd name="connsiteY7" fmla="*/ 9444290 h 9456078"/>
              <a:gd name="connsiteX8" fmla="*/ 397907 w 13158799"/>
              <a:gd name="connsiteY8" fmla="*/ 9440698 h 9456078"/>
              <a:gd name="connsiteX9" fmla="*/ 447302 w 13158799"/>
              <a:gd name="connsiteY9" fmla="*/ 9436632 h 9456078"/>
              <a:gd name="connsiteX10" fmla="*/ 496610 w 13158799"/>
              <a:gd name="connsiteY10" fmla="*/ 9432096 h 9456078"/>
              <a:gd name="connsiteX11" fmla="*/ 545829 w 13158799"/>
              <a:gd name="connsiteY11" fmla="*/ 9427089 h 9456078"/>
              <a:gd name="connsiteX12" fmla="*/ 594956 w 13158799"/>
              <a:gd name="connsiteY12" fmla="*/ 9421615 h 9456078"/>
              <a:gd name="connsiteX13" fmla="*/ 643987 w 13158799"/>
              <a:gd name="connsiteY13" fmla="*/ 9415673 h 9456078"/>
              <a:gd name="connsiteX14" fmla="*/ 692920 w 13158799"/>
              <a:gd name="connsiteY14" fmla="*/ 9409267 h 9456078"/>
              <a:gd name="connsiteX15" fmla="*/ 741751 w 13158799"/>
              <a:gd name="connsiteY15" fmla="*/ 9402396 h 9456078"/>
              <a:gd name="connsiteX16" fmla="*/ 790478 w 13158799"/>
              <a:gd name="connsiteY16" fmla="*/ 9395063 h 9456078"/>
              <a:gd name="connsiteX17" fmla="*/ 839098 w 13158799"/>
              <a:gd name="connsiteY17" fmla="*/ 9387270 h 9456078"/>
              <a:gd name="connsiteX18" fmla="*/ 887607 w 13158799"/>
              <a:gd name="connsiteY18" fmla="*/ 9379017 h 9456078"/>
              <a:gd name="connsiteX19" fmla="*/ 936002 w 13158799"/>
              <a:gd name="connsiteY19" fmla="*/ 9370306 h 9456078"/>
              <a:gd name="connsiteX20" fmla="*/ 984281 w 13158799"/>
              <a:gd name="connsiteY20" fmla="*/ 9361139 h 9456078"/>
              <a:gd name="connsiteX21" fmla="*/ 1032440 w 13158799"/>
              <a:gd name="connsiteY21" fmla="*/ 9351517 h 9456078"/>
              <a:gd name="connsiteX22" fmla="*/ 1080477 w 13158799"/>
              <a:gd name="connsiteY22" fmla="*/ 9341441 h 9456078"/>
              <a:gd name="connsiteX23" fmla="*/ 1128389 w 13158799"/>
              <a:gd name="connsiteY23" fmla="*/ 9330914 h 9456078"/>
              <a:gd name="connsiteX24" fmla="*/ 1176172 w 13158799"/>
              <a:gd name="connsiteY24" fmla="*/ 9319936 h 9456078"/>
              <a:gd name="connsiteX25" fmla="*/ 1223823 w 13158799"/>
              <a:gd name="connsiteY25" fmla="*/ 9308509 h 9456078"/>
              <a:gd name="connsiteX26" fmla="*/ 1271339 w 13158799"/>
              <a:gd name="connsiteY26" fmla="*/ 9296635 h 9456078"/>
              <a:gd name="connsiteX27" fmla="*/ 1318719 w 13158799"/>
              <a:gd name="connsiteY27" fmla="*/ 9284315 h 9456078"/>
              <a:gd name="connsiteX28" fmla="*/ 1365957 w 13158799"/>
              <a:gd name="connsiteY28" fmla="*/ 9271550 h 9456078"/>
              <a:gd name="connsiteX29" fmla="*/ 1413052 w 13158799"/>
              <a:gd name="connsiteY29" fmla="*/ 9258342 h 9456078"/>
              <a:gd name="connsiteX30" fmla="*/ 1460000 w 13158799"/>
              <a:gd name="connsiteY30" fmla="*/ 9244693 h 9456078"/>
              <a:gd name="connsiteX31" fmla="*/ 1506799 w 13158799"/>
              <a:gd name="connsiteY31" fmla="*/ 9230604 h 9456078"/>
              <a:gd name="connsiteX32" fmla="*/ 1553445 w 13158799"/>
              <a:gd name="connsiteY32" fmla="*/ 9216076 h 9456078"/>
              <a:gd name="connsiteX33" fmla="*/ 1599935 w 13158799"/>
              <a:gd name="connsiteY33" fmla="*/ 9201111 h 9456078"/>
              <a:gd name="connsiteX34" fmla="*/ 1646267 w 13158799"/>
              <a:gd name="connsiteY34" fmla="*/ 9185710 h 9456078"/>
              <a:gd name="connsiteX35" fmla="*/ 1692437 w 13158799"/>
              <a:gd name="connsiteY35" fmla="*/ 9169876 h 9456078"/>
              <a:gd name="connsiteX36" fmla="*/ 1738442 w 13158799"/>
              <a:gd name="connsiteY36" fmla="*/ 9153608 h 9456078"/>
              <a:gd name="connsiteX37" fmla="*/ 1784280 w 13158799"/>
              <a:gd name="connsiteY37" fmla="*/ 9136910 h 9456078"/>
              <a:gd name="connsiteX38" fmla="*/ 1829947 w 13158799"/>
              <a:gd name="connsiteY38" fmla="*/ 9119782 h 9456078"/>
              <a:gd name="connsiteX39" fmla="*/ 1875440 w 13158799"/>
              <a:gd name="connsiteY39" fmla="*/ 9102226 h 9456078"/>
              <a:gd name="connsiteX40" fmla="*/ 1920756 w 13158799"/>
              <a:gd name="connsiteY40" fmla="*/ 9084243 h 9456078"/>
              <a:gd name="connsiteX41" fmla="*/ 1965893 w 13158799"/>
              <a:gd name="connsiteY41" fmla="*/ 9065835 h 9456078"/>
              <a:gd name="connsiteX42" fmla="*/ 2010847 w 13158799"/>
              <a:gd name="connsiteY42" fmla="*/ 9047004 h 9456078"/>
              <a:gd name="connsiteX43" fmla="*/ 2055615 w 13158799"/>
              <a:gd name="connsiteY43" fmla="*/ 9027750 h 9456078"/>
              <a:gd name="connsiteX44" fmla="*/ 2100195 w 13158799"/>
              <a:gd name="connsiteY44" fmla="*/ 9008075 h 9456078"/>
              <a:gd name="connsiteX45" fmla="*/ 2144582 w 13158799"/>
              <a:gd name="connsiteY45" fmla="*/ 8987981 h 9456078"/>
              <a:gd name="connsiteX46" fmla="*/ 2188775 w 13158799"/>
              <a:gd name="connsiteY46" fmla="*/ 8967470 h 9456078"/>
              <a:gd name="connsiteX47" fmla="*/ 2232770 w 13158799"/>
              <a:gd name="connsiteY47" fmla="*/ 8946542 h 9456078"/>
              <a:gd name="connsiteX48" fmla="*/ 2276564 w 13158799"/>
              <a:gd name="connsiteY48" fmla="*/ 8925199 h 9456078"/>
              <a:gd name="connsiteX49" fmla="*/ 2320154 w 13158799"/>
              <a:gd name="connsiteY49" fmla="*/ 8903443 h 9456078"/>
              <a:gd name="connsiteX50" fmla="*/ 2363538 w 13158799"/>
              <a:gd name="connsiteY50" fmla="*/ 8881275 h 9456078"/>
              <a:gd name="connsiteX51" fmla="*/ 2406711 w 13158799"/>
              <a:gd name="connsiteY51" fmla="*/ 8858697 h 9456078"/>
              <a:gd name="connsiteX52" fmla="*/ 2449672 w 13158799"/>
              <a:gd name="connsiteY52" fmla="*/ 8835710 h 9456078"/>
              <a:gd name="connsiteX53" fmla="*/ 2492417 w 13158799"/>
              <a:gd name="connsiteY53" fmla="*/ 8812316 h 9456078"/>
              <a:gd name="connsiteX54" fmla="*/ 2534943 w 13158799"/>
              <a:gd name="connsiteY54" fmla="*/ 8788516 h 9456078"/>
              <a:gd name="connsiteX55" fmla="*/ 2577247 w 13158799"/>
              <a:gd name="connsiteY55" fmla="*/ 8764311 h 9456078"/>
              <a:gd name="connsiteX56" fmla="*/ 2619326 w 13158799"/>
              <a:gd name="connsiteY56" fmla="*/ 8739704 h 9456078"/>
              <a:gd name="connsiteX57" fmla="*/ 2661177 w 13158799"/>
              <a:gd name="connsiteY57" fmla="*/ 8714695 h 9456078"/>
              <a:gd name="connsiteX58" fmla="*/ 2702797 w 13158799"/>
              <a:gd name="connsiteY58" fmla="*/ 8689286 h 9456078"/>
              <a:gd name="connsiteX59" fmla="*/ 2744183 w 13158799"/>
              <a:gd name="connsiteY59" fmla="*/ 8663479 h 9456078"/>
              <a:gd name="connsiteX60" fmla="*/ 2785333 w 13158799"/>
              <a:gd name="connsiteY60" fmla="*/ 8637274 h 9456078"/>
              <a:gd name="connsiteX61" fmla="*/ 2826242 w 13158799"/>
              <a:gd name="connsiteY61" fmla="*/ 8610675 h 9456078"/>
              <a:gd name="connsiteX62" fmla="*/ 2866908 w 13158799"/>
              <a:gd name="connsiteY62" fmla="*/ 8583681 h 9456078"/>
              <a:gd name="connsiteX63" fmla="*/ 2907329 w 13158799"/>
              <a:gd name="connsiteY63" fmla="*/ 8556295 h 9456078"/>
              <a:gd name="connsiteX64" fmla="*/ 2947500 w 13158799"/>
              <a:gd name="connsiteY64" fmla="*/ 8528517 h 9456078"/>
              <a:gd name="connsiteX65" fmla="*/ 2987419 w 13158799"/>
              <a:gd name="connsiteY65" fmla="*/ 8500351 h 9456078"/>
              <a:gd name="connsiteX66" fmla="*/ 3027083 w 13158799"/>
              <a:gd name="connsiteY66" fmla="*/ 8471796 h 9456078"/>
              <a:gd name="connsiteX67" fmla="*/ 3066489 w 13158799"/>
              <a:gd name="connsiteY67" fmla="*/ 8442854 h 9456078"/>
              <a:gd name="connsiteX68" fmla="*/ 3105634 w 13158799"/>
              <a:gd name="connsiteY68" fmla="*/ 8413528 h 9456078"/>
              <a:gd name="connsiteX69" fmla="*/ 3144515 w 13158799"/>
              <a:gd name="connsiteY69" fmla="*/ 8383818 h 9456078"/>
              <a:gd name="connsiteX70" fmla="*/ 3183129 w 13158799"/>
              <a:gd name="connsiteY70" fmla="*/ 8353726 h 9456078"/>
              <a:gd name="connsiteX71" fmla="*/ 3221473 w 13158799"/>
              <a:gd name="connsiteY71" fmla="*/ 8323253 h 9456078"/>
              <a:gd name="connsiteX72" fmla="*/ 3259544 w 13158799"/>
              <a:gd name="connsiteY72" fmla="*/ 8292401 h 9456078"/>
              <a:gd name="connsiteX73" fmla="*/ 3297339 w 13158799"/>
              <a:gd name="connsiteY73" fmla="*/ 8261172 h 9456078"/>
              <a:gd name="connsiteX74" fmla="*/ 3334854 w 13158799"/>
              <a:gd name="connsiteY74" fmla="*/ 8229566 h 9456078"/>
              <a:gd name="connsiteX75" fmla="*/ 3372087 w 13158799"/>
              <a:gd name="connsiteY75" fmla="*/ 8197585 h 9456078"/>
              <a:gd name="connsiteX76" fmla="*/ 3409035 w 13158799"/>
              <a:gd name="connsiteY76" fmla="*/ 8165232 h 9456078"/>
              <a:gd name="connsiteX77" fmla="*/ 3445695 w 13158799"/>
              <a:gd name="connsiteY77" fmla="*/ 8132507 h 9456078"/>
              <a:gd name="connsiteX78" fmla="*/ 3482064 w 13158799"/>
              <a:gd name="connsiteY78" fmla="*/ 8099411 h 9456078"/>
              <a:gd name="connsiteX79" fmla="*/ 3518139 w 13158799"/>
              <a:gd name="connsiteY79" fmla="*/ 8065947 h 9456078"/>
              <a:gd name="connsiteX80" fmla="*/ 3553916 w 13158799"/>
              <a:gd name="connsiteY80" fmla="*/ 8032115 h 9456078"/>
              <a:gd name="connsiteX81" fmla="*/ 3589393 w 13158799"/>
              <a:gd name="connsiteY81" fmla="*/ 7997918 h 9456078"/>
              <a:gd name="connsiteX82" fmla="*/ 3624567 w 13158799"/>
              <a:gd name="connsiteY82" fmla="*/ 7963356 h 9456078"/>
              <a:gd name="connsiteX83" fmla="*/ 3659435 w 13158799"/>
              <a:gd name="connsiteY83" fmla="*/ 7928432 h 9456078"/>
              <a:gd name="connsiteX84" fmla="*/ 3693994 w 13158799"/>
              <a:gd name="connsiteY84" fmla="*/ 7893146 h 9456078"/>
              <a:gd name="connsiteX85" fmla="*/ 3728240 w 13158799"/>
              <a:gd name="connsiteY85" fmla="*/ 7857501 h 9456078"/>
              <a:gd name="connsiteX86" fmla="*/ 3762171 w 13158799"/>
              <a:gd name="connsiteY86" fmla="*/ 7821497 h 9456078"/>
              <a:gd name="connsiteX87" fmla="*/ 3795783 w 13158799"/>
              <a:gd name="connsiteY87" fmla="*/ 7785136 h 9456078"/>
              <a:gd name="connsiteX88" fmla="*/ 3829075 w 13158799"/>
              <a:gd name="connsiteY88" fmla="*/ 7748420 h 9456078"/>
              <a:gd name="connsiteX89" fmla="*/ 3862042 w 13158799"/>
              <a:gd name="connsiteY89" fmla="*/ 7711350 h 9456078"/>
              <a:gd name="connsiteX90" fmla="*/ 3894682 w 13158799"/>
              <a:gd name="connsiteY90" fmla="*/ 7673928 h 9456078"/>
              <a:gd name="connsiteX91" fmla="*/ 3926991 w 13158799"/>
              <a:gd name="connsiteY91" fmla="*/ 7636155 h 9456078"/>
              <a:gd name="connsiteX92" fmla="*/ 3958967 w 13158799"/>
              <a:gd name="connsiteY92" fmla="*/ 7598032 h 9456078"/>
              <a:gd name="connsiteX93" fmla="*/ 3990607 w 13158799"/>
              <a:gd name="connsiteY93" fmla="*/ 7559561 h 9456078"/>
              <a:gd name="connsiteX94" fmla="*/ 4021907 w 13158799"/>
              <a:gd name="connsiteY94" fmla="*/ 7520744 h 9456078"/>
              <a:gd name="connsiteX95" fmla="*/ 4052865 w 13158799"/>
              <a:gd name="connsiteY95" fmla="*/ 7481582 h 9456078"/>
              <a:gd name="connsiteX96" fmla="*/ 4083478 w 13158799"/>
              <a:gd name="connsiteY96" fmla="*/ 7442077 h 9456078"/>
              <a:gd name="connsiteX97" fmla="*/ 8022311 w 13158799"/>
              <a:gd name="connsiteY97" fmla="*/ 2307814 h 9456078"/>
              <a:gd name="connsiteX98" fmla="*/ 8052902 w 13158799"/>
              <a:gd name="connsiteY98" fmla="*/ 2268285 h 9456078"/>
              <a:gd name="connsiteX99" fmla="*/ 8083796 w 13158799"/>
              <a:gd name="connsiteY99" fmla="*/ 2229056 h 9456078"/>
              <a:gd name="connsiteX100" fmla="*/ 8114989 w 13158799"/>
              <a:gd name="connsiteY100" fmla="*/ 2190127 h 9456078"/>
              <a:gd name="connsiteX101" fmla="*/ 8146479 w 13158799"/>
              <a:gd name="connsiteY101" fmla="*/ 2151500 h 9456078"/>
              <a:gd name="connsiteX102" fmla="*/ 8178264 w 13158799"/>
              <a:gd name="connsiteY102" fmla="*/ 2113176 h 9456078"/>
              <a:gd name="connsiteX103" fmla="*/ 8210341 w 13158799"/>
              <a:gd name="connsiteY103" fmla="*/ 2075157 h 9456078"/>
              <a:gd name="connsiteX104" fmla="*/ 8242709 w 13158799"/>
              <a:gd name="connsiteY104" fmla="*/ 2037442 h 9456078"/>
              <a:gd name="connsiteX105" fmla="*/ 8275365 w 13158799"/>
              <a:gd name="connsiteY105" fmla="*/ 2000034 h 9456078"/>
              <a:gd name="connsiteX106" fmla="*/ 8308307 w 13158799"/>
              <a:gd name="connsiteY106" fmla="*/ 1962934 h 9456078"/>
              <a:gd name="connsiteX107" fmla="*/ 8341532 w 13158799"/>
              <a:gd name="connsiteY107" fmla="*/ 1926142 h 9456078"/>
              <a:gd name="connsiteX108" fmla="*/ 8375038 w 13158799"/>
              <a:gd name="connsiteY108" fmla="*/ 1889660 h 9456078"/>
              <a:gd name="connsiteX109" fmla="*/ 8408823 w 13158799"/>
              <a:gd name="connsiteY109" fmla="*/ 1853489 h 9456078"/>
              <a:gd name="connsiteX110" fmla="*/ 8442885 w 13158799"/>
              <a:gd name="connsiteY110" fmla="*/ 1817630 h 9456078"/>
              <a:gd name="connsiteX111" fmla="*/ 8477221 w 13158799"/>
              <a:gd name="connsiteY111" fmla="*/ 1782084 h 9456078"/>
              <a:gd name="connsiteX112" fmla="*/ 8511829 w 13158799"/>
              <a:gd name="connsiteY112" fmla="*/ 1746853 h 9456078"/>
              <a:gd name="connsiteX113" fmla="*/ 8546706 w 13158799"/>
              <a:gd name="connsiteY113" fmla="*/ 1711937 h 9456078"/>
              <a:gd name="connsiteX114" fmla="*/ 8581851 w 13158799"/>
              <a:gd name="connsiteY114" fmla="*/ 1677337 h 9456078"/>
              <a:gd name="connsiteX115" fmla="*/ 8617261 w 13158799"/>
              <a:gd name="connsiteY115" fmla="*/ 1643056 h 9456078"/>
              <a:gd name="connsiteX116" fmla="*/ 8652934 w 13158799"/>
              <a:gd name="connsiteY116" fmla="*/ 1609093 h 9456078"/>
              <a:gd name="connsiteX117" fmla="*/ 8688867 w 13158799"/>
              <a:gd name="connsiteY117" fmla="*/ 1575450 h 9456078"/>
              <a:gd name="connsiteX118" fmla="*/ 8725058 w 13158799"/>
              <a:gd name="connsiteY118" fmla="*/ 1542128 h 9456078"/>
              <a:gd name="connsiteX119" fmla="*/ 8761506 w 13158799"/>
              <a:gd name="connsiteY119" fmla="*/ 1509129 h 9456078"/>
              <a:gd name="connsiteX120" fmla="*/ 8798207 w 13158799"/>
              <a:gd name="connsiteY120" fmla="*/ 1476452 h 9456078"/>
              <a:gd name="connsiteX121" fmla="*/ 8835159 w 13158799"/>
              <a:gd name="connsiteY121" fmla="*/ 1444101 h 9456078"/>
              <a:gd name="connsiteX122" fmla="*/ 8872360 w 13158799"/>
              <a:gd name="connsiteY122" fmla="*/ 1412075 h 9456078"/>
              <a:gd name="connsiteX123" fmla="*/ 8909808 w 13158799"/>
              <a:gd name="connsiteY123" fmla="*/ 1380375 h 9456078"/>
              <a:gd name="connsiteX124" fmla="*/ 8947501 w 13158799"/>
              <a:gd name="connsiteY124" fmla="*/ 1349004 h 9456078"/>
              <a:gd name="connsiteX125" fmla="*/ 8985435 w 13158799"/>
              <a:gd name="connsiteY125" fmla="*/ 1317962 h 9456078"/>
              <a:gd name="connsiteX126" fmla="*/ 9023610 w 13158799"/>
              <a:gd name="connsiteY126" fmla="*/ 1287250 h 9456078"/>
              <a:gd name="connsiteX127" fmla="*/ 9062022 w 13158799"/>
              <a:gd name="connsiteY127" fmla="*/ 1256869 h 9456078"/>
              <a:gd name="connsiteX128" fmla="*/ 9100669 w 13158799"/>
              <a:gd name="connsiteY128" fmla="*/ 1226820 h 9456078"/>
              <a:gd name="connsiteX129" fmla="*/ 9139549 w 13158799"/>
              <a:gd name="connsiteY129" fmla="*/ 1197105 h 9456078"/>
              <a:gd name="connsiteX130" fmla="*/ 9178660 w 13158799"/>
              <a:gd name="connsiteY130" fmla="*/ 1167725 h 9456078"/>
              <a:gd name="connsiteX131" fmla="*/ 9217999 w 13158799"/>
              <a:gd name="connsiteY131" fmla="*/ 1138681 h 9456078"/>
              <a:gd name="connsiteX132" fmla="*/ 9257564 w 13158799"/>
              <a:gd name="connsiteY132" fmla="*/ 1109974 h 9456078"/>
              <a:gd name="connsiteX133" fmla="*/ 9297353 w 13158799"/>
              <a:gd name="connsiteY133" fmla="*/ 1081604 h 9456078"/>
              <a:gd name="connsiteX134" fmla="*/ 9337364 w 13158799"/>
              <a:gd name="connsiteY134" fmla="*/ 1053574 h 9456078"/>
              <a:gd name="connsiteX135" fmla="*/ 9377594 w 13158799"/>
              <a:gd name="connsiteY135" fmla="*/ 1025884 h 9456078"/>
              <a:gd name="connsiteX136" fmla="*/ 9418040 w 13158799"/>
              <a:gd name="connsiteY136" fmla="*/ 998536 h 9456078"/>
              <a:gd name="connsiteX137" fmla="*/ 9458702 w 13158799"/>
              <a:gd name="connsiteY137" fmla="*/ 971530 h 9456078"/>
              <a:gd name="connsiteX138" fmla="*/ 9499575 w 13158799"/>
              <a:gd name="connsiteY138" fmla="*/ 944868 h 9456078"/>
              <a:gd name="connsiteX139" fmla="*/ 9540659 w 13158799"/>
              <a:gd name="connsiteY139" fmla="*/ 918551 h 9456078"/>
              <a:gd name="connsiteX140" fmla="*/ 9581950 w 13158799"/>
              <a:gd name="connsiteY140" fmla="*/ 892580 h 9456078"/>
              <a:gd name="connsiteX141" fmla="*/ 9623447 w 13158799"/>
              <a:gd name="connsiteY141" fmla="*/ 866956 h 9456078"/>
              <a:gd name="connsiteX142" fmla="*/ 9665147 w 13158799"/>
              <a:gd name="connsiteY142" fmla="*/ 841681 h 9456078"/>
              <a:gd name="connsiteX143" fmla="*/ 9707048 w 13158799"/>
              <a:gd name="connsiteY143" fmla="*/ 816754 h 9456078"/>
              <a:gd name="connsiteX144" fmla="*/ 9749147 w 13158799"/>
              <a:gd name="connsiteY144" fmla="*/ 792179 h 9456078"/>
              <a:gd name="connsiteX145" fmla="*/ 9791443 w 13158799"/>
              <a:gd name="connsiteY145" fmla="*/ 767955 h 9456078"/>
              <a:gd name="connsiteX146" fmla="*/ 9833932 w 13158799"/>
              <a:gd name="connsiteY146" fmla="*/ 744083 h 9456078"/>
              <a:gd name="connsiteX147" fmla="*/ 9876613 w 13158799"/>
              <a:gd name="connsiteY147" fmla="*/ 720566 h 9456078"/>
              <a:gd name="connsiteX148" fmla="*/ 9919484 w 13158799"/>
              <a:gd name="connsiteY148" fmla="*/ 697404 h 9456078"/>
              <a:gd name="connsiteX149" fmla="*/ 9962542 w 13158799"/>
              <a:gd name="connsiteY149" fmla="*/ 674598 h 9456078"/>
              <a:gd name="connsiteX150" fmla="*/ 10005784 w 13158799"/>
              <a:gd name="connsiteY150" fmla="*/ 652149 h 9456078"/>
              <a:gd name="connsiteX151" fmla="*/ 10049209 w 13158799"/>
              <a:gd name="connsiteY151" fmla="*/ 630059 h 9456078"/>
              <a:gd name="connsiteX152" fmla="*/ 10092814 w 13158799"/>
              <a:gd name="connsiteY152" fmla="*/ 608328 h 9456078"/>
              <a:gd name="connsiteX153" fmla="*/ 10136597 w 13158799"/>
              <a:gd name="connsiteY153" fmla="*/ 586958 h 9456078"/>
              <a:gd name="connsiteX154" fmla="*/ 10180556 w 13158799"/>
              <a:gd name="connsiteY154" fmla="*/ 565950 h 9456078"/>
              <a:gd name="connsiteX155" fmla="*/ 10224688 w 13158799"/>
              <a:gd name="connsiteY155" fmla="*/ 545304 h 9456078"/>
              <a:gd name="connsiteX156" fmla="*/ 10268991 w 13158799"/>
              <a:gd name="connsiteY156" fmla="*/ 525023 h 9456078"/>
              <a:gd name="connsiteX157" fmla="*/ 10313463 w 13158799"/>
              <a:gd name="connsiteY157" fmla="*/ 505107 h 9456078"/>
              <a:gd name="connsiteX158" fmla="*/ 10358101 w 13158799"/>
              <a:gd name="connsiteY158" fmla="*/ 485558 h 9456078"/>
              <a:gd name="connsiteX159" fmla="*/ 10402903 w 13158799"/>
              <a:gd name="connsiteY159" fmla="*/ 466376 h 9456078"/>
              <a:gd name="connsiteX160" fmla="*/ 10447868 w 13158799"/>
              <a:gd name="connsiteY160" fmla="*/ 447563 h 9456078"/>
              <a:gd name="connsiteX161" fmla="*/ 10492991 w 13158799"/>
              <a:gd name="connsiteY161" fmla="*/ 429119 h 9456078"/>
              <a:gd name="connsiteX162" fmla="*/ 10538272 w 13158799"/>
              <a:gd name="connsiteY162" fmla="*/ 411046 h 9456078"/>
              <a:gd name="connsiteX163" fmla="*/ 10583708 w 13158799"/>
              <a:gd name="connsiteY163" fmla="*/ 393346 h 9456078"/>
              <a:gd name="connsiteX164" fmla="*/ 10629297 w 13158799"/>
              <a:gd name="connsiteY164" fmla="*/ 376018 h 9456078"/>
              <a:gd name="connsiteX165" fmla="*/ 10675036 w 13158799"/>
              <a:gd name="connsiteY165" fmla="*/ 359065 h 9456078"/>
              <a:gd name="connsiteX166" fmla="*/ 10720923 w 13158799"/>
              <a:gd name="connsiteY166" fmla="*/ 342487 h 9456078"/>
              <a:gd name="connsiteX167" fmla="*/ 10766956 w 13158799"/>
              <a:gd name="connsiteY167" fmla="*/ 326286 h 9456078"/>
              <a:gd name="connsiteX168" fmla="*/ 10813132 w 13158799"/>
              <a:gd name="connsiteY168" fmla="*/ 310462 h 9456078"/>
              <a:gd name="connsiteX169" fmla="*/ 10859450 w 13158799"/>
              <a:gd name="connsiteY169" fmla="*/ 295018 h 9456078"/>
              <a:gd name="connsiteX170" fmla="*/ 10905907 w 13158799"/>
              <a:gd name="connsiteY170" fmla="*/ 279953 h 9456078"/>
              <a:gd name="connsiteX171" fmla="*/ 10952500 w 13158799"/>
              <a:gd name="connsiteY171" fmla="*/ 265269 h 9456078"/>
              <a:gd name="connsiteX172" fmla="*/ 10999227 w 13158799"/>
              <a:gd name="connsiteY172" fmla="*/ 250968 h 9456078"/>
              <a:gd name="connsiteX173" fmla="*/ 11046087 w 13158799"/>
              <a:gd name="connsiteY173" fmla="*/ 237049 h 9456078"/>
              <a:gd name="connsiteX174" fmla="*/ 11093076 w 13158799"/>
              <a:gd name="connsiteY174" fmla="*/ 223516 h 9456078"/>
              <a:gd name="connsiteX175" fmla="*/ 11140193 w 13158799"/>
              <a:gd name="connsiteY175" fmla="*/ 210368 h 9456078"/>
              <a:gd name="connsiteX176" fmla="*/ 11187434 w 13158799"/>
              <a:gd name="connsiteY176" fmla="*/ 197606 h 9456078"/>
              <a:gd name="connsiteX177" fmla="*/ 11234799 w 13158799"/>
              <a:gd name="connsiteY177" fmla="*/ 185233 h 9456078"/>
              <a:gd name="connsiteX178" fmla="*/ 11282284 w 13158799"/>
              <a:gd name="connsiteY178" fmla="*/ 173248 h 9456078"/>
              <a:gd name="connsiteX179" fmla="*/ 11329888 w 13158799"/>
              <a:gd name="connsiteY179" fmla="*/ 161654 h 9456078"/>
              <a:gd name="connsiteX180" fmla="*/ 11377607 w 13158799"/>
              <a:gd name="connsiteY180" fmla="*/ 150451 h 9456078"/>
              <a:gd name="connsiteX181" fmla="*/ 11425440 w 13158799"/>
              <a:gd name="connsiteY181" fmla="*/ 139640 h 9456078"/>
              <a:gd name="connsiteX182" fmla="*/ 11473385 w 13158799"/>
              <a:gd name="connsiteY182" fmla="*/ 129223 h 9456078"/>
              <a:gd name="connsiteX183" fmla="*/ 11521439 w 13158799"/>
              <a:gd name="connsiteY183" fmla="*/ 119201 h 9456078"/>
              <a:gd name="connsiteX184" fmla="*/ 11569599 w 13158799"/>
              <a:gd name="connsiteY184" fmla="*/ 109574 h 9456078"/>
              <a:gd name="connsiteX185" fmla="*/ 11617864 w 13158799"/>
              <a:gd name="connsiteY185" fmla="*/ 100344 h 9456078"/>
              <a:gd name="connsiteX186" fmla="*/ 11666231 w 13158799"/>
              <a:gd name="connsiteY186" fmla="*/ 91512 h 9456078"/>
              <a:gd name="connsiteX187" fmla="*/ 11714698 w 13158799"/>
              <a:gd name="connsiteY187" fmla="*/ 83080 h 9456078"/>
              <a:gd name="connsiteX188" fmla="*/ 11763263 w 13158799"/>
              <a:gd name="connsiteY188" fmla="*/ 75047 h 9456078"/>
              <a:gd name="connsiteX189" fmla="*/ 11811923 w 13158799"/>
              <a:gd name="connsiteY189" fmla="*/ 67417 h 9456078"/>
              <a:gd name="connsiteX190" fmla="*/ 11860676 w 13158799"/>
              <a:gd name="connsiteY190" fmla="*/ 60188 h 9456078"/>
              <a:gd name="connsiteX191" fmla="*/ 11909519 w 13158799"/>
              <a:gd name="connsiteY191" fmla="*/ 53364 h 9456078"/>
              <a:gd name="connsiteX192" fmla="*/ 11958451 w 13158799"/>
              <a:gd name="connsiteY192" fmla="*/ 46944 h 9456078"/>
              <a:gd name="connsiteX193" fmla="*/ 12007470 w 13158799"/>
              <a:gd name="connsiteY193" fmla="*/ 40931 h 9456078"/>
              <a:gd name="connsiteX194" fmla="*/ 12056572 w 13158799"/>
              <a:gd name="connsiteY194" fmla="*/ 35324 h 9456078"/>
              <a:gd name="connsiteX195" fmla="*/ 12105756 w 13158799"/>
              <a:gd name="connsiteY195" fmla="*/ 30126 h 9456078"/>
              <a:gd name="connsiteX196" fmla="*/ 12155019 w 13158799"/>
              <a:gd name="connsiteY196" fmla="*/ 25337 h 9456078"/>
              <a:gd name="connsiteX197" fmla="*/ 12204359 w 13158799"/>
              <a:gd name="connsiteY197" fmla="*/ 20958 h 9456078"/>
              <a:gd name="connsiteX198" fmla="*/ 12253773 w 13158799"/>
              <a:gd name="connsiteY198" fmla="*/ 16991 h 9456078"/>
              <a:gd name="connsiteX199" fmla="*/ 12303260 w 13158799"/>
              <a:gd name="connsiteY199" fmla="*/ 13437 h 9456078"/>
              <a:gd name="connsiteX200" fmla="*/ 12352818 w 13158799"/>
              <a:gd name="connsiteY200" fmla="*/ 10297 h 9456078"/>
              <a:gd name="connsiteX201" fmla="*/ 12402443 w 13158799"/>
              <a:gd name="connsiteY201" fmla="*/ 7572 h 9456078"/>
              <a:gd name="connsiteX202" fmla="*/ 12452133 w 13158799"/>
              <a:gd name="connsiteY202" fmla="*/ 5263 h 9456078"/>
              <a:gd name="connsiteX203" fmla="*/ 12501887 w 13158799"/>
              <a:gd name="connsiteY203" fmla="*/ 3371 h 9456078"/>
              <a:gd name="connsiteX204" fmla="*/ 12551701 w 13158799"/>
              <a:gd name="connsiteY204" fmla="*/ 1898 h 9456078"/>
              <a:gd name="connsiteX205" fmla="*/ 12601574 w 13158799"/>
              <a:gd name="connsiteY205" fmla="*/ 844 h 9456078"/>
              <a:gd name="connsiteX206" fmla="*/ 12651504 w 13158799"/>
              <a:gd name="connsiteY206" fmla="*/ 211 h 9456078"/>
              <a:gd name="connsiteX207" fmla="*/ 12701487 w 13158799"/>
              <a:gd name="connsiteY207" fmla="*/ 0 h 9456078"/>
              <a:gd name="connsiteX208" fmla="*/ 13158798 w 13158799"/>
              <a:gd name="connsiteY208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28389 w 13158797"/>
              <a:gd name="connsiteY22" fmla="*/ 9330914 h 9456078"/>
              <a:gd name="connsiteX23" fmla="*/ 1176172 w 13158797"/>
              <a:gd name="connsiteY23" fmla="*/ 9319936 h 9456078"/>
              <a:gd name="connsiteX24" fmla="*/ 1223823 w 13158797"/>
              <a:gd name="connsiteY24" fmla="*/ 9308509 h 9456078"/>
              <a:gd name="connsiteX25" fmla="*/ 1271339 w 13158797"/>
              <a:gd name="connsiteY25" fmla="*/ 9296635 h 9456078"/>
              <a:gd name="connsiteX26" fmla="*/ 1318719 w 13158797"/>
              <a:gd name="connsiteY26" fmla="*/ 9284315 h 9456078"/>
              <a:gd name="connsiteX27" fmla="*/ 1365957 w 13158797"/>
              <a:gd name="connsiteY27" fmla="*/ 9271550 h 9456078"/>
              <a:gd name="connsiteX28" fmla="*/ 1413052 w 13158797"/>
              <a:gd name="connsiteY28" fmla="*/ 9258342 h 9456078"/>
              <a:gd name="connsiteX29" fmla="*/ 1460000 w 13158797"/>
              <a:gd name="connsiteY29" fmla="*/ 9244693 h 9456078"/>
              <a:gd name="connsiteX30" fmla="*/ 1506799 w 13158797"/>
              <a:gd name="connsiteY30" fmla="*/ 9230604 h 9456078"/>
              <a:gd name="connsiteX31" fmla="*/ 1553445 w 13158797"/>
              <a:gd name="connsiteY31" fmla="*/ 9216076 h 9456078"/>
              <a:gd name="connsiteX32" fmla="*/ 1599935 w 13158797"/>
              <a:gd name="connsiteY32" fmla="*/ 9201111 h 9456078"/>
              <a:gd name="connsiteX33" fmla="*/ 1646267 w 13158797"/>
              <a:gd name="connsiteY33" fmla="*/ 9185710 h 9456078"/>
              <a:gd name="connsiteX34" fmla="*/ 1692437 w 13158797"/>
              <a:gd name="connsiteY34" fmla="*/ 9169876 h 9456078"/>
              <a:gd name="connsiteX35" fmla="*/ 1738442 w 13158797"/>
              <a:gd name="connsiteY35" fmla="*/ 9153608 h 9456078"/>
              <a:gd name="connsiteX36" fmla="*/ 1784280 w 13158797"/>
              <a:gd name="connsiteY36" fmla="*/ 9136910 h 9456078"/>
              <a:gd name="connsiteX37" fmla="*/ 1829947 w 13158797"/>
              <a:gd name="connsiteY37" fmla="*/ 9119782 h 9456078"/>
              <a:gd name="connsiteX38" fmla="*/ 1875440 w 13158797"/>
              <a:gd name="connsiteY38" fmla="*/ 9102226 h 9456078"/>
              <a:gd name="connsiteX39" fmla="*/ 1920756 w 13158797"/>
              <a:gd name="connsiteY39" fmla="*/ 9084243 h 9456078"/>
              <a:gd name="connsiteX40" fmla="*/ 1965893 w 13158797"/>
              <a:gd name="connsiteY40" fmla="*/ 9065835 h 9456078"/>
              <a:gd name="connsiteX41" fmla="*/ 2010847 w 13158797"/>
              <a:gd name="connsiteY41" fmla="*/ 9047004 h 9456078"/>
              <a:gd name="connsiteX42" fmla="*/ 2055615 w 13158797"/>
              <a:gd name="connsiteY42" fmla="*/ 9027750 h 9456078"/>
              <a:gd name="connsiteX43" fmla="*/ 2100195 w 13158797"/>
              <a:gd name="connsiteY43" fmla="*/ 9008075 h 9456078"/>
              <a:gd name="connsiteX44" fmla="*/ 2144582 w 13158797"/>
              <a:gd name="connsiteY44" fmla="*/ 8987981 h 9456078"/>
              <a:gd name="connsiteX45" fmla="*/ 2188775 w 13158797"/>
              <a:gd name="connsiteY45" fmla="*/ 8967470 h 9456078"/>
              <a:gd name="connsiteX46" fmla="*/ 2232770 w 13158797"/>
              <a:gd name="connsiteY46" fmla="*/ 8946542 h 9456078"/>
              <a:gd name="connsiteX47" fmla="*/ 2276564 w 13158797"/>
              <a:gd name="connsiteY47" fmla="*/ 8925199 h 9456078"/>
              <a:gd name="connsiteX48" fmla="*/ 2320154 w 13158797"/>
              <a:gd name="connsiteY48" fmla="*/ 8903443 h 9456078"/>
              <a:gd name="connsiteX49" fmla="*/ 2363538 w 13158797"/>
              <a:gd name="connsiteY49" fmla="*/ 8881275 h 9456078"/>
              <a:gd name="connsiteX50" fmla="*/ 2406711 w 13158797"/>
              <a:gd name="connsiteY50" fmla="*/ 8858697 h 9456078"/>
              <a:gd name="connsiteX51" fmla="*/ 2449672 w 13158797"/>
              <a:gd name="connsiteY51" fmla="*/ 8835710 h 9456078"/>
              <a:gd name="connsiteX52" fmla="*/ 2492417 w 13158797"/>
              <a:gd name="connsiteY52" fmla="*/ 8812316 h 9456078"/>
              <a:gd name="connsiteX53" fmla="*/ 2534943 w 13158797"/>
              <a:gd name="connsiteY53" fmla="*/ 8788516 h 9456078"/>
              <a:gd name="connsiteX54" fmla="*/ 2577247 w 13158797"/>
              <a:gd name="connsiteY54" fmla="*/ 8764311 h 9456078"/>
              <a:gd name="connsiteX55" fmla="*/ 2619326 w 13158797"/>
              <a:gd name="connsiteY55" fmla="*/ 8739704 h 9456078"/>
              <a:gd name="connsiteX56" fmla="*/ 2661177 w 13158797"/>
              <a:gd name="connsiteY56" fmla="*/ 8714695 h 9456078"/>
              <a:gd name="connsiteX57" fmla="*/ 2702797 w 13158797"/>
              <a:gd name="connsiteY57" fmla="*/ 8689286 h 9456078"/>
              <a:gd name="connsiteX58" fmla="*/ 2744183 w 13158797"/>
              <a:gd name="connsiteY58" fmla="*/ 8663479 h 9456078"/>
              <a:gd name="connsiteX59" fmla="*/ 2785333 w 13158797"/>
              <a:gd name="connsiteY59" fmla="*/ 8637274 h 9456078"/>
              <a:gd name="connsiteX60" fmla="*/ 2826242 w 13158797"/>
              <a:gd name="connsiteY60" fmla="*/ 8610675 h 9456078"/>
              <a:gd name="connsiteX61" fmla="*/ 2866908 w 13158797"/>
              <a:gd name="connsiteY61" fmla="*/ 8583681 h 9456078"/>
              <a:gd name="connsiteX62" fmla="*/ 2907329 w 13158797"/>
              <a:gd name="connsiteY62" fmla="*/ 8556295 h 9456078"/>
              <a:gd name="connsiteX63" fmla="*/ 2947500 w 13158797"/>
              <a:gd name="connsiteY63" fmla="*/ 8528517 h 9456078"/>
              <a:gd name="connsiteX64" fmla="*/ 2987419 w 13158797"/>
              <a:gd name="connsiteY64" fmla="*/ 8500351 h 9456078"/>
              <a:gd name="connsiteX65" fmla="*/ 3027083 w 13158797"/>
              <a:gd name="connsiteY65" fmla="*/ 8471796 h 9456078"/>
              <a:gd name="connsiteX66" fmla="*/ 3066489 w 13158797"/>
              <a:gd name="connsiteY66" fmla="*/ 8442854 h 9456078"/>
              <a:gd name="connsiteX67" fmla="*/ 3105634 w 13158797"/>
              <a:gd name="connsiteY67" fmla="*/ 8413528 h 9456078"/>
              <a:gd name="connsiteX68" fmla="*/ 3144515 w 13158797"/>
              <a:gd name="connsiteY68" fmla="*/ 8383818 h 9456078"/>
              <a:gd name="connsiteX69" fmla="*/ 3183129 w 13158797"/>
              <a:gd name="connsiteY69" fmla="*/ 8353726 h 9456078"/>
              <a:gd name="connsiteX70" fmla="*/ 3221473 w 13158797"/>
              <a:gd name="connsiteY70" fmla="*/ 8323253 h 9456078"/>
              <a:gd name="connsiteX71" fmla="*/ 3259544 w 13158797"/>
              <a:gd name="connsiteY71" fmla="*/ 8292401 h 9456078"/>
              <a:gd name="connsiteX72" fmla="*/ 3297339 w 13158797"/>
              <a:gd name="connsiteY72" fmla="*/ 8261172 h 9456078"/>
              <a:gd name="connsiteX73" fmla="*/ 3334854 w 13158797"/>
              <a:gd name="connsiteY73" fmla="*/ 8229566 h 9456078"/>
              <a:gd name="connsiteX74" fmla="*/ 3372087 w 13158797"/>
              <a:gd name="connsiteY74" fmla="*/ 8197585 h 9456078"/>
              <a:gd name="connsiteX75" fmla="*/ 3409035 w 13158797"/>
              <a:gd name="connsiteY75" fmla="*/ 8165232 h 9456078"/>
              <a:gd name="connsiteX76" fmla="*/ 3445695 w 13158797"/>
              <a:gd name="connsiteY76" fmla="*/ 8132507 h 9456078"/>
              <a:gd name="connsiteX77" fmla="*/ 3482064 w 13158797"/>
              <a:gd name="connsiteY77" fmla="*/ 8099411 h 9456078"/>
              <a:gd name="connsiteX78" fmla="*/ 3518139 w 13158797"/>
              <a:gd name="connsiteY78" fmla="*/ 8065947 h 9456078"/>
              <a:gd name="connsiteX79" fmla="*/ 3553916 w 13158797"/>
              <a:gd name="connsiteY79" fmla="*/ 8032115 h 9456078"/>
              <a:gd name="connsiteX80" fmla="*/ 3589393 w 13158797"/>
              <a:gd name="connsiteY80" fmla="*/ 7997918 h 9456078"/>
              <a:gd name="connsiteX81" fmla="*/ 3624567 w 13158797"/>
              <a:gd name="connsiteY81" fmla="*/ 7963356 h 9456078"/>
              <a:gd name="connsiteX82" fmla="*/ 3659435 w 13158797"/>
              <a:gd name="connsiteY82" fmla="*/ 7928432 h 9456078"/>
              <a:gd name="connsiteX83" fmla="*/ 3693994 w 13158797"/>
              <a:gd name="connsiteY83" fmla="*/ 7893146 h 9456078"/>
              <a:gd name="connsiteX84" fmla="*/ 3728240 w 13158797"/>
              <a:gd name="connsiteY84" fmla="*/ 7857501 h 9456078"/>
              <a:gd name="connsiteX85" fmla="*/ 3762171 w 13158797"/>
              <a:gd name="connsiteY85" fmla="*/ 7821497 h 9456078"/>
              <a:gd name="connsiteX86" fmla="*/ 3795783 w 13158797"/>
              <a:gd name="connsiteY86" fmla="*/ 7785136 h 9456078"/>
              <a:gd name="connsiteX87" fmla="*/ 3829075 w 13158797"/>
              <a:gd name="connsiteY87" fmla="*/ 7748420 h 9456078"/>
              <a:gd name="connsiteX88" fmla="*/ 3862042 w 13158797"/>
              <a:gd name="connsiteY88" fmla="*/ 7711350 h 9456078"/>
              <a:gd name="connsiteX89" fmla="*/ 3894682 w 13158797"/>
              <a:gd name="connsiteY89" fmla="*/ 7673928 h 9456078"/>
              <a:gd name="connsiteX90" fmla="*/ 3926991 w 13158797"/>
              <a:gd name="connsiteY90" fmla="*/ 7636155 h 9456078"/>
              <a:gd name="connsiteX91" fmla="*/ 3958967 w 13158797"/>
              <a:gd name="connsiteY91" fmla="*/ 7598032 h 9456078"/>
              <a:gd name="connsiteX92" fmla="*/ 3990607 w 13158797"/>
              <a:gd name="connsiteY92" fmla="*/ 7559561 h 9456078"/>
              <a:gd name="connsiteX93" fmla="*/ 4021907 w 13158797"/>
              <a:gd name="connsiteY93" fmla="*/ 7520744 h 9456078"/>
              <a:gd name="connsiteX94" fmla="*/ 4052865 w 13158797"/>
              <a:gd name="connsiteY94" fmla="*/ 7481582 h 9456078"/>
              <a:gd name="connsiteX95" fmla="*/ 4083478 w 13158797"/>
              <a:gd name="connsiteY95" fmla="*/ 7442077 h 9456078"/>
              <a:gd name="connsiteX96" fmla="*/ 8022311 w 13158797"/>
              <a:gd name="connsiteY96" fmla="*/ 2307814 h 9456078"/>
              <a:gd name="connsiteX97" fmla="*/ 8052902 w 13158797"/>
              <a:gd name="connsiteY97" fmla="*/ 2268285 h 9456078"/>
              <a:gd name="connsiteX98" fmla="*/ 8083796 w 13158797"/>
              <a:gd name="connsiteY98" fmla="*/ 2229056 h 9456078"/>
              <a:gd name="connsiteX99" fmla="*/ 8114989 w 13158797"/>
              <a:gd name="connsiteY99" fmla="*/ 2190127 h 9456078"/>
              <a:gd name="connsiteX100" fmla="*/ 8146479 w 13158797"/>
              <a:gd name="connsiteY100" fmla="*/ 2151500 h 9456078"/>
              <a:gd name="connsiteX101" fmla="*/ 8178264 w 13158797"/>
              <a:gd name="connsiteY101" fmla="*/ 2113176 h 9456078"/>
              <a:gd name="connsiteX102" fmla="*/ 8210341 w 13158797"/>
              <a:gd name="connsiteY102" fmla="*/ 2075157 h 9456078"/>
              <a:gd name="connsiteX103" fmla="*/ 8242709 w 13158797"/>
              <a:gd name="connsiteY103" fmla="*/ 2037442 h 9456078"/>
              <a:gd name="connsiteX104" fmla="*/ 8275365 w 13158797"/>
              <a:gd name="connsiteY104" fmla="*/ 2000034 h 9456078"/>
              <a:gd name="connsiteX105" fmla="*/ 8308307 w 13158797"/>
              <a:gd name="connsiteY105" fmla="*/ 1962934 h 9456078"/>
              <a:gd name="connsiteX106" fmla="*/ 8341532 w 13158797"/>
              <a:gd name="connsiteY106" fmla="*/ 1926142 h 9456078"/>
              <a:gd name="connsiteX107" fmla="*/ 8375038 w 13158797"/>
              <a:gd name="connsiteY107" fmla="*/ 1889660 h 9456078"/>
              <a:gd name="connsiteX108" fmla="*/ 8408823 w 13158797"/>
              <a:gd name="connsiteY108" fmla="*/ 1853489 h 9456078"/>
              <a:gd name="connsiteX109" fmla="*/ 8442885 w 13158797"/>
              <a:gd name="connsiteY109" fmla="*/ 1817630 h 9456078"/>
              <a:gd name="connsiteX110" fmla="*/ 8477221 w 13158797"/>
              <a:gd name="connsiteY110" fmla="*/ 1782084 h 9456078"/>
              <a:gd name="connsiteX111" fmla="*/ 8511829 w 13158797"/>
              <a:gd name="connsiteY111" fmla="*/ 1746853 h 9456078"/>
              <a:gd name="connsiteX112" fmla="*/ 8546706 w 13158797"/>
              <a:gd name="connsiteY112" fmla="*/ 1711937 h 9456078"/>
              <a:gd name="connsiteX113" fmla="*/ 8581851 w 13158797"/>
              <a:gd name="connsiteY113" fmla="*/ 1677337 h 9456078"/>
              <a:gd name="connsiteX114" fmla="*/ 8617261 w 13158797"/>
              <a:gd name="connsiteY114" fmla="*/ 1643056 h 9456078"/>
              <a:gd name="connsiteX115" fmla="*/ 8652934 w 13158797"/>
              <a:gd name="connsiteY115" fmla="*/ 1609093 h 9456078"/>
              <a:gd name="connsiteX116" fmla="*/ 8688867 w 13158797"/>
              <a:gd name="connsiteY116" fmla="*/ 1575450 h 9456078"/>
              <a:gd name="connsiteX117" fmla="*/ 8725058 w 13158797"/>
              <a:gd name="connsiteY117" fmla="*/ 1542128 h 9456078"/>
              <a:gd name="connsiteX118" fmla="*/ 8761506 w 13158797"/>
              <a:gd name="connsiteY118" fmla="*/ 1509129 h 9456078"/>
              <a:gd name="connsiteX119" fmla="*/ 8798207 w 13158797"/>
              <a:gd name="connsiteY119" fmla="*/ 1476452 h 9456078"/>
              <a:gd name="connsiteX120" fmla="*/ 8835159 w 13158797"/>
              <a:gd name="connsiteY120" fmla="*/ 1444101 h 9456078"/>
              <a:gd name="connsiteX121" fmla="*/ 8872360 w 13158797"/>
              <a:gd name="connsiteY121" fmla="*/ 1412075 h 9456078"/>
              <a:gd name="connsiteX122" fmla="*/ 8909808 w 13158797"/>
              <a:gd name="connsiteY122" fmla="*/ 1380375 h 9456078"/>
              <a:gd name="connsiteX123" fmla="*/ 8947501 w 13158797"/>
              <a:gd name="connsiteY123" fmla="*/ 1349004 h 9456078"/>
              <a:gd name="connsiteX124" fmla="*/ 8985435 w 13158797"/>
              <a:gd name="connsiteY124" fmla="*/ 1317962 h 9456078"/>
              <a:gd name="connsiteX125" fmla="*/ 9023610 w 13158797"/>
              <a:gd name="connsiteY125" fmla="*/ 1287250 h 9456078"/>
              <a:gd name="connsiteX126" fmla="*/ 9062022 w 13158797"/>
              <a:gd name="connsiteY126" fmla="*/ 1256869 h 9456078"/>
              <a:gd name="connsiteX127" fmla="*/ 9100669 w 13158797"/>
              <a:gd name="connsiteY127" fmla="*/ 1226820 h 9456078"/>
              <a:gd name="connsiteX128" fmla="*/ 9139549 w 13158797"/>
              <a:gd name="connsiteY128" fmla="*/ 1197105 h 9456078"/>
              <a:gd name="connsiteX129" fmla="*/ 9178660 w 13158797"/>
              <a:gd name="connsiteY129" fmla="*/ 1167725 h 9456078"/>
              <a:gd name="connsiteX130" fmla="*/ 9217999 w 13158797"/>
              <a:gd name="connsiteY130" fmla="*/ 1138681 h 9456078"/>
              <a:gd name="connsiteX131" fmla="*/ 9257564 w 13158797"/>
              <a:gd name="connsiteY131" fmla="*/ 1109974 h 9456078"/>
              <a:gd name="connsiteX132" fmla="*/ 9297353 w 13158797"/>
              <a:gd name="connsiteY132" fmla="*/ 1081604 h 9456078"/>
              <a:gd name="connsiteX133" fmla="*/ 9337364 w 13158797"/>
              <a:gd name="connsiteY133" fmla="*/ 1053574 h 9456078"/>
              <a:gd name="connsiteX134" fmla="*/ 9377594 w 13158797"/>
              <a:gd name="connsiteY134" fmla="*/ 1025884 h 9456078"/>
              <a:gd name="connsiteX135" fmla="*/ 9418040 w 13158797"/>
              <a:gd name="connsiteY135" fmla="*/ 998536 h 9456078"/>
              <a:gd name="connsiteX136" fmla="*/ 9458702 w 13158797"/>
              <a:gd name="connsiteY136" fmla="*/ 971530 h 9456078"/>
              <a:gd name="connsiteX137" fmla="*/ 9499575 w 13158797"/>
              <a:gd name="connsiteY137" fmla="*/ 944868 h 9456078"/>
              <a:gd name="connsiteX138" fmla="*/ 9540659 w 13158797"/>
              <a:gd name="connsiteY138" fmla="*/ 918551 h 9456078"/>
              <a:gd name="connsiteX139" fmla="*/ 9581950 w 13158797"/>
              <a:gd name="connsiteY139" fmla="*/ 892580 h 9456078"/>
              <a:gd name="connsiteX140" fmla="*/ 9623447 w 13158797"/>
              <a:gd name="connsiteY140" fmla="*/ 866956 h 9456078"/>
              <a:gd name="connsiteX141" fmla="*/ 9665147 w 13158797"/>
              <a:gd name="connsiteY141" fmla="*/ 841681 h 9456078"/>
              <a:gd name="connsiteX142" fmla="*/ 9707048 w 13158797"/>
              <a:gd name="connsiteY142" fmla="*/ 816754 h 9456078"/>
              <a:gd name="connsiteX143" fmla="*/ 9749147 w 13158797"/>
              <a:gd name="connsiteY143" fmla="*/ 792179 h 9456078"/>
              <a:gd name="connsiteX144" fmla="*/ 9791443 w 13158797"/>
              <a:gd name="connsiteY144" fmla="*/ 767955 h 9456078"/>
              <a:gd name="connsiteX145" fmla="*/ 9833932 w 13158797"/>
              <a:gd name="connsiteY145" fmla="*/ 744083 h 9456078"/>
              <a:gd name="connsiteX146" fmla="*/ 9876613 w 13158797"/>
              <a:gd name="connsiteY146" fmla="*/ 720566 h 9456078"/>
              <a:gd name="connsiteX147" fmla="*/ 9919484 w 13158797"/>
              <a:gd name="connsiteY147" fmla="*/ 697404 h 9456078"/>
              <a:gd name="connsiteX148" fmla="*/ 9962542 w 13158797"/>
              <a:gd name="connsiteY148" fmla="*/ 674598 h 9456078"/>
              <a:gd name="connsiteX149" fmla="*/ 10005784 w 13158797"/>
              <a:gd name="connsiteY149" fmla="*/ 652149 h 9456078"/>
              <a:gd name="connsiteX150" fmla="*/ 10049209 w 13158797"/>
              <a:gd name="connsiteY150" fmla="*/ 630059 h 9456078"/>
              <a:gd name="connsiteX151" fmla="*/ 10092814 w 13158797"/>
              <a:gd name="connsiteY151" fmla="*/ 608328 h 9456078"/>
              <a:gd name="connsiteX152" fmla="*/ 10136597 w 13158797"/>
              <a:gd name="connsiteY152" fmla="*/ 586958 h 9456078"/>
              <a:gd name="connsiteX153" fmla="*/ 10180556 w 13158797"/>
              <a:gd name="connsiteY153" fmla="*/ 565950 h 9456078"/>
              <a:gd name="connsiteX154" fmla="*/ 10224688 w 13158797"/>
              <a:gd name="connsiteY154" fmla="*/ 545304 h 9456078"/>
              <a:gd name="connsiteX155" fmla="*/ 10268991 w 13158797"/>
              <a:gd name="connsiteY155" fmla="*/ 525023 h 9456078"/>
              <a:gd name="connsiteX156" fmla="*/ 10313463 w 13158797"/>
              <a:gd name="connsiteY156" fmla="*/ 505107 h 9456078"/>
              <a:gd name="connsiteX157" fmla="*/ 10358101 w 13158797"/>
              <a:gd name="connsiteY157" fmla="*/ 485558 h 9456078"/>
              <a:gd name="connsiteX158" fmla="*/ 10402903 w 13158797"/>
              <a:gd name="connsiteY158" fmla="*/ 466376 h 9456078"/>
              <a:gd name="connsiteX159" fmla="*/ 10447868 w 13158797"/>
              <a:gd name="connsiteY159" fmla="*/ 447563 h 9456078"/>
              <a:gd name="connsiteX160" fmla="*/ 10492991 w 13158797"/>
              <a:gd name="connsiteY160" fmla="*/ 429119 h 9456078"/>
              <a:gd name="connsiteX161" fmla="*/ 10538272 w 13158797"/>
              <a:gd name="connsiteY161" fmla="*/ 411046 h 9456078"/>
              <a:gd name="connsiteX162" fmla="*/ 10583708 w 13158797"/>
              <a:gd name="connsiteY162" fmla="*/ 393346 h 9456078"/>
              <a:gd name="connsiteX163" fmla="*/ 10629297 w 13158797"/>
              <a:gd name="connsiteY163" fmla="*/ 376018 h 9456078"/>
              <a:gd name="connsiteX164" fmla="*/ 10675036 w 13158797"/>
              <a:gd name="connsiteY164" fmla="*/ 359065 h 9456078"/>
              <a:gd name="connsiteX165" fmla="*/ 10720923 w 13158797"/>
              <a:gd name="connsiteY165" fmla="*/ 342487 h 9456078"/>
              <a:gd name="connsiteX166" fmla="*/ 10766956 w 13158797"/>
              <a:gd name="connsiteY166" fmla="*/ 326286 h 9456078"/>
              <a:gd name="connsiteX167" fmla="*/ 10813132 w 13158797"/>
              <a:gd name="connsiteY167" fmla="*/ 310462 h 9456078"/>
              <a:gd name="connsiteX168" fmla="*/ 10859450 w 13158797"/>
              <a:gd name="connsiteY168" fmla="*/ 295018 h 9456078"/>
              <a:gd name="connsiteX169" fmla="*/ 10905907 w 13158797"/>
              <a:gd name="connsiteY169" fmla="*/ 279953 h 9456078"/>
              <a:gd name="connsiteX170" fmla="*/ 10952500 w 13158797"/>
              <a:gd name="connsiteY170" fmla="*/ 265269 h 9456078"/>
              <a:gd name="connsiteX171" fmla="*/ 10999227 w 13158797"/>
              <a:gd name="connsiteY171" fmla="*/ 250968 h 9456078"/>
              <a:gd name="connsiteX172" fmla="*/ 11046087 w 13158797"/>
              <a:gd name="connsiteY172" fmla="*/ 237049 h 9456078"/>
              <a:gd name="connsiteX173" fmla="*/ 11093076 w 13158797"/>
              <a:gd name="connsiteY173" fmla="*/ 223516 h 9456078"/>
              <a:gd name="connsiteX174" fmla="*/ 11140193 w 13158797"/>
              <a:gd name="connsiteY174" fmla="*/ 210368 h 9456078"/>
              <a:gd name="connsiteX175" fmla="*/ 11187434 w 13158797"/>
              <a:gd name="connsiteY175" fmla="*/ 197606 h 9456078"/>
              <a:gd name="connsiteX176" fmla="*/ 11234799 w 13158797"/>
              <a:gd name="connsiteY176" fmla="*/ 185233 h 9456078"/>
              <a:gd name="connsiteX177" fmla="*/ 11282284 w 13158797"/>
              <a:gd name="connsiteY177" fmla="*/ 173248 h 9456078"/>
              <a:gd name="connsiteX178" fmla="*/ 11329888 w 13158797"/>
              <a:gd name="connsiteY178" fmla="*/ 161654 h 9456078"/>
              <a:gd name="connsiteX179" fmla="*/ 11377607 w 13158797"/>
              <a:gd name="connsiteY179" fmla="*/ 150451 h 9456078"/>
              <a:gd name="connsiteX180" fmla="*/ 11425440 w 13158797"/>
              <a:gd name="connsiteY180" fmla="*/ 139640 h 9456078"/>
              <a:gd name="connsiteX181" fmla="*/ 11473385 w 13158797"/>
              <a:gd name="connsiteY181" fmla="*/ 129223 h 9456078"/>
              <a:gd name="connsiteX182" fmla="*/ 11521439 w 13158797"/>
              <a:gd name="connsiteY182" fmla="*/ 119201 h 9456078"/>
              <a:gd name="connsiteX183" fmla="*/ 11569599 w 13158797"/>
              <a:gd name="connsiteY183" fmla="*/ 109574 h 9456078"/>
              <a:gd name="connsiteX184" fmla="*/ 11617864 w 13158797"/>
              <a:gd name="connsiteY184" fmla="*/ 100344 h 9456078"/>
              <a:gd name="connsiteX185" fmla="*/ 11666231 w 13158797"/>
              <a:gd name="connsiteY185" fmla="*/ 91512 h 9456078"/>
              <a:gd name="connsiteX186" fmla="*/ 11714698 w 13158797"/>
              <a:gd name="connsiteY186" fmla="*/ 83080 h 9456078"/>
              <a:gd name="connsiteX187" fmla="*/ 11763263 w 13158797"/>
              <a:gd name="connsiteY187" fmla="*/ 75047 h 9456078"/>
              <a:gd name="connsiteX188" fmla="*/ 11811923 w 13158797"/>
              <a:gd name="connsiteY188" fmla="*/ 67417 h 9456078"/>
              <a:gd name="connsiteX189" fmla="*/ 11860676 w 13158797"/>
              <a:gd name="connsiteY189" fmla="*/ 60188 h 9456078"/>
              <a:gd name="connsiteX190" fmla="*/ 11909519 w 13158797"/>
              <a:gd name="connsiteY190" fmla="*/ 53364 h 9456078"/>
              <a:gd name="connsiteX191" fmla="*/ 11958451 w 13158797"/>
              <a:gd name="connsiteY191" fmla="*/ 46944 h 9456078"/>
              <a:gd name="connsiteX192" fmla="*/ 12007470 w 13158797"/>
              <a:gd name="connsiteY192" fmla="*/ 40931 h 9456078"/>
              <a:gd name="connsiteX193" fmla="*/ 12056572 w 13158797"/>
              <a:gd name="connsiteY193" fmla="*/ 35324 h 9456078"/>
              <a:gd name="connsiteX194" fmla="*/ 12105756 w 13158797"/>
              <a:gd name="connsiteY194" fmla="*/ 30126 h 9456078"/>
              <a:gd name="connsiteX195" fmla="*/ 12155019 w 13158797"/>
              <a:gd name="connsiteY195" fmla="*/ 25337 h 9456078"/>
              <a:gd name="connsiteX196" fmla="*/ 12204359 w 13158797"/>
              <a:gd name="connsiteY196" fmla="*/ 20958 h 9456078"/>
              <a:gd name="connsiteX197" fmla="*/ 12253773 w 13158797"/>
              <a:gd name="connsiteY197" fmla="*/ 16991 h 9456078"/>
              <a:gd name="connsiteX198" fmla="*/ 12303260 w 13158797"/>
              <a:gd name="connsiteY198" fmla="*/ 13437 h 9456078"/>
              <a:gd name="connsiteX199" fmla="*/ 12352818 w 13158797"/>
              <a:gd name="connsiteY199" fmla="*/ 10297 h 9456078"/>
              <a:gd name="connsiteX200" fmla="*/ 12402443 w 13158797"/>
              <a:gd name="connsiteY200" fmla="*/ 7572 h 9456078"/>
              <a:gd name="connsiteX201" fmla="*/ 12452133 w 13158797"/>
              <a:gd name="connsiteY201" fmla="*/ 5263 h 9456078"/>
              <a:gd name="connsiteX202" fmla="*/ 12501887 w 13158797"/>
              <a:gd name="connsiteY202" fmla="*/ 3371 h 9456078"/>
              <a:gd name="connsiteX203" fmla="*/ 12551701 w 13158797"/>
              <a:gd name="connsiteY203" fmla="*/ 1898 h 9456078"/>
              <a:gd name="connsiteX204" fmla="*/ 12601574 w 13158797"/>
              <a:gd name="connsiteY204" fmla="*/ 844 h 9456078"/>
              <a:gd name="connsiteX205" fmla="*/ 12651504 w 13158797"/>
              <a:gd name="connsiteY205" fmla="*/ 211 h 9456078"/>
              <a:gd name="connsiteX206" fmla="*/ 12701487 w 13158797"/>
              <a:gd name="connsiteY206" fmla="*/ 0 h 9456078"/>
              <a:gd name="connsiteX207" fmla="*/ 13158798 w 13158797"/>
              <a:gd name="connsiteY207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98870 w 13158799"/>
              <a:gd name="connsiteY5" fmla="*/ 9447409 h 9456078"/>
              <a:gd name="connsiteX6" fmla="*/ 348429 w 13158799"/>
              <a:gd name="connsiteY6" fmla="*/ 9444290 h 9456078"/>
              <a:gd name="connsiteX7" fmla="*/ 397907 w 13158799"/>
              <a:gd name="connsiteY7" fmla="*/ 9440698 h 9456078"/>
              <a:gd name="connsiteX8" fmla="*/ 447302 w 13158799"/>
              <a:gd name="connsiteY8" fmla="*/ 9436632 h 9456078"/>
              <a:gd name="connsiteX9" fmla="*/ 496610 w 13158799"/>
              <a:gd name="connsiteY9" fmla="*/ 9432096 h 9456078"/>
              <a:gd name="connsiteX10" fmla="*/ 545829 w 13158799"/>
              <a:gd name="connsiteY10" fmla="*/ 9427089 h 9456078"/>
              <a:gd name="connsiteX11" fmla="*/ 594956 w 13158799"/>
              <a:gd name="connsiteY11" fmla="*/ 9421615 h 9456078"/>
              <a:gd name="connsiteX12" fmla="*/ 643987 w 13158799"/>
              <a:gd name="connsiteY12" fmla="*/ 9415673 h 9456078"/>
              <a:gd name="connsiteX13" fmla="*/ 692920 w 13158799"/>
              <a:gd name="connsiteY13" fmla="*/ 9409267 h 9456078"/>
              <a:gd name="connsiteX14" fmla="*/ 741751 w 13158799"/>
              <a:gd name="connsiteY14" fmla="*/ 9402396 h 9456078"/>
              <a:gd name="connsiteX15" fmla="*/ 790478 w 13158799"/>
              <a:gd name="connsiteY15" fmla="*/ 9395063 h 9456078"/>
              <a:gd name="connsiteX16" fmla="*/ 839098 w 13158799"/>
              <a:gd name="connsiteY16" fmla="*/ 9387270 h 9456078"/>
              <a:gd name="connsiteX17" fmla="*/ 887607 w 13158799"/>
              <a:gd name="connsiteY17" fmla="*/ 9379017 h 9456078"/>
              <a:gd name="connsiteX18" fmla="*/ 936002 w 13158799"/>
              <a:gd name="connsiteY18" fmla="*/ 9370306 h 9456078"/>
              <a:gd name="connsiteX19" fmla="*/ 984281 w 13158799"/>
              <a:gd name="connsiteY19" fmla="*/ 9361139 h 9456078"/>
              <a:gd name="connsiteX20" fmla="*/ 1032440 w 13158799"/>
              <a:gd name="connsiteY20" fmla="*/ 9351517 h 9456078"/>
              <a:gd name="connsiteX21" fmla="*/ 1080477 w 13158799"/>
              <a:gd name="connsiteY21" fmla="*/ 9341441 h 9456078"/>
              <a:gd name="connsiteX22" fmla="*/ 1176172 w 13158799"/>
              <a:gd name="connsiteY22" fmla="*/ 9319936 h 9456078"/>
              <a:gd name="connsiteX23" fmla="*/ 1223823 w 13158799"/>
              <a:gd name="connsiteY23" fmla="*/ 9308509 h 9456078"/>
              <a:gd name="connsiteX24" fmla="*/ 1271339 w 13158799"/>
              <a:gd name="connsiteY24" fmla="*/ 9296635 h 9456078"/>
              <a:gd name="connsiteX25" fmla="*/ 1318719 w 13158799"/>
              <a:gd name="connsiteY25" fmla="*/ 9284315 h 9456078"/>
              <a:gd name="connsiteX26" fmla="*/ 1365957 w 13158799"/>
              <a:gd name="connsiteY26" fmla="*/ 9271550 h 9456078"/>
              <a:gd name="connsiteX27" fmla="*/ 1413052 w 13158799"/>
              <a:gd name="connsiteY27" fmla="*/ 9258342 h 9456078"/>
              <a:gd name="connsiteX28" fmla="*/ 1460000 w 13158799"/>
              <a:gd name="connsiteY28" fmla="*/ 9244693 h 9456078"/>
              <a:gd name="connsiteX29" fmla="*/ 1506799 w 13158799"/>
              <a:gd name="connsiteY29" fmla="*/ 9230604 h 9456078"/>
              <a:gd name="connsiteX30" fmla="*/ 1553445 w 13158799"/>
              <a:gd name="connsiteY30" fmla="*/ 9216076 h 9456078"/>
              <a:gd name="connsiteX31" fmla="*/ 1599935 w 13158799"/>
              <a:gd name="connsiteY31" fmla="*/ 9201111 h 9456078"/>
              <a:gd name="connsiteX32" fmla="*/ 1646267 w 13158799"/>
              <a:gd name="connsiteY32" fmla="*/ 9185710 h 9456078"/>
              <a:gd name="connsiteX33" fmla="*/ 1692437 w 13158799"/>
              <a:gd name="connsiteY33" fmla="*/ 9169876 h 9456078"/>
              <a:gd name="connsiteX34" fmla="*/ 1738442 w 13158799"/>
              <a:gd name="connsiteY34" fmla="*/ 9153608 h 9456078"/>
              <a:gd name="connsiteX35" fmla="*/ 1784280 w 13158799"/>
              <a:gd name="connsiteY35" fmla="*/ 9136910 h 9456078"/>
              <a:gd name="connsiteX36" fmla="*/ 1829947 w 13158799"/>
              <a:gd name="connsiteY36" fmla="*/ 9119782 h 9456078"/>
              <a:gd name="connsiteX37" fmla="*/ 1875440 w 13158799"/>
              <a:gd name="connsiteY37" fmla="*/ 9102226 h 9456078"/>
              <a:gd name="connsiteX38" fmla="*/ 1920756 w 13158799"/>
              <a:gd name="connsiteY38" fmla="*/ 9084243 h 9456078"/>
              <a:gd name="connsiteX39" fmla="*/ 1965893 w 13158799"/>
              <a:gd name="connsiteY39" fmla="*/ 9065835 h 9456078"/>
              <a:gd name="connsiteX40" fmla="*/ 2010847 w 13158799"/>
              <a:gd name="connsiteY40" fmla="*/ 9047004 h 9456078"/>
              <a:gd name="connsiteX41" fmla="*/ 2055615 w 13158799"/>
              <a:gd name="connsiteY41" fmla="*/ 9027750 h 9456078"/>
              <a:gd name="connsiteX42" fmla="*/ 2100195 w 13158799"/>
              <a:gd name="connsiteY42" fmla="*/ 9008075 h 9456078"/>
              <a:gd name="connsiteX43" fmla="*/ 2144582 w 13158799"/>
              <a:gd name="connsiteY43" fmla="*/ 8987981 h 9456078"/>
              <a:gd name="connsiteX44" fmla="*/ 2188775 w 13158799"/>
              <a:gd name="connsiteY44" fmla="*/ 8967470 h 9456078"/>
              <a:gd name="connsiteX45" fmla="*/ 2232770 w 13158799"/>
              <a:gd name="connsiteY45" fmla="*/ 8946542 h 9456078"/>
              <a:gd name="connsiteX46" fmla="*/ 2276564 w 13158799"/>
              <a:gd name="connsiteY46" fmla="*/ 8925199 h 9456078"/>
              <a:gd name="connsiteX47" fmla="*/ 2320154 w 13158799"/>
              <a:gd name="connsiteY47" fmla="*/ 8903443 h 9456078"/>
              <a:gd name="connsiteX48" fmla="*/ 2363538 w 13158799"/>
              <a:gd name="connsiteY48" fmla="*/ 8881275 h 9456078"/>
              <a:gd name="connsiteX49" fmla="*/ 2406711 w 13158799"/>
              <a:gd name="connsiteY49" fmla="*/ 8858697 h 9456078"/>
              <a:gd name="connsiteX50" fmla="*/ 2449672 w 13158799"/>
              <a:gd name="connsiteY50" fmla="*/ 8835710 h 9456078"/>
              <a:gd name="connsiteX51" fmla="*/ 2492417 w 13158799"/>
              <a:gd name="connsiteY51" fmla="*/ 8812316 h 9456078"/>
              <a:gd name="connsiteX52" fmla="*/ 2534943 w 13158799"/>
              <a:gd name="connsiteY52" fmla="*/ 8788516 h 9456078"/>
              <a:gd name="connsiteX53" fmla="*/ 2577247 w 13158799"/>
              <a:gd name="connsiteY53" fmla="*/ 8764311 h 9456078"/>
              <a:gd name="connsiteX54" fmla="*/ 2619326 w 13158799"/>
              <a:gd name="connsiteY54" fmla="*/ 8739704 h 9456078"/>
              <a:gd name="connsiteX55" fmla="*/ 2661177 w 13158799"/>
              <a:gd name="connsiteY55" fmla="*/ 8714695 h 9456078"/>
              <a:gd name="connsiteX56" fmla="*/ 2702797 w 13158799"/>
              <a:gd name="connsiteY56" fmla="*/ 8689286 h 9456078"/>
              <a:gd name="connsiteX57" fmla="*/ 2744183 w 13158799"/>
              <a:gd name="connsiteY57" fmla="*/ 8663479 h 9456078"/>
              <a:gd name="connsiteX58" fmla="*/ 2785333 w 13158799"/>
              <a:gd name="connsiteY58" fmla="*/ 8637274 h 9456078"/>
              <a:gd name="connsiteX59" fmla="*/ 2826242 w 13158799"/>
              <a:gd name="connsiteY59" fmla="*/ 8610675 h 9456078"/>
              <a:gd name="connsiteX60" fmla="*/ 2866908 w 13158799"/>
              <a:gd name="connsiteY60" fmla="*/ 8583681 h 9456078"/>
              <a:gd name="connsiteX61" fmla="*/ 2907329 w 13158799"/>
              <a:gd name="connsiteY61" fmla="*/ 8556295 h 9456078"/>
              <a:gd name="connsiteX62" fmla="*/ 2947500 w 13158799"/>
              <a:gd name="connsiteY62" fmla="*/ 8528517 h 9456078"/>
              <a:gd name="connsiteX63" fmla="*/ 2987419 w 13158799"/>
              <a:gd name="connsiteY63" fmla="*/ 8500351 h 9456078"/>
              <a:gd name="connsiteX64" fmla="*/ 3027083 w 13158799"/>
              <a:gd name="connsiteY64" fmla="*/ 8471796 h 9456078"/>
              <a:gd name="connsiteX65" fmla="*/ 3066489 w 13158799"/>
              <a:gd name="connsiteY65" fmla="*/ 8442854 h 9456078"/>
              <a:gd name="connsiteX66" fmla="*/ 3105634 w 13158799"/>
              <a:gd name="connsiteY66" fmla="*/ 8413528 h 9456078"/>
              <a:gd name="connsiteX67" fmla="*/ 3144515 w 13158799"/>
              <a:gd name="connsiteY67" fmla="*/ 8383818 h 9456078"/>
              <a:gd name="connsiteX68" fmla="*/ 3183129 w 13158799"/>
              <a:gd name="connsiteY68" fmla="*/ 8353726 h 9456078"/>
              <a:gd name="connsiteX69" fmla="*/ 3221473 w 13158799"/>
              <a:gd name="connsiteY69" fmla="*/ 8323253 h 9456078"/>
              <a:gd name="connsiteX70" fmla="*/ 3259544 w 13158799"/>
              <a:gd name="connsiteY70" fmla="*/ 8292401 h 9456078"/>
              <a:gd name="connsiteX71" fmla="*/ 3297339 w 13158799"/>
              <a:gd name="connsiteY71" fmla="*/ 8261172 h 9456078"/>
              <a:gd name="connsiteX72" fmla="*/ 3334854 w 13158799"/>
              <a:gd name="connsiteY72" fmla="*/ 8229566 h 9456078"/>
              <a:gd name="connsiteX73" fmla="*/ 3372087 w 13158799"/>
              <a:gd name="connsiteY73" fmla="*/ 8197585 h 9456078"/>
              <a:gd name="connsiteX74" fmla="*/ 3409035 w 13158799"/>
              <a:gd name="connsiteY74" fmla="*/ 8165232 h 9456078"/>
              <a:gd name="connsiteX75" fmla="*/ 3445695 w 13158799"/>
              <a:gd name="connsiteY75" fmla="*/ 8132507 h 9456078"/>
              <a:gd name="connsiteX76" fmla="*/ 3482064 w 13158799"/>
              <a:gd name="connsiteY76" fmla="*/ 8099411 h 9456078"/>
              <a:gd name="connsiteX77" fmla="*/ 3518139 w 13158799"/>
              <a:gd name="connsiteY77" fmla="*/ 8065947 h 9456078"/>
              <a:gd name="connsiteX78" fmla="*/ 3553916 w 13158799"/>
              <a:gd name="connsiteY78" fmla="*/ 8032115 h 9456078"/>
              <a:gd name="connsiteX79" fmla="*/ 3589393 w 13158799"/>
              <a:gd name="connsiteY79" fmla="*/ 7997918 h 9456078"/>
              <a:gd name="connsiteX80" fmla="*/ 3624567 w 13158799"/>
              <a:gd name="connsiteY80" fmla="*/ 7963356 h 9456078"/>
              <a:gd name="connsiteX81" fmla="*/ 3659435 w 13158799"/>
              <a:gd name="connsiteY81" fmla="*/ 7928432 h 9456078"/>
              <a:gd name="connsiteX82" fmla="*/ 3693994 w 13158799"/>
              <a:gd name="connsiteY82" fmla="*/ 7893146 h 9456078"/>
              <a:gd name="connsiteX83" fmla="*/ 3728240 w 13158799"/>
              <a:gd name="connsiteY83" fmla="*/ 7857501 h 9456078"/>
              <a:gd name="connsiteX84" fmla="*/ 3762171 w 13158799"/>
              <a:gd name="connsiteY84" fmla="*/ 7821497 h 9456078"/>
              <a:gd name="connsiteX85" fmla="*/ 3795783 w 13158799"/>
              <a:gd name="connsiteY85" fmla="*/ 7785136 h 9456078"/>
              <a:gd name="connsiteX86" fmla="*/ 3829075 w 13158799"/>
              <a:gd name="connsiteY86" fmla="*/ 7748420 h 9456078"/>
              <a:gd name="connsiteX87" fmla="*/ 3862042 w 13158799"/>
              <a:gd name="connsiteY87" fmla="*/ 7711350 h 9456078"/>
              <a:gd name="connsiteX88" fmla="*/ 3894682 w 13158799"/>
              <a:gd name="connsiteY88" fmla="*/ 7673928 h 9456078"/>
              <a:gd name="connsiteX89" fmla="*/ 3926991 w 13158799"/>
              <a:gd name="connsiteY89" fmla="*/ 7636155 h 9456078"/>
              <a:gd name="connsiteX90" fmla="*/ 3958967 w 13158799"/>
              <a:gd name="connsiteY90" fmla="*/ 7598032 h 9456078"/>
              <a:gd name="connsiteX91" fmla="*/ 3990607 w 13158799"/>
              <a:gd name="connsiteY91" fmla="*/ 7559561 h 9456078"/>
              <a:gd name="connsiteX92" fmla="*/ 4021907 w 13158799"/>
              <a:gd name="connsiteY92" fmla="*/ 7520744 h 9456078"/>
              <a:gd name="connsiteX93" fmla="*/ 4052865 w 13158799"/>
              <a:gd name="connsiteY93" fmla="*/ 7481582 h 9456078"/>
              <a:gd name="connsiteX94" fmla="*/ 4083478 w 13158799"/>
              <a:gd name="connsiteY94" fmla="*/ 7442077 h 9456078"/>
              <a:gd name="connsiteX95" fmla="*/ 8022311 w 13158799"/>
              <a:gd name="connsiteY95" fmla="*/ 2307814 h 9456078"/>
              <a:gd name="connsiteX96" fmla="*/ 8052902 w 13158799"/>
              <a:gd name="connsiteY96" fmla="*/ 2268285 h 9456078"/>
              <a:gd name="connsiteX97" fmla="*/ 8083796 w 13158799"/>
              <a:gd name="connsiteY97" fmla="*/ 2229056 h 9456078"/>
              <a:gd name="connsiteX98" fmla="*/ 8114989 w 13158799"/>
              <a:gd name="connsiteY98" fmla="*/ 2190127 h 9456078"/>
              <a:gd name="connsiteX99" fmla="*/ 8146479 w 13158799"/>
              <a:gd name="connsiteY99" fmla="*/ 2151500 h 9456078"/>
              <a:gd name="connsiteX100" fmla="*/ 8178264 w 13158799"/>
              <a:gd name="connsiteY100" fmla="*/ 2113176 h 9456078"/>
              <a:gd name="connsiteX101" fmla="*/ 8210341 w 13158799"/>
              <a:gd name="connsiteY101" fmla="*/ 2075157 h 9456078"/>
              <a:gd name="connsiteX102" fmla="*/ 8242709 w 13158799"/>
              <a:gd name="connsiteY102" fmla="*/ 2037442 h 9456078"/>
              <a:gd name="connsiteX103" fmla="*/ 8275365 w 13158799"/>
              <a:gd name="connsiteY103" fmla="*/ 2000034 h 9456078"/>
              <a:gd name="connsiteX104" fmla="*/ 8308307 w 13158799"/>
              <a:gd name="connsiteY104" fmla="*/ 1962934 h 9456078"/>
              <a:gd name="connsiteX105" fmla="*/ 8341532 w 13158799"/>
              <a:gd name="connsiteY105" fmla="*/ 1926142 h 9456078"/>
              <a:gd name="connsiteX106" fmla="*/ 8375038 w 13158799"/>
              <a:gd name="connsiteY106" fmla="*/ 1889660 h 9456078"/>
              <a:gd name="connsiteX107" fmla="*/ 8408823 w 13158799"/>
              <a:gd name="connsiteY107" fmla="*/ 1853489 h 9456078"/>
              <a:gd name="connsiteX108" fmla="*/ 8442885 w 13158799"/>
              <a:gd name="connsiteY108" fmla="*/ 1817630 h 9456078"/>
              <a:gd name="connsiteX109" fmla="*/ 8477221 w 13158799"/>
              <a:gd name="connsiteY109" fmla="*/ 1782084 h 9456078"/>
              <a:gd name="connsiteX110" fmla="*/ 8511829 w 13158799"/>
              <a:gd name="connsiteY110" fmla="*/ 1746853 h 9456078"/>
              <a:gd name="connsiteX111" fmla="*/ 8546706 w 13158799"/>
              <a:gd name="connsiteY111" fmla="*/ 1711937 h 9456078"/>
              <a:gd name="connsiteX112" fmla="*/ 8581851 w 13158799"/>
              <a:gd name="connsiteY112" fmla="*/ 1677337 h 9456078"/>
              <a:gd name="connsiteX113" fmla="*/ 8617261 w 13158799"/>
              <a:gd name="connsiteY113" fmla="*/ 1643056 h 9456078"/>
              <a:gd name="connsiteX114" fmla="*/ 8652934 w 13158799"/>
              <a:gd name="connsiteY114" fmla="*/ 1609093 h 9456078"/>
              <a:gd name="connsiteX115" fmla="*/ 8688867 w 13158799"/>
              <a:gd name="connsiteY115" fmla="*/ 1575450 h 9456078"/>
              <a:gd name="connsiteX116" fmla="*/ 8725058 w 13158799"/>
              <a:gd name="connsiteY116" fmla="*/ 1542128 h 9456078"/>
              <a:gd name="connsiteX117" fmla="*/ 8761506 w 13158799"/>
              <a:gd name="connsiteY117" fmla="*/ 1509129 h 9456078"/>
              <a:gd name="connsiteX118" fmla="*/ 8798207 w 13158799"/>
              <a:gd name="connsiteY118" fmla="*/ 1476452 h 9456078"/>
              <a:gd name="connsiteX119" fmla="*/ 8835159 w 13158799"/>
              <a:gd name="connsiteY119" fmla="*/ 1444101 h 9456078"/>
              <a:gd name="connsiteX120" fmla="*/ 8872360 w 13158799"/>
              <a:gd name="connsiteY120" fmla="*/ 1412075 h 9456078"/>
              <a:gd name="connsiteX121" fmla="*/ 8909808 w 13158799"/>
              <a:gd name="connsiteY121" fmla="*/ 1380375 h 9456078"/>
              <a:gd name="connsiteX122" fmla="*/ 8947501 w 13158799"/>
              <a:gd name="connsiteY122" fmla="*/ 1349004 h 9456078"/>
              <a:gd name="connsiteX123" fmla="*/ 8985435 w 13158799"/>
              <a:gd name="connsiteY123" fmla="*/ 1317962 h 9456078"/>
              <a:gd name="connsiteX124" fmla="*/ 9023610 w 13158799"/>
              <a:gd name="connsiteY124" fmla="*/ 1287250 h 9456078"/>
              <a:gd name="connsiteX125" fmla="*/ 9062022 w 13158799"/>
              <a:gd name="connsiteY125" fmla="*/ 1256869 h 9456078"/>
              <a:gd name="connsiteX126" fmla="*/ 9100669 w 13158799"/>
              <a:gd name="connsiteY126" fmla="*/ 1226820 h 9456078"/>
              <a:gd name="connsiteX127" fmla="*/ 9139549 w 13158799"/>
              <a:gd name="connsiteY127" fmla="*/ 1197105 h 9456078"/>
              <a:gd name="connsiteX128" fmla="*/ 9178660 w 13158799"/>
              <a:gd name="connsiteY128" fmla="*/ 1167725 h 9456078"/>
              <a:gd name="connsiteX129" fmla="*/ 9217999 w 13158799"/>
              <a:gd name="connsiteY129" fmla="*/ 1138681 h 9456078"/>
              <a:gd name="connsiteX130" fmla="*/ 9257564 w 13158799"/>
              <a:gd name="connsiteY130" fmla="*/ 1109974 h 9456078"/>
              <a:gd name="connsiteX131" fmla="*/ 9297353 w 13158799"/>
              <a:gd name="connsiteY131" fmla="*/ 1081604 h 9456078"/>
              <a:gd name="connsiteX132" fmla="*/ 9337364 w 13158799"/>
              <a:gd name="connsiteY132" fmla="*/ 1053574 h 9456078"/>
              <a:gd name="connsiteX133" fmla="*/ 9377594 w 13158799"/>
              <a:gd name="connsiteY133" fmla="*/ 1025884 h 9456078"/>
              <a:gd name="connsiteX134" fmla="*/ 9418040 w 13158799"/>
              <a:gd name="connsiteY134" fmla="*/ 998536 h 9456078"/>
              <a:gd name="connsiteX135" fmla="*/ 9458702 w 13158799"/>
              <a:gd name="connsiteY135" fmla="*/ 971530 h 9456078"/>
              <a:gd name="connsiteX136" fmla="*/ 9499575 w 13158799"/>
              <a:gd name="connsiteY136" fmla="*/ 944868 h 9456078"/>
              <a:gd name="connsiteX137" fmla="*/ 9540659 w 13158799"/>
              <a:gd name="connsiteY137" fmla="*/ 918551 h 9456078"/>
              <a:gd name="connsiteX138" fmla="*/ 9581950 w 13158799"/>
              <a:gd name="connsiteY138" fmla="*/ 892580 h 9456078"/>
              <a:gd name="connsiteX139" fmla="*/ 9623447 w 13158799"/>
              <a:gd name="connsiteY139" fmla="*/ 866956 h 9456078"/>
              <a:gd name="connsiteX140" fmla="*/ 9665147 w 13158799"/>
              <a:gd name="connsiteY140" fmla="*/ 841681 h 9456078"/>
              <a:gd name="connsiteX141" fmla="*/ 9707048 w 13158799"/>
              <a:gd name="connsiteY141" fmla="*/ 816754 h 9456078"/>
              <a:gd name="connsiteX142" fmla="*/ 9749147 w 13158799"/>
              <a:gd name="connsiteY142" fmla="*/ 792179 h 9456078"/>
              <a:gd name="connsiteX143" fmla="*/ 9791443 w 13158799"/>
              <a:gd name="connsiteY143" fmla="*/ 767955 h 9456078"/>
              <a:gd name="connsiteX144" fmla="*/ 9833932 w 13158799"/>
              <a:gd name="connsiteY144" fmla="*/ 744083 h 9456078"/>
              <a:gd name="connsiteX145" fmla="*/ 9876613 w 13158799"/>
              <a:gd name="connsiteY145" fmla="*/ 720566 h 9456078"/>
              <a:gd name="connsiteX146" fmla="*/ 9919484 w 13158799"/>
              <a:gd name="connsiteY146" fmla="*/ 697404 h 9456078"/>
              <a:gd name="connsiteX147" fmla="*/ 9962542 w 13158799"/>
              <a:gd name="connsiteY147" fmla="*/ 674598 h 9456078"/>
              <a:gd name="connsiteX148" fmla="*/ 10005784 w 13158799"/>
              <a:gd name="connsiteY148" fmla="*/ 652149 h 9456078"/>
              <a:gd name="connsiteX149" fmla="*/ 10049209 w 13158799"/>
              <a:gd name="connsiteY149" fmla="*/ 630059 h 9456078"/>
              <a:gd name="connsiteX150" fmla="*/ 10092814 w 13158799"/>
              <a:gd name="connsiteY150" fmla="*/ 608328 h 9456078"/>
              <a:gd name="connsiteX151" fmla="*/ 10136597 w 13158799"/>
              <a:gd name="connsiteY151" fmla="*/ 586958 h 9456078"/>
              <a:gd name="connsiteX152" fmla="*/ 10180556 w 13158799"/>
              <a:gd name="connsiteY152" fmla="*/ 565950 h 9456078"/>
              <a:gd name="connsiteX153" fmla="*/ 10224688 w 13158799"/>
              <a:gd name="connsiteY153" fmla="*/ 545304 h 9456078"/>
              <a:gd name="connsiteX154" fmla="*/ 10268991 w 13158799"/>
              <a:gd name="connsiteY154" fmla="*/ 525023 h 9456078"/>
              <a:gd name="connsiteX155" fmla="*/ 10313463 w 13158799"/>
              <a:gd name="connsiteY155" fmla="*/ 505107 h 9456078"/>
              <a:gd name="connsiteX156" fmla="*/ 10358101 w 13158799"/>
              <a:gd name="connsiteY156" fmla="*/ 485558 h 9456078"/>
              <a:gd name="connsiteX157" fmla="*/ 10402903 w 13158799"/>
              <a:gd name="connsiteY157" fmla="*/ 466376 h 9456078"/>
              <a:gd name="connsiteX158" fmla="*/ 10447868 w 13158799"/>
              <a:gd name="connsiteY158" fmla="*/ 447563 h 9456078"/>
              <a:gd name="connsiteX159" fmla="*/ 10492991 w 13158799"/>
              <a:gd name="connsiteY159" fmla="*/ 429119 h 9456078"/>
              <a:gd name="connsiteX160" fmla="*/ 10538272 w 13158799"/>
              <a:gd name="connsiteY160" fmla="*/ 411046 h 9456078"/>
              <a:gd name="connsiteX161" fmla="*/ 10583708 w 13158799"/>
              <a:gd name="connsiteY161" fmla="*/ 393346 h 9456078"/>
              <a:gd name="connsiteX162" fmla="*/ 10629297 w 13158799"/>
              <a:gd name="connsiteY162" fmla="*/ 376018 h 9456078"/>
              <a:gd name="connsiteX163" fmla="*/ 10675036 w 13158799"/>
              <a:gd name="connsiteY163" fmla="*/ 359065 h 9456078"/>
              <a:gd name="connsiteX164" fmla="*/ 10720923 w 13158799"/>
              <a:gd name="connsiteY164" fmla="*/ 342487 h 9456078"/>
              <a:gd name="connsiteX165" fmla="*/ 10766956 w 13158799"/>
              <a:gd name="connsiteY165" fmla="*/ 326286 h 9456078"/>
              <a:gd name="connsiteX166" fmla="*/ 10813132 w 13158799"/>
              <a:gd name="connsiteY166" fmla="*/ 310462 h 9456078"/>
              <a:gd name="connsiteX167" fmla="*/ 10859450 w 13158799"/>
              <a:gd name="connsiteY167" fmla="*/ 295018 h 9456078"/>
              <a:gd name="connsiteX168" fmla="*/ 10905907 w 13158799"/>
              <a:gd name="connsiteY168" fmla="*/ 279953 h 9456078"/>
              <a:gd name="connsiteX169" fmla="*/ 10952500 w 13158799"/>
              <a:gd name="connsiteY169" fmla="*/ 265269 h 9456078"/>
              <a:gd name="connsiteX170" fmla="*/ 10999227 w 13158799"/>
              <a:gd name="connsiteY170" fmla="*/ 250968 h 9456078"/>
              <a:gd name="connsiteX171" fmla="*/ 11046087 w 13158799"/>
              <a:gd name="connsiteY171" fmla="*/ 237049 h 9456078"/>
              <a:gd name="connsiteX172" fmla="*/ 11093076 w 13158799"/>
              <a:gd name="connsiteY172" fmla="*/ 223516 h 9456078"/>
              <a:gd name="connsiteX173" fmla="*/ 11140193 w 13158799"/>
              <a:gd name="connsiteY173" fmla="*/ 210368 h 9456078"/>
              <a:gd name="connsiteX174" fmla="*/ 11187434 w 13158799"/>
              <a:gd name="connsiteY174" fmla="*/ 197606 h 9456078"/>
              <a:gd name="connsiteX175" fmla="*/ 11234799 w 13158799"/>
              <a:gd name="connsiteY175" fmla="*/ 185233 h 9456078"/>
              <a:gd name="connsiteX176" fmla="*/ 11282284 w 13158799"/>
              <a:gd name="connsiteY176" fmla="*/ 173248 h 9456078"/>
              <a:gd name="connsiteX177" fmla="*/ 11329888 w 13158799"/>
              <a:gd name="connsiteY177" fmla="*/ 161654 h 9456078"/>
              <a:gd name="connsiteX178" fmla="*/ 11377607 w 13158799"/>
              <a:gd name="connsiteY178" fmla="*/ 150451 h 9456078"/>
              <a:gd name="connsiteX179" fmla="*/ 11425440 w 13158799"/>
              <a:gd name="connsiteY179" fmla="*/ 139640 h 9456078"/>
              <a:gd name="connsiteX180" fmla="*/ 11473385 w 13158799"/>
              <a:gd name="connsiteY180" fmla="*/ 129223 h 9456078"/>
              <a:gd name="connsiteX181" fmla="*/ 11521439 w 13158799"/>
              <a:gd name="connsiteY181" fmla="*/ 119201 h 9456078"/>
              <a:gd name="connsiteX182" fmla="*/ 11569599 w 13158799"/>
              <a:gd name="connsiteY182" fmla="*/ 109574 h 9456078"/>
              <a:gd name="connsiteX183" fmla="*/ 11617864 w 13158799"/>
              <a:gd name="connsiteY183" fmla="*/ 100344 h 9456078"/>
              <a:gd name="connsiteX184" fmla="*/ 11666231 w 13158799"/>
              <a:gd name="connsiteY184" fmla="*/ 91512 h 9456078"/>
              <a:gd name="connsiteX185" fmla="*/ 11714698 w 13158799"/>
              <a:gd name="connsiteY185" fmla="*/ 83080 h 9456078"/>
              <a:gd name="connsiteX186" fmla="*/ 11763263 w 13158799"/>
              <a:gd name="connsiteY186" fmla="*/ 75047 h 9456078"/>
              <a:gd name="connsiteX187" fmla="*/ 11811923 w 13158799"/>
              <a:gd name="connsiteY187" fmla="*/ 67417 h 9456078"/>
              <a:gd name="connsiteX188" fmla="*/ 11860676 w 13158799"/>
              <a:gd name="connsiteY188" fmla="*/ 60188 h 9456078"/>
              <a:gd name="connsiteX189" fmla="*/ 11909519 w 13158799"/>
              <a:gd name="connsiteY189" fmla="*/ 53364 h 9456078"/>
              <a:gd name="connsiteX190" fmla="*/ 11958451 w 13158799"/>
              <a:gd name="connsiteY190" fmla="*/ 46944 h 9456078"/>
              <a:gd name="connsiteX191" fmla="*/ 12007470 w 13158799"/>
              <a:gd name="connsiteY191" fmla="*/ 40931 h 9456078"/>
              <a:gd name="connsiteX192" fmla="*/ 12056572 w 13158799"/>
              <a:gd name="connsiteY192" fmla="*/ 35324 h 9456078"/>
              <a:gd name="connsiteX193" fmla="*/ 12105756 w 13158799"/>
              <a:gd name="connsiteY193" fmla="*/ 30126 h 9456078"/>
              <a:gd name="connsiteX194" fmla="*/ 12155019 w 13158799"/>
              <a:gd name="connsiteY194" fmla="*/ 25337 h 9456078"/>
              <a:gd name="connsiteX195" fmla="*/ 12204359 w 13158799"/>
              <a:gd name="connsiteY195" fmla="*/ 20958 h 9456078"/>
              <a:gd name="connsiteX196" fmla="*/ 12253773 w 13158799"/>
              <a:gd name="connsiteY196" fmla="*/ 16991 h 9456078"/>
              <a:gd name="connsiteX197" fmla="*/ 12303260 w 13158799"/>
              <a:gd name="connsiteY197" fmla="*/ 13437 h 9456078"/>
              <a:gd name="connsiteX198" fmla="*/ 12352818 w 13158799"/>
              <a:gd name="connsiteY198" fmla="*/ 10297 h 9456078"/>
              <a:gd name="connsiteX199" fmla="*/ 12402443 w 13158799"/>
              <a:gd name="connsiteY199" fmla="*/ 7572 h 9456078"/>
              <a:gd name="connsiteX200" fmla="*/ 12452133 w 13158799"/>
              <a:gd name="connsiteY200" fmla="*/ 5263 h 9456078"/>
              <a:gd name="connsiteX201" fmla="*/ 12501887 w 13158799"/>
              <a:gd name="connsiteY201" fmla="*/ 3371 h 9456078"/>
              <a:gd name="connsiteX202" fmla="*/ 12551701 w 13158799"/>
              <a:gd name="connsiteY202" fmla="*/ 1898 h 9456078"/>
              <a:gd name="connsiteX203" fmla="*/ 12601574 w 13158799"/>
              <a:gd name="connsiteY203" fmla="*/ 844 h 9456078"/>
              <a:gd name="connsiteX204" fmla="*/ 12651504 w 13158799"/>
              <a:gd name="connsiteY204" fmla="*/ 211 h 9456078"/>
              <a:gd name="connsiteX205" fmla="*/ 12701487 w 13158799"/>
              <a:gd name="connsiteY205" fmla="*/ 0 h 9456078"/>
              <a:gd name="connsiteX206" fmla="*/ 13158798 w 13158799"/>
              <a:gd name="connsiteY206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76172 w 13158797"/>
              <a:gd name="connsiteY22" fmla="*/ 9319936 h 9456078"/>
              <a:gd name="connsiteX23" fmla="*/ 1223823 w 13158797"/>
              <a:gd name="connsiteY23" fmla="*/ 9308509 h 9456078"/>
              <a:gd name="connsiteX24" fmla="*/ 1271339 w 13158797"/>
              <a:gd name="connsiteY24" fmla="*/ 9296635 h 9456078"/>
              <a:gd name="connsiteX25" fmla="*/ 1318719 w 13158797"/>
              <a:gd name="connsiteY25" fmla="*/ 9284315 h 9456078"/>
              <a:gd name="connsiteX26" fmla="*/ 1365957 w 13158797"/>
              <a:gd name="connsiteY26" fmla="*/ 9271550 h 9456078"/>
              <a:gd name="connsiteX27" fmla="*/ 1413052 w 13158797"/>
              <a:gd name="connsiteY27" fmla="*/ 9258342 h 9456078"/>
              <a:gd name="connsiteX28" fmla="*/ 1460000 w 13158797"/>
              <a:gd name="connsiteY28" fmla="*/ 9244693 h 9456078"/>
              <a:gd name="connsiteX29" fmla="*/ 1506799 w 13158797"/>
              <a:gd name="connsiteY29" fmla="*/ 9230604 h 9456078"/>
              <a:gd name="connsiteX30" fmla="*/ 1553445 w 13158797"/>
              <a:gd name="connsiteY30" fmla="*/ 9216076 h 9456078"/>
              <a:gd name="connsiteX31" fmla="*/ 1599935 w 13158797"/>
              <a:gd name="connsiteY31" fmla="*/ 9201111 h 9456078"/>
              <a:gd name="connsiteX32" fmla="*/ 1646267 w 13158797"/>
              <a:gd name="connsiteY32" fmla="*/ 9185710 h 9456078"/>
              <a:gd name="connsiteX33" fmla="*/ 1692437 w 13158797"/>
              <a:gd name="connsiteY33" fmla="*/ 9169876 h 9456078"/>
              <a:gd name="connsiteX34" fmla="*/ 1738442 w 13158797"/>
              <a:gd name="connsiteY34" fmla="*/ 9153608 h 9456078"/>
              <a:gd name="connsiteX35" fmla="*/ 1784280 w 13158797"/>
              <a:gd name="connsiteY35" fmla="*/ 9136910 h 9456078"/>
              <a:gd name="connsiteX36" fmla="*/ 1829947 w 13158797"/>
              <a:gd name="connsiteY36" fmla="*/ 9119782 h 9456078"/>
              <a:gd name="connsiteX37" fmla="*/ 1875440 w 13158797"/>
              <a:gd name="connsiteY37" fmla="*/ 9102226 h 9456078"/>
              <a:gd name="connsiteX38" fmla="*/ 1920756 w 13158797"/>
              <a:gd name="connsiteY38" fmla="*/ 9084243 h 9456078"/>
              <a:gd name="connsiteX39" fmla="*/ 1965893 w 13158797"/>
              <a:gd name="connsiteY39" fmla="*/ 9065835 h 9456078"/>
              <a:gd name="connsiteX40" fmla="*/ 2055615 w 13158797"/>
              <a:gd name="connsiteY40" fmla="*/ 9027750 h 9456078"/>
              <a:gd name="connsiteX41" fmla="*/ 2100195 w 13158797"/>
              <a:gd name="connsiteY41" fmla="*/ 9008075 h 9456078"/>
              <a:gd name="connsiteX42" fmla="*/ 2144582 w 13158797"/>
              <a:gd name="connsiteY42" fmla="*/ 8987981 h 9456078"/>
              <a:gd name="connsiteX43" fmla="*/ 2188775 w 13158797"/>
              <a:gd name="connsiteY43" fmla="*/ 8967470 h 9456078"/>
              <a:gd name="connsiteX44" fmla="*/ 2232770 w 13158797"/>
              <a:gd name="connsiteY44" fmla="*/ 8946542 h 9456078"/>
              <a:gd name="connsiteX45" fmla="*/ 2276564 w 13158797"/>
              <a:gd name="connsiteY45" fmla="*/ 8925199 h 9456078"/>
              <a:gd name="connsiteX46" fmla="*/ 2320154 w 13158797"/>
              <a:gd name="connsiteY46" fmla="*/ 8903443 h 9456078"/>
              <a:gd name="connsiteX47" fmla="*/ 2363538 w 13158797"/>
              <a:gd name="connsiteY47" fmla="*/ 8881275 h 9456078"/>
              <a:gd name="connsiteX48" fmla="*/ 2406711 w 13158797"/>
              <a:gd name="connsiteY48" fmla="*/ 8858697 h 9456078"/>
              <a:gd name="connsiteX49" fmla="*/ 2449672 w 13158797"/>
              <a:gd name="connsiteY49" fmla="*/ 8835710 h 9456078"/>
              <a:gd name="connsiteX50" fmla="*/ 2492417 w 13158797"/>
              <a:gd name="connsiteY50" fmla="*/ 8812316 h 9456078"/>
              <a:gd name="connsiteX51" fmla="*/ 2534943 w 13158797"/>
              <a:gd name="connsiteY51" fmla="*/ 8788516 h 9456078"/>
              <a:gd name="connsiteX52" fmla="*/ 2577247 w 13158797"/>
              <a:gd name="connsiteY52" fmla="*/ 8764311 h 9456078"/>
              <a:gd name="connsiteX53" fmla="*/ 2619326 w 13158797"/>
              <a:gd name="connsiteY53" fmla="*/ 8739704 h 9456078"/>
              <a:gd name="connsiteX54" fmla="*/ 2661177 w 13158797"/>
              <a:gd name="connsiteY54" fmla="*/ 8714695 h 9456078"/>
              <a:gd name="connsiteX55" fmla="*/ 2702797 w 13158797"/>
              <a:gd name="connsiteY55" fmla="*/ 8689286 h 9456078"/>
              <a:gd name="connsiteX56" fmla="*/ 2744183 w 13158797"/>
              <a:gd name="connsiteY56" fmla="*/ 8663479 h 9456078"/>
              <a:gd name="connsiteX57" fmla="*/ 2785333 w 13158797"/>
              <a:gd name="connsiteY57" fmla="*/ 8637274 h 9456078"/>
              <a:gd name="connsiteX58" fmla="*/ 2826242 w 13158797"/>
              <a:gd name="connsiteY58" fmla="*/ 8610675 h 9456078"/>
              <a:gd name="connsiteX59" fmla="*/ 2866908 w 13158797"/>
              <a:gd name="connsiteY59" fmla="*/ 8583681 h 9456078"/>
              <a:gd name="connsiteX60" fmla="*/ 2907329 w 13158797"/>
              <a:gd name="connsiteY60" fmla="*/ 8556295 h 9456078"/>
              <a:gd name="connsiteX61" fmla="*/ 2947500 w 13158797"/>
              <a:gd name="connsiteY61" fmla="*/ 8528517 h 9456078"/>
              <a:gd name="connsiteX62" fmla="*/ 2987419 w 13158797"/>
              <a:gd name="connsiteY62" fmla="*/ 8500351 h 9456078"/>
              <a:gd name="connsiteX63" fmla="*/ 3027083 w 13158797"/>
              <a:gd name="connsiteY63" fmla="*/ 8471796 h 9456078"/>
              <a:gd name="connsiteX64" fmla="*/ 3066489 w 13158797"/>
              <a:gd name="connsiteY64" fmla="*/ 8442854 h 9456078"/>
              <a:gd name="connsiteX65" fmla="*/ 3105634 w 13158797"/>
              <a:gd name="connsiteY65" fmla="*/ 8413528 h 9456078"/>
              <a:gd name="connsiteX66" fmla="*/ 3144515 w 13158797"/>
              <a:gd name="connsiteY66" fmla="*/ 8383818 h 9456078"/>
              <a:gd name="connsiteX67" fmla="*/ 3183129 w 13158797"/>
              <a:gd name="connsiteY67" fmla="*/ 8353726 h 9456078"/>
              <a:gd name="connsiteX68" fmla="*/ 3221473 w 13158797"/>
              <a:gd name="connsiteY68" fmla="*/ 8323253 h 9456078"/>
              <a:gd name="connsiteX69" fmla="*/ 3259544 w 13158797"/>
              <a:gd name="connsiteY69" fmla="*/ 8292401 h 9456078"/>
              <a:gd name="connsiteX70" fmla="*/ 3297339 w 13158797"/>
              <a:gd name="connsiteY70" fmla="*/ 8261172 h 9456078"/>
              <a:gd name="connsiteX71" fmla="*/ 3334854 w 13158797"/>
              <a:gd name="connsiteY71" fmla="*/ 8229566 h 9456078"/>
              <a:gd name="connsiteX72" fmla="*/ 3372087 w 13158797"/>
              <a:gd name="connsiteY72" fmla="*/ 8197585 h 9456078"/>
              <a:gd name="connsiteX73" fmla="*/ 3409035 w 13158797"/>
              <a:gd name="connsiteY73" fmla="*/ 8165232 h 9456078"/>
              <a:gd name="connsiteX74" fmla="*/ 3445695 w 13158797"/>
              <a:gd name="connsiteY74" fmla="*/ 8132507 h 9456078"/>
              <a:gd name="connsiteX75" fmla="*/ 3482064 w 13158797"/>
              <a:gd name="connsiteY75" fmla="*/ 8099411 h 9456078"/>
              <a:gd name="connsiteX76" fmla="*/ 3518139 w 13158797"/>
              <a:gd name="connsiteY76" fmla="*/ 8065947 h 9456078"/>
              <a:gd name="connsiteX77" fmla="*/ 3553916 w 13158797"/>
              <a:gd name="connsiteY77" fmla="*/ 8032115 h 9456078"/>
              <a:gd name="connsiteX78" fmla="*/ 3589393 w 13158797"/>
              <a:gd name="connsiteY78" fmla="*/ 7997918 h 9456078"/>
              <a:gd name="connsiteX79" fmla="*/ 3624567 w 13158797"/>
              <a:gd name="connsiteY79" fmla="*/ 7963356 h 9456078"/>
              <a:gd name="connsiteX80" fmla="*/ 3659435 w 13158797"/>
              <a:gd name="connsiteY80" fmla="*/ 7928432 h 9456078"/>
              <a:gd name="connsiteX81" fmla="*/ 3693994 w 13158797"/>
              <a:gd name="connsiteY81" fmla="*/ 7893146 h 9456078"/>
              <a:gd name="connsiteX82" fmla="*/ 3728240 w 13158797"/>
              <a:gd name="connsiteY82" fmla="*/ 7857501 h 9456078"/>
              <a:gd name="connsiteX83" fmla="*/ 3762171 w 13158797"/>
              <a:gd name="connsiteY83" fmla="*/ 7821497 h 9456078"/>
              <a:gd name="connsiteX84" fmla="*/ 3795783 w 13158797"/>
              <a:gd name="connsiteY84" fmla="*/ 7785136 h 9456078"/>
              <a:gd name="connsiteX85" fmla="*/ 3829075 w 13158797"/>
              <a:gd name="connsiteY85" fmla="*/ 7748420 h 9456078"/>
              <a:gd name="connsiteX86" fmla="*/ 3862042 w 13158797"/>
              <a:gd name="connsiteY86" fmla="*/ 7711350 h 9456078"/>
              <a:gd name="connsiteX87" fmla="*/ 3894682 w 13158797"/>
              <a:gd name="connsiteY87" fmla="*/ 7673928 h 9456078"/>
              <a:gd name="connsiteX88" fmla="*/ 3926991 w 13158797"/>
              <a:gd name="connsiteY88" fmla="*/ 7636155 h 9456078"/>
              <a:gd name="connsiteX89" fmla="*/ 3958967 w 13158797"/>
              <a:gd name="connsiteY89" fmla="*/ 7598032 h 9456078"/>
              <a:gd name="connsiteX90" fmla="*/ 3990607 w 13158797"/>
              <a:gd name="connsiteY90" fmla="*/ 7559561 h 9456078"/>
              <a:gd name="connsiteX91" fmla="*/ 4021907 w 13158797"/>
              <a:gd name="connsiteY91" fmla="*/ 7520744 h 9456078"/>
              <a:gd name="connsiteX92" fmla="*/ 4052865 w 13158797"/>
              <a:gd name="connsiteY92" fmla="*/ 7481582 h 9456078"/>
              <a:gd name="connsiteX93" fmla="*/ 4083478 w 13158797"/>
              <a:gd name="connsiteY93" fmla="*/ 7442077 h 9456078"/>
              <a:gd name="connsiteX94" fmla="*/ 8022311 w 13158797"/>
              <a:gd name="connsiteY94" fmla="*/ 2307814 h 9456078"/>
              <a:gd name="connsiteX95" fmla="*/ 8052902 w 13158797"/>
              <a:gd name="connsiteY95" fmla="*/ 2268285 h 9456078"/>
              <a:gd name="connsiteX96" fmla="*/ 8083796 w 13158797"/>
              <a:gd name="connsiteY96" fmla="*/ 2229056 h 9456078"/>
              <a:gd name="connsiteX97" fmla="*/ 8114989 w 13158797"/>
              <a:gd name="connsiteY97" fmla="*/ 2190127 h 9456078"/>
              <a:gd name="connsiteX98" fmla="*/ 8146479 w 13158797"/>
              <a:gd name="connsiteY98" fmla="*/ 2151500 h 9456078"/>
              <a:gd name="connsiteX99" fmla="*/ 8178264 w 13158797"/>
              <a:gd name="connsiteY99" fmla="*/ 2113176 h 9456078"/>
              <a:gd name="connsiteX100" fmla="*/ 8210341 w 13158797"/>
              <a:gd name="connsiteY100" fmla="*/ 2075157 h 9456078"/>
              <a:gd name="connsiteX101" fmla="*/ 8242709 w 13158797"/>
              <a:gd name="connsiteY101" fmla="*/ 2037442 h 9456078"/>
              <a:gd name="connsiteX102" fmla="*/ 8275365 w 13158797"/>
              <a:gd name="connsiteY102" fmla="*/ 2000034 h 9456078"/>
              <a:gd name="connsiteX103" fmla="*/ 8308307 w 13158797"/>
              <a:gd name="connsiteY103" fmla="*/ 1962934 h 9456078"/>
              <a:gd name="connsiteX104" fmla="*/ 8341532 w 13158797"/>
              <a:gd name="connsiteY104" fmla="*/ 1926142 h 9456078"/>
              <a:gd name="connsiteX105" fmla="*/ 8375038 w 13158797"/>
              <a:gd name="connsiteY105" fmla="*/ 1889660 h 9456078"/>
              <a:gd name="connsiteX106" fmla="*/ 8408823 w 13158797"/>
              <a:gd name="connsiteY106" fmla="*/ 1853489 h 9456078"/>
              <a:gd name="connsiteX107" fmla="*/ 8442885 w 13158797"/>
              <a:gd name="connsiteY107" fmla="*/ 1817630 h 9456078"/>
              <a:gd name="connsiteX108" fmla="*/ 8477221 w 13158797"/>
              <a:gd name="connsiteY108" fmla="*/ 1782084 h 9456078"/>
              <a:gd name="connsiteX109" fmla="*/ 8511829 w 13158797"/>
              <a:gd name="connsiteY109" fmla="*/ 1746853 h 9456078"/>
              <a:gd name="connsiteX110" fmla="*/ 8546706 w 13158797"/>
              <a:gd name="connsiteY110" fmla="*/ 1711937 h 9456078"/>
              <a:gd name="connsiteX111" fmla="*/ 8581851 w 13158797"/>
              <a:gd name="connsiteY111" fmla="*/ 1677337 h 9456078"/>
              <a:gd name="connsiteX112" fmla="*/ 8617261 w 13158797"/>
              <a:gd name="connsiteY112" fmla="*/ 1643056 h 9456078"/>
              <a:gd name="connsiteX113" fmla="*/ 8652934 w 13158797"/>
              <a:gd name="connsiteY113" fmla="*/ 1609093 h 9456078"/>
              <a:gd name="connsiteX114" fmla="*/ 8688867 w 13158797"/>
              <a:gd name="connsiteY114" fmla="*/ 1575450 h 9456078"/>
              <a:gd name="connsiteX115" fmla="*/ 8725058 w 13158797"/>
              <a:gd name="connsiteY115" fmla="*/ 1542128 h 9456078"/>
              <a:gd name="connsiteX116" fmla="*/ 8761506 w 13158797"/>
              <a:gd name="connsiteY116" fmla="*/ 1509129 h 9456078"/>
              <a:gd name="connsiteX117" fmla="*/ 8798207 w 13158797"/>
              <a:gd name="connsiteY117" fmla="*/ 1476452 h 9456078"/>
              <a:gd name="connsiteX118" fmla="*/ 8835159 w 13158797"/>
              <a:gd name="connsiteY118" fmla="*/ 1444101 h 9456078"/>
              <a:gd name="connsiteX119" fmla="*/ 8872360 w 13158797"/>
              <a:gd name="connsiteY119" fmla="*/ 1412075 h 9456078"/>
              <a:gd name="connsiteX120" fmla="*/ 8909808 w 13158797"/>
              <a:gd name="connsiteY120" fmla="*/ 1380375 h 9456078"/>
              <a:gd name="connsiteX121" fmla="*/ 8947501 w 13158797"/>
              <a:gd name="connsiteY121" fmla="*/ 1349004 h 9456078"/>
              <a:gd name="connsiteX122" fmla="*/ 8985435 w 13158797"/>
              <a:gd name="connsiteY122" fmla="*/ 1317962 h 9456078"/>
              <a:gd name="connsiteX123" fmla="*/ 9023610 w 13158797"/>
              <a:gd name="connsiteY123" fmla="*/ 1287250 h 9456078"/>
              <a:gd name="connsiteX124" fmla="*/ 9062022 w 13158797"/>
              <a:gd name="connsiteY124" fmla="*/ 1256869 h 9456078"/>
              <a:gd name="connsiteX125" fmla="*/ 9100669 w 13158797"/>
              <a:gd name="connsiteY125" fmla="*/ 1226820 h 9456078"/>
              <a:gd name="connsiteX126" fmla="*/ 9139549 w 13158797"/>
              <a:gd name="connsiteY126" fmla="*/ 1197105 h 9456078"/>
              <a:gd name="connsiteX127" fmla="*/ 9178660 w 13158797"/>
              <a:gd name="connsiteY127" fmla="*/ 1167725 h 9456078"/>
              <a:gd name="connsiteX128" fmla="*/ 9217999 w 13158797"/>
              <a:gd name="connsiteY128" fmla="*/ 1138681 h 9456078"/>
              <a:gd name="connsiteX129" fmla="*/ 9257564 w 13158797"/>
              <a:gd name="connsiteY129" fmla="*/ 1109974 h 9456078"/>
              <a:gd name="connsiteX130" fmla="*/ 9297353 w 13158797"/>
              <a:gd name="connsiteY130" fmla="*/ 1081604 h 9456078"/>
              <a:gd name="connsiteX131" fmla="*/ 9337364 w 13158797"/>
              <a:gd name="connsiteY131" fmla="*/ 1053574 h 9456078"/>
              <a:gd name="connsiteX132" fmla="*/ 9377594 w 13158797"/>
              <a:gd name="connsiteY132" fmla="*/ 1025884 h 9456078"/>
              <a:gd name="connsiteX133" fmla="*/ 9418040 w 13158797"/>
              <a:gd name="connsiteY133" fmla="*/ 998536 h 9456078"/>
              <a:gd name="connsiteX134" fmla="*/ 9458702 w 13158797"/>
              <a:gd name="connsiteY134" fmla="*/ 971530 h 9456078"/>
              <a:gd name="connsiteX135" fmla="*/ 9499575 w 13158797"/>
              <a:gd name="connsiteY135" fmla="*/ 944868 h 9456078"/>
              <a:gd name="connsiteX136" fmla="*/ 9540659 w 13158797"/>
              <a:gd name="connsiteY136" fmla="*/ 918551 h 9456078"/>
              <a:gd name="connsiteX137" fmla="*/ 9581950 w 13158797"/>
              <a:gd name="connsiteY137" fmla="*/ 892580 h 9456078"/>
              <a:gd name="connsiteX138" fmla="*/ 9623447 w 13158797"/>
              <a:gd name="connsiteY138" fmla="*/ 866956 h 9456078"/>
              <a:gd name="connsiteX139" fmla="*/ 9665147 w 13158797"/>
              <a:gd name="connsiteY139" fmla="*/ 841681 h 9456078"/>
              <a:gd name="connsiteX140" fmla="*/ 9707048 w 13158797"/>
              <a:gd name="connsiteY140" fmla="*/ 816754 h 9456078"/>
              <a:gd name="connsiteX141" fmla="*/ 9749147 w 13158797"/>
              <a:gd name="connsiteY141" fmla="*/ 792179 h 9456078"/>
              <a:gd name="connsiteX142" fmla="*/ 9791443 w 13158797"/>
              <a:gd name="connsiteY142" fmla="*/ 767955 h 9456078"/>
              <a:gd name="connsiteX143" fmla="*/ 9833932 w 13158797"/>
              <a:gd name="connsiteY143" fmla="*/ 744083 h 9456078"/>
              <a:gd name="connsiteX144" fmla="*/ 9876613 w 13158797"/>
              <a:gd name="connsiteY144" fmla="*/ 720566 h 9456078"/>
              <a:gd name="connsiteX145" fmla="*/ 9919484 w 13158797"/>
              <a:gd name="connsiteY145" fmla="*/ 697404 h 9456078"/>
              <a:gd name="connsiteX146" fmla="*/ 9962542 w 13158797"/>
              <a:gd name="connsiteY146" fmla="*/ 674598 h 9456078"/>
              <a:gd name="connsiteX147" fmla="*/ 10005784 w 13158797"/>
              <a:gd name="connsiteY147" fmla="*/ 652149 h 9456078"/>
              <a:gd name="connsiteX148" fmla="*/ 10049209 w 13158797"/>
              <a:gd name="connsiteY148" fmla="*/ 630059 h 9456078"/>
              <a:gd name="connsiteX149" fmla="*/ 10092814 w 13158797"/>
              <a:gd name="connsiteY149" fmla="*/ 608328 h 9456078"/>
              <a:gd name="connsiteX150" fmla="*/ 10136597 w 13158797"/>
              <a:gd name="connsiteY150" fmla="*/ 586958 h 9456078"/>
              <a:gd name="connsiteX151" fmla="*/ 10180556 w 13158797"/>
              <a:gd name="connsiteY151" fmla="*/ 565950 h 9456078"/>
              <a:gd name="connsiteX152" fmla="*/ 10224688 w 13158797"/>
              <a:gd name="connsiteY152" fmla="*/ 545304 h 9456078"/>
              <a:gd name="connsiteX153" fmla="*/ 10268991 w 13158797"/>
              <a:gd name="connsiteY153" fmla="*/ 525023 h 9456078"/>
              <a:gd name="connsiteX154" fmla="*/ 10313463 w 13158797"/>
              <a:gd name="connsiteY154" fmla="*/ 505107 h 9456078"/>
              <a:gd name="connsiteX155" fmla="*/ 10358101 w 13158797"/>
              <a:gd name="connsiteY155" fmla="*/ 485558 h 9456078"/>
              <a:gd name="connsiteX156" fmla="*/ 10402903 w 13158797"/>
              <a:gd name="connsiteY156" fmla="*/ 466376 h 9456078"/>
              <a:gd name="connsiteX157" fmla="*/ 10447868 w 13158797"/>
              <a:gd name="connsiteY157" fmla="*/ 447563 h 9456078"/>
              <a:gd name="connsiteX158" fmla="*/ 10492991 w 13158797"/>
              <a:gd name="connsiteY158" fmla="*/ 429119 h 9456078"/>
              <a:gd name="connsiteX159" fmla="*/ 10538272 w 13158797"/>
              <a:gd name="connsiteY159" fmla="*/ 411046 h 9456078"/>
              <a:gd name="connsiteX160" fmla="*/ 10583708 w 13158797"/>
              <a:gd name="connsiteY160" fmla="*/ 393346 h 9456078"/>
              <a:gd name="connsiteX161" fmla="*/ 10629297 w 13158797"/>
              <a:gd name="connsiteY161" fmla="*/ 376018 h 9456078"/>
              <a:gd name="connsiteX162" fmla="*/ 10675036 w 13158797"/>
              <a:gd name="connsiteY162" fmla="*/ 359065 h 9456078"/>
              <a:gd name="connsiteX163" fmla="*/ 10720923 w 13158797"/>
              <a:gd name="connsiteY163" fmla="*/ 342487 h 9456078"/>
              <a:gd name="connsiteX164" fmla="*/ 10766956 w 13158797"/>
              <a:gd name="connsiteY164" fmla="*/ 326286 h 9456078"/>
              <a:gd name="connsiteX165" fmla="*/ 10813132 w 13158797"/>
              <a:gd name="connsiteY165" fmla="*/ 310462 h 9456078"/>
              <a:gd name="connsiteX166" fmla="*/ 10859450 w 13158797"/>
              <a:gd name="connsiteY166" fmla="*/ 295018 h 9456078"/>
              <a:gd name="connsiteX167" fmla="*/ 10905907 w 13158797"/>
              <a:gd name="connsiteY167" fmla="*/ 279953 h 9456078"/>
              <a:gd name="connsiteX168" fmla="*/ 10952500 w 13158797"/>
              <a:gd name="connsiteY168" fmla="*/ 265269 h 9456078"/>
              <a:gd name="connsiteX169" fmla="*/ 10999227 w 13158797"/>
              <a:gd name="connsiteY169" fmla="*/ 250968 h 9456078"/>
              <a:gd name="connsiteX170" fmla="*/ 11046087 w 13158797"/>
              <a:gd name="connsiteY170" fmla="*/ 237049 h 9456078"/>
              <a:gd name="connsiteX171" fmla="*/ 11093076 w 13158797"/>
              <a:gd name="connsiteY171" fmla="*/ 223516 h 9456078"/>
              <a:gd name="connsiteX172" fmla="*/ 11140193 w 13158797"/>
              <a:gd name="connsiteY172" fmla="*/ 210368 h 9456078"/>
              <a:gd name="connsiteX173" fmla="*/ 11187434 w 13158797"/>
              <a:gd name="connsiteY173" fmla="*/ 197606 h 9456078"/>
              <a:gd name="connsiteX174" fmla="*/ 11234799 w 13158797"/>
              <a:gd name="connsiteY174" fmla="*/ 185233 h 9456078"/>
              <a:gd name="connsiteX175" fmla="*/ 11282284 w 13158797"/>
              <a:gd name="connsiteY175" fmla="*/ 173248 h 9456078"/>
              <a:gd name="connsiteX176" fmla="*/ 11329888 w 13158797"/>
              <a:gd name="connsiteY176" fmla="*/ 161654 h 9456078"/>
              <a:gd name="connsiteX177" fmla="*/ 11377607 w 13158797"/>
              <a:gd name="connsiteY177" fmla="*/ 150451 h 9456078"/>
              <a:gd name="connsiteX178" fmla="*/ 11425440 w 13158797"/>
              <a:gd name="connsiteY178" fmla="*/ 139640 h 9456078"/>
              <a:gd name="connsiteX179" fmla="*/ 11473385 w 13158797"/>
              <a:gd name="connsiteY179" fmla="*/ 129223 h 9456078"/>
              <a:gd name="connsiteX180" fmla="*/ 11521439 w 13158797"/>
              <a:gd name="connsiteY180" fmla="*/ 119201 h 9456078"/>
              <a:gd name="connsiteX181" fmla="*/ 11569599 w 13158797"/>
              <a:gd name="connsiteY181" fmla="*/ 109574 h 9456078"/>
              <a:gd name="connsiteX182" fmla="*/ 11617864 w 13158797"/>
              <a:gd name="connsiteY182" fmla="*/ 100344 h 9456078"/>
              <a:gd name="connsiteX183" fmla="*/ 11666231 w 13158797"/>
              <a:gd name="connsiteY183" fmla="*/ 91512 h 9456078"/>
              <a:gd name="connsiteX184" fmla="*/ 11714698 w 13158797"/>
              <a:gd name="connsiteY184" fmla="*/ 83080 h 9456078"/>
              <a:gd name="connsiteX185" fmla="*/ 11763263 w 13158797"/>
              <a:gd name="connsiteY185" fmla="*/ 75047 h 9456078"/>
              <a:gd name="connsiteX186" fmla="*/ 11811923 w 13158797"/>
              <a:gd name="connsiteY186" fmla="*/ 67417 h 9456078"/>
              <a:gd name="connsiteX187" fmla="*/ 11860676 w 13158797"/>
              <a:gd name="connsiteY187" fmla="*/ 60188 h 9456078"/>
              <a:gd name="connsiteX188" fmla="*/ 11909519 w 13158797"/>
              <a:gd name="connsiteY188" fmla="*/ 53364 h 9456078"/>
              <a:gd name="connsiteX189" fmla="*/ 11958451 w 13158797"/>
              <a:gd name="connsiteY189" fmla="*/ 46944 h 9456078"/>
              <a:gd name="connsiteX190" fmla="*/ 12007470 w 13158797"/>
              <a:gd name="connsiteY190" fmla="*/ 40931 h 9456078"/>
              <a:gd name="connsiteX191" fmla="*/ 12056572 w 13158797"/>
              <a:gd name="connsiteY191" fmla="*/ 35324 h 9456078"/>
              <a:gd name="connsiteX192" fmla="*/ 12105756 w 13158797"/>
              <a:gd name="connsiteY192" fmla="*/ 30126 h 9456078"/>
              <a:gd name="connsiteX193" fmla="*/ 12155019 w 13158797"/>
              <a:gd name="connsiteY193" fmla="*/ 25337 h 9456078"/>
              <a:gd name="connsiteX194" fmla="*/ 12204359 w 13158797"/>
              <a:gd name="connsiteY194" fmla="*/ 20958 h 9456078"/>
              <a:gd name="connsiteX195" fmla="*/ 12253773 w 13158797"/>
              <a:gd name="connsiteY195" fmla="*/ 16991 h 9456078"/>
              <a:gd name="connsiteX196" fmla="*/ 12303260 w 13158797"/>
              <a:gd name="connsiteY196" fmla="*/ 13437 h 9456078"/>
              <a:gd name="connsiteX197" fmla="*/ 12352818 w 13158797"/>
              <a:gd name="connsiteY197" fmla="*/ 10297 h 9456078"/>
              <a:gd name="connsiteX198" fmla="*/ 12402443 w 13158797"/>
              <a:gd name="connsiteY198" fmla="*/ 7572 h 9456078"/>
              <a:gd name="connsiteX199" fmla="*/ 12452133 w 13158797"/>
              <a:gd name="connsiteY199" fmla="*/ 5263 h 9456078"/>
              <a:gd name="connsiteX200" fmla="*/ 12501887 w 13158797"/>
              <a:gd name="connsiteY200" fmla="*/ 3371 h 9456078"/>
              <a:gd name="connsiteX201" fmla="*/ 12551701 w 13158797"/>
              <a:gd name="connsiteY201" fmla="*/ 1898 h 9456078"/>
              <a:gd name="connsiteX202" fmla="*/ 12601574 w 13158797"/>
              <a:gd name="connsiteY202" fmla="*/ 844 h 9456078"/>
              <a:gd name="connsiteX203" fmla="*/ 12651504 w 13158797"/>
              <a:gd name="connsiteY203" fmla="*/ 211 h 9456078"/>
              <a:gd name="connsiteX204" fmla="*/ 12701487 w 13158797"/>
              <a:gd name="connsiteY204" fmla="*/ 0 h 9456078"/>
              <a:gd name="connsiteX205" fmla="*/ 13158798 w 13158797"/>
              <a:gd name="connsiteY205" fmla="*/ 0 h 94560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</a:cxnLst>
            <a:rect l="l" t="t" r="r" b="b"/>
            <a:pathLst>
              <a:path w="13158797" h="9456078">
                <a:moveTo>
                  <a:pt x="0" y="9456078"/>
                </a:moveTo>
                <a:lnTo>
                  <a:pt x="49977" y="9455836"/>
                </a:lnTo>
                <a:lnTo>
                  <a:pt x="99893" y="9455111"/>
                </a:lnTo>
                <a:lnTo>
                  <a:pt x="149742" y="9453904"/>
                </a:lnTo>
                <a:lnTo>
                  <a:pt x="199524" y="9452217"/>
                </a:lnTo>
                <a:lnTo>
                  <a:pt x="298870" y="9447409"/>
                </a:lnTo>
                <a:lnTo>
                  <a:pt x="348429" y="9444290"/>
                </a:lnTo>
                <a:lnTo>
                  <a:pt x="397907" y="9440698"/>
                </a:lnTo>
                <a:lnTo>
                  <a:pt x="447302" y="9436632"/>
                </a:lnTo>
                <a:lnTo>
                  <a:pt x="496610" y="9432096"/>
                </a:lnTo>
                <a:lnTo>
                  <a:pt x="545829" y="9427089"/>
                </a:lnTo>
                <a:lnTo>
                  <a:pt x="594956" y="9421615"/>
                </a:lnTo>
                <a:lnTo>
                  <a:pt x="643987" y="9415673"/>
                </a:lnTo>
                <a:lnTo>
                  <a:pt x="692920" y="9409267"/>
                </a:lnTo>
                <a:lnTo>
                  <a:pt x="741751" y="9402396"/>
                </a:lnTo>
                <a:lnTo>
                  <a:pt x="790478" y="9395063"/>
                </a:lnTo>
                <a:lnTo>
                  <a:pt x="839098" y="9387270"/>
                </a:lnTo>
                <a:lnTo>
                  <a:pt x="887607" y="9379017"/>
                </a:lnTo>
                <a:lnTo>
                  <a:pt x="936002" y="9370306"/>
                </a:lnTo>
                <a:lnTo>
                  <a:pt x="984281" y="9361139"/>
                </a:lnTo>
                <a:lnTo>
                  <a:pt x="1032440" y="9351517"/>
                </a:lnTo>
                <a:lnTo>
                  <a:pt x="1080477" y="9341441"/>
                </a:lnTo>
                <a:lnTo>
                  <a:pt x="1176172" y="9319936"/>
                </a:lnTo>
                <a:lnTo>
                  <a:pt x="1223823" y="9308509"/>
                </a:lnTo>
                <a:lnTo>
                  <a:pt x="1271339" y="9296635"/>
                </a:lnTo>
                <a:lnTo>
                  <a:pt x="1318719" y="9284315"/>
                </a:lnTo>
                <a:lnTo>
                  <a:pt x="1365957" y="9271550"/>
                </a:lnTo>
                <a:lnTo>
                  <a:pt x="1413052" y="9258342"/>
                </a:lnTo>
                <a:lnTo>
                  <a:pt x="1460000" y="9244693"/>
                </a:lnTo>
                <a:lnTo>
                  <a:pt x="1506799" y="9230604"/>
                </a:lnTo>
                <a:lnTo>
                  <a:pt x="1553445" y="9216076"/>
                </a:lnTo>
                <a:lnTo>
                  <a:pt x="1599935" y="9201111"/>
                </a:lnTo>
                <a:lnTo>
                  <a:pt x="1646267" y="9185710"/>
                </a:lnTo>
                <a:lnTo>
                  <a:pt x="1692437" y="9169876"/>
                </a:lnTo>
                <a:lnTo>
                  <a:pt x="1738442" y="9153608"/>
                </a:lnTo>
                <a:lnTo>
                  <a:pt x="1784280" y="9136910"/>
                </a:lnTo>
                <a:lnTo>
                  <a:pt x="1829947" y="9119782"/>
                </a:lnTo>
                <a:lnTo>
                  <a:pt x="1875440" y="9102226"/>
                </a:lnTo>
                <a:lnTo>
                  <a:pt x="1920756" y="9084243"/>
                </a:lnTo>
                <a:lnTo>
                  <a:pt x="1965893" y="9065835"/>
                </a:lnTo>
                <a:lnTo>
                  <a:pt x="2055615" y="9027750"/>
                </a:lnTo>
                <a:lnTo>
                  <a:pt x="2100195" y="9008075"/>
                </a:lnTo>
                <a:lnTo>
                  <a:pt x="2144582" y="8987981"/>
                </a:lnTo>
                <a:lnTo>
                  <a:pt x="2188775" y="8967470"/>
                </a:lnTo>
                <a:lnTo>
                  <a:pt x="2232770" y="8946542"/>
                </a:lnTo>
                <a:lnTo>
                  <a:pt x="2276564" y="8925199"/>
                </a:lnTo>
                <a:lnTo>
                  <a:pt x="2320154" y="8903443"/>
                </a:lnTo>
                <a:lnTo>
                  <a:pt x="2363538" y="8881275"/>
                </a:lnTo>
                <a:lnTo>
                  <a:pt x="2406711" y="8858697"/>
                </a:lnTo>
                <a:lnTo>
                  <a:pt x="2449672" y="8835710"/>
                </a:lnTo>
                <a:lnTo>
                  <a:pt x="2492417" y="8812316"/>
                </a:lnTo>
                <a:lnTo>
                  <a:pt x="2534943" y="8788516"/>
                </a:lnTo>
                <a:lnTo>
                  <a:pt x="2577247" y="8764311"/>
                </a:lnTo>
                <a:lnTo>
                  <a:pt x="2619326" y="8739704"/>
                </a:lnTo>
                <a:lnTo>
                  <a:pt x="2661177" y="8714695"/>
                </a:lnTo>
                <a:lnTo>
                  <a:pt x="2702797" y="8689286"/>
                </a:lnTo>
                <a:lnTo>
                  <a:pt x="2744183" y="8663479"/>
                </a:lnTo>
                <a:lnTo>
                  <a:pt x="2785333" y="8637274"/>
                </a:lnTo>
                <a:lnTo>
                  <a:pt x="2826242" y="8610675"/>
                </a:lnTo>
                <a:lnTo>
                  <a:pt x="2866908" y="8583681"/>
                </a:lnTo>
                <a:lnTo>
                  <a:pt x="2907329" y="8556295"/>
                </a:lnTo>
                <a:lnTo>
                  <a:pt x="2947500" y="8528517"/>
                </a:lnTo>
                <a:lnTo>
                  <a:pt x="2987419" y="8500351"/>
                </a:lnTo>
                <a:lnTo>
                  <a:pt x="3027083" y="8471796"/>
                </a:lnTo>
                <a:lnTo>
                  <a:pt x="3066489" y="8442854"/>
                </a:lnTo>
                <a:lnTo>
                  <a:pt x="3105634" y="8413528"/>
                </a:lnTo>
                <a:lnTo>
                  <a:pt x="3144515" y="8383818"/>
                </a:lnTo>
                <a:lnTo>
                  <a:pt x="3183129" y="8353726"/>
                </a:lnTo>
                <a:lnTo>
                  <a:pt x="3221473" y="8323253"/>
                </a:lnTo>
                <a:lnTo>
                  <a:pt x="3259544" y="8292401"/>
                </a:lnTo>
                <a:lnTo>
                  <a:pt x="3297339" y="8261172"/>
                </a:lnTo>
                <a:lnTo>
                  <a:pt x="3334854" y="8229566"/>
                </a:lnTo>
                <a:lnTo>
                  <a:pt x="3372087" y="8197585"/>
                </a:lnTo>
                <a:lnTo>
                  <a:pt x="3409035" y="8165232"/>
                </a:lnTo>
                <a:lnTo>
                  <a:pt x="3445695" y="8132507"/>
                </a:lnTo>
                <a:lnTo>
                  <a:pt x="3482064" y="8099411"/>
                </a:lnTo>
                <a:lnTo>
                  <a:pt x="3518139" y="8065947"/>
                </a:lnTo>
                <a:lnTo>
                  <a:pt x="3553916" y="8032115"/>
                </a:lnTo>
                <a:lnTo>
                  <a:pt x="3589393" y="7997918"/>
                </a:lnTo>
                <a:lnTo>
                  <a:pt x="3624567" y="7963356"/>
                </a:lnTo>
                <a:lnTo>
                  <a:pt x="3659435" y="7928432"/>
                </a:lnTo>
                <a:lnTo>
                  <a:pt x="3693994" y="7893146"/>
                </a:lnTo>
                <a:lnTo>
                  <a:pt x="3728240" y="7857501"/>
                </a:lnTo>
                <a:lnTo>
                  <a:pt x="3762171" y="7821497"/>
                </a:lnTo>
                <a:lnTo>
                  <a:pt x="3795783" y="7785136"/>
                </a:lnTo>
                <a:lnTo>
                  <a:pt x="3829075" y="7748420"/>
                </a:lnTo>
                <a:lnTo>
                  <a:pt x="3862042" y="7711350"/>
                </a:lnTo>
                <a:lnTo>
                  <a:pt x="3894682" y="7673928"/>
                </a:lnTo>
                <a:lnTo>
                  <a:pt x="3926991" y="7636155"/>
                </a:lnTo>
                <a:lnTo>
                  <a:pt x="3958967" y="7598032"/>
                </a:lnTo>
                <a:lnTo>
                  <a:pt x="3990607" y="7559561"/>
                </a:lnTo>
                <a:lnTo>
                  <a:pt x="4021907" y="7520744"/>
                </a:lnTo>
                <a:lnTo>
                  <a:pt x="4052865" y="7481582"/>
                </a:lnTo>
                <a:lnTo>
                  <a:pt x="4083478" y="7442077"/>
                </a:lnTo>
                <a:lnTo>
                  <a:pt x="8022311" y="2307814"/>
                </a:lnTo>
                <a:lnTo>
                  <a:pt x="8052902" y="2268285"/>
                </a:lnTo>
                <a:lnTo>
                  <a:pt x="8083796" y="2229056"/>
                </a:lnTo>
                <a:lnTo>
                  <a:pt x="8114989" y="2190127"/>
                </a:lnTo>
                <a:lnTo>
                  <a:pt x="8146479" y="2151500"/>
                </a:lnTo>
                <a:lnTo>
                  <a:pt x="8178264" y="2113176"/>
                </a:lnTo>
                <a:lnTo>
                  <a:pt x="8210341" y="2075157"/>
                </a:lnTo>
                <a:lnTo>
                  <a:pt x="8242709" y="2037442"/>
                </a:lnTo>
                <a:lnTo>
                  <a:pt x="8275365" y="2000034"/>
                </a:lnTo>
                <a:lnTo>
                  <a:pt x="8308307" y="1962934"/>
                </a:lnTo>
                <a:lnTo>
                  <a:pt x="8341532" y="1926142"/>
                </a:lnTo>
                <a:lnTo>
                  <a:pt x="8375038" y="1889660"/>
                </a:lnTo>
                <a:lnTo>
                  <a:pt x="8408823" y="1853489"/>
                </a:lnTo>
                <a:lnTo>
                  <a:pt x="8442885" y="1817630"/>
                </a:lnTo>
                <a:lnTo>
                  <a:pt x="8477221" y="1782084"/>
                </a:lnTo>
                <a:lnTo>
                  <a:pt x="8511829" y="1746853"/>
                </a:lnTo>
                <a:lnTo>
                  <a:pt x="8546706" y="1711937"/>
                </a:lnTo>
                <a:lnTo>
                  <a:pt x="8581851" y="1677337"/>
                </a:lnTo>
                <a:lnTo>
                  <a:pt x="8617261" y="1643056"/>
                </a:lnTo>
                <a:lnTo>
                  <a:pt x="8652934" y="1609093"/>
                </a:lnTo>
                <a:lnTo>
                  <a:pt x="8688867" y="1575450"/>
                </a:lnTo>
                <a:lnTo>
                  <a:pt x="8725058" y="1542128"/>
                </a:lnTo>
                <a:lnTo>
                  <a:pt x="8761506" y="1509129"/>
                </a:lnTo>
                <a:lnTo>
                  <a:pt x="8798207" y="1476452"/>
                </a:lnTo>
                <a:lnTo>
                  <a:pt x="8835159" y="1444101"/>
                </a:lnTo>
                <a:lnTo>
                  <a:pt x="8872360" y="1412075"/>
                </a:lnTo>
                <a:lnTo>
                  <a:pt x="8909808" y="1380375"/>
                </a:lnTo>
                <a:lnTo>
                  <a:pt x="8947501" y="1349004"/>
                </a:lnTo>
                <a:lnTo>
                  <a:pt x="8985435" y="1317962"/>
                </a:lnTo>
                <a:lnTo>
                  <a:pt x="9023610" y="1287250"/>
                </a:lnTo>
                <a:lnTo>
                  <a:pt x="9062022" y="1256869"/>
                </a:lnTo>
                <a:lnTo>
                  <a:pt x="9100669" y="1226820"/>
                </a:lnTo>
                <a:lnTo>
                  <a:pt x="9139549" y="1197105"/>
                </a:lnTo>
                <a:lnTo>
                  <a:pt x="9178660" y="1167725"/>
                </a:lnTo>
                <a:lnTo>
                  <a:pt x="9217999" y="1138681"/>
                </a:lnTo>
                <a:lnTo>
                  <a:pt x="9257564" y="1109974"/>
                </a:lnTo>
                <a:lnTo>
                  <a:pt x="9297353" y="1081604"/>
                </a:lnTo>
                <a:lnTo>
                  <a:pt x="9337364" y="1053574"/>
                </a:lnTo>
                <a:lnTo>
                  <a:pt x="9377594" y="1025884"/>
                </a:lnTo>
                <a:lnTo>
                  <a:pt x="9418040" y="998536"/>
                </a:lnTo>
                <a:lnTo>
                  <a:pt x="9458702" y="971530"/>
                </a:lnTo>
                <a:lnTo>
                  <a:pt x="9499575" y="944868"/>
                </a:lnTo>
                <a:lnTo>
                  <a:pt x="9540659" y="918551"/>
                </a:lnTo>
                <a:lnTo>
                  <a:pt x="9581950" y="892580"/>
                </a:lnTo>
                <a:lnTo>
                  <a:pt x="9623447" y="866956"/>
                </a:lnTo>
                <a:lnTo>
                  <a:pt x="9665147" y="841681"/>
                </a:lnTo>
                <a:lnTo>
                  <a:pt x="9707048" y="816754"/>
                </a:lnTo>
                <a:lnTo>
                  <a:pt x="9749147" y="792179"/>
                </a:lnTo>
                <a:lnTo>
                  <a:pt x="9791443" y="767955"/>
                </a:lnTo>
                <a:lnTo>
                  <a:pt x="9833932" y="744083"/>
                </a:lnTo>
                <a:lnTo>
                  <a:pt x="9876613" y="720566"/>
                </a:lnTo>
                <a:lnTo>
                  <a:pt x="9919484" y="697404"/>
                </a:lnTo>
                <a:lnTo>
                  <a:pt x="9962542" y="674598"/>
                </a:lnTo>
                <a:lnTo>
                  <a:pt x="10005784" y="652149"/>
                </a:lnTo>
                <a:lnTo>
                  <a:pt x="10049209" y="630059"/>
                </a:lnTo>
                <a:lnTo>
                  <a:pt x="10092814" y="608328"/>
                </a:lnTo>
                <a:lnTo>
                  <a:pt x="10136597" y="586958"/>
                </a:lnTo>
                <a:lnTo>
                  <a:pt x="10180556" y="565950"/>
                </a:lnTo>
                <a:lnTo>
                  <a:pt x="10224688" y="545304"/>
                </a:lnTo>
                <a:lnTo>
                  <a:pt x="10268991" y="525023"/>
                </a:lnTo>
                <a:lnTo>
                  <a:pt x="10313463" y="505107"/>
                </a:lnTo>
                <a:lnTo>
                  <a:pt x="10358101" y="485558"/>
                </a:lnTo>
                <a:lnTo>
                  <a:pt x="10402903" y="466376"/>
                </a:lnTo>
                <a:lnTo>
                  <a:pt x="10447868" y="447563"/>
                </a:lnTo>
                <a:lnTo>
                  <a:pt x="10492991" y="429119"/>
                </a:lnTo>
                <a:lnTo>
                  <a:pt x="10538272" y="411046"/>
                </a:lnTo>
                <a:lnTo>
                  <a:pt x="10583708" y="393346"/>
                </a:lnTo>
                <a:lnTo>
                  <a:pt x="10629297" y="376018"/>
                </a:lnTo>
                <a:lnTo>
                  <a:pt x="10675036" y="359065"/>
                </a:lnTo>
                <a:lnTo>
                  <a:pt x="10720923" y="342487"/>
                </a:lnTo>
                <a:lnTo>
                  <a:pt x="10766956" y="326286"/>
                </a:lnTo>
                <a:lnTo>
                  <a:pt x="10813132" y="310462"/>
                </a:lnTo>
                <a:lnTo>
                  <a:pt x="10859450" y="295018"/>
                </a:lnTo>
                <a:lnTo>
                  <a:pt x="10905907" y="279953"/>
                </a:lnTo>
                <a:lnTo>
                  <a:pt x="10952500" y="265269"/>
                </a:lnTo>
                <a:lnTo>
                  <a:pt x="10999227" y="250968"/>
                </a:lnTo>
                <a:lnTo>
                  <a:pt x="11046087" y="237049"/>
                </a:lnTo>
                <a:lnTo>
                  <a:pt x="11093076" y="223516"/>
                </a:lnTo>
                <a:lnTo>
                  <a:pt x="11140193" y="210368"/>
                </a:lnTo>
                <a:lnTo>
                  <a:pt x="11187434" y="197606"/>
                </a:lnTo>
                <a:lnTo>
                  <a:pt x="11234799" y="185233"/>
                </a:lnTo>
                <a:lnTo>
                  <a:pt x="11282284" y="173248"/>
                </a:lnTo>
                <a:lnTo>
                  <a:pt x="11329888" y="161654"/>
                </a:lnTo>
                <a:lnTo>
                  <a:pt x="11377607" y="150451"/>
                </a:lnTo>
                <a:lnTo>
                  <a:pt x="11425440" y="139640"/>
                </a:lnTo>
                <a:lnTo>
                  <a:pt x="11473385" y="129223"/>
                </a:lnTo>
                <a:lnTo>
                  <a:pt x="11521439" y="119201"/>
                </a:lnTo>
                <a:lnTo>
                  <a:pt x="11569599" y="109574"/>
                </a:lnTo>
                <a:lnTo>
                  <a:pt x="11617864" y="100344"/>
                </a:lnTo>
                <a:lnTo>
                  <a:pt x="11666231" y="91512"/>
                </a:lnTo>
                <a:lnTo>
                  <a:pt x="11714698" y="83080"/>
                </a:lnTo>
                <a:lnTo>
                  <a:pt x="11763263" y="75047"/>
                </a:lnTo>
                <a:lnTo>
                  <a:pt x="11811923" y="67417"/>
                </a:lnTo>
                <a:lnTo>
                  <a:pt x="11860676" y="60188"/>
                </a:lnTo>
                <a:lnTo>
                  <a:pt x="11909519" y="53364"/>
                </a:lnTo>
                <a:lnTo>
                  <a:pt x="11958451" y="46944"/>
                </a:lnTo>
                <a:lnTo>
                  <a:pt x="12007470" y="40931"/>
                </a:lnTo>
                <a:lnTo>
                  <a:pt x="12056572" y="35324"/>
                </a:lnTo>
                <a:lnTo>
                  <a:pt x="12105756" y="30126"/>
                </a:lnTo>
                <a:lnTo>
                  <a:pt x="12155019" y="25337"/>
                </a:lnTo>
                <a:lnTo>
                  <a:pt x="12204359" y="20958"/>
                </a:lnTo>
                <a:lnTo>
                  <a:pt x="12253773" y="16991"/>
                </a:lnTo>
                <a:lnTo>
                  <a:pt x="12303260" y="13437"/>
                </a:lnTo>
                <a:lnTo>
                  <a:pt x="12352818" y="10297"/>
                </a:lnTo>
                <a:lnTo>
                  <a:pt x="12402443" y="7572"/>
                </a:lnTo>
                <a:lnTo>
                  <a:pt x="12452133" y="5263"/>
                </a:lnTo>
                <a:lnTo>
                  <a:pt x="12501887" y="3371"/>
                </a:lnTo>
                <a:lnTo>
                  <a:pt x="12551701" y="1898"/>
                </a:lnTo>
                <a:lnTo>
                  <a:pt x="12601574" y="844"/>
                </a:lnTo>
                <a:lnTo>
                  <a:pt x="12651504" y="211"/>
                </a:lnTo>
                <a:lnTo>
                  <a:pt x="12701487" y="0"/>
                </a:lnTo>
                <a:lnTo>
                  <a:pt x="13158798" y="0"/>
                </a:lnTo>
              </a:path>
            </a:pathLst>
          </a:custGeom>
          <a:ln w="19050">
            <a:gradFill>
              <a:gsLst>
                <a:gs pos="15000">
                  <a:schemeClr val="tx2"/>
                </a:gs>
                <a:gs pos="0">
                  <a:schemeClr val="bg1">
                    <a:alpha val="0"/>
                  </a:schemeClr>
                </a:gs>
              </a:gsLst>
              <a:lin ang="5400000" scaled="0"/>
            </a:gradFill>
          </a:ln>
        </p:spPr>
        <p:txBody>
          <a:bodyPr wrap="square" lIns="0" tIns="0" rIns="0" bIns="0" rtlCol="0"/>
          <a:lstStyle/>
          <a:p>
            <a:pPr marL="0" marR="0" lvl="0" indent="0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1F00413E-B619-B34F-57AB-0D37CAFD8EF8}"/>
              </a:ext>
            </a:extLst>
          </p:cNvPr>
          <p:cNvCxnSpPr>
            <a:cxnSpLocks/>
          </p:cNvCxnSpPr>
          <p:nvPr/>
        </p:nvCxnSpPr>
        <p:spPr>
          <a:xfrm flipH="1">
            <a:off x="334962" y="6678798"/>
            <a:ext cx="10980001" cy="0"/>
          </a:xfrm>
          <a:prstGeom prst="line">
            <a:avLst/>
          </a:prstGeom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08515708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465">
          <p15:clr>
            <a:srgbClr val="FBAE40"/>
          </p15:clr>
        </p15:guide>
        <p15:guide id="2" pos="128">
          <p15:clr>
            <a:srgbClr val="FBAE40"/>
          </p15:clr>
        </p15:guide>
        <p15:guide id="3" orient="horz" pos="2424">
          <p15:clr>
            <a:srgbClr val="FBAE40"/>
          </p15:clr>
        </p15:guide>
        <p15:guide id="4" pos="4530">
          <p15:clr>
            <a:srgbClr val="FBAE40"/>
          </p15:clr>
        </p15:guide>
        <p15:guide id="5" orient="horz" pos="141">
          <p15:clr>
            <a:srgbClr val="FBAE40"/>
          </p15:clr>
        </p15:guide>
        <p15:guide id="6" orient="horz" pos="306">
          <p15:clr>
            <a:srgbClr val="FBAE40"/>
          </p15:clr>
        </p15:guide>
        <p15:guide id="7" orient="horz" pos="485">
          <p15:clr>
            <a:srgbClr val="FBAE40"/>
          </p15:clr>
        </p15:guide>
      </p15:sldGuideLst>
    </p:ext>
  </p:extLst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Índice | Padrão - Escuro">
    <p:bg>
      <p:bgPr>
        <a:gradFill>
          <a:gsLst>
            <a:gs pos="67000">
              <a:schemeClr val="tx1"/>
            </a:gs>
            <a:gs pos="100000">
              <a:schemeClr val="tx1"/>
            </a:gs>
            <a:gs pos="0">
              <a:srgbClr val="161B21"/>
            </a:gs>
          </a:gsLst>
          <a:lin ang="84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Espaço Reservado para Número de Slide 5">
            <a:extLst>
              <a:ext uri="{FF2B5EF4-FFF2-40B4-BE49-F238E27FC236}">
                <a16:creationId xmlns:a16="http://schemas.microsoft.com/office/drawing/2014/main" id="{1C9AF77E-9895-4AC7-A1DF-EE12ACB0EE6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pPr marL="20023">
              <a:lnSpc>
                <a:spcPct val="100000"/>
              </a:lnSpc>
              <a:spcBef>
                <a:spcPts val="45"/>
              </a:spcBef>
            </a:pPr>
            <a:fld id="{81D60167-4931-47E6-BA6A-407CBD079E47}" type="slidenum">
              <a:rPr lang="pt-BR" spc="-15" smtClean="0"/>
              <a:pPr marL="20023">
                <a:lnSpc>
                  <a:spcPct val="100000"/>
                </a:lnSpc>
                <a:spcBef>
                  <a:spcPts val="45"/>
                </a:spcBef>
              </a:pPr>
              <a:t>‹#›</a:t>
            </a:fld>
            <a:endParaRPr lang="pt-BR" spc="-15"/>
          </a:p>
        </p:txBody>
      </p:sp>
      <p:sp>
        <p:nvSpPr>
          <p:cNvPr id="12" name="Text Placeholder 3">
            <a:extLst>
              <a:ext uri="{FF2B5EF4-FFF2-40B4-BE49-F238E27FC236}">
                <a16:creationId xmlns:a16="http://schemas.microsoft.com/office/drawing/2014/main" id="{050BAD04-1FFE-3E42-A1B1-BDD8FE7DA82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Índice</a:t>
            </a:r>
            <a:r>
              <a:rPr lang="en-US"/>
              <a:t> - </a:t>
            </a:r>
            <a:r>
              <a:rPr lang="en-US" err="1"/>
              <a:t>Padrão</a:t>
            </a:r>
            <a:endParaRPr lang="en-US"/>
          </a:p>
        </p:txBody>
      </p:sp>
      <p:sp>
        <p:nvSpPr>
          <p:cNvPr id="14" name="Text Placeholder 10">
            <a:extLst>
              <a:ext uri="{FF2B5EF4-FFF2-40B4-BE49-F238E27FC236}">
                <a16:creationId xmlns:a16="http://schemas.microsoft.com/office/drawing/2014/main" id="{27D03C84-7D32-1C70-A8E9-63EA0F348C1F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defRPr sz="900" baseline="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2" name="Text Placeholder 8">
            <a:extLst>
              <a:ext uri="{FF2B5EF4-FFF2-40B4-BE49-F238E27FC236}">
                <a16:creationId xmlns:a16="http://schemas.microsoft.com/office/drawing/2014/main" id="{9D8C61F7-2206-D64F-31E1-979FA329DE03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334964" y="1268415"/>
            <a:ext cx="11522075" cy="5076824"/>
          </a:xfrm>
          <a:prstGeom prst="rect">
            <a:avLst/>
          </a:prstGeom>
        </p:spPr>
        <p:txBody>
          <a:bodyPr wrap="square" lIns="0" tIns="0" rIns="0" bIns="0" numCol="2">
            <a:noAutofit/>
          </a:bodyPr>
          <a:lstStyle>
            <a:lvl1pPr marL="35998" indent="0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endParaRPr lang="en-US"/>
          </a:p>
          <a:p>
            <a:pPr lvl="0"/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endParaRPr lang="en-US"/>
          </a:p>
          <a:p>
            <a:pPr lvl="0"/>
            <a:endParaRPr lang="en-US"/>
          </a:p>
        </p:txBody>
      </p:sp>
      <p:sp>
        <p:nvSpPr>
          <p:cNvPr id="4" name="Picture 8">
            <a:extLst>
              <a:ext uri="{FF2B5EF4-FFF2-40B4-BE49-F238E27FC236}">
                <a16:creationId xmlns:a16="http://schemas.microsoft.com/office/drawing/2014/main" id="{783D2061-084A-94F3-C296-418296966C6B}"/>
              </a:ext>
            </a:extLst>
          </p:cNvPr>
          <p:cNvSpPr/>
          <p:nvPr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/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F065698B-521D-DD6F-BD6E-C11EA0C73942}"/>
              </a:ext>
            </a:extLst>
          </p:cNvPr>
          <p:cNvCxnSpPr>
            <a:cxnSpLocks/>
          </p:cNvCxnSpPr>
          <p:nvPr/>
        </p:nvCxnSpPr>
        <p:spPr>
          <a:xfrm>
            <a:off x="1" y="169333"/>
            <a:ext cx="12229571" cy="0"/>
          </a:xfrm>
          <a:prstGeom prst="line">
            <a:avLst/>
          </a:prstGeom>
          <a:ln w="1905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object 4">
            <a:extLst>
              <a:ext uri="{FF2B5EF4-FFF2-40B4-BE49-F238E27FC236}">
                <a16:creationId xmlns:a16="http://schemas.microsoft.com/office/drawing/2014/main" id="{4FA54AF8-53F1-9EE0-3CB8-1F854D32CA0E}"/>
              </a:ext>
            </a:extLst>
          </p:cNvPr>
          <p:cNvSpPr/>
          <p:nvPr/>
        </p:nvSpPr>
        <p:spPr>
          <a:xfrm rot="10247908" flipH="1">
            <a:off x="4106509" y="-4146683"/>
            <a:ext cx="8001039" cy="5749648"/>
          </a:xfrm>
          <a:custGeom>
            <a:avLst/>
            <a:gdLst>
              <a:gd name="connsiteX0" fmla="*/ 0 w 13940157"/>
              <a:gd name="connsiteY0" fmla="*/ 9200719 h 9456078"/>
              <a:gd name="connsiteX1" fmla="*/ 781360 w 13940157"/>
              <a:gd name="connsiteY1" fmla="*/ 9456078 h 9456078"/>
              <a:gd name="connsiteX2" fmla="*/ 831337 w 13940157"/>
              <a:gd name="connsiteY2" fmla="*/ 9455836 h 9456078"/>
              <a:gd name="connsiteX3" fmla="*/ 881253 w 13940157"/>
              <a:gd name="connsiteY3" fmla="*/ 9455111 h 9456078"/>
              <a:gd name="connsiteX4" fmla="*/ 931102 w 13940157"/>
              <a:gd name="connsiteY4" fmla="*/ 9453904 h 9456078"/>
              <a:gd name="connsiteX5" fmla="*/ 980884 w 13940157"/>
              <a:gd name="connsiteY5" fmla="*/ 9452217 h 9456078"/>
              <a:gd name="connsiteX6" fmla="*/ 1030594 w 13940157"/>
              <a:gd name="connsiteY6" fmla="*/ 9450052 h 9456078"/>
              <a:gd name="connsiteX7" fmla="*/ 1080230 w 13940157"/>
              <a:gd name="connsiteY7" fmla="*/ 9447409 h 9456078"/>
              <a:gd name="connsiteX8" fmla="*/ 1129789 w 13940157"/>
              <a:gd name="connsiteY8" fmla="*/ 9444290 h 9456078"/>
              <a:gd name="connsiteX9" fmla="*/ 1179267 w 13940157"/>
              <a:gd name="connsiteY9" fmla="*/ 9440698 h 9456078"/>
              <a:gd name="connsiteX10" fmla="*/ 1228662 w 13940157"/>
              <a:gd name="connsiteY10" fmla="*/ 9436632 h 9456078"/>
              <a:gd name="connsiteX11" fmla="*/ 1277970 w 13940157"/>
              <a:gd name="connsiteY11" fmla="*/ 9432096 h 9456078"/>
              <a:gd name="connsiteX12" fmla="*/ 1327189 w 13940157"/>
              <a:gd name="connsiteY12" fmla="*/ 9427089 h 9456078"/>
              <a:gd name="connsiteX13" fmla="*/ 1376316 w 13940157"/>
              <a:gd name="connsiteY13" fmla="*/ 9421615 h 9456078"/>
              <a:gd name="connsiteX14" fmla="*/ 1425347 w 13940157"/>
              <a:gd name="connsiteY14" fmla="*/ 9415673 h 9456078"/>
              <a:gd name="connsiteX15" fmla="*/ 1474280 w 13940157"/>
              <a:gd name="connsiteY15" fmla="*/ 9409267 h 9456078"/>
              <a:gd name="connsiteX16" fmla="*/ 1523111 w 13940157"/>
              <a:gd name="connsiteY16" fmla="*/ 9402396 h 9456078"/>
              <a:gd name="connsiteX17" fmla="*/ 1571838 w 13940157"/>
              <a:gd name="connsiteY17" fmla="*/ 9395063 h 9456078"/>
              <a:gd name="connsiteX18" fmla="*/ 1620458 w 13940157"/>
              <a:gd name="connsiteY18" fmla="*/ 9387270 h 9456078"/>
              <a:gd name="connsiteX19" fmla="*/ 1668967 w 13940157"/>
              <a:gd name="connsiteY19" fmla="*/ 9379017 h 9456078"/>
              <a:gd name="connsiteX20" fmla="*/ 1717362 w 13940157"/>
              <a:gd name="connsiteY20" fmla="*/ 9370306 h 9456078"/>
              <a:gd name="connsiteX21" fmla="*/ 1765641 w 13940157"/>
              <a:gd name="connsiteY21" fmla="*/ 9361139 h 9456078"/>
              <a:gd name="connsiteX22" fmla="*/ 1813800 w 13940157"/>
              <a:gd name="connsiteY22" fmla="*/ 9351517 h 9456078"/>
              <a:gd name="connsiteX23" fmla="*/ 1861837 w 13940157"/>
              <a:gd name="connsiteY23" fmla="*/ 9341441 h 9456078"/>
              <a:gd name="connsiteX24" fmla="*/ 1909749 w 13940157"/>
              <a:gd name="connsiteY24" fmla="*/ 9330914 h 9456078"/>
              <a:gd name="connsiteX25" fmla="*/ 1957532 w 13940157"/>
              <a:gd name="connsiteY25" fmla="*/ 9319936 h 9456078"/>
              <a:gd name="connsiteX26" fmla="*/ 2005183 w 13940157"/>
              <a:gd name="connsiteY26" fmla="*/ 9308509 h 9456078"/>
              <a:gd name="connsiteX27" fmla="*/ 2052699 w 13940157"/>
              <a:gd name="connsiteY27" fmla="*/ 9296635 h 9456078"/>
              <a:gd name="connsiteX28" fmla="*/ 2100079 w 13940157"/>
              <a:gd name="connsiteY28" fmla="*/ 9284315 h 9456078"/>
              <a:gd name="connsiteX29" fmla="*/ 2147317 w 13940157"/>
              <a:gd name="connsiteY29" fmla="*/ 9271550 h 9456078"/>
              <a:gd name="connsiteX30" fmla="*/ 2194412 w 13940157"/>
              <a:gd name="connsiteY30" fmla="*/ 9258342 h 9456078"/>
              <a:gd name="connsiteX31" fmla="*/ 2241360 w 13940157"/>
              <a:gd name="connsiteY31" fmla="*/ 9244693 h 9456078"/>
              <a:gd name="connsiteX32" fmla="*/ 2288159 w 13940157"/>
              <a:gd name="connsiteY32" fmla="*/ 9230604 h 9456078"/>
              <a:gd name="connsiteX33" fmla="*/ 2334805 w 13940157"/>
              <a:gd name="connsiteY33" fmla="*/ 9216076 h 9456078"/>
              <a:gd name="connsiteX34" fmla="*/ 2381295 w 13940157"/>
              <a:gd name="connsiteY34" fmla="*/ 9201111 h 9456078"/>
              <a:gd name="connsiteX35" fmla="*/ 2427627 w 13940157"/>
              <a:gd name="connsiteY35" fmla="*/ 9185710 h 9456078"/>
              <a:gd name="connsiteX36" fmla="*/ 2473797 w 13940157"/>
              <a:gd name="connsiteY36" fmla="*/ 9169876 h 9456078"/>
              <a:gd name="connsiteX37" fmla="*/ 2519802 w 13940157"/>
              <a:gd name="connsiteY37" fmla="*/ 9153608 h 9456078"/>
              <a:gd name="connsiteX38" fmla="*/ 2565640 w 13940157"/>
              <a:gd name="connsiteY38" fmla="*/ 9136910 h 9456078"/>
              <a:gd name="connsiteX39" fmla="*/ 2611307 w 13940157"/>
              <a:gd name="connsiteY39" fmla="*/ 9119782 h 9456078"/>
              <a:gd name="connsiteX40" fmla="*/ 2656800 w 13940157"/>
              <a:gd name="connsiteY40" fmla="*/ 9102226 h 9456078"/>
              <a:gd name="connsiteX41" fmla="*/ 2702116 w 13940157"/>
              <a:gd name="connsiteY41" fmla="*/ 9084243 h 9456078"/>
              <a:gd name="connsiteX42" fmla="*/ 2747253 w 13940157"/>
              <a:gd name="connsiteY42" fmla="*/ 9065835 h 9456078"/>
              <a:gd name="connsiteX43" fmla="*/ 2792207 w 13940157"/>
              <a:gd name="connsiteY43" fmla="*/ 9047004 h 9456078"/>
              <a:gd name="connsiteX44" fmla="*/ 2836975 w 13940157"/>
              <a:gd name="connsiteY44" fmla="*/ 9027750 h 9456078"/>
              <a:gd name="connsiteX45" fmla="*/ 2881555 w 13940157"/>
              <a:gd name="connsiteY45" fmla="*/ 9008075 h 9456078"/>
              <a:gd name="connsiteX46" fmla="*/ 2925942 w 13940157"/>
              <a:gd name="connsiteY46" fmla="*/ 8987981 h 9456078"/>
              <a:gd name="connsiteX47" fmla="*/ 2970135 w 13940157"/>
              <a:gd name="connsiteY47" fmla="*/ 8967470 h 9456078"/>
              <a:gd name="connsiteX48" fmla="*/ 3014130 w 13940157"/>
              <a:gd name="connsiteY48" fmla="*/ 8946542 h 9456078"/>
              <a:gd name="connsiteX49" fmla="*/ 3057924 w 13940157"/>
              <a:gd name="connsiteY49" fmla="*/ 8925199 h 9456078"/>
              <a:gd name="connsiteX50" fmla="*/ 3101514 w 13940157"/>
              <a:gd name="connsiteY50" fmla="*/ 8903443 h 9456078"/>
              <a:gd name="connsiteX51" fmla="*/ 3144898 w 13940157"/>
              <a:gd name="connsiteY51" fmla="*/ 8881275 h 9456078"/>
              <a:gd name="connsiteX52" fmla="*/ 3188071 w 13940157"/>
              <a:gd name="connsiteY52" fmla="*/ 8858697 h 9456078"/>
              <a:gd name="connsiteX53" fmla="*/ 3231032 w 13940157"/>
              <a:gd name="connsiteY53" fmla="*/ 8835710 h 9456078"/>
              <a:gd name="connsiteX54" fmla="*/ 3273777 w 13940157"/>
              <a:gd name="connsiteY54" fmla="*/ 8812316 h 9456078"/>
              <a:gd name="connsiteX55" fmla="*/ 3316303 w 13940157"/>
              <a:gd name="connsiteY55" fmla="*/ 8788516 h 9456078"/>
              <a:gd name="connsiteX56" fmla="*/ 3358607 w 13940157"/>
              <a:gd name="connsiteY56" fmla="*/ 8764311 h 9456078"/>
              <a:gd name="connsiteX57" fmla="*/ 3400686 w 13940157"/>
              <a:gd name="connsiteY57" fmla="*/ 8739704 h 9456078"/>
              <a:gd name="connsiteX58" fmla="*/ 3442537 w 13940157"/>
              <a:gd name="connsiteY58" fmla="*/ 8714695 h 9456078"/>
              <a:gd name="connsiteX59" fmla="*/ 3484157 w 13940157"/>
              <a:gd name="connsiteY59" fmla="*/ 8689286 h 9456078"/>
              <a:gd name="connsiteX60" fmla="*/ 3525543 w 13940157"/>
              <a:gd name="connsiteY60" fmla="*/ 8663479 h 9456078"/>
              <a:gd name="connsiteX61" fmla="*/ 3566693 w 13940157"/>
              <a:gd name="connsiteY61" fmla="*/ 8637274 h 9456078"/>
              <a:gd name="connsiteX62" fmla="*/ 3607602 w 13940157"/>
              <a:gd name="connsiteY62" fmla="*/ 8610675 h 9456078"/>
              <a:gd name="connsiteX63" fmla="*/ 3648268 w 13940157"/>
              <a:gd name="connsiteY63" fmla="*/ 8583681 h 9456078"/>
              <a:gd name="connsiteX64" fmla="*/ 3688689 w 13940157"/>
              <a:gd name="connsiteY64" fmla="*/ 8556295 h 9456078"/>
              <a:gd name="connsiteX65" fmla="*/ 3728860 w 13940157"/>
              <a:gd name="connsiteY65" fmla="*/ 8528517 h 9456078"/>
              <a:gd name="connsiteX66" fmla="*/ 3768779 w 13940157"/>
              <a:gd name="connsiteY66" fmla="*/ 8500351 h 9456078"/>
              <a:gd name="connsiteX67" fmla="*/ 3808443 w 13940157"/>
              <a:gd name="connsiteY67" fmla="*/ 8471796 h 9456078"/>
              <a:gd name="connsiteX68" fmla="*/ 3847849 w 13940157"/>
              <a:gd name="connsiteY68" fmla="*/ 8442854 h 9456078"/>
              <a:gd name="connsiteX69" fmla="*/ 3886994 w 13940157"/>
              <a:gd name="connsiteY69" fmla="*/ 8413528 h 9456078"/>
              <a:gd name="connsiteX70" fmla="*/ 3925875 w 13940157"/>
              <a:gd name="connsiteY70" fmla="*/ 8383818 h 9456078"/>
              <a:gd name="connsiteX71" fmla="*/ 3964489 w 13940157"/>
              <a:gd name="connsiteY71" fmla="*/ 8353726 h 9456078"/>
              <a:gd name="connsiteX72" fmla="*/ 4002833 w 13940157"/>
              <a:gd name="connsiteY72" fmla="*/ 8323253 h 9456078"/>
              <a:gd name="connsiteX73" fmla="*/ 4040904 w 13940157"/>
              <a:gd name="connsiteY73" fmla="*/ 8292401 h 9456078"/>
              <a:gd name="connsiteX74" fmla="*/ 4078699 w 13940157"/>
              <a:gd name="connsiteY74" fmla="*/ 8261172 h 9456078"/>
              <a:gd name="connsiteX75" fmla="*/ 4116214 w 13940157"/>
              <a:gd name="connsiteY75" fmla="*/ 8229566 h 9456078"/>
              <a:gd name="connsiteX76" fmla="*/ 4153447 w 13940157"/>
              <a:gd name="connsiteY76" fmla="*/ 8197585 h 9456078"/>
              <a:gd name="connsiteX77" fmla="*/ 4190395 w 13940157"/>
              <a:gd name="connsiteY77" fmla="*/ 8165232 h 9456078"/>
              <a:gd name="connsiteX78" fmla="*/ 4227055 w 13940157"/>
              <a:gd name="connsiteY78" fmla="*/ 8132507 h 9456078"/>
              <a:gd name="connsiteX79" fmla="*/ 4263424 w 13940157"/>
              <a:gd name="connsiteY79" fmla="*/ 8099411 h 9456078"/>
              <a:gd name="connsiteX80" fmla="*/ 4299499 w 13940157"/>
              <a:gd name="connsiteY80" fmla="*/ 8065947 h 9456078"/>
              <a:gd name="connsiteX81" fmla="*/ 4335276 w 13940157"/>
              <a:gd name="connsiteY81" fmla="*/ 8032115 h 9456078"/>
              <a:gd name="connsiteX82" fmla="*/ 4370753 w 13940157"/>
              <a:gd name="connsiteY82" fmla="*/ 7997918 h 9456078"/>
              <a:gd name="connsiteX83" fmla="*/ 4405927 w 13940157"/>
              <a:gd name="connsiteY83" fmla="*/ 7963356 h 9456078"/>
              <a:gd name="connsiteX84" fmla="*/ 4440795 w 13940157"/>
              <a:gd name="connsiteY84" fmla="*/ 7928432 h 9456078"/>
              <a:gd name="connsiteX85" fmla="*/ 4475354 w 13940157"/>
              <a:gd name="connsiteY85" fmla="*/ 7893146 h 9456078"/>
              <a:gd name="connsiteX86" fmla="*/ 4509600 w 13940157"/>
              <a:gd name="connsiteY86" fmla="*/ 7857501 h 9456078"/>
              <a:gd name="connsiteX87" fmla="*/ 4543531 w 13940157"/>
              <a:gd name="connsiteY87" fmla="*/ 7821497 h 9456078"/>
              <a:gd name="connsiteX88" fmla="*/ 4577143 w 13940157"/>
              <a:gd name="connsiteY88" fmla="*/ 7785136 h 9456078"/>
              <a:gd name="connsiteX89" fmla="*/ 4610435 w 13940157"/>
              <a:gd name="connsiteY89" fmla="*/ 7748420 h 9456078"/>
              <a:gd name="connsiteX90" fmla="*/ 4643402 w 13940157"/>
              <a:gd name="connsiteY90" fmla="*/ 7711350 h 9456078"/>
              <a:gd name="connsiteX91" fmla="*/ 4676042 w 13940157"/>
              <a:gd name="connsiteY91" fmla="*/ 7673928 h 9456078"/>
              <a:gd name="connsiteX92" fmla="*/ 4708351 w 13940157"/>
              <a:gd name="connsiteY92" fmla="*/ 7636155 h 9456078"/>
              <a:gd name="connsiteX93" fmla="*/ 4740327 w 13940157"/>
              <a:gd name="connsiteY93" fmla="*/ 7598032 h 9456078"/>
              <a:gd name="connsiteX94" fmla="*/ 4771967 w 13940157"/>
              <a:gd name="connsiteY94" fmla="*/ 7559561 h 9456078"/>
              <a:gd name="connsiteX95" fmla="*/ 4803267 w 13940157"/>
              <a:gd name="connsiteY95" fmla="*/ 7520744 h 9456078"/>
              <a:gd name="connsiteX96" fmla="*/ 4834225 w 13940157"/>
              <a:gd name="connsiteY96" fmla="*/ 7481582 h 9456078"/>
              <a:gd name="connsiteX97" fmla="*/ 4864838 w 13940157"/>
              <a:gd name="connsiteY97" fmla="*/ 7442077 h 9456078"/>
              <a:gd name="connsiteX98" fmla="*/ 8803671 w 13940157"/>
              <a:gd name="connsiteY98" fmla="*/ 2307814 h 9456078"/>
              <a:gd name="connsiteX99" fmla="*/ 8834262 w 13940157"/>
              <a:gd name="connsiteY99" fmla="*/ 2268285 h 9456078"/>
              <a:gd name="connsiteX100" fmla="*/ 8865156 w 13940157"/>
              <a:gd name="connsiteY100" fmla="*/ 2229056 h 9456078"/>
              <a:gd name="connsiteX101" fmla="*/ 8896349 w 13940157"/>
              <a:gd name="connsiteY101" fmla="*/ 2190127 h 9456078"/>
              <a:gd name="connsiteX102" fmla="*/ 8927839 w 13940157"/>
              <a:gd name="connsiteY102" fmla="*/ 2151500 h 9456078"/>
              <a:gd name="connsiteX103" fmla="*/ 8959624 w 13940157"/>
              <a:gd name="connsiteY103" fmla="*/ 2113176 h 9456078"/>
              <a:gd name="connsiteX104" fmla="*/ 8991701 w 13940157"/>
              <a:gd name="connsiteY104" fmla="*/ 2075157 h 9456078"/>
              <a:gd name="connsiteX105" fmla="*/ 9024069 w 13940157"/>
              <a:gd name="connsiteY105" fmla="*/ 2037442 h 9456078"/>
              <a:gd name="connsiteX106" fmla="*/ 9056725 w 13940157"/>
              <a:gd name="connsiteY106" fmla="*/ 2000034 h 9456078"/>
              <a:gd name="connsiteX107" fmla="*/ 9089667 w 13940157"/>
              <a:gd name="connsiteY107" fmla="*/ 1962934 h 9456078"/>
              <a:gd name="connsiteX108" fmla="*/ 9122892 w 13940157"/>
              <a:gd name="connsiteY108" fmla="*/ 1926142 h 9456078"/>
              <a:gd name="connsiteX109" fmla="*/ 9156398 w 13940157"/>
              <a:gd name="connsiteY109" fmla="*/ 1889660 h 9456078"/>
              <a:gd name="connsiteX110" fmla="*/ 9190183 w 13940157"/>
              <a:gd name="connsiteY110" fmla="*/ 1853489 h 9456078"/>
              <a:gd name="connsiteX111" fmla="*/ 9224245 w 13940157"/>
              <a:gd name="connsiteY111" fmla="*/ 1817630 h 9456078"/>
              <a:gd name="connsiteX112" fmla="*/ 9258581 w 13940157"/>
              <a:gd name="connsiteY112" fmla="*/ 1782084 h 9456078"/>
              <a:gd name="connsiteX113" fmla="*/ 9293189 w 13940157"/>
              <a:gd name="connsiteY113" fmla="*/ 1746853 h 9456078"/>
              <a:gd name="connsiteX114" fmla="*/ 9328066 w 13940157"/>
              <a:gd name="connsiteY114" fmla="*/ 1711937 h 9456078"/>
              <a:gd name="connsiteX115" fmla="*/ 9363211 w 13940157"/>
              <a:gd name="connsiteY115" fmla="*/ 1677337 h 9456078"/>
              <a:gd name="connsiteX116" fmla="*/ 9398621 w 13940157"/>
              <a:gd name="connsiteY116" fmla="*/ 1643056 h 9456078"/>
              <a:gd name="connsiteX117" fmla="*/ 9434294 w 13940157"/>
              <a:gd name="connsiteY117" fmla="*/ 1609093 h 9456078"/>
              <a:gd name="connsiteX118" fmla="*/ 9470227 w 13940157"/>
              <a:gd name="connsiteY118" fmla="*/ 1575450 h 9456078"/>
              <a:gd name="connsiteX119" fmla="*/ 9506418 w 13940157"/>
              <a:gd name="connsiteY119" fmla="*/ 1542128 h 9456078"/>
              <a:gd name="connsiteX120" fmla="*/ 9542866 w 13940157"/>
              <a:gd name="connsiteY120" fmla="*/ 1509129 h 9456078"/>
              <a:gd name="connsiteX121" fmla="*/ 9579567 w 13940157"/>
              <a:gd name="connsiteY121" fmla="*/ 1476452 h 9456078"/>
              <a:gd name="connsiteX122" fmla="*/ 9616519 w 13940157"/>
              <a:gd name="connsiteY122" fmla="*/ 1444101 h 9456078"/>
              <a:gd name="connsiteX123" fmla="*/ 9653720 w 13940157"/>
              <a:gd name="connsiteY123" fmla="*/ 1412075 h 9456078"/>
              <a:gd name="connsiteX124" fmla="*/ 9691168 w 13940157"/>
              <a:gd name="connsiteY124" fmla="*/ 1380375 h 9456078"/>
              <a:gd name="connsiteX125" fmla="*/ 9728861 w 13940157"/>
              <a:gd name="connsiteY125" fmla="*/ 1349004 h 9456078"/>
              <a:gd name="connsiteX126" fmla="*/ 9766795 w 13940157"/>
              <a:gd name="connsiteY126" fmla="*/ 1317962 h 9456078"/>
              <a:gd name="connsiteX127" fmla="*/ 9804970 w 13940157"/>
              <a:gd name="connsiteY127" fmla="*/ 1287250 h 9456078"/>
              <a:gd name="connsiteX128" fmla="*/ 9843382 w 13940157"/>
              <a:gd name="connsiteY128" fmla="*/ 1256869 h 9456078"/>
              <a:gd name="connsiteX129" fmla="*/ 9882029 w 13940157"/>
              <a:gd name="connsiteY129" fmla="*/ 1226820 h 9456078"/>
              <a:gd name="connsiteX130" fmla="*/ 9920909 w 13940157"/>
              <a:gd name="connsiteY130" fmla="*/ 1197105 h 9456078"/>
              <a:gd name="connsiteX131" fmla="*/ 9960020 w 13940157"/>
              <a:gd name="connsiteY131" fmla="*/ 1167725 h 9456078"/>
              <a:gd name="connsiteX132" fmla="*/ 9999359 w 13940157"/>
              <a:gd name="connsiteY132" fmla="*/ 1138681 h 9456078"/>
              <a:gd name="connsiteX133" fmla="*/ 10038924 w 13940157"/>
              <a:gd name="connsiteY133" fmla="*/ 1109974 h 9456078"/>
              <a:gd name="connsiteX134" fmla="*/ 10078713 w 13940157"/>
              <a:gd name="connsiteY134" fmla="*/ 1081604 h 9456078"/>
              <a:gd name="connsiteX135" fmla="*/ 10118724 w 13940157"/>
              <a:gd name="connsiteY135" fmla="*/ 1053574 h 9456078"/>
              <a:gd name="connsiteX136" fmla="*/ 10158954 w 13940157"/>
              <a:gd name="connsiteY136" fmla="*/ 1025884 h 9456078"/>
              <a:gd name="connsiteX137" fmla="*/ 10199400 w 13940157"/>
              <a:gd name="connsiteY137" fmla="*/ 998536 h 9456078"/>
              <a:gd name="connsiteX138" fmla="*/ 10240062 w 13940157"/>
              <a:gd name="connsiteY138" fmla="*/ 971530 h 9456078"/>
              <a:gd name="connsiteX139" fmla="*/ 10280935 w 13940157"/>
              <a:gd name="connsiteY139" fmla="*/ 944868 h 9456078"/>
              <a:gd name="connsiteX140" fmla="*/ 10322019 w 13940157"/>
              <a:gd name="connsiteY140" fmla="*/ 918551 h 9456078"/>
              <a:gd name="connsiteX141" fmla="*/ 10363310 w 13940157"/>
              <a:gd name="connsiteY141" fmla="*/ 892580 h 9456078"/>
              <a:gd name="connsiteX142" fmla="*/ 10404807 w 13940157"/>
              <a:gd name="connsiteY142" fmla="*/ 866956 h 9456078"/>
              <a:gd name="connsiteX143" fmla="*/ 10446507 w 13940157"/>
              <a:gd name="connsiteY143" fmla="*/ 841681 h 9456078"/>
              <a:gd name="connsiteX144" fmla="*/ 10488408 w 13940157"/>
              <a:gd name="connsiteY144" fmla="*/ 816754 h 9456078"/>
              <a:gd name="connsiteX145" fmla="*/ 10530507 w 13940157"/>
              <a:gd name="connsiteY145" fmla="*/ 792179 h 9456078"/>
              <a:gd name="connsiteX146" fmla="*/ 10572803 w 13940157"/>
              <a:gd name="connsiteY146" fmla="*/ 767955 h 9456078"/>
              <a:gd name="connsiteX147" fmla="*/ 10615292 w 13940157"/>
              <a:gd name="connsiteY147" fmla="*/ 744083 h 9456078"/>
              <a:gd name="connsiteX148" fmla="*/ 10657973 w 13940157"/>
              <a:gd name="connsiteY148" fmla="*/ 720566 h 9456078"/>
              <a:gd name="connsiteX149" fmla="*/ 10700844 w 13940157"/>
              <a:gd name="connsiteY149" fmla="*/ 697404 h 9456078"/>
              <a:gd name="connsiteX150" fmla="*/ 10743902 w 13940157"/>
              <a:gd name="connsiteY150" fmla="*/ 674598 h 9456078"/>
              <a:gd name="connsiteX151" fmla="*/ 10787144 w 13940157"/>
              <a:gd name="connsiteY151" fmla="*/ 652149 h 9456078"/>
              <a:gd name="connsiteX152" fmla="*/ 10830569 w 13940157"/>
              <a:gd name="connsiteY152" fmla="*/ 630059 h 9456078"/>
              <a:gd name="connsiteX153" fmla="*/ 10874174 w 13940157"/>
              <a:gd name="connsiteY153" fmla="*/ 608328 h 9456078"/>
              <a:gd name="connsiteX154" fmla="*/ 10917957 w 13940157"/>
              <a:gd name="connsiteY154" fmla="*/ 586958 h 9456078"/>
              <a:gd name="connsiteX155" fmla="*/ 10961916 w 13940157"/>
              <a:gd name="connsiteY155" fmla="*/ 565950 h 9456078"/>
              <a:gd name="connsiteX156" fmla="*/ 11006048 w 13940157"/>
              <a:gd name="connsiteY156" fmla="*/ 545304 h 9456078"/>
              <a:gd name="connsiteX157" fmla="*/ 11050351 w 13940157"/>
              <a:gd name="connsiteY157" fmla="*/ 525023 h 9456078"/>
              <a:gd name="connsiteX158" fmla="*/ 11094823 w 13940157"/>
              <a:gd name="connsiteY158" fmla="*/ 505107 h 9456078"/>
              <a:gd name="connsiteX159" fmla="*/ 11139461 w 13940157"/>
              <a:gd name="connsiteY159" fmla="*/ 485558 h 9456078"/>
              <a:gd name="connsiteX160" fmla="*/ 11184263 w 13940157"/>
              <a:gd name="connsiteY160" fmla="*/ 466376 h 9456078"/>
              <a:gd name="connsiteX161" fmla="*/ 11229228 w 13940157"/>
              <a:gd name="connsiteY161" fmla="*/ 447563 h 9456078"/>
              <a:gd name="connsiteX162" fmla="*/ 11274351 w 13940157"/>
              <a:gd name="connsiteY162" fmla="*/ 429119 h 9456078"/>
              <a:gd name="connsiteX163" fmla="*/ 11319632 w 13940157"/>
              <a:gd name="connsiteY163" fmla="*/ 411046 h 9456078"/>
              <a:gd name="connsiteX164" fmla="*/ 11365068 w 13940157"/>
              <a:gd name="connsiteY164" fmla="*/ 393346 h 9456078"/>
              <a:gd name="connsiteX165" fmla="*/ 11410657 w 13940157"/>
              <a:gd name="connsiteY165" fmla="*/ 376018 h 9456078"/>
              <a:gd name="connsiteX166" fmla="*/ 11456396 w 13940157"/>
              <a:gd name="connsiteY166" fmla="*/ 359065 h 9456078"/>
              <a:gd name="connsiteX167" fmla="*/ 11502283 w 13940157"/>
              <a:gd name="connsiteY167" fmla="*/ 342487 h 9456078"/>
              <a:gd name="connsiteX168" fmla="*/ 11548316 w 13940157"/>
              <a:gd name="connsiteY168" fmla="*/ 326286 h 9456078"/>
              <a:gd name="connsiteX169" fmla="*/ 11594492 w 13940157"/>
              <a:gd name="connsiteY169" fmla="*/ 310462 h 9456078"/>
              <a:gd name="connsiteX170" fmla="*/ 11640810 w 13940157"/>
              <a:gd name="connsiteY170" fmla="*/ 295018 h 9456078"/>
              <a:gd name="connsiteX171" fmla="*/ 11687267 w 13940157"/>
              <a:gd name="connsiteY171" fmla="*/ 279953 h 9456078"/>
              <a:gd name="connsiteX172" fmla="*/ 11733860 w 13940157"/>
              <a:gd name="connsiteY172" fmla="*/ 265269 h 9456078"/>
              <a:gd name="connsiteX173" fmla="*/ 11780587 w 13940157"/>
              <a:gd name="connsiteY173" fmla="*/ 250968 h 9456078"/>
              <a:gd name="connsiteX174" fmla="*/ 11827447 w 13940157"/>
              <a:gd name="connsiteY174" fmla="*/ 237049 h 9456078"/>
              <a:gd name="connsiteX175" fmla="*/ 11874436 w 13940157"/>
              <a:gd name="connsiteY175" fmla="*/ 223516 h 9456078"/>
              <a:gd name="connsiteX176" fmla="*/ 11921553 w 13940157"/>
              <a:gd name="connsiteY176" fmla="*/ 210368 h 9456078"/>
              <a:gd name="connsiteX177" fmla="*/ 11968794 w 13940157"/>
              <a:gd name="connsiteY177" fmla="*/ 197606 h 9456078"/>
              <a:gd name="connsiteX178" fmla="*/ 12016159 w 13940157"/>
              <a:gd name="connsiteY178" fmla="*/ 185233 h 9456078"/>
              <a:gd name="connsiteX179" fmla="*/ 12063644 w 13940157"/>
              <a:gd name="connsiteY179" fmla="*/ 173248 h 9456078"/>
              <a:gd name="connsiteX180" fmla="*/ 12111248 w 13940157"/>
              <a:gd name="connsiteY180" fmla="*/ 161654 h 9456078"/>
              <a:gd name="connsiteX181" fmla="*/ 12158967 w 13940157"/>
              <a:gd name="connsiteY181" fmla="*/ 150451 h 9456078"/>
              <a:gd name="connsiteX182" fmla="*/ 12206800 w 13940157"/>
              <a:gd name="connsiteY182" fmla="*/ 139640 h 9456078"/>
              <a:gd name="connsiteX183" fmla="*/ 12254745 w 13940157"/>
              <a:gd name="connsiteY183" fmla="*/ 129223 h 9456078"/>
              <a:gd name="connsiteX184" fmla="*/ 12302799 w 13940157"/>
              <a:gd name="connsiteY184" fmla="*/ 119201 h 9456078"/>
              <a:gd name="connsiteX185" fmla="*/ 12350959 w 13940157"/>
              <a:gd name="connsiteY185" fmla="*/ 109574 h 9456078"/>
              <a:gd name="connsiteX186" fmla="*/ 12399224 w 13940157"/>
              <a:gd name="connsiteY186" fmla="*/ 100344 h 9456078"/>
              <a:gd name="connsiteX187" fmla="*/ 12447591 w 13940157"/>
              <a:gd name="connsiteY187" fmla="*/ 91512 h 9456078"/>
              <a:gd name="connsiteX188" fmla="*/ 12496058 w 13940157"/>
              <a:gd name="connsiteY188" fmla="*/ 83080 h 9456078"/>
              <a:gd name="connsiteX189" fmla="*/ 12544623 w 13940157"/>
              <a:gd name="connsiteY189" fmla="*/ 75047 h 9456078"/>
              <a:gd name="connsiteX190" fmla="*/ 12593283 w 13940157"/>
              <a:gd name="connsiteY190" fmla="*/ 67417 h 9456078"/>
              <a:gd name="connsiteX191" fmla="*/ 12642036 w 13940157"/>
              <a:gd name="connsiteY191" fmla="*/ 60188 h 9456078"/>
              <a:gd name="connsiteX192" fmla="*/ 12690879 w 13940157"/>
              <a:gd name="connsiteY192" fmla="*/ 53364 h 9456078"/>
              <a:gd name="connsiteX193" fmla="*/ 12739811 w 13940157"/>
              <a:gd name="connsiteY193" fmla="*/ 46944 h 9456078"/>
              <a:gd name="connsiteX194" fmla="*/ 12788830 w 13940157"/>
              <a:gd name="connsiteY194" fmla="*/ 40931 h 9456078"/>
              <a:gd name="connsiteX195" fmla="*/ 12837932 w 13940157"/>
              <a:gd name="connsiteY195" fmla="*/ 35324 h 9456078"/>
              <a:gd name="connsiteX196" fmla="*/ 12887116 w 13940157"/>
              <a:gd name="connsiteY196" fmla="*/ 30126 h 9456078"/>
              <a:gd name="connsiteX197" fmla="*/ 12936379 w 13940157"/>
              <a:gd name="connsiteY197" fmla="*/ 25337 h 9456078"/>
              <a:gd name="connsiteX198" fmla="*/ 12985719 w 13940157"/>
              <a:gd name="connsiteY198" fmla="*/ 20958 h 9456078"/>
              <a:gd name="connsiteX199" fmla="*/ 13035133 w 13940157"/>
              <a:gd name="connsiteY199" fmla="*/ 16991 h 9456078"/>
              <a:gd name="connsiteX200" fmla="*/ 13084620 w 13940157"/>
              <a:gd name="connsiteY200" fmla="*/ 13437 h 9456078"/>
              <a:gd name="connsiteX201" fmla="*/ 13134178 w 13940157"/>
              <a:gd name="connsiteY201" fmla="*/ 10297 h 9456078"/>
              <a:gd name="connsiteX202" fmla="*/ 13183803 w 13940157"/>
              <a:gd name="connsiteY202" fmla="*/ 7572 h 9456078"/>
              <a:gd name="connsiteX203" fmla="*/ 13233493 w 13940157"/>
              <a:gd name="connsiteY203" fmla="*/ 5263 h 9456078"/>
              <a:gd name="connsiteX204" fmla="*/ 13283247 w 13940157"/>
              <a:gd name="connsiteY204" fmla="*/ 3371 h 9456078"/>
              <a:gd name="connsiteX205" fmla="*/ 13333061 w 13940157"/>
              <a:gd name="connsiteY205" fmla="*/ 1898 h 9456078"/>
              <a:gd name="connsiteX206" fmla="*/ 13382934 w 13940157"/>
              <a:gd name="connsiteY206" fmla="*/ 844 h 9456078"/>
              <a:gd name="connsiteX207" fmla="*/ 13432864 w 13940157"/>
              <a:gd name="connsiteY207" fmla="*/ 211 h 9456078"/>
              <a:gd name="connsiteX208" fmla="*/ 13482847 w 13940157"/>
              <a:gd name="connsiteY208" fmla="*/ 0 h 9456078"/>
              <a:gd name="connsiteX209" fmla="*/ 13940158 w 13940157"/>
              <a:gd name="connsiteY209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49234 w 13158799"/>
              <a:gd name="connsiteY5" fmla="*/ 9450052 h 9456078"/>
              <a:gd name="connsiteX6" fmla="*/ 298870 w 13158799"/>
              <a:gd name="connsiteY6" fmla="*/ 9447409 h 9456078"/>
              <a:gd name="connsiteX7" fmla="*/ 348429 w 13158799"/>
              <a:gd name="connsiteY7" fmla="*/ 9444290 h 9456078"/>
              <a:gd name="connsiteX8" fmla="*/ 397907 w 13158799"/>
              <a:gd name="connsiteY8" fmla="*/ 9440698 h 9456078"/>
              <a:gd name="connsiteX9" fmla="*/ 447302 w 13158799"/>
              <a:gd name="connsiteY9" fmla="*/ 9436632 h 9456078"/>
              <a:gd name="connsiteX10" fmla="*/ 496610 w 13158799"/>
              <a:gd name="connsiteY10" fmla="*/ 9432096 h 9456078"/>
              <a:gd name="connsiteX11" fmla="*/ 545829 w 13158799"/>
              <a:gd name="connsiteY11" fmla="*/ 9427089 h 9456078"/>
              <a:gd name="connsiteX12" fmla="*/ 594956 w 13158799"/>
              <a:gd name="connsiteY12" fmla="*/ 9421615 h 9456078"/>
              <a:gd name="connsiteX13" fmla="*/ 643987 w 13158799"/>
              <a:gd name="connsiteY13" fmla="*/ 9415673 h 9456078"/>
              <a:gd name="connsiteX14" fmla="*/ 692920 w 13158799"/>
              <a:gd name="connsiteY14" fmla="*/ 9409267 h 9456078"/>
              <a:gd name="connsiteX15" fmla="*/ 741751 w 13158799"/>
              <a:gd name="connsiteY15" fmla="*/ 9402396 h 9456078"/>
              <a:gd name="connsiteX16" fmla="*/ 790478 w 13158799"/>
              <a:gd name="connsiteY16" fmla="*/ 9395063 h 9456078"/>
              <a:gd name="connsiteX17" fmla="*/ 839098 w 13158799"/>
              <a:gd name="connsiteY17" fmla="*/ 9387270 h 9456078"/>
              <a:gd name="connsiteX18" fmla="*/ 887607 w 13158799"/>
              <a:gd name="connsiteY18" fmla="*/ 9379017 h 9456078"/>
              <a:gd name="connsiteX19" fmla="*/ 936002 w 13158799"/>
              <a:gd name="connsiteY19" fmla="*/ 9370306 h 9456078"/>
              <a:gd name="connsiteX20" fmla="*/ 984281 w 13158799"/>
              <a:gd name="connsiteY20" fmla="*/ 9361139 h 9456078"/>
              <a:gd name="connsiteX21" fmla="*/ 1032440 w 13158799"/>
              <a:gd name="connsiteY21" fmla="*/ 9351517 h 9456078"/>
              <a:gd name="connsiteX22" fmla="*/ 1080477 w 13158799"/>
              <a:gd name="connsiteY22" fmla="*/ 9341441 h 9456078"/>
              <a:gd name="connsiteX23" fmla="*/ 1128389 w 13158799"/>
              <a:gd name="connsiteY23" fmla="*/ 9330914 h 9456078"/>
              <a:gd name="connsiteX24" fmla="*/ 1176172 w 13158799"/>
              <a:gd name="connsiteY24" fmla="*/ 9319936 h 9456078"/>
              <a:gd name="connsiteX25" fmla="*/ 1223823 w 13158799"/>
              <a:gd name="connsiteY25" fmla="*/ 9308509 h 9456078"/>
              <a:gd name="connsiteX26" fmla="*/ 1271339 w 13158799"/>
              <a:gd name="connsiteY26" fmla="*/ 9296635 h 9456078"/>
              <a:gd name="connsiteX27" fmla="*/ 1318719 w 13158799"/>
              <a:gd name="connsiteY27" fmla="*/ 9284315 h 9456078"/>
              <a:gd name="connsiteX28" fmla="*/ 1365957 w 13158799"/>
              <a:gd name="connsiteY28" fmla="*/ 9271550 h 9456078"/>
              <a:gd name="connsiteX29" fmla="*/ 1413052 w 13158799"/>
              <a:gd name="connsiteY29" fmla="*/ 9258342 h 9456078"/>
              <a:gd name="connsiteX30" fmla="*/ 1460000 w 13158799"/>
              <a:gd name="connsiteY30" fmla="*/ 9244693 h 9456078"/>
              <a:gd name="connsiteX31" fmla="*/ 1506799 w 13158799"/>
              <a:gd name="connsiteY31" fmla="*/ 9230604 h 9456078"/>
              <a:gd name="connsiteX32" fmla="*/ 1553445 w 13158799"/>
              <a:gd name="connsiteY32" fmla="*/ 9216076 h 9456078"/>
              <a:gd name="connsiteX33" fmla="*/ 1599935 w 13158799"/>
              <a:gd name="connsiteY33" fmla="*/ 9201111 h 9456078"/>
              <a:gd name="connsiteX34" fmla="*/ 1646267 w 13158799"/>
              <a:gd name="connsiteY34" fmla="*/ 9185710 h 9456078"/>
              <a:gd name="connsiteX35" fmla="*/ 1692437 w 13158799"/>
              <a:gd name="connsiteY35" fmla="*/ 9169876 h 9456078"/>
              <a:gd name="connsiteX36" fmla="*/ 1738442 w 13158799"/>
              <a:gd name="connsiteY36" fmla="*/ 9153608 h 9456078"/>
              <a:gd name="connsiteX37" fmla="*/ 1784280 w 13158799"/>
              <a:gd name="connsiteY37" fmla="*/ 9136910 h 9456078"/>
              <a:gd name="connsiteX38" fmla="*/ 1829947 w 13158799"/>
              <a:gd name="connsiteY38" fmla="*/ 9119782 h 9456078"/>
              <a:gd name="connsiteX39" fmla="*/ 1875440 w 13158799"/>
              <a:gd name="connsiteY39" fmla="*/ 9102226 h 9456078"/>
              <a:gd name="connsiteX40" fmla="*/ 1920756 w 13158799"/>
              <a:gd name="connsiteY40" fmla="*/ 9084243 h 9456078"/>
              <a:gd name="connsiteX41" fmla="*/ 1965893 w 13158799"/>
              <a:gd name="connsiteY41" fmla="*/ 9065835 h 9456078"/>
              <a:gd name="connsiteX42" fmla="*/ 2010847 w 13158799"/>
              <a:gd name="connsiteY42" fmla="*/ 9047004 h 9456078"/>
              <a:gd name="connsiteX43" fmla="*/ 2055615 w 13158799"/>
              <a:gd name="connsiteY43" fmla="*/ 9027750 h 9456078"/>
              <a:gd name="connsiteX44" fmla="*/ 2100195 w 13158799"/>
              <a:gd name="connsiteY44" fmla="*/ 9008075 h 9456078"/>
              <a:gd name="connsiteX45" fmla="*/ 2144582 w 13158799"/>
              <a:gd name="connsiteY45" fmla="*/ 8987981 h 9456078"/>
              <a:gd name="connsiteX46" fmla="*/ 2188775 w 13158799"/>
              <a:gd name="connsiteY46" fmla="*/ 8967470 h 9456078"/>
              <a:gd name="connsiteX47" fmla="*/ 2232770 w 13158799"/>
              <a:gd name="connsiteY47" fmla="*/ 8946542 h 9456078"/>
              <a:gd name="connsiteX48" fmla="*/ 2276564 w 13158799"/>
              <a:gd name="connsiteY48" fmla="*/ 8925199 h 9456078"/>
              <a:gd name="connsiteX49" fmla="*/ 2320154 w 13158799"/>
              <a:gd name="connsiteY49" fmla="*/ 8903443 h 9456078"/>
              <a:gd name="connsiteX50" fmla="*/ 2363538 w 13158799"/>
              <a:gd name="connsiteY50" fmla="*/ 8881275 h 9456078"/>
              <a:gd name="connsiteX51" fmla="*/ 2406711 w 13158799"/>
              <a:gd name="connsiteY51" fmla="*/ 8858697 h 9456078"/>
              <a:gd name="connsiteX52" fmla="*/ 2449672 w 13158799"/>
              <a:gd name="connsiteY52" fmla="*/ 8835710 h 9456078"/>
              <a:gd name="connsiteX53" fmla="*/ 2492417 w 13158799"/>
              <a:gd name="connsiteY53" fmla="*/ 8812316 h 9456078"/>
              <a:gd name="connsiteX54" fmla="*/ 2534943 w 13158799"/>
              <a:gd name="connsiteY54" fmla="*/ 8788516 h 9456078"/>
              <a:gd name="connsiteX55" fmla="*/ 2577247 w 13158799"/>
              <a:gd name="connsiteY55" fmla="*/ 8764311 h 9456078"/>
              <a:gd name="connsiteX56" fmla="*/ 2619326 w 13158799"/>
              <a:gd name="connsiteY56" fmla="*/ 8739704 h 9456078"/>
              <a:gd name="connsiteX57" fmla="*/ 2661177 w 13158799"/>
              <a:gd name="connsiteY57" fmla="*/ 8714695 h 9456078"/>
              <a:gd name="connsiteX58" fmla="*/ 2702797 w 13158799"/>
              <a:gd name="connsiteY58" fmla="*/ 8689286 h 9456078"/>
              <a:gd name="connsiteX59" fmla="*/ 2744183 w 13158799"/>
              <a:gd name="connsiteY59" fmla="*/ 8663479 h 9456078"/>
              <a:gd name="connsiteX60" fmla="*/ 2785333 w 13158799"/>
              <a:gd name="connsiteY60" fmla="*/ 8637274 h 9456078"/>
              <a:gd name="connsiteX61" fmla="*/ 2826242 w 13158799"/>
              <a:gd name="connsiteY61" fmla="*/ 8610675 h 9456078"/>
              <a:gd name="connsiteX62" fmla="*/ 2866908 w 13158799"/>
              <a:gd name="connsiteY62" fmla="*/ 8583681 h 9456078"/>
              <a:gd name="connsiteX63" fmla="*/ 2907329 w 13158799"/>
              <a:gd name="connsiteY63" fmla="*/ 8556295 h 9456078"/>
              <a:gd name="connsiteX64" fmla="*/ 2947500 w 13158799"/>
              <a:gd name="connsiteY64" fmla="*/ 8528517 h 9456078"/>
              <a:gd name="connsiteX65" fmla="*/ 2987419 w 13158799"/>
              <a:gd name="connsiteY65" fmla="*/ 8500351 h 9456078"/>
              <a:gd name="connsiteX66" fmla="*/ 3027083 w 13158799"/>
              <a:gd name="connsiteY66" fmla="*/ 8471796 h 9456078"/>
              <a:gd name="connsiteX67" fmla="*/ 3066489 w 13158799"/>
              <a:gd name="connsiteY67" fmla="*/ 8442854 h 9456078"/>
              <a:gd name="connsiteX68" fmla="*/ 3105634 w 13158799"/>
              <a:gd name="connsiteY68" fmla="*/ 8413528 h 9456078"/>
              <a:gd name="connsiteX69" fmla="*/ 3144515 w 13158799"/>
              <a:gd name="connsiteY69" fmla="*/ 8383818 h 9456078"/>
              <a:gd name="connsiteX70" fmla="*/ 3183129 w 13158799"/>
              <a:gd name="connsiteY70" fmla="*/ 8353726 h 9456078"/>
              <a:gd name="connsiteX71" fmla="*/ 3221473 w 13158799"/>
              <a:gd name="connsiteY71" fmla="*/ 8323253 h 9456078"/>
              <a:gd name="connsiteX72" fmla="*/ 3259544 w 13158799"/>
              <a:gd name="connsiteY72" fmla="*/ 8292401 h 9456078"/>
              <a:gd name="connsiteX73" fmla="*/ 3297339 w 13158799"/>
              <a:gd name="connsiteY73" fmla="*/ 8261172 h 9456078"/>
              <a:gd name="connsiteX74" fmla="*/ 3334854 w 13158799"/>
              <a:gd name="connsiteY74" fmla="*/ 8229566 h 9456078"/>
              <a:gd name="connsiteX75" fmla="*/ 3372087 w 13158799"/>
              <a:gd name="connsiteY75" fmla="*/ 8197585 h 9456078"/>
              <a:gd name="connsiteX76" fmla="*/ 3409035 w 13158799"/>
              <a:gd name="connsiteY76" fmla="*/ 8165232 h 9456078"/>
              <a:gd name="connsiteX77" fmla="*/ 3445695 w 13158799"/>
              <a:gd name="connsiteY77" fmla="*/ 8132507 h 9456078"/>
              <a:gd name="connsiteX78" fmla="*/ 3482064 w 13158799"/>
              <a:gd name="connsiteY78" fmla="*/ 8099411 h 9456078"/>
              <a:gd name="connsiteX79" fmla="*/ 3518139 w 13158799"/>
              <a:gd name="connsiteY79" fmla="*/ 8065947 h 9456078"/>
              <a:gd name="connsiteX80" fmla="*/ 3553916 w 13158799"/>
              <a:gd name="connsiteY80" fmla="*/ 8032115 h 9456078"/>
              <a:gd name="connsiteX81" fmla="*/ 3589393 w 13158799"/>
              <a:gd name="connsiteY81" fmla="*/ 7997918 h 9456078"/>
              <a:gd name="connsiteX82" fmla="*/ 3624567 w 13158799"/>
              <a:gd name="connsiteY82" fmla="*/ 7963356 h 9456078"/>
              <a:gd name="connsiteX83" fmla="*/ 3659435 w 13158799"/>
              <a:gd name="connsiteY83" fmla="*/ 7928432 h 9456078"/>
              <a:gd name="connsiteX84" fmla="*/ 3693994 w 13158799"/>
              <a:gd name="connsiteY84" fmla="*/ 7893146 h 9456078"/>
              <a:gd name="connsiteX85" fmla="*/ 3728240 w 13158799"/>
              <a:gd name="connsiteY85" fmla="*/ 7857501 h 9456078"/>
              <a:gd name="connsiteX86" fmla="*/ 3762171 w 13158799"/>
              <a:gd name="connsiteY86" fmla="*/ 7821497 h 9456078"/>
              <a:gd name="connsiteX87" fmla="*/ 3795783 w 13158799"/>
              <a:gd name="connsiteY87" fmla="*/ 7785136 h 9456078"/>
              <a:gd name="connsiteX88" fmla="*/ 3829075 w 13158799"/>
              <a:gd name="connsiteY88" fmla="*/ 7748420 h 9456078"/>
              <a:gd name="connsiteX89" fmla="*/ 3862042 w 13158799"/>
              <a:gd name="connsiteY89" fmla="*/ 7711350 h 9456078"/>
              <a:gd name="connsiteX90" fmla="*/ 3894682 w 13158799"/>
              <a:gd name="connsiteY90" fmla="*/ 7673928 h 9456078"/>
              <a:gd name="connsiteX91" fmla="*/ 3926991 w 13158799"/>
              <a:gd name="connsiteY91" fmla="*/ 7636155 h 9456078"/>
              <a:gd name="connsiteX92" fmla="*/ 3958967 w 13158799"/>
              <a:gd name="connsiteY92" fmla="*/ 7598032 h 9456078"/>
              <a:gd name="connsiteX93" fmla="*/ 3990607 w 13158799"/>
              <a:gd name="connsiteY93" fmla="*/ 7559561 h 9456078"/>
              <a:gd name="connsiteX94" fmla="*/ 4021907 w 13158799"/>
              <a:gd name="connsiteY94" fmla="*/ 7520744 h 9456078"/>
              <a:gd name="connsiteX95" fmla="*/ 4052865 w 13158799"/>
              <a:gd name="connsiteY95" fmla="*/ 7481582 h 9456078"/>
              <a:gd name="connsiteX96" fmla="*/ 4083478 w 13158799"/>
              <a:gd name="connsiteY96" fmla="*/ 7442077 h 9456078"/>
              <a:gd name="connsiteX97" fmla="*/ 8022311 w 13158799"/>
              <a:gd name="connsiteY97" fmla="*/ 2307814 h 9456078"/>
              <a:gd name="connsiteX98" fmla="*/ 8052902 w 13158799"/>
              <a:gd name="connsiteY98" fmla="*/ 2268285 h 9456078"/>
              <a:gd name="connsiteX99" fmla="*/ 8083796 w 13158799"/>
              <a:gd name="connsiteY99" fmla="*/ 2229056 h 9456078"/>
              <a:gd name="connsiteX100" fmla="*/ 8114989 w 13158799"/>
              <a:gd name="connsiteY100" fmla="*/ 2190127 h 9456078"/>
              <a:gd name="connsiteX101" fmla="*/ 8146479 w 13158799"/>
              <a:gd name="connsiteY101" fmla="*/ 2151500 h 9456078"/>
              <a:gd name="connsiteX102" fmla="*/ 8178264 w 13158799"/>
              <a:gd name="connsiteY102" fmla="*/ 2113176 h 9456078"/>
              <a:gd name="connsiteX103" fmla="*/ 8210341 w 13158799"/>
              <a:gd name="connsiteY103" fmla="*/ 2075157 h 9456078"/>
              <a:gd name="connsiteX104" fmla="*/ 8242709 w 13158799"/>
              <a:gd name="connsiteY104" fmla="*/ 2037442 h 9456078"/>
              <a:gd name="connsiteX105" fmla="*/ 8275365 w 13158799"/>
              <a:gd name="connsiteY105" fmla="*/ 2000034 h 9456078"/>
              <a:gd name="connsiteX106" fmla="*/ 8308307 w 13158799"/>
              <a:gd name="connsiteY106" fmla="*/ 1962934 h 9456078"/>
              <a:gd name="connsiteX107" fmla="*/ 8341532 w 13158799"/>
              <a:gd name="connsiteY107" fmla="*/ 1926142 h 9456078"/>
              <a:gd name="connsiteX108" fmla="*/ 8375038 w 13158799"/>
              <a:gd name="connsiteY108" fmla="*/ 1889660 h 9456078"/>
              <a:gd name="connsiteX109" fmla="*/ 8408823 w 13158799"/>
              <a:gd name="connsiteY109" fmla="*/ 1853489 h 9456078"/>
              <a:gd name="connsiteX110" fmla="*/ 8442885 w 13158799"/>
              <a:gd name="connsiteY110" fmla="*/ 1817630 h 9456078"/>
              <a:gd name="connsiteX111" fmla="*/ 8477221 w 13158799"/>
              <a:gd name="connsiteY111" fmla="*/ 1782084 h 9456078"/>
              <a:gd name="connsiteX112" fmla="*/ 8511829 w 13158799"/>
              <a:gd name="connsiteY112" fmla="*/ 1746853 h 9456078"/>
              <a:gd name="connsiteX113" fmla="*/ 8546706 w 13158799"/>
              <a:gd name="connsiteY113" fmla="*/ 1711937 h 9456078"/>
              <a:gd name="connsiteX114" fmla="*/ 8581851 w 13158799"/>
              <a:gd name="connsiteY114" fmla="*/ 1677337 h 9456078"/>
              <a:gd name="connsiteX115" fmla="*/ 8617261 w 13158799"/>
              <a:gd name="connsiteY115" fmla="*/ 1643056 h 9456078"/>
              <a:gd name="connsiteX116" fmla="*/ 8652934 w 13158799"/>
              <a:gd name="connsiteY116" fmla="*/ 1609093 h 9456078"/>
              <a:gd name="connsiteX117" fmla="*/ 8688867 w 13158799"/>
              <a:gd name="connsiteY117" fmla="*/ 1575450 h 9456078"/>
              <a:gd name="connsiteX118" fmla="*/ 8725058 w 13158799"/>
              <a:gd name="connsiteY118" fmla="*/ 1542128 h 9456078"/>
              <a:gd name="connsiteX119" fmla="*/ 8761506 w 13158799"/>
              <a:gd name="connsiteY119" fmla="*/ 1509129 h 9456078"/>
              <a:gd name="connsiteX120" fmla="*/ 8798207 w 13158799"/>
              <a:gd name="connsiteY120" fmla="*/ 1476452 h 9456078"/>
              <a:gd name="connsiteX121" fmla="*/ 8835159 w 13158799"/>
              <a:gd name="connsiteY121" fmla="*/ 1444101 h 9456078"/>
              <a:gd name="connsiteX122" fmla="*/ 8872360 w 13158799"/>
              <a:gd name="connsiteY122" fmla="*/ 1412075 h 9456078"/>
              <a:gd name="connsiteX123" fmla="*/ 8909808 w 13158799"/>
              <a:gd name="connsiteY123" fmla="*/ 1380375 h 9456078"/>
              <a:gd name="connsiteX124" fmla="*/ 8947501 w 13158799"/>
              <a:gd name="connsiteY124" fmla="*/ 1349004 h 9456078"/>
              <a:gd name="connsiteX125" fmla="*/ 8985435 w 13158799"/>
              <a:gd name="connsiteY125" fmla="*/ 1317962 h 9456078"/>
              <a:gd name="connsiteX126" fmla="*/ 9023610 w 13158799"/>
              <a:gd name="connsiteY126" fmla="*/ 1287250 h 9456078"/>
              <a:gd name="connsiteX127" fmla="*/ 9062022 w 13158799"/>
              <a:gd name="connsiteY127" fmla="*/ 1256869 h 9456078"/>
              <a:gd name="connsiteX128" fmla="*/ 9100669 w 13158799"/>
              <a:gd name="connsiteY128" fmla="*/ 1226820 h 9456078"/>
              <a:gd name="connsiteX129" fmla="*/ 9139549 w 13158799"/>
              <a:gd name="connsiteY129" fmla="*/ 1197105 h 9456078"/>
              <a:gd name="connsiteX130" fmla="*/ 9178660 w 13158799"/>
              <a:gd name="connsiteY130" fmla="*/ 1167725 h 9456078"/>
              <a:gd name="connsiteX131" fmla="*/ 9217999 w 13158799"/>
              <a:gd name="connsiteY131" fmla="*/ 1138681 h 9456078"/>
              <a:gd name="connsiteX132" fmla="*/ 9257564 w 13158799"/>
              <a:gd name="connsiteY132" fmla="*/ 1109974 h 9456078"/>
              <a:gd name="connsiteX133" fmla="*/ 9297353 w 13158799"/>
              <a:gd name="connsiteY133" fmla="*/ 1081604 h 9456078"/>
              <a:gd name="connsiteX134" fmla="*/ 9337364 w 13158799"/>
              <a:gd name="connsiteY134" fmla="*/ 1053574 h 9456078"/>
              <a:gd name="connsiteX135" fmla="*/ 9377594 w 13158799"/>
              <a:gd name="connsiteY135" fmla="*/ 1025884 h 9456078"/>
              <a:gd name="connsiteX136" fmla="*/ 9418040 w 13158799"/>
              <a:gd name="connsiteY136" fmla="*/ 998536 h 9456078"/>
              <a:gd name="connsiteX137" fmla="*/ 9458702 w 13158799"/>
              <a:gd name="connsiteY137" fmla="*/ 971530 h 9456078"/>
              <a:gd name="connsiteX138" fmla="*/ 9499575 w 13158799"/>
              <a:gd name="connsiteY138" fmla="*/ 944868 h 9456078"/>
              <a:gd name="connsiteX139" fmla="*/ 9540659 w 13158799"/>
              <a:gd name="connsiteY139" fmla="*/ 918551 h 9456078"/>
              <a:gd name="connsiteX140" fmla="*/ 9581950 w 13158799"/>
              <a:gd name="connsiteY140" fmla="*/ 892580 h 9456078"/>
              <a:gd name="connsiteX141" fmla="*/ 9623447 w 13158799"/>
              <a:gd name="connsiteY141" fmla="*/ 866956 h 9456078"/>
              <a:gd name="connsiteX142" fmla="*/ 9665147 w 13158799"/>
              <a:gd name="connsiteY142" fmla="*/ 841681 h 9456078"/>
              <a:gd name="connsiteX143" fmla="*/ 9707048 w 13158799"/>
              <a:gd name="connsiteY143" fmla="*/ 816754 h 9456078"/>
              <a:gd name="connsiteX144" fmla="*/ 9749147 w 13158799"/>
              <a:gd name="connsiteY144" fmla="*/ 792179 h 9456078"/>
              <a:gd name="connsiteX145" fmla="*/ 9791443 w 13158799"/>
              <a:gd name="connsiteY145" fmla="*/ 767955 h 9456078"/>
              <a:gd name="connsiteX146" fmla="*/ 9833932 w 13158799"/>
              <a:gd name="connsiteY146" fmla="*/ 744083 h 9456078"/>
              <a:gd name="connsiteX147" fmla="*/ 9876613 w 13158799"/>
              <a:gd name="connsiteY147" fmla="*/ 720566 h 9456078"/>
              <a:gd name="connsiteX148" fmla="*/ 9919484 w 13158799"/>
              <a:gd name="connsiteY148" fmla="*/ 697404 h 9456078"/>
              <a:gd name="connsiteX149" fmla="*/ 9962542 w 13158799"/>
              <a:gd name="connsiteY149" fmla="*/ 674598 h 9456078"/>
              <a:gd name="connsiteX150" fmla="*/ 10005784 w 13158799"/>
              <a:gd name="connsiteY150" fmla="*/ 652149 h 9456078"/>
              <a:gd name="connsiteX151" fmla="*/ 10049209 w 13158799"/>
              <a:gd name="connsiteY151" fmla="*/ 630059 h 9456078"/>
              <a:gd name="connsiteX152" fmla="*/ 10092814 w 13158799"/>
              <a:gd name="connsiteY152" fmla="*/ 608328 h 9456078"/>
              <a:gd name="connsiteX153" fmla="*/ 10136597 w 13158799"/>
              <a:gd name="connsiteY153" fmla="*/ 586958 h 9456078"/>
              <a:gd name="connsiteX154" fmla="*/ 10180556 w 13158799"/>
              <a:gd name="connsiteY154" fmla="*/ 565950 h 9456078"/>
              <a:gd name="connsiteX155" fmla="*/ 10224688 w 13158799"/>
              <a:gd name="connsiteY155" fmla="*/ 545304 h 9456078"/>
              <a:gd name="connsiteX156" fmla="*/ 10268991 w 13158799"/>
              <a:gd name="connsiteY156" fmla="*/ 525023 h 9456078"/>
              <a:gd name="connsiteX157" fmla="*/ 10313463 w 13158799"/>
              <a:gd name="connsiteY157" fmla="*/ 505107 h 9456078"/>
              <a:gd name="connsiteX158" fmla="*/ 10358101 w 13158799"/>
              <a:gd name="connsiteY158" fmla="*/ 485558 h 9456078"/>
              <a:gd name="connsiteX159" fmla="*/ 10402903 w 13158799"/>
              <a:gd name="connsiteY159" fmla="*/ 466376 h 9456078"/>
              <a:gd name="connsiteX160" fmla="*/ 10447868 w 13158799"/>
              <a:gd name="connsiteY160" fmla="*/ 447563 h 9456078"/>
              <a:gd name="connsiteX161" fmla="*/ 10492991 w 13158799"/>
              <a:gd name="connsiteY161" fmla="*/ 429119 h 9456078"/>
              <a:gd name="connsiteX162" fmla="*/ 10538272 w 13158799"/>
              <a:gd name="connsiteY162" fmla="*/ 411046 h 9456078"/>
              <a:gd name="connsiteX163" fmla="*/ 10583708 w 13158799"/>
              <a:gd name="connsiteY163" fmla="*/ 393346 h 9456078"/>
              <a:gd name="connsiteX164" fmla="*/ 10629297 w 13158799"/>
              <a:gd name="connsiteY164" fmla="*/ 376018 h 9456078"/>
              <a:gd name="connsiteX165" fmla="*/ 10675036 w 13158799"/>
              <a:gd name="connsiteY165" fmla="*/ 359065 h 9456078"/>
              <a:gd name="connsiteX166" fmla="*/ 10720923 w 13158799"/>
              <a:gd name="connsiteY166" fmla="*/ 342487 h 9456078"/>
              <a:gd name="connsiteX167" fmla="*/ 10766956 w 13158799"/>
              <a:gd name="connsiteY167" fmla="*/ 326286 h 9456078"/>
              <a:gd name="connsiteX168" fmla="*/ 10813132 w 13158799"/>
              <a:gd name="connsiteY168" fmla="*/ 310462 h 9456078"/>
              <a:gd name="connsiteX169" fmla="*/ 10859450 w 13158799"/>
              <a:gd name="connsiteY169" fmla="*/ 295018 h 9456078"/>
              <a:gd name="connsiteX170" fmla="*/ 10905907 w 13158799"/>
              <a:gd name="connsiteY170" fmla="*/ 279953 h 9456078"/>
              <a:gd name="connsiteX171" fmla="*/ 10952500 w 13158799"/>
              <a:gd name="connsiteY171" fmla="*/ 265269 h 9456078"/>
              <a:gd name="connsiteX172" fmla="*/ 10999227 w 13158799"/>
              <a:gd name="connsiteY172" fmla="*/ 250968 h 9456078"/>
              <a:gd name="connsiteX173" fmla="*/ 11046087 w 13158799"/>
              <a:gd name="connsiteY173" fmla="*/ 237049 h 9456078"/>
              <a:gd name="connsiteX174" fmla="*/ 11093076 w 13158799"/>
              <a:gd name="connsiteY174" fmla="*/ 223516 h 9456078"/>
              <a:gd name="connsiteX175" fmla="*/ 11140193 w 13158799"/>
              <a:gd name="connsiteY175" fmla="*/ 210368 h 9456078"/>
              <a:gd name="connsiteX176" fmla="*/ 11187434 w 13158799"/>
              <a:gd name="connsiteY176" fmla="*/ 197606 h 9456078"/>
              <a:gd name="connsiteX177" fmla="*/ 11234799 w 13158799"/>
              <a:gd name="connsiteY177" fmla="*/ 185233 h 9456078"/>
              <a:gd name="connsiteX178" fmla="*/ 11282284 w 13158799"/>
              <a:gd name="connsiteY178" fmla="*/ 173248 h 9456078"/>
              <a:gd name="connsiteX179" fmla="*/ 11329888 w 13158799"/>
              <a:gd name="connsiteY179" fmla="*/ 161654 h 9456078"/>
              <a:gd name="connsiteX180" fmla="*/ 11377607 w 13158799"/>
              <a:gd name="connsiteY180" fmla="*/ 150451 h 9456078"/>
              <a:gd name="connsiteX181" fmla="*/ 11425440 w 13158799"/>
              <a:gd name="connsiteY181" fmla="*/ 139640 h 9456078"/>
              <a:gd name="connsiteX182" fmla="*/ 11473385 w 13158799"/>
              <a:gd name="connsiteY182" fmla="*/ 129223 h 9456078"/>
              <a:gd name="connsiteX183" fmla="*/ 11521439 w 13158799"/>
              <a:gd name="connsiteY183" fmla="*/ 119201 h 9456078"/>
              <a:gd name="connsiteX184" fmla="*/ 11569599 w 13158799"/>
              <a:gd name="connsiteY184" fmla="*/ 109574 h 9456078"/>
              <a:gd name="connsiteX185" fmla="*/ 11617864 w 13158799"/>
              <a:gd name="connsiteY185" fmla="*/ 100344 h 9456078"/>
              <a:gd name="connsiteX186" fmla="*/ 11666231 w 13158799"/>
              <a:gd name="connsiteY186" fmla="*/ 91512 h 9456078"/>
              <a:gd name="connsiteX187" fmla="*/ 11714698 w 13158799"/>
              <a:gd name="connsiteY187" fmla="*/ 83080 h 9456078"/>
              <a:gd name="connsiteX188" fmla="*/ 11763263 w 13158799"/>
              <a:gd name="connsiteY188" fmla="*/ 75047 h 9456078"/>
              <a:gd name="connsiteX189" fmla="*/ 11811923 w 13158799"/>
              <a:gd name="connsiteY189" fmla="*/ 67417 h 9456078"/>
              <a:gd name="connsiteX190" fmla="*/ 11860676 w 13158799"/>
              <a:gd name="connsiteY190" fmla="*/ 60188 h 9456078"/>
              <a:gd name="connsiteX191" fmla="*/ 11909519 w 13158799"/>
              <a:gd name="connsiteY191" fmla="*/ 53364 h 9456078"/>
              <a:gd name="connsiteX192" fmla="*/ 11958451 w 13158799"/>
              <a:gd name="connsiteY192" fmla="*/ 46944 h 9456078"/>
              <a:gd name="connsiteX193" fmla="*/ 12007470 w 13158799"/>
              <a:gd name="connsiteY193" fmla="*/ 40931 h 9456078"/>
              <a:gd name="connsiteX194" fmla="*/ 12056572 w 13158799"/>
              <a:gd name="connsiteY194" fmla="*/ 35324 h 9456078"/>
              <a:gd name="connsiteX195" fmla="*/ 12105756 w 13158799"/>
              <a:gd name="connsiteY195" fmla="*/ 30126 h 9456078"/>
              <a:gd name="connsiteX196" fmla="*/ 12155019 w 13158799"/>
              <a:gd name="connsiteY196" fmla="*/ 25337 h 9456078"/>
              <a:gd name="connsiteX197" fmla="*/ 12204359 w 13158799"/>
              <a:gd name="connsiteY197" fmla="*/ 20958 h 9456078"/>
              <a:gd name="connsiteX198" fmla="*/ 12253773 w 13158799"/>
              <a:gd name="connsiteY198" fmla="*/ 16991 h 9456078"/>
              <a:gd name="connsiteX199" fmla="*/ 12303260 w 13158799"/>
              <a:gd name="connsiteY199" fmla="*/ 13437 h 9456078"/>
              <a:gd name="connsiteX200" fmla="*/ 12352818 w 13158799"/>
              <a:gd name="connsiteY200" fmla="*/ 10297 h 9456078"/>
              <a:gd name="connsiteX201" fmla="*/ 12402443 w 13158799"/>
              <a:gd name="connsiteY201" fmla="*/ 7572 h 9456078"/>
              <a:gd name="connsiteX202" fmla="*/ 12452133 w 13158799"/>
              <a:gd name="connsiteY202" fmla="*/ 5263 h 9456078"/>
              <a:gd name="connsiteX203" fmla="*/ 12501887 w 13158799"/>
              <a:gd name="connsiteY203" fmla="*/ 3371 h 9456078"/>
              <a:gd name="connsiteX204" fmla="*/ 12551701 w 13158799"/>
              <a:gd name="connsiteY204" fmla="*/ 1898 h 9456078"/>
              <a:gd name="connsiteX205" fmla="*/ 12601574 w 13158799"/>
              <a:gd name="connsiteY205" fmla="*/ 844 h 9456078"/>
              <a:gd name="connsiteX206" fmla="*/ 12651504 w 13158799"/>
              <a:gd name="connsiteY206" fmla="*/ 211 h 9456078"/>
              <a:gd name="connsiteX207" fmla="*/ 12701487 w 13158799"/>
              <a:gd name="connsiteY207" fmla="*/ 0 h 9456078"/>
              <a:gd name="connsiteX208" fmla="*/ 13158798 w 13158799"/>
              <a:gd name="connsiteY208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28389 w 13158797"/>
              <a:gd name="connsiteY22" fmla="*/ 9330914 h 9456078"/>
              <a:gd name="connsiteX23" fmla="*/ 1176172 w 13158797"/>
              <a:gd name="connsiteY23" fmla="*/ 9319936 h 9456078"/>
              <a:gd name="connsiteX24" fmla="*/ 1223823 w 13158797"/>
              <a:gd name="connsiteY24" fmla="*/ 9308509 h 9456078"/>
              <a:gd name="connsiteX25" fmla="*/ 1271339 w 13158797"/>
              <a:gd name="connsiteY25" fmla="*/ 9296635 h 9456078"/>
              <a:gd name="connsiteX26" fmla="*/ 1318719 w 13158797"/>
              <a:gd name="connsiteY26" fmla="*/ 9284315 h 9456078"/>
              <a:gd name="connsiteX27" fmla="*/ 1365957 w 13158797"/>
              <a:gd name="connsiteY27" fmla="*/ 9271550 h 9456078"/>
              <a:gd name="connsiteX28" fmla="*/ 1413052 w 13158797"/>
              <a:gd name="connsiteY28" fmla="*/ 9258342 h 9456078"/>
              <a:gd name="connsiteX29" fmla="*/ 1460000 w 13158797"/>
              <a:gd name="connsiteY29" fmla="*/ 9244693 h 9456078"/>
              <a:gd name="connsiteX30" fmla="*/ 1506799 w 13158797"/>
              <a:gd name="connsiteY30" fmla="*/ 9230604 h 9456078"/>
              <a:gd name="connsiteX31" fmla="*/ 1553445 w 13158797"/>
              <a:gd name="connsiteY31" fmla="*/ 9216076 h 9456078"/>
              <a:gd name="connsiteX32" fmla="*/ 1599935 w 13158797"/>
              <a:gd name="connsiteY32" fmla="*/ 9201111 h 9456078"/>
              <a:gd name="connsiteX33" fmla="*/ 1646267 w 13158797"/>
              <a:gd name="connsiteY33" fmla="*/ 9185710 h 9456078"/>
              <a:gd name="connsiteX34" fmla="*/ 1692437 w 13158797"/>
              <a:gd name="connsiteY34" fmla="*/ 9169876 h 9456078"/>
              <a:gd name="connsiteX35" fmla="*/ 1738442 w 13158797"/>
              <a:gd name="connsiteY35" fmla="*/ 9153608 h 9456078"/>
              <a:gd name="connsiteX36" fmla="*/ 1784280 w 13158797"/>
              <a:gd name="connsiteY36" fmla="*/ 9136910 h 9456078"/>
              <a:gd name="connsiteX37" fmla="*/ 1829947 w 13158797"/>
              <a:gd name="connsiteY37" fmla="*/ 9119782 h 9456078"/>
              <a:gd name="connsiteX38" fmla="*/ 1875440 w 13158797"/>
              <a:gd name="connsiteY38" fmla="*/ 9102226 h 9456078"/>
              <a:gd name="connsiteX39" fmla="*/ 1920756 w 13158797"/>
              <a:gd name="connsiteY39" fmla="*/ 9084243 h 9456078"/>
              <a:gd name="connsiteX40" fmla="*/ 1965893 w 13158797"/>
              <a:gd name="connsiteY40" fmla="*/ 9065835 h 9456078"/>
              <a:gd name="connsiteX41" fmla="*/ 2010847 w 13158797"/>
              <a:gd name="connsiteY41" fmla="*/ 9047004 h 9456078"/>
              <a:gd name="connsiteX42" fmla="*/ 2055615 w 13158797"/>
              <a:gd name="connsiteY42" fmla="*/ 9027750 h 9456078"/>
              <a:gd name="connsiteX43" fmla="*/ 2100195 w 13158797"/>
              <a:gd name="connsiteY43" fmla="*/ 9008075 h 9456078"/>
              <a:gd name="connsiteX44" fmla="*/ 2144582 w 13158797"/>
              <a:gd name="connsiteY44" fmla="*/ 8987981 h 9456078"/>
              <a:gd name="connsiteX45" fmla="*/ 2188775 w 13158797"/>
              <a:gd name="connsiteY45" fmla="*/ 8967470 h 9456078"/>
              <a:gd name="connsiteX46" fmla="*/ 2232770 w 13158797"/>
              <a:gd name="connsiteY46" fmla="*/ 8946542 h 9456078"/>
              <a:gd name="connsiteX47" fmla="*/ 2276564 w 13158797"/>
              <a:gd name="connsiteY47" fmla="*/ 8925199 h 9456078"/>
              <a:gd name="connsiteX48" fmla="*/ 2320154 w 13158797"/>
              <a:gd name="connsiteY48" fmla="*/ 8903443 h 9456078"/>
              <a:gd name="connsiteX49" fmla="*/ 2363538 w 13158797"/>
              <a:gd name="connsiteY49" fmla="*/ 8881275 h 9456078"/>
              <a:gd name="connsiteX50" fmla="*/ 2406711 w 13158797"/>
              <a:gd name="connsiteY50" fmla="*/ 8858697 h 9456078"/>
              <a:gd name="connsiteX51" fmla="*/ 2449672 w 13158797"/>
              <a:gd name="connsiteY51" fmla="*/ 8835710 h 9456078"/>
              <a:gd name="connsiteX52" fmla="*/ 2492417 w 13158797"/>
              <a:gd name="connsiteY52" fmla="*/ 8812316 h 9456078"/>
              <a:gd name="connsiteX53" fmla="*/ 2534943 w 13158797"/>
              <a:gd name="connsiteY53" fmla="*/ 8788516 h 9456078"/>
              <a:gd name="connsiteX54" fmla="*/ 2577247 w 13158797"/>
              <a:gd name="connsiteY54" fmla="*/ 8764311 h 9456078"/>
              <a:gd name="connsiteX55" fmla="*/ 2619326 w 13158797"/>
              <a:gd name="connsiteY55" fmla="*/ 8739704 h 9456078"/>
              <a:gd name="connsiteX56" fmla="*/ 2661177 w 13158797"/>
              <a:gd name="connsiteY56" fmla="*/ 8714695 h 9456078"/>
              <a:gd name="connsiteX57" fmla="*/ 2702797 w 13158797"/>
              <a:gd name="connsiteY57" fmla="*/ 8689286 h 9456078"/>
              <a:gd name="connsiteX58" fmla="*/ 2744183 w 13158797"/>
              <a:gd name="connsiteY58" fmla="*/ 8663479 h 9456078"/>
              <a:gd name="connsiteX59" fmla="*/ 2785333 w 13158797"/>
              <a:gd name="connsiteY59" fmla="*/ 8637274 h 9456078"/>
              <a:gd name="connsiteX60" fmla="*/ 2826242 w 13158797"/>
              <a:gd name="connsiteY60" fmla="*/ 8610675 h 9456078"/>
              <a:gd name="connsiteX61" fmla="*/ 2866908 w 13158797"/>
              <a:gd name="connsiteY61" fmla="*/ 8583681 h 9456078"/>
              <a:gd name="connsiteX62" fmla="*/ 2907329 w 13158797"/>
              <a:gd name="connsiteY62" fmla="*/ 8556295 h 9456078"/>
              <a:gd name="connsiteX63" fmla="*/ 2947500 w 13158797"/>
              <a:gd name="connsiteY63" fmla="*/ 8528517 h 9456078"/>
              <a:gd name="connsiteX64" fmla="*/ 2987419 w 13158797"/>
              <a:gd name="connsiteY64" fmla="*/ 8500351 h 9456078"/>
              <a:gd name="connsiteX65" fmla="*/ 3027083 w 13158797"/>
              <a:gd name="connsiteY65" fmla="*/ 8471796 h 9456078"/>
              <a:gd name="connsiteX66" fmla="*/ 3066489 w 13158797"/>
              <a:gd name="connsiteY66" fmla="*/ 8442854 h 9456078"/>
              <a:gd name="connsiteX67" fmla="*/ 3105634 w 13158797"/>
              <a:gd name="connsiteY67" fmla="*/ 8413528 h 9456078"/>
              <a:gd name="connsiteX68" fmla="*/ 3144515 w 13158797"/>
              <a:gd name="connsiteY68" fmla="*/ 8383818 h 9456078"/>
              <a:gd name="connsiteX69" fmla="*/ 3183129 w 13158797"/>
              <a:gd name="connsiteY69" fmla="*/ 8353726 h 9456078"/>
              <a:gd name="connsiteX70" fmla="*/ 3221473 w 13158797"/>
              <a:gd name="connsiteY70" fmla="*/ 8323253 h 9456078"/>
              <a:gd name="connsiteX71" fmla="*/ 3259544 w 13158797"/>
              <a:gd name="connsiteY71" fmla="*/ 8292401 h 9456078"/>
              <a:gd name="connsiteX72" fmla="*/ 3297339 w 13158797"/>
              <a:gd name="connsiteY72" fmla="*/ 8261172 h 9456078"/>
              <a:gd name="connsiteX73" fmla="*/ 3334854 w 13158797"/>
              <a:gd name="connsiteY73" fmla="*/ 8229566 h 9456078"/>
              <a:gd name="connsiteX74" fmla="*/ 3372087 w 13158797"/>
              <a:gd name="connsiteY74" fmla="*/ 8197585 h 9456078"/>
              <a:gd name="connsiteX75" fmla="*/ 3409035 w 13158797"/>
              <a:gd name="connsiteY75" fmla="*/ 8165232 h 9456078"/>
              <a:gd name="connsiteX76" fmla="*/ 3445695 w 13158797"/>
              <a:gd name="connsiteY76" fmla="*/ 8132507 h 9456078"/>
              <a:gd name="connsiteX77" fmla="*/ 3482064 w 13158797"/>
              <a:gd name="connsiteY77" fmla="*/ 8099411 h 9456078"/>
              <a:gd name="connsiteX78" fmla="*/ 3518139 w 13158797"/>
              <a:gd name="connsiteY78" fmla="*/ 8065947 h 9456078"/>
              <a:gd name="connsiteX79" fmla="*/ 3553916 w 13158797"/>
              <a:gd name="connsiteY79" fmla="*/ 8032115 h 9456078"/>
              <a:gd name="connsiteX80" fmla="*/ 3589393 w 13158797"/>
              <a:gd name="connsiteY80" fmla="*/ 7997918 h 9456078"/>
              <a:gd name="connsiteX81" fmla="*/ 3624567 w 13158797"/>
              <a:gd name="connsiteY81" fmla="*/ 7963356 h 9456078"/>
              <a:gd name="connsiteX82" fmla="*/ 3659435 w 13158797"/>
              <a:gd name="connsiteY82" fmla="*/ 7928432 h 9456078"/>
              <a:gd name="connsiteX83" fmla="*/ 3693994 w 13158797"/>
              <a:gd name="connsiteY83" fmla="*/ 7893146 h 9456078"/>
              <a:gd name="connsiteX84" fmla="*/ 3728240 w 13158797"/>
              <a:gd name="connsiteY84" fmla="*/ 7857501 h 9456078"/>
              <a:gd name="connsiteX85" fmla="*/ 3762171 w 13158797"/>
              <a:gd name="connsiteY85" fmla="*/ 7821497 h 9456078"/>
              <a:gd name="connsiteX86" fmla="*/ 3795783 w 13158797"/>
              <a:gd name="connsiteY86" fmla="*/ 7785136 h 9456078"/>
              <a:gd name="connsiteX87" fmla="*/ 3829075 w 13158797"/>
              <a:gd name="connsiteY87" fmla="*/ 7748420 h 9456078"/>
              <a:gd name="connsiteX88" fmla="*/ 3862042 w 13158797"/>
              <a:gd name="connsiteY88" fmla="*/ 7711350 h 9456078"/>
              <a:gd name="connsiteX89" fmla="*/ 3894682 w 13158797"/>
              <a:gd name="connsiteY89" fmla="*/ 7673928 h 9456078"/>
              <a:gd name="connsiteX90" fmla="*/ 3926991 w 13158797"/>
              <a:gd name="connsiteY90" fmla="*/ 7636155 h 9456078"/>
              <a:gd name="connsiteX91" fmla="*/ 3958967 w 13158797"/>
              <a:gd name="connsiteY91" fmla="*/ 7598032 h 9456078"/>
              <a:gd name="connsiteX92" fmla="*/ 3990607 w 13158797"/>
              <a:gd name="connsiteY92" fmla="*/ 7559561 h 9456078"/>
              <a:gd name="connsiteX93" fmla="*/ 4021907 w 13158797"/>
              <a:gd name="connsiteY93" fmla="*/ 7520744 h 9456078"/>
              <a:gd name="connsiteX94" fmla="*/ 4052865 w 13158797"/>
              <a:gd name="connsiteY94" fmla="*/ 7481582 h 9456078"/>
              <a:gd name="connsiteX95" fmla="*/ 4083478 w 13158797"/>
              <a:gd name="connsiteY95" fmla="*/ 7442077 h 9456078"/>
              <a:gd name="connsiteX96" fmla="*/ 8022311 w 13158797"/>
              <a:gd name="connsiteY96" fmla="*/ 2307814 h 9456078"/>
              <a:gd name="connsiteX97" fmla="*/ 8052902 w 13158797"/>
              <a:gd name="connsiteY97" fmla="*/ 2268285 h 9456078"/>
              <a:gd name="connsiteX98" fmla="*/ 8083796 w 13158797"/>
              <a:gd name="connsiteY98" fmla="*/ 2229056 h 9456078"/>
              <a:gd name="connsiteX99" fmla="*/ 8114989 w 13158797"/>
              <a:gd name="connsiteY99" fmla="*/ 2190127 h 9456078"/>
              <a:gd name="connsiteX100" fmla="*/ 8146479 w 13158797"/>
              <a:gd name="connsiteY100" fmla="*/ 2151500 h 9456078"/>
              <a:gd name="connsiteX101" fmla="*/ 8178264 w 13158797"/>
              <a:gd name="connsiteY101" fmla="*/ 2113176 h 9456078"/>
              <a:gd name="connsiteX102" fmla="*/ 8210341 w 13158797"/>
              <a:gd name="connsiteY102" fmla="*/ 2075157 h 9456078"/>
              <a:gd name="connsiteX103" fmla="*/ 8242709 w 13158797"/>
              <a:gd name="connsiteY103" fmla="*/ 2037442 h 9456078"/>
              <a:gd name="connsiteX104" fmla="*/ 8275365 w 13158797"/>
              <a:gd name="connsiteY104" fmla="*/ 2000034 h 9456078"/>
              <a:gd name="connsiteX105" fmla="*/ 8308307 w 13158797"/>
              <a:gd name="connsiteY105" fmla="*/ 1962934 h 9456078"/>
              <a:gd name="connsiteX106" fmla="*/ 8341532 w 13158797"/>
              <a:gd name="connsiteY106" fmla="*/ 1926142 h 9456078"/>
              <a:gd name="connsiteX107" fmla="*/ 8375038 w 13158797"/>
              <a:gd name="connsiteY107" fmla="*/ 1889660 h 9456078"/>
              <a:gd name="connsiteX108" fmla="*/ 8408823 w 13158797"/>
              <a:gd name="connsiteY108" fmla="*/ 1853489 h 9456078"/>
              <a:gd name="connsiteX109" fmla="*/ 8442885 w 13158797"/>
              <a:gd name="connsiteY109" fmla="*/ 1817630 h 9456078"/>
              <a:gd name="connsiteX110" fmla="*/ 8477221 w 13158797"/>
              <a:gd name="connsiteY110" fmla="*/ 1782084 h 9456078"/>
              <a:gd name="connsiteX111" fmla="*/ 8511829 w 13158797"/>
              <a:gd name="connsiteY111" fmla="*/ 1746853 h 9456078"/>
              <a:gd name="connsiteX112" fmla="*/ 8546706 w 13158797"/>
              <a:gd name="connsiteY112" fmla="*/ 1711937 h 9456078"/>
              <a:gd name="connsiteX113" fmla="*/ 8581851 w 13158797"/>
              <a:gd name="connsiteY113" fmla="*/ 1677337 h 9456078"/>
              <a:gd name="connsiteX114" fmla="*/ 8617261 w 13158797"/>
              <a:gd name="connsiteY114" fmla="*/ 1643056 h 9456078"/>
              <a:gd name="connsiteX115" fmla="*/ 8652934 w 13158797"/>
              <a:gd name="connsiteY115" fmla="*/ 1609093 h 9456078"/>
              <a:gd name="connsiteX116" fmla="*/ 8688867 w 13158797"/>
              <a:gd name="connsiteY116" fmla="*/ 1575450 h 9456078"/>
              <a:gd name="connsiteX117" fmla="*/ 8725058 w 13158797"/>
              <a:gd name="connsiteY117" fmla="*/ 1542128 h 9456078"/>
              <a:gd name="connsiteX118" fmla="*/ 8761506 w 13158797"/>
              <a:gd name="connsiteY118" fmla="*/ 1509129 h 9456078"/>
              <a:gd name="connsiteX119" fmla="*/ 8798207 w 13158797"/>
              <a:gd name="connsiteY119" fmla="*/ 1476452 h 9456078"/>
              <a:gd name="connsiteX120" fmla="*/ 8835159 w 13158797"/>
              <a:gd name="connsiteY120" fmla="*/ 1444101 h 9456078"/>
              <a:gd name="connsiteX121" fmla="*/ 8872360 w 13158797"/>
              <a:gd name="connsiteY121" fmla="*/ 1412075 h 9456078"/>
              <a:gd name="connsiteX122" fmla="*/ 8909808 w 13158797"/>
              <a:gd name="connsiteY122" fmla="*/ 1380375 h 9456078"/>
              <a:gd name="connsiteX123" fmla="*/ 8947501 w 13158797"/>
              <a:gd name="connsiteY123" fmla="*/ 1349004 h 9456078"/>
              <a:gd name="connsiteX124" fmla="*/ 8985435 w 13158797"/>
              <a:gd name="connsiteY124" fmla="*/ 1317962 h 9456078"/>
              <a:gd name="connsiteX125" fmla="*/ 9023610 w 13158797"/>
              <a:gd name="connsiteY125" fmla="*/ 1287250 h 9456078"/>
              <a:gd name="connsiteX126" fmla="*/ 9062022 w 13158797"/>
              <a:gd name="connsiteY126" fmla="*/ 1256869 h 9456078"/>
              <a:gd name="connsiteX127" fmla="*/ 9100669 w 13158797"/>
              <a:gd name="connsiteY127" fmla="*/ 1226820 h 9456078"/>
              <a:gd name="connsiteX128" fmla="*/ 9139549 w 13158797"/>
              <a:gd name="connsiteY128" fmla="*/ 1197105 h 9456078"/>
              <a:gd name="connsiteX129" fmla="*/ 9178660 w 13158797"/>
              <a:gd name="connsiteY129" fmla="*/ 1167725 h 9456078"/>
              <a:gd name="connsiteX130" fmla="*/ 9217999 w 13158797"/>
              <a:gd name="connsiteY130" fmla="*/ 1138681 h 9456078"/>
              <a:gd name="connsiteX131" fmla="*/ 9257564 w 13158797"/>
              <a:gd name="connsiteY131" fmla="*/ 1109974 h 9456078"/>
              <a:gd name="connsiteX132" fmla="*/ 9297353 w 13158797"/>
              <a:gd name="connsiteY132" fmla="*/ 1081604 h 9456078"/>
              <a:gd name="connsiteX133" fmla="*/ 9337364 w 13158797"/>
              <a:gd name="connsiteY133" fmla="*/ 1053574 h 9456078"/>
              <a:gd name="connsiteX134" fmla="*/ 9377594 w 13158797"/>
              <a:gd name="connsiteY134" fmla="*/ 1025884 h 9456078"/>
              <a:gd name="connsiteX135" fmla="*/ 9418040 w 13158797"/>
              <a:gd name="connsiteY135" fmla="*/ 998536 h 9456078"/>
              <a:gd name="connsiteX136" fmla="*/ 9458702 w 13158797"/>
              <a:gd name="connsiteY136" fmla="*/ 971530 h 9456078"/>
              <a:gd name="connsiteX137" fmla="*/ 9499575 w 13158797"/>
              <a:gd name="connsiteY137" fmla="*/ 944868 h 9456078"/>
              <a:gd name="connsiteX138" fmla="*/ 9540659 w 13158797"/>
              <a:gd name="connsiteY138" fmla="*/ 918551 h 9456078"/>
              <a:gd name="connsiteX139" fmla="*/ 9581950 w 13158797"/>
              <a:gd name="connsiteY139" fmla="*/ 892580 h 9456078"/>
              <a:gd name="connsiteX140" fmla="*/ 9623447 w 13158797"/>
              <a:gd name="connsiteY140" fmla="*/ 866956 h 9456078"/>
              <a:gd name="connsiteX141" fmla="*/ 9665147 w 13158797"/>
              <a:gd name="connsiteY141" fmla="*/ 841681 h 9456078"/>
              <a:gd name="connsiteX142" fmla="*/ 9707048 w 13158797"/>
              <a:gd name="connsiteY142" fmla="*/ 816754 h 9456078"/>
              <a:gd name="connsiteX143" fmla="*/ 9749147 w 13158797"/>
              <a:gd name="connsiteY143" fmla="*/ 792179 h 9456078"/>
              <a:gd name="connsiteX144" fmla="*/ 9791443 w 13158797"/>
              <a:gd name="connsiteY144" fmla="*/ 767955 h 9456078"/>
              <a:gd name="connsiteX145" fmla="*/ 9833932 w 13158797"/>
              <a:gd name="connsiteY145" fmla="*/ 744083 h 9456078"/>
              <a:gd name="connsiteX146" fmla="*/ 9876613 w 13158797"/>
              <a:gd name="connsiteY146" fmla="*/ 720566 h 9456078"/>
              <a:gd name="connsiteX147" fmla="*/ 9919484 w 13158797"/>
              <a:gd name="connsiteY147" fmla="*/ 697404 h 9456078"/>
              <a:gd name="connsiteX148" fmla="*/ 9962542 w 13158797"/>
              <a:gd name="connsiteY148" fmla="*/ 674598 h 9456078"/>
              <a:gd name="connsiteX149" fmla="*/ 10005784 w 13158797"/>
              <a:gd name="connsiteY149" fmla="*/ 652149 h 9456078"/>
              <a:gd name="connsiteX150" fmla="*/ 10049209 w 13158797"/>
              <a:gd name="connsiteY150" fmla="*/ 630059 h 9456078"/>
              <a:gd name="connsiteX151" fmla="*/ 10092814 w 13158797"/>
              <a:gd name="connsiteY151" fmla="*/ 608328 h 9456078"/>
              <a:gd name="connsiteX152" fmla="*/ 10136597 w 13158797"/>
              <a:gd name="connsiteY152" fmla="*/ 586958 h 9456078"/>
              <a:gd name="connsiteX153" fmla="*/ 10180556 w 13158797"/>
              <a:gd name="connsiteY153" fmla="*/ 565950 h 9456078"/>
              <a:gd name="connsiteX154" fmla="*/ 10224688 w 13158797"/>
              <a:gd name="connsiteY154" fmla="*/ 545304 h 9456078"/>
              <a:gd name="connsiteX155" fmla="*/ 10268991 w 13158797"/>
              <a:gd name="connsiteY155" fmla="*/ 525023 h 9456078"/>
              <a:gd name="connsiteX156" fmla="*/ 10313463 w 13158797"/>
              <a:gd name="connsiteY156" fmla="*/ 505107 h 9456078"/>
              <a:gd name="connsiteX157" fmla="*/ 10358101 w 13158797"/>
              <a:gd name="connsiteY157" fmla="*/ 485558 h 9456078"/>
              <a:gd name="connsiteX158" fmla="*/ 10402903 w 13158797"/>
              <a:gd name="connsiteY158" fmla="*/ 466376 h 9456078"/>
              <a:gd name="connsiteX159" fmla="*/ 10447868 w 13158797"/>
              <a:gd name="connsiteY159" fmla="*/ 447563 h 9456078"/>
              <a:gd name="connsiteX160" fmla="*/ 10492991 w 13158797"/>
              <a:gd name="connsiteY160" fmla="*/ 429119 h 9456078"/>
              <a:gd name="connsiteX161" fmla="*/ 10538272 w 13158797"/>
              <a:gd name="connsiteY161" fmla="*/ 411046 h 9456078"/>
              <a:gd name="connsiteX162" fmla="*/ 10583708 w 13158797"/>
              <a:gd name="connsiteY162" fmla="*/ 393346 h 9456078"/>
              <a:gd name="connsiteX163" fmla="*/ 10629297 w 13158797"/>
              <a:gd name="connsiteY163" fmla="*/ 376018 h 9456078"/>
              <a:gd name="connsiteX164" fmla="*/ 10675036 w 13158797"/>
              <a:gd name="connsiteY164" fmla="*/ 359065 h 9456078"/>
              <a:gd name="connsiteX165" fmla="*/ 10720923 w 13158797"/>
              <a:gd name="connsiteY165" fmla="*/ 342487 h 9456078"/>
              <a:gd name="connsiteX166" fmla="*/ 10766956 w 13158797"/>
              <a:gd name="connsiteY166" fmla="*/ 326286 h 9456078"/>
              <a:gd name="connsiteX167" fmla="*/ 10813132 w 13158797"/>
              <a:gd name="connsiteY167" fmla="*/ 310462 h 9456078"/>
              <a:gd name="connsiteX168" fmla="*/ 10859450 w 13158797"/>
              <a:gd name="connsiteY168" fmla="*/ 295018 h 9456078"/>
              <a:gd name="connsiteX169" fmla="*/ 10905907 w 13158797"/>
              <a:gd name="connsiteY169" fmla="*/ 279953 h 9456078"/>
              <a:gd name="connsiteX170" fmla="*/ 10952500 w 13158797"/>
              <a:gd name="connsiteY170" fmla="*/ 265269 h 9456078"/>
              <a:gd name="connsiteX171" fmla="*/ 10999227 w 13158797"/>
              <a:gd name="connsiteY171" fmla="*/ 250968 h 9456078"/>
              <a:gd name="connsiteX172" fmla="*/ 11046087 w 13158797"/>
              <a:gd name="connsiteY172" fmla="*/ 237049 h 9456078"/>
              <a:gd name="connsiteX173" fmla="*/ 11093076 w 13158797"/>
              <a:gd name="connsiteY173" fmla="*/ 223516 h 9456078"/>
              <a:gd name="connsiteX174" fmla="*/ 11140193 w 13158797"/>
              <a:gd name="connsiteY174" fmla="*/ 210368 h 9456078"/>
              <a:gd name="connsiteX175" fmla="*/ 11187434 w 13158797"/>
              <a:gd name="connsiteY175" fmla="*/ 197606 h 9456078"/>
              <a:gd name="connsiteX176" fmla="*/ 11234799 w 13158797"/>
              <a:gd name="connsiteY176" fmla="*/ 185233 h 9456078"/>
              <a:gd name="connsiteX177" fmla="*/ 11282284 w 13158797"/>
              <a:gd name="connsiteY177" fmla="*/ 173248 h 9456078"/>
              <a:gd name="connsiteX178" fmla="*/ 11329888 w 13158797"/>
              <a:gd name="connsiteY178" fmla="*/ 161654 h 9456078"/>
              <a:gd name="connsiteX179" fmla="*/ 11377607 w 13158797"/>
              <a:gd name="connsiteY179" fmla="*/ 150451 h 9456078"/>
              <a:gd name="connsiteX180" fmla="*/ 11425440 w 13158797"/>
              <a:gd name="connsiteY180" fmla="*/ 139640 h 9456078"/>
              <a:gd name="connsiteX181" fmla="*/ 11473385 w 13158797"/>
              <a:gd name="connsiteY181" fmla="*/ 129223 h 9456078"/>
              <a:gd name="connsiteX182" fmla="*/ 11521439 w 13158797"/>
              <a:gd name="connsiteY182" fmla="*/ 119201 h 9456078"/>
              <a:gd name="connsiteX183" fmla="*/ 11569599 w 13158797"/>
              <a:gd name="connsiteY183" fmla="*/ 109574 h 9456078"/>
              <a:gd name="connsiteX184" fmla="*/ 11617864 w 13158797"/>
              <a:gd name="connsiteY184" fmla="*/ 100344 h 9456078"/>
              <a:gd name="connsiteX185" fmla="*/ 11666231 w 13158797"/>
              <a:gd name="connsiteY185" fmla="*/ 91512 h 9456078"/>
              <a:gd name="connsiteX186" fmla="*/ 11714698 w 13158797"/>
              <a:gd name="connsiteY186" fmla="*/ 83080 h 9456078"/>
              <a:gd name="connsiteX187" fmla="*/ 11763263 w 13158797"/>
              <a:gd name="connsiteY187" fmla="*/ 75047 h 9456078"/>
              <a:gd name="connsiteX188" fmla="*/ 11811923 w 13158797"/>
              <a:gd name="connsiteY188" fmla="*/ 67417 h 9456078"/>
              <a:gd name="connsiteX189" fmla="*/ 11860676 w 13158797"/>
              <a:gd name="connsiteY189" fmla="*/ 60188 h 9456078"/>
              <a:gd name="connsiteX190" fmla="*/ 11909519 w 13158797"/>
              <a:gd name="connsiteY190" fmla="*/ 53364 h 9456078"/>
              <a:gd name="connsiteX191" fmla="*/ 11958451 w 13158797"/>
              <a:gd name="connsiteY191" fmla="*/ 46944 h 9456078"/>
              <a:gd name="connsiteX192" fmla="*/ 12007470 w 13158797"/>
              <a:gd name="connsiteY192" fmla="*/ 40931 h 9456078"/>
              <a:gd name="connsiteX193" fmla="*/ 12056572 w 13158797"/>
              <a:gd name="connsiteY193" fmla="*/ 35324 h 9456078"/>
              <a:gd name="connsiteX194" fmla="*/ 12105756 w 13158797"/>
              <a:gd name="connsiteY194" fmla="*/ 30126 h 9456078"/>
              <a:gd name="connsiteX195" fmla="*/ 12155019 w 13158797"/>
              <a:gd name="connsiteY195" fmla="*/ 25337 h 9456078"/>
              <a:gd name="connsiteX196" fmla="*/ 12204359 w 13158797"/>
              <a:gd name="connsiteY196" fmla="*/ 20958 h 9456078"/>
              <a:gd name="connsiteX197" fmla="*/ 12253773 w 13158797"/>
              <a:gd name="connsiteY197" fmla="*/ 16991 h 9456078"/>
              <a:gd name="connsiteX198" fmla="*/ 12303260 w 13158797"/>
              <a:gd name="connsiteY198" fmla="*/ 13437 h 9456078"/>
              <a:gd name="connsiteX199" fmla="*/ 12352818 w 13158797"/>
              <a:gd name="connsiteY199" fmla="*/ 10297 h 9456078"/>
              <a:gd name="connsiteX200" fmla="*/ 12402443 w 13158797"/>
              <a:gd name="connsiteY200" fmla="*/ 7572 h 9456078"/>
              <a:gd name="connsiteX201" fmla="*/ 12452133 w 13158797"/>
              <a:gd name="connsiteY201" fmla="*/ 5263 h 9456078"/>
              <a:gd name="connsiteX202" fmla="*/ 12501887 w 13158797"/>
              <a:gd name="connsiteY202" fmla="*/ 3371 h 9456078"/>
              <a:gd name="connsiteX203" fmla="*/ 12551701 w 13158797"/>
              <a:gd name="connsiteY203" fmla="*/ 1898 h 9456078"/>
              <a:gd name="connsiteX204" fmla="*/ 12601574 w 13158797"/>
              <a:gd name="connsiteY204" fmla="*/ 844 h 9456078"/>
              <a:gd name="connsiteX205" fmla="*/ 12651504 w 13158797"/>
              <a:gd name="connsiteY205" fmla="*/ 211 h 9456078"/>
              <a:gd name="connsiteX206" fmla="*/ 12701487 w 13158797"/>
              <a:gd name="connsiteY206" fmla="*/ 0 h 9456078"/>
              <a:gd name="connsiteX207" fmla="*/ 13158798 w 13158797"/>
              <a:gd name="connsiteY207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98870 w 13158799"/>
              <a:gd name="connsiteY5" fmla="*/ 9447409 h 9456078"/>
              <a:gd name="connsiteX6" fmla="*/ 348429 w 13158799"/>
              <a:gd name="connsiteY6" fmla="*/ 9444290 h 9456078"/>
              <a:gd name="connsiteX7" fmla="*/ 397907 w 13158799"/>
              <a:gd name="connsiteY7" fmla="*/ 9440698 h 9456078"/>
              <a:gd name="connsiteX8" fmla="*/ 447302 w 13158799"/>
              <a:gd name="connsiteY8" fmla="*/ 9436632 h 9456078"/>
              <a:gd name="connsiteX9" fmla="*/ 496610 w 13158799"/>
              <a:gd name="connsiteY9" fmla="*/ 9432096 h 9456078"/>
              <a:gd name="connsiteX10" fmla="*/ 545829 w 13158799"/>
              <a:gd name="connsiteY10" fmla="*/ 9427089 h 9456078"/>
              <a:gd name="connsiteX11" fmla="*/ 594956 w 13158799"/>
              <a:gd name="connsiteY11" fmla="*/ 9421615 h 9456078"/>
              <a:gd name="connsiteX12" fmla="*/ 643987 w 13158799"/>
              <a:gd name="connsiteY12" fmla="*/ 9415673 h 9456078"/>
              <a:gd name="connsiteX13" fmla="*/ 692920 w 13158799"/>
              <a:gd name="connsiteY13" fmla="*/ 9409267 h 9456078"/>
              <a:gd name="connsiteX14" fmla="*/ 741751 w 13158799"/>
              <a:gd name="connsiteY14" fmla="*/ 9402396 h 9456078"/>
              <a:gd name="connsiteX15" fmla="*/ 790478 w 13158799"/>
              <a:gd name="connsiteY15" fmla="*/ 9395063 h 9456078"/>
              <a:gd name="connsiteX16" fmla="*/ 839098 w 13158799"/>
              <a:gd name="connsiteY16" fmla="*/ 9387270 h 9456078"/>
              <a:gd name="connsiteX17" fmla="*/ 887607 w 13158799"/>
              <a:gd name="connsiteY17" fmla="*/ 9379017 h 9456078"/>
              <a:gd name="connsiteX18" fmla="*/ 936002 w 13158799"/>
              <a:gd name="connsiteY18" fmla="*/ 9370306 h 9456078"/>
              <a:gd name="connsiteX19" fmla="*/ 984281 w 13158799"/>
              <a:gd name="connsiteY19" fmla="*/ 9361139 h 9456078"/>
              <a:gd name="connsiteX20" fmla="*/ 1032440 w 13158799"/>
              <a:gd name="connsiteY20" fmla="*/ 9351517 h 9456078"/>
              <a:gd name="connsiteX21" fmla="*/ 1080477 w 13158799"/>
              <a:gd name="connsiteY21" fmla="*/ 9341441 h 9456078"/>
              <a:gd name="connsiteX22" fmla="*/ 1176172 w 13158799"/>
              <a:gd name="connsiteY22" fmla="*/ 9319936 h 9456078"/>
              <a:gd name="connsiteX23" fmla="*/ 1223823 w 13158799"/>
              <a:gd name="connsiteY23" fmla="*/ 9308509 h 9456078"/>
              <a:gd name="connsiteX24" fmla="*/ 1271339 w 13158799"/>
              <a:gd name="connsiteY24" fmla="*/ 9296635 h 9456078"/>
              <a:gd name="connsiteX25" fmla="*/ 1318719 w 13158799"/>
              <a:gd name="connsiteY25" fmla="*/ 9284315 h 9456078"/>
              <a:gd name="connsiteX26" fmla="*/ 1365957 w 13158799"/>
              <a:gd name="connsiteY26" fmla="*/ 9271550 h 9456078"/>
              <a:gd name="connsiteX27" fmla="*/ 1413052 w 13158799"/>
              <a:gd name="connsiteY27" fmla="*/ 9258342 h 9456078"/>
              <a:gd name="connsiteX28" fmla="*/ 1460000 w 13158799"/>
              <a:gd name="connsiteY28" fmla="*/ 9244693 h 9456078"/>
              <a:gd name="connsiteX29" fmla="*/ 1506799 w 13158799"/>
              <a:gd name="connsiteY29" fmla="*/ 9230604 h 9456078"/>
              <a:gd name="connsiteX30" fmla="*/ 1553445 w 13158799"/>
              <a:gd name="connsiteY30" fmla="*/ 9216076 h 9456078"/>
              <a:gd name="connsiteX31" fmla="*/ 1599935 w 13158799"/>
              <a:gd name="connsiteY31" fmla="*/ 9201111 h 9456078"/>
              <a:gd name="connsiteX32" fmla="*/ 1646267 w 13158799"/>
              <a:gd name="connsiteY32" fmla="*/ 9185710 h 9456078"/>
              <a:gd name="connsiteX33" fmla="*/ 1692437 w 13158799"/>
              <a:gd name="connsiteY33" fmla="*/ 9169876 h 9456078"/>
              <a:gd name="connsiteX34" fmla="*/ 1738442 w 13158799"/>
              <a:gd name="connsiteY34" fmla="*/ 9153608 h 9456078"/>
              <a:gd name="connsiteX35" fmla="*/ 1784280 w 13158799"/>
              <a:gd name="connsiteY35" fmla="*/ 9136910 h 9456078"/>
              <a:gd name="connsiteX36" fmla="*/ 1829947 w 13158799"/>
              <a:gd name="connsiteY36" fmla="*/ 9119782 h 9456078"/>
              <a:gd name="connsiteX37" fmla="*/ 1875440 w 13158799"/>
              <a:gd name="connsiteY37" fmla="*/ 9102226 h 9456078"/>
              <a:gd name="connsiteX38" fmla="*/ 1920756 w 13158799"/>
              <a:gd name="connsiteY38" fmla="*/ 9084243 h 9456078"/>
              <a:gd name="connsiteX39" fmla="*/ 1965893 w 13158799"/>
              <a:gd name="connsiteY39" fmla="*/ 9065835 h 9456078"/>
              <a:gd name="connsiteX40" fmla="*/ 2010847 w 13158799"/>
              <a:gd name="connsiteY40" fmla="*/ 9047004 h 9456078"/>
              <a:gd name="connsiteX41" fmla="*/ 2055615 w 13158799"/>
              <a:gd name="connsiteY41" fmla="*/ 9027750 h 9456078"/>
              <a:gd name="connsiteX42" fmla="*/ 2100195 w 13158799"/>
              <a:gd name="connsiteY42" fmla="*/ 9008075 h 9456078"/>
              <a:gd name="connsiteX43" fmla="*/ 2144582 w 13158799"/>
              <a:gd name="connsiteY43" fmla="*/ 8987981 h 9456078"/>
              <a:gd name="connsiteX44" fmla="*/ 2188775 w 13158799"/>
              <a:gd name="connsiteY44" fmla="*/ 8967470 h 9456078"/>
              <a:gd name="connsiteX45" fmla="*/ 2232770 w 13158799"/>
              <a:gd name="connsiteY45" fmla="*/ 8946542 h 9456078"/>
              <a:gd name="connsiteX46" fmla="*/ 2276564 w 13158799"/>
              <a:gd name="connsiteY46" fmla="*/ 8925199 h 9456078"/>
              <a:gd name="connsiteX47" fmla="*/ 2320154 w 13158799"/>
              <a:gd name="connsiteY47" fmla="*/ 8903443 h 9456078"/>
              <a:gd name="connsiteX48" fmla="*/ 2363538 w 13158799"/>
              <a:gd name="connsiteY48" fmla="*/ 8881275 h 9456078"/>
              <a:gd name="connsiteX49" fmla="*/ 2406711 w 13158799"/>
              <a:gd name="connsiteY49" fmla="*/ 8858697 h 9456078"/>
              <a:gd name="connsiteX50" fmla="*/ 2449672 w 13158799"/>
              <a:gd name="connsiteY50" fmla="*/ 8835710 h 9456078"/>
              <a:gd name="connsiteX51" fmla="*/ 2492417 w 13158799"/>
              <a:gd name="connsiteY51" fmla="*/ 8812316 h 9456078"/>
              <a:gd name="connsiteX52" fmla="*/ 2534943 w 13158799"/>
              <a:gd name="connsiteY52" fmla="*/ 8788516 h 9456078"/>
              <a:gd name="connsiteX53" fmla="*/ 2577247 w 13158799"/>
              <a:gd name="connsiteY53" fmla="*/ 8764311 h 9456078"/>
              <a:gd name="connsiteX54" fmla="*/ 2619326 w 13158799"/>
              <a:gd name="connsiteY54" fmla="*/ 8739704 h 9456078"/>
              <a:gd name="connsiteX55" fmla="*/ 2661177 w 13158799"/>
              <a:gd name="connsiteY55" fmla="*/ 8714695 h 9456078"/>
              <a:gd name="connsiteX56" fmla="*/ 2702797 w 13158799"/>
              <a:gd name="connsiteY56" fmla="*/ 8689286 h 9456078"/>
              <a:gd name="connsiteX57" fmla="*/ 2744183 w 13158799"/>
              <a:gd name="connsiteY57" fmla="*/ 8663479 h 9456078"/>
              <a:gd name="connsiteX58" fmla="*/ 2785333 w 13158799"/>
              <a:gd name="connsiteY58" fmla="*/ 8637274 h 9456078"/>
              <a:gd name="connsiteX59" fmla="*/ 2826242 w 13158799"/>
              <a:gd name="connsiteY59" fmla="*/ 8610675 h 9456078"/>
              <a:gd name="connsiteX60" fmla="*/ 2866908 w 13158799"/>
              <a:gd name="connsiteY60" fmla="*/ 8583681 h 9456078"/>
              <a:gd name="connsiteX61" fmla="*/ 2907329 w 13158799"/>
              <a:gd name="connsiteY61" fmla="*/ 8556295 h 9456078"/>
              <a:gd name="connsiteX62" fmla="*/ 2947500 w 13158799"/>
              <a:gd name="connsiteY62" fmla="*/ 8528517 h 9456078"/>
              <a:gd name="connsiteX63" fmla="*/ 2987419 w 13158799"/>
              <a:gd name="connsiteY63" fmla="*/ 8500351 h 9456078"/>
              <a:gd name="connsiteX64" fmla="*/ 3027083 w 13158799"/>
              <a:gd name="connsiteY64" fmla="*/ 8471796 h 9456078"/>
              <a:gd name="connsiteX65" fmla="*/ 3066489 w 13158799"/>
              <a:gd name="connsiteY65" fmla="*/ 8442854 h 9456078"/>
              <a:gd name="connsiteX66" fmla="*/ 3105634 w 13158799"/>
              <a:gd name="connsiteY66" fmla="*/ 8413528 h 9456078"/>
              <a:gd name="connsiteX67" fmla="*/ 3144515 w 13158799"/>
              <a:gd name="connsiteY67" fmla="*/ 8383818 h 9456078"/>
              <a:gd name="connsiteX68" fmla="*/ 3183129 w 13158799"/>
              <a:gd name="connsiteY68" fmla="*/ 8353726 h 9456078"/>
              <a:gd name="connsiteX69" fmla="*/ 3221473 w 13158799"/>
              <a:gd name="connsiteY69" fmla="*/ 8323253 h 9456078"/>
              <a:gd name="connsiteX70" fmla="*/ 3259544 w 13158799"/>
              <a:gd name="connsiteY70" fmla="*/ 8292401 h 9456078"/>
              <a:gd name="connsiteX71" fmla="*/ 3297339 w 13158799"/>
              <a:gd name="connsiteY71" fmla="*/ 8261172 h 9456078"/>
              <a:gd name="connsiteX72" fmla="*/ 3334854 w 13158799"/>
              <a:gd name="connsiteY72" fmla="*/ 8229566 h 9456078"/>
              <a:gd name="connsiteX73" fmla="*/ 3372087 w 13158799"/>
              <a:gd name="connsiteY73" fmla="*/ 8197585 h 9456078"/>
              <a:gd name="connsiteX74" fmla="*/ 3409035 w 13158799"/>
              <a:gd name="connsiteY74" fmla="*/ 8165232 h 9456078"/>
              <a:gd name="connsiteX75" fmla="*/ 3445695 w 13158799"/>
              <a:gd name="connsiteY75" fmla="*/ 8132507 h 9456078"/>
              <a:gd name="connsiteX76" fmla="*/ 3482064 w 13158799"/>
              <a:gd name="connsiteY76" fmla="*/ 8099411 h 9456078"/>
              <a:gd name="connsiteX77" fmla="*/ 3518139 w 13158799"/>
              <a:gd name="connsiteY77" fmla="*/ 8065947 h 9456078"/>
              <a:gd name="connsiteX78" fmla="*/ 3553916 w 13158799"/>
              <a:gd name="connsiteY78" fmla="*/ 8032115 h 9456078"/>
              <a:gd name="connsiteX79" fmla="*/ 3589393 w 13158799"/>
              <a:gd name="connsiteY79" fmla="*/ 7997918 h 9456078"/>
              <a:gd name="connsiteX80" fmla="*/ 3624567 w 13158799"/>
              <a:gd name="connsiteY80" fmla="*/ 7963356 h 9456078"/>
              <a:gd name="connsiteX81" fmla="*/ 3659435 w 13158799"/>
              <a:gd name="connsiteY81" fmla="*/ 7928432 h 9456078"/>
              <a:gd name="connsiteX82" fmla="*/ 3693994 w 13158799"/>
              <a:gd name="connsiteY82" fmla="*/ 7893146 h 9456078"/>
              <a:gd name="connsiteX83" fmla="*/ 3728240 w 13158799"/>
              <a:gd name="connsiteY83" fmla="*/ 7857501 h 9456078"/>
              <a:gd name="connsiteX84" fmla="*/ 3762171 w 13158799"/>
              <a:gd name="connsiteY84" fmla="*/ 7821497 h 9456078"/>
              <a:gd name="connsiteX85" fmla="*/ 3795783 w 13158799"/>
              <a:gd name="connsiteY85" fmla="*/ 7785136 h 9456078"/>
              <a:gd name="connsiteX86" fmla="*/ 3829075 w 13158799"/>
              <a:gd name="connsiteY86" fmla="*/ 7748420 h 9456078"/>
              <a:gd name="connsiteX87" fmla="*/ 3862042 w 13158799"/>
              <a:gd name="connsiteY87" fmla="*/ 7711350 h 9456078"/>
              <a:gd name="connsiteX88" fmla="*/ 3894682 w 13158799"/>
              <a:gd name="connsiteY88" fmla="*/ 7673928 h 9456078"/>
              <a:gd name="connsiteX89" fmla="*/ 3926991 w 13158799"/>
              <a:gd name="connsiteY89" fmla="*/ 7636155 h 9456078"/>
              <a:gd name="connsiteX90" fmla="*/ 3958967 w 13158799"/>
              <a:gd name="connsiteY90" fmla="*/ 7598032 h 9456078"/>
              <a:gd name="connsiteX91" fmla="*/ 3990607 w 13158799"/>
              <a:gd name="connsiteY91" fmla="*/ 7559561 h 9456078"/>
              <a:gd name="connsiteX92" fmla="*/ 4021907 w 13158799"/>
              <a:gd name="connsiteY92" fmla="*/ 7520744 h 9456078"/>
              <a:gd name="connsiteX93" fmla="*/ 4052865 w 13158799"/>
              <a:gd name="connsiteY93" fmla="*/ 7481582 h 9456078"/>
              <a:gd name="connsiteX94" fmla="*/ 4083478 w 13158799"/>
              <a:gd name="connsiteY94" fmla="*/ 7442077 h 9456078"/>
              <a:gd name="connsiteX95" fmla="*/ 8022311 w 13158799"/>
              <a:gd name="connsiteY95" fmla="*/ 2307814 h 9456078"/>
              <a:gd name="connsiteX96" fmla="*/ 8052902 w 13158799"/>
              <a:gd name="connsiteY96" fmla="*/ 2268285 h 9456078"/>
              <a:gd name="connsiteX97" fmla="*/ 8083796 w 13158799"/>
              <a:gd name="connsiteY97" fmla="*/ 2229056 h 9456078"/>
              <a:gd name="connsiteX98" fmla="*/ 8114989 w 13158799"/>
              <a:gd name="connsiteY98" fmla="*/ 2190127 h 9456078"/>
              <a:gd name="connsiteX99" fmla="*/ 8146479 w 13158799"/>
              <a:gd name="connsiteY99" fmla="*/ 2151500 h 9456078"/>
              <a:gd name="connsiteX100" fmla="*/ 8178264 w 13158799"/>
              <a:gd name="connsiteY100" fmla="*/ 2113176 h 9456078"/>
              <a:gd name="connsiteX101" fmla="*/ 8210341 w 13158799"/>
              <a:gd name="connsiteY101" fmla="*/ 2075157 h 9456078"/>
              <a:gd name="connsiteX102" fmla="*/ 8242709 w 13158799"/>
              <a:gd name="connsiteY102" fmla="*/ 2037442 h 9456078"/>
              <a:gd name="connsiteX103" fmla="*/ 8275365 w 13158799"/>
              <a:gd name="connsiteY103" fmla="*/ 2000034 h 9456078"/>
              <a:gd name="connsiteX104" fmla="*/ 8308307 w 13158799"/>
              <a:gd name="connsiteY104" fmla="*/ 1962934 h 9456078"/>
              <a:gd name="connsiteX105" fmla="*/ 8341532 w 13158799"/>
              <a:gd name="connsiteY105" fmla="*/ 1926142 h 9456078"/>
              <a:gd name="connsiteX106" fmla="*/ 8375038 w 13158799"/>
              <a:gd name="connsiteY106" fmla="*/ 1889660 h 9456078"/>
              <a:gd name="connsiteX107" fmla="*/ 8408823 w 13158799"/>
              <a:gd name="connsiteY107" fmla="*/ 1853489 h 9456078"/>
              <a:gd name="connsiteX108" fmla="*/ 8442885 w 13158799"/>
              <a:gd name="connsiteY108" fmla="*/ 1817630 h 9456078"/>
              <a:gd name="connsiteX109" fmla="*/ 8477221 w 13158799"/>
              <a:gd name="connsiteY109" fmla="*/ 1782084 h 9456078"/>
              <a:gd name="connsiteX110" fmla="*/ 8511829 w 13158799"/>
              <a:gd name="connsiteY110" fmla="*/ 1746853 h 9456078"/>
              <a:gd name="connsiteX111" fmla="*/ 8546706 w 13158799"/>
              <a:gd name="connsiteY111" fmla="*/ 1711937 h 9456078"/>
              <a:gd name="connsiteX112" fmla="*/ 8581851 w 13158799"/>
              <a:gd name="connsiteY112" fmla="*/ 1677337 h 9456078"/>
              <a:gd name="connsiteX113" fmla="*/ 8617261 w 13158799"/>
              <a:gd name="connsiteY113" fmla="*/ 1643056 h 9456078"/>
              <a:gd name="connsiteX114" fmla="*/ 8652934 w 13158799"/>
              <a:gd name="connsiteY114" fmla="*/ 1609093 h 9456078"/>
              <a:gd name="connsiteX115" fmla="*/ 8688867 w 13158799"/>
              <a:gd name="connsiteY115" fmla="*/ 1575450 h 9456078"/>
              <a:gd name="connsiteX116" fmla="*/ 8725058 w 13158799"/>
              <a:gd name="connsiteY116" fmla="*/ 1542128 h 9456078"/>
              <a:gd name="connsiteX117" fmla="*/ 8761506 w 13158799"/>
              <a:gd name="connsiteY117" fmla="*/ 1509129 h 9456078"/>
              <a:gd name="connsiteX118" fmla="*/ 8798207 w 13158799"/>
              <a:gd name="connsiteY118" fmla="*/ 1476452 h 9456078"/>
              <a:gd name="connsiteX119" fmla="*/ 8835159 w 13158799"/>
              <a:gd name="connsiteY119" fmla="*/ 1444101 h 9456078"/>
              <a:gd name="connsiteX120" fmla="*/ 8872360 w 13158799"/>
              <a:gd name="connsiteY120" fmla="*/ 1412075 h 9456078"/>
              <a:gd name="connsiteX121" fmla="*/ 8909808 w 13158799"/>
              <a:gd name="connsiteY121" fmla="*/ 1380375 h 9456078"/>
              <a:gd name="connsiteX122" fmla="*/ 8947501 w 13158799"/>
              <a:gd name="connsiteY122" fmla="*/ 1349004 h 9456078"/>
              <a:gd name="connsiteX123" fmla="*/ 8985435 w 13158799"/>
              <a:gd name="connsiteY123" fmla="*/ 1317962 h 9456078"/>
              <a:gd name="connsiteX124" fmla="*/ 9023610 w 13158799"/>
              <a:gd name="connsiteY124" fmla="*/ 1287250 h 9456078"/>
              <a:gd name="connsiteX125" fmla="*/ 9062022 w 13158799"/>
              <a:gd name="connsiteY125" fmla="*/ 1256869 h 9456078"/>
              <a:gd name="connsiteX126" fmla="*/ 9100669 w 13158799"/>
              <a:gd name="connsiteY126" fmla="*/ 1226820 h 9456078"/>
              <a:gd name="connsiteX127" fmla="*/ 9139549 w 13158799"/>
              <a:gd name="connsiteY127" fmla="*/ 1197105 h 9456078"/>
              <a:gd name="connsiteX128" fmla="*/ 9178660 w 13158799"/>
              <a:gd name="connsiteY128" fmla="*/ 1167725 h 9456078"/>
              <a:gd name="connsiteX129" fmla="*/ 9217999 w 13158799"/>
              <a:gd name="connsiteY129" fmla="*/ 1138681 h 9456078"/>
              <a:gd name="connsiteX130" fmla="*/ 9257564 w 13158799"/>
              <a:gd name="connsiteY130" fmla="*/ 1109974 h 9456078"/>
              <a:gd name="connsiteX131" fmla="*/ 9297353 w 13158799"/>
              <a:gd name="connsiteY131" fmla="*/ 1081604 h 9456078"/>
              <a:gd name="connsiteX132" fmla="*/ 9337364 w 13158799"/>
              <a:gd name="connsiteY132" fmla="*/ 1053574 h 9456078"/>
              <a:gd name="connsiteX133" fmla="*/ 9377594 w 13158799"/>
              <a:gd name="connsiteY133" fmla="*/ 1025884 h 9456078"/>
              <a:gd name="connsiteX134" fmla="*/ 9418040 w 13158799"/>
              <a:gd name="connsiteY134" fmla="*/ 998536 h 9456078"/>
              <a:gd name="connsiteX135" fmla="*/ 9458702 w 13158799"/>
              <a:gd name="connsiteY135" fmla="*/ 971530 h 9456078"/>
              <a:gd name="connsiteX136" fmla="*/ 9499575 w 13158799"/>
              <a:gd name="connsiteY136" fmla="*/ 944868 h 9456078"/>
              <a:gd name="connsiteX137" fmla="*/ 9540659 w 13158799"/>
              <a:gd name="connsiteY137" fmla="*/ 918551 h 9456078"/>
              <a:gd name="connsiteX138" fmla="*/ 9581950 w 13158799"/>
              <a:gd name="connsiteY138" fmla="*/ 892580 h 9456078"/>
              <a:gd name="connsiteX139" fmla="*/ 9623447 w 13158799"/>
              <a:gd name="connsiteY139" fmla="*/ 866956 h 9456078"/>
              <a:gd name="connsiteX140" fmla="*/ 9665147 w 13158799"/>
              <a:gd name="connsiteY140" fmla="*/ 841681 h 9456078"/>
              <a:gd name="connsiteX141" fmla="*/ 9707048 w 13158799"/>
              <a:gd name="connsiteY141" fmla="*/ 816754 h 9456078"/>
              <a:gd name="connsiteX142" fmla="*/ 9749147 w 13158799"/>
              <a:gd name="connsiteY142" fmla="*/ 792179 h 9456078"/>
              <a:gd name="connsiteX143" fmla="*/ 9791443 w 13158799"/>
              <a:gd name="connsiteY143" fmla="*/ 767955 h 9456078"/>
              <a:gd name="connsiteX144" fmla="*/ 9833932 w 13158799"/>
              <a:gd name="connsiteY144" fmla="*/ 744083 h 9456078"/>
              <a:gd name="connsiteX145" fmla="*/ 9876613 w 13158799"/>
              <a:gd name="connsiteY145" fmla="*/ 720566 h 9456078"/>
              <a:gd name="connsiteX146" fmla="*/ 9919484 w 13158799"/>
              <a:gd name="connsiteY146" fmla="*/ 697404 h 9456078"/>
              <a:gd name="connsiteX147" fmla="*/ 9962542 w 13158799"/>
              <a:gd name="connsiteY147" fmla="*/ 674598 h 9456078"/>
              <a:gd name="connsiteX148" fmla="*/ 10005784 w 13158799"/>
              <a:gd name="connsiteY148" fmla="*/ 652149 h 9456078"/>
              <a:gd name="connsiteX149" fmla="*/ 10049209 w 13158799"/>
              <a:gd name="connsiteY149" fmla="*/ 630059 h 9456078"/>
              <a:gd name="connsiteX150" fmla="*/ 10092814 w 13158799"/>
              <a:gd name="connsiteY150" fmla="*/ 608328 h 9456078"/>
              <a:gd name="connsiteX151" fmla="*/ 10136597 w 13158799"/>
              <a:gd name="connsiteY151" fmla="*/ 586958 h 9456078"/>
              <a:gd name="connsiteX152" fmla="*/ 10180556 w 13158799"/>
              <a:gd name="connsiteY152" fmla="*/ 565950 h 9456078"/>
              <a:gd name="connsiteX153" fmla="*/ 10224688 w 13158799"/>
              <a:gd name="connsiteY153" fmla="*/ 545304 h 9456078"/>
              <a:gd name="connsiteX154" fmla="*/ 10268991 w 13158799"/>
              <a:gd name="connsiteY154" fmla="*/ 525023 h 9456078"/>
              <a:gd name="connsiteX155" fmla="*/ 10313463 w 13158799"/>
              <a:gd name="connsiteY155" fmla="*/ 505107 h 9456078"/>
              <a:gd name="connsiteX156" fmla="*/ 10358101 w 13158799"/>
              <a:gd name="connsiteY156" fmla="*/ 485558 h 9456078"/>
              <a:gd name="connsiteX157" fmla="*/ 10402903 w 13158799"/>
              <a:gd name="connsiteY157" fmla="*/ 466376 h 9456078"/>
              <a:gd name="connsiteX158" fmla="*/ 10447868 w 13158799"/>
              <a:gd name="connsiteY158" fmla="*/ 447563 h 9456078"/>
              <a:gd name="connsiteX159" fmla="*/ 10492991 w 13158799"/>
              <a:gd name="connsiteY159" fmla="*/ 429119 h 9456078"/>
              <a:gd name="connsiteX160" fmla="*/ 10538272 w 13158799"/>
              <a:gd name="connsiteY160" fmla="*/ 411046 h 9456078"/>
              <a:gd name="connsiteX161" fmla="*/ 10583708 w 13158799"/>
              <a:gd name="connsiteY161" fmla="*/ 393346 h 9456078"/>
              <a:gd name="connsiteX162" fmla="*/ 10629297 w 13158799"/>
              <a:gd name="connsiteY162" fmla="*/ 376018 h 9456078"/>
              <a:gd name="connsiteX163" fmla="*/ 10675036 w 13158799"/>
              <a:gd name="connsiteY163" fmla="*/ 359065 h 9456078"/>
              <a:gd name="connsiteX164" fmla="*/ 10720923 w 13158799"/>
              <a:gd name="connsiteY164" fmla="*/ 342487 h 9456078"/>
              <a:gd name="connsiteX165" fmla="*/ 10766956 w 13158799"/>
              <a:gd name="connsiteY165" fmla="*/ 326286 h 9456078"/>
              <a:gd name="connsiteX166" fmla="*/ 10813132 w 13158799"/>
              <a:gd name="connsiteY166" fmla="*/ 310462 h 9456078"/>
              <a:gd name="connsiteX167" fmla="*/ 10859450 w 13158799"/>
              <a:gd name="connsiteY167" fmla="*/ 295018 h 9456078"/>
              <a:gd name="connsiteX168" fmla="*/ 10905907 w 13158799"/>
              <a:gd name="connsiteY168" fmla="*/ 279953 h 9456078"/>
              <a:gd name="connsiteX169" fmla="*/ 10952500 w 13158799"/>
              <a:gd name="connsiteY169" fmla="*/ 265269 h 9456078"/>
              <a:gd name="connsiteX170" fmla="*/ 10999227 w 13158799"/>
              <a:gd name="connsiteY170" fmla="*/ 250968 h 9456078"/>
              <a:gd name="connsiteX171" fmla="*/ 11046087 w 13158799"/>
              <a:gd name="connsiteY171" fmla="*/ 237049 h 9456078"/>
              <a:gd name="connsiteX172" fmla="*/ 11093076 w 13158799"/>
              <a:gd name="connsiteY172" fmla="*/ 223516 h 9456078"/>
              <a:gd name="connsiteX173" fmla="*/ 11140193 w 13158799"/>
              <a:gd name="connsiteY173" fmla="*/ 210368 h 9456078"/>
              <a:gd name="connsiteX174" fmla="*/ 11187434 w 13158799"/>
              <a:gd name="connsiteY174" fmla="*/ 197606 h 9456078"/>
              <a:gd name="connsiteX175" fmla="*/ 11234799 w 13158799"/>
              <a:gd name="connsiteY175" fmla="*/ 185233 h 9456078"/>
              <a:gd name="connsiteX176" fmla="*/ 11282284 w 13158799"/>
              <a:gd name="connsiteY176" fmla="*/ 173248 h 9456078"/>
              <a:gd name="connsiteX177" fmla="*/ 11329888 w 13158799"/>
              <a:gd name="connsiteY177" fmla="*/ 161654 h 9456078"/>
              <a:gd name="connsiteX178" fmla="*/ 11377607 w 13158799"/>
              <a:gd name="connsiteY178" fmla="*/ 150451 h 9456078"/>
              <a:gd name="connsiteX179" fmla="*/ 11425440 w 13158799"/>
              <a:gd name="connsiteY179" fmla="*/ 139640 h 9456078"/>
              <a:gd name="connsiteX180" fmla="*/ 11473385 w 13158799"/>
              <a:gd name="connsiteY180" fmla="*/ 129223 h 9456078"/>
              <a:gd name="connsiteX181" fmla="*/ 11521439 w 13158799"/>
              <a:gd name="connsiteY181" fmla="*/ 119201 h 9456078"/>
              <a:gd name="connsiteX182" fmla="*/ 11569599 w 13158799"/>
              <a:gd name="connsiteY182" fmla="*/ 109574 h 9456078"/>
              <a:gd name="connsiteX183" fmla="*/ 11617864 w 13158799"/>
              <a:gd name="connsiteY183" fmla="*/ 100344 h 9456078"/>
              <a:gd name="connsiteX184" fmla="*/ 11666231 w 13158799"/>
              <a:gd name="connsiteY184" fmla="*/ 91512 h 9456078"/>
              <a:gd name="connsiteX185" fmla="*/ 11714698 w 13158799"/>
              <a:gd name="connsiteY185" fmla="*/ 83080 h 9456078"/>
              <a:gd name="connsiteX186" fmla="*/ 11763263 w 13158799"/>
              <a:gd name="connsiteY186" fmla="*/ 75047 h 9456078"/>
              <a:gd name="connsiteX187" fmla="*/ 11811923 w 13158799"/>
              <a:gd name="connsiteY187" fmla="*/ 67417 h 9456078"/>
              <a:gd name="connsiteX188" fmla="*/ 11860676 w 13158799"/>
              <a:gd name="connsiteY188" fmla="*/ 60188 h 9456078"/>
              <a:gd name="connsiteX189" fmla="*/ 11909519 w 13158799"/>
              <a:gd name="connsiteY189" fmla="*/ 53364 h 9456078"/>
              <a:gd name="connsiteX190" fmla="*/ 11958451 w 13158799"/>
              <a:gd name="connsiteY190" fmla="*/ 46944 h 9456078"/>
              <a:gd name="connsiteX191" fmla="*/ 12007470 w 13158799"/>
              <a:gd name="connsiteY191" fmla="*/ 40931 h 9456078"/>
              <a:gd name="connsiteX192" fmla="*/ 12056572 w 13158799"/>
              <a:gd name="connsiteY192" fmla="*/ 35324 h 9456078"/>
              <a:gd name="connsiteX193" fmla="*/ 12105756 w 13158799"/>
              <a:gd name="connsiteY193" fmla="*/ 30126 h 9456078"/>
              <a:gd name="connsiteX194" fmla="*/ 12155019 w 13158799"/>
              <a:gd name="connsiteY194" fmla="*/ 25337 h 9456078"/>
              <a:gd name="connsiteX195" fmla="*/ 12204359 w 13158799"/>
              <a:gd name="connsiteY195" fmla="*/ 20958 h 9456078"/>
              <a:gd name="connsiteX196" fmla="*/ 12253773 w 13158799"/>
              <a:gd name="connsiteY196" fmla="*/ 16991 h 9456078"/>
              <a:gd name="connsiteX197" fmla="*/ 12303260 w 13158799"/>
              <a:gd name="connsiteY197" fmla="*/ 13437 h 9456078"/>
              <a:gd name="connsiteX198" fmla="*/ 12352818 w 13158799"/>
              <a:gd name="connsiteY198" fmla="*/ 10297 h 9456078"/>
              <a:gd name="connsiteX199" fmla="*/ 12402443 w 13158799"/>
              <a:gd name="connsiteY199" fmla="*/ 7572 h 9456078"/>
              <a:gd name="connsiteX200" fmla="*/ 12452133 w 13158799"/>
              <a:gd name="connsiteY200" fmla="*/ 5263 h 9456078"/>
              <a:gd name="connsiteX201" fmla="*/ 12501887 w 13158799"/>
              <a:gd name="connsiteY201" fmla="*/ 3371 h 9456078"/>
              <a:gd name="connsiteX202" fmla="*/ 12551701 w 13158799"/>
              <a:gd name="connsiteY202" fmla="*/ 1898 h 9456078"/>
              <a:gd name="connsiteX203" fmla="*/ 12601574 w 13158799"/>
              <a:gd name="connsiteY203" fmla="*/ 844 h 9456078"/>
              <a:gd name="connsiteX204" fmla="*/ 12651504 w 13158799"/>
              <a:gd name="connsiteY204" fmla="*/ 211 h 9456078"/>
              <a:gd name="connsiteX205" fmla="*/ 12701487 w 13158799"/>
              <a:gd name="connsiteY205" fmla="*/ 0 h 9456078"/>
              <a:gd name="connsiteX206" fmla="*/ 13158798 w 13158799"/>
              <a:gd name="connsiteY206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76172 w 13158797"/>
              <a:gd name="connsiteY22" fmla="*/ 9319936 h 9456078"/>
              <a:gd name="connsiteX23" fmla="*/ 1223823 w 13158797"/>
              <a:gd name="connsiteY23" fmla="*/ 9308509 h 9456078"/>
              <a:gd name="connsiteX24" fmla="*/ 1271339 w 13158797"/>
              <a:gd name="connsiteY24" fmla="*/ 9296635 h 9456078"/>
              <a:gd name="connsiteX25" fmla="*/ 1318719 w 13158797"/>
              <a:gd name="connsiteY25" fmla="*/ 9284315 h 9456078"/>
              <a:gd name="connsiteX26" fmla="*/ 1365957 w 13158797"/>
              <a:gd name="connsiteY26" fmla="*/ 9271550 h 9456078"/>
              <a:gd name="connsiteX27" fmla="*/ 1413052 w 13158797"/>
              <a:gd name="connsiteY27" fmla="*/ 9258342 h 9456078"/>
              <a:gd name="connsiteX28" fmla="*/ 1460000 w 13158797"/>
              <a:gd name="connsiteY28" fmla="*/ 9244693 h 9456078"/>
              <a:gd name="connsiteX29" fmla="*/ 1506799 w 13158797"/>
              <a:gd name="connsiteY29" fmla="*/ 9230604 h 9456078"/>
              <a:gd name="connsiteX30" fmla="*/ 1553445 w 13158797"/>
              <a:gd name="connsiteY30" fmla="*/ 9216076 h 9456078"/>
              <a:gd name="connsiteX31" fmla="*/ 1599935 w 13158797"/>
              <a:gd name="connsiteY31" fmla="*/ 9201111 h 9456078"/>
              <a:gd name="connsiteX32" fmla="*/ 1646267 w 13158797"/>
              <a:gd name="connsiteY32" fmla="*/ 9185710 h 9456078"/>
              <a:gd name="connsiteX33" fmla="*/ 1692437 w 13158797"/>
              <a:gd name="connsiteY33" fmla="*/ 9169876 h 9456078"/>
              <a:gd name="connsiteX34" fmla="*/ 1738442 w 13158797"/>
              <a:gd name="connsiteY34" fmla="*/ 9153608 h 9456078"/>
              <a:gd name="connsiteX35" fmla="*/ 1784280 w 13158797"/>
              <a:gd name="connsiteY35" fmla="*/ 9136910 h 9456078"/>
              <a:gd name="connsiteX36" fmla="*/ 1829947 w 13158797"/>
              <a:gd name="connsiteY36" fmla="*/ 9119782 h 9456078"/>
              <a:gd name="connsiteX37" fmla="*/ 1875440 w 13158797"/>
              <a:gd name="connsiteY37" fmla="*/ 9102226 h 9456078"/>
              <a:gd name="connsiteX38" fmla="*/ 1920756 w 13158797"/>
              <a:gd name="connsiteY38" fmla="*/ 9084243 h 9456078"/>
              <a:gd name="connsiteX39" fmla="*/ 1965893 w 13158797"/>
              <a:gd name="connsiteY39" fmla="*/ 9065835 h 9456078"/>
              <a:gd name="connsiteX40" fmla="*/ 2055615 w 13158797"/>
              <a:gd name="connsiteY40" fmla="*/ 9027750 h 9456078"/>
              <a:gd name="connsiteX41" fmla="*/ 2100195 w 13158797"/>
              <a:gd name="connsiteY41" fmla="*/ 9008075 h 9456078"/>
              <a:gd name="connsiteX42" fmla="*/ 2144582 w 13158797"/>
              <a:gd name="connsiteY42" fmla="*/ 8987981 h 9456078"/>
              <a:gd name="connsiteX43" fmla="*/ 2188775 w 13158797"/>
              <a:gd name="connsiteY43" fmla="*/ 8967470 h 9456078"/>
              <a:gd name="connsiteX44" fmla="*/ 2232770 w 13158797"/>
              <a:gd name="connsiteY44" fmla="*/ 8946542 h 9456078"/>
              <a:gd name="connsiteX45" fmla="*/ 2276564 w 13158797"/>
              <a:gd name="connsiteY45" fmla="*/ 8925199 h 9456078"/>
              <a:gd name="connsiteX46" fmla="*/ 2320154 w 13158797"/>
              <a:gd name="connsiteY46" fmla="*/ 8903443 h 9456078"/>
              <a:gd name="connsiteX47" fmla="*/ 2363538 w 13158797"/>
              <a:gd name="connsiteY47" fmla="*/ 8881275 h 9456078"/>
              <a:gd name="connsiteX48" fmla="*/ 2406711 w 13158797"/>
              <a:gd name="connsiteY48" fmla="*/ 8858697 h 9456078"/>
              <a:gd name="connsiteX49" fmla="*/ 2449672 w 13158797"/>
              <a:gd name="connsiteY49" fmla="*/ 8835710 h 9456078"/>
              <a:gd name="connsiteX50" fmla="*/ 2492417 w 13158797"/>
              <a:gd name="connsiteY50" fmla="*/ 8812316 h 9456078"/>
              <a:gd name="connsiteX51" fmla="*/ 2534943 w 13158797"/>
              <a:gd name="connsiteY51" fmla="*/ 8788516 h 9456078"/>
              <a:gd name="connsiteX52" fmla="*/ 2577247 w 13158797"/>
              <a:gd name="connsiteY52" fmla="*/ 8764311 h 9456078"/>
              <a:gd name="connsiteX53" fmla="*/ 2619326 w 13158797"/>
              <a:gd name="connsiteY53" fmla="*/ 8739704 h 9456078"/>
              <a:gd name="connsiteX54" fmla="*/ 2661177 w 13158797"/>
              <a:gd name="connsiteY54" fmla="*/ 8714695 h 9456078"/>
              <a:gd name="connsiteX55" fmla="*/ 2702797 w 13158797"/>
              <a:gd name="connsiteY55" fmla="*/ 8689286 h 9456078"/>
              <a:gd name="connsiteX56" fmla="*/ 2744183 w 13158797"/>
              <a:gd name="connsiteY56" fmla="*/ 8663479 h 9456078"/>
              <a:gd name="connsiteX57" fmla="*/ 2785333 w 13158797"/>
              <a:gd name="connsiteY57" fmla="*/ 8637274 h 9456078"/>
              <a:gd name="connsiteX58" fmla="*/ 2826242 w 13158797"/>
              <a:gd name="connsiteY58" fmla="*/ 8610675 h 9456078"/>
              <a:gd name="connsiteX59" fmla="*/ 2866908 w 13158797"/>
              <a:gd name="connsiteY59" fmla="*/ 8583681 h 9456078"/>
              <a:gd name="connsiteX60" fmla="*/ 2907329 w 13158797"/>
              <a:gd name="connsiteY60" fmla="*/ 8556295 h 9456078"/>
              <a:gd name="connsiteX61" fmla="*/ 2947500 w 13158797"/>
              <a:gd name="connsiteY61" fmla="*/ 8528517 h 9456078"/>
              <a:gd name="connsiteX62" fmla="*/ 2987419 w 13158797"/>
              <a:gd name="connsiteY62" fmla="*/ 8500351 h 9456078"/>
              <a:gd name="connsiteX63" fmla="*/ 3027083 w 13158797"/>
              <a:gd name="connsiteY63" fmla="*/ 8471796 h 9456078"/>
              <a:gd name="connsiteX64" fmla="*/ 3066489 w 13158797"/>
              <a:gd name="connsiteY64" fmla="*/ 8442854 h 9456078"/>
              <a:gd name="connsiteX65" fmla="*/ 3105634 w 13158797"/>
              <a:gd name="connsiteY65" fmla="*/ 8413528 h 9456078"/>
              <a:gd name="connsiteX66" fmla="*/ 3144515 w 13158797"/>
              <a:gd name="connsiteY66" fmla="*/ 8383818 h 9456078"/>
              <a:gd name="connsiteX67" fmla="*/ 3183129 w 13158797"/>
              <a:gd name="connsiteY67" fmla="*/ 8353726 h 9456078"/>
              <a:gd name="connsiteX68" fmla="*/ 3221473 w 13158797"/>
              <a:gd name="connsiteY68" fmla="*/ 8323253 h 9456078"/>
              <a:gd name="connsiteX69" fmla="*/ 3259544 w 13158797"/>
              <a:gd name="connsiteY69" fmla="*/ 8292401 h 9456078"/>
              <a:gd name="connsiteX70" fmla="*/ 3297339 w 13158797"/>
              <a:gd name="connsiteY70" fmla="*/ 8261172 h 9456078"/>
              <a:gd name="connsiteX71" fmla="*/ 3334854 w 13158797"/>
              <a:gd name="connsiteY71" fmla="*/ 8229566 h 9456078"/>
              <a:gd name="connsiteX72" fmla="*/ 3372087 w 13158797"/>
              <a:gd name="connsiteY72" fmla="*/ 8197585 h 9456078"/>
              <a:gd name="connsiteX73" fmla="*/ 3409035 w 13158797"/>
              <a:gd name="connsiteY73" fmla="*/ 8165232 h 9456078"/>
              <a:gd name="connsiteX74" fmla="*/ 3445695 w 13158797"/>
              <a:gd name="connsiteY74" fmla="*/ 8132507 h 9456078"/>
              <a:gd name="connsiteX75" fmla="*/ 3482064 w 13158797"/>
              <a:gd name="connsiteY75" fmla="*/ 8099411 h 9456078"/>
              <a:gd name="connsiteX76" fmla="*/ 3518139 w 13158797"/>
              <a:gd name="connsiteY76" fmla="*/ 8065947 h 9456078"/>
              <a:gd name="connsiteX77" fmla="*/ 3553916 w 13158797"/>
              <a:gd name="connsiteY77" fmla="*/ 8032115 h 9456078"/>
              <a:gd name="connsiteX78" fmla="*/ 3589393 w 13158797"/>
              <a:gd name="connsiteY78" fmla="*/ 7997918 h 9456078"/>
              <a:gd name="connsiteX79" fmla="*/ 3624567 w 13158797"/>
              <a:gd name="connsiteY79" fmla="*/ 7963356 h 9456078"/>
              <a:gd name="connsiteX80" fmla="*/ 3659435 w 13158797"/>
              <a:gd name="connsiteY80" fmla="*/ 7928432 h 9456078"/>
              <a:gd name="connsiteX81" fmla="*/ 3693994 w 13158797"/>
              <a:gd name="connsiteY81" fmla="*/ 7893146 h 9456078"/>
              <a:gd name="connsiteX82" fmla="*/ 3728240 w 13158797"/>
              <a:gd name="connsiteY82" fmla="*/ 7857501 h 9456078"/>
              <a:gd name="connsiteX83" fmla="*/ 3762171 w 13158797"/>
              <a:gd name="connsiteY83" fmla="*/ 7821497 h 9456078"/>
              <a:gd name="connsiteX84" fmla="*/ 3795783 w 13158797"/>
              <a:gd name="connsiteY84" fmla="*/ 7785136 h 9456078"/>
              <a:gd name="connsiteX85" fmla="*/ 3829075 w 13158797"/>
              <a:gd name="connsiteY85" fmla="*/ 7748420 h 9456078"/>
              <a:gd name="connsiteX86" fmla="*/ 3862042 w 13158797"/>
              <a:gd name="connsiteY86" fmla="*/ 7711350 h 9456078"/>
              <a:gd name="connsiteX87" fmla="*/ 3894682 w 13158797"/>
              <a:gd name="connsiteY87" fmla="*/ 7673928 h 9456078"/>
              <a:gd name="connsiteX88" fmla="*/ 3926991 w 13158797"/>
              <a:gd name="connsiteY88" fmla="*/ 7636155 h 9456078"/>
              <a:gd name="connsiteX89" fmla="*/ 3958967 w 13158797"/>
              <a:gd name="connsiteY89" fmla="*/ 7598032 h 9456078"/>
              <a:gd name="connsiteX90" fmla="*/ 3990607 w 13158797"/>
              <a:gd name="connsiteY90" fmla="*/ 7559561 h 9456078"/>
              <a:gd name="connsiteX91" fmla="*/ 4021907 w 13158797"/>
              <a:gd name="connsiteY91" fmla="*/ 7520744 h 9456078"/>
              <a:gd name="connsiteX92" fmla="*/ 4052865 w 13158797"/>
              <a:gd name="connsiteY92" fmla="*/ 7481582 h 9456078"/>
              <a:gd name="connsiteX93" fmla="*/ 4083478 w 13158797"/>
              <a:gd name="connsiteY93" fmla="*/ 7442077 h 9456078"/>
              <a:gd name="connsiteX94" fmla="*/ 8022311 w 13158797"/>
              <a:gd name="connsiteY94" fmla="*/ 2307814 h 9456078"/>
              <a:gd name="connsiteX95" fmla="*/ 8052902 w 13158797"/>
              <a:gd name="connsiteY95" fmla="*/ 2268285 h 9456078"/>
              <a:gd name="connsiteX96" fmla="*/ 8083796 w 13158797"/>
              <a:gd name="connsiteY96" fmla="*/ 2229056 h 9456078"/>
              <a:gd name="connsiteX97" fmla="*/ 8114989 w 13158797"/>
              <a:gd name="connsiteY97" fmla="*/ 2190127 h 9456078"/>
              <a:gd name="connsiteX98" fmla="*/ 8146479 w 13158797"/>
              <a:gd name="connsiteY98" fmla="*/ 2151500 h 9456078"/>
              <a:gd name="connsiteX99" fmla="*/ 8178264 w 13158797"/>
              <a:gd name="connsiteY99" fmla="*/ 2113176 h 9456078"/>
              <a:gd name="connsiteX100" fmla="*/ 8210341 w 13158797"/>
              <a:gd name="connsiteY100" fmla="*/ 2075157 h 9456078"/>
              <a:gd name="connsiteX101" fmla="*/ 8242709 w 13158797"/>
              <a:gd name="connsiteY101" fmla="*/ 2037442 h 9456078"/>
              <a:gd name="connsiteX102" fmla="*/ 8275365 w 13158797"/>
              <a:gd name="connsiteY102" fmla="*/ 2000034 h 9456078"/>
              <a:gd name="connsiteX103" fmla="*/ 8308307 w 13158797"/>
              <a:gd name="connsiteY103" fmla="*/ 1962934 h 9456078"/>
              <a:gd name="connsiteX104" fmla="*/ 8341532 w 13158797"/>
              <a:gd name="connsiteY104" fmla="*/ 1926142 h 9456078"/>
              <a:gd name="connsiteX105" fmla="*/ 8375038 w 13158797"/>
              <a:gd name="connsiteY105" fmla="*/ 1889660 h 9456078"/>
              <a:gd name="connsiteX106" fmla="*/ 8408823 w 13158797"/>
              <a:gd name="connsiteY106" fmla="*/ 1853489 h 9456078"/>
              <a:gd name="connsiteX107" fmla="*/ 8442885 w 13158797"/>
              <a:gd name="connsiteY107" fmla="*/ 1817630 h 9456078"/>
              <a:gd name="connsiteX108" fmla="*/ 8477221 w 13158797"/>
              <a:gd name="connsiteY108" fmla="*/ 1782084 h 9456078"/>
              <a:gd name="connsiteX109" fmla="*/ 8511829 w 13158797"/>
              <a:gd name="connsiteY109" fmla="*/ 1746853 h 9456078"/>
              <a:gd name="connsiteX110" fmla="*/ 8546706 w 13158797"/>
              <a:gd name="connsiteY110" fmla="*/ 1711937 h 9456078"/>
              <a:gd name="connsiteX111" fmla="*/ 8581851 w 13158797"/>
              <a:gd name="connsiteY111" fmla="*/ 1677337 h 9456078"/>
              <a:gd name="connsiteX112" fmla="*/ 8617261 w 13158797"/>
              <a:gd name="connsiteY112" fmla="*/ 1643056 h 9456078"/>
              <a:gd name="connsiteX113" fmla="*/ 8652934 w 13158797"/>
              <a:gd name="connsiteY113" fmla="*/ 1609093 h 9456078"/>
              <a:gd name="connsiteX114" fmla="*/ 8688867 w 13158797"/>
              <a:gd name="connsiteY114" fmla="*/ 1575450 h 9456078"/>
              <a:gd name="connsiteX115" fmla="*/ 8725058 w 13158797"/>
              <a:gd name="connsiteY115" fmla="*/ 1542128 h 9456078"/>
              <a:gd name="connsiteX116" fmla="*/ 8761506 w 13158797"/>
              <a:gd name="connsiteY116" fmla="*/ 1509129 h 9456078"/>
              <a:gd name="connsiteX117" fmla="*/ 8798207 w 13158797"/>
              <a:gd name="connsiteY117" fmla="*/ 1476452 h 9456078"/>
              <a:gd name="connsiteX118" fmla="*/ 8835159 w 13158797"/>
              <a:gd name="connsiteY118" fmla="*/ 1444101 h 9456078"/>
              <a:gd name="connsiteX119" fmla="*/ 8872360 w 13158797"/>
              <a:gd name="connsiteY119" fmla="*/ 1412075 h 9456078"/>
              <a:gd name="connsiteX120" fmla="*/ 8909808 w 13158797"/>
              <a:gd name="connsiteY120" fmla="*/ 1380375 h 9456078"/>
              <a:gd name="connsiteX121" fmla="*/ 8947501 w 13158797"/>
              <a:gd name="connsiteY121" fmla="*/ 1349004 h 9456078"/>
              <a:gd name="connsiteX122" fmla="*/ 8985435 w 13158797"/>
              <a:gd name="connsiteY122" fmla="*/ 1317962 h 9456078"/>
              <a:gd name="connsiteX123" fmla="*/ 9023610 w 13158797"/>
              <a:gd name="connsiteY123" fmla="*/ 1287250 h 9456078"/>
              <a:gd name="connsiteX124" fmla="*/ 9062022 w 13158797"/>
              <a:gd name="connsiteY124" fmla="*/ 1256869 h 9456078"/>
              <a:gd name="connsiteX125" fmla="*/ 9100669 w 13158797"/>
              <a:gd name="connsiteY125" fmla="*/ 1226820 h 9456078"/>
              <a:gd name="connsiteX126" fmla="*/ 9139549 w 13158797"/>
              <a:gd name="connsiteY126" fmla="*/ 1197105 h 9456078"/>
              <a:gd name="connsiteX127" fmla="*/ 9178660 w 13158797"/>
              <a:gd name="connsiteY127" fmla="*/ 1167725 h 9456078"/>
              <a:gd name="connsiteX128" fmla="*/ 9217999 w 13158797"/>
              <a:gd name="connsiteY128" fmla="*/ 1138681 h 9456078"/>
              <a:gd name="connsiteX129" fmla="*/ 9257564 w 13158797"/>
              <a:gd name="connsiteY129" fmla="*/ 1109974 h 9456078"/>
              <a:gd name="connsiteX130" fmla="*/ 9297353 w 13158797"/>
              <a:gd name="connsiteY130" fmla="*/ 1081604 h 9456078"/>
              <a:gd name="connsiteX131" fmla="*/ 9337364 w 13158797"/>
              <a:gd name="connsiteY131" fmla="*/ 1053574 h 9456078"/>
              <a:gd name="connsiteX132" fmla="*/ 9377594 w 13158797"/>
              <a:gd name="connsiteY132" fmla="*/ 1025884 h 9456078"/>
              <a:gd name="connsiteX133" fmla="*/ 9418040 w 13158797"/>
              <a:gd name="connsiteY133" fmla="*/ 998536 h 9456078"/>
              <a:gd name="connsiteX134" fmla="*/ 9458702 w 13158797"/>
              <a:gd name="connsiteY134" fmla="*/ 971530 h 9456078"/>
              <a:gd name="connsiteX135" fmla="*/ 9499575 w 13158797"/>
              <a:gd name="connsiteY135" fmla="*/ 944868 h 9456078"/>
              <a:gd name="connsiteX136" fmla="*/ 9540659 w 13158797"/>
              <a:gd name="connsiteY136" fmla="*/ 918551 h 9456078"/>
              <a:gd name="connsiteX137" fmla="*/ 9581950 w 13158797"/>
              <a:gd name="connsiteY137" fmla="*/ 892580 h 9456078"/>
              <a:gd name="connsiteX138" fmla="*/ 9623447 w 13158797"/>
              <a:gd name="connsiteY138" fmla="*/ 866956 h 9456078"/>
              <a:gd name="connsiteX139" fmla="*/ 9665147 w 13158797"/>
              <a:gd name="connsiteY139" fmla="*/ 841681 h 9456078"/>
              <a:gd name="connsiteX140" fmla="*/ 9707048 w 13158797"/>
              <a:gd name="connsiteY140" fmla="*/ 816754 h 9456078"/>
              <a:gd name="connsiteX141" fmla="*/ 9749147 w 13158797"/>
              <a:gd name="connsiteY141" fmla="*/ 792179 h 9456078"/>
              <a:gd name="connsiteX142" fmla="*/ 9791443 w 13158797"/>
              <a:gd name="connsiteY142" fmla="*/ 767955 h 9456078"/>
              <a:gd name="connsiteX143" fmla="*/ 9833932 w 13158797"/>
              <a:gd name="connsiteY143" fmla="*/ 744083 h 9456078"/>
              <a:gd name="connsiteX144" fmla="*/ 9876613 w 13158797"/>
              <a:gd name="connsiteY144" fmla="*/ 720566 h 9456078"/>
              <a:gd name="connsiteX145" fmla="*/ 9919484 w 13158797"/>
              <a:gd name="connsiteY145" fmla="*/ 697404 h 9456078"/>
              <a:gd name="connsiteX146" fmla="*/ 9962542 w 13158797"/>
              <a:gd name="connsiteY146" fmla="*/ 674598 h 9456078"/>
              <a:gd name="connsiteX147" fmla="*/ 10005784 w 13158797"/>
              <a:gd name="connsiteY147" fmla="*/ 652149 h 9456078"/>
              <a:gd name="connsiteX148" fmla="*/ 10049209 w 13158797"/>
              <a:gd name="connsiteY148" fmla="*/ 630059 h 9456078"/>
              <a:gd name="connsiteX149" fmla="*/ 10092814 w 13158797"/>
              <a:gd name="connsiteY149" fmla="*/ 608328 h 9456078"/>
              <a:gd name="connsiteX150" fmla="*/ 10136597 w 13158797"/>
              <a:gd name="connsiteY150" fmla="*/ 586958 h 9456078"/>
              <a:gd name="connsiteX151" fmla="*/ 10180556 w 13158797"/>
              <a:gd name="connsiteY151" fmla="*/ 565950 h 9456078"/>
              <a:gd name="connsiteX152" fmla="*/ 10224688 w 13158797"/>
              <a:gd name="connsiteY152" fmla="*/ 545304 h 9456078"/>
              <a:gd name="connsiteX153" fmla="*/ 10268991 w 13158797"/>
              <a:gd name="connsiteY153" fmla="*/ 525023 h 9456078"/>
              <a:gd name="connsiteX154" fmla="*/ 10313463 w 13158797"/>
              <a:gd name="connsiteY154" fmla="*/ 505107 h 9456078"/>
              <a:gd name="connsiteX155" fmla="*/ 10358101 w 13158797"/>
              <a:gd name="connsiteY155" fmla="*/ 485558 h 9456078"/>
              <a:gd name="connsiteX156" fmla="*/ 10402903 w 13158797"/>
              <a:gd name="connsiteY156" fmla="*/ 466376 h 9456078"/>
              <a:gd name="connsiteX157" fmla="*/ 10447868 w 13158797"/>
              <a:gd name="connsiteY157" fmla="*/ 447563 h 9456078"/>
              <a:gd name="connsiteX158" fmla="*/ 10492991 w 13158797"/>
              <a:gd name="connsiteY158" fmla="*/ 429119 h 9456078"/>
              <a:gd name="connsiteX159" fmla="*/ 10538272 w 13158797"/>
              <a:gd name="connsiteY159" fmla="*/ 411046 h 9456078"/>
              <a:gd name="connsiteX160" fmla="*/ 10583708 w 13158797"/>
              <a:gd name="connsiteY160" fmla="*/ 393346 h 9456078"/>
              <a:gd name="connsiteX161" fmla="*/ 10629297 w 13158797"/>
              <a:gd name="connsiteY161" fmla="*/ 376018 h 9456078"/>
              <a:gd name="connsiteX162" fmla="*/ 10675036 w 13158797"/>
              <a:gd name="connsiteY162" fmla="*/ 359065 h 9456078"/>
              <a:gd name="connsiteX163" fmla="*/ 10720923 w 13158797"/>
              <a:gd name="connsiteY163" fmla="*/ 342487 h 9456078"/>
              <a:gd name="connsiteX164" fmla="*/ 10766956 w 13158797"/>
              <a:gd name="connsiteY164" fmla="*/ 326286 h 9456078"/>
              <a:gd name="connsiteX165" fmla="*/ 10813132 w 13158797"/>
              <a:gd name="connsiteY165" fmla="*/ 310462 h 9456078"/>
              <a:gd name="connsiteX166" fmla="*/ 10859450 w 13158797"/>
              <a:gd name="connsiteY166" fmla="*/ 295018 h 9456078"/>
              <a:gd name="connsiteX167" fmla="*/ 10905907 w 13158797"/>
              <a:gd name="connsiteY167" fmla="*/ 279953 h 9456078"/>
              <a:gd name="connsiteX168" fmla="*/ 10952500 w 13158797"/>
              <a:gd name="connsiteY168" fmla="*/ 265269 h 9456078"/>
              <a:gd name="connsiteX169" fmla="*/ 10999227 w 13158797"/>
              <a:gd name="connsiteY169" fmla="*/ 250968 h 9456078"/>
              <a:gd name="connsiteX170" fmla="*/ 11046087 w 13158797"/>
              <a:gd name="connsiteY170" fmla="*/ 237049 h 9456078"/>
              <a:gd name="connsiteX171" fmla="*/ 11093076 w 13158797"/>
              <a:gd name="connsiteY171" fmla="*/ 223516 h 9456078"/>
              <a:gd name="connsiteX172" fmla="*/ 11140193 w 13158797"/>
              <a:gd name="connsiteY172" fmla="*/ 210368 h 9456078"/>
              <a:gd name="connsiteX173" fmla="*/ 11187434 w 13158797"/>
              <a:gd name="connsiteY173" fmla="*/ 197606 h 9456078"/>
              <a:gd name="connsiteX174" fmla="*/ 11234799 w 13158797"/>
              <a:gd name="connsiteY174" fmla="*/ 185233 h 9456078"/>
              <a:gd name="connsiteX175" fmla="*/ 11282284 w 13158797"/>
              <a:gd name="connsiteY175" fmla="*/ 173248 h 9456078"/>
              <a:gd name="connsiteX176" fmla="*/ 11329888 w 13158797"/>
              <a:gd name="connsiteY176" fmla="*/ 161654 h 9456078"/>
              <a:gd name="connsiteX177" fmla="*/ 11377607 w 13158797"/>
              <a:gd name="connsiteY177" fmla="*/ 150451 h 9456078"/>
              <a:gd name="connsiteX178" fmla="*/ 11425440 w 13158797"/>
              <a:gd name="connsiteY178" fmla="*/ 139640 h 9456078"/>
              <a:gd name="connsiteX179" fmla="*/ 11473385 w 13158797"/>
              <a:gd name="connsiteY179" fmla="*/ 129223 h 9456078"/>
              <a:gd name="connsiteX180" fmla="*/ 11521439 w 13158797"/>
              <a:gd name="connsiteY180" fmla="*/ 119201 h 9456078"/>
              <a:gd name="connsiteX181" fmla="*/ 11569599 w 13158797"/>
              <a:gd name="connsiteY181" fmla="*/ 109574 h 9456078"/>
              <a:gd name="connsiteX182" fmla="*/ 11617864 w 13158797"/>
              <a:gd name="connsiteY182" fmla="*/ 100344 h 9456078"/>
              <a:gd name="connsiteX183" fmla="*/ 11666231 w 13158797"/>
              <a:gd name="connsiteY183" fmla="*/ 91512 h 9456078"/>
              <a:gd name="connsiteX184" fmla="*/ 11714698 w 13158797"/>
              <a:gd name="connsiteY184" fmla="*/ 83080 h 9456078"/>
              <a:gd name="connsiteX185" fmla="*/ 11763263 w 13158797"/>
              <a:gd name="connsiteY185" fmla="*/ 75047 h 9456078"/>
              <a:gd name="connsiteX186" fmla="*/ 11811923 w 13158797"/>
              <a:gd name="connsiteY186" fmla="*/ 67417 h 9456078"/>
              <a:gd name="connsiteX187" fmla="*/ 11860676 w 13158797"/>
              <a:gd name="connsiteY187" fmla="*/ 60188 h 9456078"/>
              <a:gd name="connsiteX188" fmla="*/ 11909519 w 13158797"/>
              <a:gd name="connsiteY188" fmla="*/ 53364 h 9456078"/>
              <a:gd name="connsiteX189" fmla="*/ 11958451 w 13158797"/>
              <a:gd name="connsiteY189" fmla="*/ 46944 h 9456078"/>
              <a:gd name="connsiteX190" fmla="*/ 12007470 w 13158797"/>
              <a:gd name="connsiteY190" fmla="*/ 40931 h 9456078"/>
              <a:gd name="connsiteX191" fmla="*/ 12056572 w 13158797"/>
              <a:gd name="connsiteY191" fmla="*/ 35324 h 9456078"/>
              <a:gd name="connsiteX192" fmla="*/ 12105756 w 13158797"/>
              <a:gd name="connsiteY192" fmla="*/ 30126 h 9456078"/>
              <a:gd name="connsiteX193" fmla="*/ 12155019 w 13158797"/>
              <a:gd name="connsiteY193" fmla="*/ 25337 h 9456078"/>
              <a:gd name="connsiteX194" fmla="*/ 12204359 w 13158797"/>
              <a:gd name="connsiteY194" fmla="*/ 20958 h 9456078"/>
              <a:gd name="connsiteX195" fmla="*/ 12253773 w 13158797"/>
              <a:gd name="connsiteY195" fmla="*/ 16991 h 9456078"/>
              <a:gd name="connsiteX196" fmla="*/ 12303260 w 13158797"/>
              <a:gd name="connsiteY196" fmla="*/ 13437 h 9456078"/>
              <a:gd name="connsiteX197" fmla="*/ 12352818 w 13158797"/>
              <a:gd name="connsiteY197" fmla="*/ 10297 h 9456078"/>
              <a:gd name="connsiteX198" fmla="*/ 12402443 w 13158797"/>
              <a:gd name="connsiteY198" fmla="*/ 7572 h 9456078"/>
              <a:gd name="connsiteX199" fmla="*/ 12452133 w 13158797"/>
              <a:gd name="connsiteY199" fmla="*/ 5263 h 9456078"/>
              <a:gd name="connsiteX200" fmla="*/ 12501887 w 13158797"/>
              <a:gd name="connsiteY200" fmla="*/ 3371 h 9456078"/>
              <a:gd name="connsiteX201" fmla="*/ 12551701 w 13158797"/>
              <a:gd name="connsiteY201" fmla="*/ 1898 h 9456078"/>
              <a:gd name="connsiteX202" fmla="*/ 12601574 w 13158797"/>
              <a:gd name="connsiteY202" fmla="*/ 844 h 9456078"/>
              <a:gd name="connsiteX203" fmla="*/ 12651504 w 13158797"/>
              <a:gd name="connsiteY203" fmla="*/ 211 h 9456078"/>
              <a:gd name="connsiteX204" fmla="*/ 12701487 w 13158797"/>
              <a:gd name="connsiteY204" fmla="*/ 0 h 9456078"/>
              <a:gd name="connsiteX205" fmla="*/ 13158798 w 13158797"/>
              <a:gd name="connsiteY205" fmla="*/ 0 h 94560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</a:cxnLst>
            <a:rect l="l" t="t" r="r" b="b"/>
            <a:pathLst>
              <a:path w="13158797" h="9456078">
                <a:moveTo>
                  <a:pt x="0" y="9456078"/>
                </a:moveTo>
                <a:lnTo>
                  <a:pt x="49977" y="9455836"/>
                </a:lnTo>
                <a:lnTo>
                  <a:pt x="99893" y="9455111"/>
                </a:lnTo>
                <a:lnTo>
                  <a:pt x="149742" y="9453904"/>
                </a:lnTo>
                <a:lnTo>
                  <a:pt x="199524" y="9452217"/>
                </a:lnTo>
                <a:lnTo>
                  <a:pt x="298870" y="9447409"/>
                </a:lnTo>
                <a:lnTo>
                  <a:pt x="348429" y="9444290"/>
                </a:lnTo>
                <a:lnTo>
                  <a:pt x="397907" y="9440698"/>
                </a:lnTo>
                <a:lnTo>
                  <a:pt x="447302" y="9436632"/>
                </a:lnTo>
                <a:lnTo>
                  <a:pt x="496610" y="9432096"/>
                </a:lnTo>
                <a:lnTo>
                  <a:pt x="545829" y="9427089"/>
                </a:lnTo>
                <a:lnTo>
                  <a:pt x="594956" y="9421615"/>
                </a:lnTo>
                <a:lnTo>
                  <a:pt x="643987" y="9415673"/>
                </a:lnTo>
                <a:lnTo>
                  <a:pt x="692920" y="9409267"/>
                </a:lnTo>
                <a:lnTo>
                  <a:pt x="741751" y="9402396"/>
                </a:lnTo>
                <a:lnTo>
                  <a:pt x="790478" y="9395063"/>
                </a:lnTo>
                <a:lnTo>
                  <a:pt x="839098" y="9387270"/>
                </a:lnTo>
                <a:lnTo>
                  <a:pt x="887607" y="9379017"/>
                </a:lnTo>
                <a:lnTo>
                  <a:pt x="936002" y="9370306"/>
                </a:lnTo>
                <a:lnTo>
                  <a:pt x="984281" y="9361139"/>
                </a:lnTo>
                <a:lnTo>
                  <a:pt x="1032440" y="9351517"/>
                </a:lnTo>
                <a:lnTo>
                  <a:pt x="1080477" y="9341441"/>
                </a:lnTo>
                <a:lnTo>
                  <a:pt x="1176172" y="9319936"/>
                </a:lnTo>
                <a:lnTo>
                  <a:pt x="1223823" y="9308509"/>
                </a:lnTo>
                <a:lnTo>
                  <a:pt x="1271339" y="9296635"/>
                </a:lnTo>
                <a:lnTo>
                  <a:pt x="1318719" y="9284315"/>
                </a:lnTo>
                <a:lnTo>
                  <a:pt x="1365957" y="9271550"/>
                </a:lnTo>
                <a:lnTo>
                  <a:pt x="1413052" y="9258342"/>
                </a:lnTo>
                <a:lnTo>
                  <a:pt x="1460000" y="9244693"/>
                </a:lnTo>
                <a:lnTo>
                  <a:pt x="1506799" y="9230604"/>
                </a:lnTo>
                <a:lnTo>
                  <a:pt x="1553445" y="9216076"/>
                </a:lnTo>
                <a:lnTo>
                  <a:pt x="1599935" y="9201111"/>
                </a:lnTo>
                <a:lnTo>
                  <a:pt x="1646267" y="9185710"/>
                </a:lnTo>
                <a:lnTo>
                  <a:pt x="1692437" y="9169876"/>
                </a:lnTo>
                <a:lnTo>
                  <a:pt x="1738442" y="9153608"/>
                </a:lnTo>
                <a:lnTo>
                  <a:pt x="1784280" y="9136910"/>
                </a:lnTo>
                <a:lnTo>
                  <a:pt x="1829947" y="9119782"/>
                </a:lnTo>
                <a:lnTo>
                  <a:pt x="1875440" y="9102226"/>
                </a:lnTo>
                <a:lnTo>
                  <a:pt x="1920756" y="9084243"/>
                </a:lnTo>
                <a:lnTo>
                  <a:pt x="1965893" y="9065835"/>
                </a:lnTo>
                <a:lnTo>
                  <a:pt x="2055615" y="9027750"/>
                </a:lnTo>
                <a:lnTo>
                  <a:pt x="2100195" y="9008075"/>
                </a:lnTo>
                <a:lnTo>
                  <a:pt x="2144582" y="8987981"/>
                </a:lnTo>
                <a:lnTo>
                  <a:pt x="2188775" y="8967470"/>
                </a:lnTo>
                <a:lnTo>
                  <a:pt x="2232770" y="8946542"/>
                </a:lnTo>
                <a:lnTo>
                  <a:pt x="2276564" y="8925199"/>
                </a:lnTo>
                <a:lnTo>
                  <a:pt x="2320154" y="8903443"/>
                </a:lnTo>
                <a:lnTo>
                  <a:pt x="2363538" y="8881275"/>
                </a:lnTo>
                <a:lnTo>
                  <a:pt x="2406711" y="8858697"/>
                </a:lnTo>
                <a:lnTo>
                  <a:pt x="2449672" y="8835710"/>
                </a:lnTo>
                <a:lnTo>
                  <a:pt x="2492417" y="8812316"/>
                </a:lnTo>
                <a:lnTo>
                  <a:pt x="2534943" y="8788516"/>
                </a:lnTo>
                <a:lnTo>
                  <a:pt x="2577247" y="8764311"/>
                </a:lnTo>
                <a:lnTo>
                  <a:pt x="2619326" y="8739704"/>
                </a:lnTo>
                <a:lnTo>
                  <a:pt x="2661177" y="8714695"/>
                </a:lnTo>
                <a:lnTo>
                  <a:pt x="2702797" y="8689286"/>
                </a:lnTo>
                <a:lnTo>
                  <a:pt x="2744183" y="8663479"/>
                </a:lnTo>
                <a:lnTo>
                  <a:pt x="2785333" y="8637274"/>
                </a:lnTo>
                <a:lnTo>
                  <a:pt x="2826242" y="8610675"/>
                </a:lnTo>
                <a:lnTo>
                  <a:pt x="2866908" y="8583681"/>
                </a:lnTo>
                <a:lnTo>
                  <a:pt x="2907329" y="8556295"/>
                </a:lnTo>
                <a:lnTo>
                  <a:pt x="2947500" y="8528517"/>
                </a:lnTo>
                <a:lnTo>
                  <a:pt x="2987419" y="8500351"/>
                </a:lnTo>
                <a:lnTo>
                  <a:pt x="3027083" y="8471796"/>
                </a:lnTo>
                <a:lnTo>
                  <a:pt x="3066489" y="8442854"/>
                </a:lnTo>
                <a:lnTo>
                  <a:pt x="3105634" y="8413528"/>
                </a:lnTo>
                <a:lnTo>
                  <a:pt x="3144515" y="8383818"/>
                </a:lnTo>
                <a:lnTo>
                  <a:pt x="3183129" y="8353726"/>
                </a:lnTo>
                <a:lnTo>
                  <a:pt x="3221473" y="8323253"/>
                </a:lnTo>
                <a:lnTo>
                  <a:pt x="3259544" y="8292401"/>
                </a:lnTo>
                <a:lnTo>
                  <a:pt x="3297339" y="8261172"/>
                </a:lnTo>
                <a:lnTo>
                  <a:pt x="3334854" y="8229566"/>
                </a:lnTo>
                <a:lnTo>
                  <a:pt x="3372087" y="8197585"/>
                </a:lnTo>
                <a:lnTo>
                  <a:pt x="3409035" y="8165232"/>
                </a:lnTo>
                <a:lnTo>
                  <a:pt x="3445695" y="8132507"/>
                </a:lnTo>
                <a:lnTo>
                  <a:pt x="3482064" y="8099411"/>
                </a:lnTo>
                <a:lnTo>
                  <a:pt x="3518139" y="8065947"/>
                </a:lnTo>
                <a:lnTo>
                  <a:pt x="3553916" y="8032115"/>
                </a:lnTo>
                <a:lnTo>
                  <a:pt x="3589393" y="7997918"/>
                </a:lnTo>
                <a:lnTo>
                  <a:pt x="3624567" y="7963356"/>
                </a:lnTo>
                <a:lnTo>
                  <a:pt x="3659435" y="7928432"/>
                </a:lnTo>
                <a:lnTo>
                  <a:pt x="3693994" y="7893146"/>
                </a:lnTo>
                <a:lnTo>
                  <a:pt x="3728240" y="7857501"/>
                </a:lnTo>
                <a:lnTo>
                  <a:pt x="3762171" y="7821497"/>
                </a:lnTo>
                <a:lnTo>
                  <a:pt x="3795783" y="7785136"/>
                </a:lnTo>
                <a:lnTo>
                  <a:pt x="3829075" y="7748420"/>
                </a:lnTo>
                <a:lnTo>
                  <a:pt x="3862042" y="7711350"/>
                </a:lnTo>
                <a:lnTo>
                  <a:pt x="3894682" y="7673928"/>
                </a:lnTo>
                <a:lnTo>
                  <a:pt x="3926991" y="7636155"/>
                </a:lnTo>
                <a:lnTo>
                  <a:pt x="3958967" y="7598032"/>
                </a:lnTo>
                <a:lnTo>
                  <a:pt x="3990607" y="7559561"/>
                </a:lnTo>
                <a:lnTo>
                  <a:pt x="4021907" y="7520744"/>
                </a:lnTo>
                <a:lnTo>
                  <a:pt x="4052865" y="7481582"/>
                </a:lnTo>
                <a:lnTo>
                  <a:pt x="4083478" y="7442077"/>
                </a:lnTo>
                <a:lnTo>
                  <a:pt x="8022311" y="2307814"/>
                </a:lnTo>
                <a:lnTo>
                  <a:pt x="8052902" y="2268285"/>
                </a:lnTo>
                <a:lnTo>
                  <a:pt x="8083796" y="2229056"/>
                </a:lnTo>
                <a:lnTo>
                  <a:pt x="8114989" y="2190127"/>
                </a:lnTo>
                <a:lnTo>
                  <a:pt x="8146479" y="2151500"/>
                </a:lnTo>
                <a:lnTo>
                  <a:pt x="8178264" y="2113176"/>
                </a:lnTo>
                <a:lnTo>
                  <a:pt x="8210341" y="2075157"/>
                </a:lnTo>
                <a:lnTo>
                  <a:pt x="8242709" y="2037442"/>
                </a:lnTo>
                <a:lnTo>
                  <a:pt x="8275365" y="2000034"/>
                </a:lnTo>
                <a:lnTo>
                  <a:pt x="8308307" y="1962934"/>
                </a:lnTo>
                <a:lnTo>
                  <a:pt x="8341532" y="1926142"/>
                </a:lnTo>
                <a:lnTo>
                  <a:pt x="8375038" y="1889660"/>
                </a:lnTo>
                <a:lnTo>
                  <a:pt x="8408823" y="1853489"/>
                </a:lnTo>
                <a:lnTo>
                  <a:pt x="8442885" y="1817630"/>
                </a:lnTo>
                <a:lnTo>
                  <a:pt x="8477221" y="1782084"/>
                </a:lnTo>
                <a:lnTo>
                  <a:pt x="8511829" y="1746853"/>
                </a:lnTo>
                <a:lnTo>
                  <a:pt x="8546706" y="1711937"/>
                </a:lnTo>
                <a:lnTo>
                  <a:pt x="8581851" y="1677337"/>
                </a:lnTo>
                <a:lnTo>
                  <a:pt x="8617261" y="1643056"/>
                </a:lnTo>
                <a:lnTo>
                  <a:pt x="8652934" y="1609093"/>
                </a:lnTo>
                <a:lnTo>
                  <a:pt x="8688867" y="1575450"/>
                </a:lnTo>
                <a:lnTo>
                  <a:pt x="8725058" y="1542128"/>
                </a:lnTo>
                <a:lnTo>
                  <a:pt x="8761506" y="1509129"/>
                </a:lnTo>
                <a:lnTo>
                  <a:pt x="8798207" y="1476452"/>
                </a:lnTo>
                <a:lnTo>
                  <a:pt x="8835159" y="1444101"/>
                </a:lnTo>
                <a:lnTo>
                  <a:pt x="8872360" y="1412075"/>
                </a:lnTo>
                <a:lnTo>
                  <a:pt x="8909808" y="1380375"/>
                </a:lnTo>
                <a:lnTo>
                  <a:pt x="8947501" y="1349004"/>
                </a:lnTo>
                <a:lnTo>
                  <a:pt x="8985435" y="1317962"/>
                </a:lnTo>
                <a:lnTo>
                  <a:pt x="9023610" y="1287250"/>
                </a:lnTo>
                <a:lnTo>
                  <a:pt x="9062022" y="1256869"/>
                </a:lnTo>
                <a:lnTo>
                  <a:pt x="9100669" y="1226820"/>
                </a:lnTo>
                <a:lnTo>
                  <a:pt x="9139549" y="1197105"/>
                </a:lnTo>
                <a:lnTo>
                  <a:pt x="9178660" y="1167725"/>
                </a:lnTo>
                <a:lnTo>
                  <a:pt x="9217999" y="1138681"/>
                </a:lnTo>
                <a:lnTo>
                  <a:pt x="9257564" y="1109974"/>
                </a:lnTo>
                <a:lnTo>
                  <a:pt x="9297353" y="1081604"/>
                </a:lnTo>
                <a:lnTo>
                  <a:pt x="9337364" y="1053574"/>
                </a:lnTo>
                <a:lnTo>
                  <a:pt x="9377594" y="1025884"/>
                </a:lnTo>
                <a:lnTo>
                  <a:pt x="9418040" y="998536"/>
                </a:lnTo>
                <a:lnTo>
                  <a:pt x="9458702" y="971530"/>
                </a:lnTo>
                <a:lnTo>
                  <a:pt x="9499575" y="944868"/>
                </a:lnTo>
                <a:lnTo>
                  <a:pt x="9540659" y="918551"/>
                </a:lnTo>
                <a:lnTo>
                  <a:pt x="9581950" y="892580"/>
                </a:lnTo>
                <a:lnTo>
                  <a:pt x="9623447" y="866956"/>
                </a:lnTo>
                <a:lnTo>
                  <a:pt x="9665147" y="841681"/>
                </a:lnTo>
                <a:lnTo>
                  <a:pt x="9707048" y="816754"/>
                </a:lnTo>
                <a:lnTo>
                  <a:pt x="9749147" y="792179"/>
                </a:lnTo>
                <a:lnTo>
                  <a:pt x="9791443" y="767955"/>
                </a:lnTo>
                <a:lnTo>
                  <a:pt x="9833932" y="744083"/>
                </a:lnTo>
                <a:lnTo>
                  <a:pt x="9876613" y="720566"/>
                </a:lnTo>
                <a:lnTo>
                  <a:pt x="9919484" y="697404"/>
                </a:lnTo>
                <a:lnTo>
                  <a:pt x="9962542" y="674598"/>
                </a:lnTo>
                <a:lnTo>
                  <a:pt x="10005784" y="652149"/>
                </a:lnTo>
                <a:lnTo>
                  <a:pt x="10049209" y="630059"/>
                </a:lnTo>
                <a:lnTo>
                  <a:pt x="10092814" y="608328"/>
                </a:lnTo>
                <a:lnTo>
                  <a:pt x="10136597" y="586958"/>
                </a:lnTo>
                <a:lnTo>
                  <a:pt x="10180556" y="565950"/>
                </a:lnTo>
                <a:lnTo>
                  <a:pt x="10224688" y="545304"/>
                </a:lnTo>
                <a:lnTo>
                  <a:pt x="10268991" y="525023"/>
                </a:lnTo>
                <a:lnTo>
                  <a:pt x="10313463" y="505107"/>
                </a:lnTo>
                <a:lnTo>
                  <a:pt x="10358101" y="485558"/>
                </a:lnTo>
                <a:lnTo>
                  <a:pt x="10402903" y="466376"/>
                </a:lnTo>
                <a:lnTo>
                  <a:pt x="10447868" y="447563"/>
                </a:lnTo>
                <a:lnTo>
                  <a:pt x="10492991" y="429119"/>
                </a:lnTo>
                <a:lnTo>
                  <a:pt x="10538272" y="411046"/>
                </a:lnTo>
                <a:lnTo>
                  <a:pt x="10583708" y="393346"/>
                </a:lnTo>
                <a:lnTo>
                  <a:pt x="10629297" y="376018"/>
                </a:lnTo>
                <a:lnTo>
                  <a:pt x="10675036" y="359065"/>
                </a:lnTo>
                <a:lnTo>
                  <a:pt x="10720923" y="342487"/>
                </a:lnTo>
                <a:lnTo>
                  <a:pt x="10766956" y="326286"/>
                </a:lnTo>
                <a:lnTo>
                  <a:pt x="10813132" y="310462"/>
                </a:lnTo>
                <a:lnTo>
                  <a:pt x="10859450" y="295018"/>
                </a:lnTo>
                <a:lnTo>
                  <a:pt x="10905907" y="279953"/>
                </a:lnTo>
                <a:lnTo>
                  <a:pt x="10952500" y="265269"/>
                </a:lnTo>
                <a:lnTo>
                  <a:pt x="10999227" y="250968"/>
                </a:lnTo>
                <a:lnTo>
                  <a:pt x="11046087" y="237049"/>
                </a:lnTo>
                <a:lnTo>
                  <a:pt x="11093076" y="223516"/>
                </a:lnTo>
                <a:lnTo>
                  <a:pt x="11140193" y="210368"/>
                </a:lnTo>
                <a:lnTo>
                  <a:pt x="11187434" y="197606"/>
                </a:lnTo>
                <a:lnTo>
                  <a:pt x="11234799" y="185233"/>
                </a:lnTo>
                <a:lnTo>
                  <a:pt x="11282284" y="173248"/>
                </a:lnTo>
                <a:lnTo>
                  <a:pt x="11329888" y="161654"/>
                </a:lnTo>
                <a:lnTo>
                  <a:pt x="11377607" y="150451"/>
                </a:lnTo>
                <a:lnTo>
                  <a:pt x="11425440" y="139640"/>
                </a:lnTo>
                <a:lnTo>
                  <a:pt x="11473385" y="129223"/>
                </a:lnTo>
                <a:lnTo>
                  <a:pt x="11521439" y="119201"/>
                </a:lnTo>
                <a:lnTo>
                  <a:pt x="11569599" y="109574"/>
                </a:lnTo>
                <a:lnTo>
                  <a:pt x="11617864" y="100344"/>
                </a:lnTo>
                <a:lnTo>
                  <a:pt x="11666231" y="91512"/>
                </a:lnTo>
                <a:lnTo>
                  <a:pt x="11714698" y="83080"/>
                </a:lnTo>
                <a:lnTo>
                  <a:pt x="11763263" y="75047"/>
                </a:lnTo>
                <a:lnTo>
                  <a:pt x="11811923" y="67417"/>
                </a:lnTo>
                <a:lnTo>
                  <a:pt x="11860676" y="60188"/>
                </a:lnTo>
                <a:lnTo>
                  <a:pt x="11909519" y="53364"/>
                </a:lnTo>
                <a:lnTo>
                  <a:pt x="11958451" y="46944"/>
                </a:lnTo>
                <a:lnTo>
                  <a:pt x="12007470" y="40931"/>
                </a:lnTo>
                <a:lnTo>
                  <a:pt x="12056572" y="35324"/>
                </a:lnTo>
                <a:lnTo>
                  <a:pt x="12105756" y="30126"/>
                </a:lnTo>
                <a:lnTo>
                  <a:pt x="12155019" y="25337"/>
                </a:lnTo>
                <a:lnTo>
                  <a:pt x="12204359" y="20958"/>
                </a:lnTo>
                <a:lnTo>
                  <a:pt x="12253773" y="16991"/>
                </a:lnTo>
                <a:lnTo>
                  <a:pt x="12303260" y="13437"/>
                </a:lnTo>
                <a:lnTo>
                  <a:pt x="12352818" y="10297"/>
                </a:lnTo>
                <a:lnTo>
                  <a:pt x="12402443" y="7572"/>
                </a:lnTo>
                <a:lnTo>
                  <a:pt x="12452133" y="5263"/>
                </a:lnTo>
                <a:lnTo>
                  <a:pt x="12501887" y="3371"/>
                </a:lnTo>
                <a:lnTo>
                  <a:pt x="12551701" y="1898"/>
                </a:lnTo>
                <a:lnTo>
                  <a:pt x="12601574" y="844"/>
                </a:lnTo>
                <a:lnTo>
                  <a:pt x="12651504" y="211"/>
                </a:lnTo>
                <a:lnTo>
                  <a:pt x="12701487" y="0"/>
                </a:lnTo>
                <a:lnTo>
                  <a:pt x="13158798" y="0"/>
                </a:lnTo>
              </a:path>
            </a:pathLst>
          </a:custGeom>
          <a:ln w="19050">
            <a:gradFill>
              <a:gsLst>
                <a:gs pos="18000">
                  <a:schemeClr val="accent2"/>
                </a:gs>
                <a:gs pos="0">
                  <a:schemeClr val="bg1">
                    <a:alpha val="0"/>
                  </a:schemeClr>
                </a:gs>
              </a:gsLst>
              <a:lin ang="5400000" scaled="0"/>
            </a:gradFill>
          </a:ln>
        </p:spPr>
        <p:txBody>
          <a:bodyPr wrap="square" lIns="0" tIns="0" rIns="0" bIns="0" rtlCol="0"/>
          <a:lstStyle/>
          <a:p>
            <a:pPr marL="0" marR="0" lvl="0" indent="0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147355C3-E565-CD06-62D4-5A5093D7D7B3}"/>
              </a:ext>
            </a:extLst>
          </p:cNvPr>
          <p:cNvCxnSpPr>
            <a:cxnSpLocks/>
          </p:cNvCxnSpPr>
          <p:nvPr/>
        </p:nvCxnSpPr>
        <p:spPr>
          <a:xfrm flipH="1">
            <a:off x="334962" y="6678798"/>
            <a:ext cx="10980001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87181430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465">
          <p15:clr>
            <a:srgbClr val="FBAE40"/>
          </p15:clr>
        </p15:guide>
        <p15:guide id="2" pos="128">
          <p15:clr>
            <a:srgbClr val="FBAE40"/>
          </p15:clr>
        </p15:guide>
        <p15:guide id="3" orient="horz" pos="2424">
          <p15:clr>
            <a:srgbClr val="FBAE40"/>
          </p15:clr>
        </p15:guide>
        <p15:guide id="4" pos="4530">
          <p15:clr>
            <a:srgbClr val="FBAE40"/>
          </p15:clr>
        </p15:guide>
        <p15:guide id="5" orient="horz" pos="141">
          <p15:clr>
            <a:srgbClr val="FBAE40"/>
          </p15:clr>
        </p15:guide>
        <p15:guide id="6" orient="horz" pos="306">
          <p15:clr>
            <a:srgbClr val="FBAE40"/>
          </p15:clr>
        </p15:guide>
        <p15:guide id="7" orient="horz" pos="485">
          <p15:clr>
            <a:srgbClr val="FBAE40"/>
          </p15:clr>
        </p15:guide>
      </p15:sldGuideLst>
    </p:ext>
  </p:extLst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Índice - Offwhite - 10 títulos">
    <p:bg>
      <p:bgPr>
        <a:gradFill>
          <a:gsLst>
            <a:gs pos="67000">
              <a:schemeClr val="tx1"/>
            </a:gs>
            <a:gs pos="100000">
              <a:schemeClr val="tx1"/>
            </a:gs>
            <a:gs pos="0">
              <a:srgbClr val="161B21"/>
            </a:gs>
          </a:gsLst>
          <a:lin ang="84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" name="Espaço Reservado para Número de Slide 5">
            <a:extLst>
              <a:ext uri="{FF2B5EF4-FFF2-40B4-BE49-F238E27FC236}">
                <a16:creationId xmlns:a16="http://schemas.microsoft.com/office/drawing/2014/main" id="{8B43B5D6-9411-2916-3463-C0BBC4CE3A6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pPr marL="20023">
              <a:lnSpc>
                <a:spcPct val="100000"/>
              </a:lnSpc>
              <a:spcBef>
                <a:spcPts val="45"/>
              </a:spcBef>
            </a:pPr>
            <a:fld id="{81D60167-4931-47E6-BA6A-407CBD079E47}" type="slidenum">
              <a:rPr lang="pt-BR" spc="-15" smtClean="0"/>
              <a:pPr marL="20023">
                <a:lnSpc>
                  <a:spcPct val="100000"/>
                </a:lnSpc>
                <a:spcBef>
                  <a:spcPts val="45"/>
                </a:spcBef>
              </a:pPr>
              <a:t>‹#›</a:t>
            </a:fld>
            <a:endParaRPr lang="pt-BR" spc="-15"/>
          </a:p>
        </p:txBody>
      </p:sp>
      <p:sp>
        <p:nvSpPr>
          <p:cNvPr id="95" name="Text Placeholder 3">
            <a:extLst>
              <a:ext uri="{FF2B5EF4-FFF2-40B4-BE49-F238E27FC236}">
                <a16:creationId xmlns:a16="http://schemas.microsoft.com/office/drawing/2014/main" id="{1F9E0DEB-08E9-5248-44F9-9916F0925C87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pt-BR"/>
              <a:t>Índice | Até 10 títulos</a:t>
            </a:r>
            <a:endParaRPr lang="en-US"/>
          </a:p>
        </p:txBody>
      </p:sp>
      <p:sp>
        <p:nvSpPr>
          <p:cNvPr id="96" name="Text Placeholder 10">
            <a:extLst>
              <a:ext uri="{FF2B5EF4-FFF2-40B4-BE49-F238E27FC236}">
                <a16:creationId xmlns:a16="http://schemas.microsoft.com/office/drawing/2014/main" id="{86EE135B-8461-A8E5-B808-1CCC5F3ABF32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defRPr sz="900" baseline="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7" name="Text Placeholder 21">
            <a:extLst>
              <a:ext uri="{FF2B5EF4-FFF2-40B4-BE49-F238E27FC236}">
                <a16:creationId xmlns:a16="http://schemas.microsoft.com/office/drawing/2014/main" id="{C68EECD8-4868-C403-065A-798C94914B21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1217550" y="1232282"/>
            <a:ext cx="4304945" cy="58564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98" name="Text Placeholder 21">
            <a:extLst>
              <a:ext uri="{FF2B5EF4-FFF2-40B4-BE49-F238E27FC236}">
                <a16:creationId xmlns:a16="http://schemas.microsoft.com/office/drawing/2014/main" id="{377F7479-B5E7-D307-06B9-71E3BA37F3EF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1217550" y="2153418"/>
            <a:ext cx="4304945" cy="595341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99" name="Text Placeholder 21">
            <a:extLst>
              <a:ext uri="{FF2B5EF4-FFF2-40B4-BE49-F238E27FC236}">
                <a16:creationId xmlns:a16="http://schemas.microsoft.com/office/drawing/2014/main" id="{A9CB3A34-F081-C677-A00F-67C1873C062A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1217550" y="3163685"/>
            <a:ext cx="4304945" cy="60135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0" name="Text Placeholder 21">
            <a:extLst>
              <a:ext uri="{FF2B5EF4-FFF2-40B4-BE49-F238E27FC236}">
                <a16:creationId xmlns:a16="http://schemas.microsoft.com/office/drawing/2014/main" id="{66627ED0-3A46-8737-6897-D3BDDB091302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1217550" y="4182010"/>
            <a:ext cx="4304945" cy="60135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1" name="Text Placeholder 21">
            <a:extLst>
              <a:ext uri="{FF2B5EF4-FFF2-40B4-BE49-F238E27FC236}">
                <a16:creationId xmlns:a16="http://schemas.microsoft.com/office/drawing/2014/main" id="{4A98C90D-F543-2D3A-9F32-FF02504B384D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6978588" y="1232282"/>
            <a:ext cx="4304945" cy="581956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2" name="Text Placeholder 21">
            <a:extLst>
              <a:ext uri="{FF2B5EF4-FFF2-40B4-BE49-F238E27FC236}">
                <a16:creationId xmlns:a16="http://schemas.microsoft.com/office/drawing/2014/main" id="{02D303FD-4338-9202-3742-445CFAC544F9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6978588" y="2153417"/>
            <a:ext cx="4304945" cy="591654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3" name="Text Placeholder 21">
            <a:extLst>
              <a:ext uri="{FF2B5EF4-FFF2-40B4-BE49-F238E27FC236}">
                <a16:creationId xmlns:a16="http://schemas.microsoft.com/office/drawing/2014/main" id="{DAB51C54-4BA1-024C-8F1D-E61343BFAC42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978588" y="3163685"/>
            <a:ext cx="4304945" cy="591654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4" name="Text Placeholder 21">
            <a:extLst>
              <a:ext uri="{FF2B5EF4-FFF2-40B4-BE49-F238E27FC236}">
                <a16:creationId xmlns:a16="http://schemas.microsoft.com/office/drawing/2014/main" id="{31C27C31-0117-4C41-7DD9-9A95AE01F9D5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6978588" y="4182010"/>
            <a:ext cx="4304945" cy="597666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5" name="Text Placeholder 21">
            <a:extLst>
              <a:ext uri="{FF2B5EF4-FFF2-40B4-BE49-F238E27FC236}">
                <a16:creationId xmlns:a16="http://schemas.microsoft.com/office/drawing/2014/main" id="{305C7304-230E-F6CE-A76D-99DF1E692F08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334965" y="1232283"/>
            <a:ext cx="666897" cy="666897"/>
          </a:xfrm>
          <a:prstGeom prst="rect">
            <a:avLst/>
          </a:prstGeom>
          <a:noFill/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1.</a:t>
            </a:r>
            <a:endParaRPr lang="pt-BR"/>
          </a:p>
        </p:txBody>
      </p:sp>
      <p:sp>
        <p:nvSpPr>
          <p:cNvPr id="106" name="Text Placeholder 21">
            <a:extLst>
              <a:ext uri="{FF2B5EF4-FFF2-40B4-BE49-F238E27FC236}">
                <a16:creationId xmlns:a16="http://schemas.microsoft.com/office/drawing/2014/main" id="{646BD931-2CC9-4B26-938C-C6A9327B317A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334965" y="2153418"/>
            <a:ext cx="666897" cy="666897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2.</a:t>
            </a:r>
            <a:endParaRPr lang="pt-BR"/>
          </a:p>
        </p:txBody>
      </p:sp>
      <p:sp>
        <p:nvSpPr>
          <p:cNvPr id="107" name="Text Placeholder 21">
            <a:extLst>
              <a:ext uri="{FF2B5EF4-FFF2-40B4-BE49-F238E27FC236}">
                <a16:creationId xmlns:a16="http://schemas.microsoft.com/office/drawing/2014/main" id="{7EF60F9A-51DE-3649-80E7-711C186485AA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334965" y="3163686"/>
            <a:ext cx="666897" cy="666897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3.</a:t>
            </a:r>
            <a:endParaRPr lang="pt-BR"/>
          </a:p>
        </p:txBody>
      </p:sp>
      <p:sp>
        <p:nvSpPr>
          <p:cNvPr id="108" name="Text Placeholder 21">
            <a:extLst>
              <a:ext uri="{FF2B5EF4-FFF2-40B4-BE49-F238E27FC236}">
                <a16:creationId xmlns:a16="http://schemas.microsoft.com/office/drawing/2014/main" id="{454FB385-5582-984D-3BEC-2409DCFBBEA7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334965" y="4182011"/>
            <a:ext cx="666897" cy="666897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4.</a:t>
            </a:r>
            <a:endParaRPr lang="pt-BR"/>
          </a:p>
        </p:txBody>
      </p:sp>
      <p:sp>
        <p:nvSpPr>
          <p:cNvPr id="109" name="Text Placeholder 21">
            <a:extLst>
              <a:ext uri="{FF2B5EF4-FFF2-40B4-BE49-F238E27FC236}">
                <a16:creationId xmlns:a16="http://schemas.microsoft.com/office/drawing/2014/main" id="{48AFB4A3-A713-3B36-5C4C-116B17982407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6096003" y="1232283"/>
            <a:ext cx="666897" cy="666897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6.</a:t>
            </a:r>
            <a:endParaRPr lang="pt-BR"/>
          </a:p>
        </p:txBody>
      </p:sp>
      <p:sp>
        <p:nvSpPr>
          <p:cNvPr id="110" name="Text Placeholder 21">
            <a:extLst>
              <a:ext uri="{FF2B5EF4-FFF2-40B4-BE49-F238E27FC236}">
                <a16:creationId xmlns:a16="http://schemas.microsoft.com/office/drawing/2014/main" id="{455A5A6A-C346-A345-7676-47650852DEC5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6096003" y="2153418"/>
            <a:ext cx="666897" cy="666897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7.</a:t>
            </a:r>
            <a:endParaRPr lang="pt-BR"/>
          </a:p>
        </p:txBody>
      </p:sp>
      <p:sp>
        <p:nvSpPr>
          <p:cNvPr id="111" name="Text Placeholder 21">
            <a:extLst>
              <a:ext uri="{FF2B5EF4-FFF2-40B4-BE49-F238E27FC236}">
                <a16:creationId xmlns:a16="http://schemas.microsoft.com/office/drawing/2014/main" id="{C9036724-53EE-61EA-4F36-0647670CC647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6096003" y="3163686"/>
            <a:ext cx="666897" cy="666897"/>
          </a:xfrm>
          <a:prstGeom prst="rect">
            <a:avLst/>
          </a:prstGeom>
          <a:noFill/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8.</a:t>
            </a:r>
            <a:endParaRPr lang="pt-BR"/>
          </a:p>
        </p:txBody>
      </p:sp>
      <p:sp>
        <p:nvSpPr>
          <p:cNvPr id="112" name="Text Placeholder 21">
            <a:extLst>
              <a:ext uri="{FF2B5EF4-FFF2-40B4-BE49-F238E27FC236}">
                <a16:creationId xmlns:a16="http://schemas.microsoft.com/office/drawing/2014/main" id="{59FC8DE1-DA8C-E6FC-0074-C1233AE33862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6096003" y="4182011"/>
            <a:ext cx="666897" cy="666897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9.</a:t>
            </a:r>
            <a:endParaRPr lang="pt-BR"/>
          </a:p>
        </p:txBody>
      </p:sp>
      <p:sp>
        <p:nvSpPr>
          <p:cNvPr id="113" name="Text Placeholder 21">
            <a:extLst>
              <a:ext uri="{FF2B5EF4-FFF2-40B4-BE49-F238E27FC236}">
                <a16:creationId xmlns:a16="http://schemas.microsoft.com/office/drawing/2014/main" id="{CD7EC131-607A-502B-D5DB-EACD3848C447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1217550" y="5195931"/>
            <a:ext cx="4304945" cy="60135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14" name="Text Placeholder 21">
            <a:extLst>
              <a:ext uri="{FF2B5EF4-FFF2-40B4-BE49-F238E27FC236}">
                <a16:creationId xmlns:a16="http://schemas.microsoft.com/office/drawing/2014/main" id="{39366CD8-736E-E9F0-1631-408CE9342B73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6978588" y="5195931"/>
            <a:ext cx="4304945" cy="597666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15" name="Text Placeholder 21">
            <a:extLst>
              <a:ext uri="{FF2B5EF4-FFF2-40B4-BE49-F238E27FC236}">
                <a16:creationId xmlns:a16="http://schemas.microsoft.com/office/drawing/2014/main" id="{A36BD412-4DD9-0776-5A73-B5939ACF9185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334965" y="5195932"/>
            <a:ext cx="666897" cy="666897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5.</a:t>
            </a:r>
            <a:endParaRPr lang="pt-BR"/>
          </a:p>
        </p:txBody>
      </p:sp>
      <p:sp>
        <p:nvSpPr>
          <p:cNvPr id="116" name="Text Placeholder 21">
            <a:extLst>
              <a:ext uri="{FF2B5EF4-FFF2-40B4-BE49-F238E27FC236}">
                <a16:creationId xmlns:a16="http://schemas.microsoft.com/office/drawing/2014/main" id="{0D56432C-F90B-BE78-9849-16EDFA25EDF3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6096003" y="5195932"/>
            <a:ext cx="666897" cy="666897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10.</a:t>
            </a:r>
            <a:endParaRPr lang="pt-BR"/>
          </a:p>
        </p:txBody>
      </p:sp>
      <p:sp>
        <p:nvSpPr>
          <p:cNvPr id="3" name="Picture 8">
            <a:extLst>
              <a:ext uri="{FF2B5EF4-FFF2-40B4-BE49-F238E27FC236}">
                <a16:creationId xmlns:a16="http://schemas.microsoft.com/office/drawing/2014/main" id="{15C4B308-9A73-C952-BC94-A59F0C0C9921}"/>
              </a:ext>
            </a:extLst>
          </p:cNvPr>
          <p:cNvSpPr/>
          <p:nvPr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/>
          </a:p>
        </p:txBody>
      </p:sp>
      <p:cxnSp>
        <p:nvCxnSpPr>
          <p:cNvPr id="2" name="Straight Connector 1">
            <a:extLst>
              <a:ext uri="{FF2B5EF4-FFF2-40B4-BE49-F238E27FC236}">
                <a16:creationId xmlns:a16="http://schemas.microsoft.com/office/drawing/2014/main" id="{CE520D13-0977-0020-E843-B1F49AD9DBB4}"/>
              </a:ext>
            </a:extLst>
          </p:cNvPr>
          <p:cNvCxnSpPr>
            <a:cxnSpLocks/>
          </p:cNvCxnSpPr>
          <p:nvPr/>
        </p:nvCxnSpPr>
        <p:spPr>
          <a:xfrm>
            <a:off x="1" y="169333"/>
            <a:ext cx="12229571" cy="0"/>
          </a:xfrm>
          <a:prstGeom prst="line">
            <a:avLst/>
          </a:prstGeom>
          <a:ln w="1905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object 4">
            <a:extLst>
              <a:ext uri="{FF2B5EF4-FFF2-40B4-BE49-F238E27FC236}">
                <a16:creationId xmlns:a16="http://schemas.microsoft.com/office/drawing/2014/main" id="{C3E900F5-D2B5-DCE6-DEB6-07FA9585743D}"/>
              </a:ext>
            </a:extLst>
          </p:cNvPr>
          <p:cNvSpPr/>
          <p:nvPr/>
        </p:nvSpPr>
        <p:spPr>
          <a:xfrm rot="10247908" flipH="1">
            <a:off x="4106509" y="-4146683"/>
            <a:ext cx="8001039" cy="5749648"/>
          </a:xfrm>
          <a:custGeom>
            <a:avLst/>
            <a:gdLst>
              <a:gd name="connsiteX0" fmla="*/ 0 w 13940157"/>
              <a:gd name="connsiteY0" fmla="*/ 9200719 h 9456078"/>
              <a:gd name="connsiteX1" fmla="*/ 781360 w 13940157"/>
              <a:gd name="connsiteY1" fmla="*/ 9456078 h 9456078"/>
              <a:gd name="connsiteX2" fmla="*/ 831337 w 13940157"/>
              <a:gd name="connsiteY2" fmla="*/ 9455836 h 9456078"/>
              <a:gd name="connsiteX3" fmla="*/ 881253 w 13940157"/>
              <a:gd name="connsiteY3" fmla="*/ 9455111 h 9456078"/>
              <a:gd name="connsiteX4" fmla="*/ 931102 w 13940157"/>
              <a:gd name="connsiteY4" fmla="*/ 9453904 h 9456078"/>
              <a:gd name="connsiteX5" fmla="*/ 980884 w 13940157"/>
              <a:gd name="connsiteY5" fmla="*/ 9452217 h 9456078"/>
              <a:gd name="connsiteX6" fmla="*/ 1030594 w 13940157"/>
              <a:gd name="connsiteY6" fmla="*/ 9450052 h 9456078"/>
              <a:gd name="connsiteX7" fmla="*/ 1080230 w 13940157"/>
              <a:gd name="connsiteY7" fmla="*/ 9447409 h 9456078"/>
              <a:gd name="connsiteX8" fmla="*/ 1129789 w 13940157"/>
              <a:gd name="connsiteY8" fmla="*/ 9444290 h 9456078"/>
              <a:gd name="connsiteX9" fmla="*/ 1179267 w 13940157"/>
              <a:gd name="connsiteY9" fmla="*/ 9440698 h 9456078"/>
              <a:gd name="connsiteX10" fmla="*/ 1228662 w 13940157"/>
              <a:gd name="connsiteY10" fmla="*/ 9436632 h 9456078"/>
              <a:gd name="connsiteX11" fmla="*/ 1277970 w 13940157"/>
              <a:gd name="connsiteY11" fmla="*/ 9432096 h 9456078"/>
              <a:gd name="connsiteX12" fmla="*/ 1327189 w 13940157"/>
              <a:gd name="connsiteY12" fmla="*/ 9427089 h 9456078"/>
              <a:gd name="connsiteX13" fmla="*/ 1376316 w 13940157"/>
              <a:gd name="connsiteY13" fmla="*/ 9421615 h 9456078"/>
              <a:gd name="connsiteX14" fmla="*/ 1425347 w 13940157"/>
              <a:gd name="connsiteY14" fmla="*/ 9415673 h 9456078"/>
              <a:gd name="connsiteX15" fmla="*/ 1474280 w 13940157"/>
              <a:gd name="connsiteY15" fmla="*/ 9409267 h 9456078"/>
              <a:gd name="connsiteX16" fmla="*/ 1523111 w 13940157"/>
              <a:gd name="connsiteY16" fmla="*/ 9402396 h 9456078"/>
              <a:gd name="connsiteX17" fmla="*/ 1571838 w 13940157"/>
              <a:gd name="connsiteY17" fmla="*/ 9395063 h 9456078"/>
              <a:gd name="connsiteX18" fmla="*/ 1620458 w 13940157"/>
              <a:gd name="connsiteY18" fmla="*/ 9387270 h 9456078"/>
              <a:gd name="connsiteX19" fmla="*/ 1668967 w 13940157"/>
              <a:gd name="connsiteY19" fmla="*/ 9379017 h 9456078"/>
              <a:gd name="connsiteX20" fmla="*/ 1717362 w 13940157"/>
              <a:gd name="connsiteY20" fmla="*/ 9370306 h 9456078"/>
              <a:gd name="connsiteX21" fmla="*/ 1765641 w 13940157"/>
              <a:gd name="connsiteY21" fmla="*/ 9361139 h 9456078"/>
              <a:gd name="connsiteX22" fmla="*/ 1813800 w 13940157"/>
              <a:gd name="connsiteY22" fmla="*/ 9351517 h 9456078"/>
              <a:gd name="connsiteX23" fmla="*/ 1861837 w 13940157"/>
              <a:gd name="connsiteY23" fmla="*/ 9341441 h 9456078"/>
              <a:gd name="connsiteX24" fmla="*/ 1909749 w 13940157"/>
              <a:gd name="connsiteY24" fmla="*/ 9330914 h 9456078"/>
              <a:gd name="connsiteX25" fmla="*/ 1957532 w 13940157"/>
              <a:gd name="connsiteY25" fmla="*/ 9319936 h 9456078"/>
              <a:gd name="connsiteX26" fmla="*/ 2005183 w 13940157"/>
              <a:gd name="connsiteY26" fmla="*/ 9308509 h 9456078"/>
              <a:gd name="connsiteX27" fmla="*/ 2052699 w 13940157"/>
              <a:gd name="connsiteY27" fmla="*/ 9296635 h 9456078"/>
              <a:gd name="connsiteX28" fmla="*/ 2100079 w 13940157"/>
              <a:gd name="connsiteY28" fmla="*/ 9284315 h 9456078"/>
              <a:gd name="connsiteX29" fmla="*/ 2147317 w 13940157"/>
              <a:gd name="connsiteY29" fmla="*/ 9271550 h 9456078"/>
              <a:gd name="connsiteX30" fmla="*/ 2194412 w 13940157"/>
              <a:gd name="connsiteY30" fmla="*/ 9258342 h 9456078"/>
              <a:gd name="connsiteX31" fmla="*/ 2241360 w 13940157"/>
              <a:gd name="connsiteY31" fmla="*/ 9244693 h 9456078"/>
              <a:gd name="connsiteX32" fmla="*/ 2288159 w 13940157"/>
              <a:gd name="connsiteY32" fmla="*/ 9230604 h 9456078"/>
              <a:gd name="connsiteX33" fmla="*/ 2334805 w 13940157"/>
              <a:gd name="connsiteY33" fmla="*/ 9216076 h 9456078"/>
              <a:gd name="connsiteX34" fmla="*/ 2381295 w 13940157"/>
              <a:gd name="connsiteY34" fmla="*/ 9201111 h 9456078"/>
              <a:gd name="connsiteX35" fmla="*/ 2427627 w 13940157"/>
              <a:gd name="connsiteY35" fmla="*/ 9185710 h 9456078"/>
              <a:gd name="connsiteX36" fmla="*/ 2473797 w 13940157"/>
              <a:gd name="connsiteY36" fmla="*/ 9169876 h 9456078"/>
              <a:gd name="connsiteX37" fmla="*/ 2519802 w 13940157"/>
              <a:gd name="connsiteY37" fmla="*/ 9153608 h 9456078"/>
              <a:gd name="connsiteX38" fmla="*/ 2565640 w 13940157"/>
              <a:gd name="connsiteY38" fmla="*/ 9136910 h 9456078"/>
              <a:gd name="connsiteX39" fmla="*/ 2611307 w 13940157"/>
              <a:gd name="connsiteY39" fmla="*/ 9119782 h 9456078"/>
              <a:gd name="connsiteX40" fmla="*/ 2656800 w 13940157"/>
              <a:gd name="connsiteY40" fmla="*/ 9102226 h 9456078"/>
              <a:gd name="connsiteX41" fmla="*/ 2702116 w 13940157"/>
              <a:gd name="connsiteY41" fmla="*/ 9084243 h 9456078"/>
              <a:gd name="connsiteX42" fmla="*/ 2747253 w 13940157"/>
              <a:gd name="connsiteY42" fmla="*/ 9065835 h 9456078"/>
              <a:gd name="connsiteX43" fmla="*/ 2792207 w 13940157"/>
              <a:gd name="connsiteY43" fmla="*/ 9047004 h 9456078"/>
              <a:gd name="connsiteX44" fmla="*/ 2836975 w 13940157"/>
              <a:gd name="connsiteY44" fmla="*/ 9027750 h 9456078"/>
              <a:gd name="connsiteX45" fmla="*/ 2881555 w 13940157"/>
              <a:gd name="connsiteY45" fmla="*/ 9008075 h 9456078"/>
              <a:gd name="connsiteX46" fmla="*/ 2925942 w 13940157"/>
              <a:gd name="connsiteY46" fmla="*/ 8987981 h 9456078"/>
              <a:gd name="connsiteX47" fmla="*/ 2970135 w 13940157"/>
              <a:gd name="connsiteY47" fmla="*/ 8967470 h 9456078"/>
              <a:gd name="connsiteX48" fmla="*/ 3014130 w 13940157"/>
              <a:gd name="connsiteY48" fmla="*/ 8946542 h 9456078"/>
              <a:gd name="connsiteX49" fmla="*/ 3057924 w 13940157"/>
              <a:gd name="connsiteY49" fmla="*/ 8925199 h 9456078"/>
              <a:gd name="connsiteX50" fmla="*/ 3101514 w 13940157"/>
              <a:gd name="connsiteY50" fmla="*/ 8903443 h 9456078"/>
              <a:gd name="connsiteX51" fmla="*/ 3144898 w 13940157"/>
              <a:gd name="connsiteY51" fmla="*/ 8881275 h 9456078"/>
              <a:gd name="connsiteX52" fmla="*/ 3188071 w 13940157"/>
              <a:gd name="connsiteY52" fmla="*/ 8858697 h 9456078"/>
              <a:gd name="connsiteX53" fmla="*/ 3231032 w 13940157"/>
              <a:gd name="connsiteY53" fmla="*/ 8835710 h 9456078"/>
              <a:gd name="connsiteX54" fmla="*/ 3273777 w 13940157"/>
              <a:gd name="connsiteY54" fmla="*/ 8812316 h 9456078"/>
              <a:gd name="connsiteX55" fmla="*/ 3316303 w 13940157"/>
              <a:gd name="connsiteY55" fmla="*/ 8788516 h 9456078"/>
              <a:gd name="connsiteX56" fmla="*/ 3358607 w 13940157"/>
              <a:gd name="connsiteY56" fmla="*/ 8764311 h 9456078"/>
              <a:gd name="connsiteX57" fmla="*/ 3400686 w 13940157"/>
              <a:gd name="connsiteY57" fmla="*/ 8739704 h 9456078"/>
              <a:gd name="connsiteX58" fmla="*/ 3442537 w 13940157"/>
              <a:gd name="connsiteY58" fmla="*/ 8714695 h 9456078"/>
              <a:gd name="connsiteX59" fmla="*/ 3484157 w 13940157"/>
              <a:gd name="connsiteY59" fmla="*/ 8689286 h 9456078"/>
              <a:gd name="connsiteX60" fmla="*/ 3525543 w 13940157"/>
              <a:gd name="connsiteY60" fmla="*/ 8663479 h 9456078"/>
              <a:gd name="connsiteX61" fmla="*/ 3566693 w 13940157"/>
              <a:gd name="connsiteY61" fmla="*/ 8637274 h 9456078"/>
              <a:gd name="connsiteX62" fmla="*/ 3607602 w 13940157"/>
              <a:gd name="connsiteY62" fmla="*/ 8610675 h 9456078"/>
              <a:gd name="connsiteX63" fmla="*/ 3648268 w 13940157"/>
              <a:gd name="connsiteY63" fmla="*/ 8583681 h 9456078"/>
              <a:gd name="connsiteX64" fmla="*/ 3688689 w 13940157"/>
              <a:gd name="connsiteY64" fmla="*/ 8556295 h 9456078"/>
              <a:gd name="connsiteX65" fmla="*/ 3728860 w 13940157"/>
              <a:gd name="connsiteY65" fmla="*/ 8528517 h 9456078"/>
              <a:gd name="connsiteX66" fmla="*/ 3768779 w 13940157"/>
              <a:gd name="connsiteY66" fmla="*/ 8500351 h 9456078"/>
              <a:gd name="connsiteX67" fmla="*/ 3808443 w 13940157"/>
              <a:gd name="connsiteY67" fmla="*/ 8471796 h 9456078"/>
              <a:gd name="connsiteX68" fmla="*/ 3847849 w 13940157"/>
              <a:gd name="connsiteY68" fmla="*/ 8442854 h 9456078"/>
              <a:gd name="connsiteX69" fmla="*/ 3886994 w 13940157"/>
              <a:gd name="connsiteY69" fmla="*/ 8413528 h 9456078"/>
              <a:gd name="connsiteX70" fmla="*/ 3925875 w 13940157"/>
              <a:gd name="connsiteY70" fmla="*/ 8383818 h 9456078"/>
              <a:gd name="connsiteX71" fmla="*/ 3964489 w 13940157"/>
              <a:gd name="connsiteY71" fmla="*/ 8353726 h 9456078"/>
              <a:gd name="connsiteX72" fmla="*/ 4002833 w 13940157"/>
              <a:gd name="connsiteY72" fmla="*/ 8323253 h 9456078"/>
              <a:gd name="connsiteX73" fmla="*/ 4040904 w 13940157"/>
              <a:gd name="connsiteY73" fmla="*/ 8292401 h 9456078"/>
              <a:gd name="connsiteX74" fmla="*/ 4078699 w 13940157"/>
              <a:gd name="connsiteY74" fmla="*/ 8261172 h 9456078"/>
              <a:gd name="connsiteX75" fmla="*/ 4116214 w 13940157"/>
              <a:gd name="connsiteY75" fmla="*/ 8229566 h 9456078"/>
              <a:gd name="connsiteX76" fmla="*/ 4153447 w 13940157"/>
              <a:gd name="connsiteY76" fmla="*/ 8197585 h 9456078"/>
              <a:gd name="connsiteX77" fmla="*/ 4190395 w 13940157"/>
              <a:gd name="connsiteY77" fmla="*/ 8165232 h 9456078"/>
              <a:gd name="connsiteX78" fmla="*/ 4227055 w 13940157"/>
              <a:gd name="connsiteY78" fmla="*/ 8132507 h 9456078"/>
              <a:gd name="connsiteX79" fmla="*/ 4263424 w 13940157"/>
              <a:gd name="connsiteY79" fmla="*/ 8099411 h 9456078"/>
              <a:gd name="connsiteX80" fmla="*/ 4299499 w 13940157"/>
              <a:gd name="connsiteY80" fmla="*/ 8065947 h 9456078"/>
              <a:gd name="connsiteX81" fmla="*/ 4335276 w 13940157"/>
              <a:gd name="connsiteY81" fmla="*/ 8032115 h 9456078"/>
              <a:gd name="connsiteX82" fmla="*/ 4370753 w 13940157"/>
              <a:gd name="connsiteY82" fmla="*/ 7997918 h 9456078"/>
              <a:gd name="connsiteX83" fmla="*/ 4405927 w 13940157"/>
              <a:gd name="connsiteY83" fmla="*/ 7963356 h 9456078"/>
              <a:gd name="connsiteX84" fmla="*/ 4440795 w 13940157"/>
              <a:gd name="connsiteY84" fmla="*/ 7928432 h 9456078"/>
              <a:gd name="connsiteX85" fmla="*/ 4475354 w 13940157"/>
              <a:gd name="connsiteY85" fmla="*/ 7893146 h 9456078"/>
              <a:gd name="connsiteX86" fmla="*/ 4509600 w 13940157"/>
              <a:gd name="connsiteY86" fmla="*/ 7857501 h 9456078"/>
              <a:gd name="connsiteX87" fmla="*/ 4543531 w 13940157"/>
              <a:gd name="connsiteY87" fmla="*/ 7821497 h 9456078"/>
              <a:gd name="connsiteX88" fmla="*/ 4577143 w 13940157"/>
              <a:gd name="connsiteY88" fmla="*/ 7785136 h 9456078"/>
              <a:gd name="connsiteX89" fmla="*/ 4610435 w 13940157"/>
              <a:gd name="connsiteY89" fmla="*/ 7748420 h 9456078"/>
              <a:gd name="connsiteX90" fmla="*/ 4643402 w 13940157"/>
              <a:gd name="connsiteY90" fmla="*/ 7711350 h 9456078"/>
              <a:gd name="connsiteX91" fmla="*/ 4676042 w 13940157"/>
              <a:gd name="connsiteY91" fmla="*/ 7673928 h 9456078"/>
              <a:gd name="connsiteX92" fmla="*/ 4708351 w 13940157"/>
              <a:gd name="connsiteY92" fmla="*/ 7636155 h 9456078"/>
              <a:gd name="connsiteX93" fmla="*/ 4740327 w 13940157"/>
              <a:gd name="connsiteY93" fmla="*/ 7598032 h 9456078"/>
              <a:gd name="connsiteX94" fmla="*/ 4771967 w 13940157"/>
              <a:gd name="connsiteY94" fmla="*/ 7559561 h 9456078"/>
              <a:gd name="connsiteX95" fmla="*/ 4803267 w 13940157"/>
              <a:gd name="connsiteY95" fmla="*/ 7520744 h 9456078"/>
              <a:gd name="connsiteX96" fmla="*/ 4834225 w 13940157"/>
              <a:gd name="connsiteY96" fmla="*/ 7481582 h 9456078"/>
              <a:gd name="connsiteX97" fmla="*/ 4864838 w 13940157"/>
              <a:gd name="connsiteY97" fmla="*/ 7442077 h 9456078"/>
              <a:gd name="connsiteX98" fmla="*/ 8803671 w 13940157"/>
              <a:gd name="connsiteY98" fmla="*/ 2307814 h 9456078"/>
              <a:gd name="connsiteX99" fmla="*/ 8834262 w 13940157"/>
              <a:gd name="connsiteY99" fmla="*/ 2268285 h 9456078"/>
              <a:gd name="connsiteX100" fmla="*/ 8865156 w 13940157"/>
              <a:gd name="connsiteY100" fmla="*/ 2229056 h 9456078"/>
              <a:gd name="connsiteX101" fmla="*/ 8896349 w 13940157"/>
              <a:gd name="connsiteY101" fmla="*/ 2190127 h 9456078"/>
              <a:gd name="connsiteX102" fmla="*/ 8927839 w 13940157"/>
              <a:gd name="connsiteY102" fmla="*/ 2151500 h 9456078"/>
              <a:gd name="connsiteX103" fmla="*/ 8959624 w 13940157"/>
              <a:gd name="connsiteY103" fmla="*/ 2113176 h 9456078"/>
              <a:gd name="connsiteX104" fmla="*/ 8991701 w 13940157"/>
              <a:gd name="connsiteY104" fmla="*/ 2075157 h 9456078"/>
              <a:gd name="connsiteX105" fmla="*/ 9024069 w 13940157"/>
              <a:gd name="connsiteY105" fmla="*/ 2037442 h 9456078"/>
              <a:gd name="connsiteX106" fmla="*/ 9056725 w 13940157"/>
              <a:gd name="connsiteY106" fmla="*/ 2000034 h 9456078"/>
              <a:gd name="connsiteX107" fmla="*/ 9089667 w 13940157"/>
              <a:gd name="connsiteY107" fmla="*/ 1962934 h 9456078"/>
              <a:gd name="connsiteX108" fmla="*/ 9122892 w 13940157"/>
              <a:gd name="connsiteY108" fmla="*/ 1926142 h 9456078"/>
              <a:gd name="connsiteX109" fmla="*/ 9156398 w 13940157"/>
              <a:gd name="connsiteY109" fmla="*/ 1889660 h 9456078"/>
              <a:gd name="connsiteX110" fmla="*/ 9190183 w 13940157"/>
              <a:gd name="connsiteY110" fmla="*/ 1853489 h 9456078"/>
              <a:gd name="connsiteX111" fmla="*/ 9224245 w 13940157"/>
              <a:gd name="connsiteY111" fmla="*/ 1817630 h 9456078"/>
              <a:gd name="connsiteX112" fmla="*/ 9258581 w 13940157"/>
              <a:gd name="connsiteY112" fmla="*/ 1782084 h 9456078"/>
              <a:gd name="connsiteX113" fmla="*/ 9293189 w 13940157"/>
              <a:gd name="connsiteY113" fmla="*/ 1746853 h 9456078"/>
              <a:gd name="connsiteX114" fmla="*/ 9328066 w 13940157"/>
              <a:gd name="connsiteY114" fmla="*/ 1711937 h 9456078"/>
              <a:gd name="connsiteX115" fmla="*/ 9363211 w 13940157"/>
              <a:gd name="connsiteY115" fmla="*/ 1677337 h 9456078"/>
              <a:gd name="connsiteX116" fmla="*/ 9398621 w 13940157"/>
              <a:gd name="connsiteY116" fmla="*/ 1643056 h 9456078"/>
              <a:gd name="connsiteX117" fmla="*/ 9434294 w 13940157"/>
              <a:gd name="connsiteY117" fmla="*/ 1609093 h 9456078"/>
              <a:gd name="connsiteX118" fmla="*/ 9470227 w 13940157"/>
              <a:gd name="connsiteY118" fmla="*/ 1575450 h 9456078"/>
              <a:gd name="connsiteX119" fmla="*/ 9506418 w 13940157"/>
              <a:gd name="connsiteY119" fmla="*/ 1542128 h 9456078"/>
              <a:gd name="connsiteX120" fmla="*/ 9542866 w 13940157"/>
              <a:gd name="connsiteY120" fmla="*/ 1509129 h 9456078"/>
              <a:gd name="connsiteX121" fmla="*/ 9579567 w 13940157"/>
              <a:gd name="connsiteY121" fmla="*/ 1476452 h 9456078"/>
              <a:gd name="connsiteX122" fmla="*/ 9616519 w 13940157"/>
              <a:gd name="connsiteY122" fmla="*/ 1444101 h 9456078"/>
              <a:gd name="connsiteX123" fmla="*/ 9653720 w 13940157"/>
              <a:gd name="connsiteY123" fmla="*/ 1412075 h 9456078"/>
              <a:gd name="connsiteX124" fmla="*/ 9691168 w 13940157"/>
              <a:gd name="connsiteY124" fmla="*/ 1380375 h 9456078"/>
              <a:gd name="connsiteX125" fmla="*/ 9728861 w 13940157"/>
              <a:gd name="connsiteY125" fmla="*/ 1349004 h 9456078"/>
              <a:gd name="connsiteX126" fmla="*/ 9766795 w 13940157"/>
              <a:gd name="connsiteY126" fmla="*/ 1317962 h 9456078"/>
              <a:gd name="connsiteX127" fmla="*/ 9804970 w 13940157"/>
              <a:gd name="connsiteY127" fmla="*/ 1287250 h 9456078"/>
              <a:gd name="connsiteX128" fmla="*/ 9843382 w 13940157"/>
              <a:gd name="connsiteY128" fmla="*/ 1256869 h 9456078"/>
              <a:gd name="connsiteX129" fmla="*/ 9882029 w 13940157"/>
              <a:gd name="connsiteY129" fmla="*/ 1226820 h 9456078"/>
              <a:gd name="connsiteX130" fmla="*/ 9920909 w 13940157"/>
              <a:gd name="connsiteY130" fmla="*/ 1197105 h 9456078"/>
              <a:gd name="connsiteX131" fmla="*/ 9960020 w 13940157"/>
              <a:gd name="connsiteY131" fmla="*/ 1167725 h 9456078"/>
              <a:gd name="connsiteX132" fmla="*/ 9999359 w 13940157"/>
              <a:gd name="connsiteY132" fmla="*/ 1138681 h 9456078"/>
              <a:gd name="connsiteX133" fmla="*/ 10038924 w 13940157"/>
              <a:gd name="connsiteY133" fmla="*/ 1109974 h 9456078"/>
              <a:gd name="connsiteX134" fmla="*/ 10078713 w 13940157"/>
              <a:gd name="connsiteY134" fmla="*/ 1081604 h 9456078"/>
              <a:gd name="connsiteX135" fmla="*/ 10118724 w 13940157"/>
              <a:gd name="connsiteY135" fmla="*/ 1053574 h 9456078"/>
              <a:gd name="connsiteX136" fmla="*/ 10158954 w 13940157"/>
              <a:gd name="connsiteY136" fmla="*/ 1025884 h 9456078"/>
              <a:gd name="connsiteX137" fmla="*/ 10199400 w 13940157"/>
              <a:gd name="connsiteY137" fmla="*/ 998536 h 9456078"/>
              <a:gd name="connsiteX138" fmla="*/ 10240062 w 13940157"/>
              <a:gd name="connsiteY138" fmla="*/ 971530 h 9456078"/>
              <a:gd name="connsiteX139" fmla="*/ 10280935 w 13940157"/>
              <a:gd name="connsiteY139" fmla="*/ 944868 h 9456078"/>
              <a:gd name="connsiteX140" fmla="*/ 10322019 w 13940157"/>
              <a:gd name="connsiteY140" fmla="*/ 918551 h 9456078"/>
              <a:gd name="connsiteX141" fmla="*/ 10363310 w 13940157"/>
              <a:gd name="connsiteY141" fmla="*/ 892580 h 9456078"/>
              <a:gd name="connsiteX142" fmla="*/ 10404807 w 13940157"/>
              <a:gd name="connsiteY142" fmla="*/ 866956 h 9456078"/>
              <a:gd name="connsiteX143" fmla="*/ 10446507 w 13940157"/>
              <a:gd name="connsiteY143" fmla="*/ 841681 h 9456078"/>
              <a:gd name="connsiteX144" fmla="*/ 10488408 w 13940157"/>
              <a:gd name="connsiteY144" fmla="*/ 816754 h 9456078"/>
              <a:gd name="connsiteX145" fmla="*/ 10530507 w 13940157"/>
              <a:gd name="connsiteY145" fmla="*/ 792179 h 9456078"/>
              <a:gd name="connsiteX146" fmla="*/ 10572803 w 13940157"/>
              <a:gd name="connsiteY146" fmla="*/ 767955 h 9456078"/>
              <a:gd name="connsiteX147" fmla="*/ 10615292 w 13940157"/>
              <a:gd name="connsiteY147" fmla="*/ 744083 h 9456078"/>
              <a:gd name="connsiteX148" fmla="*/ 10657973 w 13940157"/>
              <a:gd name="connsiteY148" fmla="*/ 720566 h 9456078"/>
              <a:gd name="connsiteX149" fmla="*/ 10700844 w 13940157"/>
              <a:gd name="connsiteY149" fmla="*/ 697404 h 9456078"/>
              <a:gd name="connsiteX150" fmla="*/ 10743902 w 13940157"/>
              <a:gd name="connsiteY150" fmla="*/ 674598 h 9456078"/>
              <a:gd name="connsiteX151" fmla="*/ 10787144 w 13940157"/>
              <a:gd name="connsiteY151" fmla="*/ 652149 h 9456078"/>
              <a:gd name="connsiteX152" fmla="*/ 10830569 w 13940157"/>
              <a:gd name="connsiteY152" fmla="*/ 630059 h 9456078"/>
              <a:gd name="connsiteX153" fmla="*/ 10874174 w 13940157"/>
              <a:gd name="connsiteY153" fmla="*/ 608328 h 9456078"/>
              <a:gd name="connsiteX154" fmla="*/ 10917957 w 13940157"/>
              <a:gd name="connsiteY154" fmla="*/ 586958 h 9456078"/>
              <a:gd name="connsiteX155" fmla="*/ 10961916 w 13940157"/>
              <a:gd name="connsiteY155" fmla="*/ 565950 h 9456078"/>
              <a:gd name="connsiteX156" fmla="*/ 11006048 w 13940157"/>
              <a:gd name="connsiteY156" fmla="*/ 545304 h 9456078"/>
              <a:gd name="connsiteX157" fmla="*/ 11050351 w 13940157"/>
              <a:gd name="connsiteY157" fmla="*/ 525023 h 9456078"/>
              <a:gd name="connsiteX158" fmla="*/ 11094823 w 13940157"/>
              <a:gd name="connsiteY158" fmla="*/ 505107 h 9456078"/>
              <a:gd name="connsiteX159" fmla="*/ 11139461 w 13940157"/>
              <a:gd name="connsiteY159" fmla="*/ 485558 h 9456078"/>
              <a:gd name="connsiteX160" fmla="*/ 11184263 w 13940157"/>
              <a:gd name="connsiteY160" fmla="*/ 466376 h 9456078"/>
              <a:gd name="connsiteX161" fmla="*/ 11229228 w 13940157"/>
              <a:gd name="connsiteY161" fmla="*/ 447563 h 9456078"/>
              <a:gd name="connsiteX162" fmla="*/ 11274351 w 13940157"/>
              <a:gd name="connsiteY162" fmla="*/ 429119 h 9456078"/>
              <a:gd name="connsiteX163" fmla="*/ 11319632 w 13940157"/>
              <a:gd name="connsiteY163" fmla="*/ 411046 h 9456078"/>
              <a:gd name="connsiteX164" fmla="*/ 11365068 w 13940157"/>
              <a:gd name="connsiteY164" fmla="*/ 393346 h 9456078"/>
              <a:gd name="connsiteX165" fmla="*/ 11410657 w 13940157"/>
              <a:gd name="connsiteY165" fmla="*/ 376018 h 9456078"/>
              <a:gd name="connsiteX166" fmla="*/ 11456396 w 13940157"/>
              <a:gd name="connsiteY166" fmla="*/ 359065 h 9456078"/>
              <a:gd name="connsiteX167" fmla="*/ 11502283 w 13940157"/>
              <a:gd name="connsiteY167" fmla="*/ 342487 h 9456078"/>
              <a:gd name="connsiteX168" fmla="*/ 11548316 w 13940157"/>
              <a:gd name="connsiteY168" fmla="*/ 326286 h 9456078"/>
              <a:gd name="connsiteX169" fmla="*/ 11594492 w 13940157"/>
              <a:gd name="connsiteY169" fmla="*/ 310462 h 9456078"/>
              <a:gd name="connsiteX170" fmla="*/ 11640810 w 13940157"/>
              <a:gd name="connsiteY170" fmla="*/ 295018 h 9456078"/>
              <a:gd name="connsiteX171" fmla="*/ 11687267 w 13940157"/>
              <a:gd name="connsiteY171" fmla="*/ 279953 h 9456078"/>
              <a:gd name="connsiteX172" fmla="*/ 11733860 w 13940157"/>
              <a:gd name="connsiteY172" fmla="*/ 265269 h 9456078"/>
              <a:gd name="connsiteX173" fmla="*/ 11780587 w 13940157"/>
              <a:gd name="connsiteY173" fmla="*/ 250968 h 9456078"/>
              <a:gd name="connsiteX174" fmla="*/ 11827447 w 13940157"/>
              <a:gd name="connsiteY174" fmla="*/ 237049 h 9456078"/>
              <a:gd name="connsiteX175" fmla="*/ 11874436 w 13940157"/>
              <a:gd name="connsiteY175" fmla="*/ 223516 h 9456078"/>
              <a:gd name="connsiteX176" fmla="*/ 11921553 w 13940157"/>
              <a:gd name="connsiteY176" fmla="*/ 210368 h 9456078"/>
              <a:gd name="connsiteX177" fmla="*/ 11968794 w 13940157"/>
              <a:gd name="connsiteY177" fmla="*/ 197606 h 9456078"/>
              <a:gd name="connsiteX178" fmla="*/ 12016159 w 13940157"/>
              <a:gd name="connsiteY178" fmla="*/ 185233 h 9456078"/>
              <a:gd name="connsiteX179" fmla="*/ 12063644 w 13940157"/>
              <a:gd name="connsiteY179" fmla="*/ 173248 h 9456078"/>
              <a:gd name="connsiteX180" fmla="*/ 12111248 w 13940157"/>
              <a:gd name="connsiteY180" fmla="*/ 161654 h 9456078"/>
              <a:gd name="connsiteX181" fmla="*/ 12158967 w 13940157"/>
              <a:gd name="connsiteY181" fmla="*/ 150451 h 9456078"/>
              <a:gd name="connsiteX182" fmla="*/ 12206800 w 13940157"/>
              <a:gd name="connsiteY182" fmla="*/ 139640 h 9456078"/>
              <a:gd name="connsiteX183" fmla="*/ 12254745 w 13940157"/>
              <a:gd name="connsiteY183" fmla="*/ 129223 h 9456078"/>
              <a:gd name="connsiteX184" fmla="*/ 12302799 w 13940157"/>
              <a:gd name="connsiteY184" fmla="*/ 119201 h 9456078"/>
              <a:gd name="connsiteX185" fmla="*/ 12350959 w 13940157"/>
              <a:gd name="connsiteY185" fmla="*/ 109574 h 9456078"/>
              <a:gd name="connsiteX186" fmla="*/ 12399224 w 13940157"/>
              <a:gd name="connsiteY186" fmla="*/ 100344 h 9456078"/>
              <a:gd name="connsiteX187" fmla="*/ 12447591 w 13940157"/>
              <a:gd name="connsiteY187" fmla="*/ 91512 h 9456078"/>
              <a:gd name="connsiteX188" fmla="*/ 12496058 w 13940157"/>
              <a:gd name="connsiteY188" fmla="*/ 83080 h 9456078"/>
              <a:gd name="connsiteX189" fmla="*/ 12544623 w 13940157"/>
              <a:gd name="connsiteY189" fmla="*/ 75047 h 9456078"/>
              <a:gd name="connsiteX190" fmla="*/ 12593283 w 13940157"/>
              <a:gd name="connsiteY190" fmla="*/ 67417 h 9456078"/>
              <a:gd name="connsiteX191" fmla="*/ 12642036 w 13940157"/>
              <a:gd name="connsiteY191" fmla="*/ 60188 h 9456078"/>
              <a:gd name="connsiteX192" fmla="*/ 12690879 w 13940157"/>
              <a:gd name="connsiteY192" fmla="*/ 53364 h 9456078"/>
              <a:gd name="connsiteX193" fmla="*/ 12739811 w 13940157"/>
              <a:gd name="connsiteY193" fmla="*/ 46944 h 9456078"/>
              <a:gd name="connsiteX194" fmla="*/ 12788830 w 13940157"/>
              <a:gd name="connsiteY194" fmla="*/ 40931 h 9456078"/>
              <a:gd name="connsiteX195" fmla="*/ 12837932 w 13940157"/>
              <a:gd name="connsiteY195" fmla="*/ 35324 h 9456078"/>
              <a:gd name="connsiteX196" fmla="*/ 12887116 w 13940157"/>
              <a:gd name="connsiteY196" fmla="*/ 30126 h 9456078"/>
              <a:gd name="connsiteX197" fmla="*/ 12936379 w 13940157"/>
              <a:gd name="connsiteY197" fmla="*/ 25337 h 9456078"/>
              <a:gd name="connsiteX198" fmla="*/ 12985719 w 13940157"/>
              <a:gd name="connsiteY198" fmla="*/ 20958 h 9456078"/>
              <a:gd name="connsiteX199" fmla="*/ 13035133 w 13940157"/>
              <a:gd name="connsiteY199" fmla="*/ 16991 h 9456078"/>
              <a:gd name="connsiteX200" fmla="*/ 13084620 w 13940157"/>
              <a:gd name="connsiteY200" fmla="*/ 13437 h 9456078"/>
              <a:gd name="connsiteX201" fmla="*/ 13134178 w 13940157"/>
              <a:gd name="connsiteY201" fmla="*/ 10297 h 9456078"/>
              <a:gd name="connsiteX202" fmla="*/ 13183803 w 13940157"/>
              <a:gd name="connsiteY202" fmla="*/ 7572 h 9456078"/>
              <a:gd name="connsiteX203" fmla="*/ 13233493 w 13940157"/>
              <a:gd name="connsiteY203" fmla="*/ 5263 h 9456078"/>
              <a:gd name="connsiteX204" fmla="*/ 13283247 w 13940157"/>
              <a:gd name="connsiteY204" fmla="*/ 3371 h 9456078"/>
              <a:gd name="connsiteX205" fmla="*/ 13333061 w 13940157"/>
              <a:gd name="connsiteY205" fmla="*/ 1898 h 9456078"/>
              <a:gd name="connsiteX206" fmla="*/ 13382934 w 13940157"/>
              <a:gd name="connsiteY206" fmla="*/ 844 h 9456078"/>
              <a:gd name="connsiteX207" fmla="*/ 13432864 w 13940157"/>
              <a:gd name="connsiteY207" fmla="*/ 211 h 9456078"/>
              <a:gd name="connsiteX208" fmla="*/ 13482847 w 13940157"/>
              <a:gd name="connsiteY208" fmla="*/ 0 h 9456078"/>
              <a:gd name="connsiteX209" fmla="*/ 13940158 w 13940157"/>
              <a:gd name="connsiteY209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49234 w 13158799"/>
              <a:gd name="connsiteY5" fmla="*/ 9450052 h 9456078"/>
              <a:gd name="connsiteX6" fmla="*/ 298870 w 13158799"/>
              <a:gd name="connsiteY6" fmla="*/ 9447409 h 9456078"/>
              <a:gd name="connsiteX7" fmla="*/ 348429 w 13158799"/>
              <a:gd name="connsiteY7" fmla="*/ 9444290 h 9456078"/>
              <a:gd name="connsiteX8" fmla="*/ 397907 w 13158799"/>
              <a:gd name="connsiteY8" fmla="*/ 9440698 h 9456078"/>
              <a:gd name="connsiteX9" fmla="*/ 447302 w 13158799"/>
              <a:gd name="connsiteY9" fmla="*/ 9436632 h 9456078"/>
              <a:gd name="connsiteX10" fmla="*/ 496610 w 13158799"/>
              <a:gd name="connsiteY10" fmla="*/ 9432096 h 9456078"/>
              <a:gd name="connsiteX11" fmla="*/ 545829 w 13158799"/>
              <a:gd name="connsiteY11" fmla="*/ 9427089 h 9456078"/>
              <a:gd name="connsiteX12" fmla="*/ 594956 w 13158799"/>
              <a:gd name="connsiteY12" fmla="*/ 9421615 h 9456078"/>
              <a:gd name="connsiteX13" fmla="*/ 643987 w 13158799"/>
              <a:gd name="connsiteY13" fmla="*/ 9415673 h 9456078"/>
              <a:gd name="connsiteX14" fmla="*/ 692920 w 13158799"/>
              <a:gd name="connsiteY14" fmla="*/ 9409267 h 9456078"/>
              <a:gd name="connsiteX15" fmla="*/ 741751 w 13158799"/>
              <a:gd name="connsiteY15" fmla="*/ 9402396 h 9456078"/>
              <a:gd name="connsiteX16" fmla="*/ 790478 w 13158799"/>
              <a:gd name="connsiteY16" fmla="*/ 9395063 h 9456078"/>
              <a:gd name="connsiteX17" fmla="*/ 839098 w 13158799"/>
              <a:gd name="connsiteY17" fmla="*/ 9387270 h 9456078"/>
              <a:gd name="connsiteX18" fmla="*/ 887607 w 13158799"/>
              <a:gd name="connsiteY18" fmla="*/ 9379017 h 9456078"/>
              <a:gd name="connsiteX19" fmla="*/ 936002 w 13158799"/>
              <a:gd name="connsiteY19" fmla="*/ 9370306 h 9456078"/>
              <a:gd name="connsiteX20" fmla="*/ 984281 w 13158799"/>
              <a:gd name="connsiteY20" fmla="*/ 9361139 h 9456078"/>
              <a:gd name="connsiteX21" fmla="*/ 1032440 w 13158799"/>
              <a:gd name="connsiteY21" fmla="*/ 9351517 h 9456078"/>
              <a:gd name="connsiteX22" fmla="*/ 1080477 w 13158799"/>
              <a:gd name="connsiteY22" fmla="*/ 9341441 h 9456078"/>
              <a:gd name="connsiteX23" fmla="*/ 1128389 w 13158799"/>
              <a:gd name="connsiteY23" fmla="*/ 9330914 h 9456078"/>
              <a:gd name="connsiteX24" fmla="*/ 1176172 w 13158799"/>
              <a:gd name="connsiteY24" fmla="*/ 9319936 h 9456078"/>
              <a:gd name="connsiteX25" fmla="*/ 1223823 w 13158799"/>
              <a:gd name="connsiteY25" fmla="*/ 9308509 h 9456078"/>
              <a:gd name="connsiteX26" fmla="*/ 1271339 w 13158799"/>
              <a:gd name="connsiteY26" fmla="*/ 9296635 h 9456078"/>
              <a:gd name="connsiteX27" fmla="*/ 1318719 w 13158799"/>
              <a:gd name="connsiteY27" fmla="*/ 9284315 h 9456078"/>
              <a:gd name="connsiteX28" fmla="*/ 1365957 w 13158799"/>
              <a:gd name="connsiteY28" fmla="*/ 9271550 h 9456078"/>
              <a:gd name="connsiteX29" fmla="*/ 1413052 w 13158799"/>
              <a:gd name="connsiteY29" fmla="*/ 9258342 h 9456078"/>
              <a:gd name="connsiteX30" fmla="*/ 1460000 w 13158799"/>
              <a:gd name="connsiteY30" fmla="*/ 9244693 h 9456078"/>
              <a:gd name="connsiteX31" fmla="*/ 1506799 w 13158799"/>
              <a:gd name="connsiteY31" fmla="*/ 9230604 h 9456078"/>
              <a:gd name="connsiteX32" fmla="*/ 1553445 w 13158799"/>
              <a:gd name="connsiteY32" fmla="*/ 9216076 h 9456078"/>
              <a:gd name="connsiteX33" fmla="*/ 1599935 w 13158799"/>
              <a:gd name="connsiteY33" fmla="*/ 9201111 h 9456078"/>
              <a:gd name="connsiteX34" fmla="*/ 1646267 w 13158799"/>
              <a:gd name="connsiteY34" fmla="*/ 9185710 h 9456078"/>
              <a:gd name="connsiteX35" fmla="*/ 1692437 w 13158799"/>
              <a:gd name="connsiteY35" fmla="*/ 9169876 h 9456078"/>
              <a:gd name="connsiteX36" fmla="*/ 1738442 w 13158799"/>
              <a:gd name="connsiteY36" fmla="*/ 9153608 h 9456078"/>
              <a:gd name="connsiteX37" fmla="*/ 1784280 w 13158799"/>
              <a:gd name="connsiteY37" fmla="*/ 9136910 h 9456078"/>
              <a:gd name="connsiteX38" fmla="*/ 1829947 w 13158799"/>
              <a:gd name="connsiteY38" fmla="*/ 9119782 h 9456078"/>
              <a:gd name="connsiteX39" fmla="*/ 1875440 w 13158799"/>
              <a:gd name="connsiteY39" fmla="*/ 9102226 h 9456078"/>
              <a:gd name="connsiteX40" fmla="*/ 1920756 w 13158799"/>
              <a:gd name="connsiteY40" fmla="*/ 9084243 h 9456078"/>
              <a:gd name="connsiteX41" fmla="*/ 1965893 w 13158799"/>
              <a:gd name="connsiteY41" fmla="*/ 9065835 h 9456078"/>
              <a:gd name="connsiteX42" fmla="*/ 2010847 w 13158799"/>
              <a:gd name="connsiteY42" fmla="*/ 9047004 h 9456078"/>
              <a:gd name="connsiteX43" fmla="*/ 2055615 w 13158799"/>
              <a:gd name="connsiteY43" fmla="*/ 9027750 h 9456078"/>
              <a:gd name="connsiteX44" fmla="*/ 2100195 w 13158799"/>
              <a:gd name="connsiteY44" fmla="*/ 9008075 h 9456078"/>
              <a:gd name="connsiteX45" fmla="*/ 2144582 w 13158799"/>
              <a:gd name="connsiteY45" fmla="*/ 8987981 h 9456078"/>
              <a:gd name="connsiteX46" fmla="*/ 2188775 w 13158799"/>
              <a:gd name="connsiteY46" fmla="*/ 8967470 h 9456078"/>
              <a:gd name="connsiteX47" fmla="*/ 2232770 w 13158799"/>
              <a:gd name="connsiteY47" fmla="*/ 8946542 h 9456078"/>
              <a:gd name="connsiteX48" fmla="*/ 2276564 w 13158799"/>
              <a:gd name="connsiteY48" fmla="*/ 8925199 h 9456078"/>
              <a:gd name="connsiteX49" fmla="*/ 2320154 w 13158799"/>
              <a:gd name="connsiteY49" fmla="*/ 8903443 h 9456078"/>
              <a:gd name="connsiteX50" fmla="*/ 2363538 w 13158799"/>
              <a:gd name="connsiteY50" fmla="*/ 8881275 h 9456078"/>
              <a:gd name="connsiteX51" fmla="*/ 2406711 w 13158799"/>
              <a:gd name="connsiteY51" fmla="*/ 8858697 h 9456078"/>
              <a:gd name="connsiteX52" fmla="*/ 2449672 w 13158799"/>
              <a:gd name="connsiteY52" fmla="*/ 8835710 h 9456078"/>
              <a:gd name="connsiteX53" fmla="*/ 2492417 w 13158799"/>
              <a:gd name="connsiteY53" fmla="*/ 8812316 h 9456078"/>
              <a:gd name="connsiteX54" fmla="*/ 2534943 w 13158799"/>
              <a:gd name="connsiteY54" fmla="*/ 8788516 h 9456078"/>
              <a:gd name="connsiteX55" fmla="*/ 2577247 w 13158799"/>
              <a:gd name="connsiteY55" fmla="*/ 8764311 h 9456078"/>
              <a:gd name="connsiteX56" fmla="*/ 2619326 w 13158799"/>
              <a:gd name="connsiteY56" fmla="*/ 8739704 h 9456078"/>
              <a:gd name="connsiteX57" fmla="*/ 2661177 w 13158799"/>
              <a:gd name="connsiteY57" fmla="*/ 8714695 h 9456078"/>
              <a:gd name="connsiteX58" fmla="*/ 2702797 w 13158799"/>
              <a:gd name="connsiteY58" fmla="*/ 8689286 h 9456078"/>
              <a:gd name="connsiteX59" fmla="*/ 2744183 w 13158799"/>
              <a:gd name="connsiteY59" fmla="*/ 8663479 h 9456078"/>
              <a:gd name="connsiteX60" fmla="*/ 2785333 w 13158799"/>
              <a:gd name="connsiteY60" fmla="*/ 8637274 h 9456078"/>
              <a:gd name="connsiteX61" fmla="*/ 2826242 w 13158799"/>
              <a:gd name="connsiteY61" fmla="*/ 8610675 h 9456078"/>
              <a:gd name="connsiteX62" fmla="*/ 2866908 w 13158799"/>
              <a:gd name="connsiteY62" fmla="*/ 8583681 h 9456078"/>
              <a:gd name="connsiteX63" fmla="*/ 2907329 w 13158799"/>
              <a:gd name="connsiteY63" fmla="*/ 8556295 h 9456078"/>
              <a:gd name="connsiteX64" fmla="*/ 2947500 w 13158799"/>
              <a:gd name="connsiteY64" fmla="*/ 8528517 h 9456078"/>
              <a:gd name="connsiteX65" fmla="*/ 2987419 w 13158799"/>
              <a:gd name="connsiteY65" fmla="*/ 8500351 h 9456078"/>
              <a:gd name="connsiteX66" fmla="*/ 3027083 w 13158799"/>
              <a:gd name="connsiteY66" fmla="*/ 8471796 h 9456078"/>
              <a:gd name="connsiteX67" fmla="*/ 3066489 w 13158799"/>
              <a:gd name="connsiteY67" fmla="*/ 8442854 h 9456078"/>
              <a:gd name="connsiteX68" fmla="*/ 3105634 w 13158799"/>
              <a:gd name="connsiteY68" fmla="*/ 8413528 h 9456078"/>
              <a:gd name="connsiteX69" fmla="*/ 3144515 w 13158799"/>
              <a:gd name="connsiteY69" fmla="*/ 8383818 h 9456078"/>
              <a:gd name="connsiteX70" fmla="*/ 3183129 w 13158799"/>
              <a:gd name="connsiteY70" fmla="*/ 8353726 h 9456078"/>
              <a:gd name="connsiteX71" fmla="*/ 3221473 w 13158799"/>
              <a:gd name="connsiteY71" fmla="*/ 8323253 h 9456078"/>
              <a:gd name="connsiteX72" fmla="*/ 3259544 w 13158799"/>
              <a:gd name="connsiteY72" fmla="*/ 8292401 h 9456078"/>
              <a:gd name="connsiteX73" fmla="*/ 3297339 w 13158799"/>
              <a:gd name="connsiteY73" fmla="*/ 8261172 h 9456078"/>
              <a:gd name="connsiteX74" fmla="*/ 3334854 w 13158799"/>
              <a:gd name="connsiteY74" fmla="*/ 8229566 h 9456078"/>
              <a:gd name="connsiteX75" fmla="*/ 3372087 w 13158799"/>
              <a:gd name="connsiteY75" fmla="*/ 8197585 h 9456078"/>
              <a:gd name="connsiteX76" fmla="*/ 3409035 w 13158799"/>
              <a:gd name="connsiteY76" fmla="*/ 8165232 h 9456078"/>
              <a:gd name="connsiteX77" fmla="*/ 3445695 w 13158799"/>
              <a:gd name="connsiteY77" fmla="*/ 8132507 h 9456078"/>
              <a:gd name="connsiteX78" fmla="*/ 3482064 w 13158799"/>
              <a:gd name="connsiteY78" fmla="*/ 8099411 h 9456078"/>
              <a:gd name="connsiteX79" fmla="*/ 3518139 w 13158799"/>
              <a:gd name="connsiteY79" fmla="*/ 8065947 h 9456078"/>
              <a:gd name="connsiteX80" fmla="*/ 3553916 w 13158799"/>
              <a:gd name="connsiteY80" fmla="*/ 8032115 h 9456078"/>
              <a:gd name="connsiteX81" fmla="*/ 3589393 w 13158799"/>
              <a:gd name="connsiteY81" fmla="*/ 7997918 h 9456078"/>
              <a:gd name="connsiteX82" fmla="*/ 3624567 w 13158799"/>
              <a:gd name="connsiteY82" fmla="*/ 7963356 h 9456078"/>
              <a:gd name="connsiteX83" fmla="*/ 3659435 w 13158799"/>
              <a:gd name="connsiteY83" fmla="*/ 7928432 h 9456078"/>
              <a:gd name="connsiteX84" fmla="*/ 3693994 w 13158799"/>
              <a:gd name="connsiteY84" fmla="*/ 7893146 h 9456078"/>
              <a:gd name="connsiteX85" fmla="*/ 3728240 w 13158799"/>
              <a:gd name="connsiteY85" fmla="*/ 7857501 h 9456078"/>
              <a:gd name="connsiteX86" fmla="*/ 3762171 w 13158799"/>
              <a:gd name="connsiteY86" fmla="*/ 7821497 h 9456078"/>
              <a:gd name="connsiteX87" fmla="*/ 3795783 w 13158799"/>
              <a:gd name="connsiteY87" fmla="*/ 7785136 h 9456078"/>
              <a:gd name="connsiteX88" fmla="*/ 3829075 w 13158799"/>
              <a:gd name="connsiteY88" fmla="*/ 7748420 h 9456078"/>
              <a:gd name="connsiteX89" fmla="*/ 3862042 w 13158799"/>
              <a:gd name="connsiteY89" fmla="*/ 7711350 h 9456078"/>
              <a:gd name="connsiteX90" fmla="*/ 3894682 w 13158799"/>
              <a:gd name="connsiteY90" fmla="*/ 7673928 h 9456078"/>
              <a:gd name="connsiteX91" fmla="*/ 3926991 w 13158799"/>
              <a:gd name="connsiteY91" fmla="*/ 7636155 h 9456078"/>
              <a:gd name="connsiteX92" fmla="*/ 3958967 w 13158799"/>
              <a:gd name="connsiteY92" fmla="*/ 7598032 h 9456078"/>
              <a:gd name="connsiteX93" fmla="*/ 3990607 w 13158799"/>
              <a:gd name="connsiteY93" fmla="*/ 7559561 h 9456078"/>
              <a:gd name="connsiteX94" fmla="*/ 4021907 w 13158799"/>
              <a:gd name="connsiteY94" fmla="*/ 7520744 h 9456078"/>
              <a:gd name="connsiteX95" fmla="*/ 4052865 w 13158799"/>
              <a:gd name="connsiteY95" fmla="*/ 7481582 h 9456078"/>
              <a:gd name="connsiteX96" fmla="*/ 4083478 w 13158799"/>
              <a:gd name="connsiteY96" fmla="*/ 7442077 h 9456078"/>
              <a:gd name="connsiteX97" fmla="*/ 8022311 w 13158799"/>
              <a:gd name="connsiteY97" fmla="*/ 2307814 h 9456078"/>
              <a:gd name="connsiteX98" fmla="*/ 8052902 w 13158799"/>
              <a:gd name="connsiteY98" fmla="*/ 2268285 h 9456078"/>
              <a:gd name="connsiteX99" fmla="*/ 8083796 w 13158799"/>
              <a:gd name="connsiteY99" fmla="*/ 2229056 h 9456078"/>
              <a:gd name="connsiteX100" fmla="*/ 8114989 w 13158799"/>
              <a:gd name="connsiteY100" fmla="*/ 2190127 h 9456078"/>
              <a:gd name="connsiteX101" fmla="*/ 8146479 w 13158799"/>
              <a:gd name="connsiteY101" fmla="*/ 2151500 h 9456078"/>
              <a:gd name="connsiteX102" fmla="*/ 8178264 w 13158799"/>
              <a:gd name="connsiteY102" fmla="*/ 2113176 h 9456078"/>
              <a:gd name="connsiteX103" fmla="*/ 8210341 w 13158799"/>
              <a:gd name="connsiteY103" fmla="*/ 2075157 h 9456078"/>
              <a:gd name="connsiteX104" fmla="*/ 8242709 w 13158799"/>
              <a:gd name="connsiteY104" fmla="*/ 2037442 h 9456078"/>
              <a:gd name="connsiteX105" fmla="*/ 8275365 w 13158799"/>
              <a:gd name="connsiteY105" fmla="*/ 2000034 h 9456078"/>
              <a:gd name="connsiteX106" fmla="*/ 8308307 w 13158799"/>
              <a:gd name="connsiteY106" fmla="*/ 1962934 h 9456078"/>
              <a:gd name="connsiteX107" fmla="*/ 8341532 w 13158799"/>
              <a:gd name="connsiteY107" fmla="*/ 1926142 h 9456078"/>
              <a:gd name="connsiteX108" fmla="*/ 8375038 w 13158799"/>
              <a:gd name="connsiteY108" fmla="*/ 1889660 h 9456078"/>
              <a:gd name="connsiteX109" fmla="*/ 8408823 w 13158799"/>
              <a:gd name="connsiteY109" fmla="*/ 1853489 h 9456078"/>
              <a:gd name="connsiteX110" fmla="*/ 8442885 w 13158799"/>
              <a:gd name="connsiteY110" fmla="*/ 1817630 h 9456078"/>
              <a:gd name="connsiteX111" fmla="*/ 8477221 w 13158799"/>
              <a:gd name="connsiteY111" fmla="*/ 1782084 h 9456078"/>
              <a:gd name="connsiteX112" fmla="*/ 8511829 w 13158799"/>
              <a:gd name="connsiteY112" fmla="*/ 1746853 h 9456078"/>
              <a:gd name="connsiteX113" fmla="*/ 8546706 w 13158799"/>
              <a:gd name="connsiteY113" fmla="*/ 1711937 h 9456078"/>
              <a:gd name="connsiteX114" fmla="*/ 8581851 w 13158799"/>
              <a:gd name="connsiteY114" fmla="*/ 1677337 h 9456078"/>
              <a:gd name="connsiteX115" fmla="*/ 8617261 w 13158799"/>
              <a:gd name="connsiteY115" fmla="*/ 1643056 h 9456078"/>
              <a:gd name="connsiteX116" fmla="*/ 8652934 w 13158799"/>
              <a:gd name="connsiteY116" fmla="*/ 1609093 h 9456078"/>
              <a:gd name="connsiteX117" fmla="*/ 8688867 w 13158799"/>
              <a:gd name="connsiteY117" fmla="*/ 1575450 h 9456078"/>
              <a:gd name="connsiteX118" fmla="*/ 8725058 w 13158799"/>
              <a:gd name="connsiteY118" fmla="*/ 1542128 h 9456078"/>
              <a:gd name="connsiteX119" fmla="*/ 8761506 w 13158799"/>
              <a:gd name="connsiteY119" fmla="*/ 1509129 h 9456078"/>
              <a:gd name="connsiteX120" fmla="*/ 8798207 w 13158799"/>
              <a:gd name="connsiteY120" fmla="*/ 1476452 h 9456078"/>
              <a:gd name="connsiteX121" fmla="*/ 8835159 w 13158799"/>
              <a:gd name="connsiteY121" fmla="*/ 1444101 h 9456078"/>
              <a:gd name="connsiteX122" fmla="*/ 8872360 w 13158799"/>
              <a:gd name="connsiteY122" fmla="*/ 1412075 h 9456078"/>
              <a:gd name="connsiteX123" fmla="*/ 8909808 w 13158799"/>
              <a:gd name="connsiteY123" fmla="*/ 1380375 h 9456078"/>
              <a:gd name="connsiteX124" fmla="*/ 8947501 w 13158799"/>
              <a:gd name="connsiteY124" fmla="*/ 1349004 h 9456078"/>
              <a:gd name="connsiteX125" fmla="*/ 8985435 w 13158799"/>
              <a:gd name="connsiteY125" fmla="*/ 1317962 h 9456078"/>
              <a:gd name="connsiteX126" fmla="*/ 9023610 w 13158799"/>
              <a:gd name="connsiteY126" fmla="*/ 1287250 h 9456078"/>
              <a:gd name="connsiteX127" fmla="*/ 9062022 w 13158799"/>
              <a:gd name="connsiteY127" fmla="*/ 1256869 h 9456078"/>
              <a:gd name="connsiteX128" fmla="*/ 9100669 w 13158799"/>
              <a:gd name="connsiteY128" fmla="*/ 1226820 h 9456078"/>
              <a:gd name="connsiteX129" fmla="*/ 9139549 w 13158799"/>
              <a:gd name="connsiteY129" fmla="*/ 1197105 h 9456078"/>
              <a:gd name="connsiteX130" fmla="*/ 9178660 w 13158799"/>
              <a:gd name="connsiteY130" fmla="*/ 1167725 h 9456078"/>
              <a:gd name="connsiteX131" fmla="*/ 9217999 w 13158799"/>
              <a:gd name="connsiteY131" fmla="*/ 1138681 h 9456078"/>
              <a:gd name="connsiteX132" fmla="*/ 9257564 w 13158799"/>
              <a:gd name="connsiteY132" fmla="*/ 1109974 h 9456078"/>
              <a:gd name="connsiteX133" fmla="*/ 9297353 w 13158799"/>
              <a:gd name="connsiteY133" fmla="*/ 1081604 h 9456078"/>
              <a:gd name="connsiteX134" fmla="*/ 9337364 w 13158799"/>
              <a:gd name="connsiteY134" fmla="*/ 1053574 h 9456078"/>
              <a:gd name="connsiteX135" fmla="*/ 9377594 w 13158799"/>
              <a:gd name="connsiteY135" fmla="*/ 1025884 h 9456078"/>
              <a:gd name="connsiteX136" fmla="*/ 9418040 w 13158799"/>
              <a:gd name="connsiteY136" fmla="*/ 998536 h 9456078"/>
              <a:gd name="connsiteX137" fmla="*/ 9458702 w 13158799"/>
              <a:gd name="connsiteY137" fmla="*/ 971530 h 9456078"/>
              <a:gd name="connsiteX138" fmla="*/ 9499575 w 13158799"/>
              <a:gd name="connsiteY138" fmla="*/ 944868 h 9456078"/>
              <a:gd name="connsiteX139" fmla="*/ 9540659 w 13158799"/>
              <a:gd name="connsiteY139" fmla="*/ 918551 h 9456078"/>
              <a:gd name="connsiteX140" fmla="*/ 9581950 w 13158799"/>
              <a:gd name="connsiteY140" fmla="*/ 892580 h 9456078"/>
              <a:gd name="connsiteX141" fmla="*/ 9623447 w 13158799"/>
              <a:gd name="connsiteY141" fmla="*/ 866956 h 9456078"/>
              <a:gd name="connsiteX142" fmla="*/ 9665147 w 13158799"/>
              <a:gd name="connsiteY142" fmla="*/ 841681 h 9456078"/>
              <a:gd name="connsiteX143" fmla="*/ 9707048 w 13158799"/>
              <a:gd name="connsiteY143" fmla="*/ 816754 h 9456078"/>
              <a:gd name="connsiteX144" fmla="*/ 9749147 w 13158799"/>
              <a:gd name="connsiteY144" fmla="*/ 792179 h 9456078"/>
              <a:gd name="connsiteX145" fmla="*/ 9791443 w 13158799"/>
              <a:gd name="connsiteY145" fmla="*/ 767955 h 9456078"/>
              <a:gd name="connsiteX146" fmla="*/ 9833932 w 13158799"/>
              <a:gd name="connsiteY146" fmla="*/ 744083 h 9456078"/>
              <a:gd name="connsiteX147" fmla="*/ 9876613 w 13158799"/>
              <a:gd name="connsiteY147" fmla="*/ 720566 h 9456078"/>
              <a:gd name="connsiteX148" fmla="*/ 9919484 w 13158799"/>
              <a:gd name="connsiteY148" fmla="*/ 697404 h 9456078"/>
              <a:gd name="connsiteX149" fmla="*/ 9962542 w 13158799"/>
              <a:gd name="connsiteY149" fmla="*/ 674598 h 9456078"/>
              <a:gd name="connsiteX150" fmla="*/ 10005784 w 13158799"/>
              <a:gd name="connsiteY150" fmla="*/ 652149 h 9456078"/>
              <a:gd name="connsiteX151" fmla="*/ 10049209 w 13158799"/>
              <a:gd name="connsiteY151" fmla="*/ 630059 h 9456078"/>
              <a:gd name="connsiteX152" fmla="*/ 10092814 w 13158799"/>
              <a:gd name="connsiteY152" fmla="*/ 608328 h 9456078"/>
              <a:gd name="connsiteX153" fmla="*/ 10136597 w 13158799"/>
              <a:gd name="connsiteY153" fmla="*/ 586958 h 9456078"/>
              <a:gd name="connsiteX154" fmla="*/ 10180556 w 13158799"/>
              <a:gd name="connsiteY154" fmla="*/ 565950 h 9456078"/>
              <a:gd name="connsiteX155" fmla="*/ 10224688 w 13158799"/>
              <a:gd name="connsiteY155" fmla="*/ 545304 h 9456078"/>
              <a:gd name="connsiteX156" fmla="*/ 10268991 w 13158799"/>
              <a:gd name="connsiteY156" fmla="*/ 525023 h 9456078"/>
              <a:gd name="connsiteX157" fmla="*/ 10313463 w 13158799"/>
              <a:gd name="connsiteY157" fmla="*/ 505107 h 9456078"/>
              <a:gd name="connsiteX158" fmla="*/ 10358101 w 13158799"/>
              <a:gd name="connsiteY158" fmla="*/ 485558 h 9456078"/>
              <a:gd name="connsiteX159" fmla="*/ 10402903 w 13158799"/>
              <a:gd name="connsiteY159" fmla="*/ 466376 h 9456078"/>
              <a:gd name="connsiteX160" fmla="*/ 10447868 w 13158799"/>
              <a:gd name="connsiteY160" fmla="*/ 447563 h 9456078"/>
              <a:gd name="connsiteX161" fmla="*/ 10492991 w 13158799"/>
              <a:gd name="connsiteY161" fmla="*/ 429119 h 9456078"/>
              <a:gd name="connsiteX162" fmla="*/ 10538272 w 13158799"/>
              <a:gd name="connsiteY162" fmla="*/ 411046 h 9456078"/>
              <a:gd name="connsiteX163" fmla="*/ 10583708 w 13158799"/>
              <a:gd name="connsiteY163" fmla="*/ 393346 h 9456078"/>
              <a:gd name="connsiteX164" fmla="*/ 10629297 w 13158799"/>
              <a:gd name="connsiteY164" fmla="*/ 376018 h 9456078"/>
              <a:gd name="connsiteX165" fmla="*/ 10675036 w 13158799"/>
              <a:gd name="connsiteY165" fmla="*/ 359065 h 9456078"/>
              <a:gd name="connsiteX166" fmla="*/ 10720923 w 13158799"/>
              <a:gd name="connsiteY166" fmla="*/ 342487 h 9456078"/>
              <a:gd name="connsiteX167" fmla="*/ 10766956 w 13158799"/>
              <a:gd name="connsiteY167" fmla="*/ 326286 h 9456078"/>
              <a:gd name="connsiteX168" fmla="*/ 10813132 w 13158799"/>
              <a:gd name="connsiteY168" fmla="*/ 310462 h 9456078"/>
              <a:gd name="connsiteX169" fmla="*/ 10859450 w 13158799"/>
              <a:gd name="connsiteY169" fmla="*/ 295018 h 9456078"/>
              <a:gd name="connsiteX170" fmla="*/ 10905907 w 13158799"/>
              <a:gd name="connsiteY170" fmla="*/ 279953 h 9456078"/>
              <a:gd name="connsiteX171" fmla="*/ 10952500 w 13158799"/>
              <a:gd name="connsiteY171" fmla="*/ 265269 h 9456078"/>
              <a:gd name="connsiteX172" fmla="*/ 10999227 w 13158799"/>
              <a:gd name="connsiteY172" fmla="*/ 250968 h 9456078"/>
              <a:gd name="connsiteX173" fmla="*/ 11046087 w 13158799"/>
              <a:gd name="connsiteY173" fmla="*/ 237049 h 9456078"/>
              <a:gd name="connsiteX174" fmla="*/ 11093076 w 13158799"/>
              <a:gd name="connsiteY174" fmla="*/ 223516 h 9456078"/>
              <a:gd name="connsiteX175" fmla="*/ 11140193 w 13158799"/>
              <a:gd name="connsiteY175" fmla="*/ 210368 h 9456078"/>
              <a:gd name="connsiteX176" fmla="*/ 11187434 w 13158799"/>
              <a:gd name="connsiteY176" fmla="*/ 197606 h 9456078"/>
              <a:gd name="connsiteX177" fmla="*/ 11234799 w 13158799"/>
              <a:gd name="connsiteY177" fmla="*/ 185233 h 9456078"/>
              <a:gd name="connsiteX178" fmla="*/ 11282284 w 13158799"/>
              <a:gd name="connsiteY178" fmla="*/ 173248 h 9456078"/>
              <a:gd name="connsiteX179" fmla="*/ 11329888 w 13158799"/>
              <a:gd name="connsiteY179" fmla="*/ 161654 h 9456078"/>
              <a:gd name="connsiteX180" fmla="*/ 11377607 w 13158799"/>
              <a:gd name="connsiteY180" fmla="*/ 150451 h 9456078"/>
              <a:gd name="connsiteX181" fmla="*/ 11425440 w 13158799"/>
              <a:gd name="connsiteY181" fmla="*/ 139640 h 9456078"/>
              <a:gd name="connsiteX182" fmla="*/ 11473385 w 13158799"/>
              <a:gd name="connsiteY182" fmla="*/ 129223 h 9456078"/>
              <a:gd name="connsiteX183" fmla="*/ 11521439 w 13158799"/>
              <a:gd name="connsiteY183" fmla="*/ 119201 h 9456078"/>
              <a:gd name="connsiteX184" fmla="*/ 11569599 w 13158799"/>
              <a:gd name="connsiteY184" fmla="*/ 109574 h 9456078"/>
              <a:gd name="connsiteX185" fmla="*/ 11617864 w 13158799"/>
              <a:gd name="connsiteY185" fmla="*/ 100344 h 9456078"/>
              <a:gd name="connsiteX186" fmla="*/ 11666231 w 13158799"/>
              <a:gd name="connsiteY186" fmla="*/ 91512 h 9456078"/>
              <a:gd name="connsiteX187" fmla="*/ 11714698 w 13158799"/>
              <a:gd name="connsiteY187" fmla="*/ 83080 h 9456078"/>
              <a:gd name="connsiteX188" fmla="*/ 11763263 w 13158799"/>
              <a:gd name="connsiteY188" fmla="*/ 75047 h 9456078"/>
              <a:gd name="connsiteX189" fmla="*/ 11811923 w 13158799"/>
              <a:gd name="connsiteY189" fmla="*/ 67417 h 9456078"/>
              <a:gd name="connsiteX190" fmla="*/ 11860676 w 13158799"/>
              <a:gd name="connsiteY190" fmla="*/ 60188 h 9456078"/>
              <a:gd name="connsiteX191" fmla="*/ 11909519 w 13158799"/>
              <a:gd name="connsiteY191" fmla="*/ 53364 h 9456078"/>
              <a:gd name="connsiteX192" fmla="*/ 11958451 w 13158799"/>
              <a:gd name="connsiteY192" fmla="*/ 46944 h 9456078"/>
              <a:gd name="connsiteX193" fmla="*/ 12007470 w 13158799"/>
              <a:gd name="connsiteY193" fmla="*/ 40931 h 9456078"/>
              <a:gd name="connsiteX194" fmla="*/ 12056572 w 13158799"/>
              <a:gd name="connsiteY194" fmla="*/ 35324 h 9456078"/>
              <a:gd name="connsiteX195" fmla="*/ 12105756 w 13158799"/>
              <a:gd name="connsiteY195" fmla="*/ 30126 h 9456078"/>
              <a:gd name="connsiteX196" fmla="*/ 12155019 w 13158799"/>
              <a:gd name="connsiteY196" fmla="*/ 25337 h 9456078"/>
              <a:gd name="connsiteX197" fmla="*/ 12204359 w 13158799"/>
              <a:gd name="connsiteY197" fmla="*/ 20958 h 9456078"/>
              <a:gd name="connsiteX198" fmla="*/ 12253773 w 13158799"/>
              <a:gd name="connsiteY198" fmla="*/ 16991 h 9456078"/>
              <a:gd name="connsiteX199" fmla="*/ 12303260 w 13158799"/>
              <a:gd name="connsiteY199" fmla="*/ 13437 h 9456078"/>
              <a:gd name="connsiteX200" fmla="*/ 12352818 w 13158799"/>
              <a:gd name="connsiteY200" fmla="*/ 10297 h 9456078"/>
              <a:gd name="connsiteX201" fmla="*/ 12402443 w 13158799"/>
              <a:gd name="connsiteY201" fmla="*/ 7572 h 9456078"/>
              <a:gd name="connsiteX202" fmla="*/ 12452133 w 13158799"/>
              <a:gd name="connsiteY202" fmla="*/ 5263 h 9456078"/>
              <a:gd name="connsiteX203" fmla="*/ 12501887 w 13158799"/>
              <a:gd name="connsiteY203" fmla="*/ 3371 h 9456078"/>
              <a:gd name="connsiteX204" fmla="*/ 12551701 w 13158799"/>
              <a:gd name="connsiteY204" fmla="*/ 1898 h 9456078"/>
              <a:gd name="connsiteX205" fmla="*/ 12601574 w 13158799"/>
              <a:gd name="connsiteY205" fmla="*/ 844 h 9456078"/>
              <a:gd name="connsiteX206" fmla="*/ 12651504 w 13158799"/>
              <a:gd name="connsiteY206" fmla="*/ 211 h 9456078"/>
              <a:gd name="connsiteX207" fmla="*/ 12701487 w 13158799"/>
              <a:gd name="connsiteY207" fmla="*/ 0 h 9456078"/>
              <a:gd name="connsiteX208" fmla="*/ 13158798 w 13158799"/>
              <a:gd name="connsiteY208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28389 w 13158797"/>
              <a:gd name="connsiteY22" fmla="*/ 9330914 h 9456078"/>
              <a:gd name="connsiteX23" fmla="*/ 1176172 w 13158797"/>
              <a:gd name="connsiteY23" fmla="*/ 9319936 h 9456078"/>
              <a:gd name="connsiteX24" fmla="*/ 1223823 w 13158797"/>
              <a:gd name="connsiteY24" fmla="*/ 9308509 h 9456078"/>
              <a:gd name="connsiteX25" fmla="*/ 1271339 w 13158797"/>
              <a:gd name="connsiteY25" fmla="*/ 9296635 h 9456078"/>
              <a:gd name="connsiteX26" fmla="*/ 1318719 w 13158797"/>
              <a:gd name="connsiteY26" fmla="*/ 9284315 h 9456078"/>
              <a:gd name="connsiteX27" fmla="*/ 1365957 w 13158797"/>
              <a:gd name="connsiteY27" fmla="*/ 9271550 h 9456078"/>
              <a:gd name="connsiteX28" fmla="*/ 1413052 w 13158797"/>
              <a:gd name="connsiteY28" fmla="*/ 9258342 h 9456078"/>
              <a:gd name="connsiteX29" fmla="*/ 1460000 w 13158797"/>
              <a:gd name="connsiteY29" fmla="*/ 9244693 h 9456078"/>
              <a:gd name="connsiteX30" fmla="*/ 1506799 w 13158797"/>
              <a:gd name="connsiteY30" fmla="*/ 9230604 h 9456078"/>
              <a:gd name="connsiteX31" fmla="*/ 1553445 w 13158797"/>
              <a:gd name="connsiteY31" fmla="*/ 9216076 h 9456078"/>
              <a:gd name="connsiteX32" fmla="*/ 1599935 w 13158797"/>
              <a:gd name="connsiteY32" fmla="*/ 9201111 h 9456078"/>
              <a:gd name="connsiteX33" fmla="*/ 1646267 w 13158797"/>
              <a:gd name="connsiteY33" fmla="*/ 9185710 h 9456078"/>
              <a:gd name="connsiteX34" fmla="*/ 1692437 w 13158797"/>
              <a:gd name="connsiteY34" fmla="*/ 9169876 h 9456078"/>
              <a:gd name="connsiteX35" fmla="*/ 1738442 w 13158797"/>
              <a:gd name="connsiteY35" fmla="*/ 9153608 h 9456078"/>
              <a:gd name="connsiteX36" fmla="*/ 1784280 w 13158797"/>
              <a:gd name="connsiteY36" fmla="*/ 9136910 h 9456078"/>
              <a:gd name="connsiteX37" fmla="*/ 1829947 w 13158797"/>
              <a:gd name="connsiteY37" fmla="*/ 9119782 h 9456078"/>
              <a:gd name="connsiteX38" fmla="*/ 1875440 w 13158797"/>
              <a:gd name="connsiteY38" fmla="*/ 9102226 h 9456078"/>
              <a:gd name="connsiteX39" fmla="*/ 1920756 w 13158797"/>
              <a:gd name="connsiteY39" fmla="*/ 9084243 h 9456078"/>
              <a:gd name="connsiteX40" fmla="*/ 1965893 w 13158797"/>
              <a:gd name="connsiteY40" fmla="*/ 9065835 h 9456078"/>
              <a:gd name="connsiteX41" fmla="*/ 2010847 w 13158797"/>
              <a:gd name="connsiteY41" fmla="*/ 9047004 h 9456078"/>
              <a:gd name="connsiteX42" fmla="*/ 2055615 w 13158797"/>
              <a:gd name="connsiteY42" fmla="*/ 9027750 h 9456078"/>
              <a:gd name="connsiteX43" fmla="*/ 2100195 w 13158797"/>
              <a:gd name="connsiteY43" fmla="*/ 9008075 h 9456078"/>
              <a:gd name="connsiteX44" fmla="*/ 2144582 w 13158797"/>
              <a:gd name="connsiteY44" fmla="*/ 8987981 h 9456078"/>
              <a:gd name="connsiteX45" fmla="*/ 2188775 w 13158797"/>
              <a:gd name="connsiteY45" fmla="*/ 8967470 h 9456078"/>
              <a:gd name="connsiteX46" fmla="*/ 2232770 w 13158797"/>
              <a:gd name="connsiteY46" fmla="*/ 8946542 h 9456078"/>
              <a:gd name="connsiteX47" fmla="*/ 2276564 w 13158797"/>
              <a:gd name="connsiteY47" fmla="*/ 8925199 h 9456078"/>
              <a:gd name="connsiteX48" fmla="*/ 2320154 w 13158797"/>
              <a:gd name="connsiteY48" fmla="*/ 8903443 h 9456078"/>
              <a:gd name="connsiteX49" fmla="*/ 2363538 w 13158797"/>
              <a:gd name="connsiteY49" fmla="*/ 8881275 h 9456078"/>
              <a:gd name="connsiteX50" fmla="*/ 2406711 w 13158797"/>
              <a:gd name="connsiteY50" fmla="*/ 8858697 h 9456078"/>
              <a:gd name="connsiteX51" fmla="*/ 2449672 w 13158797"/>
              <a:gd name="connsiteY51" fmla="*/ 8835710 h 9456078"/>
              <a:gd name="connsiteX52" fmla="*/ 2492417 w 13158797"/>
              <a:gd name="connsiteY52" fmla="*/ 8812316 h 9456078"/>
              <a:gd name="connsiteX53" fmla="*/ 2534943 w 13158797"/>
              <a:gd name="connsiteY53" fmla="*/ 8788516 h 9456078"/>
              <a:gd name="connsiteX54" fmla="*/ 2577247 w 13158797"/>
              <a:gd name="connsiteY54" fmla="*/ 8764311 h 9456078"/>
              <a:gd name="connsiteX55" fmla="*/ 2619326 w 13158797"/>
              <a:gd name="connsiteY55" fmla="*/ 8739704 h 9456078"/>
              <a:gd name="connsiteX56" fmla="*/ 2661177 w 13158797"/>
              <a:gd name="connsiteY56" fmla="*/ 8714695 h 9456078"/>
              <a:gd name="connsiteX57" fmla="*/ 2702797 w 13158797"/>
              <a:gd name="connsiteY57" fmla="*/ 8689286 h 9456078"/>
              <a:gd name="connsiteX58" fmla="*/ 2744183 w 13158797"/>
              <a:gd name="connsiteY58" fmla="*/ 8663479 h 9456078"/>
              <a:gd name="connsiteX59" fmla="*/ 2785333 w 13158797"/>
              <a:gd name="connsiteY59" fmla="*/ 8637274 h 9456078"/>
              <a:gd name="connsiteX60" fmla="*/ 2826242 w 13158797"/>
              <a:gd name="connsiteY60" fmla="*/ 8610675 h 9456078"/>
              <a:gd name="connsiteX61" fmla="*/ 2866908 w 13158797"/>
              <a:gd name="connsiteY61" fmla="*/ 8583681 h 9456078"/>
              <a:gd name="connsiteX62" fmla="*/ 2907329 w 13158797"/>
              <a:gd name="connsiteY62" fmla="*/ 8556295 h 9456078"/>
              <a:gd name="connsiteX63" fmla="*/ 2947500 w 13158797"/>
              <a:gd name="connsiteY63" fmla="*/ 8528517 h 9456078"/>
              <a:gd name="connsiteX64" fmla="*/ 2987419 w 13158797"/>
              <a:gd name="connsiteY64" fmla="*/ 8500351 h 9456078"/>
              <a:gd name="connsiteX65" fmla="*/ 3027083 w 13158797"/>
              <a:gd name="connsiteY65" fmla="*/ 8471796 h 9456078"/>
              <a:gd name="connsiteX66" fmla="*/ 3066489 w 13158797"/>
              <a:gd name="connsiteY66" fmla="*/ 8442854 h 9456078"/>
              <a:gd name="connsiteX67" fmla="*/ 3105634 w 13158797"/>
              <a:gd name="connsiteY67" fmla="*/ 8413528 h 9456078"/>
              <a:gd name="connsiteX68" fmla="*/ 3144515 w 13158797"/>
              <a:gd name="connsiteY68" fmla="*/ 8383818 h 9456078"/>
              <a:gd name="connsiteX69" fmla="*/ 3183129 w 13158797"/>
              <a:gd name="connsiteY69" fmla="*/ 8353726 h 9456078"/>
              <a:gd name="connsiteX70" fmla="*/ 3221473 w 13158797"/>
              <a:gd name="connsiteY70" fmla="*/ 8323253 h 9456078"/>
              <a:gd name="connsiteX71" fmla="*/ 3259544 w 13158797"/>
              <a:gd name="connsiteY71" fmla="*/ 8292401 h 9456078"/>
              <a:gd name="connsiteX72" fmla="*/ 3297339 w 13158797"/>
              <a:gd name="connsiteY72" fmla="*/ 8261172 h 9456078"/>
              <a:gd name="connsiteX73" fmla="*/ 3334854 w 13158797"/>
              <a:gd name="connsiteY73" fmla="*/ 8229566 h 9456078"/>
              <a:gd name="connsiteX74" fmla="*/ 3372087 w 13158797"/>
              <a:gd name="connsiteY74" fmla="*/ 8197585 h 9456078"/>
              <a:gd name="connsiteX75" fmla="*/ 3409035 w 13158797"/>
              <a:gd name="connsiteY75" fmla="*/ 8165232 h 9456078"/>
              <a:gd name="connsiteX76" fmla="*/ 3445695 w 13158797"/>
              <a:gd name="connsiteY76" fmla="*/ 8132507 h 9456078"/>
              <a:gd name="connsiteX77" fmla="*/ 3482064 w 13158797"/>
              <a:gd name="connsiteY77" fmla="*/ 8099411 h 9456078"/>
              <a:gd name="connsiteX78" fmla="*/ 3518139 w 13158797"/>
              <a:gd name="connsiteY78" fmla="*/ 8065947 h 9456078"/>
              <a:gd name="connsiteX79" fmla="*/ 3553916 w 13158797"/>
              <a:gd name="connsiteY79" fmla="*/ 8032115 h 9456078"/>
              <a:gd name="connsiteX80" fmla="*/ 3589393 w 13158797"/>
              <a:gd name="connsiteY80" fmla="*/ 7997918 h 9456078"/>
              <a:gd name="connsiteX81" fmla="*/ 3624567 w 13158797"/>
              <a:gd name="connsiteY81" fmla="*/ 7963356 h 9456078"/>
              <a:gd name="connsiteX82" fmla="*/ 3659435 w 13158797"/>
              <a:gd name="connsiteY82" fmla="*/ 7928432 h 9456078"/>
              <a:gd name="connsiteX83" fmla="*/ 3693994 w 13158797"/>
              <a:gd name="connsiteY83" fmla="*/ 7893146 h 9456078"/>
              <a:gd name="connsiteX84" fmla="*/ 3728240 w 13158797"/>
              <a:gd name="connsiteY84" fmla="*/ 7857501 h 9456078"/>
              <a:gd name="connsiteX85" fmla="*/ 3762171 w 13158797"/>
              <a:gd name="connsiteY85" fmla="*/ 7821497 h 9456078"/>
              <a:gd name="connsiteX86" fmla="*/ 3795783 w 13158797"/>
              <a:gd name="connsiteY86" fmla="*/ 7785136 h 9456078"/>
              <a:gd name="connsiteX87" fmla="*/ 3829075 w 13158797"/>
              <a:gd name="connsiteY87" fmla="*/ 7748420 h 9456078"/>
              <a:gd name="connsiteX88" fmla="*/ 3862042 w 13158797"/>
              <a:gd name="connsiteY88" fmla="*/ 7711350 h 9456078"/>
              <a:gd name="connsiteX89" fmla="*/ 3894682 w 13158797"/>
              <a:gd name="connsiteY89" fmla="*/ 7673928 h 9456078"/>
              <a:gd name="connsiteX90" fmla="*/ 3926991 w 13158797"/>
              <a:gd name="connsiteY90" fmla="*/ 7636155 h 9456078"/>
              <a:gd name="connsiteX91" fmla="*/ 3958967 w 13158797"/>
              <a:gd name="connsiteY91" fmla="*/ 7598032 h 9456078"/>
              <a:gd name="connsiteX92" fmla="*/ 3990607 w 13158797"/>
              <a:gd name="connsiteY92" fmla="*/ 7559561 h 9456078"/>
              <a:gd name="connsiteX93" fmla="*/ 4021907 w 13158797"/>
              <a:gd name="connsiteY93" fmla="*/ 7520744 h 9456078"/>
              <a:gd name="connsiteX94" fmla="*/ 4052865 w 13158797"/>
              <a:gd name="connsiteY94" fmla="*/ 7481582 h 9456078"/>
              <a:gd name="connsiteX95" fmla="*/ 4083478 w 13158797"/>
              <a:gd name="connsiteY95" fmla="*/ 7442077 h 9456078"/>
              <a:gd name="connsiteX96" fmla="*/ 8022311 w 13158797"/>
              <a:gd name="connsiteY96" fmla="*/ 2307814 h 9456078"/>
              <a:gd name="connsiteX97" fmla="*/ 8052902 w 13158797"/>
              <a:gd name="connsiteY97" fmla="*/ 2268285 h 9456078"/>
              <a:gd name="connsiteX98" fmla="*/ 8083796 w 13158797"/>
              <a:gd name="connsiteY98" fmla="*/ 2229056 h 9456078"/>
              <a:gd name="connsiteX99" fmla="*/ 8114989 w 13158797"/>
              <a:gd name="connsiteY99" fmla="*/ 2190127 h 9456078"/>
              <a:gd name="connsiteX100" fmla="*/ 8146479 w 13158797"/>
              <a:gd name="connsiteY100" fmla="*/ 2151500 h 9456078"/>
              <a:gd name="connsiteX101" fmla="*/ 8178264 w 13158797"/>
              <a:gd name="connsiteY101" fmla="*/ 2113176 h 9456078"/>
              <a:gd name="connsiteX102" fmla="*/ 8210341 w 13158797"/>
              <a:gd name="connsiteY102" fmla="*/ 2075157 h 9456078"/>
              <a:gd name="connsiteX103" fmla="*/ 8242709 w 13158797"/>
              <a:gd name="connsiteY103" fmla="*/ 2037442 h 9456078"/>
              <a:gd name="connsiteX104" fmla="*/ 8275365 w 13158797"/>
              <a:gd name="connsiteY104" fmla="*/ 2000034 h 9456078"/>
              <a:gd name="connsiteX105" fmla="*/ 8308307 w 13158797"/>
              <a:gd name="connsiteY105" fmla="*/ 1962934 h 9456078"/>
              <a:gd name="connsiteX106" fmla="*/ 8341532 w 13158797"/>
              <a:gd name="connsiteY106" fmla="*/ 1926142 h 9456078"/>
              <a:gd name="connsiteX107" fmla="*/ 8375038 w 13158797"/>
              <a:gd name="connsiteY107" fmla="*/ 1889660 h 9456078"/>
              <a:gd name="connsiteX108" fmla="*/ 8408823 w 13158797"/>
              <a:gd name="connsiteY108" fmla="*/ 1853489 h 9456078"/>
              <a:gd name="connsiteX109" fmla="*/ 8442885 w 13158797"/>
              <a:gd name="connsiteY109" fmla="*/ 1817630 h 9456078"/>
              <a:gd name="connsiteX110" fmla="*/ 8477221 w 13158797"/>
              <a:gd name="connsiteY110" fmla="*/ 1782084 h 9456078"/>
              <a:gd name="connsiteX111" fmla="*/ 8511829 w 13158797"/>
              <a:gd name="connsiteY111" fmla="*/ 1746853 h 9456078"/>
              <a:gd name="connsiteX112" fmla="*/ 8546706 w 13158797"/>
              <a:gd name="connsiteY112" fmla="*/ 1711937 h 9456078"/>
              <a:gd name="connsiteX113" fmla="*/ 8581851 w 13158797"/>
              <a:gd name="connsiteY113" fmla="*/ 1677337 h 9456078"/>
              <a:gd name="connsiteX114" fmla="*/ 8617261 w 13158797"/>
              <a:gd name="connsiteY114" fmla="*/ 1643056 h 9456078"/>
              <a:gd name="connsiteX115" fmla="*/ 8652934 w 13158797"/>
              <a:gd name="connsiteY115" fmla="*/ 1609093 h 9456078"/>
              <a:gd name="connsiteX116" fmla="*/ 8688867 w 13158797"/>
              <a:gd name="connsiteY116" fmla="*/ 1575450 h 9456078"/>
              <a:gd name="connsiteX117" fmla="*/ 8725058 w 13158797"/>
              <a:gd name="connsiteY117" fmla="*/ 1542128 h 9456078"/>
              <a:gd name="connsiteX118" fmla="*/ 8761506 w 13158797"/>
              <a:gd name="connsiteY118" fmla="*/ 1509129 h 9456078"/>
              <a:gd name="connsiteX119" fmla="*/ 8798207 w 13158797"/>
              <a:gd name="connsiteY119" fmla="*/ 1476452 h 9456078"/>
              <a:gd name="connsiteX120" fmla="*/ 8835159 w 13158797"/>
              <a:gd name="connsiteY120" fmla="*/ 1444101 h 9456078"/>
              <a:gd name="connsiteX121" fmla="*/ 8872360 w 13158797"/>
              <a:gd name="connsiteY121" fmla="*/ 1412075 h 9456078"/>
              <a:gd name="connsiteX122" fmla="*/ 8909808 w 13158797"/>
              <a:gd name="connsiteY122" fmla="*/ 1380375 h 9456078"/>
              <a:gd name="connsiteX123" fmla="*/ 8947501 w 13158797"/>
              <a:gd name="connsiteY123" fmla="*/ 1349004 h 9456078"/>
              <a:gd name="connsiteX124" fmla="*/ 8985435 w 13158797"/>
              <a:gd name="connsiteY124" fmla="*/ 1317962 h 9456078"/>
              <a:gd name="connsiteX125" fmla="*/ 9023610 w 13158797"/>
              <a:gd name="connsiteY125" fmla="*/ 1287250 h 9456078"/>
              <a:gd name="connsiteX126" fmla="*/ 9062022 w 13158797"/>
              <a:gd name="connsiteY126" fmla="*/ 1256869 h 9456078"/>
              <a:gd name="connsiteX127" fmla="*/ 9100669 w 13158797"/>
              <a:gd name="connsiteY127" fmla="*/ 1226820 h 9456078"/>
              <a:gd name="connsiteX128" fmla="*/ 9139549 w 13158797"/>
              <a:gd name="connsiteY128" fmla="*/ 1197105 h 9456078"/>
              <a:gd name="connsiteX129" fmla="*/ 9178660 w 13158797"/>
              <a:gd name="connsiteY129" fmla="*/ 1167725 h 9456078"/>
              <a:gd name="connsiteX130" fmla="*/ 9217999 w 13158797"/>
              <a:gd name="connsiteY130" fmla="*/ 1138681 h 9456078"/>
              <a:gd name="connsiteX131" fmla="*/ 9257564 w 13158797"/>
              <a:gd name="connsiteY131" fmla="*/ 1109974 h 9456078"/>
              <a:gd name="connsiteX132" fmla="*/ 9297353 w 13158797"/>
              <a:gd name="connsiteY132" fmla="*/ 1081604 h 9456078"/>
              <a:gd name="connsiteX133" fmla="*/ 9337364 w 13158797"/>
              <a:gd name="connsiteY133" fmla="*/ 1053574 h 9456078"/>
              <a:gd name="connsiteX134" fmla="*/ 9377594 w 13158797"/>
              <a:gd name="connsiteY134" fmla="*/ 1025884 h 9456078"/>
              <a:gd name="connsiteX135" fmla="*/ 9418040 w 13158797"/>
              <a:gd name="connsiteY135" fmla="*/ 998536 h 9456078"/>
              <a:gd name="connsiteX136" fmla="*/ 9458702 w 13158797"/>
              <a:gd name="connsiteY136" fmla="*/ 971530 h 9456078"/>
              <a:gd name="connsiteX137" fmla="*/ 9499575 w 13158797"/>
              <a:gd name="connsiteY137" fmla="*/ 944868 h 9456078"/>
              <a:gd name="connsiteX138" fmla="*/ 9540659 w 13158797"/>
              <a:gd name="connsiteY138" fmla="*/ 918551 h 9456078"/>
              <a:gd name="connsiteX139" fmla="*/ 9581950 w 13158797"/>
              <a:gd name="connsiteY139" fmla="*/ 892580 h 9456078"/>
              <a:gd name="connsiteX140" fmla="*/ 9623447 w 13158797"/>
              <a:gd name="connsiteY140" fmla="*/ 866956 h 9456078"/>
              <a:gd name="connsiteX141" fmla="*/ 9665147 w 13158797"/>
              <a:gd name="connsiteY141" fmla="*/ 841681 h 9456078"/>
              <a:gd name="connsiteX142" fmla="*/ 9707048 w 13158797"/>
              <a:gd name="connsiteY142" fmla="*/ 816754 h 9456078"/>
              <a:gd name="connsiteX143" fmla="*/ 9749147 w 13158797"/>
              <a:gd name="connsiteY143" fmla="*/ 792179 h 9456078"/>
              <a:gd name="connsiteX144" fmla="*/ 9791443 w 13158797"/>
              <a:gd name="connsiteY144" fmla="*/ 767955 h 9456078"/>
              <a:gd name="connsiteX145" fmla="*/ 9833932 w 13158797"/>
              <a:gd name="connsiteY145" fmla="*/ 744083 h 9456078"/>
              <a:gd name="connsiteX146" fmla="*/ 9876613 w 13158797"/>
              <a:gd name="connsiteY146" fmla="*/ 720566 h 9456078"/>
              <a:gd name="connsiteX147" fmla="*/ 9919484 w 13158797"/>
              <a:gd name="connsiteY147" fmla="*/ 697404 h 9456078"/>
              <a:gd name="connsiteX148" fmla="*/ 9962542 w 13158797"/>
              <a:gd name="connsiteY148" fmla="*/ 674598 h 9456078"/>
              <a:gd name="connsiteX149" fmla="*/ 10005784 w 13158797"/>
              <a:gd name="connsiteY149" fmla="*/ 652149 h 9456078"/>
              <a:gd name="connsiteX150" fmla="*/ 10049209 w 13158797"/>
              <a:gd name="connsiteY150" fmla="*/ 630059 h 9456078"/>
              <a:gd name="connsiteX151" fmla="*/ 10092814 w 13158797"/>
              <a:gd name="connsiteY151" fmla="*/ 608328 h 9456078"/>
              <a:gd name="connsiteX152" fmla="*/ 10136597 w 13158797"/>
              <a:gd name="connsiteY152" fmla="*/ 586958 h 9456078"/>
              <a:gd name="connsiteX153" fmla="*/ 10180556 w 13158797"/>
              <a:gd name="connsiteY153" fmla="*/ 565950 h 9456078"/>
              <a:gd name="connsiteX154" fmla="*/ 10224688 w 13158797"/>
              <a:gd name="connsiteY154" fmla="*/ 545304 h 9456078"/>
              <a:gd name="connsiteX155" fmla="*/ 10268991 w 13158797"/>
              <a:gd name="connsiteY155" fmla="*/ 525023 h 9456078"/>
              <a:gd name="connsiteX156" fmla="*/ 10313463 w 13158797"/>
              <a:gd name="connsiteY156" fmla="*/ 505107 h 9456078"/>
              <a:gd name="connsiteX157" fmla="*/ 10358101 w 13158797"/>
              <a:gd name="connsiteY157" fmla="*/ 485558 h 9456078"/>
              <a:gd name="connsiteX158" fmla="*/ 10402903 w 13158797"/>
              <a:gd name="connsiteY158" fmla="*/ 466376 h 9456078"/>
              <a:gd name="connsiteX159" fmla="*/ 10447868 w 13158797"/>
              <a:gd name="connsiteY159" fmla="*/ 447563 h 9456078"/>
              <a:gd name="connsiteX160" fmla="*/ 10492991 w 13158797"/>
              <a:gd name="connsiteY160" fmla="*/ 429119 h 9456078"/>
              <a:gd name="connsiteX161" fmla="*/ 10538272 w 13158797"/>
              <a:gd name="connsiteY161" fmla="*/ 411046 h 9456078"/>
              <a:gd name="connsiteX162" fmla="*/ 10583708 w 13158797"/>
              <a:gd name="connsiteY162" fmla="*/ 393346 h 9456078"/>
              <a:gd name="connsiteX163" fmla="*/ 10629297 w 13158797"/>
              <a:gd name="connsiteY163" fmla="*/ 376018 h 9456078"/>
              <a:gd name="connsiteX164" fmla="*/ 10675036 w 13158797"/>
              <a:gd name="connsiteY164" fmla="*/ 359065 h 9456078"/>
              <a:gd name="connsiteX165" fmla="*/ 10720923 w 13158797"/>
              <a:gd name="connsiteY165" fmla="*/ 342487 h 9456078"/>
              <a:gd name="connsiteX166" fmla="*/ 10766956 w 13158797"/>
              <a:gd name="connsiteY166" fmla="*/ 326286 h 9456078"/>
              <a:gd name="connsiteX167" fmla="*/ 10813132 w 13158797"/>
              <a:gd name="connsiteY167" fmla="*/ 310462 h 9456078"/>
              <a:gd name="connsiteX168" fmla="*/ 10859450 w 13158797"/>
              <a:gd name="connsiteY168" fmla="*/ 295018 h 9456078"/>
              <a:gd name="connsiteX169" fmla="*/ 10905907 w 13158797"/>
              <a:gd name="connsiteY169" fmla="*/ 279953 h 9456078"/>
              <a:gd name="connsiteX170" fmla="*/ 10952500 w 13158797"/>
              <a:gd name="connsiteY170" fmla="*/ 265269 h 9456078"/>
              <a:gd name="connsiteX171" fmla="*/ 10999227 w 13158797"/>
              <a:gd name="connsiteY171" fmla="*/ 250968 h 9456078"/>
              <a:gd name="connsiteX172" fmla="*/ 11046087 w 13158797"/>
              <a:gd name="connsiteY172" fmla="*/ 237049 h 9456078"/>
              <a:gd name="connsiteX173" fmla="*/ 11093076 w 13158797"/>
              <a:gd name="connsiteY173" fmla="*/ 223516 h 9456078"/>
              <a:gd name="connsiteX174" fmla="*/ 11140193 w 13158797"/>
              <a:gd name="connsiteY174" fmla="*/ 210368 h 9456078"/>
              <a:gd name="connsiteX175" fmla="*/ 11187434 w 13158797"/>
              <a:gd name="connsiteY175" fmla="*/ 197606 h 9456078"/>
              <a:gd name="connsiteX176" fmla="*/ 11234799 w 13158797"/>
              <a:gd name="connsiteY176" fmla="*/ 185233 h 9456078"/>
              <a:gd name="connsiteX177" fmla="*/ 11282284 w 13158797"/>
              <a:gd name="connsiteY177" fmla="*/ 173248 h 9456078"/>
              <a:gd name="connsiteX178" fmla="*/ 11329888 w 13158797"/>
              <a:gd name="connsiteY178" fmla="*/ 161654 h 9456078"/>
              <a:gd name="connsiteX179" fmla="*/ 11377607 w 13158797"/>
              <a:gd name="connsiteY179" fmla="*/ 150451 h 9456078"/>
              <a:gd name="connsiteX180" fmla="*/ 11425440 w 13158797"/>
              <a:gd name="connsiteY180" fmla="*/ 139640 h 9456078"/>
              <a:gd name="connsiteX181" fmla="*/ 11473385 w 13158797"/>
              <a:gd name="connsiteY181" fmla="*/ 129223 h 9456078"/>
              <a:gd name="connsiteX182" fmla="*/ 11521439 w 13158797"/>
              <a:gd name="connsiteY182" fmla="*/ 119201 h 9456078"/>
              <a:gd name="connsiteX183" fmla="*/ 11569599 w 13158797"/>
              <a:gd name="connsiteY183" fmla="*/ 109574 h 9456078"/>
              <a:gd name="connsiteX184" fmla="*/ 11617864 w 13158797"/>
              <a:gd name="connsiteY184" fmla="*/ 100344 h 9456078"/>
              <a:gd name="connsiteX185" fmla="*/ 11666231 w 13158797"/>
              <a:gd name="connsiteY185" fmla="*/ 91512 h 9456078"/>
              <a:gd name="connsiteX186" fmla="*/ 11714698 w 13158797"/>
              <a:gd name="connsiteY186" fmla="*/ 83080 h 9456078"/>
              <a:gd name="connsiteX187" fmla="*/ 11763263 w 13158797"/>
              <a:gd name="connsiteY187" fmla="*/ 75047 h 9456078"/>
              <a:gd name="connsiteX188" fmla="*/ 11811923 w 13158797"/>
              <a:gd name="connsiteY188" fmla="*/ 67417 h 9456078"/>
              <a:gd name="connsiteX189" fmla="*/ 11860676 w 13158797"/>
              <a:gd name="connsiteY189" fmla="*/ 60188 h 9456078"/>
              <a:gd name="connsiteX190" fmla="*/ 11909519 w 13158797"/>
              <a:gd name="connsiteY190" fmla="*/ 53364 h 9456078"/>
              <a:gd name="connsiteX191" fmla="*/ 11958451 w 13158797"/>
              <a:gd name="connsiteY191" fmla="*/ 46944 h 9456078"/>
              <a:gd name="connsiteX192" fmla="*/ 12007470 w 13158797"/>
              <a:gd name="connsiteY192" fmla="*/ 40931 h 9456078"/>
              <a:gd name="connsiteX193" fmla="*/ 12056572 w 13158797"/>
              <a:gd name="connsiteY193" fmla="*/ 35324 h 9456078"/>
              <a:gd name="connsiteX194" fmla="*/ 12105756 w 13158797"/>
              <a:gd name="connsiteY194" fmla="*/ 30126 h 9456078"/>
              <a:gd name="connsiteX195" fmla="*/ 12155019 w 13158797"/>
              <a:gd name="connsiteY195" fmla="*/ 25337 h 9456078"/>
              <a:gd name="connsiteX196" fmla="*/ 12204359 w 13158797"/>
              <a:gd name="connsiteY196" fmla="*/ 20958 h 9456078"/>
              <a:gd name="connsiteX197" fmla="*/ 12253773 w 13158797"/>
              <a:gd name="connsiteY197" fmla="*/ 16991 h 9456078"/>
              <a:gd name="connsiteX198" fmla="*/ 12303260 w 13158797"/>
              <a:gd name="connsiteY198" fmla="*/ 13437 h 9456078"/>
              <a:gd name="connsiteX199" fmla="*/ 12352818 w 13158797"/>
              <a:gd name="connsiteY199" fmla="*/ 10297 h 9456078"/>
              <a:gd name="connsiteX200" fmla="*/ 12402443 w 13158797"/>
              <a:gd name="connsiteY200" fmla="*/ 7572 h 9456078"/>
              <a:gd name="connsiteX201" fmla="*/ 12452133 w 13158797"/>
              <a:gd name="connsiteY201" fmla="*/ 5263 h 9456078"/>
              <a:gd name="connsiteX202" fmla="*/ 12501887 w 13158797"/>
              <a:gd name="connsiteY202" fmla="*/ 3371 h 9456078"/>
              <a:gd name="connsiteX203" fmla="*/ 12551701 w 13158797"/>
              <a:gd name="connsiteY203" fmla="*/ 1898 h 9456078"/>
              <a:gd name="connsiteX204" fmla="*/ 12601574 w 13158797"/>
              <a:gd name="connsiteY204" fmla="*/ 844 h 9456078"/>
              <a:gd name="connsiteX205" fmla="*/ 12651504 w 13158797"/>
              <a:gd name="connsiteY205" fmla="*/ 211 h 9456078"/>
              <a:gd name="connsiteX206" fmla="*/ 12701487 w 13158797"/>
              <a:gd name="connsiteY206" fmla="*/ 0 h 9456078"/>
              <a:gd name="connsiteX207" fmla="*/ 13158798 w 13158797"/>
              <a:gd name="connsiteY207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98870 w 13158799"/>
              <a:gd name="connsiteY5" fmla="*/ 9447409 h 9456078"/>
              <a:gd name="connsiteX6" fmla="*/ 348429 w 13158799"/>
              <a:gd name="connsiteY6" fmla="*/ 9444290 h 9456078"/>
              <a:gd name="connsiteX7" fmla="*/ 397907 w 13158799"/>
              <a:gd name="connsiteY7" fmla="*/ 9440698 h 9456078"/>
              <a:gd name="connsiteX8" fmla="*/ 447302 w 13158799"/>
              <a:gd name="connsiteY8" fmla="*/ 9436632 h 9456078"/>
              <a:gd name="connsiteX9" fmla="*/ 496610 w 13158799"/>
              <a:gd name="connsiteY9" fmla="*/ 9432096 h 9456078"/>
              <a:gd name="connsiteX10" fmla="*/ 545829 w 13158799"/>
              <a:gd name="connsiteY10" fmla="*/ 9427089 h 9456078"/>
              <a:gd name="connsiteX11" fmla="*/ 594956 w 13158799"/>
              <a:gd name="connsiteY11" fmla="*/ 9421615 h 9456078"/>
              <a:gd name="connsiteX12" fmla="*/ 643987 w 13158799"/>
              <a:gd name="connsiteY12" fmla="*/ 9415673 h 9456078"/>
              <a:gd name="connsiteX13" fmla="*/ 692920 w 13158799"/>
              <a:gd name="connsiteY13" fmla="*/ 9409267 h 9456078"/>
              <a:gd name="connsiteX14" fmla="*/ 741751 w 13158799"/>
              <a:gd name="connsiteY14" fmla="*/ 9402396 h 9456078"/>
              <a:gd name="connsiteX15" fmla="*/ 790478 w 13158799"/>
              <a:gd name="connsiteY15" fmla="*/ 9395063 h 9456078"/>
              <a:gd name="connsiteX16" fmla="*/ 839098 w 13158799"/>
              <a:gd name="connsiteY16" fmla="*/ 9387270 h 9456078"/>
              <a:gd name="connsiteX17" fmla="*/ 887607 w 13158799"/>
              <a:gd name="connsiteY17" fmla="*/ 9379017 h 9456078"/>
              <a:gd name="connsiteX18" fmla="*/ 936002 w 13158799"/>
              <a:gd name="connsiteY18" fmla="*/ 9370306 h 9456078"/>
              <a:gd name="connsiteX19" fmla="*/ 984281 w 13158799"/>
              <a:gd name="connsiteY19" fmla="*/ 9361139 h 9456078"/>
              <a:gd name="connsiteX20" fmla="*/ 1032440 w 13158799"/>
              <a:gd name="connsiteY20" fmla="*/ 9351517 h 9456078"/>
              <a:gd name="connsiteX21" fmla="*/ 1080477 w 13158799"/>
              <a:gd name="connsiteY21" fmla="*/ 9341441 h 9456078"/>
              <a:gd name="connsiteX22" fmla="*/ 1176172 w 13158799"/>
              <a:gd name="connsiteY22" fmla="*/ 9319936 h 9456078"/>
              <a:gd name="connsiteX23" fmla="*/ 1223823 w 13158799"/>
              <a:gd name="connsiteY23" fmla="*/ 9308509 h 9456078"/>
              <a:gd name="connsiteX24" fmla="*/ 1271339 w 13158799"/>
              <a:gd name="connsiteY24" fmla="*/ 9296635 h 9456078"/>
              <a:gd name="connsiteX25" fmla="*/ 1318719 w 13158799"/>
              <a:gd name="connsiteY25" fmla="*/ 9284315 h 9456078"/>
              <a:gd name="connsiteX26" fmla="*/ 1365957 w 13158799"/>
              <a:gd name="connsiteY26" fmla="*/ 9271550 h 9456078"/>
              <a:gd name="connsiteX27" fmla="*/ 1413052 w 13158799"/>
              <a:gd name="connsiteY27" fmla="*/ 9258342 h 9456078"/>
              <a:gd name="connsiteX28" fmla="*/ 1460000 w 13158799"/>
              <a:gd name="connsiteY28" fmla="*/ 9244693 h 9456078"/>
              <a:gd name="connsiteX29" fmla="*/ 1506799 w 13158799"/>
              <a:gd name="connsiteY29" fmla="*/ 9230604 h 9456078"/>
              <a:gd name="connsiteX30" fmla="*/ 1553445 w 13158799"/>
              <a:gd name="connsiteY30" fmla="*/ 9216076 h 9456078"/>
              <a:gd name="connsiteX31" fmla="*/ 1599935 w 13158799"/>
              <a:gd name="connsiteY31" fmla="*/ 9201111 h 9456078"/>
              <a:gd name="connsiteX32" fmla="*/ 1646267 w 13158799"/>
              <a:gd name="connsiteY32" fmla="*/ 9185710 h 9456078"/>
              <a:gd name="connsiteX33" fmla="*/ 1692437 w 13158799"/>
              <a:gd name="connsiteY33" fmla="*/ 9169876 h 9456078"/>
              <a:gd name="connsiteX34" fmla="*/ 1738442 w 13158799"/>
              <a:gd name="connsiteY34" fmla="*/ 9153608 h 9456078"/>
              <a:gd name="connsiteX35" fmla="*/ 1784280 w 13158799"/>
              <a:gd name="connsiteY35" fmla="*/ 9136910 h 9456078"/>
              <a:gd name="connsiteX36" fmla="*/ 1829947 w 13158799"/>
              <a:gd name="connsiteY36" fmla="*/ 9119782 h 9456078"/>
              <a:gd name="connsiteX37" fmla="*/ 1875440 w 13158799"/>
              <a:gd name="connsiteY37" fmla="*/ 9102226 h 9456078"/>
              <a:gd name="connsiteX38" fmla="*/ 1920756 w 13158799"/>
              <a:gd name="connsiteY38" fmla="*/ 9084243 h 9456078"/>
              <a:gd name="connsiteX39" fmla="*/ 1965893 w 13158799"/>
              <a:gd name="connsiteY39" fmla="*/ 9065835 h 9456078"/>
              <a:gd name="connsiteX40" fmla="*/ 2010847 w 13158799"/>
              <a:gd name="connsiteY40" fmla="*/ 9047004 h 9456078"/>
              <a:gd name="connsiteX41" fmla="*/ 2055615 w 13158799"/>
              <a:gd name="connsiteY41" fmla="*/ 9027750 h 9456078"/>
              <a:gd name="connsiteX42" fmla="*/ 2100195 w 13158799"/>
              <a:gd name="connsiteY42" fmla="*/ 9008075 h 9456078"/>
              <a:gd name="connsiteX43" fmla="*/ 2144582 w 13158799"/>
              <a:gd name="connsiteY43" fmla="*/ 8987981 h 9456078"/>
              <a:gd name="connsiteX44" fmla="*/ 2188775 w 13158799"/>
              <a:gd name="connsiteY44" fmla="*/ 8967470 h 9456078"/>
              <a:gd name="connsiteX45" fmla="*/ 2232770 w 13158799"/>
              <a:gd name="connsiteY45" fmla="*/ 8946542 h 9456078"/>
              <a:gd name="connsiteX46" fmla="*/ 2276564 w 13158799"/>
              <a:gd name="connsiteY46" fmla="*/ 8925199 h 9456078"/>
              <a:gd name="connsiteX47" fmla="*/ 2320154 w 13158799"/>
              <a:gd name="connsiteY47" fmla="*/ 8903443 h 9456078"/>
              <a:gd name="connsiteX48" fmla="*/ 2363538 w 13158799"/>
              <a:gd name="connsiteY48" fmla="*/ 8881275 h 9456078"/>
              <a:gd name="connsiteX49" fmla="*/ 2406711 w 13158799"/>
              <a:gd name="connsiteY49" fmla="*/ 8858697 h 9456078"/>
              <a:gd name="connsiteX50" fmla="*/ 2449672 w 13158799"/>
              <a:gd name="connsiteY50" fmla="*/ 8835710 h 9456078"/>
              <a:gd name="connsiteX51" fmla="*/ 2492417 w 13158799"/>
              <a:gd name="connsiteY51" fmla="*/ 8812316 h 9456078"/>
              <a:gd name="connsiteX52" fmla="*/ 2534943 w 13158799"/>
              <a:gd name="connsiteY52" fmla="*/ 8788516 h 9456078"/>
              <a:gd name="connsiteX53" fmla="*/ 2577247 w 13158799"/>
              <a:gd name="connsiteY53" fmla="*/ 8764311 h 9456078"/>
              <a:gd name="connsiteX54" fmla="*/ 2619326 w 13158799"/>
              <a:gd name="connsiteY54" fmla="*/ 8739704 h 9456078"/>
              <a:gd name="connsiteX55" fmla="*/ 2661177 w 13158799"/>
              <a:gd name="connsiteY55" fmla="*/ 8714695 h 9456078"/>
              <a:gd name="connsiteX56" fmla="*/ 2702797 w 13158799"/>
              <a:gd name="connsiteY56" fmla="*/ 8689286 h 9456078"/>
              <a:gd name="connsiteX57" fmla="*/ 2744183 w 13158799"/>
              <a:gd name="connsiteY57" fmla="*/ 8663479 h 9456078"/>
              <a:gd name="connsiteX58" fmla="*/ 2785333 w 13158799"/>
              <a:gd name="connsiteY58" fmla="*/ 8637274 h 9456078"/>
              <a:gd name="connsiteX59" fmla="*/ 2826242 w 13158799"/>
              <a:gd name="connsiteY59" fmla="*/ 8610675 h 9456078"/>
              <a:gd name="connsiteX60" fmla="*/ 2866908 w 13158799"/>
              <a:gd name="connsiteY60" fmla="*/ 8583681 h 9456078"/>
              <a:gd name="connsiteX61" fmla="*/ 2907329 w 13158799"/>
              <a:gd name="connsiteY61" fmla="*/ 8556295 h 9456078"/>
              <a:gd name="connsiteX62" fmla="*/ 2947500 w 13158799"/>
              <a:gd name="connsiteY62" fmla="*/ 8528517 h 9456078"/>
              <a:gd name="connsiteX63" fmla="*/ 2987419 w 13158799"/>
              <a:gd name="connsiteY63" fmla="*/ 8500351 h 9456078"/>
              <a:gd name="connsiteX64" fmla="*/ 3027083 w 13158799"/>
              <a:gd name="connsiteY64" fmla="*/ 8471796 h 9456078"/>
              <a:gd name="connsiteX65" fmla="*/ 3066489 w 13158799"/>
              <a:gd name="connsiteY65" fmla="*/ 8442854 h 9456078"/>
              <a:gd name="connsiteX66" fmla="*/ 3105634 w 13158799"/>
              <a:gd name="connsiteY66" fmla="*/ 8413528 h 9456078"/>
              <a:gd name="connsiteX67" fmla="*/ 3144515 w 13158799"/>
              <a:gd name="connsiteY67" fmla="*/ 8383818 h 9456078"/>
              <a:gd name="connsiteX68" fmla="*/ 3183129 w 13158799"/>
              <a:gd name="connsiteY68" fmla="*/ 8353726 h 9456078"/>
              <a:gd name="connsiteX69" fmla="*/ 3221473 w 13158799"/>
              <a:gd name="connsiteY69" fmla="*/ 8323253 h 9456078"/>
              <a:gd name="connsiteX70" fmla="*/ 3259544 w 13158799"/>
              <a:gd name="connsiteY70" fmla="*/ 8292401 h 9456078"/>
              <a:gd name="connsiteX71" fmla="*/ 3297339 w 13158799"/>
              <a:gd name="connsiteY71" fmla="*/ 8261172 h 9456078"/>
              <a:gd name="connsiteX72" fmla="*/ 3334854 w 13158799"/>
              <a:gd name="connsiteY72" fmla="*/ 8229566 h 9456078"/>
              <a:gd name="connsiteX73" fmla="*/ 3372087 w 13158799"/>
              <a:gd name="connsiteY73" fmla="*/ 8197585 h 9456078"/>
              <a:gd name="connsiteX74" fmla="*/ 3409035 w 13158799"/>
              <a:gd name="connsiteY74" fmla="*/ 8165232 h 9456078"/>
              <a:gd name="connsiteX75" fmla="*/ 3445695 w 13158799"/>
              <a:gd name="connsiteY75" fmla="*/ 8132507 h 9456078"/>
              <a:gd name="connsiteX76" fmla="*/ 3482064 w 13158799"/>
              <a:gd name="connsiteY76" fmla="*/ 8099411 h 9456078"/>
              <a:gd name="connsiteX77" fmla="*/ 3518139 w 13158799"/>
              <a:gd name="connsiteY77" fmla="*/ 8065947 h 9456078"/>
              <a:gd name="connsiteX78" fmla="*/ 3553916 w 13158799"/>
              <a:gd name="connsiteY78" fmla="*/ 8032115 h 9456078"/>
              <a:gd name="connsiteX79" fmla="*/ 3589393 w 13158799"/>
              <a:gd name="connsiteY79" fmla="*/ 7997918 h 9456078"/>
              <a:gd name="connsiteX80" fmla="*/ 3624567 w 13158799"/>
              <a:gd name="connsiteY80" fmla="*/ 7963356 h 9456078"/>
              <a:gd name="connsiteX81" fmla="*/ 3659435 w 13158799"/>
              <a:gd name="connsiteY81" fmla="*/ 7928432 h 9456078"/>
              <a:gd name="connsiteX82" fmla="*/ 3693994 w 13158799"/>
              <a:gd name="connsiteY82" fmla="*/ 7893146 h 9456078"/>
              <a:gd name="connsiteX83" fmla="*/ 3728240 w 13158799"/>
              <a:gd name="connsiteY83" fmla="*/ 7857501 h 9456078"/>
              <a:gd name="connsiteX84" fmla="*/ 3762171 w 13158799"/>
              <a:gd name="connsiteY84" fmla="*/ 7821497 h 9456078"/>
              <a:gd name="connsiteX85" fmla="*/ 3795783 w 13158799"/>
              <a:gd name="connsiteY85" fmla="*/ 7785136 h 9456078"/>
              <a:gd name="connsiteX86" fmla="*/ 3829075 w 13158799"/>
              <a:gd name="connsiteY86" fmla="*/ 7748420 h 9456078"/>
              <a:gd name="connsiteX87" fmla="*/ 3862042 w 13158799"/>
              <a:gd name="connsiteY87" fmla="*/ 7711350 h 9456078"/>
              <a:gd name="connsiteX88" fmla="*/ 3894682 w 13158799"/>
              <a:gd name="connsiteY88" fmla="*/ 7673928 h 9456078"/>
              <a:gd name="connsiteX89" fmla="*/ 3926991 w 13158799"/>
              <a:gd name="connsiteY89" fmla="*/ 7636155 h 9456078"/>
              <a:gd name="connsiteX90" fmla="*/ 3958967 w 13158799"/>
              <a:gd name="connsiteY90" fmla="*/ 7598032 h 9456078"/>
              <a:gd name="connsiteX91" fmla="*/ 3990607 w 13158799"/>
              <a:gd name="connsiteY91" fmla="*/ 7559561 h 9456078"/>
              <a:gd name="connsiteX92" fmla="*/ 4021907 w 13158799"/>
              <a:gd name="connsiteY92" fmla="*/ 7520744 h 9456078"/>
              <a:gd name="connsiteX93" fmla="*/ 4052865 w 13158799"/>
              <a:gd name="connsiteY93" fmla="*/ 7481582 h 9456078"/>
              <a:gd name="connsiteX94" fmla="*/ 4083478 w 13158799"/>
              <a:gd name="connsiteY94" fmla="*/ 7442077 h 9456078"/>
              <a:gd name="connsiteX95" fmla="*/ 8022311 w 13158799"/>
              <a:gd name="connsiteY95" fmla="*/ 2307814 h 9456078"/>
              <a:gd name="connsiteX96" fmla="*/ 8052902 w 13158799"/>
              <a:gd name="connsiteY96" fmla="*/ 2268285 h 9456078"/>
              <a:gd name="connsiteX97" fmla="*/ 8083796 w 13158799"/>
              <a:gd name="connsiteY97" fmla="*/ 2229056 h 9456078"/>
              <a:gd name="connsiteX98" fmla="*/ 8114989 w 13158799"/>
              <a:gd name="connsiteY98" fmla="*/ 2190127 h 9456078"/>
              <a:gd name="connsiteX99" fmla="*/ 8146479 w 13158799"/>
              <a:gd name="connsiteY99" fmla="*/ 2151500 h 9456078"/>
              <a:gd name="connsiteX100" fmla="*/ 8178264 w 13158799"/>
              <a:gd name="connsiteY100" fmla="*/ 2113176 h 9456078"/>
              <a:gd name="connsiteX101" fmla="*/ 8210341 w 13158799"/>
              <a:gd name="connsiteY101" fmla="*/ 2075157 h 9456078"/>
              <a:gd name="connsiteX102" fmla="*/ 8242709 w 13158799"/>
              <a:gd name="connsiteY102" fmla="*/ 2037442 h 9456078"/>
              <a:gd name="connsiteX103" fmla="*/ 8275365 w 13158799"/>
              <a:gd name="connsiteY103" fmla="*/ 2000034 h 9456078"/>
              <a:gd name="connsiteX104" fmla="*/ 8308307 w 13158799"/>
              <a:gd name="connsiteY104" fmla="*/ 1962934 h 9456078"/>
              <a:gd name="connsiteX105" fmla="*/ 8341532 w 13158799"/>
              <a:gd name="connsiteY105" fmla="*/ 1926142 h 9456078"/>
              <a:gd name="connsiteX106" fmla="*/ 8375038 w 13158799"/>
              <a:gd name="connsiteY106" fmla="*/ 1889660 h 9456078"/>
              <a:gd name="connsiteX107" fmla="*/ 8408823 w 13158799"/>
              <a:gd name="connsiteY107" fmla="*/ 1853489 h 9456078"/>
              <a:gd name="connsiteX108" fmla="*/ 8442885 w 13158799"/>
              <a:gd name="connsiteY108" fmla="*/ 1817630 h 9456078"/>
              <a:gd name="connsiteX109" fmla="*/ 8477221 w 13158799"/>
              <a:gd name="connsiteY109" fmla="*/ 1782084 h 9456078"/>
              <a:gd name="connsiteX110" fmla="*/ 8511829 w 13158799"/>
              <a:gd name="connsiteY110" fmla="*/ 1746853 h 9456078"/>
              <a:gd name="connsiteX111" fmla="*/ 8546706 w 13158799"/>
              <a:gd name="connsiteY111" fmla="*/ 1711937 h 9456078"/>
              <a:gd name="connsiteX112" fmla="*/ 8581851 w 13158799"/>
              <a:gd name="connsiteY112" fmla="*/ 1677337 h 9456078"/>
              <a:gd name="connsiteX113" fmla="*/ 8617261 w 13158799"/>
              <a:gd name="connsiteY113" fmla="*/ 1643056 h 9456078"/>
              <a:gd name="connsiteX114" fmla="*/ 8652934 w 13158799"/>
              <a:gd name="connsiteY114" fmla="*/ 1609093 h 9456078"/>
              <a:gd name="connsiteX115" fmla="*/ 8688867 w 13158799"/>
              <a:gd name="connsiteY115" fmla="*/ 1575450 h 9456078"/>
              <a:gd name="connsiteX116" fmla="*/ 8725058 w 13158799"/>
              <a:gd name="connsiteY116" fmla="*/ 1542128 h 9456078"/>
              <a:gd name="connsiteX117" fmla="*/ 8761506 w 13158799"/>
              <a:gd name="connsiteY117" fmla="*/ 1509129 h 9456078"/>
              <a:gd name="connsiteX118" fmla="*/ 8798207 w 13158799"/>
              <a:gd name="connsiteY118" fmla="*/ 1476452 h 9456078"/>
              <a:gd name="connsiteX119" fmla="*/ 8835159 w 13158799"/>
              <a:gd name="connsiteY119" fmla="*/ 1444101 h 9456078"/>
              <a:gd name="connsiteX120" fmla="*/ 8872360 w 13158799"/>
              <a:gd name="connsiteY120" fmla="*/ 1412075 h 9456078"/>
              <a:gd name="connsiteX121" fmla="*/ 8909808 w 13158799"/>
              <a:gd name="connsiteY121" fmla="*/ 1380375 h 9456078"/>
              <a:gd name="connsiteX122" fmla="*/ 8947501 w 13158799"/>
              <a:gd name="connsiteY122" fmla="*/ 1349004 h 9456078"/>
              <a:gd name="connsiteX123" fmla="*/ 8985435 w 13158799"/>
              <a:gd name="connsiteY123" fmla="*/ 1317962 h 9456078"/>
              <a:gd name="connsiteX124" fmla="*/ 9023610 w 13158799"/>
              <a:gd name="connsiteY124" fmla="*/ 1287250 h 9456078"/>
              <a:gd name="connsiteX125" fmla="*/ 9062022 w 13158799"/>
              <a:gd name="connsiteY125" fmla="*/ 1256869 h 9456078"/>
              <a:gd name="connsiteX126" fmla="*/ 9100669 w 13158799"/>
              <a:gd name="connsiteY126" fmla="*/ 1226820 h 9456078"/>
              <a:gd name="connsiteX127" fmla="*/ 9139549 w 13158799"/>
              <a:gd name="connsiteY127" fmla="*/ 1197105 h 9456078"/>
              <a:gd name="connsiteX128" fmla="*/ 9178660 w 13158799"/>
              <a:gd name="connsiteY128" fmla="*/ 1167725 h 9456078"/>
              <a:gd name="connsiteX129" fmla="*/ 9217999 w 13158799"/>
              <a:gd name="connsiteY129" fmla="*/ 1138681 h 9456078"/>
              <a:gd name="connsiteX130" fmla="*/ 9257564 w 13158799"/>
              <a:gd name="connsiteY130" fmla="*/ 1109974 h 9456078"/>
              <a:gd name="connsiteX131" fmla="*/ 9297353 w 13158799"/>
              <a:gd name="connsiteY131" fmla="*/ 1081604 h 9456078"/>
              <a:gd name="connsiteX132" fmla="*/ 9337364 w 13158799"/>
              <a:gd name="connsiteY132" fmla="*/ 1053574 h 9456078"/>
              <a:gd name="connsiteX133" fmla="*/ 9377594 w 13158799"/>
              <a:gd name="connsiteY133" fmla="*/ 1025884 h 9456078"/>
              <a:gd name="connsiteX134" fmla="*/ 9418040 w 13158799"/>
              <a:gd name="connsiteY134" fmla="*/ 998536 h 9456078"/>
              <a:gd name="connsiteX135" fmla="*/ 9458702 w 13158799"/>
              <a:gd name="connsiteY135" fmla="*/ 971530 h 9456078"/>
              <a:gd name="connsiteX136" fmla="*/ 9499575 w 13158799"/>
              <a:gd name="connsiteY136" fmla="*/ 944868 h 9456078"/>
              <a:gd name="connsiteX137" fmla="*/ 9540659 w 13158799"/>
              <a:gd name="connsiteY137" fmla="*/ 918551 h 9456078"/>
              <a:gd name="connsiteX138" fmla="*/ 9581950 w 13158799"/>
              <a:gd name="connsiteY138" fmla="*/ 892580 h 9456078"/>
              <a:gd name="connsiteX139" fmla="*/ 9623447 w 13158799"/>
              <a:gd name="connsiteY139" fmla="*/ 866956 h 9456078"/>
              <a:gd name="connsiteX140" fmla="*/ 9665147 w 13158799"/>
              <a:gd name="connsiteY140" fmla="*/ 841681 h 9456078"/>
              <a:gd name="connsiteX141" fmla="*/ 9707048 w 13158799"/>
              <a:gd name="connsiteY141" fmla="*/ 816754 h 9456078"/>
              <a:gd name="connsiteX142" fmla="*/ 9749147 w 13158799"/>
              <a:gd name="connsiteY142" fmla="*/ 792179 h 9456078"/>
              <a:gd name="connsiteX143" fmla="*/ 9791443 w 13158799"/>
              <a:gd name="connsiteY143" fmla="*/ 767955 h 9456078"/>
              <a:gd name="connsiteX144" fmla="*/ 9833932 w 13158799"/>
              <a:gd name="connsiteY144" fmla="*/ 744083 h 9456078"/>
              <a:gd name="connsiteX145" fmla="*/ 9876613 w 13158799"/>
              <a:gd name="connsiteY145" fmla="*/ 720566 h 9456078"/>
              <a:gd name="connsiteX146" fmla="*/ 9919484 w 13158799"/>
              <a:gd name="connsiteY146" fmla="*/ 697404 h 9456078"/>
              <a:gd name="connsiteX147" fmla="*/ 9962542 w 13158799"/>
              <a:gd name="connsiteY147" fmla="*/ 674598 h 9456078"/>
              <a:gd name="connsiteX148" fmla="*/ 10005784 w 13158799"/>
              <a:gd name="connsiteY148" fmla="*/ 652149 h 9456078"/>
              <a:gd name="connsiteX149" fmla="*/ 10049209 w 13158799"/>
              <a:gd name="connsiteY149" fmla="*/ 630059 h 9456078"/>
              <a:gd name="connsiteX150" fmla="*/ 10092814 w 13158799"/>
              <a:gd name="connsiteY150" fmla="*/ 608328 h 9456078"/>
              <a:gd name="connsiteX151" fmla="*/ 10136597 w 13158799"/>
              <a:gd name="connsiteY151" fmla="*/ 586958 h 9456078"/>
              <a:gd name="connsiteX152" fmla="*/ 10180556 w 13158799"/>
              <a:gd name="connsiteY152" fmla="*/ 565950 h 9456078"/>
              <a:gd name="connsiteX153" fmla="*/ 10224688 w 13158799"/>
              <a:gd name="connsiteY153" fmla="*/ 545304 h 9456078"/>
              <a:gd name="connsiteX154" fmla="*/ 10268991 w 13158799"/>
              <a:gd name="connsiteY154" fmla="*/ 525023 h 9456078"/>
              <a:gd name="connsiteX155" fmla="*/ 10313463 w 13158799"/>
              <a:gd name="connsiteY155" fmla="*/ 505107 h 9456078"/>
              <a:gd name="connsiteX156" fmla="*/ 10358101 w 13158799"/>
              <a:gd name="connsiteY156" fmla="*/ 485558 h 9456078"/>
              <a:gd name="connsiteX157" fmla="*/ 10402903 w 13158799"/>
              <a:gd name="connsiteY157" fmla="*/ 466376 h 9456078"/>
              <a:gd name="connsiteX158" fmla="*/ 10447868 w 13158799"/>
              <a:gd name="connsiteY158" fmla="*/ 447563 h 9456078"/>
              <a:gd name="connsiteX159" fmla="*/ 10492991 w 13158799"/>
              <a:gd name="connsiteY159" fmla="*/ 429119 h 9456078"/>
              <a:gd name="connsiteX160" fmla="*/ 10538272 w 13158799"/>
              <a:gd name="connsiteY160" fmla="*/ 411046 h 9456078"/>
              <a:gd name="connsiteX161" fmla="*/ 10583708 w 13158799"/>
              <a:gd name="connsiteY161" fmla="*/ 393346 h 9456078"/>
              <a:gd name="connsiteX162" fmla="*/ 10629297 w 13158799"/>
              <a:gd name="connsiteY162" fmla="*/ 376018 h 9456078"/>
              <a:gd name="connsiteX163" fmla="*/ 10675036 w 13158799"/>
              <a:gd name="connsiteY163" fmla="*/ 359065 h 9456078"/>
              <a:gd name="connsiteX164" fmla="*/ 10720923 w 13158799"/>
              <a:gd name="connsiteY164" fmla="*/ 342487 h 9456078"/>
              <a:gd name="connsiteX165" fmla="*/ 10766956 w 13158799"/>
              <a:gd name="connsiteY165" fmla="*/ 326286 h 9456078"/>
              <a:gd name="connsiteX166" fmla="*/ 10813132 w 13158799"/>
              <a:gd name="connsiteY166" fmla="*/ 310462 h 9456078"/>
              <a:gd name="connsiteX167" fmla="*/ 10859450 w 13158799"/>
              <a:gd name="connsiteY167" fmla="*/ 295018 h 9456078"/>
              <a:gd name="connsiteX168" fmla="*/ 10905907 w 13158799"/>
              <a:gd name="connsiteY168" fmla="*/ 279953 h 9456078"/>
              <a:gd name="connsiteX169" fmla="*/ 10952500 w 13158799"/>
              <a:gd name="connsiteY169" fmla="*/ 265269 h 9456078"/>
              <a:gd name="connsiteX170" fmla="*/ 10999227 w 13158799"/>
              <a:gd name="connsiteY170" fmla="*/ 250968 h 9456078"/>
              <a:gd name="connsiteX171" fmla="*/ 11046087 w 13158799"/>
              <a:gd name="connsiteY171" fmla="*/ 237049 h 9456078"/>
              <a:gd name="connsiteX172" fmla="*/ 11093076 w 13158799"/>
              <a:gd name="connsiteY172" fmla="*/ 223516 h 9456078"/>
              <a:gd name="connsiteX173" fmla="*/ 11140193 w 13158799"/>
              <a:gd name="connsiteY173" fmla="*/ 210368 h 9456078"/>
              <a:gd name="connsiteX174" fmla="*/ 11187434 w 13158799"/>
              <a:gd name="connsiteY174" fmla="*/ 197606 h 9456078"/>
              <a:gd name="connsiteX175" fmla="*/ 11234799 w 13158799"/>
              <a:gd name="connsiteY175" fmla="*/ 185233 h 9456078"/>
              <a:gd name="connsiteX176" fmla="*/ 11282284 w 13158799"/>
              <a:gd name="connsiteY176" fmla="*/ 173248 h 9456078"/>
              <a:gd name="connsiteX177" fmla="*/ 11329888 w 13158799"/>
              <a:gd name="connsiteY177" fmla="*/ 161654 h 9456078"/>
              <a:gd name="connsiteX178" fmla="*/ 11377607 w 13158799"/>
              <a:gd name="connsiteY178" fmla="*/ 150451 h 9456078"/>
              <a:gd name="connsiteX179" fmla="*/ 11425440 w 13158799"/>
              <a:gd name="connsiteY179" fmla="*/ 139640 h 9456078"/>
              <a:gd name="connsiteX180" fmla="*/ 11473385 w 13158799"/>
              <a:gd name="connsiteY180" fmla="*/ 129223 h 9456078"/>
              <a:gd name="connsiteX181" fmla="*/ 11521439 w 13158799"/>
              <a:gd name="connsiteY181" fmla="*/ 119201 h 9456078"/>
              <a:gd name="connsiteX182" fmla="*/ 11569599 w 13158799"/>
              <a:gd name="connsiteY182" fmla="*/ 109574 h 9456078"/>
              <a:gd name="connsiteX183" fmla="*/ 11617864 w 13158799"/>
              <a:gd name="connsiteY183" fmla="*/ 100344 h 9456078"/>
              <a:gd name="connsiteX184" fmla="*/ 11666231 w 13158799"/>
              <a:gd name="connsiteY184" fmla="*/ 91512 h 9456078"/>
              <a:gd name="connsiteX185" fmla="*/ 11714698 w 13158799"/>
              <a:gd name="connsiteY185" fmla="*/ 83080 h 9456078"/>
              <a:gd name="connsiteX186" fmla="*/ 11763263 w 13158799"/>
              <a:gd name="connsiteY186" fmla="*/ 75047 h 9456078"/>
              <a:gd name="connsiteX187" fmla="*/ 11811923 w 13158799"/>
              <a:gd name="connsiteY187" fmla="*/ 67417 h 9456078"/>
              <a:gd name="connsiteX188" fmla="*/ 11860676 w 13158799"/>
              <a:gd name="connsiteY188" fmla="*/ 60188 h 9456078"/>
              <a:gd name="connsiteX189" fmla="*/ 11909519 w 13158799"/>
              <a:gd name="connsiteY189" fmla="*/ 53364 h 9456078"/>
              <a:gd name="connsiteX190" fmla="*/ 11958451 w 13158799"/>
              <a:gd name="connsiteY190" fmla="*/ 46944 h 9456078"/>
              <a:gd name="connsiteX191" fmla="*/ 12007470 w 13158799"/>
              <a:gd name="connsiteY191" fmla="*/ 40931 h 9456078"/>
              <a:gd name="connsiteX192" fmla="*/ 12056572 w 13158799"/>
              <a:gd name="connsiteY192" fmla="*/ 35324 h 9456078"/>
              <a:gd name="connsiteX193" fmla="*/ 12105756 w 13158799"/>
              <a:gd name="connsiteY193" fmla="*/ 30126 h 9456078"/>
              <a:gd name="connsiteX194" fmla="*/ 12155019 w 13158799"/>
              <a:gd name="connsiteY194" fmla="*/ 25337 h 9456078"/>
              <a:gd name="connsiteX195" fmla="*/ 12204359 w 13158799"/>
              <a:gd name="connsiteY195" fmla="*/ 20958 h 9456078"/>
              <a:gd name="connsiteX196" fmla="*/ 12253773 w 13158799"/>
              <a:gd name="connsiteY196" fmla="*/ 16991 h 9456078"/>
              <a:gd name="connsiteX197" fmla="*/ 12303260 w 13158799"/>
              <a:gd name="connsiteY197" fmla="*/ 13437 h 9456078"/>
              <a:gd name="connsiteX198" fmla="*/ 12352818 w 13158799"/>
              <a:gd name="connsiteY198" fmla="*/ 10297 h 9456078"/>
              <a:gd name="connsiteX199" fmla="*/ 12402443 w 13158799"/>
              <a:gd name="connsiteY199" fmla="*/ 7572 h 9456078"/>
              <a:gd name="connsiteX200" fmla="*/ 12452133 w 13158799"/>
              <a:gd name="connsiteY200" fmla="*/ 5263 h 9456078"/>
              <a:gd name="connsiteX201" fmla="*/ 12501887 w 13158799"/>
              <a:gd name="connsiteY201" fmla="*/ 3371 h 9456078"/>
              <a:gd name="connsiteX202" fmla="*/ 12551701 w 13158799"/>
              <a:gd name="connsiteY202" fmla="*/ 1898 h 9456078"/>
              <a:gd name="connsiteX203" fmla="*/ 12601574 w 13158799"/>
              <a:gd name="connsiteY203" fmla="*/ 844 h 9456078"/>
              <a:gd name="connsiteX204" fmla="*/ 12651504 w 13158799"/>
              <a:gd name="connsiteY204" fmla="*/ 211 h 9456078"/>
              <a:gd name="connsiteX205" fmla="*/ 12701487 w 13158799"/>
              <a:gd name="connsiteY205" fmla="*/ 0 h 9456078"/>
              <a:gd name="connsiteX206" fmla="*/ 13158798 w 13158799"/>
              <a:gd name="connsiteY206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76172 w 13158797"/>
              <a:gd name="connsiteY22" fmla="*/ 9319936 h 9456078"/>
              <a:gd name="connsiteX23" fmla="*/ 1223823 w 13158797"/>
              <a:gd name="connsiteY23" fmla="*/ 9308509 h 9456078"/>
              <a:gd name="connsiteX24" fmla="*/ 1271339 w 13158797"/>
              <a:gd name="connsiteY24" fmla="*/ 9296635 h 9456078"/>
              <a:gd name="connsiteX25" fmla="*/ 1318719 w 13158797"/>
              <a:gd name="connsiteY25" fmla="*/ 9284315 h 9456078"/>
              <a:gd name="connsiteX26" fmla="*/ 1365957 w 13158797"/>
              <a:gd name="connsiteY26" fmla="*/ 9271550 h 9456078"/>
              <a:gd name="connsiteX27" fmla="*/ 1413052 w 13158797"/>
              <a:gd name="connsiteY27" fmla="*/ 9258342 h 9456078"/>
              <a:gd name="connsiteX28" fmla="*/ 1460000 w 13158797"/>
              <a:gd name="connsiteY28" fmla="*/ 9244693 h 9456078"/>
              <a:gd name="connsiteX29" fmla="*/ 1506799 w 13158797"/>
              <a:gd name="connsiteY29" fmla="*/ 9230604 h 9456078"/>
              <a:gd name="connsiteX30" fmla="*/ 1553445 w 13158797"/>
              <a:gd name="connsiteY30" fmla="*/ 9216076 h 9456078"/>
              <a:gd name="connsiteX31" fmla="*/ 1599935 w 13158797"/>
              <a:gd name="connsiteY31" fmla="*/ 9201111 h 9456078"/>
              <a:gd name="connsiteX32" fmla="*/ 1646267 w 13158797"/>
              <a:gd name="connsiteY32" fmla="*/ 9185710 h 9456078"/>
              <a:gd name="connsiteX33" fmla="*/ 1692437 w 13158797"/>
              <a:gd name="connsiteY33" fmla="*/ 9169876 h 9456078"/>
              <a:gd name="connsiteX34" fmla="*/ 1738442 w 13158797"/>
              <a:gd name="connsiteY34" fmla="*/ 9153608 h 9456078"/>
              <a:gd name="connsiteX35" fmla="*/ 1784280 w 13158797"/>
              <a:gd name="connsiteY35" fmla="*/ 9136910 h 9456078"/>
              <a:gd name="connsiteX36" fmla="*/ 1829947 w 13158797"/>
              <a:gd name="connsiteY36" fmla="*/ 9119782 h 9456078"/>
              <a:gd name="connsiteX37" fmla="*/ 1875440 w 13158797"/>
              <a:gd name="connsiteY37" fmla="*/ 9102226 h 9456078"/>
              <a:gd name="connsiteX38" fmla="*/ 1920756 w 13158797"/>
              <a:gd name="connsiteY38" fmla="*/ 9084243 h 9456078"/>
              <a:gd name="connsiteX39" fmla="*/ 1965893 w 13158797"/>
              <a:gd name="connsiteY39" fmla="*/ 9065835 h 9456078"/>
              <a:gd name="connsiteX40" fmla="*/ 2055615 w 13158797"/>
              <a:gd name="connsiteY40" fmla="*/ 9027750 h 9456078"/>
              <a:gd name="connsiteX41" fmla="*/ 2100195 w 13158797"/>
              <a:gd name="connsiteY41" fmla="*/ 9008075 h 9456078"/>
              <a:gd name="connsiteX42" fmla="*/ 2144582 w 13158797"/>
              <a:gd name="connsiteY42" fmla="*/ 8987981 h 9456078"/>
              <a:gd name="connsiteX43" fmla="*/ 2188775 w 13158797"/>
              <a:gd name="connsiteY43" fmla="*/ 8967470 h 9456078"/>
              <a:gd name="connsiteX44" fmla="*/ 2232770 w 13158797"/>
              <a:gd name="connsiteY44" fmla="*/ 8946542 h 9456078"/>
              <a:gd name="connsiteX45" fmla="*/ 2276564 w 13158797"/>
              <a:gd name="connsiteY45" fmla="*/ 8925199 h 9456078"/>
              <a:gd name="connsiteX46" fmla="*/ 2320154 w 13158797"/>
              <a:gd name="connsiteY46" fmla="*/ 8903443 h 9456078"/>
              <a:gd name="connsiteX47" fmla="*/ 2363538 w 13158797"/>
              <a:gd name="connsiteY47" fmla="*/ 8881275 h 9456078"/>
              <a:gd name="connsiteX48" fmla="*/ 2406711 w 13158797"/>
              <a:gd name="connsiteY48" fmla="*/ 8858697 h 9456078"/>
              <a:gd name="connsiteX49" fmla="*/ 2449672 w 13158797"/>
              <a:gd name="connsiteY49" fmla="*/ 8835710 h 9456078"/>
              <a:gd name="connsiteX50" fmla="*/ 2492417 w 13158797"/>
              <a:gd name="connsiteY50" fmla="*/ 8812316 h 9456078"/>
              <a:gd name="connsiteX51" fmla="*/ 2534943 w 13158797"/>
              <a:gd name="connsiteY51" fmla="*/ 8788516 h 9456078"/>
              <a:gd name="connsiteX52" fmla="*/ 2577247 w 13158797"/>
              <a:gd name="connsiteY52" fmla="*/ 8764311 h 9456078"/>
              <a:gd name="connsiteX53" fmla="*/ 2619326 w 13158797"/>
              <a:gd name="connsiteY53" fmla="*/ 8739704 h 9456078"/>
              <a:gd name="connsiteX54" fmla="*/ 2661177 w 13158797"/>
              <a:gd name="connsiteY54" fmla="*/ 8714695 h 9456078"/>
              <a:gd name="connsiteX55" fmla="*/ 2702797 w 13158797"/>
              <a:gd name="connsiteY55" fmla="*/ 8689286 h 9456078"/>
              <a:gd name="connsiteX56" fmla="*/ 2744183 w 13158797"/>
              <a:gd name="connsiteY56" fmla="*/ 8663479 h 9456078"/>
              <a:gd name="connsiteX57" fmla="*/ 2785333 w 13158797"/>
              <a:gd name="connsiteY57" fmla="*/ 8637274 h 9456078"/>
              <a:gd name="connsiteX58" fmla="*/ 2826242 w 13158797"/>
              <a:gd name="connsiteY58" fmla="*/ 8610675 h 9456078"/>
              <a:gd name="connsiteX59" fmla="*/ 2866908 w 13158797"/>
              <a:gd name="connsiteY59" fmla="*/ 8583681 h 9456078"/>
              <a:gd name="connsiteX60" fmla="*/ 2907329 w 13158797"/>
              <a:gd name="connsiteY60" fmla="*/ 8556295 h 9456078"/>
              <a:gd name="connsiteX61" fmla="*/ 2947500 w 13158797"/>
              <a:gd name="connsiteY61" fmla="*/ 8528517 h 9456078"/>
              <a:gd name="connsiteX62" fmla="*/ 2987419 w 13158797"/>
              <a:gd name="connsiteY62" fmla="*/ 8500351 h 9456078"/>
              <a:gd name="connsiteX63" fmla="*/ 3027083 w 13158797"/>
              <a:gd name="connsiteY63" fmla="*/ 8471796 h 9456078"/>
              <a:gd name="connsiteX64" fmla="*/ 3066489 w 13158797"/>
              <a:gd name="connsiteY64" fmla="*/ 8442854 h 9456078"/>
              <a:gd name="connsiteX65" fmla="*/ 3105634 w 13158797"/>
              <a:gd name="connsiteY65" fmla="*/ 8413528 h 9456078"/>
              <a:gd name="connsiteX66" fmla="*/ 3144515 w 13158797"/>
              <a:gd name="connsiteY66" fmla="*/ 8383818 h 9456078"/>
              <a:gd name="connsiteX67" fmla="*/ 3183129 w 13158797"/>
              <a:gd name="connsiteY67" fmla="*/ 8353726 h 9456078"/>
              <a:gd name="connsiteX68" fmla="*/ 3221473 w 13158797"/>
              <a:gd name="connsiteY68" fmla="*/ 8323253 h 9456078"/>
              <a:gd name="connsiteX69" fmla="*/ 3259544 w 13158797"/>
              <a:gd name="connsiteY69" fmla="*/ 8292401 h 9456078"/>
              <a:gd name="connsiteX70" fmla="*/ 3297339 w 13158797"/>
              <a:gd name="connsiteY70" fmla="*/ 8261172 h 9456078"/>
              <a:gd name="connsiteX71" fmla="*/ 3334854 w 13158797"/>
              <a:gd name="connsiteY71" fmla="*/ 8229566 h 9456078"/>
              <a:gd name="connsiteX72" fmla="*/ 3372087 w 13158797"/>
              <a:gd name="connsiteY72" fmla="*/ 8197585 h 9456078"/>
              <a:gd name="connsiteX73" fmla="*/ 3409035 w 13158797"/>
              <a:gd name="connsiteY73" fmla="*/ 8165232 h 9456078"/>
              <a:gd name="connsiteX74" fmla="*/ 3445695 w 13158797"/>
              <a:gd name="connsiteY74" fmla="*/ 8132507 h 9456078"/>
              <a:gd name="connsiteX75" fmla="*/ 3482064 w 13158797"/>
              <a:gd name="connsiteY75" fmla="*/ 8099411 h 9456078"/>
              <a:gd name="connsiteX76" fmla="*/ 3518139 w 13158797"/>
              <a:gd name="connsiteY76" fmla="*/ 8065947 h 9456078"/>
              <a:gd name="connsiteX77" fmla="*/ 3553916 w 13158797"/>
              <a:gd name="connsiteY77" fmla="*/ 8032115 h 9456078"/>
              <a:gd name="connsiteX78" fmla="*/ 3589393 w 13158797"/>
              <a:gd name="connsiteY78" fmla="*/ 7997918 h 9456078"/>
              <a:gd name="connsiteX79" fmla="*/ 3624567 w 13158797"/>
              <a:gd name="connsiteY79" fmla="*/ 7963356 h 9456078"/>
              <a:gd name="connsiteX80" fmla="*/ 3659435 w 13158797"/>
              <a:gd name="connsiteY80" fmla="*/ 7928432 h 9456078"/>
              <a:gd name="connsiteX81" fmla="*/ 3693994 w 13158797"/>
              <a:gd name="connsiteY81" fmla="*/ 7893146 h 9456078"/>
              <a:gd name="connsiteX82" fmla="*/ 3728240 w 13158797"/>
              <a:gd name="connsiteY82" fmla="*/ 7857501 h 9456078"/>
              <a:gd name="connsiteX83" fmla="*/ 3762171 w 13158797"/>
              <a:gd name="connsiteY83" fmla="*/ 7821497 h 9456078"/>
              <a:gd name="connsiteX84" fmla="*/ 3795783 w 13158797"/>
              <a:gd name="connsiteY84" fmla="*/ 7785136 h 9456078"/>
              <a:gd name="connsiteX85" fmla="*/ 3829075 w 13158797"/>
              <a:gd name="connsiteY85" fmla="*/ 7748420 h 9456078"/>
              <a:gd name="connsiteX86" fmla="*/ 3862042 w 13158797"/>
              <a:gd name="connsiteY86" fmla="*/ 7711350 h 9456078"/>
              <a:gd name="connsiteX87" fmla="*/ 3894682 w 13158797"/>
              <a:gd name="connsiteY87" fmla="*/ 7673928 h 9456078"/>
              <a:gd name="connsiteX88" fmla="*/ 3926991 w 13158797"/>
              <a:gd name="connsiteY88" fmla="*/ 7636155 h 9456078"/>
              <a:gd name="connsiteX89" fmla="*/ 3958967 w 13158797"/>
              <a:gd name="connsiteY89" fmla="*/ 7598032 h 9456078"/>
              <a:gd name="connsiteX90" fmla="*/ 3990607 w 13158797"/>
              <a:gd name="connsiteY90" fmla="*/ 7559561 h 9456078"/>
              <a:gd name="connsiteX91" fmla="*/ 4021907 w 13158797"/>
              <a:gd name="connsiteY91" fmla="*/ 7520744 h 9456078"/>
              <a:gd name="connsiteX92" fmla="*/ 4052865 w 13158797"/>
              <a:gd name="connsiteY92" fmla="*/ 7481582 h 9456078"/>
              <a:gd name="connsiteX93" fmla="*/ 4083478 w 13158797"/>
              <a:gd name="connsiteY93" fmla="*/ 7442077 h 9456078"/>
              <a:gd name="connsiteX94" fmla="*/ 8022311 w 13158797"/>
              <a:gd name="connsiteY94" fmla="*/ 2307814 h 9456078"/>
              <a:gd name="connsiteX95" fmla="*/ 8052902 w 13158797"/>
              <a:gd name="connsiteY95" fmla="*/ 2268285 h 9456078"/>
              <a:gd name="connsiteX96" fmla="*/ 8083796 w 13158797"/>
              <a:gd name="connsiteY96" fmla="*/ 2229056 h 9456078"/>
              <a:gd name="connsiteX97" fmla="*/ 8114989 w 13158797"/>
              <a:gd name="connsiteY97" fmla="*/ 2190127 h 9456078"/>
              <a:gd name="connsiteX98" fmla="*/ 8146479 w 13158797"/>
              <a:gd name="connsiteY98" fmla="*/ 2151500 h 9456078"/>
              <a:gd name="connsiteX99" fmla="*/ 8178264 w 13158797"/>
              <a:gd name="connsiteY99" fmla="*/ 2113176 h 9456078"/>
              <a:gd name="connsiteX100" fmla="*/ 8210341 w 13158797"/>
              <a:gd name="connsiteY100" fmla="*/ 2075157 h 9456078"/>
              <a:gd name="connsiteX101" fmla="*/ 8242709 w 13158797"/>
              <a:gd name="connsiteY101" fmla="*/ 2037442 h 9456078"/>
              <a:gd name="connsiteX102" fmla="*/ 8275365 w 13158797"/>
              <a:gd name="connsiteY102" fmla="*/ 2000034 h 9456078"/>
              <a:gd name="connsiteX103" fmla="*/ 8308307 w 13158797"/>
              <a:gd name="connsiteY103" fmla="*/ 1962934 h 9456078"/>
              <a:gd name="connsiteX104" fmla="*/ 8341532 w 13158797"/>
              <a:gd name="connsiteY104" fmla="*/ 1926142 h 9456078"/>
              <a:gd name="connsiteX105" fmla="*/ 8375038 w 13158797"/>
              <a:gd name="connsiteY105" fmla="*/ 1889660 h 9456078"/>
              <a:gd name="connsiteX106" fmla="*/ 8408823 w 13158797"/>
              <a:gd name="connsiteY106" fmla="*/ 1853489 h 9456078"/>
              <a:gd name="connsiteX107" fmla="*/ 8442885 w 13158797"/>
              <a:gd name="connsiteY107" fmla="*/ 1817630 h 9456078"/>
              <a:gd name="connsiteX108" fmla="*/ 8477221 w 13158797"/>
              <a:gd name="connsiteY108" fmla="*/ 1782084 h 9456078"/>
              <a:gd name="connsiteX109" fmla="*/ 8511829 w 13158797"/>
              <a:gd name="connsiteY109" fmla="*/ 1746853 h 9456078"/>
              <a:gd name="connsiteX110" fmla="*/ 8546706 w 13158797"/>
              <a:gd name="connsiteY110" fmla="*/ 1711937 h 9456078"/>
              <a:gd name="connsiteX111" fmla="*/ 8581851 w 13158797"/>
              <a:gd name="connsiteY111" fmla="*/ 1677337 h 9456078"/>
              <a:gd name="connsiteX112" fmla="*/ 8617261 w 13158797"/>
              <a:gd name="connsiteY112" fmla="*/ 1643056 h 9456078"/>
              <a:gd name="connsiteX113" fmla="*/ 8652934 w 13158797"/>
              <a:gd name="connsiteY113" fmla="*/ 1609093 h 9456078"/>
              <a:gd name="connsiteX114" fmla="*/ 8688867 w 13158797"/>
              <a:gd name="connsiteY114" fmla="*/ 1575450 h 9456078"/>
              <a:gd name="connsiteX115" fmla="*/ 8725058 w 13158797"/>
              <a:gd name="connsiteY115" fmla="*/ 1542128 h 9456078"/>
              <a:gd name="connsiteX116" fmla="*/ 8761506 w 13158797"/>
              <a:gd name="connsiteY116" fmla="*/ 1509129 h 9456078"/>
              <a:gd name="connsiteX117" fmla="*/ 8798207 w 13158797"/>
              <a:gd name="connsiteY117" fmla="*/ 1476452 h 9456078"/>
              <a:gd name="connsiteX118" fmla="*/ 8835159 w 13158797"/>
              <a:gd name="connsiteY118" fmla="*/ 1444101 h 9456078"/>
              <a:gd name="connsiteX119" fmla="*/ 8872360 w 13158797"/>
              <a:gd name="connsiteY119" fmla="*/ 1412075 h 9456078"/>
              <a:gd name="connsiteX120" fmla="*/ 8909808 w 13158797"/>
              <a:gd name="connsiteY120" fmla="*/ 1380375 h 9456078"/>
              <a:gd name="connsiteX121" fmla="*/ 8947501 w 13158797"/>
              <a:gd name="connsiteY121" fmla="*/ 1349004 h 9456078"/>
              <a:gd name="connsiteX122" fmla="*/ 8985435 w 13158797"/>
              <a:gd name="connsiteY122" fmla="*/ 1317962 h 9456078"/>
              <a:gd name="connsiteX123" fmla="*/ 9023610 w 13158797"/>
              <a:gd name="connsiteY123" fmla="*/ 1287250 h 9456078"/>
              <a:gd name="connsiteX124" fmla="*/ 9062022 w 13158797"/>
              <a:gd name="connsiteY124" fmla="*/ 1256869 h 9456078"/>
              <a:gd name="connsiteX125" fmla="*/ 9100669 w 13158797"/>
              <a:gd name="connsiteY125" fmla="*/ 1226820 h 9456078"/>
              <a:gd name="connsiteX126" fmla="*/ 9139549 w 13158797"/>
              <a:gd name="connsiteY126" fmla="*/ 1197105 h 9456078"/>
              <a:gd name="connsiteX127" fmla="*/ 9178660 w 13158797"/>
              <a:gd name="connsiteY127" fmla="*/ 1167725 h 9456078"/>
              <a:gd name="connsiteX128" fmla="*/ 9217999 w 13158797"/>
              <a:gd name="connsiteY128" fmla="*/ 1138681 h 9456078"/>
              <a:gd name="connsiteX129" fmla="*/ 9257564 w 13158797"/>
              <a:gd name="connsiteY129" fmla="*/ 1109974 h 9456078"/>
              <a:gd name="connsiteX130" fmla="*/ 9297353 w 13158797"/>
              <a:gd name="connsiteY130" fmla="*/ 1081604 h 9456078"/>
              <a:gd name="connsiteX131" fmla="*/ 9337364 w 13158797"/>
              <a:gd name="connsiteY131" fmla="*/ 1053574 h 9456078"/>
              <a:gd name="connsiteX132" fmla="*/ 9377594 w 13158797"/>
              <a:gd name="connsiteY132" fmla="*/ 1025884 h 9456078"/>
              <a:gd name="connsiteX133" fmla="*/ 9418040 w 13158797"/>
              <a:gd name="connsiteY133" fmla="*/ 998536 h 9456078"/>
              <a:gd name="connsiteX134" fmla="*/ 9458702 w 13158797"/>
              <a:gd name="connsiteY134" fmla="*/ 971530 h 9456078"/>
              <a:gd name="connsiteX135" fmla="*/ 9499575 w 13158797"/>
              <a:gd name="connsiteY135" fmla="*/ 944868 h 9456078"/>
              <a:gd name="connsiteX136" fmla="*/ 9540659 w 13158797"/>
              <a:gd name="connsiteY136" fmla="*/ 918551 h 9456078"/>
              <a:gd name="connsiteX137" fmla="*/ 9581950 w 13158797"/>
              <a:gd name="connsiteY137" fmla="*/ 892580 h 9456078"/>
              <a:gd name="connsiteX138" fmla="*/ 9623447 w 13158797"/>
              <a:gd name="connsiteY138" fmla="*/ 866956 h 9456078"/>
              <a:gd name="connsiteX139" fmla="*/ 9665147 w 13158797"/>
              <a:gd name="connsiteY139" fmla="*/ 841681 h 9456078"/>
              <a:gd name="connsiteX140" fmla="*/ 9707048 w 13158797"/>
              <a:gd name="connsiteY140" fmla="*/ 816754 h 9456078"/>
              <a:gd name="connsiteX141" fmla="*/ 9749147 w 13158797"/>
              <a:gd name="connsiteY141" fmla="*/ 792179 h 9456078"/>
              <a:gd name="connsiteX142" fmla="*/ 9791443 w 13158797"/>
              <a:gd name="connsiteY142" fmla="*/ 767955 h 9456078"/>
              <a:gd name="connsiteX143" fmla="*/ 9833932 w 13158797"/>
              <a:gd name="connsiteY143" fmla="*/ 744083 h 9456078"/>
              <a:gd name="connsiteX144" fmla="*/ 9876613 w 13158797"/>
              <a:gd name="connsiteY144" fmla="*/ 720566 h 9456078"/>
              <a:gd name="connsiteX145" fmla="*/ 9919484 w 13158797"/>
              <a:gd name="connsiteY145" fmla="*/ 697404 h 9456078"/>
              <a:gd name="connsiteX146" fmla="*/ 9962542 w 13158797"/>
              <a:gd name="connsiteY146" fmla="*/ 674598 h 9456078"/>
              <a:gd name="connsiteX147" fmla="*/ 10005784 w 13158797"/>
              <a:gd name="connsiteY147" fmla="*/ 652149 h 9456078"/>
              <a:gd name="connsiteX148" fmla="*/ 10049209 w 13158797"/>
              <a:gd name="connsiteY148" fmla="*/ 630059 h 9456078"/>
              <a:gd name="connsiteX149" fmla="*/ 10092814 w 13158797"/>
              <a:gd name="connsiteY149" fmla="*/ 608328 h 9456078"/>
              <a:gd name="connsiteX150" fmla="*/ 10136597 w 13158797"/>
              <a:gd name="connsiteY150" fmla="*/ 586958 h 9456078"/>
              <a:gd name="connsiteX151" fmla="*/ 10180556 w 13158797"/>
              <a:gd name="connsiteY151" fmla="*/ 565950 h 9456078"/>
              <a:gd name="connsiteX152" fmla="*/ 10224688 w 13158797"/>
              <a:gd name="connsiteY152" fmla="*/ 545304 h 9456078"/>
              <a:gd name="connsiteX153" fmla="*/ 10268991 w 13158797"/>
              <a:gd name="connsiteY153" fmla="*/ 525023 h 9456078"/>
              <a:gd name="connsiteX154" fmla="*/ 10313463 w 13158797"/>
              <a:gd name="connsiteY154" fmla="*/ 505107 h 9456078"/>
              <a:gd name="connsiteX155" fmla="*/ 10358101 w 13158797"/>
              <a:gd name="connsiteY155" fmla="*/ 485558 h 9456078"/>
              <a:gd name="connsiteX156" fmla="*/ 10402903 w 13158797"/>
              <a:gd name="connsiteY156" fmla="*/ 466376 h 9456078"/>
              <a:gd name="connsiteX157" fmla="*/ 10447868 w 13158797"/>
              <a:gd name="connsiteY157" fmla="*/ 447563 h 9456078"/>
              <a:gd name="connsiteX158" fmla="*/ 10492991 w 13158797"/>
              <a:gd name="connsiteY158" fmla="*/ 429119 h 9456078"/>
              <a:gd name="connsiteX159" fmla="*/ 10538272 w 13158797"/>
              <a:gd name="connsiteY159" fmla="*/ 411046 h 9456078"/>
              <a:gd name="connsiteX160" fmla="*/ 10583708 w 13158797"/>
              <a:gd name="connsiteY160" fmla="*/ 393346 h 9456078"/>
              <a:gd name="connsiteX161" fmla="*/ 10629297 w 13158797"/>
              <a:gd name="connsiteY161" fmla="*/ 376018 h 9456078"/>
              <a:gd name="connsiteX162" fmla="*/ 10675036 w 13158797"/>
              <a:gd name="connsiteY162" fmla="*/ 359065 h 9456078"/>
              <a:gd name="connsiteX163" fmla="*/ 10720923 w 13158797"/>
              <a:gd name="connsiteY163" fmla="*/ 342487 h 9456078"/>
              <a:gd name="connsiteX164" fmla="*/ 10766956 w 13158797"/>
              <a:gd name="connsiteY164" fmla="*/ 326286 h 9456078"/>
              <a:gd name="connsiteX165" fmla="*/ 10813132 w 13158797"/>
              <a:gd name="connsiteY165" fmla="*/ 310462 h 9456078"/>
              <a:gd name="connsiteX166" fmla="*/ 10859450 w 13158797"/>
              <a:gd name="connsiteY166" fmla="*/ 295018 h 9456078"/>
              <a:gd name="connsiteX167" fmla="*/ 10905907 w 13158797"/>
              <a:gd name="connsiteY167" fmla="*/ 279953 h 9456078"/>
              <a:gd name="connsiteX168" fmla="*/ 10952500 w 13158797"/>
              <a:gd name="connsiteY168" fmla="*/ 265269 h 9456078"/>
              <a:gd name="connsiteX169" fmla="*/ 10999227 w 13158797"/>
              <a:gd name="connsiteY169" fmla="*/ 250968 h 9456078"/>
              <a:gd name="connsiteX170" fmla="*/ 11046087 w 13158797"/>
              <a:gd name="connsiteY170" fmla="*/ 237049 h 9456078"/>
              <a:gd name="connsiteX171" fmla="*/ 11093076 w 13158797"/>
              <a:gd name="connsiteY171" fmla="*/ 223516 h 9456078"/>
              <a:gd name="connsiteX172" fmla="*/ 11140193 w 13158797"/>
              <a:gd name="connsiteY172" fmla="*/ 210368 h 9456078"/>
              <a:gd name="connsiteX173" fmla="*/ 11187434 w 13158797"/>
              <a:gd name="connsiteY173" fmla="*/ 197606 h 9456078"/>
              <a:gd name="connsiteX174" fmla="*/ 11234799 w 13158797"/>
              <a:gd name="connsiteY174" fmla="*/ 185233 h 9456078"/>
              <a:gd name="connsiteX175" fmla="*/ 11282284 w 13158797"/>
              <a:gd name="connsiteY175" fmla="*/ 173248 h 9456078"/>
              <a:gd name="connsiteX176" fmla="*/ 11329888 w 13158797"/>
              <a:gd name="connsiteY176" fmla="*/ 161654 h 9456078"/>
              <a:gd name="connsiteX177" fmla="*/ 11377607 w 13158797"/>
              <a:gd name="connsiteY177" fmla="*/ 150451 h 9456078"/>
              <a:gd name="connsiteX178" fmla="*/ 11425440 w 13158797"/>
              <a:gd name="connsiteY178" fmla="*/ 139640 h 9456078"/>
              <a:gd name="connsiteX179" fmla="*/ 11473385 w 13158797"/>
              <a:gd name="connsiteY179" fmla="*/ 129223 h 9456078"/>
              <a:gd name="connsiteX180" fmla="*/ 11521439 w 13158797"/>
              <a:gd name="connsiteY180" fmla="*/ 119201 h 9456078"/>
              <a:gd name="connsiteX181" fmla="*/ 11569599 w 13158797"/>
              <a:gd name="connsiteY181" fmla="*/ 109574 h 9456078"/>
              <a:gd name="connsiteX182" fmla="*/ 11617864 w 13158797"/>
              <a:gd name="connsiteY182" fmla="*/ 100344 h 9456078"/>
              <a:gd name="connsiteX183" fmla="*/ 11666231 w 13158797"/>
              <a:gd name="connsiteY183" fmla="*/ 91512 h 9456078"/>
              <a:gd name="connsiteX184" fmla="*/ 11714698 w 13158797"/>
              <a:gd name="connsiteY184" fmla="*/ 83080 h 9456078"/>
              <a:gd name="connsiteX185" fmla="*/ 11763263 w 13158797"/>
              <a:gd name="connsiteY185" fmla="*/ 75047 h 9456078"/>
              <a:gd name="connsiteX186" fmla="*/ 11811923 w 13158797"/>
              <a:gd name="connsiteY186" fmla="*/ 67417 h 9456078"/>
              <a:gd name="connsiteX187" fmla="*/ 11860676 w 13158797"/>
              <a:gd name="connsiteY187" fmla="*/ 60188 h 9456078"/>
              <a:gd name="connsiteX188" fmla="*/ 11909519 w 13158797"/>
              <a:gd name="connsiteY188" fmla="*/ 53364 h 9456078"/>
              <a:gd name="connsiteX189" fmla="*/ 11958451 w 13158797"/>
              <a:gd name="connsiteY189" fmla="*/ 46944 h 9456078"/>
              <a:gd name="connsiteX190" fmla="*/ 12007470 w 13158797"/>
              <a:gd name="connsiteY190" fmla="*/ 40931 h 9456078"/>
              <a:gd name="connsiteX191" fmla="*/ 12056572 w 13158797"/>
              <a:gd name="connsiteY191" fmla="*/ 35324 h 9456078"/>
              <a:gd name="connsiteX192" fmla="*/ 12105756 w 13158797"/>
              <a:gd name="connsiteY192" fmla="*/ 30126 h 9456078"/>
              <a:gd name="connsiteX193" fmla="*/ 12155019 w 13158797"/>
              <a:gd name="connsiteY193" fmla="*/ 25337 h 9456078"/>
              <a:gd name="connsiteX194" fmla="*/ 12204359 w 13158797"/>
              <a:gd name="connsiteY194" fmla="*/ 20958 h 9456078"/>
              <a:gd name="connsiteX195" fmla="*/ 12253773 w 13158797"/>
              <a:gd name="connsiteY195" fmla="*/ 16991 h 9456078"/>
              <a:gd name="connsiteX196" fmla="*/ 12303260 w 13158797"/>
              <a:gd name="connsiteY196" fmla="*/ 13437 h 9456078"/>
              <a:gd name="connsiteX197" fmla="*/ 12352818 w 13158797"/>
              <a:gd name="connsiteY197" fmla="*/ 10297 h 9456078"/>
              <a:gd name="connsiteX198" fmla="*/ 12402443 w 13158797"/>
              <a:gd name="connsiteY198" fmla="*/ 7572 h 9456078"/>
              <a:gd name="connsiteX199" fmla="*/ 12452133 w 13158797"/>
              <a:gd name="connsiteY199" fmla="*/ 5263 h 9456078"/>
              <a:gd name="connsiteX200" fmla="*/ 12501887 w 13158797"/>
              <a:gd name="connsiteY200" fmla="*/ 3371 h 9456078"/>
              <a:gd name="connsiteX201" fmla="*/ 12551701 w 13158797"/>
              <a:gd name="connsiteY201" fmla="*/ 1898 h 9456078"/>
              <a:gd name="connsiteX202" fmla="*/ 12601574 w 13158797"/>
              <a:gd name="connsiteY202" fmla="*/ 844 h 9456078"/>
              <a:gd name="connsiteX203" fmla="*/ 12651504 w 13158797"/>
              <a:gd name="connsiteY203" fmla="*/ 211 h 9456078"/>
              <a:gd name="connsiteX204" fmla="*/ 12701487 w 13158797"/>
              <a:gd name="connsiteY204" fmla="*/ 0 h 9456078"/>
              <a:gd name="connsiteX205" fmla="*/ 13158798 w 13158797"/>
              <a:gd name="connsiteY205" fmla="*/ 0 h 94560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</a:cxnLst>
            <a:rect l="l" t="t" r="r" b="b"/>
            <a:pathLst>
              <a:path w="13158797" h="9456078">
                <a:moveTo>
                  <a:pt x="0" y="9456078"/>
                </a:moveTo>
                <a:lnTo>
                  <a:pt x="49977" y="9455836"/>
                </a:lnTo>
                <a:lnTo>
                  <a:pt x="99893" y="9455111"/>
                </a:lnTo>
                <a:lnTo>
                  <a:pt x="149742" y="9453904"/>
                </a:lnTo>
                <a:lnTo>
                  <a:pt x="199524" y="9452217"/>
                </a:lnTo>
                <a:lnTo>
                  <a:pt x="298870" y="9447409"/>
                </a:lnTo>
                <a:lnTo>
                  <a:pt x="348429" y="9444290"/>
                </a:lnTo>
                <a:lnTo>
                  <a:pt x="397907" y="9440698"/>
                </a:lnTo>
                <a:lnTo>
                  <a:pt x="447302" y="9436632"/>
                </a:lnTo>
                <a:lnTo>
                  <a:pt x="496610" y="9432096"/>
                </a:lnTo>
                <a:lnTo>
                  <a:pt x="545829" y="9427089"/>
                </a:lnTo>
                <a:lnTo>
                  <a:pt x="594956" y="9421615"/>
                </a:lnTo>
                <a:lnTo>
                  <a:pt x="643987" y="9415673"/>
                </a:lnTo>
                <a:lnTo>
                  <a:pt x="692920" y="9409267"/>
                </a:lnTo>
                <a:lnTo>
                  <a:pt x="741751" y="9402396"/>
                </a:lnTo>
                <a:lnTo>
                  <a:pt x="790478" y="9395063"/>
                </a:lnTo>
                <a:lnTo>
                  <a:pt x="839098" y="9387270"/>
                </a:lnTo>
                <a:lnTo>
                  <a:pt x="887607" y="9379017"/>
                </a:lnTo>
                <a:lnTo>
                  <a:pt x="936002" y="9370306"/>
                </a:lnTo>
                <a:lnTo>
                  <a:pt x="984281" y="9361139"/>
                </a:lnTo>
                <a:lnTo>
                  <a:pt x="1032440" y="9351517"/>
                </a:lnTo>
                <a:lnTo>
                  <a:pt x="1080477" y="9341441"/>
                </a:lnTo>
                <a:lnTo>
                  <a:pt x="1176172" y="9319936"/>
                </a:lnTo>
                <a:lnTo>
                  <a:pt x="1223823" y="9308509"/>
                </a:lnTo>
                <a:lnTo>
                  <a:pt x="1271339" y="9296635"/>
                </a:lnTo>
                <a:lnTo>
                  <a:pt x="1318719" y="9284315"/>
                </a:lnTo>
                <a:lnTo>
                  <a:pt x="1365957" y="9271550"/>
                </a:lnTo>
                <a:lnTo>
                  <a:pt x="1413052" y="9258342"/>
                </a:lnTo>
                <a:lnTo>
                  <a:pt x="1460000" y="9244693"/>
                </a:lnTo>
                <a:lnTo>
                  <a:pt x="1506799" y="9230604"/>
                </a:lnTo>
                <a:lnTo>
                  <a:pt x="1553445" y="9216076"/>
                </a:lnTo>
                <a:lnTo>
                  <a:pt x="1599935" y="9201111"/>
                </a:lnTo>
                <a:lnTo>
                  <a:pt x="1646267" y="9185710"/>
                </a:lnTo>
                <a:lnTo>
                  <a:pt x="1692437" y="9169876"/>
                </a:lnTo>
                <a:lnTo>
                  <a:pt x="1738442" y="9153608"/>
                </a:lnTo>
                <a:lnTo>
                  <a:pt x="1784280" y="9136910"/>
                </a:lnTo>
                <a:lnTo>
                  <a:pt x="1829947" y="9119782"/>
                </a:lnTo>
                <a:lnTo>
                  <a:pt x="1875440" y="9102226"/>
                </a:lnTo>
                <a:lnTo>
                  <a:pt x="1920756" y="9084243"/>
                </a:lnTo>
                <a:lnTo>
                  <a:pt x="1965893" y="9065835"/>
                </a:lnTo>
                <a:lnTo>
                  <a:pt x="2055615" y="9027750"/>
                </a:lnTo>
                <a:lnTo>
                  <a:pt x="2100195" y="9008075"/>
                </a:lnTo>
                <a:lnTo>
                  <a:pt x="2144582" y="8987981"/>
                </a:lnTo>
                <a:lnTo>
                  <a:pt x="2188775" y="8967470"/>
                </a:lnTo>
                <a:lnTo>
                  <a:pt x="2232770" y="8946542"/>
                </a:lnTo>
                <a:lnTo>
                  <a:pt x="2276564" y="8925199"/>
                </a:lnTo>
                <a:lnTo>
                  <a:pt x="2320154" y="8903443"/>
                </a:lnTo>
                <a:lnTo>
                  <a:pt x="2363538" y="8881275"/>
                </a:lnTo>
                <a:lnTo>
                  <a:pt x="2406711" y="8858697"/>
                </a:lnTo>
                <a:lnTo>
                  <a:pt x="2449672" y="8835710"/>
                </a:lnTo>
                <a:lnTo>
                  <a:pt x="2492417" y="8812316"/>
                </a:lnTo>
                <a:lnTo>
                  <a:pt x="2534943" y="8788516"/>
                </a:lnTo>
                <a:lnTo>
                  <a:pt x="2577247" y="8764311"/>
                </a:lnTo>
                <a:lnTo>
                  <a:pt x="2619326" y="8739704"/>
                </a:lnTo>
                <a:lnTo>
                  <a:pt x="2661177" y="8714695"/>
                </a:lnTo>
                <a:lnTo>
                  <a:pt x="2702797" y="8689286"/>
                </a:lnTo>
                <a:lnTo>
                  <a:pt x="2744183" y="8663479"/>
                </a:lnTo>
                <a:lnTo>
                  <a:pt x="2785333" y="8637274"/>
                </a:lnTo>
                <a:lnTo>
                  <a:pt x="2826242" y="8610675"/>
                </a:lnTo>
                <a:lnTo>
                  <a:pt x="2866908" y="8583681"/>
                </a:lnTo>
                <a:lnTo>
                  <a:pt x="2907329" y="8556295"/>
                </a:lnTo>
                <a:lnTo>
                  <a:pt x="2947500" y="8528517"/>
                </a:lnTo>
                <a:lnTo>
                  <a:pt x="2987419" y="8500351"/>
                </a:lnTo>
                <a:lnTo>
                  <a:pt x="3027083" y="8471796"/>
                </a:lnTo>
                <a:lnTo>
                  <a:pt x="3066489" y="8442854"/>
                </a:lnTo>
                <a:lnTo>
                  <a:pt x="3105634" y="8413528"/>
                </a:lnTo>
                <a:lnTo>
                  <a:pt x="3144515" y="8383818"/>
                </a:lnTo>
                <a:lnTo>
                  <a:pt x="3183129" y="8353726"/>
                </a:lnTo>
                <a:lnTo>
                  <a:pt x="3221473" y="8323253"/>
                </a:lnTo>
                <a:lnTo>
                  <a:pt x="3259544" y="8292401"/>
                </a:lnTo>
                <a:lnTo>
                  <a:pt x="3297339" y="8261172"/>
                </a:lnTo>
                <a:lnTo>
                  <a:pt x="3334854" y="8229566"/>
                </a:lnTo>
                <a:lnTo>
                  <a:pt x="3372087" y="8197585"/>
                </a:lnTo>
                <a:lnTo>
                  <a:pt x="3409035" y="8165232"/>
                </a:lnTo>
                <a:lnTo>
                  <a:pt x="3445695" y="8132507"/>
                </a:lnTo>
                <a:lnTo>
                  <a:pt x="3482064" y="8099411"/>
                </a:lnTo>
                <a:lnTo>
                  <a:pt x="3518139" y="8065947"/>
                </a:lnTo>
                <a:lnTo>
                  <a:pt x="3553916" y="8032115"/>
                </a:lnTo>
                <a:lnTo>
                  <a:pt x="3589393" y="7997918"/>
                </a:lnTo>
                <a:lnTo>
                  <a:pt x="3624567" y="7963356"/>
                </a:lnTo>
                <a:lnTo>
                  <a:pt x="3659435" y="7928432"/>
                </a:lnTo>
                <a:lnTo>
                  <a:pt x="3693994" y="7893146"/>
                </a:lnTo>
                <a:lnTo>
                  <a:pt x="3728240" y="7857501"/>
                </a:lnTo>
                <a:lnTo>
                  <a:pt x="3762171" y="7821497"/>
                </a:lnTo>
                <a:lnTo>
                  <a:pt x="3795783" y="7785136"/>
                </a:lnTo>
                <a:lnTo>
                  <a:pt x="3829075" y="7748420"/>
                </a:lnTo>
                <a:lnTo>
                  <a:pt x="3862042" y="7711350"/>
                </a:lnTo>
                <a:lnTo>
                  <a:pt x="3894682" y="7673928"/>
                </a:lnTo>
                <a:lnTo>
                  <a:pt x="3926991" y="7636155"/>
                </a:lnTo>
                <a:lnTo>
                  <a:pt x="3958967" y="7598032"/>
                </a:lnTo>
                <a:lnTo>
                  <a:pt x="3990607" y="7559561"/>
                </a:lnTo>
                <a:lnTo>
                  <a:pt x="4021907" y="7520744"/>
                </a:lnTo>
                <a:lnTo>
                  <a:pt x="4052865" y="7481582"/>
                </a:lnTo>
                <a:lnTo>
                  <a:pt x="4083478" y="7442077"/>
                </a:lnTo>
                <a:lnTo>
                  <a:pt x="8022311" y="2307814"/>
                </a:lnTo>
                <a:lnTo>
                  <a:pt x="8052902" y="2268285"/>
                </a:lnTo>
                <a:lnTo>
                  <a:pt x="8083796" y="2229056"/>
                </a:lnTo>
                <a:lnTo>
                  <a:pt x="8114989" y="2190127"/>
                </a:lnTo>
                <a:lnTo>
                  <a:pt x="8146479" y="2151500"/>
                </a:lnTo>
                <a:lnTo>
                  <a:pt x="8178264" y="2113176"/>
                </a:lnTo>
                <a:lnTo>
                  <a:pt x="8210341" y="2075157"/>
                </a:lnTo>
                <a:lnTo>
                  <a:pt x="8242709" y="2037442"/>
                </a:lnTo>
                <a:lnTo>
                  <a:pt x="8275365" y="2000034"/>
                </a:lnTo>
                <a:lnTo>
                  <a:pt x="8308307" y="1962934"/>
                </a:lnTo>
                <a:lnTo>
                  <a:pt x="8341532" y="1926142"/>
                </a:lnTo>
                <a:lnTo>
                  <a:pt x="8375038" y="1889660"/>
                </a:lnTo>
                <a:lnTo>
                  <a:pt x="8408823" y="1853489"/>
                </a:lnTo>
                <a:lnTo>
                  <a:pt x="8442885" y="1817630"/>
                </a:lnTo>
                <a:lnTo>
                  <a:pt x="8477221" y="1782084"/>
                </a:lnTo>
                <a:lnTo>
                  <a:pt x="8511829" y="1746853"/>
                </a:lnTo>
                <a:lnTo>
                  <a:pt x="8546706" y="1711937"/>
                </a:lnTo>
                <a:lnTo>
                  <a:pt x="8581851" y="1677337"/>
                </a:lnTo>
                <a:lnTo>
                  <a:pt x="8617261" y="1643056"/>
                </a:lnTo>
                <a:lnTo>
                  <a:pt x="8652934" y="1609093"/>
                </a:lnTo>
                <a:lnTo>
                  <a:pt x="8688867" y="1575450"/>
                </a:lnTo>
                <a:lnTo>
                  <a:pt x="8725058" y="1542128"/>
                </a:lnTo>
                <a:lnTo>
                  <a:pt x="8761506" y="1509129"/>
                </a:lnTo>
                <a:lnTo>
                  <a:pt x="8798207" y="1476452"/>
                </a:lnTo>
                <a:lnTo>
                  <a:pt x="8835159" y="1444101"/>
                </a:lnTo>
                <a:lnTo>
                  <a:pt x="8872360" y="1412075"/>
                </a:lnTo>
                <a:lnTo>
                  <a:pt x="8909808" y="1380375"/>
                </a:lnTo>
                <a:lnTo>
                  <a:pt x="8947501" y="1349004"/>
                </a:lnTo>
                <a:lnTo>
                  <a:pt x="8985435" y="1317962"/>
                </a:lnTo>
                <a:lnTo>
                  <a:pt x="9023610" y="1287250"/>
                </a:lnTo>
                <a:lnTo>
                  <a:pt x="9062022" y="1256869"/>
                </a:lnTo>
                <a:lnTo>
                  <a:pt x="9100669" y="1226820"/>
                </a:lnTo>
                <a:lnTo>
                  <a:pt x="9139549" y="1197105"/>
                </a:lnTo>
                <a:lnTo>
                  <a:pt x="9178660" y="1167725"/>
                </a:lnTo>
                <a:lnTo>
                  <a:pt x="9217999" y="1138681"/>
                </a:lnTo>
                <a:lnTo>
                  <a:pt x="9257564" y="1109974"/>
                </a:lnTo>
                <a:lnTo>
                  <a:pt x="9297353" y="1081604"/>
                </a:lnTo>
                <a:lnTo>
                  <a:pt x="9337364" y="1053574"/>
                </a:lnTo>
                <a:lnTo>
                  <a:pt x="9377594" y="1025884"/>
                </a:lnTo>
                <a:lnTo>
                  <a:pt x="9418040" y="998536"/>
                </a:lnTo>
                <a:lnTo>
                  <a:pt x="9458702" y="971530"/>
                </a:lnTo>
                <a:lnTo>
                  <a:pt x="9499575" y="944868"/>
                </a:lnTo>
                <a:lnTo>
                  <a:pt x="9540659" y="918551"/>
                </a:lnTo>
                <a:lnTo>
                  <a:pt x="9581950" y="892580"/>
                </a:lnTo>
                <a:lnTo>
                  <a:pt x="9623447" y="866956"/>
                </a:lnTo>
                <a:lnTo>
                  <a:pt x="9665147" y="841681"/>
                </a:lnTo>
                <a:lnTo>
                  <a:pt x="9707048" y="816754"/>
                </a:lnTo>
                <a:lnTo>
                  <a:pt x="9749147" y="792179"/>
                </a:lnTo>
                <a:lnTo>
                  <a:pt x="9791443" y="767955"/>
                </a:lnTo>
                <a:lnTo>
                  <a:pt x="9833932" y="744083"/>
                </a:lnTo>
                <a:lnTo>
                  <a:pt x="9876613" y="720566"/>
                </a:lnTo>
                <a:lnTo>
                  <a:pt x="9919484" y="697404"/>
                </a:lnTo>
                <a:lnTo>
                  <a:pt x="9962542" y="674598"/>
                </a:lnTo>
                <a:lnTo>
                  <a:pt x="10005784" y="652149"/>
                </a:lnTo>
                <a:lnTo>
                  <a:pt x="10049209" y="630059"/>
                </a:lnTo>
                <a:lnTo>
                  <a:pt x="10092814" y="608328"/>
                </a:lnTo>
                <a:lnTo>
                  <a:pt x="10136597" y="586958"/>
                </a:lnTo>
                <a:lnTo>
                  <a:pt x="10180556" y="565950"/>
                </a:lnTo>
                <a:lnTo>
                  <a:pt x="10224688" y="545304"/>
                </a:lnTo>
                <a:lnTo>
                  <a:pt x="10268991" y="525023"/>
                </a:lnTo>
                <a:lnTo>
                  <a:pt x="10313463" y="505107"/>
                </a:lnTo>
                <a:lnTo>
                  <a:pt x="10358101" y="485558"/>
                </a:lnTo>
                <a:lnTo>
                  <a:pt x="10402903" y="466376"/>
                </a:lnTo>
                <a:lnTo>
                  <a:pt x="10447868" y="447563"/>
                </a:lnTo>
                <a:lnTo>
                  <a:pt x="10492991" y="429119"/>
                </a:lnTo>
                <a:lnTo>
                  <a:pt x="10538272" y="411046"/>
                </a:lnTo>
                <a:lnTo>
                  <a:pt x="10583708" y="393346"/>
                </a:lnTo>
                <a:lnTo>
                  <a:pt x="10629297" y="376018"/>
                </a:lnTo>
                <a:lnTo>
                  <a:pt x="10675036" y="359065"/>
                </a:lnTo>
                <a:lnTo>
                  <a:pt x="10720923" y="342487"/>
                </a:lnTo>
                <a:lnTo>
                  <a:pt x="10766956" y="326286"/>
                </a:lnTo>
                <a:lnTo>
                  <a:pt x="10813132" y="310462"/>
                </a:lnTo>
                <a:lnTo>
                  <a:pt x="10859450" y="295018"/>
                </a:lnTo>
                <a:lnTo>
                  <a:pt x="10905907" y="279953"/>
                </a:lnTo>
                <a:lnTo>
                  <a:pt x="10952500" y="265269"/>
                </a:lnTo>
                <a:lnTo>
                  <a:pt x="10999227" y="250968"/>
                </a:lnTo>
                <a:lnTo>
                  <a:pt x="11046087" y="237049"/>
                </a:lnTo>
                <a:lnTo>
                  <a:pt x="11093076" y="223516"/>
                </a:lnTo>
                <a:lnTo>
                  <a:pt x="11140193" y="210368"/>
                </a:lnTo>
                <a:lnTo>
                  <a:pt x="11187434" y="197606"/>
                </a:lnTo>
                <a:lnTo>
                  <a:pt x="11234799" y="185233"/>
                </a:lnTo>
                <a:lnTo>
                  <a:pt x="11282284" y="173248"/>
                </a:lnTo>
                <a:lnTo>
                  <a:pt x="11329888" y="161654"/>
                </a:lnTo>
                <a:lnTo>
                  <a:pt x="11377607" y="150451"/>
                </a:lnTo>
                <a:lnTo>
                  <a:pt x="11425440" y="139640"/>
                </a:lnTo>
                <a:lnTo>
                  <a:pt x="11473385" y="129223"/>
                </a:lnTo>
                <a:lnTo>
                  <a:pt x="11521439" y="119201"/>
                </a:lnTo>
                <a:lnTo>
                  <a:pt x="11569599" y="109574"/>
                </a:lnTo>
                <a:lnTo>
                  <a:pt x="11617864" y="100344"/>
                </a:lnTo>
                <a:lnTo>
                  <a:pt x="11666231" y="91512"/>
                </a:lnTo>
                <a:lnTo>
                  <a:pt x="11714698" y="83080"/>
                </a:lnTo>
                <a:lnTo>
                  <a:pt x="11763263" y="75047"/>
                </a:lnTo>
                <a:lnTo>
                  <a:pt x="11811923" y="67417"/>
                </a:lnTo>
                <a:lnTo>
                  <a:pt x="11860676" y="60188"/>
                </a:lnTo>
                <a:lnTo>
                  <a:pt x="11909519" y="53364"/>
                </a:lnTo>
                <a:lnTo>
                  <a:pt x="11958451" y="46944"/>
                </a:lnTo>
                <a:lnTo>
                  <a:pt x="12007470" y="40931"/>
                </a:lnTo>
                <a:lnTo>
                  <a:pt x="12056572" y="35324"/>
                </a:lnTo>
                <a:lnTo>
                  <a:pt x="12105756" y="30126"/>
                </a:lnTo>
                <a:lnTo>
                  <a:pt x="12155019" y="25337"/>
                </a:lnTo>
                <a:lnTo>
                  <a:pt x="12204359" y="20958"/>
                </a:lnTo>
                <a:lnTo>
                  <a:pt x="12253773" y="16991"/>
                </a:lnTo>
                <a:lnTo>
                  <a:pt x="12303260" y="13437"/>
                </a:lnTo>
                <a:lnTo>
                  <a:pt x="12352818" y="10297"/>
                </a:lnTo>
                <a:lnTo>
                  <a:pt x="12402443" y="7572"/>
                </a:lnTo>
                <a:lnTo>
                  <a:pt x="12452133" y="5263"/>
                </a:lnTo>
                <a:lnTo>
                  <a:pt x="12501887" y="3371"/>
                </a:lnTo>
                <a:lnTo>
                  <a:pt x="12551701" y="1898"/>
                </a:lnTo>
                <a:lnTo>
                  <a:pt x="12601574" y="844"/>
                </a:lnTo>
                <a:lnTo>
                  <a:pt x="12651504" y="211"/>
                </a:lnTo>
                <a:lnTo>
                  <a:pt x="12701487" y="0"/>
                </a:lnTo>
                <a:lnTo>
                  <a:pt x="13158798" y="0"/>
                </a:lnTo>
              </a:path>
            </a:pathLst>
          </a:custGeom>
          <a:ln w="19050">
            <a:gradFill>
              <a:gsLst>
                <a:gs pos="18000">
                  <a:schemeClr val="accent2"/>
                </a:gs>
                <a:gs pos="0">
                  <a:schemeClr val="bg1">
                    <a:alpha val="0"/>
                  </a:schemeClr>
                </a:gs>
              </a:gsLst>
              <a:lin ang="5400000" scaled="0"/>
            </a:gradFill>
          </a:ln>
        </p:spPr>
        <p:txBody>
          <a:bodyPr wrap="square" lIns="0" tIns="0" rIns="0" bIns="0" rtlCol="0"/>
          <a:lstStyle/>
          <a:p>
            <a:pPr marL="0" marR="0" lvl="0" indent="0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3D654237-7A8B-7549-A6FA-F7E001C96C03}"/>
              </a:ext>
            </a:extLst>
          </p:cNvPr>
          <p:cNvCxnSpPr>
            <a:cxnSpLocks/>
          </p:cNvCxnSpPr>
          <p:nvPr/>
        </p:nvCxnSpPr>
        <p:spPr>
          <a:xfrm flipH="1">
            <a:off x="334962" y="6678798"/>
            <a:ext cx="10980001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032268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465">
          <p15:clr>
            <a:srgbClr val="FBAE40"/>
          </p15:clr>
        </p15:guide>
        <p15:guide id="2" pos="128">
          <p15:clr>
            <a:srgbClr val="FBAE40"/>
          </p15:clr>
        </p15:guide>
        <p15:guide id="3" orient="horz" pos="2424">
          <p15:clr>
            <a:srgbClr val="FBAE40"/>
          </p15:clr>
        </p15:guide>
        <p15:guide id="4" pos="4530">
          <p15:clr>
            <a:srgbClr val="FBAE40"/>
          </p15:clr>
        </p15:guide>
        <p15:guide id="5" orient="horz" pos="141">
          <p15:clr>
            <a:srgbClr val="FBAE40"/>
          </p15:clr>
        </p15:guide>
        <p15:guide id="6" orient="horz" pos="306">
          <p15:clr>
            <a:srgbClr val="FBAE40"/>
          </p15:clr>
        </p15:guide>
        <p15:guide id="7" orient="horz" pos="485">
          <p15:clr>
            <a:srgbClr val="FBAE40"/>
          </p15:clr>
        </p15:guide>
      </p15:sldGuideLst>
    </p:ext>
  </p:extLst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Índice - Offwhite - 14 títulos">
    <p:bg>
      <p:bgPr>
        <a:gradFill>
          <a:gsLst>
            <a:gs pos="67000">
              <a:schemeClr val="tx1"/>
            </a:gs>
            <a:gs pos="100000">
              <a:schemeClr val="tx1"/>
            </a:gs>
            <a:gs pos="0">
              <a:srgbClr val="161B21"/>
            </a:gs>
          </a:gsLst>
          <a:lin ang="84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" name="Espaço Reservado para Número de Slide 5">
            <a:extLst>
              <a:ext uri="{FF2B5EF4-FFF2-40B4-BE49-F238E27FC236}">
                <a16:creationId xmlns:a16="http://schemas.microsoft.com/office/drawing/2014/main" id="{8B43B5D6-9411-2916-3463-C0BBC4CE3A6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pPr marL="20023">
              <a:lnSpc>
                <a:spcPct val="100000"/>
              </a:lnSpc>
              <a:spcBef>
                <a:spcPts val="45"/>
              </a:spcBef>
            </a:pPr>
            <a:fld id="{81D60167-4931-47E6-BA6A-407CBD079E47}" type="slidenum">
              <a:rPr lang="pt-BR" spc="-15" smtClean="0"/>
              <a:pPr marL="20023">
                <a:lnSpc>
                  <a:spcPct val="100000"/>
                </a:lnSpc>
                <a:spcBef>
                  <a:spcPts val="45"/>
                </a:spcBef>
              </a:pPr>
              <a:t>‹#›</a:t>
            </a:fld>
            <a:endParaRPr lang="pt-BR" spc="-15"/>
          </a:p>
        </p:txBody>
      </p:sp>
      <p:sp>
        <p:nvSpPr>
          <p:cNvPr id="95" name="Text Placeholder 3">
            <a:extLst>
              <a:ext uri="{FF2B5EF4-FFF2-40B4-BE49-F238E27FC236}">
                <a16:creationId xmlns:a16="http://schemas.microsoft.com/office/drawing/2014/main" id="{1F9E0DEB-08E9-5248-44F9-9916F0925C87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pt-BR"/>
              <a:t>Índice | Até 14 títulos</a:t>
            </a:r>
            <a:endParaRPr lang="en-US"/>
          </a:p>
        </p:txBody>
      </p:sp>
      <p:sp>
        <p:nvSpPr>
          <p:cNvPr id="96" name="Text Placeholder 10">
            <a:extLst>
              <a:ext uri="{FF2B5EF4-FFF2-40B4-BE49-F238E27FC236}">
                <a16:creationId xmlns:a16="http://schemas.microsoft.com/office/drawing/2014/main" id="{86EE135B-8461-A8E5-B808-1CCC5F3ABF32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defRPr sz="900" baseline="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7" name="Text Placeholder 21">
            <a:extLst>
              <a:ext uri="{FF2B5EF4-FFF2-40B4-BE49-F238E27FC236}">
                <a16:creationId xmlns:a16="http://schemas.microsoft.com/office/drawing/2014/main" id="{C68EECD8-4868-C403-065A-798C94914B21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1112441" y="1232283"/>
            <a:ext cx="3633266" cy="494267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98" name="Text Placeholder 21">
            <a:extLst>
              <a:ext uri="{FF2B5EF4-FFF2-40B4-BE49-F238E27FC236}">
                <a16:creationId xmlns:a16="http://schemas.microsoft.com/office/drawing/2014/main" id="{377F7479-B5E7-D307-06B9-71E3BA37F3EF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1112441" y="1986612"/>
            <a:ext cx="3633266" cy="502453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99" name="Text Placeholder 21">
            <a:extLst>
              <a:ext uri="{FF2B5EF4-FFF2-40B4-BE49-F238E27FC236}">
                <a16:creationId xmlns:a16="http://schemas.microsoft.com/office/drawing/2014/main" id="{A9CB3A34-F081-C677-A00F-67C1873C062A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1112441" y="2743933"/>
            <a:ext cx="3633266" cy="507526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0" name="Text Placeholder 21">
            <a:extLst>
              <a:ext uri="{FF2B5EF4-FFF2-40B4-BE49-F238E27FC236}">
                <a16:creationId xmlns:a16="http://schemas.microsoft.com/office/drawing/2014/main" id="{66627ED0-3A46-8737-6897-D3BDDB091302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1112441" y="3509439"/>
            <a:ext cx="3633266" cy="507526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1" name="Text Placeholder 21">
            <a:extLst>
              <a:ext uri="{FF2B5EF4-FFF2-40B4-BE49-F238E27FC236}">
                <a16:creationId xmlns:a16="http://schemas.microsoft.com/office/drawing/2014/main" id="{4A98C90D-F543-2D3A-9F32-FF02504B384D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6873479" y="1237476"/>
            <a:ext cx="3633266" cy="491156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2" name="Text Placeholder 21">
            <a:extLst>
              <a:ext uri="{FF2B5EF4-FFF2-40B4-BE49-F238E27FC236}">
                <a16:creationId xmlns:a16="http://schemas.microsoft.com/office/drawing/2014/main" id="{02D303FD-4338-9202-3742-445CFAC544F9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6873479" y="1986612"/>
            <a:ext cx="3633266" cy="499341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3" name="Text Placeholder 21">
            <a:extLst>
              <a:ext uri="{FF2B5EF4-FFF2-40B4-BE49-F238E27FC236}">
                <a16:creationId xmlns:a16="http://schemas.microsoft.com/office/drawing/2014/main" id="{DAB51C54-4BA1-024C-8F1D-E61343BFAC42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873479" y="2743934"/>
            <a:ext cx="3633266" cy="499341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4" name="Text Placeholder 21">
            <a:extLst>
              <a:ext uri="{FF2B5EF4-FFF2-40B4-BE49-F238E27FC236}">
                <a16:creationId xmlns:a16="http://schemas.microsoft.com/office/drawing/2014/main" id="{31C27C31-0117-4C41-7DD9-9A95AE01F9D5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6873479" y="3509440"/>
            <a:ext cx="3633266" cy="504415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5" name="Text Placeholder 21">
            <a:extLst>
              <a:ext uri="{FF2B5EF4-FFF2-40B4-BE49-F238E27FC236}">
                <a16:creationId xmlns:a16="http://schemas.microsoft.com/office/drawing/2014/main" id="{305C7304-230E-F6CE-A76D-99DF1E692F08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334965" y="1237091"/>
            <a:ext cx="562844" cy="562844"/>
          </a:xfrm>
          <a:prstGeom prst="rect">
            <a:avLst/>
          </a:prstGeom>
          <a:noFill/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1.</a:t>
            </a:r>
            <a:endParaRPr lang="pt-BR"/>
          </a:p>
        </p:txBody>
      </p:sp>
      <p:sp>
        <p:nvSpPr>
          <p:cNvPr id="106" name="Text Placeholder 21">
            <a:extLst>
              <a:ext uri="{FF2B5EF4-FFF2-40B4-BE49-F238E27FC236}">
                <a16:creationId xmlns:a16="http://schemas.microsoft.com/office/drawing/2014/main" id="{646BD931-2CC9-4B26-938C-C6A9327B317A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334965" y="1986613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2.</a:t>
            </a:r>
            <a:endParaRPr lang="pt-BR"/>
          </a:p>
        </p:txBody>
      </p:sp>
      <p:sp>
        <p:nvSpPr>
          <p:cNvPr id="107" name="Text Placeholder 21">
            <a:extLst>
              <a:ext uri="{FF2B5EF4-FFF2-40B4-BE49-F238E27FC236}">
                <a16:creationId xmlns:a16="http://schemas.microsoft.com/office/drawing/2014/main" id="{7EF60F9A-51DE-3649-80E7-711C186485AA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334965" y="2743933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3.</a:t>
            </a:r>
            <a:endParaRPr lang="pt-BR"/>
          </a:p>
        </p:txBody>
      </p:sp>
      <p:sp>
        <p:nvSpPr>
          <p:cNvPr id="108" name="Text Placeholder 21">
            <a:extLst>
              <a:ext uri="{FF2B5EF4-FFF2-40B4-BE49-F238E27FC236}">
                <a16:creationId xmlns:a16="http://schemas.microsoft.com/office/drawing/2014/main" id="{454FB385-5582-984D-3BEC-2409DCFBBEA7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334965" y="3509439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4.</a:t>
            </a:r>
            <a:endParaRPr lang="pt-BR"/>
          </a:p>
        </p:txBody>
      </p:sp>
      <p:sp>
        <p:nvSpPr>
          <p:cNvPr id="109" name="Text Placeholder 21">
            <a:extLst>
              <a:ext uri="{FF2B5EF4-FFF2-40B4-BE49-F238E27FC236}">
                <a16:creationId xmlns:a16="http://schemas.microsoft.com/office/drawing/2014/main" id="{48AFB4A3-A713-3B36-5C4C-116B17982407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6096003" y="1242285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8.</a:t>
            </a:r>
            <a:endParaRPr lang="pt-BR"/>
          </a:p>
        </p:txBody>
      </p:sp>
      <p:sp>
        <p:nvSpPr>
          <p:cNvPr id="110" name="Text Placeholder 21">
            <a:extLst>
              <a:ext uri="{FF2B5EF4-FFF2-40B4-BE49-F238E27FC236}">
                <a16:creationId xmlns:a16="http://schemas.microsoft.com/office/drawing/2014/main" id="{455A5A6A-C346-A345-7676-47650852DEC5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6096003" y="1986613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9.</a:t>
            </a:r>
            <a:endParaRPr lang="pt-BR"/>
          </a:p>
        </p:txBody>
      </p:sp>
      <p:sp>
        <p:nvSpPr>
          <p:cNvPr id="111" name="Text Placeholder 21">
            <a:extLst>
              <a:ext uri="{FF2B5EF4-FFF2-40B4-BE49-F238E27FC236}">
                <a16:creationId xmlns:a16="http://schemas.microsoft.com/office/drawing/2014/main" id="{C9036724-53EE-61EA-4F36-0647670CC647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6096003" y="2743933"/>
            <a:ext cx="562844" cy="562844"/>
          </a:xfrm>
          <a:prstGeom prst="rect">
            <a:avLst/>
          </a:prstGeom>
          <a:noFill/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10.</a:t>
            </a:r>
            <a:endParaRPr lang="pt-BR"/>
          </a:p>
        </p:txBody>
      </p:sp>
      <p:sp>
        <p:nvSpPr>
          <p:cNvPr id="112" name="Text Placeholder 21">
            <a:extLst>
              <a:ext uri="{FF2B5EF4-FFF2-40B4-BE49-F238E27FC236}">
                <a16:creationId xmlns:a16="http://schemas.microsoft.com/office/drawing/2014/main" id="{59FC8DE1-DA8C-E6FC-0074-C1233AE33862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6096003" y="3509439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11.</a:t>
            </a:r>
            <a:endParaRPr lang="pt-BR"/>
          </a:p>
        </p:txBody>
      </p:sp>
      <p:sp>
        <p:nvSpPr>
          <p:cNvPr id="113" name="Text Placeholder 21">
            <a:extLst>
              <a:ext uri="{FF2B5EF4-FFF2-40B4-BE49-F238E27FC236}">
                <a16:creationId xmlns:a16="http://schemas.microsoft.com/office/drawing/2014/main" id="{CD7EC131-607A-502B-D5DB-EACD3848C447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1112441" y="4285152"/>
            <a:ext cx="3633266" cy="507526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14" name="Text Placeholder 21">
            <a:extLst>
              <a:ext uri="{FF2B5EF4-FFF2-40B4-BE49-F238E27FC236}">
                <a16:creationId xmlns:a16="http://schemas.microsoft.com/office/drawing/2014/main" id="{39366CD8-736E-E9F0-1631-408CE9342B73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6873479" y="4285153"/>
            <a:ext cx="3633266" cy="504415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15" name="Text Placeholder 21">
            <a:extLst>
              <a:ext uri="{FF2B5EF4-FFF2-40B4-BE49-F238E27FC236}">
                <a16:creationId xmlns:a16="http://schemas.microsoft.com/office/drawing/2014/main" id="{A36BD412-4DD9-0776-5A73-B5939ACF9185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334965" y="4285152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5.</a:t>
            </a:r>
            <a:endParaRPr lang="pt-BR"/>
          </a:p>
        </p:txBody>
      </p:sp>
      <p:sp>
        <p:nvSpPr>
          <p:cNvPr id="116" name="Text Placeholder 21">
            <a:extLst>
              <a:ext uri="{FF2B5EF4-FFF2-40B4-BE49-F238E27FC236}">
                <a16:creationId xmlns:a16="http://schemas.microsoft.com/office/drawing/2014/main" id="{0D56432C-F90B-BE78-9849-16EDFA25EDF3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6096003" y="4285152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12.</a:t>
            </a:r>
            <a:endParaRPr lang="pt-BR"/>
          </a:p>
        </p:txBody>
      </p:sp>
      <p:sp>
        <p:nvSpPr>
          <p:cNvPr id="26" name="Text Placeholder 21">
            <a:extLst>
              <a:ext uri="{FF2B5EF4-FFF2-40B4-BE49-F238E27FC236}">
                <a16:creationId xmlns:a16="http://schemas.microsoft.com/office/drawing/2014/main" id="{C5B1F338-8D07-6165-2984-C97D76B836F9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1112441" y="5064614"/>
            <a:ext cx="3633266" cy="507526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27" name="Text Placeholder 21">
            <a:extLst>
              <a:ext uri="{FF2B5EF4-FFF2-40B4-BE49-F238E27FC236}">
                <a16:creationId xmlns:a16="http://schemas.microsoft.com/office/drawing/2014/main" id="{6AC2D12D-986D-3DD5-FBFC-D384978B998E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6873479" y="5064614"/>
            <a:ext cx="3633266" cy="504415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28" name="Text Placeholder 21">
            <a:extLst>
              <a:ext uri="{FF2B5EF4-FFF2-40B4-BE49-F238E27FC236}">
                <a16:creationId xmlns:a16="http://schemas.microsoft.com/office/drawing/2014/main" id="{91E97FC2-9348-4E3B-00E5-76B9F5F34636}"/>
              </a:ext>
            </a:extLst>
          </p:cNvPr>
          <p:cNvSpPr>
            <a:spLocks noGrp="1"/>
          </p:cNvSpPr>
          <p:nvPr>
            <p:ph type="body" sz="quarter" idx="39" hasCustomPrompt="1"/>
          </p:nvPr>
        </p:nvSpPr>
        <p:spPr>
          <a:xfrm>
            <a:off x="334965" y="5064614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6.</a:t>
            </a:r>
            <a:endParaRPr lang="pt-BR"/>
          </a:p>
        </p:txBody>
      </p:sp>
      <p:sp>
        <p:nvSpPr>
          <p:cNvPr id="29" name="Text Placeholder 21">
            <a:extLst>
              <a:ext uri="{FF2B5EF4-FFF2-40B4-BE49-F238E27FC236}">
                <a16:creationId xmlns:a16="http://schemas.microsoft.com/office/drawing/2014/main" id="{10FCC27C-9F7B-60DD-448A-FA5C70190D61}"/>
              </a:ext>
            </a:extLst>
          </p:cNvPr>
          <p:cNvSpPr>
            <a:spLocks noGrp="1"/>
          </p:cNvSpPr>
          <p:nvPr>
            <p:ph type="body" sz="quarter" idx="40" hasCustomPrompt="1"/>
          </p:nvPr>
        </p:nvSpPr>
        <p:spPr>
          <a:xfrm>
            <a:off x="6096003" y="5064614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13.</a:t>
            </a:r>
            <a:endParaRPr lang="pt-BR"/>
          </a:p>
        </p:txBody>
      </p:sp>
      <p:sp>
        <p:nvSpPr>
          <p:cNvPr id="30" name="Text Placeholder 21">
            <a:extLst>
              <a:ext uri="{FF2B5EF4-FFF2-40B4-BE49-F238E27FC236}">
                <a16:creationId xmlns:a16="http://schemas.microsoft.com/office/drawing/2014/main" id="{647A3C75-F52C-9572-4AC8-DF3C9EC74895}"/>
              </a:ext>
            </a:extLst>
          </p:cNvPr>
          <p:cNvSpPr>
            <a:spLocks noGrp="1"/>
          </p:cNvSpPr>
          <p:nvPr>
            <p:ph type="body" sz="quarter" idx="41" hasCustomPrompt="1"/>
          </p:nvPr>
        </p:nvSpPr>
        <p:spPr>
          <a:xfrm>
            <a:off x="1112441" y="5840327"/>
            <a:ext cx="3633266" cy="507526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31" name="Text Placeholder 21">
            <a:extLst>
              <a:ext uri="{FF2B5EF4-FFF2-40B4-BE49-F238E27FC236}">
                <a16:creationId xmlns:a16="http://schemas.microsoft.com/office/drawing/2014/main" id="{CF181672-FCCE-ED51-44CD-B257A5102052}"/>
              </a:ext>
            </a:extLst>
          </p:cNvPr>
          <p:cNvSpPr>
            <a:spLocks noGrp="1"/>
          </p:cNvSpPr>
          <p:nvPr>
            <p:ph type="body" sz="quarter" idx="42" hasCustomPrompt="1"/>
          </p:nvPr>
        </p:nvSpPr>
        <p:spPr>
          <a:xfrm>
            <a:off x="6873479" y="5840328"/>
            <a:ext cx="3633266" cy="504415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32" name="Text Placeholder 21">
            <a:extLst>
              <a:ext uri="{FF2B5EF4-FFF2-40B4-BE49-F238E27FC236}">
                <a16:creationId xmlns:a16="http://schemas.microsoft.com/office/drawing/2014/main" id="{C4E37429-91F7-9872-16AB-E9D998B9B034}"/>
              </a:ext>
            </a:extLst>
          </p:cNvPr>
          <p:cNvSpPr>
            <a:spLocks noGrp="1"/>
          </p:cNvSpPr>
          <p:nvPr>
            <p:ph type="body" sz="quarter" idx="43" hasCustomPrompt="1"/>
          </p:nvPr>
        </p:nvSpPr>
        <p:spPr>
          <a:xfrm>
            <a:off x="334965" y="5840327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7.</a:t>
            </a:r>
            <a:endParaRPr lang="pt-BR"/>
          </a:p>
        </p:txBody>
      </p:sp>
      <p:sp>
        <p:nvSpPr>
          <p:cNvPr id="33" name="Text Placeholder 21">
            <a:extLst>
              <a:ext uri="{FF2B5EF4-FFF2-40B4-BE49-F238E27FC236}">
                <a16:creationId xmlns:a16="http://schemas.microsoft.com/office/drawing/2014/main" id="{996E1AEB-6FC0-93DB-7162-B62353FB6F67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6096003" y="5840327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14.</a:t>
            </a:r>
            <a:endParaRPr lang="pt-BR"/>
          </a:p>
        </p:txBody>
      </p:sp>
      <p:sp>
        <p:nvSpPr>
          <p:cNvPr id="3" name="Picture 8">
            <a:extLst>
              <a:ext uri="{FF2B5EF4-FFF2-40B4-BE49-F238E27FC236}">
                <a16:creationId xmlns:a16="http://schemas.microsoft.com/office/drawing/2014/main" id="{40D4B1AE-2876-9D52-23DD-7F3F7CBFA259}"/>
              </a:ext>
            </a:extLst>
          </p:cNvPr>
          <p:cNvSpPr/>
          <p:nvPr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/>
          </a:p>
        </p:txBody>
      </p:sp>
      <p:cxnSp>
        <p:nvCxnSpPr>
          <p:cNvPr id="2" name="Straight Connector 1">
            <a:extLst>
              <a:ext uri="{FF2B5EF4-FFF2-40B4-BE49-F238E27FC236}">
                <a16:creationId xmlns:a16="http://schemas.microsoft.com/office/drawing/2014/main" id="{17D24408-FB74-1089-B433-0DF2980CDC98}"/>
              </a:ext>
            </a:extLst>
          </p:cNvPr>
          <p:cNvCxnSpPr>
            <a:cxnSpLocks/>
          </p:cNvCxnSpPr>
          <p:nvPr/>
        </p:nvCxnSpPr>
        <p:spPr>
          <a:xfrm>
            <a:off x="1" y="169333"/>
            <a:ext cx="12229571" cy="0"/>
          </a:xfrm>
          <a:prstGeom prst="line">
            <a:avLst/>
          </a:prstGeom>
          <a:ln w="1905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object 4">
            <a:extLst>
              <a:ext uri="{FF2B5EF4-FFF2-40B4-BE49-F238E27FC236}">
                <a16:creationId xmlns:a16="http://schemas.microsoft.com/office/drawing/2014/main" id="{D7C5E417-B862-B520-5604-54C31C0F7237}"/>
              </a:ext>
            </a:extLst>
          </p:cNvPr>
          <p:cNvSpPr/>
          <p:nvPr/>
        </p:nvSpPr>
        <p:spPr>
          <a:xfrm rot="10247908" flipH="1">
            <a:off x="4106509" y="-4146683"/>
            <a:ext cx="8001039" cy="5749648"/>
          </a:xfrm>
          <a:custGeom>
            <a:avLst/>
            <a:gdLst>
              <a:gd name="connsiteX0" fmla="*/ 0 w 13940157"/>
              <a:gd name="connsiteY0" fmla="*/ 9200719 h 9456078"/>
              <a:gd name="connsiteX1" fmla="*/ 781360 w 13940157"/>
              <a:gd name="connsiteY1" fmla="*/ 9456078 h 9456078"/>
              <a:gd name="connsiteX2" fmla="*/ 831337 w 13940157"/>
              <a:gd name="connsiteY2" fmla="*/ 9455836 h 9456078"/>
              <a:gd name="connsiteX3" fmla="*/ 881253 w 13940157"/>
              <a:gd name="connsiteY3" fmla="*/ 9455111 h 9456078"/>
              <a:gd name="connsiteX4" fmla="*/ 931102 w 13940157"/>
              <a:gd name="connsiteY4" fmla="*/ 9453904 h 9456078"/>
              <a:gd name="connsiteX5" fmla="*/ 980884 w 13940157"/>
              <a:gd name="connsiteY5" fmla="*/ 9452217 h 9456078"/>
              <a:gd name="connsiteX6" fmla="*/ 1030594 w 13940157"/>
              <a:gd name="connsiteY6" fmla="*/ 9450052 h 9456078"/>
              <a:gd name="connsiteX7" fmla="*/ 1080230 w 13940157"/>
              <a:gd name="connsiteY7" fmla="*/ 9447409 h 9456078"/>
              <a:gd name="connsiteX8" fmla="*/ 1129789 w 13940157"/>
              <a:gd name="connsiteY8" fmla="*/ 9444290 h 9456078"/>
              <a:gd name="connsiteX9" fmla="*/ 1179267 w 13940157"/>
              <a:gd name="connsiteY9" fmla="*/ 9440698 h 9456078"/>
              <a:gd name="connsiteX10" fmla="*/ 1228662 w 13940157"/>
              <a:gd name="connsiteY10" fmla="*/ 9436632 h 9456078"/>
              <a:gd name="connsiteX11" fmla="*/ 1277970 w 13940157"/>
              <a:gd name="connsiteY11" fmla="*/ 9432096 h 9456078"/>
              <a:gd name="connsiteX12" fmla="*/ 1327189 w 13940157"/>
              <a:gd name="connsiteY12" fmla="*/ 9427089 h 9456078"/>
              <a:gd name="connsiteX13" fmla="*/ 1376316 w 13940157"/>
              <a:gd name="connsiteY13" fmla="*/ 9421615 h 9456078"/>
              <a:gd name="connsiteX14" fmla="*/ 1425347 w 13940157"/>
              <a:gd name="connsiteY14" fmla="*/ 9415673 h 9456078"/>
              <a:gd name="connsiteX15" fmla="*/ 1474280 w 13940157"/>
              <a:gd name="connsiteY15" fmla="*/ 9409267 h 9456078"/>
              <a:gd name="connsiteX16" fmla="*/ 1523111 w 13940157"/>
              <a:gd name="connsiteY16" fmla="*/ 9402396 h 9456078"/>
              <a:gd name="connsiteX17" fmla="*/ 1571838 w 13940157"/>
              <a:gd name="connsiteY17" fmla="*/ 9395063 h 9456078"/>
              <a:gd name="connsiteX18" fmla="*/ 1620458 w 13940157"/>
              <a:gd name="connsiteY18" fmla="*/ 9387270 h 9456078"/>
              <a:gd name="connsiteX19" fmla="*/ 1668967 w 13940157"/>
              <a:gd name="connsiteY19" fmla="*/ 9379017 h 9456078"/>
              <a:gd name="connsiteX20" fmla="*/ 1717362 w 13940157"/>
              <a:gd name="connsiteY20" fmla="*/ 9370306 h 9456078"/>
              <a:gd name="connsiteX21" fmla="*/ 1765641 w 13940157"/>
              <a:gd name="connsiteY21" fmla="*/ 9361139 h 9456078"/>
              <a:gd name="connsiteX22" fmla="*/ 1813800 w 13940157"/>
              <a:gd name="connsiteY22" fmla="*/ 9351517 h 9456078"/>
              <a:gd name="connsiteX23" fmla="*/ 1861837 w 13940157"/>
              <a:gd name="connsiteY23" fmla="*/ 9341441 h 9456078"/>
              <a:gd name="connsiteX24" fmla="*/ 1909749 w 13940157"/>
              <a:gd name="connsiteY24" fmla="*/ 9330914 h 9456078"/>
              <a:gd name="connsiteX25" fmla="*/ 1957532 w 13940157"/>
              <a:gd name="connsiteY25" fmla="*/ 9319936 h 9456078"/>
              <a:gd name="connsiteX26" fmla="*/ 2005183 w 13940157"/>
              <a:gd name="connsiteY26" fmla="*/ 9308509 h 9456078"/>
              <a:gd name="connsiteX27" fmla="*/ 2052699 w 13940157"/>
              <a:gd name="connsiteY27" fmla="*/ 9296635 h 9456078"/>
              <a:gd name="connsiteX28" fmla="*/ 2100079 w 13940157"/>
              <a:gd name="connsiteY28" fmla="*/ 9284315 h 9456078"/>
              <a:gd name="connsiteX29" fmla="*/ 2147317 w 13940157"/>
              <a:gd name="connsiteY29" fmla="*/ 9271550 h 9456078"/>
              <a:gd name="connsiteX30" fmla="*/ 2194412 w 13940157"/>
              <a:gd name="connsiteY30" fmla="*/ 9258342 h 9456078"/>
              <a:gd name="connsiteX31" fmla="*/ 2241360 w 13940157"/>
              <a:gd name="connsiteY31" fmla="*/ 9244693 h 9456078"/>
              <a:gd name="connsiteX32" fmla="*/ 2288159 w 13940157"/>
              <a:gd name="connsiteY32" fmla="*/ 9230604 h 9456078"/>
              <a:gd name="connsiteX33" fmla="*/ 2334805 w 13940157"/>
              <a:gd name="connsiteY33" fmla="*/ 9216076 h 9456078"/>
              <a:gd name="connsiteX34" fmla="*/ 2381295 w 13940157"/>
              <a:gd name="connsiteY34" fmla="*/ 9201111 h 9456078"/>
              <a:gd name="connsiteX35" fmla="*/ 2427627 w 13940157"/>
              <a:gd name="connsiteY35" fmla="*/ 9185710 h 9456078"/>
              <a:gd name="connsiteX36" fmla="*/ 2473797 w 13940157"/>
              <a:gd name="connsiteY36" fmla="*/ 9169876 h 9456078"/>
              <a:gd name="connsiteX37" fmla="*/ 2519802 w 13940157"/>
              <a:gd name="connsiteY37" fmla="*/ 9153608 h 9456078"/>
              <a:gd name="connsiteX38" fmla="*/ 2565640 w 13940157"/>
              <a:gd name="connsiteY38" fmla="*/ 9136910 h 9456078"/>
              <a:gd name="connsiteX39" fmla="*/ 2611307 w 13940157"/>
              <a:gd name="connsiteY39" fmla="*/ 9119782 h 9456078"/>
              <a:gd name="connsiteX40" fmla="*/ 2656800 w 13940157"/>
              <a:gd name="connsiteY40" fmla="*/ 9102226 h 9456078"/>
              <a:gd name="connsiteX41" fmla="*/ 2702116 w 13940157"/>
              <a:gd name="connsiteY41" fmla="*/ 9084243 h 9456078"/>
              <a:gd name="connsiteX42" fmla="*/ 2747253 w 13940157"/>
              <a:gd name="connsiteY42" fmla="*/ 9065835 h 9456078"/>
              <a:gd name="connsiteX43" fmla="*/ 2792207 w 13940157"/>
              <a:gd name="connsiteY43" fmla="*/ 9047004 h 9456078"/>
              <a:gd name="connsiteX44" fmla="*/ 2836975 w 13940157"/>
              <a:gd name="connsiteY44" fmla="*/ 9027750 h 9456078"/>
              <a:gd name="connsiteX45" fmla="*/ 2881555 w 13940157"/>
              <a:gd name="connsiteY45" fmla="*/ 9008075 h 9456078"/>
              <a:gd name="connsiteX46" fmla="*/ 2925942 w 13940157"/>
              <a:gd name="connsiteY46" fmla="*/ 8987981 h 9456078"/>
              <a:gd name="connsiteX47" fmla="*/ 2970135 w 13940157"/>
              <a:gd name="connsiteY47" fmla="*/ 8967470 h 9456078"/>
              <a:gd name="connsiteX48" fmla="*/ 3014130 w 13940157"/>
              <a:gd name="connsiteY48" fmla="*/ 8946542 h 9456078"/>
              <a:gd name="connsiteX49" fmla="*/ 3057924 w 13940157"/>
              <a:gd name="connsiteY49" fmla="*/ 8925199 h 9456078"/>
              <a:gd name="connsiteX50" fmla="*/ 3101514 w 13940157"/>
              <a:gd name="connsiteY50" fmla="*/ 8903443 h 9456078"/>
              <a:gd name="connsiteX51" fmla="*/ 3144898 w 13940157"/>
              <a:gd name="connsiteY51" fmla="*/ 8881275 h 9456078"/>
              <a:gd name="connsiteX52" fmla="*/ 3188071 w 13940157"/>
              <a:gd name="connsiteY52" fmla="*/ 8858697 h 9456078"/>
              <a:gd name="connsiteX53" fmla="*/ 3231032 w 13940157"/>
              <a:gd name="connsiteY53" fmla="*/ 8835710 h 9456078"/>
              <a:gd name="connsiteX54" fmla="*/ 3273777 w 13940157"/>
              <a:gd name="connsiteY54" fmla="*/ 8812316 h 9456078"/>
              <a:gd name="connsiteX55" fmla="*/ 3316303 w 13940157"/>
              <a:gd name="connsiteY55" fmla="*/ 8788516 h 9456078"/>
              <a:gd name="connsiteX56" fmla="*/ 3358607 w 13940157"/>
              <a:gd name="connsiteY56" fmla="*/ 8764311 h 9456078"/>
              <a:gd name="connsiteX57" fmla="*/ 3400686 w 13940157"/>
              <a:gd name="connsiteY57" fmla="*/ 8739704 h 9456078"/>
              <a:gd name="connsiteX58" fmla="*/ 3442537 w 13940157"/>
              <a:gd name="connsiteY58" fmla="*/ 8714695 h 9456078"/>
              <a:gd name="connsiteX59" fmla="*/ 3484157 w 13940157"/>
              <a:gd name="connsiteY59" fmla="*/ 8689286 h 9456078"/>
              <a:gd name="connsiteX60" fmla="*/ 3525543 w 13940157"/>
              <a:gd name="connsiteY60" fmla="*/ 8663479 h 9456078"/>
              <a:gd name="connsiteX61" fmla="*/ 3566693 w 13940157"/>
              <a:gd name="connsiteY61" fmla="*/ 8637274 h 9456078"/>
              <a:gd name="connsiteX62" fmla="*/ 3607602 w 13940157"/>
              <a:gd name="connsiteY62" fmla="*/ 8610675 h 9456078"/>
              <a:gd name="connsiteX63" fmla="*/ 3648268 w 13940157"/>
              <a:gd name="connsiteY63" fmla="*/ 8583681 h 9456078"/>
              <a:gd name="connsiteX64" fmla="*/ 3688689 w 13940157"/>
              <a:gd name="connsiteY64" fmla="*/ 8556295 h 9456078"/>
              <a:gd name="connsiteX65" fmla="*/ 3728860 w 13940157"/>
              <a:gd name="connsiteY65" fmla="*/ 8528517 h 9456078"/>
              <a:gd name="connsiteX66" fmla="*/ 3768779 w 13940157"/>
              <a:gd name="connsiteY66" fmla="*/ 8500351 h 9456078"/>
              <a:gd name="connsiteX67" fmla="*/ 3808443 w 13940157"/>
              <a:gd name="connsiteY67" fmla="*/ 8471796 h 9456078"/>
              <a:gd name="connsiteX68" fmla="*/ 3847849 w 13940157"/>
              <a:gd name="connsiteY68" fmla="*/ 8442854 h 9456078"/>
              <a:gd name="connsiteX69" fmla="*/ 3886994 w 13940157"/>
              <a:gd name="connsiteY69" fmla="*/ 8413528 h 9456078"/>
              <a:gd name="connsiteX70" fmla="*/ 3925875 w 13940157"/>
              <a:gd name="connsiteY70" fmla="*/ 8383818 h 9456078"/>
              <a:gd name="connsiteX71" fmla="*/ 3964489 w 13940157"/>
              <a:gd name="connsiteY71" fmla="*/ 8353726 h 9456078"/>
              <a:gd name="connsiteX72" fmla="*/ 4002833 w 13940157"/>
              <a:gd name="connsiteY72" fmla="*/ 8323253 h 9456078"/>
              <a:gd name="connsiteX73" fmla="*/ 4040904 w 13940157"/>
              <a:gd name="connsiteY73" fmla="*/ 8292401 h 9456078"/>
              <a:gd name="connsiteX74" fmla="*/ 4078699 w 13940157"/>
              <a:gd name="connsiteY74" fmla="*/ 8261172 h 9456078"/>
              <a:gd name="connsiteX75" fmla="*/ 4116214 w 13940157"/>
              <a:gd name="connsiteY75" fmla="*/ 8229566 h 9456078"/>
              <a:gd name="connsiteX76" fmla="*/ 4153447 w 13940157"/>
              <a:gd name="connsiteY76" fmla="*/ 8197585 h 9456078"/>
              <a:gd name="connsiteX77" fmla="*/ 4190395 w 13940157"/>
              <a:gd name="connsiteY77" fmla="*/ 8165232 h 9456078"/>
              <a:gd name="connsiteX78" fmla="*/ 4227055 w 13940157"/>
              <a:gd name="connsiteY78" fmla="*/ 8132507 h 9456078"/>
              <a:gd name="connsiteX79" fmla="*/ 4263424 w 13940157"/>
              <a:gd name="connsiteY79" fmla="*/ 8099411 h 9456078"/>
              <a:gd name="connsiteX80" fmla="*/ 4299499 w 13940157"/>
              <a:gd name="connsiteY80" fmla="*/ 8065947 h 9456078"/>
              <a:gd name="connsiteX81" fmla="*/ 4335276 w 13940157"/>
              <a:gd name="connsiteY81" fmla="*/ 8032115 h 9456078"/>
              <a:gd name="connsiteX82" fmla="*/ 4370753 w 13940157"/>
              <a:gd name="connsiteY82" fmla="*/ 7997918 h 9456078"/>
              <a:gd name="connsiteX83" fmla="*/ 4405927 w 13940157"/>
              <a:gd name="connsiteY83" fmla="*/ 7963356 h 9456078"/>
              <a:gd name="connsiteX84" fmla="*/ 4440795 w 13940157"/>
              <a:gd name="connsiteY84" fmla="*/ 7928432 h 9456078"/>
              <a:gd name="connsiteX85" fmla="*/ 4475354 w 13940157"/>
              <a:gd name="connsiteY85" fmla="*/ 7893146 h 9456078"/>
              <a:gd name="connsiteX86" fmla="*/ 4509600 w 13940157"/>
              <a:gd name="connsiteY86" fmla="*/ 7857501 h 9456078"/>
              <a:gd name="connsiteX87" fmla="*/ 4543531 w 13940157"/>
              <a:gd name="connsiteY87" fmla="*/ 7821497 h 9456078"/>
              <a:gd name="connsiteX88" fmla="*/ 4577143 w 13940157"/>
              <a:gd name="connsiteY88" fmla="*/ 7785136 h 9456078"/>
              <a:gd name="connsiteX89" fmla="*/ 4610435 w 13940157"/>
              <a:gd name="connsiteY89" fmla="*/ 7748420 h 9456078"/>
              <a:gd name="connsiteX90" fmla="*/ 4643402 w 13940157"/>
              <a:gd name="connsiteY90" fmla="*/ 7711350 h 9456078"/>
              <a:gd name="connsiteX91" fmla="*/ 4676042 w 13940157"/>
              <a:gd name="connsiteY91" fmla="*/ 7673928 h 9456078"/>
              <a:gd name="connsiteX92" fmla="*/ 4708351 w 13940157"/>
              <a:gd name="connsiteY92" fmla="*/ 7636155 h 9456078"/>
              <a:gd name="connsiteX93" fmla="*/ 4740327 w 13940157"/>
              <a:gd name="connsiteY93" fmla="*/ 7598032 h 9456078"/>
              <a:gd name="connsiteX94" fmla="*/ 4771967 w 13940157"/>
              <a:gd name="connsiteY94" fmla="*/ 7559561 h 9456078"/>
              <a:gd name="connsiteX95" fmla="*/ 4803267 w 13940157"/>
              <a:gd name="connsiteY95" fmla="*/ 7520744 h 9456078"/>
              <a:gd name="connsiteX96" fmla="*/ 4834225 w 13940157"/>
              <a:gd name="connsiteY96" fmla="*/ 7481582 h 9456078"/>
              <a:gd name="connsiteX97" fmla="*/ 4864838 w 13940157"/>
              <a:gd name="connsiteY97" fmla="*/ 7442077 h 9456078"/>
              <a:gd name="connsiteX98" fmla="*/ 8803671 w 13940157"/>
              <a:gd name="connsiteY98" fmla="*/ 2307814 h 9456078"/>
              <a:gd name="connsiteX99" fmla="*/ 8834262 w 13940157"/>
              <a:gd name="connsiteY99" fmla="*/ 2268285 h 9456078"/>
              <a:gd name="connsiteX100" fmla="*/ 8865156 w 13940157"/>
              <a:gd name="connsiteY100" fmla="*/ 2229056 h 9456078"/>
              <a:gd name="connsiteX101" fmla="*/ 8896349 w 13940157"/>
              <a:gd name="connsiteY101" fmla="*/ 2190127 h 9456078"/>
              <a:gd name="connsiteX102" fmla="*/ 8927839 w 13940157"/>
              <a:gd name="connsiteY102" fmla="*/ 2151500 h 9456078"/>
              <a:gd name="connsiteX103" fmla="*/ 8959624 w 13940157"/>
              <a:gd name="connsiteY103" fmla="*/ 2113176 h 9456078"/>
              <a:gd name="connsiteX104" fmla="*/ 8991701 w 13940157"/>
              <a:gd name="connsiteY104" fmla="*/ 2075157 h 9456078"/>
              <a:gd name="connsiteX105" fmla="*/ 9024069 w 13940157"/>
              <a:gd name="connsiteY105" fmla="*/ 2037442 h 9456078"/>
              <a:gd name="connsiteX106" fmla="*/ 9056725 w 13940157"/>
              <a:gd name="connsiteY106" fmla="*/ 2000034 h 9456078"/>
              <a:gd name="connsiteX107" fmla="*/ 9089667 w 13940157"/>
              <a:gd name="connsiteY107" fmla="*/ 1962934 h 9456078"/>
              <a:gd name="connsiteX108" fmla="*/ 9122892 w 13940157"/>
              <a:gd name="connsiteY108" fmla="*/ 1926142 h 9456078"/>
              <a:gd name="connsiteX109" fmla="*/ 9156398 w 13940157"/>
              <a:gd name="connsiteY109" fmla="*/ 1889660 h 9456078"/>
              <a:gd name="connsiteX110" fmla="*/ 9190183 w 13940157"/>
              <a:gd name="connsiteY110" fmla="*/ 1853489 h 9456078"/>
              <a:gd name="connsiteX111" fmla="*/ 9224245 w 13940157"/>
              <a:gd name="connsiteY111" fmla="*/ 1817630 h 9456078"/>
              <a:gd name="connsiteX112" fmla="*/ 9258581 w 13940157"/>
              <a:gd name="connsiteY112" fmla="*/ 1782084 h 9456078"/>
              <a:gd name="connsiteX113" fmla="*/ 9293189 w 13940157"/>
              <a:gd name="connsiteY113" fmla="*/ 1746853 h 9456078"/>
              <a:gd name="connsiteX114" fmla="*/ 9328066 w 13940157"/>
              <a:gd name="connsiteY114" fmla="*/ 1711937 h 9456078"/>
              <a:gd name="connsiteX115" fmla="*/ 9363211 w 13940157"/>
              <a:gd name="connsiteY115" fmla="*/ 1677337 h 9456078"/>
              <a:gd name="connsiteX116" fmla="*/ 9398621 w 13940157"/>
              <a:gd name="connsiteY116" fmla="*/ 1643056 h 9456078"/>
              <a:gd name="connsiteX117" fmla="*/ 9434294 w 13940157"/>
              <a:gd name="connsiteY117" fmla="*/ 1609093 h 9456078"/>
              <a:gd name="connsiteX118" fmla="*/ 9470227 w 13940157"/>
              <a:gd name="connsiteY118" fmla="*/ 1575450 h 9456078"/>
              <a:gd name="connsiteX119" fmla="*/ 9506418 w 13940157"/>
              <a:gd name="connsiteY119" fmla="*/ 1542128 h 9456078"/>
              <a:gd name="connsiteX120" fmla="*/ 9542866 w 13940157"/>
              <a:gd name="connsiteY120" fmla="*/ 1509129 h 9456078"/>
              <a:gd name="connsiteX121" fmla="*/ 9579567 w 13940157"/>
              <a:gd name="connsiteY121" fmla="*/ 1476452 h 9456078"/>
              <a:gd name="connsiteX122" fmla="*/ 9616519 w 13940157"/>
              <a:gd name="connsiteY122" fmla="*/ 1444101 h 9456078"/>
              <a:gd name="connsiteX123" fmla="*/ 9653720 w 13940157"/>
              <a:gd name="connsiteY123" fmla="*/ 1412075 h 9456078"/>
              <a:gd name="connsiteX124" fmla="*/ 9691168 w 13940157"/>
              <a:gd name="connsiteY124" fmla="*/ 1380375 h 9456078"/>
              <a:gd name="connsiteX125" fmla="*/ 9728861 w 13940157"/>
              <a:gd name="connsiteY125" fmla="*/ 1349004 h 9456078"/>
              <a:gd name="connsiteX126" fmla="*/ 9766795 w 13940157"/>
              <a:gd name="connsiteY126" fmla="*/ 1317962 h 9456078"/>
              <a:gd name="connsiteX127" fmla="*/ 9804970 w 13940157"/>
              <a:gd name="connsiteY127" fmla="*/ 1287250 h 9456078"/>
              <a:gd name="connsiteX128" fmla="*/ 9843382 w 13940157"/>
              <a:gd name="connsiteY128" fmla="*/ 1256869 h 9456078"/>
              <a:gd name="connsiteX129" fmla="*/ 9882029 w 13940157"/>
              <a:gd name="connsiteY129" fmla="*/ 1226820 h 9456078"/>
              <a:gd name="connsiteX130" fmla="*/ 9920909 w 13940157"/>
              <a:gd name="connsiteY130" fmla="*/ 1197105 h 9456078"/>
              <a:gd name="connsiteX131" fmla="*/ 9960020 w 13940157"/>
              <a:gd name="connsiteY131" fmla="*/ 1167725 h 9456078"/>
              <a:gd name="connsiteX132" fmla="*/ 9999359 w 13940157"/>
              <a:gd name="connsiteY132" fmla="*/ 1138681 h 9456078"/>
              <a:gd name="connsiteX133" fmla="*/ 10038924 w 13940157"/>
              <a:gd name="connsiteY133" fmla="*/ 1109974 h 9456078"/>
              <a:gd name="connsiteX134" fmla="*/ 10078713 w 13940157"/>
              <a:gd name="connsiteY134" fmla="*/ 1081604 h 9456078"/>
              <a:gd name="connsiteX135" fmla="*/ 10118724 w 13940157"/>
              <a:gd name="connsiteY135" fmla="*/ 1053574 h 9456078"/>
              <a:gd name="connsiteX136" fmla="*/ 10158954 w 13940157"/>
              <a:gd name="connsiteY136" fmla="*/ 1025884 h 9456078"/>
              <a:gd name="connsiteX137" fmla="*/ 10199400 w 13940157"/>
              <a:gd name="connsiteY137" fmla="*/ 998536 h 9456078"/>
              <a:gd name="connsiteX138" fmla="*/ 10240062 w 13940157"/>
              <a:gd name="connsiteY138" fmla="*/ 971530 h 9456078"/>
              <a:gd name="connsiteX139" fmla="*/ 10280935 w 13940157"/>
              <a:gd name="connsiteY139" fmla="*/ 944868 h 9456078"/>
              <a:gd name="connsiteX140" fmla="*/ 10322019 w 13940157"/>
              <a:gd name="connsiteY140" fmla="*/ 918551 h 9456078"/>
              <a:gd name="connsiteX141" fmla="*/ 10363310 w 13940157"/>
              <a:gd name="connsiteY141" fmla="*/ 892580 h 9456078"/>
              <a:gd name="connsiteX142" fmla="*/ 10404807 w 13940157"/>
              <a:gd name="connsiteY142" fmla="*/ 866956 h 9456078"/>
              <a:gd name="connsiteX143" fmla="*/ 10446507 w 13940157"/>
              <a:gd name="connsiteY143" fmla="*/ 841681 h 9456078"/>
              <a:gd name="connsiteX144" fmla="*/ 10488408 w 13940157"/>
              <a:gd name="connsiteY144" fmla="*/ 816754 h 9456078"/>
              <a:gd name="connsiteX145" fmla="*/ 10530507 w 13940157"/>
              <a:gd name="connsiteY145" fmla="*/ 792179 h 9456078"/>
              <a:gd name="connsiteX146" fmla="*/ 10572803 w 13940157"/>
              <a:gd name="connsiteY146" fmla="*/ 767955 h 9456078"/>
              <a:gd name="connsiteX147" fmla="*/ 10615292 w 13940157"/>
              <a:gd name="connsiteY147" fmla="*/ 744083 h 9456078"/>
              <a:gd name="connsiteX148" fmla="*/ 10657973 w 13940157"/>
              <a:gd name="connsiteY148" fmla="*/ 720566 h 9456078"/>
              <a:gd name="connsiteX149" fmla="*/ 10700844 w 13940157"/>
              <a:gd name="connsiteY149" fmla="*/ 697404 h 9456078"/>
              <a:gd name="connsiteX150" fmla="*/ 10743902 w 13940157"/>
              <a:gd name="connsiteY150" fmla="*/ 674598 h 9456078"/>
              <a:gd name="connsiteX151" fmla="*/ 10787144 w 13940157"/>
              <a:gd name="connsiteY151" fmla="*/ 652149 h 9456078"/>
              <a:gd name="connsiteX152" fmla="*/ 10830569 w 13940157"/>
              <a:gd name="connsiteY152" fmla="*/ 630059 h 9456078"/>
              <a:gd name="connsiteX153" fmla="*/ 10874174 w 13940157"/>
              <a:gd name="connsiteY153" fmla="*/ 608328 h 9456078"/>
              <a:gd name="connsiteX154" fmla="*/ 10917957 w 13940157"/>
              <a:gd name="connsiteY154" fmla="*/ 586958 h 9456078"/>
              <a:gd name="connsiteX155" fmla="*/ 10961916 w 13940157"/>
              <a:gd name="connsiteY155" fmla="*/ 565950 h 9456078"/>
              <a:gd name="connsiteX156" fmla="*/ 11006048 w 13940157"/>
              <a:gd name="connsiteY156" fmla="*/ 545304 h 9456078"/>
              <a:gd name="connsiteX157" fmla="*/ 11050351 w 13940157"/>
              <a:gd name="connsiteY157" fmla="*/ 525023 h 9456078"/>
              <a:gd name="connsiteX158" fmla="*/ 11094823 w 13940157"/>
              <a:gd name="connsiteY158" fmla="*/ 505107 h 9456078"/>
              <a:gd name="connsiteX159" fmla="*/ 11139461 w 13940157"/>
              <a:gd name="connsiteY159" fmla="*/ 485558 h 9456078"/>
              <a:gd name="connsiteX160" fmla="*/ 11184263 w 13940157"/>
              <a:gd name="connsiteY160" fmla="*/ 466376 h 9456078"/>
              <a:gd name="connsiteX161" fmla="*/ 11229228 w 13940157"/>
              <a:gd name="connsiteY161" fmla="*/ 447563 h 9456078"/>
              <a:gd name="connsiteX162" fmla="*/ 11274351 w 13940157"/>
              <a:gd name="connsiteY162" fmla="*/ 429119 h 9456078"/>
              <a:gd name="connsiteX163" fmla="*/ 11319632 w 13940157"/>
              <a:gd name="connsiteY163" fmla="*/ 411046 h 9456078"/>
              <a:gd name="connsiteX164" fmla="*/ 11365068 w 13940157"/>
              <a:gd name="connsiteY164" fmla="*/ 393346 h 9456078"/>
              <a:gd name="connsiteX165" fmla="*/ 11410657 w 13940157"/>
              <a:gd name="connsiteY165" fmla="*/ 376018 h 9456078"/>
              <a:gd name="connsiteX166" fmla="*/ 11456396 w 13940157"/>
              <a:gd name="connsiteY166" fmla="*/ 359065 h 9456078"/>
              <a:gd name="connsiteX167" fmla="*/ 11502283 w 13940157"/>
              <a:gd name="connsiteY167" fmla="*/ 342487 h 9456078"/>
              <a:gd name="connsiteX168" fmla="*/ 11548316 w 13940157"/>
              <a:gd name="connsiteY168" fmla="*/ 326286 h 9456078"/>
              <a:gd name="connsiteX169" fmla="*/ 11594492 w 13940157"/>
              <a:gd name="connsiteY169" fmla="*/ 310462 h 9456078"/>
              <a:gd name="connsiteX170" fmla="*/ 11640810 w 13940157"/>
              <a:gd name="connsiteY170" fmla="*/ 295018 h 9456078"/>
              <a:gd name="connsiteX171" fmla="*/ 11687267 w 13940157"/>
              <a:gd name="connsiteY171" fmla="*/ 279953 h 9456078"/>
              <a:gd name="connsiteX172" fmla="*/ 11733860 w 13940157"/>
              <a:gd name="connsiteY172" fmla="*/ 265269 h 9456078"/>
              <a:gd name="connsiteX173" fmla="*/ 11780587 w 13940157"/>
              <a:gd name="connsiteY173" fmla="*/ 250968 h 9456078"/>
              <a:gd name="connsiteX174" fmla="*/ 11827447 w 13940157"/>
              <a:gd name="connsiteY174" fmla="*/ 237049 h 9456078"/>
              <a:gd name="connsiteX175" fmla="*/ 11874436 w 13940157"/>
              <a:gd name="connsiteY175" fmla="*/ 223516 h 9456078"/>
              <a:gd name="connsiteX176" fmla="*/ 11921553 w 13940157"/>
              <a:gd name="connsiteY176" fmla="*/ 210368 h 9456078"/>
              <a:gd name="connsiteX177" fmla="*/ 11968794 w 13940157"/>
              <a:gd name="connsiteY177" fmla="*/ 197606 h 9456078"/>
              <a:gd name="connsiteX178" fmla="*/ 12016159 w 13940157"/>
              <a:gd name="connsiteY178" fmla="*/ 185233 h 9456078"/>
              <a:gd name="connsiteX179" fmla="*/ 12063644 w 13940157"/>
              <a:gd name="connsiteY179" fmla="*/ 173248 h 9456078"/>
              <a:gd name="connsiteX180" fmla="*/ 12111248 w 13940157"/>
              <a:gd name="connsiteY180" fmla="*/ 161654 h 9456078"/>
              <a:gd name="connsiteX181" fmla="*/ 12158967 w 13940157"/>
              <a:gd name="connsiteY181" fmla="*/ 150451 h 9456078"/>
              <a:gd name="connsiteX182" fmla="*/ 12206800 w 13940157"/>
              <a:gd name="connsiteY182" fmla="*/ 139640 h 9456078"/>
              <a:gd name="connsiteX183" fmla="*/ 12254745 w 13940157"/>
              <a:gd name="connsiteY183" fmla="*/ 129223 h 9456078"/>
              <a:gd name="connsiteX184" fmla="*/ 12302799 w 13940157"/>
              <a:gd name="connsiteY184" fmla="*/ 119201 h 9456078"/>
              <a:gd name="connsiteX185" fmla="*/ 12350959 w 13940157"/>
              <a:gd name="connsiteY185" fmla="*/ 109574 h 9456078"/>
              <a:gd name="connsiteX186" fmla="*/ 12399224 w 13940157"/>
              <a:gd name="connsiteY186" fmla="*/ 100344 h 9456078"/>
              <a:gd name="connsiteX187" fmla="*/ 12447591 w 13940157"/>
              <a:gd name="connsiteY187" fmla="*/ 91512 h 9456078"/>
              <a:gd name="connsiteX188" fmla="*/ 12496058 w 13940157"/>
              <a:gd name="connsiteY188" fmla="*/ 83080 h 9456078"/>
              <a:gd name="connsiteX189" fmla="*/ 12544623 w 13940157"/>
              <a:gd name="connsiteY189" fmla="*/ 75047 h 9456078"/>
              <a:gd name="connsiteX190" fmla="*/ 12593283 w 13940157"/>
              <a:gd name="connsiteY190" fmla="*/ 67417 h 9456078"/>
              <a:gd name="connsiteX191" fmla="*/ 12642036 w 13940157"/>
              <a:gd name="connsiteY191" fmla="*/ 60188 h 9456078"/>
              <a:gd name="connsiteX192" fmla="*/ 12690879 w 13940157"/>
              <a:gd name="connsiteY192" fmla="*/ 53364 h 9456078"/>
              <a:gd name="connsiteX193" fmla="*/ 12739811 w 13940157"/>
              <a:gd name="connsiteY193" fmla="*/ 46944 h 9456078"/>
              <a:gd name="connsiteX194" fmla="*/ 12788830 w 13940157"/>
              <a:gd name="connsiteY194" fmla="*/ 40931 h 9456078"/>
              <a:gd name="connsiteX195" fmla="*/ 12837932 w 13940157"/>
              <a:gd name="connsiteY195" fmla="*/ 35324 h 9456078"/>
              <a:gd name="connsiteX196" fmla="*/ 12887116 w 13940157"/>
              <a:gd name="connsiteY196" fmla="*/ 30126 h 9456078"/>
              <a:gd name="connsiteX197" fmla="*/ 12936379 w 13940157"/>
              <a:gd name="connsiteY197" fmla="*/ 25337 h 9456078"/>
              <a:gd name="connsiteX198" fmla="*/ 12985719 w 13940157"/>
              <a:gd name="connsiteY198" fmla="*/ 20958 h 9456078"/>
              <a:gd name="connsiteX199" fmla="*/ 13035133 w 13940157"/>
              <a:gd name="connsiteY199" fmla="*/ 16991 h 9456078"/>
              <a:gd name="connsiteX200" fmla="*/ 13084620 w 13940157"/>
              <a:gd name="connsiteY200" fmla="*/ 13437 h 9456078"/>
              <a:gd name="connsiteX201" fmla="*/ 13134178 w 13940157"/>
              <a:gd name="connsiteY201" fmla="*/ 10297 h 9456078"/>
              <a:gd name="connsiteX202" fmla="*/ 13183803 w 13940157"/>
              <a:gd name="connsiteY202" fmla="*/ 7572 h 9456078"/>
              <a:gd name="connsiteX203" fmla="*/ 13233493 w 13940157"/>
              <a:gd name="connsiteY203" fmla="*/ 5263 h 9456078"/>
              <a:gd name="connsiteX204" fmla="*/ 13283247 w 13940157"/>
              <a:gd name="connsiteY204" fmla="*/ 3371 h 9456078"/>
              <a:gd name="connsiteX205" fmla="*/ 13333061 w 13940157"/>
              <a:gd name="connsiteY205" fmla="*/ 1898 h 9456078"/>
              <a:gd name="connsiteX206" fmla="*/ 13382934 w 13940157"/>
              <a:gd name="connsiteY206" fmla="*/ 844 h 9456078"/>
              <a:gd name="connsiteX207" fmla="*/ 13432864 w 13940157"/>
              <a:gd name="connsiteY207" fmla="*/ 211 h 9456078"/>
              <a:gd name="connsiteX208" fmla="*/ 13482847 w 13940157"/>
              <a:gd name="connsiteY208" fmla="*/ 0 h 9456078"/>
              <a:gd name="connsiteX209" fmla="*/ 13940158 w 13940157"/>
              <a:gd name="connsiteY209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49234 w 13158799"/>
              <a:gd name="connsiteY5" fmla="*/ 9450052 h 9456078"/>
              <a:gd name="connsiteX6" fmla="*/ 298870 w 13158799"/>
              <a:gd name="connsiteY6" fmla="*/ 9447409 h 9456078"/>
              <a:gd name="connsiteX7" fmla="*/ 348429 w 13158799"/>
              <a:gd name="connsiteY7" fmla="*/ 9444290 h 9456078"/>
              <a:gd name="connsiteX8" fmla="*/ 397907 w 13158799"/>
              <a:gd name="connsiteY8" fmla="*/ 9440698 h 9456078"/>
              <a:gd name="connsiteX9" fmla="*/ 447302 w 13158799"/>
              <a:gd name="connsiteY9" fmla="*/ 9436632 h 9456078"/>
              <a:gd name="connsiteX10" fmla="*/ 496610 w 13158799"/>
              <a:gd name="connsiteY10" fmla="*/ 9432096 h 9456078"/>
              <a:gd name="connsiteX11" fmla="*/ 545829 w 13158799"/>
              <a:gd name="connsiteY11" fmla="*/ 9427089 h 9456078"/>
              <a:gd name="connsiteX12" fmla="*/ 594956 w 13158799"/>
              <a:gd name="connsiteY12" fmla="*/ 9421615 h 9456078"/>
              <a:gd name="connsiteX13" fmla="*/ 643987 w 13158799"/>
              <a:gd name="connsiteY13" fmla="*/ 9415673 h 9456078"/>
              <a:gd name="connsiteX14" fmla="*/ 692920 w 13158799"/>
              <a:gd name="connsiteY14" fmla="*/ 9409267 h 9456078"/>
              <a:gd name="connsiteX15" fmla="*/ 741751 w 13158799"/>
              <a:gd name="connsiteY15" fmla="*/ 9402396 h 9456078"/>
              <a:gd name="connsiteX16" fmla="*/ 790478 w 13158799"/>
              <a:gd name="connsiteY16" fmla="*/ 9395063 h 9456078"/>
              <a:gd name="connsiteX17" fmla="*/ 839098 w 13158799"/>
              <a:gd name="connsiteY17" fmla="*/ 9387270 h 9456078"/>
              <a:gd name="connsiteX18" fmla="*/ 887607 w 13158799"/>
              <a:gd name="connsiteY18" fmla="*/ 9379017 h 9456078"/>
              <a:gd name="connsiteX19" fmla="*/ 936002 w 13158799"/>
              <a:gd name="connsiteY19" fmla="*/ 9370306 h 9456078"/>
              <a:gd name="connsiteX20" fmla="*/ 984281 w 13158799"/>
              <a:gd name="connsiteY20" fmla="*/ 9361139 h 9456078"/>
              <a:gd name="connsiteX21" fmla="*/ 1032440 w 13158799"/>
              <a:gd name="connsiteY21" fmla="*/ 9351517 h 9456078"/>
              <a:gd name="connsiteX22" fmla="*/ 1080477 w 13158799"/>
              <a:gd name="connsiteY22" fmla="*/ 9341441 h 9456078"/>
              <a:gd name="connsiteX23" fmla="*/ 1128389 w 13158799"/>
              <a:gd name="connsiteY23" fmla="*/ 9330914 h 9456078"/>
              <a:gd name="connsiteX24" fmla="*/ 1176172 w 13158799"/>
              <a:gd name="connsiteY24" fmla="*/ 9319936 h 9456078"/>
              <a:gd name="connsiteX25" fmla="*/ 1223823 w 13158799"/>
              <a:gd name="connsiteY25" fmla="*/ 9308509 h 9456078"/>
              <a:gd name="connsiteX26" fmla="*/ 1271339 w 13158799"/>
              <a:gd name="connsiteY26" fmla="*/ 9296635 h 9456078"/>
              <a:gd name="connsiteX27" fmla="*/ 1318719 w 13158799"/>
              <a:gd name="connsiteY27" fmla="*/ 9284315 h 9456078"/>
              <a:gd name="connsiteX28" fmla="*/ 1365957 w 13158799"/>
              <a:gd name="connsiteY28" fmla="*/ 9271550 h 9456078"/>
              <a:gd name="connsiteX29" fmla="*/ 1413052 w 13158799"/>
              <a:gd name="connsiteY29" fmla="*/ 9258342 h 9456078"/>
              <a:gd name="connsiteX30" fmla="*/ 1460000 w 13158799"/>
              <a:gd name="connsiteY30" fmla="*/ 9244693 h 9456078"/>
              <a:gd name="connsiteX31" fmla="*/ 1506799 w 13158799"/>
              <a:gd name="connsiteY31" fmla="*/ 9230604 h 9456078"/>
              <a:gd name="connsiteX32" fmla="*/ 1553445 w 13158799"/>
              <a:gd name="connsiteY32" fmla="*/ 9216076 h 9456078"/>
              <a:gd name="connsiteX33" fmla="*/ 1599935 w 13158799"/>
              <a:gd name="connsiteY33" fmla="*/ 9201111 h 9456078"/>
              <a:gd name="connsiteX34" fmla="*/ 1646267 w 13158799"/>
              <a:gd name="connsiteY34" fmla="*/ 9185710 h 9456078"/>
              <a:gd name="connsiteX35" fmla="*/ 1692437 w 13158799"/>
              <a:gd name="connsiteY35" fmla="*/ 9169876 h 9456078"/>
              <a:gd name="connsiteX36" fmla="*/ 1738442 w 13158799"/>
              <a:gd name="connsiteY36" fmla="*/ 9153608 h 9456078"/>
              <a:gd name="connsiteX37" fmla="*/ 1784280 w 13158799"/>
              <a:gd name="connsiteY37" fmla="*/ 9136910 h 9456078"/>
              <a:gd name="connsiteX38" fmla="*/ 1829947 w 13158799"/>
              <a:gd name="connsiteY38" fmla="*/ 9119782 h 9456078"/>
              <a:gd name="connsiteX39" fmla="*/ 1875440 w 13158799"/>
              <a:gd name="connsiteY39" fmla="*/ 9102226 h 9456078"/>
              <a:gd name="connsiteX40" fmla="*/ 1920756 w 13158799"/>
              <a:gd name="connsiteY40" fmla="*/ 9084243 h 9456078"/>
              <a:gd name="connsiteX41" fmla="*/ 1965893 w 13158799"/>
              <a:gd name="connsiteY41" fmla="*/ 9065835 h 9456078"/>
              <a:gd name="connsiteX42" fmla="*/ 2010847 w 13158799"/>
              <a:gd name="connsiteY42" fmla="*/ 9047004 h 9456078"/>
              <a:gd name="connsiteX43" fmla="*/ 2055615 w 13158799"/>
              <a:gd name="connsiteY43" fmla="*/ 9027750 h 9456078"/>
              <a:gd name="connsiteX44" fmla="*/ 2100195 w 13158799"/>
              <a:gd name="connsiteY44" fmla="*/ 9008075 h 9456078"/>
              <a:gd name="connsiteX45" fmla="*/ 2144582 w 13158799"/>
              <a:gd name="connsiteY45" fmla="*/ 8987981 h 9456078"/>
              <a:gd name="connsiteX46" fmla="*/ 2188775 w 13158799"/>
              <a:gd name="connsiteY46" fmla="*/ 8967470 h 9456078"/>
              <a:gd name="connsiteX47" fmla="*/ 2232770 w 13158799"/>
              <a:gd name="connsiteY47" fmla="*/ 8946542 h 9456078"/>
              <a:gd name="connsiteX48" fmla="*/ 2276564 w 13158799"/>
              <a:gd name="connsiteY48" fmla="*/ 8925199 h 9456078"/>
              <a:gd name="connsiteX49" fmla="*/ 2320154 w 13158799"/>
              <a:gd name="connsiteY49" fmla="*/ 8903443 h 9456078"/>
              <a:gd name="connsiteX50" fmla="*/ 2363538 w 13158799"/>
              <a:gd name="connsiteY50" fmla="*/ 8881275 h 9456078"/>
              <a:gd name="connsiteX51" fmla="*/ 2406711 w 13158799"/>
              <a:gd name="connsiteY51" fmla="*/ 8858697 h 9456078"/>
              <a:gd name="connsiteX52" fmla="*/ 2449672 w 13158799"/>
              <a:gd name="connsiteY52" fmla="*/ 8835710 h 9456078"/>
              <a:gd name="connsiteX53" fmla="*/ 2492417 w 13158799"/>
              <a:gd name="connsiteY53" fmla="*/ 8812316 h 9456078"/>
              <a:gd name="connsiteX54" fmla="*/ 2534943 w 13158799"/>
              <a:gd name="connsiteY54" fmla="*/ 8788516 h 9456078"/>
              <a:gd name="connsiteX55" fmla="*/ 2577247 w 13158799"/>
              <a:gd name="connsiteY55" fmla="*/ 8764311 h 9456078"/>
              <a:gd name="connsiteX56" fmla="*/ 2619326 w 13158799"/>
              <a:gd name="connsiteY56" fmla="*/ 8739704 h 9456078"/>
              <a:gd name="connsiteX57" fmla="*/ 2661177 w 13158799"/>
              <a:gd name="connsiteY57" fmla="*/ 8714695 h 9456078"/>
              <a:gd name="connsiteX58" fmla="*/ 2702797 w 13158799"/>
              <a:gd name="connsiteY58" fmla="*/ 8689286 h 9456078"/>
              <a:gd name="connsiteX59" fmla="*/ 2744183 w 13158799"/>
              <a:gd name="connsiteY59" fmla="*/ 8663479 h 9456078"/>
              <a:gd name="connsiteX60" fmla="*/ 2785333 w 13158799"/>
              <a:gd name="connsiteY60" fmla="*/ 8637274 h 9456078"/>
              <a:gd name="connsiteX61" fmla="*/ 2826242 w 13158799"/>
              <a:gd name="connsiteY61" fmla="*/ 8610675 h 9456078"/>
              <a:gd name="connsiteX62" fmla="*/ 2866908 w 13158799"/>
              <a:gd name="connsiteY62" fmla="*/ 8583681 h 9456078"/>
              <a:gd name="connsiteX63" fmla="*/ 2907329 w 13158799"/>
              <a:gd name="connsiteY63" fmla="*/ 8556295 h 9456078"/>
              <a:gd name="connsiteX64" fmla="*/ 2947500 w 13158799"/>
              <a:gd name="connsiteY64" fmla="*/ 8528517 h 9456078"/>
              <a:gd name="connsiteX65" fmla="*/ 2987419 w 13158799"/>
              <a:gd name="connsiteY65" fmla="*/ 8500351 h 9456078"/>
              <a:gd name="connsiteX66" fmla="*/ 3027083 w 13158799"/>
              <a:gd name="connsiteY66" fmla="*/ 8471796 h 9456078"/>
              <a:gd name="connsiteX67" fmla="*/ 3066489 w 13158799"/>
              <a:gd name="connsiteY67" fmla="*/ 8442854 h 9456078"/>
              <a:gd name="connsiteX68" fmla="*/ 3105634 w 13158799"/>
              <a:gd name="connsiteY68" fmla="*/ 8413528 h 9456078"/>
              <a:gd name="connsiteX69" fmla="*/ 3144515 w 13158799"/>
              <a:gd name="connsiteY69" fmla="*/ 8383818 h 9456078"/>
              <a:gd name="connsiteX70" fmla="*/ 3183129 w 13158799"/>
              <a:gd name="connsiteY70" fmla="*/ 8353726 h 9456078"/>
              <a:gd name="connsiteX71" fmla="*/ 3221473 w 13158799"/>
              <a:gd name="connsiteY71" fmla="*/ 8323253 h 9456078"/>
              <a:gd name="connsiteX72" fmla="*/ 3259544 w 13158799"/>
              <a:gd name="connsiteY72" fmla="*/ 8292401 h 9456078"/>
              <a:gd name="connsiteX73" fmla="*/ 3297339 w 13158799"/>
              <a:gd name="connsiteY73" fmla="*/ 8261172 h 9456078"/>
              <a:gd name="connsiteX74" fmla="*/ 3334854 w 13158799"/>
              <a:gd name="connsiteY74" fmla="*/ 8229566 h 9456078"/>
              <a:gd name="connsiteX75" fmla="*/ 3372087 w 13158799"/>
              <a:gd name="connsiteY75" fmla="*/ 8197585 h 9456078"/>
              <a:gd name="connsiteX76" fmla="*/ 3409035 w 13158799"/>
              <a:gd name="connsiteY76" fmla="*/ 8165232 h 9456078"/>
              <a:gd name="connsiteX77" fmla="*/ 3445695 w 13158799"/>
              <a:gd name="connsiteY77" fmla="*/ 8132507 h 9456078"/>
              <a:gd name="connsiteX78" fmla="*/ 3482064 w 13158799"/>
              <a:gd name="connsiteY78" fmla="*/ 8099411 h 9456078"/>
              <a:gd name="connsiteX79" fmla="*/ 3518139 w 13158799"/>
              <a:gd name="connsiteY79" fmla="*/ 8065947 h 9456078"/>
              <a:gd name="connsiteX80" fmla="*/ 3553916 w 13158799"/>
              <a:gd name="connsiteY80" fmla="*/ 8032115 h 9456078"/>
              <a:gd name="connsiteX81" fmla="*/ 3589393 w 13158799"/>
              <a:gd name="connsiteY81" fmla="*/ 7997918 h 9456078"/>
              <a:gd name="connsiteX82" fmla="*/ 3624567 w 13158799"/>
              <a:gd name="connsiteY82" fmla="*/ 7963356 h 9456078"/>
              <a:gd name="connsiteX83" fmla="*/ 3659435 w 13158799"/>
              <a:gd name="connsiteY83" fmla="*/ 7928432 h 9456078"/>
              <a:gd name="connsiteX84" fmla="*/ 3693994 w 13158799"/>
              <a:gd name="connsiteY84" fmla="*/ 7893146 h 9456078"/>
              <a:gd name="connsiteX85" fmla="*/ 3728240 w 13158799"/>
              <a:gd name="connsiteY85" fmla="*/ 7857501 h 9456078"/>
              <a:gd name="connsiteX86" fmla="*/ 3762171 w 13158799"/>
              <a:gd name="connsiteY86" fmla="*/ 7821497 h 9456078"/>
              <a:gd name="connsiteX87" fmla="*/ 3795783 w 13158799"/>
              <a:gd name="connsiteY87" fmla="*/ 7785136 h 9456078"/>
              <a:gd name="connsiteX88" fmla="*/ 3829075 w 13158799"/>
              <a:gd name="connsiteY88" fmla="*/ 7748420 h 9456078"/>
              <a:gd name="connsiteX89" fmla="*/ 3862042 w 13158799"/>
              <a:gd name="connsiteY89" fmla="*/ 7711350 h 9456078"/>
              <a:gd name="connsiteX90" fmla="*/ 3894682 w 13158799"/>
              <a:gd name="connsiteY90" fmla="*/ 7673928 h 9456078"/>
              <a:gd name="connsiteX91" fmla="*/ 3926991 w 13158799"/>
              <a:gd name="connsiteY91" fmla="*/ 7636155 h 9456078"/>
              <a:gd name="connsiteX92" fmla="*/ 3958967 w 13158799"/>
              <a:gd name="connsiteY92" fmla="*/ 7598032 h 9456078"/>
              <a:gd name="connsiteX93" fmla="*/ 3990607 w 13158799"/>
              <a:gd name="connsiteY93" fmla="*/ 7559561 h 9456078"/>
              <a:gd name="connsiteX94" fmla="*/ 4021907 w 13158799"/>
              <a:gd name="connsiteY94" fmla="*/ 7520744 h 9456078"/>
              <a:gd name="connsiteX95" fmla="*/ 4052865 w 13158799"/>
              <a:gd name="connsiteY95" fmla="*/ 7481582 h 9456078"/>
              <a:gd name="connsiteX96" fmla="*/ 4083478 w 13158799"/>
              <a:gd name="connsiteY96" fmla="*/ 7442077 h 9456078"/>
              <a:gd name="connsiteX97" fmla="*/ 8022311 w 13158799"/>
              <a:gd name="connsiteY97" fmla="*/ 2307814 h 9456078"/>
              <a:gd name="connsiteX98" fmla="*/ 8052902 w 13158799"/>
              <a:gd name="connsiteY98" fmla="*/ 2268285 h 9456078"/>
              <a:gd name="connsiteX99" fmla="*/ 8083796 w 13158799"/>
              <a:gd name="connsiteY99" fmla="*/ 2229056 h 9456078"/>
              <a:gd name="connsiteX100" fmla="*/ 8114989 w 13158799"/>
              <a:gd name="connsiteY100" fmla="*/ 2190127 h 9456078"/>
              <a:gd name="connsiteX101" fmla="*/ 8146479 w 13158799"/>
              <a:gd name="connsiteY101" fmla="*/ 2151500 h 9456078"/>
              <a:gd name="connsiteX102" fmla="*/ 8178264 w 13158799"/>
              <a:gd name="connsiteY102" fmla="*/ 2113176 h 9456078"/>
              <a:gd name="connsiteX103" fmla="*/ 8210341 w 13158799"/>
              <a:gd name="connsiteY103" fmla="*/ 2075157 h 9456078"/>
              <a:gd name="connsiteX104" fmla="*/ 8242709 w 13158799"/>
              <a:gd name="connsiteY104" fmla="*/ 2037442 h 9456078"/>
              <a:gd name="connsiteX105" fmla="*/ 8275365 w 13158799"/>
              <a:gd name="connsiteY105" fmla="*/ 2000034 h 9456078"/>
              <a:gd name="connsiteX106" fmla="*/ 8308307 w 13158799"/>
              <a:gd name="connsiteY106" fmla="*/ 1962934 h 9456078"/>
              <a:gd name="connsiteX107" fmla="*/ 8341532 w 13158799"/>
              <a:gd name="connsiteY107" fmla="*/ 1926142 h 9456078"/>
              <a:gd name="connsiteX108" fmla="*/ 8375038 w 13158799"/>
              <a:gd name="connsiteY108" fmla="*/ 1889660 h 9456078"/>
              <a:gd name="connsiteX109" fmla="*/ 8408823 w 13158799"/>
              <a:gd name="connsiteY109" fmla="*/ 1853489 h 9456078"/>
              <a:gd name="connsiteX110" fmla="*/ 8442885 w 13158799"/>
              <a:gd name="connsiteY110" fmla="*/ 1817630 h 9456078"/>
              <a:gd name="connsiteX111" fmla="*/ 8477221 w 13158799"/>
              <a:gd name="connsiteY111" fmla="*/ 1782084 h 9456078"/>
              <a:gd name="connsiteX112" fmla="*/ 8511829 w 13158799"/>
              <a:gd name="connsiteY112" fmla="*/ 1746853 h 9456078"/>
              <a:gd name="connsiteX113" fmla="*/ 8546706 w 13158799"/>
              <a:gd name="connsiteY113" fmla="*/ 1711937 h 9456078"/>
              <a:gd name="connsiteX114" fmla="*/ 8581851 w 13158799"/>
              <a:gd name="connsiteY114" fmla="*/ 1677337 h 9456078"/>
              <a:gd name="connsiteX115" fmla="*/ 8617261 w 13158799"/>
              <a:gd name="connsiteY115" fmla="*/ 1643056 h 9456078"/>
              <a:gd name="connsiteX116" fmla="*/ 8652934 w 13158799"/>
              <a:gd name="connsiteY116" fmla="*/ 1609093 h 9456078"/>
              <a:gd name="connsiteX117" fmla="*/ 8688867 w 13158799"/>
              <a:gd name="connsiteY117" fmla="*/ 1575450 h 9456078"/>
              <a:gd name="connsiteX118" fmla="*/ 8725058 w 13158799"/>
              <a:gd name="connsiteY118" fmla="*/ 1542128 h 9456078"/>
              <a:gd name="connsiteX119" fmla="*/ 8761506 w 13158799"/>
              <a:gd name="connsiteY119" fmla="*/ 1509129 h 9456078"/>
              <a:gd name="connsiteX120" fmla="*/ 8798207 w 13158799"/>
              <a:gd name="connsiteY120" fmla="*/ 1476452 h 9456078"/>
              <a:gd name="connsiteX121" fmla="*/ 8835159 w 13158799"/>
              <a:gd name="connsiteY121" fmla="*/ 1444101 h 9456078"/>
              <a:gd name="connsiteX122" fmla="*/ 8872360 w 13158799"/>
              <a:gd name="connsiteY122" fmla="*/ 1412075 h 9456078"/>
              <a:gd name="connsiteX123" fmla="*/ 8909808 w 13158799"/>
              <a:gd name="connsiteY123" fmla="*/ 1380375 h 9456078"/>
              <a:gd name="connsiteX124" fmla="*/ 8947501 w 13158799"/>
              <a:gd name="connsiteY124" fmla="*/ 1349004 h 9456078"/>
              <a:gd name="connsiteX125" fmla="*/ 8985435 w 13158799"/>
              <a:gd name="connsiteY125" fmla="*/ 1317962 h 9456078"/>
              <a:gd name="connsiteX126" fmla="*/ 9023610 w 13158799"/>
              <a:gd name="connsiteY126" fmla="*/ 1287250 h 9456078"/>
              <a:gd name="connsiteX127" fmla="*/ 9062022 w 13158799"/>
              <a:gd name="connsiteY127" fmla="*/ 1256869 h 9456078"/>
              <a:gd name="connsiteX128" fmla="*/ 9100669 w 13158799"/>
              <a:gd name="connsiteY128" fmla="*/ 1226820 h 9456078"/>
              <a:gd name="connsiteX129" fmla="*/ 9139549 w 13158799"/>
              <a:gd name="connsiteY129" fmla="*/ 1197105 h 9456078"/>
              <a:gd name="connsiteX130" fmla="*/ 9178660 w 13158799"/>
              <a:gd name="connsiteY130" fmla="*/ 1167725 h 9456078"/>
              <a:gd name="connsiteX131" fmla="*/ 9217999 w 13158799"/>
              <a:gd name="connsiteY131" fmla="*/ 1138681 h 9456078"/>
              <a:gd name="connsiteX132" fmla="*/ 9257564 w 13158799"/>
              <a:gd name="connsiteY132" fmla="*/ 1109974 h 9456078"/>
              <a:gd name="connsiteX133" fmla="*/ 9297353 w 13158799"/>
              <a:gd name="connsiteY133" fmla="*/ 1081604 h 9456078"/>
              <a:gd name="connsiteX134" fmla="*/ 9337364 w 13158799"/>
              <a:gd name="connsiteY134" fmla="*/ 1053574 h 9456078"/>
              <a:gd name="connsiteX135" fmla="*/ 9377594 w 13158799"/>
              <a:gd name="connsiteY135" fmla="*/ 1025884 h 9456078"/>
              <a:gd name="connsiteX136" fmla="*/ 9418040 w 13158799"/>
              <a:gd name="connsiteY136" fmla="*/ 998536 h 9456078"/>
              <a:gd name="connsiteX137" fmla="*/ 9458702 w 13158799"/>
              <a:gd name="connsiteY137" fmla="*/ 971530 h 9456078"/>
              <a:gd name="connsiteX138" fmla="*/ 9499575 w 13158799"/>
              <a:gd name="connsiteY138" fmla="*/ 944868 h 9456078"/>
              <a:gd name="connsiteX139" fmla="*/ 9540659 w 13158799"/>
              <a:gd name="connsiteY139" fmla="*/ 918551 h 9456078"/>
              <a:gd name="connsiteX140" fmla="*/ 9581950 w 13158799"/>
              <a:gd name="connsiteY140" fmla="*/ 892580 h 9456078"/>
              <a:gd name="connsiteX141" fmla="*/ 9623447 w 13158799"/>
              <a:gd name="connsiteY141" fmla="*/ 866956 h 9456078"/>
              <a:gd name="connsiteX142" fmla="*/ 9665147 w 13158799"/>
              <a:gd name="connsiteY142" fmla="*/ 841681 h 9456078"/>
              <a:gd name="connsiteX143" fmla="*/ 9707048 w 13158799"/>
              <a:gd name="connsiteY143" fmla="*/ 816754 h 9456078"/>
              <a:gd name="connsiteX144" fmla="*/ 9749147 w 13158799"/>
              <a:gd name="connsiteY144" fmla="*/ 792179 h 9456078"/>
              <a:gd name="connsiteX145" fmla="*/ 9791443 w 13158799"/>
              <a:gd name="connsiteY145" fmla="*/ 767955 h 9456078"/>
              <a:gd name="connsiteX146" fmla="*/ 9833932 w 13158799"/>
              <a:gd name="connsiteY146" fmla="*/ 744083 h 9456078"/>
              <a:gd name="connsiteX147" fmla="*/ 9876613 w 13158799"/>
              <a:gd name="connsiteY147" fmla="*/ 720566 h 9456078"/>
              <a:gd name="connsiteX148" fmla="*/ 9919484 w 13158799"/>
              <a:gd name="connsiteY148" fmla="*/ 697404 h 9456078"/>
              <a:gd name="connsiteX149" fmla="*/ 9962542 w 13158799"/>
              <a:gd name="connsiteY149" fmla="*/ 674598 h 9456078"/>
              <a:gd name="connsiteX150" fmla="*/ 10005784 w 13158799"/>
              <a:gd name="connsiteY150" fmla="*/ 652149 h 9456078"/>
              <a:gd name="connsiteX151" fmla="*/ 10049209 w 13158799"/>
              <a:gd name="connsiteY151" fmla="*/ 630059 h 9456078"/>
              <a:gd name="connsiteX152" fmla="*/ 10092814 w 13158799"/>
              <a:gd name="connsiteY152" fmla="*/ 608328 h 9456078"/>
              <a:gd name="connsiteX153" fmla="*/ 10136597 w 13158799"/>
              <a:gd name="connsiteY153" fmla="*/ 586958 h 9456078"/>
              <a:gd name="connsiteX154" fmla="*/ 10180556 w 13158799"/>
              <a:gd name="connsiteY154" fmla="*/ 565950 h 9456078"/>
              <a:gd name="connsiteX155" fmla="*/ 10224688 w 13158799"/>
              <a:gd name="connsiteY155" fmla="*/ 545304 h 9456078"/>
              <a:gd name="connsiteX156" fmla="*/ 10268991 w 13158799"/>
              <a:gd name="connsiteY156" fmla="*/ 525023 h 9456078"/>
              <a:gd name="connsiteX157" fmla="*/ 10313463 w 13158799"/>
              <a:gd name="connsiteY157" fmla="*/ 505107 h 9456078"/>
              <a:gd name="connsiteX158" fmla="*/ 10358101 w 13158799"/>
              <a:gd name="connsiteY158" fmla="*/ 485558 h 9456078"/>
              <a:gd name="connsiteX159" fmla="*/ 10402903 w 13158799"/>
              <a:gd name="connsiteY159" fmla="*/ 466376 h 9456078"/>
              <a:gd name="connsiteX160" fmla="*/ 10447868 w 13158799"/>
              <a:gd name="connsiteY160" fmla="*/ 447563 h 9456078"/>
              <a:gd name="connsiteX161" fmla="*/ 10492991 w 13158799"/>
              <a:gd name="connsiteY161" fmla="*/ 429119 h 9456078"/>
              <a:gd name="connsiteX162" fmla="*/ 10538272 w 13158799"/>
              <a:gd name="connsiteY162" fmla="*/ 411046 h 9456078"/>
              <a:gd name="connsiteX163" fmla="*/ 10583708 w 13158799"/>
              <a:gd name="connsiteY163" fmla="*/ 393346 h 9456078"/>
              <a:gd name="connsiteX164" fmla="*/ 10629297 w 13158799"/>
              <a:gd name="connsiteY164" fmla="*/ 376018 h 9456078"/>
              <a:gd name="connsiteX165" fmla="*/ 10675036 w 13158799"/>
              <a:gd name="connsiteY165" fmla="*/ 359065 h 9456078"/>
              <a:gd name="connsiteX166" fmla="*/ 10720923 w 13158799"/>
              <a:gd name="connsiteY166" fmla="*/ 342487 h 9456078"/>
              <a:gd name="connsiteX167" fmla="*/ 10766956 w 13158799"/>
              <a:gd name="connsiteY167" fmla="*/ 326286 h 9456078"/>
              <a:gd name="connsiteX168" fmla="*/ 10813132 w 13158799"/>
              <a:gd name="connsiteY168" fmla="*/ 310462 h 9456078"/>
              <a:gd name="connsiteX169" fmla="*/ 10859450 w 13158799"/>
              <a:gd name="connsiteY169" fmla="*/ 295018 h 9456078"/>
              <a:gd name="connsiteX170" fmla="*/ 10905907 w 13158799"/>
              <a:gd name="connsiteY170" fmla="*/ 279953 h 9456078"/>
              <a:gd name="connsiteX171" fmla="*/ 10952500 w 13158799"/>
              <a:gd name="connsiteY171" fmla="*/ 265269 h 9456078"/>
              <a:gd name="connsiteX172" fmla="*/ 10999227 w 13158799"/>
              <a:gd name="connsiteY172" fmla="*/ 250968 h 9456078"/>
              <a:gd name="connsiteX173" fmla="*/ 11046087 w 13158799"/>
              <a:gd name="connsiteY173" fmla="*/ 237049 h 9456078"/>
              <a:gd name="connsiteX174" fmla="*/ 11093076 w 13158799"/>
              <a:gd name="connsiteY174" fmla="*/ 223516 h 9456078"/>
              <a:gd name="connsiteX175" fmla="*/ 11140193 w 13158799"/>
              <a:gd name="connsiteY175" fmla="*/ 210368 h 9456078"/>
              <a:gd name="connsiteX176" fmla="*/ 11187434 w 13158799"/>
              <a:gd name="connsiteY176" fmla="*/ 197606 h 9456078"/>
              <a:gd name="connsiteX177" fmla="*/ 11234799 w 13158799"/>
              <a:gd name="connsiteY177" fmla="*/ 185233 h 9456078"/>
              <a:gd name="connsiteX178" fmla="*/ 11282284 w 13158799"/>
              <a:gd name="connsiteY178" fmla="*/ 173248 h 9456078"/>
              <a:gd name="connsiteX179" fmla="*/ 11329888 w 13158799"/>
              <a:gd name="connsiteY179" fmla="*/ 161654 h 9456078"/>
              <a:gd name="connsiteX180" fmla="*/ 11377607 w 13158799"/>
              <a:gd name="connsiteY180" fmla="*/ 150451 h 9456078"/>
              <a:gd name="connsiteX181" fmla="*/ 11425440 w 13158799"/>
              <a:gd name="connsiteY181" fmla="*/ 139640 h 9456078"/>
              <a:gd name="connsiteX182" fmla="*/ 11473385 w 13158799"/>
              <a:gd name="connsiteY182" fmla="*/ 129223 h 9456078"/>
              <a:gd name="connsiteX183" fmla="*/ 11521439 w 13158799"/>
              <a:gd name="connsiteY183" fmla="*/ 119201 h 9456078"/>
              <a:gd name="connsiteX184" fmla="*/ 11569599 w 13158799"/>
              <a:gd name="connsiteY184" fmla="*/ 109574 h 9456078"/>
              <a:gd name="connsiteX185" fmla="*/ 11617864 w 13158799"/>
              <a:gd name="connsiteY185" fmla="*/ 100344 h 9456078"/>
              <a:gd name="connsiteX186" fmla="*/ 11666231 w 13158799"/>
              <a:gd name="connsiteY186" fmla="*/ 91512 h 9456078"/>
              <a:gd name="connsiteX187" fmla="*/ 11714698 w 13158799"/>
              <a:gd name="connsiteY187" fmla="*/ 83080 h 9456078"/>
              <a:gd name="connsiteX188" fmla="*/ 11763263 w 13158799"/>
              <a:gd name="connsiteY188" fmla="*/ 75047 h 9456078"/>
              <a:gd name="connsiteX189" fmla="*/ 11811923 w 13158799"/>
              <a:gd name="connsiteY189" fmla="*/ 67417 h 9456078"/>
              <a:gd name="connsiteX190" fmla="*/ 11860676 w 13158799"/>
              <a:gd name="connsiteY190" fmla="*/ 60188 h 9456078"/>
              <a:gd name="connsiteX191" fmla="*/ 11909519 w 13158799"/>
              <a:gd name="connsiteY191" fmla="*/ 53364 h 9456078"/>
              <a:gd name="connsiteX192" fmla="*/ 11958451 w 13158799"/>
              <a:gd name="connsiteY192" fmla="*/ 46944 h 9456078"/>
              <a:gd name="connsiteX193" fmla="*/ 12007470 w 13158799"/>
              <a:gd name="connsiteY193" fmla="*/ 40931 h 9456078"/>
              <a:gd name="connsiteX194" fmla="*/ 12056572 w 13158799"/>
              <a:gd name="connsiteY194" fmla="*/ 35324 h 9456078"/>
              <a:gd name="connsiteX195" fmla="*/ 12105756 w 13158799"/>
              <a:gd name="connsiteY195" fmla="*/ 30126 h 9456078"/>
              <a:gd name="connsiteX196" fmla="*/ 12155019 w 13158799"/>
              <a:gd name="connsiteY196" fmla="*/ 25337 h 9456078"/>
              <a:gd name="connsiteX197" fmla="*/ 12204359 w 13158799"/>
              <a:gd name="connsiteY197" fmla="*/ 20958 h 9456078"/>
              <a:gd name="connsiteX198" fmla="*/ 12253773 w 13158799"/>
              <a:gd name="connsiteY198" fmla="*/ 16991 h 9456078"/>
              <a:gd name="connsiteX199" fmla="*/ 12303260 w 13158799"/>
              <a:gd name="connsiteY199" fmla="*/ 13437 h 9456078"/>
              <a:gd name="connsiteX200" fmla="*/ 12352818 w 13158799"/>
              <a:gd name="connsiteY200" fmla="*/ 10297 h 9456078"/>
              <a:gd name="connsiteX201" fmla="*/ 12402443 w 13158799"/>
              <a:gd name="connsiteY201" fmla="*/ 7572 h 9456078"/>
              <a:gd name="connsiteX202" fmla="*/ 12452133 w 13158799"/>
              <a:gd name="connsiteY202" fmla="*/ 5263 h 9456078"/>
              <a:gd name="connsiteX203" fmla="*/ 12501887 w 13158799"/>
              <a:gd name="connsiteY203" fmla="*/ 3371 h 9456078"/>
              <a:gd name="connsiteX204" fmla="*/ 12551701 w 13158799"/>
              <a:gd name="connsiteY204" fmla="*/ 1898 h 9456078"/>
              <a:gd name="connsiteX205" fmla="*/ 12601574 w 13158799"/>
              <a:gd name="connsiteY205" fmla="*/ 844 h 9456078"/>
              <a:gd name="connsiteX206" fmla="*/ 12651504 w 13158799"/>
              <a:gd name="connsiteY206" fmla="*/ 211 h 9456078"/>
              <a:gd name="connsiteX207" fmla="*/ 12701487 w 13158799"/>
              <a:gd name="connsiteY207" fmla="*/ 0 h 9456078"/>
              <a:gd name="connsiteX208" fmla="*/ 13158798 w 13158799"/>
              <a:gd name="connsiteY208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28389 w 13158797"/>
              <a:gd name="connsiteY22" fmla="*/ 9330914 h 9456078"/>
              <a:gd name="connsiteX23" fmla="*/ 1176172 w 13158797"/>
              <a:gd name="connsiteY23" fmla="*/ 9319936 h 9456078"/>
              <a:gd name="connsiteX24" fmla="*/ 1223823 w 13158797"/>
              <a:gd name="connsiteY24" fmla="*/ 9308509 h 9456078"/>
              <a:gd name="connsiteX25" fmla="*/ 1271339 w 13158797"/>
              <a:gd name="connsiteY25" fmla="*/ 9296635 h 9456078"/>
              <a:gd name="connsiteX26" fmla="*/ 1318719 w 13158797"/>
              <a:gd name="connsiteY26" fmla="*/ 9284315 h 9456078"/>
              <a:gd name="connsiteX27" fmla="*/ 1365957 w 13158797"/>
              <a:gd name="connsiteY27" fmla="*/ 9271550 h 9456078"/>
              <a:gd name="connsiteX28" fmla="*/ 1413052 w 13158797"/>
              <a:gd name="connsiteY28" fmla="*/ 9258342 h 9456078"/>
              <a:gd name="connsiteX29" fmla="*/ 1460000 w 13158797"/>
              <a:gd name="connsiteY29" fmla="*/ 9244693 h 9456078"/>
              <a:gd name="connsiteX30" fmla="*/ 1506799 w 13158797"/>
              <a:gd name="connsiteY30" fmla="*/ 9230604 h 9456078"/>
              <a:gd name="connsiteX31" fmla="*/ 1553445 w 13158797"/>
              <a:gd name="connsiteY31" fmla="*/ 9216076 h 9456078"/>
              <a:gd name="connsiteX32" fmla="*/ 1599935 w 13158797"/>
              <a:gd name="connsiteY32" fmla="*/ 9201111 h 9456078"/>
              <a:gd name="connsiteX33" fmla="*/ 1646267 w 13158797"/>
              <a:gd name="connsiteY33" fmla="*/ 9185710 h 9456078"/>
              <a:gd name="connsiteX34" fmla="*/ 1692437 w 13158797"/>
              <a:gd name="connsiteY34" fmla="*/ 9169876 h 9456078"/>
              <a:gd name="connsiteX35" fmla="*/ 1738442 w 13158797"/>
              <a:gd name="connsiteY35" fmla="*/ 9153608 h 9456078"/>
              <a:gd name="connsiteX36" fmla="*/ 1784280 w 13158797"/>
              <a:gd name="connsiteY36" fmla="*/ 9136910 h 9456078"/>
              <a:gd name="connsiteX37" fmla="*/ 1829947 w 13158797"/>
              <a:gd name="connsiteY37" fmla="*/ 9119782 h 9456078"/>
              <a:gd name="connsiteX38" fmla="*/ 1875440 w 13158797"/>
              <a:gd name="connsiteY38" fmla="*/ 9102226 h 9456078"/>
              <a:gd name="connsiteX39" fmla="*/ 1920756 w 13158797"/>
              <a:gd name="connsiteY39" fmla="*/ 9084243 h 9456078"/>
              <a:gd name="connsiteX40" fmla="*/ 1965893 w 13158797"/>
              <a:gd name="connsiteY40" fmla="*/ 9065835 h 9456078"/>
              <a:gd name="connsiteX41" fmla="*/ 2010847 w 13158797"/>
              <a:gd name="connsiteY41" fmla="*/ 9047004 h 9456078"/>
              <a:gd name="connsiteX42" fmla="*/ 2055615 w 13158797"/>
              <a:gd name="connsiteY42" fmla="*/ 9027750 h 9456078"/>
              <a:gd name="connsiteX43" fmla="*/ 2100195 w 13158797"/>
              <a:gd name="connsiteY43" fmla="*/ 9008075 h 9456078"/>
              <a:gd name="connsiteX44" fmla="*/ 2144582 w 13158797"/>
              <a:gd name="connsiteY44" fmla="*/ 8987981 h 9456078"/>
              <a:gd name="connsiteX45" fmla="*/ 2188775 w 13158797"/>
              <a:gd name="connsiteY45" fmla="*/ 8967470 h 9456078"/>
              <a:gd name="connsiteX46" fmla="*/ 2232770 w 13158797"/>
              <a:gd name="connsiteY46" fmla="*/ 8946542 h 9456078"/>
              <a:gd name="connsiteX47" fmla="*/ 2276564 w 13158797"/>
              <a:gd name="connsiteY47" fmla="*/ 8925199 h 9456078"/>
              <a:gd name="connsiteX48" fmla="*/ 2320154 w 13158797"/>
              <a:gd name="connsiteY48" fmla="*/ 8903443 h 9456078"/>
              <a:gd name="connsiteX49" fmla="*/ 2363538 w 13158797"/>
              <a:gd name="connsiteY49" fmla="*/ 8881275 h 9456078"/>
              <a:gd name="connsiteX50" fmla="*/ 2406711 w 13158797"/>
              <a:gd name="connsiteY50" fmla="*/ 8858697 h 9456078"/>
              <a:gd name="connsiteX51" fmla="*/ 2449672 w 13158797"/>
              <a:gd name="connsiteY51" fmla="*/ 8835710 h 9456078"/>
              <a:gd name="connsiteX52" fmla="*/ 2492417 w 13158797"/>
              <a:gd name="connsiteY52" fmla="*/ 8812316 h 9456078"/>
              <a:gd name="connsiteX53" fmla="*/ 2534943 w 13158797"/>
              <a:gd name="connsiteY53" fmla="*/ 8788516 h 9456078"/>
              <a:gd name="connsiteX54" fmla="*/ 2577247 w 13158797"/>
              <a:gd name="connsiteY54" fmla="*/ 8764311 h 9456078"/>
              <a:gd name="connsiteX55" fmla="*/ 2619326 w 13158797"/>
              <a:gd name="connsiteY55" fmla="*/ 8739704 h 9456078"/>
              <a:gd name="connsiteX56" fmla="*/ 2661177 w 13158797"/>
              <a:gd name="connsiteY56" fmla="*/ 8714695 h 9456078"/>
              <a:gd name="connsiteX57" fmla="*/ 2702797 w 13158797"/>
              <a:gd name="connsiteY57" fmla="*/ 8689286 h 9456078"/>
              <a:gd name="connsiteX58" fmla="*/ 2744183 w 13158797"/>
              <a:gd name="connsiteY58" fmla="*/ 8663479 h 9456078"/>
              <a:gd name="connsiteX59" fmla="*/ 2785333 w 13158797"/>
              <a:gd name="connsiteY59" fmla="*/ 8637274 h 9456078"/>
              <a:gd name="connsiteX60" fmla="*/ 2826242 w 13158797"/>
              <a:gd name="connsiteY60" fmla="*/ 8610675 h 9456078"/>
              <a:gd name="connsiteX61" fmla="*/ 2866908 w 13158797"/>
              <a:gd name="connsiteY61" fmla="*/ 8583681 h 9456078"/>
              <a:gd name="connsiteX62" fmla="*/ 2907329 w 13158797"/>
              <a:gd name="connsiteY62" fmla="*/ 8556295 h 9456078"/>
              <a:gd name="connsiteX63" fmla="*/ 2947500 w 13158797"/>
              <a:gd name="connsiteY63" fmla="*/ 8528517 h 9456078"/>
              <a:gd name="connsiteX64" fmla="*/ 2987419 w 13158797"/>
              <a:gd name="connsiteY64" fmla="*/ 8500351 h 9456078"/>
              <a:gd name="connsiteX65" fmla="*/ 3027083 w 13158797"/>
              <a:gd name="connsiteY65" fmla="*/ 8471796 h 9456078"/>
              <a:gd name="connsiteX66" fmla="*/ 3066489 w 13158797"/>
              <a:gd name="connsiteY66" fmla="*/ 8442854 h 9456078"/>
              <a:gd name="connsiteX67" fmla="*/ 3105634 w 13158797"/>
              <a:gd name="connsiteY67" fmla="*/ 8413528 h 9456078"/>
              <a:gd name="connsiteX68" fmla="*/ 3144515 w 13158797"/>
              <a:gd name="connsiteY68" fmla="*/ 8383818 h 9456078"/>
              <a:gd name="connsiteX69" fmla="*/ 3183129 w 13158797"/>
              <a:gd name="connsiteY69" fmla="*/ 8353726 h 9456078"/>
              <a:gd name="connsiteX70" fmla="*/ 3221473 w 13158797"/>
              <a:gd name="connsiteY70" fmla="*/ 8323253 h 9456078"/>
              <a:gd name="connsiteX71" fmla="*/ 3259544 w 13158797"/>
              <a:gd name="connsiteY71" fmla="*/ 8292401 h 9456078"/>
              <a:gd name="connsiteX72" fmla="*/ 3297339 w 13158797"/>
              <a:gd name="connsiteY72" fmla="*/ 8261172 h 9456078"/>
              <a:gd name="connsiteX73" fmla="*/ 3334854 w 13158797"/>
              <a:gd name="connsiteY73" fmla="*/ 8229566 h 9456078"/>
              <a:gd name="connsiteX74" fmla="*/ 3372087 w 13158797"/>
              <a:gd name="connsiteY74" fmla="*/ 8197585 h 9456078"/>
              <a:gd name="connsiteX75" fmla="*/ 3409035 w 13158797"/>
              <a:gd name="connsiteY75" fmla="*/ 8165232 h 9456078"/>
              <a:gd name="connsiteX76" fmla="*/ 3445695 w 13158797"/>
              <a:gd name="connsiteY76" fmla="*/ 8132507 h 9456078"/>
              <a:gd name="connsiteX77" fmla="*/ 3482064 w 13158797"/>
              <a:gd name="connsiteY77" fmla="*/ 8099411 h 9456078"/>
              <a:gd name="connsiteX78" fmla="*/ 3518139 w 13158797"/>
              <a:gd name="connsiteY78" fmla="*/ 8065947 h 9456078"/>
              <a:gd name="connsiteX79" fmla="*/ 3553916 w 13158797"/>
              <a:gd name="connsiteY79" fmla="*/ 8032115 h 9456078"/>
              <a:gd name="connsiteX80" fmla="*/ 3589393 w 13158797"/>
              <a:gd name="connsiteY80" fmla="*/ 7997918 h 9456078"/>
              <a:gd name="connsiteX81" fmla="*/ 3624567 w 13158797"/>
              <a:gd name="connsiteY81" fmla="*/ 7963356 h 9456078"/>
              <a:gd name="connsiteX82" fmla="*/ 3659435 w 13158797"/>
              <a:gd name="connsiteY82" fmla="*/ 7928432 h 9456078"/>
              <a:gd name="connsiteX83" fmla="*/ 3693994 w 13158797"/>
              <a:gd name="connsiteY83" fmla="*/ 7893146 h 9456078"/>
              <a:gd name="connsiteX84" fmla="*/ 3728240 w 13158797"/>
              <a:gd name="connsiteY84" fmla="*/ 7857501 h 9456078"/>
              <a:gd name="connsiteX85" fmla="*/ 3762171 w 13158797"/>
              <a:gd name="connsiteY85" fmla="*/ 7821497 h 9456078"/>
              <a:gd name="connsiteX86" fmla="*/ 3795783 w 13158797"/>
              <a:gd name="connsiteY86" fmla="*/ 7785136 h 9456078"/>
              <a:gd name="connsiteX87" fmla="*/ 3829075 w 13158797"/>
              <a:gd name="connsiteY87" fmla="*/ 7748420 h 9456078"/>
              <a:gd name="connsiteX88" fmla="*/ 3862042 w 13158797"/>
              <a:gd name="connsiteY88" fmla="*/ 7711350 h 9456078"/>
              <a:gd name="connsiteX89" fmla="*/ 3894682 w 13158797"/>
              <a:gd name="connsiteY89" fmla="*/ 7673928 h 9456078"/>
              <a:gd name="connsiteX90" fmla="*/ 3926991 w 13158797"/>
              <a:gd name="connsiteY90" fmla="*/ 7636155 h 9456078"/>
              <a:gd name="connsiteX91" fmla="*/ 3958967 w 13158797"/>
              <a:gd name="connsiteY91" fmla="*/ 7598032 h 9456078"/>
              <a:gd name="connsiteX92" fmla="*/ 3990607 w 13158797"/>
              <a:gd name="connsiteY92" fmla="*/ 7559561 h 9456078"/>
              <a:gd name="connsiteX93" fmla="*/ 4021907 w 13158797"/>
              <a:gd name="connsiteY93" fmla="*/ 7520744 h 9456078"/>
              <a:gd name="connsiteX94" fmla="*/ 4052865 w 13158797"/>
              <a:gd name="connsiteY94" fmla="*/ 7481582 h 9456078"/>
              <a:gd name="connsiteX95" fmla="*/ 4083478 w 13158797"/>
              <a:gd name="connsiteY95" fmla="*/ 7442077 h 9456078"/>
              <a:gd name="connsiteX96" fmla="*/ 8022311 w 13158797"/>
              <a:gd name="connsiteY96" fmla="*/ 2307814 h 9456078"/>
              <a:gd name="connsiteX97" fmla="*/ 8052902 w 13158797"/>
              <a:gd name="connsiteY97" fmla="*/ 2268285 h 9456078"/>
              <a:gd name="connsiteX98" fmla="*/ 8083796 w 13158797"/>
              <a:gd name="connsiteY98" fmla="*/ 2229056 h 9456078"/>
              <a:gd name="connsiteX99" fmla="*/ 8114989 w 13158797"/>
              <a:gd name="connsiteY99" fmla="*/ 2190127 h 9456078"/>
              <a:gd name="connsiteX100" fmla="*/ 8146479 w 13158797"/>
              <a:gd name="connsiteY100" fmla="*/ 2151500 h 9456078"/>
              <a:gd name="connsiteX101" fmla="*/ 8178264 w 13158797"/>
              <a:gd name="connsiteY101" fmla="*/ 2113176 h 9456078"/>
              <a:gd name="connsiteX102" fmla="*/ 8210341 w 13158797"/>
              <a:gd name="connsiteY102" fmla="*/ 2075157 h 9456078"/>
              <a:gd name="connsiteX103" fmla="*/ 8242709 w 13158797"/>
              <a:gd name="connsiteY103" fmla="*/ 2037442 h 9456078"/>
              <a:gd name="connsiteX104" fmla="*/ 8275365 w 13158797"/>
              <a:gd name="connsiteY104" fmla="*/ 2000034 h 9456078"/>
              <a:gd name="connsiteX105" fmla="*/ 8308307 w 13158797"/>
              <a:gd name="connsiteY105" fmla="*/ 1962934 h 9456078"/>
              <a:gd name="connsiteX106" fmla="*/ 8341532 w 13158797"/>
              <a:gd name="connsiteY106" fmla="*/ 1926142 h 9456078"/>
              <a:gd name="connsiteX107" fmla="*/ 8375038 w 13158797"/>
              <a:gd name="connsiteY107" fmla="*/ 1889660 h 9456078"/>
              <a:gd name="connsiteX108" fmla="*/ 8408823 w 13158797"/>
              <a:gd name="connsiteY108" fmla="*/ 1853489 h 9456078"/>
              <a:gd name="connsiteX109" fmla="*/ 8442885 w 13158797"/>
              <a:gd name="connsiteY109" fmla="*/ 1817630 h 9456078"/>
              <a:gd name="connsiteX110" fmla="*/ 8477221 w 13158797"/>
              <a:gd name="connsiteY110" fmla="*/ 1782084 h 9456078"/>
              <a:gd name="connsiteX111" fmla="*/ 8511829 w 13158797"/>
              <a:gd name="connsiteY111" fmla="*/ 1746853 h 9456078"/>
              <a:gd name="connsiteX112" fmla="*/ 8546706 w 13158797"/>
              <a:gd name="connsiteY112" fmla="*/ 1711937 h 9456078"/>
              <a:gd name="connsiteX113" fmla="*/ 8581851 w 13158797"/>
              <a:gd name="connsiteY113" fmla="*/ 1677337 h 9456078"/>
              <a:gd name="connsiteX114" fmla="*/ 8617261 w 13158797"/>
              <a:gd name="connsiteY114" fmla="*/ 1643056 h 9456078"/>
              <a:gd name="connsiteX115" fmla="*/ 8652934 w 13158797"/>
              <a:gd name="connsiteY115" fmla="*/ 1609093 h 9456078"/>
              <a:gd name="connsiteX116" fmla="*/ 8688867 w 13158797"/>
              <a:gd name="connsiteY116" fmla="*/ 1575450 h 9456078"/>
              <a:gd name="connsiteX117" fmla="*/ 8725058 w 13158797"/>
              <a:gd name="connsiteY117" fmla="*/ 1542128 h 9456078"/>
              <a:gd name="connsiteX118" fmla="*/ 8761506 w 13158797"/>
              <a:gd name="connsiteY118" fmla="*/ 1509129 h 9456078"/>
              <a:gd name="connsiteX119" fmla="*/ 8798207 w 13158797"/>
              <a:gd name="connsiteY119" fmla="*/ 1476452 h 9456078"/>
              <a:gd name="connsiteX120" fmla="*/ 8835159 w 13158797"/>
              <a:gd name="connsiteY120" fmla="*/ 1444101 h 9456078"/>
              <a:gd name="connsiteX121" fmla="*/ 8872360 w 13158797"/>
              <a:gd name="connsiteY121" fmla="*/ 1412075 h 9456078"/>
              <a:gd name="connsiteX122" fmla="*/ 8909808 w 13158797"/>
              <a:gd name="connsiteY122" fmla="*/ 1380375 h 9456078"/>
              <a:gd name="connsiteX123" fmla="*/ 8947501 w 13158797"/>
              <a:gd name="connsiteY123" fmla="*/ 1349004 h 9456078"/>
              <a:gd name="connsiteX124" fmla="*/ 8985435 w 13158797"/>
              <a:gd name="connsiteY124" fmla="*/ 1317962 h 9456078"/>
              <a:gd name="connsiteX125" fmla="*/ 9023610 w 13158797"/>
              <a:gd name="connsiteY125" fmla="*/ 1287250 h 9456078"/>
              <a:gd name="connsiteX126" fmla="*/ 9062022 w 13158797"/>
              <a:gd name="connsiteY126" fmla="*/ 1256869 h 9456078"/>
              <a:gd name="connsiteX127" fmla="*/ 9100669 w 13158797"/>
              <a:gd name="connsiteY127" fmla="*/ 1226820 h 9456078"/>
              <a:gd name="connsiteX128" fmla="*/ 9139549 w 13158797"/>
              <a:gd name="connsiteY128" fmla="*/ 1197105 h 9456078"/>
              <a:gd name="connsiteX129" fmla="*/ 9178660 w 13158797"/>
              <a:gd name="connsiteY129" fmla="*/ 1167725 h 9456078"/>
              <a:gd name="connsiteX130" fmla="*/ 9217999 w 13158797"/>
              <a:gd name="connsiteY130" fmla="*/ 1138681 h 9456078"/>
              <a:gd name="connsiteX131" fmla="*/ 9257564 w 13158797"/>
              <a:gd name="connsiteY131" fmla="*/ 1109974 h 9456078"/>
              <a:gd name="connsiteX132" fmla="*/ 9297353 w 13158797"/>
              <a:gd name="connsiteY132" fmla="*/ 1081604 h 9456078"/>
              <a:gd name="connsiteX133" fmla="*/ 9337364 w 13158797"/>
              <a:gd name="connsiteY133" fmla="*/ 1053574 h 9456078"/>
              <a:gd name="connsiteX134" fmla="*/ 9377594 w 13158797"/>
              <a:gd name="connsiteY134" fmla="*/ 1025884 h 9456078"/>
              <a:gd name="connsiteX135" fmla="*/ 9418040 w 13158797"/>
              <a:gd name="connsiteY135" fmla="*/ 998536 h 9456078"/>
              <a:gd name="connsiteX136" fmla="*/ 9458702 w 13158797"/>
              <a:gd name="connsiteY136" fmla="*/ 971530 h 9456078"/>
              <a:gd name="connsiteX137" fmla="*/ 9499575 w 13158797"/>
              <a:gd name="connsiteY137" fmla="*/ 944868 h 9456078"/>
              <a:gd name="connsiteX138" fmla="*/ 9540659 w 13158797"/>
              <a:gd name="connsiteY138" fmla="*/ 918551 h 9456078"/>
              <a:gd name="connsiteX139" fmla="*/ 9581950 w 13158797"/>
              <a:gd name="connsiteY139" fmla="*/ 892580 h 9456078"/>
              <a:gd name="connsiteX140" fmla="*/ 9623447 w 13158797"/>
              <a:gd name="connsiteY140" fmla="*/ 866956 h 9456078"/>
              <a:gd name="connsiteX141" fmla="*/ 9665147 w 13158797"/>
              <a:gd name="connsiteY141" fmla="*/ 841681 h 9456078"/>
              <a:gd name="connsiteX142" fmla="*/ 9707048 w 13158797"/>
              <a:gd name="connsiteY142" fmla="*/ 816754 h 9456078"/>
              <a:gd name="connsiteX143" fmla="*/ 9749147 w 13158797"/>
              <a:gd name="connsiteY143" fmla="*/ 792179 h 9456078"/>
              <a:gd name="connsiteX144" fmla="*/ 9791443 w 13158797"/>
              <a:gd name="connsiteY144" fmla="*/ 767955 h 9456078"/>
              <a:gd name="connsiteX145" fmla="*/ 9833932 w 13158797"/>
              <a:gd name="connsiteY145" fmla="*/ 744083 h 9456078"/>
              <a:gd name="connsiteX146" fmla="*/ 9876613 w 13158797"/>
              <a:gd name="connsiteY146" fmla="*/ 720566 h 9456078"/>
              <a:gd name="connsiteX147" fmla="*/ 9919484 w 13158797"/>
              <a:gd name="connsiteY147" fmla="*/ 697404 h 9456078"/>
              <a:gd name="connsiteX148" fmla="*/ 9962542 w 13158797"/>
              <a:gd name="connsiteY148" fmla="*/ 674598 h 9456078"/>
              <a:gd name="connsiteX149" fmla="*/ 10005784 w 13158797"/>
              <a:gd name="connsiteY149" fmla="*/ 652149 h 9456078"/>
              <a:gd name="connsiteX150" fmla="*/ 10049209 w 13158797"/>
              <a:gd name="connsiteY150" fmla="*/ 630059 h 9456078"/>
              <a:gd name="connsiteX151" fmla="*/ 10092814 w 13158797"/>
              <a:gd name="connsiteY151" fmla="*/ 608328 h 9456078"/>
              <a:gd name="connsiteX152" fmla="*/ 10136597 w 13158797"/>
              <a:gd name="connsiteY152" fmla="*/ 586958 h 9456078"/>
              <a:gd name="connsiteX153" fmla="*/ 10180556 w 13158797"/>
              <a:gd name="connsiteY153" fmla="*/ 565950 h 9456078"/>
              <a:gd name="connsiteX154" fmla="*/ 10224688 w 13158797"/>
              <a:gd name="connsiteY154" fmla="*/ 545304 h 9456078"/>
              <a:gd name="connsiteX155" fmla="*/ 10268991 w 13158797"/>
              <a:gd name="connsiteY155" fmla="*/ 525023 h 9456078"/>
              <a:gd name="connsiteX156" fmla="*/ 10313463 w 13158797"/>
              <a:gd name="connsiteY156" fmla="*/ 505107 h 9456078"/>
              <a:gd name="connsiteX157" fmla="*/ 10358101 w 13158797"/>
              <a:gd name="connsiteY157" fmla="*/ 485558 h 9456078"/>
              <a:gd name="connsiteX158" fmla="*/ 10402903 w 13158797"/>
              <a:gd name="connsiteY158" fmla="*/ 466376 h 9456078"/>
              <a:gd name="connsiteX159" fmla="*/ 10447868 w 13158797"/>
              <a:gd name="connsiteY159" fmla="*/ 447563 h 9456078"/>
              <a:gd name="connsiteX160" fmla="*/ 10492991 w 13158797"/>
              <a:gd name="connsiteY160" fmla="*/ 429119 h 9456078"/>
              <a:gd name="connsiteX161" fmla="*/ 10538272 w 13158797"/>
              <a:gd name="connsiteY161" fmla="*/ 411046 h 9456078"/>
              <a:gd name="connsiteX162" fmla="*/ 10583708 w 13158797"/>
              <a:gd name="connsiteY162" fmla="*/ 393346 h 9456078"/>
              <a:gd name="connsiteX163" fmla="*/ 10629297 w 13158797"/>
              <a:gd name="connsiteY163" fmla="*/ 376018 h 9456078"/>
              <a:gd name="connsiteX164" fmla="*/ 10675036 w 13158797"/>
              <a:gd name="connsiteY164" fmla="*/ 359065 h 9456078"/>
              <a:gd name="connsiteX165" fmla="*/ 10720923 w 13158797"/>
              <a:gd name="connsiteY165" fmla="*/ 342487 h 9456078"/>
              <a:gd name="connsiteX166" fmla="*/ 10766956 w 13158797"/>
              <a:gd name="connsiteY166" fmla="*/ 326286 h 9456078"/>
              <a:gd name="connsiteX167" fmla="*/ 10813132 w 13158797"/>
              <a:gd name="connsiteY167" fmla="*/ 310462 h 9456078"/>
              <a:gd name="connsiteX168" fmla="*/ 10859450 w 13158797"/>
              <a:gd name="connsiteY168" fmla="*/ 295018 h 9456078"/>
              <a:gd name="connsiteX169" fmla="*/ 10905907 w 13158797"/>
              <a:gd name="connsiteY169" fmla="*/ 279953 h 9456078"/>
              <a:gd name="connsiteX170" fmla="*/ 10952500 w 13158797"/>
              <a:gd name="connsiteY170" fmla="*/ 265269 h 9456078"/>
              <a:gd name="connsiteX171" fmla="*/ 10999227 w 13158797"/>
              <a:gd name="connsiteY171" fmla="*/ 250968 h 9456078"/>
              <a:gd name="connsiteX172" fmla="*/ 11046087 w 13158797"/>
              <a:gd name="connsiteY172" fmla="*/ 237049 h 9456078"/>
              <a:gd name="connsiteX173" fmla="*/ 11093076 w 13158797"/>
              <a:gd name="connsiteY173" fmla="*/ 223516 h 9456078"/>
              <a:gd name="connsiteX174" fmla="*/ 11140193 w 13158797"/>
              <a:gd name="connsiteY174" fmla="*/ 210368 h 9456078"/>
              <a:gd name="connsiteX175" fmla="*/ 11187434 w 13158797"/>
              <a:gd name="connsiteY175" fmla="*/ 197606 h 9456078"/>
              <a:gd name="connsiteX176" fmla="*/ 11234799 w 13158797"/>
              <a:gd name="connsiteY176" fmla="*/ 185233 h 9456078"/>
              <a:gd name="connsiteX177" fmla="*/ 11282284 w 13158797"/>
              <a:gd name="connsiteY177" fmla="*/ 173248 h 9456078"/>
              <a:gd name="connsiteX178" fmla="*/ 11329888 w 13158797"/>
              <a:gd name="connsiteY178" fmla="*/ 161654 h 9456078"/>
              <a:gd name="connsiteX179" fmla="*/ 11377607 w 13158797"/>
              <a:gd name="connsiteY179" fmla="*/ 150451 h 9456078"/>
              <a:gd name="connsiteX180" fmla="*/ 11425440 w 13158797"/>
              <a:gd name="connsiteY180" fmla="*/ 139640 h 9456078"/>
              <a:gd name="connsiteX181" fmla="*/ 11473385 w 13158797"/>
              <a:gd name="connsiteY181" fmla="*/ 129223 h 9456078"/>
              <a:gd name="connsiteX182" fmla="*/ 11521439 w 13158797"/>
              <a:gd name="connsiteY182" fmla="*/ 119201 h 9456078"/>
              <a:gd name="connsiteX183" fmla="*/ 11569599 w 13158797"/>
              <a:gd name="connsiteY183" fmla="*/ 109574 h 9456078"/>
              <a:gd name="connsiteX184" fmla="*/ 11617864 w 13158797"/>
              <a:gd name="connsiteY184" fmla="*/ 100344 h 9456078"/>
              <a:gd name="connsiteX185" fmla="*/ 11666231 w 13158797"/>
              <a:gd name="connsiteY185" fmla="*/ 91512 h 9456078"/>
              <a:gd name="connsiteX186" fmla="*/ 11714698 w 13158797"/>
              <a:gd name="connsiteY186" fmla="*/ 83080 h 9456078"/>
              <a:gd name="connsiteX187" fmla="*/ 11763263 w 13158797"/>
              <a:gd name="connsiteY187" fmla="*/ 75047 h 9456078"/>
              <a:gd name="connsiteX188" fmla="*/ 11811923 w 13158797"/>
              <a:gd name="connsiteY188" fmla="*/ 67417 h 9456078"/>
              <a:gd name="connsiteX189" fmla="*/ 11860676 w 13158797"/>
              <a:gd name="connsiteY189" fmla="*/ 60188 h 9456078"/>
              <a:gd name="connsiteX190" fmla="*/ 11909519 w 13158797"/>
              <a:gd name="connsiteY190" fmla="*/ 53364 h 9456078"/>
              <a:gd name="connsiteX191" fmla="*/ 11958451 w 13158797"/>
              <a:gd name="connsiteY191" fmla="*/ 46944 h 9456078"/>
              <a:gd name="connsiteX192" fmla="*/ 12007470 w 13158797"/>
              <a:gd name="connsiteY192" fmla="*/ 40931 h 9456078"/>
              <a:gd name="connsiteX193" fmla="*/ 12056572 w 13158797"/>
              <a:gd name="connsiteY193" fmla="*/ 35324 h 9456078"/>
              <a:gd name="connsiteX194" fmla="*/ 12105756 w 13158797"/>
              <a:gd name="connsiteY194" fmla="*/ 30126 h 9456078"/>
              <a:gd name="connsiteX195" fmla="*/ 12155019 w 13158797"/>
              <a:gd name="connsiteY195" fmla="*/ 25337 h 9456078"/>
              <a:gd name="connsiteX196" fmla="*/ 12204359 w 13158797"/>
              <a:gd name="connsiteY196" fmla="*/ 20958 h 9456078"/>
              <a:gd name="connsiteX197" fmla="*/ 12253773 w 13158797"/>
              <a:gd name="connsiteY197" fmla="*/ 16991 h 9456078"/>
              <a:gd name="connsiteX198" fmla="*/ 12303260 w 13158797"/>
              <a:gd name="connsiteY198" fmla="*/ 13437 h 9456078"/>
              <a:gd name="connsiteX199" fmla="*/ 12352818 w 13158797"/>
              <a:gd name="connsiteY199" fmla="*/ 10297 h 9456078"/>
              <a:gd name="connsiteX200" fmla="*/ 12402443 w 13158797"/>
              <a:gd name="connsiteY200" fmla="*/ 7572 h 9456078"/>
              <a:gd name="connsiteX201" fmla="*/ 12452133 w 13158797"/>
              <a:gd name="connsiteY201" fmla="*/ 5263 h 9456078"/>
              <a:gd name="connsiteX202" fmla="*/ 12501887 w 13158797"/>
              <a:gd name="connsiteY202" fmla="*/ 3371 h 9456078"/>
              <a:gd name="connsiteX203" fmla="*/ 12551701 w 13158797"/>
              <a:gd name="connsiteY203" fmla="*/ 1898 h 9456078"/>
              <a:gd name="connsiteX204" fmla="*/ 12601574 w 13158797"/>
              <a:gd name="connsiteY204" fmla="*/ 844 h 9456078"/>
              <a:gd name="connsiteX205" fmla="*/ 12651504 w 13158797"/>
              <a:gd name="connsiteY205" fmla="*/ 211 h 9456078"/>
              <a:gd name="connsiteX206" fmla="*/ 12701487 w 13158797"/>
              <a:gd name="connsiteY206" fmla="*/ 0 h 9456078"/>
              <a:gd name="connsiteX207" fmla="*/ 13158798 w 13158797"/>
              <a:gd name="connsiteY207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98870 w 13158799"/>
              <a:gd name="connsiteY5" fmla="*/ 9447409 h 9456078"/>
              <a:gd name="connsiteX6" fmla="*/ 348429 w 13158799"/>
              <a:gd name="connsiteY6" fmla="*/ 9444290 h 9456078"/>
              <a:gd name="connsiteX7" fmla="*/ 397907 w 13158799"/>
              <a:gd name="connsiteY7" fmla="*/ 9440698 h 9456078"/>
              <a:gd name="connsiteX8" fmla="*/ 447302 w 13158799"/>
              <a:gd name="connsiteY8" fmla="*/ 9436632 h 9456078"/>
              <a:gd name="connsiteX9" fmla="*/ 496610 w 13158799"/>
              <a:gd name="connsiteY9" fmla="*/ 9432096 h 9456078"/>
              <a:gd name="connsiteX10" fmla="*/ 545829 w 13158799"/>
              <a:gd name="connsiteY10" fmla="*/ 9427089 h 9456078"/>
              <a:gd name="connsiteX11" fmla="*/ 594956 w 13158799"/>
              <a:gd name="connsiteY11" fmla="*/ 9421615 h 9456078"/>
              <a:gd name="connsiteX12" fmla="*/ 643987 w 13158799"/>
              <a:gd name="connsiteY12" fmla="*/ 9415673 h 9456078"/>
              <a:gd name="connsiteX13" fmla="*/ 692920 w 13158799"/>
              <a:gd name="connsiteY13" fmla="*/ 9409267 h 9456078"/>
              <a:gd name="connsiteX14" fmla="*/ 741751 w 13158799"/>
              <a:gd name="connsiteY14" fmla="*/ 9402396 h 9456078"/>
              <a:gd name="connsiteX15" fmla="*/ 790478 w 13158799"/>
              <a:gd name="connsiteY15" fmla="*/ 9395063 h 9456078"/>
              <a:gd name="connsiteX16" fmla="*/ 839098 w 13158799"/>
              <a:gd name="connsiteY16" fmla="*/ 9387270 h 9456078"/>
              <a:gd name="connsiteX17" fmla="*/ 887607 w 13158799"/>
              <a:gd name="connsiteY17" fmla="*/ 9379017 h 9456078"/>
              <a:gd name="connsiteX18" fmla="*/ 936002 w 13158799"/>
              <a:gd name="connsiteY18" fmla="*/ 9370306 h 9456078"/>
              <a:gd name="connsiteX19" fmla="*/ 984281 w 13158799"/>
              <a:gd name="connsiteY19" fmla="*/ 9361139 h 9456078"/>
              <a:gd name="connsiteX20" fmla="*/ 1032440 w 13158799"/>
              <a:gd name="connsiteY20" fmla="*/ 9351517 h 9456078"/>
              <a:gd name="connsiteX21" fmla="*/ 1080477 w 13158799"/>
              <a:gd name="connsiteY21" fmla="*/ 9341441 h 9456078"/>
              <a:gd name="connsiteX22" fmla="*/ 1176172 w 13158799"/>
              <a:gd name="connsiteY22" fmla="*/ 9319936 h 9456078"/>
              <a:gd name="connsiteX23" fmla="*/ 1223823 w 13158799"/>
              <a:gd name="connsiteY23" fmla="*/ 9308509 h 9456078"/>
              <a:gd name="connsiteX24" fmla="*/ 1271339 w 13158799"/>
              <a:gd name="connsiteY24" fmla="*/ 9296635 h 9456078"/>
              <a:gd name="connsiteX25" fmla="*/ 1318719 w 13158799"/>
              <a:gd name="connsiteY25" fmla="*/ 9284315 h 9456078"/>
              <a:gd name="connsiteX26" fmla="*/ 1365957 w 13158799"/>
              <a:gd name="connsiteY26" fmla="*/ 9271550 h 9456078"/>
              <a:gd name="connsiteX27" fmla="*/ 1413052 w 13158799"/>
              <a:gd name="connsiteY27" fmla="*/ 9258342 h 9456078"/>
              <a:gd name="connsiteX28" fmla="*/ 1460000 w 13158799"/>
              <a:gd name="connsiteY28" fmla="*/ 9244693 h 9456078"/>
              <a:gd name="connsiteX29" fmla="*/ 1506799 w 13158799"/>
              <a:gd name="connsiteY29" fmla="*/ 9230604 h 9456078"/>
              <a:gd name="connsiteX30" fmla="*/ 1553445 w 13158799"/>
              <a:gd name="connsiteY30" fmla="*/ 9216076 h 9456078"/>
              <a:gd name="connsiteX31" fmla="*/ 1599935 w 13158799"/>
              <a:gd name="connsiteY31" fmla="*/ 9201111 h 9456078"/>
              <a:gd name="connsiteX32" fmla="*/ 1646267 w 13158799"/>
              <a:gd name="connsiteY32" fmla="*/ 9185710 h 9456078"/>
              <a:gd name="connsiteX33" fmla="*/ 1692437 w 13158799"/>
              <a:gd name="connsiteY33" fmla="*/ 9169876 h 9456078"/>
              <a:gd name="connsiteX34" fmla="*/ 1738442 w 13158799"/>
              <a:gd name="connsiteY34" fmla="*/ 9153608 h 9456078"/>
              <a:gd name="connsiteX35" fmla="*/ 1784280 w 13158799"/>
              <a:gd name="connsiteY35" fmla="*/ 9136910 h 9456078"/>
              <a:gd name="connsiteX36" fmla="*/ 1829947 w 13158799"/>
              <a:gd name="connsiteY36" fmla="*/ 9119782 h 9456078"/>
              <a:gd name="connsiteX37" fmla="*/ 1875440 w 13158799"/>
              <a:gd name="connsiteY37" fmla="*/ 9102226 h 9456078"/>
              <a:gd name="connsiteX38" fmla="*/ 1920756 w 13158799"/>
              <a:gd name="connsiteY38" fmla="*/ 9084243 h 9456078"/>
              <a:gd name="connsiteX39" fmla="*/ 1965893 w 13158799"/>
              <a:gd name="connsiteY39" fmla="*/ 9065835 h 9456078"/>
              <a:gd name="connsiteX40" fmla="*/ 2010847 w 13158799"/>
              <a:gd name="connsiteY40" fmla="*/ 9047004 h 9456078"/>
              <a:gd name="connsiteX41" fmla="*/ 2055615 w 13158799"/>
              <a:gd name="connsiteY41" fmla="*/ 9027750 h 9456078"/>
              <a:gd name="connsiteX42" fmla="*/ 2100195 w 13158799"/>
              <a:gd name="connsiteY42" fmla="*/ 9008075 h 9456078"/>
              <a:gd name="connsiteX43" fmla="*/ 2144582 w 13158799"/>
              <a:gd name="connsiteY43" fmla="*/ 8987981 h 9456078"/>
              <a:gd name="connsiteX44" fmla="*/ 2188775 w 13158799"/>
              <a:gd name="connsiteY44" fmla="*/ 8967470 h 9456078"/>
              <a:gd name="connsiteX45" fmla="*/ 2232770 w 13158799"/>
              <a:gd name="connsiteY45" fmla="*/ 8946542 h 9456078"/>
              <a:gd name="connsiteX46" fmla="*/ 2276564 w 13158799"/>
              <a:gd name="connsiteY46" fmla="*/ 8925199 h 9456078"/>
              <a:gd name="connsiteX47" fmla="*/ 2320154 w 13158799"/>
              <a:gd name="connsiteY47" fmla="*/ 8903443 h 9456078"/>
              <a:gd name="connsiteX48" fmla="*/ 2363538 w 13158799"/>
              <a:gd name="connsiteY48" fmla="*/ 8881275 h 9456078"/>
              <a:gd name="connsiteX49" fmla="*/ 2406711 w 13158799"/>
              <a:gd name="connsiteY49" fmla="*/ 8858697 h 9456078"/>
              <a:gd name="connsiteX50" fmla="*/ 2449672 w 13158799"/>
              <a:gd name="connsiteY50" fmla="*/ 8835710 h 9456078"/>
              <a:gd name="connsiteX51" fmla="*/ 2492417 w 13158799"/>
              <a:gd name="connsiteY51" fmla="*/ 8812316 h 9456078"/>
              <a:gd name="connsiteX52" fmla="*/ 2534943 w 13158799"/>
              <a:gd name="connsiteY52" fmla="*/ 8788516 h 9456078"/>
              <a:gd name="connsiteX53" fmla="*/ 2577247 w 13158799"/>
              <a:gd name="connsiteY53" fmla="*/ 8764311 h 9456078"/>
              <a:gd name="connsiteX54" fmla="*/ 2619326 w 13158799"/>
              <a:gd name="connsiteY54" fmla="*/ 8739704 h 9456078"/>
              <a:gd name="connsiteX55" fmla="*/ 2661177 w 13158799"/>
              <a:gd name="connsiteY55" fmla="*/ 8714695 h 9456078"/>
              <a:gd name="connsiteX56" fmla="*/ 2702797 w 13158799"/>
              <a:gd name="connsiteY56" fmla="*/ 8689286 h 9456078"/>
              <a:gd name="connsiteX57" fmla="*/ 2744183 w 13158799"/>
              <a:gd name="connsiteY57" fmla="*/ 8663479 h 9456078"/>
              <a:gd name="connsiteX58" fmla="*/ 2785333 w 13158799"/>
              <a:gd name="connsiteY58" fmla="*/ 8637274 h 9456078"/>
              <a:gd name="connsiteX59" fmla="*/ 2826242 w 13158799"/>
              <a:gd name="connsiteY59" fmla="*/ 8610675 h 9456078"/>
              <a:gd name="connsiteX60" fmla="*/ 2866908 w 13158799"/>
              <a:gd name="connsiteY60" fmla="*/ 8583681 h 9456078"/>
              <a:gd name="connsiteX61" fmla="*/ 2907329 w 13158799"/>
              <a:gd name="connsiteY61" fmla="*/ 8556295 h 9456078"/>
              <a:gd name="connsiteX62" fmla="*/ 2947500 w 13158799"/>
              <a:gd name="connsiteY62" fmla="*/ 8528517 h 9456078"/>
              <a:gd name="connsiteX63" fmla="*/ 2987419 w 13158799"/>
              <a:gd name="connsiteY63" fmla="*/ 8500351 h 9456078"/>
              <a:gd name="connsiteX64" fmla="*/ 3027083 w 13158799"/>
              <a:gd name="connsiteY64" fmla="*/ 8471796 h 9456078"/>
              <a:gd name="connsiteX65" fmla="*/ 3066489 w 13158799"/>
              <a:gd name="connsiteY65" fmla="*/ 8442854 h 9456078"/>
              <a:gd name="connsiteX66" fmla="*/ 3105634 w 13158799"/>
              <a:gd name="connsiteY66" fmla="*/ 8413528 h 9456078"/>
              <a:gd name="connsiteX67" fmla="*/ 3144515 w 13158799"/>
              <a:gd name="connsiteY67" fmla="*/ 8383818 h 9456078"/>
              <a:gd name="connsiteX68" fmla="*/ 3183129 w 13158799"/>
              <a:gd name="connsiteY68" fmla="*/ 8353726 h 9456078"/>
              <a:gd name="connsiteX69" fmla="*/ 3221473 w 13158799"/>
              <a:gd name="connsiteY69" fmla="*/ 8323253 h 9456078"/>
              <a:gd name="connsiteX70" fmla="*/ 3259544 w 13158799"/>
              <a:gd name="connsiteY70" fmla="*/ 8292401 h 9456078"/>
              <a:gd name="connsiteX71" fmla="*/ 3297339 w 13158799"/>
              <a:gd name="connsiteY71" fmla="*/ 8261172 h 9456078"/>
              <a:gd name="connsiteX72" fmla="*/ 3334854 w 13158799"/>
              <a:gd name="connsiteY72" fmla="*/ 8229566 h 9456078"/>
              <a:gd name="connsiteX73" fmla="*/ 3372087 w 13158799"/>
              <a:gd name="connsiteY73" fmla="*/ 8197585 h 9456078"/>
              <a:gd name="connsiteX74" fmla="*/ 3409035 w 13158799"/>
              <a:gd name="connsiteY74" fmla="*/ 8165232 h 9456078"/>
              <a:gd name="connsiteX75" fmla="*/ 3445695 w 13158799"/>
              <a:gd name="connsiteY75" fmla="*/ 8132507 h 9456078"/>
              <a:gd name="connsiteX76" fmla="*/ 3482064 w 13158799"/>
              <a:gd name="connsiteY76" fmla="*/ 8099411 h 9456078"/>
              <a:gd name="connsiteX77" fmla="*/ 3518139 w 13158799"/>
              <a:gd name="connsiteY77" fmla="*/ 8065947 h 9456078"/>
              <a:gd name="connsiteX78" fmla="*/ 3553916 w 13158799"/>
              <a:gd name="connsiteY78" fmla="*/ 8032115 h 9456078"/>
              <a:gd name="connsiteX79" fmla="*/ 3589393 w 13158799"/>
              <a:gd name="connsiteY79" fmla="*/ 7997918 h 9456078"/>
              <a:gd name="connsiteX80" fmla="*/ 3624567 w 13158799"/>
              <a:gd name="connsiteY80" fmla="*/ 7963356 h 9456078"/>
              <a:gd name="connsiteX81" fmla="*/ 3659435 w 13158799"/>
              <a:gd name="connsiteY81" fmla="*/ 7928432 h 9456078"/>
              <a:gd name="connsiteX82" fmla="*/ 3693994 w 13158799"/>
              <a:gd name="connsiteY82" fmla="*/ 7893146 h 9456078"/>
              <a:gd name="connsiteX83" fmla="*/ 3728240 w 13158799"/>
              <a:gd name="connsiteY83" fmla="*/ 7857501 h 9456078"/>
              <a:gd name="connsiteX84" fmla="*/ 3762171 w 13158799"/>
              <a:gd name="connsiteY84" fmla="*/ 7821497 h 9456078"/>
              <a:gd name="connsiteX85" fmla="*/ 3795783 w 13158799"/>
              <a:gd name="connsiteY85" fmla="*/ 7785136 h 9456078"/>
              <a:gd name="connsiteX86" fmla="*/ 3829075 w 13158799"/>
              <a:gd name="connsiteY86" fmla="*/ 7748420 h 9456078"/>
              <a:gd name="connsiteX87" fmla="*/ 3862042 w 13158799"/>
              <a:gd name="connsiteY87" fmla="*/ 7711350 h 9456078"/>
              <a:gd name="connsiteX88" fmla="*/ 3894682 w 13158799"/>
              <a:gd name="connsiteY88" fmla="*/ 7673928 h 9456078"/>
              <a:gd name="connsiteX89" fmla="*/ 3926991 w 13158799"/>
              <a:gd name="connsiteY89" fmla="*/ 7636155 h 9456078"/>
              <a:gd name="connsiteX90" fmla="*/ 3958967 w 13158799"/>
              <a:gd name="connsiteY90" fmla="*/ 7598032 h 9456078"/>
              <a:gd name="connsiteX91" fmla="*/ 3990607 w 13158799"/>
              <a:gd name="connsiteY91" fmla="*/ 7559561 h 9456078"/>
              <a:gd name="connsiteX92" fmla="*/ 4021907 w 13158799"/>
              <a:gd name="connsiteY92" fmla="*/ 7520744 h 9456078"/>
              <a:gd name="connsiteX93" fmla="*/ 4052865 w 13158799"/>
              <a:gd name="connsiteY93" fmla="*/ 7481582 h 9456078"/>
              <a:gd name="connsiteX94" fmla="*/ 4083478 w 13158799"/>
              <a:gd name="connsiteY94" fmla="*/ 7442077 h 9456078"/>
              <a:gd name="connsiteX95" fmla="*/ 8022311 w 13158799"/>
              <a:gd name="connsiteY95" fmla="*/ 2307814 h 9456078"/>
              <a:gd name="connsiteX96" fmla="*/ 8052902 w 13158799"/>
              <a:gd name="connsiteY96" fmla="*/ 2268285 h 9456078"/>
              <a:gd name="connsiteX97" fmla="*/ 8083796 w 13158799"/>
              <a:gd name="connsiteY97" fmla="*/ 2229056 h 9456078"/>
              <a:gd name="connsiteX98" fmla="*/ 8114989 w 13158799"/>
              <a:gd name="connsiteY98" fmla="*/ 2190127 h 9456078"/>
              <a:gd name="connsiteX99" fmla="*/ 8146479 w 13158799"/>
              <a:gd name="connsiteY99" fmla="*/ 2151500 h 9456078"/>
              <a:gd name="connsiteX100" fmla="*/ 8178264 w 13158799"/>
              <a:gd name="connsiteY100" fmla="*/ 2113176 h 9456078"/>
              <a:gd name="connsiteX101" fmla="*/ 8210341 w 13158799"/>
              <a:gd name="connsiteY101" fmla="*/ 2075157 h 9456078"/>
              <a:gd name="connsiteX102" fmla="*/ 8242709 w 13158799"/>
              <a:gd name="connsiteY102" fmla="*/ 2037442 h 9456078"/>
              <a:gd name="connsiteX103" fmla="*/ 8275365 w 13158799"/>
              <a:gd name="connsiteY103" fmla="*/ 2000034 h 9456078"/>
              <a:gd name="connsiteX104" fmla="*/ 8308307 w 13158799"/>
              <a:gd name="connsiteY104" fmla="*/ 1962934 h 9456078"/>
              <a:gd name="connsiteX105" fmla="*/ 8341532 w 13158799"/>
              <a:gd name="connsiteY105" fmla="*/ 1926142 h 9456078"/>
              <a:gd name="connsiteX106" fmla="*/ 8375038 w 13158799"/>
              <a:gd name="connsiteY106" fmla="*/ 1889660 h 9456078"/>
              <a:gd name="connsiteX107" fmla="*/ 8408823 w 13158799"/>
              <a:gd name="connsiteY107" fmla="*/ 1853489 h 9456078"/>
              <a:gd name="connsiteX108" fmla="*/ 8442885 w 13158799"/>
              <a:gd name="connsiteY108" fmla="*/ 1817630 h 9456078"/>
              <a:gd name="connsiteX109" fmla="*/ 8477221 w 13158799"/>
              <a:gd name="connsiteY109" fmla="*/ 1782084 h 9456078"/>
              <a:gd name="connsiteX110" fmla="*/ 8511829 w 13158799"/>
              <a:gd name="connsiteY110" fmla="*/ 1746853 h 9456078"/>
              <a:gd name="connsiteX111" fmla="*/ 8546706 w 13158799"/>
              <a:gd name="connsiteY111" fmla="*/ 1711937 h 9456078"/>
              <a:gd name="connsiteX112" fmla="*/ 8581851 w 13158799"/>
              <a:gd name="connsiteY112" fmla="*/ 1677337 h 9456078"/>
              <a:gd name="connsiteX113" fmla="*/ 8617261 w 13158799"/>
              <a:gd name="connsiteY113" fmla="*/ 1643056 h 9456078"/>
              <a:gd name="connsiteX114" fmla="*/ 8652934 w 13158799"/>
              <a:gd name="connsiteY114" fmla="*/ 1609093 h 9456078"/>
              <a:gd name="connsiteX115" fmla="*/ 8688867 w 13158799"/>
              <a:gd name="connsiteY115" fmla="*/ 1575450 h 9456078"/>
              <a:gd name="connsiteX116" fmla="*/ 8725058 w 13158799"/>
              <a:gd name="connsiteY116" fmla="*/ 1542128 h 9456078"/>
              <a:gd name="connsiteX117" fmla="*/ 8761506 w 13158799"/>
              <a:gd name="connsiteY117" fmla="*/ 1509129 h 9456078"/>
              <a:gd name="connsiteX118" fmla="*/ 8798207 w 13158799"/>
              <a:gd name="connsiteY118" fmla="*/ 1476452 h 9456078"/>
              <a:gd name="connsiteX119" fmla="*/ 8835159 w 13158799"/>
              <a:gd name="connsiteY119" fmla="*/ 1444101 h 9456078"/>
              <a:gd name="connsiteX120" fmla="*/ 8872360 w 13158799"/>
              <a:gd name="connsiteY120" fmla="*/ 1412075 h 9456078"/>
              <a:gd name="connsiteX121" fmla="*/ 8909808 w 13158799"/>
              <a:gd name="connsiteY121" fmla="*/ 1380375 h 9456078"/>
              <a:gd name="connsiteX122" fmla="*/ 8947501 w 13158799"/>
              <a:gd name="connsiteY122" fmla="*/ 1349004 h 9456078"/>
              <a:gd name="connsiteX123" fmla="*/ 8985435 w 13158799"/>
              <a:gd name="connsiteY123" fmla="*/ 1317962 h 9456078"/>
              <a:gd name="connsiteX124" fmla="*/ 9023610 w 13158799"/>
              <a:gd name="connsiteY124" fmla="*/ 1287250 h 9456078"/>
              <a:gd name="connsiteX125" fmla="*/ 9062022 w 13158799"/>
              <a:gd name="connsiteY125" fmla="*/ 1256869 h 9456078"/>
              <a:gd name="connsiteX126" fmla="*/ 9100669 w 13158799"/>
              <a:gd name="connsiteY126" fmla="*/ 1226820 h 9456078"/>
              <a:gd name="connsiteX127" fmla="*/ 9139549 w 13158799"/>
              <a:gd name="connsiteY127" fmla="*/ 1197105 h 9456078"/>
              <a:gd name="connsiteX128" fmla="*/ 9178660 w 13158799"/>
              <a:gd name="connsiteY128" fmla="*/ 1167725 h 9456078"/>
              <a:gd name="connsiteX129" fmla="*/ 9217999 w 13158799"/>
              <a:gd name="connsiteY129" fmla="*/ 1138681 h 9456078"/>
              <a:gd name="connsiteX130" fmla="*/ 9257564 w 13158799"/>
              <a:gd name="connsiteY130" fmla="*/ 1109974 h 9456078"/>
              <a:gd name="connsiteX131" fmla="*/ 9297353 w 13158799"/>
              <a:gd name="connsiteY131" fmla="*/ 1081604 h 9456078"/>
              <a:gd name="connsiteX132" fmla="*/ 9337364 w 13158799"/>
              <a:gd name="connsiteY132" fmla="*/ 1053574 h 9456078"/>
              <a:gd name="connsiteX133" fmla="*/ 9377594 w 13158799"/>
              <a:gd name="connsiteY133" fmla="*/ 1025884 h 9456078"/>
              <a:gd name="connsiteX134" fmla="*/ 9418040 w 13158799"/>
              <a:gd name="connsiteY134" fmla="*/ 998536 h 9456078"/>
              <a:gd name="connsiteX135" fmla="*/ 9458702 w 13158799"/>
              <a:gd name="connsiteY135" fmla="*/ 971530 h 9456078"/>
              <a:gd name="connsiteX136" fmla="*/ 9499575 w 13158799"/>
              <a:gd name="connsiteY136" fmla="*/ 944868 h 9456078"/>
              <a:gd name="connsiteX137" fmla="*/ 9540659 w 13158799"/>
              <a:gd name="connsiteY137" fmla="*/ 918551 h 9456078"/>
              <a:gd name="connsiteX138" fmla="*/ 9581950 w 13158799"/>
              <a:gd name="connsiteY138" fmla="*/ 892580 h 9456078"/>
              <a:gd name="connsiteX139" fmla="*/ 9623447 w 13158799"/>
              <a:gd name="connsiteY139" fmla="*/ 866956 h 9456078"/>
              <a:gd name="connsiteX140" fmla="*/ 9665147 w 13158799"/>
              <a:gd name="connsiteY140" fmla="*/ 841681 h 9456078"/>
              <a:gd name="connsiteX141" fmla="*/ 9707048 w 13158799"/>
              <a:gd name="connsiteY141" fmla="*/ 816754 h 9456078"/>
              <a:gd name="connsiteX142" fmla="*/ 9749147 w 13158799"/>
              <a:gd name="connsiteY142" fmla="*/ 792179 h 9456078"/>
              <a:gd name="connsiteX143" fmla="*/ 9791443 w 13158799"/>
              <a:gd name="connsiteY143" fmla="*/ 767955 h 9456078"/>
              <a:gd name="connsiteX144" fmla="*/ 9833932 w 13158799"/>
              <a:gd name="connsiteY144" fmla="*/ 744083 h 9456078"/>
              <a:gd name="connsiteX145" fmla="*/ 9876613 w 13158799"/>
              <a:gd name="connsiteY145" fmla="*/ 720566 h 9456078"/>
              <a:gd name="connsiteX146" fmla="*/ 9919484 w 13158799"/>
              <a:gd name="connsiteY146" fmla="*/ 697404 h 9456078"/>
              <a:gd name="connsiteX147" fmla="*/ 9962542 w 13158799"/>
              <a:gd name="connsiteY147" fmla="*/ 674598 h 9456078"/>
              <a:gd name="connsiteX148" fmla="*/ 10005784 w 13158799"/>
              <a:gd name="connsiteY148" fmla="*/ 652149 h 9456078"/>
              <a:gd name="connsiteX149" fmla="*/ 10049209 w 13158799"/>
              <a:gd name="connsiteY149" fmla="*/ 630059 h 9456078"/>
              <a:gd name="connsiteX150" fmla="*/ 10092814 w 13158799"/>
              <a:gd name="connsiteY150" fmla="*/ 608328 h 9456078"/>
              <a:gd name="connsiteX151" fmla="*/ 10136597 w 13158799"/>
              <a:gd name="connsiteY151" fmla="*/ 586958 h 9456078"/>
              <a:gd name="connsiteX152" fmla="*/ 10180556 w 13158799"/>
              <a:gd name="connsiteY152" fmla="*/ 565950 h 9456078"/>
              <a:gd name="connsiteX153" fmla="*/ 10224688 w 13158799"/>
              <a:gd name="connsiteY153" fmla="*/ 545304 h 9456078"/>
              <a:gd name="connsiteX154" fmla="*/ 10268991 w 13158799"/>
              <a:gd name="connsiteY154" fmla="*/ 525023 h 9456078"/>
              <a:gd name="connsiteX155" fmla="*/ 10313463 w 13158799"/>
              <a:gd name="connsiteY155" fmla="*/ 505107 h 9456078"/>
              <a:gd name="connsiteX156" fmla="*/ 10358101 w 13158799"/>
              <a:gd name="connsiteY156" fmla="*/ 485558 h 9456078"/>
              <a:gd name="connsiteX157" fmla="*/ 10402903 w 13158799"/>
              <a:gd name="connsiteY157" fmla="*/ 466376 h 9456078"/>
              <a:gd name="connsiteX158" fmla="*/ 10447868 w 13158799"/>
              <a:gd name="connsiteY158" fmla="*/ 447563 h 9456078"/>
              <a:gd name="connsiteX159" fmla="*/ 10492991 w 13158799"/>
              <a:gd name="connsiteY159" fmla="*/ 429119 h 9456078"/>
              <a:gd name="connsiteX160" fmla="*/ 10538272 w 13158799"/>
              <a:gd name="connsiteY160" fmla="*/ 411046 h 9456078"/>
              <a:gd name="connsiteX161" fmla="*/ 10583708 w 13158799"/>
              <a:gd name="connsiteY161" fmla="*/ 393346 h 9456078"/>
              <a:gd name="connsiteX162" fmla="*/ 10629297 w 13158799"/>
              <a:gd name="connsiteY162" fmla="*/ 376018 h 9456078"/>
              <a:gd name="connsiteX163" fmla="*/ 10675036 w 13158799"/>
              <a:gd name="connsiteY163" fmla="*/ 359065 h 9456078"/>
              <a:gd name="connsiteX164" fmla="*/ 10720923 w 13158799"/>
              <a:gd name="connsiteY164" fmla="*/ 342487 h 9456078"/>
              <a:gd name="connsiteX165" fmla="*/ 10766956 w 13158799"/>
              <a:gd name="connsiteY165" fmla="*/ 326286 h 9456078"/>
              <a:gd name="connsiteX166" fmla="*/ 10813132 w 13158799"/>
              <a:gd name="connsiteY166" fmla="*/ 310462 h 9456078"/>
              <a:gd name="connsiteX167" fmla="*/ 10859450 w 13158799"/>
              <a:gd name="connsiteY167" fmla="*/ 295018 h 9456078"/>
              <a:gd name="connsiteX168" fmla="*/ 10905907 w 13158799"/>
              <a:gd name="connsiteY168" fmla="*/ 279953 h 9456078"/>
              <a:gd name="connsiteX169" fmla="*/ 10952500 w 13158799"/>
              <a:gd name="connsiteY169" fmla="*/ 265269 h 9456078"/>
              <a:gd name="connsiteX170" fmla="*/ 10999227 w 13158799"/>
              <a:gd name="connsiteY170" fmla="*/ 250968 h 9456078"/>
              <a:gd name="connsiteX171" fmla="*/ 11046087 w 13158799"/>
              <a:gd name="connsiteY171" fmla="*/ 237049 h 9456078"/>
              <a:gd name="connsiteX172" fmla="*/ 11093076 w 13158799"/>
              <a:gd name="connsiteY172" fmla="*/ 223516 h 9456078"/>
              <a:gd name="connsiteX173" fmla="*/ 11140193 w 13158799"/>
              <a:gd name="connsiteY173" fmla="*/ 210368 h 9456078"/>
              <a:gd name="connsiteX174" fmla="*/ 11187434 w 13158799"/>
              <a:gd name="connsiteY174" fmla="*/ 197606 h 9456078"/>
              <a:gd name="connsiteX175" fmla="*/ 11234799 w 13158799"/>
              <a:gd name="connsiteY175" fmla="*/ 185233 h 9456078"/>
              <a:gd name="connsiteX176" fmla="*/ 11282284 w 13158799"/>
              <a:gd name="connsiteY176" fmla="*/ 173248 h 9456078"/>
              <a:gd name="connsiteX177" fmla="*/ 11329888 w 13158799"/>
              <a:gd name="connsiteY177" fmla="*/ 161654 h 9456078"/>
              <a:gd name="connsiteX178" fmla="*/ 11377607 w 13158799"/>
              <a:gd name="connsiteY178" fmla="*/ 150451 h 9456078"/>
              <a:gd name="connsiteX179" fmla="*/ 11425440 w 13158799"/>
              <a:gd name="connsiteY179" fmla="*/ 139640 h 9456078"/>
              <a:gd name="connsiteX180" fmla="*/ 11473385 w 13158799"/>
              <a:gd name="connsiteY180" fmla="*/ 129223 h 9456078"/>
              <a:gd name="connsiteX181" fmla="*/ 11521439 w 13158799"/>
              <a:gd name="connsiteY181" fmla="*/ 119201 h 9456078"/>
              <a:gd name="connsiteX182" fmla="*/ 11569599 w 13158799"/>
              <a:gd name="connsiteY182" fmla="*/ 109574 h 9456078"/>
              <a:gd name="connsiteX183" fmla="*/ 11617864 w 13158799"/>
              <a:gd name="connsiteY183" fmla="*/ 100344 h 9456078"/>
              <a:gd name="connsiteX184" fmla="*/ 11666231 w 13158799"/>
              <a:gd name="connsiteY184" fmla="*/ 91512 h 9456078"/>
              <a:gd name="connsiteX185" fmla="*/ 11714698 w 13158799"/>
              <a:gd name="connsiteY185" fmla="*/ 83080 h 9456078"/>
              <a:gd name="connsiteX186" fmla="*/ 11763263 w 13158799"/>
              <a:gd name="connsiteY186" fmla="*/ 75047 h 9456078"/>
              <a:gd name="connsiteX187" fmla="*/ 11811923 w 13158799"/>
              <a:gd name="connsiteY187" fmla="*/ 67417 h 9456078"/>
              <a:gd name="connsiteX188" fmla="*/ 11860676 w 13158799"/>
              <a:gd name="connsiteY188" fmla="*/ 60188 h 9456078"/>
              <a:gd name="connsiteX189" fmla="*/ 11909519 w 13158799"/>
              <a:gd name="connsiteY189" fmla="*/ 53364 h 9456078"/>
              <a:gd name="connsiteX190" fmla="*/ 11958451 w 13158799"/>
              <a:gd name="connsiteY190" fmla="*/ 46944 h 9456078"/>
              <a:gd name="connsiteX191" fmla="*/ 12007470 w 13158799"/>
              <a:gd name="connsiteY191" fmla="*/ 40931 h 9456078"/>
              <a:gd name="connsiteX192" fmla="*/ 12056572 w 13158799"/>
              <a:gd name="connsiteY192" fmla="*/ 35324 h 9456078"/>
              <a:gd name="connsiteX193" fmla="*/ 12105756 w 13158799"/>
              <a:gd name="connsiteY193" fmla="*/ 30126 h 9456078"/>
              <a:gd name="connsiteX194" fmla="*/ 12155019 w 13158799"/>
              <a:gd name="connsiteY194" fmla="*/ 25337 h 9456078"/>
              <a:gd name="connsiteX195" fmla="*/ 12204359 w 13158799"/>
              <a:gd name="connsiteY195" fmla="*/ 20958 h 9456078"/>
              <a:gd name="connsiteX196" fmla="*/ 12253773 w 13158799"/>
              <a:gd name="connsiteY196" fmla="*/ 16991 h 9456078"/>
              <a:gd name="connsiteX197" fmla="*/ 12303260 w 13158799"/>
              <a:gd name="connsiteY197" fmla="*/ 13437 h 9456078"/>
              <a:gd name="connsiteX198" fmla="*/ 12352818 w 13158799"/>
              <a:gd name="connsiteY198" fmla="*/ 10297 h 9456078"/>
              <a:gd name="connsiteX199" fmla="*/ 12402443 w 13158799"/>
              <a:gd name="connsiteY199" fmla="*/ 7572 h 9456078"/>
              <a:gd name="connsiteX200" fmla="*/ 12452133 w 13158799"/>
              <a:gd name="connsiteY200" fmla="*/ 5263 h 9456078"/>
              <a:gd name="connsiteX201" fmla="*/ 12501887 w 13158799"/>
              <a:gd name="connsiteY201" fmla="*/ 3371 h 9456078"/>
              <a:gd name="connsiteX202" fmla="*/ 12551701 w 13158799"/>
              <a:gd name="connsiteY202" fmla="*/ 1898 h 9456078"/>
              <a:gd name="connsiteX203" fmla="*/ 12601574 w 13158799"/>
              <a:gd name="connsiteY203" fmla="*/ 844 h 9456078"/>
              <a:gd name="connsiteX204" fmla="*/ 12651504 w 13158799"/>
              <a:gd name="connsiteY204" fmla="*/ 211 h 9456078"/>
              <a:gd name="connsiteX205" fmla="*/ 12701487 w 13158799"/>
              <a:gd name="connsiteY205" fmla="*/ 0 h 9456078"/>
              <a:gd name="connsiteX206" fmla="*/ 13158798 w 13158799"/>
              <a:gd name="connsiteY206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76172 w 13158797"/>
              <a:gd name="connsiteY22" fmla="*/ 9319936 h 9456078"/>
              <a:gd name="connsiteX23" fmla="*/ 1223823 w 13158797"/>
              <a:gd name="connsiteY23" fmla="*/ 9308509 h 9456078"/>
              <a:gd name="connsiteX24" fmla="*/ 1271339 w 13158797"/>
              <a:gd name="connsiteY24" fmla="*/ 9296635 h 9456078"/>
              <a:gd name="connsiteX25" fmla="*/ 1318719 w 13158797"/>
              <a:gd name="connsiteY25" fmla="*/ 9284315 h 9456078"/>
              <a:gd name="connsiteX26" fmla="*/ 1365957 w 13158797"/>
              <a:gd name="connsiteY26" fmla="*/ 9271550 h 9456078"/>
              <a:gd name="connsiteX27" fmla="*/ 1413052 w 13158797"/>
              <a:gd name="connsiteY27" fmla="*/ 9258342 h 9456078"/>
              <a:gd name="connsiteX28" fmla="*/ 1460000 w 13158797"/>
              <a:gd name="connsiteY28" fmla="*/ 9244693 h 9456078"/>
              <a:gd name="connsiteX29" fmla="*/ 1506799 w 13158797"/>
              <a:gd name="connsiteY29" fmla="*/ 9230604 h 9456078"/>
              <a:gd name="connsiteX30" fmla="*/ 1553445 w 13158797"/>
              <a:gd name="connsiteY30" fmla="*/ 9216076 h 9456078"/>
              <a:gd name="connsiteX31" fmla="*/ 1599935 w 13158797"/>
              <a:gd name="connsiteY31" fmla="*/ 9201111 h 9456078"/>
              <a:gd name="connsiteX32" fmla="*/ 1646267 w 13158797"/>
              <a:gd name="connsiteY32" fmla="*/ 9185710 h 9456078"/>
              <a:gd name="connsiteX33" fmla="*/ 1692437 w 13158797"/>
              <a:gd name="connsiteY33" fmla="*/ 9169876 h 9456078"/>
              <a:gd name="connsiteX34" fmla="*/ 1738442 w 13158797"/>
              <a:gd name="connsiteY34" fmla="*/ 9153608 h 9456078"/>
              <a:gd name="connsiteX35" fmla="*/ 1784280 w 13158797"/>
              <a:gd name="connsiteY35" fmla="*/ 9136910 h 9456078"/>
              <a:gd name="connsiteX36" fmla="*/ 1829947 w 13158797"/>
              <a:gd name="connsiteY36" fmla="*/ 9119782 h 9456078"/>
              <a:gd name="connsiteX37" fmla="*/ 1875440 w 13158797"/>
              <a:gd name="connsiteY37" fmla="*/ 9102226 h 9456078"/>
              <a:gd name="connsiteX38" fmla="*/ 1920756 w 13158797"/>
              <a:gd name="connsiteY38" fmla="*/ 9084243 h 9456078"/>
              <a:gd name="connsiteX39" fmla="*/ 1965893 w 13158797"/>
              <a:gd name="connsiteY39" fmla="*/ 9065835 h 9456078"/>
              <a:gd name="connsiteX40" fmla="*/ 2055615 w 13158797"/>
              <a:gd name="connsiteY40" fmla="*/ 9027750 h 9456078"/>
              <a:gd name="connsiteX41" fmla="*/ 2100195 w 13158797"/>
              <a:gd name="connsiteY41" fmla="*/ 9008075 h 9456078"/>
              <a:gd name="connsiteX42" fmla="*/ 2144582 w 13158797"/>
              <a:gd name="connsiteY42" fmla="*/ 8987981 h 9456078"/>
              <a:gd name="connsiteX43" fmla="*/ 2188775 w 13158797"/>
              <a:gd name="connsiteY43" fmla="*/ 8967470 h 9456078"/>
              <a:gd name="connsiteX44" fmla="*/ 2232770 w 13158797"/>
              <a:gd name="connsiteY44" fmla="*/ 8946542 h 9456078"/>
              <a:gd name="connsiteX45" fmla="*/ 2276564 w 13158797"/>
              <a:gd name="connsiteY45" fmla="*/ 8925199 h 9456078"/>
              <a:gd name="connsiteX46" fmla="*/ 2320154 w 13158797"/>
              <a:gd name="connsiteY46" fmla="*/ 8903443 h 9456078"/>
              <a:gd name="connsiteX47" fmla="*/ 2363538 w 13158797"/>
              <a:gd name="connsiteY47" fmla="*/ 8881275 h 9456078"/>
              <a:gd name="connsiteX48" fmla="*/ 2406711 w 13158797"/>
              <a:gd name="connsiteY48" fmla="*/ 8858697 h 9456078"/>
              <a:gd name="connsiteX49" fmla="*/ 2449672 w 13158797"/>
              <a:gd name="connsiteY49" fmla="*/ 8835710 h 9456078"/>
              <a:gd name="connsiteX50" fmla="*/ 2492417 w 13158797"/>
              <a:gd name="connsiteY50" fmla="*/ 8812316 h 9456078"/>
              <a:gd name="connsiteX51" fmla="*/ 2534943 w 13158797"/>
              <a:gd name="connsiteY51" fmla="*/ 8788516 h 9456078"/>
              <a:gd name="connsiteX52" fmla="*/ 2577247 w 13158797"/>
              <a:gd name="connsiteY52" fmla="*/ 8764311 h 9456078"/>
              <a:gd name="connsiteX53" fmla="*/ 2619326 w 13158797"/>
              <a:gd name="connsiteY53" fmla="*/ 8739704 h 9456078"/>
              <a:gd name="connsiteX54" fmla="*/ 2661177 w 13158797"/>
              <a:gd name="connsiteY54" fmla="*/ 8714695 h 9456078"/>
              <a:gd name="connsiteX55" fmla="*/ 2702797 w 13158797"/>
              <a:gd name="connsiteY55" fmla="*/ 8689286 h 9456078"/>
              <a:gd name="connsiteX56" fmla="*/ 2744183 w 13158797"/>
              <a:gd name="connsiteY56" fmla="*/ 8663479 h 9456078"/>
              <a:gd name="connsiteX57" fmla="*/ 2785333 w 13158797"/>
              <a:gd name="connsiteY57" fmla="*/ 8637274 h 9456078"/>
              <a:gd name="connsiteX58" fmla="*/ 2826242 w 13158797"/>
              <a:gd name="connsiteY58" fmla="*/ 8610675 h 9456078"/>
              <a:gd name="connsiteX59" fmla="*/ 2866908 w 13158797"/>
              <a:gd name="connsiteY59" fmla="*/ 8583681 h 9456078"/>
              <a:gd name="connsiteX60" fmla="*/ 2907329 w 13158797"/>
              <a:gd name="connsiteY60" fmla="*/ 8556295 h 9456078"/>
              <a:gd name="connsiteX61" fmla="*/ 2947500 w 13158797"/>
              <a:gd name="connsiteY61" fmla="*/ 8528517 h 9456078"/>
              <a:gd name="connsiteX62" fmla="*/ 2987419 w 13158797"/>
              <a:gd name="connsiteY62" fmla="*/ 8500351 h 9456078"/>
              <a:gd name="connsiteX63" fmla="*/ 3027083 w 13158797"/>
              <a:gd name="connsiteY63" fmla="*/ 8471796 h 9456078"/>
              <a:gd name="connsiteX64" fmla="*/ 3066489 w 13158797"/>
              <a:gd name="connsiteY64" fmla="*/ 8442854 h 9456078"/>
              <a:gd name="connsiteX65" fmla="*/ 3105634 w 13158797"/>
              <a:gd name="connsiteY65" fmla="*/ 8413528 h 9456078"/>
              <a:gd name="connsiteX66" fmla="*/ 3144515 w 13158797"/>
              <a:gd name="connsiteY66" fmla="*/ 8383818 h 9456078"/>
              <a:gd name="connsiteX67" fmla="*/ 3183129 w 13158797"/>
              <a:gd name="connsiteY67" fmla="*/ 8353726 h 9456078"/>
              <a:gd name="connsiteX68" fmla="*/ 3221473 w 13158797"/>
              <a:gd name="connsiteY68" fmla="*/ 8323253 h 9456078"/>
              <a:gd name="connsiteX69" fmla="*/ 3259544 w 13158797"/>
              <a:gd name="connsiteY69" fmla="*/ 8292401 h 9456078"/>
              <a:gd name="connsiteX70" fmla="*/ 3297339 w 13158797"/>
              <a:gd name="connsiteY70" fmla="*/ 8261172 h 9456078"/>
              <a:gd name="connsiteX71" fmla="*/ 3334854 w 13158797"/>
              <a:gd name="connsiteY71" fmla="*/ 8229566 h 9456078"/>
              <a:gd name="connsiteX72" fmla="*/ 3372087 w 13158797"/>
              <a:gd name="connsiteY72" fmla="*/ 8197585 h 9456078"/>
              <a:gd name="connsiteX73" fmla="*/ 3409035 w 13158797"/>
              <a:gd name="connsiteY73" fmla="*/ 8165232 h 9456078"/>
              <a:gd name="connsiteX74" fmla="*/ 3445695 w 13158797"/>
              <a:gd name="connsiteY74" fmla="*/ 8132507 h 9456078"/>
              <a:gd name="connsiteX75" fmla="*/ 3482064 w 13158797"/>
              <a:gd name="connsiteY75" fmla="*/ 8099411 h 9456078"/>
              <a:gd name="connsiteX76" fmla="*/ 3518139 w 13158797"/>
              <a:gd name="connsiteY76" fmla="*/ 8065947 h 9456078"/>
              <a:gd name="connsiteX77" fmla="*/ 3553916 w 13158797"/>
              <a:gd name="connsiteY77" fmla="*/ 8032115 h 9456078"/>
              <a:gd name="connsiteX78" fmla="*/ 3589393 w 13158797"/>
              <a:gd name="connsiteY78" fmla="*/ 7997918 h 9456078"/>
              <a:gd name="connsiteX79" fmla="*/ 3624567 w 13158797"/>
              <a:gd name="connsiteY79" fmla="*/ 7963356 h 9456078"/>
              <a:gd name="connsiteX80" fmla="*/ 3659435 w 13158797"/>
              <a:gd name="connsiteY80" fmla="*/ 7928432 h 9456078"/>
              <a:gd name="connsiteX81" fmla="*/ 3693994 w 13158797"/>
              <a:gd name="connsiteY81" fmla="*/ 7893146 h 9456078"/>
              <a:gd name="connsiteX82" fmla="*/ 3728240 w 13158797"/>
              <a:gd name="connsiteY82" fmla="*/ 7857501 h 9456078"/>
              <a:gd name="connsiteX83" fmla="*/ 3762171 w 13158797"/>
              <a:gd name="connsiteY83" fmla="*/ 7821497 h 9456078"/>
              <a:gd name="connsiteX84" fmla="*/ 3795783 w 13158797"/>
              <a:gd name="connsiteY84" fmla="*/ 7785136 h 9456078"/>
              <a:gd name="connsiteX85" fmla="*/ 3829075 w 13158797"/>
              <a:gd name="connsiteY85" fmla="*/ 7748420 h 9456078"/>
              <a:gd name="connsiteX86" fmla="*/ 3862042 w 13158797"/>
              <a:gd name="connsiteY86" fmla="*/ 7711350 h 9456078"/>
              <a:gd name="connsiteX87" fmla="*/ 3894682 w 13158797"/>
              <a:gd name="connsiteY87" fmla="*/ 7673928 h 9456078"/>
              <a:gd name="connsiteX88" fmla="*/ 3926991 w 13158797"/>
              <a:gd name="connsiteY88" fmla="*/ 7636155 h 9456078"/>
              <a:gd name="connsiteX89" fmla="*/ 3958967 w 13158797"/>
              <a:gd name="connsiteY89" fmla="*/ 7598032 h 9456078"/>
              <a:gd name="connsiteX90" fmla="*/ 3990607 w 13158797"/>
              <a:gd name="connsiteY90" fmla="*/ 7559561 h 9456078"/>
              <a:gd name="connsiteX91" fmla="*/ 4021907 w 13158797"/>
              <a:gd name="connsiteY91" fmla="*/ 7520744 h 9456078"/>
              <a:gd name="connsiteX92" fmla="*/ 4052865 w 13158797"/>
              <a:gd name="connsiteY92" fmla="*/ 7481582 h 9456078"/>
              <a:gd name="connsiteX93" fmla="*/ 4083478 w 13158797"/>
              <a:gd name="connsiteY93" fmla="*/ 7442077 h 9456078"/>
              <a:gd name="connsiteX94" fmla="*/ 8022311 w 13158797"/>
              <a:gd name="connsiteY94" fmla="*/ 2307814 h 9456078"/>
              <a:gd name="connsiteX95" fmla="*/ 8052902 w 13158797"/>
              <a:gd name="connsiteY95" fmla="*/ 2268285 h 9456078"/>
              <a:gd name="connsiteX96" fmla="*/ 8083796 w 13158797"/>
              <a:gd name="connsiteY96" fmla="*/ 2229056 h 9456078"/>
              <a:gd name="connsiteX97" fmla="*/ 8114989 w 13158797"/>
              <a:gd name="connsiteY97" fmla="*/ 2190127 h 9456078"/>
              <a:gd name="connsiteX98" fmla="*/ 8146479 w 13158797"/>
              <a:gd name="connsiteY98" fmla="*/ 2151500 h 9456078"/>
              <a:gd name="connsiteX99" fmla="*/ 8178264 w 13158797"/>
              <a:gd name="connsiteY99" fmla="*/ 2113176 h 9456078"/>
              <a:gd name="connsiteX100" fmla="*/ 8210341 w 13158797"/>
              <a:gd name="connsiteY100" fmla="*/ 2075157 h 9456078"/>
              <a:gd name="connsiteX101" fmla="*/ 8242709 w 13158797"/>
              <a:gd name="connsiteY101" fmla="*/ 2037442 h 9456078"/>
              <a:gd name="connsiteX102" fmla="*/ 8275365 w 13158797"/>
              <a:gd name="connsiteY102" fmla="*/ 2000034 h 9456078"/>
              <a:gd name="connsiteX103" fmla="*/ 8308307 w 13158797"/>
              <a:gd name="connsiteY103" fmla="*/ 1962934 h 9456078"/>
              <a:gd name="connsiteX104" fmla="*/ 8341532 w 13158797"/>
              <a:gd name="connsiteY104" fmla="*/ 1926142 h 9456078"/>
              <a:gd name="connsiteX105" fmla="*/ 8375038 w 13158797"/>
              <a:gd name="connsiteY105" fmla="*/ 1889660 h 9456078"/>
              <a:gd name="connsiteX106" fmla="*/ 8408823 w 13158797"/>
              <a:gd name="connsiteY106" fmla="*/ 1853489 h 9456078"/>
              <a:gd name="connsiteX107" fmla="*/ 8442885 w 13158797"/>
              <a:gd name="connsiteY107" fmla="*/ 1817630 h 9456078"/>
              <a:gd name="connsiteX108" fmla="*/ 8477221 w 13158797"/>
              <a:gd name="connsiteY108" fmla="*/ 1782084 h 9456078"/>
              <a:gd name="connsiteX109" fmla="*/ 8511829 w 13158797"/>
              <a:gd name="connsiteY109" fmla="*/ 1746853 h 9456078"/>
              <a:gd name="connsiteX110" fmla="*/ 8546706 w 13158797"/>
              <a:gd name="connsiteY110" fmla="*/ 1711937 h 9456078"/>
              <a:gd name="connsiteX111" fmla="*/ 8581851 w 13158797"/>
              <a:gd name="connsiteY111" fmla="*/ 1677337 h 9456078"/>
              <a:gd name="connsiteX112" fmla="*/ 8617261 w 13158797"/>
              <a:gd name="connsiteY112" fmla="*/ 1643056 h 9456078"/>
              <a:gd name="connsiteX113" fmla="*/ 8652934 w 13158797"/>
              <a:gd name="connsiteY113" fmla="*/ 1609093 h 9456078"/>
              <a:gd name="connsiteX114" fmla="*/ 8688867 w 13158797"/>
              <a:gd name="connsiteY114" fmla="*/ 1575450 h 9456078"/>
              <a:gd name="connsiteX115" fmla="*/ 8725058 w 13158797"/>
              <a:gd name="connsiteY115" fmla="*/ 1542128 h 9456078"/>
              <a:gd name="connsiteX116" fmla="*/ 8761506 w 13158797"/>
              <a:gd name="connsiteY116" fmla="*/ 1509129 h 9456078"/>
              <a:gd name="connsiteX117" fmla="*/ 8798207 w 13158797"/>
              <a:gd name="connsiteY117" fmla="*/ 1476452 h 9456078"/>
              <a:gd name="connsiteX118" fmla="*/ 8835159 w 13158797"/>
              <a:gd name="connsiteY118" fmla="*/ 1444101 h 9456078"/>
              <a:gd name="connsiteX119" fmla="*/ 8872360 w 13158797"/>
              <a:gd name="connsiteY119" fmla="*/ 1412075 h 9456078"/>
              <a:gd name="connsiteX120" fmla="*/ 8909808 w 13158797"/>
              <a:gd name="connsiteY120" fmla="*/ 1380375 h 9456078"/>
              <a:gd name="connsiteX121" fmla="*/ 8947501 w 13158797"/>
              <a:gd name="connsiteY121" fmla="*/ 1349004 h 9456078"/>
              <a:gd name="connsiteX122" fmla="*/ 8985435 w 13158797"/>
              <a:gd name="connsiteY122" fmla="*/ 1317962 h 9456078"/>
              <a:gd name="connsiteX123" fmla="*/ 9023610 w 13158797"/>
              <a:gd name="connsiteY123" fmla="*/ 1287250 h 9456078"/>
              <a:gd name="connsiteX124" fmla="*/ 9062022 w 13158797"/>
              <a:gd name="connsiteY124" fmla="*/ 1256869 h 9456078"/>
              <a:gd name="connsiteX125" fmla="*/ 9100669 w 13158797"/>
              <a:gd name="connsiteY125" fmla="*/ 1226820 h 9456078"/>
              <a:gd name="connsiteX126" fmla="*/ 9139549 w 13158797"/>
              <a:gd name="connsiteY126" fmla="*/ 1197105 h 9456078"/>
              <a:gd name="connsiteX127" fmla="*/ 9178660 w 13158797"/>
              <a:gd name="connsiteY127" fmla="*/ 1167725 h 9456078"/>
              <a:gd name="connsiteX128" fmla="*/ 9217999 w 13158797"/>
              <a:gd name="connsiteY128" fmla="*/ 1138681 h 9456078"/>
              <a:gd name="connsiteX129" fmla="*/ 9257564 w 13158797"/>
              <a:gd name="connsiteY129" fmla="*/ 1109974 h 9456078"/>
              <a:gd name="connsiteX130" fmla="*/ 9297353 w 13158797"/>
              <a:gd name="connsiteY130" fmla="*/ 1081604 h 9456078"/>
              <a:gd name="connsiteX131" fmla="*/ 9337364 w 13158797"/>
              <a:gd name="connsiteY131" fmla="*/ 1053574 h 9456078"/>
              <a:gd name="connsiteX132" fmla="*/ 9377594 w 13158797"/>
              <a:gd name="connsiteY132" fmla="*/ 1025884 h 9456078"/>
              <a:gd name="connsiteX133" fmla="*/ 9418040 w 13158797"/>
              <a:gd name="connsiteY133" fmla="*/ 998536 h 9456078"/>
              <a:gd name="connsiteX134" fmla="*/ 9458702 w 13158797"/>
              <a:gd name="connsiteY134" fmla="*/ 971530 h 9456078"/>
              <a:gd name="connsiteX135" fmla="*/ 9499575 w 13158797"/>
              <a:gd name="connsiteY135" fmla="*/ 944868 h 9456078"/>
              <a:gd name="connsiteX136" fmla="*/ 9540659 w 13158797"/>
              <a:gd name="connsiteY136" fmla="*/ 918551 h 9456078"/>
              <a:gd name="connsiteX137" fmla="*/ 9581950 w 13158797"/>
              <a:gd name="connsiteY137" fmla="*/ 892580 h 9456078"/>
              <a:gd name="connsiteX138" fmla="*/ 9623447 w 13158797"/>
              <a:gd name="connsiteY138" fmla="*/ 866956 h 9456078"/>
              <a:gd name="connsiteX139" fmla="*/ 9665147 w 13158797"/>
              <a:gd name="connsiteY139" fmla="*/ 841681 h 9456078"/>
              <a:gd name="connsiteX140" fmla="*/ 9707048 w 13158797"/>
              <a:gd name="connsiteY140" fmla="*/ 816754 h 9456078"/>
              <a:gd name="connsiteX141" fmla="*/ 9749147 w 13158797"/>
              <a:gd name="connsiteY141" fmla="*/ 792179 h 9456078"/>
              <a:gd name="connsiteX142" fmla="*/ 9791443 w 13158797"/>
              <a:gd name="connsiteY142" fmla="*/ 767955 h 9456078"/>
              <a:gd name="connsiteX143" fmla="*/ 9833932 w 13158797"/>
              <a:gd name="connsiteY143" fmla="*/ 744083 h 9456078"/>
              <a:gd name="connsiteX144" fmla="*/ 9876613 w 13158797"/>
              <a:gd name="connsiteY144" fmla="*/ 720566 h 9456078"/>
              <a:gd name="connsiteX145" fmla="*/ 9919484 w 13158797"/>
              <a:gd name="connsiteY145" fmla="*/ 697404 h 9456078"/>
              <a:gd name="connsiteX146" fmla="*/ 9962542 w 13158797"/>
              <a:gd name="connsiteY146" fmla="*/ 674598 h 9456078"/>
              <a:gd name="connsiteX147" fmla="*/ 10005784 w 13158797"/>
              <a:gd name="connsiteY147" fmla="*/ 652149 h 9456078"/>
              <a:gd name="connsiteX148" fmla="*/ 10049209 w 13158797"/>
              <a:gd name="connsiteY148" fmla="*/ 630059 h 9456078"/>
              <a:gd name="connsiteX149" fmla="*/ 10092814 w 13158797"/>
              <a:gd name="connsiteY149" fmla="*/ 608328 h 9456078"/>
              <a:gd name="connsiteX150" fmla="*/ 10136597 w 13158797"/>
              <a:gd name="connsiteY150" fmla="*/ 586958 h 9456078"/>
              <a:gd name="connsiteX151" fmla="*/ 10180556 w 13158797"/>
              <a:gd name="connsiteY151" fmla="*/ 565950 h 9456078"/>
              <a:gd name="connsiteX152" fmla="*/ 10224688 w 13158797"/>
              <a:gd name="connsiteY152" fmla="*/ 545304 h 9456078"/>
              <a:gd name="connsiteX153" fmla="*/ 10268991 w 13158797"/>
              <a:gd name="connsiteY153" fmla="*/ 525023 h 9456078"/>
              <a:gd name="connsiteX154" fmla="*/ 10313463 w 13158797"/>
              <a:gd name="connsiteY154" fmla="*/ 505107 h 9456078"/>
              <a:gd name="connsiteX155" fmla="*/ 10358101 w 13158797"/>
              <a:gd name="connsiteY155" fmla="*/ 485558 h 9456078"/>
              <a:gd name="connsiteX156" fmla="*/ 10402903 w 13158797"/>
              <a:gd name="connsiteY156" fmla="*/ 466376 h 9456078"/>
              <a:gd name="connsiteX157" fmla="*/ 10447868 w 13158797"/>
              <a:gd name="connsiteY157" fmla="*/ 447563 h 9456078"/>
              <a:gd name="connsiteX158" fmla="*/ 10492991 w 13158797"/>
              <a:gd name="connsiteY158" fmla="*/ 429119 h 9456078"/>
              <a:gd name="connsiteX159" fmla="*/ 10538272 w 13158797"/>
              <a:gd name="connsiteY159" fmla="*/ 411046 h 9456078"/>
              <a:gd name="connsiteX160" fmla="*/ 10583708 w 13158797"/>
              <a:gd name="connsiteY160" fmla="*/ 393346 h 9456078"/>
              <a:gd name="connsiteX161" fmla="*/ 10629297 w 13158797"/>
              <a:gd name="connsiteY161" fmla="*/ 376018 h 9456078"/>
              <a:gd name="connsiteX162" fmla="*/ 10675036 w 13158797"/>
              <a:gd name="connsiteY162" fmla="*/ 359065 h 9456078"/>
              <a:gd name="connsiteX163" fmla="*/ 10720923 w 13158797"/>
              <a:gd name="connsiteY163" fmla="*/ 342487 h 9456078"/>
              <a:gd name="connsiteX164" fmla="*/ 10766956 w 13158797"/>
              <a:gd name="connsiteY164" fmla="*/ 326286 h 9456078"/>
              <a:gd name="connsiteX165" fmla="*/ 10813132 w 13158797"/>
              <a:gd name="connsiteY165" fmla="*/ 310462 h 9456078"/>
              <a:gd name="connsiteX166" fmla="*/ 10859450 w 13158797"/>
              <a:gd name="connsiteY166" fmla="*/ 295018 h 9456078"/>
              <a:gd name="connsiteX167" fmla="*/ 10905907 w 13158797"/>
              <a:gd name="connsiteY167" fmla="*/ 279953 h 9456078"/>
              <a:gd name="connsiteX168" fmla="*/ 10952500 w 13158797"/>
              <a:gd name="connsiteY168" fmla="*/ 265269 h 9456078"/>
              <a:gd name="connsiteX169" fmla="*/ 10999227 w 13158797"/>
              <a:gd name="connsiteY169" fmla="*/ 250968 h 9456078"/>
              <a:gd name="connsiteX170" fmla="*/ 11046087 w 13158797"/>
              <a:gd name="connsiteY170" fmla="*/ 237049 h 9456078"/>
              <a:gd name="connsiteX171" fmla="*/ 11093076 w 13158797"/>
              <a:gd name="connsiteY171" fmla="*/ 223516 h 9456078"/>
              <a:gd name="connsiteX172" fmla="*/ 11140193 w 13158797"/>
              <a:gd name="connsiteY172" fmla="*/ 210368 h 9456078"/>
              <a:gd name="connsiteX173" fmla="*/ 11187434 w 13158797"/>
              <a:gd name="connsiteY173" fmla="*/ 197606 h 9456078"/>
              <a:gd name="connsiteX174" fmla="*/ 11234799 w 13158797"/>
              <a:gd name="connsiteY174" fmla="*/ 185233 h 9456078"/>
              <a:gd name="connsiteX175" fmla="*/ 11282284 w 13158797"/>
              <a:gd name="connsiteY175" fmla="*/ 173248 h 9456078"/>
              <a:gd name="connsiteX176" fmla="*/ 11329888 w 13158797"/>
              <a:gd name="connsiteY176" fmla="*/ 161654 h 9456078"/>
              <a:gd name="connsiteX177" fmla="*/ 11377607 w 13158797"/>
              <a:gd name="connsiteY177" fmla="*/ 150451 h 9456078"/>
              <a:gd name="connsiteX178" fmla="*/ 11425440 w 13158797"/>
              <a:gd name="connsiteY178" fmla="*/ 139640 h 9456078"/>
              <a:gd name="connsiteX179" fmla="*/ 11473385 w 13158797"/>
              <a:gd name="connsiteY179" fmla="*/ 129223 h 9456078"/>
              <a:gd name="connsiteX180" fmla="*/ 11521439 w 13158797"/>
              <a:gd name="connsiteY180" fmla="*/ 119201 h 9456078"/>
              <a:gd name="connsiteX181" fmla="*/ 11569599 w 13158797"/>
              <a:gd name="connsiteY181" fmla="*/ 109574 h 9456078"/>
              <a:gd name="connsiteX182" fmla="*/ 11617864 w 13158797"/>
              <a:gd name="connsiteY182" fmla="*/ 100344 h 9456078"/>
              <a:gd name="connsiteX183" fmla="*/ 11666231 w 13158797"/>
              <a:gd name="connsiteY183" fmla="*/ 91512 h 9456078"/>
              <a:gd name="connsiteX184" fmla="*/ 11714698 w 13158797"/>
              <a:gd name="connsiteY184" fmla="*/ 83080 h 9456078"/>
              <a:gd name="connsiteX185" fmla="*/ 11763263 w 13158797"/>
              <a:gd name="connsiteY185" fmla="*/ 75047 h 9456078"/>
              <a:gd name="connsiteX186" fmla="*/ 11811923 w 13158797"/>
              <a:gd name="connsiteY186" fmla="*/ 67417 h 9456078"/>
              <a:gd name="connsiteX187" fmla="*/ 11860676 w 13158797"/>
              <a:gd name="connsiteY187" fmla="*/ 60188 h 9456078"/>
              <a:gd name="connsiteX188" fmla="*/ 11909519 w 13158797"/>
              <a:gd name="connsiteY188" fmla="*/ 53364 h 9456078"/>
              <a:gd name="connsiteX189" fmla="*/ 11958451 w 13158797"/>
              <a:gd name="connsiteY189" fmla="*/ 46944 h 9456078"/>
              <a:gd name="connsiteX190" fmla="*/ 12007470 w 13158797"/>
              <a:gd name="connsiteY190" fmla="*/ 40931 h 9456078"/>
              <a:gd name="connsiteX191" fmla="*/ 12056572 w 13158797"/>
              <a:gd name="connsiteY191" fmla="*/ 35324 h 9456078"/>
              <a:gd name="connsiteX192" fmla="*/ 12105756 w 13158797"/>
              <a:gd name="connsiteY192" fmla="*/ 30126 h 9456078"/>
              <a:gd name="connsiteX193" fmla="*/ 12155019 w 13158797"/>
              <a:gd name="connsiteY193" fmla="*/ 25337 h 9456078"/>
              <a:gd name="connsiteX194" fmla="*/ 12204359 w 13158797"/>
              <a:gd name="connsiteY194" fmla="*/ 20958 h 9456078"/>
              <a:gd name="connsiteX195" fmla="*/ 12253773 w 13158797"/>
              <a:gd name="connsiteY195" fmla="*/ 16991 h 9456078"/>
              <a:gd name="connsiteX196" fmla="*/ 12303260 w 13158797"/>
              <a:gd name="connsiteY196" fmla="*/ 13437 h 9456078"/>
              <a:gd name="connsiteX197" fmla="*/ 12352818 w 13158797"/>
              <a:gd name="connsiteY197" fmla="*/ 10297 h 9456078"/>
              <a:gd name="connsiteX198" fmla="*/ 12402443 w 13158797"/>
              <a:gd name="connsiteY198" fmla="*/ 7572 h 9456078"/>
              <a:gd name="connsiteX199" fmla="*/ 12452133 w 13158797"/>
              <a:gd name="connsiteY199" fmla="*/ 5263 h 9456078"/>
              <a:gd name="connsiteX200" fmla="*/ 12501887 w 13158797"/>
              <a:gd name="connsiteY200" fmla="*/ 3371 h 9456078"/>
              <a:gd name="connsiteX201" fmla="*/ 12551701 w 13158797"/>
              <a:gd name="connsiteY201" fmla="*/ 1898 h 9456078"/>
              <a:gd name="connsiteX202" fmla="*/ 12601574 w 13158797"/>
              <a:gd name="connsiteY202" fmla="*/ 844 h 9456078"/>
              <a:gd name="connsiteX203" fmla="*/ 12651504 w 13158797"/>
              <a:gd name="connsiteY203" fmla="*/ 211 h 9456078"/>
              <a:gd name="connsiteX204" fmla="*/ 12701487 w 13158797"/>
              <a:gd name="connsiteY204" fmla="*/ 0 h 9456078"/>
              <a:gd name="connsiteX205" fmla="*/ 13158798 w 13158797"/>
              <a:gd name="connsiteY205" fmla="*/ 0 h 94560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</a:cxnLst>
            <a:rect l="l" t="t" r="r" b="b"/>
            <a:pathLst>
              <a:path w="13158797" h="9456078">
                <a:moveTo>
                  <a:pt x="0" y="9456078"/>
                </a:moveTo>
                <a:lnTo>
                  <a:pt x="49977" y="9455836"/>
                </a:lnTo>
                <a:lnTo>
                  <a:pt x="99893" y="9455111"/>
                </a:lnTo>
                <a:lnTo>
                  <a:pt x="149742" y="9453904"/>
                </a:lnTo>
                <a:lnTo>
                  <a:pt x="199524" y="9452217"/>
                </a:lnTo>
                <a:lnTo>
                  <a:pt x="298870" y="9447409"/>
                </a:lnTo>
                <a:lnTo>
                  <a:pt x="348429" y="9444290"/>
                </a:lnTo>
                <a:lnTo>
                  <a:pt x="397907" y="9440698"/>
                </a:lnTo>
                <a:lnTo>
                  <a:pt x="447302" y="9436632"/>
                </a:lnTo>
                <a:lnTo>
                  <a:pt x="496610" y="9432096"/>
                </a:lnTo>
                <a:lnTo>
                  <a:pt x="545829" y="9427089"/>
                </a:lnTo>
                <a:lnTo>
                  <a:pt x="594956" y="9421615"/>
                </a:lnTo>
                <a:lnTo>
                  <a:pt x="643987" y="9415673"/>
                </a:lnTo>
                <a:lnTo>
                  <a:pt x="692920" y="9409267"/>
                </a:lnTo>
                <a:lnTo>
                  <a:pt x="741751" y="9402396"/>
                </a:lnTo>
                <a:lnTo>
                  <a:pt x="790478" y="9395063"/>
                </a:lnTo>
                <a:lnTo>
                  <a:pt x="839098" y="9387270"/>
                </a:lnTo>
                <a:lnTo>
                  <a:pt x="887607" y="9379017"/>
                </a:lnTo>
                <a:lnTo>
                  <a:pt x="936002" y="9370306"/>
                </a:lnTo>
                <a:lnTo>
                  <a:pt x="984281" y="9361139"/>
                </a:lnTo>
                <a:lnTo>
                  <a:pt x="1032440" y="9351517"/>
                </a:lnTo>
                <a:lnTo>
                  <a:pt x="1080477" y="9341441"/>
                </a:lnTo>
                <a:lnTo>
                  <a:pt x="1176172" y="9319936"/>
                </a:lnTo>
                <a:lnTo>
                  <a:pt x="1223823" y="9308509"/>
                </a:lnTo>
                <a:lnTo>
                  <a:pt x="1271339" y="9296635"/>
                </a:lnTo>
                <a:lnTo>
                  <a:pt x="1318719" y="9284315"/>
                </a:lnTo>
                <a:lnTo>
                  <a:pt x="1365957" y="9271550"/>
                </a:lnTo>
                <a:lnTo>
                  <a:pt x="1413052" y="9258342"/>
                </a:lnTo>
                <a:lnTo>
                  <a:pt x="1460000" y="9244693"/>
                </a:lnTo>
                <a:lnTo>
                  <a:pt x="1506799" y="9230604"/>
                </a:lnTo>
                <a:lnTo>
                  <a:pt x="1553445" y="9216076"/>
                </a:lnTo>
                <a:lnTo>
                  <a:pt x="1599935" y="9201111"/>
                </a:lnTo>
                <a:lnTo>
                  <a:pt x="1646267" y="9185710"/>
                </a:lnTo>
                <a:lnTo>
                  <a:pt x="1692437" y="9169876"/>
                </a:lnTo>
                <a:lnTo>
                  <a:pt x="1738442" y="9153608"/>
                </a:lnTo>
                <a:lnTo>
                  <a:pt x="1784280" y="9136910"/>
                </a:lnTo>
                <a:lnTo>
                  <a:pt x="1829947" y="9119782"/>
                </a:lnTo>
                <a:lnTo>
                  <a:pt x="1875440" y="9102226"/>
                </a:lnTo>
                <a:lnTo>
                  <a:pt x="1920756" y="9084243"/>
                </a:lnTo>
                <a:lnTo>
                  <a:pt x="1965893" y="9065835"/>
                </a:lnTo>
                <a:lnTo>
                  <a:pt x="2055615" y="9027750"/>
                </a:lnTo>
                <a:lnTo>
                  <a:pt x="2100195" y="9008075"/>
                </a:lnTo>
                <a:lnTo>
                  <a:pt x="2144582" y="8987981"/>
                </a:lnTo>
                <a:lnTo>
                  <a:pt x="2188775" y="8967470"/>
                </a:lnTo>
                <a:lnTo>
                  <a:pt x="2232770" y="8946542"/>
                </a:lnTo>
                <a:lnTo>
                  <a:pt x="2276564" y="8925199"/>
                </a:lnTo>
                <a:lnTo>
                  <a:pt x="2320154" y="8903443"/>
                </a:lnTo>
                <a:lnTo>
                  <a:pt x="2363538" y="8881275"/>
                </a:lnTo>
                <a:lnTo>
                  <a:pt x="2406711" y="8858697"/>
                </a:lnTo>
                <a:lnTo>
                  <a:pt x="2449672" y="8835710"/>
                </a:lnTo>
                <a:lnTo>
                  <a:pt x="2492417" y="8812316"/>
                </a:lnTo>
                <a:lnTo>
                  <a:pt x="2534943" y="8788516"/>
                </a:lnTo>
                <a:lnTo>
                  <a:pt x="2577247" y="8764311"/>
                </a:lnTo>
                <a:lnTo>
                  <a:pt x="2619326" y="8739704"/>
                </a:lnTo>
                <a:lnTo>
                  <a:pt x="2661177" y="8714695"/>
                </a:lnTo>
                <a:lnTo>
                  <a:pt x="2702797" y="8689286"/>
                </a:lnTo>
                <a:lnTo>
                  <a:pt x="2744183" y="8663479"/>
                </a:lnTo>
                <a:lnTo>
                  <a:pt x="2785333" y="8637274"/>
                </a:lnTo>
                <a:lnTo>
                  <a:pt x="2826242" y="8610675"/>
                </a:lnTo>
                <a:lnTo>
                  <a:pt x="2866908" y="8583681"/>
                </a:lnTo>
                <a:lnTo>
                  <a:pt x="2907329" y="8556295"/>
                </a:lnTo>
                <a:lnTo>
                  <a:pt x="2947500" y="8528517"/>
                </a:lnTo>
                <a:lnTo>
                  <a:pt x="2987419" y="8500351"/>
                </a:lnTo>
                <a:lnTo>
                  <a:pt x="3027083" y="8471796"/>
                </a:lnTo>
                <a:lnTo>
                  <a:pt x="3066489" y="8442854"/>
                </a:lnTo>
                <a:lnTo>
                  <a:pt x="3105634" y="8413528"/>
                </a:lnTo>
                <a:lnTo>
                  <a:pt x="3144515" y="8383818"/>
                </a:lnTo>
                <a:lnTo>
                  <a:pt x="3183129" y="8353726"/>
                </a:lnTo>
                <a:lnTo>
                  <a:pt x="3221473" y="8323253"/>
                </a:lnTo>
                <a:lnTo>
                  <a:pt x="3259544" y="8292401"/>
                </a:lnTo>
                <a:lnTo>
                  <a:pt x="3297339" y="8261172"/>
                </a:lnTo>
                <a:lnTo>
                  <a:pt x="3334854" y="8229566"/>
                </a:lnTo>
                <a:lnTo>
                  <a:pt x="3372087" y="8197585"/>
                </a:lnTo>
                <a:lnTo>
                  <a:pt x="3409035" y="8165232"/>
                </a:lnTo>
                <a:lnTo>
                  <a:pt x="3445695" y="8132507"/>
                </a:lnTo>
                <a:lnTo>
                  <a:pt x="3482064" y="8099411"/>
                </a:lnTo>
                <a:lnTo>
                  <a:pt x="3518139" y="8065947"/>
                </a:lnTo>
                <a:lnTo>
                  <a:pt x="3553916" y="8032115"/>
                </a:lnTo>
                <a:lnTo>
                  <a:pt x="3589393" y="7997918"/>
                </a:lnTo>
                <a:lnTo>
                  <a:pt x="3624567" y="7963356"/>
                </a:lnTo>
                <a:lnTo>
                  <a:pt x="3659435" y="7928432"/>
                </a:lnTo>
                <a:lnTo>
                  <a:pt x="3693994" y="7893146"/>
                </a:lnTo>
                <a:lnTo>
                  <a:pt x="3728240" y="7857501"/>
                </a:lnTo>
                <a:lnTo>
                  <a:pt x="3762171" y="7821497"/>
                </a:lnTo>
                <a:lnTo>
                  <a:pt x="3795783" y="7785136"/>
                </a:lnTo>
                <a:lnTo>
                  <a:pt x="3829075" y="7748420"/>
                </a:lnTo>
                <a:lnTo>
                  <a:pt x="3862042" y="7711350"/>
                </a:lnTo>
                <a:lnTo>
                  <a:pt x="3894682" y="7673928"/>
                </a:lnTo>
                <a:lnTo>
                  <a:pt x="3926991" y="7636155"/>
                </a:lnTo>
                <a:lnTo>
                  <a:pt x="3958967" y="7598032"/>
                </a:lnTo>
                <a:lnTo>
                  <a:pt x="3990607" y="7559561"/>
                </a:lnTo>
                <a:lnTo>
                  <a:pt x="4021907" y="7520744"/>
                </a:lnTo>
                <a:lnTo>
                  <a:pt x="4052865" y="7481582"/>
                </a:lnTo>
                <a:lnTo>
                  <a:pt x="4083478" y="7442077"/>
                </a:lnTo>
                <a:lnTo>
                  <a:pt x="8022311" y="2307814"/>
                </a:lnTo>
                <a:lnTo>
                  <a:pt x="8052902" y="2268285"/>
                </a:lnTo>
                <a:lnTo>
                  <a:pt x="8083796" y="2229056"/>
                </a:lnTo>
                <a:lnTo>
                  <a:pt x="8114989" y="2190127"/>
                </a:lnTo>
                <a:lnTo>
                  <a:pt x="8146479" y="2151500"/>
                </a:lnTo>
                <a:lnTo>
                  <a:pt x="8178264" y="2113176"/>
                </a:lnTo>
                <a:lnTo>
                  <a:pt x="8210341" y="2075157"/>
                </a:lnTo>
                <a:lnTo>
                  <a:pt x="8242709" y="2037442"/>
                </a:lnTo>
                <a:lnTo>
                  <a:pt x="8275365" y="2000034"/>
                </a:lnTo>
                <a:lnTo>
                  <a:pt x="8308307" y="1962934"/>
                </a:lnTo>
                <a:lnTo>
                  <a:pt x="8341532" y="1926142"/>
                </a:lnTo>
                <a:lnTo>
                  <a:pt x="8375038" y="1889660"/>
                </a:lnTo>
                <a:lnTo>
                  <a:pt x="8408823" y="1853489"/>
                </a:lnTo>
                <a:lnTo>
                  <a:pt x="8442885" y="1817630"/>
                </a:lnTo>
                <a:lnTo>
                  <a:pt x="8477221" y="1782084"/>
                </a:lnTo>
                <a:lnTo>
                  <a:pt x="8511829" y="1746853"/>
                </a:lnTo>
                <a:lnTo>
                  <a:pt x="8546706" y="1711937"/>
                </a:lnTo>
                <a:lnTo>
                  <a:pt x="8581851" y="1677337"/>
                </a:lnTo>
                <a:lnTo>
                  <a:pt x="8617261" y="1643056"/>
                </a:lnTo>
                <a:lnTo>
                  <a:pt x="8652934" y="1609093"/>
                </a:lnTo>
                <a:lnTo>
                  <a:pt x="8688867" y="1575450"/>
                </a:lnTo>
                <a:lnTo>
                  <a:pt x="8725058" y="1542128"/>
                </a:lnTo>
                <a:lnTo>
                  <a:pt x="8761506" y="1509129"/>
                </a:lnTo>
                <a:lnTo>
                  <a:pt x="8798207" y="1476452"/>
                </a:lnTo>
                <a:lnTo>
                  <a:pt x="8835159" y="1444101"/>
                </a:lnTo>
                <a:lnTo>
                  <a:pt x="8872360" y="1412075"/>
                </a:lnTo>
                <a:lnTo>
                  <a:pt x="8909808" y="1380375"/>
                </a:lnTo>
                <a:lnTo>
                  <a:pt x="8947501" y="1349004"/>
                </a:lnTo>
                <a:lnTo>
                  <a:pt x="8985435" y="1317962"/>
                </a:lnTo>
                <a:lnTo>
                  <a:pt x="9023610" y="1287250"/>
                </a:lnTo>
                <a:lnTo>
                  <a:pt x="9062022" y="1256869"/>
                </a:lnTo>
                <a:lnTo>
                  <a:pt x="9100669" y="1226820"/>
                </a:lnTo>
                <a:lnTo>
                  <a:pt x="9139549" y="1197105"/>
                </a:lnTo>
                <a:lnTo>
                  <a:pt x="9178660" y="1167725"/>
                </a:lnTo>
                <a:lnTo>
                  <a:pt x="9217999" y="1138681"/>
                </a:lnTo>
                <a:lnTo>
                  <a:pt x="9257564" y="1109974"/>
                </a:lnTo>
                <a:lnTo>
                  <a:pt x="9297353" y="1081604"/>
                </a:lnTo>
                <a:lnTo>
                  <a:pt x="9337364" y="1053574"/>
                </a:lnTo>
                <a:lnTo>
                  <a:pt x="9377594" y="1025884"/>
                </a:lnTo>
                <a:lnTo>
                  <a:pt x="9418040" y="998536"/>
                </a:lnTo>
                <a:lnTo>
                  <a:pt x="9458702" y="971530"/>
                </a:lnTo>
                <a:lnTo>
                  <a:pt x="9499575" y="944868"/>
                </a:lnTo>
                <a:lnTo>
                  <a:pt x="9540659" y="918551"/>
                </a:lnTo>
                <a:lnTo>
                  <a:pt x="9581950" y="892580"/>
                </a:lnTo>
                <a:lnTo>
                  <a:pt x="9623447" y="866956"/>
                </a:lnTo>
                <a:lnTo>
                  <a:pt x="9665147" y="841681"/>
                </a:lnTo>
                <a:lnTo>
                  <a:pt x="9707048" y="816754"/>
                </a:lnTo>
                <a:lnTo>
                  <a:pt x="9749147" y="792179"/>
                </a:lnTo>
                <a:lnTo>
                  <a:pt x="9791443" y="767955"/>
                </a:lnTo>
                <a:lnTo>
                  <a:pt x="9833932" y="744083"/>
                </a:lnTo>
                <a:lnTo>
                  <a:pt x="9876613" y="720566"/>
                </a:lnTo>
                <a:lnTo>
                  <a:pt x="9919484" y="697404"/>
                </a:lnTo>
                <a:lnTo>
                  <a:pt x="9962542" y="674598"/>
                </a:lnTo>
                <a:lnTo>
                  <a:pt x="10005784" y="652149"/>
                </a:lnTo>
                <a:lnTo>
                  <a:pt x="10049209" y="630059"/>
                </a:lnTo>
                <a:lnTo>
                  <a:pt x="10092814" y="608328"/>
                </a:lnTo>
                <a:lnTo>
                  <a:pt x="10136597" y="586958"/>
                </a:lnTo>
                <a:lnTo>
                  <a:pt x="10180556" y="565950"/>
                </a:lnTo>
                <a:lnTo>
                  <a:pt x="10224688" y="545304"/>
                </a:lnTo>
                <a:lnTo>
                  <a:pt x="10268991" y="525023"/>
                </a:lnTo>
                <a:lnTo>
                  <a:pt x="10313463" y="505107"/>
                </a:lnTo>
                <a:lnTo>
                  <a:pt x="10358101" y="485558"/>
                </a:lnTo>
                <a:lnTo>
                  <a:pt x="10402903" y="466376"/>
                </a:lnTo>
                <a:lnTo>
                  <a:pt x="10447868" y="447563"/>
                </a:lnTo>
                <a:lnTo>
                  <a:pt x="10492991" y="429119"/>
                </a:lnTo>
                <a:lnTo>
                  <a:pt x="10538272" y="411046"/>
                </a:lnTo>
                <a:lnTo>
                  <a:pt x="10583708" y="393346"/>
                </a:lnTo>
                <a:lnTo>
                  <a:pt x="10629297" y="376018"/>
                </a:lnTo>
                <a:lnTo>
                  <a:pt x="10675036" y="359065"/>
                </a:lnTo>
                <a:lnTo>
                  <a:pt x="10720923" y="342487"/>
                </a:lnTo>
                <a:lnTo>
                  <a:pt x="10766956" y="326286"/>
                </a:lnTo>
                <a:lnTo>
                  <a:pt x="10813132" y="310462"/>
                </a:lnTo>
                <a:lnTo>
                  <a:pt x="10859450" y="295018"/>
                </a:lnTo>
                <a:lnTo>
                  <a:pt x="10905907" y="279953"/>
                </a:lnTo>
                <a:lnTo>
                  <a:pt x="10952500" y="265269"/>
                </a:lnTo>
                <a:lnTo>
                  <a:pt x="10999227" y="250968"/>
                </a:lnTo>
                <a:lnTo>
                  <a:pt x="11046087" y="237049"/>
                </a:lnTo>
                <a:lnTo>
                  <a:pt x="11093076" y="223516"/>
                </a:lnTo>
                <a:lnTo>
                  <a:pt x="11140193" y="210368"/>
                </a:lnTo>
                <a:lnTo>
                  <a:pt x="11187434" y="197606"/>
                </a:lnTo>
                <a:lnTo>
                  <a:pt x="11234799" y="185233"/>
                </a:lnTo>
                <a:lnTo>
                  <a:pt x="11282284" y="173248"/>
                </a:lnTo>
                <a:lnTo>
                  <a:pt x="11329888" y="161654"/>
                </a:lnTo>
                <a:lnTo>
                  <a:pt x="11377607" y="150451"/>
                </a:lnTo>
                <a:lnTo>
                  <a:pt x="11425440" y="139640"/>
                </a:lnTo>
                <a:lnTo>
                  <a:pt x="11473385" y="129223"/>
                </a:lnTo>
                <a:lnTo>
                  <a:pt x="11521439" y="119201"/>
                </a:lnTo>
                <a:lnTo>
                  <a:pt x="11569599" y="109574"/>
                </a:lnTo>
                <a:lnTo>
                  <a:pt x="11617864" y="100344"/>
                </a:lnTo>
                <a:lnTo>
                  <a:pt x="11666231" y="91512"/>
                </a:lnTo>
                <a:lnTo>
                  <a:pt x="11714698" y="83080"/>
                </a:lnTo>
                <a:lnTo>
                  <a:pt x="11763263" y="75047"/>
                </a:lnTo>
                <a:lnTo>
                  <a:pt x="11811923" y="67417"/>
                </a:lnTo>
                <a:lnTo>
                  <a:pt x="11860676" y="60188"/>
                </a:lnTo>
                <a:lnTo>
                  <a:pt x="11909519" y="53364"/>
                </a:lnTo>
                <a:lnTo>
                  <a:pt x="11958451" y="46944"/>
                </a:lnTo>
                <a:lnTo>
                  <a:pt x="12007470" y="40931"/>
                </a:lnTo>
                <a:lnTo>
                  <a:pt x="12056572" y="35324"/>
                </a:lnTo>
                <a:lnTo>
                  <a:pt x="12105756" y="30126"/>
                </a:lnTo>
                <a:lnTo>
                  <a:pt x="12155019" y="25337"/>
                </a:lnTo>
                <a:lnTo>
                  <a:pt x="12204359" y="20958"/>
                </a:lnTo>
                <a:lnTo>
                  <a:pt x="12253773" y="16991"/>
                </a:lnTo>
                <a:lnTo>
                  <a:pt x="12303260" y="13437"/>
                </a:lnTo>
                <a:lnTo>
                  <a:pt x="12352818" y="10297"/>
                </a:lnTo>
                <a:lnTo>
                  <a:pt x="12402443" y="7572"/>
                </a:lnTo>
                <a:lnTo>
                  <a:pt x="12452133" y="5263"/>
                </a:lnTo>
                <a:lnTo>
                  <a:pt x="12501887" y="3371"/>
                </a:lnTo>
                <a:lnTo>
                  <a:pt x="12551701" y="1898"/>
                </a:lnTo>
                <a:lnTo>
                  <a:pt x="12601574" y="844"/>
                </a:lnTo>
                <a:lnTo>
                  <a:pt x="12651504" y="211"/>
                </a:lnTo>
                <a:lnTo>
                  <a:pt x="12701487" y="0"/>
                </a:lnTo>
                <a:lnTo>
                  <a:pt x="13158798" y="0"/>
                </a:lnTo>
              </a:path>
            </a:pathLst>
          </a:custGeom>
          <a:ln w="19050">
            <a:gradFill>
              <a:gsLst>
                <a:gs pos="18000">
                  <a:schemeClr val="accent2"/>
                </a:gs>
                <a:gs pos="0">
                  <a:schemeClr val="bg1">
                    <a:alpha val="0"/>
                  </a:schemeClr>
                </a:gs>
              </a:gsLst>
              <a:lin ang="5400000" scaled="0"/>
            </a:gradFill>
          </a:ln>
        </p:spPr>
        <p:txBody>
          <a:bodyPr wrap="square" lIns="0" tIns="0" rIns="0" bIns="0" rtlCol="0"/>
          <a:lstStyle/>
          <a:p>
            <a:pPr marL="0" marR="0" lvl="0" indent="0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4658A386-52FA-00C7-C721-432D2FB1ADAA}"/>
              </a:ext>
            </a:extLst>
          </p:cNvPr>
          <p:cNvCxnSpPr>
            <a:cxnSpLocks/>
          </p:cNvCxnSpPr>
          <p:nvPr/>
        </p:nvCxnSpPr>
        <p:spPr>
          <a:xfrm flipH="1">
            <a:off x="334962" y="6678798"/>
            <a:ext cx="10980001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54629834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465">
          <p15:clr>
            <a:srgbClr val="FBAE40"/>
          </p15:clr>
        </p15:guide>
        <p15:guide id="2" pos="128">
          <p15:clr>
            <a:srgbClr val="FBAE40"/>
          </p15:clr>
        </p15:guide>
        <p15:guide id="3" orient="horz" pos="2424">
          <p15:clr>
            <a:srgbClr val="FBAE40"/>
          </p15:clr>
        </p15:guide>
        <p15:guide id="4" pos="4530">
          <p15:clr>
            <a:srgbClr val="FBAE40"/>
          </p15:clr>
        </p15:guide>
        <p15:guide id="5" orient="horz" pos="141">
          <p15:clr>
            <a:srgbClr val="FBAE40"/>
          </p15:clr>
        </p15:guide>
        <p15:guide id="6" orient="horz" pos="306">
          <p15:clr>
            <a:srgbClr val="FBAE40"/>
          </p15:clr>
        </p15:guide>
        <p15:guide id="7" orient="horz" pos="485">
          <p15:clr>
            <a:srgbClr val="FBAE40"/>
          </p15:clr>
        </p15:guide>
      </p15:sldGuideLst>
    </p:ext>
  </p:extLst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Título | 1 linha - Branco 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509521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defRPr sz="11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pPr marL="20023">
              <a:lnSpc>
                <a:spcPct val="100000"/>
              </a:lnSpc>
              <a:spcBef>
                <a:spcPts val="45"/>
              </a:spcBef>
            </a:pPr>
            <a:fld id="{81D60167-4931-47E6-BA6A-407CBD079E47}" type="slidenum">
              <a:rPr lang="pt-BR" spc="-15" smtClean="0"/>
              <a:pPr marL="20023">
                <a:lnSpc>
                  <a:spcPct val="100000"/>
                </a:lnSpc>
                <a:spcBef>
                  <a:spcPts val="45"/>
                </a:spcBef>
              </a:pPr>
              <a:t>‹#›</a:t>
            </a:fld>
            <a:endParaRPr lang="pt-BR" spc="-15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tx1">
                    <a:lumMod val="85000"/>
                    <a:lumOff val="15000"/>
                  </a:schemeClr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defRPr sz="900" baseline="0">
                <a:solidFill>
                  <a:schemeClr val="tx1">
                    <a:lumMod val="85000"/>
                    <a:lumOff val="15000"/>
                  </a:schemeClr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2" name="Text Placeholder 8">
            <a:extLst>
              <a:ext uri="{FF2B5EF4-FFF2-40B4-BE49-F238E27FC236}">
                <a16:creationId xmlns:a16="http://schemas.microsoft.com/office/drawing/2014/main" id="{7A7A9582-3614-801A-785B-273FCD3E092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4" y="1949415"/>
            <a:ext cx="11522075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tx1">
                    <a:lumMod val="85000"/>
                    <a:lumOff val="15000"/>
                  </a:schemeClr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8"/>
            <a:ext cx="11522585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Picture 8">
            <a:extLst>
              <a:ext uri="{FF2B5EF4-FFF2-40B4-BE49-F238E27FC236}">
                <a16:creationId xmlns:a16="http://schemas.microsoft.com/office/drawing/2014/main" id="{9429EAB7-9C7C-DB55-2137-57D6FB3CA32A}"/>
              </a:ext>
            </a:extLst>
          </p:cNvPr>
          <p:cNvSpPr/>
          <p:nvPr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tx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/>
          </a:p>
        </p:txBody>
      </p: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39C03017-6CEE-FFFF-8135-D661C0DBBC37}"/>
              </a:ext>
            </a:extLst>
          </p:cNvPr>
          <p:cNvCxnSpPr>
            <a:cxnSpLocks/>
          </p:cNvCxnSpPr>
          <p:nvPr/>
        </p:nvCxnSpPr>
        <p:spPr>
          <a:xfrm>
            <a:off x="1" y="169333"/>
            <a:ext cx="12229571" cy="0"/>
          </a:xfrm>
          <a:prstGeom prst="line">
            <a:avLst/>
          </a:prstGeom>
          <a:ln w="190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object 4">
            <a:extLst>
              <a:ext uri="{FF2B5EF4-FFF2-40B4-BE49-F238E27FC236}">
                <a16:creationId xmlns:a16="http://schemas.microsoft.com/office/drawing/2014/main" id="{364C00B2-B10F-B792-45F6-A57A8A301C42}"/>
              </a:ext>
            </a:extLst>
          </p:cNvPr>
          <p:cNvSpPr/>
          <p:nvPr/>
        </p:nvSpPr>
        <p:spPr>
          <a:xfrm rot="10247908" flipH="1">
            <a:off x="4106509" y="-4146683"/>
            <a:ext cx="8001039" cy="5749648"/>
          </a:xfrm>
          <a:custGeom>
            <a:avLst/>
            <a:gdLst>
              <a:gd name="connsiteX0" fmla="*/ 0 w 13940157"/>
              <a:gd name="connsiteY0" fmla="*/ 9200719 h 9456078"/>
              <a:gd name="connsiteX1" fmla="*/ 781360 w 13940157"/>
              <a:gd name="connsiteY1" fmla="*/ 9456078 h 9456078"/>
              <a:gd name="connsiteX2" fmla="*/ 831337 w 13940157"/>
              <a:gd name="connsiteY2" fmla="*/ 9455836 h 9456078"/>
              <a:gd name="connsiteX3" fmla="*/ 881253 w 13940157"/>
              <a:gd name="connsiteY3" fmla="*/ 9455111 h 9456078"/>
              <a:gd name="connsiteX4" fmla="*/ 931102 w 13940157"/>
              <a:gd name="connsiteY4" fmla="*/ 9453904 h 9456078"/>
              <a:gd name="connsiteX5" fmla="*/ 980884 w 13940157"/>
              <a:gd name="connsiteY5" fmla="*/ 9452217 h 9456078"/>
              <a:gd name="connsiteX6" fmla="*/ 1030594 w 13940157"/>
              <a:gd name="connsiteY6" fmla="*/ 9450052 h 9456078"/>
              <a:gd name="connsiteX7" fmla="*/ 1080230 w 13940157"/>
              <a:gd name="connsiteY7" fmla="*/ 9447409 h 9456078"/>
              <a:gd name="connsiteX8" fmla="*/ 1129789 w 13940157"/>
              <a:gd name="connsiteY8" fmla="*/ 9444290 h 9456078"/>
              <a:gd name="connsiteX9" fmla="*/ 1179267 w 13940157"/>
              <a:gd name="connsiteY9" fmla="*/ 9440698 h 9456078"/>
              <a:gd name="connsiteX10" fmla="*/ 1228662 w 13940157"/>
              <a:gd name="connsiteY10" fmla="*/ 9436632 h 9456078"/>
              <a:gd name="connsiteX11" fmla="*/ 1277970 w 13940157"/>
              <a:gd name="connsiteY11" fmla="*/ 9432096 h 9456078"/>
              <a:gd name="connsiteX12" fmla="*/ 1327189 w 13940157"/>
              <a:gd name="connsiteY12" fmla="*/ 9427089 h 9456078"/>
              <a:gd name="connsiteX13" fmla="*/ 1376316 w 13940157"/>
              <a:gd name="connsiteY13" fmla="*/ 9421615 h 9456078"/>
              <a:gd name="connsiteX14" fmla="*/ 1425347 w 13940157"/>
              <a:gd name="connsiteY14" fmla="*/ 9415673 h 9456078"/>
              <a:gd name="connsiteX15" fmla="*/ 1474280 w 13940157"/>
              <a:gd name="connsiteY15" fmla="*/ 9409267 h 9456078"/>
              <a:gd name="connsiteX16" fmla="*/ 1523111 w 13940157"/>
              <a:gd name="connsiteY16" fmla="*/ 9402396 h 9456078"/>
              <a:gd name="connsiteX17" fmla="*/ 1571838 w 13940157"/>
              <a:gd name="connsiteY17" fmla="*/ 9395063 h 9456078"/>
              <a:gd name="connsiteX18" fmla="*/ 1620458 w 13940157"/>
              <a:gd name="connsiteY18" fmla="*/ 9387270 h 9456078"/>
              <a:gd name="connsiteX19" fmla="*/ 1668967 w 13940157"/>
              <a:gd name="connsiteY19" fmla="*/ 9379017 h 9456078"/>
              <a:gd name="connsiteX20" fmla="*/ 1717362 w 13940157"/>
              <a:gd name="connsiteY20" fmla="*/ 9370306 h 9456078"/>
              <a:gd name="connsiteX21" fmla="*/ 1765641 w 13940157"/>
              <a:gd name="connsiteY21" fmla="*/ 9361139 h 9456078"/>
              <a:gd name="connsiteX22" fmla="*/ 1813800 w 13940157"/>
              <a:gd name="connsiteY22" fmla="*/ 9351517 h 9456078"/>
              <a:gd name="connsiteX23" fmla="*/ 1861837 w 13940157"/>
              <a:gd name="connsiteY23" fmla="*/ 9341441 h 9456078"/>
              <a:gd name="connsiteX24" fmla="*/ 1909749 w 13940157"/>
              <a:gd name="connsiteY24" fmla="*/ 9330914 h 9456078"/>
              <a:gd name="connsiteX25" fmla="*/ 1957532 w 13940157"/>
              <a:gd name="connsiteY25" fmla="*/ 9319936 h 9456078"/>
              <a:gd name="connsiteX26" fmla="*/ 2005183 w 13940157"/>
              <a:gd name="connsiteY26" fmla="*/ 9308509 h 9456078"/>
              <a:gd name="connsiteX27" fmla="*/ 2052699 w 13940157"/>
              <a:gd name="connsiteY27" fmla="*/ 9296635 h 9456078"/>
              <a:gd name="connsiteX28" fmla="*/ 2100079 w 13940157"/>
              <a:gd name="connsiteY28" fmla="*/ 9284315 h 9456078"/>
              <a:gd name="connsiteX29" fmla="*/ 2147317 w 13940157"/>
              <a:gd name="connsiteY29" fmla="*/ 9271550 h 9456078"/>
              <a:gd name="connsiteX30" fmla="*/ 2194412 w 13940157"/>
              <a:gd name="connsiteY30" fmla="*/ 9258342 h 9456078"/>
              <a:gd name="connsiteX31" fmla="*/ 2241360 w 13940157"/>
              <a:gd name="connsiteY31" fmla="*/ 9244693 h 9456078"/>
              <a:gd name="connsiteX32" fmla="*/ 2288159 w 13940157"/>
              <a:gd name="connsiteY32" fmla="*/ 9230604 h 9456078"/>
              <a:gd name="connsiteX33" fmla="*/ 2334805 w 13940157"/>
              <a:gd name="connsiteY33" fmla="*/ 9216076 h 9456078"/>
              <a:gd name="connsiteX34" fmla="*/ 2381295 w 13940157"/>
              <a:gd name="connsiteY34" fmla="*/ 9201111 h 9456078"/>
              <a:gd name="connsiteX35" fmla="*/ 2427627 w 13940157"/>
              <a:gd name="connsiteY35" fmla="*/ 9185710 h 9456078"/>
              <a:gd name="connsiteX36" fmla="*/ 2473797 w 13940157"/>
              <a:gd name="connsiteY36" fmla="*/ 9169876 h 9456078"/>
              <a:gd name="connsiteX37" fmla="*/ 2519802 w 13940157"/>
              <a:gd name="connsiteY37" fmla="*/ 9153608 h 9456078"/>
              <a:gd name="connsiteX38" fmla="*/ 2565640 w 13940157"/>
              <a:gd name="connsiteY38" fmla="*/ 9136910 h 9456078"/>
              <a:gd name="connsiteX39" fmla="*/ 2611307 w 13940157"/>
              <a:gd name="connsiteY39" fmla="*/ 9119782 h 9456078"/>
              <a:gd name="connsiteX40" fmla="*/ 2656800 w 13940157"/>
              <a:gd name="connsiteY40" fmla="*/ 9102226 h 9456078"/>
              <a:gd name="connsiteX41" fmla="*/ 2702116 w 13940157"/>
              <a:gd name="connsiteY41" fmla="*/ 9084243 h 9456078"/>
              <a:gd name="connsiteX42" fmla="*/ 2747253 w 13940157"/>
              <a:gd name="connsiteY42" fmla="*/ 9065835 h 9456078"/>
              <a:gd name="connsiteX43" fmla="*/ 2792207 w 13940157"/>
              <a:gd name="connsiteY43" fmla="*/ 9047004 h 9456078"/>
              <a:gd name="connsiteX44" fmla="*/ 2836975 w 13940157"/>
              <a:gd name="connsiteY44" fmla="*/ 9027750 h 9456078"/>
              <a:gd name="connsiteX45" fmla="*/ 2881555 w 13940157"/>
              <a:gd name="connsiteY45" fmla="*/ 9008075 h 9456078"/>
              <a:gd name="connsiteX46" fmla="*/ 2925942 w 13940157"/>
              <a:gd name="connsiteY46" fmla="*/ 8987981 h 9456078"/>
              <a:gd name="connsiteX47" fmla="*/ 2970135 w 13940157"/>
              <a:gd name="connsiteY47" fmla="*/ 8967470 h 9456078"/>
              <a:gd name="connsiteX48" fmla="*/ 3014130 w 13940157"/>
              <a:gd name="connsiteY48" fmla="*/ 8946542 h 9456078"/>
              <a:gd name="connsiteX49" fmla="*/ 3057924 w 13940157"/>
              <a:gd name="connsiteY49" fmla="*/ 8925199 h 9456078"/>
              <a:gd name="connsiteX50" fmla="*/ 3101514 w 13940157"/>
              <a:gd name="connsiteY50" fmla="*/ 8903443 h 9456078"/>
              <a:gd name="connsiteX51" fmla="*/ 3144898 w 13940157"/>
              <a:gd name="connsiteY51" fmla="*/ 8881275 h 9456078"/>
              <a:gd name="connsiteX52" fmla="*/ 3188071 w 13940157"/>
              <a:gd name="connsiteY52" fmla="*/ 8858697 h 9456078"/>
              <a:gd name="connsiteX53" fmla="*/ 3231032 w 13940157"/>
              <a:gd name="connsiteY53" fmla="*/ 8835710 h 9456078"/>
              <a:gd name="connsiteX54" fmla="*/ 3273777 w 13940157"/>
              <a:gd name="connsiteY54" fmla="*/ 8812316 h 9456078"/>
              <a:gd name="connsiteX55" fmla="*/ 3316303 w 13940157"/>
              <a:gd name="connsiteY55" fmla="*/ 8788516 h 9456078"/>
              <a:gd name="connsiteX56" fmla="*/ 3358607 w 13940157"/>
              <a:gd name="connsiteY56" fmla="*/ 8764311 h 9456078"/>
              <a:gd name="connsiteX57" fmla="*/ 3400686 w 13940157"/>
              <a:gd name="connsiteY57" fmla="*/ 8739704 h 9456078"/>
              <a:gd name="connsiteX58" fmla="*/ 3442537 w 13940157"/>
              <a:gd name="connsiteY58" fmla="*/ 8714695 h 9456078"/>
              <a:gd name="connsiteX59" fmla="*/ 3484157 w 13940157"/>
              <a:gd name="connsiteY59" fmla="*/ 8689286 h 9456078"/>
              <a:gd name="connsiteX60" fmla="*/ 3525543 w 13940157"/>
              <a:gd name="connsiteY60" fmla="*/ 8663479 h 9456078"/>
              <a:gd name="connsiteX61" fmla="*/ 3566693 w 13940157"/>
              <a:gd name="connsiteY61" fmla="*/ 8637274 h 9456078"/>
              <a:gd name="connsiteX62" fmla="*/ 3607602 w 13940157"/>
              <a:gd name="connsiteY62" fmla="*/ 8610675 h 9456078"/>
              <a:gd name="connsiteX63" fmla="*/ 3648268 w 13940157"/>
              <a:gd name="connsiteY63" fmla="*/ 8583681 h 9456078"/>
              <a:gd name="connsiteX64" fmla="*/ 3688689 w 13940157"/>
              <a:gd name="connsiteY64" fmla="*/ 8556295 h 9456078"/>
              <a:gd name="connsiteX65" fmla="*/ 3728860 w 13940157"/>
              <a:gd name="connsiteY65" fmla="*/ 8528517 h 9456078"/>
              <a:gd name="connsiteX66" fmla="*/ 3768779 w 13940157"/>
              <a:gd name="connsiteY66" fmla="*/ 8500351 h 9456078"/>
              <a:gd name="connsiteX67" fmla="*/ 3808443 w 13940157"/>
              <a:gd name="connsiteY67" fmla="*/ 8471796 h 9456078"/>
              <a:gd name="connsiteX68" fmla="*/ 3847849 w 13940157"/>
              <a:gd name="connsiteY68" fmla="*/ 8442854 h 9456078"/>
              <a:gd name="connsiteX69" fmla="*/ 3886994 w 13940157"/>
              <a:gd name="connsiteY69" fmla="*/ 8413528 h 9456078"/>
              <a:gd name="connsiteX70" fmla="*/ 3925875 w 13940157"/>
              <a:gd name="connsiteY70" fmla="*/ 8383818 h 9456078"/>
              <a:gd name="connsiteX71" fmla="*/ 3964489 w 13940157"/>
              <a:gd name="connsiteY71" fmla="*/ 8353726 h 9456078"/>
              <a:gd name="connsiteX72" fmla="*/ 4002833 w 13940157"/>
              <a:gd name="connsiteY72" fmla="*/ 8323253 h 9456078"/>
              <a:gd name="connsiteX73" fmla="*/ 4040904 w 13940157"/>
              <a:gd name="connsiteY73" fmla="*/ 8292401 h 9456078"/>
              <a:gd name="connsiteX74" fmla="*/ 4078699 w 13940157"/>
              <a:gd name="connsiteY74" fmla="*/ 8261172 h 9456078"/>
              <a:gd name="connsiteX75" fmla="*/ 4116214 w 13940157"/>
              <a:gd name="connsiteY75" fmla="*/ 8229566 h 9456078"/>
              <a:gd name="connsiteX76" fmla="*/ 4153447 w 13940157"/>
              <a:gd name="connsiteY76" fmla="*/ 8197585 h 9456078"/>
              <a:gd name="connsiteX77" fmla="*/ 4190395 w 13940157"/>
              <a:gd name="connsiteY77" fmla="*/ 8165232 h 9456078"/>
              <a:gd name="connsiteX78" fmla="*/ 4227055 w 13940157"/>
              <a:gd name="connsiteY78" fmla="*/ 8132507 h 9456078"/>
              <a:gd name="connsiteX79" fmla="*/ 4263424 w 13940157"/>
              <a:gd name="connsiteY79" fmla="*/ 8099411 h 9456078"/>
              <a:gd name="connsiteX80" fmla="*/ 4299499 w 13940157"/>
              <a:gd name="connsiteY80" fmla="*/ 8065947 h 9456078"/>
              <a:gd name="connsiteX81" fmla="*/ 4335276 w 13940157"/>
              <a:gd name="connsiteY81" fmla="*/ 8032115 h 9456078"/>
              <a:gd name="connsiteX82" fmla="*/ 4370753 w 13940157"/>
              <a:gd name="connsiteY82" fmla="*/ 7997918 h 9456078"/>
              <a:gd name="connsiteX83" fmla="*/ 4405927 w 13940157"/>
              <a:gd name="connsiteY83" fmla="*/ 7963356 h 9456078"/>
              <a:gd name="connsiteX84" fmla="*/ 4440795 w 13940157"/>
              <a:gd name="connsiteY84" fmla="*/ 7928432 h 9456078"/>
              <a:gd name="connsiteX85" fmla="*/ 4475354 w 13940157"/>
              <a:gd name="connsiteY85" fmla="*/ 7893146 h 9456078"/>
              <a:gd name="connsiteX86" fmla="*/ 4509600 w 13940157"/>
              <a:gd name="connsiteY86" fmla="*/ 7857501 h 9456078"/>
              <a:gd name="connsiteX87" fmla="*/ 4543531 w 13940157"/>
              <a:gd name="connsiteY87" fmla="*/ 7821497 h 9456078"/>
              <a:gd name="connsiteX88" fmla="*/ 4577143 w 13940157"/>
              <a:gd name="connsiteY88" fmla="*/ 7785136 h 9456078"/>
              <a:gd name="connsiteX89" fmla="*/ 4610435 w 13940157"/>
              <a:gd name="connsiteY89" fmla="*/ 7748420 h 9456078"/>
              <a:gd name="connsiteX90" fmla="*/ 4643402 w 13940157"/>
              <a:gd name="connsiteY90" fmla="*/ 7711350 h 9456078"/>
              <a:gd name="connsiteX91" fmla="*/ 4676042 w 13940157"/>
              <a:gd name="connsiteY91" fmla="*/ 7673928 h 9456078"/>
              <a:gd name="connsiteX92" fmla="*/ 4708351 w 13940157"/>
              <a:gd name="connsiteY92" fmla="*/ 7636155 h 9456078"/>
              <a:gd name="connsiteX93" fmla="*/ 4740327 w 13940157"/>
              <a:gd name="connsiteY93" fmla="*/ 7598032 h 9456078"/>
              <a:gd name="connsiteX94" fmla="*/ 4771967 w 13940157"/>
              <a:gd name="connsiteY94" fmla="*/ 7559561 h 9456078"/>
              <a:gd name="connsiteX95" fmla="*/ 4803267 w 13940157"/>
              <a:gd name="connsiteY95" fmla="*/ 7520744 h 9456078"/>
              <a:gd name="connsiteX96" fmla="*/ 4834225 w 13940157"/>
              <a:gd name="connsiteY96" fmla="*/ 7481582 h 9456078"/>
              <a:gd name="connsiteX97" fmla="*/ 4864838 w 13940157"/>
              <a:gd name="connsiteY97" fmla="*/ 7442077 h 9456078"/>
              <a:gd name="connsiteX98" fmla="*/ 8803671 w 13940157"/>
              <a:gd name="connsiteY98" fmla="*/ 2307814 h 9456078"/>
              <a:gd name="connsiteX99" fmla="*/ 8834262 w 13940157"/>
              <a:gd name="connsiteY99" fmla="*/ 2268285 h 9456078"/>
              <a:gd name="connsiteX100" fmla="*/ 8865156 w 13940157"/>
              <a:gd name="connsiteY100" fmla="*/ 2229056 h 9456078"/>
              <a:gd name="connsiteX101" fmla="*/ 8896349 w 13940157"/>
              <a:gd name="connsiteY101" fmla="*/ 2190127 h 9456078"/>
              <a:gd name="connsiteX102" fmla="*/ 8927839 w 13940157"/>
              <a:gd name="connsiteY102" fmla="*/ 2151500 h 9456078"/>
              <a:gd name="connsiteX103" fmla="*/ 8959624 w 13940157"/>
              <a:gd name="connsiteY103" fmla="*/ 2113176 h 9456078"/>
              <a:gd name="connsiteX104" fmla="*/ 8991701 w 13940157"/>
              <a:gd name="connsiteY104" fmla="*/ 2075157 h 9456078"/>
              <a:gd name="connsiteX105" fmla="*/ 9024069 w 13940157"/>
              <a:gd name="connsiteY105" fmla="*/ 2037442 h 9456078"/>
              <a:gd name="connsiteX106" fmla="*/ 9056725 w 13940157"/>
              <a:gd name="connsiteY106" fmla="*/ 2000034 h 9456078"/>
              <a:gd name="connsiteX107" fmla="*/ 9089667 w 13940157"/>
              <a:gd name="connsiteY107" fmla="*/ 1962934 h 9456078"/>
              <a:gd name="connsiteX108" fmla="*/ 9122892 w 13940157"/>
              <a:gd name="connsiteY108" fmla="*/ 1926142 h 9456078"/>
              <a:gd name="connsiteX109" fmla="*/ 9156398 w 13940157"/>
              <a:gd name="connsiteY109" fmla="*/ 1889660 h 9456078"/>
              <a:gd name="connsiteX110" fmla="*/ 9190183 w 13940157"/>
              <a:gd name="connsiteY110" fmla="*/ 1853489 h 9456078"/>
              <a:gd name="connsiteX111" fmla="*/ 9224245 w 13940157"/>
              <a:gd name="connsiteY111" fmla="*/ 1817630 h 9456078"/>
              <a:gd name="connsiteX112" fmla="*/ 9258581 w 13940157"/>
              <a:gd name="connsiteY112" fmla="*/ 1782084 h 9456078"/>
              <a:gd name="connsiteX113" fmla="*/ 9293189 w 13940157"/>
              <a:gd name="connsiteY113" fmla="*/ 1746853 h 9456078"/>
              <a:gd name="connsiteX114" fmla="*/ 9328066 w 13940157"/>
              <a:gd name="connsiteY114" fmla="*/ 1711937 h 9456078"/>
              <a:gd name="connsiteX115" fmla="*/ 9363211 w 13940157"/>
              <a:gd name="connsiteY115" fmla="*/ 1677337 h 9456078"/>
              <a:gd name="connsiteX116" fmla="*/ 9398621 w 13940157"/>
              <a:gd name="connsiteY116" fmla="*/ 1643056 h 9456078"/>
              <a:gd name="connsiteX117" fmla="*/ 9434294 w 13940157"/>
              <a:gd name="connsiteY117" fmla="*/ 1609093 h 9456078"/>
              <a:gd name="connsiteX118" fmla="*/ 9470227 w 13940157"/>
              <a:gd name="connsiteY118" fmla="*/ 1575450 h 9456078"/>
              <a:gd name="connsiteX119" fmla="*/ 9506418 w 13940157"/>
              <a:gd name="connsiteY119" fmla="*/ 1542128 h 9456078"/>
              <a:gd name="connsiteX120" fmla="*/ 9542866 w 13940157"/>
              <a:gd name="connsiteY120" fmla="*/ 1509129 h 9456078"/>
              <a:gd name="connsiteX121" fmla="*/ 9579567 w 13940157"/>
              <a:gd name="connsiteY121" fmla="*/ 1476452 h 9456078"/>
              <a:gd name="connsiteX122" fmla="*/ 9616519 w 13940157"/>
              <a:gd name="connsiteY122" fmla="*/ 1444101 h 9456078"/>
              <a:gd name="connsiteX123" fmla="*/ 9653720 w 13940157"/>
              <a:gd name="connsiteY123" fmla="*/ 1412075 h 9456078"/>
              <a:gd name="connsiteX124" fmla="*/ 9691168 w 13940157"/>
              <a:gd name="connsiteY124" fmla="*/ 1380375 h 9456078"/>
              <a:gd name="connsiteX125" fmla="*/ 9728861 w 13940157"/>
              <a:gd name="connsiteY125" fmla="*/ 1349004 h 9456078"/>
              <a:gd name="connsiteX126" fmla="*/ 9766795 w 13940157"/>
              <a:gd name="connsiteY126" fmla="*/ 1317962 h 9456078"/>
              <a:gd name="connsiteX127" fmla="*/ 9804970 w 13940157"/>
              <a:gd name="connsiteY127" fmla="*/ 1287250 h 9456078"/>
              <a:gd name="connsiteX128" fmla="*/ 9843382 w 13940157"/>
              <a:gd name="connsiteY128" fmla="*/ 1256869 h 9456078"/>
              <a:gd name="connsiteX129" fmla="*/ 9882029 w 13940157"/>
              <a:gd name="connsiteY129" fmla="*/ 1226820 h 9456078"/>
              <a:gd name="connsiteX130" fmla="*/ 9920909 w 13940157"/>
              <a:gd name="connsiteY130" fmla="*/ 1197105 h 9456078"/>
              <a:gd name="connsiteX131" fmla="*/ 9960020 w 13940157"/>
              <a:gd name="connsiteY131" fmla="*/ 1167725 h 9456078"/>
              <a:gd name="connsiteX132" fmla="*/ 9999359 w 13940157"/>
              <a:gd name="connsiteY132" fmla="*/ 1138681 h 9456078"/>
              <a:gd name="connsiteX133" fmla="*/ 10038924 w 13940157"/>
              <a:gd name="connsiteY133" fmla="*/ 1109974 h 9456078"/>
              <a:gd name="connsiteX134" fmla="*/ 10078713 w 13940157"/>
              <a:gd name="connsiteY134" fmla="*/ 1081604 h 9456078"/>
              <a:gd name="connsiteX135" fmla="*/ 10118724 w 13940157"/>
              <a:gd name="connsiteY135" fmla="*/ 1053574 h 9456078"/>
              <a:gd name="connsiteX136" fmla="*/ 10158954 w 13940157"/>
              <a:gd name="connsiteY136" fmla="*/ 1025884 h 9456078"/>
              <a:gd name="connsiteX137" fmla="*/ 10199400 w 13940157"/>
              <a:gd name="connsiteY137" fmla="*/ 998536 h 9456078"/>
              <a:gd name="connsiteX138" fmla="*/ 10240062 w 13940157"/>
              <a:gd name="connsiteY138" fmla="*/ 971530 h 9456078"/>
              <a:gd name="connsiteX139" fmla="*/ 10280935 w 13940157"/>
              <a:gd name="connsiteY139" fmla="*/ 944868 h 9456078"/>
              <a:gd name="connsiteX140" fmla="*/ 10322019 w 13940157"/>
              <a:gd name="connsiteY140" fmla="*/ 918551 h 9456078"/>
              <a:gd name="connsiteX141" fmla="*/ 10363310 w 13940157"/>
              <a:gd name="connsiteY141" fmla="*/ 892580 h 9456078"/>
              <a:gd name="connsiteX142" fmla="*/ 10404807 w 13940157"/>
              <a:gd name="connsiteY142" fmla="*/ 866956 h 9456078"/>
              <a:gd name="connsiteX143" fmla="*/ 10446507 w 13940157"/>
              <a:gd name="connsiteY143" fmla="*/ 841681 h 9456078"/>
              <a:gd name="connsiteX144" fmla="*/ 10488408 w 13940157"/>
              <a:gd name="connsiteY144" fmla="*/ 816754 h 9456078"/>
              <a:gd name="connsiteX145" fmla="*/ 10530507 w 13940157"/>
              <a:gd name="connsiteY145" fmla="*/ 792179 h 9456078"/>
              <a:gd name="connsiteX146" fmla="*/ 10572803 w 13940157"/>
              <a:gd name="connsiteY146" fmla="*/ 767955 h 9456078"/>
              <a:gd name="connsiteX147" fmla="*/ 10615292 w 13940157"/>
              <a:gd name="connsiteY147" fmla="*/ 744083 h 9456078"/>
              <a:gd name="connsiteX148" fmla="*/ 10657973 w 13940157"/>
              <a:gd name="connsiteY148" fmla="*/ 720566 h 9456078"/>
              <a:gd name="connsiteX149" fmla="*/ 10700844 w 13940157"/>
              <a:gd name="connsiteY149" fmla="*/ 697404 h 9456078"/>
              <a:gd name="connsiteX150" fmla="*/ 10743902 w 13940157"/>
              <a:gd name="connsiteY150" fmla="*/ 674598 h 9456078"/>
              <a:gd name="connsiteX151" fmla="*/ 10787144 w 13940157"/>
              <a:gd name="connsiteY151" fmla="*/ 652149 h 9456078"/>
              <a:gd name="connsiteX152" fmla="*/ 10830569 w 13940157"/>
              <a:gd name="connsiteY152" fmla="*/ 630059 h 9456078"/>
              <a:gd name="connsiteX153" fmla="*/ 10874174 w 13940157"/>
              <a:gd name="connsiteY153" fmla="*/ 608328 h 9456078"/>
              <a:gd name="connsiteX154" fmla="*/ 10917957 w 13940157"/>
              <a:gd name="connsiteY154" fmla="*/ 586958 h 9456078"/>
              <a:gd name="connsiteX155" fmla="*/ 10961916 w 13940157"/>
              <a:gd name="connsiteY155" fmla="*/ 565950 h 9456078"/>
              <a:gd name="connsiteX156" fmla="*/ 11006048 w 13940157"/>
              <a:gd name="connsiteY156" fmla="*/ 545304 h 9456078"/>
              <a:gd name="connsiteX157" fmla="*/ 11050351 w 13940157"/>
              <a:gd name="connsiteY157" fmla="*/ 525023 h 9456078"/>
              <a:gd name="connsiteX158" fmla="*/ 11094823 w 13940157"/>
              <a:gd name="connsiteY158" fmla="*/ 505107 h 9456078"/>
              <a:gd name="connsiteX159" fmla="*/ 11139461 w 13940157"/>
              <a:gd name="connsiteY159" fmla="*/ 485558 h 9456078"/>
              <a:gd name="connsiteX160" fmla="*/ 11184263 w 13940157"/>
              <a:gd name="connsiteY160" fmla="*/ 466376 h 9456078"/>
              <a:gd name="connsiteX161" fmla="*/ 11229228 w 13940157"/>
              <a:gd name="connsiteY161" fmla="*/ 447563 h 9456078"/>
              <a:gd name="connsiteX162" fmla="*/ 11274351 w 13940157"/>
              <a:gd name="connsiteY162" fmla="*/ 429119 h 9456078"/>
              <a:gd name="connsiteX163" fmla="*/ 11319632 w 13940157"/>
              <a:gd name="connsiteY163" fmla="*/ 411046 h 9456078"/>
              <a:gd name="connsiteX164" fmla="*/ 11365068 w 13940157"/>
              <a:gd name="connsiteY164" fmla="*/ 393346 h 9456078"/>
              <a:gd name="connsiteX165" fmla="*/ 11410657 w 13940157"/>
              <a:gd name="connsiteY165" fmla="*/ 376018 h 9456078"/>
              <a:gd name="connsiteX166" fmla="*/ 11456396 w 13940157"/>
              <a:gd name="connsiteY166" fmla="*/ 359065 h 9456078"/>
              <a:gd name="connsiteX167" fmla="*/ 11502283 w 13940157"/>
              <a:gd name="connsiteY167" fmla="*/ 342487 h 9456078"/>
              <a:gd name="connsiteX168" fmla="*/ 11548316 w 13940157"/>
              <a:gd name="connsiteY168" fmla="*/ 326286 h 9456078"/>
              <a:gd name="connsiteX169" fmla="*/ 11594492 w 13940157"/>
              <a:gd name="connsiteY169" fmla="*/ 310462 h 9456078"/>
              <a:gd name="connsiteX170" fmla="*/ 11640810 w 13940157"/>
              <a:gd name="connsiteY170" fmla="*/ 295018 h 9456078"/>
              <a:gd name="connsiteX171" fmla="*/ 11687267 w 13940157"/>
              <a:gd name="connsiteY171" fmla="*/ 279953 h 9456078"/>
              <a:gd name="connsiteX172" fmla="*/ 11733860 w 13940157"/>
              <a:gd name="connsiteY172" fmla="*/ 265269 h 9456078"/>
              <a:gd name="connsiteX173" fmla="*/ 11780587 w 13940157"/>
              <a:gd name="connsiteY173" fmla="*/ 250968 h 9456078"/>
              <a:gd name="connsiteX174" fmla="*/ 11827447 w 13940157"/>
              <a:gd name="connsiteY174" fmla="*/ 237049 h 9456078"/>
              <a:gd name="connsiteX175" fmla="*/ 11874436 w 13940157"/>
              <a:gd name="connsiteY175" fmla="*/ 223516 h 9456078"/>
              <a:gd name="connsiteX176" fmla="*/ 11921553 w 13940157"/>
              <a:gd name="connsiteY176" fmla="*/ 210368 h 9456078"/>
              <a:gd name="connsiteX177" fmla="*/ 11968794 w 13940157"/>
              <a:gd name="connsiteY177" fmla="*/ 197606 h 9456078"/>
              <a:gd name="connsiteX178" fmla="*/ 12016159 w 13940157"/>
              <a:gd name="connsiteY178" fmla="*/ 185233 h 9456078"/>
              <a:gd name="connsiteX179" fmla="*/ 12063644 w 13940157"/>
              <a:gd name="connsiteY179" fmla="*/ 173248 h 9456078"/>
              <a:gd name="connsiteX180" fmla="*/ 12111248 w 13940157"/>
              <a:gd name="connsiteY180" fmla="*/ 161654 h 9456078"/>
              <a:gd name="connsiteX181" fmla="*/ 12158967 w 13940157"/>
              <a:gd name="connsiteY181" fmla="*/ 150451 h 9456078"/>
              <a:gd name="connsiteX182" fmla="*/ 12206800 w 13940157"/>
              <a:gd name="connsiteY182" fmla="*/ 139640 h 9456078"/>
              <a:gd name="connsiteX183" fmla="*/ 12254745 w 13940157"/>
              <a:gd name="connsiteY183" fmla="*/ 129223 h 9456078"/>
              <a:gd name="connsiteX184" fmla="*/ 12302799 w 13940157"/>
              <a:gd name="connsiteY184" fmla="*/ 119201 h 9456078"/>
              <a:gd name="connsiteX185" fmla="*/ 12350959 w 13940157"/>
              <a:gd name="connsiteY185" fmla="*/ 109574 h 9456078"/>
              <a:gd name="connsiteX186" fmla="*/ 12399224 w 13940157"/>
              <a:gd name="connsiteY186" fmla="*/ 100344 h 9456078"/>
              <a:gd name="connsiteX187" fmla="*/ 12447591 w 13940157"/>
              <a:gd name="connsiteY187" fmla="*/ 91512 h 9456078"/>
              <a:gd name="connsiteX188" fmla="*/ 12496058 w 13940157"/>
              <a:gd name="connsiteY188" fmla="*/ 83080 h 9456078"/>
              <a:gd name="connsiteX189" fmla="*/ 12544623 w 13940157"/>
              <a:gd name="connsiteY189" fmla="*/ 75047 h 9456078"/>
              <a:gd name="connsiteX190" fmla="*/ 12593283 w 13940157"/>
              <a:gd name="connsiteY190" fmla="*/ 67417 h 9456078"/>
              <a:gd name="connsiteX191" fmla="*/ 12642036 w 13940157"/>
              <a:gd name="connsiteY191" fmla="*/ 60188 h 9456078"/>
              <a:gd name="connsiteX192" fmla="*/ 12690879 w 13940157"/>
              <a:gd name="connsiteY192" fmla="*/ 53364 h 9456078"/>
              <a:gd name="connsiteX193" fmla="*/ 12739811 w 13940157"/>
              <a:gd name="connsiteY193" fmla="*/ 46944 h 9456078"/>
              <a:gd name="connsiteX194" fmla="*/ 12788830 w 13940157"/>
              <a:gd name="connsiteY194" fmla="*/ 40931 h 9456078"/>
              <a:gd name="connsiteX195" fmla="*/ 12837932 w 13940157"/>
              <a:gd name="connsiteY195" fmla="*/ 35324 h 9456078"/>
              <a:gd name="connsiteX196" fmla="*/ 12887116 w 13940157"/>
              <a:gd name="connsiteY196" fmla="*/ 30126 h 9456078"/>
              <a:gd name="connsiteX197" fmla="*/ 12936379 w 13940157"/>
              <a:gd name="connsiteY197" fmla="*/ 25337 h 9456078"/>
              <a:gd name="connsiteX198" fmla="*/ 12985719 w 13940157"/>
              <a:gd name="connsiteY198" fmla="*/ 20958 h 9456078"/>
              <a:gd name="connsiteX199" fmla="*/ 13035133 w 13940157"/>
              <a:gd name="connsiteY199" fmla="*/ 16991 h 9456078"/>
              <a:gd name="connsiteX200" fmla="*/ 13084620 w 13940157"/>
              <a:gd name="connsiteY200" fmla="*/ 13437 h 9456078"/>
              <a:gd name="connsiteX201" fmla="*/ 13134178 w 13940157"/>
              <a:gd name="connsiteY201" fmla="*/ 10297 h 9456078"/>
              <a:gd name="connsiteX202" fmla="*/ 13183803 w 13940157"/>
              <a:gd name="connsiteY202" fmla="*/ 7572 h 9456078"/>
              <a:gd name="connsiteX203" fmla="*/ 13233493 w 13940157"/>
              <a:gd name="connsiteY203" fmla="*/ 5263 h 9456078"/>
              <a:gd name="connsiteX204" fmla="*/ 13283247 w 13940157"/>
              <a:gd name="connsiteY204" fmla="*/ 3371 h 9456078"/>
              <a:gd name="connsiteX205" fmla="*/ 13333061 w 13940157"/>
              <a:gd name="connsiteY205" fmla="*/ 1898 h 9456078"/>
              <a:gd name="connsiteX206" fmla="*/ 13382934 w 13940157"/>
              <a:gd name="connsiteY206" fmla="*/ 844 h 9456078"/>
              <a:gd name="connsiteX207" fmla="*/ 13432864 w 13940157"/>
              <a:gd name="connsiteY207" fmla="*/ 211 h 9456078"/>
              <a:gd name="connsiteX208" fmla="*/ 13482847 w 13940157"/>
              <a:gd name="connsiteY208" fmla="*/ 0 h 9456078"/>
              <a:gd name="connsiteX209" fmla="*/ 13940158 w 13940157"/>
              <a:gd name="connsiteY209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49234 w 13158799"/>
              <a:gd name="connsiteY5" fmla="*/ 9450052 h 9456078"/>
              <a:gd name="connsiteX6" fmla="*/ 298870 w 13158799"/>
              <a:gd name="connsiteY6" fmla="*/ 9447409 h 9456078"/>
              <a:gd name="connsiteX7" fmla="*/ 348429 w 13158799"/>
              <a:gd name="connsiteY7" fmla="*/ 9444290 h 9456078"/>
              <a:gd name="connsiteX8" fmla="*/ 397907 w 13158799"/>
              <a:gd name="connsiteY8" fmla="*/ 9440698 h 9456078"/>
              <a:gd name="connsiteX9" fmla="*/ 447302 w 13158799"/>
              <a:gd name="connsiteY9" fmla="*/ 9436632 h 9456078"/>
              <a:gd name="connsiteX10" fmla="*/ 496610 w 13158799"/>
              <a:gd name="connsiteY10" fmla="*/ 9432096 h 9456078"/>
              <a:gd name="connsiteX11" fmla="*/ 545829 w 13158799"/>
              <a:gd name="connsiteY11" fmla="*/ 9427089 h 9456078"/>
              <a:gd name="connsiteX12" fmla="*/ 594956 w 13158799"/>
              <a:gd name="connsiteY12" fmla="*/ 9421615 h 9456078"/>
              <a:gd name="connsiteX13" fmla="*/ 643987 w 13158799"/>
              <a:gd name="connsiteY13" fmla="*/ 9415673 h 9456078"/>
              <a:gd name="connsiteX14" fmla="*/ 692920 w 13158799"/>
              <a:gd name="connsiteY14" fmla="*/ 9409267 h 9456078"/>
              <a:gd name="connsiteX15" fmla="*/ 741751 w 13158799"/>
              <a:gd name="connsiteY15" fmla="*/ 9402396 h 9456078"/>
              <a:gd name="connsiteX16" fmla="*/ 790478 w 13158799"/>
              <a:gd name="connsiteY16" fmla="*/ 9395063 h 9456078"/>
              <a:gd name="connsiteX17" fmla="*/ 839098 w 13158799"/>
              <a:gd name="connsiteY17" fmla="*/ 9387270 h 9456078"/>
              <a:gd name="connsiteX18" fmla="*/ 887607 w 13158799"/>
              <a:gd name="connsiteY18" fmla="*/ 9379017 h 9456078"/>
              <a:gd name="connsiteX19" fmla="*/ 936002 w 13158799"/>
              <a:gd name="connsiteY19" fmla="*/ 9370306 h 9456078"/>
              <a:gd name="connsiteX20" fmla="*/ 984281 w 13158799"/>
              <a:gd name="connsiteY20" fmla="*/ 9361139 h 9456078"/>
              <a:gd name="connsiteX21" fmla="*/ 1032440 w 13158799"/>
              <a:gd name="connsiteY21" fmla="*/ 9351517 h 9456078"/>
              <a:gd name="connsiteX22" fmla="*/ 1080477 w 13158799"/>
              <a:gd name="connsiteY22" fmla="*/ 9341441 h 9456078"/>
              <a:gd name="connsiteX23" fmla="*/ 1128389 w 13158799"/>
              <a:gd name="connsiteY23" fmla="*/ 9330914 h 9456078"/>
              <a:gd name="connsiteX24" fmla="*/ 1176172 w 13158799"/>
              <a:gd name="connsiteY24" fmla="*/ 9319936 h 9456078"/>
              <a:gd name="connsiteX25" fmla="*/ 1223823 w 13158799"/>
              <a:gd name="connsiteY25" fmla="*/ 9308509 h 9456078"/>
              <a:gd name="connsiteX26" fmla="*/ 1271339 w 13158799"/>
              <a:gd name="connsiteY26" fmla="*/ 9296635 h 9456078"/>
              <a:gd name="connsiteX27" fmla="*/ 1318719 w 13158799"/>
              <a:gd name="connsiteY27" fmla="*/ 9284315 h 9456078"/>
              <a:gd name="connsiteX28" fmla="*/ 1365957 w 13158799"/>
              <a:gd name="connsiteY28" fmla="*/ 9271550 h 9456078"/>
              <a:gd name="connsiteX29" fmla="*/ 1413052 w 13158799"/>
              <a:gd name="connsiteY29" fmla="*/ 9258342 h 9456078"/>
              <a:gd name="connsiteX30" fmla="*/ 1460000 w 13158799"/>
              <a:gd name="connsiteY30" fmla="*/ 9244693 h 9456078"/>
              <a:gd name="connsiteX31" fmla="*/ 1506799 w 13158799"/>
              <a:gd name="connsiteY31" fmla="*/ 9230604 h 9456078"/>
              <a:gd name="connsiteX32" fmla="*/ 1553445 w 13158799"/>
              <a:gd name="connsiteY32" fmla="*/ 9216076 h 9456078"/>
              <a:gd name="connsiteX33" fmla="*/ 1599935 w 13158799"/>
              <a:gd name="connsiteY33" fmla="*/ 9201111 h 9456078"/>
              <a:gd name="connsiteX34" fmla="*/ 1646267 w 13158799"/>
              <a:gd name="connsiteY34" fmla="*/ 9185710 h 9456078"/>
              <a:gd name="connsiteX35" fmla="*/ 1692437 w 13158799"/>
              <a:gd name="connsiteY35" fmla="*/ 9169876 h 9456078"/>
              <a:gd name="connsiteX36" fmla="*/ 1738442 w 13158799"/>
              <a:gd name="connsiteY36" fmla="*/ 9153608 h 9456078"/>
              <a:gd name="connsiteX37" fmla="*/ 1784280 w 13158799"/>
              <a:gd name="connsiteY37" fmla="*/ 9136910 h 9456078"/>
              <a:gd name="connsiteX38" fmla="*/ 1829947 w 13158799"/>
              <a:gd name="connsiteY38" fmla="*/ 9119782 h 9456078"/>
              <a:gd name="connsiteX39" fmla="*/ 1875440 w 13158799"/>
              <a:gd name="connsiteY39" fmla="*/ 9102226 h 9456078"/>
              <a:gd name="connsiteX40" fmla="*/ 1920756 w 13158799"/>
              <a:gd name="connsiteY40" fmla="*/ 9084243 h 9456078"/>
              <a:gd name="connsiteX41" fmla="*/ 1965893 w 13158799"/>
              <a:gd name="connsiteY41" fmla="*/ 9065835 h 9456078"/>
              <a:gd name="connsiteX42" fmla="*/ 2010847 w 13158799"/>
              <a:gd name="connsiteY42" fmla="*/ 9047004 h 9456078"/>
              <a:gd name="connsiteX43" fmla="*/ 2055615 w 13158799"/>
              <a:gd name="connsiteY43" fmla="*/ 9027750 h 9456078"/>
              <a:gd name="connsiteX44" fmla="*/ 2100195 w 13158799"/>
              <a:gd name="connsiteY44" fmla="*/ 9008075 h 9456078"/>
              <a:gd name="connsiteX45" fmla="*/ 2144582 w 13158799"/>
              <a:gd name="connsiteY45" fmla="*/ 8987981 h 9456078"/>
              <a:gd name="connsiteX46" fmla="*/ 2188775 w 13158799"/>
              <a:gd name="connsiteY46" fmla="*/ 8967470 h 9456078"/>
              <a:gd name="connsiteX47" fmla="*/ 2232770 w 13158799"/>
              <a:gd name="connsiteY47" fmla="*/ 8946542 h 9456078"/>
              <a:gd name="connsiteX48" fmla="*/ 2276564 w 13158799"/>
              <a:gd name="connsiteY48" fmla="*/ 8925199 h 9456078"/>
              <a:gd name="connsiteX49" fmla="*/ 2320154 w 13158799"/>
              <a:gd name="connsiteY49" fmla="*/ 8903443 h 9456078"/>
              <a:gd name="connsiteX50" fmla="*/ 2363538 w 13158799"/>
              <a:gd name="connsiteY50" fmla="*/ 8881275 h 9456078"/>
              <a:gd name="connsiteX51" fmla="*/ 2406711 w 13158799"/>
              <a:gd name="connsiteY51" fmla="*/ 8858697 h 9456078"/>
              <a:gd name="connsiteX52" fmla="*/ 2449672 w 13158799"/>
              <a:gd name="connsiteY52" fmla="*/ 8835710 h 9456078"/>
              <a:gd name="connsiteX53" fmla="*/ 2492417 w 13158799"/>
              <a:gd name="connsiteY53" fmla="*/ 8812316 h 9456078"/>
              <a:gd name="connsiteX54" fmla="*/ 2534943 w 13158799"/>
              <a:gd name="connsiteY54" fmla="*/ 8788516 h 9456078"/>
              <a:gd name="connsiteX55" fmla="*/ 2577247 w 13158799"/>
              <a:gd name="connsiteY55" fmla="*/ 8764311 h 9456078"/>
              <a:gd name="connsiteX56" fmla="*/ 2619326 w 13158799"/>
              <a:gd name="connsiteY56" fmla="*/ 8739704 h 9456078"/>
              <a:gd name="connsiteX57" fmla="*/ 2661177 w 13158799"/>
              <a:gd name="connsiteY57" fmla="*/ 8714695 h 9456078"/>
              <a:gd name="connsiteX58" fmla="*/ 2702797 w 13158799"/>
              <a:gd name="connsiteY58" fmla="*/ 8689286 h 9456078"/>
              <a:gd name="connsiteX59" fmla="*/ 2744183 w 13158799"/>
              <a:gd name="connsiteY59" fmla="*/ 8663479 h 9456078"/>
              <a:gd name="connsiteX60" fmla="*/ 2785333 w 13158799"/>
              <a:gd name="connsiteY60" fmla="*/ 8637274 h 9456078"/>
              <a:gd name="connsiteX61" fmla="*/ 2826242 w 13158799"/>
              <a:gd name="connsiteY61" fmla="*/ 8610675 h 9456078"/>
              <a:gd name="connsiteX62" fmla="*/ 2866908 w 13158799"/>
              <a:gd name="connsiteY62" fmla="*/ 8583681 h 9456078"/>
              <a:gd name="connsiteX63" fmla="*/ 2907329 w 13158799"/>
              <a:gd name="connsiteY63" fmla="*/ 8556295 h 9456078"/>
              <a:gd name="connsiteX64" fmla="*/ 2947500 w 13158799"/>
              <a:gd name="connsiteY64" fmla="*/ 8528517 h 9456078"/>
              <a:gd name="connsiteX65" fmla="*/ 2987419 w 13158799"/>
              <a:gd name="connsiteY65" fmla="*/ 8500351 h 9456078"/>
              <a:gd name="connsiteX66" fmla="*/ 3027083 w 13158799"/>
              <a:gd name="connsiteY66" fmla="*/ 8471796 h 9456078"/>
              <a:gd name="connsiteX67" fmla="*/ 3066489 w 13158799"/>
              <a:gd name="connsiteY67" fmla="*/ 8442854 h 9456078"/>
              <a:gd name="connsiteX68" fmla="*/ 3105634 w 13158799"/>
              <a:gd name="connsiteY68" fmla="*/ 8413528 h 9456078"/>
              <a:gd name="connsiteX69" fmla="*/ 3144515 w 13158799"/>
              <a:gd name="connsiteY69" fmla="*/ 8383818 h 9456078"/>
              <a:gd name="connsiteX70" fmla="*/ 3183129 w 13158799"/>
              <a:gd name="connsiteY70" fmla="*/ 8353726 h 9456078"/>
              <a:gd name="connsiteX71" fmla="*/ 3221473 w 13158799"/>
              <a:gd name="connsiteY71" fmla="*/ 8323253 h 9456078"/>
              <a:gd name="connsiteX72" fmla="*/ 3259544 w 13158799"/>
              <a:gd name="connsiteY72" fmla="*/ 8292401 h 9456078"/>
              <a:gd name="connsiteX73" fmla="*/ 3297339 w 13158799"/>
              <a:gd name="connsiteY73" fmla="*/ 8261172 h 9456078"/>
              <a:gd name="connsiteX74" fmla="*/ 3334854 w 13158799"/>
              <a:gd name="connsiteY74" fmla="*/ 8229566 h 9456078"/>
              <a:gd name="connsiteX75" fmla="*/ 3372087 w 13158799"/>
              <a:gd name="connsiteY75" fmla="*/ 8197585 h 9456078"/>
              <a:gd name="connsiteX76" fmla="*/ 3409035 w 13158799"/>
              <a:gd name="connsiteY76" fmla="*/ 8165232 h 9456078"/>
              <a:gd name="connsiteX77" fmla="*/ 3445695 w 13158799"/>
              <a:gd name="connsiteY77" fmla="*/ 8132507 h 9456078"/>
              <a:gd name="connsiteX78" fmla="*/ 3482064 w 13158799"/>
              <a:gd name="connsiteY78" fmla="*/ 8099411 h 9456078"/>
              <a:gd name="connsiteX79" fmla="*/ 3518139 w 13158799"/>
              <a:gd name="connsiteY79" fmla="*/ 8065947 h 9456078"/>
              <a:gd name="connsiteX80" fmla="*/ 3553916 w 13158799"/>
              <a:gd name="connsiteY80" fmla="*/ 8032115 h 9456078"/>
              <a:gd name="connsiteX81" fmla="*/ 3589393 w 13158799"/>
              <a:gd name="connsiteY81" fmla="*/ 7997918 h 9456078"/>
              <a:gd name="connsiteX82" fmla="*/ 3624567 w 13158799"/>
              <a:gd name="connsiteY82" fmla="*/ 7963356 h 9456078"/>
              <a:gd name="connsiteX83" fmla="*/ 3659435 w 13158799"/>
              <a:gd name="connsiteY83" fmla="*/ 7928432 h 9456078"/>
              <a:gd name="connsiteX84" fmla="*/ 3693994 w 13158799"/>
              <a:gd name="connsiteY84" fmla="*/ 7893146 h 9456078"/>
              <a:gd name="connsiteX85" fmla="*/ 3728240 w 13158799"/>
              <a:gd name="connsiteY85" fmla="*/ 7857501 h 9456078"/>
              <a:gd name="connsiteX86" fmla="*/ 3762171 w 13158799"/>
              <a:gd name="connsiteY86" fmla="*/ 7821497 h 9456078"/>
              <a:gd name="connsiteX87" fmla="*/ 3795783 w 13158799"/>
              <a:gd name="connsiteY87" fmla="*/ 7785136 h 9456078"/>
              <a:gd name="connsiteX88" fmla="*/ 3829075 w 13158799"/>
              <a:gd name="connsiteY88" fmla="*/ 7748420 h 9456078"/>
              <a:gd name="connsiteX89" fmla="*/ 3862042 w 13158799"/>
              <a:gd name="connsiteY89" fmla="*/ 7711350 h 9456078"/>
              <a:gd name="connsiteX90" fmla="*/ 3894682 w 13158799"/>
              <a:gd name="connsiteY90" fmla="*/ 7673928 h 9456078"/>
              <a:gd name="connsiteX91" fmla="*/ 3926991 w 13158799"/>
              <a:gd name="connsiteY91" fmla="*/ 7636155 h 9456078"/>
              <a:gd name="connsiteX92" fmla="*/ 3958967 w 13158799"/>
              <a:gd name="connsiteY92" fmla="*/ 7598032 h 9456078"/>
              <a:gd name="connsiteX93" fmla="*/ 3990607 w 13158799"/>
              <a:gd name="connsiteY93" fmla="*/ 7559561 h 9456078"/>
              <a:gd name="connsiteX94" fmla="*/ 4021907 w 13158799"/>
              <a:gd name="connsiteY94" fmla="*/ 7520744 h 9456078"/>
              <a:gd name="connsiteX95" fmla="*/ 4052865 w 13158799"/>
              <a:gd name="connsiteY95" fmla="*/ 7481582 h 9456078"/>
              <a:gd name="connsiteX96" fmla="*/ 4083478 w 13158799"/>
              <a:gd name="connsiteY96" fmla="*/ 7442077 h 9456078"/>
              <a:gd name="connsiteX97" fmla="*/ 8022311 w 13158799"/>
              <a:gd name="connsiteY97" fmla="*/ 2307814 h 9456078"/>
              <a:gd name="connsiteX98" fmla="*/ 8052902 w 13158799"/>
              <a:gd name="connsiteY98" fmla="*/ 2268285 h 9456078"/>
              <a:gd name="connsiteX99" fmla="*/ 8083796 w 13158799"/>
              <a:gd name="connsiteY99" fmla="*/ 2229056 h 9456078"/>
              <a:gd name="connsiteX100" fmla="*/ 8114989 w 13158799"/>
              <a:gd name="connsiteY100" fmla="*/ 2190127 h 9456078"/>
              <a:gd name="connsiteX101" fmla="*/ 8146479 w 13158799"/>
              <a:gd name="connsiteY101" fmla="*/ 2151500 h 9456078"/>
              <a:gd name="connsiteX102" fmla="*/ 8178264 w 13158799"/>
              <a:gd name="connsiteY102" fmla="*/ 2113176 h 9456078"/>
              <a:gd name="connsiteX103" fmla="*/ 8210341 w 13158799"/>
              <a:gd name="connsiteY103" fmla="*/ 2075157 h 9456078"/>
              <a:gd name="connsiteX104" fmla="*/ 8242709 w 13158799"/>
              <a:gd name="connsiteY104" fmla="*/ 2037442 h 9456078"/>
              <a:gd name="connsiteX105" fmla="*/ 8275365 w 13158799"/>
              <a:gd name="connsiteY105" fmla="*/ 2000034 h 9456078"/>
              <a:gd name="connsiteX106" fmla="*/ 8308307 w 13158799"/>
              <a:gd name="connsiteY106" fmla="*/ 1962934 h 9456078"/>
              <a:gd name="connsiteX107" fmla="*/ 8341532 w 13158799"/>
              <a:gd name="connsiteY107" fmla="*/ 1926142 h 9456078"/>
              <a:gd name="connsiteX108" fmla="*/ 8375038 w 13158799"/>
              <a:gd name="connsiteY108" fmla="*/ 1889660 h 9456078"/>
              <a:gd name="connsiteX109" fmla="*/ 8408823 w 13158799"/>
              <a:gd name="connsiteY109" fmla="*/ 1853489 h 9456078"/>
              <a:gd name="connsiteX110" fmla="*/ 8442885 w 13158799"/>
              <a:gd name="connsiteY110" fmla="*/ 1817630 h 9456078"/>
              <a:gd name="connsiteX111" fmla="*/ 8477221 w 13158799"/>
              <a:gd name="connsiteY111" fmla="*/ 1782084 h 9456078"/>
              <a:gd name="connsiteX112" fmla="*/ 8511829 w 13158799"/>
              <a:gd name="connsiteY112" fmla="*/ 1746853 h 9456078"/>
              <a:gd name="connsiteX113" fmla="*/ 8546706 w 13158799"/>
              <a:gd name="connsiteY113" fmla="*/ 1711937 h 9456078"/>
              <a:gd name="connsiteX114" fmla="*/ 8581851 w 13158799"/>
              <a:gd name="connsiteY114" fmla="*/ 1677337 h 9456078"/>
              <a:gd name="connsiteX115" fmla="*/ 8617261 w 13158799"/>
              <a:gd name="connsiteY115" fmla="*/ 1643056 h 9456078"/>
              <a:gd name="connsiteX116" fmla="*/ 8652934 w 13158799"/>
              <a:gd name="connsiteY116" fmla="*/ 1609093 h 9456078"/>
              <a:gd name="connsiteX117" fmla="*/ 8688867 w 13158799"/>
              <a:gd name="connsiteY117" fmla="*/ 1575450 h 9456078"/>
              <a:gd name="connsiteX118" fmla="*/ 8725058 w 13158799"/>
              <a:gd name="connsiteY118" fmla="*/ 1542128 h 9456078"/>
              <a:gd name="connsiteX119" fmla="*/ 8761506 w 13158799"/>
              <a:gd name="connsiteY119" fmla="*/ 1509129 h 9456078"/>
              <a:gd name="connsiteX120" fmla="*/ 8798207 w 13158799"/>
              <a:gd name="connsiteY120" fmla="*/ 1476452 h 9456078"/>
              <a:gd name="connsiteX121" fmla="*/ 8835159 w 13158799"/>
              <a:gd name="connsiteY121" fmla="*/ 1444101 h 9456078"/>
              <a:gd name="connsiteX122" fmla="*/ 8872360 w 13158799"/>
              <a:gd name="connsiteY122" fmla="*/ 1412075 h 9456078"/>
              <a:gd name="connsiteX123" fmla="*/ 8909808 w 13158799"/>
              <a:gd name="connsiteY123" fmla="*/ 1380375 h 9456078"/>
              <a:gd name="connsiteX124" fmla="*/ 8947501 w 13158799"/>
              <a:gd name="connsiteY124" fmla="*/ 1349004 h 9456078"/>
              <a:gd name="connsiteX125" fmla="*/ 8985435 w 13158799"/>
              <a:gd name="connsiteY125" fmla="*/ 1317962 h 9456078"/>
              <a:gd name="connsiteX126" fmla="*/ 9023610 w 13158799"/>
              <a:gd name="connsiteY126" fmla="*/ 1287250 h 9456078"/>
              <a:gd name="connsiteX127" fmla="*/ 9062022 w 13158799"/>
              <a:gd name="connsiteY127" fmla="*/ 1256869 h 9456078"/>
              <a:gd name="connsiteX128" fmla="*/ 9100669 w 13158799"/>
              <a:gd name="connsiteY128" fmla="*/ 1226820 h 9456078"/>
              <a:gd name="connsiteX129" fmla="*/ 9139549 w 13158799"/>
              <a:gd name="connsiteY129" fmla="*/ 1197105 h 9456078"/>
              <a:gd name="connsiteX130" fmla="*/ 9178660 w 13158799"/>
              <a:gd name="connsiteY130" fmla="*/ 1167725 h 9456078"/>
              <a:gd name="connsiteX131" fmla="*/ 9217999 w 13158799"/>
              <a:gd name="connsiteY131" fmla="*/ 1138681 h 9456078"/>
              <a:gd name="connsiteX132" fmla="*/ 9257564 w 13158799"/>
              <a:gd name="connsiteY132" fmla="*/ 1109974 h 9456078"/>
              <a:gd name="connsiteX133" fmla="*/ 9297353 w 13158799"/>
              <a:gd name="connsiteY133" fmla="*/ 1081604 h 9456078"/>
              <a:gd name="connsiteX134" fmla="*/ 9337364 w 13158799"/>
              <a:gd name="connsiteY134" fmla="*/ 1053574 h 9456078"/>
              <a:gd name="connsiteX135" fmla="*/ 9377594 w 13158799"/>
              <a:gd name="connsiteY135" fmla="*/ 1025884 h 9456078"/>
              <a:gd name="connsiteX136" fmla="*/ 9418040 w 13158799"/>
              <a:gd name="connsiteY136" fmla="*/ 998536 h 9456078"/>
              <a:gd name="connsiteX137" fmla="*/ 9458702 w 13158799"/>
              <a:gd name="connsiteY137" fmla="*/ 971530 h 9456078"/>
              <a:gd name="connsiteX138" fmla="*/ 9499575 w 13158799"/>
              <a:gd name="connsiteY138" fmla="*/ 944868 h 9456078"/>
              <a:gd name="connsiteX139" fmla="*/ 9540659 w 13158799"/>
              <a:gd name="connsiteY139" fmla="*/ 918551 h 9456078"/>
              <a:gd name="connsiteX140" fmla="*/ 9581950 w 13158799"/>
              <a:gd name="connsiteY140" fmla="*/ 892580 h 9456078"/>
              <a:gd name="connsiteX141" fmla="*/ 9623447 w 13158799"/>
              <a:gd name="connsiteY141" fmla="*/ 866956 h 9456078"/>
              <a:gd name="connsiteX142" fmla="*/ 9665147 w 13158799"/>
              <a:gd name="connsiteY142" fmla="*/ 841681 h 9456078"/>
              <a:gd name="connsiteX143" fmla="*/ 9707048 w 13158799"/>
              <a:gd name="connsiteY143" fmla="*/ 816754 h 9456078"/>
              <a:gd name="connsiteX144" fmla="*/ 9749147 w 13158799"/>
              <a:gd name="connsiteY144" fmla="*/ 792179 h 9456078"/>
              <a:gd name="connsiteX145" fmla="*/ 9791443 w 13158799"/>
              <a:gd name="connsiteY145" fmla="*/ 767955 h 9456078"/>
              <a:gd name="connsiteX146" fmla="*/ 9833932 w 13158799"/>
              <a:gd name="connsiteY146" fmla="*/ 744083 h 9456078"/>
              <a:gd name="connsiteX147" fmla="*/ 9876613 w 13158799"/>
              <a:gd name="connsiteY147" fmla="*/ 720566 h 9456078"/>
              <a:gd name="connsiteX148" fmla="*/ 9919484 w 13158799"/>
              <a:gd name="connsiteY148" fmla="*/ 697404 h 9456078"/>
              <a:gd name="connsiteX149" fmla="*/ 9962542 w 13158799"/>
              <a:gd name="connsiteY149" fmla="*/ 674598 h 9456078"/>
              <a:gd name="connsiteX150" fmla="*/ 10005784 w 13158799"/>
              <a:gd name="connsiteY150" fmla="*/ 652149 h 9456078"/>
              <a:gd name="connsiteX151" fmla="*/ 10049209 w 13158799"/>
              <a:gd name="connsiteY151" fmla="*/ 630059 h 9456078"/>
              <a:gd name="connsiteX152" fmla="*/ 10092814 w 13158799"/>
              <a:gd name="connsiteY152" fmla="*/ 608328 h 9456078"/>
              <a:gd name="connsiteX153" fmla="*/ 10136597 w 13158799"/>
              <a:gd name="connsiteY153" fmla="*/ 586958 h 9456078"/>
              <a:gd name="connsiteX154" fmla="*/ 10180556 w 13158799"/>
              <a:gd name="connsiteY154" fmla="*/ 565950 h 9456078"/>
              <a:gd name="connsiteX155" fmla="*/ 10224688 w 13158799"/>
              <a:gd name="connsiteY155" fmla="*/ 545304 h 9456078"/>
              <a:gd name="connsiteX156" fmla="*/ 10268991 w 13158799"/>
              <a:gd name="connsiteY156" fmla="*/ 525023 h 9456078"/>
              <a:gd name="connsiteX157" fmla="*/ 10313463 w 13158799"/>
              <a:gd name="connsiteY157" fmla="*/ 505107 h 9456078"/>
              <a:gd name="connsiteX158" fmla="*/ 10358101 w 13158799"/>
              <a:gd name="connsiteY158" fmla="*/ 485558 h 9456078"/>
              <a:gd name="connsiteX159" fmla="*/ 10402903 w 13158799"/>
              <a:gd name="connsiteY159" fmla="*/ 466376 h 9456078"/>
              <a:gd name="connsiteX160" fmla="*/ 10447868 w 13158799"/>
              <a:gd name="connsiteY160" fmla="*/ 447563 h 9456078"/>
              <a:gd name="connsiteX161" fmla="*/ 10492991 w 13158799"/>
              <a:gd name="connsiteY161" fmla="*/ 429119 h 9456078"/>
              <a:gd name="connsiteX162" fmla="*/ 10538272 w 13158799"/>
              <a:gd name="connsiteY162" fmla="*/ 411046 h 9456078"/>
              <a:gd name="connsiteX163" fmla="*/ 10583708 w 13158799"/>
              <a:gd name="connsiteY163" fmla="*/ 393346 h 9456078"/>
              <a:gd name="connsiteX164" fmla="*/ 10629297 w 13158799"/>
              <a:gd name="connsiteY164" fmla="*/ 376018 h 9456078"/>
              <a:gd name="connsiteX165" fmla="*/ 10675036 w 13158799"/>
              <a:gd name="connsiteY165" fmla="*/ 359065 h 9456078"/>
              <a:gd name="connsiteX166" fmla="*/ 10720923 w 13158799"/>
              <a:gd name="connsiteY166" fmla="*/ 342487 h 9456078"/>
              <a:gd name="connsiteX167" fmla="*/ 10766956 w 13158799"/>
              <a:gd name="connsiteY167" fmla="*/ 326286 h 9456078"/>
              <a:gd name="connsiteX168" fmla="*/ 10813132 w 13158799"/>
              <a:gd name="connsiteY168" fmla="*/ 310462 h 9456078"/>
              <a:gd name="connsiteX169" fmla="*/ 10859450 w 13158799"/>
              <a:gd name="connsiteY169" fmla="*/ 295018 h 9456078"/>
              <a:gd name="connsiteX170" fmla="*/ 10905907 w 13158799"/>
              <a:gd name="connsiteY170" fmla="*/ 279953 h 9456078"/>
              <a:gd name="connsiteX171" fmla="*/ 10952500 w 13158799"/>
              <a:gd name="connsiteY171" fmla="*/ 265269 h 9456078"/>
              <a:gd name="connsiteX172" fmla="*/ 10999227 w 13158799"/>
              <a:gd name="connsiteY172" fmla="*/ 250968 h 9456078"/>
              <a:gd name="connsiteX173" fmla="*/ 11046087 w 13158799"/>
              <a:gd name="connsiteY173" fmla="*/ 237049 h 9456078"/>
              <a:gd name="connsiteX174" fmla="*/ 11093076 w 13158799"/>
              <a:gd name="connsiteY174" fmla="*/ 223516 h 9456078"/>
              <a:gd name="connsiteX175" fmla="*/ 11140193 w 13158799"/>
              <a:gd name="connsiteY175" fmla="*/ 210368 h 9456078"/>
              <a:gd name="connsiteX176" fmla="*/ 11187434 w 13158799"/>
              <a:gd name="connsiteY176" fmla="*/ 197606 h 9456078"/>
              <a:gd name="connsiteX177" fmla="*/ 11234799 w 13158799"/>
              <a:gd name="connsiteY177" fmla="*/ 185233 h 9456078"/>
              <a:gd name="connsiteX178" fmla="*/ 11282284 w 13158799"/>
              <a:gd name="connsiteY178" fmla="*/ 173248 h 9456078"/>
              <a:gd name="connsiteX179" fmla="*/ 11329888 w 13158799"/>
              <a:gd name="connsiteY179" fmla="*/ 161654 h 9456078"/>
              <a:gd name="connsiteX180" fmla="*/ 11377607 w 13158799"/>
              <a:gd name="connsiteY180" fmla="*/ 150451 h 9456078"/>
              <a:gd name="connsiteX181" fmla="*/ 11425440 w 13158799"/>
              <a:gd name="connsiteY181" fmla="*/ 139640 h 9456078"/>
              <a:gd name="connsiteX182" fmla="*/ 11473385 w 13158799"/>
              <a:gd name="connsiteY182" fmla="*/ 129223 h 9456078"/>
              <a:gd name="connsiteX183" fmla="*/ 11521439 w 13158799"/>
              <a:gd name="connsiteY183" fmla="*/ 119201 h 9456078"/>
              <a:gd name="connsiteX184" fmla="*/ 11569599 w 13158799"/>
              <a:gd name="connsiteY184" fmla="*/ 109574 h 9456078"/>
              <a:gd name="connsiteX185" fmla="*/ 11617864 w 13158799"/>
              <a:gd name="connsiteY185" fmla="*/ 100344 h 9456078"/>
              <a:gd name="connsiteX186" fmla="*/ 11666231 w 13158799"/>
              <a:gd name="connsiteY186" fmla="*/ 91512 h 9456078"/>
              <a:gd name="connsiteX187" fmla="*/ 11714698 w 13158799"/>
              <a:gd name="connsiteY187" fmla="*/ 83080 h 9456078"/>
              <a:gd name="connsiteX188" fmla="*/ 11763263 w 13158799"/>
              <a:gd name="connsiteY188" fmla="*/ 75047 h 9456078"/>
              <a:gd name="connsiteX189" fmla="*/ 11811923 w 13158799"/>
              <a:gd name="connsiteY189" fmla="*/ 67417 h 9456078"/>
              <a:gd name="connsiteX190" fmla="*/ 11860676 w 13158799"/>
              <a:gd name="connsiteY190" fmla="*/ 60188 h 9456078"/>
              <a:gd name="connsiteX191" fmla="*/ 11909519 w 13158799"/>
              <a:gd name="connsiteY191" fmla="*/ 53364 h 9456078"/>
              <a:gd name="connsiteX192" fmla="*/ 11958451 w 13158799"/>
              <a:gd name="connsiteY192" fmla="*/ 46944 h 9456078"/>
              <a:gd name="connsiteX193" fmla="*/ 12007470 w 13158799"/>
              <a:gd name="connsiteY193" fmla="*/ 40931 h 9456078"/>
              <a:gd name="connsiteX194" fmla="*/ 12056572 w 13158799"/>
              <a:gd name="connsiteY194" fmla="*/ 35324 h 9456078"/>
              <a:gd name="connsiteX195" fmla="*/ 12105756 w 13158799"/>
              <a:gd name="connsiteY195" fmla="*/ 30126 h 9456078"/>
              <a:gd name="connsiteX196" fmla="*/ 12155019 w 13158799"/>
              <a:gd name="connsiteY196" fmla="*/ 25337 h 9456078"/>
              <a:gd name="connsiteX197" fmla="*/ 12204359 w 13158799"/>
              <a:gd name="connsiteY197" fmla="*/ 20958 h 9456078"/>
              <a:gd name="connsiteX198" fmla="*/ 12253773 w 13158799"/>
              <a:gd name="connsiteY198" fmla="*/ 16991 h 9456078"/>
              <a:gd name="connsiteX199" fmla="*/ 12303260 w 13158799"/>
              <a:gd name="connsiteY199" fmla="*/ 13437 h 9456078"/>
              <a:gd name="connsiteX200" fmla="*/ 12352818 w 13158799"/>
              <a:gd name="connsiteY200" fmla="*/ 10297 h 9456078"/>
              <a:gd name="connsiteX201" fmla="*/ 12402443 w 13158799"/>
              <a:gd name="connsiteY201" fmla="*/ 7572 h 9456078"/>
              <a:gd name="connsiteX202" fmla="*/ 12452133 w 13158799"/>
              <a:gd name="connsiteY202" fmla="*/ 5263 h 9456078"/>
              <a:gd name="connsiteX203" fmla="*/ 12501887 w 13158799"/>
              <a:gd name="connsiteY203" fmla="*/ 3371 h 9456078"/>
              <a:gd name="connsiteX204" fmla="*/ 12551701 w 13158799"/>
              <a:gd name="connsiteY204" fmla="*/ 1898 h 9456078"/>
              <a:gd name="connsiteX205" fmla="*/ 12601574 w 13158799"/>
              <a:gd name="connsiteY205" fmla="*/ 844 h 9456078"/>
              <a:gd name="connsiteX206" fmla="*/ 12651504 w 13158799"/>
              <a:gd name="connsiteY206" fmla="*/ 211 h 9456078"/>
              <a:gd name="connsiteX207" fmla="*/ 12701487 w 13158799"/>
              <a:gd name="connsiteY207" fmla="*/ 0 h 9456078"/>
              <a:gd name="connsiteX208" fmla="*/ 13158798 w 13158799"/>
              <a:gd name="connsiteY208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28389 w 13158797"/>
              <a:gd name="connsiteY22" fmla="*/ 9330914 h 9456078"/>
              <a:gd name="connsiteX23" fmla="*/ 1176172 w 13158797"/>
              <a:gd name="connsiteY23" fmla="*/ 9319936 h 9456078"/>
              <a:gd name="connsiteX24" fmla="*/ 1223823 w 13158797"/>
              <a:gd name="connsiteY24" fmla="*/ 9308509 h 9456078"/>
              <a:gd name="connsiteX25" fmla="*/ 1271339 w 13158797"/>
              <a:gd name="connsiteY25" fmla="*/ 9296635 h 9456078"/>
              <a:gd name="connsiteX26" fmla="*/ 1318719 w 13158797"/>
              <a:gd name="connsiteY26" fmla="*/ 9284315 h 9456078"/>
              <a:gd name="connsiteX27" fmla="*/ 1365957 w 13158797"/>
              <a:gd name="connsiteY27" fmla="*/ 9271550 h 9456078"/>
              <a:gd name="connsiteX28" fmla="*/ 1413052 w 13158797"/>
              <a:gd name="connsiteY28" fmla="*/ 9258342 h 9456078"/>
              <a:gd name="connsiteX29" fmla="*/ 1460000 w 13158797"/>
              <a:gd name="connsiteY29" fmla="*/ 9244693 h 9456078"/>
              <a:gd name="connsiteX30" fmla="*/ 1506799 w 13158797"/>
              <a:gd name="connsiteY30" fmla="*/ 9230604 h 9456078"/>
              <a:gd name="connsiteX31" fmla="*/ 1553445 w 13158797"/>
              <a:gd name="connsiteY31" fmla="*/ 9216076 h 9456078"/>
              <a:gd name="connsiteX32" fmla="*/ 1599935 w 13158797"/>
              <a:gd name="connsiteY32" fmla="*/ 9201111 h 9456078"/>
              <a:gd name="connsiteX33" fmla="*/ 1646267 w 13158797"/>
              <a:gd name="connsiteY33" fmla="*/ 9185710 h 9456078"/>
              <a:gd name="connsiteX34" fmla="*/ 1692437 w 13158797"/>
              <a:gd name="connsiteY34" fmla="*/ 9169876 h 9456078"/>
              <a:gd name="connsiteX35" fmla="*/ 1738442 w 13158797"/>
              <a:gd name="connsiteY35" fmla="*/ 9153608 h 9456078"/>
              <a:gd name="connsiteX36" fmla="*/ 1784280 w 13158797"/>
              <a:gd name="connsiteY36" fmla="*/ 9136910 h 9456078"/>
              <a:gd name="connsiteX37" fmla="*/ 1829947 w 13158797"/>
              <a:gd name="connsiteY37" fmla="*/ 9119782 h 9456078"/>
              <a:gd name="connsiteX38" fmla="*/ 1875440 w 13158797"/>
              <a:gd name="connsiteY38" fmla="*/ 9102226 h 9456078"/>
              <a:gd name="connsiteX39" fmla="*/ 1920756 w 13158797"/>
              <a:gd name="connsiteY39" fmla="*/ 9084243 h 9456078"/>
              <a:gd name="connsiteX40" fmla="*/ 1965893 w 13158797"/>
              <a:gd name="connsiteY40" fmla="*/ 9065835 h 9456078"/>
              <a:gd name="connsiteX41" fmla="*/ 2010847 w 13158797"/>
              <a:gd name="connsiteY41" fmla="*/ 9047004 h 9456078"/>
              <a:gd name="connsiteX42" fmla="*/ 2055615 w 13158797"/>
              <a:gd name="connsiteY42" fmla="*/ 9027750 h 9456078"/>
              <a:gd name="connsiteX43" fmla="*/ 2100195 w 13158797"/>
              <a:gd name="connsiteY43" fmla="*/ 9008075 h 9456078"/>
              <a:gd name="connsiteX44" fmla="*/ 2144582 w 13158797"/>
              <a:gd name="connsiteY44" fmla="*/ 8987981 h 9456078"/>
              <a:gd name="connsiteX45" fmla="*/ 2188775 w 13158797"/>
              <a:gd name="connsiteY45" fmla="*/ 8967470 h 9456078"/>
              <a:gd name="connsiteX46" fmla="*/ 2232770 w 13158797"/>
              <a:gd name="connsiteY46" fmla="*/ 8946542 h 9456078"/>
              <a:gd name="connsiteX47" fmla="*/ 2276564 w 13158797"/>
              <a:gd name="connsiteY47" fmla="*/ 8925199 h 9456078"/>
              <a:gd name="connsiteX48" fmla="*/ 2320154 w 13158797"/>
              <a:gd name="connsiteY48" fmla="*/ 8903443 h 9456078"/>
              <a:gd name="connsiteX49" fmla="*/ 2363538 w 13158797"/>
              <a:gd name="connsiteY49" fmla="*/ 8881275 h 9456078"/>
              <a:gd name="connsiteX50" fmla="*/ 2406711 w 13158797"/>
              <a:gd name="connsiteY50" fmla="*/ 8858697 h 9456078"/>
              <a:gd name="connsiteX51" fmla="*/ 2449672 w 13158797"/>
              <a:gd name="connsiteY51" fmla="*/ 8835710 h 9456078"/>
              <a:gd name="connsiteX52" fmla="*/ 2492417 w 13158797"/>
              <a:gd name="connsiteY52" fmla="*/ 8812316 h 9456078"/>
              <a:gd name="connsiteX53" fmla="*/ 2534943 w 13158797"/>
              <a:gd name="connsiteY53" fmla="*/ 8788516 h 9456078"/>
              <a:gd name="connsiteX54" fmla="*/ 2577247 w 13158797"/>
              <a:gd name="connsiteY54" fmla="*/ 8764311 h 9456078"/>
              <a:gd name="connsiteX55" fmla="*/ 2619326 w 13158797"/>
              <a:gd name="connsiteY55" fmla="*/ 8739704 h 9456078"/>
              <a:gd name="connsiteX56" fmla="*/ 2661177 w 13158797"/>
              <a:gd name="connsiteY56" fmla="*/ 8714695 h 9456078"/>
              <a:gd name="connsiteX57" fmla="*/ 2702797 w 13158797"/>
              <a:gd name="connsiteY57" fmla="*/ 8689286 h 9456078"/>
              <a:gd name="connsiteX58" fmla="*/ 2744183 w 13158797"/>
              <a:gd name="connsiteY58" fmla="*/ 8663479 h 9456078"/>
              <a:gd name="connsiteX59" fmla="*/ 2785333 w 13158797"/>
              <a:gd name="connsiteY59" fmla="*/ 8637274 h 9456078"/>
              <a:gd name="connsiteX60" fmla="*/ 2826242 w 13158797"/>
              <a:gd name="connsiteY60" fmla="*/ 8610675 h 9456078"/>
              <a:gd name="connsiteX61" fmla="*/ 2866908 w 13158797"/>
              <a:gd name="connsiteY61" fmla="*/ 8583681 h 9456078"/>
              <a:gd name="connsiteX62" fmla="*/ 2907329 w 13158797"/>
              <a:gd name="connsiteY62" fmla="*/ 8556295 h 9456078"/>
              <a:gd name="connsiteX63" fmla="*/ 2947500 w 13158797"/>
              <a:gd name="connsiteY63" fmla="*/ 8528517 h 9456078"/>
              <a:gd name="connsiteX64" fmla="*/ 2987419 w 13158797"/>
              <a:gd name="connsiteY64" fmla="*/ 8500351 h 9456078"/>
              <a:gd name="connsiteX65" fmla="*/ 3027083 w 13158797"/>
              <a:gd name="connsiteY65" fmla="*/ 8471796 h 9456078"/>
              <a:gd name="connsiteX66" fmla="*/ 3066489 w 13158797"/>
              <a:gd name="connsiteY66" fmla="*/ 8442854 h 9456078"/>
              <a:gd name="connsiteX67" fmla="*/ 3105634 w 13158797"/>
              <a:gd name="connsiteY67" fmla="*/ 8413528 h 9456078"/>
              <a:gd name="connsiteX68" fmla="*/ 3144515 w 13158797"/>
              <a:gd name="connsiteY68" fmla="*/ 8383818 h 9456078"/>
              <a:gd name="connsiteX69" fmla="*/ 3183129 w 13158797"/>
              <a:gd name="connsiteY69" fmla="*/ 8353726 h 9456078"/>
              <a:gd name="connsiteX70" fmla="*/ 3221473 w 13158797"/>
              <a:gd name="connsiteY70" fmla="*/ 8323253 h 9456078"/>
              <a:gd name="connsiteX71" fmla="*/ 3259544 w 13158797"/>
              <a:gd name="connsiteY71" fmla="*/ 8292401 h 9456078"/>
              <a:gd name="connsiteX72" fmla="*/ 3297339 w 13158797"/>
              <a:gd name="connsiteY72" fmla="*/ 8261172 h 9456078"/>
              <a:gd name="connsiteX73" fmla="*/ 3334854 w 13158797"/>
              <a:gd name="connsiteY73" fmla="*/ 8229566 h 9456078"/>
              <a:gd name="connsiteX74" fmla="*/ 3372087 w 13158797"/>
              <a:gd name="connsiteY74" fmla="*/ 8197585 h 9456078"/>
              <a:gd name="connsiteX75" fmla="*/ 3409035 w 13158797"/>
              <a:gd name="connsiteY75" fmla="*/ 8165232 h 9456078"/>
              <a:gd name="connsiteX76" fmla="*/ 3445695 w 13158797"/>
              <a:gd name="connsiteY76" fmla="*/ 8132507 h 9456078"/>
              <a:gd name="connsiteX77" fmla="*/ 3482064 w 13158797"/>
              <a:gd name="connsiteY77" fmla="*/ 8099411 h 9456078"/>
              <a:gd name="connsiteX78" fmla="*/ 3518139 w 13158797"/>
              <a:gd name="connsiteY78" fmla="*/ 8065947 h 9456078"/>
              <a:gd name="connsiteX79" fmla="*/ 3553916 w 13158797"/>
              <a:gd name="connsiteY79" fmla="*/ 8032115 h 9456078"/>
              <a:gd name="connsiteX80" fmla="*/ 3589393 w 13158797"/>
              <a:gd name="connsiteY80" fmla="*/ 7997918 h 9456078"/>
              <a:gd name="connsiteX81" fmla="*/ 3624567 w 13158797"/>
              <a:gd name="connsiteY81" fmla="*/ 7963356 h 9456078"/>
              <a:gd name="connsiteX82" fmla="*/ 3659435 w 13158797"/>
              <a:gd name="connsiteY82" fmla="*/ 7928432 h 9456078"/>
              <a:gd name="connsiteX83" fmla="*/ 3693994 w 13158797"/>
              <a:gd name="connsiteY83" fmla="*/ 7893146 h 9456078"/>
              <a:gd name="connsiteX84" fmla="*/ 3728240 w 13158797"/>
              <a:gd name="connsiteY84" fmla="*/ 7857501 h 9456078"/>
              <a:gd name="connsiteX85" fmla="*/ 3762171 w 13158797"/>
              <a:gd name="connsiteY85" fmla="*/ 7821497 h 9456078"/>
              <a:gd name="connsiteX86" fmla="*/ 3795783 w 13158797"/>
              <a:gd name="connsiteY86" fmla="*/ 7785136 h 9456078"/>
              <a:gd name="connsiteX87" fmla="*/ 3829075 w 13158797"/>
              <a:gd name="connsiteY87" fmla="*/ 7748420 h 9456078"/>
              <a:gd name="connsiteX88" fmla="*/ 3862042 w 13158797"/>
              <a:gd name="connsiteY88" fmla="*/ 7711350 h 9456078"/>
              <a:gd name="connsiteX89" fmla="*/ 3894682 w 13158797"/>
              <a:gd name="connsiteY89" fmla="*/ 7673928 h 9456078"/>
              <a:gd name="connsiteX90" fmla="*/ 3926991 w 13158797"/>
              <a:gd name="connsiteY90" fmla="*/ 7636155 h 9456078"/>
              <a:gd name="connsiteX91" fmla="*/ 3958967 w 13158797"/>
              <a:gd name="connsiteY91" fmla="*/ 7598032 h 9456078"/>
              <a:gd name="connsiteX92" fmla="*/ 3990607 w 13158797"/>
              <a:gd name="connsiteY92" fmla="*/ 7559561 h 9456078"/>
              <a:gd name="connsiteX93" fmla="*/ 4021907 w 13158797"/>
              <a:gd name="connsiteY93" fmla="*/ 7520744 h 9456078"/>
              <a:gd name="connsiteX94" fmla="*/ 4052865 w 13158797"/>
              <a:gd name="connsiteY94" fmla="*/ 7481582 h 9456078"/>
              <a:gd name="connsiteX95" fmla="*/ 4083478 w 13158797"/>
              <a:gd name="connsiteY95" fmla="*/ 7442077 h 9456078"/>
              <a:gd name="connsiteX96" fmla="*/ 8022311 w 13158797"/>
              <a:gd name="connsiteY96" fmla="*/ 2307814 h 9456078"/>
              <a:gd name="connsiteX97" fmla="*/ 8052902 w 13158797"/>
              <a:gd name="connsiteY97" fmla="*/ 2268285 h 9456078"/>
              <a:gd name="connsiteX98" fmla="*/ 8083796 w 13158797"/>
              <a:gd name="connsiteY98" fmla="*/ 2229056 h 9456078"/>
              <a:gd name="connsiteX99" fmla="*/ 8114989 w 13158797"/>
              <a:gd name="connsiteY99" fmla="*/ 2190127 h 9456078"/>
              <a:gd name="connsiteX100" fmla="*/ 8146479 w 13158797"/>
              <a:gd name="connsiteY100" fmla="*/ 2151500 h 9456078"/>
              <a:gd name="connsiteX101" fmla="*/ 8178264 w 13158797"/>
              <a:gd name="connsiteY101" fmla="*/ 2113176 h 9456078"/>
              <a:gd name="connsiteX102" fmla="*/ 8210341 w 13158797"/>
              <a:gd name="connsiteY102" fmla="*/ 2075157 h 9456078"/>
              <a:gd name="connsiteX103" fmla="*/ 8242709 w 13158797"/>
              <a:gd name="connsiteY103" fmla="*/ 2037442 h 9456078"/>
              <a:gd name="connsiteX104" fmla="*/ 8275365 w 13158797"/>
              <a:gd name="connsiteY104" fmla="*/ 2000034 h 9456078"/>
              <a:gd name="connsiteX105" fmla="*/ 8308307 w 13158797"/>
              <a:gd name="connsiteY105" fmla="*/ 1962934 h 9456078"/>
              <a:gd name="connsiteX106" fmla="*/ 8341532 w 13158797"/>
              <a:gd name="connsiteY106" fmla="*/ 1926142 h 9456078"/>
              <a:gd name="connsiteX107" fmla="*/ 8375038 w 13158797"/>
              <a:gd name="connsiteY107" fmla="*/ 1889660 h 9456078"/>
              <a:gd name="connsiteX108" fmla="*/ 8408823 w 13158797"/>
              <a:gd name="connsiteY108" fmla="*/ 1853489 h 9456078"/>
              <a:gd name="connsiteX109" fmla="*/ 8442885 w 13158797"/>
              <a:gd name="connsiteY109" fmla="*/ 1817630 h 9456078"/>
              <a:gd name="connsiteX110" fmla="*/ 8477221 w 13158797"/>
              <a:gd name="connsiteY110" fmla="*/ 1782084 h 9456078"/>
              <a:gd name="connsiteX111" fmla="*/ 8511829 w 13158797"/>
              <a:gd name="connsiteY111" fmla="*/ 1746853 h 9456078"/>
              <a:gd name="connsiteX112" fmla="*/ 8546706 w 13158797"/>
              <a:gd name="connsiteY112" fmla="*/ 1711937 h 9456078"/>
              <a:gd name="connsiteX113" fmla="*/ 8581851 w 13158797"/>
              <a:gd name="connsiteY113" fmla="*/ 1677337 h 9456078"/>
              <a:gd name="connsiteX114" fmla="*/ 8617261 w 13158797"/>
              <a:gd name="connsiteY114" fmla="*/ 1643056 h 9456078"/>
              <a:gd name="connsiteX115" fmla="*/ 8652934 w 13158797"/>
              <a:gd name="connsiteY115" fmla="*/ 1609093 h 9456078"/>
              <a:gd name="connsiteX116" fmla="*/ 8688867 w 13158797"/>
              <a:gd name="connsiteY116" fmla="*/ 1575450 h 9456078"/>
              <a:gd name="connsiteX117" fmla="*/ 8725058 w 13158797"/>
              <a:gd name="connsiteY117" fmla="*/ 1542128 h 9456078"/>
              <a:gd name="connsiteX118" fmla="*/ 8761506 w 13158797"/>
              <a:gd name="connsiteY118" fmla="*/ 1509129 h 9456078"/>
              <a:gd name="connsiteX119" fmla="*/ 8798207 w 13158797"/>
              <a:gd name="connsiteY119" fmla="*/ 1476452 h 9456078"/>
              <a:gd name="connsiteX120" fmla="*/ 8835159 w 13158797"/>
              <a:gd name="connsiteY120" fmla="*/ 1444101 h 9456078"/>
              <a:gd name="connsiteX121" fmla="*/ 8872360 w 13158797"/>
              <a:gd name="connsiteY121" fmla="*/ 1412075 h 9456078"/>
              <a:gd name="connsiteX122" fmla="*/ 8909808 w 13158797"/>
              <a:gd name="connsiteY122" fmla="*/ 1380375 h 9456078"/>
              <a:gd name="connsiteX123" fmla="*/ 8947501 w 13158797"/>
              <a:gd name="connsiteY123" fmla="*/ 1349004 h 9456078"/>
              <a:gd name="connsiteX124" fmla="*/ 8985435 w 13158797"/>
              <a:gd name="connsiteY124" fmla="*/ 1317962 h 9456078"/>
              <a:gd name="connsiteX125" fmla="*/ 9023610 w 13158797"/>
              <a:gd name="connsiteY125" fmla="*/ 1287250 h 9456078"/>
              <a:gd name="connsiteX126" fmla="*/ 9062022 w 13158797"/>
              <a:gd name="connsiteY126" fmla="*/ 1256869 h 9456078"/>
              <a:gd name="connsiteX127" fmla="*/ 9100669 w 13158797"/>
              <a:gd name="connsiteY127" fmla="*/ 1226820 h 9456078"/>
              <a:gd name="connsiteX128" fmla="*/ 9139549 w 13158797"/>
              <a:gd name="connsiteY128" fmla="*/ 1197105 h 9456078"/>
              <a:gd name="connsiteX129" fmla="*/ 9178660 w 13158797"/>
              <a:gd name="connsiteY129" fmla="*/ 1167725 h 9456078"/>
              <a:gd name="connsiteX130" fmla="*/ 9217999 w 13158797"/>
              <a:gd name="connsiteY130" fmla="*/ 1138681 h 9456078"/>
              <a:gd name="connsiteX131" fmla="*/ 9257564 w 13158797"/>
              <a:gd name="connsiteY131" fmla="*/ 1109974 h 9456078"/>
              <a:gd name="connsiteX132" fmla="*/ 9297353 w 13158797"/>
              <a:gd name="connsiteY132" fmla="*/ 1081604 h 9456078"/>
              <a:gd name="connsiteX133" fmla="*/ 9337364 w 13158797"/>
              <a:gd name="connsiteY133" fmla="*/ 1053574 h 9456078"/>
              <a:gd name="connsiteX134" fmla="*/ 9377594 w 13158797"/>
              <a:gd name="connsiteY134" fmla="*/ 1025884 h 9456078"/>
              <a:gd name="connsiteX135" fmla="*/ 9418040 w 13158797"/>
              <a:gd name="connsiteY135" fmla="*/ 998536 h 9456078"/>
              <a:gd name="connsiteX136" fmla="*/ 9458702 w 13158797"/>
              <a:gd name="connsiteY136" fmla="*/ 971530 h 9456078"/>
              <a:gd name="connsiteX137" fmla="*/ 9499575 w 13158797"/>
              <a:gd name="connsiteY137" fmla="*/ 944868 h 9456078"/>
              <a:gd name="connsiteX138" fmla="*/ 9540659 w 13158797"/>
              <a:gd name="connsiteY138" fmla="*/ 918551 h 9456078"/>
              <a:gd name="connsiteX139" fmla="*/ 9581950 w 13158797"/>
              <a:gd name="connsiteY139" fmla="*/ 892580 h 9456078"/>
              <a:gd name="connsiteX140" fmla="*/ 9623447 w 13158797"/>
              <a:gd name="connsiteY140" fmla="*/ 866956 h 9456078"/>
              <a:gd name="connsiteX141" fmla="*/ 9665147 w 13158797"/>
              <a:gd name="connsiteY141" fmla="*/ 841681 h 9456078"/>
              <a:gd name="connsiteX142" fmla="*/ 9707048 w 13158797"/>
              <a:gd name="connsiteY142" fmla="*/ 816754 h 9456078"/>
              <a:gd name="connsiteX143" fmla="*/ 9749147 w 13158797"/>
              <a:gd name="connsiteY143" fmla="*/ 792179 h 9456078"/>
              <a:gd name="connsiteX144" fmla="*/ 9791443 w 13158797"/>
              <a:gd name="connsiteY144" fmla="*/ 767955 h 9456078"/>
              <a:gd name="connsiteX145" fmla="*/ 9833932 w 13158797"/>
              <a:gd name="connsiteY145" fmla="*/ 744083 h 9456078"/>
              <a:gd name="connsiteX146" fmla="*/ 9876613 w 13158797"/>
              <a:gd name="connsiteY146" fmla="*/ 720566 h 9456078"/>
              <a:gd name="connsiteX147" fmla="*/ 9919484 w 13158797"/>
              <a:gd name="connsiteY147" fmla="*/ 697404 h 9456078"/>
              <a:gd name="connsiteX148" fmla="*/ 9962542 w 13158797"/>
              <a:gd name="connsiteY148" fmla="*/ 674598 h 9456078"/>
              <a:gd name="connsiteX149" fmla="*/ 10005784 w 13158797"/>
              <a:gd name="connsiteY149" fmla="*/ 652149 h 9456078"/>
              <a:gd name="connsiteX150" fmla="*/ 10049209 w 13158797"/>
              <a:gd name="connsiteY150" fmla="*/ 630059 h 9456078"/>
              <a:gd name="connsiteX151" fmla="*/ 10092814 w 13158797"/>
              <a:gd name="connsiteY151" fmla="*/ 608328 h 9456078"/>
              <a:gd name="connsiteX152" fmla="*/ 10136597 w 13158797"/>
              <a:gd name="connsiteY152" fmla="*/ 586958 h 9456078"/>
              <a:gd name="connsiteX153" fmla="*/ 10180556 w 13158797"/>
              <a:gd name="connsiteY153" fmla="*/ 565950 h 9456078"/>
              <a:gd name="connsiteX154" fmla="*/ 10224688 w 13158797"/>
              <a:gd name="connsiteY154" fmla="*/ 545304 h 9456078"/>
              <a:gd name="connsiteX155" fmla="*/ 10268991 w 13158797"/>
              <a:gd name="connsiteY155" fmla="*/ 525023 h 9456078"/>
              <a:gd name="connsiteX156" fmla="*/ 10313463 w 13158797"/>
              <a:gd name="connsiteY156" fmla="*/ 505107 h 9456078"/>
              <a:gd name="connsiteX157" fmla="*/ 10358101 w 13158797"/>
              <a:gd name="connsiteY157" fmla="*/ 485558 h 9456078"/>
              <a:gd name="connsiteX158" fmla="*/ 10402903 w 13158797"/>
              <a:gd name="connsiteY158" fmla="*/ 466376 h 9456078"/>
              <a:gd name="connsiteX159" fmla="*/ 10447868 w 13158797"/>
              <a:gd name="connsiteY159" fmla="*/ 447563 h 9456078"/>
              <a:gd name="connsiteX160" fmla="*/ 10492991 w 13158797"/>
              <a:gd name="connsiteY160" fmla="*/ 429119 h 9456078"/>
              <a:gd name="connsiteX161" fmla="*/ 10538272 w 13158797"/>
              <a:gd name="connsiteY161" fmla="*/ 411046 h 9456078"/>
              <a:gd name="connsiteX162" fmla="*/ 10583708 w 13158797"/>
              <a:gd name="connsiteY162" fmla="*/ 393346 h 9456078"/>
              <a:gd name="connsiteX163" fmla="*/ 10629297 w 13158797"/>
              <a:gd name="connsiteY163" fmla="*/ 376018 h 9456078"/>
              <a:gd name="connsiteX164" fmla="*/ 10675036 w 13158797"/>
              <a:gd name="connsiteY164" fmla="*/ 359065 h 9456078"/>
              <a:gd name="connsiteX165" fmla="*/ 10720923 w 13158797"/>
              <a:gd name="connsiteY165" fmla="*/ 342487 h 9456078"/>
              <a:gd name="connsiteX166" fmla="*/ 10766956 w 13158797"/>
              <a:gd name="connsiteY166" fmla="*/ 326286 h 9456078"/>
              <a:gd name="connsiteX167" fmla="*/ 10813132 w 13158797"/>
              <a:gd name="connsiteY167" fmla="*/ 310462 h 9456078"/>
              <a:gd name="connsiteX168" fmla="*/ 10859450 w 13158797"/>
              <a:gd name="connsiteY168" fmla="*/ 295018 h 9456078"/>
              <a:gd name="connsiteX169" fmla="*/ 10905907 w 13158797"/>
              <a:gd name="connsiteY169" fmla="*/ 279953 h 9456078"/>
              <a:gd name="connsiteX170" fmla="*/ 10952500 w 13158797"/>
              <a:gd name="connsiteY170" fmla="*/ 265269 h 9456078"/>
              <a:gd name="connsiteX171" fmla="*/ 10999227 w 13158797"/>
              <a:gd name="connsiteY171" fmla="*/ 250968 h 9456078"/>
              <a:gd name="connsiteX172" fmla="*/ 11046087 w 13158797"/>
              <a:gd name="connsiteY172" fmla="*/ 237049 h 9456078"/>
              <a:gd name="connsiteX173" fmla="*/ 11093076 w 13158797"/>
              <a:gd name="connsiteY173" fmla="*/ 223516 h 9456078"/>
              <a:gd name="connsiteX174" fmla="*/ 11140193 w 13158797"/>
              <a:gd name="connsiteY174" fmla="*/ 210368 h 9456078"/>
              <a:gd name="connsiteX175" fmla="*/ 11187434 w 13158797"/>
              <a:gd name="connsiteY175" fmla="*/ 197606 h 9456078"/>
              <a:gd name="connsiteX176" fmla="*/ 11234799 w 13158797"/>
              <a:gd name="connsiteY176" fmla="*/ 185233 h 9456078"/>
              <a:gd name="connsiteX177" fmla="*/ 11282284 w 13158797"/>
              <a:gd name="connsiteY177" fmla="*/ 173248 h 9456078"/>
              <a:gd name="connsiteX178" fmla="*/ 11329888 w 13158797"/>
              <a:gd name="connsiteY178" fmla="*/ 161654 h 9456078"/>
              <a:gd name="connsiteX179" fmla="*/ 11377607 w 13158797"/>
              <a:gd name="connsiteY179" fmla="*/ 150451 h 9456078"/>
              <a:gd name="connsiteX180" fmla="*/ 11425440 w 13158797"/>
              <a:gd name="connsiteY180" fmla="*/ 139640 h 9456078"/>
              <a:gd name="connsiteX181" fmla="*/ 11473385 w 13158797"/>
              <a:gd name="connsiteY181" fmla="*/ 129223 h 9456078"/>
              <a:gd name="connsiteX182" fmla="*/ 11521439 w 13158797"/>
              <a:gd name="connsiteY182" fmla="*/ 119201 h 9456078"/>
              <a:gd name="connsiteX183" fmla="*/ 11569599 w 13158797"/>
              <a:gd name="connsiteY183" fmla="*/ 109574 h 9456078"/>
              <a:gd name="connsiteX184" fmla="*/ 11617864 w 13158797"/>
              <a:gd name="connsiteY184" fmla="*/ 100344 h 9456078"/>
              <a:gd name="connsiteX185" fmla="*/ 11666231 w 13158797"/>
              <a:gd name="connsiteY185" fmla="*/ 91512 h 9456078"/>
              <a:gd name="connsiteX186" fmla="*/ 11714698 w 13158797"/>
              <a:gd name="connsiteY186" fmla="*/ 83080 h 9456078"/>
              <a:gd name="connsiteX187" fmla="*/ 11763263 w 13158797"/>
              <a:gd name="connsiteY187" fmla="*/ 75047 h 9456078"/>
              <a:gd name="connsiteX188" fmla="*/ 11811923 w 13158797"/>
              <a:gd name="connsiteY188" fmla="*/ 67417 h 9456078"/>
              <a:gd name="connsiteX189" fmla="*/ 11860676 w 13158797"/>
              <a:gd name="connsiteY189" fmla="*/ 60188 h 9456078"/>
              <a:gd name="connsiteX190" fmla="*/ 11909519 w 13158797"/>
              <a:gd name="connsiteY190" fmla="*/ 53364 h 9456078"/>
              <a:gd name="connsiteX191" fmla="*/ 11958451 w 13158797"/>
              <a:gd name="connsiteY191" fmla="*/ 46944 h 9456078"/>
              <a:gd name="connsiteX192" fmla="*/ 12007470 w 13158797"/>
              <a:gd name="connsiteY192" fmla="*/ 40931 h 9456078"/>
              <a:gd name="connsiteX193" fmla="*/ 12056572 w 13158797"/>
              <a:gd name="connsiteY193" fmla="*/ 35324 h 9456078"/>
              <a:gd name="connsiteX194" fmla="*/ 12105756 w 13158797"/>
              <a:gd name="connsiteY194" fmla="*/ 30126 h 9456078"/>
              <a:gd name="connsiteX195" fmla="*/ 12155019 w 13158797"/>
              <a:gd name="connsiteY195" fmla="*/ 25337 h 9456078"/>
              <a:gd name="connsiteX196" fmla="*/ 12204359 w 13158797"/>
              <a:gd name="connsiteY196" fmla="*/ 20958 h 9456078"/>
              <a:gd name="connsiteX197" fmla="*/ 12253773 w 13158797"/>
              <a:gd name="connsiteY197" fmla="*/ 16991 h 9456078"/>
              <a:gd name="connsiteX198" fmla="*/ 12303260 w 13158797"/>
              <a:gd name="connsiteY198" fmla="*/ 13437 h 9456078"/>
              <a:gd name="connsiteX199" fmla="*/ 12352818 w 13158797"/>
              <a:gd name="connsiteY199" fmla="*/ 10297 h 9456078"/>
              <a:gd name="connsiteX200" fmla="*/ 12402443 w 13158797"/>
              <a:gd name="connsiteY200" fmla="*/ 7572 h 9456078"/>
              <a:gd name="connsiteX201" fmla="*/ 12452133 w 13158797"/>
              <a:gd name="connsiteY201" fmla="*/ 5263 h 9456078"/>
              <a:gd name="connsiteX202" fmla="*/ 12501887 w 13158797"/>
              <a:gd name="connsiteY202" fmla="*/ 3371 h 9456078"/>
              <a:gd name="connsiteX203" fmla="*/ 12551701 w 13158797"/>
              <a:gd name="connsiteY203" fmla="*/ 1898 h 9456078"/>
              <a:gd name="connsiteX204" fmla="*/ 12601574 w 13158797"/>
              <a:gd name="connsiteY204" fmla="*/ 844 h 9456078"/>
              <a:gd name="connsiteX205" fmla="*/ 12651504 w 13158797"/>
              <a:gd name="connsiteY205" fmla="*/ 211 h 9456078"/>
              <a:gd name="connsiteX206" fmla="*/ 12701487 w 13158797"/>
              <a:gd name="connsiteY206" fmla="*/ 0 h 9456078"/>
              <a:gd name="connsiteX207" fmla="*/ 13158798 w 13158797"/>
              <a:gd name="connsiteY207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98870 w 13158799"/>
              <a:gd name="connsiteY5" fmla="*/ 9447409 h 9456078"/>
              <a:gd name="connsiteX6" fmla="*/ 348429 w 13158799"/>
              <a:gd name="connsiteY6" fmla="*/ 9444290 h 9456078"/>
              <a:gd name="connsiteX7" fmla="*/ 397907 w 13158799"/>
              <a:gd name="connsiteY7" fmla="*/ 9440698 h 9456078"/>
              <a:gd name="connsiteX8" fmla="*/ 447302 w 13158799"/>
              <a:gd name="connsiteY8" fmla="*/ 9436632 h 9456078"/>
              <a:gd name="connsiteX9" fmla="*/ 496610 w 13158799"/>
              <a:gd name="connsiteY9" fmla="*/ 9432096 h 9456078"/>
              <a:gd name="connsiteX10" fmla="*/ 545829 w 13158799"/>
              <a:gd name="connsiteY10" fmla="*/ 9427089 h 9456078"/>
              <a:gd name="connsiteX11" fmla="*/ 594956 w 13158799"/>
              <a:gd name="connsiteY11" fmla="*/ 9421615 h 9456078"/>
              <a:gd name="connsiteX12" fmla="*/ 643987 w 13158799"/>
              <a:gd name="connsiteY12" fmla="*/ 9415673 h 9456078"/>
              <a:gd name="connsiteX13" fmla="*/ 692920 w 13158799"/>
              <a:gd name="connsiteY13" fmla="*/ 9409267 h 9456078"/>
              <a:gd name="connsiteX14" fmla="*/ 741751 w 13158799"/>
              <a:gd name="connsiteY14" fmla="*/ 9402396 h 9456078"/>
              <a:gd name="connsiteX15" fmla="*/ 790478 w 13158799"/>
              <a:gd name="connsiteY15" fmla="*/ 9395063 h 9456078"/>
              <a:gd name="connsiteX16" fmla="*/ 839098 w 13158799"/>
              <a:gd name="connsiteY16" fmla="*/ 9387270 h 9456078"/>
              <a:gd name="connsiteX17" fmla="*/ 887607 w 13158799"/>
              <a:gd name="connsiteY17" fmla="*/ 9379017 h 9456078"/>
              <a:gd name="connsiteX18" fmla="*/ 936002 w 13158799"/>
              <a:gd name="connsiteY18" fmla="*/ 9370306 h 9456078"/>
              <a:gd name="connsiteX19" fmla="*/ 984281 w 13158799"/>
              <a:gd name="connsiteY19" fmla="*/ 9361139 h 9456078"/>
              <a:gd name="connsiteX20" fmla="*/ 1032440 w 13158799"/>
              <a:gd name="connsiteY20" fmla="*/ 9351517 h 9456078"/>
              <a:gd name="connsiteX21" fmla="*/ 1080477 w 13158799"/>
              <a:gd name="connsiteY21" fmla="*/ 9341441 h 9456078"/>
              <a:gd name="connsiteX22" fmla="*/ 1176172 w 13158799"/>
              <a:gd name="connsiteY22" fmla="*/ 9319936 h 9456078"/>
              <a:gd name="connsiteX23" fmla="*/ 1223823 w 13158799"/>
              <a:gd name="connsiteY23" fmla="*/ 9308509 h 9456078"/>
              <a:gd name="connsiteX24" fmla="*/ 1271339 w 13158799"/>
              <a:gd name="connsiteY24" fmla="*/ 9296635 h 9456078"/>
              <a:gd name="connsiteX25" fmla="*/ 1318719 w 13158799"/>
              <a:gd name="connsiteY25" fmla="*/ 9284315 h 9456078"/>
              <a:gd name="connsiteX26" fmla="*/ 1365957 w 13158799"/>
              <a:gd name="connsiteY26" fmla="*/ 9271550 h 9456078"/>
              <a:gd name="connsiteX27" fmla="*/ 1413052 w 13158799"/>
              <a:gd name="connsiteY27" fmla="*/ 9258342 h 9456078"/>
              <a:gd name="connsiteX28" fmla="*/ 1460000 w 13158799"/>
              <a:gd name="connsiteY28" fmla="*/ 9244693 h 9456078"/>
              <a:gd name="connsiteX29" fmla="*/ 1506799 w 13158799"/>
              <a:gd name="connsiteY29" fmla="*/ 9230604 h 9456078"/>
              <a:gd name="connsiteX30" fmla="*/ 1553445 w 13158799"/>
              <a:gd name="connsiteY30" fmla="*/ 9216076 h 9456078"/>
              <a:gd name="connsiteX31" fmla="*/ 1599935 w 13158799"/>
              <a:gd name="connsiteY31" fmla="*/ 9201111 h 9456078"/>
              <a:gd name="connsiteX32" fmla="*/ 1646267 w 13158799"/>
              <a:gd name="connsiteY32" fmla="*/ 9185710 h 9456078"/>
              <a:gd name="connsiteX33" fmla="*/ 1692437 w 13158799"/>
              <a:gd name="connsiteY33" fmla="*/ 9169876 h 9456078"/>
              <a:gd name="connsiteX34" fmla="*/ 1738442 w 13158799"/>
              <a:gd name="connsiteY34" fmla="*/ 9153608 h 9456078"/>
              <a:gd name="connsiteX35" fmla="*/ 1784280 w 13158799"/>
              <a:gd name="connsiteY35" fmla="*/ 9136910 h 9456078"/>
              <a:gd name="connsiteX36" fmla="*/ 1829947 w 13158799"/>
              <a:gd name="connsiteY36" fmla="*/ 9119782 h 9456078"/>
              <a:gd name="connsiteX37" fmla="*/ 1875440 w 13158799"/>
              <a:gd name="connsiteY37" fmla="*/ 9102226 h 9456078"/>
              <a:gd name="connsiteX38" fmla="*/ 1920756 w 13158799"/>
              <a:gd name="connsiteY38" fmla="*/ 9084243 h 9456078"/>
              <a:gd name="connsiteX39" fmla="*/ 1965893 w 13158799"/>
              <a:gd name="connsiteY39" fmla="*/ 9065835 h 9456078"/>
              <a:gd name="connsiteX40" fmla="*/ 2010847 w 13158799"/>
              <a:gd name="connsiteY40" fmla="*/ 9047004 h 9456078"/>
              <a:gd name="connsiteX41" fmla="*/ 2055615 w 13158799"/>
              <a:gd name="connsiteY41" fmla="*/ 9027750 h 9456078"/>
              <a:gd name="connsiteX42" fmla="*/ 2100195 w 13158799"/>
              <a:gd name="connsiteY42" fmla="*/ 9008075 h 9456078"/>
              <a:gd name="connsiteX43" fmla="*/ 2144582 w 13158799"/>
              <a:gd name="connsiteY43" fmla="*/ 8987981 h 9456078"/>
              <a:gd name="connsiteX44" fmla="*/ 2188775 w 13158799"/>
              <a:gd name="connsiteY44" fmla="*/ 8967470 h 9456078"/>
              <a:gd name="connsiteX45" fmla="*/ 2232770 w 13158799"/>
              <a:gd name="connsiteY45" fmla="*/ 8946542 h 9456078"/>
              <a:gd name="connsiteX46" fmla="*/ 2276564 w 13158799"/>
              <a:gd name="connsiteY46" fmla="*/ 8925199 h 9456078"/>
              <a:gd name="connsiteX47" fmla="*/ 2320154 w 13158799"/>
              <a:gd name="connsiteY47" fmla="*/ 8903443 h 9456078"/>
              <a:gd name="connsiteX48" fmla="*/ 2363538 w 13158799"/>
              <a:gd name="connsiteY48" fmla="*/ 8881275 h 9456078"/>
              <a:gd name="connsiteX49" fmla="*/ 2406711 w 13158799"/>
              <a:gd name="connsiteY49" fmla="*/ 8858697 h 9456078"/>
              <a:gd name="connsiteX50" fmla="*/ 2449672 w 13158799"/>
              <a:gd name="connsiteY50" fmla="*/ 8835710 h 9456078"/>
              <a:gd name="connsiteX51" fmla="*/ 2492417 w 13158799"/>
              <a:gd name="connsiteY51" fmla="*/ 8812316 h 9456078"/>
              <a:gd name="connsiteX52" fmla="*/ 2534943 w 13158799"/>
              <a:gd name="connsiteY52" fmla="*/ 8788516 h 9456078"/>
              <a:gd name="connsiteX53" fmla="*/ 2577247 w 13158799"/>
              <a:gd name="connsiteY53" fmla="*/ 8764311 h 9456078"/>
              <a:gd name="connsiteX54" fmla="*/ 2619326 w 13158799"/>
              <a:gd name="connsiteY54" fmla="*/ 8739704 h 9456078"/>
              <a:gd name="connsiteX55" fmla="*/ 2661177 w 13158799"/>
              <a:gd name="connsiteY55" fmla="*/ 8714695 h 9456078"/>
              <a:gd name="connsiteX56" fmla="*/ 2702797 w 13158799"/>
              <a:gd name="connsiteY56" fmla="*/ 8689286 h 9456078"/>
              <a:gd name="connsiteX57" fmla="*/ 2744183 w 13158799"/>
              <a:gd name="connsiteY57" fmla="*/ 8663479 h 9456078"/>
              <a:gd name="connsiteX58" fmla="*/ 2785333 w 13158799"/>
              <a:gd name="connsiteY58" fmla="*/ 8637274 h 9456078"/>
              <a:gd name="connsiteX59" fmla="*/ 2826242 w 13158799"/>
              <a:gd name="connsiteY59" fmla="*/ 8610675 h 9456078"/>
              <a:gd name="connsiteX60" fmla="*/ 2866908 w 13158799"/>
              <a:gd name="connsiteY60" fmla="*/ 8583681 h 9456078"/>
              <a:gd name="connsiteX61" fmla="*/ 2907329 w 13158799"/>
              <a:gd name="connsiteY61" fmla="*/ 8556295 h 9456078"/>
              <a:gd name="connsiteX62" fmla="*/ 2947500 w 13158799"/>
              <a:gd name="connsiteY62" fmla="*/ 8528517 h 9456078"/>
              <a:gd name="connsiteX63" fmla="*/ 2987419 w 13158799"/>
              <a:gd name="connsiteY63" fmla="*/ 8500351 h 9456078"/>
              <a:gd name="connsiteX64" fmla="*/ 3027083 w 13158799"/>
              <a:gd name="connsiteY64" fmla="*/ 8471796 h 9456078"/>
              <a:gd name="connsiteX65" fmla="*/ 3066489 w 13158799"/>
              <a:gd name="connsiteY65" fmla="*/ 8442854 h 9456078"/>
              <a:gd name="connsiteX66" fmla="*/ 3105634 w 13158799"/>
              <a:gd name="connsiteY66" fmla="*/ 8413528 h 9456078"/>
              <a:gd name="connsiteX67" fmla="*/ 3144515 w 13158799"/>
              <a:gd name="connsiteY67" fmla="*/ 8383818 h 9456078"/>
              <a:gd name="connsiteX68" fmla="*/ 3183129 w 13158799"/>
              <a:gd name="connsiteY68" fmla="*/ 8353726 h 9456078"/>
              <a:gd name="connsiteX69" fmla="*/ 3221473 w 13158799"/>
              <a:gd name="connsiteY69" fmla="*/ 8323253 h 9456078"/>
              <a:gd name="connsiteX70" fmla="*/ 3259544 w 13158799"/>
              <a:gd name="connsiteY70" fmla="*/ 8292401 h 9456078"/>
              <a:gd name="connsiteX71" fmla="*/ 3297339 w 13158799"/>
              <a:gd name="connsiteY71" fmla="*/ 8261172 h 9456078"/>
              <a:gd name="connsiteX72" fmla="*/ 3334854 w 13158799"/>
              <a:gd name="connsiteY72" fmla="*/ 8229566 h 9456078"/>
              <a:gd name="connsiteX73" fmla="*/ 3372087 w 13158799"/>
              <a:gd name="connsiteY73" fmla="*/ 8197585 h 9456078"/>
              <a:gd name="connsiteX74" fmla="*/ 3409035 w 13158799"/>
              <a:gd name="connsiteY74" fmla="*/ 8165232 h 9456078"/>
              <a:gd name="connsiteX75" fmla="*/ 3445695 w 13158799"/>
              <a:gd name="connsiteY75" fmla="*/ 8132507 h 9456078"/>
              <a:gd name="connsiteX76" fmla="*/ 3482064 w 13158799"/>
              <a:gd name="connsiteY76" fmla="*/ 8099411 h 9456078"/>
              <a:gd name="connsiteX77" fmla="*/ 3518139 w 13158799"/>
              <a:gd name="connsiteY77" fmla="*/ 8065947 h 9456078"/>
              <a:gd name="connsiteX78" fmla="*/ 3553916 w 13158799"/>
              <a:gd name="connsiteY78" fmla="*/ 8032115 h 9456078"/>
              <a:gd name="connsiteX79" fmla="*/ 3589393 w 13158799"/>
              <a:gd name="connsiteY79" fmla="*/ 7997918 h 9456078"/>
              <a:gd name="connsiteX80" fmla="*/ 3624567 w 13158799"/>
              <a:gd name="connsiteY80" fmla="*/ 7963356 h 9456078"/>
              <a:gd name="connsiteX81" fmla="*/ 3659435 w 13158799"/>
              <a:gd name="connsiteY81" fmla="*/ 7928432 h 9456078"/>
              <a:gd name="connsiteX82" fmla="*/ 3693994 w 13158799"/>
              <a:gd name="connsiteY82" fmla="*/ 7893146 h 9456078"/>
              <a:gd name="connsiteX83" fmla="*/ 3728240 w 13158799"/>
              <a:gd name="connsiteY83" fmla="*/ 7857501 h 9456078"/>
              <a:gd name="connsiteX84" fmla="*/ 3762171 w 13158799"/>
              <a:gd name="connsiteY84" fmla="*/ 7821497 h 9456078"/>
              <a:gd name="connsiteX85" fmla="*/ 3795783 w 13158799"/>
              <a:gd name="connsiteY85" fmla="*/ 7785136 h 9456078"/>
              <a:gd name="connsiteX86" fmla="*/ 3829075 w 13158799"/>
              <a:gd name="connsiteY86" fmla="*/ 7748420 h 9456078"/>
              <a:gd name="connsiteX87" fmla="*/ 3862042 w 13158799"/>
              <a:gd name="connsiteY87" fmla="*/ 7711350 h 9456078"/>
              <a:gd name="connsiteX88" fmla="*/ 3894682 w 13158799"/>
              <a:gd name="connsiteY88" fmla="*/ 7673928 h 9456078"/>
              <a:gd name="connsiteX89" fmla="*/ 3926991 w 13158799"/>
              <a:gd name="connsiteY89" fmla="*/ 7636155 h 9456078"/>
              <a:gd name="connsiteX90" fmla="*/ 3958967 w 13158799"/>
              <a:gd name="connsiteY90" fmla="*/ 7598032 h 9456078"/>
              <a:gd name="connsiteX91" fmla="*/ 3990607 w 13158799"/>
              <a:gd name="connsiteY91" fmla="*/ 7559561 h 9456078"/>
              <a:gd name="connsiteX92" fmla="*/ 4021907 w 13158799"/>
              <a:gd name="connsiteY92" fmla="*/ 7520744 h 9456078"/>
              <a:gd name="connsiteX93" fmla="*/ 4052865 w 13158799"/>
              <a:gd name="connsiteY93" fmla="*/ 7481582 h 9456078"/>
              <a:gd name="connsiteX94" fmla="*/ 4083478 w 13158799"/>
              <a:gd name="connsiteY94" fmla="*/ 7442077 h 9456078"/>
              <a:gd name="connsiteX95" fmla="*/ 8022311 w 13158799"/>
              <a:gd name="connsiteY95" fmla="*/ 2307814 h 9456078"/>
              <a:gd name="connsiteX96" fmla="*/ 8052902 w 13158799"/>
              <a:gd name="connsiteY96" fmla="*/ 2268285 h 9456078"/>
              <a:gd name="connsiteX97" fmla="*/ 8083796 w 13158799"/>
              <a:gd name="connsiteY97" fmla="*/ 2229056 h 9456078"/>
              <a:gd name="connsiteX98" fmla="*/ 8114989 w 13158799"/>
              <a:gd name="connsiteY98" fmla="*/ 2190127 h 9456078"/>
              <a:gd name="connsiteX99" fmla="*/ 8146479 w 13158799"/>
              <a:gd name="connsiteY99" fmla="*/ 2151500 h 9456078"/>
              <a:gd name="connsiteX100" fmla="*/ 8178264 w 13158799"/>
              <a:gd name="connsiteY100" fmla="*/ 2113176 h 9456078"/>
              <a:gd name="connsiteX101" fmla="*/ 8210341 w 13158799"/>
              <a:gd name="connsiteY101" fmla="*/ 2075157 h 9456078"/>
              <a:gd name="connsiteX102" fmla="*/ 8242709 w 13158799"/>
              <a:gd name="connsiteY102" fmla="*/ 2037442 h 9456078"/>
              <a:gd name="connsiteX103" fmla="*/ 8275365 w 13158799"/>
              <a:gd name="connsiteY103" fmla="*/ 2000034 h 9456078"/>
              <a:gd name="connsiteX104" fmla="*/ 8308307 w 13158799"/>
              <a:gd name="connsiteY104" fmla="*/ 1962934 h 9456078"/>
              <a:gd name="connsiteX105" fmla="*/ 8341532 w 13158799"/>
              <a:gd name="connsiteY105" fmla="*/ 1926142 h 9456078"/>
              <a:gd name="connsiteX106" fmla="*/ 8375038 w 13158799"/>
              <a:gd name="connsiteY106" fmla="*/ 1889660 h 9456078"/>
              <a:gd name="connsiteX107" fmla="*/ 8408823 w 13158799"/>
              <a:gd name="connsiteY107" fmla="*/ 1853489 h 9456078"/>
              <a:gd name="connsiteX108" fmla="*/ 8442885 w 13158799"/>
              <a:gd name="connsiteY108" fmla="*/ 1817630 h 9456078"/>
              <a:gd name="connsiteX109" fmla="*/ 8477221 w 13158799"/>
              <a:gd name="connsiteY109" fmla="*/ 1782084 h 9456078"/>
              <a:gd name="connsiteX110" fmla="*/ 8511829 w 13158799"/>
              <a:gd name="connsiteY110" fmla="*/ 1746853 h 9456078"/>
              <a:gd name="connsiteX111" fmla="*/ 8546706 w 13158799"/>
              <a:gd name="connsiteY111" fmla="*/ 1711937 h 9456078"/>
              <a:gd name="connsiteX112" fmla="*/ 8581851 w 13158799"/>
              <a:gd name="connsiteY112" fmla="*/ 1677337 h 9456078"/>
              <a:gd name="connsiteX113" fmla="*/ 8617261 w 13158799"/>
              <a:gd name="connsiteY113" fmla="*/ 1643056 h 9456078"/>
              <a:gd name="connsiteX114" fmla="*/ 8652934 w 13158799"/>
              <a:gd name="connsiteY114" fmla="*/ 1609093 h 9456078"/>
              <a:gd name="connsiteX115" fmla="*/ 8688867 w 13158799"/>
              <a:gd name="connsiteY115" fmla="*/ 1575450 h 9456078"/>
              <a:gd name="connsiteX116" fmla="*/ 8725058 w 13158799"/>
              <a:gd name="connsiteY116" fmla="*/ 1542128 h 9456078"/>
              <a:gd name="connsiteX117" fmla="*/ 8761506 w 13158799"/>
              <a:gd name="connsiteY117" fmla="*/ 1509129 h 9456078"/>
              <a:gd name="connsiteX118" fmla="*/ 8798207 w 13158799"/>
              <a:gd name="connsiteY118" fmla="*/ 1476452 h 9456078"/>
              <a:gd name="connsiteX119" fmla="*/ 8835159 w 13158799"/>
              <a:gd name="connsiteY119" fmla="*/ 1444101 h 9456078"/>
              <a:gd name="connsiteX120" fmla="*/ 8872360 w 13158799"/>
              <a:gd name="connsiteY120" fmla="*/ 1412075 h 9456078"/>
              <a:gd name="connsiteX121" fmla="*/ 8909808 w 13158799"/>
              <a:gd name="connsiteY121" fmla="*/ 1380375 h 9456078"/>
              <a:gd name="connsiteX122" fmla="*/ 8947501 w 13158799"/>
              <a:gd name="connsiteY122" fmla="*/ 1349004 h 9456078"/>
              <a:gd name="connsiteX123" fmla="*/ 8985435 w 13158799"/>
              <a:gd name="connsiteY123" fmla="*/ 1317962 h 9456078"/>
              <a:gd name="connsiteX124" fmla="*/ 9023610 w 13158799"/>
              <a:gd name="connsiteY124" fmla="*/ 1287250 h 9456078"/>
              <a:gd name="connsiteX125" fmla="*/ 9062022 w 13158799"/>
              <a:gd name="connsiteY125" fmla="*/ 1256869 h 9456078"/>
              <a:gd name="connsiteX126" fmla="*/ 9100669 w 13158799"/>
              <a:gd name="connsiteY126" fmla="*/ 1226820 h 9456078"/>
              <a:gd name="connsiteX127" fmla="*/ 9139549 w 13158799"/>
              <a:gd name="connsiteY127" fmla="*/ 1197105 h 9456078"/>
              <a:gd name="connsiteX128" fmla="*/ 9178660 w 13158799"/>
              <a:gd name="connsiteY128" fmla="*/ 1167725 h 9456078"/>
              <a:gd name="connsiteX129" fmla="*/ 9217999 w 13158799"/>
              <a:gd name="connsiteY129" fmla="*/ 1138681 h 9456078"/>
              <a:gd name="connsiteX130" fmla="*/ 9257564 w 13158799"/>
              <a:gd name="connsiteY130" fmla="*/ 1109974 h 9456078"/>
              <a:gd name="connsiteX131" fmla="*/ 9297353 w 13158799"/>
              <a:gd name="connsiteY131" fmla="*/ 1081604 h 9456078"/>
              <a:gd name="connsiteX132" fmla="*/ 9337364 w 13158799"/>
              <a:gd name="connsiteY132" fmla="*/ 1053574 h 9456078"/>
              <a:gd name="connsiteX133" fmla="*/ 9377594 w 13158799"/>
              <a:gd name="connsiteY133" fmla="*/ 1025884 h 9456078"/>
              <a:gd name="connsiteX134" fmla="*/ 9418040 w 13158799"/>
              <a:gd name="connsiteY134" fmla="*/ 998536 h 9456078"/>
              <a:gd name="connsiteX135" fmla="*/ 9458702 w 13158799"/>
              <a:gd name="connsiteY135" fmla="*/ 971530 h 9456078"/>
              <a:gd name="connsiteX136" fmla="*/ 9499575 w 13158799"/>
              <a:gd name="connsiteY136" fmla="*/ 944868 h 9456078"/>
              <a:gd name="connsiteX137" fmla="*/ 9540659 w 13158799"/>
              <a:gd name="connsiteY137" fmla="*/ 918551 h 9456078"/>
              <a:gd name="connsiteX138" fmla="*/ 9581950 w 13158799"/>
              <a:gd name="connsiteY138" fmla="*/ 892580 h 9456078"/>
              <a:gd name="connsiteX139" fmla="*/ 9623447 w 13158799"/>
              <a:gd name="connsiteY139" fmla="*/ 866956 h 9456078"/>
              <a:gd name="connsiteX140" fmla="*/ 9665147 w 13158799"/>
              <a:gd name="connsiteY140" fmla="*/ 841681 h 9456078"/>
              <a:gd name="connsiteX141" fmla="*/ 9707048 w 13158799"/>
              <a:gd name="connsiteY141" fmla="*/ 816754 h 9456078"/>
              <a:gd name="connsiteX142" fmla="*/ 9749147 w 13158799"/>
              <a:gd name="connsiteY142" fmla="*/ 792179 h 9456078"/>
              <a:gd name="connsiteX143" fmla="*/ 9791443 w 13158799"/>
              <a:gd name="connsiteY143" fmla="*/ 767955 h 9456078"/>
              <a:gd name="connsiteX144" fmla="*/ 9833932 w 13158799"/>
              <a:gd name="connsiteY144" fmla="*/ 744083 h 9456078"/>
              <a:gd name="connsiteX145" fmla="*/ 9876613 w 13158799"/>
              <a:gd name="connsiteY145" fmla="*/ 720566 h 9456078"/>
              <a:gd name="connsiteX146" fmla="*/ 9919484 w 13158799"/>
              <a:gd name="connsiteY146" fmla="*/ 697404 h 9456078"/>
              <a:gd name="connsiteX147" fmla="*/ 9962542 w 13158799"/>
              <a:gd name="connsiteY147" fmla="*/ 674598 h 9456078"/>
              <a:gd name="connsiteX148" fmla="*/ 10005784 w 13158799"/>
              <a:gd name="connsiteY148" fmla="*/ 652149 h 9456078"/>
              <a:gd name="connsiteX149" fmla="*/ 10049209 w 13158799"/>
              <a:gd name="connsiteY149" fmla="*/ 630059 h 9456078"/>
              <a:gd name="connsiteX150" fmla="*/ 10092814 w 13158799"/>
              <a:gd name="connsiteY150" fmla="*/ 608328 h 9456078"/>
              <a:gd name="connsiteX151" fmla="*/ 10136597 w 13158799"/>
              <a:gd name="connsiteY151" fmla="*/ 586958 h 9456078"/>
              <a:gd name="connsiteX152" fmla="*/ 10180556 w 13158799"/>
              <a:gd name="connsiteY152" fmla="*/ 565950 h 9456078"/>
              <a:gd name="connsiteX153" fmla="*/ 10224688 w 13158799"/>
              <a:gd name="connsiteY153" fmla="*/ 545304 h 9456078"/>
              <a:gd name="connsiteX154" fmla="*/ 10268991 w 13158799"/>
              <a:gd name="connsiteY154" fmla="*/ 525023 h 9456078"/>
              <a:gd name="connsiteX155" fmla="*/ 10313463 w 13158799"/>
              <a:gd name="connsiteY155" fmla="*/ 505107 h 9456078"/>
              <a:gd name="connsiteX156" fmla="*/ 10358101 w 13158799"/>
              <a:gd name="connsiteY156" fmla="*/ 485558 h 9456078"/>
              <a:gd name="connsiteX157" fmla="*/ 10402903 w 13158799"/>
              <a:gd name="connsiteY157" fmla="*/ 466376 h 9456078"/>
              <a:gd name="connsiteX158" fmla="*/ 10447868 w 13158799"/>
              <a:gd name="connsiteY158" fmla="*/ 447563 h 9456078"/>
              <a:gd name="connsiteX159" fmla="*/ 10492991 w 13158799"/>
              <a:gd name="connsiteY159" fmla="*/ 429119 h 9456078"/>
              <a:gd name="connsiteX160" fmla="*/ 10538272 w 13158799"/>
              <a:gd name="connsiteY160" fmla="*/ 411046 h 9456078"/>
              <a:gd name="connsiteX161" fmla="*/ 10583708 w 13158799"/>
              <a:gd name="connsiteY161" fmla="*/ 393346 h 9456078"/>
              <a:gd name="connsiteX162" fmla="*/ 10629297 w 13158799"/>
              <a:gd name="connsiteY162" fmla="*/ 376018 h 9456078"/>
              <a:gd name="connsiteX163" fmla="*/ 10675036 w 13158799"/>
              <a:gd name="connsiteY163" fmla="*/ 359065 h 9456078"/>
              <a:gd name="connsiteX164" fmla="*/ 10720923 w 13158799"/>
              <a:gd name="connsiteY164" fmla="*/ 342487 h 9456078"/>
              <a:gd name="connsiteX165" fmla="*/ 10766956 w 13158799"/>
              <a:gd name="connsiteY165" fmla="*/ 326286 h 9456078"/>
              <a:gd name="connsiteX166" fmla="*/ 10813132 w 13158799"/>
              <a:gd name="connsiteY166" fmla="*/ 310462 h 9456078"/>
              <a:gd name="connsiteX167" fmla="*/ 10859450 w 13158799"/>
              <a:gd name="connsiteY167" fmla="*/ 295018 h 9456078"/>
              <a:gd name="connsiteX168" fmla="*/ 10905907 w 13158799"/>
              <a:gd name="connsiteY168" fmla="*/ 279953 h 9456078"/>
              <a:gd name="connsiteX169" fmla="*/ 10952500 w 13158799"/>
              <a:gd name="connsiteY169" fmla="*/ 265269 h 9456078"/>
              <a:gd name="connsiteX170" fmla="*/ 10999227 w 13158799"/>
              <a:gd name="connsiteY170" fmla="*/ 250968 h 9456078"/>
              <a:gd name="connsiteX171" fmla="*/ 11046087 w 13158799"/>
              <a:gd name="connsiteY171" fmla="*/ 237049 h 9456078"/>
              <a:gd name="connsiteX172" fmla="*/ 11093076 w 13158799"/>
              <a:gd name="connsiteY172" fmla="*/ 223516 h 9456078"/>
              <a:gd name="connsiteX173" fmla="*/ 11140193 w 13158799"/>
              <a:gd name="connsiteY173" fmla="*/ 210368 h 9456078"/>
              <a:gd name="connsiteX174" fmla="*/ 11187434 w 13158799"/>
              <a:gd name="connsiteY174" fmla="*/ 197606 h 9456078"/>
              <a:gd name="connsiteX175" fmla="*/ 11234799 w 13158799"/>
              <a:gd name="connsiteY175" fmla="*/ 185233 h 9456078"/>
              <a:gd name="connsiteX176" fmla="*/ 11282284 w 13158799"/>
              <a:gd name="connsiteY176" fmla="*/ 173248 h 9456078"/>
              <a:gd name="connsiteX177" fmla="*/ 11329888 w 13158799"/>
              <a:gd name="connsiteY177" fmla="*/ 161654 h 9456078"/>
              <a:gd name="connsiteX178" fmla="*/ 11377607 w 13158799"/>
              <a:gd name="connsiteY178" fmla="*/ 150451 h 9456078"/>
              <a:gd name="connsiteX179" fmla="*/ 11425440 w 13158799"/>
              <a:gd name="connsiteY179" fmla="*/ 139640 h 9456078"/>
              <a:gd name="connsiteX180" fmla="*/ 11473385 w 13158799"/>
              <a:gd name="connsiteY180" fmla="*/ 129223 h 9456078"/>
              <a:gd name="connsiteX181" fmla="*/ 11521439 w 13158799"/>
              <a:gd name="connsiteY181" fmla="*/ 119201 h 9456078"/>
              <a:gd name="connsiteX182" fmla="*/ 11569599 w 13158799"/>
              <a:gd name="connsiteY182" fmla="*/ 109574 h 9456078"/>
              <a:gd name="connsiteX183" fmla="*/ 11617864 w 13158799"/>
              <a:gd name="connsiteY183" fmla="*/ 100344 h 9456078"/>
              <a:gd name="connsiteX184" fmla="*/ 11666231 w 13158799"/>
              <a:gd name="connsiteY184" fmla="*/ 91512 h 9456078"/>
              <a:gd name="connsiteX185" fmla="*/ 11714698 w 13158799"/>
              <a:gd name="connsiteY185" fmla="*/ 83080 h 9456078"/>
              <a:gd name="connsiteX186" fmla="*/ 11763263 w 13158799"/>
              <a:gd name="connsiteY186" fmla="*/ 75047 h 9456078"/>
              <a:gd name="connsiteX187" fmla="*/ 11811923 w 13158799"/>
              <a:gd name="connsiteY187" fmla="*/ 67417 h 9456078"/>
              <a:gd name="connsiteX188" fmla="*/ 11860676 w 13158799"/>
              <a:gd name="connsiteY188" fmla="*/ 60188 h 9456078"/>
              <a:gd name="connsiteX189" fmla="*/ 11909519 w 13158799"/>
              <a:gd name="connsiteY189" fmla="*/ 53364 h 9456078"/>
              <a:gd name="connsiteX190" fmla="*/ 11958451 w 13158799"/>
              <a:gd name="connsiteY190" fmla="*/ 46944 h 9456078"/>
              <a:gd name="connsiteX191" fmla="*/ 12007470 w 13158799"/>
              <a:gd name="connsiteY191" fmla="*/ 40931 h 9456078"/>
              <a:gd name="connsiteX192" fmla="*/ 12056572 w 13158799"/>
              <a:gd name="connsiteY192" fmla="*/ 35324 h 9456078"/>
              <a:gd name="connsiteX193" fmla="*/ 12105756 w 13158799"/>
              <a:gd name="connsiteY193" fmla="*/ 30126 h 9456078"/>
              <a:gd name="connsiteX194" fmla="*/ 12155019 w 13158799"/>
              <a:gd name="connsiteY194" fmla="*/ 25337 h 9456078"/>
              <a:gd name="connsiteX195" fmla="*/ 12204359 w 13158799"/>
              <a:gd name="connsiteY195" fmla="*/ 20958 h 9456078"/>
              <a:gd name="connsiteX196" fmla="*/ 12253773 w 13158799"/>
              <a:gd name="connsiteY196" fmla="*/ 16991 h 9456078"/>
              <a:gd name="connsiteX197" fmla="*/ 12303260 w 13158799"/>
              <a:gd name="connsiteY197" fmla="*/ 13437 h 9456078"/>
              <a:gd name="connsiteX198" fmla="*/ 12352818 w 13158799"/>
              <a:gd name="connsiteY198" fmla="*/ 10297 h 9456078"/>
              <a:gd name="connsiteX199" fmla="*/ 12402443 w 13158799"/>
              <a:gd name="connsiteY199" fmla="*/ 7572 h 9456078"/>
              <a:gd name="connsiteX200" fmla="*/ 12452133 w 13158799"/>
              <a:gd name="connsiteY200" fmla="*/ 5263 h 9456078"/>
              <a:gd name="connsiteX201" fmla="*/ 12501887 w 13158799"/>
              <a:gd name="connsiteY201" fmla="*/ 3371 h 9456078"/>
              <a:gd name="connsiteX202" fmla="*/ 12551701 w 13158799"/>
              <a:gd name="connsiteY202" fmla="*/ 1898 h 9456078"/>
              <a:gd name="connsiteX203" fmla="*/ 12601574 w 13158799"/>
              <a:gd name="connsiteY203" fmla="*/ 844 h 9456078"/>
              <a:gd name="connsiteX204" fmla="*/ 12651504 w 13158799"/>
              <a:gd name="connsiteY204" fmla="*/ 211 h 9456078"/>
              <a:gd name="connsiteX205" fmla="*/ 12701487 w 13158799"/>
              <a:gd name="connsiteY205" fmla="*/ 0 h 9456078"/>
              <a:gd name="connsiteX206" fmla="*/ 13158798 w 13158799"/>
              <a:gd name="connsiteY206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76172 w 13158797"/>
              <a:gd name="connsiteY22" fmla="*/ 9319936 h 9456078"/>
              <a:gd name="connsiteX23" fmla="*/ 1223823 w 13158797"/>
              <a:gd name="connsiteY23" fmla="*/ 9308509 h 9456078"/>
              <a:gd name="connsiteX24" fmla="*/ 1271339 w 13158797"/>
              <a:gd name="connsiteY24" fmla="*/ 9296635 h 9456078"/>
              <a:gd name="connsiteX25" fmla="*/ 1318719 w 13158797"/>
              <a:gd name="connsiteY25" fmla="*/ 9284315 h 9456078"/>
              <a:gd name="connsiteX26" fmla="*/ 1365957 w 13158797"/>
              <a:gd name="connsiteY26" fmla="*/ 9271550 h 9456078"/>
              <a:gd name="connsiteX27" fmla="*/ 1413052 w 13158797"/>
              <a:gd name="connsiteY27" fmla="*/ 9258342 h 9456078"/>
              <a:gd name="connsiteX28" fmla="*/ 1460000 w 13158797"/>
              <a:gd name="connsiteY28" fmla="*/ 9244693 h 9456078"/>
              <a:gd name="connsiteX29" fmla="*/ 1506799 w 13158797"/>
              <a:gd name="connsiteY29" fmla="*/ 9230604 h 9456078"/>
              <a:gd name="connsiteX30" fmla="*/ 1553445 w 13158797"/>
              <a:gd name="connsiteY30" fmla="*/ 9216076 h 9456078"/>
              <a:gd name="connsiteX31" fmla="*/ 1599935 w 13158797"/>
              <a:gd name="connsiteY31" fmla="*/ 9201111 h 9456078"/>
              <a:gd name="connsiteX32" fmla="*/ 1646267 w 13158797"/>
              <a:gd name="connsiteY32" fmla="*/ 9185710 h 9456078"/>
              <a:gd name="connsiteX33" fmla="*/ 1692437 w 13158797"/>
              <a:gd name="connsiteY33" fmla="*/ 9169876 h 9456078"/>
              <a:gd name="connsiteX34" fmla="*/ 1738442 w 13158797"/>
              <a:gd name="connsiteY34" fmla="*/ 9153608 h 9456078"/>
              <a:gd name="connsiteX35" fmla="*/ 1784280 w 13158797"/>
              <a:gd name="connsiteY35" fmla="*/ 9136910 h 9456078"/>
              <a:gd name="connsiteX36" fmla="*/ 1829947 w 13158797"/>
              <a:gd name="connsiteY36" fmla="*/ 9119782 h 9456078"/>
              <a:gd name="connsiteX37" fmla="*/ 1875440 w 13158797"/>
              <a:gd name="connsiteY37" fmla="*/ 9102226 h 9456078"/>
              <a:gd name="connsiteX38" fmla="*/ 1920756 w 13158797"/>
              <a:gd name="connsiteY38" fmla="*/ 9084243 h 9456078"/>
              <a:gd name="connsiteX39" fmla="*/ 1965893 w 13158797"/>
              <a:gd name="connsiteY39" fmla="*/ 9065835 h 9456078"/>
              <a:gd name="connsiteX40" fmla="*/ 2055615 w 13158797"/>
              <a:gd name="connsiteY40" fmla="*/ 9027750 h 9456078"/>
              <a:gd name="connsiteX41" fmla="*/ 2100195 w 13158797"/>
              <a:gd name="connsiteY41" fmla="*/ 9008075 h 9456078"/>
              <a:gd name="connsiteX42" fmla="*/ 2144582 w 13158797"/>
              <a:gd name="connsiteY42" fmla="*/ 8987981 h 9456078"/>
              <a:gd name="connsiteX43" fmla="*/ 2188775 w 13158797"/>
              <a:gd name="connsiteY43" fmla="*/ 8967470 h 9456078"/>
              <a:gd name="connsiteX44" fmla="*/ 2232770 w 13158797"/>
              <a:gd name="connsiteY44" fmla="*/ 8946542 h 9456078"/>
              <a:gd name="connsiteX45" fmla="*/ 2276564 w 13158797"/>
              <a:gd name="connsiteY45" fmla="*/ 8925199 h 9456078"/>
              <a:gd name="connsiteX46" fmla="*/ 2320154 w 13158797"/>
              <a:gd name="connsiteY46" fmla="*/ 8903443 h 9456078"/>
              <a:gd name="connsiteX47" fmla="*/ 2363538 w 13158797"/>
              <a:gd name="connsiteY47" fmla="*/ 8881275 h 9456078"/>
              <a:gd name="connsiteX48" fmla="*/ 2406711 w 13158797"/>
              <a:gd name="connsiteY48" fmla="*/ 8858697 h 9456078"/>
              <a:gd name="connsiteX49" fmla="*/ 2449672 w 13158797"/>
              <a:gd name="connsiteY49" fmla="*/ 8835710 h 9456078"/>
              <a:gd name="connsiteX50" fmla="*/ 2492417 w 13158797"/>
              <a:gd name="connsiteY50" fmla="*/ 8812316 h 9456078"/>
              <a:gd name="connsiteX51" fmla="*/ 2534943 w 13158797"/>
              <a:gd name="connsiteY51" fmla="*/ 8788516 h 9456078"/>
              <a:gd name="connsiteX52" fmla="*/ 2577247 w 13158797"/>
              <a:gd name="connsiteY52" fmla="*/ 8764311 h 9456078"/>
              <a:gd name="connsiteX53" fmla="*/ 2619326 w 13158797"/>
              <a:gd name="connsiteY53" fmla="*/ 8739704 h 9456078"/>
              <a:gd name="connsiteX54" fmla="*/ 2661177 w 13158797"/>
              <a:gd name="connsiteY54" fmla="*/ 8714695 h 9456078"/>
              <a:gd name="connsiteX55" fmla="*/ 2702797 w 13158797"/>
              <a:gd name="connsiteY55" fmla="*/ 8689286 h 9456078"/>
              <a:gd name="connsiteX56" fmla="*/ 2744183 w 13158797"/>
              <a:gd name="connsiteY56" fmla="*/ 8663479 h 9456078"/>
              <a:gd name="connsiteX57" fmla="*/ 2785333 w 13158797"/>
              <a:gd name="connsiteY57" fmla="*/ 8637274 h 9456078"/>
              <a:gd name="connsiteX58" fmla="*/ 2826242 w 13158797"/>
              <a:gd name="connsiteY58" fmla="*/ 8610675 h 9456078"/>
              <a:gd name="connsiteX59" fmla="*/ 2866908 w 13158797"/>
              <a:gd name="connsiteY59" fmla="*/ 8583681 h 9456078"/>
              <a:gd name="connsiteX60" fmla="*/ 2907329 w 13158797"/>
              <a:gd name="connsiteY60" fmla="*/ 8556295 h 9456078"/>
              <a:gd name="connsiteX61" fmla="*/ 2947500 w 13158797"/>
              <a:gd name="connsiteY61" fmla="*/ 8528517 h 9456078"/>
              <a:gd name="connsiteX62" fmla="*/ 2987419 w 13158797"/>
              <a:gd name="connsiteY62" fmla="*/ 8500351 h 9456078"/>
              <a:gd name="connsiteX63" fmla="*/ 3027083 w 13158797"/>
              <a:gd name="connsiteY63" fmla="*/ 8471796 h 9456078"/>
              <a:gd name="connsiteX64" fmla="*/ 3066489 w 13158797"/>
              <a:gd name="connsiteY64" fmla="*/ 8442854 h 9456078"/>
              <a:gd name="connsiteX65" fmla="*/ 3105634 w 13158797"/>
              <a:gd name="connsiteY65" fmla="*/ 8413528 h 9456078"/>
              <a:gd name="connsiteX66" fmla="*/ 3144515 w 13158797"/>
              <a:gd name="connsiteY66" fmla="*/ 8383818 h 9456078"/>
              <a:gd name="connsiteX67" fmla="*/ 3183129 w 13158797"/>
              <a:gd name="connsiteY67" fmla="*/ 8353726 h 9456078"/>
              <a:gd name="connsiteX68" fmla="*/ 3221473 w 13158797"/>
              <a:gd name="connsiteY68" fmla="*/ 8323253 h 9456078"/>
              <a:gd name="connsiteX69" fmla="*/ 3259544 w 13158797"/>
              <a:gd name="connsiteY69" fmla="*/ 8292401 h 9456078"/>
              <a:gd name="connsiteX70" fmla="*/ 3297339 w 13158797"/>
              <a:gd name="connsiteY70" fmla="*/ 8261172 h 9456078"/>
              <a:gd name="connsiteX71" fmla="*/ 3334854 w 13158797"/>
              <a:gd name="connsiteY71" fmla="*/ 8229566 h 9456078"/>
              <a:gd name="connsiteX72" fmla="*/ 3372087 w 13158797"/>
              <a:gd name="connsiteY72" fmla="*/ 8197585 h 9456078"/>
              <a:gd name="connsiteX73" fmla="*/ 3409035 w 13158797"/>
              <a:gd name="connsiteY73" fmla="*/ 8165232 h 9456078"/>
              <a:gd name="connsiteX74" fmla="*/ 3445695 w 13158797"/>
              <a:gd name="connsiteY74" fmla="*/ 8132507 h 9456078"/>
              <a:gd name="connsiteX75" fmla="*/ 3482064 w 13158797"/>
              <a:gd name="connsiteY75" fmla="*/ 8099411 h 9456078"/>
              <a:gd name="connsiteX76" fmla="*/ 3518139 w 13158797"/>
              <a:gd name="connsiteY76" fmla="*/ 8065947 h 9456078"/>
              <a:gd name="connsiteX77" fmla="*/ 3553916 w 13158797"/>
              <a:gd name="connsiteY77" fmla="*/ 8032115 h 9456078"/>
              <a:gd name="connsiteX78" fmla="*/ 3589393 w 13158797"/>
              <a:gd name="connsiteY78" fmla="*/ 7997918 h 9456078"/>
              <a:gd name="connsiteX79" fmla="*/ 3624567 w 13158797"/>
              <a:gd name="connsiteY79" fmla="*/ 7963356 h 9456078"/>
              <a:gd name="connsiteX80" fmla="*/ 3659435 w 13158797"/>
              <a:gd name="connsiteY80" fmla="*/ 7928432 h 9456078"/>
              <a:gd name="connsiteX81" fmla="*/ 3693994 w 13158797"/>
              <a:gd name="connsiteY81" fmla="*/ 7893146 h 9456078"/>
              <a:gd name="connsiteX82" fmla="*/ 3728240 w 13158797"/>
              <a:gd name="connsiteY82" fmla="*/ 7857501 h 9456078"/>
              <a:gd name="connsiteX83" fmla="*/ 3762171 w 13158797"/>
              <a:gd name="connsiteY83" fmla="*/ 7821497 h 9456078"/>
              <a:gd name="connsiteX84" fmla="*/ 3795783 w 13158797"/>
              <a:gd name="connsiteY84" fmla="*/ 7785136 h 9456078"/>
              <a:gd name="connsiteX85" fmla="*/ 3829075 w 13158797"/>
              <a:gd name="connsiteY85" fmla="*/ 7748420 h 9456078"/>
              <a:gd name="connsiteX86" fmla="*/ 3862042 w 13158797"/>
              <a:gd name="connsiteY86" fmla="*/ 7711350 h 9456078"/>
              <a:gd name="connsiteX87" fmla="*/ 3894682 w 13158797"/>
              <a:gd name="connsiteY87" fmla="*/ 7673928 h 9456078"/>
              <a:gd name="connsiteX88" fmla="*/ 3926991 w 13158797"/>
              <a:gd name="connsiteY88" fmla="*/ 7636155 h 9456078"/>
              <a:gd name="connsiteX89" fmla="*/ 3958967 w 13158797"/>
              <a:gd name="connsiteY89" fmla="*/ 7598032 h 9456078"/>
              <a:gd name="connsiteX90" fmla="*/ 3990607 w 13158797"/>
              <a:gd name="connsiteY90" fmla="*/ 7559561 h 9456078"/>
              <a:gd name="connsiteX91" fmla="*/ 4021907 w 13158797"/>
              <a:gd name="connsiteY91" fmla="*/ 7520744 h 9456078"/>
              <a:gd name="connsiteX92" fmla="*/ 4052865 w 13158797"/>
              <a:gd name="connsiteY92" fmla="*/ 7481582 h 9456078"/>
              <a:gd name="connsiteX93" fmla="*/ 4083478 w 13158797"/>
              <a:gd name="connsiteY93" fmla="*/ 7442077 h 9456078"/>
              <a:gd name="connsiteX94" fmla="*/ 8022311 w 13158797"/>
              <a:gd name="connsiteY94" fmla="*/ 2307814 h 9456078"/>
              <a:gd name="connsiteX95" fmla="*/ 8052902 w 13158797"/>
              <a:gd name="connsiteY95" fmla="*/ 2268285 h 9456078"/>
              <a:gd name="connsiteX96" fmla="*/ 8083796 w 13158797"/>
              <a:gd name="connsiteY96" fmla="*/ 2229056 h 9456078"/>
              <a:gd name="connsiteX97" fmla="*/ 8114989 w 13158797"/>
              <a:gd name="connsiteY97" fmla="*/ 2190127 h 9456078"/>
              <a:gd name="connsiteX98" fmla="*/ 8146479 w 13158797"/>
              <a:gd name="connsiteY98" fmla="*/ 2151500 h 9456078"/>
              <a:gd name="connsiteX99" fmla="*/ 8178264 w 13158797"/>
              <a:gd name="connsiteY99" fmla="*/ 2113176 h 9456078"/>
              <a:gd name="connsiteX100" fmla="*/ 8210341 w 13158797"/>
              <a:gd name="connsiteY100" fmla="*/ 2075157 h 9456078"/>
              <a:gd name="connsiteX101" fmla="*/ 8242709 w 13158797"/>
              <a:gd name="connsiteY101" fmla="*/ 2037442 h 9456078"/>
              <a:gd name="connsiteX102" fmla="*/ 8275365 w 13158797"/>
              <a:gd name="connsiteY102" fmla="*/ 2000034 h 9456078"/>
              <a:gd name="connsiteX103" fmla="*/ 8308307 w 13158797"/>
              <a:gd name="connsiteY103" fmla="*/ 1962934 h 9456078"/>
              <a:gd name="connsiteX104" fmla="*/ 8341532 w 13158797"/>
              <a:gd name="connsiteY104" fmla="*/ 1926142 h 9456078"/>
              <a:gd name="connsiteX105" fmla="*/ 8375038 w 13158797"/>
              <a:gd name="connsiteY105" fmla="*/ 1889660 h 9456078"/>
              <a:gd name="connsiteX106" fmla="*/ 8408823 w 13158797"/>
              <a:gd name="connsiteY106" fmla="*/ 1853489 h 9456078"/>
              <a:gd name="connsiteX107" fmla="*/ 8442885 w 13158797"/>
              <a:gd name="connsiteY107" fmla="*/ 1817630 h 9456078"/>
              <a:gd name="connsiteX108" fmla="*/ 8477221 w 13158797"/>
              <a:gd name="connsiteY108" fmla="*/ 1782084 h 9456078"/>
              <a:gd name="connsiteX109" fmla="*/ 8511829 w 13158797"/>
              <a:gd name="connsiteY109" fmla="*/ 1746853 h 9456078"/>
              <a:gd name="connsiteX110" fmla="*/ 8546706 w 13158797"/>
              <a:gd name="connsiteY110" fmla="*/ 1711937 h 9456078"/>
              <a:gd name="connsiteX111" fmla="*/ 8581851 w 13158797"/>
              <a:gd name="connsiteY111" fmla="*/ 1677337 h 9456078"/>
              <a:gd name="connsiteX112" fmla="*/ 8617261 w 13158797"/>
              <a:gd name="connsiteY112" fmla="*/ 1643056 h 9456078"/>
              <a:gd name="connsiteX113" fmla="*/ 8652934 w 13158797"/>
              <a:gd name="connsiteY113" fmla="*/ 1609093 h 9456078"/>
              <a:gd name="connsiteX114" fmla="*/ 8688867 w 13158797"/>
              <a:gd name="connsiteY114" fmla="*/ 1575450 h 9456078"/>
              <a:gd name="connsiteX115" fmla="*/ 8725058 w 13158797"/>
              <a:gd name="connsiteY115" fmla="*/ 1542128 h 9456078"/>
              <a:gd name="connsiteX116" fmla="*/ 8761506 w 13158797"/>
              <a:gd name="connsiteY116" fmla="*/ 1509129 h 9456078"/>
              <a:gd name="connsiteX117" fmla="*/ 8798207 w 13158797"/>
              <a:gd name="connsiteY117" fmla="*/ 1476452 h 9456078"/>
              <a:gd name="connsiteX118" fmla="*/ 8835159 w 13158797"/>
              <a:gd name="connsiteY118" fmla="*/ 1444101 h 9456078"/>
              <a:gd name="connsiteX119" fmla="*/ 8872360 w 13158797"/>
              <a:gd name="connsiteY119" fmla="*/ 1412075 h 9456078"/>
              <a:gd name="connsiteX120" fmla="*/ 8909808 w 13158797"/>
              <a:gd name="connsiteY120" fmla="*/ 1380375 h 9456078"/>
              <a:gd name="connsiteX121" fmla="*/ 8947501 w 13158797"/>
              <a:gd name="connsiteY121" fmla="*/ 1349004 h 9456078"/>
              <a:gd name="connsiteX122" fmla="*/ 8985435 w 13158797"/>
              <a:gd name="connsiteY122" fmla="*/ 1317962 h 9456078"/>
              <a:gd name="connsiteX123" fmla="*/ 9023610 w 13158797"/>
              <a:gd name="connsiteY123" fmla="*/ 1287250 h 9456078"/>
              <a:gd name="connsiteX124" fmla="*/ 9062022 w 13158797"/>
              <a:gd name="connsiteY124" fmla="*/ 1256869 h 9456078"/>
              <a:gd name="connsiteX125" fmla="*/ 9100669 w 13158797"/>
              <a:gd name="connsiteY125" fmla="*/ 1226820 h 9456078"/>
              <a:gd name="connsiteX126" fmla="*/ 9139549 w 13158797"/>
              <a:gd name="connsiteY126" fmla="*/ 1197105 h 9456078"/>
              <a:gd name="connsiteX127" fmla="*/ 9178660 w 13158797"/>
              <a:gd name="connsiteY127" fmla="*/ 1167725 h 9456078"/>
              <a:gd name="connsiteX128" fmla="*/ 9217999 w 13158797"/>
              <a:gd name="connsiteY128" fmla="*/ 1138681 h 9456078"/>
              <a:gd name="connsiteX129" fmla="*/ 9257564 w 13158797"/>
              <a:gd name="connsiteY129" fmla="*/ 1109974 h 9456078"/>
              <a:gd name="connsiteX130" fmla="*/ 9297353 w 13158797"/>
              <a:gd name="connsiteY130" fmla="*/ 1081604 h 9456078"/>
              <a:gd name="connsiteX131" fmla="*/ 9337364 w 13158797"/>
              <a:gd name="connsiteY131" fmla="*/ 1053574 h 9456078"/>
              <a:gd name="connsiteX132" fmla="*/ 9377594 w 13158797"/>
              <a:gd name="connsiteY132" fmla="*/ 1025884 h 9456078"/>
              <a:gd name="connsiteX133" fmla="*/ 9418040 w 13158797"/>
              <a:gd name="connsiteY133" fmla="*/ 998536 h 9456078"/>
              <a:gd name="connsiteX134" fmla="*/ 9458702 w 13158797"/>
              <a:gd name="connsiteY134" fmla="*/ 971530 h 9456078"/>
              <a:gd name="connsiteX135" fmla="*/ 9499575 w 13158797"/>
              <a:gd name="connsiteY135" fmla="*/ 944868 h 9456078"/>
              <a:gd name="connsiteX136" fmla="*/ 9540659 w 13158797"/>
              <a:gd name="connsiteY136" fmla="*/ 918551 h 9456078"/>
              <a:gd name="connsiteX137" fmla="*/ 9581950 w 13158797"/>
              <a:gd name="connsiteY137" fmla="*/ 892580 h 9456078"/>
              <a:gd name="connsiteX138" fmla="*/ 9623447 w 13158797"/>
              <a:gd name="connsiteY138" fmla="*/ 866956 h 9456078"/>
              <a:gd name="connsiteX139" fmla="*/ 9665147 w 13158797"/>
              <a:gd name="connsiteY139" fmla="*/ 841681 h 9456078"/>
              <a:gd name="connsiteX140" fmla="*/ 9707048 w 13158797"/>
              <a:gd name="connsiteY140" fmla="*/ 816754 h 9456078"/>
              <a:gd name="connsiteX141" fmla="*/ 9749147 w 13158797"/>
              <a:gd name="connsiteY141" fmla="*/ 792179 h 9456078"/>
              <a:gd name="connsiteX142" fmla="*/ 9791443 w 13158797"/>
              <a:gd name="connsiteY142" fmla="*/ 767955 h 9456078"/>
              <a:gd name="connsiteX143" fmla="*/ 9833932 w 13158797"/>
              <a:gd name="connsiteY143" fmla="*/ 744083 h 9456078"/>
              <a:gd name="connsiteX144" fmla="*/ 9876613 w 13158797"/>
              <a:gd name="connsiteY144" fmla="*/ 720566 h 9456078"/>
              <a:gd name="connsiteX145" fmla="*/ 9919484 w 13158797"/>
              <a:gd name="connsiteY145" fmla="*/ 697404 h 9456078"/>
              <a:gd name="connsiteX146" fmla="*/ 9962542 w 13158797"/>
              <a:gd name="connsiteY146" fmla="*/ 674598 h 9456078"/>
              <a:gd name="connsiteX147" fmla="*/ 10005784 w 13158797"/>
              <a:gd name="connsiteY147" fmla="*/ 652149 h 9456078"/>
              <a:gd name="connsiteX148" fmla="*/ 10049209 w 13158797"/>
              <a:gd name="connsiteY148" fmla="*/ 630059 h 9456078"/>
              <a:gd name="connsiteX149" fmla="*/ 10092814 w 13158797"/>
              <a:gd name="connsiteY149" fmla="*/ 608328 h 9456078"/>
              <a:gd name="connsiteX150" fmla="*/ 10136597 w 13158797"/>
              <a:gd name="connsiteY150" fmla="*/ 586958 h 9456078"/>
              <a:gd name="connsiteX151" fmla="*/ 10180556 w 13158797"/>
              <a:gd name="connsiteY151" fmla="*/ 565950 h 9456078"/>
              <a:gd name="connsiteX152" fmla="*/ 10224688 w 13158797"/>
              <a:gd name="connsiteY152" fmla="*/ 545304 h 9456078"/>
              <a:gd name="connsiteX153" fmla="*/ 10268991 w 13158797"/>
              <a:gd name="connsiteY153" fmla="*/ 525023 h 9456078"/>
              <a:gd name="connsiteX154" fmla="*/ 10313463 w 13158797"/>
              <a:gd name="connsiteY154" fmla="*/ 505107 h 9456078"/>
              <a:gd name="connsiteX155" fmla="*/ 10358101 w 13158797"/>
              <a:gd name="connsiteY155" fmla="*/ 485558 h 9456078"/>
              <a:gd name="connsiteX156" fmla="*/ 10402903 w 13158797"/>
              <a:gd name="connsiteY156" fmla="*/ 466376 h 9456078"/>
              <a:gd name="connsiteX157" fmla="*/ 10447868 w 13158797"/>
              <a:gd name="connsiteY157" fmla="*/ 447563 h 9456078"/>
              <a:gd name="connsiteX158" fmla="*/ 10492991 w 13158797"/>
              <a:gd name="connsiteY158" fmla="*/ 429119 h 9456078"/>
              <a:gd name="connsiteX159" fmla="*/ 10538272 w 13158797"/>
              <a:gd name="connsiteY159" fmla="*/ 411046 h 9456078"/>
              <a:gd name="connsiteX160" fmla="*/ 10583708 w 13158797"/>
              <a:gd name="connsiteY160" fmla="*/ 393346 h 9456078"/>
              <a:gd name="connsiteX161" fmla="*/ 10629297 w 13158797"/>
              <a:gd name="connsiteY161" fmla="*/ 376018 h 9456078"/>
              <a:gd name="connsiteX162" fmla="*/ 10675036 w 13158797"/>
              <a:gd name="connsiteY162" fmla="*/ 359065 h 9456078"/>
              <a:gd name="connsiteX163" fmla="*/ 10720923 w 13158797"/>
              <a:gd name="connsiteY163" fmla="*/ 342487 h 9456078"/>
              <a:gd name="connsiteX164" fmla="*/ 10766956 w 13158797"/>
              <a:gd name="connsiteY164" fmla="*/ 326286 h 9456078"/>
              <a:gd name="connsiteX165" fmla="*/ 10813132 w 13158797"/>
              <a:gd name="connsiteY165" fmla="*/ 310462 h 9456078"/>
              <a:gd name="connsiteX166" fmla="*/ 10859450 w 13158797"/>
              <a:gd name="connsiteY166" fmla="*/ 295018 h 9456078"/>
              <a:gd name="connsiteX167" fmla="*/ 10905907 w 13158797"/>
              <a:gd name="connsiteY167" fmla="*/ 279953 h 9456078"/>
              <a:gd name="connsiteX168" fmla="*/ 10952500 w 13158797"/>
              <a:gd name="connsiteY168" fmla="*/ 265269 h 9456078"/>
              <a:gd name="connsiteX169" fmla="*/ 10999227 w 13158797"/>
              <a:gd name="connsiteY169" fmla="*/ 250968 h 9456078"/>
              <a:gd name="connsiteX170" fmla="*/ 11046087 w 13158797"/>
              <a:gd name="connsiteY170" fmla="*/ 237049 h 9456078"/>
              <a:gd name="connsiteX171" fmla="*/ 11093076 w 13158797"/>
              <a:gd name="connsiteY171" fmla="*/ 223516 h 9456078"/>
              <a:gd name="connsiteX172" fmla="*/ 11140193 w 13158797"/>
              <a:gd name="connsiteY172" fmla="*/ 210368 h 9456078"/>
              <a:gd name="connsiteX173" fmla="*/ 11187434 w 13158797"/>
              <a:gd name="connsiteY173" fmla="*/ 197606 h 9456078"/>
              <a:gd name="connsiteX174" fmla="*/ 11234799 w 13158797"/>
              <a:gd name="connsiteY174" fmla="*/ 185233 h 9456078"/>
              <a:gd name="connsiteX175" fmla="*/ 11282284 w 13158797"/>
              <a:gd name="connsiteY175" fmla="*/ 173248 h 9456078"/>
              <a:gd name="connsiteX176" fmla="*/ 11329888 w 13158797"/>
              <a:gd name="connsiteY176" fmla="*/ 161654 h 9456078"/>
              <a:gd name="connsiteX177" fmla="*/ 11377607 w 13158797"/>
              <a:gd name="connsiteY177" fmla="*/ 150451 h 9456078"/>
              <a:gd name="connsiteX178" fmla="*/ 11425440 w 13158797"/>
              <a:gd name="connsiteY178" fmla="*/ 139640 h 9456078"/>
              <a:gd name="connsiteX179" fmla="*/ 11473385 w 13158797"/>
              <a:gd name="connsiteY179" fmla="*/ 129223 h 9456078"/>
              <a:gd name="connsiteX180" fmla="*/ 11521439 w 13158797"/>
              <a:gd name="connsiteY180" fmla="*/ 119201 h 9456078"/>
              <a:gd name="connsiteX181" fmla="*/ 11569599 w 13158797"/>
              <a:gd name="connsiteY181" fmla="*/ 109574 h 9456078"/>
              <a:gd name="connsiteX182" fmla="*/ 11617864 w 13158797"/>
              <a:gd name="connsiteY182" fmla="*/ 100344 h 9456078"/>
              <a:gd name="connsiteX183" fmla="*/ 11666231 w 13158797"/>
              <a:gd name="connsiteY183" fmla="*/ 91512 h 9456078"/>
              <a:gd name="connsiteX184" fmla="*/ 11714698 w 13158797"/>
              <a:gd name="connsiteY184" fmla="*/ 83080 h 9456078"/>
              <a:gd name="connsiteX185" fmla="*/ 11763263 w 13158797"/>
              <a:gd name="connsiteY185" fmla="*/ 75047 h 9456078"/>
              <a:gd name="connsiteX186" fmla="*/ 11811923 w 13158797"/>
              <a:gd name="connsiteY186" fmla="*/ 67417 h 9456078"/>
              <a:gd name="connsiteX187" fmla="*/ 11860676 w 13158797"/>
              <a:gd name="connsiteY187" fmla="*/ 60188 h 9456078"/>
              <a:gd name="connsiteX188" fmla="*/ 11909519 w 13158797"/>
              <a:gd name="connsiteY188" fmla="*/ 53364 h 9456078"/>
              <a:gd name="connsiteX189" fmla="*/ 11958451 w 13158797"/>
              <a:gd name="connsiteY189" fmla="*/ 46944 h 9456078"/>
              <a:gd name="connsiteX190" fmla="*/ 12007470 w 13158797"/>
              <a:gd name="connsiteY190" fmla="*/ 40931 h 9456078"/>
              <a:gd name="connsiteX191" fmla="*/ 12056572 w 13158797"/>
              <a:gd name="connsiteY191" fmla="*/ 35324 h 9456078"/>
              <a:gd name="connsiteX192" fmla="*/ 12105756 w 13158797"/>
              <a:gd name="connsiteY192" fmla="*/ 30126 h 9456078"/>
              <a:gd name="connsiteX193" fmla="*/ 12155019 w 13158797"/>
              <a:gd name="connsiteY193" fmla="*/ 25337 h 9456078"/>
              <a:gd name="connsiteX194" fmla="*/ 12204359 w 13158797"/>
              <a:gd name="connsiteY194" fmla="*/ 20958 h 9456078"/>
              <a:gd name="connsiteX195" fmla="*/ 12253773 w 13158797"/>
              <a:gd name="connsiteY195" fmla="*/ 16991 h 9456078"/>
              <a:gd name="connsiteX196" fmla="*/ 12303260 w 13158797"/>
              <a:gd name="connsiteY196" fmla="*/ 13437 h 9456078"/>
              <a:gd name="connsiteX197" fmla="*/ 12352818 w 13158797"/>
              <a:gd name="connsiteY197" fmla="*/ 10297 h 9456078"/>
              <a:gd name="connsiteX198" fmla="*/ 12402443 w 13158797"/>
              <a:gd name="connsiteY198" fmla="*/ 7572 h 9456078"/>
              <a:gd name="connsiteX199" fmla="*/ 12452133 w 13158797"/>
              <a:gd name="connsiteY199" fmla="*/ 5263 h 9456078"/>
              <a:gd name="connsiteX200" fmla="*/ 12501887 w 13158797"/>
              <a:gd name="connsiteY200" fmla="*/ 3371 h 9456078"/>
              <a:gd name="connsiteX201" fmla="*/ 12551701 w 13158797"/>
              <a:gd name="connsiteY201" fmla="*/ 1898 h 9456078"/>
              <a:gd name="connsiteX202" fmla="*/ 12601574 w 13158797"/>
              <a:gd name="connsiteY202" fmla="*/ 844 h 9456078"/>
              <a:gd name="connsiteX203" fmla="*/ 12651504 w 13158797"/>
              <a:gd name="connsiteY203" fmla="*/ 211 h 9456078"/>
              <a:gd name="connsiteX204" fmla="*/ 12701487 w 13158797"/>
              <a:gd name="connsiteY204" fmla="*/ 0 h 9456078"/>
              <a:gd name="connsiteX205" fmla="*/ 13158798 w 13158797"/>
              <a:gd name="connsiteY205" fmla="*/ 0 h 94560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</a:cxnLst>
            <a:rect l="l" t="t" r="r" b="b"/>
            <a:pathLst>
              <a:path w="13158797" h="9456078">
                <a:moveTo>
                  <a:pt x="0" y="9456078"/>
                </a:moveTo>
                <a:lnTo>
                  <a:pt x="49977" y="9455836"/>
                </a:lnTo>
                <a:lnTo>
                  <a:pt x="99893" y="9455111"/>
                </a:lnTo>
                <a:lnTo>
                  <a:pt x="149742" y="9453904"/>
                </a:lnTo>
                <a:lnTo>
                  <a:pt x="199524" y="9452217"/>
                </a:lnTo>
                <a:lnTo>
                  <a:pt x="298870" y="9447409"/>
                </a:lnTo>
                <a:lnTo>
                  <a:pt x="348429" y="9444290"/>
                </a:lnTo>
                <a:lnTo>
                  <a:pt x="397907" y="9440698"/>
                </a:lnTo>
                <a:lnTo>
                  <a:pt x="447302" y="9436632"/>
                </a:lnTo>
                <a:lnTo>
                  <a:pt x="496610" y="9432096"/>
                </a:lnTo>
                <a:lnTo>
                  <a:pt x="545829" y="9427089"/>
                </a:lnTo>
                <a:lnTo>
                  <a:pt x="594956" y="9421615"/>
                </a:lnTo>
                <a:lnTo>
                  <a:pt x="643987" y="9415673"/>
                </a:lnTo>
                <a:lnTo>
                  <a:pt x="692920" y="9409267"/>
                </a:lnTo>
                <a:lnTo>
                  <a:pt x="741751" y="9402396"/>
                </a:lnTo>
                <a:lnTo>
                  <a:pt x="790478" y="9395063"/>
                </a:lnTo>
                <a:lnTo>
                  <a:pt x="839098" y="9387270"/>
                </a:lnTo>
                <a:lnTo>
                  <a:pt x="887607" y="9379017"/>
                </a:lnTo>
                <a:lnTo>
                  <a:pt x="936002" y="9370306"/>
                </a:lnTo>
                <a:lnTo>
                  <a:pt x="984281" y="9361139"/>
                </a:lnTo>
                <a:lnTo>
                  <a:pt x="1032440" y="9351517"/>
                </a:lnTo>
                <a:lnTo>
                  <a:pt x="1080477" y="9341441"/>
                </a:lnTo>
                <a:lnTo>
                  <a:pt x="1176172" y="9319936"/>
                </a:lnTo>
                <a:lnTo>
                  <a:pt x="1223823" y="9308509"/>
                </a:lnTo>
                <a:lnTo>
                  <a:pt x="1271339" y="9296635"/>
                </a:lnTo>
                <a:lnTo>
                  <a:pt x="1318719" y="9284315"/>
                </a:lnTo>
                <a:lnTo>
                  <a:pt x="1365957" y="9271550"/>
                </a:lnTo>
                <a:lnTo>
                  <a:pt x="1413052" y="9258342"/>
                </a:lnTo>
                <a:lnTo>
                  <a:pt x="1460000" y="9244693"/>
                </a:lnTo>
                <a:lnTo>
                  <a:pt x="1506799" y="9230604"/>
                </a:lnTo>
                <a:lnTo>
                  <a:pt x="1553445" y="9216076"/>
                </a:lnTo>
                <a:lnTo>
                  <a:pt x="1599935" y="9201111"/>
                </a:lnTo>
                <a:lnTo>
                  <a:pt x="1646267" y="9185710"/>
                </a:lnTo>
                <a:lnTo>
                  <a:pt x="1692437" y="9169876"/>
                </a:lnTo>
                <a:lnTo>
                  <a:pt x="1738442" y="9153608"/>
                </a:lnTo>
                <a:lnTo>
                  <a:pt x="1784280" y="9136910"/>
                </a:lnTo>
                <a:lnTo>
                  <a:pt x="1829947" y="9119782"/>
                </a:lnTo>
                <a:lnTo>
                  <a:pt x="1875440" y="9102226"/>
                </a:lnTo>
                <a:lnTo>
                  <a:pt x="1920756" y="9084243"/>
                </a:lnTo>
                <a:lnTo>
                  <a:pt x="1965893" y="9065835"/>
                </a:lnTo>
                <a:lnTo>
                  <a:pt x="2055615" y="9027750"/>
                </a:lnTo>
                <a:lnTo>
                  <a:pt x="2100195" y="9008075"/>
                </a:lnTo>
                <a:lnTo>
                  <a:pt x="2144582" y="8987981"/>
                </a:lnTo>
                <a:lnTo>
                  <a:pt x="2188775" y="8967470"/>
                </a:lnTo>
                <a:lnTo>
                  <a:pt x="2232770" y="8946542"/>
                </a:lnTo>
                <a:lnTo>
                  <a:pt x="2276564" y="8925199"/>
                </a:lnTo>
                <a:lnTo>
                  <a:pt x="2320154" y="8903443"/>
                </a:lnTo>
                <a:lnTo>
                  <a:pt x="2363538" y="8881275"/>
                </a:lnTo>
                <a:lnTo>
                  <a:pt x="2406711" y="8858697"/>
                </a:lnTo>
                <a:lnTo>
                  <a:pt x="2449672" y="8835710"/>
                </a:lnTo>
                <a:lnTo>
                  <a:pt x="2492417" y="8812316"/>
                </a:lnTo>
                <a:lnTo>
                  <a:pt x="2534943" y="8788516"/>
                </a:lnTo>
                <a:lnTo>
                  <a:pt x="2577247" y="8764311"/>
                </a:lnTo>
                <a:lnTo>
                  <a:pt x="2619326" y="8739704"/>
                </a:lnTo>
                <a:lnTo>
                  <a:pt x="2661177" y="8714695"/>
                </a:lnTo>
                <a:lnTo>
                  <a:pt x="2702797" y="8689286"/>
                </a:lnTo>
                <a:lnTo>
                  <a:pt x="2744183" y="8663479"/>
                </a:lnTo>
                <a:lnTo>
                  <a:pt x="2785333" y="8637274"/>
                </a:lnTo>
                <a:lnTo>
                  <a:pt x="2826242" y="8610675"/>
                </a:lnTo>
                <a:lnTo>
                  <a:pt x="2866908" y="8583681"/>
                </a:lnTo>
                <a:lnTo>
                  <a:pt x="2907329" y="8556295"/>
                </a:lnTo>
                <a:lnTo>
                  <a:pt x="2947500" y="8528517"/>
                </a:lnTo>
                <a:lnTo>
                  <a:pt x="2987419" y="8500351"/>
                </a:lnTo>
                <a:lnTo>
                  <a:pt x="3027083" y="8471796"/>
                </a:lnTo>
                <a:lnTo>
                  <a:pt x="3066489" y="8442854"/>
                </a:lnTo>
                <a:lnTo>
                  <a:pt x="3105634" y="8413528"/>
                </a:lnTo>
                <a:lnTo>
                  <a:pt x="3144515" y="8383818"/>
                </a:lnTo>
                <a:lnTo>
                  <a:pt x="3183129" y="8353726"/>
                </a:lnTo>
                <a:lnTo>
                  <a:pt x="3221473" y="8323253"/>
                </a:lnTo>
                <a:lnTo>
                  <a:pt x="3259544" y="8292401"/>
                </a:lnTo>
                <a:lnTo>
                  <a:pt x="3297339" y="8261172"/>
                </a:lnTo>
                <a:lnTo>
                  <a:pt x="3334854" y="8229566"/>
                </a:lnTo>
                <a:lnTo>
                  <a:pt x="3372087" y="8197585"/>
                </a:lnTo>
                <a:lnTo>
                  <a:pt x="3409035" y="8165232"/>
                </a:lnTo>
                <a:lnTo>
                  <a:pt x="3445695" y="8132507"/>
                </a:lnTo>
                <a:lnTo>
                  <a:pt x="3482064" y="8099411"/>
                </a:lnTo>
                <a:lnTo>
                  <a:pt x="3518139" y="8065947"/>
                </a:lnTo>
                <a:lnTo>
                  <a:pt x="3553916" y="8032115"/>
                </a:lnTo>
                <a:lnTo>
                  <a:pt x="3589393" y="7997918"/>
                </a:lnTo>
                <a:lnTo>
                  <a:pt x="3624567" y="7963356"/>
                </a:lnTo>
                <a:lnTo>
                  <a:pt x="3659435" y="7928432"/>
                </a:lnTo>
                <a:lnTo>
                  <a:pt x="3693994" y="7893146"/>
                </a:lnTo>
                <a:lnTo>
                  <a:pt x="3728240" y="7857501"/>
                </a:lnTo>
                <a:lnTo>
                  <a:pt x="3762171" y="7821497"/>
                </a:lnTo>
                <a:lnTo>
                  <a:pt x="3795783" y="7785136"/>
                </a:lnTo>
                <a:lnTo>
                  <a:pt x="3829075" y="7748420"/>
                </a:lnTo>
                <a:lnTo>
                  <a:pt x="3862042" y="7711350"/>
                </a:lnTo>
                <a:lnTo>
                  <a:pt x="3894682" y="7673928"/>
                </a:lnTo>
                <a:lnTo>
                  <a:pt x="3926991" y="7636155"/>
                </a:lnTo>
                <a:lnTo>
                  <a:pt x="3958967" y="7598032"/>
                </a:lnTo>
                <a:lnTo>
                  <a:pt x="3990607" y="7559561"/>
                </a:lnTo>
                <a:lnTo>
                  <a:pt x="4021907" y="7520744"/>
                </a:lnTo>
                <a:lnTo>
                  <a:pt x="4052865" y="7481582"/>
                </a:lnTo>
                <a:lnTo>
                  <a:pt x="4083478" y="7442077"/>
                </a:lnTo>
                <a:lnTo>
                  <a:pt x="8022311" y="2307814"/>
                </a:lnTo>
                <a:lnTo>
                  <a:pt x="8052902" y="2268285"/>
                </a:lnTo>
                <a:lnTo>
                  <a:pt x="8083796" y="2229056"/>
                </a:lnTo>
                <a:lnTo>
                  <a:pt x="8114989" y="2190127"/>
                </a:lnTo>
                <a:lnTo>
                  <a:pt x="8146479" y="2151500"/>
                </a:lnTo>
                <a:lnTo>
                  <a:pt x="8178264" y="2113176"/>
                </a:lnTo>
                <a:lnTo>
                  <a:pt x="8210341" y="2075157"/>
                </a:lnTo>
                <a:lnTo>
                  <a:pt x="8242709" y="2037442"/>
                </a:lnTo>
                <a:lnTo>
                  <a:pt x="8275365" y="2000034"/>
                </a:lnTo>
                <a:lnTo>
                  <a:pt x="8308307" y="1962934"/>
                </a:lnTo>
                <a:lnTo>
                  <a:pt x="8341532" y="1926142"/>
                </a:lnTo>
                <a:lnTo>
                  <a:pt x="8375038" y="1889660"/>
                </a:lnTo>
                <a:lnTo>
                  <a:pt x="8408823" y="1853489"/>
                </a:lnTo>
                <a:lnTo>
                  <a:pt x="8442885" y="1817630"/>
                </a:lnTo>
                <a:lnTo>
                  <a:pt x="8477221" y="1782084"/>
                </a:lnTo>
                <a:lnTo>
                  <a:pt x="8511829" y="1746853"/>
                </a:lnTo>
                <a:lnTo>
                  <a:pt x="8546706" y="1711937"/>
                </a:lnTo>
                <a:lnTo>
                  <a:pt x="8581851" y="1677337"/>
                </a:lnTo>
                <a:lnTo>
                  <a:pt x="8617261" y="1643056"/>
                </a:lnTo>
                <a:lnTo>
                  <a:pt x="8652934" y="1609093"/>
                </a:lnTo>
                <a:lnTo>
                  <a:pt x="8688867" y="1575450"/>
                </a:lnTo>
                <a:lnTo>
                  <a:pt x="8725058" y="1542128"/>
                </a:lnTo>
                <a:lnTo>
                  <a:pt x="8761506" y="1509129"/>
                </a:lnTo>
                <a:lnTo>
                  <a:pt x="8798207" y="1476452"/>
                </a:lnTo>
                <a:lnTo>
                  <a:pt x="8835159" y="1444101"/>
                </a:lnTo>
                <a:lnTo>
                  <a:pt x="8872360" y="1412075"/>
                </a:lnTo>
                <a:lnTo>
                  <a:pt x="8909808" y="1380375"/>
                </a:lnTo>
                <a:lnTo>
                  <a:pt x="8947501" y="1349004"/>
                </a:lnTo>
                <a:lnTo>
                  <a:pt x="8985435" y="1317962"/>
                </a:lnTo>
                <a:lnTo>
                  <a:pt x="9023610" y="1287250"/>
                </a:lnTo>
                <a:lnTo>
                  <a:pt x="9062022" y="1256869"/>
                </a:lnTo>
                <a:lnTo>
                  <a:pt x="9100669" y="1226820"/>
                </a:lnTo>
                <a:lnTo>
                  <a:pt x="9139549" y="1197105"/>
                </a:lnTo>
                <a:lnTo>
                  <a:pt x="9178660" y="1167725"/>
                </a:lnTo>
                <a:lnTo>
                  <a:pt x="9217999" y="1138681"/>
                </a:lnTo>
                <a:lnTo>
                  <a:pt x="9257564" y="1109974"/>
                </a:lnTo>
                <a:lnTo>
                  <a:pt x="9297353" y="1081604"/>
                </a:lnTo>
                <a:lnTo>
                  <a:pt x="9337364" y="1053574"/>
                </a:lnTo>
                <a:lnTo>
                  <a:pt x="9377594" y="1025884"/>
                </a:lnTo>
                <a:lnTo>
                  <a:pt x="9418040" y="998536"/>
                </a:lnTo>
                <a:lnTo>
                  <a:pt x="9458702" y="971530"/>
                </a:lnTo>
                <a:lnTo>
                  <a:pt x="9499575" y="944868"/>
                </a:lnTo>
                <a:lnTo>
                  <a:pt x="9540659" y="918551"/>
                </a:lnTo>
                <a:lnTo>
                  <a:pt x="9581950" y="892580"/>
                </a:lnTo>
                <a:lnTo>
                  <a:pt x="9623447" y="866956"/>
                </a:lnTo>
                <a:lnTo>
                  <a:pt x="9665147" y="841681"/>
                </a:lnTo>
                <a:lnTo>
                  <a:pt x="9707048" y="816754"/>
                </a:lnTo>
                <a:lnTo>
                  <a:pt x="9749147" y="792179"/>
                </a:lnTo>
                <a:lnTo>
                  <a:pt x="9791443" y="767955"/>
                </a:lnTo>
                <a:lnTo>
                  <a:pt x="9833932" y="744083"/>
                </a:lnTo>
                <a:lnTo>
                  <a:pt x="9876613" y="720566"/>
                </a:lnTo>
                <a:lnTo>
                  <a:pt x="9919484" y="697404"/>
                </a:lnTo>
                <a:lnTo>
                  <a:pt x="9962542" y="674598"/>
                </a:lnTo>
                <a:lnTo>
                  <a:pt x="10005784" y="652149"/>
                </a:lnTo>
                <a:lnTo>
                  <a:pt x="10049209" y="630059"/>
                </a:lnTo>
                <a:lnTo>
                  <a:pt x="10092814" y="608328"/>
                </a:lnTo>
                <a:lnTo>
                  <a:pt x="10136597" y="586958"/>
                </a:lnTo>
                <a:lnTo>
                  <a:pt x="10180556" y="565950"/>
                </a:lnTo>
                <a:lnTo>
                  <a:pt x="10224688" y="545304"/>
                </a:lnTo>
                <a:lnTo>
                  <a:pt x="10268991" y="525023"/>
                </a:lnTo>
                <a:lnTo>
                  <a:pt x="10313463" y="505107"/>
                </a:lnTo>
                <a:lnTo>
                  <a:pt x="10358101" y="485558"/>
                </a:lnTo>
                <a:lnTo>
                  <a:pt x="10402903" y="466376"/>
                </a:lnTo>
                <a:lnTo>
                  <a:pt x="10447868" y="447563"/>
                </a:lnTo>
                <a:lnTo>
                  <a:pt x="10492991" y="429119"/>
                </a:lnTo>
                <a:lnTo>
                  <a:pt x="10538272" y="411046"/>
                </a:lnTo>
                <a:lnTo>
                  <a:pt x="10583708" y="393346"/>
                </a:lnTo>
                <a:lnTo>
                  <a:pt x="10629297" y="376018"/>
                </a:lnTo>
                <a:lnTo>
                  <a:pt x="10675036" y="359065"/>
                </a:lnTo>
                <a:lnTo>
                  <a:pt x="10720923" y="342487"/>
                </a:lnTo>
                <a:lnTo>
                  <a:pt x="10766956" y="326286"/>
                </a:lnTo>
                <a:lnTo>
                  <a:pt x="10813132" y="310462"/>
                </a:lnTo>
                <a:lnTo>
                  <a:pt x="10859450" y="295018"/>
                </a:lnTo>
                <a:lnTo>
                  <a:pt x="10905907" y="279953"/>
                </a:lnTo>
                <a:lnTo>
                  <a:pt x="10952500" y="265269"/>
                </a:lnTo>
                <a:lnTo>
                  <a:pt x="10999227" y="250968"/>
                </a:lnTo>
                <a:lnTo>
                  <a:pt x="11046087" y="237049"/>
                </a:lnTo>
                <a:lnTo>
                  <a:pt x="11093076" y="223516"/>
                </a:lnTo>
                <a:lnTo>
                  <a:pt x="11140193" y="210368"/>
                </a:lnTo>
                <a:lnTo>
                  <a:pt x="11187434" y="197606"/>
                </a:lnTo>
                <a:lnTo>
                  <a:pt x="11234799" y="185233"/>
                </a:lnTo>
                <a:lnTo>
                  <a:pt x="11282284" y="173248"/>
                </a:lnTo>
                <a:lnTo>
                  <a:pt x="11329888" y="161654"/>
                </a:lnTo>
                <a:lnTo>
                  <a:pt x="11377607" y="150451"/>
                </a:lnTo>
                <a:lnTo>
                  <a:pt x="11425440" y="139640"/>
                </a:lnTo>
                <a:lnTo>
                  <a:pt x="11473385" y="129223"/>
                </a:lnTo>
                <a:lnTo>
                  <a:pt x="11521439" y="119201"/>
                </a:lnTo>
                <a:lnTo>
                  <a:pt x="11569599" y="109574"/>
                </a:lnTo>
                <a:lnTo>
                  <a:pt x="11617864" y="100344"/>
                </a:lnTo>
                <a:lnTo>
                  <a:pt x="11666231" y="91512"/>
                </a:lnTo>
                <a:lnTo>
                  <a:pt x="11714698" y="83080"/>
                </a:lnTo>
                <a:lnTo>
                  <a:pt x="11763263" y="75047"/>
                </a:lnTo>
                <a:lnTo>
                  <a:pt x="11811923" y="67417"/>
                </a:lnTo>
                <a:lnTo>
                  <a:pt x="11860676" y="60188"/>
                </a:lnTo>
                <a:lnTo>
                  <a:pt x="11909519" y="53364"/>
                </a:lnTo>
                <a:lnTo>
                  <a:pt x="11958451" y="46944"/>
                </a:lnTo>
                <a:lnTo>
                  <a:pt x="12007470" y="40931"/>
                </a:lnTo>
                <a:lnTo>
                  <a:pt x="12056572" y="35324"/>
                </a:lnTo>
                <a:lnTo>
                  <a:pt x="12105756" y="30126"/>
                </a:lnTo>
                <a:lnTo>
                  <a:pt x="12155019" y="25337"/>
                </a:lnTo>
                <a:lnTo>
                  <a:pt x="12204359" y="20958"/>
                </a:lnTo>
                <a:lnTo>
                  <a:pt x="12253773" y="16991"/>
                </a:lnTo>
                <a:lnTo>
                  <a:pt x="12303260" y="13437"/>
                </a:lnTo>
                <a:lnTo>
                  <a:pt x="12352818" y="10297"/>
                </a:lnTo>
                <a:lnTo>
                  <a:pt x="12402443" y="7572"/>
                </a:lnTo>
                <a:lnTo>
                  <a:pt x="12452133" y="5263"/>
                </a:lnTo>
                <a:lnTo>
                  <a:pt x="12501887" y="3371"/>
                </a:lnTo>
                <a:lnTo>
                  <a:pt x="12551701" y="1898"/>
                </a:lnTo>
                <a:lnTo>
                  <a:pt x="12601574" y="844"/>
                </a:lnTo>
                <a:lnTo>
                  <a:pt x="12651504" y="211"/>
                </a:lnTo>
                <a:lnTo>
                  <a:pt x="12701487" y="0"/>
                </a:lnTo>
                <a:lnTo>
                  <a:pt x="13158798" y="0"/>
                </a:lnTo>
              </a:path>
            </a:pathLst>
          </a:custGeom>
          <a:ln w="19050">
            <a:gradFill>
              <a:gsLst>
                <a:gs pos="15000">
                  <a:schemeClr val="tx2"/>
                </a:gs>
                <a:gs pos="0">
                  <a:schemeClr val="bg1">
                    <a:alpha val="0"/>
                  </a:schemeClr>
                </a:gs>
              </a:gsLst>
              <a:lin ang="5400000" scaled="0"/>
            </a:gradFill>
          </a:ln>
        </p:spPr>
        <p:txBody>
          <a:bodyPr wrap="square" lIns="0" tIns="0" rIns="0" bIns="0" rtlCol="0"/>
          <a:lstStyle/>
          <a:p>
            <a:pPr marL="0" marR="0" lvl="0" indent="0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7386E73B-247A-53EE-BBDF-E29641B5F9E0}"/>
              </a:ext>
            </a:extLst>
          </p:cNvPr>
          <p:cNvCxnSpPr>
            <a:cxnSpLocks/>
          </p:cNvCxnSpPr>
          <p:nvPr/>
        </p:nvCxnSpPr>
        <p:spPr>
          <a:xfrm flipH="1">
            <a:off x="334962" y="6678798"/>
            <a:ext cx="10980001" cy="0"/>
          </a:xfrm>
          <a:prstGeom prst="line">
            <a:avLst/>
          </a:prstGeom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12330785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4530">
          <p15:clr>
            <a:srgbClr val="FBAE40"/>
          </p15:clr>
        </p15:guide>
        <p15:guide id="2" orient="horz" pos="2410">
          <p15:clr>
            <a:srgbClr val="FBAE40"/>
          </p15:clr>
        </p15:guide>
        <p15:guide id="3" orient="horz" pos="141">
          <p15:clr>
            <a:srgbClr val="FBAE40"/>
          </p15:clr>
        </p15:guide>
        <p15:guide id="4" pos="128">
          <p15:clr>
            <a:srgbClr val="FBAE40"/>
          </p15:clr>
        </p15:guide>
        <p15:guide id="5" orient="horz" pos="2465">
          <p15:clr>
            <a:srgbClr val="FBAE40"/>
          </p15:clr>
        </p15:guide>
        <p15:guide id="6" orient="horz" pos="485">
          <p15:clr>
            <a:srgbClr val="FBAE40"/>
          </p15:clr>
        </p15:guide>
        <p15:guide id="7" orient="horz" pos="567">
          <p15:clr>
            <a:srgbClr val="FBAE40"/>
          </p15:clr>
        </p15:guide>
      </p15:sldGuideLst>
    </p:ext>
  </p:extLst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Título | 2 linhas - Branco 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509521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pPr marL="20023">
              <a:lnSpc>
                <a:spcPct val="100000"/>
              </a:lnSpc>
              <a:spcBef>
                <a:spcPts val="45"/>
              </a:spcBef>
            </a:pPr>
            <a:fld id="{81D60167-4931-47E6-BA6A-407CBD079E47}" type="slidenum">
              <a:rPr lang="pt-BR" spc="-15" smtClean="0"/>
              <a:pPr marL="20023">
                <a:lnSpc>
                  <a:spcPct val="100000"/>
                </a:lnSpc>
                <a:spcBef>
                  <a:spcPts val="45"/>
                </a:spcBef>
              </a:pPr>
              <a:t>‹#›</a:t>
            </a:fld>
            <a:endParaRPr lang="pt-BR" spc="-15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tx1">
                    <a:lumMod val="85000"/>
                    <a:lumOff val="15000"/>
                  </a:schemeClr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4" y="1949415"/>
            <a:ext cx="5648397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>
                    <a:lumMod val="85000"/>
                    <a:lumOff val="15000"/>
                  </a:schemeClr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tx1">
                    <a:lumMod val="85000"/>
                    <a:lumOff val="15000"/>
                  </a:schemeClr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2" name="Text Placeholder 8">
            <a:extLst>
              <a:ext uri="{FF2B5EF4-FFF2-40B4-BE49-F238E27FC236}">
                <a16:creationId xmlns:a16="http://schemas.microsoft.com/office/drawing/2014/main" id="{A0F307EA-4C29-0128-C5F3-1EC020414CC8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208641" y="1949415"/>
            <a:ext cx="5648397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>
                    <a:lumMod val="85000"/>
                    <a:lumOff val="15000"/>
                  </a:schemeClr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FC74B37E-4911-072A-7204-9C9ACA9A1C80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4" y="1518528"/>
            <a:ext cx="5648397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8" name="Text Placeholder 8">
            <a:extLst>
              <a:ext uri="{FF2B5EF4-FFF2-40B4-BE49-F238E27FC236}">
                <a16:creationId xmlns:a16="http://schemas.microsoft.com/office/drawing/2014/main" id="{75ABF0D0-FF53-6AFF-585A-B5197E38DF03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208641" y="1518528"/>
            <a:ext cx="5648397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Picture 8">
            <a:extLst>
              <a:ext uri="{FF2B5EF4-FFF2-40B4-BE49-F238E27FC236}">
                <a16:creationId xmlns:a16="http://schemas.microsoft.com/office/drawing/2014/main" id="{1943F4AD-5909-A027-AB7E-4B0B0CAB4873}"/>
              </a:ext>
            </a:extLst>
          </p:cNvPr>
          <p:cNvSpPr/>
          <p:nvPr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tx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/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3616412D-DE90-817B-54BB-23F888952ABC}"/>
              </a:ext>
            </a:extLst>
          </p:cNvPr>
          <p:cNvCxnSpPr>
            <a:cxnSpLocks/>
          </p:cNvCxnSpPr>
          <p:nvPr/>
        </p:nvCxnSpPr>
        <p:spPr>
          <a:xfrm>
            <a:off x="1" y="169333"/>
            <a:ext cx="12229571" cy="0"/>
          </a:xfrm>
          <a:prstGeom prst="line">
            <a:avLst/>
          </a:prstGeom>
          <a:ln w="190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object 4">
            <a:extLst>
              <a:ext uri="{FF2B5EF4-FFF2-40B4-BE49-F238E27FC236}">
                <a16:creationId xmlns:a16="http://schemas.microsoft.com/office/drawing/2014/main" id="{C5004964-A8D5-62D5-7847-D18DE5CAFF49}"/>
              </a:ext>
            </a:extLst>
          </p:cNvPr>
          <p:cNvSpPr/>
          <p:nvPr/>
        </p:nvSpPr>
        <p:spPr>
          <a:xfrm rot="10247908" flipH="1">
            <a:off x="4106509" y="-4146683"/>
            <a:ext cx="8001039" cy="5749648"/>
          </a:xfrm>
          <a:custGeom>
            <a:avLst/>
            <a:gdLst>
              <a:gd name="connsiteX0" fmla="*/ 0 w 13940157"/>
              <a:gd name="connsiteY0" fmla="*/ 9200719 h 9456078"/>
              <a:gd name="connsiteX1" fmla="*/ 781360 w 13940157"/>
              <a:gd name="connsiteY1" fmla="*/ 9456078 h 9456078"/>
              <a:gd name="connsiteX2" fmla="*/ 831337 w 13940157"/>
              <a:gd name="connsiteY2" fmla="*/ 9455836 h 9456078"/>
              <a:gd name="connsiteX3" fmla="*/ 881253 w 13940157"/>
              <a:gd name="connsiteY3" fmla="*/ 9455111 h 9456078"/>
              <a:gd name="connsiteX4" fmla="*/ 931102 w 13940157"/>
              <a:gd name="connsiteY4" fmla="*/ 9453904 h 9456078"/>
              <a:gd name="connsiteX5" fmla="*/ 980884 w 13940157"/>
              <a:gd name="connsiteY5" fmla="*/ 9452217 h 9456078"/>
              <a:gd name="connsiteX6" fmla="*/ 1030594 w 13940157"/>
              <a:gd name="connsiteY6" fmla="*/ 9450052 h 9456078"/>
              <a:gd name="connsiteX7" fmla="*/ 1080230 w 13940157"/>
              <a:gd name="connsiteY7" fmla="*/ 9447409 h 9456078"/>
              <a:gd name="connsiteX8" fmla="*/ 1129789 w 13940157"/>
              <a:gd name="connsiteY8" fmla="*/ 9444290 h 9456078"/>
              <a:gd name="connsiteX9" fmla="*/ 1179267 w 13940157"/>
              <a:gd name="connsiteY9" fmla="*/ 9440698 h 9456078"/>
              <a:gd name="connsiteX10" fmla="*/ 1228662 w 13940157"/>
              <a:gd name="connsiteY10" fmla="*/ 9436632 h 9456078"/>
              <a:gd name="connsiteX11" fmla="*/ 1277970 w 13940157"/>
              <a:gd name="connsiteY11" fmla="*/ 9432096 h 9456078"/>
              <a:gd name="connsiteX12" fmla="*/ 1327189 w 13940157"/>
              <a:gd name="connsiteY12" fmla="*/ 9427089 h 9456078"/>
              <a:gd name="connsiteX13" fmla="*/ 1376316 w 13940157"/>
              <a:gd name="connsiteY13" fmla="*/ 9421615 h 9456078"/>
              <a:gd name="connsiteX14" fmla="*/ 1425347 w 13940157"/>
              <a:gd name="connsiteY14" fmla="*/ 9415673 h 9456078"/>
              <a:gd name="connsiteX15" fmla="*/ 1474280 w 13940157"/>
              <a:gd name="connsiteY15" fmla="*/ 9409267 h 9456078"/>
              <a:gd name="connsiteX16" fmla="*/ 1523111 w 13940157"/>
              <a:gd name="connsiteY16" fmla="*/ 9402396 h 9456078"/>
              <a:gd name="connsiteX17" fmla="*/ 1571838 w 13940157"/>
              <a:gd name="connsiteY17" fmla="*/ 9395063 h 9456078"/>
              <a:gd name="connsiteX18" fmla="*/ 1620458 w 13940157"/>
              <a:gd name="connsiteY18" fmla="*/ 9387270 h 9456078"/>
              <a:gd name="connsiteX19" fmla="*/ 1668967 w 13940157"/>
              <a:gd name="connsiteY19" fmla="*/ 9379017 h 9456078"/>
              <a:gd name="connsiteX20" fmla="*/ 1717362 w 13940157"/>
              <a:gd name="connsiteY20" fmla="*/ 9370306 h 9456078"/>
              <a:gd name="connsiteX21" fmla="*/ 1765641 w 13940157"/>
              <a:gd name="connsiteY21" fmla="*/ 9361139 h 9456078"/>
              <a:gd name="connsiteX22" fmla="*/ 1813800 w 13940157"/>
              <a:gd name="connsiteY22" fmla="*/ 9351517 h 9456078"/>
              <a:gd name="connsiteX23" fmla="*/ 1861837 w 13940157"/>
              <a:gd name="connsiteY23" fmla="*/ 9341441 h 9456078"/>
              <a:gd name="connsiteX24" fmla="*/ 1909749 w 13940157"/>
              <a:gd name="connsiteY24" fmla="*/ 9330914 h 9456078"/>
              <a:gd name="connsiteX25" fmla="*/ 1957532 w 13940157"/>
              <a:gd name="connsiteY25" fmla="*/ 9319936 h 9456078"/>
              <a:gd name="connsiteX26" fmla="*/ 2005183 w 13940157"/>
              <a:gd name="connsiteY26" fmla="*/ 9308509 h 9456078"/>
              <a:gd name="connsiteX27" fmla="*/ 2052699 w 13940157"/>
              <a:gd name="connsiteY27" fmla="*/ 9296635 h 9456078"/>
              <a:gd name="connsiteX28" fmla="*/ 2100079 w 13940157"/>
              <a:gd name="connsiteY28" fmla="*/ 9284315 h 9456078"/>
              <a:gd name="connsiteX29" fmla="*/ 2147317 w 13940157"/>
              <a:gd name="connsiteY29" fmla="*/ 9271550 h 9456078"/>
              <a:gd name="connsiteX30" fmla="*/ 2194412 w 13940157"/>
              <a:gd name="connsiteY30" fmla="*/ 9258342 h 9456078"/>
              <a:gd name="connsiteX31" fmla="*/ 2241360 w 13940157"/>
              <a:gd name="connsiteY31" fmla="*/ 9244693 h 9456078"/>
              <a:gd name="connsiteX32" fmla="*/ 2288159 w 13940157"/>
              <a:gd name="connsiteY32" fmla="*/ 9230604 h 9456078"/>
              <a:gd name="connsiteX33" fmla="*/ 2334805 w 13940157"/>
              <a:gd name="connsiteY33" fmla="*/ 9216076 h 9456078"/>
              <a:gd name="connsiteX34" fmla="*/ 2381295 w 13940157"/>
              <a:gd name="connsiteY34" fmla="*/ 9201111 h 9456078"/>
              <a:gd name="connsiteX35" fmla="*/ 2427627 w 13940157"/>
              <a:gd name="connsiteY35" fmla="*/ 9185710 h 9456078"/>
              <a:gd name="connsiteX36" fmla="*/ 2473797 w 13940157"/>
              <a:gd name="connsiteY36" fmla="*/ 9169876 h 9456078"/>
              <a:gd name="connsiteX37" fmla="*/ 2519802 w 13940157"/>
              <a:gd name="connsiteY37" fmla="*/ 9153608 h 9456078"/>
              <a:gd name="connsiteX38" fmla="*/ 2565640 w 13940157"/>
              <a:gd name="connsiteY38" fmla="*/ 9136910 h 9456078"/>
              <a:gd name="connsiteX39" fmla="*/ 2611307 w 13940157"/>
              <a:gd name="connsiteY39" fmla="*/ 9119782 h 9456078"/>
              <a:gd name="connsiteX40" fmla="*/ 2656800 w 13940157"/>
              <a:gd name="connsiteY40" fmla="*/ 9102226 h 9456078"/>
              <a:gd name="connsiteX41" fmla="*/ 2702116 w 13940157"/>
              <a:gd name="connsiteY41" fmla="*/ 9084243 h 9456078"/>
              <a:gd name="connsiteX42" fmla="*/ 2747253 w 13940157"/>
              <a:gd name="connsiteY42" fmla="*/ 9065835 h 9456078"/>
              <a:gd name="connsiteX43" fmla="*/ 2792207 w 13940157"/>
              <a:gd name="connsiteY43" fmla="*/ 9047004 h 9456078"/>
              <a:gd name="connsiteX44" fmla="*/ 2836975 w 13940157"/>
              <a:gd name="connsiteY44" fmla="*/ 9027750 h 9456078"/>
              <a:gd name="connsiteX45" fmla="*/ 2881555 w 13940157"/>
              <a:gd name="connsiteY45" fmla="*/ 9008075 h 9456078"/>
              <a:gd name="connsiteX46" fmla="*/ 2925942 w 13940157"/>
              <a:gd name="connsiteY46" fmla="*/ 8987981 h 9456078"/>
              <a:gd name="connsiteX47" fmla="*/ 2970135 w 13940157"/>
              <a:gd name="connsiteY47" fmla="*/ 8967470 h 9456078"/>
              <a:gd name="connsiteX48" fmla="*/ 3014130 w 13940157"/>
              <a:gd name="connsiteY48" fmla="*/ 8946542 h 9456078"/>
              <a:gd name="connsiteX49" fmla="*/ 3057924 w 13940157"/>
              <a:gd name="connsiteY49" fmla="*/ 8925199 h 9456078"/>
              <a:gd name="connsiteX50" fmla="*/ 3101514 w 13940157"/>
              <a:gd name="connsiteY50" fmla="*/ 8903443 h 9456078"/>
              <a:gd name="connsiteX51" fmla="*/ 3144898 w 13940157"/>
              <a:gd name="connsiteY51" fmla="*/ 8881275 h 9456078"/>
              <a:gd name="connsiteX52" fmla="*/ 3188071 w 13940157"/>
              <a:gd name="connsiteY52" fmla="*/ 8858697 h 9456078"/>
              <a:gd name="connsiteX53" fmla="*/ 3231032 w 13940157"/>
              <a:gd name="connsiteY53" fmla="*/ 8835710 h 9456078"/>
              <a:gd name="connsiteX54" fmla="*/ 3273777 w 13940157"/>
              <a:gd name="connsiteY54" fmla="*/ 8812316 h 9456078"/>
              <a:gd name="connsiteX55" fmla="*/ 3316303 w 13940157"/>
              <a:gd name="connsiteY55" fmla="*/ 8788516 h 9456078"/>
              <a:gd name="connsiteX56" fmla="*/ 3358607 w 13940157"/>
              <a:gd name="connsiteY56" fmla="*/ 8764311 h 9456078"/>
              <a:gd name="connsiteX57" fmla="*/ 3400686 w 13940157"/>
              <a:gd name="connsiteY57" fmla="*/ 8739704 h 9456078"/>
              <a:gd name="connsiteX58" fmla="*/ 3442537 w 13940157"/>
              <a:gd name="connsiteY58" fmla="*/ 8714695 h 9456078"/>
              <a:gd name="connsiteX59" fmla="*/ 3484157 w 13940157"/>
              <a:gd name="connsiteY59" fmla="*/ 8689286 h 9456078"/>
              <a:gd name="connsiteX60" fmla="*/ 3525543 w 13940157"/>
              <a:gd name="connsiteY60" fmla="*/ 8663479 h 9456078"/>
              <a:gd name="connsiteX61" fmla="*/ 3566693 w 13940157"/>
              <a:gd name="connsiteY61" fmla="*/ 8637274 h 9456078"/>
              <a:gd name="connsiteX62" fmla="*/ 3607602 w 13940157"/>
              <a:gd name="connsiteY62" fmla="*/ 8610675 h 9456078"/>
              <a:gd name="connsiteX63" fmla="*/ 3648268 w 13940157"/>
              <a:gd name="connsiteY63" fmla="*/ 8583681 h 9456078"/>
              <a:gd name="connsiteX64" fmla="*/ 3688689 w 13940157"/>
              <a:gd name="connsiteY64" fmla="*/ 8556295 h 9456078"/>
              <a:gd name="connsiteX65" fmla="*/ 3728860 w 13940157"/>
              <a:gd name="connsiteY65" fmla="*/ 8528517 h 9456078"/>
              <a:gd name="connsiteX66" fmla="*/ 3768779 w 13940157"/>
              <a:gd name="connsiteY66" fmla="*/ 8500351 h 9456078"/>
              <a:gd name="connsiteX67" fmla="*/ 3808443 w 13940157"/>
              <a:gd name="connsiteY67" fmla="*/ 8471796 h 9456078"/>
              <a:gd name="connsiteX68" fmla="*/ 3847849 w 13940157"/>
              <a:gd name="connsiteY68" fmla="*/ 8442854 h 9456078"/>
              <a:gd name="connsiteX69" fmla="*/ 3886994 w 13940157"/>
              <a:gd name="connsiteY69" fmla="*/ 8413528 h 9456078"/>
              <a:gd name="connsiteX70" fmla="*/ 3925875 w 13940157"/>
              <a:gd name="connsiteY70" fmla="*/ 8383818 h 9456078"/>
              <a:gd name="connsiteX71" fmla="*/ 3964489 w 13940157"/>
              <a:gd name="connsiteY71" fmla="*/ 8353726 h 9456078"/>
              <a:gd name="connsiteX72" fmla="*/ 4002833 w 13940157"/>
              <a:gd name="connsiteY72" fmla="*/ 8323253 h 9456078"/>
              <a:gd name="connsiteX73" fmla="*/ 4040904 w 13940157"/>
              <a:gd name="connsiteY73" fmla="*/ 8292401 h 9456078"/>
              <a:gd name="connsiteX74" fmla="*/ 4078699 w 13940157"/>
              <a:gd name="connsiteY74" fmla="*/ 8261172 h 9456078"/>
              <a:gd name="connsiteX75" fmla="*/ 4116214 w 13940157"/>
              <a:gd name="connsiteY75" fmla="*/ 8229566 h 9456078"/>
              <a:gd name="connsiteX76" fmla="*/ 4153447 w 13940157"/>
              <a:gd name="connsiteY76" fmla="*/ 8197585 h 9456078"/>
              <a:gd name="connsiteX77" fmla="*/ 4190395 w 13940157"/>
              <a:gd name="connsiteY77" fmla="*/ 8165232 h 9456078"/>
              <a:gd name="connsiteX78" fmla="*/ 4227055 w 13940157"/>
              <a:gd name="connsiteY78" fmla="*/ 8132507 h 9456078"/>
              <a:gd name="connsiteX79" fmla="*/ 4263424 w 13940157"/>
              <a:gd name="connsiteY79" fmla="*/ 8099411 h 9456078"/>
              <a:gd name="connsiteX80" fmla="*/ 4299499 w 13940157"/>
              <a:gd name="connsiteY80" fmla="*/ 8065947 h 9456078"/>
              <a:gd name="connsiteX81" fmla="*/ 4335276 w 13940157"/>
              <a:gd name="connsiteY81" fmla="*/ 8032115 h 9456078"/>
              <a:gd name="connsiteX82" fmla="*/ 4370753 w 13940157"/>
              <a:gd name="connsiteY82" fmla="*/ 7997918 h 9456078"/>
              <a:gd name="connsiteX83" fmla="*/ 4405927 w 13940157"/>
              <a:gd name="connsiteY83" fmla="*/ 7963356 h 9456078"/>
              <a:gd name="connsiteX84" fmla="*/ 4440795 w 13940157"/>
              <a:gd name="connsiteY84" fmla="*/ 7928432 h 9456078"/>
              <a:gd name="connsiteX85" fmla="*/ 4475354 w 13940157"/>
              <a:gd name="connsiteY85" fmla="*/ 7893146 h 9456078"/>
              <a:gd name="connsiteX86" fmla="*/ 4509600 w 13940157"/>
              <a:gd name="connsiteY86" fmla="*/ 7857501 h 9456078"/>
              <a:gd name="connsiteX87" fmla="*/ 4543531 w 13940157"/>
              <a:gd name="connsiteY87" fmla="*/ 7821497 h 9456078"/>
              <a:gd name="connsiteX88" fmla="*/ 4577143 w 13940157"/>
              <a:gd name="connsiteY88" fmla="*/ 7785136 h 9456078"/>
              <a:gd name="connsiteX89" fmla="*/ 4610435 w 13940157"/>
              <a:gd name="connsiteY89" fmla="*/ 7748420 h 9456078"/>
              <a:gd name="connsiteX90" fmla="*/ 4643402 w 13940157"/>
              <a:gd name="connsiteY90" fmla="*/ 7711350 h 9456078"/>
              <a:gd name="connsiteX91" fmla="*/ 4676042 w 13940157"/>
              <a:gd name="connsiteY91" fmla="*/ 7673928 h 9456078"/>
              <a:gd name="connsiteX92" fmla="*/ 4708351 w 13940157"/>
              <a:gd name="connsiteY92" fmla="*/ 7636155 h 9456078"/>
              <a:gd name="connsiteX93" fmla="*/ 4740327 w 13940157"/>
              <a:gd name="connsiteY93" fmla="*/ 7598032 h 9456078"/>
              <a:gd name="connsiteX94" fmla="*/ 4771967 w 13940157"/>
              <a:gd name="connsiteY94" fmla="*/ 7559561 h 9456078"/>
              <a:gd name="connsiteX95" fmla="*/ 4803267 w 13940157"/>
              <a:gd name="connsiteY95" fmla="*/ 7520744 h 9456078"/>
              <a:gd name="connsiteX96" fmla="*/ 4834225 w 13940157"/>
              <a:gd name="connsiteY96" fmla="*/ 7481582 h 9456078"/>
              <a:gd name="connsiteX97" fmla="*/ 4864838 w 13940157"/>
              <a:gd name="connsiteY97" fmla="*/ 7442077 h 9456078"/>
              <a:gd name="connsiteX98" fmla="*/ 8803671 w 13940157"/>
              <a:gd name="connsiteY98" fmla="*/ 2307814 h 9456078"/>
              <a:gd name="connsiteX99" fmla="*/ 8834262 w 13940157"/>
              <a:gd name="connsiteY99" fmla="*/ 2268285 h 9456078"/>
              <a:gd name="connsiteX100" fmla="*/ 8865156 w 13940157"/>
              <a:gd name="connsiteY100" fmla="*/ 2229056 h 9456078"/>
              <a:gd name="connsiteX101" fmla="*/ 8896349 w 13940157"/>
              <a:gd name="connsiteY101" fmla="*/ 2190127 h 9456078"/>
              <a:gd name="connsiteX102" fmla="*/ 8927839 w 13940157"/>
              <a:gd name="connsiteY102" fmla="*/ 2151500 h 9456078"/>
              <a:gd name="connsiteX103" fmla="*/ 8959624 w 13940157"/>
              <a:gd name="connsiteY103" fmla="*/ 2113176 h 9456078"/>
              <a:gd name="connsiteX104" fmla="*/ 8991701 w 13940157"/>
              <a:gd name="connsiteY104" fmla="*/ 2075157 h 9456078"/>
              <a:gd name="connsiteX105" fmla="*/ 9024069 w 13940157"/>
              <a:gd name="connsiteY105" fmla="*/ 2037442 h 9456078"/>
              <a:gd name="connsiteX106" fmla="*/ 9056725 w 13940157"/>
              <a:gd name="connsiteY106" fmla="*/ 2000034 h 9456078"/>
              <a:gd name="connsiteX107" fmla="*/ 9089667 w 13940157"/>
              <a:gd name="connsiteY107" fmla="*/ 1962934 h 9456078"/>
              <a:gd name="connsiteX108" fmla="*/ 9122892 w 13940157"/>
              <a:gd name="connsiteY108" fmla="*/ 1926142 h 9456078"/>
              <a:gd name="connsiteX109" fmla="*/ 9156398 w 13940157"/>
              <a:gd name="connsiteY109" fmla="*/ 1889660 h 9456078"/>
              <a:gd name="connsiteX110" fmla="*/ 9190183 w 13940157"/>
              <a:gd name="connsiteY110" fmla="*/ 1853489 h 9456078"/>
              <a:gd name="connsiteX111" fmla="*/ 9224245 w 13940157"/>
              <a:gd name="connsiteY111" fmla="*/ 1817630 h 9456078"/>
              <a:gd name="connsiteX112" fmla="*/ 9258581 w 13940157"/>
              <a:gd name="connsiteY112" fmla="*/ 1782084 h 9456078"/>
              <a:gd name="connsiteX113" fmla="*/ 9293189 w 13940157"/>
              <a:gd name="connsiteY113" fmla="*/ 1746853 h 9456078"/>
              <a:gd name="connsiteX114" fmla="*/ 9328066 w 13940157"/>
              <a:gd name="connsiteY114" fmla="*/ 1711937 h 9456078"/>
              <a:gd name="connsiteX115" fmla="*/ 9363211 w 13940157"/>
              <a:gd name="connsiteY115" fmla="*/ 1677337 h 9456078"/>
              <a:gd name="connsiteX116" fmla="*/ 9398621 w 13940157"/>
              <a:gd name="connsiteY116" fmla="*/ 1643056 h 9456078"/>
              <a:gd name="connsiteX117" fmla="*/ 9434294 w 13940157"/>
              <a:gd name="connsiteY117" fmla="*/ 1609093 h 9456078"/>
              <a:gd name="connsiteX118" fmla="*/ 9470227 w 13940157"/>
              <a:gd name="connsiteY118" fmla="*/ 1575450 h 9456078"/>
              <a:gd name="connsiteX119" fmla="*/ 9506418 w 13940157"/>
              <a:gd name="connsiteY119" fmla="*/ 1542128 h 9456078"/>
              <a:gd name="connsiteX120" fmla="*/ 9542866 w 13940157"/>
              <a:gd name="connsiteY120" fmla="*/ 1509129 h 9456078"/>
              <a:gd name="connsiteX121" fmla="*/ 9579567 w 13940157"/>
              <a:gd name="connsiteY121" fmla="*/ 1476452 h 9456078"/>
              <a:gd name="connsiteX122" fmla="*/ 9616519 w 13940157"/>
              <a:gd name="connsiteY122" fmla="*/ 1444101 h 9456078"/>
              <a:gd name="connsiteX123" fmla="*/ 9653720 w 13940157"/>
              <a:gd name="connsiteY123" fmla="*/ 1412075 h 9456078"/>
              <a:gd name="connsiteX124" fmla="*/ 9691168 w 13940157"/>
              <a:gd name="connsiteY124" fmla="*/ 1380375 h 9456078"/>
              <a:gd name="connsiteX125" fmla="*/ 9728861 w 13940157"/>
              <a:gd name="connsiteY125" fmla="*/ 1349004 h 9456078"/>
              <a:gd name="connsiteX126" fmla="*/ 9766795 w 13940157"/>
              <a:gd name="connsiteY126" fmla="*/ 1317962 h 9456078"/>
              <a:gd name="connsiteX127" fmla="*/ 9804970 w 13940157"/>
              <a:gd name="connsiteY127" fmla="*/ 1287250 h 9456078"/>
              <a:gd name="connsiteX128" fmla="*/ 9843382 w 13940157"/>
              <a:gd name="connsiteY128" fmla="*/ 1256869 h 9456078"/>
              <a:gd name="connsiteX129" fmla="*/ 9882029 w 13940157"/>
              <a:gd name="connsiteY129" fmla="*/ 1226820 h 9456078"/>
              <a:gd name="connsiteX130" fmla="*/ 9920909 w 13940157"/>
              <a:gd name="connsiteY130" fmla="*/ 1197105 h 9456078"/>
              <a:gd name="connsiteX131" fmla="*/ 9960020 w 13940157"/>
              <a:gd name="connsiteY131" fmla="*/ 1167725 h 9456078"/>
              <a:gd name="connsiteX132" fmla="*/ 9999359 w 13940157"/>
              <a:gd name="connsiteY132" fmla="*/ 1138681 h 9456078"/>
              <a:gd name="connsiteX133" fmla="*/ 10038924 w 13940157"/>
              <a:gd name="connsiteY133" fmla="*/ 1109974 h 9456078"/>
              <a:gd name="connsiteX134" fmla="*/ 10078713 w 13940157"/>
              <a:gd name="connsiteY134" fmla="*/ 1081604 h 9456078"/>
              <a:gd name="connsiteX135" fmla="*/ 10118724 w 13940157"/>
              <a:gd name="connsiteY135" fmla="*/ 1053574 h 9456078"/>
              <a:gd name="connsiteX136" fmla="*/ 10158954 w 13940157"/>
              <a:gd name="connsiteY136" fmla="*/ 1025884 h 9456078"/>
              <a:gd name="connsiteX137" fmla="*/ 10199400 w 13940157"/>
              <a:gd name="connsiteY137" fmla="*/ 998536 h 9456078"/>
              <a:gd name="connsiteX138" fmla="*/ 10240062 w 13940157"/>
              <a:gd name="connsiteY138" fmla="*/ 971530 h 9456078"/>
              <a:gd name="connsiteX139" fmla="*/ 10280935 w 13940157"/>
              <a:gd name="connsiteY139" fmla="*/ 944868 h 9456078"/>
              <a:gd name="connsiteX140" fmla="*/ 10322019 w 13940157"/>
              <a:gd name="connsiteY140" fmla="*/ 918551 h 9456078"/>
              <a:gd name="connsiteX141" fmla="*/ 10363310 w 13940157"/>
              <a:gd name="connsiteY141" fmla="*/ 892580 h 9456078"/>
              <a:gd name="connsiteX142" fmla="*/ 10404807 w 13940157"/>
              <a:gd name="connsiteY142" fmla="*/ 866956 h 9456078"/>
              <a:gd name="connsiteX143" fmla="*/ 10446507 w 13940157"/>
              <a:gd name="connsiteY143" fmla="*/ 841681 h 9456078"/>
              <a:gd name="connsiteX144" fmla="*/ 10488408 w 13940157"/>
              <a:gd name="connsiteY144" fmla="*/ 816754 h 9456078"/>
              <a:gd name="connsiteX145" fmla="*/ 10530507 w 13940157"/>
              <a:gd name="connsiteY145" fmla="*/ 792179 h 9456078"/>
              <a:gd name="connsiteX146" fmla="*/ 10572803 w 13940157"/>
              <a:gd name="connsiteY146" fmla="*/ 767955 h 9456078"/>
              <a:gd name="connsiteX147" fmla="*/ 10615292 w 13940157"/>
              <a:gd name="connsiteY147" fmla="*/ 744083 h 9456078"/>
              <a:gd name="connsiteX148" fmla="*/ 10657973 w 13940157"/>
              <a:gd name="connsiteY148" fmla="*/ 720566 h 9456078"/>
              <a:gd name="connsiteX149" fmla="*/ 10700844 w 13940157"/>
              <a:gd name="connsiteY149" fmla="*/ 697404 h 9456078"/>
              <a:gd name="connsiteX150" fmla="*/ 10743902 w 13940157"/>
              <a:gd name="connsiteY150" fmla="*/ 674598 h 9456078"/>
              <a:gd name="connsiteX151" fmla="*/ 10787144 w 13940157"/>
              <a:gd name="connsiteY151" fmla="*/ 652149 h 9456078"/>
              <a:gd name="connsiteX152" fmla="*/ 10830569 w 13940157"/>
              <a:gd name="connsiteY152" fmla="*/ 630059 h 9456078"/>
              <a:gd name="connsiteX153" fmla="*/ 10874174 w 13940157"/>
              <a:gd name="connsiteY153" fmla="*/ 608328 h 9456078"/>
              <a:gd name="connsiteX154" fmla="*/ 10917957 w 13940157"/>
              <a:gd name="connsiteY154" fmla="*/ 586958 h 9456078"/>
              <a:gd name="connsiteX155" fmla="*/ 10961916 w 13940157"/>
              <a:gd name="connsiteY155" fmla="*/ 565950 h 9456078"/>
              <a:gd name="connsiteX156" fmla="*/ 11006048 w 13940157"/>
              <a:gd name="connsiteY156" fmla="*/ 545304 h 9456078"/>
              <a:gd name="connsiteX157" fmla="*/ 11050351 w 13940157"/>
              <a:gd name="connsiteY157" fmla="*/ 525023 h 9456078"/>
              <a:gd name="connsiteX158" fmla="*/ 11094823 w 13940157"/>
              <a:gd name="connsiteY158" fmla="*/ 505107 h 9456078"/>
              <a:gd name="connsiteX159" fmla="*/ 11139461 w 13940157"/>
              <a:gd name="connsiteY159" fmla="*/ 485558 h 9456078"/>
              <a:gd name="connsiteX160" fmla="*/ 11184263 w 13940157"/>
              <a:gd name="connsiteY160" fmla="*/ 466376 h 9456078"/>
              <a:gd name="connsiteX161" fmla="*/ 11229228 w 13940157"/>
              <a:gd name="connsiteY161" fmla="*/ 447563 h 9456078"/>
              <a:gd name="connsiteX162" fmla="*/ 11274351 w 13940157"/>
              <a:gd name="connsiteY162" fmla="*/ 429119 h 9456078"/>
              <a:gd name="connsiteX163" fmla="*/ 11319632 w 13940157"/>
              <a:gd name="connsiteY163" fmla="*/ 411046 h 9456078"/>
              <a:gd name="connsiteX164" fmla="*/ 11365068 w 13940157"/>
              <a:gd name="connsiteY164" fmla="*/ 393346 h 9456078"/>
              <a:gd name="connsiteX165" fmla="*/ 11410657 w 13940157"/>
              <a:gd name="connsiteY165" fmla="*/ 376018 h 9456078"/>
              <a:gd name="connsiteX166" fmla="*/ 11456396 w 13940157"/>
              <a:gd name="connsiteY166" fmla="*/ 359065 h 9456078"/>
              <a:gd name="connsiteX167" fmla="*/ 11502283 w 13940157"/>
              <a:gd name="connsiteY167" fmla="*/ 342487 h 9456078"/>
              <a:gd name="connsiteX168" fmla="*/ 11548316 w 13940157"/>
              <a:gd name="connsiteY168" fmla="*/ 326286 h 9456078"/>
              <a:gd name="connsiteX169" fmla="*/ 11594492 w 13940157"/>
              <a:gd name="connsiteY169" fmla="*/ 310462 h 9456078"/>
              <a:gd name="connsiteX170" fmla="*/ 11640810 w 13940157"/>
              <a:gd name="connsiteY170" fmla="*/ 295018 h 9456078"/>
              <a:gd name="connsiteX171" fmla="*/ 11687267 w 13940157"/>
              <a:gd name="connsiteY171" fmla="*/ 279953 h 9456078"/>
              <a:gd name="connsiteX172" fmla="*/ 11733860 w 13940157"/>
              <a:gd name="connsiteY172" fmla="*/ 265269 h 9456078"/>
              <a:gd name="connsiteX173" fmla="*/ 11780587 w 13940157"/>
              <a:gd name="connsiteY173" fmla="*/ 250968 h 9456078"/>
              <a:gd name="connsiteX174" fmla="*/ 11827447 w 13940157"/>
              <a:gd name="connsiteY174" fmla="*/ 237049 h 9456078"/>
              <a:gd name="connsiteX175" fmla="*/ 11874436 w 13940157"/>
              <a:gd name="connsiteY175" fmla="*/ 223516 h 9456078"/>
              <a:gd name="connsiteX176" fmla="*/ 11921553 w 13940157"/>
              <a:gd name="connsiteY176" fmla="*/ 210368 h 9456078"/>
              <a:gd name="connsiteX177" fmla="*/ 11968794 w 13940157"/>
              <a:gd name="connsiteY177" fmla="*/ 197606 h 9456078"/>
              <a:gd name="connsiteX178" fmla="*/ 12016159 w 13940157"/>
              <a:gd name="connsiteY178" fmla="*/ 185233 h 9456078"/>
              <a:gd name="connsiteX179" fmla="*/ 12063644 w 13940157"/>
              <a:gd name="connsiteY179" fmla="*/ 173248 h 9456078"/>
              <a:gd name="connsiteX180" fmla="*/ 12111248 w 13940157"/>
              <a:gd name="connsiteY180" fmla="*/ 161654 h 9456078"/>
              <a:gd name="connsiteX181" fmla="*/ 12158967 w 13940157"/>
              <a:gd name="connsiteY181" fmla="*/ 150451 h 9456078"/>
              <a:gd name="connsiteX182" fmla="*/ 12206800 w 13940157"/>
              <a:gd name="connsiteY182" fmla="*/ 139640 h 9456078"/>
              <a:gd name="connsiteX183" fmla="*/ 12254745 w 13940157"/>
              <a:gd name="connsiteY183" fmla="*/ 129223 h 9456078"/>
              <a:gd name="connsiteX184" fmla="*/ 12302799 w 13940157"/>
              <a:gd name="connsiteY184" fmla="*/ 119201 h 9456078"/>
              <a:gd name="connsiteX185" fmla="*/ 12350959 w 13940157"/>
              <a:gd name="connsiteY185" fmla="*/ 109574 h 9456078"/>
              <a:gd name="connsiteX186" fmla="*/ 12399224 w 13940157"/>
              <a:gd name="connsiteY186" fmla="*/ 100344 h 9456078"/>
              <a:gd name="connsiteX187" fmla="*/ 12447591 w 13940157"/>
              <a:gd name="connsiteY187" fmla="*/ 91512 h 9456078"/>
              <a:gd name="connsiteX188" fmla="*/ 12496058 w 13940157"/>
              <a:gd name="connsiteY188" fmla="*/ 83080 h 9456078"/>
              <a:gd name="connsiteX189" fmla="*/ 12544623 w 13940157"/>
              <a:gd name="connsiteY189" fmla="*/ 75047 h 9456078"/>
              <a:gd name="connsiteX190" fmla="*/ 12593283 w 13940157"/>
              <a:gd name="connsiteY190" fmla="*/ 67417 h 9456078"/>
              <a:gd name="connsiteX191" fmla="*/ 12642036 w 13940157"/>
              <a:gd name="connsiteY191" fmla="*/ 60188 h 9456078"/>
              <a:gd name="connsiteX192" fmla="*/ 12690879 w 13940157"/>
              <a:gd name="connsiteY192" fmla="*/ 53364 h 9456078"/>
              <a:gd name="connsiteX193" fmla="*/ 12739811 w 13940157"/>
              <a:gd name="connsiteY193" fmla="*/ 46944 h 9456078"/>
              <a:gd name="connsiteX194" fmla="*/ 12788830 w 13940157"/>
              <a:gd name="connsiteY194" fmla="*/ 40931 h 9456078"/>
              <a:gd name="connsiteX195" fmla="*/ 12837932 w 13940157"/>
              <a:gd name="connsiteY195" fmla="*/ 35324 h 9456078"/>
              <a:gd name="connsiteX196" fmla="*/ 12887116 w 13940157"/>
              <a:gd name="connsiteY196" fmla="*/ 30126 h 9456078"/>
              <a:gd name="connsiteX197" fmla="*/ 12936379 w 13940157"/>
              <a:gd name="connsiteY197" fmla="*/ 25337 h 9456078"/>
              <a:gd name="connsiteX198" fmla="*/ 12985719 w 13940157"/>
              <a:gd name="connsiteY198" fmla="*/ 20958 h 9456078"/>
              <a:gd name="connsiteX199" fmla="*/ 13035133 w 13940157"/>
              <a:gd name="connsiteY199" fmla="*/ 16991 h 9456078"/>
              <a:gd name="connsiteX200" fmla="*/ 13084620 w 13940157"/>
              <a:gd name="connsiteY200" fmla="*/ 13437 h 9456078"/>
              <a:gd name="connsiteX201" fmla="*/ 13134178 w 13940157"/>
              <a:gd name="connsiteY201" fmla="*/ 10297 h 9456078"/>
              <a:gd name="connsiteX202" fmla="*/ 13183803 w 13940157"/>
              <a:gd name="connsiteY202" fmla="*/ 7572 h 9456078"/>
              <a:gd name="connsiteX203" fmla="*/ 13233493 w 13940157"/>
              <a:gd name="connsiteY203" fmla="*/ 5263 h 9456078"/>
              <a:gd name="connsiteX204" fmla="*/ 13283247 w 13940157"/>
              <a:gd name="connsiteY204" fmla="*/ 3371 h 9456078"/>
              <a:gd name="connsiteX205" fmla="*/ 13333061 w 13940157"/>
              <a:gd name="connsiteY205" fmla="*/ 1898 h 9456078"/>
              <a:gd name="connsiteX206" fmla="*/ 13382934 w 13940157"/>
              <a:gd name="connsiteY206" fmla="*/ 844 h 9456078"/>
              <a:gd name="connsiteX207" fmla="*/ 13432864 w 13940157"/>
              <a:gd name="connsiteY207" fmla="*/ 211 h 9456078"/>
              <a:gd name="connsiteX208" fmla="*/ 13482847 w 13940157"/>
              <a:gd name="connsiteY208" fmla="*/ 0 h 9456078"/>
              <a:gd name="connsiteX209" fmla="*/ 13940158 w 13940157"/>
              <a:gd name="connsiteY209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49234 w 13158799"/>
              <a:gd name="connsiteY5" fmla="*/ 9450052 h 9456078"/>
              <a:gd name="connsiteX6" fmla="*/ 298870 w 13158799"/>
              <a:gd name="connsiteY6" fmla="*/ 9447409 h 9456078"/>
              <a:gd name="connsiteX7" fmla="*/ 348429 w 13158799"/>
              <a:gd name="connsiteY7" fmla="*/ 9444290 h 9456078"/>
              <a:gd name="connsiteX8" fmla="*/ 397907 w 13158799"/>
              <a:gd name="connsiteY8" fmla="*/ 9440698 h 9456078"/>
              <a:gd name="connsiteX9" fmla="*/ 447302 w 13158799"/>
              <a:gd name="connsiteY9" fmla="*/ 9436632 h 9456078"/>
              <a:gd name="connsiteX10" fmla="*/ 496610 w 13158799"/>
              <a:gd name="connsiteY10" fmla="*/ 9432096 h 9456078"/>
              <a:gd name="connsiteX11" fmla="*/ 545829 w 13158799"/>
              <a:gd name="connsiteY11" fmla="*/ 9427089 h 9456078"/>
              <a:gd name="connsiteX12" fmla="*/ 594956 w 13158799"/>
              <a:gd name="connsiteY12" fmla="*/ 9421615 h 9456078"/>
              <a:gd name="connsiteX13" fmla="*/ 643987 w 13158799"/>
              <a:gd name="connsiteY13" fmla="*/ 9415673 h 9456078"/>
              <a:gd name="connsiteX14" fmla="*/ 692920 w 13158799"/>
              <a:gd name="connsiteY14" fmla="*/ 9409267 h 9456078"/>
              <a:gd name="connsiteX15" fmla="*/ 741751 w 13158799"/>
              <a:gd name="connsiteY15" fmla="*/ 9402396 h 9456078"/>
              <a:gd name="connsiteX16" fmla="*/ 790478 w 13158799"/>
              <a:gd name="connsiteY16" fmla="*/ 9395063 h 9456078"/>
              <a:gd name="connsiteX17" fmla="*/ 839098 w 13158799"/>
              <a:gd name="connsiteY17" fmla="*/ 9387270 h 9456078"/>
              <a:gd name="connsiteX18" fmla="*/ 887607 w 13158799"/>
              <a:gd name="connsiteY18" fmla="*/ 9379017 h 9456078"/>
              <a:gd name="connsiteX19" fmla="*/ 936002 w 13158799"/>
              <a:gd name="connsiteY19" fmla="*/ 9370306 h 9456078"/>
              <a:gd name="connsiteX20" fmla="*/ 984281 w 13158799"/>
              <a:gd name="connsiteY20" fmla="*/ 9361139 h 9456078"/>
              <a:gd name="connsiteX21" fmla="*/ 1032440 w 13158799"/>
              <a:gd name="connsiteY21" fmla="*/ 9351517 h 9456078"/>
              <a:gd name="connsiteX22" fmla="*/ 1080477 w 13158799"/>
              <a:gd name="connsiteY22" fmla="*/ 9341441 h 9456078"/>
              <a:gd name="connsiteX23" fmla="*/ 1128389 w 13158799"/>
              <a:gd name="connsiteY23" fmla="*/ 9330914 h 9456078"/>
              <a:gd name="connsiteX24" fmla="*/ 1176172 w 13158799"/>
              <a:gd name="connsiteY24" fmla="*/ 9319936 h 9456078"/>
              <a:gd name="connsiteX25" fmla="*/ 1223823 w 13158799"/>
              <a:gd name="connsiteY25" fmla="*/ 9308509 h 9456078"/>
              <a:gd name="connsiteX26" fmla="*/ 1271339 w 13158799"/>
              <a:gd name="connsiteY26" fmla="*/ 9296635 h 9456078"/>
              <a:gd name="connsiteX27" fmla="*/ 1318719 w 13158799"/>
              <a:gd name="connsiteY27" fmla="*/ 9284315 h 9456078"/>
              <a:gd name="connsiteX28" fmla="*/ 1365957 w 13158799"/>
              <a:gd name="connsiteY28" fmla="*/ 9271550 h 9456078"/>
              <a:gd name="connsiteX29" fmla="*/ 1413052 w 13158799"/>
              <a:gd name="connsiteY29" fmla="*/ 9258342 h 9456078"/>
              <a:gd name="connsiteX30" fmla="*/ 1460000 w 13158799"/>
              <a:gd name="connsiteY30" fmla="*/ 9244693 h 9456078"/>
              <a:gd name="connsiteX31" fmla="*/ 1506799 w 13158799"/>
              <a:gd name="connsiteY31" fmla="*/ 9230604 h 9456078"/>
              <a:gd name="connsiteX32" fmla="*/ 1553445 w 13158799"/>
              <a:gd name="connsiteY32" fmla="*/ 9216076 h 9456078"/>
              <a:gd name="connsiteX33" fmla="*/ 1599935 w 13158799"/>
              <a:gd name="connsiteY33" fmla="*/ 9201111 h 9456078"/>
              <a:gd name="connsiteX34" fmla="*/ 1646267 w 13158799"/>
              <a:gd name="connsiteY34" fmla="*/ 9185710 h 9456078"/>
              <a:gd name="connsiteX35" fmla="*/ 1692437 w 13158799"/>
              <a:gd name="connsiteY35" fmla="*/ 9169876 h 9456078"/>
              <a:gd name="connsiteX36" fmla="*/ 1738442 w 13158799"/>
              <a:gd name="connsiteY36" fmla="*/ 9153608 h 9456078"/>
              <a:gd name="connsiteX37" fmla="*/ 1784280 w 13158799"/>
              <a:gd name="connsiteY37" fmla="*/ 9136910 h 9456078"/>
              <a:gd name="connsiteX38" fmla="*/ 1829947 w 13158799"/>
              <a:gd name="connsiteY38" fmla="*/ 9119782 h 9456078"/>
              <a:gd name="connsiteX39" fmla="*/ 1875440 w 13158799"/>
              <a:gd name="connsiteY39" fmla="*/ 9102226 h 9456078"/>
              <a:gd name="connsiteX40" fmla="*/ 1920756 w 13158799"/>
              <a:gd name="connsiteY40" fmla="*/ 9084243 h 9456078"/>
              <a:gd name="connsiteX41" fmla="*/ 1965893 w 13158799"/>
              <a:gd name="connsiteY41" fmla="*/ 9065835 h 9456078"/>
              <a:gd name="connsiteX42" fmla="*/ 2010847 w 13158799"/>
              <a:gd name="connsiteY42" fmla="*/ 9047004 h 9456078"/>
              <a:gd name="connsiteX43" fmla="*/ 2055615 w 13158799"/>
              <a:gd name="connsiteY43" fmla="*/ 9027750 h 9456078"/>
              <a:gd name="connsiteX44" fmla="*/ 2100195 w 13158799"/>
              <a:gd name="connsiteY44" fmla="*/ 9008075 h 9456078"/>
              <a:gd name="connsiteX45" fmla="*/ 2144582 w 13158799"/>
              <a:gd name="connsiteY45" fmla="*/ 8987981 h 9456078"/>
              <a:gd name="connsiteX46" fmla="*/ 2188775 w 13158799"/>
              <a:gd name="connsiteY46" fmla="*/ 8967470 h 9456078"/>
              <a:gd name="connsiteX47" fmla="*/ 2232770 w 13158799"/>
              <a:gd name="connsiteY47" fmla="*/ 8946542 h 9456078"/>
              <a:gd name="connsiteX48" fmla="*/ 2276564 w 13158799"/>
              <a:gd name="connsiteY48" fmla="*/ 8925199 h 9456078"/>
              <a:gd name="connsiteX49" fmla="*/ 2320154 w 13158799"/>
              <a:gd name="connsiteY49" fmla="*/ 8903443 h 9456078"/>
              <a:gd name="connsiteX50" fmla="*/ 2363538 w 13158799"/>
              <a:gd name="connsiteY50" fmla="*/ 8881275 h 9456078"/>
              <a:gd name="connsiteX51" fmla="*/ 2406711 w 13158799"/>
              <a:gd name="connsiteY51" fmla="*/ 8858697 h 9456078"/>
              <a:gd name="connsiteX52" fmla="*/ 2449672 w 13158799"/>
              <a:gd name="connsiteY52" fmla="*/ 8835710 h 9456078"/>
              <a:gd name="connsiteX53" fmla="*/ 2492417 w 13158799"/>
              <a:gd name="connsiteY53" fmla="*/ 8812316 h 9456078"/>
              <a:gd name="connsiteX54" fmla="*/ 2534943 w 13158799"/>
              <a:gd name="connsiteY54" fmla="*/ 8788516 h 9456078"/>
              <a:gd name="connsiteX55" fmla="*/ 2577247 w 13158799"/>
              <a:gd name="connsiteY55" fmla="*/ 8764311 h 9456078"/>
              <a:gd name="connsiteX56" fmla="*/ 2619326 w 13158799"/>
              <a:gd name="connsiteY56" fmla="*/ 8739704 h 9456078"/>
              <a:gd name="connsiteX57" fmla="*/ 2661177 w 13158799"/>
              <a:gd name="connsiteY57" fmla="*/ 8714695 h 9456078"/>
              <a:gd name="connsiteX58" fmla="*/ 2702797 w 13158799"/>
              <a:gd name="connsiteY58" fmla="*/ 8689286 h 9456078"/>
              <a:gd name="connsiteX59" fmla="*/ 2744183 w 13158799"/>
              <a:gd name="connsiteY59" fmla="*/ 8663479 h 9456078"/>
              <a:gd name="connsiteX60" fmla="*/ 2785333 w 13158799"/>
              <a:gd name="connsiteY60" fmla="*/ 8637274 h 9456078"/>
              <a:gd name="connsiteX61" fmla="*/ 2826242 w 13158799"/>
              <a:gd name="connsiteY61" fmla="*/ 8610675 h 9456078"/>
              <a:gd name="connsiteX62" fmla="*/ 2866908 w 13158799"/>
              <a:gd name="connsiteY62" fmla="*/ 8583681 h 9456078"/>
              <a:gd name="connsiteX63" fmla="*/ 2907329 w 13158799"/>
              <a:gd name="connsiteY63" fmla="*/ 8556295 h 9456078"/>
              <a:gd name="connsiteX64" fmla="*/ 2947500 w 13158799"/>
              <a:gd name="connsiteY64" fmla="*/ 8528517 h 9456078"/>
              <a:gd name="connsiteX65" fmla="*/ 2987419 w 13158799"/>
              <a:gd name="connsiteY65" fmla="*/ 8500351 h 9456078"/>
              <a:gd name="connsiteX66" fmla="*/ 3027083 w 13158799"/>
              <a:gd name="connsiteY66" fmla="*/ 8471796 h 9456078"/>
              <a:gd name="connsiteX67" fmla="*/ 3066489 w 13158799"/>
              <a:gd name="connsiteY67" fmla="*/ 8442854 h 9456078"/>
              <a:gd name="connsiteX68" fmla="*/ 3105634 w 13158799"/>
              <a:gd name="connsiteY68" fmla="*/ 8413528 h 9456078"/>
              <a:gd name="connsiteX69" fmla="*/ 3144515 w 13158799"/>
              <a:gd name="connsiteY69" fmla="*/ 8383818 h 9456078"/>
              <a:gd name="connsiteX70" fmla="*/ 3183129 w 13158799"/>
              <a:gd name="connsiteY70" fmla="*/ 8353726 h 9456078"/>
              <a:gd name="connsiteX71" fmla="*/ 3221473 w 13158799"/>
              <a:gd name="connsiteY71" fmla="*/ 8323253 h 9456078"/>
              <a:gd name="connsiteX72" fmla="*/ 3259544 w 13158799"/>
              <a:gd name="connsiteY72" fmla="*/ 8292401 h 9456078"/>
              <a:gd name="connsiteX73" fmla="*/ 3297339 w 13158799"/>
              <a:gd name="connsiteY73" fmla="*/ 8261172 h 9456078"/>
              <a:gd name="connsiteX74" fmla="*/ 3334854 w 13158799"/>
              <a:gd name="connsiteY74" fmla="*/ 8229566 h 9456078"/>
              <a:gd name="connsiteX75" fmla="*/ 3372087 w 13158799"/>
              <a:gd name="connsiteY75" fmla="*/ 8197585 h 9456078"/>
              <a:gd name="connsiteX76" fmla="*/ 3409035 w 13158799"/>
              <a:gd name="connsiteY76" fmla="*/ 8165232 h 9456078"/>
              <a:gd name="connsiteX77" fmla="*/ 3445695 w 13158799"/>
              <a:gd name="connsiteY77" fmla="*/ 8132507 h 9456078"/>
              <a:gd name="connsiteX78" fmla="*/ 3482064 w 13158799"/>
              <a:gd name="connsiteY78" fmla="*/ 8099411 h 9456078"/>
              <a:gd name="connsiteX79" fmla="*/ 3518139 w 13158799"/>
              <a:gd name="connsiteY79" fmla="*/ 8065947 h 9456078"/>
              <a:gd name="connsiteX80" fmla="*/ 3553916 w 13158799"/>
              <a:gd name="connsiteY80" fmla="*/ 8032115 h 9456078"/>
              <a:gd name="connsiteX81" fmla="*/ 3589393 w 13158799"/>
              <a:gd name="connsiteY81" fmla="*/ 7997918 h 9456078"/>
              <a:gd name="connsiteX82" fmla="*/ 3624567 w 13158799"/>
              <a:gd name="connsiteY82" fmla="*/ 7963356 h 9456078"/>
              <a:gd name="connsiteX83" fmla="*/ 3659435 w 13158799"/>
              <a:gd name="connsiteY83" fmla="*/ 7928432 h 9456078"/>
              <a:gd name="connsiteX84" fmla="*/ 3693994 w 13158799"/>
              <a:gd name="connsiteY84" fmla="*/ 7893146 h 9456078"/>
              <a:gd name="connsiteX85" fmla="*/ 3728240 w 13158799"/>
              <a:gd name="connsiteY85" fmla="*/ 7857501 h 9456078"/>
              <a:gd name="connsiteX86" fmla="*/ 3762171 w 13158799"/>
              <a:gd name="connsiteY86" fmla="*/ 7821497 h 9456078"/>
              <a:gd name="connsiteX87" fmla="*/ 3795783 w 13158799"/>
              <a:gd name="connsiteY87" fmla="*/ 7785136 h 9456078"/>
              <a:gd name="connsiteX88" fmla="*/ 3829075 w 13158799"/>
              <a:gd name="connsiteY88" fmla="*/ 7748420 h 9456078"/>
              <a:gd name="connsiteX89" fmla="*/ 3862042 w 13158799"/>
              <a:gd name="connsiteY89" fmla="*/ 7711350 h 9456078"/>
              <a:gd name="connsiteX90" fmla="*/ 3894682 w 13158799"/>
              <a:gd name="connsiteY90" fmla="*/ 7673928 h 9456078"/>
              <a:gd name="connsiteX91" fmla="*/ 3926991 w 13158799"/>
              <a:gd name="connsiteY91" fmla="*/ 7636155 h 9456078"/>
              <a:gd name="connsiteX92" fmla="*/ 3958967 w 13158799"/>
              <a:gd name="connsiteY92" fmla="*/ 7598032 h 9456078"/>
              <a:gd name="connsiteX93" fmla="*/ 3990607 w 13158799"/>
              <a:gd name="connsiteY93" fmla="*/ 7559561 h 9456078"/>
              <a:gd name="connsiteX94" fmla="*/ 4021907 w 13158799"/>
              <a:gd name="connsiteY94" fmla="*/ 7520744 h 9456078"/>
              <a:gd name="connsiteX95" fmla="*/ 4052865 w 13158799"/>
              <a:gd name="connsiteY95" fmla="*/ 7481582 h 9456078"/>
              <a:gd name="connsiteX96" fmla="*/ 4083478 w 13158799"/>
              <a:gd name="connsiteY96" fmla="*/ 7442077 h 9456078"/>
              <a:gd name="connsiteX97" fmla="*/ 8022311 w 13158799"/>
              <a:gd name="connsiteY97" fmla="*/ 2307814 h 9456078"/>
              <a:gd name="connsiteX98" fmla="*/ 8052902 w 13158799"/>
              <a:gd name="connsiteY98" fmla="*/ 2268285 h 9456078"/>
              <a:gd name="connsiteX99" fmla="*/ 8083796 w 13158799"/>
              <a:gd name="connsiteY99" fmla="*/ 2229056 h 9456078"/>
              <a:gd name="connsiteX100" fmla="*/ 8114989 w 13158799"/>
              <a:gd name="connsiteY100" fmla="*/ 2190127 h 9456078"/>
              <a:gd name="connsiteX101" fmla="*/ 8146479 w 13158799"/>
              <a:gd name="connsiteY101" fmla="*/ 2151500 h 9456078"/>
              <a:gd name="connsiteX102" fmla="*/ 8178264 w 13158799"/>
              <a:gd name="connsiteY102" fmla="*/ 2113176 h 9456078"/>
              <a:gd name="connsiteX103" fmla="*/ 8210341 w 13158799"/>
              <a:gd name="connsiteY103" fmla="*/ 2075157 h 9456078"/>
              <a:gd name="connsiteX104" fmla="*/ 8242709 w 13158799"/>
              <a:gd name="connsiteY104" fmla="*/ 2037442 h 9456078"/>
              <a:gd name="connsiteX105" fmla="*/ 8275365 w 13158799"/>
              <a:gd name="connsiteY105" fmla="*/ 2000034 h 9456078"/>
              <a:gd name="connsiteX106" fmla="*/ 8308307 w 13158799"/>
              <a:gd name="connsiteY106" fmla="*/ 1962934 h 9456078"/>
              <a:gd name="connsiteX107" fmla="*/ 8341532 w 13158799"/>
              <a:gd name="connsiteY107" fmla="*/ 1926142 h 9456078"/>
              <a:gd name="connsiteX108" fmla="*/ 8375038 w 13158799"/>
              <a:gd name="connsiteY108" fmla="*/ 1889660 h 9456078"/>
              <a:gd name="connsiteX109" fmla="*/ 8408823 w 13158799"/>
              <a:gd name="connsiteY109" fmla="*/ 1853489 h 9456078"/>
              <a:gd name="connsiteX110" fmla="*/ 8442885 w 13158799"/>
              <a:gd name="connsiteY110" fmla="*/ 1817630 h 9456078"/>
              <a:gd name="connsiteX111" fmla="*/ 8477221 w 13158799"/>
              <a:gd name="connsiteY111" fmla="*/ 1782084 h 9456078"/>
              <a:gd name="connsiteX112" fmla="*/ 8511829 w 13158799"/>
              <a:gd name="connsiteY112" fmla="*/ 1746853 h 9456078"/>
              <a:gd name="connsiteX113" fmla="*/ 8546706 w 13158799"/>
              <a:gd name="connsiteY113" fmla="*/ 1711937 h 9456078"/>
              <a:gd name="connsiteX114" fmla="*/ 8581851 w 13158799"/>
              <a:gd name="connsiteY114" fmla="*/ 1677337 h 9456078"/>
              <a:gd name="connsiteX115" fmla="*/ 8617261 w 13158799"/>
              <a:gd name="connsiteY115" fmla="*/ 1643056 h 9456078"/>
              <a:gd name="connsiteX116" fmla="*/ 8652934 w 13158799"/>
              <a:gd name="connsiteY116" fmla="*/ 1609093 h 9456078"/>
              <a:gd name="connsiteX117" fmla="*/ 8688867 w 13158799"/>
              <a:gd name="connsiteY117" fmla="*/ 1575450 h 9456078"/>
              <a:gd name="connsiteX118" fmla="*/ 8725058 w 13158799"/>
              <a:gd name="connsiteY118" fmla="*/ 1542128 h 9456078"/>
              <a:gd name="connsiteX119" fmla="*/ 8761506 w 13158799"/>
              <a:gd name="connsiteY119" fmla="*/ 1509129 h 9456078"/>
              <a:gd name="connsiteX120" fmla="*/ 8798207 w 13158799"/>
              <a:gd name="connsiteY120" fmla="*/ 1476452 h 9456078"/>
              <a:gd name="connsiteX121" fmla="*/ 8835159 w 13158799"/>
              <a:gd name="connsiteY121" fmla="*/ 1444101 h 9456078"/>
              <a:gd name="connsiteX122" fmla="*/ 8872360 w 13158799"/>
              <a:gd name="connsiteY122" fmla="*/ 1412075 h 9456078"/>
              <a:gd name="connsiteX123" fmla="*/ 8909808 w 13158799"/>
              <a:gd name="connsiteY123" fmla="*/ 1380375 h 9456078"/>
              <a:gd name="connsiteX124" fmla="*/ 8947501 w 13158799"/>
              <a:gd name="connsiteY124" fmla="*/ 1349004 h 9456078"/>
              <a:gd name="connsiteX125" fmla="*/ 8985435 w 13158799"/>
              <a:gd name="connsiteY125" fmla="*/ 1317962 h 9456078"/>
              <a:gd name="connsiteX126" fmla="*/ 9023610 w 13158799"/>
              <a:gd name="connsiteY126" fmla="*/ 1287250 h 9456078"/>
              <a:gd name="connsiteX127" fmla="*/ 9062022 w 13158799"/>
              <a:gd name="connsiteY127" fmla="*/ 1256869 h 9456078"/>
              <a:gd name="connsiteX128" fmla="*/ 9100669 w 13158799"/>
              <a:gd name="connsiteY128" fmla="*/ 1226820 h 9456078"/>
              <a:gd name="connsiteX129" fmla="*/ 9139549 w 13158799"/>
              <a:gd name="connsiteY129" fmla="*/ 1197105 h 9456078"/>
              <a:gd name="connsiteX130" fmla="*/ 9178660 w 13158799"/>
              <a:gd name="connsiteY130" fmla="*/ 1167725 h 9456078"/>
              <a:gd name="connsiteX131" fmla="*/ 9217999 w 13158799"/>
              <a:gd name="connsiteY131" fmla="*/ 1138681 h 9456078"/>
              <a:gd name="connsiteX132" fmla="*/ 9257564 w 13158799"/>
              <a:gd name="connsiteY132" fmla="*/ 1109974 h 9456078"/>
              <a:gd name="connsiteX133" fmla="*/ 9297353 w 13158799"/>
              <a:gd name="connsiteY133" fmla="*/ 1081604 h 9456078"/>
              <a:gd name="connsiteX134" fmla="*/ 9337364 w 13158799"/>
              <a:gd name="connsiteY134" fmla="*/ 1053574 h 9456078"/>
              <a:gd name="connsiteX135" fmla="*/ 9377594 w 13158799"/>
              <a:gd name="connsiteY135" fmla="*/ 1025884 h 9456078"/>
              <a:gd name="connsiteX136" fmla="*/ 9418040 w 13158799"/>
              <a:gd name="connsiteY136" fmla="*/ 998536 h 9456078"/>
              <a:gd name="connsiteX137" fmla="*/ 9458702 w 13158799"/>
              <a:gd name="connsiteY137" fmla="*/ 971530 h 9456078"/>
              <a:gd name="connsiteX138" fmla="*/ 9499575 w 13158799"/>
              <a:gd name="connsiteY138" fmla="*/ 944868 h 9456078"/>
              <a:gd name="connsiteX139" fmla="*/ 9540659 w 13158799"/>
              <a:gd name="connsiteY139" fmla="*/ 918551 h 9456078"/>
              <a:gd name="connsiteX140" fmla="*/ 9581950 w 13158799"/>
              <a:gd name="connsiteY140" fmla="*/ 892580 h 9456078"/>
              <a:gd name="connsiteX141" fmla="*/ 9623447 w 13158799"/>
              <a:gd name="connsiteY141" fmla="*/ 866956 h 9456078"/>
              <a:gd name="connsiteX142" fmla="*/ 9665147 w 13158799"/>
              <a:gd name="connsiteY142" fmla="*/ 841681 h 9456078"/>
              <a:gd name="connsiteX143" fmla="*/ 9707048 w 13158799"/>
              <a:gd name="connsiteY143" fmla="*/ 816754 h 9456078"/>
              <a:gd name="connsiteX144" fmla="*/ 9749147 w 13158799"/>
              <a:gd name="connsiteY144" fmla="*/ 792179 h 9456078"/>
              <a:gd name="connsiteX145" fmla="*/ 9791443 w 13158799"/>
              <a:gd name="connsiteY145" fmla="*/ 767955 h 9456078"/>
              <a:gd name="connsiteX146" fmla="*/ 9833932 w 13158799"/>
              <a:gd name="connsiteY146" fmla="*/ 744083 h 9456078"/>
              <a:gd name="connsiteX147" fmla="*/ 9876613 w 13158799"/>
              <a:gd name="connsiteY147" fmla="*/ 720566 h 9456078"/>
              <a:gd name="connsiteX148" fmla="*/ 9919484 w 13158799"/>
              <a:gd name="connsiteY148" fmla="*/ 697404 h 9456078"/>
              <a:gd name="connsiteX149" fmla="*/ 9962542 w 13158799"/>
              <a:gd name="connsiteY149" fmla="*/ 674598 h 9456078"/>
              <a:gd name="connsiteX150" fmla="*/ 10005784 w 13158799"/>
              <a:gd name="connsiteY150" fmla="*/ 652149 h 9456078"/>
              <a:gd name="connsiteX151" fmla="*/ 10049209 w 13158799"/>
              <a:gd name="connsiteY151" fmla="*/ 630059 h 9456078"/>
              <a:gd name="connsiteX152" fmla="*/ 10092814 w 13158799"/>
              <a:gd name="connsiteY152" fmla="*/ 608328 h 9456078"/>
              <a:gd name="connsiteX153" fmla="*/ 10136597 w 13158799"/>
              <a:gd name="connsiteY153" fmla="*/ 586958 h 9456078"/>
              <a:gd name="connsiteX154" fmla="*/ 10180556 w 13158799"/>
              <a:gd name="connsiteY154" fmla="*/ 565950 h 9456078"/>
              <a:gd name="connsiteX155" fmla="*/ 10224688 w 13158799"/>
              <a:gd name="connsiteY155" fmla="*/ 545304 h 9456078"/>
              <a:gd name="connsiteX156" fmla="*/ 10268991 w 13158799"/>
              <a:gd name="connsiteY156" fmla="*/ 525023 h 9456078"/>
              <a:gd name="connsiteX157" fmla="*/ 10313463 w 13158799"/>
              <a:gd name="connsiteY157" fmla="*/ 505107 h 9456078"/>
              <a:gd name="connsiteX158" fmla="*/ 10358101 w 13158799"/>
              <a:gd name="connsiteY158" fmla="*/ 485558 h 9456078"/>
              <a:gd name="connsiteX159" fmla="*/ 10402903 w 13158799"/>
              <a:gd name="connsiteY159" fmla="*/ 466376 h 9456078"/>
              <a:gd name="connsiteX160" fmla="*/ 10447868 w 13158799"/>
              <a:gd name="connsiteY160" fmla="*/ 447563 h 9456078"/>
              <a:gd name="connsiteX161" fmla="*/ 10492991 w 13158799"/>
              <a:gd name="connsiteY161" fmla="*/ 429119 h 9456078"/>
              <a:gd name="connsiteX162" fmla="*/ 10538272 w 13158799"/>
              <a:gd name="connsiteY162" fmla="*/ 411046 h 9456078"/>
              <a:gd name="connsiteX163" fmla="*/ 10583708 w 13158799"/>
              <a:gd name="connsiteY163" fmla="*/ 393346 h 9456078"/>
              <a:gd name="connsiteX164" fmla="*/ 10629297 w 13158799"/>
              <a:gd name="connsiteY164" fmla="*/ 376018 h 9456078"/>
              <a:gd name="connsiteX165" fmla="*/ 10675036 w 13158799"/>
              <a:gd name="connsiteY165" fmla="*/ 359065 h 9456078"/>
              <a:gd name="connsiteX166" fmla="*/ 10720923 w 13158799"/>
              <a:gd name="connsiteY166" fmla="*/ 342487 h 9456078"/>
              <a:gd name="connsiteX167" fmla="*/ 10766956 w 13158799"/>
              <a:gd name="connsiteY167" fmla="*/ 326286 h 9456078"/>
              <a:gd name="connsiteX168" fmla="*/ 10813132 w 13158799"/>
              <a:gd name="connsiteY168" fmla="*/ 310462 h 9456078"/>
              <a:gd name="connsiteX169" fmla="*/ 10859450 w 13158799"/>
              <a:gd name="connsiteY169" fmla="*/ 295018 h 9456078"/>
              <a:gd name="connsiteX170" fmla="*/ 10905907 w 13158799"/>
              <a:gd name="connsiteY170" fmla="*/ 279953 h 9456078"/>
              <a:gd name="connsiteX171" fmla="*/ 10952500 w 13158799"/>
              <a:gd name="connsiteY171" fmla="*/ 265269 h 9456078"/>
              <a:gd name="connsiteX172" fmla="*/ 10999227 w 13158799"/>
              <a:gd name="connsiteY172" fmla="*/ 250968 h 9456078"/>
              <a:gd name="connsiteX173" fmla="*/ 11046087 w 13158799"/>
              <a:gd name="connsiteY173" fmla="*/ 237049 h 9456078"/>
              <a:gd name="connsiteX174" fmla="*/ 11093076 w 13158799"/>
              <a:gd name="connsiteY174" fmla="*/ 223516 h 9456078"/>
              <a:gd name="connsiteX175" fmla="*/ 11140193 w 13158799"/>
              <a:gd name="connsiteY175" fmla="*/ 210368 h 9456078"/>
              <a:gd name="connsiteX176" fmla="*/ 11187434 w 13158799"/>
              <a:gd name="connsiteY176" fmla="*/ 197606 h 9456078"/>
              <a:gd name="connsiteX177" fmla="*/ 11234799 w 13158799"/>
              <a:gd name="connsiteY177" fmla="*/ 185233 h 9456078"/>
              <a:gd name="connsiteX178" fmla="*/ 11282284 w 13158799"/>
              <a:gd name="connsiteY178" fmla="*/ 173248 h 9456078"/>
              <a:gd name="connsiteX179" fmla="*/ 11329888 w 13158799"/>
              <a:gd name="connsiteY179" fmla="*/ 161654 h 9456078"/>
              <a:gd name="connsiteX180" fmla="*/ 11377607 w 13158799"/>
              <a:gd name="connsiteY180" fmla="*/ 150451 h 9456078"/>
              <a:gd name="connsiteX181" fmla="*/ 11425440 w 13158799"/>
              <a:gd name="connsiteY181" fmla="*/ 139640 h 9456078"/>
              <a:gd name="connsiteX182" fmla="*/ 11473385 w 13158799"/>
              <a:gd name="connsiteY182" fmla="*/ 129223 h 9456078"/>
              <a:gd name="connsiteX183" fmla="*/ 11521439 w 13158799"/>
              <a:gd name="connsiteY183" fmla="*/ 119201 h 9456078"/>
              <a:gd name="connsiteX184" fmla="*/ 11569599 w 13158799"/>
              <a:gd name="connsiteY184" fmla="*/ 109574 h 9456078"/>
              <a:gd name="connsiteX185" fmla="*/ 11617864 w 13158799"/>
              <a:gd name="connsiteY185" fmla="*/ 100344 h 9456078"/>
              <a:gd name="connsiteX186" fmla="*/ 11666231 w 13158799"/>
              <a:gd name="connsiteY186" fmla="*/ 91512 h 9456078"/>
              <a:gd name="connsiteX187" fmla="*/ 11714698 w 13158799"/>
              <a:gd name="connsiteY187" fmla="*/ 83080 h 9456078"/>
              <a:gd name="connsiteX188" fmla="*/ 11763263 w 13158799"/>
              <a:gd name="connsiteY188" fmla="*/ 75047 h 9456078"/>
              <a:gd name="connsiteX189" fmla="*/ 11811923 w 13158799"/>
              <a:gd name="connsiteY189" fmla="*/ 67417 h 9456078"/>
              <a:gd name="connsiteX190" fmla="*/ 11860676 w 13158799"/>
              <a:gd name="connsiteY190" fmla="*/ 60188 h 9456078"/>
              <a:gd name="connsiteX191" fmla="*/ 11909519 w 13158799"/>
              <a:gd name="connsiteY191" fmla="*/ 53364 h 9456078"/>
              <a:gd name="connsiteX192" fmla="*/ 11958451 w 13158799"/>
              <a:gd name="connsiteY192" fmla="*/ 46944 h 9456078"/>
              <a:gd name="connsiteX193" fmla="*/ 12007470 w 13158799"/>
              <a:gd name="connsiteY193" fmla="*/ 40931 h 9456078"/>
              <a:gd name="connsiteX194" fmla="*/ 12056572 w 13158799"/>
              <a:gd name="connsiteY194" fmla="*/ 35324 h 9456078"/>
              <a:gd name="connsiteX195" fmla="*/ 12105756 w 13158799"/>
              <a:gd name="connsiteY195" fmla="*/ 30126 h 9456078"/>
              <a:gd name="connsiteX196" fmla="*/ 12155019 w 13158799"/>
              <a:gd name="connsiteY196" fmla="*/ 25337 h 9456078"/>
              <a:gd name="connsiteX197" fmla="*/ 12204359 w 13158799"/>
              <a:gd name="connsiteY197" fmla="*/ 20958 h 9456078"/>
              <a:gd name="connsiteX198" fmla="*/ 12253773 w 13158799"/>
              <a:gd name="connsiteY198" fmla="*/ 16991 h 9456078"/>
              <a:gd name="connsiteX199" fmla="*/ 12303260 w 13158799"/>
              <a:gd name="connsiteY199" fmla="*/ 13437 h 9456078"/>
              <a:gd name="connsiteX200" fmla="*/ 12352818 w 13158799"/>
              <a:gd name="connsiteY200" fmla="*/ 10297 h 9456078"/>
              <a:gd name="connsiteX201" fmla="*/ 12402443 w 13158799"/>
              <a:gd name="connsiteY201" fmla="*/ 7572 h 9456078"/>
              <a:gd name="connsiteX202" fmla="*/ 12452133 w 13158799"/>
              <a:gd name="connsiteY202" fmla="*/ 5263 h 9456078"/>
              <a:gd name="connsiteX203" fmla="*/ 12501887 w 13158799"/>
              <a:gd name="connsiteY203" fmla="*/ 3371 h 9456078"/>
              <a:gd name="connsiteX204" fmla="*/ 12551701 w 13158799"/>
              <a:gd name="connsiteY204" fmla="*/ 1898 h 9456078"/>
              <a:gd name="connsiteX205" fmla="*/ 12601574 w 13158799"/>
              <a:gd name="connsiteY205" fmla="*/ 844 h 9456078"/>
              <a:gd name="connsiteX206" fmla="*/ 12651504 w 13158799"/>
              <a:gd name="connsiteY206" fmla="*/ 211 h 9456078"/>
              <a:gd name="connsiteX207" fmla="*/ 12701487 w 13158799"/>
              <a:gd name="connsiteY207" fmla="*/ 0 h 9456078"/>
              <a:gd name="connsiteX208" fmla="*/ 13158798 w 13158799"/>
              <a:gd name="connsiteY208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28389 w 13158797"/>
              <a:gd name="connsiteY22" fmla="*/ 9330914 h 9456078"/>
              <a:gd name="connsiteX23" fmla="*/ 1176172 w 13158797"/>
              <a:gd name="connsiteY23" fmla="*/ 9319936 h 9456078"/>
              <a:gd name="connsiteX24" fmla="*/ 1223823 w 13158797"/>
              <a:gd name="connsiteY24" fmla="*/ 9308509 h 9456078"/>
              <a:gd name="connsiteX25" fmla="*/ 1271339 w 13158797"/>
              <a:gd name="connsiteY25" fmla="*/ 9296635 h 9456078"/>
              <a:gd name="connsiteX26" fmla="*/ 1318719 w 13158797"/>
              <a:gd name="connsiteY26" fmla="*/ 9284315 h 9456078"/>
              <a:gd name="connsiteX27" fmla="*/ 1365957 w 13158797"/>
              <a:gd name="connsiteY27" fmla="*/ 9271550 h 9456078"/>
              <a:gd name="connsiteX28" fmla="*/ 1413052 w 13158797"/>
              <a:gd name="connsiteY28" fmla="*/ 9258342 h 9456078"/>
              <a:gd name="connsiteX29" fmla="*/ 1460000 w 13158797"/>
              <a:gd name="connsiteY29" fmla="*/ 9244693 h 9456078"/>
              <a:gd name="connsiteX30" fmla="*/ 1506799 w 13158797"/>
              <a:gd name="connsiteY30" fmla="*/ 9230604 h 9456078"/>
              <a:gd name="connsiteX31" fmla="*/ 1553445 w 13158797"/>
              <a:gd name="connsiteY31" fmla="*/ 9216076 h 9456078"/>
              <a:gd name="connsiteX32" fmla="*/ 1599935 w 13158797"/>
              <a:gd name="connsiteY32" fmla="*/ 9201111 h 9456078"/>
              <a:gd name="connsiteX33" fmla="*/ 1646267 w 13158797"/>
              <a:gd name="connsiteY33" fmla="*/ 9185710 h 9456078"/>
              <a:gd name="connsiteX34" fmla="*/ 1692437 w 13158797"/>
              <a:gd name="connsiteY34" fmla="*/ 9169876 h 9456078"/>
              <a:gd name="connsiteX35" fmla="*/ 1738442 w 13158797"/>
              <a:gd name="connsiteY35" fmla="*/ 9153608 h 9456078"/>
              <a:gd name="connsiteX36" fmla="*/ 1784280 w 13158797"/>
              <a:gd name="connsiteY36" fmla="*/ 9136910 h 9456078"/>
              <a:gd name="connsiteX37" fmla="*/ 1829947 w 13158797"/>
              <a:gd name="connsiteY37" fmla="*/ 9119782 h 9456078"/>
              <a:gd name="connsiteX38" fmla="*/ 1875440 w 13158797"/>
              <a:gd name="connsiteY38" fmla="*/ 9102226 h 9456078"/>
              <a:gd name="connsiteX39" fmla="*/ 1920756 w 13158797"/>
              <a:gd name="connsiteY39" fmla="*/ 9084243 h 9456078"/>
              <a:gd name="connsiteX40" fmla="*/ 1965893 w 13158797"/>
              <a:gd name="connsiteY40" fmla="*/ 9065835 h 9456078"/>
              <a:gd name="connsiteX41" fmla="*/ 2010847 w 13158797"/>
              <a:gd name="connsiteY41" fmla="*/ 9047004 h 9456078"/>
              <a:gd name="connsiteX42" fmla="*/ 2055615 w 13158797"/>
              <a:gd name="connsiteY42" fmla="*/ 9027750 h 9456078"/>
              <a:gd name="connsiteX43" fmla="*/ 2100195 w 13158797"/>
              <a:gd name="connsiteY43" fmla="*/ 9008075 h 9456078"/>
              <a:gd name="connsiteX44" fmla="*/ 2144582 w 13158797"/>
              <a:gd name="connsiteY44" fmla="*/ 8987981 h 9456078"/>
              <a:gd name="connsiteX45" fmla="*/ 2188775 w 13158797"/>
              <a:gd name="connsiteY45" fmla="*/ 8967470 h 9456078"/>
              <a:gd name="connsiteX46" fmla="*/ 2232770 w 13158797"/>
              <a:gd name="connsiteY46" fmla="*/ 8946542 h 9456078"/>
              <a:gd name="connsiteX47" fmla="*/ 2276564 w 13158797"/>
              <a:gd name="connsiteY47" fmla="*/ 8925199 h 9456078"/>
              <a:gd name="connsiteX48" fmla="*/ 2320154 w 13158797"/>
              <a:gd name="connsiteY48" fmla="*/ 8903443 h 9456078"/>
              <a:gd name="connsiteX49" fmla="*/ 2363538 w 13158797"/>
              <a:gd name="connsiteY49" fmla="*/ 8881275 h 9456078"/>
              <a:gd name="connsiteX50" fmla="*/ 2406711 w 13158797"/>
              <a:gd name="connsiteY50" fmla="*/ 8858697 h 9456078"/>
              <a:gd name="connsiteX51" fmla="*/ 2449672 w 13158797"/>
              <a:gd name="connsiteY51" fmla="*/ 8835710 h 9456078"/>
              <a:gd name="connsiteX52" fmla="*/ 2492417 w 13158797"/>
              <a:gd name="connsiteY52" fmla="*/ 8812316 h 9456078"/>
              <a:gd name="connsiteX53" fmla="*/ 2534943 w 13158797"/>
              <a:gd name="connsiteY53" fmla="*/ 8788516 h 9456078"/>
              <a:gd name="connsiteX54" fmla="*/ 2577247 w 13158797"/>
              <a:gd name="connsiteY54" fmla="*/ 8764311 h 9456078"/>
              <a:gd name="connsiteX55" fmla="*/ 2619326 w 13158797"/>
              <a:gd name="connsiteY55" fmla="*/ 8739704 h 9456078"/>
              <a:gd name="connsiteX56" fmla="*/ 2661177 w 13158797"/>
              <a:gd name="connsiteY56" fmla="*/ 8714695 h 9456078"/>
              <a:gd name="connsiteX57" fmla="*/ 2702797 w 13158797"/>
              <a:gd name="connsiteY57" fmla="*/ 8689286 h 9456078"/>
              <a:gd name="connsiteX58" fmla="*/ 2744183 w 13158797"/>
              <a:gd name="connsiteY58" fmla="*/ 8663479 h 9456078"/>
              <a:gd name="connsiteX59" fmla="*/ 2785333 w 13158797"/>
              <a:gd name="connsiteY59" fmla="*/ 8637274 h 9456078"/>
              <a:gd name="connsiteX60" fmla="*/ 2826242 w 13158797"/>
              <a:gd name="connsiteY60" fmla="*/ 8610675 h 9456078"/>
              <a:gd name="connsiteX61" fmla="*/ 2866908 w 13158797"/>
              <a:gd name="connsiteY61" fmla="*/ 8583681 h 9456078"/>
              <a:gd name="connsiteX62" fmla="*/ 2907329 w 13158797"/>
              <a:gd name="connsiteY62" fmla="*/ 8556295 h 9456078"/>
              <a:gd name="connsiteX63" fmla="*/ 2947500 w 13158797"/>
              <a:gd name="connsiteY63" fmla="*/ 8528517 h 9456078"/>
              <a:gd name="connsiteX64" fmla="*/ 2987419 w 13158797"/>
              <a:gd name="connsiteY64" fmla="*/ 8500351 h 9456078"/>
              <a:gd name="connsiteX65" fmla="*/ 3027083 w 13158797"/>
              <a:gd name="connsiteY65" fmla="*/ 8471796 h 9456078"/>
              <a:gd name="connsiteX66" fmla="*/ 3066489 w 13158797"/>
              <a:gd name="connsiteY66" fmla="*/ 8442854 h 9456078"/>
              <a:gd name="connsiteX67" fmla="*/ 3105634 w 13158797"/>
              <a:gd name="connsiteY67" fmla="*/ 8413528 h 9456078"/>
              <a:gd name="connsiteX68" fmla="*/ 3144515 w 13158797"/>
              <a:gd name="connsiteY68" fmla="*/ 8383818 h 9456078"/>
              <a:gd name="connsiteX69" fmla="*/ 3183129 w 13158797"/>
              <a:gd name="connsiteY69" fmla="*/ 8353726 h 9456078"/>
              <a:gd name="connsiteX70" fmla="*/ 3221473 w 13158797"/>
              <a:gd name="connsiteY70" fmla="*/ 8323253 h 9456078"/>
              <a:gd name="connsiteX71" fmla="*/ 3259544 w 13158797"/>
              <a:gd name="connsiteY71" fmla="*/ 8292401 h 9456078"/>
              <a:gd name="connsiteX72" fmla="*/ 3297339 w 13158797"/>
              <a:gd name="connsiteY72" fmla="*/ 8261172 h 9456078"/>
              <a:gd name="connsiteX73" fmla="*/ 3334854 w 13158797"/>
              <a:gd name="connsiteY73" fmla="*/ 8229566 h 9456078"/>
              <a:gd name="connsiteX74" fmla="*/ 3372087 w 13158797"/>
              <a:gd name="connsiteY74" fmla="*/ 8197585 h 9456078"/>
              <a:gd name="connsiteX75" fmla="*/ 3409035 w 13158797"/>
              <a:gd name="connsiteY75" fmla="*/ 8165232 h 9456078"/>
              <a:gd name="connsiteX76" fmla="*/ 3445695 w 13158797"/>
              <a:gd name="connsiteY76" fmla="*/ 8132507 h 9456078"/>
              <a:gd name="connsiteX77" fmla="*/ 3482064 w 13158797"/>
              <a:gd name="connsiteY77" fmla="*/ 8099411 h 9456078"/>
              <a:gd name="connsiteX78" fmla="*/ 3518139 w 13158797"/>
              <a:gd name="connsiteY78" fmla="*/ 8065947 h 9456078"/>
              <a:gd name="connsiteX79" fmla="*/ 3553916 w 13158797"/>
              <a:gd name="connsiteY79" fmla="*/ 8032115 h 9456078"/>
              <a:gd name="connsiteX80" fmla="*/ 3589393 w 13158797"/>
              <a:gd name="connsiteY80" fmla="*/ 7997918 h 9456078"/>
              <a:gd name="connsiteX81" fmla="*/ 3624567 w 13158797"/>
              <a:gd name="connsiteY81" fmla="*/ 7963356 h 9456078"/>
              <a:gd name="connsiteX82" fmla="*/ 3659435 w 13158797"/>
              <a:gd name="connsiteY82" fmla="*/ 7928432 h 9456078"/>
              <a:gd name="connsiteX83" fmla="*/ 3693994 w 13158797"/>
              <a:gd name="connsiteY83" fmla="*/ 7893146 h 9456078"/>
              <a:gd name="connsiteX84" fmla="*/ 3728240 w 13158797"/>
              <a:gd name="connsiteY84" fmla="*/ 7857501 h 9456078"/>
              <a:gd name="connsiteX85" fmla="*/ 3762171 w 13158797"/>
              <a:gd name="connsiteY85" fmla="*/ 7821497 h 9456078"/>
              <a:gd name="connsiteX86" fmla="*/ 3795783 w 13158797"/>
              <a:gd name="connsiteY86" fmla="*/ 7785136 h 9456078"/>
              <a:gd name="connsiteX87" fmla="*/ 3829075 w 13158797"/>
              <a:gd name="connsiteY87" fmla="*/ 7748420 h 9456078"/>
              <a:gd name="connsiteX88" fmla="*/ 3862042 w 13158797"/>
              <a:gd name="connsiteY88" fmla="*/ 7711350 h 9456078"/>
              <a:gd name="connsiteX89" fmla="*/ 3894682 w 13158797"/>
              <a:gd name="connsiteY89" fmla="*/ 7673928 h 9456078"/>
              <a:gd name="connsiteX90" fmla="*/ 3926991 w 13158797"/>
              <a:gd name="connsiteY90" fmla="*/ 7636155 h 9456078"/>
              <a:gd name="connsiteX91" fmla="*/ 3958967 w 13158797"/>
              <a:gd name="connsiteY91" fmla="*/ 7598032 h 9456078"/>
              <a:gd name="connsiteX92" fmla="*/ 3990607 w 13158797"/>
              <a:gd name="connsiteY92" fmla="*/ 7559561 h 9456078"/>
              <a:gd name="connsiteX93" fmla="*/ 4021907 w 13158797"/>
              <a:gd name="connsiteY93" fmla="*/ 7520744 h 9456078"/>
              <a:gd name="connsiteX94" fmla="*/ 4052865 w 13158797"/>
              <a:gd name="connsiteY94" fmla="*/ 7481582 h 9456078"/>
              <a:gd name="connsiteX95" fmla="*/ 4083478 w 13158797"/>
              <a:gd name="connsiteY95" fmla="*/ 7442077 h 9456078"/>
              <a:gd name="connsiteX96" fmla="*/ 8022311 w 13158797"/>
              <a:gd name="connsiteY96" fmla="*/ 2307814 h 9456078"/>
              <a:gd name="connsiteX97" fmla="*/ 8052902 w 13158797"/>
              <a:gd name="connsiteY97" fmla="*/ 2268285 h 9456078"/>
              <a:gd name="connsiteX98" fmla="*/ 8083796 w 13158797"/>
              <a:gd name="connsiteY98" fmla="*/ 2229056 h 9456078"/>
              <a:gd name="connsiteX99" fmla="*/ 8114989 w 13158797"/>
              <a:gd name="connsiteY99" fmla="*/ 2190127 h 9456078"/>
              <a:gd name="connsiteX100" fmla="*/ 8146479 w 13158797"/>
              <a:gd name="connsiteY100" fmla="*/ 2151500 h 9456078"/>
              <a:gd name="connsiteX101" fmla="*/ 8178264 w 13158797"/>
              <a:gd name="connsiteY101" fmla="*/ 2113176 h 9456078"/>
              <a:gd name="connsiteX102" fmla="*/ 8210341 w 13158797"/>
              <a:gd name="connsiteY102" fmla="*/ 2075157 h 9456078"/>
              <a:gd name="connsiteX103" fmla="*/ 8242709 w 13158797"/>
              <a:gd name="connsiteY103" fmla="*/ 2037442 h 9456078"/>
              <a:gd name="connsiteX104" fmla="*/ 8275365 w 13158797"/>
              <a:gd name="connsiteY104" fmla="*/ 2000034 h 9456078"/>
              <a:gd name="connsiteX105" fmla="*/ 8308307 w 13158797"/>
              <a:gd name="connsiteY105" fmla="*/ 1962934 h 9456078"/>
              <a:gd name="connsiteX106" fmla="*/ 8341532 w 13158797"/>
              <a:gd name="connsiteY106" fmla="*/ 1926142 h 9456078"/>
              <a:gd name="connsiteX107" fmla="*/ 8375038 w 13158797"/>
              <a:gd name="connsiteY107" fmla="*/ 1889660 h 9456078"/>
              <a:gd name="connsiteX108" fmla="*/ 8408823 w 13158797"/>
              <a:gd name="connsiteY108" fmla="*/ 1853489 h 9456078"/>
              <a:gd name="connsiteX109" fmla="*/ 8442885 w 13158797"/>
              <a:gd name="connsiteY109" fmla="*/ 1817630 h 9456078"/>
              <a:gd name="connsiteX110" fmla="*/ 8477221 w 13158797"/>
              <a:gd name="connsiteY110" fmla="*/ 1782084 h 9456078"/>
              <a:gd name="connsiteX111" fmla="*/ 8511829 w 13158797"/>
              <a:gd name="connsiteY111" fmla="*/ 1746853 h 9456078"/>
              <a:gd name="connsiteX112" fmla="*/ 8546706 w 13158797"/>
              <a:gd name="connsiteY112" fmla="*/ 1711937 h 9456078"/>
              <a:gd name="connsiteX113" fmla="*/ 8581851 w 13158797"/>
              <a:gd name="connsiteY113" fmla="*/ 1677337 h 9456078"/>
              <a:gd name="connsiteX114" fmla="*/ 8617261 w 13158797"/>
              <a:gd name="connsiteY114" fmla="*/ 1643056 h 9456078"/>
              <a:gd name="connsiteX115" fmla="*/ 8652934 w 13158797"/>
              <a:gd name="connsiteY115" fmla="*/ 1609093 h 9456078"/>
              <a:gd name="connsiteX116" fmla="*/ 8688867 w 13158797"/>
              <a:gd name="connsiteY116" fmla="*/ 1575450 h 9456078"/>
              <a:gd name="connsiteX117" fmla="*/ 8725058 w 13158797"/>
              <a:gd name="connsiteY117" fmla="*/ 1542128 h 9456078"/>
              <a:gd name="connsiteX118" fmla="*/ 8761506 w 13158797"/>
              <a:gd name="connsiteY118" fmla="*/ 1509129 h 9456078"/>
              <a:gd name="connsiteX119" fmla="*/ 8798207 w 13158797"/>
              <a:gd name="connsiteY119" fmla="*/ 1476452 h 9456078"/>
              <a:gd name="connsiteX120" fmla="*/ 8835159 w 13158797"/>
              <a:gd name="connsiteY120" fmla="*/ 1444101 h 9456078"/>
              <a:gd name="connsiteX121" fmla="*/ 8872360 w 13158797"/>
              <a:gd name="connsiteY121" fmla="*/ 1412075 h 9456078"/>
              <a:gd name="connsiteX122" fmla="*/ 8909808 w 13158797"/>
              <a:gd name="connsiteY122" fmla="*/ 1380375 h 9456078"/>
              <a:gd name="connsiteX123" fmla="*/ 8947501 w 13158797"/>
              <a:gd name="connsiteY123" fmla="*/ 1349004 h 9456078"/>
              <a:gd name="connsiteX124" fmla="*/ 8985435 w 13158797"/>
              <a:gd name="connsiteY124" fmla="*/ 1317962 h 9456078"/>
              <a:gd name="connsiteX125" fmla="*/ 9023610 w 13158797"/>
              <a:gd name="connsiteY125" fmla="*/ 1287250 h 9456078"/>
              <a:gd name="connsiteX126" fmla="*/ 9062022 w 13158797"/>
              <a:gd name="connsiteY126" fmla="*/ 1256869 h 9456078"/>
              <a:gd name="connsiteX127" fmla="*/ 9100669 w 13158797"/>
              <a:gd name="connsiteY127" fmla="*/ 1226820 h 9456078"/>
              <a:gd name="connsiteX128" fmla="*/ 9139549 w 13158797"/>
              <a:gd name="connsiteY128" fmla="*/ 1197105 h 9456078"/>
              <a:gd name="connsiteX129" fmla="*/ 9178660 w 13158797"/>
              <a:gd name="connsiteY129" fmla="*/ 1167725 h 9456078"/>
              <a:gd name="connsiteX130" fmla="*/ 9217999 w 13158797"/>
              <a:gd name="connsiteY130" fmla="*/ 1138681 h 9456078"/>
              <a:gd name="connsiteX131" fmla="*/ 9257564 w 13158797"/>
              <a:gd name="connsiteY131" fmla="*/ 1109974 h 9456078"/>
              <a:gd name="connsiteX132" fmla="*/ 9297353 w 13158797"/>
              <a:gd name="connsiteY132" fmla="*/ 1081604 h 9456078"/>
              <a:gd name="connsiteX133" fmla="*/ 9337364 w 13158797"/>
              <a:gd name="connsiteY133" fmla="*/ 1053574 h 9456078"/>
              <a:gd name="connsiteX134" fmla="*/ 9377594 w 13158797"/>
              <a:gd name="connsiteY134" fmla="*/ 1025884 h 9456078"/>
              <a:gd name="connsiteX135" fmla="*/ 9418040 w 13158797"/>
              <a:gd name="connsiteY135" fmla="*/ 998536 h 9456078"/>
              <a:gd name="connsiteX136" fmla="*/ 9458702 w 13158797"/>
              <a:gd name="connsiteY136" fmla="*/ 971530 h 9456078"/>
              <a:gd name="connsiteX137" fmla="*/ 9499575 w 13158797"/>
              <a:gd name="connsiteY137" fmla="*/ 944868 h 9456078"/>
              <a:gd name="connsiteX138" fmla="*/ 9540659 w 13158797"/>
              <a:gd name="connsiteY138" fmla="*/ 918551 h 9456078"/>
              <a:gd name="connsiteX139" fmla="*/ 9581950 w 13158797"/>
              <a:gd name="connsiteY139" fmla="*/ 892580 h 9456078"/>
              <a:gd name="connsiteX140" fmla="*/ 9623447 w 13158797"/>
              <a:gd name="connsiteY140" fmla="*/ 866956 h 9456078"/>
              <a:gd name="connsiteX141" fmla="*/ 9665147 w 13158797"/>
              <a:gd name="connsiteY141" fmla="*/ 841681 h 9456078"/>
              <a:gd name="connsiteX142" fmla="*/ 9707048 w 13158797"/>
              <a:gd name="connsiteY142" fmla="*/ 816754 h 9456078"/>
              <a:gd name="connsiteX143" fmla="*/ 9749147 w 13158797"/>
              <a:gd name="connsiteY143" fmla="*/ 792179 h 9456078"/>
              <a:gd name="connsiteX144" fmla="*/ 9791443 w 13158797"/>
              <a:gd name="connsiteY144" fmla="*/ 767955 h 9456078"/>
              <a:gd name="connsiteX145" fmla="*/ 9833932 w 13158797"/>
              <a:gd name="connsiteY145" fmla="*/ 744083 h 9456078"/>
              <a:gd name="connsiteX146" fmla="*/ 9876613 w 13158797"/>
              <a:gd name="connsiteY146" fmla="*/ 720566 h 9456078"/>
              <a:gd name="connsiteX147" fmla="*/ 9919484 w 13158797"/>
              <a:gd name="connsiteY147" fmla="*/ 697404 h 9456078"/>
              <a:gd name="connsiteX148" fmla="*/ 9962542 w 13158797"/>
              <a:gd name="connsiteY148" fmla="*/ 674598 h 9456078"/>
              <a:gd name="connsiteX149" fmla="*/ 10005784 w 13158797"/>
              <a:gd name="connsiteY149" fmla="*/ 652149 h 9456078"/>
              <a:gd name="connsiteX150" fmla="*/ 10049209 w 13158797"/>
              <a:gd name="connsiteY150" fmla="*/ 630059 h 9456078"/>
              <a:gd name="connsiteX151" fmla="*/ 10092814 w 13158797"/>
              <a:gd name="connsiteY151" fmla="*/ 608328 h 9456078"/>
              <a:gd name="connsiteX152" fmla="*/ 10136597 w 13158797"/>
              <a:gd name="connsiteY152" fmla="*/ 586958 h 9456078"/>
              <a:gd name="connsiteX153" fmla="*/ 10180556 w 13158797"/>
              <a:gd name="connsiteY153" fmla="*/ 565950 h 9456078"/>
              <a:gd name="connsiteX154" fmla="*/ 10224688 w 13158797"/>
              <a:gd name="connsiteY154" fmla="*/ 545304 h 9456078"/>
              <a:gd name="connsiteX155" fmla="*/ 10268991 w 13158797"/>
              <a:gd name="connsiteY155" fmla="*/ 525023 h 9456078"/>
              <a:gd name="connsiteX156" fmla="*/ 10313463 w 13158797"/>
              <a:gd name="connsiteY156" fmla="*/ 505107 h 9456078"/>
              <a:gd name="connsiteX157" fmla="*/ 10358101 w 13158797"/>
              <a:gd name="connsiteY157" fmla="*/ 485558 h 9456078"/>
              <a:gd name="connsiteX158" fmla="*/ 10402903 w 13158797"/>
              <a:gd name="connsiteY158" fmla="*/ 466376 h 9456078"/>
              <a:gd name="connsiteX159" fmla="*/ 10447868 w 13158797"/>
              <a:gd name="connsiteY159" fmla="*/ 447563 h 9456078"/>
              <a:gd name="connsiteX160" fmla="*/ 10492991 w 13158797"/>
              <a:gd name="connsiteY160" fmla="*/ 429119 h 9456078"/>
              <a:gd name="connsiteX161" fmla="*/ 10538272 w 13158797"/>
              <a:gd name="connsiteY161" fmla="*/ 411046 h 9456078"/>
              <a:gd name="connsiteX162" fmla="*/ 10583708 w 13158797"/>
              <a:gd name="connsiteY162" fmla="*/ 393346 h 9456078"/>
              <a:gd name="connsiteX163" fmla="*/ 10629297 w 13158797"/>
              <a:gd name="connsiteY163" fmla="*/ 376018 h 9456078"/>
              <a:gd name="connsiteX164" fmla="*/ 10675036 w 13158797"/>
              <a:gd name="connsiteY164" fmla="*/ 359065 h 9456078"/>
              <a:gd name="connsiteX165" fmla="*/ 10720923 w 13158797"/>
              <a:gd name="connsiteY165" fmla="*/ 342487 h 9456078"/>
              <a:gd name="connsiteX166" fmla="*/ 10766956 w 13158797"/>
              <a:gd name="connsiteY166" fmla="*/ 326286 h 9456078"/>
              <a:gd name="connsiteX167" fmla="*/ 10813132 w 13158797"/>
              <a:gd name="connsiteY167" fmla="*/ 310462 h 9456078"/>
              <a:gd name="connsiteX168" fmla="*/ 10859450 w 13158797"/>
              <a:gd name="connsiteY168" fmla="*/ 295018 h 9456078"/>
              <a:gd name="connsiteX169" fmla="*/ 10905907 w 13158797"/>
              <a:gd name="connsiteY169" fmla="*/ 279953 h 9456078"/>
              <a:gd name="connsiteX170" fmla="*/ 10952500 w 13158797"/>
              <a:gd name="connsiteY170" fmla="*/ 265269 h 9456078"/>
              <a:gd name="connsiteX171" fmla="*/ 10999227 w 13158797"/>
              <a:gd name="connsiteY171" fmla="*/ 250968 h 9456078"/>
              <a:gd name="connsiteX172" fmla="*/ 11046087 w 13158797"/>
              <a:gd name="connsiteY172" fmla="*/ 237049 h 9456078"/>
              <a:gd name="connsiteX173" fmla="*/ 11093076 w 13158797"/>
              <a:gd name="connsiteY173" fmla="*/ 223516 h 9456078"/>
              <a:gd name="connsiteX174" fmla="*/ 11140193 w 13158797"/>
              <a:gd name="connsiteY174" fmla="*/ 210368 h 9456078"/>
              <a:gd name="connsiteX175" fmla="*/ 11187434 w 13158797"/>
              <a:gd name="connsiteY175" fmla="*/ 197606 h 9456078"/>
              <a:gd name="connsiteX176" fmla="*/ 11234799 w 13158797"/>
              <a:gd name="connsiteY176" fmla="*/ 185233 h 9456078"/>
              <a:gd name="connsiteX177" fmla="*/ 11282284 w 13158797"/>
              <a:gd name="connsiteY177" fmla="*/ 173248 h 9456078"/>
              <a:gd name="connsiteX178" fmla="*/ 11329888 w 13158797"/>
              <a:gd name="connsiteY178" fmla="*/ 161654 h 9456078"/>
              <a:gd name="connsiteX179" fmla="*/ 11377607 w 13158797"/>
              <a:gd name="connsiteY179" fmla="*/ 150451 h 9456078"/>
              <a:gd name="connsiteX180" fmla="*/ 11425440 w 13158797"/>
              <a:gd name="connsiteY180" fmla="*/ 139640 h 9456078"/>
              <a:gd name="connsiteX181" fmla="*/ 11473385 w 13158797"/>
              <a:gd name="connsiteY181" fmla="*/ 129223 h 9456078"/>
              <a:gd name="connsiteX182" fmla="*/ 11521439 w 13158797"/>
              <a:gd name="connsiteY182" fmla="*/ 119201 h 9456078"/>
              <a:gd name="connsiteX183" fmla="*/ 11569599 w 13158797"/>
              <a:gd name="connsiteY183" fmla="*/ 109574 h 9456078"/>
              <a:gd name="connsiteX184" fmla="*/ 11617864 w 13158797"/>
              <a:gd name="connsiteY184" fmla="*/ 100344 h 9456078"/>
              <a:gd name="connsiteX185" fmla="*/ 11666231 w 13158797"/>
              <a:gd name="connsiteY185" fmla="*/ 91512 h 9456078"/>
              <a:gd name="connsiteX186" fmla="*/ 11714698 w 13158797"/>
              <a:gd name="connsiteY186" fmla="*/ 83080 h 9456078"/>
              <a:gd name="connsiteX187" fmla="*/ 11763263 w 13158797"/>
              <a:gd name="connsiteY187" fmla="*/ 75047 h 9456078"/>
              <a:gd name="connsiteX188" fmla="*/ 11811923 w 13158797"/>
              <a:gd name="connsiteY188" fmla="*/ 67417 h 9456078"/>
              <a:gd name="connsiteX189" fmla="*/ 11860676 w 13158797"/>
              <a:gd name="connsiteY189" fmla="*/ 60188 h 9456078"/>
              <a:gd name="connsiteX190" fmla="*/ 11909519 w 13158797"/>
              <a:gd name="connsiteY190" fmla="*/ 53364 h 9456078"/>
              <a:gd name="connsiteX191" fmla="*/ 11958451 w 13158797"/>
              <a:gd name="connsiteY191" fmla="*/ 46944 h 9456078"/>
              <a:gd name="connsiteX192" fmla="*/ 12007470 w 13158797"/>
              <a:gd name="connsiteY192" fmla="*/ 40931 h 9456078"/>
              <a:gd name="connsiteX193" fmla="*/ 12056572 w 13158797"/>
              <a:gd name="connsiteY193" fmla="*/ 35324 h 9456078"/>
              <a:gd name="connsiteX194" fmla="*/ 12105756 w 13158797"/>
              <a:gd name="connsiteY194" fmla="*/ 30126 h 9456078"/>
              <a:gd name="connsiteX195" fmla="*/ 12155019 w 13158797"/>
              <a:gd name="connsiteY195" fmla="*/ 25337 h 9456078"/>
              <a:gd name="connsiteX196" fmla="*/ 12204359 w 13158797"/>
              <a:gd name="connsiteY196" fmla="*/ 20958 h 9456078"/>
              <a:gd name="connsiteX197" fmla="*/ 12253773 w 13158797"/>
              <a:gd name="connsiteY197" fmla="*/ 16991 h 9456078"/>
              <a:gd name="connsiteX198" fmla="*/ 12303260 w 13158797"/>
              <a:gd name="connsiteY198" fmla="*/ 13437 h 9456078"/>
              <a:gd name="connsiteX199" fmla="*/ 12352818 w 13158797"/>
              <a:gd name="connsiteY199" fmla="*/ 10297 h 9456078"/>
              <a:gd name="connsiteX200" fmla="*/ 12402443 w 13158797"/>
              <a:gd name="connsiteY200" fmla="*/ 7572 h 9456078"/>
              <a:gd name="connsiteX201" fmla="*/ 12452133 w 13158797"/>
              <a:gd name="connsiteY201" fmla="*/ 5263 h 9456078"/>
              <a:gd name="connsiteX202" fmla="*/ 12501887 w 13158797"/>
              <a:gd name="connsiteY202" fmla="*/ 3371 h 9456078"/>
              <a:gd name="connsiteX203" fmla="*/ 12551701 w 13158797"/>
              <a:gd name="connsiteY203" fmla="*/ 1898 h 9456078"/>
              <a:gd name="connsiteX204" fmla="*/ 12601574 w 13158797"/>
              <a:gd name="connsiteY204" fmla="*/ 844 h 9456078"/>
              <a:gd name="connsiteX205" fmla="*/ 12651504 w 13158797"/>
              <a:gd name="connsiteY205" fmla="*/ 211 h 9456078"/>
              <a:gd name="connsiteX206" fmla="*/ 12701487 w 13158797"/>
              <a:gd name="connsiteY206" fmla="*/ 0 h 9456078"/>
              <a:gd name="connsiteX207" fmla="*/ 13158798 w 13158797"/>
              <a:gd name="connsiteY207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98870 w 13158799"/>
              <a:gd name="connsiteY5" fmla="*/ 9447409 h 9456078"/>
              <a:gd name="connsiteX6" fmla="*/ 348429 w 13158799"/>
              <a:gd name="connsiteY6" fmla="*/ 9444290 h 9456078"/>
              <a:gd name="connsiteX7" fmla="*/ 397907 w 13158799"/>
              <a:gd name="connsiteY7" fmla="*/ 9440698 h 9456078"/>
              <a:gd name="connsiteX8" fmla="*/ 447302 w 13158799"/>
              <a:gd name="connsiteY8" fmla="*/ 9436632 h 9456078"/>
              <a:gd name="connsiteX9" fmla="*/ 496610 w 13158799"/>
              <a:gd name="connsiteY9" fmla="*/ 9432096 h 9456078"/>
              <a:gd name="connsiteX10" fmla="*/ 545829 w 13158799"/>
              <a:gd name="connsiteY10" fmla="*/ 9427089 h 9456078"/>
              <a:gd name="connsiteX11" fmla="*/ 594956 w 13158799"/>
              <a:gd name="connsiteY11" fmla="*/ 9421615 h 9456078"/>
              <a:gd name="connsiteX12" fmla="*/ 643987 w 13158799"/>
              <a:gd name="connsiteY12" fmla="*/ 9415673 h 9456078"/>
              <a:gd name="connsiteX13" fmla="*/ 692920 w 13158799"/>
              <a:gd name="connsiteY13" fmla="*/ 9409267 h 9456078"/>
              <a:gd name="connsiteX14" fmla="*/ 741751 w 13158799"/>
              <a:gd name="connsiteY14" fmla="*/ 9402396 h 9456078"/>
              <a:gd name="connsiteX15" fmla="*/ 790478 w 13158799"/>
              <a:gd name="connsiteY15" fmla="*/ 9395063 h 9456078"/>
              <a:gd name="connsiteX16" fmla="*/ 839098 w 13158799"/>
              <a:gd name="connsiteY16" fmla="*/ 9387270 h 9456078"/>
              <a:gd name="connsiteX17" fmla="*/ 887607 w 13158799"/>
              <a:gd name="connsiteY17" fmla="*/ 9379017 h 9456078"/>
              <a:gd name="connsiteX18" fmla="*/ 936002 w 13158799"/>
              <a:gd name="connsiteY18" fmla="*/ 9370306 h 9456078"/>
              <a:gd name="connsiteX19" fmla="*/ 984281 w 13158799"/>
              <a:gd name="connsiteY19" fmla="*/ 9361139 h 9456078"/>
              <a:gd name="connsiteX20" fmla="*/ 1032440 w 13158799"/>
              <a:gd name="connsiteY20" fmla="*/ 9351517 h 9456078"/>
              <a:gd name="connsiteX21" fmla="*/ 1080477 w 13158799"/>
              <a:gd name="connsiteY21" fmla="*/ 9341441 h 9456078"/>
              <a:gd name="connsiteX22" fmla="*/ 1176172 w 13158799"/>
              <a:gd name="connsiteY22" fmla="*/ 9319936 h 9456078"/>
              <a:gd name="connsiteX23" fmla="*/ 1223823 w 13158799"/>
              <a:gd name="connsiteY23" fmla="*/ 9308509 h 9456078"/>
              <a:gd name="connsiteX24" fmla="*/ 1271339 w 13158799"/>
              <a:gd name="connsiteY24" fmla="*/ 9296635 h 9456078"/>
              <a:gd name="connsiteX25" fmla="*/ 1318719 w 13158799"/>
              <a:gd name="connsiteY25" fmla="*/ 9284315 h 9456078"/>
              <a:gd name="connsiteX26" fmla="*/ 1365957 w 13158799"/>
              <a:gd name="connsiteY26" fmla="*/ 9271550 h 9456078"/>
              <a:gd name="connsiteX27" fmla="*/ 1413052 w 13158799"/>
              <a:gd name="connsiteY27" fmla="*/ 9258342 h 9456078"/>
              <a:gd name="connsiteX28" fmla="*/ 1460000 w 13158799"/>
              <a:gd name="connsiteY28" fmla="*/ 9244693 h 9456078"/>
              <a:gd name="connsiteX29" fmla="*/ 1506799 w 13158799"/>
              <a:gd name="connsiteY29" fmla="*/ 9230604 h 9456078"/>
              <a:gd name="connsiteX30" fmla="*/ 1553445 w 13158799"/>
              <a:gd name="connsiteY30" fmla="*/ 9216076 h 9456078"/>
              <a:gd name="connsiteX31" fmla="*/ 1599935 w 13158799"/>
              <a:gd name="connsiteY31" fmla="*/ 9201111 h 9456078"/>
              <a:gd name="connsiteX32" fmla="*/ 1646267 w 13158799"/>
              <a:gd name="connsiteY32" fmla="*/ 9185710 h 9456078"/>
              <a:gd name="connsiteX33" fmla="*/ 1692437 w 13158799"/>
              <a:gd name="connsiteY33" fmla="*/ 9169876 h 9456078"/>
              <a:gd name="connsiteX34" fmla="*/ 1738442 w 13158799"/>
              <a:gd name="connsiteY34" fmla="*/ 9153608 h 9456078"/>
              <a:gd name="connsiteX35" fmla="*/ 1784280 w 13158799"/>
              <a:gd name="connsiteY35" fmla="*/ 9136910 h 9456078"/>
              <a:gd name="connsiteX36" fmla="*/ 1829947 w 13158799"/>
              <a:gd name="connsiteY36" fmla="*/ 9119782 h 9456078"/>
              <a:gd name="connsiteX37" fmla="*/ 1875440 w 13158799"/>
              <a:gd name="connsiteY37" fmla="*/ 9102226 h 9456078"/>
              <a:gd name="connsiteX38" fmla="*/ 1920756 w 13158799"/>
              <a:gd name="connsiteY38" fmla="*/ 9084243 h 9456078"/>
              <a:gd name="connsiteX39" fmla="*/ 1965893 w 13158799"/>
              <a:gd name="connsiteY39" fmla="*/ 9065835 h 9456078"/>
              <a:gd name="connsiteX40" fmla="*/ 2010847 w 13158799"/>
              <a:gd name="connsiteY40" fmla="*/ 9047004 h 9456078"/>
              <a:gd name="connsiteX41" fmla="*/ 2055615 w 13158799"/>
              <a:gd name="connsiteY41" fmla="*/ 9027750 h 9456078"/>
              <a:gd name="connsiteX42" fmla="*/ 2100195 w 13158799"/>
              <a:gd name="connsiteY42" fmla="*/ 9008075 h 9456078"/>
              <a:gd name="connsiteX43" fmla="*/ 2144582 w 13158799"/>
              <a:gd name="connsiteY43" fmla="*/ 8987981 h 9456078"/>
              <a:gd name="connsiteX44" fmla="*/ 2188775 w 13158799"/>
              <a:gd name="connsiteY44" fmla="*/ 8967470 h 9456078"/>
              <a:gd name="connsiteX45" fmla="*/ 2232770 w 13158799"/>
              <a:gd name="connsiteY45" fmla="*/ 8946542 h 9456078"/>
              <a:gd name="connsiteX46" fmla="*/ 2276564 w 13158799"/>
              <a:gd name="connsiteY46" fmla="*/ 8925199 h 9456078"/>
              <a:gd name="connsiteX47" fmla="*/ 2320154 w 13158799"/>
              <a:gd name="connsiteY47" fmla="*/ 8903443 h 9456078"/>
              <a:gd name="connsiteX48" fmla="*/ 2363538 w 13158799"/>
              <a:gd name="connsiteY48" fmla="*/ 8881275 h 9456078"/>
              <a:gd name="connsiteX49" fmla="*/ 2406711 w 13158799"/>
              <a:gd name="connsiteY49" fmla="*/ 8858697 h 9456078"/>
              <a:gd name="connsiteX50" fmla="*/ 2449672 w 13158799"/>
              <a:gd name="connsiteY50" fmla="*/ 8835710 h 9456078"/>
              <a:gd name="connsiteX51" fmla="*/ 2492417 w 13158799"/>
              <a:gd name="connsiteY51" fmla="*/ 8812316 h 9456078"/>
              <a:gd name="connsiteX52" fmla="*/ 2534943 w 13158799"/>
              <a:gd name="connsiteY52" fmla="*/ 8788516 h 9456078"/>
              <a:gd name="connsiteX53" fmla="*/ 2577247 w 13158799"/>
              <a:gd name="connsiteY53" fmla="*/ 8764311 h 9456078"/>
              <a:gd name="connsiteX54" fmla="*/ 2619326 w 13158799"/>
              <a:gd name="connsiteY54" fmla="*/ 8739704 h 9456078"/>
              <a:gd name="connsiteX55" fmla="*/ 2661177 w 13158799"/>
              <a:gd name="connsiteY55" fmla="*/ 8714695 h 9456078"/>
              <a:gd name="connsiteX56" fmla="*/ 2702797 w 13158799"/>
              <a:gd name="connsiteY56" fmla="*/ 8689286 h 9456078"/>
              <a:gd name="connsiteX57" fmla="*/ 2744183 w 13158799"/>
              <a:gd name="connsiteY57" fmla="*/ 8663479 h 9456078"/>
              <a:gd name="connsiteX58" fmla="*/ 2785333 w 13158799"/>
              <a:gd name="connsiteY58" fmla="*/ 8637274 h 9456078"/>
              <a:gd name="connsiteX59" fmla="*/ 2826242 w 13158799"/>
              <a:gd name="connsiteY59" fmla="*/ 8610675 h 9456078"/>
              <a:gd name="connsiteX60" fmla="*/ 2866908 w 13158799"/>
              <a:gd name="connsiteY60" fmla="*/ 8583681 h 9456078"/>
              <a:gd name="connsiteX61" fmla="*/ 2907329 w 13158799"/>
              <a:gd name="connsiteY61" fmla="*/ 8556295 h 9456078"/>
              <a:gd name="connsiteX62" fmla="*/ 2947500 w 13158799"/>
              <a:gd name="connsiteY62" fmla="*/ 8528517 h 9456078"/>
              <a:gd name="connsiteX63" fmla="*/ 2987419 w 13158799"/>
              <a:gd name="connsiteY63" fmla="*/ 8500351 h 9456078"/>
              <a:gd name="connsiteX64" fmla="*/ 3027083 w 13158799"/>
              <a:gd name="connsiteY64" fmla="*/ 8471796 h 9456078"/>
              <a:gd name="connsiteX65" fmla="*/ 3066489 w 13158799"/>
              <a:gd name="connsiteY65" fmla="*/ 8442854 h 9456078"/>
              <a:gd name="connsiteX66" fmla="*/ 3105634 w 13158799"/>
              <a:gd name="connsiteY66" fmla="*/ 8413528 h 9456078"/>
              <a:gd name="connsiteX67" fmla="*/ 3144515 w 13158799"/>
              <a:gd name="connsiteY67" fmla="*/ 8383818 h 9456078"/>
              <a:gd name="connsiteX68" fmla="*/ 3183129 w 13158799"/>
              <a:gd name="connsiteY68" fmla="*/ 8353726 h 9456078"/>
              <a:gd name="connsiteX69" fmla="*/ 3221473 w 13158799"/>
              <a:gd name="connsiteY69" fmla="*/ 8323253 h 9456078"/>
              <a:gd name="connsiteX70" fmla="*/ 3259544 w 13158799"/>
              <a:gd name="connsiteY70" fmla="*/ 8292401 h 9456078"/>
              <a:gd name="connsiteX71" fmla="*/ 3297339 w 13158799"/>
              <a:gd name="connsiteY71" fmla="*/ 8261172 h 9456078"/>
              <a:gd name="connsiteX72" fmla="*/ 3334854 w 13158799"/>
              <a:gd name="connsiteY72" fmla="*/ 8229566 h 9456078"/>
              <a:gd name="connsiteX73" fmla="*/ 3372087 w 13158799"/>
              <a:gd name="connsiteY73" fmla="*/ 8197585 h 9456078"/>
              <a:gd name="connsiteX74" fmla="*/ 3409035 w 13158799"/>
              <a:gd name="connsiteY74" fmla="*/ 8165232 h 9456078"/>
              <a:gd name="connsiteX75" fmla="*/ 3445695 w 13158799"/>
              <a:gd name="connsiteY75" fmla="*/ 8132507 h 9456078"/>
              <a:gd name="connsiteX76" fmla="*/ 3482064 w 13158799"/>
              <a:gd name="connsiteY76" fmla="*/ 8099411 h 9456078"/>
              <a:gd name="connsiteX77" fmla="*/ 3518139 w 13158799"/>
              <a:gd name="connsiteY77" fmla="*/ 8065947 h 9456078"/>
              <a:gd name="connsiteX78" fmla="*/ 3553916 w 13158799"/>
              <a:gd name="connsiteY78" fmla="*/ 8032115 h 9456078"/>
              <a:gd name="connsiteX79" fmla="*/ 3589393 w 13158799"/>
              <a:gd name="connsiteY79" fmla="*/ 7997918 h 9456078"/>
              <a:gd name="connsiteX80" fmla="*/ 3624567 w 13158799"/>
              <a:gd name="connsiteY80" fmla="*/ 7963356 h 9456078"/>
              <a:gd name="connsiteX81" fmla="*/ 3659435 w 13158799"/>
              <a:gd name="connsiteY81" fmla="*/ 7928432 h 9456078"/>
              <a:gd name="connsiteX82" fmla="*/ 3693994 w 13158799"/>
              <a:gd name="connsiteY82" fmla="*/ 7893146 h 9456078"/>
              <a:gd name="connsiteX83" fmla="*/ 3728240 w 13158799"/>
              <a:gd name="connsiteY83" fmla="*/ 7857501 h 9456078"/>
              <a:gd name="connsiteX84" fmla="*/ 3762171 w 13158799"/>
              <a:gd name="connsiteY84" fmla="*/ 7821497 h 9456078"/>
              <a:gd name="connsiteX85" fmla="*/ 3795783 w 13158799"/>
              <a:gd name="connsiteY85" fmla="*/ 7785136 h 9456078"/>
              <a:gd name="connsiteX86" fmla="*/ 3829075 w 13158799"/>
              <a:gd name="connsiteY86" fmla="*/ 7748420 h 9456078"/>
              <a:gd name="connsiteX87" fmla="*/ 3862042 w 13158799"/>
              <a:gd name="connsiteY87" fmla="*/ 7711350 h 9456078"/>
              <a:gd name="connsiteX88" fmla="*/ 3894682 w 13158799"/>
              <a:gd name="connsiteY88" fmla="*/ 7673928 h 9456078"/>
              <a:gd name="connsiteX89" fmla="*/ 3926991 w 13158799"/>
              <a:gd name="connsiteY89" fmla="*/ 7636155 h 9456078"/>
              <a:gd name="connsiteX90" fmla="*/ 3958967 w 13158799"/>
              <a:gd name="connsiteY90" fmla="*/ 7598032 h 9456078"/>
              <a:gd name="connsiteX91" fmla="*/ 3990607 w 13158799"/>
              <a:gd name="connsiteY91" fmla="*/ 7559561 h 9456078"/>
              <a:gd name="connsiteX92" fmla="*/ 4021907 w 13158799"/>
              <a:gd name="connsiteY92" fmla="*/ 7520744 h 9456078"/>
              <a:gd name="connsiteX93" fmla="*/ 4052865 w 13158799"/>
              <a:gd name="connsiteY93" fmla="*/ 7481582 h 9456078"/>
              <a:gd name="connsiteX94" fmla="*/ 4083478 w 13158799"/>
              <a:gd name="connsiteY94" fmla="*/ 7442077 h 9456078"/>
              <a:gd name="connsiteX95" fmla="*/ 8022311 w 13158799"/>
              <a:gd name="connsiteY95" fmla="*/ 2307814 h 9456078"/>
              <a:gd name="connsiteX96" fmla="*/ 8052902 w 13158799"/>
              <a:gd name="connsiteY96" fmla="*/ 2268285 h 9456078"/>
              <a:gd name="connsiteX97" fmla="*/ 8083796 w 13158799"/>
              <a:gd name="connsiteY97" fmla="*/ 2229056 h 9456078"/>
              <a:gd name="connsiteX98" fmla="*/ 8114989 w 13158799"/>
              <a:gd name="connsiteY98" fmla="*/ 2190127 h 9456078"/>
              <a:gd name="connsiteX99" fmla="*/ 8146479 w 13158799"/>
              <a:gd name="connsiteY99" fmla="*/ 2151500 h 9456078"/>
              <a:gd name="connsiteX100" fmla="*/ 8178264 w 13158799"/>
              <a:gd name="connsiteY100" fmla="*/ 2113176 h 9456078"/>
              <a:gd name="connsiteX101" fmla="*/ 8210341 w 13158799"/>
              <a:gd name="connsiteY101" fmla="*/ 2075157 h 9456078"/>
              <a:gd name="connsiteX102" fmla="*/ 8242709 w 13158799"/>
              <a:gd name="connsiteY102" fmla="*/ 2037442 h 9456078"/>
              <a:gd name="connsiteX103" fmla="*/ 8275365 w 13158799"/>
              <a:gd name="connsiteY103" fmla="*/ 2000034 h 9456078"/>
              <a:gd name="connsiteX104" fmla="*/ 8308307 w 13158799"/>
              <a:gd name="connsiteY104" fmla="*/ 1962934 h 9456078"/>
              <a:gd name="connsiteX105" fmla="*/ 8341532 w 13158799"/>
              <a:gd name="connsiteY105" fmla="*/ 1926142 h 9456078"/>
              <a:gd name="connsiteX106" fmla="*/ 8375038 w 13158799"/>
              <a:gd name="connsiteY106" fmla="*/ 1889660 h 9456078"/>
              <a:gd name="connsiteX107" fmla="*/ 8408823 w 13158799"/>
              <a:gd name="connsiteY107" fmla="*/ 1853489 h 9456078"/>
              <a:gd name="connsiteX108" fmla="*/ 8442885 w 13158799"/>
              <a:gd name="connsiteY108" fmla="*/ 1817630 h 9456078"/>
              <a:gd name="connsiteX109" fmla="*/ 8477221 w 13158799"/>
              <a:gd name="connsiteY109" fmla="*/ 1782084 h 9456078"/>
              <a:gd name="connsiteX110" fmla="*/ 8511829 w 13158799"/>
              <a:gd name="connsiteY110" fmla="*/ 1746853 h 9456078"/>
              <a:gd name="connsiteX111" fmla="*/ 8546706 w 13158799"/>
              <a:gd name="connsiteY111" fmla="*/ 1711937 h 9456078"/>
              <a:gd name="connsiteX112" fmla="*/ 8581851 w 13158799"/>
              <a:gd name="connsiteY112" fmla="*/ 1677337 h 9456078"/>
              <a:gd name="connsiteX113" fmla="*/ 8617261 w 13158799"/>
              <a:gd name="connsiteY113" fmla="*/ 1643056 h 9456078"/>
              <a:gd name="connsiteX114" fmla="*/ 8652934 w 13158799"/>
              <a:gd name="connsiteY114" fmla="*/ 1609093 h 9456078"/>
              <a:gd name="connsiteX115" fmla="*/ 8688867 w 13158799"/>
              <a:gd name="connsiteY115" fmla="*/ 1575450 h 9456078"/>
              <a:gd name="connsiteX116" fmla="*/ 8725058 w 13158799"/>
              <a:gd name="connsiteY116" fmla="*/ 1542128 h 9456078"/>
              <a:gd name="connsiteX117" fmla="*/ 8761506 w 13158799"/>
              <a:gd name="connsiteY117" fmla="*/ 1509129 h 9456078"/>
              <a:gd name="connsiteX118" fmla="*/ 8798207 w 13158799"/>
              <a:gd name="connsiteY118" fmla="*/ 1476452 h 9456078"/>
              <a:gd name="connsiteX119" fmla="*/ 8835159 w 13158799"/>
              <a:gd name="connsiteY119" fmla="*/ 1444101 h 9456078"/>
              <a:gd name="connsiteX120" fmla="*/ 8872360 w 13158799"/>
              <a:gd name="connsiteY120" fmla="*/ 1412075 h 9456078"/>
              <a:gd name="connsiteX121" fmla="*/ 8909808 w 13158799"/>
              <a:gd name="connsiteY121" fmla="*/ 1380375 h 9456078"/>
              <a:gd name="connsiteX122" fmla="*/ 8947501 w 13158799"/>
              <a:gd name="connsiteY122" fmla="*/ 1349004 h 9456078"/>
              <a:gd name="connsiteX123" fmla="*/ 8985435 w 13158799"/>
              <a:gd name="connsiteY123" fmla="*/ 1317962 h 9456078"/>
              <a:gd name="connsiteX124" fmla="*/ 9023610 w 13158799"/>
              <a:gd name="connsiteY124" fmla="*/ 1287250 h 9456078"/>
              <a:gd name="connsiteX125" fmla="*/ 9062022 w 13158799"/>
              <a:gd name="connsiteY125" fmla="*/ 1256869 h 9456078"/>
              <a:gd name="connsiteX126" fmla="*/ 9100669 w 13158799"/>
              <a:gd name="connsiteY126" fmla="*/ 1226820 h 9456078"/>
              <a:gd name="connsiteX127" fmla="*/ 9139549 w 13158799"/>
              <a:gd name="connsiteY127" fmla="*/ 1197105 h 9456078"/>
              <a:gd name="connsiteX128" fmla="*/ 9178660 w 13158799"/>
              <a:gd name="connsiteY128" fmla="*/ 1167725 h 9456078"/>
              <a:gd name="connsiteX129" fmla="*/ 9217999 w 13158799"/>
              <a:gd name="connsiteY129" fmla="*/ 1138681 h 9456078"/>
              <a:gd name="connsiteX130" fmla="*/ 9257564 w 13158799"/>
              <a:gd name="connsiteY130" fmla="*/ 1109974 h 9456078"/>
              <a:gd name="connsiteX131" fmla="*/ 9297353 w 13158799"/>
              <a:gd name="connsiteY131" fmla="*/ 1081604 h 9456078"/>
              <a:gd name="connsiteX132" fmla="*/ 9337364 w 13158799"/>
              <a:gd name="connsiteY132" fmla="*/ 1053574 h 9456078"/>
              <a:gd name="connsiteX133" fmla="*/ 9377594 w 13158799"/>
              <a:gd name="connsiteY133" fmla="*/ 1025884 h 9456078"/>
              <a:gd name="connsiteX134" fmla="*/ 9418040 w 13158799"/>
              <a:gd name="connsiteY134" fmla="*/ 998536 h 9456078"/>
              <a:gd name="connsiteX135" fmla="*/ 9458702 w 13158799"/>
              <a:gd name="connsiteY135" fmla="*/ 971530 h 9456078"/>
              <a:gd name="connsiteX136" fmla="*/ 9499575 w 13158799"/>
              <a:gd name="connsiteY136" fmla="*/ 944868 h 9456078"/>
              <a:gd name="connsiteX137" fmla="*/ 9540659 w 13158799"/>
              <a:gd name="connsiteY137" fmla="*/ 918551 h 9456078"/>
              <a:gd name="connsiteX138" fmla="*/ 9581950 w 13158799"/>
              <a:gd name="connsiteY138" fmla="*/ 892580 h 9456078"/>
              <a:gd name="connsiteX139" fmla="*/ 9623447 w 13158799"/>
              <a:gd name="connsiteY139" fmla="*/ 866956 h 9456078"/>
              <a:gd name="connsiteX140" fmla="*/ 9665147 w 13158799"/>
              <a:gd name="connsiteY140" fmla="*/ 841681 h 9456078"/>
              <a:gd name="connsiteX141" fmla="*/ 9707048 w 13158799"/>
              <a:gd name="connsiteY141" fmla="*/ 816754 h 9456078"/>
              <a:gd name="connsiteX142" fmla="*/ 9749147 w 13158799"/>
              <a:gd name="connsiteY142" fmla="*/ 792179 h 9456078"/>
              <a:gd name="connsiteX143" fmla="*/ 9791443 w 13158799"/>
              <a:gd name="connsiteY143" fmla="*/ 767955 h 9456078"/>
              <a:gd name="connsiteX144" fmla="*/ 9833932 w 13158799"/>
              <a:gd name="connsiteY144" fmla="*/ 744083 h 9456078"/>
              <a:gd name="connsiteX145" fmla="*/ 9876613 w 13158799"/>
              <a:gd name="connsiteY145" fmla="*/ 720566 h 9456078"/>
              <a:gd name="connsiteX146" fmla="*/ 9919484 w 13158799"/>
              <a:gd name="connsiteY146" fmla="*/ 697404 h 9456078"/>
              <a:gd name="connsiteX147" fmla="*/ 9962542 w 13158799"/>
              <a:gd name="connsiteY147" fmla="*/ 674598 h 9456078"/>
              <a:gd name="connsiteX148" fmla="*/ 10005784 w 13158799"/>
              <a:gd name="connsiteY148" fmla="*/ 652149 h 9456078"/>
              <a:gd name="connsiteX149" fmla="*/ 10049209 w 13158799"/>
              <a:gd name="connsiteY149" fmla="*/ 630059 h 9456078"/>
              <a:gd name="connsiteX150" fmla="*/ 10092814 w 13158799"/>
              <a:gd name="connsiteY150" fmla="*/ 608328 h 9456078"/>
              <a:gd name="connsiteX151" fmla="*/ 10136597 w 13158799"/>
              <a:gd name="connsiteY151" fmla="*/ 586958 h 9456078"/>
              <a:gd name="connsiteX152" fmla="*/ 10180556 w 13158799"/>
              <a:gd name="connsiteY152" fmla="*/ 565950 h 9456078"/>
              <a:gd name="connsiteX153" fmla="*/ 10224688 w 13158799"/>
              <a:gd name="connsiteY153" fmla="*/ 545304 h 9456078"/>
              <a:gd name="connsiteX154" fmla="*/ 10268991 w 13158799"/>
              <a:gd name="connsiteY154" fmla="*/ 525023 h 9456078"/>
              <a:gd name="connsiteX155" fmla="*/ 10313463 w 13158799"/>
              <a:gd name="connsiteY155" fmla="*/ 505107 h 9456078"/>
              <a:gd name="connsiteX156" fmla="*/ 10358101 w 13158799"/>
              <a:gd name="connsiteY156" fmla="*/ 485558 h 9456078"/>
              <a:gd name="connsiteX157" fmla="*/ 10402903 w 13158799"/>
              <a:gd name="connsiteY157" fmla="*/ 466376 h 9456078"/>
              <a:gd name="connsiteX158" fmla="*/ 10447868 w 13158799"/>
              <a:gd name="connsiteY158" fmla="*/ 447563 h 9456078"/>
              <a:gd name="connsiteX159" fmla="*/ 10492991 w 13158799"/>
              <a:gd name="connsiteY159" fmla="*/ 429119 h 9456078"/>
              <a:gd name="connsiteX160" fmla="*/ 10538272 w 13158799"/>
              <a:gd name="connsiteY160" fmla="*/ 411046 h 9456078"/>
              <a:gd name="connsiteX161" fmla="*/ 10583708 w 13158799"/>
              <a:gd name="connsiteY161" fmla="*/ 393346 h 9456078"/>
              <a:gd name="connsiteX162" fmla="*/ 10629297 w 13158799"/>
              <a:gd name="connsiteY162" fmla="*/ 376018 h 9456078"/>
              <a:gd name="connsiteX163" fmla="*/ 10675036 w 13158799"/>
              <a:gd name="connsiteY163" fmla="*/ 359065 h 9456078"/>
              <a:gd name="connsiteX164" fmla="*/ 10720923 w 13158799"/>
              <a:gd name="connsiteY164" fmla="*/ 342487 h 9456078"/>
              <a:gd name="connsiteX165" fmla="*/ 10766956 w 13158799"/>
              <a:gd name="connsiteY165" fmla="*/ 326286 h 9456078"/>
              <a:gd name="connsiteX166" fmla="*/ 10813132 w 13158799"/>
              <a:gd name="connsiteY166" fmla="*/ 310462 h 9456078"/>
              <a:gd name="connsiteX167" fmla="*/ 10859450 w 13158799"/>
              <a:gd name="connsiteY167" fmla="*/ 295018 h 9456078"/>
              <a:gd name="connsiteX168" fmla="*/ 10905907 w 13158799"/>
              <a:gd name="connsiteY168" fmla="*/ 279953 h 9456078"/>
              <a:gd name="connsiteX169" fmla="*/ 10952500 w 13158799"/>
              <a:gd name="connsiteY169" fmla="*/ 265269 h 9456078"/>
              <a:gd name="connsiteX170" fmla="*/ 10999227 w 13158799"/>
              <a:gd name="connsiteY170" fmla="*/ 250968 h 9456078"/>
              <a:gd name="connsiteX171" fmla="*/ 11046087 w 13158799"/>
              <a:gd name="connsiteY171" fmla="*/ 237049 h 9456078"/>
              <a:gd name="connsiteX172" fmla="*/ 11093076 w 13158799"/>
              <a:gd name="connsiteY172" fmla="*/ 223516 h 9456078"/>
              <a:gd name="connsiteX173" fmla="*/ 11140193 w 13158799"/>
              <a:gd name="connsiteY173" fmla="*/ 210368 h 9456078"/>
              <a:gd name="connsiteX174" fmla="*/ 11187434 w 13158799"/>
              <a:gd name="connsiteY174" fmla="*/ 197606 h 9456078"/>
              <a:gd name="connsiteX175" fmla="*/ 11234799 w 13158799"/>
              <a:gd name="connsiteY175" fmla="*/ 185233 h 9456078"/>
              <a:gd name="connsiteX176" fmla="*/ 11282284 w 13158799"/>
              <a:gd name="connsiteY176" fmla="*/ 173248 h 9456078"/>
              <a:gd name="connsiteX177" fmla="*/ 11329888 w 13158799"/>
              <a:gd name="connsiteY177" fmla="*/ 161654 h 9456078"/>
              <a:gd name="connsiteX178" fmla="*/ 11377607 w 13158799"/>
              <a:gd name="connsiteY178" fmla="*/ 150451 h 9456078"/>
              <a:gd name="connsiteX179" fmla="*/ 11425440 w 13158799"/>
              <a:gd name="connsiteY179" fmla="*/ 139640 h 9456078"/>
              <a:gd name="connsiteX180" fmla="*/ 11473385 w 13158799"/>
              <a:gd name="connsiteY180" fmla="*/ 129223 h 9456078"/>
              <a:gd name="connsiteX181" fmla="*/ 11521439 w 13158799"/>
              <a:gd name="connsiteY181" fmla="*/ 119201 h 9456078"/>
              <a:gd name="connsiteX182" fmla="*/ 11569599 w 13158799"/>
              <a:gd name="connsiteY182" fmla="*/ 109574 h 9456078"/>
              <a:gd name="connsiteX183" fmla="*/ 11617864 w 13158799"/>
              <a:gd name="connsiteY183" fmla="*/ 100344 h 9456078"/>
              <a:gd name="connsiteX184" fmla="*/ 11666231 w 13158799"/>
              <a:gd name="connsiteY184" fmla="*/ 91512 h 9456078"/>
              <a:gd name="connsiteX185" fmla="*/ 11714698 w 13158799"/>
              <a:gd name="connsiteY185" fmla="*/ 83080 h 9456078"/>
              <a:gd name="connsiteX186" fmla="*/ 11763263 w 13158799"/>
              <a:gd name="connsiteY186" fmla="*/ 75047 h 9456078"/>
              <a:gd name="connsiteX187" fmla="*/ 11811923 w 13158799"/>
              <a:gd name="connsiteY187" fmla="*/ 67417 h 9456078"/>
              <a:gd name="connsiteX188" fmla="*/ 11860676 w 13158799"/>
              <a:gd name="connsiteY188" fmla="*/ 60188 h 9456078"/>
              <a:gd name="connsiteX189" fmla="*/ 11909519 w 13158799"/>
              <a:gd name="connsiteY189" fmla="*/ 53364 h 9456078"/>
              <a:gd name="connsiteX190" fmla="*/ 11958451 w 13158799"/>
              <a:gd name="connsiteY190" fmla="*/ 46944 h 9456078"/>
              <a:gd name="connsiteX191" fmla="*/ 12007470 w 13158799"/>
              <a:gd name="connsiteY191" fmla="*/ 40931 h 9456078"/>
              <a:gd name="connsiteX192" fmla="*/ 12056572 w 13158799"/>
              <a:gd name="connsiteY192" fmla="*/ 35324 h 9456078"/>
              <a:gd name="connsiteX193" fmla="*/ 12105756 w 13158799"/>
              <a:gd name="connsiteY193" fmla="*/ 30126 h 9456078"/>
              <a:gd name="connsiteX194" fmla="*/ 12155019 w 13158799"/>
              <a:gd name="connsiteY194" fmla="*/ 25337 h 9456078"/>
              <a:gd name="connsiteX195" fmla="*/ 12204359 w 13158799"/>
              <a:gd name="connsiteY195" fmla="*/ 20958 h 9456078"/>
              <a:gd name="connsiteX196" fmla="*/ 12253773 w 13158799"/>
              <a:gd name="connsiteY196" fmla="*/ 16991 h 9456078"/>
              <a:gd name="connsiteX197" fmla="*/ 12303260 w 13158799"/>
              <a:gd name="connsiteY197" fmla="*/ 13437 h 9456078"/>
              <a:gd name="connsiteX198" fmla="*/ 12352818 w 13158799"/>
              <a:gd name="connsiteY198" fmla="*/ 10297 h 9456078"/>
              <a:gd name="connsiteX199" fmla="*/ 12402443 w 13158799"/>
              <a:gd name="connsiteY199" fmla="*/ 7572 h 9456078"/>
              <a:gd name="connsiteX200" fmla="*/ 12452133 w 13158799"/>
              <a:gd name="connsiteY200" fmla="*/ 5263 h 9456078"/>
              <a:gd name="connsiteX201" fmla="*/ 12501887 w 13158799"/>
              <a:gd name="connsiteY201" fmla="*/ 3371 h 9456078"/>
              <a:gd name="connsiteX202" fmla="*/ 12551701 w 13158799"/>
              <a:gd name="connsiteY202" fmla="*/ 1898 h 9456078"/>
              <a:gd name="connsiteX203" fmla="*/ 12601574 w 13158799"/>
              <a:gd name="connsiteY203" fmla="*/ 844 h 9456078"/>
              <a:gd name="connsiteX204" fmla="*/ 12651504 w 13158799"/>
              <a:gd name="connsiteY204" fmla="*/ 211 h 9456078"/>
              <a:gd name="connsiteX205" fmla="*/ 12701487 w 13158799"/>
              <a:gd name="connsiteY205" fmla="*/ 0 h 9456078"/>
              <a:gd name="connsiteX206" fmla="*/ 13158798 w 13158799"/>
              <a:gd name="connsiteY206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76172 w 13158797"/>
              <a:gd name="connsiteY22" fmla="*/ 9319936 h 9456078"/>
              <a:gd name="connsiteX23" fmla="*/ 1223823 w 13158797"/>
              <a:gd name="connsiteY23" fmla="*/ 9308509 h 9456078"/>
              <a:gd name="connsiteX24" fmla="*/ 1271339 w 13158797"/>
              <a:gd name="connsiteY24" fmla="*/ 9296635 h 9456078"/>
              <a:gd name="connsiteX25" fmla="*/ 1318719 w 13158797"/>
              <a:gd name="connsiteY25" fmla="*/ 9284315 h 9456078"/>
              <a:gd name="connsiteX26" fmla="*/ 1365957 w 13158797"/>
              <a:gd name="connsiteY26" fmla="*/ 9271550 h 9456078"/>
              <a:gd name="connsiteX27" fmla="*/ 1413052 w 13158797"/>
              <a:gd name="connsiteY27" fmla="*/ 9258342 h 9456078"/>
              <a:gd name="connsiteX28" fmla="*/ 1460000 w 13158797"/>
              <a:gd name="connsiteY28" fmla="*/ 9244693 h 9456078"/>
              <a:gd name="connsiteX29" fmla="*/ 1506799 w 13158797"/>
              <a:gd name="connsiteY29" fmla="*/ 9230604 h 9456078"/>
              <a:gd name="connsiteX30" fmla="*/ 1553445 w 13158797"/>
              <a:gd name="connsiteY30" fmla="*/ 9216076 h 9456078"/>
              <a:gd name="connsiteX31" fmla="*/ 1599935 w 13158797"/>
              <a:gd name="connsiteY31" fmla="*/ 9201111 h 9456078"/>
              <a:gd name="connsiteX32" fmla="*/ 1646267 w 13158797"/>
              <a:gd name="connsiteY32" fmla="*/ 9185710 h 9456078"/>
              <a:gd name="connsiteX33" fmla="*/ 1692437 w 13158797"/>
              <a:gd name="connsiteY33" fmla="*/ 9169876 h 9456078"/>
              <a:gd name="connsiteX34" fmla="*/ 1738442 w 13158797"/>
              <a:gd name="connsiteY34" fmla="*/ 9153608 h 9456078"/>
              <a:gd name="connsiteX35" fmla="*/ 1784280 w 13158797"/>
              <a:gd name="connsiteY35" fmla="*/ 9136910 h 9456078"/>
              <a:gd name="connsiteX36" fmla="*/ 1829947 w 13158797"/>
              <a:gd name="connsiteY36" fmla="*/ 9119782 h 9456078"/>
              <a:gd name="connsiteX37" fmla="*/ 1875440 w 13158797"/>
              <a:gd name="connsiteY37" fmla="*/ 9102226 h 9456078"/>
              <a:gd name="connsiteX38" fmla="*/ 1920756 w 13158797"/>
              <a:gd name="connsiteY38" fmla="*/ 9084243 h 9456078"/>
              <a:gd name="connsiteX39" fmla="*/ 1965893 w 13158797"/>
              <a:gd name="connsiteY39" fmla="*/ 9065835 h 9456078"/>
              <a:gd name="connsiteX40" fmla="*/ 2055615 w 13158797"/>
              <a:gd name="connsiteY40" fmla="*/ 9027750 h 9456078"/>
              <a:gd name="connsiteX41" fmla="*/ 2100195 w 13158797"/>
              <a:gd name="connsiteY41" fmla="*/ 9008075 h 9456078"/>
              <a:gd name="connsiteX42" fmla="*/ 2144582 w 13158797"/>
              <a:gd name="connsiteY42" fmla="*/ 8987981 h 9456078"/>
              <a:gd name="connsiteX43" fmla="*/ 2188775 w 13158797"/>
              <a:gd name="connsiteY43" fmla="*/ 8967470 h 9456078"/>
              <a:gd name="connsiteX44" fmla="*/ 2232770 w 13158797"/>
              <a:gd name="connsiteY44" fmla="*/ 8946542 h 9456078"/>
              <a:gd name="connsiteX45" fmla="*/ 2276564 w 13158797"/>
              <a:gd name="connsiteY45" fmla="*/ 8925199 h 9456078"/>
              <a:gd name="connsiteX46" fmla="*/ 2320154 w 13158797"/>
              <a:gd name="connsiteY46" fmla="*/ 8903443 h 9456078"/>
              <a:gd name="connsiteX47" fmla="*/ 2363538 w 13158797"/>
              <a:gd name="connsiteY47" fmla="*/ 8881275 h 9456078"/>
              <a:gd name="connsiteX48" fmla="*/ 2406711 w 13158797"/>
              <a:gd name="connsiteY48" fmla="*/ 8858697 h 9456078"/>
              <a:gd name="connsiteX49" fmla="*/ 2449672 w 13158797"/>
              <a:gd name="connsiteY49" fmla="*/ 8835710 h 9456078"/>
              <a:gd name="connsiteX50" fmla="*/ 2492417 w 13158797"/>
              <a:gd name="connsiteY50" fmla="*/ 8812316 h 9456078"/>
              <a:gd name="connsiteX51" fmla="*/ 2534943 w 13158797"/>
              <a:gd name="connsiteY51" fmla="*/ 8788516 h 9456078"/>
              <a:gd name="connsiteX52" fmla="*/ 2577247 w 13158797"/>
              <a:gd name="connsiteY52" fmla="*/ 8764311 h 9456078"/>
              <a:gd name="connsiteX53" fmla="*/ 2619326 w 13158797"/>
              <a:gd name="connsiteY53" fmla="*/ 8739704 h 9456078"/>
              <a:gd name="connsiteX54" fmla="*/ 2661177 w 13158797"/>
              <a:gd name="connsiteY54" fmla="*/ 8714695 h 9456078"/>
              <a:gd name="connsiteX55" fmla="*/ 2702797 w 13158797"/>
              <a:gd name="connsiteY55" fmla="*/ 8689286 h 9456078"/>
              <a:gd name="connsiteX56" fmla="*/ 2744183 w 13158797"/>
              <a:gd name="connsiteY56" fmla="*/ 8663479 h 9456078"/>
              <a:gd name="connsiteX57" fmla="*/ 2785333 w 13158797"/>
              <a:gd name="connsiteY57" fmla="*/ 8637274 h 9456078"/>
              <a:gd name="connsiteX58" fmla="*/ 2826242 w 13158797"/>
              <a:gd name="connsiteY58" fmla="*/ 8610675 h 9456078"/>
              <a:gd name="connsiteX59" fmla="*/ 2866908 w 13158797"/>
              <a:gd name="connsiteY59" fmla="*/ 8583681 h 9456078"/>
              <a:gd name="connsiteX60" fmla="*/ 2907329 w 13158797"/>
              <a:gd name="connsiteY60" fmla="*/ 8556295 h 9456078"/>
              <a:gd name="connsiteX61" fmla="*/ 2947500 w 13158797"/>
              <a:gd name="connsiteY61" fmla="*/ 8528517 h 9456078"/>
              <a:gd name="connsiteX62" fmla="*/ 2987419 w 13158797"/>
              <a:gd name="connsiteY62" fmla="*/ 8500351 h 9456078"/>
              <a:gd name="connsiteX63" fmla="*/ 3027083 w 13158797"/>
              <a:gd name="connsiteY63" fmla="*/ 8471796 h 9456078"/>
              <a:gd name="connsiteX64" fmla="*/ 3066489 w 13158797"/>
              <a:gd name="connsiteY64" fmla="*/ 8442854 h 9456078"/>
              <a:gd name="connsiteX65" fmla="*/ 3105634 w 13158797"/>
              <a:gd name="connsiteY65" fmla="*/ 8413528 h 9456078"/>
              <a:gd name="connsiteX66" fmla="*/ 3144515 w 13158797"/>
              <a:gd name="connsiteY66" fmla="*/ 8383818 h 9456078"/>
              <a:gd name="connsiteX67" fmla="*/ 3183129 w 13158797"/>
              <a:gd name="connsiteY67" fmla="*/ 8353726 h 9456078"/>
              <a:gd name="connsiteX68" fmla="*/ 3221473 w 13158797"/>
              <a:gd name="connsiteY68" fmla="*/ 8323253 h 9456078"/>
              <a:gd name="connsiteX69" fmla="*/ 3259544 w 13158797"/>
              <a:gd name="connsiteY69" fmla="*/ 8292401 h 9456078"/>
              <a:gd name="connsiteX70" fmla="*/ 3297339 w 13158797"/>
              <a:gd name="connsiteY70" fmla="*/ 8261172 h 9456078"/>
              <a:gd name="connsiteX71" fmla="*/ 3334854 w 13158797"/>
              <a:gd name="connsiteY71" fmla="*/ 8229566 h 9456078"/>
              <a:gd name="connsiteX72" fmla="*/ 3372087 w 13158797"/>
              <a:gd name="connsiteY72" fmla="*/ 8197585 h 9456078"/>
              <a:gd name="connsiteX73" fmla="*/ 3409035 w 13158797"/>
              <a:gd name="connsiteY73" fmla="*/ 8165232 h 9456078"/>
              <a:gd name="connsiteX74" fmla="*/ 3445695 w 13158797"/>
              <a:gd name="connsiteY74" fmla="*/ 8132507 h 9456078"/>
              <a:gd name="connsiteX75" fmla="*/ 3482064 w 13158797"/>
              <a:gd name="connsiteY75" fmla="*/ 8099411 h 9456078"/>
              <a:gd name="connsiteX76" fmla="*/ 3518139 w 13158797"/>
              <a:gd name="connsiteY76" fmla="*/ 8065947 h 9456078"/>
              <a:gd name="connsiteX77" fmla="*/ 3553916 w 13158797"/>
              <a:gd name="connsiteY77" fmla="*/ 8032115 h 9456078"/>
              <a:gd name="connsiteX78" fmla="*/ 3589393 w 13158797"/>
              <a:gd name="connsiteY78" fmla="*/ 7997918 h 9456078"/>
              <a:gd name="connsiteX79" fmla="*/ 3624567 w 13158797"/>
              <a:gd name="connsiteY79" fmla="*/ 7963356 h 9456078"/>
              <a:gd name="connsiteX80" fmla="*/ 3659435 w 13158797"/>
              <a:gd name="connsiteY80" fmla="*/ 7928432 h 9456078"/>
              <a:gd name="connsiteX81" fmla="*/ 3693994 w 13158797"/>
              <a:gd name="connsiteY81" fmla="*/ 7893146 h 9456078"/>
              <a:gd name="connsiteX82" fmla="*/ 3728240 w 13158797"/>
              <a:gd name="connsiteY82" fmla="*/ 7857501 h 9456078"/>
              <a:gd name="connsiteX83" fmla="*/ 3762171 w 13158797"/>
              <a:gd name="connsiteY83" fmla="*/ 7821497 h 9456078"/>
              <a:gd name="connsiteX84" fmla="*/ 3795783 w 13158797"/>
              <a:gd name="connsiteY84" fmla="*/ 7785136 h 9456078"/>
              <a:gd name="connsiteX85" fmla="*/ 3829075 w 13158797"/>
              <a:gd name="connsiteY85" fmla="*/ 7748420 h 9456078"/>
              <a:gd name="connsiteX86" fmla="*/ 3862042 w 13158797"/>
              <a:gd name="connsiteY86" fmla="*/ 7711350 h 9456078"/>
              <a:gd name="connsiteX87" fmla="*/ 3894682 w 13158797"/>
              <a:gd name="connsiteY87" fmla="*/ 7673928 h 9456078"/>
              <a:gd name="connsiteX88" fmla="*/ 3926991 w 13158797"/>
              <a:gd name="connsiteY88" fmla="*/ 7636155 h 9456078"/>
              <a:gd name="connsiteX89" fmla="*/ 3958967 w 13158797"/>
              <a:gd name="connsiteY89" fmla="*/ 7598032 h 9456078"/>
              <a:gd name="connsiteX90" fmla="*/ 3990607 w 13158797"/>
              <a:gd name="connsiteY90" fmla="*/ 7559561 h 9456078"/>
              <a:gd name="connsiteX91" fmla="*/ 4021907 w 13158797"/>
              <a:gd name="connsiteY91" fmla="*/ 7520744 h 9456078"/>
              <a:gd name="connsiteX92" fmla="*/ 4052865 w 13158797"/>
              <a:gd name="connsiteY92" fmla="*/ 7481582 h 9456078"/>
              <a:gd name="connsiteX93" fmla="*/ 4083478 w 13158797"/>
              <a:gd name="connsiteY93" fmla="*/ 7442077 h 9456078"/>
              <a:gd name="connsiteX94" fmla="*/ 8022311 w 13158797"/>
              <a:gd name="connsiteY94" fmla="*/ 2307814 h 9456078"/>
              <a:gd name="connsiteX95" fmla="*/ 8052902 w 13158797"/>
              <a:gd name="connsiteY95" fmla="*/ 2268285 h 9456078"/>
              <a:gd name="connsiteX96" fmla="*/ 8083796 w 13158797"/>
              <a:gd name="connsiteY96" fmla="*/ 2229056 h 9456078"/>
              <a:gd name="connsiteX97" fmla="*/ 8114989 w 13158797"/>
              <a:gd name="connsiteY97" fmla="*/ 2190127 h 9456078"/>
              <a:gd name="connsiteX98" fmla="*/ 8146479 w 13158797"/>
              <a:gd name="connsiteY98" fmla="*/ 2151500 h 9456078"/>
              <a:gd name="connsiteX99" fmla="*/ 8178264 w 13158797"/>
              <a:gd name="connsiteY99" fmla="*/ 2113176 h 9456078"/>
              <a:gd name="connsiteX100" fmla="*/ 8210341 w 13158797"/>
              <a:gd name="connsiteY100" fmla="*/ 2075157 h 9456078"/>
              <a:gd name="connsiteX101" fmla="*/ 8242709 w 13158797"/>
              <a:gd name="connsiteY101" fmla="*/ 2037442 h 9456078"/>
              <a:gd name="connsiteX102" fmla="*/ 8275365 w 13158797"/>
              <a:gd name="connsiteY102" fmla="*/ 2000034 h 9456078"/>
              <a:gd name="connsiteX103" fmla="*/ 8308307 w 13158797"/>
              <a:gd name="connsiteY103" fmla="*/ 1962934 h 9456078"/>
              <a:gd name="connsiteX104" fmla="*/ 8341532 w 13158797"/>
              <a:gd name="connsiteY104" fmla="*/ 1926142 h 9456078"/>
              <a:gd name="connsiteX105" fmla="*/ 8375038 w 13158797"/>
              <a:gd name="connsiteY105" fmla="*/ 1889660 h 9456078"/>
              <a:gd name="connsiteX106" fmla="*/ 8408823 w 13158797"/>
              <a:gd name="connsiteY106" fmla="*/ 1853489 h 9456078"/>
              <a:gd name="connsiteX107" fmla="*/ 8442885 w 13158797"/>
              <a:gd name="connsiteY107" fmla="*/ 1817630 h 9456078"/>
              <a:gd name="connsiteX108" fmla="*/ 8477221 w 13158797"/>
              <a:gd name="connsiteY108" fmla="*/ 1782084 h 9456078"/>
              <a:gd name="connsiteX109" fmla="*/ 8511829 w 13158797"/>
              <a:gd name="connsiteY109" fmla="*/ 1746853 h 9456078"/>
              <a:gd name="connsiteX110" fmla="*/ 8546706 w 13158797"/>
              <a:gd name="connsiteY110" fmla="*/ 1711937 h 9456078"/>
              <a:gd name="connsiteX111" fmla="*/ 8581851 w 13158797"/>
              <a:gd name="connsiteY111" fmla="*/ 1677337 h 9456078"/>
              <a:gd name="connsiteX112" fmla="*/ 8617261 w 13158797"/>
              <a:gd name="connsiteY112" fmla="*/ 1643056 h 9456078"/>
              <a:gd name="connsiteX113" fmla="*/ 8652934 w 13158797"/>
              <a:gd name="connsiteY113" fmla="*/ 1609093 h 9456078"/>
              <a:gd name="connsiteX114" fmla="*/ 8688867 w 13158797"/>
              <a:gd name="connsiteY114" fmla="*/ 1575450 h 9456078"/>
              <a:gd name="connsiteX115" fmla="*/ 8725058 w 13158797"/>
              <a:gd name="connsiteY115" fmla="*/ 1542128 h 9456078"/>
              <a:gd name="connsiteX116" fmla="*/ 8761506 w 13158797"/>
              <a:gd name="connsiteY116" fmla="*/ 1509129 h 9456078"/>
              <a:gd name="connsiteX117" fmla="*/ 8798207 w 13158797"/>
              <a:gd name="connsiteY117" fmla="*/ 1476452 h 9456078"/>
              <a:gd name="connsiteX118" fmla="*/ 8835159 w 13158797"/>
              <a:gd name="connsiteY118" fmla="*/ 1444101 h 9456078"/>
              <a:gd name="connsiteX119" fmla="*/ 8872360 w 13158797"/>
              <a:gd name="connsiteY119" fmla="*/ 1412075 h 9456078"/>
              <a:gd name="connsiteX120" fmla="*/ 8909808 w 13158797"/>
              <a:gd name="connsiteY120" fmla="*/ 1380375 h 9456078"/>
              <a:gd name="connsiteX121" fmla="*/ 8947501 w 13158797"/>
              <a:gd name="connsiteY121" fmla="*/ 1349004 h 9456078"/>
              <a:gd name="connsiteX122" fmla="*/ 8985435 w 13158797"/>
              <a:gd name="connsiteY122" fmla="*/ 1317962 h 9456078"/>
              <a:gd name="connsiteX123" fmla="*/ 9023610 w 13158797"/>
              <a:gd name="connsiteY123" fmla="*/ 1287250 h 9456078"/>
              <a:gd name="connsiteX124" fmla="*/ 9062022 w 13158797"/>
              <a:gd name="connsiteY124" fmla="*/ 1256869 h 9456078"/>
              <a:gd name="connsiteX125" fmla="*/ 9100669 w 13158797"/>
              <a:gd name="connsiteY125" fmla="*/ 1226820 h 9456078"/>
              <a:gd name="connsiteX126" fmla="*/ 9139549 w 13158797"/>
              <a:gd name="connsiteY126" fmla="*/ 1197105 h 9456078"/>
              <a:gd name="connsiteX127" fmla="*/ 9178660 w 13158797"/>
              <a:gd name="connsiteY127" fmla="*/ 1167725 h 9456078"/>
              <a:gd name="connsiteX128" fmla="*/ 9217999 w 13158797"/>
              <a:gd name="connsiteY128" fmla="*/ 1138681 h 9456078"/>
              <a:gd name="connsiteX129" fmla="*/ 9257564 w 13158797"/>
              <a:gd name="connsiteY129" fmla="*/ 1109974 h 9456078"/>
              <a:gd name="connsiteX130" fmla="*/ 9297353 w 13158797"/>
              <a:gd name="connsiteY130" fmla="*/ 1081604 h 9456078"/>
              <a:gd name="connsiteX131" fmla="*/ 9337364 w 13158797"/>
              <a:gd name="connsiteY131" fmla="*/ 1053574 h 9456078"/>
              <a:gd name="connsiteX132" fmla="*/ 9377594 w 13158797"/>
              <a:gd name="connsiteY132" fmla="*/ 1025884 h 9456078"/>
              <a:gd name="connsiteX133" fmla="*/ 9418040 w 13158797"/>
              <a:gd name="connsiteY133" fmla="*/ 998536 h 9456078"/>
              <a:gd name="connsiteX134" fmla="*/ 9458702 w 13158797"/>
              <a:gd name="connsiteY134" fmla="*/ 971530 h 9456078"/>
              <a:gd name="connsiteX135" fmla="*/ 9499575 w 13158797"/>
              <a:gd name="connsiteY135" fmla="*/ 944868 h 9456078"/>
              <a:gd name="connsiteX136" fmla="*/ 9540659 w 13158797"/>
              <a:gd name="connsiteY136" fmla="*/ 918551 h 9456078"/>
              <a:gd name="connsiteX137" fmla="*/ 9581950 w 13158797"/>
              <a:gd name="connsiteY137" fmla="*/ 892580 h 9456078"/>
              <a:gd name="connsiteX138" fmla="*/ 9623447 w 13158797"/>
              <a:gd name="connsiteY138" fmla="*/ 866956 h 9456078"/>
              <a:gd name="connsiteX139" fmla="*/ 9665147 w 13158797"/>
              <a:gd name="connsiteY139" fmla="*/ 841681 h 9456078"/>
              <a:gd name="connsiteX140" fmla="*/ 9707048 w 13158797"/>
              <a:gd name="connsiteY140" fmla="*/ 816754 h 9456078"/>
              <a:gd name="connsiteX141" fmla="*/ 9749147 w 13158797"/>
              <a:gd name="connsiteY141" fmla="*/ 792179 h 9456078"/>
              <a:gd name="connsiteX142" fmla="*/ 9791443 w 13158797"/>
              <a:gd name="connsiteY142" fmla="*/ 767955 h 9456078"/>
              <a:gd name="connsiteX143" fmla="*/ 9833932 w 13158797"/>
              <a:gd name="connsiteY143" fmla="*/ 744083 h 9456078"/>
              <a:gd name="connsiteX144" fmla="*/ 9876613 w 13158797"/>
              <a:gd name="connsiteY144" fmla="*/ 720566 h 9456078"/>
              <a:gd name="connsiteX145" fmla="*/ 9919484 w 13158797"/>
              <a:gd name="connsiteY145" fmla="*/ 697404 h 9456078"/>
              <a:gd name="connsiteX146" fmla="*/ 9962542 w 13158797"/>
              <a:gd name="connsiteY146" fmla="*/ 674598 h 9456078"/>
              <a:gd name="connsiteX147" fmla="*/ 10005784 w 13158797"/>
              <a:gd name="connsiteY147" fmla="*/ 652149 h 9456078"/>
              <a:gd name="connsiteX148" fmla="*/ 10049209 w 13158797"/>
              <a:gd name="connsiteY148" fmla="*/ 630059 h 9456078"/>
              <a:gd name="connsiteX149" fmla="*/ 10092814 w 13158797"/>
              <a:gd name="connsiteY149" fmla="*/ 608328 h 9456078"/>
              <a:gd name="connsiteX150" fmla="*/ 10136597 w 13158797"/>
              <a:gd name="connsiteY150" fmla="*/ 586958 h 9456078"/>
              <a:gd name="connsiteX151" fmla="*/ 10180556 w 13158797"/>
              <a:gd name="connsiteY151" fmla="*/ 565950 h 9456078"/>
              <a:gd name="connsiteX152" fmla="*/ 10224688 w 13158797"/>
              <a:gd name="connsiteY152" fmla="*/ 545304 h 9456078"/>
              <a:gd name="connsiteX153" fmla="*/ 10268991 w 13158797"/>
              <a:gd name="connsiteY153" fmla="*/ 525023 h 9456078"/>
              <a:gd name="connsiteX154" fmla="*/ 10313463 w 13158797"/>
              <a:gd name="connsiteY154" fmla="*/ 505107 h 9456078"/>
              <a:gd name="connsiteX155" fmla="*/ 10358101 w 13158797"/>
              <a:gd name="connsiteY155" fmla="*/ 485558 h 9456078"/>
              <a:gd name="connsiteX156" fmla="*/ 10402903 w 13158797"/>
              <a:gd name="connsiteY156" fmla="*/ 466376 h 9456078"/>
              <a:gd name="connsiteX157" fmla="*/ 10447868 w 13158797"/>
              <a:gd name="connsiteY157" fmla="*/ 447563 h 9456078"/>
              <a:gd name="connsiteX158" fmla="*/ 10492991 w 13158797"/>
              <a:gd name="connsiteY158" fmla="*/ 429119 h 9456078"/>
              <a:gd name="connsiteX159" fmla="*/ 10538272 w 13158797"/>
              <a:gd name="connsiteY159" fmla="*/ 411046 h 9456078"/>
              <a:gd name="connsiteX160" fmla="*/ 10583708 w 13158797"/>
              <a:gd name="connsiteY160" fmla="*/ 393346 h 9456078"/>
              <a:gd name="connsiteX161" fmla="*/ 10629297 w 13158797"/>
              <a:gd name="connsiteY161" fmla="*/ 376018 h 9456078"/>
              <a:gd name="connsiteX162" fmla="*/ 10675036 w 13158797"/>
              <a:gd name="connsiteY162" fmla="*/ 359065 h 9456078"/>
              <a:gd name="connsiteX163" fmla="*/ 10720923 w 13158797"/>
              <a:gd name="connsiteY163" fmla="*/ 342487 h 9456078"/>
              <a:gd name="connsiteX164" fmla="*/ 10766956 w 13158797"/>
              <a:gd name="connsiteY164" fmla="*/ 326286 h 9456078"/>
              <a:gd name="connsiteX165" fmla="*/ 10813132 w 13158797"/>
              <a:gd name="connsiteY165" fmla="*/ 310462 h 9456078"/>
              <a:gd name="connsiteX166" fmla="*/ 10859450 w 13158797"/>
              <a:gd name="connsiteY166" fmla="*/ 295018 h 9456078"/>
              <a:gd name="connsiteX167" fmla="*/ 10905907 w 13158797"/>
              <a:gd name="connsiteY167" fmla="*/ 279953 h 9456078"/>
              <a:gd name="connsiteX168" fmla="*/ 10952500 w 13158797"/>
              <a:gd name="connsiteY168" fmla="*/ 265269 h 9456078"/>
              <a:gd name="connsiteX169" fmla="*/ 10999227 w 13158797"/>
              <a:gd name="connsiteY169" fmla="*/ 250968 h 9456078"/>
              <a:gd name="connsiteX170" fmla="*/ 11046087 w 13158797"/>
              <a:gd name="connsiteY170" fmla="*/ 237049 h 9456078"/>
              <a:gd name="connsiteX171" fmla="*/ 11093076 w 13158797"/>
              <a:gd name="connsiteY171" fmla="*/ 223516 h 9456078"/>
              <a:gd name="connsiteX172" fmla="*/ 11140193 w 13158797"/>
              <a:gd name="connsiteY172" fmla="*/ 210368 h 9456078"/>
              <a:gd name="connsiteX173" fmla="*/ 11187434 w 13158797"/>
              <a:gd name="connsiteY173" fmla="*/ 197606 h 9456078"/>
              <a:gd name="connsiteX174" fmla="*/ 11234799 w 13158797"/>
              <a:gd name="connsiteY174" fmla="*/ 185233 h 9456078"/>
              <a:gd name="connsiteX175" fmla="*/ 11282284 w 13158797"/>
              <a:gd name="connsiteY175" fmla="*/ 173248 h 9456078"/>
              <a:gd name="connsiteX176" fmla="*/ 11329888 w 13158797"/>
              <a:gd name="connsiteY176" fmla="*/ 161654 h 9456078"/>
              <a:gd name="connsiteX177" fmla="*/ 11377607 w 13158797"/>
              <a:gd name="connsiteY177" fmla="*/ 150451 h 9456078"/>
              <a:gd name="connsiteX178" fmla="*/ 11425440 w 13158797"/>
              <a:gd name="connsiteY178" fmla="*/ 139640 h 9456078"/>
              <a:gd name="connsiteX179" fmla="*/ 11473385 w 13158797"/>
              <a:gd name="connsiteY179" fmla="*/ 129223 h 9456078"/>
              <a:gd name="connsiteX180" fmla="*/ 11521439 w 13158797"/>
              <a:gd name="connsiteY180" fmla="*/ 119201 h 9456078"/>
              <a:gd name="connsiteX181" fmla="*/ 11569599 w 13158797"/>
              <a:gd name="connsiteY181" fmla="*/ 109574 h 9456078"/>
              <a:gd name="connsiteX182" fmla="*/ 11617864 w 13158797"/>
              <a:gd name="connsiteY182" fmla="*/ 100344 h 9456078"/>
              <a:gd name="connsiteX183" fmla="*/ 11666231 w 13158797"/>
              <a:gd name="connsiteY183" fmla="*/ 91512 h 9456078"/>
              <a:gd name="connsiteX184" fmla="*/ 11714698 w 13158797"/>
              <a:gd name="connsiteY184" fmla="*/ 83080 h 9456078"/>
              <a:gd name="connsiteX185" fmla="*/ 11763263 w 13158797"/>
              <a:gd name="connsiteY185" fmla="*/ 75047 h 9456078"/>
              <a:gd name="connsiteX186" fmla="*/ 11811923 w 13158797"/>
              <a:gd name="connsiteY186" fmla="*/ 67417 h 9456078"/>
              <a:gd name="connsiteX187" fmla="*/ 11860676 w 13158797"/>
              <a:gd name="connsiteY187" fmla="*/ 60188 h 9456078"/>
              <a:gd name="connsiteX188" fmla="*/ 11909519 w 13158797"/>
              <a:gd name="connsiteY188" fmla="*/ 53364 h 9456078"/>
              <a:gd name="connsiteX189" fmla="*/ 11958451 w 13158797"/>
              <a:gd name="connsiteY189" fmla="*/ 46944 h 9456078"/>
              <a:gd name="connsiteX190" fmla="*/ 12007470 w 13158797"/>
              <a:gd name="connsiteY190" fmla="*/ 40931 h 9456078"/>
              <a:gd name="connsiteX191" fmla="*/ 12056572 w 13158797"/>
              <a:gd name="connsiteY191" fmla="*/ 35324 h 9456078"/>
              <a:gd name="connsiteX192" fmla="*/ 12105756 w 13158797"/>
              <a:gd name="connsiteY192" fmla="*/ 30126 h 9456078"/>
              <a:gd name="connsiteX193" fmla="*/ 12155019 w 13158797"/>
              <a:gd name="connsiteY193" fmla="*/ 25337 h 9456078"/>
              <a:gd name="connsiteX194" fmla="*/ 12204359 w 13158797"/>
              <a:gd name="connsiteY194" fmla="*/ 20958 h 9456078"/>
              <a:gd name="connsiteX195" fmla="*/ 12253773 w 13158797"/>
              <a:gd name="connsiteY195" fmla="*/ 16991 h 9456078"/>
              <a:gd name="connsiteX196" fmla="*/ 12303260 w 13158797"/>
              <a:gd name="connsiteY196" fmla="*/ 13437 h 9456078"/>
              <a:gd name="connsiteX197" fmla="*/ 12352818 w 13158797"/>
              <a:gd name="connsiteY197" fmla="*/ 10297 h 9456078"/>
              <a:gd name="connsiteX198" fmla="*/ 12402443 w 13158797"/>
              <a:gd name="connsiteY198" fmla="*/ 7572 h 9456078"/>
              <a:gd name="connsiteX199" fmla="*/ 12452133 w 13158797"/>
              <a:gd name="connsiteY199" fmla="*/ 5263 h 9456078"/>
              <a:gd name="connsiteX200" fmla="*/ 12501887 w 13158797"/>
              <a:gd name="connsiteY200" fmla="*/ 3371 h 9456078"/>
              <a:gd name="connsiteX201" fmla="*/ 12551701 w 13158797"/>
              <a:gd name="connsiteY201" fmla="*/ 1898 h 9456078"/>
              <a:gd name="connsiteX202" fmla="*/ 12601574 w 13158797"/>
              <a:gd name="connsiteY202" fmla="*/ 844 h 9456078"/>
              <a:gd name="connsiteX203" fmla="*/ 12651504 w 13158797"/>
              <a:gd name="connsiteY203" fmla="*/ 211 h 9456078"/>
              <a:gd name="connsiteX204" fmla="*/ 12701487 w 13158797"/>
              <a:gd name="connsiteY204" fmla="*/ 0 h 9456078"/>
              <a:gd name="connsiteX205" fmla="*/ 13158798 w 13158797"/>
              <a:gd name="connsiteY205" fmla="*/ 0 h 94560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</a:cxnLst>
            <a:rect l="l" t="t" r="r" b="b"/>
            <a:pathLst>
              <a:path w="13158797" h="9456078">
                <a:moveTo>
                  <a:pt x="0" y="9456078"/>
                </a:moveTo>
                <a:lnTo>
                  <a:pt x="49977" y="9455836"/>
                </a:lnTo>
                <a:lnTo>
                  <a:pt x="99893" y="9455111"/>
                </a:lnTo>
                <a:lnTo>
                  <a:pt x="149742" y="9453904"/>
                </a:lnTo>
                <a:lnTo>
                  <a:pt x="199524" y="9452217"/>
                </a:lnTo>
                <a:lnTo>
                  <a:pt x="298870" y="9447409"/>
                </a:lnTo>
                <a:lnTo>
                  <a:pt x="348429" y="9444290"/>
                </a:lnTo>
                <a:lnTo>
                  <a:pt x="397907" y="9440698"/>
                </a:lnTo>
                <a:lnTo>
                  <a:pt x="447302" y="9436632"/>
                </a:lnTo>
                <a:lnTo>
                  <a:pt x="496610" y="9432096"/>
                </a:lnTo>
                <a:lnTo>
                  <a:pt x="545829" y="9427089"/>
                </a:lnTo>
                <a:lnTo>
                  <a:pt x="594956" y="9421615"/>
                </a:lnTo>
                <a:lnTo>
                  <a:pt x="643987" y="9415673"/>
                </a:lnTo>
                <a:lnTo>
                  <a:pt x="692920" y="9409267"/>
                </a:lnTo>
                <a:lnTo>
                  <a:pt x="741751" y="9402396"/>
                </a:lnTo>
                <a:lnTo>
                  <a:pt x="790478" y="9395063"/>
                </a:lnTo>
                <a:lnTo>
                  <a:pt x="839098" y="9387270"/>
                </a:lnTo>
                <a:lnTo>
                  <a:pt x="887607" y="9379017"/>
                </a:lnTo>
                <a:lnTo>
                  <a:pt x="936002" y="9370306"/>
                </a:lnTo>
                <a:lnTo>
                  <a:pt x="984281" y="9361139"/>
                </a:lnTo>
                <a:lnTo>
                  <a:pt x="1032440" y="9351517"/>
                </a:lnTo>
                <a:lnTo>
                  <a:pt x="1080477" y="9341441"/>
                </a:lnTo>
                <a:lnTo>
                  <a:pt x="1176172" y="9319936"/>
                </a:lnTo>
                <a:lnTo>
                  <a:pt x="1223823" y="9308509"/>
                </a:lnTo>
                <a:lnTo>
                  <a:pt x="1271339" y="9296635"/>
                </a:lnTo>
                <a:lnTo>
                  <a:pt x="1318719" y="9284315"/>
                </a:lnTo>
                <a:lnTo>
                  <a:pt x="1365957" y="9271550"/>
                </a:lnTo>
                <a:lnTo>
                  <a:pt x="1413052" y="9258342"/>
                </a:lnTo>
                <a:lnTo>
                  <a:pt x="1460000" y="9244693"/>
                </a:lnTo>
                <a:lnTo>
                  <a:pt x="1506799" y="9230604"/>
                </a:lnTo>
                <a:lnTo>
                  <a:pt x="1553445" y="9216076"/>
                </a:lnTo>
                <a:lnTo>
                  <a:pt x="1599935" y="9201111"/>
                </a:lnTo>
                <a:lnTo>
                  <a:pt x="1646267" y="9185710"/>
                </a:lnTo>
                <a:lnTo>
                  <a:pt x="1692437" y="9169876"/>
                </a:lnTo>
                <a:lnTo>
                  <a:pt x="1738442" y="9153608"/>
                </a:lnTo>
                <a:lnTo>
                  <a:pt x="1784280" y="9136910"/>
                </a:lnTo>
                <a:lnTo>
                  <a:pt x="1829947" y="9119782"/>
                </a:lnTo>
                <a:lnTo>
                  <a:pt x="1875440" y="9102226"/>
                </a:lnTo>
                <a:lnTo>
                  <a:pt x="1920756" y="9084243"/>
                </a:lnTo>
                <a:lnTo>
                  <a:pt x="1965893" y="9065835"/>
                </a:lnTo>
                <a:lnTo>
                  <a:pt x="2055615" y="9027750"/>
                </a:lnTo>
                <a:lnTo>
                  <a:pt x="2100195" y="9008075"/>
                </a:lnTo>
                <a:lnTo>
                  <a:pt x="2144582" y="8987981"/>
                </a:lnTo>
                <a:lnTo>
                  <a:pt x="2188775" y="8967470"/>
                </a:lnTo>
                <a:lnTo>
                  <a:pt x="2232770" y="8946542"/>
                </a:lnTo>
                <a:lnTo>
                  <a:pt x="2276564" y="8925199"/>
                </a:lnTo>
                <a:lnTo>
                  <a:pt x="2320154" y="8903443"/>
                </a:lnTo>
                <a:lnTo>
                  <a:pt x="2363538" y="8881275"/>
                </a:lnTo>
                <a:lnTo>
                  <a:pt x="2406711" y="8858697"/>
                </a:lnTo>
                <a:lnTo>
                  <a:pt x="2449672" y="8835710"/>
                </a:lnTo>
                <a:lnTo>
                  <a:pt x="2492417" y="8812316"/>
                </a:lnTo>
                <a:lnTo>
                  <a:pt x="2534943" y="8788516"/>
                </a:lnTo>
                <a:lnTo>
                  <a:pt x="2577247" y="8764311"/>
                </a:lnTo>
                <a:lnTo>
                  <a:pt x="2619326" y="8739704"/>
                </a:lnTo>
                <a:lnTo>
                  <a:pt x="2661177" y="8714695"/>
                </a:lnTo>
                <a:lnTo>
                  <a:pt x="2702797" y="8689286"/>
                </a:lnTo>
                <a:lnTo>
                  <a:pt x="2744183" y="8663479"/>
                </a:lnTo>
                <a:lnTo>
                  <a:pt x="2785333" y="8637274"/>
                </a:lnTo>
                <a:lnTo>
                  <a:pt x="2826242" y="8610675"/>
                </a:lnTo>
                <a:lnTo>
                  <a:pt x="2866908" y="8583681"/>
                </a:lnTo>
                <a:lnTo>
                  <a:pt x="2907329" y="8556295"/>
                </a:lnTo>
                <a:lnTo>
                  <a:pt x="2947500" y="8528517"/>
                </a:lnTo>
                <a:lnTo>
                  <a:pt x="2987419" y="8500351"/>
                </a:lnTo>
                <a:lnTo>
                  <a:pt x="3027083" y="8471796"/>
                </a:lnTo>
                <a:lnTo>
                  <a:pt x="3066489" y="8442854"/>
                </a:lnTo>
                <a:lnTo>
                  <a:pt x="3105634" y="8413528"/>
                </a:lnTo>
                <a:lnTo>
                  <a:pt x="3144515" y="8383818"/>
                </a:lnTo>
                <a:lnTo>
                  <a:pt x="3183129" y="8353726"/>
                </a:lnTo>
                <a:lnTo>
                  <a:pt x="3221473" y="8323253"/>
                </a:lnTo>
                <a:lnTo>
                  <a:pt x="3259544" y="8292401"/>
                </a:lnTo>
                <a:lnTo>
                  <a:pt x="3297339" y="8261172"/>
                </a:lnTo>
                <a:lnTo>
                  <a:pt x="3334854" y="8229566"/>
                </a:lnTo>
                <a:lnTo>
                  <a:pt x="3372087" y="8197585"/>
                </a:lnTo>
                <a:lnTo>
                  <a:pt x="3409035" y="8165232"/>
                </a:lnTo>
                <a:lnTo>
                  <a:pt x="3445695" y="8132507"/>
                </a:lnTo>
                <a:lnTo>
                  <a:pt x="3482064" y="8099411"/>
                </a:lnTo>
                <a:lnTo>
                  <a:pt x="3518139" y="8065947"/>
                </a:lnTo>
                <a:lnTo>
                  <a:pt x="3553916" y="8032115"/>
                </a:lnTo>
                <a:lnTo>
                  <a:pt x="3589393" y="7997918"/>
                </a:lnTo>
                <a:lnTo>
                  <a:pt x="3624567" y="7963356"/>
                </a:lnTo>
                <a:lnTo>
                  <a:pt x="3659435" y="7928432"/>
                </a:lnTo>
                <a:lnTo>
                  <a:pt x="3693994" y="7893146"/>
                </a:lnTo>
                <a:lnTo>
                  <a:pt x="3728240" y="7857501"/>
                </a:lnTo>
                <a:lnTo>
                  <a:pt x="3762171" y="7821497"/>
                </a:lnTo>
                <a:lnTo>
                  <a:pt x="3795783" y="7785136"/>
                </a:lnTo>
                <a:lnTo>
                  <a:pt x="3829075" y="7748420"/>
                </a:lnTo>
                <a:lnTo>
                  <a:pt x="3862042" y="7711350"/>
                </a:lnTo>
                <a:lnTo>
                  <a:pt x="3894682" y="7673928"/>
                </a:lnTo>
                <a:lnTo>
                  <a:pt x="3926991" y="7636155"/>
                </a:lnTo>
                <a:lnTo>
                  <a:pt x="3958967" y="7598032"/>
                </a:lnTo>
                <a:lnTo>
                  <a:pt x="3990607" y="7559561"/>
                </a:lnTo>
                <a:lnTo>
                  <a:pt x="4021907" y="7520744"/>
                </a:lnTo>
                <a:lnTo>
                  <a:pt x="4052865" y="7481582"/>
                </a:lnTo>
                <a:lnTo>
                  <a:pt x="4083478" y="7442077"/>
                </a:lnTo>
                <a:lnTo>
                  <a:pt x="8022311" y="2307814"/>
                </a:lnTo>
                <a:lnTo>
                  <a:pt x="8052902" y="2268285"/>
                </a:lnTo>
                <a:lnTo>
                  <a:pt x="8083796" y="2229056"/>
                </a:lnTo>
                <a:lnTo>
                  <a:pt x="8114989" y="2190127"/>
                </a:lnTo>
                <a:lnTo>
                  <a:pt x="8146479" y="2151500"/>
                </a:lnTo>
                <a:lnTo>
                  <a:pt x="8178264" y="2113176"/>
                </a:lnTo>
                <a:lnTo>
                  <a:pt x="8210341" y="2075157"/>
                </a:lnTo>
                <a:lnTo>
                  <a:pt x="8242709" y="2037442"/>
                </a:lnTo>
                <a:lnTo>
                  <a:pt x="8275365" y="2000034"/>
                </a:lnTo>
                <a:lnTo>
                  <a:pt x="8308307" y="1962934"/>
                </a:lnTo>
                <a:lnTo>
                  <a:pt x="8341532" y="1926142"/>
                </a:lnTo>
                <a:lnTo>
                  <a:pt x="8375038" y="1889660"/>
                </a:lnTo>
                <a:lnTo>
                  <a:pt x="8408823" y="1853489"/>
                </a:lnTo>
                <a:lnTo>
                  <a:pt x="8442885" y="1817630"/>
                </a:lnTo>
                <a:lnTo>
                  <a:pt x="8477221" y="1782084"/>
                </a:lnTo>
                <a:lnTo>
                  <a:pt x="8511829" y="1746853"/>
                </a:lnTo>
                <a:lnTo>
                  <a:pt x="8546706" y="1711937"/>
                </a:lnTo>
                <a:lnTo>
                  <a:pt x="8581851" y="1677337"/>
                </a:lnTo>
                <a:lnTo>
                  <a:pt x="8617261" y="1643056"/>
                </a:lnTo>
                <a:lnTo>
                  <a:pt x="8652934" y="1609093"/>
                </a:lnTo>
                <a:lnTo>
                  <a:pt x="8688867" y="1575450"/>
                </a:lnTo>
                <a:lnTo>
                  <a:pt x="8725058" y="1542128"/>
                </a:lnTo>
                <a:lnTo>
                  <a:pt x="8761506" y="1509129"/>
                </a:lnTo>
                <a:lnTo>
                  <a:pt x="8798207" y="1476452"/>
                </a:lnTo>
                <a:lnTo>
                  <a:pt x="8835159" y="1444101"/>
                </a:lnTo>
                <a:lnTo>
                  <a:pt x="8872360" y="1412075"/>
                </a:lnTo>
                <a:lnTo>
                  <a:pt x="8909808" y="1380375"/>
                </a:lnTo>
                <a:lnTo>
                  <a:pt x="8947501" y="1349004"/>
                </a:lnTo>
                <a:lnTo>
                  <a:pt x="8985435" y="1317962"/>
                </a:lnTo>
                <a:lnTo>
                  <a:pt x="9023610" y="1287250"/>
                </a:lnTo>
                <a:lnTo>
                  <a:pt x="9062022" y="1256869"/>
                </a:lnTo>
                <a:lnTo>
                  <a:pt x="9100669" y="1226820"/>
                </a:lnTo>
                <a:lnTo>
                  <a:pt x="9139549" y="1197105"/>
                </a:lnTo>
                <a:lnTo>
                  <a:pt x="9178660" y="1167725"/>
                </a:lnTo>
                <a:lnTo>
                  <a:pt x="9217999" y="1138681"/>
                </a:lnTo>
                <a:lnTo>
                  <a:pt x="9257564" y="1109974"/>
                </a:lnTo>
                <a:lnTo>
                  <a:pt x="9297353" y="1081604"/>
                </a:lnTo>
                <a:lnTo>
                  <a:pt x="9337364" y="1053574"/>
                </a:lnTo>
                <a:lnTo>
                  <a:pt x="9377594" y="1025884"/>
                </a:lnTo>
                <a:lnTo>
                  <a:pt x="9418040" y="998536"/>
                </a:lnTo>
                <a:lnTo>
                  <a:pt x="9458702" y="971530"/>
                </a:lnTo>
                <a:lnTo>
                  <a:pt x="9499575" y="944868"/>
                </a:lnTo>
                <a:lnTo>
                  <a:pt x="9540659" y="918551"/>
                </a:lnTo>
                <a:lnTo>
                  <a:pt x="9581950" y="892580"/>
                </a:lnTo>
                <a:lnTo>
                  <a:pt x="9623447" y="866956"/>
                </a:lnTo>
                <a:lnTo>
                  <a:pt x="9665147" y="841681"/>
                </a:lnTo>
                <a:lnTo>
                  <a:pt x="9707048" y="816754"/>
                </a:lnTo>
                <a:lnTo>
                  <a:pt x="9749147" y="792179"/>
                </a:lnTo>
                <a:lnTo>
                  <a:pt x="9791443" y="767955"/>
                </a:lnTo>
                <a:lnTo>
                  <a:pt x="9833932" y="744083"/>
                </a:lnTo>
                <a:lnTo>
                  <a:pt x="9876613" y="720566"/>
                </a:lnTo>
                <a:lnTo>
                  <a:pt x="9919484" y="697404"/>
                </a:lnTo>
                <a:lnTo>
                  <a:pt x="9962542" y="674598"/>
                </a:lnTo>
                <a:lnTo>
                  <a:pt x="10005784" y="652149"/>
                </a:lnTo>
                <a:lnTo>
                  <a:pt x="10049209" y="630059"/>
                </a:lnTo>
                <a:lnTo>
                  <a:pt x="10092814" y="608328"/>
                </a:lnTo>
                <a:lnTo>
                  <a:pt x="10136597" y="586958"/>
                </a:lnTo>
                <a:lnTo>
                  <a:pt x="10180556" y="565950"/>
                </a:lnTo>
                <a:lnTo>
                  <a:pt x="10224688" y="545304"/>
                </a:lnTo>
                <a:lnTo>
                  <a:pt x="10268991" y="525023"/>
                </a:lnTo>
                <a:lnTo>
                  <a:pt x="10313463" y="505107"/>
                </a:lnTo>
                <a:lnTo>
                  <a:pt x="10358101" y="485558"/>
                </a:lnTo>
                <a:lnTo>
                  <a:pt x="10402903" y="466376"/>
                </a:lnTo>
                <a:lnTo>
                  <a:pt x="10447868" y="447563"/>
                </a:lnTo>
                <a:lnTo>
                  <a:pt x="10492991" y="429119"/>
                </a:lnTo>
                <a:lnTo>
                  <a:pt x="10538272" y="411046"/>
                </a:lnTo>
                <a:lnTo>
                  <a:pt x="10583708" y="393346"/>
                </a:lnTo>
                <a:lnTo>
                  <a:pt x="10629297" y="376018"/>
                </a:lnTo>
                <a:lnTo>
                  <a:pt x="10675036" y="359065"/>
                </a:lnTo>
                <a:lnTo>
                  <a:pt x="10720923" y="342487"/>
                </a:lnTo>
                <a:lnTo>
                  <a:pt x="10766956" y="326286"/>
                </a:lnTo>
                <a:lnTo>
                  <a:pt x="10813132" y="310462"/>
                </a:lnTo>
                <a:lnTo>
                  <a:pt x="10859450" y="295018"/>
                </a:lnTo>
                <a:lnTo>
                  <a:pt x="10905907" y="279953"/>
                </a:lnTo>
                <a:lnTo>
                  <a:pt x="10952500" y="265269"/>
                </a:lnTo>
                <a:lnTo>
                  <a:pt x="10999227" y="250968"/>
                </a:lnTo>
                <a:lnTo>
                  <a:pt x="11046087" y="237049"/>
                </a:lnTo>
                <a:lnTo>
                  <a:pt x="11093076" y="223516"/>
                </a:lnTo>
                <a:lnTo>
                  <a:pt x="11140193" y="210368"/>
                </a:lnTo>
                <a:lnTo>
                  <a:pt x="11187434" y="197606"/>
                </a:lnTo>
                <a:lnTo>
                  <a:pt x="11234799" y="185233"/>
                </a:lnTo>
                <a:lnTo>
                  <a:pt x="11282284" y="173248"/>
                </a:lnTo>
                <a:lnTo>
                  <a:pt x="11329888" y="161654"/>
                </a:lnTo>
                <a:lnTo>
                  <a:pt x="11377607" y="150451"/>
                </a:lnTo>
                <a:lnTo>
                  <a:pt x="11425440" y="139640"/>
                </a:lnTo>
                <a:lnTo>
                  <a:pt x="11473385" y="129223"/>
                </a:lnTo>
                <a:lnTo>
                  <a:pt x="11521439" y="119201"/>
                </a:lnTo>
                <a:lnTo>
                  <a:pt x="11569599" y="109574"/>
                </a:lnTo>
                <a:lnTo>
                  <a:pt x="11617864" y="100344"/>
                </a:lnTo>
                <a:lnTo>
                  <a:pt x="11666231" y="91512"/>
                </a:lnTo>
                <a:lnTo>
                  <a:pt x="11714698" y="83080"/>
                </a:lnTo>
                <a:lnTo>
                  <a:pt x="11763263" y="75047"/>
                </a:lnTo>
                <a:lnTo>
                  <a:pt x="11811923" y="67417"/>
                </a:lnTo>
                <a:lnTo>
                  <a:pt x="11860676" y="60188"/>
                </a:lnTo>
                <a:lnTo>
                  <a:pt x="11909519" y="53364"/>
                </a:lnTo>
                <a:lnTo>
                  <a:pt x="11958451" y="46944"/>
                </a:lnTo>
                <a:lnTo>
                  <a:pt x="12007470" y="40931"/>
                </a:lnTo>
                <a:lnTo>
                  <a:pt x="12056572" y="35324"/>
                </a:lnTo>
                <a:lnTo>
                  <a:pt x="12105756" y="30126"/>
                </a:lnTo>
                <a:lnTo>
                  <a:pt x="12155019" y="25337"/>
                </a:lnTo>
                <a:lnTo>
                  <a:pt x="12204359" y="20958"/>
                </a:lnTo>
                <a:lnTo>
                  <a:pt x="12253773" y="16991"/>
                </a:lnTo>
                <a:lnTo>
                  <a:pt x="12303260" y="13437"/>
                </a:lnTo>
                <a:lnTo>
                  <a:pt x="12352818" y="10297"/>
                </a:lnTo>
                <a:lnTo>
                  <a:pt x="12402443" y="7572"/>
                </a:lnTo>
                <a:lnTo>
                  <a:pt x="12452133" y="5263"/>
                </a:lnTo>
                <a:lnTo>
                  <a:pt x="12501887" y="3371"/>
                </a:lnTo>
                <a:lnTo>
                  <a:pt x="12551701" y="1898"/>
                </a:lnTo>
                <a:lnTo>
                  <a:pt x="12601574" y="844"/>
                </a:lnTo>
                <a:lnTo>
                  <a:pt x="12651504" y="211"/>
                </a:lnTo>
                <a:lnTo>
                  <a:pt x="12701487" y="0"/>
                </a:lnTo>
                <a:lnTo>
                  <a:pt x="13158798" y="0"/>
                </a:lnTo>
              </a:path>
            </a:pathLst>
          </a:custGeom>
          <a:ln w="19050">
            <a:gradFill>
              <a:gsLst>
                <a:gs pos="15000">
                  <a:schemeClr val="tx2"/>
                </a:gs>
                <a:gs pos="0">
                  <a:schemeClr val="bg1">
                    <a:alpha val="0"/>
                  </a:schemeClr>
                </a:gs>
              </a:gsLst>
              <a:lin ang="5400000" scaled="0"/>
            </a:gradFill>
          </a:ln>
        </p:spPr>
        <p:txBody>
          <a:bodyPr wrap="square" lIns="0" tIns="0" rIns="0" bIns="0" rtlCol="0"/>
          <a:lstStyle/>
          <a:p>
            <a:pPr marL="0" marR="0" lvl="0" indent="0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6F5D9E45-CD14-A20E-A4B7-7B03E55383DE}"/>
              </a:ext>
            </a:extLst>
          </p:cNvPr>
          <p:cNvCxnSpPr>
            <a:cxnSpLocks/>
          </p:cNvCxnSpPr>
          <p:nvPr/>
        </p:nvCxnSpPr>
        <p:spPr>
          <a:xfrm flipH="1">
            <a:off x="334962" y="6678798"/>
            <a:ext cx="10980001" cy="0"/>
          </a:xfrm>
          <a:prstGeom prst="line">
            <a:avLst/>
          </a:prstGeom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20727241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4530">
          <p15:clr>
            <a:srgbClr val="FBAE40"/>
          </p15:clr>
        </p15:guide>
        <p15:guide id="2" orient="horz" pos="2410">
          <p15:clr>
            <a:srgbClr val="FBAE40"/>
          </p15:clr>
        </p15:guide>
        <p15:guide id="3" orient="horz" pos="141">
          <p15:clr>
            <a:srgbClr val="FBAE40"/>
          </p15:clr>
        </p15:guide>
        <p15:guide id="4" pos="128">
          <p15:clr>
            <a:srgbClr val="FBAE40"/>
          </p15:clr>
        </p15:guide>
        <p15:guide id="5" orient="horz" pos="2465">
          <p15:clr>
            <a:srgbClr val="FBAE40"/>
          </p15:clr>
        </p15:guide>
        <p15:guide id="6" orient="horz" pos="485">
          <p15:clr>
            <a:srgbClr val="FBAE40"/>
          </p15:clr>
        </p15:guide>
        <p15:guide id="7" orient="horz" pos="567">
          <p15:clr>
            <a:srgbClr val="FBAE40"/>
          </p15:clr>
        </p15:guide>
      </p15:sldGuideLst>
    </p:ext>
  </p:extLst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Título | Box superior - Branco 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509521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pPr marL="20023">
              <a:lnSpc>
                <a:spcPct val="100000"/>
              </a:lnSpc>
              <a:spcBef>
                <a:spcPts val="45"/>
              </a:spcBef>
            </a:pPr>
            <a:fld id="{81D60167-4931-47E6-BA6A-407CBD079E47}" type="slidenum">
              <a:rPr lang="pt-BR" spc="-15" smtClean="0"/>
              <a:pPr marL="20023">
                <a:lnSpc>
                  <a:spcPct val="100000"/>
                </a:lnSpc>
                <a:spcBef>
                  <a:spcPts val="45"/>
                </a:spcBef>
              </a:pPr>
              <a:t>‹#›</a:t>
            </a:fld>
            <a:endParaRPr lang="pt-BR" spc="-15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tx1">
                    <a:lumMod val="85000"/>
                    <a:lumOff val="15000"/>
                  </a:schemeClr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tx1">
                    <a:lumMod val="85000"/>
                    <a:lumOff val="15000"/>
                  </a:schemeClr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0" name="Retângulo 5">
            <a:extLst>
              <a:ext uri="{FF2B5EF4-FFF2-40B4-BE49-F238E27FC236}">
                <a16:creationId xmlns:a16="http://schemas.microsoft.com/office/drawing/2014/main" id="{7D36360D-ABDB-2B93-AA05-C90BA9D483DB}"/>
              </a:ext>
            </a:extLst>
          </p:cNvPr>
          <p:cNvSpPr/>
          <p:nvPr/>
        </p:nvSpPr>
        <p:spPr>
          <a:xfrm>
            <a:off x="0" y="807794"/>
            <a:ext cx="11857038" cy="2091184"/>
          </a:xfrm>
          <a:prstGeom prst="round1Rect">
            <a:avLst>
              <a:gd name="adj" fmla="val 50000"/>
            </a:avLst>
          </a:prstGeom>
          <a:gradFill>
            <a:gsLst>
              <a:gs pos="0">
                <a:schemeClr val="tx1"/>
              </a:gs>
              <a:gs pos="23000">
                <a:schemeClr val="tx1"/>
              </a:gs>
              <a:gs pos="55000">
                <a:srgbClr val="161B21"/>
              </a:gs>
            </a:gsLst>
            <a:lin ang="8400000" scaled="0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sz="849">
              <a:latin typeface="Versos" panose="020B0503020204030204" pitchFamily="34" charset="0"/>
            </a:endParaRP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683428" y="1045525"/>
            <a:ext cx="5421301" cy="156104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12" name="Conector Reto 6">
            <a:extLst>
              <a:ext uri="{FF2B5EF4-FFF2-40B4-BE49-F238E27FC236}">
                <a16:creationId xmlns:a16="http://schemas.microsoft.com/office/drawing/2014/main" id="{93D24C85-FAB3-23B7-3282-C0255DE4BF50}"/>
              </a:ext>
            </a:extLst>
          </p:cNvPr>
          <p:cNvCxnSpPr/>
          <p:nvPr/>
        </p:nvCxnSpPr>
        <p:spPr>
          <a:xfrm>
            <a:off x="583096" y="1364974"/>
            <a:ext cx="0" cy="1562116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Conector Reto 7">
            <a:extLst>
              <a:ext uri="{FF2B5EF4-FFF2-40B4-BE49-F238E27FC236}">
                <a16:creationId xmlns:a16="http://schemas.microsoft.com/office/drawing/2014/main" id="{A040BC7F-4356-241E-DE98-A14572A424F9}"/>
              </a:ext>
            </a:extLst>
          </p:cNvPr>
          <p:cNvCxnSpPr>
            <a:cxnSpLocks/>
          </p:cNvCxnSpPr>
          <p:nvPr/>
        </p:nvCxnSpPr>
        <p:spPr>
          <a:xfrm>
            <a:off x="6336683" y="1364974"/>
            <a:ext cx="0" cy="1562116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3D29ABC6-2275-8D02-5D8F-6C312831087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437015" y="1045525"/>
            <a:ext cx="5420023" cy="158838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7" name="Text Placeholder 8">
            <a:extLst>
              <a:ext uri="{FF2B5EF4-FFF2-40B4-BE49-F238E27FC236}">
                <a16:creationId xmlns:a16="http://schemas.microsoft.com/office/drawing/2014/main" id="{D0831873-076C-11EE-AA1E-02508B9C5655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686448" y="3021652"/>
            <a:ext cx="5296913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:a16="http://schemas.microsoft.com/office/drawing/2014/main" id="{89936DB2-1144-3AFC-1BBA-E1BDEB5020C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435706" y="3021652"/>
            <a:ext cx="5421332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Picture 8">
            <a:extLst>
              <a:ext uri="{FF2B5EF4-FFF2-40B4-BE49-F238E27FC236}">
                <a16:creationId xmlns:a16="http://schemas.microsoft.com/office/drawing/2014/main" id="{20669646-0E31-B58E-25E0-8DB70B50D5BD}"/>
              </a:ext>
            </a:extLst>
          </p:cNvPr>
          <p:cNvSpPr/>
          <p:nvPr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tx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/>
          </a:p>
        </p:txBody>
      </p:sp>
      <p:cxnSp>
        <p:nvCxnSpPr>
          <p:cNvPr id="2" name="Straight Connector 1">
            <a:extLst>
              <a:ext uri="{FF2B5EF4-FFF2-40B4-BE49-F238E27FC236}">
                <a16:creationId xmlns:a16="http://schemas.microsoft.com/office/drawing/2014/main" id="{404BD73C-8E0E-436E-C0F7-D9B20EDD3A87}"/>
              </a:ext>
            </a:extLst>
          </p:cNvPr>
          <p:cNvCxnSpPr>
            <a:cxnSpLocks/>
          </p:cNvCxnSpPr>
          <p:nvPr/>
        </p:nvCxnSpPr>
        <p:spPr>
          <a:xfrm>
            <a:off x="1" y="169333"/>
            <a:ext cx="12229571" cy="0"/>
          </a:xfrm>
          <a:prstGeom prst="line">
            <a:avLst/>
          </a:prstGeom>
          <a:ln w="190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5C8223C8-B19C-406A-0E1A-412B531D226A}"/>
              </a:ext>
            </a:extLst>
          </p:cNvPr>
          <p:cNvCxnSpPr>
            <a:cxnSpLocks/>
          </p:cNvCxnSpPr>
          <p:nvPr/>
        </p:nvCxnSpPr>
        <p:spPr>
          <a:xfrm flipH="1">
            <a:off x="334962" y="6678798"/>
            <a:ext cx="10980001" cy="0"/>
          </a:xfrm>
          <a:prstGeom prst="line">
            <a:avLst/>
          </a:prstGeom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6130317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4530">
          <p15:clr>
            <a:srgbClr val="FBAE40"/>
          </p15:clr>
        </p15:guide>
        <p15:guide id="2" orient="horz" pos="2410">
          <p15:clr>
            <a:srgbClr val="FBAE40"/>
          </p15:clr>
        </p15:guide>
        <p15:guide id="3" orient="horz" pos="141">
          <p15:clr>
            <a:srgbClr val="FBAE40"/>
          </p15:clr>
        </p15:guide>
        <p15:guide id="4" pos="128">
          <p15:clr>
            <a:srgbClr val="FBAE40"/>
          </p15:clr>
        </p15:guide>
        <p15:guide id="5" orient="horz" pos="2465">
          <p15:clr>
            <a:srgbClr val="FBAE40"/>
          </p15:clr>
        </p15:guide>
        <p15:guide id="6" orient="horz" pos="485">
          <p15:clr>
            <a:srgbClr val="FBAE40"/>
          </p15:clr>
        </p15:guide>
        <p15:guide id="7" orient="horz" pos="567">
          <p15:clr>
            <a:srgbClr val="FBAE40"/>
          </p15:clr>
        </p15:guide>
      </p15:sldGuideLst>
    </p:ext>
  </p:extLst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Título | Box lateral - Branco 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tângulo 1">
            <a:extLst>
              <a:ext uri="{FF2B5EF4-FFF2-40B4-BE49-F238E27FC236}">
                <a16:creationId xmlns:a16="http://schemas.microsoft.com/office/drawing/2014/main" id="{0B0E7351-5252-E626-42EB-CDCE7C083C49}"/>
              </a:ext>
            </a:extLst>
          </p:cNvPr>
          <p:cNvSpPr/>
          <p:nvPr/>
        </p:nvSpPr>
        <p:spPr>
          <a:xfrm>
            <a:off x="0" y="1"/>
            <a:ext cx="5420020" cy="6858000"/>
          </a:xfrm>
          <a:prstGeom prst="rect">
            <a:avLst/>
          </a:prstGeom>
          <a:gradFill>
            <a:gsLst>
              <a:gs pos="0">
                <a:schemeClr val="tx1"/>
              </a:gs>
              <a:gs pos="23000">
                <a:schemeClr val="tx1"/>
              </a:gs>
              <a:gs pos="55000">
                <a:srgbClr val="161B21"/>
              </a:gs>
            </a:gsLst>
            <a:lin ang="8400000" scaled="0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sz="849"/>
          </a:p>
        </p:txBody>
      </p:sp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509521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pPr marL="20023">
              <a:lnSpc>
                <a:spcPct val="100000"/>
              </a:lnSpc>
              <a:spcBef>
                <a:spcPts val="45"/>
              </a:spcBef>
            </a:pPr>
            <a:fld id="{81D60167-4931-47E6-BA6A-407CBD079E47}" type="slidenum">
              <a:rPr lang="pt-BR" spc="-15" smtClean="0"/>
              <a:pPr marL="20023">
                <a:lnSpc>
                  <a:spcPct val="100000"/>
                </a:lnSpc>
                <a:spcBef>
                  <a:spcPts val="45"/>
                </a:spcBef>
              </a:pPr>
              <a:t>‹#›</a:t>
            </a:fld>
            <a:endParaRPr lang="pt-BR" spc="-15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5085057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47027" y="1751285"/>
            <a:ext cx="4369353" cy="156104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3D29ABC6-2275-8D02-5D8F-6C312831087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333166" y="3849328"/>
            <a:ext cx="4383213" cy="158838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:a16="http://schemas.microsoft.com/office/drawing/2014/main" id="{89936DB2-1144-3AFC-1BBA-E1BDEB5020C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5767047" y="1484313"/>
            <a:ext cx="6077927" cy="445872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2" name="Conector Reto 2">
            <a:extLst>
              <a:ext uri="{FF2B5EF4-FFF2-40B4-BE49-F238E27FC236}">
                <a16:creationId xmlns:a16="http://schemas.microsoft.com/office/drawing/2014/main" id="{D24BE17E-F6B3-8EAE-EC30-BB9C725FC11E}"/>
              </a:ext>
            </a:extLst>
          </p:cNvPr>
          <p:cNvCxnSpPr>
            <a:cxnSpLocks/>
          </p:cNvCxnSpPr>
          <p:nvPr/>
        </p:nvCxnSpPr>
        <p:spPr>
          <a:xfrm flipH="1">
            <a:off x="1" y="1482784"/>
            <a:ext cx="1457739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Conector Reto 7">
            <a:extLst>
              <a:ext uri="{FF2B5EF4-FFF2-40B4-BE49-F238E27FC236}">
                <a16:creationId xmlns:a16="http://schemas.microsoft.com/office/drawing/2014/main" id="{0D6EA7A2-501E-AE25-217B-771E1489503C}"/>
              </a:ext>
            </a:extLst>
          </p:cNvPr>
          <p:cNvCxnSpPr>
            <a:cxnSpLocks/>
          </p:cNvCxnSpPr>
          <p:nvPr/>
        </p:nvCxnSpPr>
        <p:spPr>
          <a:xfrm flipH="1">
            <a:off x="1" y="3580828"/>
            <a:ext cx="1457739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Picture 8">
            <a:extLst>
              <a:ext uri="{FF2B5EF4-FFF2-40B4-BE49-F238E27FC236}">
                <a16:creationId xmlns:a16="http://schemas.microsoft.com/office/drawing/2014/main" id="{17E4CCC7-1929-43B7-5053-E4687D9CD03C}"/>
              </a:ext>
            </a:extLst>
          </p:cNvPr>
          <p:cNvSpPr/>
          <p:nvPr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tx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/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AA4C09E7-58F7-D1C0-7F9D-8BDE6540D76F}"/>
              </a:ext>
            </a:extLst>
          </p:cNvPr>
          <p:cNvCxnSpPr>
            <a:cxnSpLocks/>
          </p:cNvCxnSpPr>
          <p:nvPr/>
        </p:nvCxnSpPr>
        <p:spPr>
          <a:xfrm>
            <a:off x="5529943" y="169333"/>
            <a:ext cx="6699628" cy="0"/>
          </a:xfrm>
          <a:prstGeom prst="line">
            <a:avLst/>
          </a:prstGeom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object 4">
            <a:extLst>
              <a:ext uri="{FF2B5EF4-FFF2-40B4-BE49-F238E27FC236}">
                <a16:creationId xmlns:a16="http://schemas.microsoft.com/office/drawing/2014/main" id="{3326D04B-5317-36B2-D8FC-7DA9E201E8D9}"/>
              </a:ext>
            </a:extLst>
          </p:cNvPr>
          <p:cNvSpPr/>
          <p:nvPr/>
        </p:nvSpPr>
        <p:spPr>
          <a:xfrm rot="10247908" flipH="1">
            <a:off x="4106509" y="-4146683"/>
            <a:ext cx="8001039" cy="5749648"/>
          </a:xfrm>
          <a:custGeom>
            <a:avLst/>
            <a:gdLst>
              <a:gd name="connsiteX0" fmla="*/ 0 w 13940157"/>
              <a:gd name="connsiteY0" fmla="*/ 9200719 h 9456078"/>
              <a:gd name="connsiteX1" fmla="*/ 781360 w 13940157"/>
              <a:gd name="connsiteY1" fmla="*/ 9456078 h 9456078"/>
              <a:gd name="connsiteX2" fmla="*/ 831337 w 13940157"/>
              <a:gd name="connsiteY2" fmla="*/ 9455836 h 9456078"/>
              <a:gd name="connsiteX3" fmla="*/ 881253 w 13940157"/>
              <a:gd name="connsiteY3" fmla="*/ 9455111 h 9456078"/>
              <a:gd name="connsiteX4" fmla="*/ 931102 w 13940157"/>
              <a:gd name="connsiteY4" fmla="*/ 9453904 h 9456078"/>
              <a:gd name="connsiteX5" fmla="*/ 980884 w 13940157"/>
              <a:gd name="connsiteY5" fmla="*/ 9452217 h 9456078"/>
              <a:gd name="connsiteX6" fmla="*/ 1030594 w 13940157"/>
              <a:gd name="connsiteY6" fmla="*/ 9450052 h 9456078"/>
              <a:gd name="connsiteX7" fmla="*/ 1080230 w 13940157"/>
              <a:gd name="connsiteY7" fmla="*/ 9447409 h 9456078"/>
              <a:gd name="connsiteX8" fmla="*/ 1129789 w 13940157"/>
              <a:gd name="connsiteY8" fmla="*/ 9444290 h 9456078"/>
              <a:gd name="connsiteX9" fmla="*/ 1179267 w 13940157"/>
              <a:gd name="connsiteY9" fmla="*/ 9440698 h 9456078"/>
              <a:gd name="connsiteX10" fmla="*/ 1228662 w 13940157"/>
              <a:gd name="connsiteY10" fmla="*/ 9436632 h 9456078"/>
              <a:gd name="connsiteX11" fmla="*/ 1277970 w 13940157"/>
              <a:gd name="connsiteY11" fmla="*/ 9432096 h 9456078"/>
              <a:gd name="connsiteX12" fmla="*/ 1327189 w 13940157"/>
              <a:gd name="connsiteY12" fmla="*/ 9427089 h 9456078"/>
              <a:gd name="connsiteX13" fmla="*/ 1376316 w 13940157"/>
              <a:gd name="connsiteY13" fmla="*/ 9421615 h 9456078"/>
              <a:gd name="connsiteX14" fmla="*/ 1425347 w 13940157"/>
              <a:gd name="connsiteY14" fmla="*/ 9415673 h 9456078"/>
              <a:gd name="connsiteX15" fmla="*/ 1474280 w 13940157"/>
              <a:gd name="connsiteY15" fmla="*/ 9409267 h 9456078"/>
              <a:gd name="connsiteX16" fmla="*/ 1523111 w 13940157"/>
              <a:gd name="connsiteY16" fmla="*/ 9402396 h 9456078"/>
              <a:gd name="connsiteX17" fmla="*/ 1571838 w 13940157"/>
              <a:gd name="connsiteY17" fmla="*/ 9395063 h 9456078"/>
              <a:gd name="connsiteX18" fmla="*/ 1620458 w 13940157"/>
              <a:gd name="connsiteY18" fmla="*/ 9387270 h 9456078"/>
              <a:gd name="connsiteX19" fmla="*/ 1668967 w 13940157"/>
              <a:gd name="connsiteY19" fmla="*/ 9379017 h 9456078"/>
              <a:gd name="connsiteX20" fmla="*/ 1717362 w 13940157"/>
              <a:gd name="connsiteY20" fmla="*/ 9370306 h 9456078"/>
              <a:gd name="connsiteX21" fmla="*/ 1765641 w 13940157"/>
              <a:gd name="connsiteY21" fmla="*/ 9361139 h 9456078"/>
              <a:gd name="connsiteX22" fmla="*/ 1813800 w 13940157"/>
              <a:gd name="connsiteY22" fmla="*/ 9351517 h 9456078"/>
              <a:gd name="connsiteX23" fmla="*/ 1861837 w 13940157"/>
              <a:gd name="connsiteY23" fmla="*/ 9341441 h 9456078"/>
              <a:gd name="connsiteX24" fmla="*/ 1909749 w 13940157"/>
              <a:gd name="connsiteY24" fmla="*/ 9330914 h 9456078"/>
              <a:gd name="connsiteX25" fmla="*/ 1957532 w 13940157"/>
              <a:gd name="connsiteY25" fmla="*/ 9319936 h 9456078"/>
              <a:gd name="connsiteX26" fmla="*/ 2005183 w 13940157"/>
              <a:gd name="connsiteY26" fmla="*/ 9308509 h 9456078"/>
              <a:gd name="connsiteX27" fmla="*/ 2052699 w 13940157"/>
              <a:gd name="connsiteY27" fmla="*/ 9296635 h 9456078"/>
              <a:gd name="connsiteX28" fmla="*/ 2100079 w 13940157"/>
              <a:gd name="connsiteY28" fmla="*/ 9284315 h 9456078"/>
              <a:gd name="connsiteX29" fmla="*/ 2147317 w 13940157"/>
              <a:gd name="connsiteY29" fmla="*/ 9271550 h 9456078"/>
              <a:gd name="connsiteX30" fmla="*/ 2194412 w 13940157"/>
              <a:gd name="connsiteY30" fmla="*/ 9258342 h 9456078"/>
              <a:gd name="connsiteX31" fmla="*/ 2241360 w 13940157"/>
              <a:gd name="connsiteY31" fmla="*/ 9244693 h 9456078"/>
              <a:gd name="connsiteX32" fmla="*/ 2288159 w 13940157"/>
              <a:gd name="connsiteY32" fmla="*/ 9230604 h 9456078"/>
              <a:gd name="connsiteX33" fmla="*/ 2334805 w 13940157"/>
              <a:gd name="connsiteY33" fmla="*/ 9216076 h 9456078"/>
              <a:gd name="connsiteX34" fmla="*/ 2381295 w 13940157"/>
              <a:gd name="connsiteY34" fmla="*/ 9201111 h 9456078"/>
              <a:gd name="connsiteX35" fmla="*/ 2427627 w 13940157"/>
              <a:gd name="connsiteY35" fmla="*/ 9185710 h 9456078"/>
              <a:gd name="connsiteX36" fmla="*/ 2473797 w 13940157"/>
              <a:gd name="connsiteY36" fmla="*/ 9169876 h 9456078"/>
              <a:gd name="connsiteX37" fmla="*/ 2519802 w 13940157"/>
              <a:gd name="connsiteY37" fmla="*/ 9153608 h 9456078"/>
              <a:gd name="connsiteX38" fmla="*/ 2565640 w 13940157"/>
              <a:gd name="connsiteY38" fmla="*/ 9136910 h 9456078"/>
              <a:gd name="connsiteX39" fmla="*/ 2611307 w 13940157"/>
              <a:gd name="connsiteY39" fmla="*/ 9119782 h 9456078"/>
              <a:gd name="connsiteX40" fmla="*/ 2656800 w 13940157"/>
              <a:gd name="connsiteY40" fmla="*/ 9102226 h 9456078"/>
              <a:gd name="connsiteX41" fmla="*/ 2702116 w 13940157"/>
              <a:gd name="connsiteY41" fmla="*/ 9084243 h 9456078"/>
              <a:gd name="connsiteX42" fmla="*/ 2747253 w 13940157"/>
              <a:gd name="connsiteY42" fmla="*/ 9065835 h 9456078"/>
              <a:gd name="connsiteX43" fmla="*/ 2792207 w 13940157"/>
              <a:gd name="connsiteY43" fmla="*/ 9047004 h 9456078"/>
              <a:gd name="connsiteX44" fmla="*/ 2836975 w 13940157"/>
              <a:gd name="connsiteY44" fmla="*/ 9027750 h 9456078"/>
              <a:gd name="connsiteX45" fmla="*/ 2881555 w 13940157"/>
              <a:gd name="connsiteY45" fmla="*/ 9008075 h 9456078"/>
              <a:gd name="connsiteX46" fmla="*/ 2925942 w 13940157"/>
              <a:gd name="connsiteY46" fmla="*/ 8987981 h 9456078"/>
              <a:gd name="connsiteX47" fmla="*/ 2970135 w 13940157"/>
              <a:gd name="connsiteY47" fmla="*/ 8967470 h 9456078"/>
              <a:gd name="connsiteX48" fmla="*/ 3014130 w 13940157"/>
              <a:gd name="connsiteY48" fmla="*/ 8946542 h 9456078"/>
              <a:gd name="connsiteX49" fmla="*/ 3057924 w 13940157"/>
              <a:gd name="connsiteY49" fmla="*/ 8925199 h 9456078"/>
              <a:gd name="connsiteX50" fmla="*/ 3101514 w 13940157"/>
              <a:gd name="connsiteY50" fmla="*/ 8903443 h 9456078"/>
              <a:gd name="connsiteX51" fmla="*/ 3144898 w 13940157"/>
              <a:gd name="connsiteY51" fmla="*/ 8881275 h 9456078"/>
              <a:gd name="connsiteX52" fmla="*/ 3188071 w 13940157"/>
              <a:gd name="connsiteY52" fmla="*/ 8858697 h 9456078"/>
              <a:gd name="connsiteX53" fmla="*/ 3231032 w 13940157"/>
              <a:gd name="connsiteY53" fmla="*/ 8835710 h 9456078"/>
              <a:gd name="connsiteX54" fmla="*/ 3273777 w 13940157"/>
              <a:gd name="connsiteY54" fmla="*/ 8812316 h 9456078"/>
              <a:gd name="connsiteX55" fmla="*/ 3316303 w 13940157"/>
              <a:gd name="connsiteY55" fmla="*/ 8788516 h 9456078"/>
              <a:gd name="connsiteX56" fmla="*/ 3358607 w 13940157"/>
              <a:gd name="connsiteY56" fmla="*/ 8764311 h 9456078"/>
              <a:gd name="connsiteX57" fmla="*/ 3400686 w 13940157"/>
              <a:gd name="connsiteY57" fmla="*/ 8739704 h 9456078"/>
              <a:gd name="connsiteX58" fmla="*/ 3442537 w 13940157"/>
              <a:gd name="connsiteY58" fmla="*/ 8714695 h 9456078"/>
              <a:gd name="connsiteX59" fmla="*/ 3484157 w 13940157"/>
              <a:gd name="connsiteY59" fmla="*/ 8689286 h 9456078"/>
              <a:gd name="connsiteX60" fmla="*/ 3525543 w 13940157"/>
              <a:gd name="connsiteY60" fmla="*/ 8663479 h 9456078"/>
              <a:gd name="connsiteX61" fmla="*/ 3566693 w 13940157"/>
              <a:gd name="connsiteY61" fmla="*/ 8637274 h 9456078"/>
              <a:gd name="connsiteX62" fmla="*/ 3607602 w 13940157"/>
              <a:gd name="connsiteY62" fmla="*/ 8610675 h 9456078"/>
              <a:gd name="connsiteX63" fmla="*/ 3648268 w 13940157"/>
              <a:gd name="connsiteY63" fmla="*/ 8583681 h 9456078"/>
              <a:gd name="connsiteX64" fmla="*/ 3688689 w 13940157"/>
              <a:gd name="connsiteY64" fmla="*/ 8556295 h 9456078"/>
              <a:gd name="connsiteX65" fmla="*/ 3728860 w 13940157"/>
              <a:gd name="connsiteY65" fmla="*/ 8528517 h 9456078"/>
              <a:gd name="connsiteX66" fmla="*/ 3768779 w 13940157"/>
              <a:gd name="connsiteY66" fmla="*/ 8500351 h 9456078"/>
              <a:gd name="connsiteX67" fmla="*/ 3808443 w 13940157"/>
              <a:gd name="connsiteY67" fmla="*/ 8471796 h 9456078"/>
              <a:gd name="connsiteX68" fmla="*/ 3847849 w 13940157"/>
              <a:gd name="connsiteY68" fmla="*/ 8442854 h 9456078"/>
              <a:gd name="connsiteX69" fmla="*/ 3886994 w 13940157"/>
              <a:gd name="connsiteY69" fmla="*/ 8413528 h 9456078"/>
              <a:gd name="connsiteX70" fmla="*/ 3925875 w 13940157"/>
              <a:gd name="connsiteY70" fmla="*/ 8383818 h 9456078"/>
              <a:gd name="connsiteX71" fmla="*/ 3964489 w 13940157"/>
              <a:gd name="connsiteY71" fmla="*/ 8353726 h 9456078"/>
              <a:gd name="connsiteX72" fmla="*/ 4002833 w 13940157"/>
              <a:gd name="connsiteY72" fmla="*/ 8323253 h 9456078"/>
              <a:gd name="connsiteX73" fmla="*/ 4040904 w 13940157"/>
              <a:gd name="connsiteY73" fmla="*/ 8292401 h 9456078"/>
              <a:gd name="connsiteX74" fmla="*/ 4078699 w 13940157"/>
              <a:gd name="connsiteY74" fmla="*/ 8261172 h 9456078"/>
              <a:gd name="connsiteX75" fmla="*/ 4116214 w 13940157"/>
              <a:gd name="connsiteY75" fmla="*/ 8229566 h 9456078"/>
              <a:gd name="connsiteX76" fmla="*/ 4153447 w 13940157"/>
              <a:gd name="connsiteY76" fmla="*/ 8197585 h 9456078"/>
              <a:gd name="connsiteX77" fmla="*/ 4190395 w 13940157"/>
              <a:gd name="connsiteY77" fmla="*/ 8165232 h 9456078"/>
              <a:gd name="connsiteX78" fmla="*/ 4227055 w 13940157"/>
              <a:gd name="connsiteY78" fmla="*/ 8132507 h 9456078"/>
              <a:gd name="connsiteX79" fmla="*/ 4263424 w 13940157"/>
              <a:gd name="connsiteY79" fmla="*/ 8099411 h 9456078"/>
              <a:gd name="connsiteX80" fmla="*/ 4299499 w 13940157"/>
              <a:gd name="connsiteY80" fmla="*/ 8065947 h 9456078"/>
              <a:gd name="connsiteX81" fmla="*/ 4335276 w 13940157"/>
              <a:gd name="connsiteY81" fmla="*/ 8032115 h 9456078"/>
              <a:gd name="connsiteX82" fmla="*/ 4370753 w 13940157"/>
              <a:gd name="connsiteY82" fmla="*/ 7997918 h 9456078"/>
              <a:gd name="connsiteX83" fmla="*/ 4405927 w 13940157"/>
              <a:gd name="connsiteY83" fmla="*/ 7963356 h 9456078"/>
              <a:gd name="connsiteX84" fmla="*/ 4440795 w 13940157"/>
              <a:gd name="connsiteY84" fmla="*/ 7928432 h 9456078"/>
              <a:gd name="connsiteX85" fmla="*/ 4475354 w 13940157"/>
              <a:gd name="connsiteY85" fmla="*/ 7893146 h 9456078"/>
              <a:gd name="connsiteX86" fmla="*/ 4509600 w 13940157"/>
              <a:gd name="connsiteY86" fmla="*/ 7857501 h 9456078"/>
              <a:gd name="connsiteX87" fmla="*/ 4543531 w 13940157"/>
              <a:gd name="connsiteY87" fmla="*/ 7821497 h 9456078"/>
              <a:gd name="connsiteX88" fmla="*/ 4577143 w 13940157"/>
              <a:gd name="connsiteY88" fmla="*/ 7785136 h 9456078"/>
              <a:gd name="connsiteX89" fmla="*/ 4610435 w 13940157"/>
              <a:gd name="connsiteY89" fmla="*/ 7748420 h 9456078"/>
              <a:gd name="connsiteX90" fmla="*/ 4643402 w 13940157"/>
              <a:gd name="connsiteY90" fmla="*/ 7711350 h 9456078"/>
              <a:gd name="connsiteX91" fmla="*/ 4676042 w 13940157"/>
              <a:gd name="connsiteY91" fmla="*/ 7673928 h 9456078"/>
              <a:gd name="connsiteX92" fmla="*/ 4708351 w 13940157"/>
              <a:gd name="connsiteY92" fmla="*/ 7636155 h 9456078"/>
              <a:gd name="connsiteX93" fmla="*/ 4740327 w 13940157"/>
              <a:gd name="connsiteY93" fmla="*/ 7598032 h 9456078"/>
              <a:gd name="connsiteX94" fmla="*/ 4771967 w 13940157"/>
              <a:gd name="connsiteY94" fmla="*/ 7559561 h 9456078"/>
              <a:gd name="connsiteX95" fmla="*/ 4803267 w 13940157"/>
              <a:gd name="connsiteY95" fmla="*/ 7520744 h 9456078"/>
              <a:gd name="connsiteX96" fmla="*/ 4834225 w 13940157"/>
              <a:gd name="connsiteY96" fmla="*/ 7481582 h 9456078"/>
              <a:gd name="connsiteX97" fmla="*/ 4864838 w 13940157"/>
              <a:gd name="connsiteY97" fmla="*/ 7442077 h 9456078"/>
              <a:gd name="connsiteX98" fmla="*/ 8803671 w 13940157"/>
              <a:gd name="connsiteY98" fmla="*/ 2307814 h 9456078"/>
              <a:gd name="connsiteX99" fmla="*/ 8834262 w 13940157"/>
              <a:gd name="connsiteY99" fmla="*/ 2268285 h 9456078"/>
              <a:gd name="connsiteX100" fmla="*/ 8865156 w 13940157"/>
              <a:gd name="connsiteY100" fmla="*/ 2229056 h 9456078"/>
              <a:gd name="connsiteX101" fmla="*/ 8896349 w 13940157"/>
              <a:gd name="connsiteY101" fmla="*/ 2190127 h 9456078"/>
              <a:gd name="connsiteX102" fmla="*/ 8927839 w 13940157"/>
              <a:gd name="connsiteY102" fmla="*/ 2151500 h 9456078"/>
              <a:gd name="connsiteX103" fmla="*/ 8959624 w 13940157"/>
              <a:gd name="connsiteY103" fmla="*/ 2113176 h 9456078"/>
              <a:gd name="connsiteX104" fmla="*/ 8991701 w 13940157"/>
              <a:gd name="connsiteY104" fmla="*/ 2075157 h 9456078"/>
              <a:gd name="connsiteX105" fmla="*/ 9024069 w 13940157"/>
              <a:gd name="connsiteY105" fmla="*/ 2037442 h 9456078"/>
              <a:gd name="connsiteX106" fmla="*/ 9056725 w 13940157"/>
              <a:gd name="connsiteY106" fmla="*/ 2000034 h 9456078"/>
              <a:gd name="connsiteX107" fmla="*/ 9089667 w 13940157"/>
              <a:gd name="connsiteY107" fmla="*/ 1962934 h 9456078"/>
              <a:gd name="connsiteX108" fmla="*/ 9122892 w 13940157"/>
              <a:gd name="connsiteY108" fmla="*/ 1926142 h 9456078"/>
              <a:gd name="connsiteX109" fmla="*/ 9156398 w 13940157"/>
              <a:gd name="connsiteY109" fmla="*/ 1889660 h 9456078"/>
              <a:gd name="connsiteX110" fmla="*/ 9190183 w 13940157"/>
              <a:gd name="connsiteY110" fmla="*/ 1853489 h 9456078"/>
              <a:gd name="connsiteX111" fmla="*/ 9224245 w 13940157"/>
              <a:gd name="connsiteY111" fmla="*/ 1817630 h 9456078"/>
              <a:gd name="connsiteX112" fmla="*/ 9258581 w 13940157"/>
              <a:gd name="connsiteY112" fmla="*/ 1782084 h 9456078"/>
              <a:gd name="connsiteX113" fmla="*/ 9293189 w 13940157"/>
              <a:gd name="connsiteY113" fmla="*/ 1746853 h 9456078"/>
              <a:gd name="connsiteX114" fmla="*/ 9328066 w 13940157"/>
              <a:gd name="connsiteY114" fmla="*/ 1711937 h 9456078"/>
              <a:gd name="connsiteX115" fmla="*/ 9363211 w 13940157"/>
              <a:gd name="connsiteY115" fmla="*/ 1677337 h 9456078"/>
              <a:gd name="connsiteX116" fmla="*/ 9398621 w 13940157"/>
              <a:gd name="connsiteY116" fmla="*/ 1643056 h 9456078"/>
              <a:gd name="connsiteX117" fmla="*/ 9434294 w 13940157"/>
              <a:gd name="connsiteY117" fmla="*/ 1609093 h 9456078"/>
              <a:gd name="connsiteX118" fmla="*/ 9470227 w 13940157"/>
              <a:gd name="connsiteY118" fmla="*/ 1575450 h 9456078"/>
              <a:gd name="connsiteX119" fmla="*/ 9506418 w 13940157"/>
              <a:gd name="connsiteY119" fmla="*/ 1542128 h 9456078"/>
              <a:gd name="connsiteX120" fmla="*/ 9542866 w 13940157"/>
              <a:gd name="connsiteY120" fmla="*/ 1509129 h 9456078"/>
              <a:gd name="connsiteX121" fmla="*/ 9579567 w 13940157"/>
              <a:gd name="connsiteY121" fmla="*/ 1476452 h 9456078"/>
              <a:gd name="connsiteX122" fmla="*/ 9616519 w 13940157"/>
              <a:gd name="connsiteY122" fmla="*/ 1444101 h 9456078"/>
              <a:gd name="connsiteX123" fmla="*/ 9653720 w 13940157"/>
              <a:gd name="connsiteY123" fmla="*/ 1412075 h 9456078"/>
              <a:gd name="connsiteX124" fmla="*/ 9691168 w 13940157"/>
              <a:gd name="connsiteY124" fmla="*/ 1380375 h 9456078"/>
              <a:gd name="connsiteX125" fmla="*/ 9728861 w 13940157"/>
              <a:gd name="connsiteY125" fmla="*/ 1349004 h 9456078"/>
              <a:gd name="connsiteX126" fmla="*/ 9766795 w 13940157"/>
              <a:gd name="connsiteY126" fmla="*/ 1317962 h 9456078"/>
              <a:gd name="connsiteX127" fmla="*/ 9804970 w 13940157"/>
              <a:gd name="connsiteY127" fmla="*/ 1287250 h 9456078"/>
              <a:gd name="connsiteX128" fmla="*/ 9843382 w 13940157"/>
              <a:gd name="connsiteY128" fmla="*/ 1256869 h 9456078"/>
              <a:gd name="connsiteX129" fmla="*/ 9882029 w 13940157"/>
              <a:gd name="connsiteY129" fmla="*/ 1226820 h 9456078"/>
              <a:gd name="connsiteX130" fmla="*/ 9920909 w 13940157"/>
              <a:gd name="connsiteY130" fmla="*/ 1197105 h 9456078"/>
              <a:gd name="connsiteX131" fmla="*/ 9960020 w 13940157"/>
              <a:gd name="connsiteY131" fmla="*/ 1167725 h 9456078"/>
              <a:gd name="connsiteX132" fmla="*/ 9999359 w 13940157"/>
              <a:gd name="connsiteY132" fmla="*/ 1138681 h 9456078"/>
              <a:gd name="connsiteX133" fmla="*/ 10038924 w 13940157"/>
              <a:gd name="connsiteY133" fmla="*/ 1109974 h 9456078"/>
              <a:gd name="connsiteX134" fmla="*/ 10078713 w 13940157"/>
              <a:gd name="connsiteY134" fmla="*/ 1081604 h 9456078"/>
              <a:gd name="connsiteX135" fmla="*/ 10118724 w 13940157"/>
              <a:gd name="connsiteY135" fmla="*/ 1053574 h 9456078"/>
              <a:gd name="connsiteX136" fmla="*/ 10158954 w 13940157"/>
              <a:gd name="connsiteY136" fmla="*/ 1025884 h 9456078"/>
              <a:gd name="connsiteX137" fmla="*/ 10199400 w 13940157"/>
              <a:gd name="connsiteY137" fmla="*/ 998536 h 9456078"/>
              <a:gd name="connsiteX138" fmla="*/ 10240062 w 13940157"/>
              <a:gd name="connsiteY138" fmla="*/ 971530 h 9456078"/>
              <a:gd name="connsiteX139" fmla="*/ 10280935 w 13940157"/>
              <a:gd name="connsiteY139" fmla="*/ 944868 h 9456078"/>
              <a:gd name="connsiteX140" fmla="*/ 10322019 w 13940157"/>
              <a:gd name="connsiteY140" fmla="*/ 918551 h 9456078"/>
              <a:gd name="connsiteX141" fmla="*/ 10363310 w 13940157"/>
              <a:gd name="connsiteY141" fmla="*/ 892580 h 9456078"/>
              <a:gd name="connsiteX142" fmla="*/ 10404807 w 13940157"/>
              <a:gd name="connsiteY142" fmla="*/ 866956 h 9456078"/>
              <a:gd name="connsiteX143" fmla="*/ 10446507 w 13940157"/>
              <a:gd name="connsiteY143" fmla="*/ 841681 h 9456078"/>
              <a:gd name="connsiteX144" fmla="*/ 10488408 w 13940157"/>
              <a:gd name="connsiteY144" fmla="*/ 816754 h 9456078"/>
              <a:gd name="connsiteX145" fmla="*/ 10530507 w 13940157"/>
              <a:gd name="connsiteY145" fmla="*/ 792179 h 9456078"/>
              <a:gd name="connsiteX146" fmla="*/ 10572803 w 13940157"/>
              <a:gd name="connsiteY146" fmla="*/ 767955 h 9456078"/>
              <a:gd name="connsiteX147" fmla="*/ 10615292 w 13940157"/>
              <a:gd name="connsiteY147" fmla="*/ 744083 h 9456078"/>
              <a:gd name="connsiteX148" fmla="*/ 10657973 w 13940157"/>
              <a:gd name="connsiteY148" fmla="*/ 720566 h 9456078"/>
              <a:gd name="connsiteX149" fmla="*/ 10700844 w 13940157"/>
              <a:gd name="connsiteY149" fmla="*/ 697404 h 9456078"/>
              <a:gd name="connsiteX150" fmla="*/ 10743902 w 13940157"/>
              <a:gd name="connsiteY150" fmla="*/ 674598 h 9456078"/>
              <a:gd name="connsiteX151" fmla="*/ 10787144 w 13940157"/>
              <a:gd name="connsiteY151" fmla="*/ 652149 h 9456078"/>
              <a:gd name="connsiteX152" fmla="*/ 10830569 w 13940157"/>
              <a:gd name="connsiteY152" fmla="*/ 630059 h 9456078"/>
              <a:gd name="connsiteX153" fmla="*/ 10874174 w 13940157"/>
              <a:gd name="connsiteY153" fmla="*/ 608328 h 9456078"/>
              <a:gd name="connsiteX154" fmla="*/ 10917957 w 13940157"/>
              <a:gd name="connsiteY154" fmla="*/ 586958 h 9456078"/>
              <a:gd name="connsiteX155" fmla="*/ 10961916 w 13940157"/>
              <a:gd name="connsiteY155" fmla="*/ 565950 h 9456078"/>
              <a:gd name="connsiteX156" fmla="*/ 11006048 w 13940157"/>
              <a:gd name="connsiteY156" fmla="*/ 545304 h 9456078"/>
              <a:gd name="connsiteX157" fmla="*/ 11050351 w 13940157"/>
              <a:gd name="connsiteY157" fmla="*/ 525023 h 9456078"/>
              <a:gd name="connsiteX158" fmla="*/ 11094823 w 13940157"/>
              <a:gd name="connsiteY158" fmla="*/ 505107 h 9456078"/>
              <a:gd name="connsiteX159" fmla="*/ 11139461 w 13940157"/>
              <a:gd name="connsiteY159" fmla="*/ 485558 h 9456078"/>
              <a:gd name="connsiteX160" fmla="*/ 11184263 w 13940157"/>
              <a:gd name="connsiteY160" fmla="*/ 466376 h 9456078"/>
              <a:gd name="connsiteX161" fmla="*/ 11229228 w 13940157"/>
              <a:gd name="connsiteY161" fmla="*/ 447563 h 9456078"/>
              <a:gd name="connsiteX162" fmla="*/ 11274351 w 13940157"/>
              <a:gd name="connsiteY162" fmla="*/ 429119 h 9456078"/>
              <a:gd name="connsiteX163" fmla="*/ 11319632 w 13940157"/>
              <a:gd name="connsiteY163" fmla="*/ 411046 h 9456078"/>
              <a:gd name="connsiteX164" fmla="*/ 11365068 w 13940157"/>
              <a:gd name="connsiteY164" fmla="*/ 393346 h 9456078"/>
              <a:gd name="connsiteX165" fmla="*/ 11410657 w 13940157"/>
              <a:gd name="connsiteY165" fmla="*/ 376018 h 9456078"/>
              <a:gd name="connsiteX166" fmla="*/ 11456396 w 13940157"/>
              <a:gd name="connsiteY166" fmla="*/ 359065 h 9456078"/>
              <a:gd name="connsiteX167" fmla="*/ 11502283 w 13940157"/>
              <a:gd name="connsiteY167" fmla="*/ 342487 h 9456078"/>
              <a:gd name="connsiteX168" fmla="*/ 11548316 w 13940157"/>
              <a:gd name="connsiteY168" fmla="*/ 326286 h 9456078"/>
              <a:gd name="connsiteX169" fmla="*/ 11594492 w 13940157"/>
              <a:gd name="connsiteY169" fmla="*/ 310462 h 9456078"/>
              <a:gd name="connsiteX170" fmla="*/ 11640810 w 13940157"/>
              <a:gd name="connsiteY170" fmla="*/ 295018 h 9456078"/>
              <a:gd name="connsiteX171" fmla="*/ 11687267 w 13940157"/>
              <a:gd name="connsiteY171" fmla="*/ 279953 h 9456078"/>
              <a:gd name="connsiteX172" fmla="*/ 11733860 w 13940157"/>
              <a:gd name="connsiteY172" fmla="*/ 265269 h 9456078"/>
              <a:gd name="connsiteX173" fmla="*/ 11780587 w 13940157"/>
              <a:gd name="connsiteY173" fmla="*/ 250968 h 9456078"/>
              <a:gd name="connsiteX174" fmla="*/ 11827447 w 13940157"/>
              <a:gd name="connsiteY174" fmla="*/ 237049 h 9456078"/>
              <a:gd name="connsiteX175" fmla="*/ 11874436 w 13940157"/>
              <a:gd name="connsiteY175" fmla="*/ 223516 h 9456078"/>
              <a:gd name="connsiteX176" fmla="*/ 11921553 w 13940157"/>
              <a:gd name="connsiteY176" fmla="*/ 210368 h 9456078"/>
              <a:gd name="connsiteX177" fmla="*/ 11968794 w 13940157"/>
              <a:gd name="connsiteY177" fmla="*/ 197606 h 9456078"/>
              <a:gd name="connsiteX178" fmla="*/ 12016159 w 13940157"/>
              <a:gd name="connsiteY178" fmla="*/ 185233 h 9456078"/>
              <a:gd name="connsiteX179" fmla="*/ 12063644 w 13940157"/>
              <a:gd name="connsiteY179" fmla="*/ 173248 h 9456078"/>
              <a:gd name="connsiteX180" fmla="*/ 12111248 w 13940157"/>
              <a:gd name="connsiteY180" fmla="*/ 161654 h 9456078"/>
              <a:gd name="connsiteX181" fmla="*/ 12158967 w 13940157"/>
              <a:gd name="connsiteY181" fmla="*/ 150451 h 9456078"/>
              <a:gd name="connsiteX182" fmla="*/ 12206800 w 13940157"/>
              <a:gd name="connsiteY182" fmla="*/ 139640 h 9456078"/>
              <a:gd name="connsiteX183" fmla="*/ 12254745 w 13940157"/>
              <a:gd name="connsiteY183" fmla="*/ 129223 h 9456078"/>
              <a:gd name="connsiteX184" fmla="*/ 12302799 w 13940157"/>
              <a:gd name="connsiteY184" fmla="*/ 119201 h 9456078"/>
              <a:gd name="connsiteX185" fmla="*/ 12350959 w 13940157"/>
              <a:gd name="connsiteY185" fmla="*/ 109574 h 9456078"/>
              <a:gd name="connsiteX186" fmla="*/ 12399224 w 13940157"/>
              <a:gd name="connsiteY186" fmla="*/ 100344 h 9456078"/>
              <a:gd name="connsiteX187" fmla="*/ 12447591 w 13940157"/>
              <a:gd name="connsiteY187" fmla="*/ 91512 h 9456078"/>
              <a:gd name="connsiteX188" fmla="*/ 12496058 w 13940157"/>
              <a:gd name="connsiteY188" fmla="*/ 83080 h 9456078"/>
              <a:gd name="connsiteX189" fmla="*/ 12544623 w 13940157"/>
              <a:gd name="connsiteY189" fmla="*/ 75047 h 9456078"/>
              <a:gd name="connsiteX190" fmla="*/ 12593283 w 13940157"/>
              <a:gd name="connsiteY190" fmla="*/ 67417 h 9456078"/>
              <a:gd name="connsiteX191" fmla="*/ 12642036 w 13940157"/>
              <a:gd name="connsiteY191" fmla="*/ 60188 h 9456078"/>
              <a:gd name="connsiteX192" fmla="*/ 12690879 w 13940157"/>
              <a:gd name="connsiteY192" fmla="*/ 53364 h 9456078"/>
              <a:gd name="connsiteX193" fmla="*/ 12739811 w 13940157"/>
              <a:gd name="connsiteY193" fmla="*/ 46944 h 9456078"/>
              <a:gd name="connsiteX194" fmla="*/ 12788830 w 13940157"/>
              <a:gd name="connsiteY194" fmla="*/ 40931 h 9456078"/>
              <a:gd name="connsiteX195" fmla="*/ 12837932 w 13940157"/>
              <a:gd name="connsiteY195" fmla="*/ 35324 h 9456078"/>
              <a:gd name="connsiteX196" fmla="*/ 12887116 w 13940157"/>
              <a:gd name="connsiteY196" fmla="*/ 30126 h 9456078"/>
              <a:gd name="connsiteX197" fmla="*/ 12936379 w 13940157"/>
              <a:gd name="connsiteY197" fmla="*/ 25337 h 9456078"/>
              <a:gd name="connsiteX198" fmla="*/ 12985719 w 13940157"/>
              <a:gd name="connsiteY198" fmla="*/ 20958 h 9456078"/>
              <a:gd name="connsiteX199" fmla="*/ 13035133 w 13940157"/>
              <a:gd name="connsiteY199" fmla="*/ 16991 h 9456078"/>
              <a:gd name="connsiteX200" fmla="*/ 13084620 w 13940157"/>
              <a:gd name="connsiteY200" fmla="*/ 13437 h 9456078"/>
              <a:gd name="connsiteX201" fmla="*/ 13134178 w 13940157"/>
              <a:gd name="connsiteY201" fmla="*/ 10297 h 9456078"/>
              <a:gd name="connsiteX202" fmla="*/ 13183803 w 13940157"/>
              <a:gd name="connsiteY202" fmla="*/ 7572 h 9456078"/>
              <a:gd name="connsiteX203" fmla="*/ 13233493 w 13940157"/>
              <a:gd name="connsiteY203" fmla="*/ 5263 h 9456078"/>
              <a:gd name="connsiteX204" fmla="*/ 13283247 w 13940157"/>
              <a:gd name="connsiteY204" fmla="*/ 3371 h 9456078"/>
              <a:gd name="connsiteX205" fmla="*/ 13333061 w 13940157"/>
              <a:gd name="connsiteY205" fmla="*/ 1898 h 9456078"/>
              <a:gd name="connsiteX206" fmla="*/ 13382934 w 13940157"/>
              <a:gd name="connsiteY206" fmla="*/ 844 h 9456078"/>
              <a:gd name="connsiteX207" fmla="*/ 13432864 w 13940157"/>
              <a:gd name="connsiteY207" fmla="*/ 211 h 9456078"/>
              <a:gd name="connsiteX208" fmla="*/ 13482847 w 13940157"/>
              <a:gd name="connsiteY208" fmla="*/ 0 h 9456078"/>
              <a:gd name="connsiteX209" fmla="*/ 13940158 w 13940157"/>
              <a:gd name="connsiteY209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49234 w 13158799"/>
              <a:gd name="connsiteY5" fmla="*/ 9450052 h 9456078"/>
              <a:gd name="connsiteX6" fmla="*/ 298870 w 13158799"/>
              <a:gd name="connsiteY6" fmla="*/ 9447409 h 9456078"/>
              <a:gd name="connsiteX7" fmla="*/ 348429 w 13158799"/>
              <a:gd name="connsiteY7" fmla="*/ 9444290 h 9456078"/>
              <a:gd name="connsiteX8" fmla="*/ 397907 w 13158799"/>
              <a:gd name="connsiteY8" fmla="*/ 9440698 h 9456078"/>
              <a:gd name="connsiteX9" fmla="*/ 447302 w 13158799"/>
              <a:gd name="connsiteY9" fmla="*/ 9436632 h 9456078"/>
              <a:gd name="connsiteX10" fmla="*/ 496610 w 13158799"/>
              <a:gd name="connsiteY10" fmla="*/ 9432096 h 9456078"/>
              <a:gd name="connsiteX11" fmla="*/ 545829 w 13158799"/>
              <a:gd name="connsiteY11" fmla="*/ 9427089 h 9456078"/>
              <a:gd name="connsiteX12" fmla="*/ 594956 w 13158799"/>
              <a:gd name="connsiteY12" fmla="*/ 9421615 h 9456078"/>
              <a:gd name="connsiteX13" fmla="*/ 643987 w 13158799"/>
              <a:gd name="connsiteY13" fmla="*/ 9415673 h 9456078"/>
              <a:gd name="connsiteX14" fmla="*/ 692920 w 13158799"/>
              <a:gd name="connsiteY14" fmla="*/ 9409267 h 9456078"/>
              <a:gd name="connsiteX15" fmla="*/ 741751 w 13158799"/>
              <a:gd name="connsiteY15" fmla="*/ 9402396 h 9456078"/>
              <a:gd name="connsiteX16" fmla="*/ 790478 w 13158799"/>
              <a:gd name="connsiteY16" fmla="*/ 9395063 h 9456078"/>
              <a:gd name="connsiteX17" fmla="*/ 839098 w 13158799"/>
              <a:gd name="connsiteY17" fmla="*/ 9387270 h 9456078"/>
              <a:gd name="connsiteX18" fmla="*/ 887607 w 13158799"/>
              <a:gd name="connsiteY18" fmla="*/ 9379017 h 9456078"/>
              <a:gd name="connsiteX19" fmla="*/ 936002 w 13158799"/>
              <a:gd name="connsiteY19" fmla="*/ 9370306 h 9456078"/>
              <a:gd name="connsiteX20" fmla="*/ 984281 w 13158799"/>
              <a:gd name="connsiteY20" fmla="*/ 9361139 h 9456078"/>
              <a:gd name="connsiteX21" fmla="*/ 1032440 w 13158799"/>
              <a:gd name="connsiteY21" fmla="*/ 9351517 h 9456078"/>
              <a:gd name="connsiteX22" fmla="*/ 1080477 w 13158799"/>
              <a:gd name="connsiteY22" fmla="*/ 9341441 h 9456078"/>
              <a:gd name="connsiteX23" fmla="*/ 1128389 w 13158799"/>
              <a:gd name="connsiteY23" fmla="*/ 9330914 h 9456078"/>
              <a:gd name="connsiteX24" fmla="*/ 1176172 w 13158799"/>
              <a:gd name="connsiteY24" fmla="*/ 9319936 h 9456078"/>
              <a:gd name="connsiteX25" fmla="*/ 1223823 w 13158799"/>
              <a:gd name="connsiteY25" fmla="*/ 9308509 h 9456078"/>
              <a:gd name="connsiteX26" fmla="*/ 1271339 w 13158799"/>
              <a:gd name="connsiteY26" fmla="*/ 9296635 h 9456078"/>
              <a:gd name="connsiteX27" fmla="*/ 1318719 w 13158799"/>
              <a:gd name="connsiteY27" fmla="*/ 9284315 h 9456078"/>
              <a:gd name="connsiteX28" fmla="*/ 1365957 w 13158799"/>
              <a:gd name="connsiteY28" fmla="*/ 9271550 h 9456078"/>
              <a:gd name="connsiteX29" fmla="*/ 1413052 w 13158799"/>
              <a:gd name="connsiteY29" fmla="*/ 9258342 h 9456078"/>
              <a:gd name="connsiteX30" fmla="*/ 1460000 w 13158799"/>
              <a:gd name="connsiteY30" fmla="*/ 9244693 h 9456078"/>
              <a:gd name="connsiteX31" fmla="*/ 1506799 w 13158799"/>
              <a:gd name="connsiteY31" fmla="*/ 9230604 h 9456078"/>
              <a:gd name="connsiteX32" fmla="*/ 1553445 w 13158799"/>
              <a:gd name="connsiteY32" fmla="*/ 9216076 h 9456078"/>
              <a:gd name="connsiteX33" fmla="*/ 1599935 w 13158799"/>
              <a:gd name="connsiteY33" fmla="*/ 9201111 h 9456078"/>
              <a:gd name="connsiteX34" fmla="*/ 1646267 w 13158799"/>
              <a:gd name="connsiteY34" fmla="*/ 9185710 h 9456078"/>
              <a:gd name="connsiteX35" fmla="*/ 1692437 w 13158799"/>
              <a:gd name="connsiteY35" fmla="*/ 9169876 h 9456078"/>
              <a:gd name="connsiteX36" fmla="*/ 1738442 w 13158799"/>
              <a:gd name="connsiteY36" fmla="*/ 9153608 h 9456078"/>
              <a:gd name="connsiteX37" fmla="*/ 1784280 w 13158799"/>
              <a:gd name="connsiteY37" fmla="*/ 9136910 h 9456078"/>
              <a:gd name="connsiteX38" fmla="*/ 1829947 w 13158799"/>
              <a:gd name="connsiteY38" fmla="*/ 9119782 h 9456078"/>
              <a:gd name="connsiteX39" fmla="*/ 1875440 w 13158799"/>
              <a:gd name="connsiteY39" fmla="*/ 9102226 h 9456078"/>
              <a:gd name="connsiteX40" fmla="*/ 1920756 w 13158799"/>
              <a:gd name="connsiteY40" fmla="*/ 9084243 h 9456078"/>
              <a:gd name="connsiteX41" fmla="*/ 1965893 w 13158799"/>
              <a:gd name="connsiteY41" fmla="*/ 9065835 h 9456078"/>
              <a:gd name="connsiteX42" fmla="*/ 2010847 w 13158799"/>
              <a:gd name="connsiteY42" fmla="*/ 9047004 h 9456078"/>
              <a:gd name="connsiteX43" fmla="*/ 2055615 w 13158799"/>
              <a:gd name="connsiteY43" fmla="*/ 9027750 h 9456078"/>
              <a:gd name="connsiteX44" fmla="*/ 2100195 w 13158799"/>
              <a:gd name="connsiteY44" fmla="*/ 9008075 h 9456078"/>
              <a:gd name="connsiteX45" fmla="*/ 2144582 w 13158799"/>
              <a:gd name="connsiteY45" fmla="*/ 8987981 h 9456078"/>
              <a:gd name="connsiteX46" fmla="*/ 2188775 w 13158799"/>
              <a:gd name="connsiteY46" fmla="*/ 8967470 h 9456078"/>
              <a:gd name="connsiteX47" fmla="*/ 2232770 w 13158799"/>
              <a:gd name="connsiteY47" fmla="*/ 8946542 h 9456078"/>
              <a:gd name="connsiteX48" fmla="*/ 2276564 w 13158799"/>
              <a:gd name="connsiteY48" fmla="*/ 8925199 h 9456078"/>
              <a:gd name="connsiteX49" fmla="*/ 2320154 w 13158799"/>
              <a:gd name="connsiteY49" fmla="*/ 8903443 h 9456078"/>
              <a:gd name="connsiteX50" fmla="*/ 2363538 w 13158799"/>
              <a:gd name="connsiteY50" fmla="*/ 8881275 h 9456078"/>
              <a:gd name="connsiteX51" fmla="*/ 2406711 w 13158799"/>
              <a:gd name="connsiteY51" fmla="*/ 8858697 h 9456078"/>
              <a:gd name="connsiteX52" fmla="*/ 2449672 w 13158799"/>
              <a:gd name="connsiteY52" fmla="*/ 8835710 h 9456078"/>
              <a:gd name="connsiteX53" fmla="*/ 2492417 w 13158799"/>
              <a:gd name="connsiteY53" fmla="*/ 8812316 h 9456078"/>
              <a:gd name="connsiteX54" fmla="*/ 2534943 w 13158799"/>
              <a:gd name="connsiteY54" fmla="*/ 8788516 h 9456078"/>
              <a:gd name="connsiteX55" fmla="*/ 2577247 w 13158799"/>
              <a:gd name="connsiteY55" fmla="*/ 8764311 h 9456078"/>
              <a:gd name="connsiteX56" fmla="*/ 2619326 w 13158799"/>
              <a:gd name="connsiteY56" fmla="*/ 8739704 h 9456078"/>
              <a:gd name="connsiteX57" fmla="*/ 2661177 w 13158799"/>
              <a:gd name="connsiteY57" fmla="*/ 8714695 h 9456078"/>
              <a:gd name="connsiteX58" fmla="*/ 2702797 w 13158799"/>
              <a:gd name="connsiteY58" fmla="*/ 8689286 h 9456078"/>
              <a:gd name="connsiteX59" fmla="*/ 2744183 w 13158799"/>
              <a:gd name="connsiteY59" fmla="*/ 8663479 h 9456078"/>
              <a:gd name="connsiteX60" fmla="*/ 2785333 w 13158799"/>
              <a:gd name="connsiteY60" fmla="*/ 8637274 h 9456078"/>
              <a:gd name="connsiteX61" fmla="*/ 2826242 w 13158799"/>
              <a:gd name="connsiteY61" fmla="*/ 8610675 h 9456078"/>
              <a:gd name="connsiteX62" fmla="*/ 2866908 w 13158799"/>
              <a:gd name="connsiteY62" fmla="*/ 8583681 h 9456078"/>
              <a:gd name="connsiteX63" fmla="*/ 2907329 w 13158799"/>
              <a:gd name="connsiteY63" fmla="*/ 8556295 h 9456078"/>
              <a:gd name="connsiteX64" fmla="*/ 2947500 w 13158799"/>
              <a:gd name="connsiteY64" fmla="*/ 8528517 h 9456078"/>
              <a:gd name="connsiteX65" fmla="*/ 2987419 w 13158799"/>
              <a:gd name="connsiteY65" fmla="*/ 8500351 h 9456078"/>
              <a:gd name="connsiteX66" fmla="*/ 3027083 w 13158799"/>
              <a:gd name="connsiteY66" fmla="*/ 8471796 h 9456078"/>
              <a:gd name="connsiteX67" fmla="*/ 3066489 w 13158799"/>
              <a:gd name="connsiteY67" fmla="*/ 8442854 h 9456078"/>
              <a:gd name="connsiteX68" fmla="*/ 3105634 w 13158799"/>
              <a:gd name="connsiteY68" fmla="*/ 8413528 h 9456078"/>
              <a:gd name="connsiteX69" fmla="*/ 3144515 w 13158799"/>
              <a:gd name="connsiteY69" fmla="*/ 8383818 h 9456078"/>
              <a:gd name="connsiteX70" fmla="*/ 3183129 w 13158799"/>
              <a:gd name="connsiteY70" fmla="*/ 8353726 h 9456078"/>
              <a:gd name="connsiteX71" fmla="*/ 3221473 w 13158799"/>
              <a:gd name="connsiteY71" fmla="*/ 8323253 h 9456078"/>
              <a:gd name="connsiteX72" fmla="*/ 3259544 w 13158799"/>
              <a:gd name="connsiteY72" fmla="*/ 8292401 h 9456078"/>
              <a:gd name="connsiteX73" fmla="*/ 3297339 w 13158799"/>
              <a:gd name="connsiteY73" fmla="*/ 8261172 h 9456078"/>
              <a:gd name="connsiteX74" fmla="*/ 3334854 w 13158799"/>
              <a:gd name="connsiteY74" fmla="*/ 8229566 h 9456078"/>
              <a:gd name="connsiteX75" fmla="*/ 3372087 w 13158799"/>
              <a:gd name="connsiteY75" fmla="*/ 8197585 h 9456078"/>
              <a:gd name="connsiteX76" fmla="*/ 3409035 w 13158799"/>
              <a:gd name="connsiteY76" fmla="*/ 8165232 h 9456078"/>
              <a:gd name="connsiteX77" fmla="*/ 3445695 w 13158799"/>
              <a:gd name="connsiteY77" fmla="*/ 8132507 h 9456078"/>
              <a:gd name="connsiteX78" fmla="*/ 3482064 w 13158799"/>
              <a:gd name="connsiteY78" fmla="*/ 8099411 h 9456078"/>
              <a:gd name="connsiteX79" fmla="*/ 3518139 w 13158799"/>
              <a:gd name="connsiteY79" fmla="*/ 8065947 h 9456078"/>
              <a:gd name="connsiteX80" fmla="*/ 3553916 w 13158799"/>
              <a:gd name="connsiteY80" fmla="*/ 8032115 h 9456078"/>
              <a:gd name="connsiteX81" fmla="*/ 3589393 w 13158799"/>
              <a:gd name="connsiteY81" fmla="*/ 7997918 h 9456078"/>
              <a:gd name="connsiteX82" fmla="*/ 3624567 w 13158799"/>
              <a:gd name="connsiteY82" fmla="*/ 7963356 h 9456078"/>
              <a:gd name="connsiteX83" fmla="*/ 3659435 w 13158799"/>
              <a:gd name="connsiteY83" fmla="*/ 7928432 h 9456078"/>
              <a:gd name="connsiteX84" fmla="*/ 3693994 w 13158799"/>
              <a:gd name="connsiteY84" fmla="*/ 7893146 h 9456078"/>
              <a:gd name="connsiteX85" fmla="*/ 3728240 w 13158799"/>
              <a:gd name="connsiteY85" fmla="*/ 7857501 h 9456078"/>
              <a:gd name="connsiteX86" fmla="*/ 3762171 w 13158799"/>
              <a:gd name="connsiteY86" fmla="*/ 7821497 h 9456078"/>
              <a:gd name="connsiteX87" fmla="*/ 3795783 w 13158799"/>
              <a:gd name="connsiteY87" fmla="*/ 7785136 h 9456078"/>
              <a:gd name="connsiteX88" fmla="*/ 3829075 w 13158799"/>
              <a:gd name="connsiteY88" fmla="*/ 7748420 h 9456078"/>
              <a:gd name="connsiteX89" fmla="*/ 3862042 w 13158799"/>
              <a:gd name="connsiteY89" fmla="*/ 7711350 h 9456078"/>
              <a:gd name="connsiteX90" fmla="*/ 3894682 w 13158799"/>
              <a:gd name="connsiteY90" fmla="*/ 7673928 h 9456078"/>
              <a:gd name="connsiteX91" fmla="*/ 3926991 w 13158799"/>
              <a:gd name="connsiteY91" fmla="*/ 7636155 h 9456078"/>
              <a:gd name="connsiteX92" fmla="*/ 3958967 w 13158799"/>
              <a:gd name="connsiteY92" fmla="*/ 7598032 h 9456078"/>
              <a:gd name="connsiteX93" fmla="*/ 3990607 w 13158799"/>
              <a:gd name="connsiteY93" fmla="*/ 7559561 h 9456078"/>
              <a:gd name="connsiteX94" fmla="*/ 4021907 w 13158799"/>
              <a:gd name="connsiteY94" fmla="*/ 7520744 h 9456078"/>
              <a:gd name="connsiteX95" fmla="*/ 4052865 w 13158799"/>
              <a:gd name="connsiteY95" fmla="*/ 7481582 h 9456078"/>
              <a:gd name="connsiteX96" fmla="*/ 4083478 w 13158799"/>
              <a:gd name="connsiteY96" fmla="*/ 7442077 h 9456078"/>
              <a:gd name="connsiteX97" fmla="*/ 8022311 w 13158799"/>
              <a:gd name="connsiteY97" fmla="*/ 2307814 h 9456078"/>
              <a:gd name="connsiteX98" fmla="*/ 8052902 w 13158799"/>
              <a:gd name="connsiteY98" fmla="*/ 2268285 h 9456078"/>
              <a:gd name="connsiteX99" fmla="*/ 8083796 w 13158799"/>
              <a:gd name="connsiteY99" fmla="*/ 2229056 h 9456078"/>
              <a:gd name="connsiteX100" fmla="*/ 8114989 w 13158799"/>
              <a:gd name="connsiteY100" fmla="*/ 2190127 h 9456078"/>
              <a:gd name="connsiteX101" fmla="*/ 8146479 w 13158799"/>
              <a:gd name="connsiteY101" fmla="*/ 2151500 h 9456078"/>
              <a:gd name="connsiteX102" fmla="*/ 8178264 w 13158799"/>
              <a:gd name="connsiteY102" fmla="*/ 2113176 h 9456078"/>
              <a:gd name="connsiteX103" fmla="*/ 8210341 w 13158799"/>
              <a:gd name="connsiteY103" fmla="*/ 2075157 h 9456078"/>
              <a:gd name="connsiteX104" fmla="*/ 8242709 w 13158799"/>
              <a:gd name="connsiteY104" fmla="*/ 2037442 h 9456078"/>
              <a:gd name="connsiteX105" fmla="*/ 8275365 w 13158799"/>
              <a:gd name="connsiteY105" fmla="*/ 2000034 h 9456078"/>
              <a:gd name="connsiteX106" fmla="*/ 8308307 w 13158799"/>
              <a:gd name="connsiteY106" fmla="*/ 1962934 h 9456078"/>
              <a:gd name="connsiteX107" fmla="*/ 8341532 w 13158799"/>
              <a:gd name="connsiteY107" fmla="*/ 1926142 h 9456078"/>
              <a:gd name="connsiteX108" fmla="*/ 8375038 w 13158799"/>
              <a:gd name="connsiteY108" fmla="*/ 1889660 h 9456078"/>
              <a:gd name="connsiteX109" fmla="*/ 8408823 w 13158799"/>
              <a:gd name="connsiteY109" fmla="*/ 1853489 h 9456078"/>
              <a:gd name="connsiteX110" fmla="*/ 8442885 w 13158799"/>
              <a:gd name="connsiteY110" fmla="*/ 1817630 h 9456078"/>
              <a:gd name="connsiteX111" fmla="*/ 8477221 w 13158799"/>
              <a:gd name="connsiteY111" fmla="*/ 1782084 h 9456078"/>
              <a:gd name="connsiteX112" fmla="*/ 8511829 w 13158799"/>
              <a:gd name="connsiteY112" fmla="*/ 1746853 h 9456078"/>
              <a:gd name="connsiteX113" fmla="*/ 8546706 w 13158799"/>
              <a:gd name="connsiteY113" fmla="*/ 1711937 h 9456078"/>
              <a:gd name="connsiteX114" fmla="*/ 8581851 w 13158799"/>
              <a:gd name="connsiteY114" fmla="*/ 1677337 h 9456078"/>
              <a:gd name="connsiteX115" fmla="*/ 8617261 w 13158799"/>
              <a:gd name="connsiteY115" fmla="*/ 1643056 h 9456078"/>
              <a:gd name="connsiteX116" fmla="*/ 8652934 w 13158799"/>
              <a:gd name="connsiteY116" fmla="*/ 1609093 h 9456078"/>
              <a:gd name="connsiteX117" fmla="*/ 8688867 w 13158799"/>
              <a:gd name="connsiteY117" fmla="*/ 1575450 h 9456078"/>
              <a:gd name="connsiteX118" fmla="*/ 8725058 w 13158799"/>
              <a:gd name="connsiteY118" fmla="*/ 1542128 h 9456078"/>
              <a:gd name="connsiteX119" fmla="*/ 8761506 w 13158799"/>
              <a:gd name="connsiteY119" fmla="*/ 1509129 h 9456078"/>
              <a:gd name="connsiteX120" fmla="*/ 8798207 w 13158799"/>
              <a:gd name="connsiteY120" fmla="*/ 1476452 h 9456078"/>
              <a:gd name="connsiteX121" fmla="*/ 8835159 w 13158799"/>
              <a:gd name="connsiteY121" fmla="*/ 1444101 h 9456078"/>
              <a:gd name="connsiteX122" fmla="*/ 8872360 w 13158799"/>
              <a:gd name="connsiteY122" fmla="*/ 1412075 h 9456078"/>
              <a:gd name="connsiteX123" fmla="*/ 8909808 w 13158799"/>
              <a:gd name="connsiteY123" fmla="*/ 1380375 h 9456078"/>
              <a:gd name="connsiteX124" fmla="*/ 8947501 w 13158799"/>
              <a:gd name="connsiteY124" fmla="*/ 1349004 h 9456078"/>
              <a:gd name="connsiteX125" fmla="*/ 8985435 w 13158799"/>
              <a:gd name="connsiteY125" fmla="*/ 1317962 h 9456078"/>
              <a:gd name="connsiteX126" fmla="*/ 9023610 w 13158799"/>
              <a:gd name="connsiteY126" fmla="*/ 1287250 h 9456078"/>
              <a:gd name="connsiteX127" fmla="*/ 9062022 w 13158799"/>
              <a:gd name="connsiteY127" fmla="*/ 1256869 h 9456078"/>
              <a:gd name="connsiteX128" fmla="*/ 9100669 w 13158799"/>
              <a:gd name="connsiteY128" fmla="*/ 1226820 h 9456078"/>
              <a:gd name="connsiteX129" fmla="*/ 9139549 w 13158799"/>
              <a:gd name="connsiteY129" fmla="*/ 1197105 h 9456078"/>
              <a:gd name="connsiteX130" fmla="*/ 9178660 w 13158799"/>
              <a:gd name="connsiteY130" fmla="*/ 1167725 h 9456078"/>
              <a:gd name="connsiteX131" fmla="*/ 9217999 w 13158799"/>
              <a:gd name="connsiteY131" fmla="*/ 1138681 h 9456078"/>
              <a:gd name="connsiteX132" fmla="*/ 9257564 w 13158799"/>
              <a:gd name="connsiteY132" fmla="*/ 1109974 h 9456078"/>
              <a:gd name="connsiteX133" fmla="*/ 9297353 w 13158799"/>
              <a:gd name="connsiteY133" fmla="*/ 1081604 h 9456078"/>
              <a:gd name="connsiteX134" fmla="*/ 9337364 w 13158799"/>
              <a:gd name="connsiteY134" fmla="*/ 1053574 h 9456078"/>
              <a:gd name="connsiteX135" fmla="*/ 9377594 w 13158799"/>
              <a:gd name="connsiteY135" fmla="*/ 1025884 h 9456078"/>
              <a:gd name="connsiteX136" fmla="*/ 9418040 w 13158799"/>
              <a:gd name="connsiteY136" fmla="*/ 998536 h 9456078"/>
              <a:gd name="connsiteX137" fmla="*/ 9458702 w 13158799"/>
              <a:gd name="connsiteY137" fmla="*/ 971530 h 9456078"/>
              <a:gd name="connsiteX138" fmla="*/ 9499575 w 13158799"/>
              <a:gd name="connsiteY138" fmla="*/ 944868 h 9456078"/>
              <a:gd name="connsiteX139" fmla="*/ 9540659 w 13158799"/>
              <a:gd name="connsiteY139" fmla="*/ 918551 h 9456078"/>
              <a:gd name="connsiteX140" fmla="*/ 9581950 w 13158799"/>
              <a:gd name="connsiteY140" fmla="*/ 892580 h 9456078"/>
              <a:gd name="connsiteX141" fmla="*/ 9623447 w 13158799"/>
              <a:gd name="connsiteY141" fmla="*/ 866956 h 9456078"/>
              <a:gd name="connsiteX142" fmla="*/ 9665147 w 13158799"/>
              <a:gd name="connsiteY142" fmla="*/ 841681 h 9456078"/>
              <a:gd name="connsiteX143" fmla="*/ 9707048 w 13158799"/>
              <a:gd name="connsiteY143" fmla="*/ 816754 h 9456078"/>
              <a:gd name="connsiteX144" fmla="*/ 9749147 w 13158799"/>
              <a:gd name="connsiteY144" fmla="*/ 792179 h 9456078"/>
              <a:gd name="connsiteX145" fmla="*/ 9791443 w 13158799"/>
              <a:gd name="connsiteY145" fmla="*/ 767955 h 9456078"/>
              <a:gd name="connsiteX146" fmla="*/ 9833932 w 13158799"/>
              <a:gd name="connsiteY146" fmla="*/ 744083 h 9456078"/>
              <a:gd name="connsiteX147" fmla="*/ 9876613 w 13158799"/>
              <a:gd name="connsiteY147" fmla="*/ 720566 h 9456078"/>
              <a:gd name="connsiteX148" fmla="*/ 9919484 w 13158799"/>
              <a:gd name="connsiteY148" fmla="*/ 697404 h 9456078"/>
              <a:gd name="connsiteX149" fmla="*/ 9962542 w 13158799"/>
              <a:gd name="connsiteY149" fmla="*/ 674598 h 9456078"/>
              <a:gd name="connsiteX150" fmla="*/ 10005784 w 13158799"/>
              <a:gd name="connsiteY150" fmla="*/ 652149 h 9456078"/>
              <a:gd name="connsiteX151" fmla="*/ 10049209 w 13158799"/>
              <a:gd name="connsiteY151" fmla="*/ 630059 h 9456078"/>
              <a:gd name="connsiteX152" fmla="*/ 10092814 w 13158799"/>
              <a:gd name="connsiteY152" fmla="*/ 608328 h 9456078"/>
              <a:gd name="connsiteX153" fmla="*/ 10136597 w 13158799"/>
              <a:gd name="connsiteY153" fmla="*/ 586958 h 9456078"/>
              <a:gd name="connsiteX154" fmla="*/ 10180556 w 13158799"/>
              <a:gd name="connsiteY154" fmla="*/ 565950 h 9456078"/>
              <a:gd name="connsiteX155" fmla="*/ 10224688 w 13158799"/>
              <a:gd name="connsiteY155" fmla="*/ 545304 h 9456078"/>
              <a:gd name="connsiteX156" fmla="*/ 10268991 w 13158799"/>
              <a:gd name="connsiteY156" fmla="*/ 525023 h 9456078"/>
              <a:gd name="connsiteX157" fmla="*/ 10313463 w 13158799"/>
              <a:gd name="connsiteY157" fmla="*/ 505107 h 9456078"/>
              <a:gd name="connsiteX158" fmla="*/ 10358101 w 13158799"/>
              <a:gd name="connsiteY158" fmla="*/ 485558 h 9456078"/>
              <a:gd name="connsiteX159" fmla="*/ 10402903 w 13158799"/>
              <a:gd name="connsiteY159" fmla="*/ 466376 h 9456078"/>
              <a:gd name="connsiteX160" fmla="*/ 10447868 w 13158799"/>
              <a:gd name="connsiteY160" fmla="*/ 447563 h 9456078"/>
              <a:gd name="connsiteX161" fmla="*/ 10492991 w 13158799"/>
              <a:gd name="connsiteY161" fmla="*/ 429119 h 9456078"/>
              <a:gd name="connsiteX162" fmla="*/ 10538272 w 13158799"/>
              <a:gd name="connsiteY162" fmla="*/ 411046 h 9456078"/>
              <a:gd name="connsiteX163" fmla="*/ 10583708 w 13158799"/>
              <a:gd name="connsiteY163" fmla="*/ 393346 h 9456078"/>
              <a:gd name="connsiteX164" fmla="*/ 10629297 w 13158799"/>
              <a:gd name="connsiteY164" fmla="*/ 376018 h 9456078"/>
              <a:gd name="connsiteX165" fmla="*/ 10675036 w 13158799"/>
              <a:gd name="connsiteY165" fmla="*/ 359065 h 9456078"/>
              <a:gd name="connsiteX166" fmla="*/ 10720923 w 13158799"/>
              <a:gd name="connsiteY166" fmla="*/ 342487 h 9456078"/>
              <a:gd name="connsiteX167" fmla="*/ 10766956 w 13158799"/>
              <a:gd name="connsiteY167" fmla="*/ 326286 h 9456078"/>
              <a:gd name="connsiteX168" fmla="*/ 10813132 w 13158799"/>
              <a:gd name="connsiteY168" fmla="*/ 310462 h 9456078"/>
              <a:gd name="connsiteX169" fmla="*/ 10859450 w 13158799"/>
              <a:gd name="connsiteY169" fmla="*/ 295018 h 9456078"/>
              <a:gd name="connsiteX170" fmla="*/ 10905907 w 13158799"/>
              <a:gd name="connsiteY170" fmla="*/ 279953 h 9456078"/>
              <a:gd name="connsiteX171" fmla="*/ 10952500 w 13158799"/>
              <a:gd name="connsiteY171" fmla="*/ 265269 h 9456078"/>
              <a:gd name="connsiteX172" fmla="*/ 10999227 w 13158799"/>
              <a:gd name="connsiteY172" fmla="*/ 250968 h 9456078"/>
              <a:gd name="connsiteX173" fmla="*/ 11046087 w 13158799"/>
              <a:gd name="connsiteY173" fmla="*/ 237049 h 9456078"/>
              <a:gd name="connsiteX174" fmla="*/ 11093076 w 13158799"/>
              <a:gd name="connsiteY174" fmla="*/ 223516 h 9456078"/>
              <a:gd name="connsiteX175" fmla="*/ 11140193 w 13158799"/>
              <a:gd name="connsiteY175" fmla="*/ 210368 h 9456078"/>
              <a:gd name="connsiteX176" fmla="*/ 11187434 w 13158799"/>
              <a:gd name="connsiteY176" fmla="*/ 197606 h 9456078"/>
              <a:gd name="connsiteX177" fmla="*/ 11234799 w 13158799"/>
              <a:gd name="connsiteY177" fmla="*/ 185233 h 9456078"/>
              <a:gd name="connsiteX178" fmla="*/ 11282284 w 13158799"/>
              <a:gd name="connsiteY178" fmla="*/ 173248 h 9456078"/>
              <a:gd name="connsiteX179" fmla="*/ 11329888 w 13158799"/>
              <a:gd name="connsiteY179" fmla="*/ 161654 h 9456078"/>
              <a:gd name="connsiteX180" fmla="*/ 11377607 w 13158799"/>
              <a:gd name="connsiteY180" fmla="*/ 150451 h 9456078"/>
              <a:gd name="connsiteX181" fmla="*/ 11425440 w 13158799"/>
              <a:gd name="connsiteY181" fmla="*/ 139640 h 9456078"/>
              <a:gd name="connsiteX182" fmla="*/ 11473385 w 13158799"/>
              <a:gd name="connsiteY182" fmla="*/ 129223 h 9456078"/>
              <a:gd name="connsiteX183" fmla="*/ 11521439 w 13158799"/>
              <a:gd name="connsiteY183" fmla="*/ 119201 h 9456078"/>
              <a:gd name="connsiteX184" fmla="*/ 11569599 w 13158799"/>
              <a:gd name="connsiteY184" fmla="*/ 109574 h 9456078"/>
              <a:gd name="connsiteX185" fmla="*/ 11617864 w 13158799"/>
              <a:gd name="connsiteY185" fmla="*/ 100344 h 9456078"/>
              <a:gd name="connsiteX186" fmla="*/ 11666231 w 13158799"/>
              <a:gd name="connsiteY186" fmla="*/ 91512 h 9456078"/>
              <a:gd name="connsiteX187" fmla="*/ 11714698 w 13158799"/>
              <a:gd name="connsiteY187" fmla="*/ 83080 h 9456078"/>
              <a:gd name="connsiteX188" fmla="*/ 11763263 w 13158799"/>
              <a:gd name="connsiteY188" fmla="*/ 75047 h 9456078"/>
              <a:gd name="connsiteX189" fmla="*/ 11811923 w 13158799"/>
              <a:gd name="connsiteY189" fmla="*/ 67417 h 9456078"/>
              <a:gd name="connsiteX190" fmla="*/ 11860676 w 13158799"/>
              <a:gd name="connsiteY190" fmla="*/ 60188 h 9456078"/>
              <a:gd name="connsiteX191" fmla="*/ 11909519 w 13158799"/>
              <a:gd name="connsiteY191" fmla="*/ 53364 h 9456078"/>
              <a:gd name="connsiteX192" fmla="*/ 11958451 w 13158799"/>
              <a:gd name="connsiteY192" fmla="*/ 46944 h 9456078"/>
              <a:gd name="connsiteX193" fmla="*/ 12007470 w 13158799"/>
              <a:gd name="connsiteY193" fmla="*/ 40931 h 9456078"/>
              <a:gd name="connsiteX194" fmla="*/ 12056572 w 13158799"/>
              <a:gd name="connsiteY194" fmla="*/ 35324 h 9456078"/>
              <a:gd name="connsiteX195" fmla="*/ 12105756 w 13158799"/>
              <a:gd name="connsiteY195" fmla="*/ 30126 h 9456078"/>
              <a:gd name="connsiteX196" fmla="*/ 12155019 w 13158799"/>
              <a:gd name="connsiteY196" fmla="*/ 25337 h 9456078"/>
              <a:gd name="connsiteX197" fmla="*/ 12204359 w 13158799"/>
              <a:gd name="connsiteY197" fmla="*/ 20958 h 9456078"/>
              <a:gd name="connsiteX198" fmla="*/ 12253773 w 13158799"/>
              <a:gd name="connsiteY198" fmla="*/ 16991 h 9456078"/>
              <a:gd name="connsiteX199" fmla="*/ 12303260 w 13158799"/>
              <a:gd name="connsiteY199" fmla="*/ 13437 h 9456078"/>
              <a:gd name="connsiteX200" fmla="*/ 12352818 w 13158799"/>
              <a:gd name="connsiteY200" fmla="*/ 10297 h 9456078"/>
              <a:gd name="connsiteX201" fmla="*/ 12402443 w 13158799"/>
              <a:gd name="connsiteY201" fmla="*/ 7572 h 9456078"/>
              <a:gd name="connsiteX202" fmla="*/ 12452133 w 13158799"/>
              <a:gd name="connsiteY202" fmla="*/ 5263 h 9456078"/>
              <a:gd name="connsiteX203" fmla="*/ 12501887 w 13158799"/>
              <a:gd name="connsiteY203" fmla="*/ 3371 h 9456078"/>
              <a:gd name="connsiteX204" fmla="*/ 12551701 w 13158799"/>
              <a:gd name="connsiteY204" fmla="*/ 1898 h 9456078"/>
              <a:gd name="connsiteX205" fmla="*/ 12601574 w 13158799"/>
              <a:gd name="connsiteY205" fmla="*/ 844 h 9456078"/>
              <a:gd name="connsiteX206" fmla="*/ 12651504 w 13158799"/>
              <a:gd name="connsiteY206" fmla="*/ 211 h 9456078"/>
              <a:gd name="connsiteX207" fmla="*/ 12701487 w 13158799"/>
              <a:gd name="connsiteY207" fmla="*/ 0 h 9456078"/>
              <a:gd name="connsiteX208" fmla="*/ 13158798 w 13158799"/>
              <a:gd name="connsiteY208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28389 w 13158797"/>
              <a:gd name="connsiteY22" fmla="*/ 9330914 h 9456078"/>
              <a:gd name="connsiteX23" fmla="*/ 1176172 w 13158797"/>
              <a:gd name="connsiteY23" fmla="*/ 9319936 h 9456078"/>
              <a:gd name="connsiteX24" fmla="*/ 1223823 w 13158797"/>
              <a:gd name="connsiteY24" fmla="*/ 9308509 h 9456078"/>
              <a:gd name="connsiteX25" fmla="*/ 1271339 w 13158797"/>
              <a:gd name="connsiteY25" fmla="*/ 9296635 h 9456078"/>
              <a:gd name="connsiteX26" fmla="*/ 1318719 w 13158797"/>
              <a:gd name="connsiteY26" fmla="*/ 9284315 h 9456078"/>
              <a:gd name="connsiteX27" fmla="*/ 1365957 w 13158797"/>
              <a:gd name="connsiteY27" fmla="*/ 9271550 h 9456078"/>
              <a:gd name="connsiteX28" fmla="*/ 1413052 w 13158797"/>
              <a:gd name="connsiteY28" fmla="*/ 9258342 h 9456078"/>
              <a:gd name="connsiteX29" fmla="*/ 1460000 w 13158797"/>
              <a:gd name="connsiteY29" fmla="*/ 9244693 h 9456078"/>
              <a:gd name="connsiteX30" fmla="*/ 1506799 w 13158797"/>
              <a:gd name="connsiteY30" fmla="*/ 9230604 h 9456078"/>
              <a:gd name="connsiteX31" fmla="*/ 1553445 w 13158797"/>
              <a:gd name="connsiteY31" fmla="*/ 9216076 h 9456078"/>
              <a:gd name="connsiteX32" fmla="*/ 1599935 w 13158797"/>
              <a:gd name="connsiteY32" fmla="*/ 9201111 h 9456078"/>
              <a:gd name="connsiteX33" fmla="*/ 1646267 w 13158797"/>
              <a:gd name="connsiteY33" fmla="*/ 9185710 h 9456078"/>
              <a:gd name="connsiteX34" fmla="*/ 1692437 w 13158797"/>
              <a:gd name="connsiteY34" fmla="*/ 9169876 h 9456078"/>
              <a:gd name="connsiteX35" fmla="*/ 1738442 w 13158797"/>
              <a:gd name="connsiteY35" fmla="*/ 9153608 h 9456078"/>
              <a:gd name="connsiteX36" fmla="*/ 1784280 w 13158797"/>
              <a:gd name="connsiteY36" fmla="*/ 9136910 h 9456078"/>
              <a:gd name="connsiteX37" fmla="*/ 1829947 w 13158797"/>
              <a:gd name="connsiteY37" fmla="*/ 9119782 h 9456078"/>
              <a:gd name="connsiteX38" fmla="*/ 1875440 w 13158797"/>
              <a:gd name="connsiteY38" fmla="*/ 9102226 h 9456078"/>
              <a:gd name="connsiteX39" fmla="*/ 1920756 w 13158797"/>
              <a:gd name="connsiteY39" fmla="*/ 9084243 h 9456078"/>
              <a:gd name="connsiteX40" fmla="*/ 1965893 w 13158797"/>
              <a:gd name="connsiteY40" fmla="*/ 9065835 h 9456078"/>
              <a:gd name="connsiteX41" fmla="*/ 2010847 w 13158797"/>
              <a:gd name="connsiteY41" fmla="*/ 9047004 h 9456078"/>
              <a:gd name="connsiteX42" fmla="*/ 2055615 w 13158797"/>
              <a:gd name="connsiteY42" fmla="*/ 9027750 h 9456078"/>
              <a:gd name="connsiteX43" fmla="*/ 2100195 w 13158797"/>
              <a:gd name="connsiteY43" fmla="*/ 9008075 h 9456078"/>
              <a:gd name="connsiteX44" fmla="*/ 2144582 w 13158797"/>
              <a:gd name="connsiteY44" fmla="*/ 8987981 h 9456078"/>
              <a:gd name="connsiteX45" fmla="*/ 2188775 w 13158797"/>
              <a:gd name="connsiteY45" fmla="*/ 8967470 h 9456078"/>
              <a:gd name="connsiteX46" fmla="*/ 2232770 w 13158797"/>
              <a:gd name="connsiteY46" fmla="*/ 8946542 h 9456078"/>
              <a:gd name="connsiteX47" fmla="*/ 2276564 w 13158797"/>
              <a:gd name="connsiteY47" fmla="*/ 8925199 h 9456078"/>
              <a:gd name="connsiteX48" fmla="*/ 2320154 w 13158797"/>
              <a:gd name="connsiteY48" fmla="*/ 8903443 h 9456078"/>
              <a:gd name="connsiteX49" fmla="*/ 2363538 w 13158797"/>
              <a:gd name="connsiteY49" fmla="*/ 8881275 h 9456078"/>
              <a:gd name="connsiteX50" fmla="*/ 2406711 w 13158797"/>
              <a:gd name="connsiteY50" fmla="*/ 8858697 h 9456078"/>
              <a:gd name="connsiteX51" fmla="*/ 2449672 w 13158797"/>
              <a:gd name="connsiteY51" fmla="*/ 8835710 h 9456078"/>
              <a:gd name="connsiteX52" fmla="*/ 2492417 w 13158797"/>
              <a:gd name="connsiteY52" fmla="*/ 8812316 h 9456078"/>
              <a:gd name="connsiteX53" fmla="*/ 2534943 w 13158797"/>
              <a:gd name="connsiteY53" fmla="*/ 8788516 h 9456078"/>
              <a:gd name="connsiteX54" fmla="*/ 2577247 w 13158797"/>
              <a:gd name="connsiteY54" fmla="*/ 8764311 h 9456078"/>
              <a:gd name="connsiteX55" fmla="*/ 2619326 w 13158797"/>
              <a:gd name="connsiteY55" fmla="*/ 8739704 h 9456078"/>
              <a:gd name="connsiteX56" fmla="*/ 2661177 w 13158797"/>
              <a:gd name="connsiteY56" fmla="*/ 8714695 h 9456078"/>
              <a:gd name="connsiteX57" fmla="*/ 2702797 w 13158797"/>
              <a:gd name="connsiteY57" fmla="*/ 8689286 h 9456078"/>
              <a:gd name="connsiteX58" fmla="*/ 2744183 w 13158797"/>
              <a:gd name="connsiteY58" fmla="*/ 8663479 h 9456078"/>
              <a:gd name="connsiteX59" fmla="*/ 2785333 w 13158797"/>
              <a:gd name="connsiteY59" fmla="*/ 8637274 h 9456078"/>
              <a:gd name="connsiteX60" fmla="*/ 2826242 w 13158797"/>
              <a:gd name="connsiteY60" fmla="*/ 8610675 h 9456078"/>
              <a:gd name="connsiteX61" fmla="*/ 2866908 w 13158797"/>
              <a:gd name="connsiteY61" fmla="*/ 8583681 h 9456078"/>
              <a:gd name="connsiteX62" fmla="*/ 2907329 w 13158797"/>
              <a:gd name="connsiteY62" fmla="*/ 8556295 h 9456078"/>
              <a:gd name="connsiteX63" fmla="*/ 2947500 w 13158797"/>
              <a:gd name="connsiteY63" fmla="*/ 8528517 h 9456078"/>
              <a:gd name="connsiteX64" fmla="*/ 2987419 w 13158797"/>
              <a:gd name="connsiteY64" fmla="*/ 8500351 h 9456078"/>
              <a:gd name="connsiteX65" fmla="*/ 3027083 w 13158797"/>
              <a:gd name="connsiteY65" fmla="*/ 8471796 h 9456078"/>
              <a:gd name="connsiteX66" fmla="*/ 3066489 w 13158797"/>
              <a:gd name="connsiteY66" fmla="*/ 8442854 h 9456078"/>
              <a:gd name="connsiteX67" fmla="*/ 3105634 w 13158797"/>
              <a:gd name="connsiteY67" fmla="*/ 8413528 h 9456078"/>
              <a:gd name="connsiteX68" fmla="*/ 3144515 w 13158797"/>
              <a:gd name="connsiteY68" fmla="*/ 8383818 h 9456078"/>
              <a:gd name="connsiteX69" fmla="*/ 3183129 w 13158797"/>
              <a:gd name="connsiteY69" fmla="*/ 8353726 h 9456078"/>
              <a:gd name="connsiteX70" fmla="*/ 3221473 w 13158797"/>
              <a:gd name="connsiteY70" fmla="*/ 8323253 h 9456078"/>
              <a:gd name="connsiteX71" fmla="*/ 3259544 w 13158797"/>
              <a:gd name="connsiteY71" fmla="*/ 8292401 h 9456078"/>
              <a:gd name="connsiteX72" fmla="*/ 3297339 w 13158797"/>
              <a:gd name="connsiteY72" fmla="*/ 8261172 h 9456078"/>
              <a:gd name="connsiteX73" fmla="*/ 3334854 w 13158797"/>
              <a:gd name="connsiteY73" fmla="*/ 8229566 h 9456078"/>
              <a:gd name="connsiteX74" fmla="*/ 3372087 w 13158797"/>
              <a:gd name="connsiteY74" fmla="*/ 8197585 h 9456078"/>
              <a:gd name="connsiteX75" fmla="*/ 3409035 w 13158797"/>
              <a:gd name="connsiteY75" fmla="*/ 8165232 h 9456078"/>
              <a:gd name="connsiteX76" fmla="*/ 3445695 w 13158797"/>
              <a:gd name="connsiteY76" fmla="*/ 8132507 h 9456078"/>
              <a:gd name="connsiteX77" fmla="*/ 3482064 w 13158797"/>
              <a:gd name="connsiteY77" fmla="*/ 8099411 h 9456078"/>
              <a:gd name="connsiteX78" fmla="*/ 3518139 w 13158797"/>
              <a:gd name="connsiteY78" fmla="*/ 8065947 h 9456078"/>
              <a:gd name="connsiteX79" fmla="*/ 3553916 w 13158797"/>
              <a:gd name="connsiteY79" fmla="*/ 8032115 h 9456078"/>
              <a:gd name="connsiteX80" fmla="*/ 3589393 w 13158797"/>
              <a:gd name="connsiteY80" fmla="*/ 7997918 h 9456078"/>
              <a:gd name="connsiteX81" fmla="*/ 3624567 w 13158797"/>
              <a:gd name="connsiteY81" fmla="*/ 7963356 h 9456078"/>
              <a:gd name="connsiteX82" fmla="*/ 3659435 w 13158797"/>
              <a:gd name="connsiteY82" fmla="*/ 7928432 h 9456078"/>
              <a:gd name="connsiteX83" fmla="*/ 3693994 w 13158797"/>
              <a:gd name="connsiteY83" fmla="*/ 7893146 h 9456078"/>
              <a:gd name="connsiteX84" fmla="*/ 3728240 w 13158797"/>
              <a:gd name="connsiteY84" fmla="*/ 7857501 h 9456078"/>
              <a:gd name="connsiteX85" fmla="*/ 3762171 w 13158797"/>
              <a:gd name="connsiteY85" fmla="*/ 7821497 h 9456078"/>
              <a:gd name="connsiteX86" fmla="*/ 3795783 w 13158797"/>
              <a:gd name="connsiteY86" fmla="*/ 7785136 h 9456078"/>
              <a:gd name="connsiteX87" fmla="*/ 3829075 w 13158797"/>
              <a:gd name="connsiteY87" fmla="*/ 7748420 h 9456078"/>
              <a:gd name="connsiteX88" fmla="*/ 3862042 w 13158797"/>
              <a:gd name="connsiteY88" fmla="*/ 7711350 h 9456078"/>
              <a:gd name="connsiteX89" fmla="*/ 3894682 w 13158797"/>
              <a:gd name="connsiteY89" fmla="*/ 7673928 h 9456078"/>
              <a:gd name="connsiteX90" fmla="*/ 3926991 w 13158797"/>
              <a:gd name="connsiteY90" fmla="*/ 7636155 h 9456078"/>
              <a:gd name="connsiteX91" fmla="*/ 3958967 w 13158797"/>
              <a:gd name="connsiteY91" fmla="*/ 7598032 h 9456078"/>
              <a:gd name="connsiteX92" fmla="*/ 3990607 w 13158797"/>
              <a:gd name="connsiteY92" fmla="*/ 7559561 h 9456078"/>
              <a:gd name="connsiteX93" fmla="*/ 4021907 w 13158797"/>
              <a:gd name="connsiteY93" fmla="*/ 7520744 h 9456078"/>
              <a:gd name="connsiteX94" fmla="*/ 4052865 w 13158797"/>
              <a:gd name="connsiteY94" fmla="*/ 7481582 h 9456078"/>
              <a:gd name="connsiteX95" fmla="*/ 4083478 w 13158797"/>
              <a:gd name="connsiteY95" fmla="*/ 7442077 h 9456078"/>
              <a:gd name="connsiteX96" fmla="*/ 8022311 w 13158797"/>
              <a:gd name="connsiteY96" fmla="*/ 2307814 h 9456078"/>
              <a:gd name="connsiteX97" fmla="*/ 8052902 w 13158797"/>
              <a:gd name="connsiteY97" fmla="*/ 2268285 h 9456078"/>
              <a:gd name="connsiteX98" fmla="*/ 8083796 w 13158797"/>
              <a:gd name="connsiteY98" fmla="*/ 2229056 h 9456078"/>
              <a:gd name="connsiteX99" fmla="*/ 8114989 w 13158797"/>
              <a:gd name="connsiteY99" fmla="*/ 2190127 h 9456078"/>
              <a:gd name="connsiteX100" fmla="*/ 8146479 w 13158797"/>
              <a:gd name="connsiteY100" fmla="*/ 2151500 h 9456078"/>
              <a:gd name="connsiteX101" fmla="*/ 8178264 w 13158797"/>
              <a:gd name="connsiteY101" fmla="*/ 2113176 h 9456078"/>
              <a:gd name="connsiteX102" fmla="*/ 8210341 w 13158797"/>
              <a:gd name="connsiteY102" fmla="*/ 2075157 h 9456078"/>
              <a:gd name="connsiteX103" fmla="*/ 8242709 w 13158797"/>
              <a:gd name="connsiteY103" fmla="*/ 2037442 h 9456078"/>
              <a:gd name="connsiteX104" fmla="*/ 8275365 w 13158797"/>
              <a:gd name="connsiteY104" fmla="*/ 2000034 h 9456078"/>
              <a:gd name="connsiteX105" fmla="*/ 8308307 w 13158797"/>
              <a:gd name="connsiteY105" fmla="*/ 1962934 h 9456078"/>
              <a:gd name="connsiteX106" fmla="*/ 8341532 w 13158797"/>
              <a:gd name="connsiteY106" fmla="*/ 1926142 h 9456078"/>
              <a:gd name="connsiteX107" fmla="*/ 8375038 w 13158797"/>
              <a:gd name="connsiteY107" fmla="*/ 1889660 h 9456078"/>
              <a:gd name="connsiteX108" fmla="*/ 8408823 w 13158797"/>
              <a:gd name="connsiteY108" fmla="*/ 1853489 h 9456078"/>
              <a:gd name="connsiteX109" fmla="*/ 8442885 w 13158797"/>
              <a:gd name="connsiteY109" fmla="*/ 1817630 h 9456078"/>
              <a:gd name="connsiteX110" fmla="*/ 8477221 w 13158797"/>
              <a:gd name="connsiteY110" fmla="*/ 1782084 h 9456078"/>
              <a:gd name="connsiteX111" fmla="*/ 8511829 w 13158797"/>
              <a:gd name="connsiteY111" fmla="*/ 1746853 h 9456078"/>
              <a:gd name="connsiteX112" fmla="*/ 8546706 w 13158797"/>
              <a:gd name="connsiteY112" fmla="*/ 1711937 h 9456078"/>
              <a:gd name="connsiteX113" fmla="*/ 8581851 w 13158797"/>
              <a:gd name="connsiteY113" fmla="*/ 1677337 h 9456078"/>
              <a:gd name="connsiteX114" fmla="*/ 8617261 w 13158797"/>
              <a:gd name="connsiteY114" fmla="*/ 1643056 h 9456078"/>
              <a:gd name="connsiteX115" fmla="*/ 8652934 w 13158797"/>
              <a:gd name="connsiteY115" fmla="*/ 1609093 h 9456078"/>
              <a:gd name="connsiteX116" fmla="*/ 8688867 w 13158797"/>
              <a:gd name="connsiteY116" fmla="*/ 1575450 h 9456078"/>
              <a:gd name="connsiteX117" fmla="*/ 8725058 w 13158797"/>
              <a:gd name="connsiteY117" fmla="*/ 1542128 h 9456078"/>
              <a:gd name="connsiteX118" fmla="*/ 8761506 w 13158797"/>
              <a:gd name="connsiteY118" fmla="*/ 1509129 h 9456078"/>
              <a:gd name="connsiteX119" fmla="*/ 8798207 w 13158797"/>
              <a:gd name="connsiteY119" fmla="*/ 1476452 h 9456078"/>
              <a:gd name="connsiteX120" fmla="*/ 8835159 w 13158797"/>
              <a:gd name="connsiteY120" fmla="*/ 1444101 h 9456078"/>
              <a:gd name="connsiteX121" fmla="*/ 8872360 w 13158797"/>
              <a:gd name="connsiteY121" fmla="*/ 1412075 h 9456078"/>
              <a:gd name="connsiteX122" fmla="*/ 8909808 w 13158797"/>
              <a:gd name="connsiteY122" fmla="*/ 1380375 h 9456078"/>
              <a:gd name="connsiteX123" fmla="*/ 8947501 w 13158797"/>
              <a:gd name="connsiteY123" fmla="*/ 1349004 h 9456078"/>
              <a:gd name="connsiteX124" fmla="*/ 8985435 w 13158797"/>
              <a:gd name="connsiteY124" fmla="*/ 1317962 h 9456078"/>
              <a:gd name="connsiteX125" fmla="*/ 9023610 w 13158797"/>
              <a:gd name="connsiteY125" fmla="*/ 1287250 h 9456078"/>
              <a:gd name="connsiteX126" fmla="*/ 9062022 w 13158797"/>
              <a:gd name="connsiteY126" fmla="*/ 1256869 h 9456078"/>
              <a:gd name="connsiteX127" fmla="*/ 9100669 w 13158797"/>
              <a:gd name="connsiteY127" fmla="*/ 1226820 h 9456078"/>
              <a:gd name="connsiteX128" fmla="*/ 9139549 w 13158797"/>
              <a:gd name="connsiteY128" fmla="*/ 1197105 h 9456078"/>
              <a:gd name="connsiteX129" fmla="*/ 9178660 w 13158797"/>
              <a:gd name="connsiteY129" fmla="*/ 1167725 h 9456078"/>
              <a:gd name="connsiteX130" fmla="*/ 9217999 w 13158797"/>
              <a:gd name="connsiteY130" fmla="*/ 1138681 h 9456078"/>
              <a:gd name="connsiteX131" fmla="*/ 9257564 w 13158797"/>
              <a:gd name="connsiteY131" fmla="*/ 1109974 h 9456078"/>
              <a:gd name="connsiteX132" fmla="*/ 9297353 w 13158797"/>
              <a:gd name="connsiteY132" fmla="*/ 1081604 h 9456078"/>
              <a:gd name="connsiteX133" fmla="*/ 9337364 w 13158797"/>
              <a:gd name="connsiteY133" fmla="*/ 1053574 h 9456078"/>
              <a:gd name="connsiteX134" fmla="*/ 9377594 w 13158797"/>
              <a:gd name="connsiteY134" fmla="*/ 1025884 h 9456078"/>
              <a:gd name="connsiteX135" fmla="*/ 9418040 w 13158797"/>
              <a:gd name="connsiteY135" fmla="*/ 998536 h 9456078"/>
              <a:gd name="connsiteX136" fmla="*/ 9458702 w 13158797"/>
              <a:gd name="connsiteY136" fmla="*/ 971530 h 9456078"/>
              <a:gd name="connsiteX137" fmla="*/ 9499575 w 13158797"/>
              <a:gd name="connsiteY137" fmla="*/ 944868 h 9456078"/>
              <a:gd name="connsiteX138" fmla="*/ 9540659 w 13158797"/>
              <a:gd name="connsiteY138" fmla="*/ 918551 h 9456078"/>
              <a:gd name="connsiteX139" fmla="*/ 9581950 w 13158797"/>
              <a:gd name="connsiteY139" fmla="*/ 892580 h 9456078"/>
              <a:gd name="connsiteX140" fmla="*/ 9623447 w 13158797"/>
              <a:gd name="connsiteY140" fmla="*/ 866956 h 9456078"/>
              <a:gd name="connsiteX141" fmla="*/ 9665147 w 13158797"/>
              <a:gd name="connsiteY141" fmla="*/ 841681 h 9456078"/>
              <a:gd name="connsiteX142" fmla="*/ 9707048 w 13158797"/>
              <a:gd name="connsiteY142" fmla="*/ 816754 h 9456078"/>
              <a:gd name="connsiteX143" fmla="*/ 9749147 w 13158797"/>
              <a:gd name="connsiteY143" fmla="*/ 792179 h 9456078"/>
              <a:gd name="connsiteX144" fmla="*/ 9791443 w 13158797"/>
              <a:gd name="connsiteY144" fmla="*/ 767955 h 9456078"/>
              <a:gd name="connsiteX145" fmla="*/ 9833932 w 13158797"/>
              <a:gd name="connsiteY145" fmla="*/ 744083 h 9456078"/>
              <a:gd name="connsiteX146" fmla="*/ 9876613 w 13158797"/>
              <a:gd name="connsiteY146" fmla="*/ 720566 h 9456078"/>
              <a:gd name="connsiteX147" fmla="*/ 9919484 w 13158797"/>
              <a:gd name="connsiteY147" fmla="*/ 697404 h 9456078"/>
              <a:gd name="connsiteX148" fmla="*/ 9962542 w 13158797"/>
              <a:gd name="connsiteY148" fmla="*/ 674598 h 9456078"/>
              <a:gd name="connsiteX149" fmla="*/ 10005784 w 13158797"/>
              <a:gd name="connsiteY149" fmla="*/ 652149 h 9456078"/>
              <a:gd name="connsiteX150" fmla="*/ 10049209 w 13158797"/>
              <a:gd name="connsiteY150" fmla="*/ 630059 h 9456078"/>
              <a:gd name="connsiteX151" fmla="*/ 10092814 w 13158797"/>
              <a:gd name="connsiteY151" fmla="*/ 608328 h 9456078"/>
              <a:gd name="connsiteX152" fmla="*/ 10136597 w 13158797"/>
              <a:gd name="connsiteY152" fmla="*/ 586958 h 9456078"/>
              <a:gd name="connsiteX153" fmla="*/ 10180556 w 13158797"/>
              <a:gd name="connsiteY153" fmla="*/ 565950 h 9456078"/>
              <a:gd name="connsiteX154" fmla="*/ 10224688 w 13158797"/>
              <a:gd name="connsiteY154" fmla="*/ 545304 h 9456078"/>
              <a:gd name="connsiteX155" fmla="*/ 10268991 w 13158797"/>
              <a:gd name="connsiteY155" fmla="*/ 525023 h 9456078"/>
              <a:gd name="connsiteX156" fmla="*/ 10313463 w 13158797"/>
              <a:gd name="connsiteY156" fmla="*/ 505107 h 9456078"/>
              <a:gd name="connsiteX157" fmla="*/ 10358101 w 13158797"/>
              <a:gd name="connsiteY157" fmla="*/ 485558 h 9456078"/>
              <a:gd name="connsiteX158" fmla="*/ 10402903 w 13158797"/>
              <a:gd name="connsiteY158" fmla="*/ 466376 h 9456078"/>
              <a:gd name="connsiteX159" fmla="*/ 10447868 w 13158797"/>
              <a:gd name="connsiteY159" fmla="*/ 447563 h 9456078"/>
              <a:gd name="connsiteX160" fmla="*/ 10492991 w 13158797"/>
              <a:gd name="connsiteY160" fmla="*/ 429119 h 9456078"/>
              <a:gd name="connsiteX161" fmla="*/ 10538272 w 13158797"/>
              <a:gd name="connsiteY161" fmla="*/ 411046 h 9456078"/>
              <a:gd name="connsiteX162" fmla="*/ 10583708 w 13158797"/>
              <a:gd name="connsiteY162" fmla="*/ 393346 h 9456078"/>
              <a:gd name="connsiteX163" fmla="*/ 10629297 w 13158797"/>
              <a:gd name="connsiteY163" fmla="*/ 376018 h 9456078"/>
              <a:gd name="connsiteX164" fmla="*/ 10675036 w 13158797"/>
              <a:gd name="connsiteY164" fmla="*/ 359065 h 9456078"/>
              <a:gd name="connsiteX165" fmla="*/ 10720923 w 13158797"/>
              <a:gd name="connsiteY165" fmla="*/ 342487 h 9456078"/>
              <a:gd name="connsiteX166" fmla="*/ 10766956 w 13158797"/>
              <a:gd name="connsiteY166" fmla="*/ 326286 h 9456078"/>
              <a:gd name="connsiteX167" fmla="*/ 10813132 w 13158797"/>
              <a:gd name="connsiteY167" fmla="*/ 310462 h 9456078"/>
              <a:gd name="connsiteX168" fmla="*/ 10859450 w 13158797"/>
              <a:gd name="connsiteY168" fmla="*/ 295018 h 9456078"/>
              <a:gd name="connsiteX169" fmla="*/ 10905907 w 13158797"/>
              <a:gd name="connsiteY169" fmla="*/ 279953 h 9456078"/>
              <a:gd name="connsiteX170" fmla="*/ 10952500 w 13158797"/>
              <a:gd name="connsiteY170" fmla="*/ 265269 h 9456078"/>
              <a:gd name="connsiteX171" fmla="*/ 10999227 w 13158797"/>
              <a:gd name="connsiteY171" fmla="*/ 250968 h 9456078"/>
              <a:gd name="connsiteX172" fmla="*/ 11046087 w 13158797"/>
              <a:gd name="connsiteY172" fmla="*/ 237049 h 9456078"/>
              <a:gd name="connsiteX173" fmla="*/ 11093076 w 13158797"/>
              <a:gd name="connsiteY173" fmla="*/ 223516 h 9456078"/>
              <a:gd name="connsiteX174" fmla="*/ 11140193 w 13158797"/>
              <a:gd name="connsiteY174" fmla="*/ 210368 h 9456078"/>
              <a:gd name="connsiteX175" fmla="*/ 11187434 w 13158797"/>
              <a:gd name="connsiteY175" fmla="*/ 197606 h 9456078"/>
              <a:gd name="connsiteX176" fmla="*/ 11234799 w 13158797"/>
              <a:gd name="connsiteY176" fmla="*/ 185233 h 9456078"/>
              <a:gd name="connsiteX177" fmla="*/ 11282284 w 13158797"/>
              <a:gd name="connsiteY177" fmla="*/ 173248 h 9456078"/>
              <a:gd name="connsiteX178" fmla="*/ 11329888 w 13158797"/>
              <a:gd name="connsiteY178" fmla="*/ 161654 h 9456078"/>
              <a:gd name="connsiteX179" fmla="*/ 11377607 w 13158797"/>
              <a:gd name="connsiteY179" fmla="*/ 150451 h 9456078"/>
              <a:gd name="connsiteX180" fmla="*/ 11425440 w 13158797"/>
              <a:gd name="connsiteY180" fmla="*/ 139640 h 9456078"/>
              <a:gd name="connsiteX181" fmla="*/ 11473385 w 13158797"/>
              <a:gd name="connsiteY181" fmla="*/ 129223 h 9456078"/>
              <a:gd name="connsiteX182" fmla="*/ 11521439 w 13158797"/>
              <a:gd name="connsiteY182" fmla="*/ 119201 h 9456078"/>
              <a:gd name="connsiteX183" fmla="*/ 11569599 w 13158797"/>
              <a:gd name="connsiteY183" fmla="*/ 109574 h 9456078"/>
              <a:gd name="connsiteX184" fmla="*/ 11617864 w 13158797"/>
              <a:gd name="connsiteY184" fmla="*/ 100344 h 9456078"/>
              <a:gd name="connsiteX185" fmla="*/ 11666231 w 13158797"/>
              <a:gd name="connsiteY185" fmla="*/ 91512 h 9456078"/>
              <a:gd name="connsiteX186" fmla="*/ 11714698 w 13158797"/>
              <a:gd name="connsiteY186" fmla="*/ 83080 h 9456078"/>
              <a:gd name="connsiteX187" fmla="*/ 11763263 w 13158797"/>
              <a:gd name="connsiteY187" fmla="*/ 75047 h 9456078"/>
              <a:gd name="connsiteX188" fmla="*/ 11811923 w 13158797"/>
              <a:gd name="connsiteY188" fmla="*/ 67417 h 9456078"/>
              <a:gd name="connsiteX189" fmla="*/ 11860676 w 13158797"/>
              <a:gd name="connsiteY189" fmla="*/ 60188 h 9456078"/>
              <a:gd name="connsiteX190" fmla="*/ 11909519 w 13158797"/>
              <a:gd name="connsiteY190" fmla="*/ 53364 h 9456078"/>
              <a:gd name="connsiteX191" fmla="*/ 11958451 w 13158797"/>
              <a:gd name="connsiteY191" fmla="*/ 46944 h 9456078"/>
              <a:gd name="connsiteX192" fmla="*/ 12007470 w 13158797"/>
              <a:gd name="connsiteY192" fmla="*/ 40931 h 9456078"/>
              <a:gd name="connsiteX193" fmla="*/ 12056572 w 13158797"/>
              <a:gd name="connsiteY193" fmla="*/ 35324 h 9456078"/>
              <a:gd name="connsiteX194" fmla="*/ 12105756 w 13158797"/>
              <a:gd name="connsiteY194" fmla="*/ 30126 h 9456078"/>
              <a:gd name="connsiteX195" fmla="*/ 12155019 w 13158797"/>
              <a:gd name="connsiteY195" fmla="*/ 25337 h 9456078"/>
              <a:gd name="connsiteX196" fmla="*/ 12204359 w 13158797"/>
              <a:gd name="connsiteY196" fmla="*/ 20958 h 9456078"/>
              <a:gd name="connsiteX197" fmla="*/ 12253773 w 13158797"/>
              <a:gd name="connsiteY197" fmla="*/ 16991 h 9456078"/>
              <a:gd name="connsiteX198" fmla="*/ 12303260 w 13158797"/>
              <a:gd name="connsiteY198" fmla="*/ 13437 h 9456078"/>
              <a:gd name="connsiteX199" fmla="*/ 12352818 w 13158797"/>
              <a:gd name="connsiteY199" fmla="*/ 10297 h 9456078"/>
              <a:gd name="connsiteX200" fmla="*/ 12402443 w 13158797"/>
              <a:gd name="connsiteY200" fmla="*/ 7572 h 9456078"/>
              <a:gd name="connsiteX201" fmla="*/ 12452133 w 13158797"/>
              <a:gd name="connsiteY201" fmla="*/ 5263 h 9456078"/>
              <a:gd name="connsiteX202" fmla="*/ 12501887 w 13158797"/>
              <a:gd name="connsiteY202" fmla="*/ 3371 h 9456078"/>
              <a:gd name="connsiteX203" fmla="*/ 12551701 w 13158797"/>
              <a:gd name="connsiteY203" fmla="*/ 1898 h 9456078"/>
              <a:gd name="connsiteX204" fmla="*/ 12601574 w 13158797"/>
              <a:gd name="connsiteY204" fmla="*/ 844 h 9456078"/>
              <a:gd name="connsiteX205" fmla="*/ 12651504 w 13158797"/>
              <a:gd name="connsiteY205" fmla="*/ 211 h 9456078"/>
              <a:gd name="connsiteX206" fmla="*/ 12701487 w 13158797"/>
              <a:gd name="connsiteY206" fmla="*/ 0 h 9456078"/>
              <a:gd name="connsiteX207" fmla="*/ 13158798 w 13158797"/>
              <a:gd name="connsiteY207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98870 w 13158799"/>
              <a:gd name="connsiteY5" fmla="*/ 9447409 h 9456078"/>
              <a:gd name="connsiteX6" fmla="*/ 348429 w 13158799"/>
              <a:gd name="connsiteY6" fmla="*/ 9444290 h 9456078"/>
              <a:gd name="connsiteX7" fmla="*/ 397907 w 13158799"/>
              <a:gd name="connsiteY7" fmla="*/ 9440698 h 9456078"/>
              <a:gd name="connsiteX8" fmla="*/ 447302 w 13158799"/>
              <a:gd name="connsiteY8" fmla="*/ 9436632 h 9456078"/>
              <a:gd name="connsiteX9" fmla="*/ 496610 w 13158799"/>
              <a:gd name="connsiteY9" fmla="*/ 9432096 h 9456078"/>
              <a:gd name="connsiteX10" fmla="*/ 545829 w 13158799"/>
              <a:gd name="connsiteY10" fmla="*/ 9427089 h 9456078"/>
              <a:gd name="connsiteX11" fmla="*/ 594956 w 13158799"/>
              <a:gd name="connsiteY11" fmla="*/ 9421615 h 9456078"/>
              <a:gd name="connsiteX12" fmla="*/ 643987 w 13158799"/>
              <a:gd name="connsiteY12" fmla="*/ 9415673 h 9456078"/>
              <a:gd name="connsiteX13" fmla="*/ 692920 w 13158799"/>
              <a:gd name="connsiteY13" fmla="*/ 9409267 h 9456078"/>
              <a:gd name="connsiteX14" fmla="*/ 741751 w 13158799"/>
              <a:gd name="connsiteY14" fmla="*/ 9402396 h 9456078"/>
              <a:gd name="connsiteX15" fmla="*/ 790478 w 13158799"/>
              <a:gd name="connsiteY15" fmla="*/ 9395063 h 9456078"/>
              <a:gd name="connsiteX16" fmla="*/ 839098 w 13158799"/>
              <a:gd name="connsiteY16" fmla="*/ 9387270 h 9456078"/>
              <a:gd name="connsiteX17" fmla="*/ 887607 w 13158799"/>
              <a:gd name="connsiteY17" fmla="*/ 9379017 h 9456078"/>
              <a:gd name="connsiteX18" fmla="*/ 936002 w 13158799"/>
              <a:gd name="connsiteY18" fmla="*/ 9370306 h 9456078"/>
              <a:gd name="connsiteX19" fmla="*/ 984281 w 13158799"/>
              <a:gd name="connsiteY19" fmla="*/ 9361139 h 9456078"/>
              <a:gd name="connsiteX20" fmla="*/ 1032440 w 13158799"/>
              <a:gd name="connsiteY20" fmla="*/ 9351517 h 9456078"/>
              <a:gd name="connsiteX21" fmla="*/ 1080477 w 13158799"/>
              <a:gd name="connsiteY21" fmla="*/ 9341441 h 9456078"/>
              <a:gd name="connsiteX22" fmla="*/ 1176172 w 13158799"/>
              <a:gd name="connsiteY22" fmla="*/ 9319936 h 9456078"/>
              <a:gd name="connsiteX23" fmla="*/ 1223823 w 13158799"/>
              <a:gd name="connsiteY23" fmla="*/ 9308509 h 9456078"/>
              <a:gd name="connsiteX24" fmla="*/ 1271339 w 13158799"/>
              <a:gd name="connsiteY24" fmla="*/ 9296635 h 9456078"/>
              <a:gd name="connsiteX25" fmla="*/ 1318719 w 13158799"/>
              <a:gd name="connsiteY25" fmla="*/ 9284315 h 9456078"/>
              <a:gd name="connsiteX26" fmla="*/ 1365957 w 13158799"/>
              <a:gd name="connsiteY26" fmla="*/ 9271550 h 9456078"/>
              <a:gd name="connsiteX27" fmla="*/ 1413052 w 13158799"/>
              <a:gd name="connsiteY27" fmla="*/ 9258342 h 9456078"/>
              <a:gd name="connsiteX28" fmla="*/ 1460000 w 13158799"/>
              <a:gd name="connsiteY28" fmla="*/ 9244693 h 9456078"/>
              <a:gd name="connsiteX29" fmla="*/ 1506799 w 13158799"/>
              <a:gd name="connsiteY29" fmla="*/ 9230604 h 9456078"/>
              <a:gd name="connsiteX30" fmla="*/ 1553445 w 13158799"/>
              <a:gd name="connsiteY30" fmla="*/ 9216076 h 9456078"/>
              <a:gd name="connsiteX31" fmla="*/ 1599935 w 13158799"/>
              <a:gd name="connsiteY31" fmla="*/ 9201111 h 9456078"/>
              <a:gd name="connsiteX32" fmla="*/ 1646267 w 13158799"/>
              <a:gd name="connsiteY32" fmla="*/ 9185710 h 9456078"/>
              <a:gd name="connsiteX33" fmla="*/ 1692437 w 13158799"/>
              <a:gd name="connsiteY33" fmla="*/ 9169876 h 9456078"/>
              <a:gd name="connsiteX34" fmla="*/ 1738442 w 13158799"/>
              <a:gd name="connsiteY34" fmla="*/ 9153608 h 9456078"/>
              <a:gd name="connsiteX35" fmla="*/ 1784280 w 13158799"/>
              <a:gd name="connsiteY35" fmla="*/ 9136910 h 9456078"/>
              <a:gd name="connsiteX36" fmla="*/ 1829947 w 13158799"/>
              <a:gd name="connsiteY36" fmla="*/ 9119782 h 9456078"/>
              <a:gd name="connsiteX37" fmla="*/ 1875440 w 13158799"/>
              <a:gd name="connsiteY37" fmla="*/ 9102226 h 9456078"/>
              <a:gd name="connsiteX38" fmla="*/ 1920756 w 13158799"/>
              <a:gd name="connsiteY38" fmla="*/ 9084243 h 9456078"/>
              <a:gd name="connsiteX39" fmla="*/ 1965893 w 13158799"/>
              <a:gd name="connsiteY39" fmla="*/ 9065835 h 9456078"/>
              <a:gd name="connsiteX40" fmla="*/ 2010847 w 13158799"/>
              <a:gd name="connsiteY40" fmla="*/ 9047004 h 9456078"/>
              <a:gd name="connsiteX41" fmla="*/ 2055615 w 13158799"/>
              <a:gd name="connsiteY41" fmla="*/ 9027750 h 9456078"/>
              <a:gd name="connsiteX42" fmla="*/ 2100195 w 13158799"/>
              <a:gd name="connsiteY42" fmla="*/ 9008075 h 9456078"/>
              <a:gd name="connsiteX43" fmla="*/ 2144582 w 13158799"/>
              <a:gd name="connsiteY43" fmla="*/ 8987981 h 9456078"/>
              <a:gd name="connsiteX44" fmla="*/ 2188775 w 13158799"/>
              <a:gd name="connsiteY44" fmla="*/ 8967470 h 9456078"/>
              <a:gd name="connsiteX45" fmla="*/ 2232770 w 13158799"/>
              <a:gd name="connsiteY45" fmla="*/ 8946542 h 9456078"/>
              <a:gd name="connsiteX46" fmla="*/ 2276564 w 13158799"/>
              <a:gd name="connsiteY46" fmla="*/ 8925199 h 9456078"/>
              <a:gd name="connsiteX47" fmla="*/ 2320154 w 13158799"/>
              <a:gd name="connsiteY47" fmla="*/ 8903443 h 9456078"/>
              <a:gd name="connsiteX48" fmla="*/ 2363538 w 13158799"/>
              <a:gd name="connsiteY48" fmla="*/ 8881275 h 9456078"/>
              <a:gd name="connsiteX49" fmla="*/ 2406711 w 13158799"/>
              <a:gd name="connsiteY49" fmla="*/ 8858697 h 9456078"/>
              <a:gd name="connsiteX50" fmla="*/ 2449672 w 13158799"/>
              <a:gd name="connsiteY50" fmla="*/ 8835710 h 9456078"/>
              <a:gd name="connsiteX51" fmla="*/ 2492417 w 13158799"/>
              <a:gd name="connsiteY51" fmla="*/ 8812316 h 9456078"/>
              <a:gd name="connsiteX52" fmla="*/ 2534943 w 13158799"/>
              <a:gd name="connsiteY52" fmla="*/ 8788516 h 9456078"/>
              <a:gd name="connsiteX53" fmla="*/ 2577247 w 13158799"/>
              <a:gd name="connsiteY53" fmla="*/ 8764311 h 9456078"/>
              <a:gd name="connsiteX54" fmla="*/ 2619326 w 13158799"/>
              <a:gd name="connsiteY54" fmla="*/ 8739704 h 9456078"/>
              <a:gd name="connsiteX55" fmla="*/ 2661177 w 13158799"/>
              <a:gd name="connsiteY55" fmla="*/ 8714695 h 9456078"/>
              <a:gd name="connsiteX56" fmla="*/ 2702797 w 13158799"/>
              <a:gd name="connsiteY56" fmla="*/ 8689286 h 9456078"/>
              <a:gd name="connsiteX57" fmla="*/ 2744183 w 13158799"/>
              <a:gd name="connsiteY57" fmla="*/ 8663479 h 9456078"/>
              <a:gd name="connsiteX58" fmla="*/ 2785333 w 13158799"/>
              <a:gd name="connsiteY58" fmla="*/ 8637274 h 9456078"/>
              <a:gd name="connsiteX59" fmla="*/ 2826242 w 13158799"/>
              <a:gd name="connsiteY59" fmla="*/ 8610675 h 9456078"/>
              <a:gd name="connsiteX60" fmla="*/ 2866908 w 13158799"/>
              <a:gd name="connsiteY60" fmla="*/ 8583681 h 9456078"/>
              <a:gd name="connsiteX61" fmla="*/ 2907329 w 13158799"/>
              <a:gd name="connsiteY61" fmla="*/ 8556295 h 9456078"/>
              <a:gd name="connsiteX62" fmla="*/ 2947500 w 13158799"/>
              <a:gd name="connsiteY62" fmla="*/ 8528517 h 9456078"/>
              <a:gd name="connsiteX63" fmla="*/ 2987419 w 13158799"/>
              <a:gd name="connsiteY63" fmla="*/ 8500351 h 9456078"/>
              <a:gd name="connsiteX64" fmla="*/ 3027083 w 13158799"/>
              <a:gd name="connsiteY64" fmla="*/ 8471796 h 9456078"/>
              <a:gd name="connsiteX65" fmla="*/ 3066489 w 13158799"/>
              <a:gd name="connsiteY65" fmla="*/ 8442854 h 9456078"/>
              <a:gd name="connsiteX66" fmla="*/ 3105634 w 13158799"/>
              <a:gd name="connsiteY66" fmla="*/ 8413528 h 9456078"/>
              <a:gd name="connsiteX67" fmla="*/ 3144515 w 13158799"/>
              <a:gd name="connsiteY67" fmla="*/ 8383818 h 9456078"/>
              <a:gd name="connsiteX68" fmla="*/ 3183129 w 13158799"/>
              <a:gd name="connsiteY68" fmla="*/ 8353726 h 9456078"/>
              <a:gd name="connsiteX69" fmla="*/ 3221473 w 13158799"/>
              <a:gd name="connsiteY69" fmla="*/ 8323253 h 9456078"/>
              <a:gd name="connsiteX70" fmla="*/ 3259544 w 13158799"/>
              <a:gd name="connsiteY70" fmla="*/ 8292401 h 9456078"/>
              <a:gd name="connsiteX71" fmla="*/ 3297339 w 13158799"/>
              <a:gd name="connsiteY71" fmla="*/ 8261172 h 9456078"/>
              <a:gd name="connsiteX72" fmla="*/ 3334854 w 13158799"/>
              <a:gd name="connsiteY72" fmla="*/ 8229566 h 9456078"/>
              <a:gd name="connsiteX73" fmla="*/ 3372087 w 13158799"/>
              <a:gd name="connsiteY73" fmla="*/ 8197585 h 9456078"/>
              <a:gd name="connsiteX74" fmla="*/ 3409035 w 13158799"/>
              <a:gd name="connsiteY74" fmla="*/ 8165232 h 9456078"/>
              <a:gd name="connsiteX75" fmla="*/ 3445695 w 13158799"/>
              <a:gd name="connsiteY75" fmla="*/ 8132507 h 9456078"/>
              <a:gd name="connsiteX76" fmla="*/ 3482064 w 13158799"/>
              <a:gd name="connsiteY76" fmla="*/ 8099411 h 9456078"/>
              <a:gd name="connsiteX77" fmla="*/ 3518139 w 13158799"/>
              <a:gd name="connsiteY77" fmla="*/ 8065947 h 9456078"/>
              <a:gd name="connsiteX78" fmla="*/ 3553916 w 13158799"/>
              <a:gd name="connsiteY78" fmla="*/ 8032115 h 9456078"/>
              <a:gd name="connsiteX79" fmla="*/ 3589393 w 13158799"/>
              <a:gd name="connsiteY79" fmla="*/ 7997918 h 9456078"/>
              <a:gd name="connsiteX80" fmla="*/ 3624567 w 13158799"/>
              <a:gd name="connsiteY80" fmla="*/ 7963356 h 9456078"/>
              <a:gd name="connsiteX81" fmla="*/ 3659435 w 13158799"/>
              <a:gd name="connsiteY81" fmla="*/ 7928432 h 9456078"/>
              <a:gd name="connsiteX82" fmla="*/ 3693994 w 13158799"/>
              <a:gd name="connsiteY82" fmla="*/ 7893146 h 9456078"/>
              <a:gd name="connsiteX83" fmla="*/ 3728240 w 13158799"/>
              <a:gd name="connsiteY83" fmla="*/ 7857501 h 9456078"/>
              <a:gd name="connsiteX84" fmla="*/ 3762171 w 13158799"/>
              <a:gd name="connsiteY84" fmla="*/ 7821497 h 9456078"/>
              <a:gd name="connsiteX85" fmla="*/ 3795783 w 13158799"/>
              <a:gd name="connsiteY85" fmla="*/ 7785136 h 9456078"/>
              <a:gd name="connsiteX86" fmla="*/ 3829075 w 13158799"/>
              <a:gd name="connsiteY86" fmla="*/ 7748420 h 9456078"/>
              <a:gd name="connsiteX87" fmla="*/ 3862042 w 13158799"/>
              <a:gd name="connsiteY87" fmla="*/ 7711350 h 9456078"/>
              <a:gd name="connsiteX88" fmla="*/ 3894682 w 13158799"/>
              <a:gd name="connsiteY88" fmla="*/ 7673928 h 9456078"/>
              <a:gd name="connsiteX89" fmla="*/ 3926991 w 13158799"/>
              <a:gd name="connsiteY89" fmla="*/ 7636155 h 9456078"/>
              <a:gd name="connsiteX90" fmla="*/ 3958967 w 13158799"/>
              <a:gd name="connsiteY90" fmla="*/ 7598032 h 9456078"/>
              <a:gd name="connsiteX91" fmla="*/ 3990607 w 13158799"/>
              <a:gd name="connsiteY91" fmla="*/ 7559561 h 9456078"/>
              <a:gd name="connsiteX92" fmla="*/ 4021907 w 13158799"/>
              <a:gd name="connsiteY92" fmla="*/ 7520744 h 9456078"/>
              <a:gd name="connsiteX93" fmla="*/ 4052865 w 13158799"/>
              <a:gd name="connsiteY93" fmla="*/ 7481582 h 9456078"/>
              <a:gd name="connsiteX94" fmla="*/ 4083478 w 13158799"/>
              <a:gd name="connsiteY94" fmla="*/ 7442077 h 9456078"/>
              <a:gd name="connsiteX95" fmla="*/ 8022311 w 13158799"/>
              <a:gd name="connsiteY95" fmla="*/ 2307814 h 9456078"/>
              <a:gd name="connsiteX96" fmla="*/ 8052902 w 13158799"/>
              <a:gd name="connsiteY96" fmla="*/ 2268285 h 9456078"/>
              <a:gd name="connsiteX97" fmla="*/ 8083796 w 13158799"/>
              <a:gd name="connsiteY97" fmla="*/ 2229056 h 9456078"/>
              <a:gd name="connsiteX98" fmla="*/ 8114989 w 13158799"/>
              <a:gd name="connsiteY98" fmla="*/ 2190127 h 9456078"/>
              <a:gd name="connsiteX99" fmla="*/ 8146479 w 13158799"/>
              <a:gd name="connsiteY99" fmla="*/ 2151500 h 9456078"/>
              <a:gd name="connsiteX100" fmla="*/ 8178264 w 13158799"/>
              <a:gd name="connsiteY100" fmla="*/ 2113176 h 9456078"/>
              <a:gd name="connsiteX101" fmla="*/ 8210341 w 13158799"/>
              <a:gd name="connsiteY101" fmla="*/ 2075157 h 9456078"/>
              <a:gd name="connsiteX102" fmla="*/ 8242709 w 13158799"/>
              <a:gd name="connsiteY102" fmla="*/ 2037442 h 9456078"/>
              <a:gd name="connsiteX103" fmla="*/ 8275365 w 13158799"/>
              <a:gd name="connsiteY103" fmla="*/ 2000034 h 9456078"/>
              <a:gd name="connsiteX104" fmla="*/ 8308307 w 13158799"/>
              <a:gd name="connsiteY104" fmla="*/ 1962934 h 9456078"/>
              <a:gd name="connsiteX105" fmla="*/ 8341532 w 13158799"/>
              <a:gd name="connsiteY105" fmla="*/ 1926142 h 9456078"/>
              <a:gd name="connsiteX106" fmla="*/ 8375038 w 13158799"/>
              <a:gd name="connsiteY106" fmla="*/ 1889660 h 9456078"/>
              <a:gd name="connsiteX107" fmla="*/ 8408823 w 13158799"/>
              <a:gd name="connsiteY107" fmla="*/ 1853489 h 9456078"/>
              <a:gd name="connsiteX108" fmla="*/ 8442885 w 13158799"/>
              <a:gd name="connsiteY108" fmla="*/ 1817630 h 9456078"/>
              <a:gd name="connsiteX109" fmla="*/ 8477221 w 13158799"/>
              <a:gd name="connsiteY109" fmla="*/ 1782084 h 9456078"/>
              <a:gd name="connsiteX110" fmla="*/ 8511829 w 13158799"/>
              <a:gd name="connsiteY110" fmla="*/ 1746853 h 9456078"/>
              <a:gd name="connsiteX111" fmla="*/ 8546706 w 13158799"/>
              <a:gd name="connsiteY111" fmla="*/ 1711937 h 9456078"/>
              <a:gd name="connsiteX112" fmla="*/ 8581851 w 13158799"/>
              <a:gd name="connsiteY112" fmla="*/ 1677337 h 9456078"/>
              <a:gd name="connsiteX113" fmla="*/ 8617261 w 13158799"/>
              <a:gd name="connsiteY113" fmla="*/ 1643056 h 9456078"/>
              <a:gd name="connsiteX114" fmla="*/ 8652934 w 13158799"/>
              <a:gd name="connsiteY114" fmla="*/ 1609093 h 9456078"/>
              <a:gd name="connsiteX115" fmla="*/ 8688867 w 13158799"/>
              <a:gd name="connsiteY115" fmla="*/ 1575450 h 9456078"/>
              <a:gd name="connsiteX116" fmla="*/ 8725058 w 13158799"/>
              <a:gd name="connsiteY116" fmla="*/ 1542128 h 9456078"/>
              <a:gd name="connsiteX117" fmla="*/ 8761506 w 13158799"/>
              <a:gd name="connsiteY117" fmla="*/ 1509129 h 9456078"/>
              <a:gd name="connsiteX118" fmla="*/ 8798207 w 13158799"/>
              <a:gd name="connsiteY118" fmla="*/ 1476452 h 9456078"/>
              <a:gd name="connsiteX119" fmla="*/ 8835159 w 13158799"/>
              <a:gd name="connsiteY119" fmla="*/ 1444101 h 9456078"/>
              <a:gd name="connsiteX120" fmla="*/ 8872360 w 13158799"/>
              <a:gd name="connsiteY120" fmla="*/ 1412075 h 9456078"/>
              <a:gd name="connsiteX121" fmla="*/ 8909808 w 13158799"/>
              <a:gd name="connsiteY121" fmla="*/ 1380375 h 9456078"/>
              <a:gd name="connsiteX122" fmla="*/ 8947501 w 13158799"/>
              <a:gd name="connsiteY122" fmla="*/ 1349004 h 9456078"/>
              <a:gd name="connsiteX123" fmla="*/ 8985435 w 13158799"/>
              <a:gd name="connsiteY123" fmla="*/ 1317962 h 9456078"/>
              <a:gd name="connsiteX124" fmla="*/ 9023610 w 13158799"/>
              <a:gd name="connsiteY124" fmla="*/ 1287250 h 9456078"/>
              <a:gd name="connsiteX125" fmla="*/ 9062022 w 13158799"/>
              <a:gd name="connsiteY125" fmla="*/ 1256869 h 9456078"/>
              <a:gd name="connsiteX126" fmla="*/ 9100669 w 13158799"/>
              <a:gd name="connsiteY126" fmla="*/ 1226820 h 9456078"/>
              <a:gd name="connsiteX127" fmla="*/ 9139549 w 13158799"/>
              <a:gd name="connsiteY127" fmla="*/ 1197105 h 9456078"/>
              <a:gd name="connsiteX128" fmla="*/ 9178660 w 13158799"/>
              <a:gd name="connsiteY128" fmla="*/ 1167725 h 9456078"/>
              <a:gd name="connsiteX129" fmla="*/ 9217999 w 13158799"/>
              <a:gd name="connsiteY129" fmla="*/ 1138681 h 9456078"/>
              <a:gd name="connsiteX130" fmla="*/ 9257564 w 13158799"/>
              <a:gd name="connsiteY130" fmla="*/ 1109974 h 9456078"/>
              <a:gd name="connsiteX131" fmla="*/ 9297353 w 13158799"/>
              <a:gd name="connsiteY131" fmla="*/ 1081604 h 9456078"/>
              <a:gd name="connsiteX132" fmla="*/ 9337364 w 13158799"/>
              <a:gd name="connsiteY132" fmla="*/ 1053574 h 9456078"/>
              <a:gd name="connsiteX133" fmla="*/ 9377594 w 13158799"/>
              <a:gd name="connsiteY133" fmla="*/ 1025884 h 9456078"/>
              <a:gd name="connsiteX134" fmla="*/ 9418040 w 13158799"/>
              <a:gd name="connsiteY134" fmla="*/ 998536 h 9456078"/>
              <a:gd name="connsiteX135" fmla="*/ 9458702 w 13158799"/>
              <a:gd name="connsiteY135" fmla="*/ 971530 h 9456078"/>
              <a:gd name="connsiteX136" fmla="*/ 9499575 w 13158799"/>
              <a:gd name="connsiteY136" fmla="*/ 944868 h 9456078"/>
              <a:gd name="connsiteX137" fmla="*/ 9540659 w 13158799"/>
              <a:gd name="connsiteY137" fmla="*/ 918551 h 9456078"/>
              <a:gd name="connsiteX138" fmla="*/ 9581950 w 13158799"/>
              <a:gd name="connsiteY138" fmla="*/ 892580 h 9456078"/>
              <a:gd name="connsiteX139" fmla="*/ 9623447 w 13158799"/>
              <a:gd name="connsiteY139" fmla="*/ 866956 h 9456078"/>
              <a:gd name="connsiteX140" fmla="*/ 9665147 w 13158799"/>
              <a:gd name="connsiteY140" fmla="*/ 841681 h 9456078"/>
              <a:gd name="connsiteX141" fmla="*/ 9707048 w 13158799"/>
              <a:gd name="connsiteY141" fmla="*/ 816754 h 9456078"/>
              <a:gd name="connsiteX142" fmla="*/ 9749147 w 13158799"/>
              <a:gd name="connsiteY142" fmla="*/ 792179 h 9456078"/>
              <a:gd name="connsiteX143" fmla="*/ 9791443 w 13158799"/>
              <a:gd name="connsiteY143" fmla="*/ 767955 h 9456078"/>
              <a:gd name="connsiteX144" fmla="*/ 9833932 w 13158799"/>
              <a:gd name="connsiteY144" fmla="*/ 744083 h 9456078"/>
              <a:gd name="connsiteX145" fmla="*/ 9876613 w 13158799"/>
              <a:gd name="connsiteY145" fmla="*/ 720566 h 9456078"/>
              <a:gd name="connsiteX146" fmla="*/ 9919484 w 13158799"/>
              <a:gd name="connsiteY146" fmla="*/ 697404 h 9456078"/>
              <a:gd name="connsiteX147" fmla="*/ 9962542 w 13158799"/>
              <a:gd name="connsiteY147" fmla="*/ 674598 h 9456078"/>
              <a:gd name="connsiteX148" fmla="*/ 10005784 w 13158799"/>
              <a:gd name="connsiteY148" fmla="*/ 652149 h 9456078"/>
              <a:gd name="connsiteX149" fmla="*/ 10049209 w 13158799"/>
              <a:gd name="connsiteY149" fmla="*/ 630059 h 9456078"/>
              <a:gd name="connsiteX150" fmla="*/ 10092814 w 13158799"/>
              <a:gd name="connsiteY150" fmla="*/ 608328 h 9456078"/>
              <a:gd name="connsiteX151" fmla="*/ 10136597 w 13158799"/>
              <a:gd name="connsiteY151" fmla="*/ 586958 h 9456078"/>
              <a:gd name="connsiteX152" fmla="*/ 10180556 w 13158799"/>
              <a:gd name="connsiteY152" fmla="*/ 565950 h 9456078"/>
              <a:gd name="connsiteX153" fmla="*/ 10224688 w 13158799"/>
              <a:gd name="connsiteY153" fmla="*/ 545304 h 9456078"/>
              <a:gd name="connsiteX154" fmla="*/ 10268991 w 13158799"/>
              <a:gd name="connsiteY154" fmla="*/ 525023 h 9456078"/>
              <a:gd name="connsiteX155" fmla="*/ 10313463 w 13158799"/>
              <a:gd name="connsiteY155" fmla="*/ 505107 h 9456078"/>
              <a:gd name="connsiteX156" fmla="*/ 10358101 w 13158799"/>
              <a:gd name="connsiteY156" fmla="*/ 485558 h 9456078"/>
              <a:gd name="connsiteX157" fmla="*/ 10402903 w 13158799"/>
              <a:gd name="connsiteY157" fmla="*/ 466376 h 9456078"/>
              <a:gd name="connsiteX158" fmla="*/ 10447868 w 13158799"/>
              <a:gd name="connsiteY158" fmla="*/ 447563 h 9456078"/>
              <a:gd name="connsiteX159" fmla="*/ 10492991 w 13158799"/>
              <a:gd name="connsiteY159" fmla="*/ 429119 h 9456078"/>
              <a:gd name="connsiteX160" fmla="*/ 10538272 w 13158799"/>
              <a:gd name="connsiteY160" fmla="*/ 411046 h 9456078"/>
              <a:gd name="connsiteX161" fmla="*/ 10583708 w 13158799"/>
              <a:gd name="connsiteY161" fmla="*/ 393346 h 9456078"/>
              <a:gd name="connsiteX162" fmla="*/ 10629297 w 13158799"/>
              <a:gd name="connsiteY162" fmla="*/ 376018 h 9456078"/>
              <a:gd name="connsiteX163" fmla="*/ 10675036 w 13158799"/>
              <a:gd name="connsiteY163" fmla="*/ 359065 h 9456078"/>
              <a:gd name="connsiteX164" fmla="*/ 10720923 w 13158799"/>
              <a:gd name="connsiteY164" fmla="*/ 342487 h 9456078"/>
              <a:gd name="connsiteX165" fmla="*/ 10766956 w 13158799"/>
              <a:gd name="connsiteY165" fmla="*/ 326286 h 9456078"/>
              <a:gd name="connsiteX166" fmla="*/ 10813132 w 13158799"/>
              <a:gd name="connsiteY166" fmla="*/ 310462 h 9456078"/>
              <a:gd name="connsiteX167" fmla="*/ 10859450 w 13158799"/>
              <a:gd name="connsiteY167" fmla="*/ 295018 h 9456078"/>
              <a:gd name="connsiteX168" fmla="*/ 10905907 w 13158799"/>
              <a:gd name="connsiteY168" fmla="*/ 279953 h 9456078"/>
              <a:gd name="connsiteX169" fmla="*/ 10952500 w 13158799"/>
              <a:gd name="connsiteY169" fmla="*/ 265269 h 9456078"/>
              <a:gd name="connsiteX170" fmla="*/ 10999227 w 13158799"/>
              <a:gd name="connsiteY170" fmla="*/ 250968 h 9456078"/>
              <a:gd name="connsiteX171" fmla="*/ 11046087 w 13158799"/>
              <a:gd name="connsiteY171" fmla="*/ 237049 h 9456078"/>
              <a:gd name="connsiteX172" fmla="*/ 11093076 w 13158799"/>
              <a:gd name="connsiteY172" fmla="*/ 223516 h 9456078"/>
              <a:gd name="connsiteX173" fmla="*/ 11140193 w 13158799"/>
              <a:gd name="connsiteY173" fmla="*/ 210368 h 9456078"/>
              <a:gd name="connsiteX174" fmla="*/ 11187434 w 13158799"/>
              <a:gd name="connsiteY174" fmla="*/ 197606 h 9456078"/>
              <a:gd name="connsiteX175" fmla="*/ 11234799 w 13158799"/>
              <a:gd name="connsiteY175" fmla="*/ 185233 h 9456078"/>
              <a:gd name="connsiteX176" fmla="*/ 11282284 w 13158799"/>
              <a:gd name="connsiteY176" fmla="*/ 173248 h 9456078"/>
              <a:gd name="connsiteX177" fmla="*/ 11329888 w 13158799"/>
              <a:gd name="connsiteY177" fmla="*/ 161654 h 9456078"/>
              <a:gd name="connsiteX178" fmla="*/ 11377607 w 13158799"/>
              <a:gd name="connsiteY178" fmla="*/ 150451 h 9456078"/>
              <a:gd name="connsiteX179" fmla="*/ 11425440 w 13158799"/>
              <a:gd name="connsiteY179" fmla="*/ 139640 h 9456078"/>
              <a:gd name="connsiteX180" fmla="*/ 11473385 w 13158799"/>
              <a:gd name="connsiteY180" fmla="*/ 129223 h 9456078"/>
              <a:gd name="connsiteX181" fmla="*/ 11521439 w 13158799"/>
              <a:gd name="connsiteY181" fmla="*/ 119201 h 9456078"/>
              <a:gd name="connsiteX182" fmla="*/ 11569599 w 13158799"/>
              <a:gd name="connsiteY182" fmla="*/ 109574 h 9456078"/>
              <a:gd name="connsiteX183" fmla="*/ 11617864 w 13158799"/>
              <a:gd name="connsiteY183" fmla="*/ 100344 h 9456078"/>
              <a:gd name="connsiteX184" fmla="*/ 11666231 w 13158799"/>
              <a:gd name="connsiteY184" fmla="*/ 91512 h 9456078"/>
              <a:gd name="connsiteX185" fmla="*/ 11714698 w 13158799"/>
              <a:gd name="connsiteY185" fmla="*/ 83080 h 9456078"/>
              <a:gd name="connsiteX186" fmla="*/ 11763263 w 13158799"/>
              <a:gd name="connsiteY186" fmla="*/ 75047 h 9456078"/>
              <a:gd name="connsiteX187" fmla="*/ 11811923 w 13158799"/>
              <a:gd name="connsiteY187" fmla="*/ 67417 h 9456078"/>
              <a:gd name="connsiteX188" fmla="*/ 11860676 w 13158799"/>
              <a:gd name="connsiteY188" fmla="*/ 60188 h 9456078"/>
              <a:gd name="connsiteX189" fmla="*/ 11909519 w 13158799"/>
              <a:gd name="connsiteY189" fmla="*/ 53364 h 9456078"/>
              <a:gd name="connsiteX190" fmla="*/ 11958451 w 13158799"/>
              <a:gd name="connsiteY190" fmla="*/ 46944 h 9456078"/>
              <a:gd name="connsiteX191" fmla="*/ 12007470 w 13158799"/>
              <a:gd name="connsiteY191" fmla="*/ 40931 h 9456078"/>
              <a:gd name="connsiteX192" fmla="*/ 12056572 w 13158799"/>
              <a:gd name="connsiteY192" fmla="*/ 35324 h 9456078"/>
              <a:gd name="connsiteX193" fmla="*/ 12105756 w 13158799"/>
              <a:gd name="connsiteY193" fmla="*/ 30126 h 9456078"/>
              <a:gd name="connsiteX194" fmla="*/ 12155019 w 13158799"/>
              <a:gd name="connsiteY194" fmla="*/ 25337 h 9456078"/>
              <a:gd name="connsiteX195" fmla="*/ 12204359 w 13158799"/>
              <a:gd name="connsiteY195" fmla="*/ 20958 h 9456078"/>
              <a:gd name="connsiteX196" fmla="*/ 12253773 w 13158799"/>
              <a:gd name="connsiteY196" fmla="*/ 16991 h 9456078"/>
              <a:gd name="connsiteX197" fmla="*/ 12303260 w 13158799"/>
              <a:gd name="connsiteY197" fmla="*/ 13437 h 9456078"/>
              <a:gd name="connsiteX198" fmla="*/ 12352818 w 13158799"/>
              <a:gd name="connsiteY198" fmla="*/ 10297 h 9456078"/>
              <a:gd name="connsiteX199" fmla="*/ 12402443 w 13158799"/>
              <a:gd name="connsiteY199" fmla="*/ 7572 h 9456078"/>
              <a:gd name="connsiteX200" fmla="*/ 12452133 w 13158799"/>
              <a:gd name="connsiteY200" fmla="*/ 5263 h 9456078"/>
              <a:gd name="connsiteX201" fmla="*/ 12501887 w 13158799"/>
              <a:gd name="connsiteY201" fmla="*/ 3371 h 9456078"/>
              <a:gd name="connsiteX202" fmla="*/ 12551701 w 13158799"/>
              <a:gd name="connsiteY202" fmla="*/ 1898 h 9456078"/>
              <a:gd name="connsiteX203" fmla="*/ 12601574 w 13158799"/>
              <a:gd name="connsiteY203" fmla="*/ 844 h 9456078"/>
              <a:gd name="connsiteX204" fmla="*/ 12651504 w 13158799"/>
              <a:gd name="connsiteY204" fmla="*/ 211 h 9456078"/>
              <a:gd name="connsiteX205" fmla="*/ 12701487 w 13158799"/>
              <a:gd name="connsiteY205" fmla="*/ 0 h 9456078"/>
              <a:gd name="connsiteX206" fmla="*/ 13158798 w 13158799"/>
              <a:gd name="connsiteY206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76172 w 13158797"/>
              <a:gd name="connsiteY22" fmla="*/ 9319936 h 9456078"/>
              <a:gd name="connsiteX23" fmla="*/ 1223823 w 13158797"/>
              <a:gd name="connsiteY23" fmla="*/ 9308509 h 9456078"/>
              <a:gd name="connsiteX24" fmla="*/ 1271339 w 13158797"/>
              <a:gd name="connsiteY24" fmla="*/ 9296635 h 9456078"/>
              <a:gd name="connsiteX25" fmla="*/ 1318719 w 13158797"/>
              <a:gd name="connsiteY25" fmla="*/ 9284315 h 9456078"/>
              <a:gd name="connsiteX26" fmla="*/ 1365957 w 13158797"/>
              <a:gd name="connsiteY26" fmla="*/ 9271550 h 9456078"/>
              <a:gd name="connsiteX27" fmla="*/ 1413052 w 13158797"/>
              <a:gd name="connsiteY27" fmla="*/ 9258342 h 9456078"/>
              <a:gd name="connsiteX28" fmla="*/ 1460000 w 13158797"/>
              <a:gd name="connsiteY28" fmla="*/ 9244693 h 9456078"/>
              <a:gd name="connsiteX29" fmla="*/ 1506799 w 13158797"/>
              <a:gd name="connsiteY29" fmla="*/ 9230604 h 9456078"/>
              <a:gd name="connsiteX30" fmla="*/ 1553445 w 13158797"/>
              <a:gd name="connsiteY30" fmla="*/ 9216076 h 9456078"/>
              <a:gd name="connsiteX31" fmla="*/ 1599935 w 13158797"/>
              <a:gd name="connsiteY31" fmla="*/ 9201111 h 9456078"/>
              <a:gd name="connsiteX32" fmla="*/ 1646267 w 13158797"/>
              <a:gd name="connsiteY32" fmla="*/ 9185710 h 9456078"/>
              <a:gd name="connsiteX33" fmla="*/ 1692437 w 13158797"/>
              <a:gd name="connsiteY33" fmla="*/ 9169876 h 9456078"/>
              <a:gd name="connsiteX34" fmla="*/ 1738442 w 13158797"/>
              <a:gd name="connsiteY34" fmla="*/ 9153608 h 9456078"/>
              <a:gd name="connsiteX35" fmla="*/ 1784280 w 13158797"/>
              <a:gd name="connsiteY35" fmla="*/ 9136910 h 9456078"/>
              <a:gd name="connsiteX36" fmla="*/ 1829947 w 13158797"/>
              <a:gd name="connsiteY36" fmla="*/ 9119782 h 9456078"/>
              <a:gd name="connsiteX37" fmla="*/ 1875440 w 13158797"/>
              <a:gd name="connsiteY37" fmla="*/ 9102226 h 9456078"/>
              <a:gd name="connsiteX38" fmla="*/ 1920756 w 13158797"/>
              <a:gd name="connsiteY38" fmla="*/ 9084243 h 9456078"/>
              <a:gd name="connsiteX39" fmla="*/ 1965893 w 13158797"/>
              <a:gd name="connsiteY39" fmla="*/ 9065835 h 9456078"/>
              <a:gd name="connsiteX40" fmla="*/ 2055615 w 13158797"/>
              <a:gd name="connsiteY40" fmla="*/ 9027750 h 9456078"/>
              <a:gd name="connsiteX41" fmla="*/ 2100195 w 13158797"/>
              <a:gd name="connsiteY41" fmla="*/ 9008075 h 9456078"/>
              <a:gd name="connsiteX42" fmla="*/ 2144582 w 13158797"/>
              <a:gd name="connsiteY42" fmla="*/ 8987981 h 9456078"/>
              <a:gd name="connsiteX43" fmla="*/ 2188775 w 13158797"/>
              <a:gd name="connsiteY43" fmla="*/ 8967470 h 9456078"/>
              <a:gd name="connsiteX44" fmla="*/ 2232770 w 13158797"/>
              <a:gd name="connsiteY44" fmla="*/ 8946542 h 9456078"/>
              <a:gd name="connsiteX45" fmla="*/ 2276564 w 13158797"/>
              <a:gd name="connsiteY45" fmla="*/ 8925199 h 9456078"/>
              <a:gd name="connsiteX46" fmla="*/ 2320154 w 13158797"/>
              <a:gd name="connsiteY46" fmla="*/ 8903443 h 9456078"/>
              <a:gd name="connsiteX47" fmla="*/ 2363538 w 13158797"/>
              <a:gd name="connsiteY47" fmla="*/ 8881275 h 9456078"/>
              <a:gd name="connsiteX48" fmla="*/ 2406711 w 13158797"/>
              <a:gd name="connsiteY48" fmla="*/ 8858697 h 9456078"/>
              <a:gd name="connsiteX49" fmla="*/ 2449672 w 13158797"/>
              <a:gd name="connsiteY49" fmla="*/ 8835710 h 9456078"/>
              <a:gd name="connsiteX50" fmla="*/ 2492417 w 13158797"/>
              <a:gd name="connsiteY50" fmla="*/ 8812316 h 9456078"/>
              <a:gd name="connsiteX51" fmla="*/ 2534943 w 13158797"/>
              <a:gd name="connsiteY51" fmla="*/ 8788516 h 9456078"/>
              <a:gd name="connsiteX52" fmla="*/ 2577247 w 13158797"/>
              <a:gd name="connsiteY52" fmla="*/ 8764311 h 9456078"/>
              <a:gd name="connsiteX53" fmla="*/ 2619326 w 13158797"/>
              <a:gd name="connsiteY53" fmla="*/ 8739704 h 9456078"/>
              <a:gd name="connsiteX54" fmla="*/ 2661177 w 13158797"/>
              <a:gd name="connsiteY54" fmla="*/ 8714695 h 9456078"/>
              <a:gd name="connsiteX55" fmla="*/ 2702797 w 13158797"/>
              <a:gd name="connsiteY55" fmla="*/ 8689286 h 9456078"/>
              <a:gd name="connsiteX56" fmla="*/ 2744183 w 13158797"/>
              <a:gd name="connsiteY56" fmla="*/ 8663479 h 9456078"/>
              <a:gd name="connsiteX57" fmla="*/ 2785333 w 13158797"/>
              <a:gd name="connsiteY57" fmla="*/ 8637274 h 9456078"/>
              <a:gd name="connsiteX58" fmla="*/ 2826242 w 13158797"/>
              <a:gd name="connsiteY58" fmla="*/ 8610675 h 9456078"/>
              <a:gd name="connsiteX59" fmla="*/ 2866908 w 13158797"/>
              <a:gd name="connsiteY59" fmla="*/ 8583681 h 9456078"/>
              <a:gd name="connsiteX60" fmla="*/ 2907329 w 13158797"/>
              <a:gd name="connsiteY60" fmla="*/ 8556295 h 9456078"/>
              <a:gd name="connsiteX61" fmla="*/ 2947500 w 13158797"/>
              <a:gd name="connsiteY61" fmla="*/ 8528517 h 9456078"/>
              <a:gd name="connsiteX62" fmla="*/ 2987419 w 13158797"/>
              <a:gd name="connsiteY62" fmla="*/ 8500351 h 9456078"/>
              <a:gd name="connsiteX63" fmla="*/ 3027083 w 13158797"/>
              <a:gd name="connsiteY63" fmla="*/ 8471796 h 9456078"/>
              <a:gd name="connsiteX64" fmla="*/ 3066489 w 13158797"/>
              <a:gd name="connsiteY64" fmla="*/ 8442854 h 9456078"/>
              <a:gd name="connsiteX65" fmla="*/ 3105634 w 13158797"/>
              <a:gd name="connsiteY65" fmla="*/ 8413528 h 9456078"/>
              <a:gd name="connsiteX66" fmla="*/ 3144515 w 13158797"/>
              <a:gd name="connsiteY66" fmla="*/ 8383818 h 9456078"/>
              <a:gd name="connsiteX67" fmla="*/ 3183129 w 13158797"/>
              <a:gd name="connsiteY67" fmla="*/ 8353726 h 9456078"/>
              <a:gd name="connsiteX68" fmla="*/ 3221473 w 13158797"/>
              <a:gd name="connsiteY68" fmla="*/ 8323253 h 9456078"/>
              <a:gd name="connsiteX69" fmla="*/ 3259544 w 13158797"/>
              <a:gd name="connsiteY69" fmla="*/ 8292401 h 9456078"/>
              <a:gd name="connsiteX70" fmla="*/ 3297339 w 13158797"/>
              <a:gd name="connsiteY70" fmla="*/ 8261172 h 9456078"/>
              <a:gd name="connsiteX71" fmla="*/ 3334854 w 13158797"/>
              <a:gd name="connsiteY71" fmla="*/ 8229566 h 9456078"/>
              <a:gd name="connsiteX72" fmla="*/ 3372087 w 13158797"/>
              <a:gd name="connsiteY72" fmla="*/ 8197585 h 9456078"/>
              <a:gd name="connsiteX73" fmla="*/ 3409035 w 13158797"/>
              <a:gd name="connsiteY73" fmla="*/ 8165232 h 9456078"/>
              <a:gd name="connsiteX74" fmla="*/ 3445695 w 13158797"/>
              <a:gd name="connsiteY74" fmla="*/ 8132507 h 9456078"/>
              <a:gd name="connsiteX75" fmla="*/ 3482064 w 13158797"/>
              <a:gd name="connsiteY75" fmla="*/ 8099411 h 9456078"/>
              <a:gd name="connsiteX76" fmla="*/ 3518139 w 13158797"/>
              <a:gd name="connsiteY76" fmla="*/ 8065947 h 9456078"/>
              <a:gd name="connsiteX77" fmla="*/ 3553916 w 13158797"/>
              <a:gd name="connsiteY77" fmla="*/ 8032115 h 9456078"/>
              <a:gd name="connsiteX78" fmla="*/ 3589393 w 13158797"/>
              <a:gd name="connsiteY78" fmla="*/ 7997918 h 9456078"/>
              <a:gd name="connsiteX79" fmla="*/ 3624567 w 13158797"/>
              <a:gd name="connsiteY79" fmla="*/ 7963356 h 9456078"/>
              <a:gd name="connsiteX80" fmla="*/ 3659435 w 13158797"/>
              <a:gd name="connsiteY80" fmla="*/ 7928432 h 9456078"/>
              <a:gd name="connsiteX81" fmla="*/ 3693994 w 13158797"/>
              <a:gd name="connsiteY81" fmla="*/ 7893146 h 9456078"/>
              <a:gd name="connsiteX82" fmla="*/ 3728240 w 13158797"/>
              <a:gd name="connsiteY82" fmla="*/ 7857501 h 9456078"/>
              <a:gd name="connsiteX83" fmla="*/ 3762171 w 13158797"/>
              <a:gd name="connsiteY83" fmla="*/ 7821497 h 9456078"/>
              <a:gd name="connsiteX84" fmla="*/ 3795783 w 13158797"/>
              <a:gd name="connsiteY84" fmla="*/ 7785136 h 9456078"/>
              <a:gd name="connsiteX85" fmla="*/ 3829075 w 13158797"/>
              <a:gd name="connsiteY85" fmla="*/ 7748420 h 9456078"/>
              <a:gd name="connsiteX86" fmla="*/ 3862042 w 13158797"/>
              <a:gd name="connsiteY86" fmla="*/ 7711350 h 9456078"/>
              <a:gd name="connsiteX87" fmla="*/ 3894682 w 13158797"/>
              <a:gd name="connsiteY87" fmla="*/ 7673928 h 9456078"/>
              <a:gd name="connsiteX88" fmla="*/ 3926991 w 13158797"/>
              <a:gd name="connsiteY88" fmla="*/ 7636155 h 9456078"/>
              <a:gd name="connsiteX89" fmla="*/ 3958967 w 13158797"/>
              <a:gd name="connsiteY89" fmla="*/ 7598032 h 9456078"/>
              <a:gd name="connsiteX90" fmla="*/ 3990607 w 13158797"/>
              <a:gd name="connsiteY90" fmla="*/ 7559561 h 9456078"/>
              <a:gd name="connsiteX91" fmla="*/ 4021907 w 13158797"/>
              <a:gd name="connsiteY91" fmla="*/ 7520744 h 9456078"/>
              <a:gd name="connsiteX92" fmla="*/ 4052865 w 13158797"/>
              <a:gd name="connsiteY92" fmla="*/ 7481582 h 9456078"/>
              <a:gd name="connsiteX93" fmla="*/ 4083478 w 13158797"/>
              <a:gd name="connsiteY93" fmla="*/ 7442077 h 9456078"/>
              <a:gd name="connsiteX94" fmla="*/ 8022311 w 13158797"/>
              <a:gd name="connsiteY94" fmla="*/ 2307814 h 9456078"/>
              <a:gd name="connsiteX95" fmla="*/ 8052902 w 13158797"/>
              <a:gd name="connsiteY95" fmla="*/ 2268285 h 9456078"/>
              <a:gd name="connsiteX96" fmla="*/ 8083796 w 13158797"/>
              <a:gd name="connsiteY96" fmla="*/ 2229056 h 9456078"/>
              <a:gd name="connsiteX97" fmla="*/ 8114989 w 13158797"/>
              <a:gd name="connsiteY97" fmla="*/ 2190127 h 9456078"/>
              <a:gd name="connsiteX98" fmla="*/ 8146479 w 13158797"/>
              <a:gd name="connsiteY98" fmla="*/ 2151500 h 9456078"/>
              <a:gd name="connsiteX99" fmla="*/ 8178264 w 13158797"/>
              <a:gd name="connsiteY99" fmla="*/ 2113176 h 9456078"/>
              <a:gd name="connsiteX100" fmla="*/ 8210341 w 13158797"/>
              <a:gd name="connsiteY100" fmla="*/ 2075157 h 9456078"/>
              <a:gd name="connsiteX101" fmla="*/ 8242709 w 13158797"/>
              <a:gd name="connsiteY101" fmla="*/ 2037442 h 9456078"/>
              <a:gd name="connsiteX102" fmla="*/ 8275365 w 13158797"/>
              <a:gd name="connsiteY102" fmla="*/ 2000034 h 9456078"/>
              <a:gd name="connsiteX103" fmla="*/ 8308307 w 13158797"/>
              <a:gd name="connsiteY103" fmla="*/ 1962934 h 9456078"/>
              <a:gd name="connsiteX104" fmla="*/ 8341532 w 13158797"/>
              <a:gd name="connsiteY104" fmla="*/ 1926142 h 9456078"/>
              <a:gd name="connsiteX105" fmla="*/ 8375038 w 13158797"/>
              <a:gd name="connsiteY105" fmla="*/ 1889660 h 9456078"/>
              <a:gd name="connsiteX106" fmla="*/ 8408823 w 13158797"/>
              <a:gd name="connsiteY106" fmla="*/ 1853489 h 9456078"/>
              <a:gd name="connsiteX107" fmla="*/ 8442885 w 13158797"/>
              <a:gd name="connsiteY107" fmla="*/ 1817630 h 9456078"/>
              <a:gd name="connsiteX108" fmla="*/ 8477221 w 13158797"/>
              <a:gd name="connsiteY108" fmla="*/ 1782084 h 9456078"/>
              <a:gd name="connsiteX109" fmla="*/ 8511829 w 13158797"/>
              <a:gd name="connsiteY109" fmla="*/ 1746853 h 9456078"/>
              <a:gd name="connsiteX110" fmla="*/ 8546706 w 13158797"/>
              <a:gd name="connsiteY110" fmla="*/ 1711937 h 9456078"/>
              <a:gd name="connsiteX111" fmla="*/ 8581851 w 13158797"/>
              <a:gd name="connsiteY111" fmla="*/ 1677337 h 9456078"/>
              <a:gd name="connsiteX112" fmla="*/ 8617261 w 13158797"/>
              <a:gd name="connsiteY112" fmla="*/ 1643056 h 9456078"/>
              <a:gd name="connsiteX113" fmla="*/ 8652934 w 13158797"/>
              <a:gd name="connsiteY113" fmla="*/ 1609093 h 9456078"/>
              <a:gd name="connsiteX114" fmla="*/ 8688867 w 13158797"/>
              <a:gd name="connsiteY114" fmla="*/ 1575450 h 9456078"/>
              <a:gd name="connsiteX115" fmla="*/ 8725058 w 13158797"/>
              <a:gd name="connsiteY115" fmla="*/ 1542128 h 9456078"/>
              <a:gd name="connsiteX116" fmla="*/ 8761506 w 13158797"/>
              <a:gd name="connsiteY116" fmla="*/ 1509129 h 9456078"/>
              <a:gd name="connsiteX117" fmla="*/ 8798207 w 13158797"/>
              <a:gd name="connsiteY117" fmla="*/ 1476452 h 9456078"/>
              <a:gd name="connsiteX118" fmla="*/ 8835159 w 13158797"/>
              <a:gd name="connsiteY118" fmla="*/ 1444101 h 9456078"/>
              <a:gd name="connsiteX119" fmla="*/ 8872360 w 13158797"/>
              <a:gd name="connsiteY119" fmla="*/ 1412075 h 9456078"/>
              <a:gd name="connsiteX120" fmla="*/ 8909808 w 13158797"/>
              <a:gd name="connsiteY120" fmla="*/ 1380375 h 9456078"/>
              <a:gd name="connsiteX121" fmla="*/ 8947501 w 13158797"/>
              <a:gd name="connsiteY121" fmla="*/ 1349004 h 9456078"/>
              <a:gd name="connsiteX122" fmla="*/ 8985435 w 13158797"/>
              <a:gd name="connsiteY122" fmla="*/ 1317962 h 9456078"/>
              <a:gd name="connsiteX123" fmla="*/ 9023610 w 13158797"/>
              <a:gd name="connsiteY123" fmla="*/ 1287250 h 9456078"/>
              <a:gd name="connsiteX124" fmla="*/ 9062022 w 13158797"/>
              <a:gd name="connsiteY124" fmla="*/ 1256869 h 9456078"/>
              <a:gd name="connsiteX125" fmla="*/ 9100669 w 13158797"/>
              <a:gd name="connsiteY125" fmla="*/ 1226820 h 9456078"/>
              <a:gd name="connsiteX126" fmla="*/ 9139549 w 13158797"/>
              <a:gd name="connsiteY126" fmla="*/ 1197105 h 9456078"/>
              <a:gd name="connsiteX127" fmla="*/ 9178660 w 13158797"/>
              <a:gd name="connsiteY127" fmla="*/ 1167725 h 9456078"/>
              <a:gd name="connsiteX128" fmla="*/ 9217999 w 13158797"/>
              <a:gd name="connsiteY128" fmla="*/ 1138681 h 9456078"/>
              <a:gd name="connsiteX129" fmla="*/ 9257564 w 13158797"/>
              <a:gd name="connsiteY129" fmla="*/ 1109974 h 9456078"/>
              <a:gd name="connsiteX130" fmla="*/ 9297353 w 13158797"/>
              <a:gd name="connsiteY130" fmla="*/ 1081604 h 9456078"/>
              <a:gd name="connsiteX131" fmla="*/ 9337364 w 13158797"/>
              <a:gd name="connsiteY131" fmla="*/ 1053574 h 9456078"/>
              <a:gd name="connsiteX132" fmla="*/ 9377594 w 13158797"/>
              <a:gd name="connsiteY132" fmla="*/ 1025884 h 9456078"/>
              <a:gd name="connsiteX133" fmla="*/ 9418040 w 13158797"/>
              <a:gd name="connsiteY133" fmla="*/ 998536 h 9456078"/>
              <a:gd name="connsiteX134" fmla="*/ 9458702 w 13158797"/>
              <a:gd name="connsiteY134" fmla="*/ 971530 h 9456078"/>
              <a:gd name="connsiteX135" fmla="*/ 9499575 w 13158797"/>
              <a:gd name="connsiteY135" fmla="*/ 944868 h 9456078"/>
              <a:gd name="connsiteX136" fmla="*/ 9540659 w 13158797"/>
              <a:gd name="connsiteY136" fmla="*/ 918551 h 9456078"/>
              <a:gd name="connsiteX137" fmla="*/ 9581950 w 13158797"/>
              <a:gd name="connsiteY137" fmla="*/ 892580 h 9456078"/>
              <a:gd name="connsiteX138" fmla="*/ 9623447 w 13158797"/>
              <a:gd name="connsiteY138" fmla="*/ 866956 h 9456078"/>
              <a:gd name="connsiteX139" fmla="*/ 9665147 w 13158797"/>
              <a:gd name="connsiteY139" fmla="*/ 841681 h 9456078"/>
              <a:gd name="connsiteX140" fmla="*/ 9707048 w 13158797"/>
              <a:gd name="connsiteY140" fmla="*/ 816754 h 9456078"/>
              <a:gd name="connsiteX141" fmla="*/ 9749147 w 13158797"/>
              <a:gd name="connsiteY141" fmla="*/ 792179 h 9456078"/>
              <a:gd name="connsiteX142" fmla="*/ 9791443 w 13158797"/>
              <a:gd name="connsiteY142" fmla="*/ 767955 h 9456078"/>
              <a:gd name="connsiteX143" fmla="*/ 9833932 w 13158797"/>
              <a:gd name="connsiteY143" fmla="*/ 744083 h 9456078"/>
              <a:gd name="connsiteX144" fmla="*/ 9876613 w 13158797"/>
              <a:gd name="connsiteY144" fmla="*/ 720566 h 9456078"/>
              <a:gd name="connsiteX145" fmla="*/ 9919484 w 13158797"/>
              <a:gd name="connsiteY145" fmla="*/ 697404 h 9456078"/>
              <a:gd name="connsiteX146" fmla="*/ 9962542 w 13158797"/>
              <a:gd name="connsiteY146" fmla="*/ 674598 h 9456078"/>
              <a:gd name="connsiteX147" fmla="*/ 10005784 w 13158797"/>
              <a:gd name="connsiteY147" fmla="*/ 652149 h 9456078"/>
              <a:gd name="connsiteX148" fmla="*/ 10049209 w 13158797"/>
              <a:gd name="connsiteY148" fmla="*/ 630059 h 9456078"/>
              <a:gd name="connsiteX149" fmla="*/ 10092814 w 13158797"/>
              <a:gd name="connsiteY149" fmla="*/ 608328 h 9456078"/>
              <a:gd name="connsiteX150" fmla="*/ 10136597 w 13158797"/>
              <a:gd name="connsiteY150" fmla="*/ 586958 h 9456078"/>
              <a:gd name="connsiteX151" fmla="*/ 10180556 w 13158797"/>
              <a:gd name="connsiteY151" fmla="*/ 565950 h 9456078"/>
              <a:gd name="connsiteX152" fmla="*/ 10224688 w 13158797"/>
              <a:gd name="connsiteY152" fmla="*/ 545304 h 9456078"/>
              <a:gd name="connsiteX153" fmla="*/ 10268991 w 13158797"/>
              <a:gd name="connsiteY153" fmla="*/ 525023 h 9456078"/>
              <a:gd name="connsiteX154" fmla="*/ 10313463 w 13158797"/>
              <a:gd name="connsiteY154" fmla="*/ 505107 h 9456078"/>
              <a:gd name="connsiteX155" fmla="*/ 10358101 w 13158797"/>
              <a:gd name="connsiteY155" fmla="*/ 485558 h 9456078"/>
              <a:gd name="connsiteX156" fmla="*/ 10402903 w 13158797"/>
              <a:gd name="connsiteY156" fmla="*/ 466376 h 9456078"/>
              <a:gd name="connsiteX157" fmla="*/ 10447868 w 13158797"/>
              <a:gd name="connsiteY157" fmla="*/ 447563 h 9456078"/>
              <a:gd name="connsiteX158" fmla="*/ 10492991 w 13158797"/>
              <a:gd name="connsiteY158" fmla="*/ 429119 h 9456078"/>
              <a:gd name="connsiteX159" fmla="*/ 10538272 w 13158797"/>
              <a:gd name="connsiteY159" fmla="*/ 411046 h 9456078"/>
              <a:gd name="connsiteX160" fmla="*/ 10583708 w 13158797"/>
              <a:gd name="connsiteY160" fmla="*/ 393346 h 9456078"/>
              <a:gd name="connsiteX161" fmla="*/ 10629297 w 13158797"/>
              <a:gd name="connsiteY161" fmla="*/ 376018 h 9456078"/>
              <a:gd name="connsiteX162" fmla="*/ 10675036 w 13158797"/>
              <a:gd name="connsiteY162" fmla="*/ 359065 h 9456078"/>
              <a:gd name="connsiteX163" fmla="*/ 10720923 w 13158797"/>
              <a:gd name="connsiteY163" fmla="*/ 342487 h 9456078"/>
              <a:gd name="connsiteX164" fmla="*/ 10766956 w 13158797"/>
              <a:gd name="connsiteY164" fmla="*/ 326286 h 9456078"/>
              <a:gd name="connsiteX165" fmla="*/ 10813132 w 13158797"/>
              <a:gd name="connsiteY165" fmla="*/ 310462 h 9456078"/>
              <a:gd name="connsiteX166" fmla="*/ 10859450 w 13158797"/>
              <a:gd name="connsiteY166" fmla="*/ 295018 h 9456078"/>
              <a:gd name="connsiteX167" fmla="*/ 10905907 w 13158797"/>
              <a:gd name="connsiteY167" fmla="*/ 279953 h 9456078"/>
              <a:gd name="connsiteX168" fmla="*/ 10952500 w 13158797"/>
              <a:gd name="connsiteY168" fmla="*/ 265269 h 9456078"/>
              <a:gd name="connsiteX169" fmla="*/ 10999227 w 13158797"/>
              <a:gd name="connsiteY169" fmla="*/ 250968 h 9456078"/>
              <a:gd name="connsiteX170" fmla="*/ 11046087 w 13158797"/>
              <a:gd name="connsiteY170" fmla="*/ 237049 h 9456078"/>
              <a:gd name="connsiteX171" fmla="*/ 11093076 w 13158797"/>
              <a:gd name="connsiteY171" fmla="*/ 223516 h 9456078"/>
              <a:gd name="connsiteX172" fmla="*/ 11140193 w 13158797"/>
              <a:gd name="connsiteY172" fmla="*/ 210368 h 9456078"/>
              <a:gd name="connsiteX173" fmla="*/ 11187434 w 13158797"/>
              <a:gd name="connsiteY173" fmla="*/ 197606 h 9456078"/>
              <a:gd name="connsiteX174" fmla="*/ 11234799 w 13158797"/>
              <a:gd name="connsiteY174" fmla="*/ 185233 h 9456078"/>
              <a:gd name="connsiteX175" fmla="*/ 11282284 w 13158797"/>
              <a:gd name="connsiteY175" fmla="*/ 173248 h 9456078"/>
              <a:gd name="connsiteX176" fmla="*/ 11329888 w 13158797"/>
              <a:gd name="connsiteY176" fmla="*/ 161654 h 9456078"/>
              <a:gd name="connsiteX177" fmla="*/ 11377607 w 13158797"/>
              <a:gd name="connsiteY177" fmla="*/ 150451 h 9456078"/>
              <a:gd name="connsiteX178" fmla="*/ 11425440 w 13158797"/>
              <a:gd name="connsiteY178" fmla="*/ 139640 h 9456078"/>
              <a:gd name="connsiteX179" fmla="*/ 11473385 w 13158797"/>
              <a:gd name="connsiteY179" fmla="*/ 129223 h 9456078"/>
              <a:gd name="connsiteX180" fmla="*/ 11521439 w 13158797"/>
              <a:gd name="connsiteY180" fmla="*/ 119201 h 9456078"/>
              <a:gd name="connsiteX181" fmla="*/ 11569599 w 13158797"/>
              <a:gd name="connsiteY181" fmla="*/ 109574 h 9456078"/>
              <a:gd name="connsiteX182" fmla="*/ 11617864 w 13158797"/>
              <a:gd name="connsiteY182" fmla="*/ 100344 h 9456078"/>
              <a:gd name="connsiteX183" fmla="*/ 11666231 w 13158797"/>
              <a:gd name="connsiteY183" fmla="*/ 91512 h 9456078"/>
              <a:gd name="connsiteX184" fmla="*/ 11714698 w 13158797"/>
              <a:gd name="connsiteY184" fmla="*/ 83080 h 9456078"/>
              <a:gd name="connsiteX185" fmla="*/ 11763263 w 13158797"/>
              <a:gd name="connsiteY185" fmla="*/ 75047 h 9456078"/>
              <a:gd name="connsiteX186" fmla="*/ 11811923 w 13158797"/>
              <a:gd name="connsiteY186" fmla="*/ 67417 h 9456078"/>
              <a:gd name="connsiteX187" fmla="*/ 11860676 w 13158797"/>
              <a:gd name="connsiteY187" fmla="*/ 60188 h 9456078"/>
              <a:gd name="connsiteX188" fmla="*/ 11909519 w 13158797"/>
              <a:gd name="connsiteY188" fmla="*/ 53364 h 9456078"/>
              <a:gd name="connsiteX189" fmla="*/ 11958451 w 13158797"/>
              <a:gd name="connsiteY189" fmla="*/ 46944 h 9456078"/>
              <a:gd name="connsiteX190" fmla="*/ 12007470 w 13158797"/>
              <a:gd name="connsiteY190" fmla="*/ 40931 h 9456078"/>
              <a:gd name="connsiteX191" fmla="*/ 12056572 w 13158797"/>
              <a:gd name="connsiteY191" fmla="*/ 35324 h 9456078"/>
              <a:gd name="connsiteX192" fmla="*/ 12105756 w 13158797"/>
              <a:gd name="connsiteY192" fmla="*/ 30126 h 9456078"/>
              <a:gd name="connsiteX193" fmla="*/ 12155019 w 13158797"/>
              <a:gd name="connsiteY193" fmla="*/ 25337 h 9456078"/>
              <a:gd name="connsiteX194" fmla="*/ 12204359 w 13158797"/>
              <a:gd name="connsiteY194" fmla="*/ 20958 h 9456078"/>
              <a:gd name="connsiteX195" fmla="*/ 12253773 w 13158797"/>
              <a:gd name="connsiteY195" fmla="*/ 16991 h 9456078"/>
              <a:gd name="connsiteX196" fmla="*/ 12303260 w 13158797"/>
              <a:gd name="connsiteY196" fmla="*/ 13437 h 9456078"/>
              <a:gd name="connsiteX197" fmla="*/ 12352818 w 13158797"/>
              <a:gd name="connsiteY197" fmla="*/ 10297 h 9456078"/>
              <a:gd name="connsiteX198" fmla="*/ 12402443 w 13158797"/>
              <a:gd name="connsiteY198" fmla="*/ 7572 h 9456078"/>
              <a:gd name="connsiteX199" fmla="*/ 12452133 w 13158797"/>
              <a:gd name="connsiteY199" fmla="*/ 5263 h 9456078"/>
              <a:gd name="connsiteX200" fmla="*/ 12501887 w 13158797"/>
              <a:gd name="connsiteY200" fmla="*/ 3371 h 9456078"/>
              <a:gd name="connsiteX201" fmla="*/ 12551701 w 13158797"/>
              <a:gd name="connsiteY201" fmla="*/ 1898 h 9456078"/>
              <a:gd name="connsiteX202" fmla="*/ 12601574 w 13158797"/>
              <a:gd name="connsiteY202" fmla="*/ 844 h 9456078"/>
              <a:gd name="connsiteX203" fmla="*/ 12651504 w 13158797"/>
              <a:gd name="connsiteY203" fmla="*/ 211 h 9456078"/>
              <a:gd name="connsiteX204" fmla="*/ 12701487 w 13158797"/>
              <a:gd name="connsiteY204" fmla="*/ 0 h 9456078"/>
              <a:gd name="connsiteX205" fmla="*/ 13158798 w 13158797"/>
              <a:gd name="connsiteY205" fmla="*/ 0 h 94560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</a:cxnLst>
            <a:rect l="l" t="t" r="r" b="b"/>
            <a:pathLst>
              <a:path w="13158797" h="9456078">
                <a:moveTo>
                  <a:pt x="0" y="9456078"/>
                </a:moveTo>
                <a:lnTo>
                  <a:pt x="49977" y="9455836"/>
                </a:lnTo>
                <a:lnTo>
                  <a:pt x="99893" y="9455111"/>
                </a:lnTo>
                <a:lnTo>
                  <a:pt x="149742" y="9453904"/>
                </a:lnTo>
                <a:lnTo>
                  <a:pt x="199524" y="9452217"/>
                </a:lnTo>
                <a:lnTo>
                  <a:pt x="298870" y="9447409"/>
                </a:lnTo>
                <a:lnTo>
                  <a:pt x="348429" y="9444290"/>
                </a:lnTo>
                <a:lnTo>
                  <a:pt x="397907" y="9440698"/>
                </a:lnTo>
                <a:lnTo>
                  <a:pt x="447302" y="9436632"/>
                </a:lnTo>
                <a:lnTo>
                  <a:pt x="496610" y="9432096"/>
                </a:lnTo>
                <a:lnTo>
                  <a:pt x="545829" y="9427089"/>
                </a:lnTo>
                <a:lnTo>
                  <a:pt x="594956" y="9421615"/>
                </a:lnTo>
                <a:lnTo>
                  <a:pt x="643987" y="9415673"/>
                </a:lnTo>
                <a:lnTo>
                  <a:pt x="692920" y="9409267"/>
                </a:lnTo>
                <a:lnTo>
                  <a:pt x="741751" y="9402396"/>
                </a:lnTo>
                <a:lnTo>
                  <a:pt x="790478" y="9395063"/>
                </a:lnTo>
                <a:lnTo>
                  <a:pt x="839098" y="9387270"/>
                </a:lnTo>
                <a:lnTo>
                  <a:pt x="887607" y="9379017"/>
                </a:lnTo>
                <a:lnTo>
                  <a:pt x="936002" y="9370306"/>
                </a:lnTo>
                <a:lnTo>
                  <a:pt x="984281" y="9361139"/>
                </a:lnTo>
                <a:lnTo>
                  <a:pt x="1032440" y="9351517"/>
                </a:lnTo>
                <a:lnTo>
                  <a:pt x="1080477" y="9341441"/>
                </a:lnTo>
                <a:lnTo>
                  <a:pt x="1176172" y="9319936"/>
                </a:lnTo>
                <a:lnTo>
                  <a:pt x="1223823" y="9308509"/>
                </a:lnTo>
                <a:lnTo>
                  <a:pt x="1271339" y="9296635"/>
                </a:lnTo>
                <a:lnTo>
                  <a:pt x="1318719" y="9284315"/>
                </a:lnTo>
                <a:lnTo>
                  <a:pt x="1365957" y="9271550"/>
                </a:lnTo>
                <a:lnTo>
                  <a:pt x="1413052" y="9258342"/>
                </a:lnTo>
                <a:lnTo>
                  <a:pt x="1460000" y="9244693"/>
                </a:lnTo>
                <a:lnTo>
                  <a:pt x="1506799" y="9230604"/>
                </a:lnTo>
                <a:lnTo>
                  <a:pt x="1553445" y="9216076"/>
                </a:lnTo>
                <a:lnTo>
                  <a:pt x="1599935" y="9201111"/>
                </a:lnTo>
                <a:lnTo>
                  <a:pt x="1646267" y="9185710"/>
                </a:lnTo>
                <a:lnTo>
                  <a:pt x="1692437" y="9169876"/>
                </a:lnTo>
                <a:lnTo>
                  <a:pt x="1738442" y="9153608"/>
                </a:lnTo>
                <a:lnTo>
                  <a:pt x="1784280" y="9136910"/>
                </a:lnTo>
                <a:lnTo>
                  <a:pt x="1829947" y="9119782"/>
                </a:lnTo>
                <a:lnTo>
                  <a:pt x="1875440" y="9102226"/>
                </a:lnTo>
                <a:lnTo>
                  <a:pt x="1920756" y="9084243"/>
                </a:lnTo>
                <a:lnTo>
                  <a:pt x="1965893" y="9065835"/>
                </a:lnTo>
                <a:lnTo>
                  <a:pt x="2055615" y="9027750"/>
                </a:lnTo>
                <a:lnTo>
                  <a:pt x="2100195" y="9008075"/>
                </a:lnTo>
                <a:lnTo>
                  <a:pt x="2144582" y="8987981"/>
                </a:lnTo>
                <a:lnTo>
                  <a:pt x="2188775" y="8967470"/>
                </a:lnTo>
                <a:lnTo>
                  <a:pt x="2232770" y="8946542"/>
                </a:lnTo>
                <a:lnTo>
                  <a:pt x="2276564" y="8925199"/>
                </a:lnTo>
                <a:lnTo>
                  <a:pt x="2320154" y="8903443"/>
                </a:lnTo>
                <a:lnTo>
                  <a:pt x="2363538" y="8881275"/>
                </a:lnTo>
                <a:lnTo>
                  <a:pt x="2406711" y="8858697"/>
                </a:lnTo>
                <a:lnTo>
                  <a:pt x="2449672" y="8835710"/>
                </a:lnTo>
                <a:lnTo>
                  <a:pt x="2492417" y="8812316"/>
                </a:lnTo>
                <a:lnTo>
                  <a:pt x="2534943" y="8788516"/>
                </a:lnTo>
                <a:lnTo>
                  <a:pt x="2577247" y="8764311"/>
                </a:lnTo>
                <a:lnTo>
                  <a:pt x="2619326" y="8739704"/>
                </a:lnTo>
                <a:lnTo>
                  <a:pt x="2661177" y="8714695"/>
                </a:lnTo>
                <a:lnTo>
                  <a:pt x="2702797" y="8689286"/>
                </a:lnTo>
                <a:lnTo>
                  <a:pt x="2744183" y="8663479"/>
                </a:lnTo>
                <a:lnTo>
                  <a:pt x="2785333" y="8637274"/>
                </a:lnTo>
                <a:lnTo>
                  <a:pt x="2826242" y="8610675"/>
                </a:lnTo>
                <a:lnTo>
                  <a:pt x="2866908" y="8583681"/>
                </a:lnTo>
                <a:lnTo>
                  <a:pt x="2907329" y="8556295"/>
                </a:lnTo>
                <a:lnTo>
                  <a:pt x="2947500" y="8528517"/>
                </a:lnTo>
                <a:lnTo>
                  <a:pt x="2987419" y="8500351"/>
                </a:lnTo>
                <a:lnTo>
                  <a:pt x="3027083" y="8471796"/>
                </a:lnTo>
                <a:lnTo>
                  <a:pt x="3066489" y="8442854"/>
                </a:lnTo>
                <a:lnTo>
                  <a:pt x="3105634" y="8413528"/>
                </a:lnTo>
                <a:lnTo>
                  <a:pt x="3144515" y="8383818"/>
                </a:lnTo>
                <a:lnTo>
                  <a:pt x="3183129" y="8353726"/>
                </a:lnTo>
                <a:lnTo>
                  <a:pt x="3221473" y="8323253"/>
                </a:lnTo>
                <a:lnTo>
                  <a:pt x="3259544" y="8292401"/>
                </a:lnTo>
                <a:lnTo>
                  <a:pt x="3297339" y="8261172"/>
                </a:lnTo>
                <a:lnTo>
                  <a:pt x="3334854" y="8229566"/>
                </a:lnTo>
                <a:lnTo>
                  <a:pt x="3372087" y="8197585"/>
                </a:lnTo>
                <a:lnTo>
                  <a:pt x="3409035" y="8165232"/>
                </a:lnTo>
                <a:lnTo>
                  <a:pt x="3445695" y="8132507"/>
                </a:lnTo>
                <a:lnTo>
                  <a:pt x="3482064" y="8099411"/>
                </a:lnTo>
                <a:lnTo>
                  <a:pt x="3518139" y="8065947"/>
                </a:lnTo>
                <a:lnTo>
                  <a:pt x="3553916" y="8032115"/>
                </a:lnTo>
                <a:lnTo>
                  <a:pt x="3589393" y="7997918"/>
                </a:lnTo>
                <a:lnTo>
                  <a:pt x="3624567" y="7963356"/>
                </a:lnTo>
                <a:lnTo>
                  <a:pt x="3659435" y="7928432"/>
                </a:lnTo>
                <a:lnTo>
                  <a:pt x="3693994" y="7893146"/>
                </a:lnTo>
                <a:lnTo>
                  <a:pt x="3728240" y="7857501"/>
                </a:lnTo>
                <a:lnTo>
                  <a:pt x="3762171" y="7821497"/>
                </a:lnTo>
                <a:lnTo>
                  <a:pt x="3795783" y="7785136"/>
                </a:lnTo>
                <a:lnTo>
                  <a:pt x="3829075" y="7748420"/>
                </a:lnTo>
                <a:lnTo>
                  <a:pt x="3862042" y="7711350"/>
                </a:lnTo>
                <a:lnTo>
                  <a:pt x="3894682" y="7673928"/>
                </a:lnTo>
                <a:lnTo>
                  <a:pt x="3926991" y="7636155"/>
                </a:lnTo>
                <a:lnTo>
                  <a:pt x="3958967" y="7598032"/>
                </a:lnTo>
                <a:lnTo>
                  <a:pt x="3990607" y="7559561"/>
                </a:lnTo>
                <a:lnTo>
                  <a:pt x="4021907" y="7520744"/>
                </a:lnTo>
                <a:lnTo>
                  <a:pt x="4052865" y="7481582"/>
                </a:lnTo>
                <a:lnTo>
                  <a:pt x="4083478" y="7442077"/>
                </a:lnTo>
                <a:lnTo>
                  <a:pt x="8022311" y="2307814"/>
                </a:lnTo>
                <a:lnTo>
                  <a:pt x="8052902" y="2268285"/>
                </a:lnTo>
                <a:lnTo>
                  <a:pt x="8083796" y="2229056"/>
                </a:lnTo>
                <a:lnTo>
                  <a:pt x="8114989" y="2190127"/>
                </a:lnTo>
                <a:lnTo>
                  <a:pt x="8146479" y="2151500"/>
                </a:lnTo>
                <a:lnTo>
                  <a:pt x="8178264" y="2113176"/>
                </a:lnTo>
                <a:lnTo>
                  <a:pt x="8210341" y="2075157"/>
                </a:lnTo>
                <a:lnTo>
                  <a:pt x="8242709" y="2037442"/>
                </a:lnTo>
                <a:lnTo>
                  <a:pt x="8275365" y="2000034"/>
                </a:lnTo>
                <a:lnTo>
                  <a:pt x="8308307" y="1962934"/>
                </a:lnTo>
                <a:lnTo>
                  <a:pt x="8341532" y="1926142"/>
                </a:lnTo>
                <a:lnTo>
                  <a:pt x="8375038" y="1889660"/>
                </a:lnTo>
                <a:lnTo>
                  <a:pt x="8408823" y="1853489"/>
                </a:lnTo>
                <a:lnTo>
                  <a:pt x="8442885" y="1817630"/>
                </a:lnTo>
                <a:lnTo>
                  <a:pt x="8477221" y="1782084"/>
                </a:lnTo>
                <a:lnTo>
                  <a:pt x="8511829" y="1746853"/>
                </a:lnTo>
                <a:lnTo>
                  <a:pt x="8546706" y="1711937"/>
                </a:lnTo>
                <a:lnTo>
                  <a:pt x="8581851" y="1677337"/>
                </a:lnTo>
                <a:lnTo>
                  <a:pt x="8617261" y="1643056"/>
                </a:lnTo>
                <a:lnTo>
                  <a:pt x="8652934" y="1609093"/>
                </a:lnTo>
                <a:lnTo>
                  <a:pt x="8688867" y="1575450"/>
                </a:lnTo>
                <a:lnTo>
                  <a:pt x="8725058" y="1542128"/>
                </a:lnTo>
                <a:lnTo>
                  <a:pt x="8761506" y="1509129"/>
                </a:lnTo>
                <a:lnTo>
                  <a:pt x="8798207" y="1476452"/>
                </a:lnTo>
                <a:lnTo>
                  <a:pt x="8835159" y="1444101"/>
                </a:lnTo>
                <a:lnTo>
                  <a:pt x="8872360" y="1412075"/>
                </a:lnTo>
                <a:lnTo>
                  <a:pt x="8909808" y="1380375"/>
                </a:lnTo>
                <a:lnTo>
                  <a:pt x="8947501" y="1349004"/>
                </a:lnTo>
                <a:lnTo>
                  <a:pt x="8985435" y="1317962"/>
                </a:lnTo>
                <a:lnTo>
                  <a:pt x="9023610" y="1287250"/>
                </a:lnTo>
                <a:lnTo>
                  <a:pt x="9062022" y="1256869"/>
                </a:lnTo>
                <a:lnTo>
                  <a:pt x="9100669" y="1226820"/>
                </a:lnTo>
                <a:lnTo>
                  <a:pt x="9139549" y="1197105"/>
                </a:lnTo>
                <a:lnTo>
                  <a:pt x="9178660" y="1167725"/>
                </a:lnTo>
                <a:lnTo>
                  <a:pt x="9217999" y="1138681"/>
                </a:lnTo>
                <a:lnTo>
                  <a:pt x="9257564" y="1109974"/>
                </a:lnTo>
                <a:lnTo>
                  <a:pt x="9297353" y="1081604"/>
                </a:lnTo>
                <a:lnTo>
                  <a:pt x="9337364" y="1053574"/>
                </a:lnTo>
                <a:lnTo>
                  <a:pt x="9377594" y="1025884"/>
                </a:lnTo>
                <a:lnTo>
                  <a:pt x="9418040" y="998536"/>
                </a:lnTo>
                <a:lnTo>
                  <a:pt x="9458702" y="971530"/>
                </a:lnTo>
                <a:lnTo>
                  <a:pt x="9499575" y="944868"/>
                </a:lnTo>
                <a:lnTo>
                  <a:pt x="9540659" y="918551"/>
                </a:lnTo>
                <a:lnTo>
                  <a:pt x="9581950" y="892580"/>
                </a:lnTo>
                <a:lnTo>
                  <a:pt x="9623447" y="866956"/>
                </a:lnTo>
                <a:lnTo>
                  <a:pt x="9665147" y="841681"/>
                </a:lnTo>
                <a:lnTo>
                  <a:pt x="9707048" y="816754"/>
                </a:lnTo>
                <a:lnTo>
                  <a:pt x="9749147" y="792179"/>
                </a:lnTo>
                <a:lnTo>
                  <a:pt x="9791443" y="767955"/>
                </a:lnTo>
                <a:lnTo>
                  <a:pt x="9833932" y="744083"/>
                </a:lnTo>
                <a:lnTo>
                  <a:pt x="9876613" y="720566"/>
                </a:lnTo>
                <a:lnTo>
                  <a:pt x="9919484" y="697404"/>
                </a:lnTo>
                <a:lnTo>
                  <a:pt x="9962542" y="674598"/>
                </a:lnTo>
                <a:lnTo>
                  <a:pt x="10005784" y="652149"/>
                </a:lnTo>
                <a:lnTo>
                  <a:pt x="10049209" y="630059"/>
                </a:lnTo>
                <a:lnTo>
                  <a:pt x="10092814" y="608328"/>
                </a:lnTo>
                <a:lnTo>
                  <a:pt x="10136597" y="586958"/>
                </a:lnTo>
                <a:lnTo>
                  <a:pt x="10180556" y="565950"/>
                </a:lnTo>
                <a:lnTo>
                  <a:pt x="10224688" y="545304"/>
                </a:lnTo>
                <a:lnTo>
                  <a:pt x="10268991" y="525023"/>
                </a:lnTo>
                <a:lnTo>
                  <a:pt x="10313463" y="505107"/>
                </a:lnTo>
                <a:lnTo>
                  <a:pt x="10358101" y="485558"/>
                </a:lnTo>
                <a:lnTo>
                  <a:pt x="10402903" y="466376"/>
                </a:lnTo>
                <a:lnTo>
                  <a:pt x="10447868" y="447563"/>
                </a:lnTo>
                <a:lnTo>
                  <a:pt x="10492991" y="429119"/>
                </a:lnTo>
                <a:lnTo>
                  <a:pt x="10538272" y="411046"/>
                </a:lnTo>
                <a:lnTo>
                  <a:pt x="10583708" y="393346"/>
                </a:lnTo>
                <a:lnTo>
                  <a:pt x="10629297" y="376018"/>
                </a:lnTo>
                <a:lnTo>
                  <a:pt x="10675036" y="359065"/>
                </a:lnTo>
                <a:lnTo>
                  <a:pt x="10720923" y="342487"/>
                </a:lnTo>
                <a:lnTo>
                  <a:pt x="10766956" y="326286"/>
                </a:lnTo>
                <a:lnTo>
                  <a:pt x="10813132" y="310462"/>
                </a:lnTo>
                <a:lnTo>
                  <a:pt x="10859450" y="295018"/>
                </a:lnTo>
                <a:lnTo>
                  <a:pt x="10905907" y="279953"/>
                </a:lnTo>
                <a:lnTo>
                  <a:pt x="10952500" y="265269"/>
                </a:lnTo>
                <a:lnTo>
                  <a:pt x="10999227" y="250968"/>
                </a:lnTo>
                <a:lnTo>
                  <a:pt x="11046087" y="237049"/>
                </a:lnTo>
                <a:lnTo>
                  <a:pt x="11093076" y="223516"/>
                </a:lnTo>
                <a:lnTo>
                  <a:pt x="11140193" y="210368"/>
                </a:lnTo>
                <a:lnTo>
                  <a:pt x="11187434" y="197606"/>
                </a:lnTo>
                <a:lnTo>
                  <a:pt x="11234799" y="185233"/>
                </a:lnTo>
                <a:lnTo>
                  <a:pt x="11282284" y="173248"/>
                </a:lnTo>
                <a:lnTo>
                  <a:pt x="11329888" y="161654"/>
                </a:lnTo>
                <a:lnTo>
                  <a:pt x="11377607" y="150451"/>
                </a:lnTo>
                <a:lnTo>
                  <a:pt x="11425440" y="139640"/>
                </a:lnTo>
                <a:lnTo>
                  <a:pt x="11473385" y="129223"/>
                </a:lnTo>
                <a:lnTo>
                  <a:pt x="11521439" y="119201"/>
                </a:lnTo>
                <a:lnTo>
                  <a:pt x="11569599" y="109574"/>
                </a:lnTo>
                <a:lnTo>
                  <a:pt x="11617864" y="100344"/>
                </a:lnTo>
                <a:lnTo>
                  <a:pt x="11666231" y="91512"/>
                </a:lnTo>
                <a:lnTo>
                  <a:pt x="11714698" y="83080"/>
                </a:lnTo>
                <a:lnTo>
                  <a:pt x="11763263" y="75047"/>
                </a:lnTo>
                <a:lnTo>
                  <a:pt x="11811923" y="67417"/>
                </a:lnTo>
                <a:lnTo>
                  <a:pt x="11860676" y="60188"/>
                </a:lnTo>
                <a:lnTo>
                  <a:pt x="11909519" y="53364"/>
                </a:lnTo>
                <a:lnTo>
                  <a:pt x="11958451" y="46944"/>
                </a:lnTo>
                <a:lnTo>
                  <a:pt x="12007470" y="40931"/>
                </a:lnTo>
                <a:lnTo>
                  <a:pt x="12056572" y="35324"/>
                </a:lnTo>
                <a:lnTo>
                  <a:pt x="12105756" y="30126"/>
                </a:lnTo>
                <a:lnTo>
                  <a:pt x="12155019" y="25337"/>
                </a:lnTo>
                <a:lnTo>
                  <a:pt x="12204359" y="20958"/>
                </a:lnTo>
                <a:lnTo>
                  <a:pt x="12253773" y="16991"/>
                </a:lnTo>
                <a:lnTo>
                  <a:pt x="12303260" y="13437"/>
                </a:lnTo>
                <a:lnTo>
                  <a:pt x="12352818" y="10297"/>
                </a:lnTo>
                <a:lnTo>
                  <a:pt x="12402443" y="7572"/>
                </a:lnTo>
                <a:lnTo>
                  <a:pt x="12452133" y="5263"/>
                </a:lnTo>
                <a:lnTo>
                  <a:pt x="12501887" y="3371"/>
                </a:lnTo>
                <a:lnTo>
                  <a:pt x="12551701" y="1898"/>
                </a:lnTo>
                <a:lnTo>
                  <a:pt x="12601574" y="844"/>
                </a:lnTo>
                <a:lnTo>
                  <a:pt x="12651504" y="211"/>
                </a:lnTo>
                <a:lnTo>
                  <a:pt x="12701487" y="0"/>
                </a:lnTo>
                <a:lnTo>
                  <a:pt x="13158798" y="0"/>
                </a:lnTo>
              </a:path>
            </a:pathLst>
          </a:custGeom>
          <a:ln w="19050">
            <a:gradFill>
              <a:gsLst>
                <a:gs pos="14000">
                  <a:schemeClr val="tx2"/>
                </a:gs>
                <a:gs pos="0">
                  <a:schemeClr val="bg1">
                    <a:alpha val="0"/>
                  </a:schemeClr>
                </a:gs>
              </a:gsLst>
              <a:lin ang="5400000" scaled="0"/>
            </a:gradFill>
          </a:ln>
        </p:spPr>
        <p:txBody>
          <a:bodyPr wrap="square" lIns="0" tIns="0" rIns="0" bIns="0" rtlCol="0"/>
          <a:lstStyle/>
          <a:p>
            <a:pPr marL="0" marR="0" lvl="0" indent="0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16EA7F2F-F9FB-1505-1D7F-4808F02B5E7E}"/>
              </a:ext>
            </a:extLst>
          </p:cNvPr>
          <p:cNvCxnSpPr>
            <a:cxnSpLocks/>
          </p:cNvCxnSpPr>
          <p:nvPr/>
        </p:nvCxnSpPr>
        <p:spPr>
          <a:xfrm flipH="1">
            <a:off x="5529944" y="6678798"/>
            <a:ext cx="5785020" cy="0"/>
          </a:xfrm>
          <a:prstGeom prst="line">
            <a:avLst/>
          </a:prstGeom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56241398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4530">
          <p15:clr>
            <a:srgbClr val="FBAE40"/>
          </p15:clr>
        </p15:guide>
        <p15:guide id="2" orient="horz" pos="2410">
          <p15:clr>
            <a:srgbClr val="FBAE40"/>
          </p15:clr>
        </p15:guide>
        <p15:guide id="3" orient="horz" pos="141">
          <p15:clr>
            <a:srgbClr val="FBAE40"/>
          </p15:clr>
        </p15:guide>
        <p15:guide id="4" pos="128">
          <p15:clr>
            <a:srgbClr val="FBAE40"/>
          </p15:clr>
        </p15:guide>
        <p15:guide id="5" orient="horz" pos="2465">
          <p15:clr>
            <a:srgbClr val="FBAE40"/>
          </p15:clr>
        </p15:guide>
        <p15:guide id="6" orient="horz" pos="471">
          <p15:clr>
            <a:srgbClr val="FBAE40"/>
          </p15:clr>
        </p15:guide>
        <p15:guide id="7" orient="horz" pos="567">
          <p15:clr>
            <a:srgbClr val="FBAE40"/>
          </p15:clr>
        </p15:guide>
      </p15:sldGuideLst>
    </p:ext>
  </p:extLst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Blank - Branc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66322267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4530">
          <p15:clr>
            <a:srgbClr val="FBAE40"/>
          </p15:clr>
        </p15:guide>
        <p15:guide id="2" orient="horz" pos="2410">
          <p15:clr>
            <a:srgbClr val="FBAE40"/>
          </p15:clr>
        </p15:guide>
        <p15:guide id="3" orient="horz" pos="141">
          <p15:clr>
            <a:srgbClr val="FBAE40"/>
          </p15:clr>
        </p15:guide>
        <p15:guide id="4" pos="128">
          <p15:clr>
            <a:srgbClr val="FBAE40"/>
          </p15:clr>
        </p15:guide>
        <p15:guide id="5" orient="horz" pos="2465">
          <p15:clr>
            <a:srgbClr val="FBAE40"/>
          </p15:clr>
        </p15:guide>
        <p15:guide id="6" orient="horz" pos="485">
          <p15:clr>
            <a:srgbClr val="FBAE40"/>
          </p15:clr>
        </p15:guide>
        <p15:guide id="7" orient="horz" pos="567">
          <p15:clr>
            <a:srgbClr val="FBAE40"/>
          </p15:clr>
        </p15:guide>
      </p15:sldGuideLst>
    </p:ext>
  </p:extLst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Título | 2 linhas - Escuro">
    <p:bg>
      <p:bgPr>
        <a:gradFill>
          <a:gsLst>
            <a:gs pos="67000">
              <a:schemeClr val="tx1"/>
            </a:gs>
            <a:gs pos="100000">
              <a:schemeClr val="tx1"/>
            </a:gs>
            <a:gs pos="0">
              <a:srgbClr val="161B21"/>
            </a:gs>
          </a:gsLst>
          <a:lin ang="84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5629EC08-34A0-4F4F-BF0C-DAE3D73CA1C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4" y="1949414"/>
            <a:ext cx="5648397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8" name="Text Placeholder 10">
            <a:extLst>
              <a:ext uri="{FF2B5EF4-FFF2-40B4-BE49-F238E27FC236}">
                <a16:creationId xmlns:a16="http://schemas.microsoft.com/office/drawing/2014/main" id="{F37A98A2-2A9D-056F-7CA4-B986B8170761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7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AECBC137-580C-65EB-C713-E63CDBDB515E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208641" y="1949414"/>
            <a:ext cx="5648398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Text Placeholder 8">
            <a:extLst>
              <a:ext uri="{FF2B5EF4-FFF2-40B4-BE49-F238E27FC236}">
                <a16:creationId xmlns:a16="http://schemas.microsoft.com/office/drawing/2014/main" id="{D1CF13AF-F1F7-29D7-F0C3-C23BE528C9A0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4" y="1518528"/>
            <a:ext cx="5648397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47497781-FD6B-9B5D-3237-9AD784B8880E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208641" y="1518528"/>
            <a:ext cx="5648398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2" name="Picture 8">
            <a:extLst>
              <a:ext uri="{FF2B5EF4-FFF2-40B4-BE49-F238E27FC236}">
                <a16:creationId xmlns:a16="http://schemas.microsoft.com/office/drawing/2014/main" id="{3817326F-902B-78F4-AB0D-A7DACB0B1494}"/>
              </a:ext>
            </a:extLst>
          </p:cNvPr>
          <p:cNvSpPr/>
          <p:nvPr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/>
          </a:p>
        </p:txBody>
      </p:sp>
      <p:cxnSp>
        <p:nvCxnSpPr>
          <p:cNvPr id="2" name="Straight Connector 1">
            <a:extLst>
              <a:ext uri="{FF2B5EF4-FFF2-40B4-BE49-F238E27FC236}">
                <a16:creationId xmlns:a16="http://schemas.microsoft.com/office/drawing/2014/main" id="{558BA19F-FF7C-DEDD-7893-A00EE7B54BB0}"/>
              </a:ext>
            </a:extLst>
          </p:cNvPr>
          <p:cNvCxnSpPr>
            <a:cxnSpLocks/>
          </p:cNvCxnSpPr>
          <p:nvPr/>
        </p:nvCxnSpPr>
        <p:spPr>
          <a:xfrm>
            <a:off x="1" y="169333"/>
            <a:ext cx="12229571" cy="0"/>
          </a:xfrm>
          <a:prstGeom prst="line">
            <a:avLst/>
          </a:prstGeom>
          <a:ln w="1905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object 4">
            <a:extLst>
              <a:ext uri="{FF2B5EF4-FFF2-40B4-BE49-F238E27FC236}">
                <a16:creationId xmlns:a16="http://schemas.microsoft.com/office/drawing/2014/main" id="{34983A01-315D-9F68-CCA2-B3C5032DEC0F}"/>
              </a:ext>
            </a:extLst>
          </p:cNvPr>
          <p:cNvSpPr/>
          <p:nvPr/>
        </p:nvSpPr>
        <p:spPr>
          <a:xfrm rot="10247908" flipH="1">
            <a:off x="4106509" y="-4146683"/>
            <a:ext cx="8001039" cy="5749648"/>
          </a:xfrm>
          <a:custGeom>
            <a:avLst/>
            <a:gdLst>
              <a:gd name="connsiteX0" fmla="*/ 0 w 13940157"/>
              <a:gd name="connsiteY0" fmla="*/ 9200719 h 9456078"/>
              <a:gd name="connsiteX1" fmla="*/ 781360 w 13940157"/>
              <a:gd name="connsiteY1" fmla="*/ 9456078 h 9456078"/>
              <a:gd name="connsiteX2" fmla="*/ 831337 w 13940157"/>
              <a:gd name="connsiteY2" fmla="*/ 9455836 h 9456078"/>
              <a:gd name="connsiteX3" fmla="*/ 881253 w 13940157"/>
              <a:gd name="connsiteY3" fmla="*/ 9455111 h 9456078"/>
              <a:gd name="connsiteX4" fmla="*/ 931102 w 13940157"/>
              <a:gd name="connsiteY4" fmla="*/ 9453904 h 9456078"/>
              <a:gd name="connsiteX5" fmla="*/ 980884 w 13940157"/>
              <a:gd name="connsiteY5" fmla="*/ 9452217 h 9456078"/>
              <a:gd name="connsiteX6" fmla="*/ 1030594 w 13940157"/>
              <a:gd name="connsiteY6" fmla="*/ 9450052 h 9456078"/>
              <a:gd name="connsiteX7" fmla="*/ 1080230 w 13940157"/>
              <a:gd name="connsiteY7" fmla="*/ 9447409 h 9456078"/>
              <a:gd name="connsiteX8" fmla="*/ 1129789 w 13940157"/>
              <a:gd name="connsiteY8" fmla="*/ 9444290 h 9456078"/>
              <a:gd name="connsiteX9" fmla="*/ 1179267 w 13940157"/>
              <a:gd name="connsiteY9" fmla="*/ 9440698 h 9456078"/>
              <a:gd name="connsiteX10" fmla="*/ 1228662 w 13940157"/>
              <a:gd name="connsiteY10" fmla="*/ 9436632 h 9456078"/>
              <a:gd name="connsiteX11" fmla="*/ 1277970 w 13940157"/>
              <a:gd name="connsiteY11" fmla="*/ 9432096 h 9456078"/>
              <a:gd name="connsiteX12" fmla="*/ 1327189 w 13940157"/>
              <a:gd name="connsiteY12" fmla="*/ 9427089 h 9456078"/>
              <a:gd name="connsiteX13" fmla="*/ 1376316 w 13940157"/>
              <a:gd name="connsiteY13" fmla="*/ 9421615 h 9456078"/>
              <a:gd name="connsiteX14" fmla="*/ 1425347 w 13940157"/>
              <a:gd name="connsiteY14" fmla="*/ 9415673 h 9456078"/>
              <a:gd name="connsiteX15" fmla="*/ 1474280 w 13940157"/>
              <a:gd name="connsiteY15" fmla="*/ 9409267 h 9456078"/>
              <a:gd name="connsiteX16" fmla="*/ 1523111 w 13940157"/>
              <a:gd name="connsiteY16" fmla="*/ 9402396 h 9456078"/>
              <a:gd name="connsiteX17" fmla="*/ 1571838 w 13940157"/>
              <a:gd name="connsiteY17" fmla="*/ 9395063 h 9456078"/>
              <a:gd name="connsiteX18" fmla="*/ 1620458 w 13940157"/>
              <a:gd name="connsiteY18" fmla="*/ 9387270 h 9456078"/>
              <a:gd name="connsiteX19" fmla="*/ 1668967 w 13940157"/>
              <a:gd name="connsiteY19" fmla="*/ 9379017 h 9456078"/>
              <a:gd name="connsiteX20" fmla="*/ 1717362 w 13940157"/>
              <a:gd name="connsiteY20" fmla="*/ 9370306 h 9456078"/>
              <a:gd name="connsiteX21" fmla="*/ 1765641 w 13940157"/>
              <a:gd name="connsiteY21" fmla="*/ 9361139 h 9456078"/>
              <a:gd name="connsiteX22" fmla="*/ 1813800 w 13940157"/>
              <a:gd name="connsiteY22" fmla="*/ 9351517 h 9456078"/>
              <a:gd name="connsiteX23" fmla="*/ 1861837 w 13940157"/>
              <a:gd name="connsiteY23" fmla="*/ 9341441 h 9456078"/>
              <a:gd name="connsiteX24" fmla="*/ 1909749 w 13940157"/>
              <a:gd name="connsiteY24" fmla="*/ 9330914 h 9456078"/>
              <a:gd name="connsiteX25" fmla="*/ 1957532 w 13940157"/>
              <a:gd name="connsiteY25" fmla="*/ 9319936 h 9456078"/>
              <a:gd name="connsiteX26" fmla="*/ 2005183 w 13940157"/>
              <a:gd name="connsiteY26" fmla="*/ 9308509 h 9456078"/>
              <a:gd name="connsiteX27" fmla="*/ 2052699 w 13940157"/>
              <a:gd name="connsiteY27" fmla="*/ 9296635 h 9456078"/>
              <a:gd name="connsiteX28" fmla="*/ 2100079 w 13940157"/>
              <a:gd name="connsiteY28" fmla="*/ 9284315 h 9456078"/>
              <a:gd name="connsiteX29" fmla="*/ 2147317 w 13940157"/>
              <a:gd name="connsiteY29" fmla="*/ 9271550 h 9456078"/>
              <a:gd name="connsiteX30" fmla="*/ 2194412 w 13940157"/>
              <a:gd name="connsiteY30" fmla="*/ 9258342 h 9456078"/>
              <a:gd name="connsiteX31" fmla="*/ 2241360 w 13940157"/>
              <a:gd name="connsiteY31" fmla="*/ 9244693 h 9456078"/>
              <a:gd name="connsiteX32" fmla="*/ 2288159 w 13940157"/>
              <a:gd name="connsiteY32" fmla="*/ 9230604 h 9456078"/>
              <a:gd name="connsiteX33" fmla="*/ 2334805 w 13940157"/>
              <a:gd name="connsiteY33" fmla="*/ 9216076 h 9456078"/>
              <a:gd name="connsiteX34" fmla="*/ 2381295 w 13940157"/>
              <a:gd name="connsiteY34" fmla="*/ 9201111 h 9456078"/>
              <a:gd name="connsiteX35" fmla="*/ 2427627 w 13940157"/>
              <a:gd name="connsiteY35" fmla="*/ 9185710 h 9456078"/>
              <a:gd name="connsiteX36" fmla="*/ 2473797 w 13940157"/>
              <a:gd name="connsiteY36" fmla="*/ 9169876 h 9456078"/>
              <a:gd name="connsiteX37" fmla="*/ 2519802 w 13940157"/>
              <a:gd name="connsiteY37" fmla="*/ 9153608 h 9456078"/>
              <a:gd name="connsiteX38" fmla="*/ 2565640 w 13940157"/>
              <a:gd name="connsiteY38" fmla="*/ 9136910 h 9456078"/>
              <a:gd name="connsiteX39" fmla="*/ 2611307 w 13940157"/>
              <a:gd name="connsiteY39" fmla="*/ 9119782 h 9456078"/>
              <a:gd name="connsiteX40" fmla="*/ 2656800 w 13940157"/>
              <a:gd name="connsiteY40" fmla="*/ 9102226 h 9456078"/>
              <a:gd name="connsiteX41" fmla="*/ 2702116 w 13940157"/>
              <a:gd name="connsiteY41" fmla="*/ 9084243 h 9456078"/>
              <a:gd name="connsiteX42" fmla="*/ 2747253 w 13940157"/>
              <a:gd name="connsiteY42" fmla="*/ 9065835 h 9456078"/>
              <a:gd name="connsiteX43" fmla="*/ 2792207 w 13940157"/>
              <a:gd name="connsiteY43" fmla="*/ 9047004 h 9456078"/>
              <a:gd name="connsiteX44" fmla="*/ 2836975 w 13940157"/>
              <a:gd name="connsiteY44" fmla="*/ 9027750 h 9456078"/>
              <a:gd name="connsiteX45" fmla="*/ 2881555 w 13940157"/>
              <a:gd name="connsiteY45" fmla="*/ 9008075 h 9456078"/>
              <a:gd name="connsiteX46" fmla="*/ 2925942 w 13940157"/>
              <a:gd name="connsiteY46" fmla="*/ 8987981 h 9456078"/>
              <a:gd name="connsiteX47" fmla="*/ 2970135 w 13940157"/>
              <a:gd name="connsiteY47" fmla="*/ 8967470 h 9456078"/>
              <a:gd name="connsiteX48" fmla="*/ 3014130 w 13940157"/>
              <a:gd name="connsiteY48" fmla="*/ 8946542 h 9456078"/>
              <a:gd name="connsiteX49" fmla="*/ 3057924 w 13940157"/>
              <a:gd name="connsiteY49" fmla="*/ 8925199 h 9456078"/>
              <a:gd name="connsiteX50" fmla="*/ 3101514 w 13940157"/>
              <a:gd name="connsiteY50" fmla="*/ 8903443 h 9456078"/>
              <a:gd name="connsiteX51" fmla="*/ 3144898 w 13940157"/>
              <a:gd name="connsiteY51" fmla="*/ 8881275 h 9456078"/>
              <a:gd name="connsiteX52" fmla="*/ 3188071 w 13940157"/>
              <a:gd name="connsiteY52" fmla="*/ 8858697 h 9456078"/>
              <a:gd name="connsiteX53" fmla="*/ 3231032 w 13940157"/>
              <a:gd name="connsiteY53" fmla="*/ 8835710 h 9456078"/>
              <a:gd name="connsiteX54" fmla="*/ 3273777 w 13940157"/>
              <a:gd name="connsiteY54" fmla="*/ 8812316 h 9456078"/>
              <a:gd name="connsiteX55" fmla="*/ 3316303 w 13940157"/>
              <a:gd name="connsiteY55" fmla="*/ 8788516 h 9456078"/>
              <a:gd name="connsiteX56" fmla="*/ 3358607 w 13940157"/>
              <a:gd name="connsiteY56" fmla="*/ 8764311 h 9456078"/>
              <a:gd name="connsiteX57" fmla="*/ 3400686 w 13940157"/>
              <a:gd name="connsiteY57" fmla="*/ 8739704 h 9456078"/>
              <a:gd name="connsiteX58" fmla="*/ 3442537 w 13940157"/>
              <a:gd name="connsiteY58" fmla="*/ 8714695 h 9456078"/>
              <a:gd name="connsiteX59" fmla="*/ 3484157 w 13940157"/>
              <a:gd name="connsiteY59" fmla="*/ 8689286 h 9456078"/>
              <a:gd name="connsiteX60" fmla="*/ 3525543 w 13940157"/>
              <a:gd name="connsiteY60" fmla="*/ 8663479 h 9456078"/>
              <a:gd name="connsiteX61" fmla="*/ 3566693 w 13940157"/>
              <a:gd name="connsiteY61" fmla="*/ 8637274 h 9456078"/>
              <a:gd name="connsiteX62" fmla="*/ 3607602 w 13940157"/>
              <a:gd name="connsiteY62" fmla="*/ 8610675 h 9456078"/>
              <a:gd name="connsiteX63" fmla="*/ 3648268 w 13940157"/>
              <a:gd name="connsiteY63" fmla="*/ 8583681 h 9456078"/>
              <a:gd name="connsiteX64" fmla="*/ 3688689 w 13940157"/>
              <a:gd name="connsiteY64" fmla="*/ 8556295 h 9456078"/>
              <a:gd name="connsiteX65" fmla="*/ 3728860 w 13940157"/>
              <a:gd name="connsiteY65" fmla="*/ 8528517 h 9456078"/>
              <a:gd name="connsiteX66" fmla="*/ 3768779 w 13940157"/>
              <a:gd name="connsiteY66" fmla="*/ 8500351 h 9456078"/>
              <a:gd name="connsiteX67" fmla="*/ 3808443 w 13940157"/>
              <a:gd name="connsiteY67" fmla="*/ 8471796 h 9456078"/>
              <a:gd name="connsiteX68" fmla="*/ 3847849 w 13940157"/>
              <a:gd name="connsiteY68" fmla="*/ 8442854 h 9456078"/>
              <a:gd name="connsiteX69" fmla="*/ 3886994 w 13940157"/>
              <a:gd name="connsiteY69" fmla="*/ 8413528 h 9456078"/>
              <a:gd name="connsiteX70" fmla="*/ 3925875 w 13940157"/>
              <a:gd name="connsiteY70" fmla="*/ 8383818 h 9456078"/>
              <a:gd name="connsiteX71" fmla="*/ 3964489 w 13940157"/>
              <a:gd name="connsiteY71" fmla="*/ 8353726 h 9456078"/>
              <a:gd name="connsiteX72" fmla="*/ 4002833 w 13940157"/>
              <a:gd name="connsiteY72" fmla="*/ 8323253 h 9456078"/>
              <a:gd name="connsiteX73" fmla="*/ 4040904 w 13940157"/>
              <a:gd name="connsiteY73" fmla="*/ 8292401 h 9456078"/>
              <a:gd name="connsiteX74" fmla="*/ 4078699 w 13940157"/>
              <a:gd name="connsiteY74" fmla="*/ 8261172 h 9456078"/>
              <a:gd name="connsiteX75" fmla="*/ 4116214 w 13940157"/>
              <a:gd name="connsiteY75" fmla="*/ 8229566 h 9456078"/>
              <a:gd name="connsiteX76" fmla="*/ 4153447 w 13940157"/>
              <a:gd name="connsiteY76" fmla="*/ 8197585 h 9456078"/>
              <a:gd name="connsiteX77" fmla="*/ 4190395 w 13940157"/>
              <a:gd name="connsiteY77" fmla="*/ 8165232 h 9456078"/>
              <a:gd name="connsiteX78" fmla="*/ 4227055 w 13940157"/>
              <a:gd name="connsiteY78" fmla="*/ 8132507 h 9456078"/>
              <a:gd name="connsiteX79" fmla="*/ 4263424 w 13940157"/>
              <a:gd name="connsiteY79" fmla="*/ 8099411 h 9456078"/>
              <a:gd name="connsiteX80" fmla="*/ 4299499 w 13940157"/>
              <a:gd name="connsiteY80" fmla="*/ 8065947 h 9456078"/>
              <a:gd name="connsiteX81" fmla="*/ 4335276 w 13940157"/>
              <a:gd name="connsiteY81" fmla="*/ 8032115 h 9456078"/>
              <a:gd name="connsiteX82" fmla="*/ 4370753 w 13940157"/>
              <a:gd name="connsiteY82" fmla="*/ 7997918 h 9456078"/>
              <a:gd name="connsiteX83" fmla="*/ 4405927 w 13940157"/>
              <a:gd name="connsiteY83" fmla="*/ 7963356 h 9456078"/>
              <a:gd name="connsiteX84" fmla="*/ 4440795 w 13940157"/>
              <a:gd name="connsiteY84" fmla="*/ 7928432 h 9456078"/>
              <a:gd name="connsiteX85" fmla="*/ 4475354 w 13940157"/>
              <a:gd name="connsiteY85" fmla="*/ 7893146 h 9456078"/>
              <a:gd name="connsiteX86" fmla="*/ 4509600 w 13940157"/>
              <a:gd name="connsiteY86" fmla="*/ 7857501 h 9456078"/>
              <a:gd name="connsiteX87" fmla="*/ 4543531 w 13940157"/>
              <a:gd name="connsiteY87" fmla="*/ 7821497 h 9456078"/>
              <a:gd name="connsiteX88" fmla="*/ 4577143 w 13940157"/>
              <a:gd name="connsiteY88" fmla="*/ 7785136 h 9456078"/>
              <a:gd name="connsiteX89" fmla="*/ 4610435 w 13940157"/>
              <a:gd name="connsiteY89" fmla="*/ 7748420 h 9456078"/>
              <a:gd name="connsiteX90" fmla="*/ 4643402 w 13940157"/>
              <a:gd name="connsiteY90" fmla="*/ 7711350 h 9456078"/>
              <a:gd name="connsiteX91" fmla="*/ 4676042 w 13940157"/>
              <a:gd name="connsiteY91" fmla="*/ 7673928 h 9456078"/>
              <a:gd name="connsiteX92" fmla="*/ 4708351 w 13940157"/>
              <a:gd name="connsiteY92" fmla="*/ 7636155 h 9456078"/>
              <a:gd name="connsiteX93" fmla="*/ 4740327 w 13940157"/>
              <a:gd name="connsiteY93" fmla="*/ 7598032 h 9456078"/>
              <a:gd name="connsiteX94" fmla="*/ 4771967 w 13940157"/>
              <a:gd name="connsiteY94" fmla="*/ 7559561 h 9456078"/>
              <a:gd name="connsiteX95" fmla="*/ 4803267 w 13940157"/>
              <a:gd name="connsiteY95" fmla="*/ 7520744 h 9456078"/>
              <a:gd name="connsiteX96" fmla="*/ 4834225 w 13940157"/>
              <a:gd name="connsiteY96" fmla="*/ 7481582 h 9456078"/>
              <a:gd name="connsiteX97" fmla="*/ 4864838 w 13940157"/>
              <a:gd name="connsiteY97" fmla="*/ 7442077 h 9456078"/>
              <a:gd name="connsiteX98" fmla="*/ 8803671 w 13940157"/>
              <a:gd name="connsiteY98" fmla="*/ 2307814 h 9456078"/>
              <a:gd name="connsiteX99" fmla="*/ 8834262 w 13940157"/>
              <a:gd name="connsiteY99" fmla="*/ 2268285 h 9456078"/>
              <a:gd name="connsiteX100" fmla="*/ 8865156 w 13940157"/>
              <a:gd name="connsiteY100" fmla="*/ 2229056 h 9456078"/>
              <a:gd name="connsiteX101" fmla="*/ 8896349 w 13940157"/>
              <a:gd name="connsiteY101" fmla="*/ 2190127 h 9456078"/>
              <a:gd name="connsiteX102" fmla="*/ 8927839 w 13940157"/>
              <a:gd name="connsiteY102" fmla="*/ 2151500 h 9456078"/>
              <a:gd name="connsiteX103" fmla="*/ 8959624 w 13940157"/>
              <a:gd name="connsiteY103" fmla="*/ 2113176 h 9456078"/>
              <a:gd name="connsiteX104" fmla="*/ 8991701 w 13940157"/>
              <a:gd name="connsiteY104" fmla="*/ 2075157 h 9456078"/>
              <a:gd name="connsiteX105" fmla="*/ 9024069 w 13940157"/>
              <a:gd name="connsiteY105" fmla="*/ 2037442 h 9456078"/>
              <a:gd name="connsiteX106" fmla="*/ 9056725 w 13940157"/>
              <a:gd name="connsiteY106" fmla="*/ 2000034 h 9456078"/>
              <a:gd name="connsiteX107" fmla="*/ 9089667 w 13940157"/>
              <a:gd name="connsiteY107" fmla="*/ 1962934 h 9456078"/>
              <a:gd name="connsiteX108" fmla="*/ 9122892 w 13940157"/>
              <a:gd name="connsiteY108" fmla="*/ 1926142 h 9456078"/>
              <a:gd name="connsiteX109" fmla="*/ 9156398 w 13940157"/>
              <a:gd name="connsiteY109" fmla="*/ 1889660 h 9456078"/>
              <a:gd name="connsiteX110" fmla="*/ 9190183 w 13940157"/>
              <a:gd name="connsiteY110" fmla="*/ 1853489 h 9456078"/>
              <a:gd name="connsiteX111" fmla="*/ 9224245 w 13940157"/>
              <a:gd name="connsiteY111" fmla="*/ 1817630 h 9456078"/>
              <a:gd name="connsiteX112" fmla="*/ 9258581 w 13940157"/>
              <a:gd name="connsiteY112" fmla="*/ 1782084 h 9456078"/>
              <a:gd name="connsiteX113" fmla="*/ 9293189 w 13940157"/>
              <a:gd name="connsiteY113" fmla="*/ 1746853 h 9456078"/>
              <a:gd name="connsiteX114" fmla="*/ 9328066 w 13940157"/>
              <a:gd name="connsiteY114" fmla="*/ 1711937 h 9456078"/>
              <a:gd name="connsiteX115" fmla="*/ 9363211 w 13940157"/>
              <a:gd name="connsiteY115" fmla="*/ 1677337 h 9456078"/>
              <a:gd name="connsiteX116" fmla="*/ 9398621 w 13940157"/>
              <a:gd name="connsiteY116" fmla="*/ 1643056 h 9456078"/>
              <a:gd name="connsiteX117" fmla="*/ 9434294 w 13940157"/>
              <a:gd name="connsiteY117" fmla="*/ 1609093 h 9456078"/>
              <a:gd name="connsiteX118" fmla="*/ 9470227 w 13940157"/>
              <a:gd name="connsiteY118" fmla="*/ 1575450 h 9456078"/>
              <a:gd name="connsiteX119" fmla="*/ 9506418 w 13940157"/>
              <a:gd name="connsiteY119" fmla="*/ 1542128 h 9456078"/>
              <a:gd name="connsiteX120" fmla="*/ 9542866 w 13940157"/>
              <a:gd name="connsiteY120" fmla="*/ 1509129 h 9456078"/>
              <a:gd name="connsiteX121" fmla="*/ 9579567 w 13940157"/>
              <a:gd name="connsiteY121" fmla="*/ 1476452 h 9456078"/>
              <a:gd name="connsiteX122" fmla="*/ 9616519 w 13940157"/>
              <a:gd name="connsiteY122" fmla="*/ 1444101 h 9456078"/>
              <a:gd name="connsiteX123" fmla="*/ 9653720 w 13940157"/>
              <a:gd name="connsiteY123" fmla="*/ 1412075 h 9456078"/>
              <a:gd name="connsiteX124" fmla="*/ 9691168 w 13940157"/>
              <a:gd name="connsiteY124" fmla="*/ 1380375 h 9456078"/>
              <a:gd name="connsiteX125" fmla="*/ 9728861 w 13940157"/>
              <a:gd name="connsiteY125" fmla="*/ 1349004 h 9456078"/>
              <a:gd name="connsiteX126" fmla="*/ 9766795 w 13940157"/>
              <a:gd name="connsiteY126" fmla="*/ 1317962 h 9456078"/>
              <a:gd name="connsiteX127" fmla="*/ 9804970 w 13940157"/>
              <a:gd name="connsiteY127" fmla="*/ 1287250 h 9456078"/>
              <a:gd name="connsiteX128" fmla="*/ 9843382 w 13940157"/>
              <a:gd name="connsiteY128" fmla="*/ 1256869 h 9456078"/>
              <a:gd name="connsiteX129" fmla="*/ 9882029 w 13940157"/>
              <a:gd name="connsiteY129" fmla="*/ 1226820 h 9456078"/>
              <a:gd name="connsiteX130" fmla="*/ 9920909 w 13940157"/>
              <a:gd name="connsiteY130" fmla="*/ 1197105 h 9456078"/>
              <a:gd name="connsiteX131" fmla="*/ 9960020 w 13940157"/>
              <a:gd name="connsiteY131" fmla="*/ 1167725 h 9456078"/>
              <a:gd name="connsiteX132" fmla="*/ 9999359 w 13940157"/>
              <a:gd name="connsiteY132" fmla="*/ 1138681 h 9456078"/>
              <a:gd name="connsiteX133" fmla="*/ 10038924 w 13940157"/>
              <a:gd name="connsiteY133" fmla="*/ 1109974 h 9456078"/>
              <a:gd name="connsiteX134" fmla="*/ 10078713 w 13940157"/>
              <a:gd name="connsiteY134" fmla="*/ 1081604 h 9456078"/>
              <a:gd name="connsiteX135" fmla="*/ 10118724 w 13940157"/>
              <a:gd name="connsiteY135" fmla="*/ 1053574 h 9456078"/>
              <a:gd name="connsiteX136" fmla="*/ 10158954 w 13940157"/>
              <a:gd name="connsiteY136" fmla="*/ 1025884 h 9456078"/>
              <a:gd name="connsiteX137" fmla="*/ 10199400 w 13940157"/>
              <a:gd name="connsiteY137" fmla="*/ 998536 h 9456078"/>
              <a:gd name="connsiteX138" fmla="*/ 10240062 w 13940157"/>
              <a:gd name="connsiteY138" fmla="*/ 971530 h 9456078"/>
              <a:gd name="connsiteX139" fmla="*/ 10280935 w 13940157"/>
              <a:gd name="connsiteY139" fmla="*/ 944868 h 9456078"/>
              <a:gd name="connsiteX140" fmla="*/ 10322019 w 13940157"/>
              <a:gd name="connsiteY140" fmla="*/ 918551 h 9456078"/>
              <a:gd name="connsiteX141" fmla="*/ 10363310 w 13940157"/>
              <a:gd name="connsiteY141" fmla="*/ 892580 h 9456078"/>
              <a:gd name="connsiteX142" fmla="*/ 10404807 w 13940157"/>
              <a:gd name="connsiteY142" fmla="*/ 866956 h 9456078"/>
              <a:gd name="connsiteX143" fmla="*/ 10446507 w 13940157"/>
              <a:gd name="connsiteY143" fmla="*/ 841681 h 9456078"/>
              <a:gd name="connsiteX144" fmla="*/ 10488408 w 13940157"/>
              <a:gd name="connsiteY144" fmla="*/ 816754 h 9456078"/>
              <a:gd name="connsiteX145" fmla="*/ 10530507 w 13940157"/>
              <a:gd name="connsiteY145" fmla="*/ 792179 h 9456078"/>
              <a:gd name="connsiteX146" fmla="*/ 10572803 w 13940157"/>
              <a:gd name="connsiteY146" fmla="*/ 767955 h 9456078"/>
              <a:gd name="connsiteX147" fmla="*/ 10615292 w 13940157"/>
              <a:gd name="connsiteY147" fmla="*/ 744083 h 9456078"/>
              <a:gd name="connsiteX148" fmla="*/ 10657973 w 13940157"/>
              <a:gd name="connsiteY148" fmla="*/ 720566 h 9456078"/>
              <a:gd name="connsiteX149" fmla="*/ 10700844 w 13940157"/>
              <a:gd name="connsiteY149" fmla="*/ 697404 h 9456078"/>
              <a:gd name="connsiteX150" fmla="*/ 10743902 w 13940157"/>
              <a:gd name="connsiteY150" fmla="*/ 674598 h 9456078"/>
              <a:gd name="connsiteX151" fmla="*/ 10787144 w 13940157"/>
              <a:gd name="connsiteY151" fmla="*/ 652149 h 9456078"/>
              <a:gd name="connsiteX152" fmla="*/ 10830569 w 13940157"/>
              <a:gd name="connsiteY152" fmla="*/ 630059 h 9456078"/>
              <a:gd name="connsiteX153" fmla="*/ 10874174 w 13940157"/>
              <a:gd name="connsiteY153" fmla="*/ 608328 h 9456078"/>
              <a:gd name="connsiteX154" fmla="*/ 10917957 w 13940157"/>
              <a:gd name="connsiteY154" fmla="*/ 586958 h 9456078"/>
              <a:gd name="connsiteX155" fmla="*/ 10961916 w 13940157"/>
              <a:gd name="connsiteY155" fmla="*/ 565950 h 9456078"/>
              <a:gd name="connsiteX156" fmla="*/ 11006048 w 13940157"/>
              <a:gd name="connsiteY156" fmla="*/ 545304 h 9456078"/>
              <a:gd name="connsiteX157" fmla="*/ 11050351 w 13940157"/>
              <a:gd name="connsiteY157" fmla="*/ 525023 h 9456078"/>
              <a:gd name="connsiteX158" fmla="*/ 11094823 w 13940157"/>
              <a:gd name="connsiteY158" fmla="*/ 505107 h 9456078"/>
              <a:gd name="connsiteX159" fmla="*/ 11139461 w 13940157"/>
              <a:gd name="connsiteY159" fmla="*/ 485558 h 9456078"/>
              <a:gd name="connsiteX160" fmla="*/ 11184263 w 13940157"/>
              <a:gd name="connsiteY160" fmla="*/ 466376 h 9456078"/>
              <a:gd name="connsiteX161" fmla="*/ 11229228 w 13940157"/>
              <a:gd name="connsiteY161" fmla="*/ 447563 h 9456078"/>
              <a:gd name="connsiteX162" fmla="*/ 11274351 w 13940157"/>
              <a:gd name="connsiteY162" fmla="*/ 429119 h 9456078"/>
              <a:gd name="connsiteX163" fmla="*/ 11319632 w 13940157"/>
              <a:gd name="connsiteY163" fmla="*/ 411046 h 9456078"/>
              <a:gd name="connsiteX164" fmla="*/ 11365068 w 13940157"/>
              <a:gd name="connsiteY164" fmla="*/ 393346 h 9456078"/>
              <a:gd name="connsiteX165" fmla="*/ 11410657 w 13940157"/>
              <a:gd name="connsiteY165" fmla="*/ 376018 h 9456078"/>
              <a:gd name="connsiteX166" fmla="*/ 11456396 w 13940157"/>
              <a:gd name="connsiteY166" fmla="*/ 359065 h 9456078"/>
              <a:gd name="connsiteX167" fmla="*/ 11502283 w 13940157"/>
              <a:gd name="connsiteY167" fmla="*/ 342487 h 9456078"/>
              <a:gd name="connsiteX168" fmla="*/ 11548316 w 13940157"/>
              <a:gd name="connsiteY168" fmla="*/ 326286 h 9456078"/>
              <a:gd name="connsiteX169" fmla="*/ 11594492 w 13940157"/>
              <a:gd name="connsiteY169" fmla="*/ 310462 h 9456078"/>
              <a:gd name="connsiteX170" fmla="*/ 11640810 w 13940157"/>
              <a:gd name="connsiteY170" fmla="*/ 295018 h 9456078"/>
              <a:gd name="connsiteX171" fmla="*/ 11687267 w 13940157"/>
              <a:gd name="connsiteY171" fmla="*/ 279953 h 9456078"/>
              <a:gd name="connsiteX172" fmla="*/ 11733860 w 13940157"/>
              <a:gd name="connsiteY172" fmla="*/ 265269 h 9456078"/>
              <a:gd name="connsiteX173" fmla="*/ 11780587 w 13940157"/>
              <a:gd name="connsiteY173" fmla="*/ 250968 h 9456078"/>
              <a:gd name="connsiteX174" fmla="*/ 11827447 w 13940157"/>
              <a:gd name="connsiteY174" fmla="*/ 237049 h 9456078"/>
              <a:gd name="connsiteX175" fmla="*/ 11874436 w 13940157"/>
              <a:gd name="connsiteY175" fmla="*/ 223516 h 9456078"/>
              <a:gd name="connsiteX176" fmla="*/ 11921553 w 13940157"/>
              <a:gd name="connsiteY176" fmla="*/ 210368 h 9456078"/>
              <a:gd name="connsiteX177" fmla="*/ 11968794 w 13940157"/>
              <a:gd name="connsiteY177" fmla="*/ 197606 h 9456078"/>
              <a:gd name="connsiteX178" fmla="*/ 12016159 w 13940157"/>
              <a:gd name="connsiteY178" fmla="*/ 185233 h 9456078"/>
              <a:gd name="connsiteX179" fmla="*/ 12063644 w 13940157"/>
              <a:gd name="connsiteY179" fmla="*/ 173248 h 9456078"/>
              <a:gd name="connsiteX180" fmla="*/ 12111248 w 13940157"/>
              <a:gd name="connsiteY180" fmla="*/ 161654 h 9456078"/>
              <a:gd name="connsiteX181" fmla="*/ 12158967 w 13940157"/>
              <a:gd name="connsiteY181" fmla="*/ 150451 h 9456078"/>
              <a:gd name="connsiteX182" fmla="*/ 12206800 w 13940157"/>
              <a:gd name="connsiteY182" fmla="*/ 139640 h 9456078"/>
              <a:gd name="connsiteX183" fmla="*/ 12254745 w 13940157"/>
              <a:gd name="connsiteY183" fmla="*/ 129223 h 9456078"/>
              <a:gd name="connsiteX184" fmla="*/ 12302799 w 13940157"/>
              <a:gd name="connsiteY184" fmla="*/ 119201 h 9456078"/>
              <a:gd name="connsiteX185" fmla="*/ 12350959 w 13940157"/>
              <a:gd name="connsiteY185" fmla="*/ 109574 h 9456078"/>
              <a:gd name="connsiteX186" fmla="*/ 12399224 w 13940157"/>
              <a:gd name="connsiteY186" fmla="*/ 100344 h 9456078"/>
              <a:gd name="connsiteX187" fmla="*/ 12447591 w 13940157"/>
              <a:gd name="connsiteY187" fmla="*/ 91512 h 9456078"/>
              <a:gd name="connsiteX188" fmla="*/ 12496058 w 13940157"/>
              <a:gd name="connsiteY188" fmla="*/ 83080 h 9456078"/>
              <a:gd name="connsiteX189" fmla="*/ 12544623 w 13940157"/>
              <a:gd name="connsiteY189" fmla="*/ 75047 h 9456078"/>
              <a:gd name="connsiteX190" fmla="*/ 12593283 w 13940157"/>
              <a:gd name="connsiteY190" fmla="*/ 67417 h 9456078"/>
              <a:gd name="connsiteX191" fmla="*/ 12642036 w 13940157"/>
              <a:gd name="connsiteY191" fmla="*/ 60188 h 9456078"/>
              <a:gd name="connsiteX192" fmla="*/ 12690879 w 13940157"/>
              <a:gd name="connsiteY192" fmla="*/ 53364 h 9456078"/>
              <a:gd name="connsiteX193" fmla="*/ 12739811 w 13940157"/>
              <a:gd name="connsiteY193" fmla="*/ 46944 h 9456078"/>
              <a:gd name="connsiteX194" fmla="*/ 12788830 w 13940157"/>
              <a:gd name="connsiteY194" fmla="*/ 40931 h 9456078"/>
              <a:gd name="connsiteX195" fmla="*/ 12837932 w 13940157"/>
              <a:gd name="connsiteY195" fmla="*/ 35324 h 9456078"/>
              <a:gd name="connsiteX196" fmla="*/ 12887116 w 13940157"/>
              <a:gd name="connsiteY196" fmla="*/ 30126 h 9456078"/>
              <a:gd name="connsiteX197" fmla="*/ 12936379 w 13940157"/>
              <a:gd name="connsiteY197" fmla="*/ 25337 h 9456078"/>
              <a:gd name="connsiteX198" fmla="*/ 12985719 w 13940157"/>
              <a:gd name="connsiteY198" fmla="*/ 20958 h 9456078"/>
              <a:gd name="connsiteX199" fmla="*/ 13035133 w 13940157"/>
              <a:gd name="connsiteY199" fmla="*/ 16991 h 9456078"/>
              <a:gd name="connsiteX200" fmla="*/ 13084620 w 13940157"/>
              <a:gd name="connsiteY200" fmla="*/ 13437 h 9456078"/>
              <a:gd name="connsiteX201" fmla="*/ 13134178 w 13940157"/>
              <a:gd name="connsiteY201" fmla="*/ 10297 h 9456078"/>
              <a:gd name="connsiteX202" fmla="*/ 13183803 w 13940157"/>
              <a:gd name="connsiteY202" fmla="*/ 7572 h 9456078"/>
              <a:gd name="connsiteX203" fmla="*/ 13233493 w 13940157"/>
              <a:gd name="connsiteY203" fmla="*/ 5263 h 9456078"/>
              <a:gd name="connsiteX204" fmla="*/ 13283247 w 13940157"/>
              <a:gd name="connsiteY204" fmla="*/ 3371 h 9456078"/>
              <a:gd name="connsiteX205" fmla="*/ 13333061 w 13940157"/>
              <a:gd name="connsiteY205" fmla="*/ 1898 h 9456078"/>
              <a:gd name="connsiteX206" fmla="*/ 13382934 w 13940157"/>
              <a:gd name="connsiteY206" fmla="*/ 844 h 9456078"/>
              <a:gd name="connsiteX207" fmla="*/ 13432864 w 13940157"/>
              <a:gd name="connsiteY207" fmla="*/ 211 h 9456078"/>
              <a:gd name="connsiteX208" fmla="*/ 13482847 w 13940157"/>
              <a:gd name="connsiteY208" fmla="*/ 0 h 9456078"/>
              <a:gd name="connsiteX209" fmla="*/ 13940158 w 13940157"/>
              <a:gd name="connsiteY209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49234 w 13158799"/>
              <a:gd name="connsiteY5" fmla="*/ 9450052 h 9456078"/>
              <a:gd name="connsiteX6" fmla="*/ 298870 w 13158799"/>
              <a:gd name="connsiteY6" fmla="*/ 9447409 h 9456078"/>
              <a:gd name="connsiteX7" fmla="*/ 348429 w 13158799"/>
              <a:gd name="connsiteY7" fmla="*/ 9444290 h 9456078"/>
              <a:gd name="connsiteX8" fmla="*/ 397907 w 13158799"/>
              <a:gd name="connsiteY8" fmla="*/ 9440698 h 9456078"/>
              <a:gd name="connsiteX9" fmla="*/ 447302 w 13158799"/>
              <a:gd name="connsiteY9" fmla="*/ 9436632 h 9456078"/>
              <a:gd name="connsiteX10" fmla="*/ 496610 w 13158799"/>
              <a:gd name="connsiteY10" fmla="*/ 9432096 h 9456078"/>
              <a:gd name="connsiteX11" fmla="*/ 545829 w 13158799"/>
              <a:gd name="connsiteY11" fmla="*/ 9427089 h 9456078"/>
              <a:gd name="connsiteX12" fmla="*/ 594956 w 13158799"/>
              <a:gd name="connsiteY12" fmla="*/ 9421615 h 9456078"/>
              <a:gd name="connsiteX13" fmla="*/ 643987 w 13158799"/>
              <a:gd name="connsiteY13" fmla="*/ 9415673 h 9456078"/>
              <a:gd name="connsiteX14" fmla="*/ 692920 w 13158799"/>
              <a:gd name="connsiteY14" fmla="*/ 9409267 h 9456078"/>
              <a:gd name="connsiteX15" fmla="*/ 741751 w 13158799"/>
              <a:gd name="connsiteY15" fmla="*/ 9402396 h 9456078"/>
              <a:gd name="connsiteX16" fmla="*/ 790478 w 13158799"/>
              <a:gd name="connsiteY16" fmla="*/ 9395063 h 9456078"/>
              <a:gd name="connsiteX17" fmla="*/ 839098 w 13158799"/>
              <a:gd name="connsiteY17" fmla="*/ 9387270 h 9456078"/>
              <a:gd name="connsiteX18" fmla="*/ 887607 w 13158799"/>
              <a:gd name="connsiteY18" fmla="*/ 9379017 h 9456078"/>
              <a:gd name="connsiteX19" fmla="*/ 936002 w 13158799"/>
              <a:gd name="connsiteY19" fmla="*/ 9370306 h 9456078"/>
              <a:gd name="connsiteX20" fmla="*/ 984281 w 13158799"/>
              <a:gd name="connsiteY20" fmla="*/ 9361139 h 9456078"/>
              <a:gd name="connsiteX21" fmla="*/ 1032440 w 13158799"/>
              <a:gd name="connsiteY21" fmla="*/ 9351517 h 9456078"/>
              <a:gd name="connsiteX22" fmla="*/ 1080477 w 13158799"/>
              <a:gd name="connsiteY22" fmla="*/ 9341441 h 9456078"/>
              <a:gd name="connsiteX23" fmla="*/ 1128389 w 13158799"/>
              <a:gd name="connsiteY23" fmla="*/ 9330914 h 9456078"/>
              <a:gd name="connsiteX24" fmla="*/ 1176172 w 13158799"/>
              <a:gd name="connsiteY24" fmla="*/ 9319936 h 9456078"/>
              <a:gd name="connsiteX25" fmla="*/ 1223823 w 13158799"/>
              <a:gd name="connsiteY25" fmla="*/ 9308509 h 9456078"/>
              <a:gd name="connsiteX26" fmla="*/ 1271339 w 13158799"/>
              <a:gd name="connsiteY26" fmla="*/ 9296635 h 9456078"/>
              <a:gd name="connsiteX27" fmla="*/ 1318719 w 13158799"/>
              <a:gd name="connsiteY27" fmla="*/ 9284315 h 9456078"/>
              <a:gd name="connsiteX28" fmla="*/ 1365957 w 13158799"/>
              <a:gd name="connsiteY28" fmla="*/ 9271550 h 9456078"/>
              <a:gd name="connsiteX29" fmla="*/ 1413052 w 13158799"/>
              <a:gd name="connsiteY29" fmla="*/ 9258342 h 9456078"/>
              <a:gd name="connsiteX30" fmla="*/ 1460000 w 13158799"/>
              <a:gd name="connsiteY30" fmla="*/ 9244693 h 9456078"/>
              <a:gd name="connsiteX31" fmla="*/ 1506799 w 13158799"/>
              <a:gd name="connsiteY31" fmla="*/ 9230604 h 9456078"/>
              <a:gd name="connsiteX32" fmla="*/ 1553445 w 13158799"/>
              <a:gd name="connsiteY32" fmla="*/ 9216076 h 9456078"/>
              <a:gd name="connsiteX33" fmla="*/ 1599935 w 13158799"/>
              <a:gd name="connsiteY33" fmla="*/ 9201111 h 9456078"/>
              <a:gd name="connsiteX34" fmla="*/ 1646267 w 13158799"/>
              <a:gd name="connsiteY34" fmla="*/ 9185710 h 9456078"/>
              <a:gd name="connsiteX35" fmla="*/ 1692437 w 13158799"/>
              <a:gd name="connsiteY35" fmla="*/ 9169876 h 9456078"/>
              <a:gd name="connsiteX36" fmla="*/ 1738442 w 13158799"/>
              <a:gd name="connsiteY36" fmla="*/ 9153608 h 9456078"/>
              <a:gd name="connsiteX37" fmla="*/ 1784280 w 13158799"/>
              <a:gd name="connsiteY37" fmla="*/ 9136910 h 9456078"/>
              <a:gd name="connsiteX38" fmla="*/ 1829947 w 13158799"/>
              <a:gd name="connsiteY38" fmla="*/ 9119782 h 9456078"/>
              <a:gd name="connsiteX39" fmla="*/ 1875440 w 13158799"/>
              <a:gd name="connsiteY39" fmla="*/ 9102226 h 9456078"/>
              <a:gd name="connsiteX40" fmla="*/ 1920756 w 13158799"/>
              <a:gd name="connsiteY40" fmla="*/ 9084243 h 9456078"/>
              <a:gd name="connsiteX41" fmla="*/ 1965893 w 13158799"/>
              <a:gd name="connsiteY41" fmla="*/ 9065835 h 9456078"/>
              <a:gd name="connsiteX42" fmla="*/ 2010847 w 13158799"/>
              <a:gd name="connsiteY42" fmla="*/ 9047004 h 9456078"/>
              <a:gd name="connsiteX43" fmla="*/ 2055615 w 13158799"/>
              <a:gd name="connsiteY43" fmla="*/ 9027750 h 9456078"/>
              <a:gd name="connsiteX44" fmla="*/ 2100195 w 13158799"/>
              <a:gd name="connsiteY44" fmla="*/ 9008075 h 9456078"/>
              <a:gd name="connsiteX45" fmla="*/ 2144582 w 13158799"/>
              <a:gd name="connsiteY45" fmla="*/ 8987981 h 9456078"/>
              <a:gd name="connsiteX46" fmla="*/ 2188775 w 13158799"/>
              <a:gd name="connsiteY46" fmla="*/ 8967470 h 9456078"/>
              <a:gd name="connsiteX47" fmla="*/ 2232770 w 13158799"/>
              <a:gd name="connsiteY47" fmla="*/ 8946542 h 9456078"/>
              <a:gd name="connsiteX48" fmla="*/ 2276564 w 13158799"/>
              <a:gd name="connsiteY48" fmla="*/ 8925199 h 9456078"/>
              <a:gd name="connsiteX49" fmla="*/ 2320154 w 13158799"/>
              <a:gd name="connsiteY49" fmla="*/ 8903443 h 9456078"/>
              <a:gd name="connsiteX50" fmla="*/ 2363538 w 13158799"/>
              <a:gd name="connsiteY50" fmla="*/ 8881275 h 9456078"/>
              <a:gd name="connsiteX51" fmla="*/ 2406711 w 13158799"/>
              <a:gd name="connsiteY51" fmla="*/ 8858697 h 9456078"/>
              <a:gd name="connsiteX52" fmla="*/ 2449672 w 13158799"/>
              <a:gd name="connsiteY52" fmla="*/ 8835710 h 9456078"/>
              <a:gd name="connsiteX53" fmla="*/ 2492417 w 13158799"/>
              <a:gd name="connsiteY53" fmla="*/ 8812316 h 9456078"/>
              <a:gd name="connsiteX54" fmla="*/ 2534943 w 13158799"/>
              <a:gd name="connsiteY54" fmla="*/ 8788516 h 9456078"/>
              <a:gd name="connsiteX55" fmla="*/ 2577247 w 13158799"/>
              <a:gd name="connsiteY55" fmla="*/ 8764311 h 9456078"/>
              <a:gd name="connsiteX56" fmla="*/ 2619326 w 13158799"/>
              <a:gd name="connsiteY56" fmla="*/ 8739704 h 9456078"/>
              <a:gd name="connsiteX57" fmla="*/ 2661177 w 13158799"/>
              <a:gd name="connsiteY57" fmla="*/ 8714695 h 9456078"/>
              <a:gd name="connsiteX58" fmla="*/ 2702797 w 13158799"/>
              <a:gd name="connsiteY58" fmla="*/ 8689286 h 9456078"/>
              <a:gd name="connsiteX59" fmla="*/ 2744183 w 13158799"/>
              <a:gd name="connsiteY59" fmla="*/ 8663479 h 9456078"/>
              <a:gd name="connsiteX60" fmla="*/ 2785333 w 13158799"/>
              <a:gd name="connsiteY60" fmla="*/ 8637274 h 9456078"/>
              <a:gd name="connsiteX61" fmla="*/ 2826242 w 13158799"/>
              <a:gd name="connsiteY61" fmla="*/ 8610675 h 9456078"/>
              <a:gd name="connsiteX62" fmla="*/ 2866908 w 13158799"/>
              <a:gd name="connsiteY62" fmla="*/ 8583681 h 9456078"/>
              <a:gd name="connsiteX63" fmla="*/ 2907329 w 13158799"/>
              <a:gd name="connsiteY63" fmla="*/ 8556295 h 9456078"/>
              <a:gd name="connsiteX64" fmla="*/ 2947500 w 13158799"/>
              <a:gd name="connsiteY64" fmla="*/ 8528517 h 9456078"/>
              <a:gd name="connsiteX65" fmla="*/ 2987419 w 13158799"/>
              <a:gd name="connsiteY65" fmla="*/ 8500351 h 9456078"/>
              <a:gd name="connsiteX66" fmla="*/ 3027083 w 13158799"/>
              <a:gd name="connsiteY66" fmla="*/ 8471796 h 9456078"/>
              <a:gd name="connsiteX67" fmla="*/ 3066489 w 13158799"/>
              <a:gd name="connsiteY67" fmla="*/ 8442854 h 9456078"/>
              <a:gd name="connsiteX68" fmla="*/ 3105634 w 13158799"/>
              <a:gd name="connsiteY68" fmla="*/ 8413528 h 9456078"/>
              <a:gd name="connsiteX69" fmla="*/ 3144515 w 13158799"/>
              <a:gd name="connsiteY69" fmla="*/ 8383818 h 9456078"/>
              <a:gd name="connsiteX70" fmla="*/ 3183129 w 13158799"/>
              <a:gd name="connsiteY70" fmla="*/ 8353726 h 9456078"/>
              <a:gd name="connsiteX71" fmla="*/ 3221473 w 13158799"/>
              <a:gd name="connsiteY71" fmla="*/ 8323253 h 9456078"/>
              <a:gd name="connsiteX72" fmla="*/ 3259544 w 13158799"/>
              <a:gd name="connsiteY72" fmla="*/ 8292401 h 9456078"/>
              <a:gd name="connsiteX73" fmla="*/ 3297339 w 13158799"/>
              <a:gd name="connsiteY73" fmla="*/ 8261172 h 9456078"/>
              <a:gd name="connsiteX74" fmla="*/ 3334854 w 13158799"/>
              <a:gd name="connsiteY74" fmla="*/ 8229566 h 9456078"/>
              <a:gd name="connsiteX75" fmla="*/ 3372087 w 13158799"/>
              <a:gd name="connsiteY75" fmla="*/ 8197585 h 9456078"/>
              <a:gd name="connsiteX76" fmla="*/ 3409035 w 13158799"/>
              <a:gd name="connsiteY76" fmla="*/ 8165232 h 9456078"/>
              <a:gd name="connsiteX77" fmla="*/ 3445695 w 13158799"/>
              <a:gd name="connsiteY77" fmla="*/ 8132507 h 9456078"/>
              <a:gd name="connsiteX78" fmla="*/ 3482064 w 13158799"/>
              <a:gd name="connsiteY78" fmla="*/ 8099411 h 9456078"/>
              <a:gd name="connsiteX79" fmla="*/ 3518139 w 13158799"/>
              <a:gd name="connsiteY79" fmla="*/ 8065947 h 9456078"/>
              <a:gd name="connsiteX80" fmla="*/ 3553916 w 13158799"/>
              <a:gd name="connsiteY80" fmla="*/ 8032115 h 9456078"/>
              <a:gd name="connsiteX81" fmla="*/ 3589393 w 13158799"/>
              <a:gd name="connsiteY81" fmla="*/ 7997918 h 9456078"/>
              <a:gd name="connsiteX82" fmla="*/ 3624567 w 13158799"/>
              <a:gd name="connsiteY82" fmla="*/ 7963356 h 9456078"/>
              <a:gd name="connsiteX83" fmla="*/ 3659435 w 13158799"/>
              <a:gd name="connsiteY83" fmla="*/ 7928432 h 9456078"/>
              <a:gd name="connsiteX84" fmla="*/ 3693994 w 13158799"/>
              <a:gd name="connsiteY84" fmla="*/ 7893146 h 9456078"/>
              <a:gd name="connsiteX85" fmla="*/ 3728240 w 13158799"/>
              <a:gd name="connsiteY85" fmla="*/ 7857501 h 9456078"/>
              <a:gd name="connsiteX86" fmla="*/ 3762171 w 13158799"/>
              <a:gd name="connsiteY86" fmla="*/ 7821497 h 9456078"/>
              <a:gd name="connsiteX87" fmla="*/ 3795783 w 13158799"/>
              <a:gd name="connsiteY87" fmla="*/ 7785136 h 9456078"/>
              <a:gd name="connsiteX88" fmla="*/ 3829075 w 13158799"/>
              <a:gd name="connsiteY88" fmla="*/ 7748420 h 9456078"/>
              <a:gd name="connsiteX89" fmla="*/ 3862042 w 13158799"/>
              <a:gd name="connsiteY89" fmla="*/ 7711350 h 9456078"/>
              <a:gd name="connsiteX90" fmla="*/ 3894682 w 13158799"/>
              <a:gd name="connsiteY90" fmla="*/ 7673928 h 9456078"/>
              <a:gd name="connsiteX91" fmla="*/ 3926991 w 13158799"/>
              <a:gd name="connsiteY91" fmla="*/ 7636155 h 9456078"/>
              <a:gd name="connsiteX92" fmla="*/ 3958967 w 13158799"/>
              <a:gd name="connsiteY92" fmla="*/ 7598032 h 9456078"/>
              <a:gd name="connsiteX93" fmla="*/ 3990607 w 13158799"/>
              <a:gd name="connsiteY93" fmla="*/ 7559561 h 9456078"/>
              <a:gd name="connsiteX94" fmla="*/ 4021907 w 13158799"/>
              <a:gd name="connsiteY94" fmla="*/ 7520744 h 9456078"/>
              <a:gd name="connsiteX95" fmla="*/ 4052865 w 13158799"/>
              <a:gd name="connsiteY95" fmla="*/ 7481582 h 9456078"/>
              <a:gd name="connsiteX96" fmla="*/ 4083478 w 13158799"/>
              <a:gd name="connsiteY96" fmla="*/ 7442077 h 9456078"/>
              <a:gd name="connsiteX97" fmla="*/ 8022311 w 13158799"/>
              <a:gd name="connsiteY97" fmla="*/ 2307814 h 9456078"/>
              <a:gd name="connsiteX98" fmla="*/ 8052902 w 13158799"/>
              <a:gd name="connsiteY98" fmla="*/ 2268285 h 9456078"/>
              <a:gd name="connsiteX99" fmla="*/ 8083796 w 13158799"/>
              <a:gd name="connsiteY99" fmla="*/ 2229056 h 9456078"/>
              <a:gd name="connsiteX100" fmla="*/ 8114989 w 13158799"/>
              <a:gd name="connsiteY100" fmla="*/ 2190127 h 9456078"/>
              <a:gd name="connsiteX101" fmla="*/ 8146479 w 13158799"/>
              <a:gd name="connsiteY101" fmla="*/ 2151500 h 9456078"/>
              <a:gd name="connsiteX102" fmla="*/ 8178264 w 13158799"/>
              <a:gd name="connsiteY102" fmla="*/ 2113176 h 9456078"/>
              <a:gd name="connsiteX103" fmla="*/ 8210341 w 13158799"/>
              <a:gd name="connsiteY103" fmla="*/ 2075157 h 9456078"/>
              <a:gd name="connsiteX104" fmla="*/ 8242709 w 13158799"/>
              <a:gd name="connsiteY104" fmla="*/ 2037442 h 9456078"/>
              <a:gd name="connsiteX105" fmla="*/ 8275365 w 13158799"/>
              <a:gd name="connsiteY105" fmla="*/ 2000034 h 9456078"/>
              <a:gd name="connsiteX106" fmla="*/ 8308307 w 13158799"/>
              <a:gd name="connsiteY106" fmla="*/ 1962934 h 9456078"/>
              <a:gd name="connsiteX107" fmla="*/ 8341532 w 13158799"/>
              <a:gd name="connsiteY107" fmla="*/ 1926142 h 9456078"/>
              <a:gd name="connsiteX108" fmla="*/ 8375038 w 13158799"/>
              <a:gd name="connsiteY108" fmla="*/ 1889660 h 9456078"/>
              <a:gd name="connsiteX109" fmla="*/ 8408823 w 13158799"/>
              <a:gd name="connsiteY109" fmla="*/ 1853489 h 9456078"/>
              <a:gd name="connsiteX110" fmla="*/ 8442885 w 13158799"/>
              <a:gd name="connsiteY110" fmla="*/ 1817630 h 9456078"/>
              <a:gd name="connsiteX111" fmla="*/ 8477221 w 13158799"/>
              <a:gd name="connsiteY111" fmla="*/ 1782084 h 9456078"/>
              <a:gd name="connsiteX112" fmla="*/ 8511829 w 13158799"/>
              <a:gd name="connsiteY112" fmla="*/ 1746853 h 9456078"/>
              <a:gd name="connsiteX113" fmla="*/ 8546706 w 13158799"/>
              <a:gd name="connsiteY113" fmla="*/ 1711937 h 9456078"/>
              <a:gd name="connsiteX114" fmla="*/ 8581851 w 13158799"/>
              <a:gd name="connsiteY114" fmla="*/ 1677337 h 9456078"/>
              <a:gd name="connsiteX115" fmla="*/ 8617261 w 13158799"/>
              <a:gd name="connsiteY115" fmla="*/ 1643056 h 9456078"/>
              <a:gd name="connsiteX116" fmla="*/ 8652934 w 13158799"/>
              <a:gd name="connsiteY116" fmla="*/ 1609093 h 9456078"/>
              <a:gd name="connsiteX117" fmla="*/ 8688867 w 13158799"/>
              <a:gd name="connsiteY117" fmla="*/ 1575450 h 9456078"/>
              <a:gd name="connsiteX118" fmla="*/ 8725058 w 13158799"/>
              <a:gd name="connsiteY118" fmla="*/ 1542128 h 9456078"/>
              <a:gd name="connsiteX119" fmla="*/ 8761506 w 13158799"/>
              <a:gd name="connsiteY119" fmla="*/ 1509129 h 9456078"/>
              <a:gd name="connsiteX120" fmla="*/ 8798207 w 13158799"/>
              <a:gd name="connsiteY120" fmla="*/ 1476452 h 9456078"/>
              <a:gd name="connsiteX121" fmla="*/ 8835159 w 13158799"/>
              <a:gd name="connsiteY121" fmla="*/ 1444101 h 9456078"/>
              <a:gd name="connsiteX122" fmla="*/ 8872360 w 13158799"/>
              <a:gd name="connsiteY122" fmla="*/ 1412075 h 9456078"/>
              <a:gd name="connsiteX123" fmla="*/ 8909808 w 13158799"/>
              <a:gd name="connsiteY123" fmla="*/ 1380375 h 9456078"/>
              <a:gd name="connsiteX124" fmla="*/ 8947501 w 13158799"/>
              <a:gd name="connsiteY124" fmla="*/ 1349004 h 9456078"/>
              <a:gd name="connsiteX125" fmla="*/ 8985435 w 13158799"/>
              <a:gd name="connsiteY125" fmla="*/ 1317962 h 9456078"/>
              <a:gd name="connsiteX126" fmla="*/ 9023610 w 13158799"/>
              <a:gd name="connsiteY126" fmla="*/ 1287250 h 9456078"/>
              <a:gd name="connsiteX127" fmla="*/ 9062022 w 13158799"/>
              <a:gd name="connsiteY127" fmla="*/ 1256869 h 9456078"/>
              <a:gd name="connsiteX128" fmla="*/ 9100669 w 13158799"/>
              <a:gd name="connsiteY128" fmla="*/ 1226820 h 9456078"/>
              <a:gd name="connsiteX129" fmla="*/ 9139549 w 13158799"/>
              <a:gd name="connsiteY129" fmla="*/ 1197105 h 9456078"/>
              <a:gd name="connsiteX130" fmla="*/ 9178660 w 13158799"/>
              <a:gd name="connsiteY130" fmla="*/ 1167725 h 9456078"/>
              <a:gd name="connsiteX131" fmla="*/ 9217999 w 13158799"/>
              <a:gd name="connsiteY131" fmla="*/ 1138681 h 9456078"/>
              <a:gd name="connsiteX132" fmla="*/ 9257564 w 13158799"/>
              <a:gd name="connsiteY132" fmla="*/ 1109974 h 9456078"/>
              <a:gd name="connsiteX133" fmla="*/ 9297353 w 13158799"/>
              <a:gd name="connsiteY133" fmla="*/ 1081604 h 9456078"/>
              <a:gd name="connsiteX134" fmla="*/ 9337364 w 13158799"/>
              <a:gd name="connsiteY134" fmla="*/ 1053574 h 9456078"/>
              <a:gd name="connsiteX135" fmla="*/ 9377594 w 13158799"/>
              <a:gd name="connsiteY135" fmla="*/ 1025884 h 9456078"/>
              <a:gd name="connsiteX136" fmla="*/ 9418040 w 13158799"/>
              <a:gd name="connsiteY136" fmla="*/ 998536 h 9456078"/>
              <a:gd name="connsiteX137" fmla="*/ 9458702 w 13158799"/>
              <a:gd name="connsiteY137" fmla="*/ 971530 h 9456078"/>
              <a:gd name="connsiteX138" fmla="*/ 9499575 w 13158799"/>
              <a:gd name="connsiteY138" fmla="*/ 944868 h 9456078"/>
              <a:gd name="connsiteX139" fmla="*/ 9540659 w 13158799"/>
              <a:gd name="connsiteY139" fmla="*/ 918551 h 9456078"/>
              <a:gd name="connsiteX140" fmla="*/ 9581950 w 13158799"/>
              <a:gd name="connsiteY140" fmla="*/ 892580 h 9456078"/>
              <a:gd name="connsiteX141" fmla="*/ 9623447 w 13158799"/>
              <a:gd name="connsiteY141" fmla="*/ 866956 h 9456078"/>
              <a:gd name="connsiteX142" fmla="*/ 9665147 w 13158799"/>
              <a:gd name="connsiteY142" fmla="*/ 841681 h 9456078"/>
              <a:gd name="connsiteX143" fmla="*/ 9707048 w 13158799"/>
              <a:gd name="connsiteY143" fmla="*/ 816754 h 9456078"/>
              <a:gd name="connsiteX144" fmla="*/ 9749147 w 13158799"/>
              <a:gd name="connsiteY144" fmla="*/ 792179 h 9456078"/>
              <a:gd name="connsiteX145" fmla="*/ 9791443 w 13158799"/>
              <a:gd name="connsiteY145" fmla="*/ 767955 h 9456078"/>
              <a:gd name="connsiteX146" fmla="*/ 9833932 w 13158799"/>
              <a:gd name="connsiteY146" fmla="*/ 744083 h 9456078"/>
              <a:gd name="connsiteX147" fmla="*/ 9876613 w 13158799"/>
              <a:gd name="connsiteY147" fmla="*/ 720566 h 9456078"/>
              <a:gd name="connsiteX148" fmla="*/ 9919484 w 13158799"/>
              <a:gd name="connsiteY148" fmla="*/ 697404 h 9456078"/>
              <a:gd name="connsiteX149" fmla="*/ 9962542 w 13158799"/>
              <a:gd name="connsiteY149" fmla="*/ 674598 h 9456078"/>
              <a:gd name="connsiteX150" fmla="*/ 10005784 w 13158799"/>
              <a:gd name="connsiteY150" fmla="*/ 652149 h 9456078"/>
              <a:gd name="connsiteX151" fmla="*/ 10049209 w 13158799"/>
              <a:gd name="connsiteY151" fmla="*/ 630059 h 9456078"/>
              <a:gd name="connsiteX152" fmla="*/ 10092814 w 13158799"/>
              <a:gd name="connsiteY152" fmla="*/ 608328 h 9456078"/>
              <a:gd name="connsiteX153" fmla="*/ 10136597 w 13158799"/>
              <a:gd name="connsiteY153" fmla="*/ 586958 h 9456078"/>
              <a:gd name="connsiteX154" fmla="*/ 10180556 w 13158799"/>
              <a:gd name="connsiteY154" fmla="*/ 565950 h 9456078"/>
              <a:gd name="connsiteX155" fmla="*/ 10224688 w 13158799"/>
              <a:gd name="connsiteY155" fmla="*/ 545304 h 9456078"/>
              <a:gd name="connsiteX156" fmla="*/ 10268991 w 13158799"/>
              <a:gd name="connsiteY156" fmla="*/ 525023 h 9456078"/>
              <a:gd name="connsiteX157" fmla="*/ 10313463 w 13158799"/>
              <a:gd name="connsiteY157" fmla="*/ 505107 h 9456078"/>
              <a:gd name="connsiteX158" fmla="*/ 10358101 w 13158799"/>
              <a:gd name="connsiteY158" fmla="*/ 485558 h 9456078"/>
              <a:gd name="connsiteX159" fmla="*/ 10402903 w 13158799"/>
              <a:gd name="connsiteY159" fmla="*/ 466376 h 9456078"/>
              <a:gd name="connsiteX160" fmla="*/ 10447868 w 13158799"/>
              <a:gd name="connsiteY160" fmla="*/ 447563 h 9456078"/>
              <a:gd name="connsiteX161" fmla="*/ 10492991 w 13158799"/>
              <a:gd name="connsiteY161" fmla="*/ 429119 h 9456078"/>
              <a:gd name="connsiteX162" fmla="*/ 10538272 w 13158799"/>
              <a:gd name="connsiteY162" fmla="*/ 411046 h 9456078"/>
              <a:gd name="connsiteX163" fmla="*/ 10583708 w 13158799"/>
              <a:gd name="connsiteY163" fmla="*/ 393346 h 9456078"/>
              <a:gd name="connsiteX164" fmla="*/ 10629297 w 13158799"/>
              <a:gd name="connsiteY164" fmla="*/ 376018 h 9456078"/>
              <a:gd name="connsiteX165" fmla="*/ 10675036 w 13158799"/>
              <a:gd name="connsiteY165" fmla="*/ 359065 h 9456078"/>
              <a:gd name="connsiteX166" fmla="*/ 10720923 w 13158799"/>
              <a:gd name="connsiteY166" fmla="*/ 342487 h 9456078"/>
              <a:gd name="connsiteX167" fmla="*/ 10766956 w 13158799"/>
              <a:gd name="connsiteY167" fmla="*/ 326286 h 9456078"/>
              <a:gd name="connsiteX168" fmla="*/ 10813132 w 13158799"/>
              <a:gd name="connsiteY168" fmla="*/ 310462 h 9456078"/>
              <a:gd name="connsiteX169" fmla="*/ 10859450 w 13158799"/>
              <a:gd name="connsiteY169" fmla="*/ 295018 h 9456078"/>
              <a:gd name="connsiteX170" fmla="*/ 10905907 w 13158799"/>
              <a:gd name="connsiteY170" fmla="*/ 279953 h 9456078"/>
              <a:gd name="connsiteX171" fmla="*/ 10952500 w 13158799"/>
              <a:gd name="connsiteY171" fmla="*/ 265269 h 9456078"/>
              <a:gd name="connsiteX172" fmla="*/ 10999227 w 13158799"/>
              <a:gd name="connsiteY172" fmla="*/ 250968 h 9456078"/>
              <a:gd name="connsiteX173" fmla="*/ 11046087 w 13158799"/>
              <a:gd name="connsiteY173" fmla="*/ 237049 h 9456078"/>
              <a:gd name="connsiteX174" fmla="*/ 11093076 w 13158799"/>
              <a:gd name="connsiteY174" fmla="*/ 223516 h 9456078"/>
              <a:gd name="connsiteX175" fmla="*/ 11140193 w 13158799"/>
              <a:gd name="connsiteY175" fmla="*/ 210368 h 9456078"/>
              <a:gd name="connsiteX176" fmla="*/ 11187434 w 13158799"/>
              <a:gd name="connsiteY176" fmla="*/ 197606 h 9456078"/>
              <a:gd name="connsiteX177" fmla="*/ 11234799 w 13158799"/>
              <a:gd name="connsiteY177" fmla="*/ 185233 h 9456078"/>
              <a:gd name="connsiteX178" fmla="*/ 11282284 w 13158799"/>
              <a:gd name="connsiteY178" fmla="*/ 173248 h 9456078"/>
              <a:gd name="connsiteX179" fmla="*/ 11329888 w 13158799"/>
              <a:gd name="connsiteY179" fmla="*/ 161654 h 9456078"/>
              <a:gd name="connsiteX180" fmla="*/ 11377607 w 13158799"/>
              <a:gd name="connsiteY180" fmla="*/ 150451 h 9456078"/>
              <a:gd name="connsiteX181" fmla="*/ 11425440 w 13158799"/>
              <a:gd name="connsiteY181" fmla="*/ 139640 h 9456078"/>
              <a:gd name="connsiteX182" fmla="*/ 11473385 w 13158799"/>
              <a:gd name="connsiteY182" fmla="*/ 129223 h 9456078"/>
              <a:gd name="connsiteX183" fmla="*/ 11521439 w 13158799"/>
              <a:gd name="connsiteY183" fmla="*/ 119201 h 9456078"/>
              <a:gd name="connsiteX184" fmla="*/ 11569599 w 13158799"/>
              <a:gd name="connsiteY184" fmla="*/ 109574 h 9456078"/>
              <a:gd name="connsiteX185" fmla="*/ 11617864 w 13158799"/>
              <a:gd name="connsiteY185" fmla="*/ 100344 h 9456078"/>
              <a:gd name="connsiteX186" fmla="*/ 11666231 w 13158799"/>
              <a:gd name="connsiteY186" fmla="*/ 91512 h 9456078"/>
              <a:gd name="connsiteX187" fmla="*/ 11714698 w 13158799"/>
              <a:gd name="connsiteY187" fmla="*/ 83080 h 9456078"/>
              <a:gd name="connsiteX188" fmla="*/ 11763263 w 13158799"/>
              <a:gd name="connsiteY188" fmla="*/ 75047 h 9456078"/>
              <a:gd name="connsiteX189" fmla="*/ 11811923 w 13158799"/>
              <a:gd name="connsiteY189" fmla="*/ 67417 h 9456078"/>
              <a:gd name="connsiteX190" fmla="*/ 11860676 w 13158799"/>
              <a:gd name="connsiteY190" fmla="*/ 60188 h 9456078"/>
              <a:gd name="connsiteX191" fmla="*/ 11909519 w 13158799"/>
              <a:gd name="connsiteY191" fmla="*/ 53364 h 9456078"/>
              <a:gd name="connsiteX192" fmla="*/ 11958451 w 13158799"/>
              <a:gd name="connsiteY192" fmla="*/ 46944 h 9456078"/>
              <a:gd name="connsiteX193" fmla="*/ 12007470 w 13158799"/>
              <a:gd name="connsiteY193" fmla="*/ 40931 h 9456078"/>
              <a:gd name="connsiteX194" fmla="*/ 12056572 w 13158799"/>
              <a:gd name="connsiteY194" fmla="*/ 35324 h 9456078"/>
              <a:gd name="connsiteX195" fmla="*/ 12105756 w 13158799"/>
              <a:gd name="connsiteY195" fmla="*/ 30126 h 9456078"/>
              <a:gd name="connsiteX196" fmla="*/ 12155019 w 13158799"/>
              <a:gd name="connsiteY196" fmla="*/ 25337 h 9456078"/>
              <a:gd name="connsiteX197" fmla="*/ 12204359 w 13158799"/>
              <a:gd name="connsiteY197" fmla="*/ 20958 h 9456078"/>
              <a:gd name="connsiteX198" fmla="*/ 12253773 w 13158799"/>
              <a:gd name="connsiteY198" fmla="*/ 16991 h 9456078"/>
              <a:gd name="connsiteX199" fmla="*/ 12303260 w 13158799"/>
              <a:gd name="connsiteY199" fmla="*/ 13437 h 9456078"/>
              <a:gd name="connsiteX200" fmla="*/ 12352818 w 13158799"/>
              <a:gd name="connsiteY200" fmla="*/ 10297 h 9456078"/>
              <a:gd name="connsiteX201" fmla="*/ 12402443 w 13158799"/>
              <a:gd name="connsiteY201" fmla="*/ 7572 h 9456078"/>
              <a:gd name="connsiteX202" fmla="*/ 12452133 w 13158799"/>
              <a:gd name="connsiteY202" fmla="*/ 5263 h 9456078"/>
              <a:gd name="connsiteX203" fmla="*/ 12501887 w 13158799"/>
              <a:gd name="connsiteY203" fmla="*/ 3371 h 9456078"/>
              <a:gd name="connsiteX204" fmla="*/ 12551701 w 13158799"/>
              <a:gd name="connsiteY204" fmla="*/ 1898 h 9456078"/>
              <a:gd name="connsiteX205" fmla="*/ 12601574 w 13158799"/>
              <a:gd name="connsiteY205" fmla="*/ 844 h 9456078"/>
              <a:gd name="connsiteX206" fmla="*/ 12651504 w 13158799"/>
              <a:gd name="connsiteY206" fmla="*/ 211 h 9456078"/>
              <a:gd name="connsiteX207" fmla="*/ 12701487 w 13158799"/>
              <a:gd name="connsiteY207" fmla="*/ 0 h 9456078"/>
              <a:gd name="connsiteX208" fmla="*/ 13158798 w 13158799"/>
              <a:gd name="connsiteY208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28389 w 13158797"/>
              <a:gd name="connsiteY22" fmla="*/ 9330914 h 9456078"/>
              <a:gd name="connsiteX23" fmla="*/ 1176172 w 13158797"/>
              <a:gd name="connsiteY23" fmla="*/ 9319936 h 9456078"/>
              <a:gd name="connsiteX24" fmla="*/ 1223823 w 13158797"/>
              <a:gd name="connsiteY24" fmla="*/ 9308509 h 9456078"/>
              <a:gd name="connsiteX25" fmla="*/ 1271339 w 13158797"/>
              <a:gd name="connsiteY25" fmla="*/ 9296635 h 9456078"/>
              <a:gd name="connsiteX26" fmla="*/ 1318719 w 13158797"/>
              <a:gd name="connsiteY26" fmla="*/ 9284315 h 9456078"/>
              <a:gd name="connsiteX27" fmla="*/ 1365957 w 13158797"/>
              <a:gd name="connsiteY27" fmla="*/ 9271550 h 9456078"/>
              <a:gd name="connsiteX28" fmla="*/ 1413052 w 13158797"/>
              <a:gd name="connsiteY28" fmla="*/ 9258342 h 9456078"/>
              <a:gd name="connsiteX29" fmla="*/ 1460000 w 13158797"/>
              <a:gd name="connsiteY29" fmla="*/ 9244693 h 9456078"/>
              <a:gd name="connsiteX30" fmla="*/ 1506799 w 13158797"/>
              <a:gd name="connsiteY30" fmla="*/ 9230604 h 9456078"/>
              <a:gd name="connsiteX31" fmla="*/ 1553445 w 13158797"/>
              <a:gd name="connsiteY31" fmla="*/ 9216076 h 9456078"/>
              <a:gd name="connsiteX32" fmla="*/ 1599935 w 13158797"/>
              <a:gd name="connsiteY32" fmla="*/ 9201111 h 9456078"/>
              <a:gd name="connsiteX33" fmla="*/ 1646267 w 13158797"/>
              <a:gd name="connsiteY33" fmla="*/ 9185710 h 9456078"/>
              <a:gd name="connsiteX34" fmla="*/ 1692437 w 13158797"/>
              <a:gd name="connsiteY34" fmla="*/ 9169876 h 9456078"/>
              <a:gd name="connsiteX35" fmla="*/ 1738442 w 13158797"/>
              <a:gd name="connsiteY35" fmla="*/ 9153608 h 9456078"/>
              <a:gd name="connsiteX36" fmla="*/ 1784280 w 13158797"/>
              <a:gd name="connsiteY36" fmla="*/ 9136910 h 9456078"/>
              <a:gd name="connsiteX37" fmla="*/ 1829947 w 13158797"/>
              <a:gd name="connsiteY37" fmla="*/ 9119782 h 9456078"/>
              <a:gd name="connsiteX38" fmla="*/ 1875440 w 13158797"/>
              <a:gd name="connsiteY38" fmla="*/ 9102226 h 9456078"/>
              <a:gd name="connsiteX39" fmla="*/ 1920756 w 13158797"/>
              <a:gd name="connsiteY39" fmla="*/ 9084243 h 9456078"/>
              <a:gd name="connsiteX40" fmla="*/ 1965893 w 13158797"/>
              <a:gd name="connsiteY40" fmla="*/ 9065835 h 9456078"/>
              <a:gd name="connsiteX41" fmla="*/ 2010847 w 13158797"/>
              <a:gd name="connsiteY41" fmla="*/ 9047004 h 9456078"/>
              <a:gd name="connsiteX42" fmla="*/ 2055615 w 13158797"/>
              <a:gd name="connsiteY42" fmla="*/ 9027750 h 9456078"/>
              <a:gd name="connsiteX43" fmla="*/ 2100195 w 13158797"/>
              <a:gd name="connsiteY43" fmla="*/ 9008075 h 9456078"/>
              <a:gd name="connsiteX44" fmla="*/ 2144582 w 13158797"/>
              <a:gd name="connsiteY44" fmla="*/ 8987981 h 9456078"/>
              <a:gd name="connsiteX45" fmla="*/ 2188775 w 13158797"/>
              <a:gd name="connsiteY45" fmla="*/ 8967470 h 9456078"/>
              <a:gd name="connsiteX46" fmla="*/ 2232770 w 13158797"/>
              <a:gd name="connsiteY46" fmla="*/ 8946542 h 9456078"/>
              <a:gd name="connsiteX47" fmla="*/ 2276564 w 13158797"/>
              <a:gd name="connsiteY47" fmla="*/ 8925199 h 9456078"/>
              <a:gd name="connsiteX48" fmla="*/ 2320154 w 13158797"/>
              <a:gd name="connsiteY48" fmla="*/ 8903443 h 9456078"/>
              <a:gd name="connsiteX49" fmla="*/ 2363538 w 13158797"/>
              <a:gd name="connsiteY49" fmla="*/ 8881275 h 9456078"/>
              <a:gd name="connsiteX50" fmla="*/ 2406711 w 13158797"/>
              <a:gd name="connsiteY50" fmla="*/ 8858697 h 9456078"/>
              <a:gd name="connsiteX51" fmla="*/ 2449672 w 13158797"/>
              <a:gd name="connsiteY51" fmla="*/ 8835710 h 9456078"/>
              <a:gd name="connsiteX52" fmla="*/ 2492417 w 13158797"/>
              <a:gd name="connsiteY52" fmla="*/ 8812316 h 9456078"/>
              <a:gd name="connsiteX53" fmla="*/ 2534943 w 13158797"/>
              <a:gd name="connsiteY53" fmla="*/ 8788516 h 9456078"/>
              <a:gd name="connsiteX54" fmla="*/ 2577247 w 13158797"/>
              <a:gd name="connsiteY54" fmla="*/ 8764311 h 9456078"/>
              <a:gd name="connsiteX55" fmla="*/ 2619326 w 13158797"/>
              <a:gd name="connsiteY55" fmla="*/ 8739704 h 9456078"/>
              <a:gd name="connsiteX56" fmla="*/ 2661177 w 13158797"/>
              <a:gd name="connsiteY56" fmla="*/ 8714695 h 9456078"/>
              <a:gd name="connsiteX57" fmla="*/ 2702797 w 13158797"/>
              <a:gd name="connsiteY57" fmla="*/ 8689286 h 9456078"/>
              <a:gd name="connsiteX58" fmla="*/ 2744183 w 13158797"/>
              <a:gd name="connsiteY58" fmla="*/ 8663479 h 9456078"/>
              <a:gd name="connsiteX59" fmla="*/ 2785333 w 13158797"/>
              <a:gd name="connsiteY59" fmla="*/ 8637274 h 9456078"/>
              <a:gd name="connsiteX60" fmla="*/ 2826242 w 13158797"/>
              <a:gd name="connsiteY60" fmla="*/ 8610675 h 9456078"/>
              <a:gd name="connsiteX61" fmla="*/ 2866908 w 13158797"/>
              <a:gd name="connsiteY61" fmla="*/ 8583681 h 9456078"/>
              <a:gd name="connsiteX62" fmla="*/ 2907329 w 13158797"/>
              <a:gd name="connsiteY62" fmla="*/ 8556295 h 9456078"/>
              <a:gd name="connsiteX63" fmla="*/ 2947500 w 13158797"/>
              <a:gd name="connsiteY63" fmla="*/ 8528517 h 9456078"/>
              <a:gd name="connsiteX64" fmla="*/ 2987419 w 13158797"/>
              <a:gd name="connsiteY64" fmla="*/ 8500351 h 9456078"/>
              <a:gd name="connsiteX65" fmla="*/ 3027083 w 13158797"/>
              <a:gd name="connsiteY65" fmla="*/ 8471796 h 9456078"/>
              <a:gd name="connsiteX66" fmla="*/ 3066489 w 13158797"/>
              <a:gd name="connsiteY66" fmla="*/ 8442854 h 9456078"/>
              <a:gd name="connsiteX67" fmla="*/ 3105634 w 13158797"/>
              <a:gd name="connsiteY67" fmla="*/ 8413528 h 9456078"/>
              <a:gd name="connsiteX68" fmla="*/ 3144515 w 13158797"/>
              <a:gd name="connsiteY68" fmla="*/ 8383818 h 9456078"/>
              <a:gd name="connsiteX69" fmla="*/ 3183129 w 13158797"/>
              <a:gd name="connsiteY69" fmla="*/ 8353726 h 9456078"/>
              <a:gd name="connsiteX70" fmla="*/ 3221473 w 13158797"/>
              <a:gd name="connsiteY70" fmla="*/ 8323253 h 9456078"/>
              <a:gd name="connsiteX71" fmla="*/ 3259544 w 13158797"/>
              <a:gd name="connsiteY71" fmla="*/ 8292401 h 9456078"/>
              <a:gd name="connsiteX72" fmla="*/ 3297339 w 13158797"/>
              <a:gd name="connsiteY72" fmla="*/ 8261172 h 9456078"/>
              <a:gd name="connsiteX73" fmla="*/ 3334854 w 13158797"/>
              <a:gd name="connsiteY73" fmla="*/ 8229566 h 9456078"/>
              <a:gd name="connsiteX74" fmla="*/ 3372087 w 13158797"/>
              <a:gd name="connsiteY74" fmla="*/ 8197585 h 9456078"/>
              <a:gd name="connsiteX75" fmla="*/ 3409035 w 13158797"/>
              <a:gd name="connsiteY75" fmla="*/ 8165232 h 9456078"/>
              <a:gd name="connsiteX76" fmla="*/ 3445695 w 13158797"/>
              <a:gd name="connsiteY76" fmla="*/ 8132507 h 9456078"/>
              <a:gd name="connsiteX77" fmla="*/ 3482064 w 13158797"/>
              <a:gd name="connsiteY77" fmla="*/ 8099411 h 9456078"/>
              <a:gd name="connsiteX78" fmla="*/ 3518139 w 13158797"/>
              <a:gd name="connsiteY78" fmla="*/ 8065947 h 9456078"/>
              <a:gd name="connsiteX79" fmla="*/ 3553916 w 13158797"/>
              <a:gd name="connsiteY79" fmla="*/ 8032115 h 9456078"/>
              <a:gd name="connsiteX80" fmla="*/ 3589393 w 13158797"/>
              <a:gd name="connsiteY80" fmla="*/ 7997918 h 9456078"/>
              <a:gd name="connsiteX81" fmla="*/ 3624567 w 13158797"/>
              <a:gd name="connsiteY81" fmla="*/ 7963356 h 9456078"/>
              <a:gd name="connsiteX82" fmla="*/ 3659435 w 13158797"/>
              <a:gd name="connsiteY82" fmla="*/ 7928432 h 9456078"/>
              <a:gd name="connsiteX83" fmla="*/ 3693994 w 13158797"/>
              <a:gd name="connsiteY83" fmla="*/ 7893146 h 9456078"/>
              <a:gd name="connsiteX84" fmla="*/ 3728240 w 13158797"/>
              <a:gd name="connsiteY84" fmla="*/ 7857501 h 9456078"/>
              <a:gd name="connsiteX85" fmla="*/ 3762171 w 13158797"/>
              <a:gd name="connsiteY85" fmla="*/ 7821497 h 9456078"/>
              <a:gd name="connsiteX86" fmla="*/ 3795783 w 13158797"/>
              <a:gd name="connsiteY86" fmla="*/ 7785136 h 9456078"/>
              <a:gd name="connsiteX87" fmla="*/ 3829075 w 13158797"/>
              <a:gd name="connsiteY87" fmla="*/ 7748420 h 9456078"/>
              <a:gd name="connsiteX88" fmla="*/ 3862042 w 13158797"/>
              <a:gd name="connsiteY88" fmla="*/ 7711350 h 9456078"/>
              <a:gd name="connsiteX89" fmla="*/ 3894682 w 13158797"/>
              <a:gd name="connsiteY89" fmla="*/ 7673928 h 9456078"/>
              <a:gd name="connsiteX90" fmla="*/ 3926991 w 13158797"/>
              <a:gd name="connsiteY90" fmla="*/ 7636155 h 9456078"/>
              <a:gd name="connsiteX91" fmla="*/ 3958967 w 13158797"/>
              <a:gd name="connsiteY91" fmla="*/ 7598032 h 9456078"/>
              <a:gd name="connsiteX92" fmla="*/ 3990607 w 13158797"/>
              <a:gd name="connsiteY92" fmla="*/ 7559561 h 9456078"/>
              <a:gd name="connsiteX93" fmla="*/ 4021907 w 13158797"/>
              <a:gd name="connsiteY93" fmla="*/ 7520744 h 9456078"/>
              <a:gd name="connsiteX94" fmla="*/ 4052865 w 13158797"/>
              <a:gd name="connsiteY94" fmla="*/ 7481582 h 9456078"/>
              <a:gd name="connsiteX95" fmla="*/ 4083478 w 13158797"/>
              <a:gd name="connsiteY95" fmla="*/ 7442077 h 9456078"/>
              <a:gd name="connsiteX96" fmla="*/ 8022311 w 13158797"/>
              <a:gd name="connsiteY96" fmla="*/ 2307814 h 9456078"/>
              <a:gd name="connsiteX97" fmla="*/ 8052902 w 13158797"/>
              <a:gd name="connsiteY97" fmla="*/ 2268285 h 9456078"/>
              <a:gd name="connsiteX98" fmla="*/ 8083796 w 13158797"/>
              <a:gd name="connsiteY98" fmla="*/ 2229056 h 9456078"/>
              <a:gd name="connsiteX99" fmla="*/ 8114989 w 13158797"/>
              <a:gd name="connsiteY99" fmla="*/ 2190127 h 9456078"/>
              <a:gd name="connsiteX100" fmla="*/ 8146479 w 13158797"/>
              <a:gd name="connsiteY100" fmla="*/ 2151500 h 9456078"/>
              <a:gd name="connsiteX101" fmla="*/ 8178264 w 13158797"/>
              <a:gd name="connsiteY101" fmla="*/ 2113176 h 9456078"/>
              <a:gd name="connsiteX102" fmla="*/ 8210341 w 13158797"/>
              <a:gd name="connsiteY102" fmla="*/ 2075157 h 9456078"/>
              <a:gd name="connsiteX103" fmla="*/ 8242709 w 13158797"/>
              <a:gd name="connsiteY103" fmla="*/ 2037442 h 9456078"/>
              <a:gd name="connsiteX104" fmla="*/ 8275365 w 13158797"/>
              <a:gd name="connsiteY104" fmla="*/ 2000034 h 9456078"/>
              <a:gd name="connsiteX105" fmla="*/ 8308307 w 13158797"/>
              <a:gd name="connsiteY105" fmla="*/ 1962934 h 9456078"/>
              <a:gd name="connsiteX106" fmla="*/ 8341532 w 13158797"/>
              <a:gd name="connsiteY106" fmla="*/ 1926142 h 9456078"/>
              <a:gd name="connsiteX107" fmla="*/ 8375038 w 13158797"/>
              <a:gd name="connsiteY107" fmla="*/ 1889660 h 9456078"/>
              <a:gd name="connsiteX108" fmla="*/ 8408823 w 13158797"/>
              <a:gd name="connsiteY108" fmla="*/ 1853489 h 9456078"/>
              <a:gd name="connsiteX109" fmla="*/ 8442885 w 13158797"/>
              <a:gd name="connsiteY109" fmla="*/ 1817630 h 9456078"/>
              <a:gd name="connsiteX110" fmla="*/ 8477221 w 13158797"/>
              <a:gd name="connsiteY110" fmla="*/ 1782084 h 9456078"/>
              <a:gd name="connsiteX111" fmla="*/ 8511829 w 13158797"/>
              <a:gd name="connsiteY111" fmla="*/ 1746853 h 9456078"/>
              <a:gd name="connsiteX112" fmla="*/ 8546706 w 13158797"/>
              <a:gd name="connsiteY112" fmla="*/ 1711937 h 9456078"/>
              <a:gd name="connsiteX113" fmla="*/ 8581851 w 13158797"/>
              <a:gd name="connsiteY113" fmla="*/ 1677337 h 9456078"/>
              <a:gd name="connsiteX114" fmla="*/ 8617261 w 13158797"/>
              <a:gd name="connsiteY114" fmla="*/ 1643056 h 9456078"/>
              <a:gd name="connsiteX115" fmla="*/ 8652934 w 13158797"/>
              <a:gd name="connsiteY115" fmla="*/ 1609093 h 9456078"/>
              <a:gd name="connsiteX116" fmla="*/ 8688867 w 13158797"/>
              <a:gd name="connsiteY116" fmla="*/ 1575450 h 9456078"/>
              <a:gd name="connsiteX117" fmla="*/ 8725058 w 13158797"/>
              <a:gd name="connsiteY117" fmla="*/ 1542128 h 9456078"/>
              <a:gd name="connsiteX118" fmla="*/ 8761506 w 13158797"/>
              <a:gd name="connsiteY118" fmla="*/ 1509129 h 9456078"/>
              <a:gd name="connsiteX119" fmla="*/ 8798207 w 13158797"/>
              <a:gd name="connsiteY119" fmla="*/ 1476452 h 9456078"/>
              <a:gd name="connsiteX120" fmla="*/ 8835159 w 13158797"/>
              <a:gd name="connsiteY120" fmla="*/ 1444101 h 9456078"/>
              <a:gd name="connsiteX121" fmla="*/ 8872360 w 13158797"/>
              <a:gd name="connsiteY121" fmla="*/ 1412075 h 9456078"/>
              <a:gd name="connsiteX122" fmla="*/ 8909808 w 13158797"/>
              <a:gd name="connsiteY122" fmla="*/ 1380375 h 9456078"/>
              <a:gd name="connsiteX123" fmla="*/ 8947501 w 13158797"/>
              <a:gd name="connsiteY123" fmla="*/ 1349004 h 9456078"/>
              <a:gd name="connsiteX124" fmla="*/ 8985435 w 13158797"/>
              <a:gd name="connsiteY124" fmla="*/ 1317962 h 9456078"/>
              <a:gd name="connsiteX125" fmla="*/ 9023610 w 13158797"/>
              <a:gd name="connsiteY125" fmla="*/ 1287250 h 9456078"/>
              <a:gd name="connsiteX126" fmla="*/ 9062022 w 13158797"/>
              <a:gd name="connsiteY126" fmla="*/ 1256869 h 9456078"/>
              <a:gd name="connsiteX127" fmla="*/ 9100669 w 13158797"/>
              <a:gd name="connsiteY127" fmla="*/ 1226820 h 9456078"/>
              <a:gd name="connsiteX128" fmla="*/ 9139549 w 13158797"/>
              <a:gd name="connsiteY128" fmla="*/ 1197105 h 9456078"/>
              <a:gd name="connsiteX129" fmla="*/ 9178660 w 13158797"/>
              <a:gd name="connsiteY129" fmla="*/ 1167725 h 9456078"/>
              <a:gd name="connsiteX130" fmla="*/ 9217999 w 13158797"/>
              <a:gd name="connsiteY130" fmla="*/ 1138681 h 9456078"/>
              <a:gd name="connsiteX131" fmla="*/ 9257564 w 13158797"/>
              <a:gd name="connsiteY131" fmla="*/ 1109974 h 9456078"/>
              <a:gd name="connsiteX132" fmla="*/ 9297353 w 13158797"/>
              <a:gd name="connsiteY132" fmla="*/ 1081604 h 9456078"/>
              <a:gd name="connsiteX133" fmla="*/ 9337364 w 13158797"/>
              <a:gd name="connsiteY133" fmla="*/ 1053574 h 9456078"/>
              <a:gd name="connsiteX134" fmla="*/ 9377594 w 13158797"/>
              <a:gd name="connsiteY134" fmla="*/ 1025884 h 9456078"/>
              <a:gd name="connsiteX135" fmla="*/ 9418040 w 13158797"/>
              <a:gd name="connsiteY135" fmla="*/ 998536 h 9456078"/>
              <a:gd name="connsiteX136" fmla="*/ 9458702 w 13158797"/>
              <a:gd name="connsiteY136" fmla="*/ 971530 h 9456078"/>
              <a:gd name="connsiteX137" fmla="*/ 9499575 w 13158797"/>
              <a:gd name="connsiteY137" fmla="*/ 944868 h 9456078"/>
              <a:gd name="connsiteX138" fmla="*/ 9540659 w 13158797"/>
              <a:gd name="connsiteY138" fmla="*/ 918551 h 9456078"/>
              <a:gd name="connsiteX139" fmla="*/ 9581950 w 13158797"/>
              <a:gd name="connsiteY139" fmla="*/ 892580 h 9456078"/>
              <a:gd name="connsiteX140" fmla="*/ 9623447 w 13158797"/>
              <a:gd name="connsiteY140" fmla="*/ 866956 h 9456078"/>
              <a:gd name="connsiteX141" fmla="*/ 9665147 w 13158797"/>
              <a:gd name="connsiteY141" fmla="*/ 841681 h 9456078"/>
              <a:gd name="connsiteX142" fmla="*/ 9707048 w 13158797"/>
              <a:gd name="connsiteY142" fmla="*/ 816754 h 9456078"/>
              <a:gd name="connsiteX143" fmla="*/ 9749147 w 13158797"/>
              <a:gd name="connsiteY143" fmla="*/ 792179 h 9456078"/>
              <a:gd name="connsiteX144" fmla="*/ 9791443 w 13158797"/>
              <a:gd name="connsiteY144" fmla="*/ 767955 h 9456078"/>
              <a:gd name="connsiteX145" fmla="*/ 9833932 w 13158797"/>
              <a:gd name="connsiteY145" fmla="*/ 744083 h 9456078"/>
              <a:gd name="connsiteX146" fmla="*/ 9876613 w 13158797"/>
              <a:gd name="connsiteY146" fmla="*/ 720566 h 9456078"/>
              <a:gd name="connsiteX147" fmla="*/ 9919484 w 13158797"/>
              <a:gd name="connsiteY147" fmla="*/ 697404 h 9456078"/>
              <a:gd name="connsiteX148" fmla="*/ 9962542 w 13158797"/>
              <a:gd name="connsiteY148" fmla="*/ 674598 h 9456078"/>
              <a:gd name="connsiteX149" fmla="*/ 10005784 w 13158797"/>
              <a:gd name="connsiteY149" fmla="*/ 652149 h 9456078"/>
              <a:gd name="connsiteX150" fmla="*/ 10049209 w 13158797"/>
              <a:gd name="connsiteY150" fmla="*/ 630059 h 9456078"/>
              <a:gd name="connsiteX151" fmla="*/ 10092814 w 13158797"/>
              <a:gd name="connsiteY151" fmla="*/ 608328 h 9456078"/>
              <a:gd name="connsiteX152" fmla="*/ 10136597 w 13158797"/>
              <a:gd name="connsiteY152" fmla="*/ 586958 h 9456078"/>
              <a:gd name="connsiteX153" fmla="*/ 10180556 w 13158797"/>
              <a:gd name="connsiteY153" fmla="*/ 565950 h 9456078"/>
              <a:gd name="connsiteX154" fmla="*/ 10224688 w 13158797"/>
              <a:gd name="connsiteY154" fmla="*/ 545304 h 9456078"/>
              <a:gd name="connsiteX155" fmla="*/ 10268991 w 13158797"/>
              <a:gd name="connsiteY155" fmla="*/ 525023 h 9456078"/>
              <a:gd name="connsiteX156" fmla="*/ 10313463 w 13158797"/>
              <a:gd name="connsiteY156" fmla="*/ 505107 h 9456078"/>
              <a:gd name="connsiteX157" fmla="*/ 10358101 w 13158797"/>
              <a:gd name="connsiteY157" fmla="*/ 485558 h 9456078"/>
              <a:gd name="connsiteX158" fmla="*/ 10402903 w 13158797"/>
              <a:gd name="connsiteY158" fmla="*/ 466376 h 9456078"/>
              <a:gd name="connsiteX159" fmla="*/ 10447868 w 13158797"/>
              <a:gd name="connsiteY159" fmla="*/ 447563 h 9456078"/>
              <a:gd name="connsiteX160" fmla="*/ 10492991 w 13158797"/>
              <a:gd name="connsiteY160" fmla="*/ 429119 h 9456078"/>
              <a:gd name="connsiteX161" fmla="*/ 10538272 w 13158797"/>
              <a:gd name="connsiteY161" fmla="*/ 411046 h 9456078"/>
              <a:gd name="connsiteX162" fmla="*/ 10583708 w 13158797"/>
              <a:gd name="connsiteY162" fmla="*/ 393346 h 9456078"/>
              <a:gd name="connsiteX163" fmla="*/ 10629297 w 13158797"/>
              <a:gd name="connsiteY163" fmla="*/ 376018 h 9456078"/>
              <a:gd name="connsiteX164" fmla="*/ 10675036 w 13158797"/>
              <a:gd name="connsiteY164" fmla="*/ 359065 h 9456078"/>
              <a:gd name="connsiteX165" fmla="*/ 10720923 w 13158797"/>
              <a:gd name="connsiteY165" fmla="*/ 342487 h 9456078"/>
              <a:gd name="connsiteX166" fmla="*/ 10766956 w 13158797"/>
              <a:gd name="connsiteY166" fmla="*/ 326286 h 9456078"/>
              <a:gd name="connsiteX167" fmla="*/ 10813132 w 13158797"/>
              <a:gd name="connsiteY167" fmla="*/ 310462 h 9456078"/>
              <a:gd name="connsiteX168" fmla="*/ 10859450 w 13158797"/>
              <a:gd name="connsiteY168" fmla="*/ 295018 h 9456078"/>
              <a:gd name="connsiteX169" fmla="*/ 10905907 w 13158797"/>
              <a:gd name="connsiteY169" fmla="*/ 279953 h 9456078"/>
              <a:gd name="connsiteX170" fmla="*/ 10952500 w 13158797"/>
              <a:gd name="connsiteY170" fmla="*/ 265269 h 9456078"/>
              <a:gd name="connsiteX171" fmla="*/ 10999227 w 13158797"/>
              <a:gd name="connsiteY171" fmla="*/ 250968 h 9456078"/>
              <a:gd name="connsiteX172" fmla="*/ 11046087 w 13158797"/>
              <a:gd name="connsiteY172" fmla="*/ 237049 h 9456078"/>
              <a:gd name="connsiteX173" fmla="*/ 11093076 w 13158797"/>
              <a:gd name="connsiteY173" fmla="*/ 223516 h 9456078"/>
              <a:gd name="connsiteX174" fmla="*/ 11140193 w 13158797"/>
              <a:gd name="connsiteY174" fmla="*/ 210368 h 9456078"/>
              <a:gd name="connsiteX175" fmla="*/ 11187434 w 13158797"/>
              <a:gd name="connsiteY175" fmla="*/ 197606 h 9456078"/>
              <a:gd name="connsiteX176" fmla="*/ 11234799 w 13158797"/>
              <a:gd name="connsiteY176" fmla="*/ 185233 h 9456078"/>
              <a:gd name="connsiteX177" fmla="*/ 11282284 w 13158797"/>
              <a:gd name="connsiteY177" fmla="*/ 173248 h 9456078"/>
              <a:gd name="connsiteX178" fmla="*/ 11329888 w 13158797"/>
              <a:gd name="connsiteY178" fmla="*/ 161654 h 9456078"/>
              <a:gd name="connsiteX179" fmla="*/ 11377607 w 13158797"/>
              <a:gd name="connsiteY179" fmla="*/ 150451 h 9456078"/>
              <a:gd name="connsiteX180" fmla="*/ 11425440 w 13158797"/>
              <a:gd name="connsiteY180" fmla="*/ 139640 h 9456078"/>
              <a:gd name="connsiteX181" fmla="*/ 11473385 w 13158797"/>
              <a:gd name="connsiteY181" fmla="*/ 129223 h 9456078"/>
              <a:gd name="connsiteX182" fmla="*/ 11521439 w 13158797"/>
              <a:gd name="connsiteY182" fmla="*/ 119201 h 9456078"/>
              <a:gd name="connsiteX183" fmla="*/ 11569599 w 13158797"/>
              <a:gd name="connsiteY183" fmla="*/ 109574 h 9456078"/>
              <a:gd name="connsiteX184" fmla="*/ 11617864 w 13158797"/>
              <a:gd name="connsiteY184" fmla="*/ 100344 h 9456078"/>
              <a:gd name="connsiteX185" fmla="*/ 11666231 w 13158797"/>
              <a:gd name="connsiteY185" fmla="*/ 91512 h 9456078"/>
              <a:gd name="connsiteX186" fmla="*/ 11714698 w 13158797"/>
              <a:gd name="connsiteY186" fmla="*/ 83080 h 9456078"/>
              <a:gd name="connsiteX187" fmla="*/ 11763263 w 13158797"/>
              <a:gd name="connsiteY187" fmla="*/ 75047 h 9456078"/>
              <a:gd name="connsiteX188" fmla="*/ 11811923 w 13158797"/>
              <a:gd name="connsiteY188" fmla="*/ 67417 h 9456078"/>
              <a:gd name="connsiteX189" fmla="*/ 11860676 w 13158797"/>
              <a:gd name="connsiteY189" fmla="*/ 60188 h 9456078"/>
              <a:gd name="connsiteX190" fmla="*/ 11909519 w 13158797"/>
              <a:gd name="connsiteY190" fmla="*/ 53364 h 9456078"/>
              <a:gd name="connsiteX191" fmla="*/ 11958451 w 13158797"/>
              <a:gd name="connsiteY191" fmla="*/ 46944 h 9456078"/>
              <a:gd name="connsiteX192" fmla="*/ 12007470 w 13158797"/>
              <a:gd name="connsiteY192" fmla="*/ 40931 h 9456078"/>
              <a:gd name="connsiteX193" fmla="*/ 12056572 w 13158797"/>
              <a:gd name="connsiteY193" fmla="*/ 35324 h 9456078"/>
              <a:gd name="connsiteX194" fmla="*/ 12105756 w 13158797"/>
              <a:gd name="connsiteY194" fmla="*/ 30126 h 9456078"/>
              <a:gd name="connsiteX195" fmla="*/ 12155019 w 13158797"/>
              <a:gd name="connsiteY195" fmla="*/ 25337 h 9456078"/>
              <a:gd name="connsiteX196" fmla="*/ 12204359 w 13158797"/>
              <a:gd name="connsiteY196" fmla="*/ 20958 h 9456078"/>
              <a:gd name="connsiteX197" fmla="*/ 12253773 w 13158797"/>
              <a:gd name="connsiteY197" fmla="*/ 16991 h 9456078"/>
              <a:gd name="connsiteX198" fmla="*/ 12303260 w 13158797"/>
              <a:gd name="connsiteY198" fmla="*/ 13437 h 9456078"/>
              <a:gd name="connsiteX199" fmla="*/ 12352818 w 13158797"/>
              <a:gd name="connsiteY199" fmla="*/ 10297 h 9456078"/>
              <a:gd name="connsiteX200" fmla="*/ 12402443 w 13158797"/>
              <a:gd name="connsiteY200" fmla="*/ 7572 h 9456078"/>
              <a:gd name="connsiteX201" fmla="*/ 12452133 w 13158797"/>
              <a:gd name="connsiteY201" fmla="*/ 5263 h 9456078"/>
              <a:gd name="connsiteX202" fmla="*/ 12501887 w 13158797"/>
              <a:gd name="connsiteY202" fmla="*/ 3371 h 9456078"/>
              <a:gd name="connsiteX203" fmla="*/ 12551701 w 13158797"/>
              <a:gd name="connsiteY203" fmla="*/ 1898 h 9456078"/>
              <a:gd name="connsiteX204" fmla="*/ 12601574 w 13158797"/>
              <a:gd name="connsiteY204" fmla="*/ 844 h 9456078"/>
              <a:gd name="connsiteX205" fmla="*/ 12651504 w 13158797"/>
              <a:gd name="connsiteY205" fmla="*/ 211 h 9456078"/>
              <a:gd name="connsiteX206" fmla="*/ 12701487 w 13158797"/>
              <a:gd name="connsiteY206" fmla="*/ 0 h 9456078"/>
              <a:gd name="connsiteX207" fmla="*/ 13158798 w 13158797"/>
              <a:gd name="connsiteY207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98870 w 13158799"/>
              <a:gd name="connsiteY5" fmla="*/ 9447409 h 9456078"/>
              <a:gd name="connsiteX6" fmla="*/ 348429 w 13158799"/>
              <a:gd name="connsiteY6" fmla="*/ 9444290 h 9456078"/>
              <a:gd name="connsiteX7" fmla="*/ 397907 w 13158799"/>
              <a:gd name="connsiteY7" fmla="*/ 9440698 h 9456078"/>
              <a:gd name="connsiteX8" fmla="*/ 447302 w 13158799"/>
              <a:gd name="connsiteY8" fmla="*/ 9436632 h 9456078"/>
              <a:gd name="connsiteX9" fmla="*/ 496610 w 13158799"/>
              <a:gd name="connsiteY9" fmla="*/ 9432096 h 9456078"/>
              <a:gd name="connsiteX10" fmla="*/ 545829 w 13158799"/>
              <a:gd name="connsiteY10" fmla="*/ 9427089 h 9456078"/>
              <a:gd name="connsiteX11" fmla="*/ 594956 w 13158799"/>
              <a:gd name="connsiteY11" fmla="*/ 9421615 h 9456078"/>
              <a:gd name="connsiteX12" fmla="*/ 643987 w 13158799"/>
              <a:gd name="connsiteY12" fmla="*/ 9415673 h 9456078"/>
              <a:gd name="connsiteX13" fmla="*/ 692920 w 13158799"/>
              <a:gd name="connsiteY13" fmla="*/ 9409267 h 9456078"/>
              <a:gd name="connsiteX14" fmla="*/ 741751 w 13158799"/>
              <a:gd name="connsiteY14" fmla="*/ 9402396 h 9456078"/>
              <a:gd name="connsiteX15" fmla="*/ 790478 w 13158799"/>
              <a:gd name="connsiteY15" fmla="*/ 9395063 h 9456078"/>
              <a:gd name="connsiteX16" fmla="*/ 839098 w 13158799"/>
              <a:gd name="connsiteY16" fmla="*/ 9387270 h 9456078"/>
              <a:gd name="connsiteX17" fmla="*/ 887607 w 13158799"/>
              <a:gd name="connsiteY17" fmla="*/ 9379017 h 9456078"/>
              <a:gd name="connsiteX18" fmla="*/ 936002 w 13158799"/>
              <a:gd name="connsiteY18" fmla="*/ 9370306 h 9456078"/>
              <a:gd name="connsiteX19" fmla="*/ 984281 w 13158799"/>
              <a:gd name="connsiteY19" fmla="*/ 9361139 h 9456078"/>
              <a:gd name="connsiteX20" fmla="*/ 1032440 w 13158799"/>
              <a:gd name="connsiteY20" fmla="*/ 9351517 h 9456078"/>
              <a:gd name="connsiteX21" fmla="*/ 1080477 w 13158799"/>
              <a:gd name="connsiteY21" fmla="*/ 9341441 h 9456078"/>
              <a:gd name="connsiteX22" fmla="*/ 1176172 w 13158799"/>
              <a:gd name="connsiteY22" fmla="*/ 9319936 h 9456078"/>
              <a:gd name="connsiteX23" fmla="*/ 1223823 w 13158799"/>
              <a:gd name="connsiteY23" fmla="*/ 9308509 h 9456078"/>
              <a:gd name="connsiteX24" fmla="*/ 1271339 w 13158799"/>
              <a:gd name="connsiteY24" fmla="*/ 9296635 h 9456078"/>
              <a:gd name="connsiteX25" fmla="*/ 1318719 w 13158799"/>
              <a:gd name="connsiteY25" fmla="*/ 9284315 h 9456078"/>
              <a:gd name="connsiteX26" fmla="*/ 1365957 w 13158799"/>
              <a:gd name="connsiteY26" fmla="*/ 9271550 h 9456078"/>
              <a:gd name="connsiteX27" fmla="*/ 1413052 w 13158799"/>
              <a:gd name="connsiteY27" fmla="*/ 9258342 h 9456078"/>
              <a:gd name="connsiteX28" fmla="*/ 1460000 w 13158799"/>
              <a:gd name="connsiteY28" fmla="*/ 9244693 h 9456078"/>
              <a:gd name="connsiteX29" fmla="*/ 1506799 w 13158799"/>
              <a:gd name="connsiteY29" fmla="*/ 9230604 h 9456078"/>
              <a:gd name="connsiteX30" fmla="*/ 1553445 w 13158799"/>
              <a:gd name="connsiteY30" fmla="*/ 9216076 h 9456078"/>
              <a:gd name="connsiteX31" fmla="*/ 1599935 w 13158799"/>
              <a:gd name="connsiteY31" fmla="*/ 9201111 h 9456078"/>
              <a:gd name="connsiteX32" fmla="*/ 1646267 w 13158799"/>
              <a:gd name="connsiteY32" fmla="*/ 9185710 h 9456078"/>
              <a:gd name="connsiteX33" fmla="*/ 1692437 w 13158799"/>
              <a:gd name="connsiteY33" fmla="*/ 9169876 h 9456078"/>
              <a:gd name="connsiteX34" fmla="*/ 1738442 w 13158799"/>
              <a:gd name="connsiteY34" fmla="*/ 9153608 h 9456078"/>
              <a:gd name="connsiteX35" fmla="*/ 1784280 w 13158799"/>
              <a:gd name="connsiteY35" fmla="*/ 9136910 h 9456078"/>
              <a:gd name="connsiteX36" fmla="*/ 1829947 w 13158799"/>
              <a:gd name="connsiteY36" fmla="*/ 9119782 h 9456078"/>
              <a:gd name="connsiteX37" fmla="*/ 1875440 w 13158799"/>
              <a:gd name="connsiteY37" fmla="*/ 9102226 h 9456078"/>
              <a:gd name="connsiteX38" fmla="*/ 1920756 w 13158799"/>
              <a:gd name="connsiteY38" fmla="*/ 9084243 h 9456078"/>
              <a:gd name="connsiteX39" fmla="*/ 1965893 w 13158799"/>
              <a:gd name="connsiteY39" fmla="*/ 9065835 h 9456078"/>
              <a:gd name="connsiteX40" fmla="*/ 2010847 w 13158799"/>
              <a:gd name="connsiteY40" fmla="*/ 9047004 h 9456078"/>
              <a:gd name="connsiteX41" fmla="*/ 2055615 w 13158799"/>
              <a:gd name="connsiteY41" fmla="*/ 9027750 h 9456078"/>
              <a:gd name="connsiteX42" fmla="*/ 2100195 w 13158799"/>
              <a:gd name="connsiteY42" fmla="*/ 9008075 h 9456078"/>
              <a:gd name="connsiteX43" fmla="*/ 2144582 w 13158799"/>
              <a:gd name="connsiteY43" fmla="*/ 8987981 h 9456078"/>
              <a:gd name="connsiteX44" fmla="*/ 2188775 w 13158799"/>
              <a:gd name="connsiteY44" fmla="*/ 8967470 h 9456078"/>
              <a:gd name="connsiteX45" fmla="*/ 2232770 w 13158799"/>
              <a:gd name="connsiteY45" fmla="*/ 8946542 h 9456078"/>
              <a:gd name="connsiteX46" fmla="*/ 2276564 w 13158799"/>
              <a:gd name="connsiteY46" fmla="*/ 8925199 h 9456078"/>
              <a:gd name="connsiteX47" fmla="*/ 2320154 w 13158799"/>
              <a:gd name="connsiteY47" fmla="*/ 8903443 h 9456078"/>
              <a:gd name="connsiteX48" fmla="*/ 2363538 w 13158799"/>
              <a:gd name="connsiteY48" fmla="*/ 8881275 h 9456078"/>
              <a:gd name="connsiteX49" fmla="*/ 2406711 w 13158799"/>
              <a:gd name="connsiteY49" fmla="*/ 8858697 h 9456078"/>
              <a:gd name="connsiteX50" fmla="*/ 2449672 w 13158799"/>
              <a:gd name="connsiteY50" fmla="*/ 8835710 h 9456078"/>
              <a:gd name="connsiteX51" fmla="*/ 2492417 w 13158799"/>
              <a:gd name="connsiteY51" fmla="*/ 8812316 h 9456078"/>
              <a:gd name="connsiteX52" fmla="*/ 2534943 w 13158799"/>
              <a:gd name="connsiteY52" fmla="*/ 8788516 h 9456078"/>
              <a:gd name="connsiteX53" fmla="*/ 2577247 w 13158799"/>
              <a:gd name="connsiteY53" fmla="*/ 8764311 h 9456078"/>
              <a:gd name="connsiteX54" fmla="*/ 2619326 w 13158799"/>
              <a:gd name="connsiteY54" fmla="*/ 8739704 h 9456078"/>
              <a:gd name="connsiteX55" fmla="*/ 2661177 w 13158799"/>
              <a:gd name="connsiteY55" fmla="*/ 8714695 h 9456078"/>
              <a:gd name="connsiteX56" fmla="*/ 2702797 w 13158799"/>
              <a:gd name="connsiteY56" fmla="*/ 8689286 h 9456078"/>
              <a:gd name="connsiteX57" fmla="*/ 2744183 w 13158799"/>
              <a:gd name="connsiteY57" fmla="*/ 8663479 h 9456078"/>
              <a:gd name="connsiteX58" fmla="*/ 2785333 w 13158799"/>
              <a:gd name="connsiteY58" fmla="*/ 8637274 h 9456078"/>
              <a:gd name="connsiteX59" fmla="*/ 2826242 w 13158799"/>
              <a:gd name="connsiteY59" fmla="*/ 8610675 h 9456078"/>
              <a:gd name="connsiteX60" fmla="*/ 2866908 w 13158799"/>
              <a:gd name="connsiteY60" fmla="*/ 8583681 h 9456078"/>
              <a:gd name="connsiteX61" fmla="*/ 2907329 w 13158799"/>
              <a:gd name="connsiteY61" fmla="*/ 8556295 h 9456078"/>
              <a:gd name="connsiteX62" fmla="*/ 2947500 w 13158799"/>
              <a:gd name="connsiteY62" fmla="*/ 8528517 h 9456078"/>
              <a:gd name="connsiteX63" fmla="*/ 2987419 w 13158799"/>
              <a:gd name="connsiteY63" fmla="*/ 8500351 h 9456078"/>
              <a:gd name="connsiteX64" fmla="*/ 3027083 w 13158799"/>
              <a:gd name="connsiteY64" fmla="*/ 8471796 h 9456078"/>
              <a:gd name="connsiteX65" fmla="*/ 3066489 w 13158799"/>
              <a:gd name="connsiteY65" fmla="*/ 8442854 h 9456078"/>
              <a:gd name="connsiteX66" fmla="*/ 3105634 w 13158799"/>
              <a:gd name="connsiteY66" fmla="*/ 8413528 h 9456078"/>
              <a:gd name="connsiteX67" fmla="*/ 3144515 w 13158799"/>
              <a:gd name="connsiteY67" fmla="*/ 8383818 h 9456078"/>
              <a:gd name="connsiteX68" fmla="*/ 3183129 w 13158799"/>
              <a:gd name="connsiteY68" fmla="*/ 8353726 h 9456078"/>
              <a:gd name="connsiteX69" fmla="*/ 3221473 w 13158799"/>
              <a:gd name="connsiteY69" fmla="*/ 8323253 h 9456078"/>
              <a:gd name="connsiteX70" fmla="*/ 3259544 w 13158799"/>
              <a:gd name="connsiteY70" fmla="*/ 8292401 h 9456078"/>
              <a:gd name="connsiteX71" fmla="*/ 3297339 w 13158799"/>
              <a:gd name="connsiteY71" fmla="*/ 8261172 h 9456078"/>
              <a:gd name="connsiteX72" fmla="*/ 3334854 w 13158799"/>
              <a:gd name="connsiteY72" fmla="*/ 8229566 h 9456078"/>
              <a:gd name="connsiteX73" fmla="*/ 3372087 w 13158799"/>
              <a:gd name="connsiteY73" fmla="*/ 8197585 h 9456078"/>
              <a:gd name="connsiteX74" fmla="*/ 3409035 w 13158799"/>
              <a:gd name="connsiteY74" fmla="*/ 8165232 h 9456078"/>
              <a:gd name="connsiteX75" fmla="*/ 3445695 w 13158799"/>
              <a:gd name="connsiteY75" fmla="*/ 8132507 h 9456078"/>
              <a:gd name="connsiteX76" fmla="*/ 3482064 w 13158799"/>
              <a:gd name="connsiteY76" fmla="*/ 8099411 h 9456078"/>
              <a:gd name="connsiteX77" fmla="*/ 3518139 w 13158799"/>
              <a:gd name="connsiteY77" fmla="*/ 8065947 h 9456078"/>
              <a:gd name="connsiteX78" fmla="*/ 3553916 w 13158799"/>
              <a:gd name="connsiteY78" fmla="*/ 8032115 h 9456078"/>
              <a:gd name="connsiteX79" fmla="*/ 3589393 w 13158799"/>
              <a:gd name="connsiteY79" fmla="*/ 7997918 h 9456078"/>
              <a:gd name="connsiteX80" fmla="*/ 3624567 w 13158799"/>
              <a:gd name="connsiteY80" fmla="*/ 7963356 h 9456078"/>
              <a:gd name="connsiteX81" fmla="*/ 3659435 w 13158799"/>
              <a:gd name="connsiteY81" fmla="*/ 7928432 h 9456078"/>
              <a:gd name="connsiteX82" fmla="*/ 3693994 w 13158799"/>
              <a:gd name="connsiteY82" fmla="*/ 7893146 h 9456078"/>
              <a:gd name="connsiteX83" fmla="*/ 3728240 w 13158799"/>
              <a:gd name="connsiteY83" fmla="*/ 7857501 h 9456078"/>
              <a:gd name="connsiteX84" fmla="*/ 3762171 w 13158799"/>
              <a:gd name="connsiteY84" fmla="*/ 7821497 h 9456078"/>
              <a:gd name="connsiteX85" fmla="*/ 3795783 w 13158799"/>
              <a:gd name="connsiteY85" fmla="*/ 7785136 h 9456078"/>
              <a:gd name="connsiteX86" fmla="*/ 3829075 w 13158799"/>
              <a:gd name="connsiteY86" fmla="*/ 7748420 h 9456078"/>
              <a:gd name="connsiteX87" fmla="*/ 3862042 w 13158799"/>
              <a:gd name="connsiteY87" fmla="*/ 7711350 h 9456078"/>
              <a:gd name="connsiteX88" fmla="*/ 3894682 w 13158799"/>
              <a:gd name="connsiteY88" fmla="*/ 7673928 h 9456078"/>
              <a:gd name="connsiteX89" fmla="*/ 3926991 w 13158799"/>
              <a:gd name="connsiteY89" fmla="*/ 7636155 h 9456078"/>
              <a:gd name="connsiteX90" fmla="*/ 3958967 w 13158799"/>
              <a:gd name="connsiteY90" fmla="*/ 7598032 h 9456078"/>
              <a:gd name="connsiteX91" fmla="*/ 3990607 w 13158799"/>
              <a:gd name="connsiteY91" fmla="*/ 7559561 h 9456078"/>
              <a:gd name="connsiteX92" fmla="*/ 4021907 w 13158799"/>
              <a:gd name="connsiteY92" fmla="*/ 7520744 h 9456078"/>
              <a:gd name="connsiteX93" fmla="*/ 4052865 w 13158799"/>
              <a:gd name="connsiteY93" fmla="*/ 7481582 h 9456078"/>
              <a:gd name="connsiteX94" fmla="*/ 4083478 w 13158799"/>
              <a:gd name="connsiteY94" fmla="*/ 7442077 h 9456078"/>
              <a:gd name="connsiteX95" fmla="*/ 8022311 w 13158799"/>
              <a:gd name="connsiteY95" fmla="*/ 2307814 h 9456078"/>
              <a:gd name="connsiteX96" fmla="*/ 8052902 w 13158799"/>
              <a:gd name="connsiteY96" fmla="*/ 2268285 h 9456078"/>
              <a:gd name="connsiteX97" fmla="*/ 8083796 w 13158799"/>
              <a:gd name="connsiteY97" fmla="*/ 2229056 h 9456078"/>
              <a:gd name="connsiteX98" fmla="*/ 8114989 w 13158799"/>
              <a:gd name="connsiteY98" fmla="*/ 2190127 h 9456078"/>
              <a:gd name="connsiteX99" fmla="*/ 8146479 w 13158799"/>
              <a:gd name="connsiteY99" fmla="*/ 2151500 h 9456078"/>
              <a:gd name="connsiteX100" fmla="*/ 8178264 w 13158799"/>
              <a:gd name="connsiteY100" fmla="*/ 2113176 h 9456078"/>
              <a:gd name="connsiteX101" fmla="*/ 8210341 w 13158799"/>
              <a:gd name="connsiteY101" fmla="*/ 2075157 h 9456078"/>
              <a:gd name="connsiteX102" fmla="*/ 8242709 w 13158799"/>
              <a:gd name="connsiteY102" fmla="*/ 2037442 h 9456078"/>
              <a:gd name="connsiteX103" fmla="*/ 8275365 w 13158799"/>
              <a:gd name="connsiteY103" fmla="*/ 2000034 h 9456078"/>
              <a:gd name="connsiteX104" fmla="*/ 8308307 w 13158799"/>
              <a:gd name="connsiteY104" fmla="*/ 1962934 h 9456078"/>
              <a:gd name="connsiteX105" fmla="*/ 8341532 w 13158799"/>
              <a:gd name="connsiteY105" fmla="*/ 1926142 h 9456078"/>
              <a:gd name="connsiteX106" fmla="*/ 8375038 w 13158799"/>
              <a:gd name="connsiteY106" fmla="*/ 1889660 h 9456078"/>
              <a:gd name="connsiteX107" fmla="*/ 8408823 w 13158799"/>
              <a:gd name="connsiteY107" fmla="*/ 1853489 h 9456078"/>
              <a:gd name="connsiteX108" fmla="*/ 8442885 w 13158799"/>
              <a:gd name="connsiteY108" fmla="*/ 1817630 h 9456078"/>
              <a:gd name="connsiteX109" fmla="*/ 8477221 w 13158799"/>
              <a:gd name="connsiteY109" fmla="*/ 1782084 h 9456078"/>
              <a:gd name="connsiteX110" fmla="*/ 8511829 w 13158799"/>
              <a:gd name="connsiteY110" fmla="*/ 1746853 h 9456078"/>
              <a:gd name="connsiteX111" fmla="*/ 8546706 w 13158799"/>
              <a:gd name="connsiteY111" fmla="*/ 1711937 h 9456078"/>
              <a:gd name="connsiteX112" fmla="*/ 8581851 w 13158799"/>
              <a:gd name="connsiteY112" fmla="*/ 1677337 h 9456078"/>
              <a:gd name="connsiteX113" fmla="*/ 8617261 w 13158799"/>
              <a:gd name="connsiteY113" fmla="*/ 1643056 h 9456078"/>
              <a:gd name="connsiteX114" fmla="*/ 8652934 w 13158799"/>
              <a:gd name="connsiteY114" fmla="*/ 1609093 h 9456078"/>
              <a:gd name="connsiteX115" fmla="*/ 8688867 w 13158799"/>
              <a:gd name="connsiteY115" fmla="*/ 1575450 h 9456078"/>
              <a:gd name="connsiteX116" fmla="*/ 8725058 w 13158799"/>
              <a:gd name="connsiteY116" fmla="*/ 1542128 h 9456078"/>
              <a:gd name="connsiteX117" fmla="*/ 8761506 w 13158799"/>
              <a:gd name="connsiteY117" fmla="*/ 1509129 h 9456078"/>
              <a:gd name="connsiteX118" fmla="*/ 8798207 w 13158799"/>
              <a:gd name="connsiteY118" fmla="*/ 1476452 h 9456078"/>
              <a:gd name="connsiteX119" fmla="*/ 8835159 w 13158799"/>
              <a:gd name="connsiteY119" fmla="*/ 1444101 h 9456078"/>
              <a:gd name="connsiteX120" fmla="*/ 8872360 w 13158799"/>
              <a:gd name="connsiteY120" fmla="*/ 1412075 h 9456078"/>
              <a:gd name="connsiteX121" fmla="*/ 8909808 w 13158799"/>
              <a:gd name="connsiteY121" fmla="*/ 1380375 h 9456078"/>
              <a:gd name="connsiteX122" fmla="*/ 8947501 w 13158799"/>
              <a:gd name="connsiteY122" fmla="*/ 1349004 h 9456078"/>
              <a:gd name="connsiteX123" fmla="*/ 8985435 w 13158799"/>
              <a:gd name="connsiteY123" fmla="*/ 1317962 h 9456078"/>
              <a:gd name="connsiteX124" fmla="*/ 9023610 w 13158799"/>
              <a:gd name="connsiteY124" fmla="*/ 1287250 h 9456078"/>
              <a:gd name="connsiteX125" fmla="*/ 9062022 w 13158799"/>
              <a:gd name="connsiteY125" fmla="*/ 1256869 h 9456078"/>
              <a:gd name="connsiteX126" fmla="*/ 9100669 w 13158799"/>
              <a:gd name="connsiteY126" fmla="*/ 1226820 h 9456078"/>
              <a:gd name="connsiteX127" fmla="*/ 9139549 w 13158799"/>
              <a:gd name="connsiteY127" fmla="*/ 1197105 h 9456078"/>
              <a:gd name="connsiteX128" fmla="*/ 9178660 w 13158799"/>
              <a:gd name="connsiteY128" fmla="*/ 1167725 h 9456078"/>
              <a:gd name="connsiteX129" fmla="*/ 9217999 w 13158799"/>
              <a:gd name="connsiteY129" fmla="*/ 1138681 h 9456078"/>
              <a:gd name="connsiteX130" fmla="*/ 9257564 w 13158799"/>
              <a:gd name="connsiteY130" fmla="*/ 1109974 h 9456078"/>
              <a:gd name="connsiteX131" fmla="*/ 9297353 w 13158799"/>
              <a:gd name="connsiteY131" fmla="*/ 1081604 h 9456078"/>
              <a:gd name="connsiteX132" fmla="*/ 9337364 w 13158799"/>
              <a:gd name="connsiteY132" fmla="*/ 1053574 h 9456078"/>
              <a:gd name="connsiteX133" fmla="*/ 9377594 w 13158799"/>
              <a:gd name="connsiteY133" fmla="*/ 1025884 h 9456078"/>
              <a:gd name="connsiteX134" fmla="*/ 9418040 w 13158799"/>
              <a:gd name="connsiteY134" fmla="*/ 998536 h 9456078"/>
              <a:gd name="connsiteX135" fmla="*/ 9458702 w 13158799"/>
              <a:gd name="connsiteY135" fmla="*/ 971530 h 9456078"/>
              <a:gd name="connsiteX136" fmla="*/ 9499575 w 13158799"/>
              <a:gd name="connsiteY136" fmla="*/ 944868 h 9456078"/>
              <a:gd name="connsiteX137" fmla="*/ 9540659 w 13158799"/>
              <a:gd name="connsiteY137" fmla="*/ 918551 h 9456078"/>
              <a:gd name="connsiteX138" fmla="*/ 9581950 w 13158799"/>
              <a:gd name="connsiteY138" fmla="*/ 892580 h 9456078"/>
              <a:gd name="connsiteX139" fmla="*/ 9623447 w 13158799"/>
              <a:gd name="connsiteY139" fmla="*/ 866956 h 9456078"/>
              <a:gd name="connsiteX140" fmla="*/ 9665147 w 13158799"/>
              <a:gd name="connsiteY140" fmla="*/ 841681 h 9456078"/>
              <a:gd name="connsiteX141" fmla="*/ 9707048 w 13158799"/>
              <a:gd name="connsiteY141" fmla="*/ 816754 h 9456078"/>
              <a:gd name="connsiteX142" fmla="*/ 9749147 w 13158799"/>
              <a:gd name="connsiteY142" fmla="*/ 792179 h 9456078"/>
              <a:gd name="connsiteX143" fmla="*/ 9791443 w 13158799"/>
              <a:gd name="connsiteY143" fmla="*/ 767955 h 9456078"/>
              <a:gd name="connsiteX144" fmla="*/ 9833932 w 13158799"/>
              <a:gd name="connsiteY144" fmla="*/ 744083 h 9456078"/>
              <a:gd name="connsiteX145" fmla="*/ 9876613 w 13158799"/>
              <a:gd name="connsiteY145" fmla="*/ 720566 h 9456078"/>
              <a:gd name="connsiteX146" fmla="*/ 9919484 w 13158799"/>
              <a:gd name="connsiteY146" fmla="*/ 697404 h 9456078"/>
              <a:gd name="connsiteX147" fmla="*/ 9962542 w 13158799"/>
              <a:gd name="connsiteY147" fmla="*/ 674598 h 9456078"/>
              <a:gd name="connsiteX148" fmla="*/ 10005784 w 13158799"/>
              <a:gd name="connsiteY148" fmla="*/ 652149 h 9456078"/>
              <a:gd name="connsiteX149" fmla="*/ 10049209 w 13158799"/>
              <a:gd name="connsiteY149" fmla="*/ 630059 h 9456078"/>
              <a:gd name="connsiteX150" fmla="*/ 10092814 w 13158799"/>
              <a:gd name="connsiteY150" fmla="*/ 608328 h 9456078"/>
              <a:gd name="connsiteX151" fmla="*/ 10136597 w 13158799"/>
              <a:gd name="connsiteY151" fmla="*/ 586958 h 9456078"/>
              <a:gd name="connsiteX152" fmla="*/ 10180556 w 13158799"/>
              <a:gd name="connsiteY152" fmla="*/ 565950 h 9456078"/>
              <a:gd name="connsiteX153" fmla="*/ 10224688 w 13158799"/>
              <a:gd name="connsiteY153" fmla="*/ 545304 h 9456078"/>
              <a:gd name="connsiteX154" fmla="*/ 10268991 w 13158799"/>
              <a:gd name="connsiteY154" fmla="*/ 525023 h 9456078"/>
              <a:gd name="connsiteX155" fmla="*/ 10313463 w 13158799"/>
              <a:gd name="connsiteY155" fmla="*/ 505107 h 9456078"/>
              <a:gd name="connsiteX156" fmla="*/ 10358101 w 13158799"/>
              <a:gd name="connsiteY156" fmla="*/ 485558 h 9456078"/>
              <a:gd name="connsiteX157" fmla="*/ 10402903 w 13158799"/>
              <a:gd name="connsiteY157" fmla="*/ 466376 h 9456078"/>
              <a:gd name="connsiteX158" fmla="*/ 10447868 w 13158799"/>
              <a:gd name="connsiteY158" fmla="*/ 447563 h 9456078"/>
              <a:gd name="connsiteX159" fmla="*/ 10492991 w 13158799"/>
              <a:gd name="connsiteY159" fmla="*/ 429119 h 9456078"/>
              <a:gd name="connsiteX160" fmla="*/ 10538272 w 13158799"/>
              <a:gd name="connsiteY160" fmla="*/ 411046 h 9456078"/>
              <a:gd name="connsiteX161" fmla="*/ 10583708 w 13158799"/>
              <a:gd name="connsiteY161" fmla="*/ 393346 h 9456078"/>
              <a:gd name="connsiteX162" fmla="*/ 10629297 w 13158799"/>
              <a:gd name="connsiteY162" fmla="*/ 376018 h 9456078"/>
              <a:gd name="connsiteX163" fmla="*/ 10675036 w 13158799"/>
              <a:gd name="connsiteY163" fmla="*/ 359065 h 9456078"/>
              <a:gd name="connsiteX164" fmla="*/ 10720923 w 13158799"/>
              <a:gd name="connsiteY164" fmla="*/ 342487 h 9456078"/>
              <a:gd name="connsiteX165" fmla="*/ 10766956 w 13158799"/>
              <a:gd name="connsiteY165" fmla="*/ 326286 h 9456078"/>
              <a:gd name="connsiteX166" fmla="*/ 10813132 w 13158799"/>
              <a:gd name="connsiteY166" fmla="*/ 310462 h 9456078"/>
              <a:gd name="connsiteX167" fmla="*/ 10859450 w 13158799"/>
              <a:gd name="connsiteY167" fmla="*/ 295018 h 9456078"/>
              <a:gd name="connsiteX168" fmla="*/ 10905907 w 13158799"/>
              <a:gd name="connsiteY168" fmla="*/ 279953 h 9456078"/>
              <a:gd name="connsiteX169" fmla="*/ 10952500 w 13158799"/>
              <a:gd name="connsiteY169" fmla="*/ 265269 h 9456078"/>
              <a:gd name="connsiteX170" fmla="*/ 10999227 w 13158799"/>
              <a:gd name="connsiteY170" fmla="*/ 250968 h 9456078"/>
              <a:gd name="connsiteX171" fmla="*/ 11046087 w 13158799"/>
              <a:gd name="connsiteY171" fmla="*/ 237049 h 9456078"/>
              <a:gd name="connsiteX172" fmla="*/ 11093076 w 13158799"/>
              <a:gd name="connsiteY172" fmla="*/ 223516 h 9456078"/>
              <a:gd name="connsiteX173" fmla="*/ 11140193 w 13158799"/>
              <a:gd name="connsiteY173" fmla="*/ 210368 h 9456078"/>
              <a:gd name="connsiteX174" fmla="*/ 11187434 w 13158799"/>
              <a:gd name="connsiteY174" fmla="*/ 197606 h 9456078"/>
              <a:gd name="connsiteX175" fmla="*/ 11234799 w 13158799"/>
              <a:gd name="connsiteY175" fmla="*/ 185233 h 9456078"/>
              <a:gd name="connsiteX176" fmla="*/ 11282284 w 13158799"/>
              <a:gd name="connsiteY176" fmla="*/ 173248 h 9456078"/>
              <a:gd name="connsiteX177" fmla="*/ 11329888 w 13158799"/>
              <a:gd name="connsiteY177" fmla="*/ 161654 h 9456078"/>
              <a:gd name="connsiteX178" fmla="*/ 11377607 w 13158799"/>
              <a:gd name="connsiteY178" fmla="*/ 150451 h 9456078"/>
              <a:gd name="connsiteX179" fmla="*/ 11425440 w 13158799"/>
              <a:gd name="connsiteY179" fmla="*/ 139640 h 9456078"/>
              <a:gd name="connsiteX180" fmla="*/ 11473385 w 13158799"/>
              <a:gd name="connsiteY180" fmla="*/ 129223 h 9456078"/>
              <a:gd name="connsiteX181" fmla="*/ 11521439 w 13158799"/>
              <a:gd name="connsiteY181" fmla="*/ 119201 h 9456078"/>
              <a:gd name="connsiteX182" fmla="*/ 11569599 w 13158799"/>
              <a:gd name="connsiteY182" fmla="*/ 109574 h 9456078"/>
              <a:gd name="connsiteX183" fmla="*/ 11617864 w 13158799"/>
              <a:gd name="connsiteY183" fmla="*/ 100344 h 9456078"/>
              <a:gd name="connsiteX184" fmla="*/ 11666231 w 13158799"/>
              <a:gd name="connsiteY184" fmla="*/ 91512 h 9456078"/>
              <a:gd name="connsiteX185" fmla="*/ 11714698 w 13158799"/>
              <a:gd name="connsiteY185" fmla="*/ 83080 h 9456078"/>
              <a:gd name="connsiteX186" fmla="*/ 11763263 w 13158799"/>
              <a:gd name="connsiteY186" fmla="*/ 75047 h 9456078"/>
              <a:gd name="connsiteX187" fmla="*/ 11811923 w 13158799"/>
              <a:gd name="connsiteY187" fmla="*/ 67417 h 9456078"/>
              <a:gd name="connsiteX188" fmla="*/ 11860676 w 13158799"/>
              <a:gd name="connsiteY188" fmla="*/ 60188 h 9456078"/>
              <a:gd name="connsiteX189" fmla="*/ 11909519 w 13158799"/>
              <a:gd name="connsiteY189" fmla="*/ 53364 h 9456078"/>
              <a:gd name="connsiteX190" fmla="*/ 11958451 w 13158799"/>
              <a:gd name="connsiteY190" fmla="*/ 46944 h 9456078"/>
              <a:gd name="connsiteX191" fmla="*/ 12007470 w 13158799"/>
              <a:gd name="connsiteY191" fmla="*/ 40931 h 9456078"/>
              <a:gd name="connsiteX192" fmla="*/ 12056572 w 13158799"/>
              <a:gd name="connsiteY192" fmla="*/ 35324 h 9456078"/>
              <a:gd name="connsiteX193" fmla="*/ 12105756 w 13158799"/>
              <a:gd name="connsiteY193" fmla="*/ 30126 h 9456078"/>
              <a:gd name="connsiteX194" fmla="*/ 12155019 w 13158799"/>
              <a:gd name="connsiteY194" fmla="*/ 25337 h 9456078"/>
              <a:gd name="connsiteX195" fmla="*/ 12204359 w 13158799"/>
              <a:gd name="connsiteY195" fmla="*/ 20958 h 9456078"/>
              <a:gd name="connsiteX196" fmla="*/ 12253773 w 13158799"/>
              <a:gd name="connsiteY196" fmla="*/ 16991 h 9456078"/>
              <a:gd name="connsiteX197" fmla="*/ 12303260 w 13158799"/>
              <a:gd name="connsiteY197" fmla="*/ 13437 h 9456078"/>
              <a:gd name="connsiteX198" fmla="*/ 12352818 w 13158799"/>
              <a:gd name="connsiteY198" fmla="*/ 10297 h 9456078"/>
              <a:gd name="connsiteX199" fmla="*/ 12402443 w 13158799"/>
              <a:gd name="connsiteY199" fmla="*/ 7572 h 9456078"/>
              <a:gd name="connsiteX200" fmla="*/ 12452133 w 13158799"/>
              <a:gd name="connsiteY200" fmla="*/ 5263 h 9456078"/>
              <a:gd name="connsiteX201" fmla="*/ 12501887 w 13158799"/>
              <a:gd name="connsiteY201" fmla="*/ 3371 h 9456078"/>
              <a:gd name="connsiteX202" fmla="*/ 12551701 w 13158799"/>
              <a:gd name="connsiteY202" fmla="*/ 1898 h 9456078"/>
              <a:gd name="connsiteX203" fmla="*/ 12601574 w 13158799"/>
              <a:gd name="connsiteY203" fmla="*/ 844 h 9456078"/>
              <a:gd name="connsiteX204" fmla="*/ 12651504 w 13158799"/>
              <a:gd name="connsiteY204" fmla="*/ 211 h 9456078"/>
              <a:gd name="connsiteX205" fmla="*/ 12701487 w 13158799"/>
              <a:gd name="connsiteY205" fmla="*/ 0 h 9456078"/>
              <a:gd name="connsiteX206" fmla="*/ 13158798 w 13158799"/>
              <a:gd name="connsiteY206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76172 w 13158797"/>
              <a:gd name="connsiteY22" fmla="*/ 9319936 h 9456078"/>
              <a:gd name="connsiteX23" fmla="*/ 1223823 w 13158797"/>
              <a:gd name="connsiteY23" fmla="*/ 9308509 h 9456078"/>
              <a:gd name="connsiteX24" fmla="*/ 1271339 w 13158797"/>
              <a:gd name="connsiteY24" fmla="*/ 9296635 h 9456078"/>
              <a:gd name="connsiteX25" fmla="*/ 1318719 w 13158797"/>
              <a:gd name="connsiteY25" fmla="*/ 9284315 h 9456078"/>
              <a:gd name="connsiteX26" fmla="*/ 1365957 w 13158797"/>
              <a:gd name="connsiteY26" fmla="*/ 9271550 h 9456078"/>
              <a:gd name="connsiteX27" fmla="*/ 1413052 w 13158797"/>
              <a:gd name="connsiteY27" fmla="*/ 9258342 h 9456078"/>
              <a:gd name="connsiteX28" fmla="*/ 1460000 w 13158797"/>
              <a:gd name="connsiteY28" fmla="*/ 9244693 h 9456078"/>
              <a:gd name="connsiteX29" fmla="*/ 1506799 w 13158797"/>
              <a:gd name="connsiteY29" fmla="*/ 9230604 h 9456078"/>
              <a:gd name="connsiteX30" fmla="*/ 1553445 w 13158797"/>
              <a:gd name="connsiteY30" fmla="*/ 9216076 h 9456078"/>
              <a:gd name="connsiteX31" fmla="*/ 1599935 w 13158797"/>
              <a:gd name="connsiteY31" fmla="*/ 9201111 h 9456078"/>
              <a:gd name="connsiteX32" fmla="*/ 1646267 w 13158797"/>
              <a:gd name="connsiteY32" fmla="*/ 9185710 h 9456078"/>
              <a:gd name="connsiteX33" fmla="*/ 1692437 w 13158797"/>
              <a:gd name="connsiteY33" fmla="*/ 9169876 h 9456078"/>
              <a:gd name="connsiteX34" fmla="*/ 1738442 w 13158797"/>
              <a:gd name="connsiteY34" fmla="*/ 9153608 h 9456078"/>
              <a:gd name="connsiteX35" fmla="*/ 1784280 w 13158797"/>
              <a:gd name="connsiteY35" fmla="*/ 9136910 h 9456078"/>
              <a:gd name="connsiteX36" fmla="*/ 1829947 w 13158797"/>
              <a:gd name="connsiteY36" fmla="*/ 9119782 h 9456078"/>
              <a:gd name="connsiteX37" fmla="*/ 1875440 w 13158797"/>
              <a:gd name="connsiteY37" fmla="*/ 9102226 h 9456078"/>
              <a:gd name="connsiteX38" fmla="*/ 1920756 w 13158797"/>
              <a:gd name="connsiteY38" fmla="*/ 9084243 h 9456078"/>
              <a:gd name="connsiteX39" fmla="*/ 1965893 w 13158797"/>
              <a:gd name="connsiteY39" fmla="*/ 9065835 h 9456078"/>
              <a:gd name="connsiteX40" fmla="*/ 2055615 w 13158797"/>
              <a:gd name="connsiteY40" fmla="*/ 9027750 h 9456078"/>
              <a:gd name="connsiteX41" fmla="*/ 2100195 w 13158797"/>
              <a:gd name="connsiteY41" fmla="*/ 9008075 h 9456078"/>
              <a:gd name="connsiteX42" fmla="*/ 2144582 w 13158797"/>
              <a:gd name="connsiteY42" fmla="*/ 8987981 h 9456078"/>
              <a:gd name="connsiteX43" fmla="*/ 2188775 w 13158797"/>
              <a:gd name="connsiteY43" fmla="*/ 8967470 h 9456078"/>
              <a:gd name="connsiteX44" fmla="*/ 2232770 w 13158797"/>
              <a:gd name="connsiteY44" fmla="*/ 8946542 h 9456078"/>
              <a:gd name="connsiteX45" fmla="*/ 2276564 w 13158797"/>
              <a:gd name="connsiteY45" fmla="*/ 8925199 h 9456078"/>
              <a:gd name="connsiteX46" fmla="*/ 2320154 w 13158797"/>
              <a:gd name="connsiteY46" fmla="*/ 8903443 h 9456078"/>
              <a:gd name="connsiteX47" fmla="*/ 2363538 w 13158797"/>
              <a:gd name="connsiteY47" fmla="*/ 8881275 h 9456078"/>
              <a:gd name="connsiteX48" fmla="*/ 2406711 w 13158797"/>
              <a:gd name="connsiteY48" fmla="*/ 8858697 h 9456078"/>
              <a:gd name="connsiteX49" fmla="*/ 2449672 w 13158797"/>
              <a:gd name="connsiteY49" fmla="*/ 8835710 h 9456078"/>
              <a:gd name="connsiteX50" fmla="*/ 2492417 w 13158797"/>
              <a:gd name="connsiteY50" fmla="*/ 8812316 h 9456078"/>
              <a:gd name="connsiteX51" fmla="*/ 2534943 w 13158797"/>
              <a:gd name="connsiteY51" fmla="*/ 8788516 h 9456078"/>
              <a:gd name="connsiteX52" fmla="*/ 2577247 w 13158797"/>
              <a:gd name="connsiteY52" fmla="*/ 8764311 h 9456078"/>
              <a:gd name="connsiteX53" fmla="*/ 2619326 w 13158797"/>
              <a:gd name="connsiteY53" fmla="*/ 8739704 h 9456078"/>
              <a:gd name="connsiteX54" fmla="*/ 2661177 w 13158797"/>
              <a:gd name="connsiteY54" fmla="*/ 8714695 h 9456078"/>
              <a:gd name="connsiteX55" fmla="*/ 2702797 w 13158797"/>
              <a:gd name="connsiteY55" fmla="*/ 8689286 h 9456078"/>
              <a:gd name="connsiteX56" fmla="*/ 2744183 w 13158797"/>
              <a:gd name="connsiteY56" fmla="*/ 8663479 h 9456078"/>
              <a:gd name="connsiteX57" fmla="*/ 2785333 w 13158797"/>
              <a:gd name="connsiteY57" fmla="*/ 8637274 h 9456078"/>
              <a:gd name="connsiteX58" fmla="*/ 2826242 w 13158797"/>
              <a:gd name="connsiteY58" fmla="*/ 8610675 h 9456078"/>
              <a:gd name="connsiteX59" fmla="*/ 2866908 w 13158797"/>
              <a:gd name="connsiteY59" fmla="*/ 8583681 h 9456078"/>
              <a:gd name="connsiteX60" fmla="*/ 2907329 w 13158797"/>
              <a:gd name="connsiteY60" fmla="*/ 8556295 h 9456078"/>
              <a:gd name="connsiteX61" fmla="*/ 2947500 w 13158797"/>
              <a:gd name="connsiteY61" fmla="*/ 8528517 h 9456078"/>
              <a:gd name="connsiteX62" fmla="*/ 2987419 w 13158797"/>
              <a:gd name="connsiteY62" fmla="*/ 8500351 h 9456078"/>
              <a:gd name="connsiteX63" fmla="*/ 3027083 w 13158797"/>
              <a:gd name="connsiteY63" fmla="*/ 8471796 h 9456078"/>
              <a:gd name="connsiteX64" fmla="*/ 3066489 w 13158797"/>
              <a:gd name="connsiteY64" fmla="*/ 8442854 h 9456078"/>
              <a:gd name="connsiteX65" fmla="*/ 3105634 w 13158797"/>
              <a:gd name="connsiteY65" fmla="*/ 8413528 h 9456078"/>
              <a:gd name="connsiteX66" fmla="*/ 3144515 w 13158797"/>
              <a:gd name="connsiteY66" fmla="*/ 8383818 h 9456078"/>
              <a:gd name="connsiteX67" fmla="*/ 3183129 w 13158797"/>
              <a:gd name="connsiteY67" fmla="*/ 8353726 h 9456078"/>
              <a:gd name="connsiteX68" fmla="*/ 3221473 w 13158797"/>
              <a:gd name="connsiteY68" fmla="*/ 8323253 h 9456078"/>
              <a:gd name="connsiteX69" fmla="*/ 3259544 w 13158797"/>
              <a:gd name="connsiteY69" fmla="*/ 8292401 h 9456078"/>
              <a:gd name="connsiteX70" fmla="*/ 3297339 w 13158797"/>
              <a:gd name="connsiteY70" fmla="*/ 8261172 h 9456078"/>
              <a:gd name="connsiteX71" fmla="*/ 3334854 w 13158797"/>
              <a:gd name="connsiteY71" fmla="*/ 8229566 h 9456078"/>
              <a:gd name="connsiteX72" fmla="*/ 3372087 w 13158797"/>
              <a:gd name="connsiteY72" fmla="*/ 8197585 h 9456078"/>
              <a:gd name="connsiteX73" fmla="*/ 3409035 w 13158797"/>
              <a:gd name="connsiteY73" fmla="*/ 8165232 h 9456078"/>
              <a:gd name="connsiteX74" fmla="*/ 3445695 w 13158797"/>
              <a:gd name="connsiteY74" fmla="*/ 8132507 h 9456078"/>
              <a:gd name="connsiteX75" fmla="*/ 3482064 w 13158797"/>
              <a:gd name="connsiteY75" fmla="*/ 8099411 h 9456078"/>
              <a:gd name="connsiteX76" fmla="*/ 3518139 w 13158797"/>
              <a:gd name="connsiteY76" fmla="*/ 8065947 h 9456078"/>
              <a:gd name="connsiteX77" fmla="*/ 3553916 w 13158797"/>
              <a:gd name="connsiteY77" fmla="*/ 8032115 h 9456078"/>
              <a:gd name="connsiteX78" fmla="*/ 3589393 w 13158797"/>
              <a:gd name="connsiteY78" fmla="*/ 7997918 h 9456078"/>
              <a:gd name="connsiteX79" fmla="*/ 3624567 w 13158797"/>
              <a:gd name="connsiteY79" fmla="*/ 7963356 h 9456078"/>
              <a:gd name="connsiteX80" fmla="*/ 3659435 w 13158797"/>
              <a:gd name="connsiteY80" fmla="*/ 7928432 h 9456078"/>
              <a:gd name="connsiteX81" fmla="*/ 3693994 w 13158797"/>
              <a:gd name="connsiteY81" fmla="*/ 7893146 h 9456078"/>
              <a:gd name="connsiteX82" fmla="*/ 3728240 w 13158797"/>
              <a:gd name="connsiteY82" fmla="*/ 7857501 h 9456078"/>
              <a:gd name="connsiteX83" fmla="*/ 3762171 w 13158797"/>
              <a:gd name="connsiteY83" fmla="*/ 7821497 h 9456078"/>
              <a:gd name="connsiteX84" fmla="*/ 3795783 w 13158797"/>
              <a:gd name="connsiteY84" fmla="*/ 7785136 h 9456078"/>
              <a:gd name="connsiteX85" fmla="*/ 3829075 w 13158797"/>
              <a:gd name="connsiteY85" fmla="*/ 7748420 h 9456078"/>
              <a:gd name="connsiteX86" fmla="*/ 3862042 w 13158797"/>
              <a:gd name="connsiteY86" fmla="*/ 7711350 h 9456078"/>
              <a:gd name="connsiteX87" fmla="*/ 3894682 w 13158797"/>
              <a:gd name="connsiteY87" fmla="*/ 7673928 h 9456078"/>
              <a:gd name="connsiteX88" fmla="*/ 3926991 w 13158797"/>
              <a:gd name="connsiteY88" fmla="*/ 7636155 h 9456078"/>
              <a:gd name="connsiteX89" fmla="*/ 3958967 w 13158797"/>
              <a:gd name="connsiteY89" fmla="*/ 7598032 h 9456078"/>
              <a:gd name="connsiteX90" fmla="*/ 3990607 w 13158797"/>
              <a:gd name="connsiteY90" fmla="*/ 7559561 h 9456078"/>
              <a:gd name="connsiteX91" fmla="*/ 4021907 w 13158797"/>
              <a:gd name="connsiteY91" fmla="*/ 7520744 h 9456078"/>
              <a:gd name="connsiteX92" fmla="*/ 4052865 w 13158797"/>
              <a:gd name="connsiteY92" fmla="*/ 7481582 h 9456078"/>
              <a:gd name="connsiteX93" fmla="*/ 4083478 w 13158797"/>
              <a:gd name="connsiteY93" fmla="*/ 7442077 h 9456078"/>
              <a:gd name="connsiteX94" fmla="*/ 8022311 w 13158797"/>
              <a:gd name="connsiteY94" fmla="*/ 2307814 h 9456078"/>
              <a:gd name="connsiteX95" fmla="*/ 8052902 w 13158797"/>
              <a:gd name="connsiteY95" fmla="*/ 2268285 h 9456078"/>
              <a:gd name="connsiteX96" fmla="*/ 8083796 w 13158797"/>
              <a:gd name="connsiteY96" fmla="*/ 2229056 h 9456078"/>
              <a:gd name="connsiteX97" fmla="*/ 8114989 w 13158797"/>
              <a:gd name="connsiteY97" fmla="*/ 2190127 h 9456078"/>
              <a:gd name="connsiteX98" fmla="*/ 8146479 w 13158797"/>
              <a:gd name="connsiteY98" fmla="*/ 2151500 h 9456078"/>
              <a:gd name="connsiteX99" fmla="*/ 8178264 w 13158797"/>
              <a:gd name="connsiteY99" fmla="*/ 2113176 h 9456078"/>
              <a:gd name="connsiteX100" fmla="*/ 8210341 w 13158797"/>
              <a:gd name="connsiteY100" fmla="*/ 2075157 h 9456078"/>
              <a:gd name="connsiteX101" fmla="*/ 8242709 w 13158797"/>
              <a:gd name="connsiteY101" fmla="*/ 2037442 h 9456078"/>
              <a:gd name="connsiteX102" fmla="*/ 8275365 w 13158797"/>
              <a:gd name="connsiteY102" fmla="*/ 2000034 h 9456078"/>
              <a:gd name="connsiteX103" fmla="*/ 8308307 w 13158797"/>
              <a:gd name="connsiteY103" fmla="*/ 1962934 h 9456078"/>
              <a:gd name="connsiteX104" fmla="*/ 8341532 w 13158797"/>
              <a:gd name="connsiteY104" fmla="*/ 1926142 h 9456078"/>
              <a:gd name="connsiteX105" fmla="*/ 8375038 w 13158797"/>
              <a:gd name="connsiteY105" fmla="*/ 1889660 h 9456078"/>
              <a:gd name="connsiteX106" fmla="*/ 8408823 w 13158797"/>
              <a:gd name="connsiteY106" fmla="*/ 1853489 h 9456078"/>
              <a:gd name="connsiteX107" fmla="*/ 8442885 w 13158797"/>
              <a:gd name="connsiteY107" fmla="*/ 1817630 h 9456078"/>
              <a:gd name="connsiteX108" fmla="*/ 8477221 w 13158797"/>
              <a:gd name="connsiteY108" fmla="*/ 1782084 h 9456078"/>
              <a:gd name="connsiteX109" fmla="*/ 8511829 w 13158797"/>
              <a:gd name="connsiteY109" fmla="*/ 1746853 h 9456078"/>
              <a:gd name="connsiteX110" fmla="*/ 8546706 w 13158797"/>
              <a:gd name="connsiteY110" fmla="*/ 1711937 h 9456078"/>
              <a:gd name="connsiteX111" fmla="*/ 8581851 w 13158797"/>
              <a:gd name="connsiteY111" fmla="*/ 1677337 h 9456078"/>
              <a:gd name="connsiteX112" fmla="*/ 8617261 w 13158797"/>
              <a:gd name="connsiteY112" fmla="*/ 1643056 h 9456078"/>
              <a:gd name="connsiteX113" fmla="*/ 8652934 w 13158797"/>
              <a:gd name="connsiteY113" fmla="*/ 1609093 h 9456078"/>
              <a:gd name="connsiteX114" fmla="*/ 8688867 w 13158797"/>
              <a:gd name="connsiteY114" fmla="*/ 1575450 h 9456078"/>
              <a:gd name="connsiteX115" fmla="*/ 8725058 w 13158797"/>
              <a:gd name="connsiteY115" fmla="*/ 1542128 h 9456078"/>
              <a:gd name="connsiteX116" fmla="*/ 8761506 w 13158797"/>
              <a:gd name="connsiteY116" fmla="*/ 1509129 h 9456078"/>
              <a:gd name="connsiteX117" fmla="*/ 8798207 w 13158797"/>
              <a:gd name="connsiteY117" fmla="*/ 1476452 h 9456078"/>
              <a:gd name="connsiteX118" fmla="*/ 8835159 w 13158797"/>
              <a:gd name="connsiteY118" fmla="*/ 1444101 h 9456078"/>
              <a:gd name="connsiteX119" fmla="*/ 8872360 w 13158797"/>
              <a:gd name="connsiteY119" fmla="*/ 1412075 h 9456078"/>
              <a:gd name="connsiteX120" fmla="*/ 8909808 w 13158797"/>
              <a:gd name="connsiteY120" fmla="*/ 1380375 h 9456078"/>
              <a:gd name="connsiteX121" fmla="*/ 8947501 w 13158797"/>
              <a:gd name="connsiteY121" fmla="*/ 1349004 h 9456078"/>
              <a:gd name="connsiteX122" fmla="*/ 8985435 w 13158797"/>
              <a:gd name="connsiteY122" fmla="*/ 1317962 h 9456078"/>
              <a:gd name="connsiteX123" fmla="*/ 9023610 w 13158797"/>
              <a:gd name="connsiteY123" fmla="*/ 1287250 h 9456078"/>
              <a:gd name="connsiteX124" fmla="*/ 9062022 w 13158797"/>
              <a:gd name="connsiteY124" fmla="*/ 1256869 h 9456078"/>
              <a:gd name="connsiteX125" fmla="*/ 9100669 w 13158797"/>
              <a:gd name="connsiteY125" fmla="*/ 1226820 h 9456078"/>
              <a:gd name="connsiteX126" fmla="*/ 9139549 w 13158797"/>
              <a:gd name="connsiteY126" fmla="*/ 1197105 h 9456078"/>
              <a:gd name="connsiteX127" fmla="*/ 9178660 w 13158797"/>
              <a:gd name="connsiteY127" fmla="*/ 1167725 h 9456078"/>
              <a:gd name="connsiteX128" fmla="*/ 9217999 w 13158797"/>
              <a:gd name="connsiteY128" fmla="*/ 1138681 h 9456078"/>
              <a:gd name="connsiteX129" fmla="*/ 9257564 w 13158797"/>
              <a:gd name="connsiteY129" fmla="*/ 1109974 h 9456078"/>
              <a:gd name="connsiteX130" fmla="*/ 9297353 w 13158797"/>
              <a:gd name="connsiteY130" fmla="*/ 1081604 h 9456078"/>
              <a:gd name="connsiteX131" fmla="*/ 9337364 w 13158797"/>
              <a:gd name="connsiteY131" fmla="*/ 1053574 h 9456078"/>
              <a:gd name="connsiteX132" fmla="*/ 9377594 w 13158797"/>
              <a:gd name="connsiteY132" fmla="*/ 1025884 h 9456078"/>
              <a:gd name="connsiteX133" fmla="*/ 9418040 w 13158797"/>
              <a:gd name="connsiteY133" fmla="*/ 998536 h 9456078"/>
              <a:gd name="connsiteX134" fmla="*/ 9458702 w 13158797"/>
              <a:gd name="connsiteY134" fmla="*/ 971530 h 9456078"/>
              <a:gd name="connsiteX135" fmla="*/ 9499575 w 13158797"/>
              <a:gd name="connsiteY135" fmla="*/ 944868 h 9456078"/>
              <a:gd name="connsiteX136" fmla="*/ 9540659 w 13158797"/>
              <a:gd name="connsiteY136" fmla="*/ 918551 h 9456078"/>
              <a:gd name="connsiteX137" fmla="*/ 9581950 w 13158797"/>
              <a:gd name="connsiteY137" fmla="*/ 892580 h 9456078"/>
              <a:gd name="connsiteX138" fmla="*/ 9623447 w 13158797"/>
              <a:gd name="connsiteY138" fmla="*/ 866956 h 9456078"/>
              <a:gd name="connsiteX139" fmla="*/ 9665147 w 13158797"/>
              <a:gd name="connsiteY139" fmla="*/ 841681 h 9456078"/>
              <a:gd name="connsiteX140" fmla="*/ 9707048 w 13158797"/>
              <a:gd name="connsiteY140" fmla="*/ 816754 h 9456078"/>
              <a:gd name="connsiteX141" fmla="*/ 9749147 w 13158797"/>
              <a:gd name="connsiteY141" fmla="*/ 792179 h 9456078"/>
              <a:gd name="connsiteX142" fmla="*/ 9791443 w 13158797"/>
              <a:gd name="connsiteY142" fmla="*/ 767955 h 9456078"/>
              <a:gd name="connsiteX143" fmla="*/ 9833932 w 13158797"/>
              <a:gd name="connsiteY143" fmla="*/ 744083 h 9456078"/>
              <a:gd name="connsiteX144" fmla="*/ 9876613 w 13158797"/>
              <a:gd name="connsiteY144" fmla="*/ 720566 h 9456078"/>
              <a:gd name="connsiteX145" fmla="*/ 9919484 w 13158797"/>
              <a:gd name="connsiteY145" fmla="*/ 697404 h 9456078"/>
              <a:gd name="connsiteX146" fmla="*/ 9962542 w 13158797"/>
              <a:gd name="connsiteY146" fmla="*/ 674598 h 9456078"/>
              <a:gd name="connsiteX147" fmla="*/ 10005784 w 13158797"/>
              <a:gd name="connsiteY147" fmla="*/ 652149 h 9456078"/>
              <a:gd name="connsiteX148" fmla="*/ 10049209 w 13158797"/>
              <a:gd name="connsiteY148" fmla="*/ 630059 h 9456078"/>
              <a:gd name="connsiteX149" fmla="*/ 10092814 w 13158797"/>
              <a:gd name="connsiteY149" fmla="*/ 608328 h 9456078"/>
              <a:gd name="connsiteX150" fmla="*/ 10136597 w 13158797"/>
              <a:gd name="connsiteY150" fmla="*/ 586958 h 9456078"/>
              <a:gd name="connsiteX151" fmla="*/ 10180556 w 13158797"/>
              <a:gd name="connsiteY151" fmla="*/ 565950 h 9456078"/>
              <a:gd name="connsiteX152" fmla="*/ 10224688 w 13158797"/>
              <a:gd name="connsiteY152" fmla="*/ 545304 h 9456078"/>
              <a:gd name="connsiteX153" fmla="*/ 10268991 w 13158797"/>
              <a:gd name="connsiteY153" fmla="*/ 525023 h 9456078"/>
              <a:gd name="connsiteX154" fmla="*/ 10313463 w 13158797"/>
              <a:gd name="connsiteY154" fmla="*/ 505107 h 9456078"/>
              <a:gd name="connsiteX155" fmla="*/ 10358101 w 13158797"/>
              <a:gd name="connsiteY155" fmla="*/ 485558 h 9456078"/>
              <a:gd name="connsiteX156" fmla="*/ 10402903 w 13158797"/>
              <a:gd name="connsiteY156" fmla="*/ 466376 h 9456078"/>
              <a:gd name="connsiteX157" fmla="*/ 10447868 w 13158797"/>
              <a:gd name="connsiteY157" fmla="*/ 447563 h 9456078"/>
              <a:gd name="connsiteX158" fmla="*/ 10492991 w 13158797"/>
              <a:gd name="connsiteY158" fmla="*/ 429119 h 9456078"/>
              <a:gd name="connsiteX159" fmla="*/ 10538272 w 13158797"/>
              <a:gd name="connsiteY159" fmla="*/ 411046 h 9456078"/>
              <a:gd name="connsiteX160" fmla="*/ 10583708 w 13158797"/>
              <a:gd name="connsiteY160" fmla="*/ 393346 h 9456078"/>
              <a:gd name="connsiteX161" fmla="*/ 10629297 w 13158797"/>
              <a:gd name="connsiteY161" fmla="*/ 376018 h 9456078"/>
              <a:gd name="connsiteX162" fmla="*/ 10675036 w 13158797"/>
              <a:gd name="connsiteY162" fmla="*/ 359065 h 9456078"/>
              <a:gd name="connsiteX163" fmla="*/ 10720923 w 13158797"/>
              <a:gd name="connsiteY163" fmla="*/ 342487 h 9456078"/>
              <a:gd name="connsiteX164" fmla="*/ 10766956 w 13158797"/>
              <a:gd name="connsiteY164" fmla="*/ 326286 h 9456078"/>
              <a:gd name="connsiteX165" fmla="*/ 10813132 w 13158797"/>
              <a:gd name="connsiteY165" fmla="*/ 310462 h 9456078"/>
              <a:gd name="connsiteX166" fmla="*/ 10859450 w 13158797"/>
              <a:gd name="connsiteY166" fmla="*/ 295018 h 9456078"/>
              <a:gd name="connsiteX167" fmla="*/ 10905907 w 13158797"/>
              <a:gd name="connsiteY167" fmla="*/ 279953 h 9456078"/>
              <a:gd name="connsiteX168" fmla="*/ 10952500 w 13158797"/>
              <a:gd name="connsiteY168" fmla="*/ 265269 h 9456078"/>
              <a:gd name="connsiteX169" fmla="*/ 10999227 w 13158797"/>
              <a:gd name="connsiteY169" fmla="*/ 250968 h 9456078"/>
              <a:gd name="connsiteX170" fmla="*/ 11046087 w 13158797"/>
              <a:gd name="connsiteY170" fmla="*/ 237049 h 9456078"/>
              <a:gd name="connsiteX171" fmla="*/ 11093076 w 13158797"/>
              <a:gd name="connsiteY171" fmla="*/ 223516 h 9456078"/>
              <a:gd name="connsiteX172" fmla="*/ 11140193 w 13158797"/>
              <a:gd name="connsiteY172" fmla="*/ 210368 h 9456078"/>
              <a:gd name="connsiteX173" fmla="*/ 11187434 w 13158797"/>
              <a:gd name="connsiteY173" fmla="*/ 197606 h 9456078"/>
              <a:gd name="connsiteX174" fmla="*/ 11234799 w 13158797"/>
              <a:gd name="connsiteY174" fmla="*/ 185233 h 9456078"/>
              <a:gd name="connsiteX175" fmla="*/ 11282284 w 13158797"/>
              <a:gd name="connsiteY175" fmla="*/ 173248 h 9456078"/>
              <a:gd name="connsiteX176" fmla="*/ 11329888 w 13158797"/>
              <a:gd name="connsiteY176" fmla="*/ 161654 h 9456078"/>
              <a:gd name="connsiteX177" fmla="*/ 11377607 w 13158797"/>
              <a:gd name="connsiteY177" fmla="*/ 150451 h 9456078"/>
              <a:gd name="connsiteX178" fmla="*/ 11425440 w 13158797"/>
              <a:gd name="connsiteY178" fmla="*/ 139640 h 9456078"/>
              <a:gd name="connsiteX179" fmla="*/ 11473385 w 13158797"/>
              <a:gd name="connsiteY179" fmla="*/ 129223 h 9456078"/>
              <a:gd name="connsiteX180" fmla="*/ 11521439 w 13158797"/>
              <a:gd name="connsiteY180" fmla="*/ 119201 h 9456078"/>
              <a:gd name="connsiteX181" fmla="*/ 11569599 w 13158797"/>
              <a:gd name="connsiteY181" fmla="*/ 109574 h 9456078"/>
              <a:gd name="connsiteX182" fmla="*/ 11617864 w 13158797"/>
              <a:gd name="connsiteY182" fmla="*/ 100344 h 9456078"/>
              <a:gd name="connsiteX183" fmla="*/ 11666231 w 13158797"/>
              <a:gd name="connsiteY183" fmla="*/ 91512 h 9456078"/>
              <a:gd name="connsiteX184" fmla="*/ 11714698 w 13158797"/>
              <a:gd name="connsiteY184" fmla="*/ 83080 h 9456078"/>
              <a:gd name="connsiteX185" fmla="*/ 11763263 w 13158797"/>
              <a:gd name="connsiteY185" fmla="*/ 75047 h 9456078"/>
              <a:gd name="connsiteX186" fmla="*/ 11811923 w 13158797"/>
              <a:gd name="connsiteY186" fmla="*/ 67417 h 9456078"/>
              <a:gd name="connsiteX187" fmla="*/ 11860676 w 13158797"/>
              <a:gd name="connsiteY187" fmla="*/ 60188 h 9456078"/>
              <a:gd name="connsiteX188" fmla="*/ 11909519 w 13158797"/>
              <a:gd name="connsiteY188" fmla="*/ 53364 h 9456078"/>
              <a:gd name="connsiteX189" fmla="*/ 11958451 w 13158797"/>
              <a:gd name="connsiteY189" fmla="*/ 46944 h 9456078"/>
              <a:gd name="connsiteX190" fmla="*/ 12007470 w 13158797"/>
              <a:gd name="connsiteY190" fmla="*/ 40931 h 9456078"/>
              <a:gd name="connsiteX191" fmla="*/ 12056572 w 13158797"/>
              <a:gd name="connsiteY191" fmla="*/ 35324 h 9456078"/>
              <a:gd name="connsiteX192" fmla="*/ 12105756 w 13158797"/>
              <a:gd name="connsiteY192" fmla="*/ 30126 h 9456078"/>
              <a:gd name="connsiteX193" fmla="*/ 12155019 w 13158797"/>
              <a:gd name="connsiteY193" fmla="*/ 25337 h 9456078"/>
              <a:gd name="connsiteX194" fmla="*/ 12204359 w 13158797"/>
              <a:gd name="connsiteY194" fmla="*/ 20958 h 9456078"/>
              <a:gd name="connsiteX195" fmla="*/ 12253773 w 13158797"/>
              <a:gd name="connsiteY195" fmla="*/ 16991 h 9456078"/>
              <a:gd name="connsiteX196" fmla="*/ 12303260 w 13158797"/>
              <a:gd name="connsiteY196" fmla="*/ 13437 h 9456078"/>
              <a:gd name="connsiteX197" fmla="*/ 12352818 w 13158797"/>
              <a:gd name="connsiteY197" fmla="*/ 10297 h 9456078"/>
              <a:gd name="connsiteX198" fmla="*/ 12402443 w 13158797"/>
              <a:gd name="connsiteY198" fmla="*/ 7572 h 9456078"/>
              <a:gd name="connsiteX199" fmla="*/ 12452133 w 13158797"/>
              <a:gd name="connsiteY199" fmla="*/ 5263 h 9456078"/>
              <a:gd name="connsiteX200" fmla="*/ 12501887 w 13158797"/>
              <a:gd name="connsiteY200" fmla="*/ 3371 h 9456078"/>
              <a:gd name="connsiteX201" fmla="*/ 12551701 w 13158797"/>
              <a:gd name="connsiteY201" fmla="*/ 1898 h 9456078"/>
              <a:gd name="connsiteX202" fmla="*/ 12601574 w 13158797"/>
              <a:gd name="connsiteY202" fmla="*/ 844 h 9456078"/>
              <a:gd name="connsiteX203" fmla="*/ 12651504 w 13158797"/>
              <a:gd name="connsiteY203" fmla="*/ 211 h 9456078"/>
              <a:gd name="connsiteX204" fmla="*/ 12701487 w 13158797"/>
              <a:gd name="connsiteY204" fmla="*/ 0 h 9456078"/>
              <a:gd name="connsiteX205" fmla="*/ 13158798 w 13158797"/>
              <a:gd name="connsiteY205" fmla="*/ 0 h 94560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</a:cxnLst>
            <a:rect l="l" t="t" r="r" b="b"/>
            <a:pathLst>
              <a:path w="13158797" h="9456078">
                <a:moveTo>
                  <a:pt x="0" y="9456078"/>
                </a:moveTo>
                <a:lnTo>
                  <a:pt x="49977" y="9455836"/>
                </a:lnTo>
                <a:lnTo>
                  <a:pt x="99893" y="9455111"/>
                </a:lnTo>
                <a:lnTo>
                  <a:pt x="149742" y="9453904"/>
                </a:lnTo>
                <a:lnTo>
                  <a:pt x="199524" y="9452217"/>
                </a:lnTo>
                <a:lnTo>
                  <a:pt x="298870" y="9447409"/>
                </a:lnTo>
                <a:lnTo>
                  <a:pt x="348429" y="9444290"/>
                </a:lnTo>
                <a:lnTo>
                  <a:pt x="397907" y="9440698"/>
                </a:lnTo>
                <a:lnTo>
                  <a:pt x="447302" y="9436632"/>
                </a:lnTo>
                <a:lnTo>
                  <a:pt x="496610" y="9432096"/>
                </a:lnTo>
                <a:lnTo>
                  <a:pt x="545829" y="9427089"/>
                </a:lnTo>
                <a:lnTo>
                  <a:pt x="594956" y="9421615"/>
                </a:lnTo>
                <a:lnTo>
                  <a:pt x="643987" y="9415673"/>
                </a:lnTo>
                <a:lnTo>
                  <a:pt x="692920" y="9409267"/>
                </a:lnTo>
                <a:lnTo>
                  <a:pt x="741751" y="9402396"/>
                </a:lnTo>
                <a:lnTo>
                  <a:pt x="790478" y="9395063"/>
                </a:lnTo>
                <a:lnTo>
                  <a:pt x="839098" y="9387270"/>
                </a:lnTo>
                <a:lnTo>
                  <a:pt x="887607" y="9379017"/>
                </a:lnTo>
                <a:lnTo>
                  <a:pt x="936002" y="9370306"/>
                </a:lnTo>
                <a:lnTo>
                  <a:pt x="984281" y="9361139"/>
                </a:lnTo>
                <a:lnTo>
                  <a:pt x="1032440" y="9351517"/>
                </a:lnTo>
                <a:lnTo>
                  <a:pt x="1080477" y="9341441"/>
                </a:lnTo>
                <a:lnTo>
                  <a:pt x="1176172" y="9319936"/>
                </a:lnTo>
                <a:lnTo>
                  <a:pt x="1223823" y="9308509"/>
                </a:lnTo>
                <a:lnTo>
                  <a:pt x="1271339" y="9296635"/>
                </a:lnTo>
                <a:lnTo>
                  <a:pt x="1318719" y="9284315"/>
                </a:lnTo>
                <a:lnTo>
                  <a:pt x="1365957" y="9271550"/>
                </a:lnTo>
                <a:lnTo>
                  <a:pt x="1413052" y="9258342"/>
                </a:lnTo>
                <a:lnTo>
                  <a:pt x="1460000" y="9244693"/>
                </a:lnTo>
                <a:lnTo>
                  <a:pt x="1506799" y="9230604"/>
                </a:lnTo>
                <a:lnTo>
                  <a:pt x="1553445" y="9216076"/>
                </a:lnTo>
                <a:lnTo>
                  <a:pt x="1599935" y="9201111"/>
                </a:lnTo>
                <a:lnTo>
                  <a:pt x="1646267" y="9185710"/>
                </a:lnTo>
                <a:lnTo>
                  <a:pt x="1692437" y="9169876"/>
                </a:lnTo>
                <a:lnTo>
                  <a:pt x="1738442" y="9153608"/>
                </a:lnTo>
                <a:lnTo>
                  <a:pt x="1784280" y="9136910"/>
                </a:lnTo>
                <a:lnTo>
                  <a:pt x="1829947" y="9119782"/>
                </a:lnTo>
                <a:lnTo>
                  <a:pt x="1875440" y="9102226"/>
                </a:lnTo>
                <a:lnTo>
                  <a:pt x="1920756" y="9084243"/>
                </a:lnTo>
                <a:lnTo>
                  <a:pt x="1965893" y="9065835"/>
                </a:lnTo>
                <a:lnTo>
                  <a:pt x="2055615" y="9027750"/>
                </a:lnTo>
                <a:lnTo>
                  <a:pt x="2100195" y="9008075"/>
                </a:lnTo>
                <a:lnTo>
                  <a:pt x="2144582" y="8987981"/>
                </a:lnTo>
                <a:lnTo>
                  <a:pt x="2188775" y="8967470"/>
                </a:lnTo>
                <a:lnTo>
                  <a:pt x="2232770" y="8946542"/>
                </a:lnTo>
                <a:lnTo>
                  <a:pt x="2276564" y="8925199"/>
                </a:lnTo>
                <a:lnTo>
                  <a:pt x="2320154" y="8903443"/>
                </a:lnTo>
                <a:lnTo>
                  <a:pt x="2363538" y="8881275"/>
                </a:lnTo>
                <a:lnTo>
                  <a:pt x="2406711" y="8858697"/>
                </a:lnTo>
                <a:lnTo>
                  <a:pt x="2449672" y="8835710"/>
                </a:lnTo>
                <a:lnTo>
                  <a:pt x="2492417" y="8812316"/>
                </a:lnTo>
                <a:lnTo>
                  <a:pt x="2534943" y="8788516"/>
                </a:lnTo>
                <a:lnTo>
                  <a:pt x="2577247" y="8764311"/>
                </a:lnTo>
                <a:lnTo>
                  <a:pt x="2619326" y="8739704"/>
                </a:lnTo>
                <a:lnTo>
                  <a:pt x="2661177" y="8714695"/>
                </a:lnTo>
                <a:lnTo>
                  <a:pt x="2702797" y="8689286"/>
                </a:lnTo>
                <a:lnTo>
                  <a:pt x="2744183" y="8663479"/>
                </a:lnTo>
                <a:lnTo>
                  <a:pt x="2785333" y="8637274"/>
                </a:lnTo>
                <a:lnTo>
                  <a:pt x="2826242" y="8610675"/>
                </a:lnTo>
                <a:lnTo>
                  <a:pt x="2866908" y="8583681"/>
                </a:lnTo>
                <a:lnTo>
                  <a:pt x="2907329" y="8556295"/>
                </a:lnTo>
                <a:lnTo>
                  <a:pt x="2947500" y="8528517"/>
                </a:lnTo>
                <a:lnTo>
                  <a:pt x="2987419" y="8500351"/>
                </a:lnTo>
                <a:lnTo>
                  <a:pt x="3027083" y="8471796"/>
                </a:lnTo>
                <a:lnTo>
                  <a:pt x="3066489" y="8442854"/>
                </a:lnTo>
                <a:lnTo>
                  <a:pt x="3105634" y="8413528"/>
                </a:lnTo>
                <a:lnTo>
                  <a:pt x="3144515" y="8383818"/>
                </a:lnTo>
                <a:lnTo>
                  <a:pt x="3183129" y="8353726"/>
                </a:lnTo>
                <a:lnTo>
                  <a:pt x="3221473" y="8323253"/>
                </a:lnTo>
                <a:lnTo>
                  <a:pt x="3259544" y="8292401"/>
                </a:lnTo>
                <a:lnTo>
                  <a:pt x="3297339" y="8261172"/>
                </a:lnTo>
                <a:lnTo>
                  <a:pt x="3334854" y="8229566"/>
                </a:lnTo>
                <a:lnTo>
                  <a:pt x="3372087" y="8197585"/>
                </a:lnTo>
                <a:lnTo>
                  <a:pt x="3409035" y="8165232"/>
                </a:lnTo>
                <a:lnTo>
                  <a:pt x="3445695" y="8132507"/>
                </a:lnTo>
                <a:lnTo>
                  <a:pt x="3482064" y="8099411"/>
                </a:lnTo>
                <a:lnTo>
                  <a:pt x="3518139" y="8065947"/>
                </a:lnTo>
                <a:lnTo>
                  <a:pt x="3553916" y="8032115"/>
                </a:lnTo>
                <a:lnTo>
                  <a:pt x="3589393" y="7997918"/>
                </a:lnTo>
                <a:lnTo>
                  <a:pt x="3624567" y="7963356"/>
                </a:lnTo>
                <a:lnTo>
                  <a:pt x="3659435" y="7928432"/>
                </a:lnTo>
                <a:lnTo>
                  <a:pt x="3693994" y="7893146"/>
                </a:lnTo>
                <a:lnTo>
                  <a:pt x="3728240" y="7857501"/>
                </a:lnTo>
                <a:lnTo>
                  <a:pt x="3762171" y="7821497"/>
                </a:lnTo>
                <a:lnTo>
                  <a:pt x="3795783" y="7785136"/>
                </a:lnTo>
                <a:lnTo>
                  <a:pt x="3829075" y="7748420"/>
                </a:lnTo>
                <a:lnTo>
                  <a:pt x="3862042" y="7711350"/>
                </a:lnTo>
                <a:lnTo>
                  <a:pt x="3894682" y="7673928"/>
                </a:lnTo>
                <a:lnTo>
                  <a:pt x="3926991" y="7636155"/>
                </a:lnTo>
                <a:lnTo>
                  <a:pt x="3958967" y="7598032"/>
                </a:lnTo>
                <a:lnTo>
                  <a:pt x="3990607" y="7559561"/>
                </a:lnTo>
                <a:lnTo>
                  <a:pt x="4021907" y="7520744"/>
                </a:lnTo>
                <a:lnTo>
                  <a:pt x="4052865" y="7481582"/>
                </a:lnTo>
                <a:lnTo>
                  <a:pt x="4083478" y="7442077"/>
                </a:lnTo>
                <a:lnTo>
                  <a:pt x="8022311" y="2307814"/>
                </a:lnTo>
                <a:lnTo>
                  <a:pt x="8052902" y="2268285"/>
                </a:lnTo>
                <a:lnTo>
                  <a:pt x="8083796" y="2229056"/>
                </a:lnTo>
                <a:lnTo>
                  <a:pt x="8114989" y="2190127"/>
                </a:lnTo>
                <a:lnTo>
                  <a:pt x="8146479" y="2151500"/>
                </a:lnTo>
                <a:lnTo>
                  <a:pt x="8178264" y="2113176"/>
                </a:lnTo>
                <a:lnTo>
                  <a:pt x="8210341" y="2075157"/>
                </a:lnTo>
                <a:lnTo>
                  <a:pt x="8242709" y="2037442"/>
                </a:lnTo>
                <a:lnTo>
                  <a:pt x="8275365" y="2000034"/>
                </a:lnTo>
                <a:lnTo>
                  <a:pt x="8308307" y="1962934"/>
                </a:lnTo>
                <a:lnTo>
                  <a:pt x="8341532" y="1926142"/>
                </a:lnTo>
                <a:lnTo>
                  <a:pt x="8375038" y="1889660"/>
                </a:lnTo>
                <a:lnTo>
                  <a:pt x="8408823" y="1853489"/>
                </a:lnTo>
                <a:lnTo>
                  <a:pt x="8442885" y="1817630"/>
                </a:lnTo>
                <a:lnTo>
                  <a:pt x="8477221" y="1782084"/>
                </a:lnTo>
                <a:lnTo>
                  <a:pt x="8511829" y="1746853"/>
                </a:lnTo>
                <a:lnTo>
                  <a:pt x="8546706" y="1711937"/>
                </a:lnTo>
                <a:lnTo>
                  <a:pt x="8581851" y="1677337"/>
                </a:lnTo>
                <a:lnTo>
                  <a:pt x="8617261" y="1643056"/>
                </a:lnTo>
                <a:lnTo>
                  <a:pt x="8652934" y="1609093"/>
                </a:lnTo>
                <a:lnTo>
                  <a:pt x="8688867" y="1575450"/>
                </a:lnTo>
                <a:lnTo>
                  <a:pt x="8725058" y="1542128"/>
                </a:lnTo>
                <a:lnTo>
                  <a:pt x="8761506" y="1509129"/>
                </a:lnTo>
                <a:lnTo>
                  <a:pt x="8798207" y="1476452"/>
                </a:lnTo>
                <a:lnTo>
                  <a:pt x="8835159" y="1444101"/>
                </a:lnTo>
                <a:lnTo>
                  <a:pt x="8872360" y="1412075"/>
                </a:lnTo>
                <a:lnTo>
                  <a:pt x="8909808" y="1380375"/>
                </a:lnTo>
                <a:lnTo>
                  <a:pt x="8947501" y="1349004"/>
                </a:lnTo>
                <a:lnTo>
                  <a:pt x="8985435" y="1317962"/>
                </a:lnTo>
                <a:lnTo>
                  <a:pt x="9023610" y="1287250"/>
                </a:lnTo>
                <a:lnTo>
                  <a:pt x="9062022" y="1256869"/>
                </a:lnTo>
                <a:lnTo>
                  <a:pt x="9100669" y="1226820"/>
                </a:lnTo>
                <a:lnTo>
                  <a:pt x="9139549" y="1197105"/>
                </a:lnTo>
                <a:lnTo>
                  <a:pt x="9178660" y="1167725"/>
                </a:lnTo>
                <a:lnTo>
                  <a:pt x="9217999" y="1138681"/>
                </a:lnTo>
                <a:lnTo>
                  <a:pt x="9257564" y="1109974"/>
                </a:lnTo>
                <a:lnTo>
                  <a:pt x="9297353" y="1081604"/>
                </a:lnTo>
                <a:lnTo>
                  <a:pt x="9337364" y="1053574"/>
                </a:lnTo>
                <a:lnTo>
                  <a:pt x="9377594" y="1025884"/>
                </a:lnTo>
                <a:lnTo>
                  <a:pt x="9418040" y="998536"/>
                </a:lnTo>
                <a:lnTo>
                  <a:pt x="9458702" y="971530"/>
                </a:lnTo>
                <a:lnTo>
                  <a:pt x="9499575" y="944868"/>
                </a:lnTo>
                <a:lnTo>
                  <a:pt x="9540659" y="918551"/>
                </a:lnTo>
                <a:lnTo>
                  <a:pt x="9581950" y="892580"/>
                </a:lnTo>
                <a:lnTo>
                  <a:pt x="9623447" y="866956"/>
                </a:lnTo>
                <a:lnTo>
                  <a:pt x="9665147" y="841681"/>
                </a:lnTo>
                <a:lnTo>
                  <a:pt x="9707048" y="816754"/>
                </a:lnTo>
                <a:lnTo>
                  <a:pt x="9749147" y="792179"/>
                </a:lnTo>
                <a:lnTo>
                  <a:pt x="9791443" y="767955"/>
                </a:lnTo>
                <a:lnTo>
                  <a:pt x="9833932" y="744083"/>
                </a:lnTo>
                <a:lnTo>
                  <a:pt x="9876613" y="720566"/>
                </a:lnTo>
                <a:lnTo>
                  <a:pt x="9919484" y="697404"/>
                </a:lnTo>
                <a:lnTo>
                  <a:pt x="9962542" y="674598"/>
                </a:lnTo>
                <a:lnTo>
                  <a:pt x="10005784" y="652149"/>
                </a:lnTo>
                <a:lnTo>
                  <a:pt x="10049209" y="630059"/>
                </a:lnTo>
                <a:lnTo>
                  <a:pt x="10092814" y="608328"/>
                </a:lnTo>
                <a:lnTo>
                  <a:pt x="10136597" y="586958"/>
                </a:lnTo>
                <a:lnTo>
                  <a:pt x="10180556" y="565950"/>
                </a:lnTo>
                <a:lnTo>
                  <a:pt x="10224688" y="545304"/>
                </a:lnTo>
                <a:lnTo>
                  <a:pt x="10268991" y="525023"/>
                </a:lnTo>
                <a:lnTo>
                  <a:pt x="10313463" y="505107"/>
                </a:lnTo>
                <a:lnTo>
                  <a:pt x="10358101" y="485558"/>
                </a:lnTo>
                <a:lnTo>
                  <a:pt x="10402903" y="466376"/>
                </a:lnTo>
                <a:lnTo>
                  <a:pt x="10447868" y="447563"/>
                </a:lnTo>
                <a:lnTo>
                  <a:pt x="10492991" y="429119"/>
                </a:lnTo>
                <a:lnTo>
                  <a:pt x="10538272" y="411046"/>
                </a:lnTo>
                <a:lnTo>
                  <a:pt x="10583708" y="393346"/>
                </a:lnTo>
                <a:lnTo>
                  <a:pt x="10629297" y="376018"/>
                </a:lnTo>
                <a:lnTo>
                  <a:pt x="10675036" y="359065"/>
                </a:lnTo>
                <a:lnTo>
                  <a:pt x="10720923" y="342487"/>
                </a:lnTo>
                <a:lnTo>
                  <a:pt x="10766956" y="326286"/>
                </a:lnTo>
                <a:lnTo>
                  <a:pt x="10813132" y="310462"/>
                </a:lnTo>
                <a:lnTo>
                  <a:pt x="10859450" y="295018"/>
                </a:lnTo>
                <a:lnTo>
                  <a:pt x="10905907" y="279953"/>
                </a:lnTo>
                <a:lnTo>
                  <a:pt x="10952500" y="265269"/>
                </a:lnTo>
                <a:lnTo>
                  <a:pt x="10999227" y="250968"/>
                </a:lnTo>
                <a:lnTo>
                  <a:pt x="11046087" y="237049"/>
                </a:lnTo>
                <a:lnTo>
                  <a:pt x="11093076" y="223516"/>
                </a:lnTo>
                <a:lnTo>
                  <a:pt x="11140193" y="210368"/>
                </a:lnTo>
                <a:lnTo>
                  <a:pt x="11187434" y="197606"/>
                </a:lnTo>
                <a:lnTo>
                  <a:pt x="11234799" y="185233"/>
                </a:lnTo>
                <a:lnTo>
                  <a:pt x="11282284" y="173248"/>
                </a:lnTo>
                <a:lnTo>
                  <a:pt x="11329888" y="161654"/>
                </a:lnTo>
                <a:lnTo>
                  <a:pt x="11377607" y="150451"/>
                </a:lnTo>
                <a:lnTo>
                  <a:pt x="11425440" y="139640"/>
                </a:lnTo>
                <a:lnTo>
                  <a:pt x="11473385" y="129223"/>
                </a:lnTo>
                <a:lnTo>
                  <a:pt x="11521439" y="119201"/>
                </a:lnTo>
                <a:lnTo>
                  <a:pt x="11569599" y="109574"/>
                </a:lnTo>
                <a:lnTo>
                  <a:pt x="11617864" y="100344"/>
                </a:lnTo>
                <a:lnTo>
                  <a:pt x="11666231" y="91512"/>
                </a:lnTo>
                <a:lnTo>
                  <a:pt x="11714698" y="83080"/>
                </a:lnTo>
                <a:lnTo>
                  <a:pt x="11763263" y="75047"/>
                </a:lnTo>
                <a:lnTo>
                  <a:pt x="11811923" y="67417"/>
                </a:lnTo>
                <a:lnTo>
                  <a:pt x="11860676" y="60188"/>
                </a:lnTo>
                <a:lnTo>
                  <a:pt x="11909519" y="53364"/>
                </a:lnTo>
                <a:lnTo>
                  <a:pt x="11958451" y="46944"/>
                </a:lnTo>
                <a:lnTo>
                  <a:pt x="12007470" y="40931"/>
                </a:lnTo>
                <a:lnTo>
                  <a:pt x="12056572" y="35324"/>
                </a:lnTo>
                <a:lnTo>
                  <a:pt x="12105756" y="30126"/>
                </a:lnTo>
                <a:lnTo>
                  <a:pt x="12155019" y="25337"/>
                </a:lnTo>
                <a:lnTo>
                  <a:pt x="12204359" y="20958"/>
                </a:lnTo>
                <a:lnTo>
                  <a:pt x="12253773" y="16991"/>
                </a:lnTo>
                <a:lnTo>
                  <a:pt x="12303260" y="13437"/>
                </a:lnTo>
                <a:lnTo>
                  <a:pt x="12352818" y="10297"/>
                </a:lnTo>
                <a:lnTo>
                  <a:pt x="12402443" y="7572"/>
                </a:lnTo>
                <a:lnTo>
                  <a:pt x="12452133" y="5263"/>
                </a:lnTo>
                <a:lnTo>
                  <a:pt x="12501887" y="3371"/>
                </a:lnTo>
                <a:lnTo>
                  <a:pt x="12551701" y="1898"/>
                </a:lnTo>
                <a:lnTo>
                  <a:pt x="12601574" y="844"/>
                </a:lnTo>
                <a:lnTo>
                  <a:pt x="12651504" y="211"/>
                </a:lnTo>
                <a:lnTo>
                  <a:pt x="12701487" y="0"/>
                </a:lnTo>
                <a:lnTo>
                  <a:pt x="13158798" y="0"/>
                </a:lnTo>
              </a:path>
            </a:pathLst>
          </a:custGeom>
          <a:ln w="19050">
            <a:gradFill>
              <a:gsLst>
                <a:gs pos="18000">
                  <a:schemeClr val="accent2"/>
                </a:gs>
                <a:gs pos="0">
                  <a:schemeClr val="bg1">
                    <a:alpha val="0"/>
                  </a:schemeClr>
                </a:gs>
              </a:gsLst>
              <a:lin ang="5400000" scaled="0"/>
            </a:gradFill>
          </a:ln>
        </p:spPr>
        <p:txBody>
          <a:bodyPr wrap="square" lIns="0" tIns="0" rIns="0" bIns="0" rtlCol="0"/>
          <a:lstStyle/>
          <a:p>
            <a:pPr marL="0" marR="0" lvl="0" indent="0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C852DA27-3FF7-A998-37F4-EF0ED0A5C838}"/>
              </a:ext>
            </a:extLst>
          </p:cNvPr>
          <p:cNvCxnSpPr>
            <a:cxnSpLocks/>
          </p:cNvCxnSpPr>
          <p:nvPr/>
        </p:nvCxnSpPr>
        <p:spPr>
          <a:xfrm flipH="1">
            <a:off x="334962" y="6678798"/>
            <a:ext cx="10980001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Espaço Reservado para Número de Slide 5">
            <a:extLst>
              <a:ext uri="{FF2B5EF4-FFF2-40B4-BE49-F238E27FC236}">
                <a16:creationId xmlns:a16="http://schemas.microsoft.com/office/drawing/2014/main" id="{3C3AD1DB-74F2-5CB8-23C2-508B0D63F63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509521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pPr marL="20023">
              <a:lnSpc>
                <a:spcPct val="100000"/>
              </a:lnSpc>
              <a:spcBef>
                <a:spcPts val="45"/>
              </a:spcBef>
            </a:pPr>
            <a:fld id="{81D60167-4931-47E6-BA6A-407CBD079E47}" type="slidenum">
              <a:rPr lang="pt-BR" spc="-15" smtClean="0"/>
              <a:pPr marL="20023">
                <a:lnSpc>
                  <a:spcPct val="100000"/>
                </a:lnSpc>
                <a:spcBef>
                  <a:spcPts val="45"/>
                </a:spcBef>
              </a:pPr>
              <a:t>‹#›</a:t>
            </a:fld>
            <a:endParaRPr lang="pt-BR" spc="-15"/>
          </a:p>
        </p:txBody>
      </p:sp>
    </p:spTree>
    <p:extLst>
      <p:ext uri="{BB962C8B-B14F-4D97-AF65-F5344CB8AC3E}">
        <p14:creationId xmlns:p14="http://schemas.microsoft.com/office/powerpoint/2010/main" val="205994808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4530">
          <p15:clr>
            <a:srgbClr val="FBAE40"/>
          </p15:clr>
        </p15:guide>
        <p15:guide id="2" orient="horz" pos="2410">
          <p15:clr>
            <a:srgbClr val="FBAE40"/>
          </p15:clr>
        </p15:guide>
        <p15:guide id="3" orient="horz" pos="141">
          <p15:clr>
            <a:srgbClr val="FBAE40"/>
          </p15:clr>
        </p15:guide>
        <p15:guide id="4" pos="128">
          <p15:clr>
            <a:srgbClr val="FBAE40"/>
          </p15:clr>
        </p15:guide>
        <p15:guide id="5" orient="horz" pos="2465">
          <p15:clr>
            <a:srgbClr val="FBAE40"/>
          </p15:clr>
        </p15:guide>
        <p15:guide id="6" orient="horz" pos="485">
          <p15:clr>
            <a:srgbClr val="FBAE40"/>
          </p15:clr>
        </p15:guide>
        <p15:guide id="7" orient="horz" pos="567">
          <p15:clr>
            <a:srgbClr val="FBAE40"/>
          </p15:clr>
        </p15:guide>
      </p15:sldGuideLst>
    </p:ext>
  </p:extLst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Título | Box superior - Escuro">
    <p:bg>
      <p:bgPr>
        <a:gradFill>
          <a:gsLst>
            <a:gs pos="0">
              <a:schemeClr val="tx1"/>
            </a:gs>
            <a:gs pos="23000">
              <a:schemeClr val="tx1"/>
            </a:gs>
            <a:gs pos="55000">
              <a:srgbClr val="161B21"/>
            </a:gs>
          </a:gsLst>
          <a:lin ang="84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0" name="Retângulo 5">
            <a:extLst>
              <a:ext uri="{FF2B5EF4-FFF2-40B4-BE49-F238E27FC236}">
                <a16:creationId xmlns:a16="http://schemas.microsoft.com/office/drawing/2014/main" id="{7D36360D-ABDB-2B93-AA05-C90BA9D483DB}"/>
              </a:ext>
            </a:extLst>
          </p:cNvPr>
          <p:cNvSpPr/>
          <p:nvPr/>
        </p:nvSpPr>
        <p:spPr>
          <a:xfrm>
            <a:off x="0" y="807794"/>
            <a:ext cx="12192000" cy="209118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sz="849">
              <a:latin typeface="Versos" panose="020B0503020204030204" pitchFamily="34" charset="0"/>
            </a:endParaRP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683428" y="1045525"/>
            <a:ext cx="5421301" cy="156104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>
                    <a:lumMod val="85000"/>
                    <a:lumOff val="15000"/>
                  </a:schemeClr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12" name="Conector Reto 6">
            <a:extLst>
              <a:ext uri="{FF2B5EF4-FFF2-40B4-BE49-F238E27FC236}">
                <a16:creationId xmlns:a16="http://schemas.microsoft.com/office/drawing/2014/main" id="{93D24C85-FAB3-23B7-3282-C0255DE4BF50}"/>
              </a:ext>
            </a:extLst>
          </p:cNvPr>
          <p:cNvCxnSpPr/>
          <p:nvPr/>
        </p:nvCxnSpPr>
        <p:spPr>
          <a:xfrm>
            <a:off x="583096" y="1364974"/>
            <a:ext cx="0" cy="1562116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Conector Reto 7">
            <a:extLst>
              <a:ext uri="{FF2B5EF4-FFF2-40B4-BE49-F238E27FC236}">
                <a16:creationId xmlns:a16="http://schemas.microsoft.com/office/drawing/2014/main" id="{A040BC7F-4356-241E-DE98-A14572A424F9}"/>
              </a:ext>
            </a:extLst>
          </p:cNvPr>
          <p:cNvCxnSpPr>
            <a:cxnSpLocks/>
          </p:cNvCxnSpPr>
          <p:nvPr/>
        </p:nvCxnSpPr>
        <p:spPr>
          <a:xfrm>
            <a:off x="6336683" y="1364974"/>
            <a:ext cx="0" cy="1562116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3D29ABC6-2275-8D02-5D8F-6C312831087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437015" y="1045525"/>
            <a:ext cx="5420023" cy="158838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>
                    <a:lumMod val="85000"/>
                    <a:lumOff val="15000"/>
                  </a:schemeClr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7" name="Text Placeholder 8">
            <a:extLst>
              <a:ext uri="{FF2B5EF4-FFF2-40B4-BE49-F238E27FC236}">
                <a16:creationId xmlns:a16="http://schemas.microsoft.com/office/drawing/2014/main" id="{D0831873-076C-11EE-AA1E-02508B9C5655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686448" y="3021652"/>
            <a:ext cx="5296913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:a16="http://schemas.microsoft.com/office/drawing/2014/main" id="{89936DB2-1144-3AFC-1BBA-E1BDEB5020C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435706" y="3021652"/>
            <a:ext cx="5421332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Espaço Reservado para Número de Slide 5">
            <a:extLst>
              <a:ext uri="{FF2B5EF4-FFF2-40B4-BE49-F238E27FC236}">
                <a16:creationId xmlns:a16="http://schemas.microsoft.com/office/drawing/2014/main" id="{F216AB5E-D38B-66D5-8239-7B0151BF703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509521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pPr marL="20023">
              <a:lnSpc>
                <a:spcPct val="100000"/>
              </a:lnSpc>
              <a:spcBef>
                <a:spcPts val="45"/>
              </a:spcBef>
            </a:pPr>
            <a:fld id="{81D60167-4931-47E6-BA6A-407CBD079E47}" type="slidenum">
              <a:rPr lang="pt-BR" spc="-15" smtClean="0"/>
              <a:pPr marL="20023">
                <a:lnSpc>
                  <a:spcPct val="100000"/>
                </a:lnSpc>
                <a:spcBef>
                  <a:spcPts val="45"/>
                </a:spcBef>
              </a:pPr>
              <a:t>‹#›</a:t>
            </a:fld>
            <a:endParaRPr lang="pt-BR" spc="-15"/>
          </a:p>
        </p:txBody>
      </p:sp>
      <p:sp>
        <p:nvSpPr>
          <p:cNvPr id="7" name="Picture 8">
            <a:extLst>
              <a:ext uri="{FF2B5EF4-FFF2-40B4-BE49-F238E27FC236}">
                <a16:creationId xmlns:a16="http://schemas.microsoft.com/office/drawing/2014/main" id="{1A5BA7F4-667F-F678-D52B-B0E7F22710B9}"/>
              </a:ext>
            </a:extLst>
          </p:cNvPr>
          <p:cNvSpPr/>
          <p:nvPr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/>
          </a:p>
        </p:txBody>
      </p:sp>
      <p:cxnSp>
        <p:nvCxnSpPr>
          <p:cNvPr id="2" name="Straight Connector 1">
            <a:extLst>
              <a:ext uri="{FF2B5EF4-FFF2-40B4-BE49-F238E27FC236}">
                <a16:creationId xmlns:a16="http://schemas.microsoft.com/office/drawing/2014/main" id="{904D163A-91B9-6223-CBDA-177ED43B7C77}"/>
              </a:ext>
            </a:extLst>
          </p:cNvPr>
          <p:cNvCxnSpPr>
            <a:cxnSpLocks/>
          </p:cNvCxnSpPr>
          <p:nvPr/>
        </p:nvCxnSpPr>
        <p:spPr>
          <a:xfrm>
            <a:off x="1" y="169333"/>
            <a:ext cx="12229571" cy="0"/>
          </a:xfrm>
          <a:prstGeom prst="line">
            <a:avLst/>
          </a:prstGeom>
          <a:ln w="1905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AD0E0086-7D78-E1C3-45A7-352B452EA387}"/>
              </a:ext>
            </a:extLst>
          </p:cNvPr>
          <p:cNvCxnSpPr>
            <a:cxnSpLocks/>
          </p:cNvCxnSpPr>
          <p:nvPr/>
        </p:nvCxnSpPr>
        <p:spPr>
          <a:xfrm flipH="1">
            <a:off x="334962" y="6678798"/>
            <a:ext cx="10980001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ext Placeholder 10">
            <a:extLst>
              <a:ext uri="{FF2B5EF4-FFF2-40B4-BE49-F238E27FC236}">
                <a16:creationId xmlns:a16="http://schemas.microsoft.com/office/drawing/2014/main" id="{47D10088-EE5F-A16B-8EDA-8D4B83FD96AD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7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59365147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4530">
          <p15:clr>
            <a:srgbClr val="FBAE40"/>
          </p15:clr>
        </p15:guide>
        <p15:guide id="2" orient="horz" pos="2410">
          <p15:clr>
            <a:srgbClr val="FBAE40"/>
          </p15:clr>
        </p15:guide>
        <p15:guide id="3" orient="horz" pos="141">
          <p15:clr>
            <a:srgbClr val="FBAE40"/>
          </p15:clr>
        </p15:guide>
        <p15:guide id="4" pos="128">
          <p15:clr>
            <a:srgbClr val="FBAE40"/>
          </p15:clr>
        </p15:guide>
        <p15:guide id="5" orient="horz" pos="2465">
          <p15:clr>
            <a:srgbClr val="FBAE40"/>
          </p15:clr>
        </p15:guide>
        <p15:guide id="6" orient="horz" pos="485">
          <p15:clr>
            <a:srgbClr val="FBAE40"/>
          </p15:clr>
        </p15:guide>
        <p15:guide id="7" orient="horz" pos="567">
          <p15:clr>
            <a:srgbClr val="FBAE40"/>
          </p15:clr>
        </p15:guide>
      </p15:sldGuideLst>
    </p:ext>
  </p:extLst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Título | Box lateral - Escuro">
    <p:bg>
      <p:bgPr>
        <a:gradFill>
          <a:gsLst>
            <a:gs pos="0">
              <a:schemeClr val="tx1"/>
            </a:gs>
            <a:gs pos="23000">
              <a:schemeClr val="tx1"/>
            </a:gs>
            <a:gs pos="55000">
              <a:srgbClr val="161B21"/>
            </a:gs>
          </a:gsLst>
          <a:lin ang="84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tângulo 1">
            <a:extLst>
              <a:ext uri="{FF2B5EF4-FFF2-40B4-BE49-F238E27FC236}">
                <a16:creationId xmlns:a16="http://schemas.microsoft.com/office/drawing/2014/main" id="{0B0E7351-5252-E626-42EB-CDCE7C083C49}"/>
              </a:ext>
            </a:extLst>
          </p:cNvPr>
          <p:cNvSpPr/>
          <p:nvPr/>
        </p:nvSpPr>
        <p:spPr>
          <a:xfrm>
            <a:off x="0" y="1"/>
            <a:ext cx="5420020" cy="68580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sz="849">
              <a:solidFill>
                <a:schemeClr val="tx1"/>
              </a:solidFill>
            </a:endParaRPr>
          </a:p>
        </p:txBody>
      </p:sp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4" y="6509521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pPr marL="20023">
              <a:lnSpc>
                <a:spcPct val="100000"/>
              </a:lnSpc>
              <a:spcBef>
                <a:spcPts val="45"/>
              </a:spcBef>
            </a:pPr>
            <a:fld id="{81D60167-4931-47E6-BA6A-407CBD079E47}" type="slidenum">
              <a:rPr lang="pt-BR" spc="-15" smtClean="0"/>
              <a:pPr marL="20023">
                <a:lnSpc>
                  <a:spcPct val="100000"/>
                </a:lnSpc>
                <a:spcBef>
                  <a:spcPts val="45"/>
                </a:spcBef>
              </a:pPr>
              <a:t>‹#›</a:t>
            </a:fld>
            <a:endParaRPr lang="pt-BR" spc="-15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5085057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tx1">
                    <a:lumMod val="85000"/>
                    <a:lumOff val="15000"/>
                  </a:schemeClr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47027" y="1751285"/>
            <a:ext cx="4369353" cy="156104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3D29ABC6-2275-8D02-5D8F-6C312831087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333166" y="3849328"/>
            <a:ext cx="4383213" cy="158838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:a16="http://schemas.microsoft.com/office/drawing/2014/main" id="{89936DB2-1144-3AFC-1BBA-E1BDEB5020C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5767047" y="1484313"/>
            <a:ext cx="6089992" cy="445872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2" name="Conector Reto 2">
            <a:extLst>
              <a:ext uri="{FF2B5EF4-FFF2-40B4-BE49-F238E27FC236}">
                <a16:creationId xmlns:a16="http://schemas.microsoft.com/office/drawing/2014/main" id="{D24BE17E-F6B3-8EAE-EC30-BB9C725FC11E}"/>
              </a:ext>
            </a:extLst>
          </p:cNvPr>
          <p:cNvCxnSpPr>
            <a:cxnSpLocks/>
          </p:cNvCxnSpPr>
          <p:nvPr/>
        </p:nvCxnSpPr>
        <p:spPr>
          <a:xfrm flipH="1">
            <a:off x="1" y="1482784"/>
            <a:ext cx="1457739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Conector Reto 7">
            <a:extLst>
              <a:ext uri="{FF2B5EF4-FFF2-40B4-BE49-F238E27FC236}">
                <a16:creationId xmlns:a16="http://schemas.microsoft.com/office/drawing/2014/main" id="{0D6EA7A2-501E-AE25-217B-771E1489503C}"/>
              </a:ext>
            </a:extLst>
          </p:cNvPr>
          <p:cNvCxnSpPr>
            <a:cxnSpLocks/>
          </p:cNvCxnSpPr>
          <p:nvPr/>
        </p:nvCxnSpPr>
        <p:spPr>
          <a:xfrm flipH="1">
            <a:off x="1" y="3580828"/>
            <a:ext cx="1457739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Picture 8">
            <a:extLst>
              <a:ext uri="{FF2B5EF4-FFF2-40B4-BE49-F238E27FC236}">
                <a16:creationId xmlns:a16="http://schemas.microsoft.com/office/drawing/2014/main" id="{BDCC83E7-0F77-B8A6-85B1-3C7C7DEFD0BA}"/>
              </a:ext>
            </a:extLst>
          </p:cNvPr>
          <p:cNvSpPr/>
          <p:nvPr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/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221BCF8F-C3DE-3A54-5FA9-6EE512FF48C7}"/>
              </a:ext>
            </a:extLst>
          </p:cNvPr>
          <p:cNvCxnSpPr>
            <a:cxnSpLocks/>
          </p:cNvCxnSpPr>
          <p:nvPr/>
        </p:nvCxnSpPr>
        <p:spPr>
          <a:xfrm>
            <a:off x="5631543" y="169333"/>
            <a:ext cx="6598028" cy="0"/>
          </a:xfrm>
          <a:prstGeom prst="line">
            <a:avLst/>
          </a:prstGeom>
          <a:ln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object 4">
            <a:extLst>
              <a:ext uri="{FF2B5EF4-FFF2-40B4-BE49-F238E27FC236}">
                <a16:creationId xmlns:a16="http://schemas.microsoft.com/office/drawing/2014/main" id="{0855DF8C-626E-4C52-7A80-ABDF64F92933}"/>
              </a:ext>
            </a:extLst>
          </p:cNvPr>
          <p:cNvSpPr/>
          <p:nvPr/>
        </p:nvSpPr>
        <p:spPr>
          <a:xfrm rot="10247908" flipH="1">
            <a:off x="4106509" y="-4146683"/>
            <a:ext cx="8001039" cy="5749648"/>
          </a:xfrm>
          <a:custGeom>
            <a:avLst/>
            <a:gdLst>
              <a:gd name="connsiteX0" fmla="*/ 0 w 13940157"/>
              <a:gd name="connsiteY0" fmla="*/ 9200719 h 9456078"/>
              <a:gd name="connsiteX1" fmla="*/ 781360 w 13940157"/>
              <a:gd name="connsiteY1" fmla="*/ 9456078 h 9456078"/>
              <a:gd name="connsiteX2" fmla="*/ 831337 w 13940157"/>
              <a:gd name="connsiteY2" fmla="*/ 9455836 h 9456078"/>
              <a:gd name="connsiteX3" fmla="*/ 881253 w 13940157"/>
              <a:gd name="connsiteY3" fmla="*/ 9455111 h 9456078"/>
              <a:gd name="connsiteX4" fmla="*/ 931102 w 13940157"/>
              <a:gd name="connsiteY4" fmla="*/ 9453904 h 9456078"/>
              <a:gd name="connsiteX5" fmla="*/ 980884 w 13940157"/>
              <a:gd name="connsiteY5" fmla="*/ 9452217 h 9456078"/>
              <a:gd name="connsiteX6" fmla="*/ 1030594 w 13940157"/>
              <a:gd name="connsiteY6" fmla="*/ 9450052 h 9456078"/>
              <a:gd name="connsiteX7" fmla="*/ 1080230 w 13940157"/>
              <a:gd name="connsiteY7" fmla="*/ 9447409 h 9456078"/>
              <a:gd name="connsiteX8" fmla="*/ 1129789 w 13940157"/>
              <a:gd name="connsiteY8" fmla="*/ 9444290 h 9456078"/>
              <a:gd name="connsiteX9" fmla="*/ 1179267 w 13940157"/>
              <a:gd name="connsiteY9" fmla="*/ 9440698 h 9456078"/>
              <a:gd name="connsiteX10" fmla="*/ 1228662 w 13940157"/>
              <a:gd name="connsiteY10" fmla="*/ 9436632 h 9456078"/>
              <a:gd name="connsiteX11" fmla="*/ 1277970 w 13940157"/>
              <a:gd name="connsiteY11" fmla="*/ 9432096 h 9456078"/>
              <a:gd name="connsiteX12" fmla="*/ 1327189 w 13940157"/>
              <a:gd name="connsiteY12" fmla="*/ 9427089 h 9456078"/>
              <a:gd name="connsiteX13" fmla="*/ 1376316 w 13940157"/>
              <a:gd name="connsiteY13" fmla="*/ 9421615 h 9456078"/>
              <a:gd name="connsiteX14" fmla="*/ 1425347 w 13940157"/>
              <a:gd name="connsiteY14" fmla="*/ 9415673 h 9456078"/>
              <a:gd name="connsiteX15" fmla="*/ 1474280 w 13940157"/>
              <a:gd name="connsiteY15" fmla="*/ 9409267 h 9456078"/>
              <a:gd name="connsiteX16" fmla="*/ 1523111 w 13940157"/>
              <a:gd name="connsiteY16" fmla="*/ 9402396 h 9456078"/>
              <a:gd name="connsiteX17" fmla="*/ 1571838 w 13940157"/>
              <a:gd name="connsiteY17" fmla="*/ 9395063 h 9456078"/>
              <a:gd name="connsiteX18" fmla="*/ 1620458 w 13940157"/>
              <a:gd name="connsiteY18" fmla="*/ 9387270 h 9456078"/>
              <a:gd name="connsiteX19" fmla="*/ 1668967 w 13940157"/>
              <a:gd name="connsiteY19" fmla="*/ 9379017 h 9456078"/>
              <a:gd name="connsiteX20" fmla="*/ 1717362 w 13940157"/>
              <a:gd name="connsiteY20" fmla="*/ 9370306 h 9456078"/>
              <a:gd name="connsiteX21" fmla="*/ 1765641 w 13940157"/>
              <a:gd name="connsiteY21" fmla="*/ 9361139 h 9456078"/>
              <a:gd name="connsiteX22" fmla="*/ 1813800 w 13940157"/>
              <a:gd name="connsiteY22" fmla="*/ 9351517 h 9456078"/>
              <a:gd name="connsiteX23" fmla="*/ 1861837 w 13940157"/>
              <a:gd name="connsiteY23" fmla="*/ 9341441 h 9456078"/>
              <a:gd name="connsiteX24" fmla="*/ 1909749 w 13940157"/>
              <a:gd name="connsiteY24" fmla="*/ 9330914 h 9456078"/>
              <a:gd name="connsiteX25" fmla="*/ 1957532 w 13940157"/>
              <a:gd name="connsiteY25" fmla="*/ 9319936 h 9456078"/>
              <a:gd name="connsiteX26" fmla="*/ 2005183 w 13940157"/>
              <a:gd name="connsiteY26" fmla="*/ 9308509 h 9456078"/>
              <a:gd name="connsiteX27" fmla="*/ 2052699 w 13940157"/>
              <a:gd name="connsiteY27" fmla="*/ 9296635 h 9456078"/>
              <a:gd name="connsiteX28" fmla="*/ 2100079 w 13940157"/>
              <a:gd name="connsiteY28" fmla="*/ 9284315 h 9456078"/>
              <a:gd name="connsiteX29" fmla="*/ 2147317 w 13940157"/>
              <a:gd name="connsiteY29" fmla="*/ 9271550 h 9456078"/>
              <a:gd name="connsiteX30" fmla="*/ 2194412 w 13940157"/>
              <a:gd name="connsiteY30" fmla="*/ 9258342 h 9456078"/>
              <a:gd name="connsiteX31" fmla="*/ 2241360 w 13940157"/>
              <a:gd name="connsiteY31" fmla="*/ 9244693 h 9456078"/>
              <a:gd name="connsiteX32" fmla="*/ 2288159 w 13940157"/>
              <a:gd name="connsiteY32" fmla="*/ 9230604 h 9456078"/>
              <a:gd name="connsiteX33" fmla="*/ 2334805 w 13940157"/>
              <a:gd name="connsiteY33" fmla="*/ 9216076 h 9456078"/>
              <a:gd name="connsiteX34" fmla="*/ 2381295 w 13940157"/>
              <a:gd name="connsiteY34" fmla="*/ 9201111 h 9456078"/>
              <a:gd name="connsiteX35" fmla="*/ 2427627 w 13940157"/>
              <a:gd name="connsiteY35" fmla="*/ 9185710 h 9456078"/>
              <a:gd name="connsiteX36" fmla="*/ 2473797 w 13940157"/>
              <a:gd name="connsiteY36" fmla="*/ 9169876 h 9456078"/>
              <a:gd name="connsiteX37" fmla="*/ 2519802 w 13940157"/>
              <a:gd name="connsiteY37" fmla="*/ 9153608 h 9456078"/>
              <a:gd name="connsiteX38" fmla="*/ 2565640 w 13940157"/>
              <a:gd name="connsiteY38" fmla="*/ 9136910 h 9456078"/>
              <a:gd name="connsiteX39" fmla="*/ 2611307 w 13940157"/>
              <a:gd name="connsiteY39" fmla="*/ 9119782 h 9456078"/>
              <a:gd name="connsiteX40" fmla="*/ 2656800 w 13940157"/>
              <a:gd name="connsiteY40" fmla="*/ 9102226 h 9456078"/>
              <a:gd name="connsiteX41" fmla="*/ 2702116 w 13940157"/>
              <a:gd name="connsiteY41" fmla="*/ 9084243 h 9456078"/>
              <a:gd name="connsiteX42" fmla="*/ 2747253 w 13940157"/>
              <a:gd name="connsiteY42" fmla="*/ 9065835 h 9456078"/>
              <a:gd name="connsiteX43" fmla="*/ 2792207 w 13940157"/>
              <a:gd name="connsiteY43" fmla="*/ 9047004 h 9456078"/>
              <a:gd name="connsiteX44" fmla="*/ 2836975 w 13940157"/>
              <a:gd name="connsiteY44" fmla="*/ 9027750 h 9456078"/>
              <a:gd name="connsiteX45" fmla="*/ 2881555 w 13940157"/>
              <a:gd name="connsiteY45" fmla="*/ 9008075 h 9456078"/>
              <a:gd name="connsiteX46" fmla="*/ 2925942 w 13940157"/>
              <a:gd name="connsiteY46" fmla="*/ 8987981 h 9456078"/>
              <a:gd name="connsiteX47" fmla="*/ 2970135 w 13940157"/>
              <a:gd name="connsiteY47" fmla="*/ 8967470 h 9456078"/>
              <a:gd name="connsiteX48" fmla="*/ 3014130 w 13940157"/>
              <a:gd name="connsiteY48" fmla="*/ 8946542 h 9456078"/>
              <a:gd name="connsiteX49" fmla="*/ 3057924 w 13940157"/>
              <a:gd name="connsiteY49" fmla="*/ 8925199 h 9456078"/>
              <a:gd name="connsiteX50" fmla="*/ 3101514 w 13940157"/>
              <a:gd name="connsiteY50" fmla="*/ 8903443 h 9456078"/>
              <a:gd name="connsiteX51" fmla="*/ 3144898 w 13940157"/>
              <a:gd name="connsiteY51" fmla="*/ 8881275 h 9456078"/>
              <a:gd name="connsiteX52" fmla="*/ 3188071 w 13940157"/>
              <a:gd name="connsiteY52" fmla="*/ 8858697 h 9456078"/>
              <a:gd name="connsiteX53" fmla="*/ 3231032 w 13940157"/>
              <a:gd name="connsiteY53" fmla="*/ 8835710 h 9456078"/>
              <a:gd name="connsiteX54" fmla="*/ 3273777 w 13940157"/>
              <a:gd name="connsiteY54" fmla="*/ 8812316 h 9456078"/>
              <a:gd name="connsiteX55" fmla="*/ 3316303 w 13940157"/>
              <a:gd name="connsiteY55" fmla="*/ 8788516 h 9456078"/>
              <a:gd name="connsiteX56" fmla="*/ 3358607 w 13940157"/>
              <a:gd name="connsiteY56" fmla="*/ 8764311 h 9456078"/>
              <a:gd name="connsiteX57" fmla="*/ 3400686 w 13940157"/>
              <a:gd name="connsiteY57" fmla="*/ 8739704 h 9456078"/>
              <a:gd name="connsiteX58" fmla="*/ 3442537 w 13940157"/>
              <a:gd name="connsiteY58" fmla="*/ 8714695 h 9456078"/>
              <a:gd name="connsiteX59" fmla="*/ 3484157 w 13940157"/>
              <a:gd name="connsiteY59" fmla="*/ 8689286 h 9456078"/>
              <a:gd name="connsiteX60" fmla="*/ 3525543 w 13940157"/>
              <a:gd name="connsiteY60" fmla="*/ 8663479 h 9456078"/>
              <a:gd name="connsiteX61" fmla="*/ 3566693 w 13940157"/>
              <a:gd name="connsiteY61" fmla="*/ 8637274 h 9456078"/>
              <a:gd name="connsiteX62" fmla="*/ 3607602 w 13940157"/>
              <a:gd name="connsiteY62" fmla="*/ 8610675 h 9456078"/>
              <a:gd name="connsiteX63" fmla="*/ 3648268 w 13940157"/>
              <a:gd name="connsiteY63" fmla="*/ 8583681 h 9456078"/>
              <a:gd name="connsiteX64" fmla="*/ 3688689 w 13940157"/>
              <a:gd name="connsiteY64" fmla="*/ 8556295 h 9456078"/>
              <a:gd name="connsiteX65" fmla="*/ 3728860 w 13940157"/>
              <a:gd name="connsiteY65" fmla="*/ 8528517 h 9456078"/>
              <a:gd name="connsiteX66" fmla="*/ 3768779 w 13940157"/>
              <a:gd name="connsiteY66" fmla="*/ 8500351 h 9456078"/>
              <a:gd name="connsiteX67" fmla="*/ 3808443 w 13940157"/>
              <a:gd name="connsiteY67" fmla="*/ 8471796 h 9456078"/>
              <a:gd name="connsiteX68" fmla="*/ 3847849 w 13940157"/>
              <a:gd name="connsiteY68" fmla="*/ 8442854 h 9456078"/>
              <a:gd name="connsiteX69" fmla="*/ 3886994 w 13940157"/>
              <a:gd name="connsiteY69" fmla="*/ 8413528 h 9456078"/>
              <a:gd name="connsiteX70" fmla="*/ 3925875 w 13940157"/>
              <a:gd name="connsiteY70" fmla="*/ 8383818 h 9456078"/>
              <a:gd name="connsiteX71" fmla="*/ 3964489 w 13940157"/>
              <a:gd name="connsiteY71" fmla="*/ 8353726 h 9456078"/>
              <a:gd name="connsiteX72" fmla="*/ 4002833 w 13940157"/>
              <a:gd name="connsiteY72" fmla="*/ 8323253 h 9456078"/>
              <a:gd name="connsiteX73" fmla="*/ 4040904 w 13940157"/>
              <a:gd name="connsiteY73" fmla="*/ 8292401 h 9456078"/>
              <a:gd name="connsiteX74" fmla="*/ 4078699 w 13940157"/>
              <a:gd name="connsiteY74" fmla="*/ 8261172 h 9456078"/>
              <a:gd name="connsiteX75" fmla="*/ 4116214 w 13940157"/>
              <a:gd name="connsiteY75" fmla="*/ 8229566 h 9456078"/>
              <a:gd name="connsiteX76" fmla="*/ 4153447 w 13940157"/>
              <a:gd name="connsiteY76" fmla="*/ 8197585 h 9456078"/>
              <a:gd name="connsiteX77" fmla="*/ 4190395 w 13940157"/>
              <a:gd name="connsiteY77" fmla="*/ 8165232 h 9456078"/>
              <a:gd name="connsiteX78" fmla="*/ 4227055 w 13940157"/>
              <a:gd name="connsiteY78" fmla="*/ 8132507 h 9456078"/>
              <a:gd name="connsiteX79" fmla="*/ 4263424 w 13940157"/>
              <a:gd name="connsiteY79" fmla="*/ 8099411 h 9456078"/>
              <a:gd name="connsiteX80" fmla="*/ 4299499 w 13940157"/>
              <a:gd name="connsiteY80" fmla="*/ 8065947 h 9456078"/>
              <a:gd name="connsiteX81" fmla="*/ 4335276 w 13940157"/>
              <a:gd name="connsiteY81" fmla="*/ 8032115 h 9456078"/>
              <a:gd name="connsiteX82" fmla="*/ 4370753 w 13940157"/>
              <a:gd name="connsiteY82" fmla="*/ 7997918 h 9456078"/>
              <a:gd name="connsiteX83" fmla="*/ 4405927 w 13940157"/>
              <a:gd name="connsiteY83" fmla="*/ 7963356 h 9456078"/>
              <a:gd name="connsiteX84" fmla="*/ 4440795 w 13940157"/>
              <a:gd name="connsiteY84" fmla="*/ 7928432 h 9456078"/>
              <a:gd name="connsiteX85" fmla="*/ 4475354 w 13940157"/>
              <a:gd name="connsiteY85" fmla="*/ 7893146 h 9456078"/>
              <a:gd name="connsiteX86" fmla="*/ 4509600 w 13940157"/>
              <a:gd name="connsiteY86" fmla="*/ 7857501 h 9456078"/>
              <a:gd name="connsiteX87" fmla="*/ 4543531 w 13940157"/>
              <a:gd name="connsiteY87" fmla="*/ 7821497 h 9456078"/>
              <a:gd name="connsiteX88" fmla="*/ 4577143 w 13940157"/>
              <a:gd name="connsiteY88" fmla="*/ 7785136 h 9456078"/>
              <a:gd name="connsiteX89" fmla="*/ 4610435 w 13940157"/>
              <a:gd name="connsiteY89" fmla="*/ 7748420 h 9456078"/>
              <a:gd name="connsiteX90" fmla="*/ 4643402 w 13940157"/>
              <a:gd name="connsiteY90" fmla="*/ 7711350 h 9456078"/>
              <a:gd name="connsiteX91" fmla="*/ 4676042 w 13940157"/>
              <a:gd name="connsiteY91" fmla="*/ 7673928 h 9456078"/>
              <a:gd name="connsiteX92" fmla="*/ 4708351 w 13940157"/>
              <a:gd name="connsiteY92" fmla="*/ 7636155 h 9456078"/>
              <a:gd name="connsiteX93" fmla="*/ 4740327 w 13940157"/>
              <a:gd name="connsiteY93" fmla="*/ 7598032 h 9456078"/>
              <a:gd name="connsiteX94" fmla="*/ 4771967 w 13940157"/>
              <a:gd name="connsiteY94" fmla="*/ 7559561 h 9456078"/>
              <a:gd name="connsiteX95" fmla="*/ 4803267 w 13940157"/>
              <a:gd name="connsiteY95" fmla="*/ 7520744 h 9456078"/>
              <a:gd name="connsiteX96" fmla="*/ 4834225 w 13940157"/>
              <a:gd name="connsiteY96" fmla="*/ 7481582 h 9456078"/>
              <a:gd name="connsiteX97" fmla="*/ 4864838 w 13940157"/>
              <a:gd name="connsiteY97" fmla="*/ 7442077 h 9456078"/>
              <a:gd name="connsiteX98" fmla="*/ 8803671 w 13940157"/>
              <a:gd name="connsiteY98" fmla="*/ 2307814 h 9456078"/>
              <a:gd name="connsiteX99" fmla="*/ 8834262 w 13940157"/>
              <a:gd name="connsiteY99" fmla="*/ 2268285 h 9456078"/>
              <a:gd name="connsiteX100" fmla="*/ 8865156 w 13940157"/>
              <a:gd name="connsiteY100" fmla="*/ 2229056 h 9456078"/>
              <a:gd name="connsiteX101" fmla="*/ 8896349 w 13940157"/>
              <a:gd name="connsiteY101" fmla="*/ 2190127 h 9456078"/>
              <a:gd name="connsiteX102" fmla="*/ 8927839 w 13940157"/>
              <a:gd name="connsiteY102" fmla="*/ 2151500 h 9456078"/>
              <a:gd name="connsiteX103" fmla="*/ 8959624 w 13940157"/>
              <a:gd name="connsiteY103" fmla="*/ 2113176 h 9456078"/>
              <a:gd name="connsiteX104" fmla="*/ 8991701 w 13940157"/>
              <a:gd name="connsiteY104" fmla="*/ 2075157 h 9456078"/>
              <a:gd name="connsiteX105" fmla="*/ 9024069 w 13940157"/>
              <a:gd name="connsiteY105" fmla="*/ 2037442 h 9456078"/>
              <a:gd name="connsiteX106" fmla="*/ 9056725 w 13940157"/>
              <a:gd name="connsiteY106" fmla="*/ 2000034 h 9456078"/>
              <a:gd name="connsiteX107" fmla="*/ 9089667 w 13940157"/>
              <a:gd name="connsiteY107" fmla="*/ 1962934 h 9456078"/>
              <a:gd name="connsiteX108" fmla="*/ 9122892 w 13940157"/>
              <a:gd name="connsiteY108" fmla="*/ 1926142 h 9456078"/>
              <a:gd name="connsiteX109" fmla="*/ 9156398 w 13940157"/>
              <a:gd name="connsiteY109" fmla="*/ 1889660 h 9456078"/>
              <a:gd name="connsiteX110" fmla="*/ 9190183 w 13940157"/>
              <a:gd name="connsiteY110" fmla="*/ 1853489 h 9456078"/>
              <a:gd name="connsiteX111" fmla="*/ 9224245 w 13940157"/>
              <a:gd name="connsiteY111" fmla="*/ 1817630 h 9456078"/>
              <a:gd name="connsiteX112" fmla="*/ 9258581 w 13940157"/>
              <a:gd name="connsiteY112" fmla="*/ 1782084 h 9456078"/>
              <a:gd name="connsiteX113" fmla="*/ 9293189 w 13940157"/>
              <a:gd name="connsiteY113" fmla="*/ 1746853 h 9456078"/>
              <a:gd name="connsiteX114" fmla="*/ 9328066 w 13940157"/>
              <a:gd name="connsiteY114" fmla="*/ 1711937 h 9456078"/>
              <a:gd name="connsiteX115" fmla="*/ 9363211 w 13940157"/>
              <a:gd name="connsiteY115" fmla="*/ 1677337 h 9456078"/>
              <a:gd name="connsiteX116" fmla="*/ 9398621 w 13940157"/>
              <a:gd name="connsiteY116" fmla="*/ 1643056 h 9456078"/>
              <a:gd name="connsiteX117" fmla="*/ 9434294 w 13940157"/>
              <a:gd name="connsiteY117" fmla="*/ 1609093 h 9456078"/>
              <a:gd name="connsiteX118" fmla="*/ 9470227 w 13940157"/>
              <a:gd name="connsiteY118" fmla="*/ 1575450 h 9456078"/>
              <a:gd name="connsiteX119" fmla="*/ 9506418 w 13940157"/>
              <a:gd name="connsiteY119" fmla="*/ 1542128 h 9456078"/>
              <a:gd name="connsiteX120" fmla="*/ 9542866 w 13940157"/>
              <a:gd name="connsiteY120" fmla="*/ 1509129 h 9456078"/>
              <a:gd name="connsiteX121" fmla="*/ 9579567 w 13940157"/>
              <a:gd name="connsiteY121" fmla="*/ 1476452 h 9456078"/>
              <a:gd name="connsiteX122" fmla="*/ 9616519 w 13940157"/>
              <a:gd name="connsiteY122" fmla="*/ 1444101 h 9456078"/>
              <a:gd name="connsiteX123" fmla="*/ 9653720 w 13940157"/>
              <a:gd name="connsiteY123" fmla="*/ 1412075 h 9456078"/>
              <a:gd name="connsiteX124" fmla="*/ 9691168 w 13940157"/>
              <a:gd name="connsiteY124" fmla="*/ 1380375 h 9456078"/>
              <a:gd name="connsiteX125" fmla="*/ 9728861 w 13940157"/>
              <a:gd name="connsiteY125" fmla="*/ 1349004 h 9456078"/>
              <a:gd name="connsiteX126" fmla="*/ 9766795 w 13940157"/>
              <a:gd name="connsiteY126" fmla="*/ 1317962 h 9456078"/>
              <a:gd name="connsiteX127" fmla="*/ 9804970 w 13940157"/>
              <a:gd name="connsiteY127" fmla="*/ 1287250 h 9456078"/>
              <a:gd name="connsiteX128" fmla="*/ 9843382 w 13940157"/>
              <a:gd name="connsiteY128" fmla="*/ 1256869 h 9456078"/>
              <a:gd name="connsiteX129" fmla="*/ 9882029 w 13940157"/>
              <a:gd name="connsiteY129" fmla="*/ 1226820 h 9456078"/>
              <a:gd name="connsiteX130" fmla="*/ 9920909 w 13940157"/>
              <a:gd name="connsiteY130" fmla="*/ 1197105 h 9456078"/>
              <a:gd name="connsiteX131" fmla="*/ 9960020 w 13940157"/>
              <a:gd name="connsiteY131" fmla="*/ 1167725 h 9456078"/>
              <a:gd name="connsiteX132" fmla="*/ 9999359 w 13940157"/>
              <a:gd name="connsiteY132" fmla="*/ 1138681 h 9456078"/>
              <a:gd name="connsiteX133" fmla="*/ 10038924 w 13940157"/>
              <a:gd name="connsiteY133" fmla="*/ 1109974 h 9456078"/>
              <a:gd name="connsiteX134" fmla="*/ 10078713 w 13940157"/>
              <a:gd name="connsiteY134" fmla="*/ 1081604 h 9456078"/>
              <a:gd name="connsiteX135" fmla="*/ 10118724 w 13940157"/>
              <a:gd name="connsiteY135" fmla="*/ 1053574 h 9456078"/>
              <a:gd name="connsiteX136" fmla="*/ 10158954 w 13940157"/>
              <a:gd name="connsiteY136" fmla="*/ 1025884 h 9456078"/>
              <a:gd name="connsiteX137" fmla="*/ 10199400 w 13940157"/>
              <a:gd name="connsiteY137" fmla="*/ 998536 h 9456078"/>
              <a:gd name="connsiteX138" fmla="*/ 10240062 w 13940157"/>
              <a:gd name="connsiteY138" fmla="*/ 971530 h 9456078"/>
              <a:gd name="connsiteX139" fmla="*/ 10280935 w 13940157"/>
              <a:gd name="connsiteY139" fmla="*/ 944868 h 9456078"/>
              <a:gd name="connsiteX140" fmla="*/ 10322019 w 13940157"/>
              <a:gd name="connsiteY140" fmla="*/ 918551 h 9456078"/>
              <a:gd name="connsiteX141" fmla="*/ 10363310 w 13940157"/>
              <a:gd name="connsiteY141" fmla="*/ 892580 h 9456078"/>
              <a:gd name="connsiteX142" fmla="*/ 10404807 w 13940157"/>
              <a:gd name="connsiteY142" fmla="*/ 866956 h 9456078"/>
              <a:gd name="connsiteX143" fmla="*/ 10446507 w 13940157"/>
              <a:gd name="connsiteY143" fmla="*/ 841681 h 9456078"/>
              <a:gd name="connsiteX144" fmla="*/ 10488408 w 13940157"/>
              <a:gd name="connsiteY144" fmla="*/ 816754 h 9456078"/>
              <a:gd name="connsiteX145" fmla="*/ 10530507 w 13940157"/>
              <a:gd name="connsiteY145" fmla="*/ 792179 h 9456078"/>
              <a:gd name="connsiteX146" fmla="*/ 10572803 w 13940157"/>
              <a:gd name="connsiteY146" fmla="*/ 767955 h 9456078"/>
              <a:gd name="connsiteX147" fmla="*/ 10615292 w 13940157"/>
              <a:gd name="connsiteY147" fmla="*/ 744083 h 9456078"/>
              <a:gd name="connsiteX148" fmla="*/ 10657973 w 13940157"/>
              <a:gd name="connsiteY148" fmla="*/ 720566 h 9456078"/>
              <a:gd name="connsiteX149" fmla="*/ 10700844 w 13940157"/>
              <a:gd name="connsiteY149" fmla="*/ 697404 h 9456078"/>
              <a:gd name="connsiteX150" fmla="*/ 10743902 w 13940157"/>
              <a:gd name="connsiteY150" fmla="*/ 674598 h 9456078"/>
              <a:gd name="connsiteX151" fmla="*/ 10787144 w 13940157"/>
              <a:gd name="connsiteY151" fmla="*/ 652149 h 9456078"/>
              <a:gd name="connsiteX152" fmla="*/ 10830569 w 13940157"/>
              <a:gd name="connsiteY152" fmla="*/ 630059 h 9456078"/>
              <a:gd name="connsiteX153" fmla="*/ 10874174 w 13940157"/>
              <a:gd name="connsiteY153" fmla="*/ 608328 h 9456078"/>
              <a:gd name="connsiteX154" fmla="*/ 10917957 w 13940157"/>
              <a:gd name="connsiteY154" fmla="*/ 586958 h 9456078"/>
              <a:gd name="connsiteX155" fmla="*/ 10961916 w 13940157"/>
              <a:gd name="connsiteY155" fmla="*/ 565950 h 9456078"/>
              <a:gd name="connsiteX156" fmla="*/ 11006048 w 13940157"/>
              <a:gd name="connsiteY156" fmla="*/ 545304 h 9456078"/>
              <a:gd name="connsiteX157" fmla="*/ 11050351 w 13940157"/>
              <a:gd name="connsiteY157" fmla="*/ 525023 h 9456078"/>
              <a:gd name="connsiteX158" fmla="*/ 11094823 w 13940157"/>
              <a:gd name="connsiteY158" fmla="*/ 505107 h 9456078"/>
              <a:gd name="connsiteX159" fmla="*/ 11139461 w 13940157"/>
              <a:gd name="connsiteY159" fmla="*/ 485558 h 9456078"/>
              <a:gd name="connsiteX160" fmla="*/ 11184263 w 13940157"/>
              <a:gd name="connsiteY160" fmla="*/ 466376 h 9456078"/>
              <a:gd name="connsiteX161" fmla="*/ 11229228 w 13940157"/>
              <a:gd name="connsiteY161" fmla="*/ 447563 h 9456078"/>
              <a:gd name="connsiteX162" fmla="*/ 11274351 w 13940157"/>
              <a:gd name="connsiteY162" fmla="*/ 429119 h 9456078"/>
              <a:gd name="connsiteX163" fmla="*/ 11319632 w 13940157"/>
              <a:gd name="connsiteY163" fmla="*/ 411046 h 9456078"/>
              <a:gd name="connsiteX164" fmla="*/ 11365068 w 13940157"/>
              <a:gd name="connsiteY164" fmla="*/ 393346 h 9456078"/>
              <a:gd name="connsiteX165" fmla="*/ 11410657 w 13940157"/>
              <a:gd name="connsiteY165" fmla="*/ 376018 h 9456078"/>
              <a:gd name="connsiteX166" fmla="*/ 11456396 w 13940157"/>
              <a:gd name="connsiteY166" fmla="*/ 359065 h 9456078"/>
              <a:gd name="connsiteX167" fmla="*/ 11502283 w 13940157"/>
              <a:gd name="connsiteY167" fmla="*/ 342487 h 9456078"/>
              <a:gd name="connsiteX168" fmla="*/ 11548316 w 13940157"/>
              <a:gd name="connsiteY168" fmla="*/ 326286 h 9456078"/>
              <a:gd name="connsiteX169" fmla="*/ 11594492 w 13940157"/>
              <a:gd name="connsiteY169" fmla="*/ 310462 h 9456078"/>
              <a:gd name="connsiteX170" fmla="*/ 11640810 w 13940157"/>
              <a:gd name="connsiteY170" fmla="*/ 295018 h 9456078"/>
              <a:gd name="connsiteX171" fmla="*/ 11687267 w 13940157"/>
              <a:gd name="connsiteY171" fmla="*/ 279953 h 9456078"/>
              <a:gd name="connsiteX172" fmla="*/ 11733860 w 13940157"/>
              <a:gd name="connsiteY172" fmla="*/ 265269 h 9456078"/>
              <a:gd name="connsiteX173" fmla="*/ 11780587 w 13940157"/>
              <a:gd name="connsiteY173" fmla="*/ 250968 h 9456078"/>
              <a:gd name="connsiteX174" fmla="*/ 11827447 w 13940157"/>
              <a:gd name="connsiteY174" fmla="*/ 237049 h 9456078"/>
              <a:gd name="connsiteX175" fmla="*/ 11874436 w 13940157"/>
              <a:gd name="connsiteY175" fmla="*/ 223516 h 9456078"/>
              <a:gd name="connsiteX176" fmla="*/ 11921553 w 13940157"/>
              <a:gd name="connsiteY176" fmla="*/ 210368 h 9456078"/>
              <a:gd name="connsiteX177" fmla="*/ 11968794 w 13940157"/>
              <a:gd name="connsiteY177" fmla="*/ 197606 h 9456078"/>
              <a:gd name="connsiteX178" fmla="*/ 12016159 w 13940157"/>
              <a:gd name="connsiteY178" fmla="*/ 185233 h 9456078"/>
              <a:gd name="connsiteX179" fmla="*/ 12063644 w 13940157"/>
              <a:gd name="connsiteY179" fmla="*/ 173248 h 9456078"/>
              <a:gd name="connsiteX180" fmla="*/ 12111248 w 13940157"/>
              <a:gd name="connsiteY180" fmla="*/ 161654 h 9456078"/>
              <a:gd name="connsiteX181" fmla="*/ 12158967 w 13940157"/>
              <a:gd name="connsiteY181" fmla="*/ 150451 h 9456078"/>
              <a:gd name="connsiteX182" fmla="*/ 12206800 w 13940157"/>
              <a:gd name="connsiteY182" fmla="*/ 139640 h 9456078"/>
              <a:gd name="connsiteX183" fmla="*/ 12254745 w 13940157"/>
              <a:gd name="connsiteY183" fmla="*/ 129223 h 9456078"/>
              <a:gd name="connsiteX184" fmla="*/ 12302799 w 13940157"/>
              <a:gd name="connsiteY184" fmla="*/ 119201 h 9456078"/>
              <a:gd name="connsiteX185" fmla="*/ 12350959 w 13940157"/>
              <a:gd name="connsiteY185" fmla="*/ 109574 h 9456078"/>
              <a:gd name="connsiteX186" fmla="*/ 12399224 w 13940157"/>
              <a:gd name="connsiteY186" fmla="*/ 100344 h 9456078"/>
              <a:gd name="connsiteX187" fmla="*/ 12447591 w 13940157"/>
              <a:gd name="connsiteY187" fmla="*/ 91512 h 9456078"/>
              <a:gd name="connsiteX188" fmla="*/ 12496058 w 13940157"/>
              <a:gd name="connsiteY188" fmla="*/ 83080 h 9456078"/>
              <a:gd name="connsiteX189" fmla="*/ 12544623 w 13940157"/>
              <a:gd name="connsiteY189" fmla="*/ 75047 h 9456078"/>
              <a:gd name="connsiteX190" fmla="*/ 12593283 w 13940157"/>
              <a:gd name="connsiteY190" fmla="*/ 67417 h 9456078"/>
              <a:gd name="connsiteX191" fmla="*/ 12642036 w 13940157"/>
              <a:gd name="connsiteY191" fmla="*/ 60188 h 9456078"/>
              <a:gd name="connsiteX192" fmla="*/ 12690879 w 13940157"/>
              <a:gd name="connsiteY192" fmla="*/ 53364 h 9456078"/>
              <a:gd name="connsiteX193" fmla="*/ 12739811 w 13940157"/>
              <a:gd name="connsiteY193" fmla="*/ 46944 h 9456078"/>
              <a:gd name="connsiteX194" fmla="*/ 12788830 w 13940157"/>
              <a:gd name="connsiteY194" fmla="*/ 40931 h 9456078"/>
              <a:gd name="connsiteX195" fmla="*/ 12837932 w 13940157"/>
              <a:gd name="connsiteY195" fmla="*/ 35324 h 9456078"/>
              <a:gd name="connsiteX196" fmla="*/ 12887116 w 13940157"/>
              <a:gd name="connsiteY196" fmla="*/ 30126 h 9456078"/>
              <a:gd name="connsiteX197" fmla="*/ 12936379 w 13940157"/>
              <a:gd name="connsiteY197" fmla="*/ 25337 h 9456078"/>
              <a:gd name="connsiteX198" fmla="*/ 12985719 w 13940157"/>
              <a:gd name="connsiteY198" fmla="*/ 20958 h 9456078"/>
              <a:gd name="connsiteX199" fmla="*/ 13035133 w 13940157"/>
              <a:gd name="connsiteY199" fmla="*/ 16991 h 9456078"/>
              <a:gd name="connsiteX200" fmla="*/ 13084620 w 13940157"/>
              <a:gd name="connsiteY200" fmla="*/ 13437 h 9456078"/>
              <a:gd name="connsiteX201" fmla="*/ 13134178 w 13940157"/>
              <a:gd name="connsiteY201" fmla="*/ 10297 h 9456078"/>
              <a:gd name="connsiteX202" fmla="*/ 13183803 w 13940157"/>
              <a:gd name="connsiteY202" fmla="*/ 7572 h 9456078"/>
              <a:gd name="connsiteX203" fmla="*/ 13233493 w 13940157"/>
              <a:gd name="connsiteY203" fmla="*/ 5263 h 9456078"/>
              <a:gd name="connsiteX204" fmla="*/ 13283247 w 13940157"/>
              <a:gd name="connsiteY204" fmla="*/ 3371 h 9456078"/>
              <a:gd name="connsiteX205" fmla="*/ 13333061 w 13940157"/>
              <a:gd name="connsiteY205" fmla="*/ 1898 h 9456078"/>
              <a:gd name="connsiteX206" fmla="*/ 13382934 w 13940157"/>
              <a:gd name="connsiteY206" fmla="*/ 844 h 9456078"/>
              <a:gd name="connsiteX207" fmla="*/ 13432864 w 13940157"/>
              <a:gd name="connsiteY207" fmla="*/ 211 h 9456078"/>
              <a:gd name="connsiteX208" fmla="*/ 13482847 w 13940157"/>
              <a:gd name="connsiteY208" fmla="*/ 0 h 9456078"/>
              <a:gd name="connsiteX209" fmla="*/ 13940158 w 13940157"/>
              <a:gd name="connsiteY209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49234 w 13158799"/>
              <a:gd name="connsiteY5" fmla="*/ 9450052 h 9456078"/>
              <a:gd name="connsiteX6" fmla="*/ 298870 w 13158799"/>
              <a:gd name="connsiteY6" fmla="*/ 9447409 h 9456078"/>
              <a:gd name="connsiteX7" fmla="*/ 348429 w 13158799"/>
              <a:gd name="connsiteY7" fmla="*/ 9444290 h 9456078"/>
              <a:gd name="connsiteX8" fmla="*/ 397907 w 13158799"/>
              <a:gd name="connsiteY8" fmla="*/ 9440698 h 9456078"/>
              <a:gd name="connsiteX9" fmla="*/ 447302 w 13158799"/>
              <a:gd name="connsiteY9" fmla="*/ 9436632 h 9456078"/>
              <a:gd name="connsiteX10" fmla="*/ 496610 w 13158799"/>
              <a:gd name="connsiteY10" fmla="*/ 9432096 h 9456078"/>
              <a:gd name="connsiteX11" fmla="*/ 545829 w 13158799"/>
              <a:gd name="connsiteY11" fmla="*/ 9427089 h 9456078"/>
              <a:gd name="connsiteX12" fmla="*/ 594956 w 13158799"/>
              <a:gd name="connsiteY12" fmla="*/ 9421615 h 9456078"/>
              <a:gd name="connsiteX13" fmla="*/ 643987 w 13158799"/>
              <a:gd name="connsiteY13" fmla="*/ 9415673 h 9456078"/>
              <a:gd name="connsiteX14" fmla="*/ 692920 w 13158799"/>
              <a:gd name="connsiteY14" fmla="*/ 9409267 h 9456078"/>
              <a:gd name="connsiteX15" fmla="*/ 741751 w 13158799"/>
              <a:gd name="connsiteY15" fmla="*/ 9402396 h 9456078"/>
              <a:gd name="connsiteX16" fmla="*/ 790478 w 13158799"/>
              <a:gd name="connsiteY16" fmla="*/ 9395063 h 9456078"/>
              <a:gd name="connsiteX17" fmla="*/ 839098 w 13158799"/>
              <a:gd name="connsiteY17" fmla="*/ 9387270 h 9456078"/>
              <a:gd name="connsiteX18" fmla="*/ 887607 w 13158799"/>
              <a:gd name="connsiteY18" fmla="*/ 9379017 h 9456078"/>
              <a:gd name="connsiteX19" fmla="*/ 936002 w 13158799"/>
              <a:gd name="connsiteY19" fmla="*/ 9370306 h 9456078"/>
              <a:gd name="connsiteX20" fmla="*/ 984281 w 13158799"/>
              <a:gd name="connsiteY20" fmla="*/ 9361139 h 9456078"/>
              <a:gd name="connsiteX21" fmla="*/ 1032440 w 13158799"/>
              <a:gd name="connsiteY21" fmla="*/ 9351517 h 9456078"/>
              <a:gd name="connsiteX22" fmla="*/ 1080477 w 13158799"/>
              <a:gd name="connsiteY22" fmla="*/ 9341441 h 9456078"/>
              <a:gd name="connsiteX23" fmla="*/ 1128389 w 13158799"/>
              <a:gd name="connsiteY23" fmla="*/ 9330914 h 9456078"/>
              <a:gd name="connsiteX24" fmla="*/ 1176172 w 13158799"/>
              <a:gd name="connsiteY24" fmla="*/ 9319936 h 9456078"/>
              <a:gd name="connsiteX25" fmla="*/ 1223823 w 13158799"/>
              <a:gd name="connsiteY25" fmla="*/ 9308509 h 9456078"/>
              <a:gd name="connsiteX26" fmla="*/ 1271339 w 13158799"/>
              <a:gd name="connsiteY26" fmla="*/ 9296635 h 9456078"/>
              <a:gd name="connsiteX27" fmla="*/ 1318719 w 13158799"/>
              <a:gd name="connsiteY27" fmla="*/ 9284315 h 9456078"/>
              <a:gd name="connsiteX28" fmla="*/ 1365957 w 13158799"/>
              <a:gd name="connsiteY28" fmla="*/ 9271550 h 9456078"/>
              <a:gd name="connsiteX29" fmla="*/ 1413052 w 13158799"/>
              <a:gd name="connsiteY29" fmla="*/ 9258342 h 9456078"/>
              <a:gd name="connsiteX30" fmla="*/ 1460000 w 13158799"/>
              <a:gd name="connsiteY30" fmla="*/ 9244693 h 9456078"/>
              <a:gd name="connsiteX31" fmla="*/ 1506799 w 13158799"/>
              <a:gd name="connsiteY31" fmla="*/ 9230604 h 9456078"/>
              <a:gd name="connsiteX32" fmla="*/ 1553445 w 13158799"/>
              <a:gd name="connsiteY32" fmla="*/ 9216076 h 9456078"/>
              <a:gd name="connsiteX33" fmla="*/ 1599935 w 13158799"/>
              <a:gd name="connsiteY33" fmla="*/ 9201111 h 9456078"/>
              <a:gd name="connsiteX34" fmla="*/ 1646267 w 13158799"/>
              <a:gd name="connsiteY34" fmla="*/ 9185710 h 9456078"/>
              <a:gd name="connsiteX35" fmla="*/ 1692437 w 13158799"/>
              <a:gd name="connsiteY35" fmla="*/ 9169876 h 9456078"/>
              <a:gd name="connsiteX36" fmla="*/ 1738442 w 13158799"/>
              <a:gd name="connsiteY36" fmla="*/ 9153608 h 9456078"/>
              <a:gd name="connsiteX37" fmla="*/ 1784280 w 13158799"/>
              <a:gd name="connsiteY37" fmla="*/ 9136910 h 9456078"/>
              <a:gd name="connsiteX38" fmla="*/ 1829947 w 13158799"/>
              <a:gd name="connsiteY38" fmla="*/ 9119782 h 9456078"/>
              <a:gd name="connsiteX39" fmla="*/ 1875440 w 13158799"/>
              <a:gd name="connsiteY39" fmla="*/ 9102226 h 9456078"/>
              <a:gd name="connsiteX40" fmla="*/ 1920756 w 13158799"/>
              <a:gd name="connsiteY40" fmla="*/ 9084243 h 9456078"/>
              <a:gd name="connsiteX41" fmla="*/ 1965893 w 13158799"/>
              <a:gd name="connsiteY41" fmla="*/ 9065835 h 9456078"/>
              <a:gd name="connsiteX42" fmla="*/ 2010847 w 13158799"/>
              <a:gd name="connsiteY42" fmla="*/ 9047004 h 9456078"/>
              <a:gd name="connsiteX43" fmla="*/ 2055615 w 13158799"/>
              <a:gd name="connsiteY43" fmla="*/ 9027750 h 9456078"/>
              <a:gd name="connsiteX44" fmla="*/ 2100195 w 13158799"/>
              <a:gd name="connsiteY44" fmla="*/ 9008075 h 9456078"/>
              <a:gd name="connsiteX45" fmla="*/ 2144582 w 13158799"/>
              <a:gd name="connsiteY45" fmla="*/ 8987981 h 9456078"/>
              <a:gd name="connsiteX46" fmla="*/ 2188775 w 13158799"/>
              <a:gd name="connsiteY46" fmla="*/ 8967470 h 9456078"/>
              <a:gd name="connsiteX47" fmla="*/ 2232770 w 13158799"/>
              <a:gd name="connsiteY47" fmla="*/ 8946542 h 9456078"/>
              <a:gd name="connsiteX48" fmla="*/ 2276564 w 13158799"/>
              <a:gd name="connsiteY48" fmla="*/ 8925199 h 9456078"/>
              <a:gd name="connsiteX49" fmla="*/ 2320154 w 13158799"/>
              <a:gd name="connsiteY49" fmla="*/ 8903443 h 9456078"/>
              <a:gd name="connsiteX50" fmla="*/ 2363538 w 13158799"/>
              <a:gd name="connsiteY50" fmla="*/ 8881275 h 9456078"/>
              <a:gd name="connsiteX51" fmla="*/ 2406711 w 13158799"/>
              <a:gd name="connsiteY51" fmla="*/ 8858697 h 9456078"/>
              <a:gd name="connsiteX52" fmla="*/ 2449672 w 13158799"/>
              <a:gd name="connsiteY52" fmla="*/ 8835710 h 9456078"/>
              <a:gd name="connsiteX53" fmla="*/ 2492417 w 13158799"/>
              <a:gd name="connsiteY53" fmla="*/ 8812316 h 9456078"/>
              <a:gd name="connsiteX54" fmla="*/ 2534943 w 13158799"/>
              <a:gd name="connsiteY54" fmla="*/ 8788516 h 9456078"/>
              <a:gd name="connsiteX55" fmla="*/ 2577247 w 13158799"/>
              <a:gd name="connsiteY55" fmla="*/ 8764311 h 9456078"/>
              <a:gd name="connsiteX56" fmla="*/ 2619326 w 13158799"/>
              <a:gd name="connsiteY56" fmla="*/ 8739704 h 9456078"/>
              <a:gd name="connsiteX57" fmla="*/ 2661177 w 13158799"/>
              <a:gd name="connsiteY57" fmla="*/ 8714695 h 9456078"/>
              <a:gd name="connsiteX58" fmla="*/ 2702797 w 13158799"/>
              <a:gd name="connsiteY58" fmla="*/ 8689286 h 9456078"/>
              <a:gd name="connsiteX59" fmla="*/ 2744183 w 13158799"/>
              <a:gd name="connsiteY59" fmla="*/ 8663479 h 9456078"/>
              <a:gd name="connsiteX60" fmla="*/ 2785333 w 13158799"/>
              <a:gd name="connsiteY60" fmla="*/ 8637274 h 9456078"/>
              <a:gd name="connsiteX61" fmla="*/ 2826242 w 13158799"/>
              <a:gd name="connsiteY61" fmla="*/ 8610675 h 9456078"/>
              <a:gd name="connsiteX62" fmla="*/ 2866908 w 13158799"/>
              <a:gd name="connsiteY62" fmla="*/ 8583681 h 9456078"/>
              <a:gd name="connsiteX63" fmla="*/ 2907329 w 13158799"/>
              <a:gd name="connsiteY63" fmla="*/ 8556295 h 9456078"/>
              <a:gd name="connsiteX64" fmla="*/ 2947500 w 13158799"/>
              <a:gd name="connsiteY64" fmla="*/ 8528517 h 9456078"/>
              <a:gd name="connsiteX65" fmla="*/ 2987419 w 13158799"/>
              <a:gd name="connsiteY65" fmla="*/ 8500351 h 9456078"/>
              <a:gd name="connsiteX66" fmla="*/ 3027083 w 13158799"/>
              <a:gd name="connsiteY66" fmla="*/ 8471796 h 9456078"/>
              <a:gd name="connsiteX67" fmla="*/ 3066489 w 13158799"/>
              <a:gd name="connsiteY67" fmla="*/ 8442854 h 9456078"/>
              <a:gd name="connsiteX68" fmla="*/ 3105634 w 13158799"/>
              <a:gd name="connsiteY68" fmla="*/ 8413528 h 9456078"/>
              <a:gd name="connsiteX69" fmla="*/ 3144515 w 13158799"/>
              <a:gd name="connsiteY69" fmla="*/ 8383818 h 9456078"/>
              <a:gd name="connsiteX70" fmla="*/ 3183129 w 13158799"/>
              <a:gd name="connsiteY70" fmla="*/ 8353726 h 9456078"/>
              <a:gd name="connsiteX71" fmla="*/ 3221473 w 13158799"/>
              <a:gd name="connsiteY71" fmla="*/ 8323253 h 9456078"/>
              <a:gd name="connsiteX72" fmla="*/ 3259544 w 13158799"/>
              <a:gd name="connsiteY72" fmla="*/ 8292401 h 9456078"/>
              <a:gd name="connsiteX73" fmla="*/ 3297339 w 13158799"/>
              <a:gd name="connsiteY73" fmla="*/ 8261172 h 9456078"/>
              <a:gd name="connsiteX74" fmla="*/ 3334854 w 13158799"/>
              <a:gd name="connsiteY74" fmla="*/ 8229566 h 9456078"/>
              <a:gd name="connsiteX75" fmla="*/ 3372087 w 13158799"/>
              <a:gd name="connsiteY75" fmla="*/ 8197585 h 9456078"/>
              <a:gd name="connsiteX76" fmla="*/ 3409035 w 13158799"/>
              <a:gd name="connsiteY76" fmla="*/ 8165232 h 9456078"/>
              <a:gd name="connsiteX77" fmla="*/ 3445695 w 13158799"/>
              <a:gd name="connsiteY77" fmla="*/ 8132507 h 9456078"/>
              <a:gd name="connsiteX78" fmla="*/ 3482064 w 13158799"/>
              <a:gd name="connsiteY78" fmla="*/ 8099411 h 9456078"/>
              <a:gd name="connsiteX79" fmla="*/ 3518139 w 13158799"/>
              <a:gd name="connsiteY79" fmla="*/ 8065947 h 9456078"/>
              <a:gd name="connsiteX80" fmla="*/ 3553916 w 13158799"/>
              <a:gd name="connsiteY80" fmla="*/ 8032115 h 9456078"/>
              <a:gd name="connsiteX81" fmla="*/ 3589393 w 13158799"/>
              <a:gd name="connsiteY81" fmla="*/ 7997918 h 9456078"/>
              <a:gd name="connsiteX82" fmla="*/ 3624567 w 13158799"/>
              <a:gd name="connsiteY82" fmla="*/ 7963356 h 9456078"/>
              <a:gd name="connsiteX83" fmla="*/ 3659435 w 13158799"/>
              <a:gd name="connsiteY83" fmla="*/ 7928432 h 9456078"/>
              <a:gd name="connsiteX84" fmla="*/ 3693994 w 13158799"/>
              <a:gd name="connsiteY84" fmla="*/ 7893146 h 9456078"/>
              <a:gd name="connsiteX85" fmla="*/ 3728240 w 13158799"/>
              <a:gd name="connsiteY85" fmla="*/ 7857501 h 9456078"/>
              <a:gd name="connsiteX86" fmla="*/ 3762171 w 13158799"/>
              <a:gd name="connsiteY86" fmla="*/ 7821497 h 9456078"/>
              <a:gd name="connsiteX87" fmla="*/ 3795783 w 13158799"/>
              <a:gd name="connsiteY87" fmla="*/ 7785136 h 9456078"/>
              <a:gd name="connsiteX88" fmla="*/ 3829075 w 13158799"/>
              <a:gd name="connsiteY88" fmla="*/ 7748420 h 9456078"/>
              <a:gd name="connsiteX89" fmla="*/ 3862042 w 13158799"/>
              <a:gd name="connsiteY89" fmla="*/ 7711350 h 9456078"/>
              <a:gd name="connsiteX90" fmla="*/ 3894682 w 13158799"/>
              <a:gd name="connsiteY90" fmla="*/ 7673928 h 9456078"/>
              <a:gd name="connsiteX91" fmla="*/ 3926991 w 13158799"/>
              <a:gd name="connsiteY91" fmla="*/ 7636155 h 9456078"/>
              <a:gd name="connsiteX92" fmla="*/ 3958967 w 13158799"/>
              <a:gd name="connsiteY92" fmla="*/ 7598032 h 9456078"/>
              <a:gd name="connsiteX93" fmla="*/ 3990607 w 13158799"/>
              <a:gd name="connsiteY93" fmla="*/ 7559561 h 9456078"/>
              <a:gd name="connsiteX94" fmla="*/ 4021907 w 13158799"/>
              <a:gd name="connsiteY94" fmla="*/ 7520744 h 9456078"/>
              <a:gd name="connsiteX95" fmla="*/ 4052865 w 13158799"/>
              <a:gd name="connsiteY95" fmla="*/ 7481582 h 9456078"/>
              <a:gd name="connsiteX96" fmla="*/ 4083478 w 13158799"/>
              <a:gd name="connsiteY96" fmla="*/ 7442077 h 9456078"/>
              <a:gd name="connsiteX97" fmla="*/ 8022311 w 13158799"/>
              <a:gd name="connsiteY97" fmla="*/ 2307814 h 9456078"/>
              <a:gd name="connsiteX98" fmla="*/ 8052902 w 13158799"/>
              <a:gd name="connsiteY98" fmla="*/ 2268285 h 9456078"/>
              <a:gd name="connsiteX99" fmla="*/ 8083796 w 13158799"/>
              <a:gd name="connsiteY99" fmla="*/ 2229056 h 9456078"/>
              <a:gd name="connsiteX100" fmla="*/ 8114989 w 13158799"/>
              <a:gd name="connsiteY100" fmla="*/ 2190127 h 9456078"/>
              <a:gd name="connsiteX101" fmla="*/ 8146479 w 13158799"/>
              <a:gd name="connsiteY101" fmla="*/ 2151500 h 9456078"/>
              <a:gd name="connsiteX102" fmla="*/ 8178264 w 13158799"/>
              <a:gd name="connsiteY102" fmla="*/ 2113176 h 9456078"/>
              <a:gd name="connsiteX103" fmla="*/ 8210341 w 13158799"/>
              <a:gd name="connsiteY103" fmla="*/ 2075157 h 9456078"/>
              <a:gd name="connsiteX104" fmla="*/ 8242709 w 13158799"/>
              <a:gd name="connsiteY104" fmla="*/ 2037442 h 9456078"/>
              <a:gd name="connsiteX105" fmla="*/ 8275365 w 13158799"/>
              <a:gd name="connsiteY105" fmla="*/ 2000034 h 9456078"/>
              <a:gd name="connsiteX106" fmla="*/ 8308307 w 13158799"/>
              <a:gd name="connsiteY106" fmla="*/ 1962934 h 9456078"/>
              <a:gd name="connsiteX107" fmla="*/ 8341532 w 13158799"/>
              <a:gd name="connsiteY107" fmla="*/ 1926142 h 9456078"/>
              <a:gd name="connsiteX108" fmla="*/ 8375038 w 13158799"/>
              <a:gd name="connsiteY108" fmla="*/ 1889660 h 9456078"/>
              <a:gd name="connsiteX109" fmla="*/ 8408823 w 13158799"/>
              <a:gd name="connsiteY109" fmla="*/ 1853489 h 9456078"/>
              <a:gd name="connsiteX110" fmla="*/ 8442885 w 13158799"/>
              <a:gd name="connsiteY110" fmla="*/ 1817630 h 9456078"/>
              <a:gd name="connsiteX111" fmla="*/ 8477221 w 13158799"/>
              <a:gd name="connsiteY111" fmla="*/ 1782084 h 9456078"/>
              <a:gd name="connsiteX112" fmla="*/ 8511829 w 13158799"/>
              <a:gd name="connsiteY112" fmla="*/ 1746853 h 9456078"/>
              <a:gd name="connsiteX113" fmla="*/ 8546706 w 13158799"/>
              <a:gd name="connsiteY113" fmla="*/ 1711937 h 9456078"/>
              <a:gd name="connsiteX114" fmla="*/ 8581851 w 13158799"/>
              <a:gd name="connsiteY114" fmla="*/ 1677337 h 9456078"/>
              <a:gd name="connsiteX115" fmla="*/ 8617261 w 13158799"/>
              <a:gd name="connsiteY115" fmla="*/ 1643056 h 9456078"/>
              <a:gd name="connsiteX116" fmla="*/ 8652934 w 13158799"/>
              <a:gd name="connsiteY116" fmla="*/ 1609093 h 9456078"/>
              <a:gd name="connsiteX117" fmla="*/ 8688867 w 13158799"/>
              <a:gd name="connsiteY117" fmla="*/ 1575450 h 9456078"/>
              <a:gd name="connsiteX118" fmla="*/ 8725058 w 13158799"/>
              <a:gd name="connsiteY118" fmla="*/ 1542128 h 9456078"/>
              <a:gd name="connsiteX119" fmla="*/ 8761506 w 13158799"/>
              <a:gd name="connsiteY119" fmla="*/ 1509129 h 9456078"/>
              <a:gd name="connsiteX120" fmla="*/ 8798207 w 13158799"/>
              <a:gd name="connsiteY120" fmla="*/ 1476452 h 9456078"/>
              <a:gd name="connsiteX121" fmla="*/ 8835159 w 13158799"/>
              <a:gd name="connsiteY121" fmla="*/ 1444101 h 9456078"/>
              <a:gd name="connsiteX122" fmla="*/ 8872360 w 13158799"/>
              <a:gd name="connsiteY122" fmla="*/ 1412075 h 9456078"/>
              <a:gd name="connsiteX123" fmla="*/ 8909808 w 13158799"/>
              <a:gd name="connsiteY123" fmla="*/ 1380375 h 9456078"/>
              <a:gd name="connsiteX124" fmla="*/ 8947501 w 13158799"/>
              <a:gd name="connsiteY124" fmla="*/ 1349004 h 9456078"/>
              <a:gd name="connsiteX125" fmla="*/ 8985435 w 13158799"/>
              <a:gd name="connsiteY125" fmla="*/ 1317962 h 9456078"/>
              <a:gd name="connsiteX126" fmla="*/ 9023610 w 13158799"/>
              <a:gd name="connsiteY126" fmla="*/ 1287250 h 9456078"/>
              <a:gd name="connsiteX127" fmla="*/ 9062022 w 13158799"/>
              <a:gd name="connsiteY127" fmla="*/ 1256869 h 9456078"/>
              <a:gd name="connsiteX128" fmla="*/ 9100669 w 13158799"/>
              <a:gd name="connsiteY128" fmla="*/ 1226820 h 9456078"/>
              <a:gd name="connsiteX129" fmla="*/ 9139549 w 13158799"/>
              <a:gd name="connsiteY129" fmla="*/ 1197105 h 9456078"/>
              <a:gd name="connsiteX130" fmla="*/ 9178660 w 13158799"/>
              <a:gd name="connsiteY130" fmla="*/ 1167725 h 9456078"/>
              <a:gd name="connsiteX131" fmla="*/ 9217999 w 13158799"/>
              <a:gd name="connsiteY131" fmla="*/ 1138681 h 9456078"/>
              <a:gd name="connsiteX132" fmla="*/ 9257564 w 13158799"/>
              <a:gd name="connsiteY132" fmla="*/ 1109974 h 9456078"/>
              <a:gd name="connsiteX133" fmla="*/ 9297353 w 13158799"/>
              <a:gd name="connsiteY133" fmla="*/ 1081604 h 9456078"/>
              <a:gd name="connsiteX134" fmla="*/ 9337364 w 13158799"/>
              <a:gd name="connsiteY134" fmla="*/ 1053574 h 9456078"/>
              <a:gd name="connsiteX135" fmla="*/ 9377594 w 13158799"/>
              <a:gd name="connsiteY135" fmla="*/ 1025884 h 9456078"/>
              <a:gd name="connsiteX136" fmla="*/ 9418040 w 13158799"/>
              <a:gd name="connsiteY136" fmla="*/ 998536 h 9456078"/>
              <a:gd name="connsiteX137" fmla="*/ 9458702 w 13158799"/>
              <a:gd name="connsiteY137" fmla="*/ 971530 h 9456078"/>
              <a:gd name="connsiteX138" fmla="*/ 9499575 w 13158799"/>
              <a:gd name="connsiteY138" fmla="*/ 944868 h 9456078"/>
              <a:gd name="connsiteX139" fmla="*/ 9540659 w 13158799"/>
              <a:gd name="connsiteY139" fmla="*/ 918551 h 9456078"/>
              <a:gd name="connsiteX140" fmla="*/ 9581950 w 13158799"/>
              <a:gd name="connsiteY140" fmla="*/ 892580 h 9456078"/>
              <a:gd name="connsiteX141" fmla="*/ 9623447 w 13158799"/>
              <a:gd name="connsiteY141" fmla="*/ 866956 h 9456078"/>
              <a:gd name="connsiteX142" fmla="*/ 9665147 w 13158799"/>
              <a:gd name="connsiteY142" fmla="*/ 841681 h 9456078"/>
              <a:gd name="connsiteX143" fmla="*/ 9707048 w 13158799"/>
              <a:gd name="connsiteY143" fmla="*/ 816754 h 9456078"/>
              <a:gd name="connsiteX144" fmla="*/ 9749147 w 13158799"/>
              <a:gd name="connsiteY144" fmla="*/ 792179 h 9456078"/>
              <a:gd name="connsiteX145" fmla="*/ 9791443 w 13158799"/>
              <a:gd name="connsiteY145" fmla="*/ 767955 h 9456078"/>
              <a:gd name="connsiteX146" fmla="*/ 9833932 w 13158799"/>
              <a:gd name="connsiteY146" fmla="*/ 744083 h 9456078"/>
              <a:gd name="connsiteX147" fmla="*/ 9876613 w 13158799"/>
              <a:gd name="connsiteY147" fmla="*/ 720566 h 9456078"/>
              <a:gd name="connsiteX148" fmla="*/ 9919484 w 13158799"/>
              <a:gd name="connsiteY148" fmla="*/ 697404 h 9456078"/>
              <a:gd name="connsiteX149" fmla="*/ 9962542 w 13158799"/>
              <a:gd name="connsiteY149" fmla="*/ 674598 h 9456078"/>
              <a:gd name="connsiteX150" fmla="*/ 10005784 w 13158799"/>
              <a:gd name="connsiteY150" fmla="*/ 652149 h 9456078"/>
              <a:gd name="connsiteX151" fmla="*/ 10049209 w 13158799"/>
              <a:gd name="connsiteY151" fmla="*/ 630059 h 9456078"/>
              <a:gd name="connsiteX152" fmla="*/ 10092814 w 13158799"/>
              <a:gd name="connsiteY152" fmla="*/ 608328 h 9456078"/>
              <a:gd name="connsiteX153" fmla="*/ 10136597 w 13158799"/>
              <a:gd name="connsiteY153" fmla="*/ 586958 h 9456078"/>
              <a:gd name="connsiteX154" fmla="*/ 10180556 w 13158799"/>
              <a:gd name="connsiteY154" fmla="*/ 565950 h 9456078"/>
              <a:gd name="connsiteX155" fmla="*/ 10224688 w 13158799"/>
              <a:gd name="connsiteY155" fmla="*/ 545304 h 9456078"/>
              <a:gd name="connsiteX156" fmla="*/ 10268991 w 13158799"/>
              <a:gd name="connsiteY156" fmla="*/ 525023 h 9456078"/>
              <a:gd name="connsiteX157" fmla="*/ 10313463 w 13158799"/>
              <a:gd name="connsiteY157" fmla="*/ 505107 h 9456078"/>
              <a:gd name="connsiteX158" fmla="*/ 10358101 w 13158799"/>
              <a:gd name="connsiteY158" fmla="*/ 485558 h 9456078"/>
              <a:gd name="connsiteX159" fmla="*/ 10402903 w 13158799"/>
              <a:gd name="connsiteY159" fmla="*/ 466376 h 9456078"/>
              <a:gd name="connsiteX160" fmla="*/ 10447868 w 13158799"/>
              <a:gd name="connsiteY160" fmla="*/ 447563 h 9456078"/>
              <a:gd name="connsiteX161" fmla="*/ 10492991 w 13158799"/>
              <a:gd name="connsiteY161" fmla="*/ 429119 h 9456078"/>
              <a:gd name="connsiteX162" fmla="*/ 10538272 w 13158799"/>
              <a:gd name="connsiteY162" fmla="*/ 411046 h 9456078"/>
              <a:gd name="connsiteX163" fmla="*/ 10583708 w 13158799"/>
              <a:gd name="connsiteY163" fmla="*/ 393346 h 9456078"/>
              <a:gd name="connsiteX164" fmla="*/ 10629297 w 13158799"/>
              <a:gd name="connsiteY164" fmla="*/ 376018 h 9456078"/>
              <a:gd name="connsiteX165" fmla="*/ 10675036 w 13158799"/>
              <a:gd name="connsiteY165" fmla="*/ 359065 h 9456078"/>
              <a:gd name="connsiteX166" fmla="*/ 10720923 w 13158799"/>
              <a:gd name="connsiteY166" fmla="*/ 342487 h 9456078"/>
              <a:gd name="connsiteX167" fmla="*/ 10766956 w 13158799"/>
              <a:gd name="connsiteY167" fmla="*/ 326286 h 9456078"/>
              <a:gd name="connsiteX168" fmla="*/ 10813132 w 13158799"/>
              <a:gd name="connsiteY168" fmla="*/ 310462 h 9456078"/>
              <a:gd name="connsiteX169" fmla="*/ 10859450 w 13158799"/>
              <a:gd name="connsiteY169" fmla="*/ 295018 h 9456078"/>
              <a:gd name="connsiteX170" fmla="*/ 10905907 w 13158799"/>
              <a:gd name="connsiteY170" fmla="*/ 279953 h 9456078"/>
              <a:gd name="connsiteX171" fmla="*/ 10952500 w 13158799"/>
              <a:gd name="connsiteY171" fmla="*/ 265269 h 9456078"/>
              <a:gd name="connsiteX172" fmla="*/ 10999227 w 13158799"/>
              <a:gd name="connsiteY172" fmla="*/ 250968 h 9456078"/>
              <a:gd name="connsiteX173" fmla="*/ 11046087 w 13158799"/>
              <a:gd name="connsiteY173" fmla="*/ 237049 h 9456078"/>
              <a:gd name="connsiteX174" fmla="*/ 11093076 w 13158799"/>
              <a:gd name="connsiteY174" fmla="*/ 223516 h 9456078"/>
              <a:gd name="connsiteX175" fmla="*/ 11140193 w 13158799"/>
              <a:gd name="connsiteY175" fmla="*/ 210368 h 9456078"/>
              <a:gd name="connsiteX176" fmla="*/ 11187434 w 13158799"/>
              <a:gd name="connsiteY176" fmla="*/ 197606 h 9456078"/>
              <a:gd name="connsiteX177" fmla="*/ 11234799 w 13158799"/>
              <a:gd name="connsiteY177" fmla="*/ 185233 h 9456078"/>
              <a:gd name="connsiteX178" fmla="*/ 11282284 w 13158799"/>
              <a:gd name="connsiteY178" fmla="*/ 173248 h 9456078"/>
              <a:gd name="connsiteX179" fmla="*/ 11329888 w 13158799"/>
              <a:gd name="connsiteY179" fmla="*/ 161654 h 9456078"/>
              <a:gd name="connsiteX180" fmla="*/ 11377607 w 13158799"/>
              <a:gd name="connsiteY180" fmla="*/ 150451 h 9456078"/>
              <a:gd name="connsiteX181" fmla="*/ 11425440 w 13158799"/>
              <a:gd name="connsiteY181" fmla="*/ 139640 h 9456078"/>
              <a:gd name="connsiteX182" fmla="*/ 11473385 w 13158799"/>
              <a:gd name="connsiteY182" fmla="*/ 129223 h 9456078"/>
              <a:gd name="connsiteX183" fmla="*/ 11521439 w 13158799"/>
              <a:gd name="connsiteY183" fmla="*/ 119201 h 9456078"/>
              <a:gd name="connsiteX184" fmla="*/ 11569599 w 13158799"/>
              <a:gd name="connsiteY184" fmla="*/ 109574 h 9456078"/>
              <a:gd name="connsiteX185" fmla="*/ 11617864 w 13158799"/>
              <a:gd name="connsiteY185" fmla="*/ 100344 h 9456078"/>
              <a:gd name="connsiteX186" fmla="*/ 11666231 w 13158799"/>
              <a:gd name="connsiteY186" fmla="*/ 91512 h 9456078"/>
              <a:gd name="connsiteX187" fmla="*/ 11714698 w 13158799"/>
              <a:gd name="connsiteY187" fmla="*/ 83080 h 9456078"/>
              <a:gd name="connsiteX188" fmla="*/ 11763263 w 13158799"/>
              <a:gd name="connsiteY188" fmla="*/ 75047 h 9456078"/>
              <a:gd name="connsiteX189" fmla="*/ 11811923 w 13158799"/>
              <a:gd name="connsiteY189" fmla="*/ 67417 h 9456078"/>
              <a:gd name="connsiteX190" fmla="*/ 11860676 w 13158799"/>
              <a:gd name="connsiteY190" fmla="*/ 60188 h 9456078"/>
              <a:gd name="connsiteX191" fmla="*/ 11909519 w 13158799"/>
              <a:gd name="connsiteY191" fmla="*/ 53364 h 9456078"/>
              <a:gd name="connsiteX192" fmla="*/ 11958451 w 13158799"/>
              <a:gd name="connsiteY192" fmla="*/ 46944 h 9456078"/>
              <a:gd name="connsiteX193" fmla="*/ 12007470 w 13158799"/>
              <a:gd name="connsiteY193" fmla="*/ 40931 h 9456078"/>
              <a:gd name="connsiteX194" fmla="*/ 12056572 w 13158799"/>
              <a:gd name="connsiteY194" fmla="*/ 35324 h 9456078"/>
              <a:gd name="connsiteX195" fmla="*/ 12105756 w 13158799"/>
              <a:gd name="connsiteY195" fmla="*/ 30126 h 9456078"/>
              <a:gd name="connsiteX196" fmla="*/ 12155019 w 13158799"/>
              <a:gd name="connsiteY196" fmla="*/ 25337 h 9456078"/>
              <a:gd name="connsiteX197" fmla="*/ 12204359 w 13158799"/>
              <a:gd name="connsiteY197" fmla="*/ 20958 h 9456078"/>
              <a:gd name="connsiteX198" fmla="*/ 12253773 w 13158799"/>
              <a:gd name="connsiteY198" fmla="*/ 16991 h 9456078"/>
              <a:gd name="connsiteX199" fmla="*/ 12303260 w 13158799"/>
              <a:gd name="connsiteY199" fmla="*/ 13437 h 9456078"/>
              <a:gd name="connsiteX200" fmla="*/ 12352818 w 13158799"/>
              <a:gd name="connsiteY200" fmla="*/ 10297 h 9456078"/>
              <a:gd name="connsiteX201" fmla="*/ 12402443 w 13158799"/>
              <a:gd name="connsiteY201" fmla="*/ 7572 h 9456078"/>
              <a:gd name="connsiteX202" fmla="*/ 12452133 w 13158799"/>
              <a:gd name="connsiteY202" fmla="*/ 5263 h 9456078"/>
              <a:gd name="connsiteX203" fmla="*/ 12501887 w 13158799"/>
              <a:gd name="connsiteY203" fmla="*/ 3371 h 9456078"/>
              <a:gd name="connsiteX204" fmla="*/ 12551701 w 13158799"/>
              <a:gd name="connsiteY204" fmla="*/ 1898 h 9456078"/>
              <a:gd name="connsiteX205" fmla="*/ 12601574 w 13158799"/>
              <a:gd name="connsiteY205" fmla="*/ 844 h 9456078"/>
              <a:gd name="connsiteX206" fmla="*/ 12651504 w 13158799"/>
              <a:gd name="connsiteY206" fmla="*/ 211 h 9456078"/>
              <a:gd name="connsiteX207" fmla="*/ 12701487 w 13158799"/>
              <a:gd name="connsiteY207" fmla="*/ 0 h 9456078"/>
              <a:gd name="connsiteX208" fmla="*/ 13158798 w 13158799"/>
              <a:gd name="connsiteY208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28389 w 13158797"/>
              <a:gd name="connsiteY22" fmla="*/ 9330914 h 9456078"/>
              <a:gd name="connsiteX23" fmla="*/ 1176172 w 13158797"/>
              <a:gd name="connsiteY23" fmla="*/ 9319936 h 9456078"/>
              <a:gd name="connsiteX24" fmla="*/ 1223823 w 13158797"/>
              <a:gd name="connsiteY24" fmla="*/ 9308509 h 9456078"/>
              <a:gd name="connsiteX25" fmla="*/ 1271339 w 13158797"/>
              <a:gd name="connsiteY25" fmla="*/ 9296635 h 9456078"/>
              <a:gd name="connsiteX26" fmla="*/ 1318719 w 13158797"/>
              <a:gd name="connsiteY26" fmla="*/ 9284315 h 9456078"/>
              <a:gd name="connsiteX27" fmla="*/ 1365957 w 13158797"/>
              <a:gd name="connsiteY27" fmla="*/ 9271550 h 9456078"/>
              <a:gd name="connsiteX28" fmla="*/ 1413052 w 13158797"/>
              <a:gd name="connsiteY28" fmla="*/ 9258342 h 9456078"/>
              <a:gd name="connsiteX29" fmla="*/ 1460000 w 13158797"/>
              <a:gd name="connsiteY29" fmla="*/ 9244693 h 9456078"/>
              <a:gd name="connsiteX30" fmla="*/ 1506799 w 13158797"/>
              <a:gd name="connsiteY30" fmla="*/ 9230604 h 9456078"/>
              <a:gd name="connsiteX31" fmla="*/ 1553445 w 13158797"/>
              <a:gd name="connsiteY31" fmla="*/ 9216076 h 9456078"/>
              <a:gd name="connsiteX32" fmla="*/ 1599935 w 13158797"/>
              <a:gd name="connsiteY32" fmla="*/ 9201111 h 9456078"/>
              <a:gd name="connsiteX33" fmla="*/ 1646267 w 13158797"/>
              <a:gd name="connsiteY33" fmla="*/ 9185710 h 9456078"/>
              <a:gd name="connsiteX34" fmla="*/ 1692437 w 13158797"/>
              <a:gd name="connsiteY34" fmla="*/ 9169876 h 9456078"/>
              <a:gd name="connsiteX35" fmla="*/ 1738442 w 13158797"/>
              <a:gd name="connsiteY35" fmla="*/ 9153608 h 9456078"/>
              <a:gd name="connsiteX36" fmla="*/ 1784280 w 13158797"/>
              <a:gd name="connsiteY36" fmla="*/ 9136910 h 9456078"/>
              <a:gd name="connsiteX37" fmla="*/ 1829947 w 13158797"/>
              <a:gd name="connsiteY37" fmla="*/ 9119782 h 9456078"/>
              <a:gd name="connsiteX38" fmla="*/ 1875440 w 13158797"/>
              <a:gd name="connsiteY38" fmla="*/ 9102226 h 9456078"/>
              <a:gd name="connsiteX39" fmla="*/ 1920756 w 13158797"/>
              <a:gd name="connsiteY39" fmla="*/ 9084243 h 9456078"/>
              <a:gd name="connsiteX40" fmla="*/ 1965893 w 13158797"/>
              <a:gd name="connsiteY40" fmla="*/ 9065835 h 9456078"/>
              <a:gd name="connsiteX41" fmla="*/ 2010847 w 13158797"/>
              <a:gd name="connsiteY41" fmla="*/ 9047004 h 9456078"/>
              <a:gd name="connsiteX42" fmla="*/ 2055615 w 13158797"/>
              <a:gd name="connsiteY42" fmla="*/ 9027750 h 9456078"/>
              <a:gd name="connsiteX43" fmla="*/ 2100195 w 13158797"/>
              <a:gd name="connsiteY43" fmla="*/ 9008075 h 9456078"/>
              <a:gd name="connsiteX44" fmla="*/ 2144582 w 13158797"/>
              <a:gd name="connsiteY44" fmla="*/ 8987981 h 9456078"/>
              <a:gd name="connsiteX45" fmla="*/ 2188775 w 13158797"/>
              <a:gd name="connsiteY45" fmla="*/ 8967470 h 9456078"/>
              <a:gd name="connsiteX46" fmla="*/ 2232770 w 13158797"/>
              <a:gd name="connsiteY46" fmla="*/ 8946542 h 9456078"/>
              <a:gd name="connsiteX47" fmla="*/ 2276564 w 13158797"/>
              <a:gd name="connsiteY47" fmla="*/ 8925199 h 9456078"/>
              <a:gd name="connsiteX48" fmla="*/ 2320154 w 13158797"/>
              <a:gd name="connsiteY48" fmla="*/ 8903443 h 9456078"/>
              <a:gd name="connsiteX49" fmla="*/ 2363538 w 13158797"/>
              <a:gd name="connsiteY49" fmla="*/ 8881275 h 9456078"/>
              <a:gd name="connsiteX50" fmla="*/ 2406711 w 13158797"/>
              <a:gd name="connsiteY50" fmla="*/ 8858697 h 9456078"/>
              <a:gd name="connsiteX51" fmla="*/ 2449672 w 13158797"/>
              <a:gd name="connsiteY51" fmla="*/ 8835710 h 9456078"/>
              <a:gd name="connsiteX52" fmla="*/ 2492417 w 13158797"/>
              <a:gd name="connsiteY52" fmla="*/ 8812316 h 9456078"/>
              <a:gd name="connsiteX53" fmla="*/ 2534943 w 13158797"/>
              <a:gd name="connsiteY53" fmla="*/ 8788516 h 9456078"/>
              <a:gd name="connsiteX54" fmla="*/ 2577247 w 13158797"/>
              <a:gd name="connsiteY54" fmla="*/ 8764311 h 9456078"/>
              <a:gd name="connsiteX55" fmla="*/ 2619326 w 13158797"/>
              <a:gd name="connsiteY55" fmla="*/ 8739704 h 9456078"/>
              <a:gd name="connsiteX56" fmla="*/ 2661177 w 13158797"/>
              <a:gd name="connsiteY56" fmla="*/ 8714695 h 9456078"/>
              <a:gd name="connsiteX57" fmla="*/ 2702797 w 13158797"/>
              <a:gd name="connsiteY57" fmla="*/ 8689286 h 9456078"/>
              <a:gd name="connsiteX58" fmla="*/ 2744183 w 13158797"/>
              <a:gd name="connsiteY58" fmla="*/ 8663479 h 9456078"/>
              <a:gd name="connsiteX59" fmla="*/ 2785333 w 13158797"/>
              <a:gd name="connsiteY59" fmla="*/ 8637274 h 9456078"/>
              <a:gd name="connsiteX60" fmla="*/ 2826242 w 13158797"/>
              <a:gd name="connsiteY60" fmla="*/ 8610675 h 9456078"/>
              <a:gd name="connsiteX61" fmla="*/ 2866908 w 13158797"/>
              <a:gd name="connsiteY61" fmla="*/ 8583681 h 9456078"/>
              <a:gd name="connsiteX62" fmla="*/ 2907329 w 13158797"/>
              <a:gd name="connsiteY62" fmla="*/ 8556295 h 9456078"/>
              <a:gd name="connsiteX63" fmla="*/ 2947500 w 13158797"/>
              <a:gd name="connsiteY63" fmla="*/ 8528517 h 9456078"/>
              <a:gd name="connsiteX64" fmla="*/ 2987419 w 13158797"/>
              <a:gd name="connsiteY64" fmla="*/ 8500351 h 9456078"/>
              <a:gd name="connsiteX65" fmla="*/ 3027083 w 13158797"/>
              <a:gd name="connsiteY65" fmla="*/ 8471796 h 9456078"/>
              <a:gd name="connsiteX66" fmla="*/ 3066489 w 13158797"/>
              <a:gd name="connsiteY66" fmla="*/ 8442854 h 9456078"/>
              <a:gd name="connsiteX67" fmla="*/ 3105634 w 13158797"/>
              <a:gd name="connsiteY67" fmla="*/ 8413528 h 9456078"/>
              <a:gd name="connsiteX68" fmla="*/ 3144515 w 13158797"/>
              <a:gd name="connsiteY68" fmla="*/ 8383818 h 9456078"/>
              <a:gd name="connsiteX69" fmla="*/ 3183129 w 13158797"/>
              <a:gd name="connsiteY69" fmla="*/ 8353726 h 9456078"/>
              <a:gd name="connsiteX70" fmla="*/ 3221473 w 13158797"/>
              <a:gd name="connsiteY70" fmla="*/ 8323253 h 9456078"/>
              <a:gd name="connsiteX71" fmla="*/ 3259544 w 13158797"/>
              <a:gd name="connsiteY71" fmla="*/ 8292401 h 9456078"/>
              <a:gd name="connsiteX72" fmla="*/ 3297339 w 13158797"/>
              <a:gd name="connsiteY72" fmla="*/ 8261172 h 9456078"/>
              <a:gd name="connsiteX73" fmla="*/ 3334854 w 13158797"/>
              <a:gd name="connsiteY73" fmla="*/ 8229566 h 9456078"/>
              <a:gd name="connsiteX74" fmla="*/ 3372087 w 13158797"/>
              <a:gd name="connsiteY74" fmla="*/ 8197585 h 9456078"/>
              <a:gd name="connsiteX75" fmla="*/ 3409035 w 13158797"/>
              <a:gd name="connsiteY75" fmla="*/ 8165232 h 9456078"/>
              <a:gd name="connsiteX76" fmla="*/ 3445695 w 13158797"/>
              <a:gd name="connsiteY76" fmla="*/ 8132507 h 9456078"/>
              <a:gd name="connsiteX77" fmla="*/ 3482064 w 13158797"/>
              <a:gd name="connsiteY77" fmla="*/ 8099411 h 9456078"/>
              <a:gd name="connsiteX78" fmla="*/ 3518139 w 13158797"/>
              <a:gd name="connsiteY78" fmla="*/ 8065947 h 9456078"/>
              <a:gd name="connsiteX79" fmla="*/ 3553916 w 13158797"/>
              <a:gd name="connsiteY79" fmla="*/ 8032115 h 9456078"/>
              <a:gd name="connsiteX80" fmla="*/ 3589393 w 13158797"/>
              <a:gd name="connsiteY80" fmla="*/ 7997918 h 9456078"/>
              <a:gd name="connsiteX81" fmla="*/ 3624567 w 13158797"/>
              <a:gd name="connsiteY81" fmla="*/ 7963356 h 9456078"/>
              <a:gd name="connsiteX82" fmla="*/ 3659435 w 13158797"/>
              <a:gd name="connsiteY82" fmla="*/ 7928432 h 9456078"/>
              <a:gd name="connsiteX83" fmla="*/ 3693994 w 13158797"/>
              <a:gd name="connsiteY83" fmla="*/ 7893146 h 9456078"/>
              <a:gd name="connsiteX84" fmla="*/ 3728240 w 13158797"/>
              <a:gd name="connsiteY84" fmla="*/ 7857501 h 9456078"/>
              <a:gd name="connsiteX85" fmla="*/ 3762171 w 13158797"/>
              <a:gd name="connsiteY85" fmla="*/ 7821497 h 9456078"/>
              <a:gd name="connsiteX86" fmla="*/ 3795783 w 13158797"/>
              <a:gd name="connsiteY86" fmla="*/ 7785136 h 9456078"/>
              <a:gd name="connsiteX87" fmla="*/ 3829075 w 13158797"/>
              <a:gd name="connsiteY87" fmla="*/ 7748420 h 9456078"/>
              <a:gd name="connsiteX88" fmla="*/ 3862042 w 13158797"/>
              <a:gd name="connsiteY88" fmla="*/ 7711350 h 9456078"/>
              <a:gd name="connsiteX89" fmla="*/ 3894682 w 13158797"/>
              <a:gd name="connsiteY89" fmla="*/ 7673928 h 9456078"/>
              <a:gd name="connsiteX90" fmla="*/ 3926991 w 13158797"/>
              <a:gd name="connsiteY90" fmla="*/ 7636155 h 9456078"/>
              <a:gd name="connsiteX91" fmla="*/ 3958967 w 13158797"/>
              <a:gd name="connsiteY91" fmla="*/ 7598032 h 9456078"/>
              <a:gd name="connsiteX92" fmla="*/ 3990607 w 13158797"/>
              <a:gd name="connsiteY92" fmla="*/ 7559561 h 9456078"/>
              <a:gd name="connsiteX93" fmla="*/ 4021907 w 13158797"/>
              <a:gd name="connsiteY93" fmla="*/ 7520744 h 9456078"/>
              <a:gd name="connsiteX94" fmla="*/ 4052865 w 13158797"/>
              <a:gd name="connsiteY94" fmla="*/ 7481582 h 9456078"/>
              <a:gd name="connsiteX95" fmla="*/ 4083478 w 13158797"/>
              <a:gd name="connsiteY95" fmla="*/ 7442077 h 9456078"/>
              <a:gd name="connsiteX96" fmla="*/ 8022311 w 13158797"/>
              <a:gd name="connsiteY96" fmla="*/ 2307814 h 9456078"/>
              <a:gd name="connsiteX97" fmla="*/ 8052902 w 13158797"/>
              <a:gd name="connsiteY97" fmla="*/ 2268285 h 9456078"/>
              <a:gd name="connsiteX98" fmla="*/ 8083796 w 13158797"/>
              <a:gd name="connsiteY98" fmla="*/ 2229056 h 9456078"/>
              <a:gd name="connsiteX99" fmla="*/ 8114989 w 13158797"/>
              <a:gd name="connsiteY99" fmla="*/ 2190127 h 9456078"/>
              <a:gd name="connsiteX100" fmla="*/ 8146479 w 13158797"/>
              <a:gd name="connsiteY100" fmla="*/ 2151500 h 9456078"/>
              <a:gd name="connsiteX101" fmla="*/ 8178264 w 13158797"/>
              <a:gd name="connsiteY101" fmla="*/ 2113176 h 9456078"/>
              <a:gd name="connsiteX102" fmla="*/ 8210341 w 13158797"/>
              <a:gd name="connsiteY102" fmla="*/ 2075157 h 9456078"/>
              <a:gd name="connsiteX103" fmla="*/ 8242709 w 13158797"/>
              <a:gd name="connsiteY103" fmla="*/ 2037442 h 9456078"/>
              <a:gd name="connsiteX104" fmla="*/ 8275365 w 13158797"/>
              <a:gd name="connsiteY104" fmla="*/ 2000034 h 9456078"/>
              <a:gd name="connsiteX105" fmla="*/ 8308307 w 13158797"/>
              <a:gd name="connsiteY105" fmla="*/ 1962934 h 9456078"/>
              <a:gd name="connsiteX106" fmla="*/ 8341532 w 13158797"/>
              <a:gd name="connsiteY106" fmla="*/ 1926142 h 9456078"/>
              <a:gd name="connsiteX107" fmla="*/ 8375038 w 13158797"/>
              <a:gd name="connsiteY107" fmla="*/ 1889660 h 9456078"/>
              <a:gd name="connsiteX108" fmla="*/ 8408823 w 13158797"/>
              <a:gd name="connsiteY108" fmla="*/ 1853489 h 9456078"/>
              <a:gd name="connsiteX109" fmla="*/ 8442885 w 13158797"/>
              <a:gd name="connsiteY109" fmla="*/ 1817630 h 9456078"/>
              <a:gd name="connsiteX110" fmla="*/ 8477221 w 13158797"/>
              <a:gd name="connsiteY110" fmla="*/ 1782084 h 9456078"/>
              <a:gd name="connsiteX111" fmla="*/ 8511829 w 13158797"/>
              <a:gd name="connsiteY111" fmla="*/ 1746853 h 9456078"/>
              <a:gd name="connsiteX112" fmla="*/ 8546706 w 13158797"/>
              <a:gd name="connsiteY112" fmla="*/ 1711937 h 9456078"/>
              <a:gd name="connsiteX113" fmla="*/ 8581851 w 13158797"/>
              <a:gd name="connsiteY113" fmla="*/ 1677337 h 9456078"/>
              <a:gd name="connsiteX114" fmla="*/ 8617261 w 13158797"/>
              <a:gd name="connsiteY114" fmla="*/ 1643056 h 9456078"/>
              <a:gd name="connsiteX115" fmla="*/ 8652934 w 13158797"/>
              <a:gd name="connsiteY115" fmla="*/ 1609093 h 9456078"/>
              <a:gd name="connsiteX116" fmla="*/ 8688867 w 13158797"/>
              <a:gd name="connsiteY116" fmla="*/ 1575450 h 9456078"/>
              <a:gd name="connsiteX117" fmla="*/ 8725058 w 13158797"/>
              <a:gd name="connsiteY117" fmla="*/ 1542128 h 9456078"/>
              <a:gd name="connsiteX118" fmla="*/ 8761506 w 13158797"/>
              <a:gd name="connsiteY118" fmla="*/ 1509129 h 9456078"/>
              <a:gd name="connsiteX119" fmla="*/ 8798207 w 13158797"/>
              <a:gd name="connsiteY119" fmla="*/ 1476452 h 9456078"/>
              <a:gd name="connsiteX120" fmla="*/ 8835159 w 13158797"/>
              <a:gd name="connsiteY120" fmla="*/ 1444101 h 9456078"/>
              <a:gd name="connsiteX121" fmla="*/ 8872360 w 13158797"/>
              <a:gd name="connsiteY121" fmla="*/ 1412075 h 9456078"/>
              <a:gd name="connsiteX122" fmla="*/ 8909808 w 13158797"/>
              <a:gd name="connsiteY122" fmla="*/ 1380375 h 9456078"/>
              <a:gd name="connsiteX123" fmla="*/ 8947501 w 13158797"/>
              <a:gd name="connsiteY123" fmla="*/ 1349004 h 9456078"/>
              <a:gd name="connsiteX124" fmla="*/ 8985435 w 13158797"/>
              <a:gd name="connsiteY124" fmla="*/ 1317962 h 9456078"/>
              <a:gd name="connsiteX125" fmla="*/ 9023610 w 13158797"/>
              <a:gd name="connsiteY125" fmla="*/ 1287250 h 9456078"/>
              <a:gd name="connsiteX126" fmla="*/ 9062022 w 13158797"/>
              <a:gd name="connsiteY126" fmla="*/ 1256869 h 9456078"/>
              <a:gd name="connsiteX127" fmla="*/ 9100669 w 13158797"/>
              <a:gd name="connsiteY127" fmla="*/ 1226820 h 9456078"/>
              <a:gd name="connsiteX128" fmla="*/ 9139549 w 13158797"/>
              <a:gd name="connsiteY128" fmla="*/ 1197105 h 9456078"/>
              <a:gd name="connsiteX129" fmla="*/ 9178660 w 13158797"/>
              <a:gd name="connsiteY129" fmla="*/ 1167725 h 9456078"/>
              <a:gd name="connsiteX130" fmla="*/ 9217999 w 13158797"/>
              <a:gd name="connsiteY130" fmla="*/ 1138681 h 9456078"/>
              <a:gd name="connsiteX131" fmla="*/ 9257564 w 13158797"/>
              <a:gd name="connsiteY131" fmla="*/ 1109974 h 9456078"/>
              <a:gd name="connsiteX132" fmla="*/ 9297353 w 13158797"/>
              <a:gd name="connsiteY132" fmla="*/ 1081604 h 9456078"/>
              <a:gd name="connsiteX133" fmla="*/ 9337364 w 13158797"/>
              <a:gd name="connsiteY133" fmla="*/ 1053574 h 9456078"/>
              <a:gd name="connsiteX134" fmla="*/ 9377594 w 13158797"/>
              <a:gd name="connsiteY134" fmla="*/ 1025884 h 9456078"/>
              <a:gd name="connsiteX135" fmla="*/ 9418040 w 13158797"/>
              <a:gd name="connsiteY135" fmla="*/ 998536 h 9456078"/>
              <a:gd name="connsiteX136" fmla="*/ 9458702 w 13158797"/>
              <a:gd name="connsiteY136" fmla="*/ 971530 h 9456078"/>
              <a:gd name="connsiteX137" fmla="*/ 9499575 w 13158797"/>
              <a:gd name="connsiteY137" fmla="*/ 944868 h 9456078"/>
              <a:gd name="connsiteX138" fmla="*/ 9540659 w 13158797"/>
              <a:gd name="connsiteY138" fmla="*/ 918551 h 9456078"/>
              <a:gd name="connsiteX139" fmla="*/ 9581950 w 13158797"/>
              <a:gd name="connsiteY139" fmla="*/ 892580 h 9456078"/>
              <a:gd name="connsiteX140" fmla="*/ 9623447 w 13158797"/>
              <a:gd name="connsiteY140" fmla="*/ 866956 h 9456078"/>
              <a:gd name="connsiteX141" fmla="*/ 9665147 w 13158797"/>
              <a:gd name="connsiteY141" fmla="*/ 841681 h 9456078"/>
              <a:gd name="connsiteX142" fmla="*/ 9707048 w 13158797"/>
              <a:gd name="connsiteY142" fmla="*/ 816754 h 9456078"/>
              <a:gd name="connsiteX143" fmla="*/ 9749147 w 13158797"/>
              <a:gd name="connsiteY143" fmla="*/ 792179 h 9456078"/>
              <a:gd name="connsiteX144" fmla="*/ 9791443 w 13158797"/>
              <a:gd name="connsiteY144" fmla="*/ 767955 h 9456078"/>
              <a:gd name="connsiteX145" fmla="*/ 9833932 w 13158797"/>
              <a:gd name="connsiteY145" fmla="*/ 744083 h 9456078"/>
              <a:gd name="connsiteX146" fmla="*/ 9876613 w 13158797"/>
              <a:gd name="connsiteY146" fmla="*/ 720566 h 9456078"/>
              <a:gd name="connsiteX147" fmla="*/ 9919484 w 13158797"/>
              <a:gd name="connsiteY147" fmla="*/ 697404 h 9456078"/>
              <a:gd name="connsiteX148" fmla="*/ 9962542 w 13158797"/>
              <a:gd name="connsiteY148" fmla="*/ 674598 h 9456078"/>
              <a:gd name="connsiteX149" fmla="*/ 10005784 w 13158797"/>
              <a:gd name="connsiteY149" fmla="*/ 652149 h 9456078"/>
              <a:gd name="connsiteX150" fmla="*/ 10049209 w 13158797"/>
              <a:gd name="connsiteY150" fmla="*/ 630059 h 9456078"/>
              <a:gd name="connsiteX151" fmla="*/ 10092814 w 13158797"/>
              <a:gd name="connsiteY151" fmla="*/ 608328 h 9456078"/>
              <a:gd name="connsiteX152" fmla="*/ 10136597 w 13158797"/>
              <a:gd name="connsiteY152" fmla="*/ 586958 h 9456078"/>
              <a:gd name="connsiteX153" fmla="*/ 10180556 w 13158797"/>
              <a:gd name="connsiteY153" fmla="*/ 565950 h 9456078"/>
              <a:gd name="connsiteX154" fmla="*/ 10224688 w 13158797"/>
              <a:gd name="connsiteY154" fmla="*/ 545304 h 9456078"/>
              <a:gd name="connsiteX155" fmla="*/ 10268991 w 13158797"/>
              <a:gd name="connsiteY155" fmla="*/ 525023 h 9456078"/>
              <a:gd name="connsiteX156" fmla="*/ 10313463 w 13158797"/>
              <a:gd name="connsiteY156" fmla="*/ 505107 h 9456078"/>
              <a:gd name="connsiteX157" fmla="*/ 10358101 w 13158797"/>
              <a:gd name="connsiteY157" fmla="*/ 485558 h 9456078"/>
              <a:gd name="connsiteX158" fmla="*/ 10402903 w 13158797"/>
              <a:gd name="connsiteY158" fmla="*/ 466376 h 9456078"/>
              <a:gd name="connsiteX159" fmla="*/ 10447868 w 13158797"/>
              <a:gd name="connsiteY159" fmla="*/ 447563 h 9456078"/>
              <a:gd name="connsiteX160" fmla="*/ 10492991 w 13158797"/>
              <a:gd name="connsiteY160" fmla="*/ 429119 h 9456078"/>
              <a:gd name="connsiteX161" fmla="*/ 10538272 w 13158797"/>
              <a:gd name="connsiteY161" fmla="*/ 411046 h 9456078"/>
              <a:gd name="connsiteX162" fmla="*/ 10583708 w 13158797"/>
              <a:gd name="connsiteY162" fmla="*/ 393346 h 9456078"/>
              <a:gd name="connsiteX163" fmla="*/ 10629297 w 13158797"/>
              <a:gd name="connsiteY163" fmla="*/ 376018 h 9456078"/>
              <a:gd name="connsiteX164" fmla="*/ 10675036 w 13158797"/>
              <a:gd name="connsiteY164" fmla="*/ 359065 h 9456078"/>
              <a:gd name="connsiteX165" fmla="*/ 10720923 w 13158797"/>
              <a:gd name="connsiteY165" fmla="*/ 342487 h 9456078"/>
              <a:gd name="connsiteX166" fmla="*/ 10766956 w 13158797"/>
              <a:gd name="connsiteY166" fmla="*/ 326286 h 9456078"/>
              <a:gd name="connsiteX167" fmla="*/ 10813132 w 13158797"/>
              <a:gd name="connsiteY167" fmla="*/ 310462 h 9456078"/>
              <a:gd name="connsiteX168" fmla="*/ 10859450 w 13158797"/>
              <a:gd name="connsiteY168" fmla="*/ 295018 h 9456078"/>
              <a:gd name="connsiteX169" fmla="*/ 10905907 w 13158797"/>
              <a:gd name="connsiteY169" fmla="*/ 279953 h 9456078"/>
              <a:gd name="connsiteX170" fmla="*/ 10952500 w 13158797"/>
              <a:gd name="connsiteY170" fmla="*/ 265269 h 9456078"/>
              <a:gd name="connsiteX171" fmla="*/ 10999227 w 13158797"/>
              <a:gd name="connsiteY171" fmla="*/ 250968 h 9456078"/>
              <a:gd name="connsiteX172" fmla="*/ 11046087 w 13158797"/>
              <a:gd name="connsiteY172" fmla="*/ 237049 h 9456078"/>
              <a:gd name="connsiteX173" fmla="*/ 11093076 w 13158797"/>
              <a:gd name="connsiteY173" fmla="*/ 223516 h 9456078"/>
              <a:gd name="connsiteX174" fmla="*/ 11140193 w 13158797"/>
              <a:gd name="connsiteY174" fmla="*/ 210368 h 9456078"/>
              <a:gd name="connsiteX175" fmla="*/ 11187434 w 13158797"/>
              <a:gd name="connsiteY175" fmla="*/ 197606 h 9456078"/>
              <a:gd name="connsiteX176" fmla="*/ 11234799 w 13158797"/>
              <a:gd name="connsiteY176" fmla="*/ 185233 h 9456078"/>
              <a:gd name="connsiteX177" fmla="*/ 11282284 w 13158797"/>
              <a:gd name="connsiteY177" fmla="*/ 173248 h 9456078"/>
              <a:gd name="connsiteX178" fmla="*/ 11329888 w 13158797"/>
              <a:gd name="connsiteY178" fmla="*/ 161654 h 9456078"/>
              <a:gd name="connsiteX179" fmla="*/ 11377607 w 13158797"/>
              <a:gd name="connsiteY179" fmla="*/ 150451 h 9456078"/>
              <a:gd name="connsiteX180" fmla="*/ 11425440 w 13158797"/>
              <a:gd name="connsiteY180" fmla="*/ 139640 h 9456078"/>
              <a:gd name="connsiteX181" fmla="*/ 11473385 w 13158797"/>
              <a:gd name="connsiteY181" fmla="*/ 129223 h 9456078"/>
              <a:gd name="connsiteX182" fmla="*/ 11521439 w 13158797"/>
              <a:gd name="connsiteY182" fmla="*/ 119201 h 9456078"/>
              <a:gd name="connsiteX183" fmla="*/ 11569599 w 13158797"/>
              <a:gd name="connsiteY183" fmla="*/ 109574 h 9456078"/>
              <a:gd name="connsiteX184" fmla="*/ 11617864 w 13158797"/>
              <a:gd name="connsiteY184" fmla="*/ 100344 h 9456078"/>
              <a:gd name="connsiteX185" fmla="*/ 11666231 w 13158797"/>
              <a:gd name="connsiteY185" fmla="*/ 91512 h 9456078"/>
              <a:gd name="connsiteX186" fmla="*/ 11714698 w 13158797"/>
              <a:gd name="connsiteY186" fmla="*/ 83080 h 9456078"/>
              <a:gd name="connsiteX187" fmla="*/ 11763263 w 13158797"/>
              <a:gd name="connsiteY187" fmla="*/ 75047 h 9456078"/>
              <a:gd name="connsiteX188" fmla="*/ 11811923 w 13158797"/>
              <a:gd name="connsiteY188" fmla="*/ 67417 h 9456078"/>
              <a:gd name="connsiteX189" fmla="*/ 11860676 w 13158797"/>
              <a:gd name="connsiteY189" fmla="*/ 60188 h 9456078"/>
              <a:gd name="connsiteX190" fmla="*/ 11909519 w 13158797"/>
              <a:gd name="connsiteY190" fmla="*/ 53364 h 9456078"/>
              <a:gd name="connsiteX191" fmla="*/ 11958451 w 13158797"/>
              <a:gd name="connsiteY191" fmla="*/ 46944 h 9456078"/>
              <a:gd name="connsiteX192" fmla="*/ 12007470 w 13158797"/>
              <a:gd name="connsiteY192" fmla="*/ 40931 h 9456078"/>
              <a:gd name="connsiteX193" fmla="*/ 12056572 w 13158797"/>
              <a:gd name="connsiteY193" fmla="*/ 35324 h 9456078"/>
              <a:gd name="connsiteX194" fmla="*/ 12105756 w 13158797"/>
              <a:gd name="connsiteY194" fmla="*/ 30126 h 9456078"/>
              <a:gd name="connsiteX195" fmla="*/ 12155019 w 13158797"/>
              <a:gd name="connsiteY195" fmla="*/ 25337 h 9456078"/>
              <a:gd name="connsiteX196" fmla="*/ 12204359 w 13158797"/>
              <a:gd name="connsiteY196" fmla="*/ 20958 h 9456078"/>
              <a:gd name="connsiteX197" fmla="*/ 12253773 w 13158797"/>
              <a:gd name="connsiteY197" fmla="*/ 16991 h 9456078"/>
              <a:gd name="connsiteX198" fmla="*/ 12303260 w 13158797"/>
              <a:gd name="connsiteY198" fmla="*/ 13437 h 9456078"/>
              <a:gd name="connsiteX199" fmla="*/ 12352818 w 13158797"/>
              <a:gd name="connsiteY199" fmla="*/ 10297 h 9456078"/>
              <a:gd name="connsiteX200" fmla="*/ 12402443 w 13158797"/>
              <a:gd name="connsiteY200" fmla="*/ 7572 h 9456078"/>
              <a:gd name="connsiteX201" fmla="*/ 12452133 w 13158797"/>
              <a:gd name="connsiteY201" fmla="*/ 5263 h 9456078"/>
              <a:gd name="connsiteX202" fmla="*/ 12501887 w 13158797"/>
              <a:gd name="connsiteY202" fmla="*/ 3371 h 9456078"/>
              <a:gd name="connsiteX203" fmla="*/ 12551701 w 13158797"/>
              <a:gd name="connsiteY203" fmla="*/ 1898 h 9456078"/>
              <a:gd name="connsiteX204" fmla="*/ 12601574 w 13158797"/>
              <a:gd name="connsiteY204" fmla="*/ 844 h 9456078"/>
              <a:gd name="connsiteX205" fmla="*/ 12651504 w 13158797"/>
              <a:gd name="connsiteY205" fmla="*/ 211 h 9456078"/>
              <a:gd name="connsiteX206" fmla="*/ 12701487 w 13158797"/>
              <a:gd name="connsiteY206" fmla="*/ 0 h 9456078"/>
              <a:gd name="connsiteX207" fmla="*/ 13158798 w 13158797"/>
              <a:gd name="connsiteY207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98870 w 13158799"/>
              <a:gd name="connsiteY5" fmla="*/ 9447409 h 9456078"/>
              <a:gd name="connsiteX6" fmla="*/ 348429 w 13158799"/>
              <a:gd name="connsiteY6" fmla="*/ 9444290 h 9456078"/>
              <a:gd name="connsiteX7" fmla="*/ 397907 w 13158799"/>
              <a:gd name="connsiteY7" fmla="*/ 9440698 h 9456078"/>
              <a:gd name="connsiteX8" fmla="*/ 447302 w 13158799"/>
              <a:gd name="connsiteY8" fmla="*/ 9436632 h 9456078"/>
              <a:gd name="connsiteX9" fmla="*/ 496610 w 13158799"/>
              <a:gd name="connsiteY9" fmla="*/ 9432096 h 9456078"/>
              <a:gd name="connsiteX10" fmla="*/ 545829 w 13158799"/>
              <a:gd name="connsiteY10" fmla="*/ 9427089 h 9456078"/>
              <a:gd name="connsiteX11" fmla="*/ 594956 w 13158799"/>
              <a:gd name="connsiteY11" fmla="*/ 9421615 h 9456078"/>
              <a:gd name="connsiteX12" fmla="*/ 643987 w 13158799"/>
              <a:gd name="connsiteY12" fmla="*/ 9415673 h 9456078"/>
              <a:gd name="connsiteX13" fmla="*/ 692920 w 13158799"/>
              <a:gd name="connsiteY13" fmla="*/ 9409267 h 9456078"/>
              <a:gd name="connsiteX14" fmla="*/ 741751 w 13158799"/>
              <a:gd name="connsiteY14" fmla="*/ 9402396 h 9456078"/>
              <a:gd name="connsiteX15" fmla="*/ 790478 w 13158799"/>
              <a:gd name="connsiteY15" fmla="*/ 9395063 h 9456078"/>
              <a:gd name="connsiteX16" fmla="*/ 839098 w 13158799"/>
              <a:gd name="connsiteY16" fmla="*/ 9387270 h 9456078"/>
              <a:gd name="connsiteX17" fmla="*/ 887607 w 13158799"/>
              <a:gd name="connsiteY17" fmla="*/ 9379017 h 9456078"/>
              <a:gd name="connsiteX18" fmla="*/ 936002 w 13158799"/>
              <a:gd name="connsiteY18" fmla="*/ 9370306 h 9456078"/>
              <a:gd name="connsiteX19" fmla="*/ 984281 w 13158799"/>
              <a:gd name="connsiteY19" fmla="*/ 9361139 h 9456078"/>
              <a:gd name="connsiteX20" fmla="*/ 1032440 w 13158799"/>
              <a:gd name="connsiteY20" fmla="*/ 9351517 h 9456078"/>
              <a:gd name="connsiteX21" fmla="*/ 1080477 w 13158799"/>
              <a:gd name="connsiteY21" fmla="*/ 9341441 h 9456078"/>
              <a:gd name="connsiteX22" fmla="*/ 1176172 w 13158799"/>
              <a:gd name="connsiteY22" fmla="*/ 9319936 h 9456078"/>
              <a:gd name="connsiteX23" fmla="*/ 1223823 w 13158799"/>
              <a:gd name="connsiteY23" fmla="*/ 9308509 h 9456078"/>
              <a:gd name="connsiteX24" fmla="*/ 1271339 w 13158799"/>
              <a:gd name="connsiteY24" fmla="*/ 9296635 h 9456078"/>
              <a:gd name="connsiteX25" fmla="*/ 1318719 w 13158799"/>
              <a:gd name="connsiteY25" fmla="*/ 9284315 h 9456078"/>
              <a:gd name="connsiteX26" fmla="*/ 1365957 w 13158799"/>
              <a:gd name="connsiteY26" fmla="*/ 9271550 h 9456078"/>
              <a:gd name="connsiteX27" fmla="*/ 1413052 w 13158799"/>
              <a:gd name="connsiteY27" fmla="*/ 9258342 h 9456078"/>
              <a:gd name="connsiteX28" fmla="*/ 1460000 w 13158799"/>
              <a:gd name="connsiteY28" fmla="*/ 9244693 h 9456078"/>
              <a:gd name="connsiteX29" fmla="*/ 1506799 w 13158799"/>
              <a:gd name="connsiteY29" fmla="*/ 9230604 h 9456078"/>
              <a:gd name="connsiteX30" fmla="*/ 1553445 w 13158799"/>
              <a:gd name="connsiteY30" fmla="*/ 9216076 h 9456078"/>
              <a:gd name="connsiteX31" fmla="*/ 1599935 w 13158799"/>
              <a:gd name="connsiteY31" fmla="*/ 9201111 h 9456078"/>
              <a:gd name="connsiteX32" fmla="*/ 1646267 w 13158799"/>
              <a:gd name="connsiteY32" fmla="*/ 9185710 h 9456078"/>
              <a:gd name="connsiteX33" fmla="*/ 1692437 w 13158799"/>
              <a:gd name="connsiteY33" fmla="*/ 9169876 h 9456078"/>
              <a:gd name="connsiteX34" fmla="*/ 1738442 w 13158799"/>
              <a:gd name="connsiteY34" fmla="*/ 9153608 h 9456078"/>
              <a:gd name="connsiteX35" fmla="*/ 1784280 w 13158799"/>
              <a:gd name="connsiteY35" fmla="*/ 9136910 h 9456078"/>
              <a:gd name="connsiteX36" fmla="*/ 1829947 w 13158799"/>
              <a:gd name="connsiteY36" fmla="*/ 9119782 h 9456078"/>
              <a:gd name="connsiteX37" fmla="*/ 1875440 w 13158799"/>
              <a:gd name="connsiteY37" fmla="*/ 9102226 h 9456078"/>
              <a:gd name="connsiteX38" fmla="*/ 1920756 w 13158799"/>
              <a:gd name="connsiteY38" fmla="*/ 9084243 h 9456078"/>
              <a:gd name="connsiteX39" fmla="*/ 1965893 w 13158799"/>
              <a:gd name="connsiteY39" fmla="*/ 9065835 h 9456078"/>
              <a:gd name="connsiteX40" fmla="*/ 2010847 w 13158799"/>
              <a:gd name="connsiteY40" fmla="*/ 9047004 h 9456078"/>
              <a:gd name="connsiteX41" fmla="*/ 2055615 w 13158799"/>
              <a:gd name="connsiteY41" fmla="*/ 9027750 h 9456078"/>
              <a:gd name="connsiteX42" fmla="*/ 2100195 w 13158799"/>
              <a:gd name="connsiteY42" fmla="*/ 9008075 h 9456078"/>
              <a:gd name="connsiteX43" fmla="*/ 2144582 w 13158799"/>
              <a:gd name="connsiteY43" fmla="*/ 8987981 h 9456078"/>
              <a:gd name="connsiteX44" fmla="*/ 2188775 w 13158799"/>
              <a:gd name="connsiteY44" fmla="*/ 8967470 h 9456078"/>
              <a:gd name="connsiteX45" fmla="*/ 2232770 w 13158799"/>
              <a:gd name="connsiteY45" fmla="*/ 8946542 h 9456078"/>
              <a:gd name="connsiteX46" fmla="*/ 2276564 w 13158799"/>
              <a:gd name="connsiteY46" fmla="*/ 8925199 h 9456078"/>
              <a:gd name="connsiteX47" fmla="*/ 2320154 w 13158799"/>
              <a:gd name="connsiteY47" fmla="*/ 8903443 h 9456078"/>
              <a:gd name="connsiteX48" fmla="*/ 2363538 w 13158799"/>
              <a:gd name="connsiteY48" fmla="*/ 8881275 h 9456078"/>
              <a:gd name="connsiteX49" fmla="*/ 2406711 w 13158799"/>
              <a:gd name="connsiteY49" fmla="*/ 8858697 h 9456078"/>
              <a:gd name="connsiteX50" fmla="*/ 2449672 w 13158799"/>
              <a:gd name="connsiteY50" fmla="*/ 8835710 h 9456078"/>
              <a:gd name="connsiteX51" fmla="*/ 2492417 w 13158799"/>
              <a:gd name="connsiteY51" fmla="*/ 8812316 h 9456078"/>
              <a:gd name="connsiteX52" fmla="*/ 2534943 w 13158799"/>
              <a:gd name="connsiteY52" fmla="*/ 8788516 h 9456078"/>
              <a:gd name="connsiteX53" fmla="*/ 2577247 w 13158799"/>
              <a:gd name="connsiteY53" fmla="*/ 8764311 h 9456078"/>
              <a:gd name="connsiteX54" fmla="*/ 2619326 w 13158799"/>
              <a:gd name="connsiteY54" fmla="*/ 8739704 h 9456078"/>
              <a:gd name="connsiteX55" fmla="*/ 2661177 w 13158799"/>
              <a:gd name="connsiteY55" fmla="*/ 8714695 h 9456078"/>
              <a:gd name="connsiteX56" fmla="*/ 2702797 w 13158799"/>
              <a:gd name="connsiteY56" fmla="*/ 8689286 h 9456078"/>
              <a:gd name="connsiteX57" fmla="*/ 2744183 w 13158799"/>
              <a:gd name="connsiteY57" fmla="*/ 8663479 h 9456078"/>
              <a:gd name="connsiteX58" fmla="*/ 2785333 w 13158799"/>
              <a:gd name="connsiteY58" fmla="*/ 8637274 h 9456078"/>
              <a:gd name="connsiteX59" fmla="*/ 2826242 w 13158799"/>
              <a:gd name="connsiteY59" fmla="*/ 8610675 h 9456078"/>
              <a:gd name="connsiteX60" fmla="*/ 2866908 w 13158799"/>
              <a:gd name="connsiteY60" fmla="*/ 8583681 h 9456078"/>
              <a:gd name="connsiteX61" fmla="*/ 2907329 w 13158799"/>
              <a:gd name="connsiteY61" fmla="*/ 8556295 h 9456078"/>
              <a:gd name="connsiteX62" fmla="*/ 2947500 w 13158799"/>
              <a:gd name="connsiteY62" fmla="*/ 8528517 h 9456078"/>
              <a:gd name="connsiteX63" fmla="*/ 2987419 w 13158799"/>
              <a:gd name="connsiteY63" fmla="*/ 8500351 h 9456078"/>
              <a:gd name="connsiteX64" fmla="*/ 3027083 w 13158799"/>
              <a:gd name="connsiteY64" fmla="*/ 8471796 h 9456078"/>
              <a:gd name="connsiteX65" fmla="*/ 3066489 w 13158799"/>
              <a:gd name="connsiteY65" fmla="*/ 8442854 h 9456078"/>
              <a:gd name="connsiteX66" fmla="*/ 3105634 w 13158799"/>
              <a:gd name="connsiteY66" fmla="*/ 8413528 h 9456078"/>
              <a:gd name="connsiteX67" fmla="*/ 3144515 w 13158799"/>
              <a:gd name="connsiteY67" fmla="*/ 8383818 h 9456078"/>
              <a:gd name="connsiteX68" fmla="*/ 3183129 w 13158799"/>
              <a:gd name="connsiteY68" fmla="*/ 8353726 h 9456078"/>
              <a:gd name="connsiteX69" fmla="*/ 3221473 w 13158799"/>
              <a:gd name="connsiteY69" fmla="*/ 8323253 h 9456078"/>
              <a:gd name="connsiteX70" fmla="*/ 3259544 w 13158799"/>
              <a:gd name="connsiteY70" fmla="*/ 8292401 h 9456078"/>
              <a:gd name="connsiteX71" fmla="*/ 3297339 w 13158799"/>
              <a:gd name="connsiteY71" fmla="*/ 8261172 h 9456078"/>
              <a:gd name="connsiteX72" fmla="*/ 3334854 w 13158799"/>
              <a:gd name="connsiteY72" fmla="*/ 8229566 h 9456078"/>
              <a:gd name="connsiteX73" fmla="*/ 3372087 w 13158799"/>
              <a:gd name="connsiteY73" fmla="*/ 8197585 h 9456078"/>
              <a:gd name="connsiteX74" fmla="*/ 3409035 w 13158799"/>
              <a:gd name="connsiteY74" fmla="*/ 8165232 h 9456078"/>
              <a:gd name="connsiteX75" fmla="*/ 3445695 w 13158799"/>
              <a:gd name="connsiteY75" fmla="*/ 8132507 h 9456078"/>
              <a:gd name="connsiteX76" fmla="*/ 3482064 w 13158799"/>
              <a:gd name="connsiteY76" fmla="*/ 8099411 h 9456078"/>
              <a:gd name="connsiteX77" fmla="*/ 3518139 w 13158799"/>
              <a:gd name="connsiteY77" fmla="*/ 8065947 h 9456078"/>
              <a:gd name="connsiteX78" fmla="*/ 3553916 w 13158799"/>
              <a:gd name="connsiteY78" fmla="*/ 8032115 h 9456078"/>
              <a:gd name="connsiteX79" fmla="*/ 3589393 w 13158799"/>
              <a:gd name="connsiteY79" fmla="*/ 7997918 h 9456078"/>
              <a:gd name="connsiteX80" fmla="*/ 3624567 w 13158799"/>
              <a:gd name="connsiteY80" fmla="*/ 7963356 h 9456078"/>
              <a:gd name="connsiteX81" fmla="*/ 3659435 w 13158799"/>
              <a:gd name="connsiteY81" fmla="*/ 7928432 h 9456078"/>
              <a:gd name="connsiteX82" fmla="*/ 3693994 w 13158799"/>
              <a:gd name="connsiteY82" fmla="*/ 7893146 h 9456078"/>
              <a:gd name="connsiteX83" fmla="*/ 3728240 w 13158799"/>
              <a:gd name="connsiteY83" fmla="*/ 7857501 h 9456078"/>
              <a:gd name="connsiteX84" fmla="*/ 3762171 w 13158799"/>
              <a:gd name="connsiteY84" fmla="*/ 7821497 h 9456078"/>
              <a:gd name="connsiteX85" fmla="*/ 3795783 w 13158799"/>
              <a:gd name="connsiteY85" fmla="*/ 7785136 h 9456078"/>
              <a:gd name="connsiteX86" fmla="*/ 3829075 w 13158799"/>
              <a:gd name="connsiteY86" fmla="*/ 7748420 h 9456078"/>
              <a:gd name="connsiteX87" fmla="*/ 3862042 w 13158799"/>
              <a:gd name="connsiteY87" fmla="*/ 7711350 h 9456078"/>
              <a:gd name="connsiteX88" fmla="*/ 3894682 w 13158799"/>
              <a:gd name="connsiteY88" fmla="*/ 7673928 h 9456078"/>
              <a:gd name="connsiteX89" fmla="*/ 3926991 w 13158799"/>
              <a:gd name="connsiteY89" fmla="*/ 7636155 h 9456078"/>
              <a:gd name="connsiteX90" fmla="*/ 3958967 w 13158799"/>
              <a:gd name="connsiteY90" fmla="*/ 7598032 h 9456078"/>
              <a:gd name="connsiteX91" fmla="*/ 3990607 w 13158799"/>
              <a:gd name="connsiteY91" fmla="*/ 7559561 h 9456078"/>
              <a:gd name="connsiteX92" fmla="*/ 4021907 w 13158799"/>
              <a:gd name="connsiteY92" fmla="*/ 7520744 h 9456078"/>
              <a:gd name="connsiteX93" fmla="*/ 4052865 w 13158799"/>
              <a:gd name="connsiteY93" fmla="*/ 7481582 h 9456078"/>
              <a:gd name="connsiteX94" fmla="*/ 4083478 w 13158799"/>
              <a:gd name="connsiteY94" fmla="*/ 7442077 h 9456078"/>
              <a:gd name="connsiteX95" fmla="*/ 8022311 w 13158799"/>
              <a:gd name="connsiteY95" fmla="*/ 2307814 h 9456078"/>
              <a:gd name="connsiteX96" fmla="*/ 8052902 w 13158799"/>
              <a:gd name="connsiteY96" fmla="*/ 2268285 h 9456078"/>
              <a:gd name="connsiteX97" fmla="*/ 8083796 w 13158799"/>
              <a:gd name="connsiteY97" fmla="*/ 2229056 h 9456078"/>
              <a:gd name="connsiteX98" fmla="*/ 8114989 w 13158799"/>
              <a:gd name="connsiteY98" fmla="*/ 2190127 h 9456078"/>
              <a:gd name="connsiteX99" fmla="*/ 8146479 w 13158799"/>
              <a:gd name="connsiteY99" fmla="*/ 2151500 h 9456078"/>
              <a:gd name="connsiteX100" fmla="*/ 8178264 w 13158799"/>
              <a:gd name="connsiteY100" fmla="*/ 2113176 h 9456078"/>
              <a:gd name="connsiteX101" fmla="*/ 8210341 w 13158799"/>
              <a:gd name="connsiteY101" fmla="*/ 2075157 h 9456078"/>
              <a:gd name="connsiteX102" fmla="*/ 8242709 w 13158799"/>
              <a:gd name="connsiteY102" fmla="*/ 2037442 h 9456078"/>
              <a:gd name="connsiteX103" fmla="*/ 8275365 w 13158799"/>
              <a:gd name="connsiteY103" fmla="*/ 2000034 h 9456078"/>
              <a:gd name="connsiteX104" fmla="*/ 8308307 w 13158799"/>
              <a:gd name="connsiteY104" fmla="*/ 1962934 h 9456078"/>
              <a:gd name="connsiteX105" fmla="*/ 8341532 w 13158799"/>
              <a:gd name="connsiteY105" fmla="*/ 1926142 h 9456078"/>
              <a:gd name="connsiteX106" fmla="*/ 8375038 w 13158799"/>
              <a:gd name="connsiteY106" fmla="*/ 1889660 h 9456078"/>
              <a:gd name="connsiteX107" fmla="*/ 8408823 w 13158799"/>
              <a:gd name="connsiteY107" fmla="*/ 1853489 h 9456078"/>
              <a:gd name="connsiteX108" fmla="*/ 8442885 w 13158799"/>
              <a:gd name="connsiteY108" fmla="*/ 1817630 h 9456078"/>
              <a:gd name="connsiteX109" fmla="*/ 8477221 w 13158799"/>
              <a:gd name="connsiteY109" fmla="*/ 1782084 h 9456078"/>
              <a:gd name="connsiteX110" fmla="*/ 8511829 w 13158799"/>
              <a:gd name="connsiteY110" fmla="*/ 1746853 h 9456078"/>
              <a:gd name="connsiteX111" fmla="*/ 8546706 w 13158799"/>
              <a:gd name="connsiteY111" fmla="*/ 1711937 h 9456078"/>
              <a:gd name="connsiteX112" fmla="*/ 8581851 w 13158799"/>
              <a:gd name="connsiteY112" fmla="*/ 1677337 h 9456078"/>
              <a:gd name="connsiteX113" fmla="*/ 8617261 w 13158799"/>
              <a:gd name="connsiteY113" fmla="*/ 1643056 h 9456078"/>
              <a:gd name="connsiteX114" fmla="*/ 8652934 w 13158799"/>
              <a:gd name="connsiteY114" fmla="*/ 1609093 h 9456078"/>
              <a:gd name="connsiteX115" fmla="*/ 8688867 w 13158799"/>
              <a:gd name="connsiteY115" fmla="*/ 1575450 h 9456078"/>
              <a:gd name="connsiteX116" fmla="*/ 8725058 w 13158799"/>
              <a:gd name="connsiteY116" fmla="*/ 1542128 h 9456078"/>
              <a:gd name="connsiteX117" fmla="*/ 8761506 w 13158799"/>
              <a:gd name="connsiteY117" fmla="*/ 1509129 h 9456078"/>
              <a:gd name="connsiteX118" fmla="*/ 8798207 w 13158799"/>
              <a:gd name="connsiteY118" fmla="*/ 1476452 h 9456078"/>
              <a:gd name="connsiteX119" fmla="*/ 8835159 w 13158799"/>
              <a:gd name="connsiteY119" fmla="*/ 1444101 h 9456078"/>
              <a:gd name="connsiteX120" fmla="*/ 8872360 w 13158799"/>
              <a:gd name="connsiteY120" fmla="*/ 1412075 h 9456078"/>
              <a:gd name="connsiteX121" fmla="*/ 8909808 w 13158799"/>
              <a:gd name="connsiteY121" fmla="*/ 1380375 h 9456078"/>
              <a:gd name="connsiteX122" fmla="*/ 8947501 w 13158799"/>
              <a:gd name="connsiteY122" fmla="*/ 1349004 h 9456078"/>
              <a:gd name="connsiteX123" fmla="*/ 8985435 w 13158799"/>
              <a:gd name="connsiteY123" fmla="*/ 1317962 h 9456078"/>
              <a:gd name="connsiteX124" fmla="*/ 9023610 w 13158799"/>
              <a:gd name="connsiteY124" fmla="*/ 1287250 h 9456078"/>
              <a:gd name="connsiteX125" fmla="*/ 9062022 w 13158799"/>
              <a:gd name="connsiteY125" fmla="*/ 1256869 h 9456078"/>
              <a:gd name="connsiteX126" fmla="*/ 9100669 w 13158799"/>
              <a:gd name="connsiteY126" fmla="*/ 1226820 h 9456078"/>
              <a:gd name="connsiteX127" fmla="*/ 9139549 w 13158799"/>
              <a:gd name="connsiteY127" fmla="*/ 1197105 h 9456078"/>
              <a:gd name="connsiteX128" fmla="*/ 9178660 w 13158799"/>
              <a:gd name="connsiteY128" fmla="*/ 1167725 h 9456078"/>
              <a:gd name="connsiteX129" fmla="*/ 9217999 w 13158799"/>
              <a:gd name="connsiteY129" fmla="*/ 1138681 h 9456078"/>
              <a:gd name="connsiteX130" fmla="*/ 9257564 w 13158799"/>
              <a:gd name="connsiteY130" fmla="*/ 1109974 h 9456078"/>
              <a:gd name="connsiteX131" fmla="*/ 9297353 w 13158799"/>
              <a:gd name="connsiteY131" fmla="*/ 1081604 h 9456078"/>
              <a:gd name="connsiteX132" fmla="*/ 9337364 w 13158799"/>
              <a:gd name="connsiteY132" fmla="*/ 1053574 h 9456078"/>
              <a:gd name="connsiteX133" fmla="*/ 9377594 w 13158799"/>
              <a:gd name="connsiteY133" fmla="*/ 1025884 h 9456078"/>
              <a:gd name="connsiteX134" fmla="*/ 9418040 w 13158799"/>
              <a:gd name="connsiteY134" fmla="*/ 998536 h 9456078"/>
              <a:gd name="connsiteX135" fmla="*/ 9458702 w 13158799"/>
              <a:gd name="connsiteY135" fmla="*/ 971530 h 9456078"/>
              <a:gd name="connsiteX136" fmla="*/ 9499575 w 13158799"/>
              <a:gd name="connsiteY136" fmla="*/ 944868 h 9456078"/>
              <a:gd name="connsiteX137" fmla="*/ 9540659 w 13158799"/>
              <a:gd name="connsiteY137" fmla="*/ 918551 h 9456078"/>
              <a:gd name="connsiteX138" fmla="*/ 9581950 w 13158799"/>
              <a:gd name="connsiteY138" fmla="*/ 892580 h 9456078"/>
              <a:gd name="connsiteX139" fmla="*/ 9623447 w 13158799"/>
              <a:gd name="connsiteY139" fmla="*/ 866956 h 9456078"/>
              <a:gd name="connsiteX140" fmla="*/ 9665147 w 13158799"/>
              <a:gd name="connsiteY140" fmla="*/ 841681 h 9456078"/>
              <a:gd name="connsiteX141" fmla="*/ 9707048 w 13158799"/>
              <a:gd name="connsiteY141" fmla="*/ 816754 h 9456078"/>
              <a:gd name="connsiteX142" fmla="*/ 9749147 w 13158799"/>
              <a:gd name="connsiteY142" fmla="*/ 792179 h 9456078"/>
              <a:gd name="connsiteX143" fmla="*/ 9791443 w 13158799"/>
              <a:gd name="connsiteY143" fmla="*/ 767955 h 9456078"/>
              <a:gd name="connsiteX144" fmla="*/ 9833932 w 13158799"/>
              <a:gd name="connsiteY144" fmla="*/ 744083 h 9456078"/>
              <a:gd name="connsiteX145" fmla="*/ 9876613 w 13158799"/>
              <a:gd name="connsiteY145" fmla="*/ 720566 h 9456078"/>
              <a:gd name="connsiteX146" fmla="*/ 9919484 w 13158799"/>
              <a:gd name="connsiteY146" fmla="*/ 697404 h 9456078"/>
              <a:gd name="connsiteX147" fmla="*/ 9962542 w 13158799"/>
              <a:gd name="connsiteY147" fmla="*/ 674598 h 9456078"/>
              <a:gd name="connsiteX148" fmla="*/ 10005784 w 13158799"/>
              <a:gd name="connsiteY148" fmla="*/ 652149 h 9456078"/>
              <a:gd name="connsiteX149" fmla="*/ 10049209 w 13158799"/>
              <a:gd name="connsiteY149" fmla="*/ 630059 h 9456078"/>
              <a:gd name="connsiteX150" fmla="*/ 10092814 w 13158799"/>
              <a:gd name="connsiteY150" fmla="*/ 608328 h 9456078"/>
              <a:gd name="connsiteX151" fmla="*/ 10136597 w 13158799"/>
              <a:gd name="connsiteY151" fmla="*/ 586958 h 9456078"/>
              <a:gd name="connsiteX152" fmla="*/ 10180556 w 13158799"/>
              <a:gd name="connsiteY152" fmla="*/ 565950 h 9456078"/>
              <a:gd name="connsiteX153" fmla="*/ 10224688 w 13158799"/>
              <a:gd name="connsiteY153" fmla="*/ 545304 h 9456078"/>
              <a:gd name="connsiteX154" fmla="*/ 10268991 w 13158799"/>
              <a:gd name="connsiteY154" fmla="*/ 525023 h 9456078"/>
              <a:gd name="connsiteX155" fmla="*/ 10313463 w 13158799"/>
              <a:gd name="connsiteY155" fmla="*/ 505107 h 9456078"/>
              <a:gd name="connsiteX156" fmla="*/ 10358101 w 13158799"/>
              <a:gd name="connsiteY156" fmla="*/ 485558 h 9456078"/>
              <a:gd name="connsiteX157" fmla="*/ 10402903 w 13158799"/>
              <a:gd name="connsiteY157" fmla="*/ 466376 h 9456078"/>
              <a:gd name="connsiteX158" fmla="*/ 10447868 w 13158799"/>
              <a:gd name="connsiteY158" fmla="*/ 447563 h 9456078"/>
              <a:gd name="connsiteX159" fmla="*/ 10492991 w 13158799"/>
              <a:gd name="connsiteY159" fmla="*/ 429119 h 9456078"/>
              <a:gd name="connsiteX160" fmla="*/ 10538272 w 13158799"/>
              <a:gd name="connsiteY160" fmla="*/ 411046 h 9456078"/>
              <a:gd name="connsiteX161" fmla="*/ 10583708 w 13158799"/>
              <a:gd name="connsiteY161" fmla="*/ 393346 h 9456078"/>
              <a:gd name="connsiteX162" fmla="*/ 10629297 w 13158799"/>
              <a:gd name="connsiteY162" fmla="*/ 376018 h 9456078"/>
              <a:gd name="connsiteX163" fmla="*/ 10675036 w 13158799"/>
              <a:gd name="connsiteY163" fmla="*/ 359065 h 9456078"/>
              <a:gd name="connsiteX164" fmla="*/ 10720923 w 13158799"/>
              <a:gd name="connsiteY164" fmla="*/ 342487 h 9456078"/>
              <a:gd name="connsiteX165" fmla="*/ 10766956 w 13158799"/>
              <a:gd name="connsiteY165" fmla="*/ 326286 h 9456078"/>
              <a:gd name="connsiteX166" fmla="*/ 10813132 w 13158799"/>
              <a:gd name="connsiteY166" fmla="*/ 310462 h 9456078"/>
              <a:gd name="connsiteX167" fmla="*/ 10859450 w 13158799"/>
              <a:gd name="connsiteY167" fmla="*/ 295018 h 9456078"/>
              <a:gd name="connsiteX168" fmla="*/ 10905907 w 13158799"/>
              <a:gd name="connsiteY168" fmla="*/ 279953 h 9456078"/>
              <a:gd name="connsiteX169" fmla="*/ 10952500 w 13158799"/>
              <a:gd name="connsiteY169" fmla="*/ 265269 h 9456078"/>
              <a:gd name="connsiteX170" fmla="*/ 10999227 w 13158799"/>
              <a:gd name="connsiteY170" fmla="*/ 250968 h 9456078"/>
              <a:gd name="connsiteX171" fmla="*/ 11046087 w 13158799"/>
              <a:gd name="connsiteY171" fmla="*/ 237049 h 9456078"/>
              <a:gd name="connsiteX172" fmla="*/ 11093076 w 13158799"/>
              <a:gd name="connsiteY172" fmla="*/ 223516 h 9456078"/>
              <a:gd name="connsiteX173" fmla="*/ 11140193 w 13158799"/>
              <a:gd name="connsiteY173" fmla="*/ 210368 h 9456078"/>
              <a:gd name="connsiteX174" fmla="*/ 11187434 w 13158799"/>
              <a:gd name="connsiteY174" fmla="*/ 197606 h 9456078"/>
              <a:gd name="connsiteX175" fmla="*/ 11234799 w 13158799"/>
              <a:gd name="connsiteY175" fmla="*/ 185233 h 9456078"/>
              <a:gd name="connsiteX176" fmla="*/ 11282284 w 13158799"/>
              <a:gd name="connsiteY176" fmla="*/ 173248 h 9456078"/>
              <a:gd name="connsiteX177" fmla="*/ 11329888 w 13158799"/>
              <a:gd name="connsiteY177" fmla="*/ 161654 h 9456078"/>
              <a:gd name="connsiteX178" fmla="*/ 11377607 w 13158799"/>
              <a:gd name="connsiteY178" fmla="*/ 150451 h 9456078"/>
              <a:gd name="connsiteX179" fmla="*/ 11425440 w 13158799"/>
              <a:gd name="connsiteY179" fmla="*/ 139640 h 9456078"/>
              <a:gd name="connsiteX180" fmla="*/ 11473385 w 13158799"/>
              <a:gd name="connsiteY180" fmla="*/ 129223 h 9456078"/>
              <a:gd name="connsiteX181" fmla="*/ 11521439 w 13158799"/>
              <a:gd name="connsiteY181" fmla="*/ 119201 h 9456078"/>
              <a:gd name="connsiteX182" fmla="*/ 11569599 w 13158799"/>
              <a:gd name="connsiteY182" fmla="*/ 109574 h 9456078"/>
              <a:gd name="connsiteX183" fmla="*/ 11617864 w 13158799"/>
              <a:gd name="connsiteY183" fmla="*/ 100344 h 9456078"/>
              <a:gd name="connsiteX184" fmla="*/ 11666231 w 13158799"/>
              <a:gd name="connsiteY184" fmla="*/ 91512 h 9456078"/>
              <a:gd name="connsiteX185" fmla="*/ 11714698 w 13158799"/>
              <a:gd name="connsiteY185" fmla="*/ 83080 h 9456078"/>
              <a:gd name="connsiteX186" fmla="*/ 11763263 w 13158799"/>
              <a:gd name="connsiteY186" fmla="*/ 75047 h 9456078"/>
              <a:gd name="connsiteX187" fmla="*/ 11811923 w 13158799"/>
              <a:gd name="connsiteY187" fmla="*/ 67417 h 9456078"/>
              <a:gd name="connsiteX188" fmla="*/ 11860676 w 13158799"/>
              <a:gd name="connsiteY188" fmla="*/ 60188 h 9456078"/>
              <a:gd name="connsiteX189" fmla="*/ 11909519 w 13158799"/>
              <a:gd name="connsiteY189" fmla="*/ 53364 h 9456078"/>
              <a:gd name="connsiteX190" fmla="*/ 11958451 w 13158799"/>
              <a:gd name="connsiteY190" fmla="*/ 46944 h 9456078"/>
              <a:gd name="connsiteX191" fmla="*/ 12007470 w 13158799"/>
              <a:gd name="connsiteY191" fmla="*/ 40931 h 9456078"/>
              <a:gd name="connsiteX192" fmla="*/ 12056572 w 13158799"/>
              <a:gd name="connsiteY192" fmla="*/ 35324 h 9456078"/>
              <a:gd name="connsiteX193" fmla="*/ 12105756 w 13158799"/>
              <a:gd name="connsiteY193" fmla="*/ 30126 h 9456078"/>
              <a:gd name="connsiteX194" fmla="*/ 12155019 w 13158799"/>
              <a:gd name="connsiteY194" fmla="*/ 25337 h 9456078"/>
              <a:gd name="connsiteX195" fmla="*/ 12204359 w 13158799"/>
              <a:gd name="connsiteY195" fmla="*/ 20958 h 9456078"/>
              <a:gd name="connsiteX196" fmla="*/ 12253773 w 13158799"/>
              <a:gd name="connsiteY196" fmla="*/ 16991 h 9456078"/>
              <a:gd name="connsiteX197" fmla="*/ 12303260 w 13158799"/>
              <a:gd name="connsiteY197" fmla="*/ 13437 h 9456078"/>
              <a:gd name="connsiteX198" fmla="*/ 12352818 w 13158799"/>
              <a:gd name="connsiteY198" fmla="*/ 10297 h 9456078"/>
              <a:gd name="connsiteX199" fmla="*/ 12402443 w 13158799"/>
              <a:gd name="connsiteY199" fmla="*/ 7572 h 9456078"/>
              <a:gd name="connsiteX200" fmla="*/ 12452133 w 13158799"/>
              <a:gd name="connsiteY200" fmla="*/ 5263 h 9456078"/>
              <a:gd name="connsiteX201" fmla="*/ 12501887 w 13158799"/>
              <a:gd name="connsiteY201" fmla="*/ 3371 h 9456078"/>
              <a:gd name="connsiteX202" fmla="*/ 12551701 w 13158799"/>
              <a:gd name="connsiteY202" fmla="*/ 1898 h 9456078"/>
              <a:gd name="connsiteX203" fmla="*/ 12601574 w 13158799"/>
              <a:gd name="connsiteY203" fmla="*/ 844 h 9456078"/>
              <a:gd name="connsiteX204" fmla="*/ 12651504 w 13158799"/>
              <a:gd name="connsiteY204" fmla="*/ 211 h 9456078"/>
              <a:gd name="connsiteX205" fmla="*/ 12701487 w 13158799"/>
              <a:gd name="connsiteY205" fmla="*/ 0 h 9456078"/>
              <a:gd name="connsiteX206" fmla="*/ 13158798 w 13158799"/>
              <a:gd name="connsiteY206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76172 w 13158797"/>
              <a:gd name="connsiteY22" fmla="*/ 9319936 h 9456078"/>
              <a:gd name="connsiteX23" fmla="*/ 1223823 w 13158797"/>
              <a:gd name="connsiteY23" fmla="*/ 9308509 h 9456078"/>
              <a:gd name="connsiteX24" fmla="*/ 1271339 w 13158797"/>
              <a:gd name="connsiteY24" fmla="*/ 9296635 h 9456078"/>
              <a:gd name="connsiteX25" fmla="*/ 1318719 w 13158797"/>
              <a:gd name="connsiteY25" fmla="*/ 9284315 h 9456078"/>
              <a:gd name="connsiteX26" fmla="*/ 1365957 w 13158797"/>
              <a:gd name="connsiteY26" fmla="*/ 9271550 h 9456078"/>
              <a:gd name="connsiteX27" fmla="*/ 1413052 w 13158797"/>
              <a:gd name="connsiteY27" fmla="*/ 9258342 h 9456078"/>
              <a:gd name="connsiteX28" fmla="*/ 1460000 w 13158797"/>
              <a:gd name="connsiteY28" fmla="*/ 9244693 h 9456078"/>
              <a:gd name="connsiteX29" fmla="*/ 1506799 w 13158797"/>
              <a:gd name="connsiteY29" fmla="*/ 9230604 h 9456078"/>
              <a:gd name="connsiteX30" fmla="*/ 1553445 w 13158797"/>
              <a:gd name="connsiteY30" fmla="*/ 9216076 h 9456078"/>
              <a:gd name="connsiteX31" fmla="*/ 1599935 w 13158797"/>
              <a:gd name="connsiteY31" fmla="*/ 9201111 h 9456078"/>
              <a:gd name="connsiteX32" fmla="*/ 1646267 w 13158797"/>
              <a:gd name="connsiteY32" fmla="*/ 9185710 h 9456078"/>
              <a:gd name="connsiteX33" fmla="*/ 1692437 w 13158797"/>
              <a:gd name="connsiteY33" fmla="*/ 9169876 h 9456078"/>
              <a:gd name="connsiteX34" fmla="*/ 1738442 w 13158797"/>
              <a:gd name="connsiteY34" fmla="*/ 9153608 h 9456078"/>
              <a:gd name="connsiteX35" fmla="*/ 1784280 w 13158797"/>
              <a:gd name="connsiteY35" fmla="*/ 9136910 h 9456078"/>
              <a:gd name="connsiteX36" fmla="*/ 1829947 w 13158797"/>
              <a:gd name="connsiteY36" fmla="*/ 9119782 h 9456078"/>
              <a:gd name="connsiteX37" fmla="*/ 1875440 w 13158797"/>
              <a:gd name="connsiteY37" fmla="*/ 9102226 h 9456078"/>
              <a:gd name="connsiteX38" fmla="*/ 1920756 w 13158797"/>
              <a:gd name="connsiteY38" fmla="*/ 9084243 h 9456078"/>
              <a:gd name="connsiteX39" fmla="*/ 1965893 w 13158797"/>
              <a:gd name="connsiteY39" fmla="*/ 9065835 h 9456078"/>
              <a:gd name="connsiteX40" fmla="*/ 2055615 w 13158797"/>
              <a:gd name="connsiteY40" fmla="*/ 9027750 h 9456078"/>
              <a:gd name="connsiteX41" fmla="*/ 2100195 w 13158797"/>
              <a:gd name="connsiteY41" fmla="*/ 9008075 h 9456078"/>
              <a:gd name="connsiteX42" fmla="*/ 2144582 w 13158797"/>
              <a:gd name="connsiteY42" fmla="*/ 8987981 h 9456078"/>
              <a:gd name="connsiteX43" fmla="*/ 2188775 w 13158797"/>
              <a:gd name="connsiteY43" fmla="*/ 8967470 h 9456078"/>
              <a:gd name="connsiteX44" fmla="*/ 2232770 w 13158797"/>
              <a:gd name="connsiteY44" fmla="*/ 8946542 h 9456078"/>
              <a:gd name="connsiteX45" fmla="*/ 2276564 w 13158797"/>
              <a:gd name="connsiteY45" fmla="*/ 8925199 h 9456078"/>
              <a:gd name="connsiteX46" fmla="*/ 2320154 w 13158797"/>
              <a:gd name="connsiteY46" fmla="*/ 8903443 h 9456078"/>
              <a:gd name="connsiteX47" fmla="*/ 2363538 w 13158797"/>
              <a:gd name="connsiteY47" fmla="*/ 8881275 h 9456078"/>
              <a:gd name="connsiteX48" fmla="*/ 2406711 w 13158797"/>
              <a:gd name="connsiteY48" fmla="*/ 8858697 h 9456078"/>
              <a:gd name="connsiteX49" fmla="*/ 2449672 w 13158797"/>
              <a:gd name="connsiteY49" fmla="*/ 8835710 h 9456078"/>
              <a:gd name="connsiteX50" fmla="*/ 2492417 w 13158797"/>
              <a:gd name="connsiteY50" fmla="*/ 8812316 h 9456078"/>
              <a:gd name="connsiteX51" fmla="*/ 2534943 w 13158797"/>
              <a:gd name="connsiteY51" fmla="*/ 8788516 h 9456078"/>
              <a:gd name="connsiteX52" fmla="*/ 2577247 w 13158797"/>
              <a:gd name="connsiteY52" fmla="*/ 8764311 h 9456078"/>
              <a:gd name="connsiteX53" fmla="*/ 2619326 w 13158797"/>
              <a:gd name="connsiteY53" fmla="*/ 8739704 h 9456078"/>
              <a:gd name="connsiteX54" fmla="*/ 2661177 w 13158797"/>
              <a:gd name="connsiteY54" fmla="*/ 8714695 h 9456078"/>
              <a:gd name="connsiteX55" fmla="*/ 2702797 w 13158797"/>
              <a:gd name="connsiteY55" fmla="*/ 8689286 h 9456078"/>
              <a:gd name="connsiteX56" fmla="*/ 2744183 w 13158797"/>
              <a:gd name="connsiteY56" fmla="*/ 8663479 h 9456078"/>
              <a:gd name="connsiteX57" fmla="*/ 2785333 w 13158797"/>
              <a:gd name="connsiteY57" fmla="*/ 8637274 h 9456078"/>
              <a:gd name="connsiteX58" fmla="*/ 2826242 w 13158797"/>
              <a:gd name="connsiteY58" fmla="*/ 8610675 h 9456078"/>
              <a:gd name="connsiteX59" fmla="*/ 2866908 w 13158797"/>
              <a:gd name="connsiteY59" fmla="*/ 8583681 h 9456078"/>
              <a:gd name="connsiteX60" fmla="*/ 2907329 w 13158797"/>
              <a:gd name="connsiteY60" fmla="*/ 8556295 h 9456078"/>
              <a:gd name="connsiteX61" fmla="*/ 2947500 w 13158797"/>
              <a:gd name="connsiteY61" fmla="*/ 8528517 h 9456078"/>
              <a:gd name="connsiteX62" fmla="*/ 2987419 w 13158797"/>
              <a:gd name="connsiteY62" fmla="*/ 8500351 h 9456078"/>
              <a:gd name="connsiteX63" fmla="*/ 3027083 w 13158797"/>
              <a:gd name="connsiteY63" fmla="*/ 8471796 h 9456078"/>
              <a:gd name="connsiteX64" fmla="*/ 3066489 w 13158797"/>
              <a:gd name="connsiteY64" fmla="*/ 8442854 h 9456078"/>
              <a:gd name="connsiteX65" fmla="*/ 3105634 w 13158797"/>
              <a:gd name="connsiteY65" fmla="*/ 8413528 h 9456078"/>
              <a:gd name="connsiteX66" fmla="*/ 3144515 w 13158797"/>
              <a:gd name="connsiteY66" fmla="*/ 8383818 h 9456078"/>
              <a:gd name="connsiteX67" fmla="*/ 3183129 w 13158797"/>
              <a:gd name="connsiteY67" fmla="*/ 8353726 h 9456078"/>
              <a:gd name="connsiteX68" fmla="*/ 3221473 w 13158797"/>
              <a:gd name="connsiteY68" fmla="*/ 8323253 h 9456078"/>
              <a:gd name="connsiteX69" fmla="*/ 3259544 w 13158797"/>
              <a:gd name="connsiteY69" fmla="*/ 8292401 h 9456078"/>
              <a:gd name="connsiteX70" fmla="*/ 3297339 w 13158797"/>
              <a:gd name="connsiteY70" fmla="*/ 8261172 h 9456078"/>
              <a:gd name="connsiteX71" fmla="*/ 3334854 w 13158797"/>
              <a:gd name="connsiteY71" fmla="*/ 8229566 h 9456078"/>
              <a:gd name="connsiteX72" fmla="*/ 3372087 w 13158797"/>
              <a:gd name="connsiteY72" fmla="*/ 8197585 h 9456078"/>
              <a:gd name="connsiteX73" fmla="*/ 3409035 w 13158797"/>
              <a:gd name="connsiteY73" fmla="*/ 8165232 h 9456078"/>
              <a:gd name="connsiteX74" fmla="*/ 3445695 w 13158797"/>
              <a:gd name="connsiteY74" fmla="*/ 8132507 h 9456078"/>
              <a:gd name="connsiteX75" fmla="*/ 3482064 w 13158797"/>
              <a:gd name="connsiteY75" fmla="*/ 8099411 h 9456078"/>
              <a:gd name="connsiteX76" fmla="*/ 3518139 w 13158797"/>
              <a:gd name="connsiteY76" fmla="*/ 8065947 h 9456078"/>
              <a:gd name="connsiteX77" fmla="*/ 3553916 w 13158797"/>
              <a:gd name="connsiteY77" fmla="*/ 8032115 h 9456078"/>
              <a:gd name="connsiteX78" fmla="*/ 3589393 w 13158797"/>
              <a:gd name="connsiteY78" fmla="*/ 7997918 h 9456078"/>
              <a:gd name="connsiteX79" fmla="*/ 3624567 w 13158797"/>
              <a:gd name="connsiteY79" fmla="*/ 7963356 h 9456078"/>
              <a:gd name="connsiteX80" fmla="*/ 3659435 w 13158797"/>
              <a:gd name="connsiteY80" fmla="*/ 7928432 h 9456078"/>
              <a:gd name="connsiteX81" fmla="*/ 3693994 w 13158797"/>
              <a:gd name="connsiteY81" fmla="*/ 7893146 h 9456078"/>
              <a:gd name="connsiteX82" fmla="*/ 3728240 w 13158797"/>
              <a:gd name="connsiteY82" fmla="*/ 7857501 h 9456078"/>
              <a:gd name="connsiteX83" fmla="*/ 3762171 w 13158797"/>
              <a:gd name="connsiteY83" fmla="*/ 7821497 h 9456078"/>
              <a:gd name="connsiteX84" fmla="*/ 3795783 w 13158797"/>
              <a:gd name="connsiteY84" fmla="*/ 7785136 h 9456078"/>
              <a:gd name="connsiteX85" fmla="*/ 3829075 w 13158797"/>
              <a:gd name="connsiteY85" fmla="*/ 7748420 h 9456078"/>
              <a:gd name="connsiteX86" fmla="*/ 3862042 w 13158797"/>
              <a:gd name="connsiteY86" fmla="*/ 7711350 h 9456078"/>
              <a:gd name="connsiteX87" fmla="*/ 3894682 w 13158797"/>
              <a:gd name="connsiteY87" fmla="*/ 7673928 h 9456078"/>
              <a:gd name="connsiteX88" fmla="*/ 3926991 w 13158797"/>
              <a:gd name="connsiteY88" fmla="*/ 7636155 h 9456078"/>
              <a:gd name="connsiteX89" fmla="*/ 3958967 w 13158797"/>
              <a:gd name="connsiteY89" fmla="*/ 7598032 h 9456078"/>
              <a:gd name="connsiteX90" fmla="*/ 3990607 w 13158797"/>
              <a:gd name="connsiteY90" fmla="*/ 7559561 h 9456078"/>
              <a:gd name="connsiteX91" fmla="*/ 4021907 w 13158797"/>
              <a:gd name="connsiteY91" fmla="*/ 7520744 h 9456078"/>
              <a:gd name="connsiteX92" fmla="*/ 4052865 w 13158797"/>
              <a:gd name="connsiteY92" fmla="*/ 7481582 h 9456078"/>
              <a:gd name="connsiteX93" fmla="*/ 4083478 w 13158797"/>
              <a:gd name="connsiteY93" fmla="*/ 7442077 h 9456078"/>
              <a:gd name="connsiteX94" fmla="*/ 8022311 w 13158797"/>
              <a:gd name="connsiteY94" fmla="*/ 2307814 h 9456078"/>
              <a:gd name="connsiteX95" fmla="*/ 8052902 w 13158797"/>
              <a:gd name="connsiteY95" fmla="*/ 2268285 h 9456078"/>
              <a:gd name="connsiteX96" fmla="*/ 8083796 w 13158797"/>
              <a:gd name="connsiteY96" fmla="*/ 2229056 h 9456078"/>
              <a:gd name="connsiteX97" fmla="*/ 8114989 w 13158797"/>
              <a:gd name="connsiteY97" fmla="*/ 2190127 h 9456078"/>
              <a:gd name="connsiteX98" fmla="*/ 8146479 w 13158797"/>
              <a:gd name="connsiteY98" fmla="*/ 2151500 h 9456078"/>
              <a:gd name="connsiteX99" fmla="*/ 8178264 w 13158797"/>
              <a:gd name="connsiteY99" fmla="*/ 2113176 h 9456078"/>
              <a:gd name="connsiteX100" fmla="*/ 8210341 w 13158797"/>
              <a:gd name="connsiteY100" fmla="*/ 2075157 h 9456078"/>
              <a:gd name="connsiteX101" fmla="*/ 8242709 w 13158797"/>
              <a:gd name="connsiteY101" fmla="*/ 2037442 h 9456078"/>
              <a:gd name="connsiteX102" fmla="*/ 8275365 w 13158797"/>
              <a:gd name="connsiteY102" fmla="*/ 2000034 h 9456078"/>
              <a:gd name="connsiteX103" fmla="*/ 8308307 w 13158797"/>
              <a:gd name="connsiteY103" fmla="*/ 1962934 h 9456078"/>
              <a:gd name="connsiteX104" fmla="*/ 8341532 w 13158797"/>
              <a:gd name="connsiteY104" fmla="*/ 1926142 h 9456078"/>
              <a:gd name="connsiteX105" fmla="*/ 8375038 w 13158797"/>
              <a:gd name="connsiteY105" fmla="*/ 1889660 h 9456078"/>
              <a:gd name="connsiteX106" fmla="*/ 8408823 w 13158797"/>
              <a:gd name="connsiteY106" fmla="*/ 1853489 h 9456078"/>
              <a:gd name="connsiteX107" fmla="*/ 8442885 w 13158797"/>
              <a:gd name="connsiteY107" fmla="*/ 1817630 h 9456078"/>
              <a:gd name="connsiteX108" fmla="*/ 8477221 w 13158797"/>
              <a:gd name="connsiteY108" fmla="*/ 1782084 h 9456078"/>
              <a:gd name="connsiteX109" fmla="*/ 8511829 w 13158797"/>
              <a:gd name="connsiteY109" fmla="*/ 1746853 h 9456078"/>
              <a:gd name="connsiteX110" fmla="*/ 8546706 w 13158797"/>
              <a:gd name="connsiteY110" fmla="*/ 1711937 h 9456078"/>
              <a:gd name="connsiteX111" fmla="*/ 8581851 w 13158797"/>
              <a:gd name="connsiteY111" fmla="*/ 1677337 h 9456078"/>
              <a:gd name="connsiteX112" fmla="*/ 8617261 w 13158797"/>
              <a:gd name="connsiteY112" fmla="*/ 1643056 h 9456078"/>
              <a:gd name="connsiteX113" fmla="*/ 8652934 w 13158797"/>
              <a:gd name="connsiteY113" fmla="*/ 1609093 h 9456078"/>
              <a:gd name="connsiteX114" fmla="*/ 8688867 w 13158797"/>
              <a:gd name="connsiteY114" fmla="*/ 1575450 h 9456078"/>
              <a:gd name="connsiteX115" fmla="*/ 8725058 w 13158797"/>
              <a:gd name="connsiteY115" fmla="*/ 1542128 h 9456078"/>
              <a:gd name="connsiteX116" fmla="*/ 8761506 w 13158797"/>
              <a:gd name="connsiteY116" fmla="*/ 1509129 h 9456078"/>
              <a:gd name="connsiteX117" fmla="*/ 8798207 w 13158797"/>
              <a:gd name="connsiteY117" fmla="*/ 1476452 h 9456078"/>
              <a:gd name="connsiteX118" fmla="*/ 8835159 w 13158797"/>
              <a:gd name="connsiteY118" fmla="*/ 1444101 h 9456078"/>
              <a:gd name="connsiteX119" fmla="*/ 8872360 w 13158797"/>
              <a:gd name="connsiteY119" fmla="*/ 1412075 h 9456078"/>
              <a:gd name="connsiteX120" fmla="*/ 8909808 w 13158797"/>
              <a:gd name="connsiteY120" fmla="*/ 1380375 h 9456078"/>
              <a:gd name="connsiteX121" fmla="*/ 8947501 w 13158797"/>
              <a:gd name="connsiteY121" fmla="*/ 1349004 h 9456078"/>
              <a:gd name="connsiteX122" fmla="*/ 8985435 w 13158797"/>
              <a:gd name="connsiteY122" fmla="*/ 1317962 h 9456078"/>
              <a:gd name="connsiteX123" fmla="*/ 9023610 w 13158797"/>
              <a:gd name="connsiteY123" fmla="*/ 1287250 h 9456078"/>
              <a:gd name="connsiteX124" fmla="*/ 9062022 w 13158797"/>
              <a:gd name="connsiteY124" fmla="*/ 1256869 h 9456078"/>
              <a:gd name="connsiteX125" fmla="*/ 9100669 w 13158797"/>
              <a:gd name="connsiteY125" fmla="*/ 1226820 h 9456078"/>
              <a:gd name="connsiteX126" fmla="*/ 9139549 w 13158797"/>
              <a:gd name="connsiteY126" fmla="*/ 1197105 h 9456078"/>
              <a:gd name="connsiteX127" fmla="*/ 9178660 w 13158797"/>
              <a:gd name="connsiteY127" fmla="*/ 1167725 h 9456078"/>
              <a:gd name="connsiteX128" fmla="*/ 9217999 w 13158797"/>
              <a:gd name="connsiteY128" fmla="*/ 1138681 h 9456078"/>
              <a:gd name="connsiteX129" fmla="*/ 9257564 w 13158797"/>
              <a:gd name="connsiteY129" fmla="*/ 1109974 h 9456078"/>
              <a:gd name="connsiteX130" fmla="*/ 9297353 w 13158797"/>
              <a:gd name="connsiteY130" fmla="*/ 1081604 h 9456078"/>
              <a:gd name="connsiteX131" fmla="*/ 9337364 w 13158797"/>
              <a:gd name="connsiteY131" fmla="*/ 1053574 h 9456078"/>
              <a:gd name="connsiteX132" fmla="*/ 9377594 w 13158797"/>
              <a:gd name="connsiteY132" fmla="*/ 1025884 h 9456078"/>
              <a:gd name="connsiteX133" fmla="*/ 9418040 w 13158797"/>
              <a:gd name="connsiteY133" fmla="*/ 998536 h 9456078"/>
              <a:gd name="connsiteX134" fmla="*/ 9458702 w 13158797"/>
              <a:gd name="connsiteY134" fmla="*/ 971530 h 9456078"/>
              <a:gd name="connsiteX135" fmla="*/ 9499575 w 13158797"/>
              <a:gd name="connsiteY135" fmla="*/ 944868 h 9456078"/>
              <a:gd name="connsiteX136" fmla="*/ 9540659 w 13158797"/>
              <a:gd name="connsiteY136" fmla="*/ 918551 h 9456078"/>
              <a:gd name="connsiteX137" fmla="*/ 9581950 w 13158797"/>
              <a:gd name="connsiteY137" fmla="*/ 892580 h 9456078"/>
              <a:gd name="connsiteX138" fmla="*/ 9623447 w 13158797"/>
              <a:gd name="connsiteY138" fmla="*/ 866956 h 9456078"/>
              <a:gd name="connsiteX139" fmla="*/ 9665147 w 13158797"/>
              <a:gd name="connsiteY139" fmla="*/ 841681 h 9456078"/>
              <a:gd name="connsiteX140" fmla="*/ 9707048 w 13158797"/>
              <a:gd name="connsiteY140" fmla="*/ 816754 h 9456078"/>
              <a:gd name="connsiteX141" fmla="*/ 9749147 w 13158797"/>
              <a:gd name="connsiteY141" fmla="*/ 792179 h 9456078"/>
              <a:gd name="connsiteX142" fmla="*/ 9791443 w 13158797"/>
              <a:gd name="connsiteY142" fmla="*/ 767955 h 9456078"/>
              <a:gd name="connsiteX143" fmla="*/ 9833932 w 13158797"/>
              <a:gd name="connsiteY143" fmla="*/ 744083 h 9456078"/>
              <a:gd name="connsiteX144" fmla="*/ 9876613 w 13158797"/>
              <a:gd name="connsiteY144" fmla="*/ 720566 h 9456078"/>
              <a:gd name="connsiteX145" fmla="*/ 9919484 w 13158797"/>
              <a:gd name="connsiteY145" fmla="*/ 697404 h 9456078"/>
              <a:gd name="connsiteX146" fmla="*/ 9962542 w 13158797"/>
              <a:gd name="connsiteY146" fmla="*/ 674598 h 9456078"/>
              <a:gd name="connsiteX147" fmla="*/ 10005784 w 13158797"/>
              <a:gd name="connsiteY147" fmla="*/ 652149 h 9456078"/>
              <a:gd name="connsiteX148" fmla="*/ 10049209 w 13158797"/>
              <a:gd name="connsiteY148" fmla="*/ 630059 h 9456078"/>
              <a:gd name="connsiteX149" fmla="*/ 10092814 w 13158797"/>
              <a:gd name="connsiteY149" fmla="*/ 608328 h 9456078"/>
              <a:gd name="connsiteX150" fmla="*/ 10136597 w 13158797"/>
              <a:gd name="connsiteY150" fmla="*/ 586958 h 9456078"/>
              <a:gd name="connsiteX151" fmla="*/ 10180556 w 13158797"/>
              <a:gd name="connsiteY151" fmla="*/ 565950 h 9456078"/>
              <a:gd name="connsiteX152" fmla="*/ 10224688 w 13158797"/>
              <a:gd name="connsiteY152" fmla="*/ 545304 h 9456078"/>
              <a:gd name="connsiteX153" fmla="*/ 10268991 w 13158797"/>
              <a:gd name="connsiteY153" fmla="*/ 525023 h 9456078"/>
              <a:gd name="connsiteX154" fmla="*/ 10313463 w 13158797"/>
              <a:gd name="connsiteY154" fmla="*/ 505107 h 9456078"/>
              <a:gd name="connsiteX155" fmla="*/ 10358101 w 13158797"/>
              <a:gd name="connsiteY155" fmla="*/ 485558 h 9456078"/>
              <a:gd name="connsiteX156" fmla="*/ 10402903 w 13158797"/>
              <a:gd name="connsiteY156" fmla="*/ 466376 h 9456078"/>
              <a:gd name="connsiteX157" fmla="*/ 10447868 w 13158797"/>
              <a:gd name="connsiteY157" fmla="*/ 447563 h 9456078"/>
              <a:gd name="connsiteX158" fmla="*/ 10492991 w 13158797"/>
              <a:gd name="connsiteY158" fmla="*/ 429119 h 9456078"/>
              <a:gd name="connsiteX159" fmla="*/ 10538272 w 13158797"/>
              <a:gd name="connsiteY159" fmla="*/ 411046 h 9456078"/>
              <a:gd name="connsiteX160" fmla="*/ 10583708 w 13158797"/>
              <a:gd name="connsiteY160" fmla="*/ 393346 h 9456078"/>
              <a:gd name="connsiteX161" fmla="*/ 10629297 w 13158797"/>
              <a:gd name="connsiteY161" fmla="*/ 376018 h 9456078"/>
              <a:gd name="connsiteX162" fmla="*/ 10675036 w 13158797"/>
              <a:gd name="connsiteY162" fmla="*/ 359065 h 9456078"/>
              <a:gd name="connsiteX163" fmla="*/ 10720923 w 13158797"/>
              <a:gd name="connsiteY163" fmla="*/ 342487 h 9456078"/>
              <a:gd name="connsiteX164" fmla="*/ 10766956 w 13158797"/>
              <a:gd name="connsiteY164" fmla="*/ 326286 h 9456078"/>
              <a:gd name="connsiteX165" fmla="*/ 10813132 w 13158797"/>
              <a:gd name="connsiteY165" fmla="*/ 310462 h 9456078"/>
              <a:gd name="connsiteX166" fmla="*/ 10859450 w 13158797"/>
              <a:gd name="connsiteY166" fmla="*/ 295018 h 9456078"/>
              <a:gd name="connsiteX167" fmla="*/ 10905907 w 13158797"/>
              <a:gd name="connsiteY167" fmla="*/ 279953 h 9456078"/>
              <a:gd name="connsiteX168" fmla="*/ 10952500 w 13158797"/>
              <a:gd name="connsiteY168" fmla="*/ 265269 h 9456078"/>
              <a:gd name="connsiteX169" fmla="*/ 10999227 w 13158797"/>
              <a:gd name="connsiteY169" fmla="*/ 250968 h 9456078"/>
              <a:gd name="connsiteX170" fmla="*/ 11046087 w 13158797"/>
              <a:gd name="connsiteY170" fmla="*/ 237049 h 9456078"/>
              <a:gd name="connsiteX171" fmla="*/ 11093076 w 13158797"/>
              <a:gd name="connsiteY171" fmla="*/ 223516 h 9456078"/>
              <a:gd name="connsiteX172" fmla="*/ 11140193 w 13158797"/>
              <a:gd name="connsiteY172" fmla="*/ 210368 h 9456078"/>
              <a:gd name="connsiteX173" fmla="*/ 11187434 w 13158797"/>
              <a:gd name="connsiteY173" fmla="*/ 197606 h 9456078"/>
              <a:gd name="connsiteX174" fmla="*/ 11234799 w 13158797"/>
              <a:gd name="connsiteY174" fmla="*/ 185233 h 9456078"/>
              <a:gd name="connsiteX175" fmla="*/ 11282284 w 13158797"/>
              <a:gd name="connsiteY175" fmla="*/ 173248 h 9456078"/>
              <a:gd name="connsiteX176" fmla="*/ 11329888 w 13158797"/>
              <a:gd name="connsiteY176" fmla="*/ 161654 h 9456078"/>
              <a:gd name="connsiteX177" fmla="*/ 11377607 w 13158797"/>
              <a:gd name="connsiteY177" fmla="*/ 150451 h 9456078"/>
              <a:gd name="connsiteX178" fmla="*/ 11425440 w 13158797"/>
              <a:gd name="connsiteY178" fmla="*/ 139640 h 9456078"/>
              <a:gd name="connsiteX179" fmla="*/ 11473385 w 13158797"/>
              <a:gd name="connsiteY179" fmla="*/ 129223 h 9456078"/>
              <a:gd name="connsiteX180" fmla="*/ 11521439 w 13158797"/>
              <a:gd name="connsiteY180" fmla="*/ 119201 h 9456078"/>
              <a:gd name="connsiteX181" fmla="*/ 11569599 w 13158797"/>
              <a:gd name="connsiteY181" fmla="*/ 109574 h 9456078"/>
              <a:gd name="connsiteX182" fmla="*/ 11617864 w 13158797"/>
              <a:gd name="connsiteY182" fmla="*/ 100344 h 9456078"/>
              <a:gd name="connsiteX183" fmla="*/ 11666231 w 13158797"/>
              <a:gd name="connsiteY183" fmla="*/ 91512 h 9456078"/>
              <a:gd name="connsiteX184" fmla="*/ 11714698 w 13158797"/>
              <a:gd name="connsiteY184" fmla="*/ 83080 h 9456078"/>
              <a:gd name="connsiteX185" fmla="*/ 11763263 w 13158797"/>
              <a:gd name="connsiteY185" fmla="*/ 75047 h 9456078"/>
              <a:gd name="connsiteX186" fmla="*/ 11811923 w 13158797"/>
              <a:gd name="connsiteY186" fmla="*/ 67417 h 9456078"/>
              <a:gd name="connsiteX187" fmla="*/ 11860676 w 13158797"/>
              <a:gd name="connsiteY187" fmla="*/ 60188 h 9456078"/>
              <a:gd name="connsiteX188" fmla="*/ 11909519 w 13158797"/>
              <a:gd name="connsiteY188" fmla="*/ 53364 h 9456078"/>
              <a:gd name="connsiteX189" fmla="*/ 11958451 w 13158797"/>
              <a:gd name="connsiteY189" fmla="*/ 46944 h 9456078"/>
              <a:gd name="connsiteX190" fmla="*/ 12007470 w 13158797"/>
              <a:gd name="connsiteY190" fmla="*/ 40931 h 9456078"/>
              <a:gd name="connsiteX191" fmla="*/ 12056572 w 13158797"/>
              <a:gd name="connsiteY191" fmla="*/ 35324 h 9456078"/>
              <a:gd name="connsiteX192" fmla="*/ 12105756 w 13158797"/>
              <a:gd name="connsiteY192" fmla="*/ 30126 h 9456078"/>
              <a:gd name="connsiteX193" fmla="*/ 12155019 w 13158797"/>
              <a:gd name="connsiteY193" fmla="*/ 25337 h 9456078"/>
              <a:gd name="connsiteX194" fmla="*/ 12204359 w 13158797"/>
              <a:gd name="connsiteY194" fmla="*/ 20958 h 9456078"/>
              <a:gd name="connsiteX195" fmla="*/ 12253773 w 13158797"/>
              <a:gd name="connsiteY195" fmla="*/ 16991 h 9456078"/>
              <a:gd name="connsiteX196" fmla="*/ 12303260 w 13158797"/>
              <a:gd name="connsiteY196" fmla="*/ 13437 h 9456078"/>
              <a:gd name="connsiteX197" fmla="*/ 12352818 w 13158797"/>
              <a:gd name="connsiteY197" fmla="*/ 10297 h 9456078"/>
              <a:gd name="connsiteX198" fmla="*/ 12402443 w 13158797"/>
              <a:gd name="connsiteY198" fmla="*/ 7572 h 9456078"/>
              <a:gd name="connsiteX199" fmla="*/ 12452133 w 13158797"/>
              <a:gd name="connsiteY199" fmla="*/ 5263 h 9456078"/>
              <a:gd name="connsiteX200" fmla="*/ 12501887 w 13158797"/>
              <a:gd name="connsiteY200" fmla="*/ 3371 h 9456078"/>
              <a:gd name="connsiteX201" fmla="*/ 12551701 w 13158797"/>
              <a:gd name="connsiteY201" fmla="*/ 1898 h 9456078"/>
              <a:gd name="connsiteX202" fmla="*/ 12601574 w 13158797"/>
              <a:gd name="connsiteY202" fmla="*/ 844 h 9456078"/>
              <a:gd name="connsiteX203" fmla="*/ 12651504 w 13158797"/>
              <a:gd name="connsiteY203" fmla="*/ 211 h 9456078"/>
              <a:gd name="connsiteX204" fmla="*/ 12701487 w 13158797"/>
              <a:gd name="connsiteY204" fmla="*/ 0 h 9456078"/>
              <a:gd name="connsiteX205" fmla="*/ 13158798 w 13158797"/>
              <a:gd name="connsiteY205" fmla="*/ 0 h 94560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</a:cxnLst>
            <a:rect l="l" t="t" r="r" b="b"/>
            <a:pathLst>
              <a:path w="13158797" h="9456078">
                <a:moveTo>
                  <a:pt x="0" y="9456078"/>
                </a:moveTo>
                <a:lnTo>
                  <a:pt x="49977" y="9455836"/>
                </a:lnTo>
                <a:lnTo>
                  <a:pt x="99893" y="9455111"/>
                </a:lnTo>
                <a:lnTo>
                  <a:pt x="149742" y="9453904"/>
                </a:lnTo>
                <a:lnTo>
                  <a:pt x="199524" y="9452217"/>
                </a:lnTo>
                <a:lnTo>
                  <a:pt x="298870" y="9447409"/>
                </a:lnTo>
                <a:lnTo>
                  <a:pt x="348429" y="9444290"/>
                </a:lnTo>
                <a:lnTo>
                  <a:pt x="397907" y="9440698"/>
                </a:lnTo>
                <a:lnTo>
                  <a:pt x="447302" y="9436632"/>
                </a:lnTo>
                <a:lnTo>
                  <a:pt x="496610" y="9432096"/>
                </a:lnTo>
                <a:lnTo>
                  <a:pt x="545829" y="9427089"/>
                </a:lnTo>
                <a:lnTo>
                  <a:pt x="594956" y="9421615"/>
                </a:lnTo>
                <a:lnTo>
                  <a:pt x="643987" y="9415673"/>
                </a:lnTo>
                <a:lnTo>
                  <a:pt x="692920" y="9409267"/>
                </a:lnTo>
                <a:lnTo>
                  <a:pt x="741751" y="9402396"/>
                </a:lnTo>
                <a:lnTo>
                  <a:pt x="790478" y="9395063"/>
                </a:lnTo>
                <a:lnTo>
                  <a:pt x="839098" y="9387270"/>
                </a:lnTo>
                <a:lnTo>
                  <a:pt x="887607" y="9379017"/>
                </a:lnTo>
                <a:lnTo>
                  <a:pt x="936002" y="9370306"/>
                </a:lnTo>
                <a:lnTo>
                  <a:pt x="984281" y="9361139"/>
                </a:lnTo>
                <a:lnTo>
                  <a:pt x="1032440" y="9351517"/>
                </a:lnTo>
                <a:lnTo>
                  <a:pt x="1080477" y="9341441"/>
                </a:lnTo>
                <a:lnTo>
                  <a:pt x="1176172" y="9319936"/>
                </a:lnTo>
                <a:lnTo>
                  <a:pt x="1223823" y="9308509"/>
                </a:lnTo>
                <a:lnTo>
                  <a:pt x="1271339" y="9296635"/>
                </a:lnTo>
                <a:lnTo>
                  <a:pt x="1318719" y="9284315"/>
                </a:lnTo>
                <a:lnTo>
                  <a:pt x="1365957" y="9271550"/>
                </a:lnTo>
                <a:lnTo>
                  <a:pt x="1413052" y="9258342"/>
                </a:lnTo>
                <a:lnTo>
                  <a:pt x="1460000" y="9244693"/>
                </a:lnTo>
                <a:lnTo>
                  <a:pt x="1506799" y="9230604"/>
                </a:lnTo>
                <a:lnTo>
                  <a:pt x="1553445" y="9216076"/>
                </a:lnTo>
                <a:lnTo>
                  <a:pt x="1599935" y="9201111"/>
                </a:lnTo>
                <a:lnTo>
                  <a:pt x="1646267" y="9185710"/>
                </a:lnTo>
                <a:lnTo>
                  <a:pt x="1692437" y="9169876"/>
                </a:lnTo>
                <a:lnTo>
                  <a:pt x="1738442" y="9153608"/>
                </a:lnTo>
                <a:lnTo>
                  <a:pt x="1784280" y="9136910"/>
                </a:lnTo>
                <a:lnTo>
                  <a:pt x="1829947" y="9119782"/>
                </a:lnTo>
                <a:lnTo>
                  <a:pt x="1875440" y="9102226"/>
                </a:lnTo>
                <a:lnTo>
                  <a:pt x="1920756" y="9084243"/>
                </a:lnTo>
                <a:lnTo>
                  <a:pt x="1965893" y="9065835"/>
                </a:lnTo>
                <a:lnTo>
                  <a:pt x="2055615" y="9027750"/>
                </a:lnTo>
                <a:lnTo>
                  <a:pt x="2100195" y="9008075"/>
                </a:lnTo>
                <a:lnTo>
                  <a:pt x="2144582" y="8987981"/>
                </a:lnTo>
                <a:lnTo>
                  <a:pt x="2188775" y="8967470"/>
                </a:lnTo>
                <a:lnTo>
                  <a:pt x="2232770" y="8946542"/>
                </a:lnTo>
                <a:lnTo>
                  <a:pt x="2276564" y="8925199"/>
                </a:lnTo>
                <a:lnTo>
                  <a:pt x="2320154" y="8903443"/>
                </a:lnTo>
                <a:lnTo>
                  <a:pt x="2363538" y="8881275"/>
                </a:lnTo>
                <a:lnTo>
                  <a:pt x="2406711" y="8858697"/>
                </a:lnTo>
                <a:lnTo>
                  <a:pt x="2449672" y="8835710"/>
                </a:lnTo>
                <a:lnTo>
                  <a:pt x="2492417" y="8812316"/>
                </a:lnTo>
                <a:lnTo>
                  <a:pt x="2534943" y="8788516"/>
                </a:lnTo>
                <a:lnTo>
                  <a:pt x="2577247" y="8764311"/>
                </a:lnTo>
                <a:lnTo>
                  <a:pt x="2619326" y="8739704"/>
                </a:lnTo>
                <a:lnTo>
                  <a:pt x="2661177" y="8714695"/>
                </a:lnTo>
                <a:lnTo>
                  <a:pt x="2702797" y="8689286"/>
                </a:lnTo>
                <a:lnTo>
                  <a:pt x="2744183" y="8663479"/>
                </a:lnTo>
                <a:lnTo>
                  <a:pt x="2785333" y="8637274"/>
                </a:lnTo>
                <a:lnTo>
                  <a:pt x="2826242" y="8610675"/>
                </a:lnTo>
                <a:lnTo>
                  <a:pt x="2866908" y="8583681"/>
                </a:lnTo>
                <a:lnTo>
                  <a:pt x="2907329" y="8556295"/>
                </a:lnTo>
                <a:lnTo>
                  <a:pt x="2947500" y="8528517"/>
                </a:lnTo>
                <a:lnTo>
                  <a:pt x="2987419" y="8500351"/>
                </a:lnTo>
                <a:lnTo>
                  <a:pt x="3027083" y="8471796"/>
                </a:lnTo>
                <a:lnTo>
                  <a:pt x="3066489" y="8442854"/>
                </a:lnTo>
                <a:lnTo>
                  <a:pt x="3105634" y="8413528"/>
                </a:lnTo>
                <a:lnTo>
                  <a:pt x="3144515" y="8383818"/>
                </a:lnTo>
                <a:lnTo>
                  <a:pt x="3183129" y="8353726"/>
                </a:lnTo>
                <a:lnTo>
                  <a:pt x="3221473" y="8323253"/>
                </a:lnTo>
                <a:lnTo>
                  <a:pt x="3259544" y="8292401"/>
                </a:lnTo>
                <a:lnTo>
                  <a:pt x="3297339" y="8261172"/>
                </a:lnTo>
                <a:lnTo>
                  <a:pt x="3334854" y="8229566"/>
                </a:lnTo>
                <a:lnTo>
                  <a:pt x="3372087" y="8197585"/>
                </a:lnTo>
                <a:lnTo>
                  <a:pt x="3409035" y="8165232"/>
                </a:lnTo>
                <a:lnTo>
                  <a:pt x="3445695" y="8132507"/>
                </a:lnTo>
                <a:lnTo>
                  <a:pt x="3482064" y="8099411"/>
                </a:lnTo>
                <a:lnTo>
                  <a:pt x="3518139" y="8065947"/>
                </a:lnTo>
                <a:lnTo>
                  <a:pt x="3553916" y="8032115"/>
                </a:lnTo>
                <a:lnTo>
                  <a:pt x="3589393" y="7997918"/>
                </a:lnTo>
                <a:lnTo>
                  <a:pt x="3624567" y="7963356"/>
                </a:lnTo>
                <a:lnTo>
                  <a:pt x="3659435" y="7928432"/>
                </a:lnTo>
                <a:lnTo>
                  <a:pt x="3693994" y="7893146"/>
                </a:lnTo>
                <a:lnTo>
                  <a:pt x="3728240" y="7857501"/>
                </a:lnTo>
                <a:lnTo>
                  <a:pt x="3762171" y="7821497"/>
                </a:lnTo>
                <a:lnTo>
                  <a:pt x="3795783" y="7785136"/>
                </a:lnTo>
                <a:lnTo>
                  <a:pt x="3829075" y="7748420"/>
                </a:lnTo>
                <a:lnTo>
                  <a:pt x="3862042" y="7711350"/>
                </a:lnTo>
                <a:lnTo>
                  <a:pt x="3894682" y="7673928"/>
                </a:lnTo>
                <a:lnTo>
                  <a:pt x="3926991" y="7636155"/>
                </a:lnTo>
                <a:lnTo>
                  <a:pt x="3958967" y="7598032"/>
                </a:lnTo>
                <a:lnTo>
                  <a:pt x="3990607" y="7559561"/>
                </a:lnTo>
                <a:lnTo>
                  <a:pt x="4021907" y="7520744"/>
                </a:lnTo>
                <a:lnTo>
                  <a:pt x="4052865" y="7481582"/>
                </a:lnTo>
                <a:lnTo>
                  <a:pt x="4083478" y="7442077"/>
                </a:lnTo>
                <a:lnTo>
                  <a:pt x="8022311" y="2307814"/>
                </a:lnTo>
                <a:lnTo>
                  <a:pt x="8052902" y="2268285"/>
                </a:lnTo>
                <a:lnTo>
                  <a:pt x="8083796" y="2229056"/>
                </a:lnTo>
                <a:lnTo>
                  <a:pt x="8114989" y="2190127"/>
                </a:lnTo>
                <a:lnTo>
                  <a:pt x="8146479" y="2151500"/>
                </a:lnTo>
                <a:lnTo>
                  <a:pt x="8178264" y="2113176"/>
                </a:lnTo>
                <a:lnTo>
                  <a:pt x="8210341" y="2075157"/>
                </a:lnTo>
                <a:lnTo>
                  <a:pt x="8242709" y="2037442"/>
                </a:lnTo>
                <a:lnTo>
                  <a:pt x="8275365" y="2000034"/>
                </a:lnTo>
                <a:lnTo>
                  <a:pt x="8308307" y="1962934"/>
                </a:lnTo>
                <a:lnTo>
                  <a:pt x="8341532" y="1926142"/>
                </a:lnTo>
                <a:lnTo>
                  <a:pt x="8375038" y="1889660"/>
                </a:lnTo>
                <a:lnTo>
                  <a:pt x="8408823" y="1853489"/>
                </a:lnTo>
                <a:lnTo>
                  <a:pt x="8442885" y="1817630"/>
                </a:lnTo>
                <a:lnTo>
                  <a:pt x="8477221" y="1782084"/>
                </a:lnTo>
                <a:lnTo>
                  <a:pt x="8511829" y="1746853"/>
                </a:lnTo>
                <a:lnTo>
                  <a:pt x="8546706" y="1711937"/>
                </a:lnTo>
                <a:lnTo>
                  <a:pt x="8581851" y="1677337"/>
                </a:lnTo>
                <a:lnTo>
                  <a:pt x="8617261" y="1643056"/>
                </a:lnTo>
                <a:lnTo>
                  <a:pt x="8652934" y="1609093"/>
                </a:lnTo>
                <a:lnTo>
                  <a:pt x="8688867" y="1575450"/>
                </a:lnTo>
                <a:lnTo>
                  <a:pt x="8725058" y="1542128"/>
                </a:lnTo>
                <a:lnTo>
                  <a:pt x="8761506" y="1509129"/>
                </a:lnTo>
                <a:lnTo>
                  <a:pt x="8798207" y="1476452"/>
                </a:lnTo>
                <a:lnTo>
                  <a:pt x="8835159" y="1444101"/>
                </a:lnTo>
                <a:lnTo>
                  <a:pt x="8872360" y="1412075"/>
                </a:lnTo>
                <a:lnTo>
                  <a:pt x="8909808" y="1380375"/>
                </a:lnTo>
                <a:lnTo>
                  <a:pt x="8947501" y="1349004"/>
                </a:lnTo>
                <a:lnTo>
                  <a:pt x="8985435" y="1317962"/>
                </a:lnTo>
                <a:lnTo>
                  <a:pt x="9023610" y="1287250"/>
                </a:lnTo>
                <a:lnTo>
                  <a:pt x="9062022" y="1256869"/>
                </a:lnTo>
                <a:lnTo>
                  <a:pt x="9100669" y="1226820"/>
                </a:lnTo>
                <a:lnTo>
                  <a:pt x="9139549" y="1197105"/>
                </a:lnTo>
                <a:lnTo>
                  <a:pt x="9178660" y="1167725"/>
                </a:lnTo>
                <a:lnTo>
                  <a:pt x="9217999" y="1138681"/>
                </a:lnTo>
                <a:lnTo>
                  <a:pt x="9257564" y="1109974"/>
                </a:lnTo>
                <a:lnTo>
                  <a:pt x="9297353" y="1081604"/>
                </a:lnTo>
                <a:lnTo>
                  <a:pt x="9337364" y="1053574"/>
                </a:lnTo>
                <a:lnTo>
                  <a:pt x="9377594" y="1025884"/>
                </a:lnTo>
                <a:lnTo>
                  <a:pt x="9418040" y="998536"/>
                </a:lnTo>
                <a:lnTo>
                  <a:pt x="9458702" y="971530"/>
                </a:lnTo>
                <a:lnTo>
                  <a:pt x="9499575" y="944868"/>
                </a:lnTo>
                <a:lnTo>
                  <a:pt x="9540659" y="918551"/>
                </a:lnTo>
                <a:lnTo>
                  <a:pt x="9581950" y="892580"/>
                </a:lnTo>
                <a:lnTo>
                  <a:pt x="9623447" y="866956"/>
                </a:lnTo>
                <a:lnTo>
                  <a:pt x="9665147" y="841681"/>
                </a:lnTo>
                <a:lnTo>
                  <a:pt x="9707048" y="816754"/>
                </a:lnTo>
                <a:lnTo>
                  <a:pt x="9749147" y="792179"/>
                </a:lnTo>
                <a:lnTo>
                  <a:pt x="9791443" y="767955"/>
                </a:lnTo>
                <a:lnTo>
                  <a:pt x="9833932" y="744083"/>
                </a:lnTo>
                <a:lnTo>
                  <a:pt x="9876613" y="720566"/>
                </a:lnTo>
                <a:lnTo>
                  <a:pt x="9919484" y="697404"/>
                </a:lnTo>
                <a:lnTo>
                  <a:pt x="9962542" y="674598"/>
                </a:lnTo>
                <a:lnTo>
                  <a:pt x="10005784" y="652149"/>
                </a:lnTo>
                <a:lnTo>
                  <a:pt x="10049209" y="630059"/>
                </a:lnTo>
                <a:lnTo>
                  <a:pt x="10092814" y="608328"/>
                </a:lnTo>
                <a:lnTo>
                  <a:pt x="10136597" y="586958"/>
                </a:lnTo>
                <a:lnTo>
                  <a:pt x="10180556" y="565950"/>
                </a:lnTo>
                <a:lnTo>
                  <a:pt x="10224688" y="545304"/>
                </a:lnTo>
                <a:lnTo>
                  <a:pt x="10268991" y="525023"/>
                </a:lnTo>
                <a:lnTo>
                  <a:pt x="10313463" y="505107"/>
                </a:lnTo>
                <a:lnTo>
                  <a:pt x="10358101" y="485558"/>
                </a:lnTo>
                <a:lnTo>
                  <a:pt x="10402903" y="466376"/>
                </a:lnTo>
                <a:lnTo>
                  <a:pt x="10447868" y="447563"/>
                </a:lnTo>
                <a:lnTo>
                  <a:pt x="10492991" y="429119"/>
                </a:lnTo>
                <a:lnTo>
                  <a:pt x="10538272" y="411046"/>
                </a:lnTo>
                <a:lnTo>
                  <a:pt x="10583708" y="393346"/>
                </a:lnTo>
                <a:lnTo>
                  <a:pt x="10629297" y="376018"/>
                </a:lnTo>
                <a:lnTo>
                  <a:pt x="10675036" y="359065"/>
                </a:lnTo>
                <a:lnTo>
                  <a:pt x="10720923" y="342487"/>
                </a:lnTo>
                <a:lnTo>
                  <a:pt x="10766956" y="326286"/>
                </a:lnTo>
                <a:lnTo>
                  <a:pt x="10813132" y="310462"/>
                </a:lnTo>
                <a:lnTo>
                  <a:pt x="10859450" y="295018"/>
                </a:lnTo>
                <a:lnTo>
                  <a:pt x="10905907" y="279953"/>
                </a:lnTo>
                <a:lnTo>
                  <a:pt x="10952500" y="265269"/>
                </a:lnTo>
                <a:lnTo>
                  <a:pt x="10999227" y="250968"/>
                </a:lnTo>
                <a:lnTo>
                  <a:pt x="11046087" y="237049"/>
                </a:lnTo>
                <a:lnTo>
                  <a:pt x="11093076" y="223516"/>
                </a:lnTo>
                <a:lnTo>
                  <a:pt x="11140193" y="210368"/>
                </a:lnTo>
                <a:lnTo>
                  <a:pt x="11187434" y="197606"/>
                </a:lnTo>
                <a:lnTo>
                  <a:pt x="11234799" y="185233"/>
                </a:lnTo>
                <a:lnTo>
                  <a:pt x="11282284" y="173248"/>
                </a:lnTo>
                <a:lnTo>
                  <a:pt x="11329888" y="161654"/>
                </a:lnTo>
                <a:lnTo>
                  <a:pt x="11377607" y="150451"/>
                </a:lnTo>
                <a:lnTo>
                  <a:pt x="11425440" y="139640"/>
                </a:lnTo>
                <a:lnTo>
                  <a:pt x="11473385" y="129223"/>
                </a:lnTo>
                <a:lnTo>
                  <a:pt x="11521439" y="119201"/>
                </a:lnTo>
                <a:lnTo>
                  <a:pt x="11569599" y="109574"/>
                </a:lnTo>
                <a:lnTo>
                  <a:pt x="11617864" y="100344"/>
                </a:lnTo>
                <a:lnTo>
                  <a:pt x="11666231" y="91512"/>
                </a:lnTo>
                <a:lnTo>
                  <a:pt x="11714698" y="83080"/>
                </a:lnTo>
                <a:lnTo>
                  <a:pt x="11763263" y="75047"/>
                </a:lnTo>
                <a:lnTo>
                  <a:pt x="11811923" y="67417"/>
                </a:lnTo>
                <a:lnTo>
                  <a:pt x="11860676" y="60188"/>
                </a:lnTo>
                <a:lnTo>
                  <a:pt x="11909519" y="53364"/>
                </a:lnTo>
                <a:lnTo>
                  <a:pt x="11958451" y="46944"/>
                </a:lnTo>
                <a:lnTo>
                  <a:pt x="12007470" y="40931"/>
                </a:lnTo>
                <a:lnTo>
                  <a:pt x="12056572" y="35324"/>
                </a:lnTo>
                <a:lnTo>
                  <a:pt x="12105756" y="30126"/>
                </a:lnTo>
                <a:lnTo>
                  <a:pt x="12155019" y="25337"/>
                </a:lnTo>
                <a:lnTo>
                  <a:pt x="12204359" y="20958"/>
                </a:lnTo>
                <a:lnTo>
                  <a:pt x="12253773" y="16991"/>
                </a:lnTo>
                <a:lnTo>
                  <a:pt x="12303260" y="13437"/>
                </a:lnTo>
                <a:lnTo>
                  <a:pt x="12352818" y="10297"/>
                </a:lnTo>
                <a:lnTo>
                  <a:pt x="12402443" y="7572"/>
                </a:lnTo>
                <a:lnTo>
                  <a:pt x="12452133" y="5263"/>
                </a:lnTo>
                <a:lnTo>
                  <a:pt x="12501887" y="3371"/>
                </a:lnTo>
                <a:lnTo>
                  <a:pt x="12551701" y="1898"/>
                </a:lnTo>
                <a:lnTo>
                  <a:pt x="12601574" y="844"/>
                </a:lnTo>
                <a:lnTo>
                  <a:pt x="12651504" y="211"/>
                </a:lnTo>
                <a:lnTo>
                  <a:pt x="12701487" y="0"/>
                </a:lnTo>
                <a:lnTo>
                  <a:pt x="13158798" y="0"/>
                </a:lnTo>
              </a:path>
            </a:pathLst>
          </a:custGeom>
          <a:ln w="19050">
            <a:gradFill>
              <a:gsLst>
                <a:gs pos="18000">
                  <a:schemeClr val="accent2"/>
                </a:gs>
                <a:gs pos="0">
                  <a:schemeClr val="bg1">
                    <a:alpha val="0"/>
                  </a:schemeClr>
                </a:gs>
              </a:gsLst>
              <a:lin ang="5400000" scaled="0"/>
            </a:gradFill>
          </a:ln>
        </p:spPr>
        <p:txBody>
          <a:bodyPr wrap="square" lIns="0" tIns="0" rIns="0" bIns="0" rtlCol="0"/>
          <a:lstStyle/>
          <a:p>
            <a:pPr marL="0" marR="0" lvl="0" indent="0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96D25958-B46E-CFC9-AC49-7ABE8ABF93FF}"/>
              </a:ext>
            </a:extLst>
          </p:cNvPr>
          <p:cNvCxnSpPr>
            <a:cxnSpLocks/>
          </p:cNvCxnSpPr>
          <p:nvPr/>
        </p:nvCxnSpPr>
        <p:spPr>
          <a:xfrm flipH="1">
            <a:off x="5631544" y="6678798"/>
            <a:ext cx="5683420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81445988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4530">
          <p15:clr>
            <a:srgbClr val="FBAE40"/>
          </p15:clr>
        </p15:guide>
        <p15:guide id="2" orient="horz" pos="2410">
          <p15:clr>
            <a:srgbClr val="FBAE40"/>
          </p15:clr>
        </p15:guide>
        <p15:guide id="3" orient="horz" pos="141">
          <p15:clr>
            <a:srgbClr val="FBAE40"/>
          </p15:clr>
        </p15:guide>
        <p15:guide id="4" pos="128">
          <p15:clr>
            <a:srgbClr val="FBAE40"/>
          </p15:clr>
        </p15:guide>
        <p15:guide id="5" orient="horz" pos="2465">
          <p15:clr>
            <a:srgbClr val="FBAE40"/>
          </p15:clr>
        </p15:guide>
        <p15:guide id="6" orient="horz" pos="485">
          <p15:clr>
            <a:srgbClr val="FBAE40"/>
          </p15:clr>
        </p15:guide>
        <p15:guide id="7" orient="horz" pos="567">
          <p15:clr>
            <a:srgbClr val="FBAE40"/>
          </p15:clr>
        </p15:guide>
      </p15:sldGuideLst>
    </p:ext>
  </p:extLst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Blank - Escuro">
    <p:bg>
      <p:bgPr>
        <a:gradFill>
          <a:gsLst>
            <a:gs pos="67000">
              <a:schemeClr val="tx1"/>
            </a:gs>
            <a:gs pos="100000">
              <a:schemeClr val="tx1"/>
            </a:gs>
            <a:gs pos="0">
              <a:srgbClr val="161B21"/>
            </a:gs>
          </a:gsLst>
          <a:lin ang="84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5561656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4530">
          <p15:clr>
            <a:srgbClr val="FBAE40"/>
          </p15:clr>
        </p15:guide>
        <p15:guide id="2" orient="horz" pos="2410">
          <p15:clr>
            <a:srgbClr val="FBAE40"/>
          </p15:clr>
        </p15:guide>
        <p15:guide id="3" orient="horz" pos="141">
          <p15:clr>
            <a:srgbClr val="FBAE40"/>
          </p15:clr>
        </p15:guide>
        <p15:guide id="4" pos="128">
          <p15:clr>
            <a:srgbClr val="FBAE40"/>
          </p15:clr>
        </p15:guide>
        <p15:guide id="5" orient="horz" pos="2465">
          <p15:clr>
            <a:srgbClr val="FBAE40"/>
          </p15:clr>
        </p15:guide>
        <p15:guide id="6" orient="horz" pos="485">
          <p15:clr>
            <a:srgbClr val="FBAE40"/>
          </p15:clr>
        </p15:guide>
        <p15:guide id="7" orient="horz" pos="567">
          <p15:clr>
            <a:srgbClr val="FBAE40"/>
          </p15:clr>
        </p15:guide>
      </p15:sldGuideLst>
    </p:ext>
  </p:extLst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Disclaimer - Branc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8">
            <a:extLst>
              <a:ext uri="{FF2B5EF4-FFF2-40B4-BE49-F238E27FC236}">
                <a16:creationId xmlns:a16="http://schemas.microsoft.com/office/drawing/2014/main" id="{0A77DBCB-2AB5-6CB5-41F8-C0F34878DCC3}"/>
              </a:ext>
            </a:extLst>
          </p:cNvPr>
          <p:cNvPicPr>
            <a:picLocks noChangeAspect="1"/>
          </p:cNvPicPr>
          <p:nvPr/>
        </p:nvPicPr>
        <p:blipFill rotWithShape="1">
          <a:blip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 l="-8117" t="-23966" r="-8117" b="-23966"/>
          <a:stretch/>
        </p:blipFill>
        <p:spPr>
          <a:xfrm>
            <a:off x="271656" y="6354583"/>
            <a:ext cx="889861" cy="385348"/>
          </a:xfrm>
          <a:prstGeom prst="rect">
            <a:avLst/>
          </a:prstGeom>
        </p:spPr>
      </p:pic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B6F1873E-A461-1060-F030-72F82DE78FD5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8441175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tx1">
                    <a:lumMod val="85000"/>
                    <a:lumOff val="15000"/>
                  </a:schemeClr>
                </a:solidFill>
              </a:defRPr>
            </a:lvl1pPr>
          </a:lstStyle>
          <a:p>
            <a:pPr lvl="0"/>
            <a:r>
              <a:rPr lang="en-US"/>
              <a:t>Disclaimer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03F3B14A-4381-EE52-0164-94E04FE17DB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3" y="1103586"/>
            <a:ext cx="11522075" cy="5133702"/>
          </a:xfrm>
          <a:prstGeom prst="rect">
            <a:avLst/>
          </a:prstGeom>
        </p:spPr>
        <p:txBody>
          <a:bodyPr lIns="0" tIns="0" rIns="0" bIns="0"/>
          <a:lstStyle>
            <a:lvl1pPr marL="0" indent="0" algn="just">
              <a:lnSpc>
                <a:spcPct val="1000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85000"/>
                    <a:lumOff val="15000"/>
                  </a:schemeClr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39C03017-6CEE-FFFF-8135-D661C0DBBC37}"/>
              </a:ext>
            </a:extLst>
          </p:cNvPr>
          <p:cNvCxnSpPr>
            <a:cxnSpLocks/>
          </p:cNvCxnSpPr>
          <p:nvPr/>
        </p:nvCxnSpPr>
        <p:spPr>
          <a:xfrm>
            <a:off x="0" y="169333"/>
            <a:ext cx="12192000" cy="0"/>
          </a:xfrm>
          <a:prstGeom prst="line">
            <a:avLst/>
          </a:prstGeom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object 4">
            <a:extLst>
              <a:ext uri="{FF2B5EF4-FFF2-40B4-BE49-F238E27FC236}">
                <a16:creationId xmlns:a16="http://schemas.microsoft.com/office/drawing/2014/main" id="{364C00B2-B10F-B792-45F6-A57A8A301C42}"/>
              </a:ext>
            </a:extLst>
          </p:cNvPr>
          <p:cNvSpPr/>
          <p:nvPr/>
        </p:nvSpPr>
        <p:spPr>
          <a:xfrm rot="10247908" flipH="1">
            <a:off x="5877252" y="-4146683"/>
            <a:ext cx="8001039" cy="5749648"/>
          </a:xfrm>
          <a:custGeom>
            <a:avLst/>
            <a:gdLst>
              <a:gd name="connsiteX0" fmla="*/ 0 w 13940157"/>
              <a:gd name="connsiteY0" fmla="*/ 9200719 h 9456078"/>
              <a:gd name="connsiteX1" fmla="*/ 781360 w 13940157"/>
              <a:gd name="connsiteY1" fmla="*/ 9456078 h 9456078"/>
              <a:gd name="connsiteX2" fmla="*/ 831337 w 13940157"/>
              <a:gd name="connsiteY2" fmla="*/ 9455836 h 9456078"/>
              <a:gd name="connsiteX3" fmla="*/ 881253 w 13940157"/>
              <a:gd name="connsiteY3" fmla="*/ 9455111 h 9456078"/>
              <a:gd name="connsiteX4" fmla="*/ 931102 w 13940157"/>
              <a:gd name="connsiteY4" fmla="*/ 9453904 h 9456078"/>
              <a:gd name="connsiteX5" fmla="*/ 980884 w 13940157"/>
              <a:gd name="connsiteY5" fmla="*/ 9452217 h 9456078"/>
              <a:gd name="connsiteX6" fmla="*/ 1030594 w 13940157"/>
              <a:gd name="connsiteY6" fmla="*/ 9450052 h 9456078"/>
              <a:gd name="connsiteX7" fmla="*/ 1080230 w 13940157"/>
              <a:gd name="connsiteY7" fmla="*/ 9447409 h 9456078"/>
              <a:gd name="connsiteX8" fmla="*/ 1129789 w 13940157"/>
              <a:gd name="connsiteY8" fmla="*/ 9444290 h 9456078"/>
              <a:gd name="connsiteX9" fmla="*/ 1179267 w 13940157"/>
              <a:gd name="connsiteY9" fmla="*/ 9440698 h 9456078"/>
              <a:gd name="connsiteX10" fmla="*/ 1228662 w 13940157"/>
              <a:gd name="connsiteY10" fmla="*/ 9436632 h 9456078"/>
              <a:gd name="connsiteX11" fmla="*/ 1277970 w 13940157"/>
              <a:gd name="connsiteY11" fmla="*/ 9432096 h 9456078"/>
              <a:gd name="connsiteX12" fmla="*/ 1327189 w 13940157"/>
              <a:gd name="connsiteY12" fmla="*/ 9427089 h 9456078"/>
              <a:gd name="connsiteX13" fmla="*/ 1376316 w 13940157"/>
              <a:gd name="connsiteY13" fmla="*/ 9421615 h 9456078"/>
              <a:gd name="connsiteX14" fmla="*/ 1425347 w 13940157"/>
              <a:gd name="connsiteY14" fmla="*/ 9415673 h 9456078"/>
              <a:gd name="connsiteX15" fmla="*/ 1474280 w 13940157"/>
              <a:gd name="connsiteY15" fmla="*/ 9409267 h 9456078"/>
              <a:gd name="connsiteX16" fmla="*/ 1523111 w 13940157"/>
              <a:gd name="connsiteY16" fmla="*/ 9402396 h 9456078"/>
              <a:gd name="connsiteX17" fmla="*/ 1571838 w 13940157"/>
              <a:gd name="connsiteY17" fmla="*/ 9395063 h 9456078"/>
              <a:gd name="connsiteX18" fmla="*/ 1620458 w 13940157"/>
              <a:gd name="connsiteY18" fmla="*/ 9387270 h 9456078"/>
              <a:gd name="connsiteX19" fmla="*/ 1668967 w 13940157"/>
              <a:gd name="connsiteY19" fmla="*/ 9379017 h 9456078"/>
              <a:gd name="connsiteX20" fmla="*/ 1717362 w 13940157"/>
              <a:gd name="connsiteY20" fmla="*/ 9370306 h 9456078"/>
              <a:gd name="connsiteX21" fmla="*/ 1765641 w 13940157"/>
              <a:gd name="connsiteY21" fmla="*/ 9361139 h 9456078"/>
              <a:gd name="connsiteX22" fmla="*/ 1813800 w 13940157"/>
              <a:gd name="connsiteY22" fmla="*/ 9351517 h 9456078"/>
              <a:gd name="connsiteX23" fmla="*/ 1861837 w 13940157"/>
              <a:gd name="connsiteY23" fmla="*/ 9341441 h 9456078"/>
              <a:gd name="connsiteX24" fmla="*/ 1909749 w 13940157"/>
              <a:gd name="connsiteY24" fmla="*/ 9330914 h 9456078"/>
              <a:gd name="connsiteX25" fmla="*/ 1957532 w 13940157"/>
              <a:gd name="connsiteY25" fmla="*/ 9319936 h 9456078"/>
              <a:gd name="connsiteX26" fmla="*/ 2005183 w 13940157"/>
              <a:gd name="connsiteY26" fmla="*/ 9308509 h 9456078"/>
              <a:gd name="connsiteX27" fmla="*/ 2052699 w 13940157"/>
              <a:gd name="connsiteY27" fmla="*/ 9296635 h 9456078"/>
              <a:gd name="connsiteX28" fmla="*/ 2100079 w 13940157"/>
              <a:gd name="connsiteY28" fmla="*/ 9284315 h 9456078"/>
              <a:gd name="connsiteX29" fmla="*/ 2147317 w 13940157"/>
              <a:gd name="connsiteY29" fmla="*/ 9271550 h 9456078"/>
              <a:gd name="connsiteX30" fmla="*/ 2194412 w 13940157"/>
              <a:gd name="connsiteY30" fmla="*/ 9258342 h 9456078"/>
              <a:gd name="connsiteX31" fmla="*/ 2241360 w 13940157"/>
              <a:gd name="connsiteY31" fmla="*/ 9244693 h 9456078"/>
              <a:gd name="connsiteX32" fmla="*/ 2288159 w 13940157"/>
              <a:gd name="connsiteY32" fmla="*/ 9230604 h 9456078"/>
              <a:gd name="connsiteX33" fmla="*/ 2334805 w 13940157"/>
              <a:gd name="connsiteY33" fmla="*/ 9216076 h 9456078"/>
              <a:gd name="connsiteX34" fmla="*/ 2381295 w 13940157"/>
              <a:gd name="connsiteY34" fmla="*/ 9201111 h 9456078"/>
              <a:gd name="connsiteX35" fmla="*/ 2427627 w 13940157"/>
              <a:gd name="connsiteY35" fmla="*/ 9185710 h 9456078"/>
              <a:gd name="connsiteX36" fmla="*/ 2473797 w 13940157"/>
              <a:gd name="connsiteY36" fmla="*/ 9169876 h 9456078"/>
              <a:gd name="connsiteX37" fmla="*/ 2519802 w 13940157"/>
              <a:gd name="connsiteY37" fmla="*/ 9153608 h 9456078"/>
              <a:gd name="connsiteX38" fmla="*/ 2565640 w 13940157"/>
              <a:gd name="connsiteY38" fmla="*/ 9136910 h 9456078"/>
              <a:gd name="connsiteX39" fmla="*/ 2611307 w 13940157"/>
              <a:gd name="connsiteY39" fmla="*/ 9119782 h 9456078"/>
              <a:gd name="connsiteX40" fmla="*/ 2656800 w 13940157"/>
              <a:gd name="connsiteY40" fmla="*/ 9102226 h 9456078"/>
              <a:gd name="connsiteX41" fmla="*/ 2702116 w 13940157"/>
              <a:gd name="connsiteY41" fmla="*/ 9084243 h 9456078"/>
              <a:gd name="connsiteX42" fmla="*/ 2747253 w 13940157"/>
              <a:gd name="connsiteY42" fmla="*/ 9065835 h 9456078"/>
              <a:gd name="connsiteX43" fmla="*/ 2792207 w 13940157"/>
              <a:gd name="connsiteY43" fmla="*/ 9047004 h 9456078"/>
              <a:gd name="connsiteX44" fmla="*/ 2836975 w 13940157"/>
              <a:gd name="connsiteY44" fmla="*/ 9027750 h 9456078"/>
              <a:gd name="connsiteX45" fmla="*/ 2881555 w 13940157"/>
              <a:gd name="connsiteY45" fmla="*/ 9008075 h 9456078"/>
              <a:gd name="connsiteX46" fmla="*/ 2925942 w 13940157"/>
              <a:gd name="connsiteY46" fmla="*/ 8987981 h 9456078"/>
              <a:gd name="connsiteX47" fmla="*/ 2970135 w 13940157"/>
              <a:gd name="connsiteY47" fmla="*/ 8967470 h 9456078"/>
              <a:gd name="connsiteX48" fmla="*/ 3014130 w 13940157"/>
              <a:gd name="connsiteY48" fmla="*/ 8946542 h 9456078"/>
              <a:gd name="connsiteX49" fmla="*/ 3057924 w 13940157"/>
              <a:gd name="connsiteY49" fmla="*/ 8925199 h 9456078"/>
              <a:gd name="connsiteX50" fmla="*/ 3101514 w 13940157"/>
              <a:gd name="connsiteY50" fmla="*/ 8903443 h 9456078"/>
              <a:gd name="connsiteX51" fmla="*/ 3144898 w 13940157"/>
              <a:gd name="connsiteY51" fmla="*/ 8881275 h 9456078"/>
              <a:gd name="connsiteX52" fmla="*/ 3188071 w 13940157"/>
              <a:gd name="connsiteY52" fmla="*/ 8858697 h 9456078"/>
              <a:gd name="connsiteX53" fmla="*/ 3231032 w 13940157"/>
              <a:gd name="connsiteY53" fmla="*/ 8835710 h 9456078"/>
              <a:gd name="connsiteX54" fmla="*/ 3273777 w 13940157"/>
              <a:gd name="connsiteY54" fmla="*/ 8812316 h 9456078"/>
              <a:gd name="connsiteX55" fmla="*/ 3316303 w 13940157"/>
              <a:gd name="connsiteY55" fmla="*/ 8788516 h 9456078"/>
              <a:gd name="connsiteX56" fmla="*/ 3358607 w 13940157"/>
              <a:gd name="connsiteY56" fmla="*/ 8764311 h 9456078"/>
              <a:gd name="connsiteX57" fmla="*/ 3400686 w 13940157"/>
              <a:gd name="connsiteY57" fmla="*/ 8739704 h 9456078"/>
              <a:gd name="connsiteX58" fmla="*/ 3442537 w 13940157"/>
              <a:gd name="connsiteY58" fmla="*/ 8714695 h 9456078"/>
              <a:gd name="connsiteX59" fmla="*/ 3484157 w 13940157"/>
              <a:gd name="connsiteY59" fmla="*/ 8689286 h 9456078"/>
              <a:gd name="connsiteX60" fmla="*/ 3525543 w 13940157"/>
              <a:gd name="connsiteY60" fmla="*/ 8663479 h 9456078"/>
              <a:gd name="connsiteX61" fmla="*/ 3566693 w 13940157"/>
              <a:gd name="connsiteY61" fmla="*/ 8637274 h 9456078"/>
              <a:gd name="connsiteX62" fmla="*/ 3607602 w 13940157"/>
              <a:gd name="connsiteY62" fmla="*/ 8610675 h 9456078"/>
              <a:gd name="connsiteX63" fmla="*/ 3648268 w 13940157"/>
              <a:gd name="connsiteY63" fmla="*/ 8583681 h 9456078"/>
              <a:gd name="connsiteX64" fmla="*/ 3688689 w 13940157"/>
              <a:gd name="connsiteY64" fmla="*/ 8556295 h 9456078"/>
              <a:gd name="connsiteX65" fmla="*/ 3728860 w 13940157"/>
              <a:gd name="connsiteY65" fmla="*/ 8528517 h 9456078"/>
              <a:gd name="connsiteX66" fmla="*/ 3768779 w 13940157"/>
              <a:gd name="connsiteY66" fmla="*/ 8500351 h 9456078"/>
              <a:gd name="connsiteX67" fmla="*/ 3808443 w 13940157"/>
              <a:gd name="connsiteY67" fmla="*/ 8471796 h 9456078"/>
              <a:gd name="connsiteX68" fmla="*/ 3847849 w 13940157"/>
              <a:gd name="connsiteY68" fmla="*/ 8442854 h 9456078"/>
              <a:gd name="connsiteX69" fmla="*/ 3886994 w 13940157"/>
              <a:gd name="connsiteY69" fmla="*/ 8413528 h 9456078"/>
              <a:gd name="connsiteX70" fmla="*/ 3925875 w 13940157"/>
              <a:gd name="connsiteY70" fmla="*/ 8383818 h 9456078"/>
              <a:gd name="connsiteX71" fmla="*/ 3964489 w 13940157"/>
              <a:gd name="connsiteY71" fmla="*/ 8353726 h 9456078"/>
              <a:gd name="connsiteX72" fmla="*/ 4002833 w 13940157"/>
              <a:gd name="connsiteY72" fmla="*/ 8323253 h 9456078"/>
              <a:gd name="connsiteX73" fmla="*/ 4040904 w 13940157"/>
              <a:gd name="connsiteY73" fmla="*/ 8292401 h 9456078"/>
              <a:gd name="connsiteX74" fmla="*/ 4078699 w 13940157"/>
              <a:gd name="connsiteY74" fmla="*/ 8261172 h 9456078"/>
              <a:gd name="connsiteX75" fmla="*/ 4116214 w 13940157"/>
              <a:gd name="connsiteY75" fmla="*/ 8229566 h 9456078"/>
              <a:gd name="connsiteX76" fmla="*/ 4153447 w 13940157"/>
              <a:gd name="connsiteY76" fmla="*/ 8197585 h 9456078"/>
              <a:gd name="connsiteX77" fmla="*/ 4190395 w 13940157"/>
              <a:gd name="connsiteY77" fmla="*/ 8165232 h 9456078"/>
              <a:gd name="connsiteX78" fmla="*/ 4227055 w 13940157"/>
              <a:gd name="connsiteY78" fmla="*/ 8132507 h 9456078"/>
              <a:gd name="connsiteX79" fmla="*/ 4263424 w 13940157"/>
              <a:gd name="connsiteY79" fmla="*/ 8099411 h 9456078"/>
              <a:gd name="connsiteX80" fmla="*/ 4299499 w 13940157"/>
              <a:gd name="connsiteY80" fmla="*/ 8065947 h 9456078"/>
              <a:gd name="connsiteX81" fmla="*/ 4335276 w 13940157"/>
              <a:gd name="connsiteY81" fmla="*/ 8032115 h 9456078"/>
              <a:gd name="connsiteX82" fmla="*/ 4370753 w 13940157"/>
              <a:gd name="connsiteY82" fmla="*/ 7997918 h 9456078"/>
              <a:gd name="connsiteX83" fmla="*/ 4405927 w 13940157"/>
              <a:gd name="connsiteY83" fmla="*/ 7963356 h 9456078"/>
              <a:gd name="connsiteX84" fmla="*/ 4440795 w 13940157"/>
              <a:gd name="connsiteY84" fmla="*/ 7928432 h 9456078"/>
              <a:gd name="connsiteX85" fmla="*/ 4475354 w 13940157"/>
              <a:gd name="connsiteY85" fmla="*/ 7893146 h 9456078"/>
              <a:gd name="connsiteX86" fmla="*/ 4509600 w 13940157"/>
              <a:gd name="connsiteY86" fmla="*/ 7857501 h 9456078"/>
              <a:gd name="connsiteX87" fmla="*/ 4543531 w 13940157"/>
              <a:gd name="connsiteY87" fmla="*/ 7821497 h 9456078"/>
              <a:gd name="connsiteX88" fmla="*/ 4577143 w 13940157"/>
              <a:gd name="connsiteY88" fmla="*/ 7785136 h 9456078"/>
              <a:gd name="connsiteX89" fmla="*/ 4610435 w 13940157"/>
              <a:gd name="connsiteY89" fmla="*/ 7748420 h 9456078"/>
              <a:gd name="connsiteX90" fmla="*/ 4643402 w 13940157"/>
              <a:gd name="connsiteY90" fmla="*/ 7711350 h 9456078"/>
              <a:gd name="connsiteX91" fmla="*/ 4676042 w 13940157"/>
              <a:gd name="connsiteY91" fmla="*/ 7673928 h 9456078"/>
              <a:gd name="connsiteX92" fmla="*/ 4708351 w 13940157"/>
              <a:gd name="connsiteY92" fmla="*/ 7636155 h 9456078"/>
              <a:gd name="connsiteX93" fmla="*/ 4740327 w 13940157"/>
              <a:gd name="connsiteY93" fmla="*/ 7598032 h 9456078"/>
              <a:gd name="connsiteX94" fmla="*/ 4771967 w 13940157"/>
              <a:gd name="connsiteY94" fmla="*/ 7559561 h 9456078"/>
              <a:gd name="connsiteX95" fmla="*/ 4803267 w 13940157"/>
              <a:gd name="connsiteY95" fmla="*/ 7520744 h 9456078"/>
              <a:gd name="connsiteX96" fmla="*/ 4834225 w 13940157"/>
              <a:gd name="connsiteY96" fmla="*/ 7481582 h 9456078"/>
              <a:gd name="connsiteX97" fmla="*/ 4864838 w 13940157"/>
              <a:gd name="connsiteY97" fmla="*/ 7442077 h 9456078"/>
              <a:gd name="connsiteX98" fmla="*/ 8803671 w 13940157"/>
              <a:gd name="connsiteY98" fmla="*/ 2307814 h 9456078"/>
              <a:gd name="connsiteX99" fmla="*/ 8834262 w 13940157"/>
              <a:gd name="connsiteY99" fmla="*/ 2268285 h 9456078"/>
              <a:gd name="connsiteX100" fmla="*/ 8865156 w 13940157"/>
              <a:gd name="connsiteY100" fmla="*/ 2229056 h 9456078"/>
              <a:gd name="connsiteX101" fmla="*/ 8896349 w 13940157"/>
              <a:gd name="connsiteY101" fmla="*/ 2190127 h 9456078"/>
              <a:gd name="connsiteX102" fmla="*/ 8927839 w 13940157"/>
              <a:gd name="connsiteY102" fmla="*/ 2151500 h 9456078"/>
              <a:gd name="connsiteX103" fmla="*/ 8959624 w 13940157"/>
              <a:gd name="connsiteY103" fmla="*/ 2113176 h 9456078"/>
              <a:gd name="connsiteX104" fmla="*/ 8991701 w 13940157"/>
              <a:gd name="connsiteY104" fmla="*/ 2075157 h 9456078"/>
              <a:gd name="connsiteX105" fmla="*/ 9024069 w 13940157"/>
              <a:gd name="connsiteY105" fmla="*/ 2037442 h 9456078"/>
              <a:gd name="connsiteX106" fmla="*/ 9056725 w 13940157"/>
              <a:gd name="connsiteY106" fmla="*/ 2000034 h 9456078"/>
              <a:gd name="connsiteX107" fmla="*/ 9089667 w 13940157"/>
              <a:gd name="connsiteY107" fmla="*/ 1962934 h 9456078"/>
              <a:gd name="connsiteX108" fmla="*/ 9122892 w 13940157"/>
              <a:gd name="connsiteY108" fmla="*/ 1926142 h 9456078"/>
              <a:gd name="connsiteX109" fmla="*/ 9156398 w 13940157"/>
              <a:gd name="connsiteY109" fmla="*/ 1889660 h 9456078"/>
              <a:gd name="connsiteX110" fmla="*/ 9190183 w 13940157"/>
              <a:gd name="connsiteY110" fmla="*/ 1853489 h 9456078"/>
              <a:gd name="connsiteX111" fmla="*/ 9224245 w 13940157"/>
              <a:gd name="connsiteY111" fmla="*/ 1817630 h 9456078"/>
              <a:gd name="connsiteX112" fmla="*/ 9258581 w 13940157"/>
              <a:gd name="connsiteY112" fmla="*/ 1782084 h 9456078"/>
              <a:gd name="connsiteX113" fmla="*/ 9293189 w 13940157"/>
              <a:gd name="connsiteY113" fmla="*/ 1746853 h 9456078"/>
              <a:gd name="connsiteX114" fmla="*/ 9328066 w 13940157"/>
              <a:gd name="connsiteY114" fmla="*/ 1711937 h 9456078"/>
              <a:gd name="connsiteX115" fmla="*/ 9363211 w 13940157"/>
              <a:gd name="connsiteY115" fmla="*/ 1677337 h 9456078"/>
              <a:gd name="connsiteX116" fmla="*/ 9398621 w 13940157"/>
              <a:gd name="connsiteY116" fmla="*/ 1643056 h 9456078"/>
              <a:gd name="connsiteX117" fmla="*/ 9434294 w 13940157"/>
              <a:gd name="connsiteY117" fmla="*/ 1609093 h 9456078"/>
              <a:gd name="connsiteX118" fmla="*/ 9470227 w 13940157"/>
              <a:gd name="connsiteY118" fmla="*/ 1575450 h 9456078"/>
              <a:gd name="connsiteX119" fmla="*/ 9506418 w 13940157"/>
              <a:gd name="connsiteY119" fmla="*/ 1542128 h 9456078"/>
              <a:gd name="connsiteX120" fmla="*/ 9542866 w 13940157"/>
              <a:gd name="connsiteY120" fmla="*/ 1509129 h 9456078"/>
              <a:gd name="connsiteX121" fmla="*/ 9579567 w 13940157"/>
              <a:gd name="connsiteY121" fmla="*/ 1476452 h 9456078"/>
              <a:gd name="connsiteX122" fmla="*/ 9616519 w 13940157"/>
              <a:gd name="connsiteY122" fmla="*/ 1444101 h 9456078"/>
              <a:gd name="connsiteX123" fmla="*/ 9653720 w 13940157"/>
              <a:gd name="connsiteY123" fmla="*/ 1412075 h 9456078"/>
              <a:gd name="connsiteX124" fmla="*/ 9691168 w 13940157"/>
              <a:gd name="connsiteY124" fmla="*/ 1380375 h 9456078"/>
              <a:gd name="connsiteX125" fmla="*/ 9728861 w 13940157"/>
              <a:gd name="connsiteY125" fmla="*/ 1349004 h 9456078"/>
              <a:gd name="connsiteX126" fmla="*/ 9766795 w 13940157"/>
              <a:gd name="connsiteY126" fmla="*/ 1317962 h 9456078"/>
              <a:gd name="connsiteX127" fmla="*/ 9804970 w 13940157"/>
              <a:gd name="connsiteY127" fmla="*/ 1287250 h 9456078"/>
              <a:gd name="connsiteX128" fmla="*/ 9843382 w 13940157"/>
              <a:gd name="connsiteY128" fmla="*/ 1256869 h 9456078"/>
              <a:gd name="connsiteX129" fmla="*/ 9882029 w 13940157"/>
              <a:gd name="connsiteY129" fmla="*/ 1226820 h 9456078"/>
              <a:gd name="connsiteX130" fmla="*/ 9920909 w 13940157"/>
              <a:gd name="connsiteY130" fmla="*/ 1197105 h 9456078"/>
              <a:gd name="connsiteX131" fmla="*/ 9960020 w 13940157"/>
              <a:gd name="connsiteY131" fmla="*/ 1167725 h 9456078"/>
              <a:gd name="connsiteX132" fmla="*/ 9999359 w 13940157"/>
              <a:gd name="connsiteY132" fmla="*/ 1138681 h 9456078"/>
              <a:gd name="connsiteX133" fmla="*/ 10038924 w 13940157"/>
              <a:gd name="connsiteY133" fmla="*/ 1109974 h 9456078"/>
              <a:gd name="connsiteX134" fmla="*/ 10078713 w 13940157"/>
              <a:gd name="connsiteY134" fmla="*/ 1081604 h 9456078"/>
              <a:gd name="connsiteX135" fmla="*/ 10118724 w 13940157"/>
              <a:gd name="connsiteY135" fmla="*/ 1053574 h 9456078"/>
              <a:gd name="connsiteX136" fmla="*/ 10158954 w 13940157"/>
              <a:gd name="connsiteY136" fmla="*/ 1025884 h 9456078"/>
              <a:gd name="connsiteX137" fmla="*/ 10199400 w 13940157"/>
              <a:gd name="connsiteY137" fmla="*/ 998536 h 9456078"/>
              <a:gd name="connsiteX138" fmla="*/ 10240062 w 13940157"/>
              <a:gd name="connsiteY138" fmla="*/ 971530 h 9456078"/>
              <a:gd name="connsiteX139" fmla="*/ 10280935 w 13940157"/>
              <a:gd name="connsiteY139" fmla="*/ 944868 h 9456078"/>
              <a:gd name="connsiteX140" fmla="*/ 10322019 w 13940157"/>
              <a:gd name="connsiteY140" fmla="*/ 918551 h 9456078"/>
              <a:gd name="connsiteX141" fmla="*/ 10363310 w 13940157"/>
              <a:gd name="connsiteY141" fmla="*/ 892580 h 9456078"/>
              <a:gd name="connsiteX142" fmla="*/ 10404807 w 13940157"/>
              <a:gd name="connsiteY142" fmla="*/ 866956 h 9456078"/>
              <a:gd name="connsiteX143" fmla="*/ 10446507 w 13940157"/>
              <a:gd name="connsiteY143" fmla="*/ 841681 h 9456078"/>
              <a:gd name="connsiteX144" fmla="*/ 10488408 w 13940157"/>
              <a:gd name="connsiteY144" fmla="*/ 816754 h 9456078"/>
              <a:gd name="connsiteX145" fmla="*/ 10530507 w 13940157"/>
              <a:gd name="connsiteY145" fmla="*/ 792179 h 9456078"/>
              <a:gd name="connsiteX146" fmla="*/ 10572803 w 13940157"/>
              <a:gd name="connsiteY146" fmla="*/ 767955 h 9456078"/>
              <a:gd name="connsiteX147" fmla="*/ 10615292 w 13940157"/>
              <a:gd name="connsiteY147" fmla="*/ 744083 h 9456078"/>
              <a:gd name="connsiteX148" fmla="*/ 10657973 w 13940157"/>
              <a:gd name="connsiteY148" fmla="*/ 720566 h 9456078"/>
              <a:gd name="connsiteX149" fmla="*/ 10700844 w 13940157"/>
              <a:gd name="connsiteY149" fmla="*/ 697404 h 9456078"/>
              <a:gd name="connsiteX150" fmla="*/ 10743902 w 13940157"/>
              <a:gd name="connsiteY150" fmla="*/ 674598 h 9456078"/>
              <a:gd name="connsiteX151" fmla="*/ 10787144 w 13940157"/>
              <a:gd name="connsiteY151" fmla="*/ 652149 h 9456078"/>
              <a:gd name="connsiteX152" fmla="*/ 10830569 w 13940157"/>
              <a:gd name="connsiteY152" fmla="*/ 630059 h 9456078"/>
              <a:gd name="connsiteX153" fmla="*/ 10874174 w 13940157"/>
              <a:gd name="connsiteY153" fmla="*/ 608328 h 9456078"/>
              <a:gd name="connsiteX154" fmla="*/ 10917957 w 13940157"/>
              <a:gd name="connsiteY154" fmla="*/ 586958 h 9456078"/>
              <a:gd name="connsiteX155" fmla="*/ 10961916 w 13940157"/>
              <a:gd name="connsiteY155" fmla="*/ 565950 h 9456078"/>
              <a:gd name="connsiteX156" fmla="*/ 11006048 w 13940157"/>
              <a:gd name="connsiteY156" fmla="*/ 545304 h 9456078"/>
              <a:gd name="connsiteX157" fmla="*/ 11050351 w 13940157"/>
              <a:gd name="connsiteY157" fmla="*/ 525023 h 9456078"/>
              <a:gd name="connsiteX158" fmla="*/ 11094823 w 13940157"/>
              <a:gd name="connsiteY158" fmla="*/ 505107 h 9456078"/>
              <a:gd name="connsiteX159" fmla="*/ 11139461 w 13940157"/>
              <a:gd name="connsiteY159" fmla="*/ 485558 h 9456078"/>
              <a:gd name="connsiteX160" fmla="*/ 11184263 w 13940157"/>
              <a:gd name="connsiteY160" fmla="*/ 466376 h 9456078"/>
              <a:gd name="connsiteX161" fmla="*/ 11229228 w 13940157"/>
              <a:gd name="connsiteY161" fmla="*/ 447563 h 9456078"/>
              <a:gd name="connsiteX162" fmla="*/ 11274351 w 13940157"/>
              <a:gd name="connsiteY162" fmla="*/ 429119 h 9456078"/>
              <a:gd name="connsiteX163" fmla="*/ 11319632 w 13940157"/>
              <a:gd name="connsiteY163" fmla="*/ 411046 h 9456078"/>
              <a:gd name="connsiteX164" fmla="*/ 11365068 w 13940157"/>
              <a:gd name="connsiteY164" fmla="*/ 393346 h 9456078"/>
              <a:gd name="connsiteX165" fmla="*/ 11410657 w 13940157"/>
              <a:gd name="connsiteY165" fmla="*/ 376018 h 9456078"/>
              <a:gd name="connsiteX166" fmla="*/ 11456396 w 13940157"/>
              <a:gd name="connsiteY166" fmla="*/ 359065 h 9456078"/>
              <a:gd name="connsiteX167" fmla="*/ 11502283 w 13940157"/>
              <a:gd name="connsiteY167" fmla="*/ 342487 h 9456078"/>
              <a:gd name="connsiteX168" fmla="*/ 11548316 w 13940157"/>
              <a:gd name="connsiteY168" fmla="*/ 326286 h 9456078"/>
              <a:gd name="connsiteX169" fmla="*/ 11594492 w 13940157"/>
              <a:gd name="connsiteY169" fmla="*/ 310462 h 9456078"/>
              <a:gd name="connsiteX170" fmla="*/ 11640810 w 13940157"/>
              <a:gd name="connsiteY170" fmla="*/ 295018 h 9456078"/>
              <a:gd name="connsiteX171" fmla="*/ 11687267 w 13940157"/>
              <a:gd name="connsiteY171" fmla="*/ 279953 h 9456078"/>
              <a:gd name="connsiteX172" fmla="*/ 11733860 w 13940157"/>
              <a:gd name="connsiteY172" fmla="*/ 265269 h 9456078"/>
              <a:gd name="connsiteX173" fmla="*/ 11780587 w 13940157"/>
              <a:gd name="connsiteY173" fmla="*/ 250968 h 9456078"/>
              <a:gd name="connsiteX174" fmla="*/ 11827447 w 13940157"/>
              <a:gd name="connsiteY174" fmla="*/ 237049 h 9456078"/>
              <a:gd name="connsiteX175" fmla="*/ 11874436 w 13940157"/>
              <a:gd name="connsiteY175" fmla="*/ 223516 h 9456078"/>
              <a:gd name="connsiteX176" fmla="*/ 11921553 w 13940157"/>
              <a:gd name="connsiteY176" fmla="*/ 210368 h 9456078"/>
              <a:gd name="connsiteX177" fmla="*/ 11968794 w 13940157"/>
              <a:gd name="connsiteY177" fmla="*/ 197606 h 9456078"/>
              <a:gd name="connsiteX178" fmla="*/ 12016159 w 13940157"/>
              <a:gd name="connsiteY178" fmla="*/ 185233 h 9456078"/>
              <a:gd name="connsiteX179" fmla="*/ 12063644 w 13940157"/>
              <a:gd name="connsiteY179" fmla="*/ 173248 h 9456078"/>
              <a:gd name="connsiteX180" fmla="*/ 12111248 w 13940157"/>
              <a:gd name="connsiteY180" fmla="*/ 161654 h 9456078"/>
              <a:gd name="connsiteX181" fmla="*/ 12158967 w 13940157"/>
              <a:gd name="connsiteY181" fmla="*/ 150451 h 9456078"/>
              <a:gd name="connsiteX182" fmla="*/ 12206800 w 13940157"/>
              <a:gd name="connsiteY182" fmla="*/ 139640 h 9456078"/>
              <a:gd name="connsiteX183" fmla="*/ 12254745 w 13940157"/>
              <a:gd name="connsiteY183" fmla="*/ 129223 h 9456078"/>
              <a:gd name="connsiteX184" fmla="*/ 12302799 w 13940157"/>
              <a:gd name="connsiteY184" fmla="*/ 119201 h 9456078"/>
              <a:gd name="connsiteX185" fmla="*/ 12350959 w 13940157"/>
              <a:gd name="connsiteY185" fmla="*/ 109574 h 9456078"/>
              <a:gd name="connsiteX186" fmla="*/ 12399224 w 13940157"/>
              <a:gd name="connsiteY186" fmla="*/ 100344 h 9456078"/>
              <a:gd name="connsiteX187" fmla="*/ 12447591 w 13940157"/>
              <a:gd name="connsiteY187" fmla="*/ 91512 h 9456078"/>
              <a:gd name="connsiteX188" fmla="*/ 12496058 w 13940157"/>
              <a:gd name="connsiteY188" fmla="*/ 83080 h 9456078"/>
              <a:gd name="connsiteX189" fmla="*/ 12544623 w 13940157"/>
              <a:gd name="connsiteY189" fmla="*/ 75047 h 9456078"/>
              <a:gd name="connsiteX190" fmla="*/ 12593283 w 13940157"/>
              <a:gd name="connsiteY190" fmla="*/ 67417 h 9456078"/>
              <a:gd name="connsiteX191" fmla="*/ 12642036 w 13940157"/>
              <a:gd name="connsiteY191" fmla="*/ 60188 h 9456078"/>
              <a:gd name="connsiteX192" fmla="*/ 12690879 w 13940157"/>
              <a:gd name="connsiteY192" fmla="*/ 53364 h 9456078"/>
              <a:gd name="connsiteX193" fmla="*/ 12739811 w 13940157"/>
              <a:gd name="connsiteY193" fmla="*/ 46944 h 9456078"/>
              <a:gd name="connsiteX194" fmla="*/ 12788830 w 13940157"/>
              <a:gd name="connsiteY194" fmla="*/ 40931 h 9456078"/>
              <a:gd name="connsiteX195" fmla="*/ 12837932 w 13940157"/>
              <a:gd name="connsiteY195" fmla="*/ 35324 h 9456078"/>
              <a:gd name="connsiteX196" fmla="*/ 12887116 w 13940157"/>
              <a:gd name="connsiteY196" fmla="*/ 30126 h 9456078"/>
              <a:gd name="connsiteX197" fmla="*/ 12936379 w 13940157"/>
              <a:gd name="connsiteY197" fmla="*/ 25337 h 9456078"/>
              <a:gd name="connsiteX198" fmla="*/ 12985719 w 13940157"/>
              <a:gd name="connsiteY198" fmla="*/ 20958 h 9456078"/>
              <a:gd name="connsiteX199" fmla="*/ 13035133 w 13940157"/>
              <a:gd name="connsiteY199" fmla="*/ 16991 h 9456078"/>
              <a:gd name="connsiteX200" fmla="*/ 13084620 w 13940157"/>
              <a:gd name="connsiteY200" fmla="*/ 13437 h 9456078"/>
              <a:gd name="connsiteX201" fmla="*/ 13134178 w 13940157"/>
              <a:gd name="connsiteY201" fmla="*/ 10297 h 9456078"/>
              <a:gd name="connsiteX202" fmla="*/ 13183803 w 13940157"/>
              <a:gd name="connsiteY202" fmla="*/ 7572 h 9456078"/>
              <a:gd name="connsiteX203" fmla="*/ 13233493 w 13940157"/>
              <a:gd name="connsiteY203" fmla="*/ 5263 h 9456078"/>
              <a:gd name="connsiteX204" fmla="*/ 13283247 w 13940157"/>
              <a:gd name="connsiteY204" fmla="*/ 3371 h 9456078"/>
              <a:gd name="connsiteX205" fmla="*/ 13333061 w 13940157"/>
              <a:gd name="connsiteY205" fmla="*/ 1898 h 9456078"/>
              <a:gd name="connsiteX206" fmla="*/ 13382934 w 13940157"/>
              <a:gd name="connsiteY206" fmla="*/ 844 h 9456078"/>
              <a:gd name="connsiteX207" fmla="*/ 13432864 w 13940157"/>
              <a:gd name="connsiteY207" fmla="*/ 211 h 9456078"/>
              <a:gd name="connsiteX208" fmla="*/ 13482847 w 13940157"/>
              <a:gd name="connsiteY208" fmla="*/ 0 h 9456078"/>
              <a:gd name="connsiteX209" fmla="*/ 13940158 w 13940157"/>
              <a:gd name="connsiteY209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49234 w 13158799"/>
              <a:gd name="connsiteY5" fmla="*/ 9450052 h 9456078"/>
              <a:gd name="connsiteX6" fmla="*/ 298870 w 13158799"/>
              <a:gd name="connsiteY6" fmla="*/ 9447409 h 9456078"/>
              <a:gd name="connsiteX7" fmla="*/ 348429 w 13158799"/>
              <a:gd name="connsiteY7" fmla="*/ 9444290 h 9456078"/>
              <a:gd name="connsiteX8" fmla="*/ 397907 w 13158799"/>
              <a:gd name="connsiteY8" fmla="*/ 9440698 h 9456078"/>
              <a:gd name="connsiteX9" fmla="*/ 447302 w 13158799"/>
              <a:gd name="connsiteY9" fmla="*/ 9436632 h 9456078"/>
              <a:gd name="connsiteX10" fmla="*/ 496610 w 13158799"/>
              <a:gd name="connsiteY10" fmla="*/ 9432096 h 9456078"/>
              <a:gd name="connsiteX11" fmla="*/ 545829 w 13158799"/>
              <a:gd name="connsiteY11" fmla="*/ 9427089 h 9456078"/>
              <a:gd name="connsiteX12" fmla="*/ 594956 w 13158799"/>
              <a:gd name="connsiteY12" fmla="*/ 9421615 h 9456078"/>
              <a:gd name="connsiteX13" fmla="*/ 643987 w 13158799"/>
              <a:gd name="connsiteY13" fmla="*/ 9415673 h 9456078"/>
              <a:gd name="connsiteX14" fmla="*/ 692920 w 13158799"/>
              <a:gd name="connsiteY14" fmla="*/ 9409267 h 9456078"/>
              <a:gd name="connsiteX15" fmla="*/ 741751 w 13158799"/>
              <a:gd name="connsiteY15" fmla="*/ 9402396 h 9456078"/>
              <a:gd name="connsiteX16" fmla="*/ 790478 w 13158799"/>
              <a:gd name="connsiteY16" fmla="*/ 9395063 h 9456078"/>
              <a:gd name="connsiteX17" fmla="*/ 839098 w 13158799"/>
              <a:gd name="connsiteY17" fmla="*/ 9387270 h 9456078"/>
              <a:gd name="connsiteX18" fmla="*/ 887607 w 13158799"/>
              <a:gd name="connsiteY18" fmla="*/ 9379017 h 9456078"/>
              <a:gd name="connsiteX19" fmla="*/ 936002 w 13158799"/>
              <a:gd name="connsiteY19" fmla="*/ 9370306 h 9456078"/>
              <a:gd name="connsiteX20" fmla="*/ 984281 w 13158799"/>
              <a:gd name="connsiteY20" fmla="*/ 9361139 h 9456078"/>
              <a:gd name="connsiteX21" fmla="*/ 1032440 w 13158799"/>
              <a:gd name="connsiteY21" fmla="*/ 9351517 h 9456078"/>
              <a:gd name="connsiteX22" fmla="*/ 1080477 w 13158799"/>
              <a:gd name="connsiteY22" fmla="*/ 9341441 h 9456078"/>
              <a:gd name="connsiteX23" fmla="*/ 1128389 w 13158799"/>
              <a:gd name="connsiteY23" fmla="*/ 9330914 h 9456078"/>
              <a:gd name="connsiteX24" fmla="*/ 1176172 w 13158799"/>
              <a:gd name="connsiteY24" fmla="*/ 9319936 h 9456078"/>
              <a:gd name="connsiteX25" fmla="*/ 1223823 w 13158799"/>
              <a:gd name="connsiteY25" fmla="*/ 9308509 h 9456078"/>
              <a:gd name="connsiteX26" fmla="*/ 1271339 w 13158799"/>
              <a:gd name="connsiteY26" fmla="*/ 9296635 h 9456078"/>
              <a:gd name="connsiteX27" fmla="*/ 1318719 w 13158799"/>
              <a:gd name="connsiteY27" fmla="*/ 9284315 h 9456078"/>
              <a:gd name="connsiteX28" fmla="*/ 1365957 w 13158799"/>
              <a:gd name="connsiteY28" fmla="*/ 9271550 h 9456078"/>
              <a:gd name="connsiteX29" fmla="*/ 1413052 w 13158799"/>
              <a:gd name="connsiteY29" fmla="*/ 9258342 h 9456078"/>
              <a:gd name="connsiteX30" fmla="*/ 1460000 w 13158799"/>
              <a:gd name="connsiteY30" fmla="*/ 9244693 h 9456078"/>
              <a:gd name="connsiteX31" fmla="*/ 1506799 w 13158799"/>
              <a:gd name="connsiteY31" fmla="*/ 9230604 h 9456078"/>
              <a:gd name="connsiteX32" fmla="*/ 1553445 w 13158799"/>
              <a:gd name="connsiteY32" fmla="*/ 9216076 h 9456078"/>
              <a:gd name="connsiteX33" fmla="*/ 1599935 w 13158799"/>
              <a:gd name="connsiteY33" fmla="*/ 9201111 h 9456078"/>
              <a:gd name="connsiteX34" fmla="*/ 1646267 w 13158799"/>
              <a:gd name="connsiteY34" fmla="*/ 9185710 h 9456078"/>
              <a:gd name="connsiteX35" fmla="*/ 1692437 w 13158799"/>
              <a:gd name="connsiteY35" fmla="*/ 9169876 h 9456078"/>
              <a:gd name="connsiteX36" fmla="*/ 1738442 w 13158799"/>
              <a:gd name="connsiteY36" fmla="*/ 9153608 h 9456078"/>
              <a:gd name="connsiteX37" fmla="*/ 1784280 w 13158799"/>
              <a:gd name="connsiteY37" fmla="*/ 9136910 h 9456078"/>
              <a:gd name="connsiteX38" fmla="*/ 1829947 w 13158799"/>
              <a:gd name="connsiteY38" fmla="*/ 9119782 h 9456078"/>
              <a:gd name="connsiteX39" fmla="*/ 1875440 w 13158799"/>
              <a:gd name="connsiteY39" fmla="*/ 9102226 h 9456078"/>
              <a:gd name="connsiteX40" fmla="*/ 1920756 w 13158799"/>
              <a:gd name="connsiteY40" fmla="*/ 9084243 h 9456078"/>
              <a:gd name="connsiteX41" fmla="*/ 1965893 w 13158799"/>
              <a:gd name="connsiteY41" fmla="*/ 9065835 h 9456078"/>
              <a:gd name="connsiteX42" fmla="*/ 2010847 w 13158799"/>
              <a:gd name="connsiteY42" fmla="*/ 9047004 h 9456078"/>
              <a:gd name="connsiteX43" fmla="*/ 2055615 w 13158799"/>
              <a:gd name="connsiteY43" fmla="*/ 9027750 h 9456078"/>
              <a:gd name="connsiteX44" fmla="*/ 2100195 w 13158799"/>
              <a:gd name="connsiteY44" fmla="*/ 9008075 h 9456078"/>
              <a:gd name="connsiteX45" fmla="*/ 2144582 w 13158799"/>
              <a:gd name="connsiteY45" fmla="*/ 8987981 h 9456078"/>
              <a:gd name="connsiteX46" fmla="*/ 2188775 w 13158799"/>
              <a:gd name="connsiteY46" fmla="*/ 8967470 h 9456078"/>
              <a:gd name="connsiteX47" fmla="*/ 2232770 w 13158799"/>
              <a:gd name="connsiteY47" fmla="*/ 8946542 h 9456078"/>
              <a:gd name="connsiteX48" fmla="*/ 2276564 w 13158799"/>
              <a:gd name="connsiteY48" fmla="*/ 8925199 h 9456078"/>
              <a:gd name="connsiteX49" fmla="*/ 2320154 w 13158799"/>
              <a:gd name="connsiteY49" fmla="*/ 8903443 h 9456078"/>
              <a:gd name="connsiteX50" fmla="*/ 2363538 w 13158799"/>
              <a:gd name="connsiteY50" fmla="*/ 8881275 h 9456078"/>
              <a:gd name="connsiteX51" fmla="*/ 2406711 w 13158799"/>
              <a:gd name="connsiteY51" fmla="*/ 8858697 h 9456078"/>
              <a:gd name="connsiteX52" fmla="*/ 2449672 w 13158799"/>
              <a:gd name="connsiteY52" fmla="*/ 8835710 h 9456078"/>
              <a:gd name="connsiteX53" fmla="*/ 2492417 w 13158799"/>
              <a:gd name="connsiteY53" fmla="*/ 8812316 h 9456078"/>
              <a:gd name="connsiteX54" fmla="*/ 2534943 w 13158799"/>
              <a:gd name="connsiteY54" fmla="*/ 8788516 h 9456078"/>
              <a:gd name="connsiteX55" fmla="*/ 2577247 w 13158799"/>
              <a:gd name="connsiteY55" fmla="*/ 8764311 h 9456078"/>
              <a:gd name="connsiteX56" fmla="*/ 2619326 w 13158799"/>
              <a:gd name="connsiteY56" fmla="*/ 8739704 h 9456078"/>
              <a:gd name="connsiteX57" fmla="*/ 2661177 w 13158799"/>
              <a:gd name="connsiteY57" fmla="*/ 8714695 h 9456078"/>
              <a:gd name="connsiteX58" fmla="*/ 2702797 w 13158799"/>
              <a:gd name="connsiteY58" fmla="*/ 8689286 h 9456078"/>
              <a:gd name="connsiteX59" fmla="*/ 2744183 w 13158799"/>
              <a:gd name="connsiteY59" fmla="*/ 8663479 h 9456078"/>
              <a:gd name="connsiteX60" fmla="*/ 2785333 w 13158799"/>
              <a:gd name="connsiteY60" fmla="*/ 8637274 h 9456078"/>
              <a:gd name="connsiteX61" fmla="*/ 2826242 w 13158799"/>
              <a:gd name="connsiteY61" fmla="*/ 8610675 h 9456078"/>
              <a:gd name="connsiteX62" fmla="*/ 2866908 w 13158799"/>
              <a:gd name="connsiteY62" fmla="*/ 8583681 h 9456078"/>
              <a:gd name="connsiteX63" fmla="*/ 2907329 w 13158799"/>
              <a:gd name="connsiteY63" fmla="*/ 8556295 h 9456078"/>
              <a:gd name="connsiteX64" fmla="*/ 2947500 w 13158799"/>
              <a:gd name="connsiteY64" fmla="*/ 8528517 h 9456078"/>
              <a:gd name="connsiteX65" fmla="*/ 2987419 w 13158799"/>
              <a:gd name="connsiteY65" fmla="*/ 8500351 h 9456078"/>
              <a:gd name="connsiteX66" fmla="*/ 3027083 w 13158799"/>
              <a:gd name="connsiteY66" fmla="*/ 8471796 h 9456078"/>
              <a:gd name="connsiteX67" fmla="*/ 3066489 w 13158799"/>
              <a:gd name="connsiteY67" fmla="*/ 8442854 h 9456078"/>
              <a:gd name="connsiteX68" fmla="*/ 3105634 w 13158799"/>
              <a:gd name="connsiteY68" fmla="*/ 8413528 h 9456078"/>
              <a:gd name="connsiteX69" fmla="*/ 3144515 w 13158799"/>
              <a:gd name="connsiteY69" fmla="*/ 8383818 h 9456078"/>
              <a:gd name="connsiteX70" fmla="*/ 3183129 w 13158799"/>
              <a:gd name="connsiteY70" fmla="*/ 8353726 h 9456078"/>
              <a:gd name="connsiteX71" fmla="*/ 3221473 w 13158799"/>
              <a:gd name="connsiteY71" fmla="*/ 8323253 h 9456078"/>
              <a:gd name="connsiteX72" fmla="*/ 3259544 w 13158799"/>
              <a:gd name="connsiteY72" fmla="*/ 8292401 h 9456078"/>
              <a:gd name="connsiteX73" fmla="*/ 3297339 w 13158799"/>
              <a:gd name="connsiteY73" fmla="*/ 8261172 h 9456078"/>
              <a:gd name="connsiteX74" fmla="*/ 3334854 w 13158799"/>
              <a:gd name="connsiteY74" fmla="*/ 8229566 h 9456078"/>
              <a:gd name="connsiteX75" fmla="*/ 3372087 w 13158799"/>
              <a:gd name="connsiteY75" fmla="*/ 8197585 h 9456078"/>
              <a:gd name="connsiteX76" fmla="*/ 3409035 w 13158799"/>
              <a:gd name="connsiteY76" fmla="*/ 8165232 h 9456078"/>
              <a:gd name="connsiteX77" fmla="*/ 3445695 w 13158799"/>
              <a:gd name="connsiteY77" fmla="*/ 8132507 h 9456078"/>
              <a:gd name="connsiteX78" fmla="*/ 3482064 w 13158799"/>
              <a:gd name="connsiteY78" fmla="*/ 8099411 h 9456078"/>
              <a:gd name="connsiteX79" fmla="*/ 3518139 w 13158799"/>
              <a:gd name="connsiteY79" fmla="*/ 8065947 h 9456078"/>
              <a:gd name="connsiteX80" fmla="*/ 3553916 w 13158799"/>
              <a:gd name="connsiteY80" fmla="*/ 8032115 h 9456078"/>
              <a:gd name="connsiteX81" fmla="*/ 3589393 w 13158799"/>
              <a:gd name="connsiteY81" fmla="*/ 7997918 h 9456078"/>
              <a:gd name="connsiteX82" fmla="*/ 3624567 w 13158799"/>
              <a:gd name="connsiteY82" fmla="*/ 7963356 h 9456078"/>
              <a:gd name="connsiteX83" fmla="*/ 3659435 w 13158799"/>
              <a:gd name="connsiteY83" fmla="*/ 7928432 h 9456078"/>
              <a:gd name="connsiteX84" fmla="*/ 3693994 w 13158799"/>
              <a:gd name="connsiteY84" fmla="*/ 7893146 h 9456078"/>
              <a:gd name="connsiteX85" fmla="*/ 3728240 w 13158799"/>
              <a:gd name="connsiteY85" fmla="*/ 7857501 h 9456078"/>
              <a:gd name="connsiteX86" fmla="*/ 3762171 w 13158799"/>
              <a:gd name="connsiteY86" fmla="*/ 7821497 h 9456078"/>
              <a:gd name="connsiteX87" fmla="*/ 3795783 w 13158799"/>
              <a:gd name="connsiteY87" fmla="*/ 7785136 h 9456078"/>
              <a:gd name="connsiteX88" fmla="*/ 3829075 w 13158799"/>
              <a:gd name="connsiteY88" fmla="*/ 7748420 h 9456078"/>
              <a:gd name="connsiteX89" fmla="*/ 3862042 w 13158799"/>
              <a:gd name="connsiteY89" fmla="*/ 7711350 h 9456078"/>
              <a:gd name="connsiteX90" fmla="*/ 3894682 w 13158799"/>
              <a:gd name="connsiteY90" fmla="*/ 7673928 h 9456078"/>
              <a:gd name="connsiteX91" fmla="*/ 3926991 w 13158799"/>
              <a:gd name="connsiteY91" fmla="*/ 7636155 h 9456078"/>
              <a:gd name="connsiteX92" fmla="*/ 3958967 w 13158799"/>
              <a:gd name="connsiteY92" fmla="*/ 7598032 h 9456078"/>
              <a:gd name="connsiteX93" fmla="*/ 3990607 w 13158799"/>
              <a:gd name="connsiteY93" fmla="*/ 7559561 h 9456078"/>
              <a:gd name="connsiteX94" fmla="*/ 4021907 w 13158799"/>
              <a:gd name="connsiteY94" fmla="*/ 7520744 h 9456078"/>
              <a:gd name="connsiteX95" fmla="*/ 4052865 w 13158799"/>
              <a:gd name="connsiteY95" fmla="*/ 7481582 h 9456078"/>
              <a:gd name="connsiteX96" fmla="*/ 4083478 w 13158799"/>
              <a:gd name="connsiteY96" fmla="*/ 7442077 h 9456078"/>
              <a:gd name="connsiteX97" fmla="*/ 8022311 w 13158799"/>
              <a:gd name="connsiteY97" fmla="*/ 2307814 h 9456078"/>
              <a:gd name="connsiteX98" fmla="*/ 8052902 w 13158799"/>
              <a:gd name="connsiteY98" fmla="*/ 2268285 h 9456078"/>
              <a:gd name="connsiteX99" fmla="*/ 8083796 w 13158799"/>
              <a:gd name="connsiteY99" fmla="*/ 2229056 h 9456078"/>
              <a:gd name="connsiteX100" fmla="*/ 8114989 w 13158799"/>
              <a:gd name="connsiteY100" fmla="*/ 2190127 h 9456078"/>
              <a:gd name="connsiteX101" fmla="*/ 8146479 w 13158799"/>
              <a:gd name="connsiteY101" fmla="*/ 2151500 h 9456078"/>
              <a:gd name="connsiteX102" fmla="*/ 8178264 w 13158799"/>
              <a:gd name="connsiteY102" fmla="*/ 2113176 h 9456078"/>
              <a:gd name="connsiteX103" fmla="*/ 8210341 w 13158799"/>
              <a:gd name="connsiteY103" fmla="*/ 2075157 h 9456078"/>
              <a:gd name="connsiteX104" fmla="*/ 8242709 w 13158799"/>
              <a:gd name="connsiteY104" fmla="*/ 2037442 h 9456078"/>
              <a:gd name="connsiteX105" fmla="*/ 8275365 w 13158799"/>
              <a:gd name="connsiteY105" fmla="*/ 2000034 h 9456078"/>
              <a:gd name="connsiteX106" fmla="*/ 8308307 w 13158799"/>
              <a:gd name="connsiteY106" fmla="*/ 1962934 h 9456078"/>
              <a:gd name="connsiteX107" fmla="*/ 8341532 w 13158799"/>
              <a:gd name="connsiteY107" fmla="*/ 1926142 h 9456078"/>
              <a:gd name="connsiteX108" fmla="*/ 8375038 w 13158799"/>
              <a:gd name="connsiteY108" fmla="*/ 1889660 h 9456078"/>
              <a:gd name="connsiteX109" fmla="*/ 8408823 w 13158799"/>
              <a:gd name="connsiteY109" fmla="*/ 1853489 h 9456078"/>
              <a:gd name="connsiteX110" fmla="*/ 8442885 w 13158799"/>
              <a:gd name="connsiteY110" fmla="*/ 1817630 h 9456078"/>
              <a:gd name="connsiteX111" fmla="*/ 8477221 w 13158799"/>
              <a:gd name="connsiteY111" fmla="*/ 1782084 h 9456078"/>
              <a:gd name="connsiteX112" fmla="*/ 8511829 w 13158799"/>
              <a:gd name="connsiteY112" fmla="*/ 1746853 h 9456078"/>
              <a:gd name="connsiteX113" fmla="*/ 8546706 w 13158799"/>
              <a:gd name="connsiteY113" fmla="*/ 1711937 h 9456078"/>
              <a:gd name="connsiteX114" fmla="*/ 8581851 w 13158799"/>
              <a:gd name="connsiteY114" fmla="*/ 1677337 h 9456078"/>
              <a:gd name="connsiteX115" fmla="*/ 8617261 w 13158799"/>
              <a:gd name="connsiteY115" fmla="*/ 1643056 h 9456078"/>
              <a:gd name="connsiteX116" fmla="*/ 8652934 w 13158799"/>
              <a:gd name="connsiteY116" fmla="*/ 1609093 h 9456078"/>
              <a:gd name="connsiteX117" fmla="*/ 8688867 w 13158799"/>
              <a:gd name="connsiteY117" fmla="*/ 1575450 h 9456078"/>
              <a:gd name="connsiteX118" fmla="*/ 8725058 w 13158799"/>
              <a:gd name="connsiteY118" fmla="*/ 1542128 h 9456078"/>
              <a:gd name="connsiteX119" fmla="*/ 8761506 w 13158799"/>
              <a:gd name="connsiteY119" fmla="*/ 1509129 h 9456078"/>
              <a:gd name="connsiteX120" fmla="*/ 8798207 w 13158799"/>
              <a:gd name="connsiteY120" fmla="*/ 1476452 h 9456078"/>
              <a:gd name="connsiteX121" fmla="*/ 8835159 w 13158799"/>
              <a:gd name="connsiteY121" fmla="*/ 1444101 h 9456078"/>
              <a:gd name="connsiteX122" fmla="*/ 8872360 w 13158799"/>
              <a:gd name="connsiteY122" fmla="*/ 1412075 h 9456078"/>
              <a:gd name="connsiteX123" fmla="*/ 8909808 w 13158799"/>
              <a:gd name="connsiteY123" fmla="*/ 1380375 h 9456078"/>
              <a:gd name="connsiteX124" fmla="*/ 8947501 w 13158799"/>
              <a:gd name="connsiteY124" fmla="*/ 1349004 h 9456078"/>
              <a:gd name="connsiteX125" fmla="*/ 8985435 w 13158799"/>
              <a:gd name="connsiteY125" fmla="*/ 1317962 h 9456078"/>
              <a:gd name="connsiteX126" fmla="*/ 9023610 w 13158799"/>
              <a:gd name="connsiteY126" fmla="*/ 1287250 h 9456078"/>
              <a:gd name="connsiteX127" fmla="*/ 9062022 w 13158799"/>
              <a:gd name="connsiteY127" fmla="*/ 1256869 h 9456078"/>
              <a:gd name="connsiteX128" fmla="*/ 9100669 w 13158799"/>
              <a:gd name="connsiteY128" fmla="*/ 1226820 h 9456078"/>
              <a:gd name="connsiteX129" fmla="*/ 9139549 w 13158799"/>
              <a:gd name="connsiteY129" fmla="*/ 1197105 h 9456078"/>
              <a:gd name="connsiteX130" fmla="*/ 9178660 w 13158799"/>
              <a:gd name="connsiteY130" fmla="*/ 1167725 h 9456078"/>
              <a:gd name="connsiteX131" fmla="*/ 9217999 w 13158799"/>
              <a:gd name="connsiteY131" fmla="*/ 1138681 h 9456078"/>
              <a:gd name="connsiteX132" fmla="*/ 9257564 w 13158799"/>
              <a:gd name="connsiteY132" fmla="*/ 1109974 h 9456078"/>
              <a:gd name="connsiteX133" fmla="*/ 9297353 w 13158799"/>
              <a:gd name="connsiteY133" fmla="*/ 1081604 h 9456078"/>
              <a:gd name="connsiteX134" fmla="*/ 9337364 w 13158799"/>
              <a:gd name="connsiteY134" fmla="*/ 1053574 h 9456078"/>
              <a:gd name="connsiteX135" fmla="*/ 9377594 w 13158799"/>
              <a:gd name="connsiteY135" fmla="*/ 1025884 h 9456078"/>
              <a:gd name="connsiteX136" fmla="*/ 9418040 w 13158799"/>
              <a:gd name="connsiteY136" fmla="*/ 998536 h 9456078"/>
              <a:gd name="connsiteX137" fmla="*/ 9458702 w 13158799"/>
              <a:gd name="connsiteY137" fmla="*/ 971530 h 9456078"/>
              <a:gd name="connsiteX138" fmla="*/ 9499575 w 13158799"/>
              <a:gd name="connsiteY138" fmla="*/ 944868 h 9456078"/>
              <a:gd name="connsiteX139" fmla="*/ 9540659 w 13158799"/>
              <a:gd name="connsiteY139" fmla="*/ 918551 h 9456078"/>
              <a:gd name="connsiteX140" fmla="*/ 9581950 w 13158799"/>
              <a:gd name="connsiteY140" fmla="*/ 892580 h 9456078"/>
              <a:gd name="connsiteX141" fmla="*/ 9623447 w 13158799"/>
              <a:gd name="connsiteY141" fmla="*/ 866956 h 9456078"/>
              <a:gd name="connsiteX142" fmla="*/ 9665147 w 13158799"/>
              <a:gd name="connsiteY142" fmla="*/ 841681 h 9456078"/>
              <a:gd name="connsiteX143" fmla="*/ 9707048 w 13158799"/>
              <a:gd name="connsiteY143" fmla="*/ 816754 h 9456078"/>
              <a:gd name="connsiteX144" fmla="*/ 9749147 w 13158799"/>
              <a:gd name="connsiteY144" fmla="*/ 792179 h 9456078"/>
              <a:gd name="connsiteX145" fmla="*/ 9791443 w 13158799"/>
              <a:gd name="connsiteY145" fmla="*/ 767955 h 9456078"/>
              <a:gd name="connsiteX146" fmla="*/ 9833932 w 13158799"/>
              <a:gd name="connsiteY146" fmla="*/ 744083 h 9456078"/>
              <a:gd name="connsiteX147" fmla="*/ 9876613 w 13158799"/>
              <a:gd name="connsiteY147" fmla="*/ 720566 h 9456078"/>
              <a:gd name="connsiteX148" fmla="*/ 9919484 w 13158799"/>
              <a:gd name="connsiteY148" fmla="*/ 697404 h 9456078"/>
              <a:gd name="connsiteX149" fmla="*/ 9962542 w 13158799"/>
              <a:gd name="connsiteY149" fmla="*/ 674598 h 9456078"/>
              <a:gd name="connsiteX150" fmla="*/ 10005784 w 13158799"/>
              <a:gd name="connsiteY150" fmla="*/ 652149 h 9456078"/>
              <a:gd name="connsiteX151" fmla="*/ 10049209 w 13158799"/>
              <a:gd name="connsiteY151" fmla="*/ 630059 h 9456078"/>
              <a:gd name="connsiteX152" fmla="*/ 10092814 w 13158799"/>
              <a:gd name="connsiteY152" fmla="*/ 608328 h 9456078"/>
              <a:gd name="connsiteX153" fmla="*/ 10136597 w 13158799"/>
              <a:gd name="connsiteY153" fmla="*/ 586958 h 9456078"/>
              <a:gd name="connsiteX154" fmla="*/ 10180556 w 13158799"/>
              <a:gd name="connsiteY154" fmla="*/ 565950 h 9456078"/>
              <a:gd name="connsiteX155" fmla="*/ 10224688 w 13158799"/>
              <a:gd name="connsiteY155" fmla="*/ 545304 h 9456078"/>
              <a:gd name="connsiteX156" fmla="*/ 10268991 w 13158799"/>
              <a:gd name="connsiteY156" fmla="*/ 525023 h 9456078"/>
              <a:gd name="connsiteX157" fmla="*/ 10313463 w 13158799"/>
              <a:gd name="connsiteY157" fmla="*/ 505107 h 9456078"/>
              <a:gd name="connsiteX158" fmla="*/ 10358101 w 13158799"/>
              <a:gd name="connsiteY158" fmla="*/ 485558 h 9456078"/>
              <a:gd name="connsiteX159" fmla="*/ 10402903 w 13158799"/>
              <a:gd name="connsiteY159" fmla="*/ 466376 h 9456078"/>
              <a:gd name="connsiteX160" fmla="*/ 10447868 w 13158799"/>
              <a:gd name="connsiteY160" fmla="*/ 447563 h 9456078"/>
              <a:gd name="connsiteX161" fmla="*/ 10492991 w 13158799"/>
              <a:gd name="connsiteY161" fmla="*/ 429119 h 9456078"/>
              <a:gd name="connsiteX162" fmla="*/ 10538272 w 13158799"/>
              <a:gd name="connsiteY162" fmla="*/ 411046 h 9456078"/>
              <a:gd name="connsiteX163" fmla="*/ 10583708 w 13158799"/>
              <a:gd name="connsiteY163" fmla="*/ 393346 h 9456078"/>
              <a:gd name="connsiteX164" fmla="*/ 10629297 w 13158799"/>
              <a:gd name="connsiteY164" fmla="*/ 376018 h 9456078"/>
              <a:gd name="connsiteX165" fmla="*/ 10675036 w 13158799"/>
              <a:gd name="connsiteY165" fmla="*/ 359065 h 9456078"/>
              <a:gd name="connsiteX166" fmla="*/ 10720923 w 13158799"/>
              <a:gd name="connsiteY166" fmla="*/ 342487 h 9456078"/>
              <a:gd name="connsiteX167" fmla="*/ 10766956 w 13158799"/>
              <a:gd name="connsiteY167" fmla="*/ 326286 h 9456078"/>
              <a:gd name="connsiteX168" fmla="*/ 10813132 w 13158799"/>
              <a:gd name="connsiteY168" fmla="*/ 310462 h 9456078"/>
              <a:gd name="connsiteX169" fmla="*/ 10859450 w 13158799"/>
              <a:gd name="connsiteY169" fmla="*/ 295018 h 9456078"/>
              <a:gd name="connsiteX170" fmla="*/ 10905907 w 13158799"/>
              <a:gd name="connsiteY170" fmla="*/ 279953 h 9456078"/>
              <a:gd name="connsiteX171" fmla="*/ 10952500 w 13158799"/>
              <a:gd name="connsiteY171" fmla="*/ 265269 h 9456078"/>
              <a:gd name="connsiteX172" fmla="*/ 10999227 w 13158799"/>
              <a:gd name="connsiteY172" fmla="*/ 250968 h 9456078"/>
              <a:gd name="connsiteX173" fmla="*/ 11046087 w 13158799"/>
              <a:gd name="connsiteY173" fmla="*/ 237049 h 9456078"/>
              <a:gd name="connsiteX174" fmla="*/ 11093076 w 13158799"/>
              <a:gd name="connsiteY174" fmla="*/ 223516 h 9456078"/>
              <a:gd name="connsiteX175" fmla="*/ 11140193 w 13158799"/>
              <a:gd name="connsiteY175" fmla="*/ 210368 h 9456078"/>
              <a:gd name="connsiteX176" fmla="*/ 11187434 w 13158799"/>
              <a:gd name="connsiteY176" fmla="*/ 197606 h 9456078"/>
              <a:gd name="connsiteX177" fmla="*/ 11234799 w 13158799"/>
              <a:gd name="connsiteY177" fmla="*/ 185233 h 9456078"/>
              <a:gd name="connsiteX178" fmla="*/ 11282284 w 13158799"/>
              <a:gd name="connsiteY178" fmla="*/ 173248 h 9456078"/>
              <a:gd name="connsiteX179" fmla="*/ 11329888 w 13158799"/>
              <a:gd name="connsiteY179" fmla="*/ 161654 h 9456078"/>
              <a:gd name="connsiteX180" fmla="*/ 11377607 w 13158799"/>
              <a:gd name="connsiteY180" fmla="*/ 150451 h 9456078"/>
              <a:gd name="connsiteX181" fmla="*/ 11425440 w 13158799"/>
              <a:gd name="connsiteY181" fmla="*/ 139640 h 9456078"/>
              <a:gd name="connsiteX182" fmla="*/ 11473385 w 13158799"/>
              <a:gd name="connsiteY182" fmla="*/ 129223 h 9456078"/>
              <a:gd name="connsiteX183" fmla="*/ 11521439 w 13158799"/>
              <a:gd name="connsiteY183" fmla="*/ 119201 h 9456078"/>
              <a:gd name="connsiteX184" fmla="*/ 11569599 w 13158799"/>
              <a:gd name="connsiteY184" fmla="*/ 109574 h 9456078"/>
              <a:gd name="connsiteX185" fmla="*/ 11617864 w 13158799"/>
              <a:gd name="connsiteY185" fmla="*/ 100344 h 9456078"/>
              <a:gd name="connsiteX186" fmla="*/ 11666231 w 13158799"/>
              <a:gd name="connsiteY186" fmla="*/ 91512 h 9456078"/>
              <a:gd name="connsiteX187" fmla="*/ 11714698 w 13158799"/>
              <a:gd name="connsiteY187" fmla="*/ 83080 h 9456078"/>
              <a:gd name="connsiteX188" fmla="*/ 11763263 w 13158799"/>
              <a:gd name="connsiteY188" fmla="*/ 75047 h 9456078"/>
              <a:gd name="connsiteX189" fmla="*/ 11811923 w 13158799"/>
              <a:gd name="connsiteY189" fmla="*/ 67417 h 9456078"/>
              <a:gd name="connsiteX190" fmla="*/ 11860676 w 13158799"/>
              <a:gd name="connsiteY190" fmla="*/ 60188 h 9456078"/>
              <a:gd name="connsiteX191" fmla="*/ 11909519 w 13158799"/>
              <a:gd name="connsiteY191" fmla="*/ 53364 h 9456078"/>
              <a:gd name="connsiteX192" fmla="*/ 11958451 w 13158799"/>
              <a:gd name="connsiteY192" fmla="*/ 46944 h 9456078"/>
              <a:gd name="connsiteX193" fmla="*/ 12007470 w 13158799"/>
              <a:gd name="connsiteY193" fmla="*/ 40931 h 9456078"/>
              <a:gd name="connsiteX194" fmla="*/ 12056572 w 13158799"/>
              <a:gd name="connsiteY194" fmla="*/ 35324 h 9456078"/>
              <a:gd name="connsiteX195" fmla="*/ 12105756 w 13158799"/>
              <a:gd name="connsiteY195" fmla="*/ 30126 h 9456078"/>
              <a:gd name="connsiteX196" fmla="*/ 12155019 w 13158799"/>
              <a:gd name="connsiteY196" fmla="*/ 25337 h 9456078"/>
              <a:gd name="connsiteX197" fmla="*/ 12204359 w 13158799"/>
              <a:gd name="connsiteY197" fmla="*/ 20958 h 9456078"/>
              <a:gd name="connsiteX198" fmla="*/ 12253773 w 13158799"/>
              <a:gd name="connsiteY198" fmla="*/ 16991 h 9456078"/>
              <a:gd name="connsiteX199" fmla="*/ 12303260 w 13158799"/>
              <a:gd name="connsiteY199" fmla="*/ 13437 h 9456078"/>
              <a:gd name="connsiteX200" fmla="*/ 12352818 w 13158799"/>
              <a:gd name="connsiteY200" fmla="*/ 10297 h 9456078"/>
              <a:gd name="connsiteX201" fmla="*/ 12402443 w 13158799"/>
              <a:gd name="connsiteY201" fmla="*/ 7572 h 9456078"/>
              <a:gd name="connsiteX202" fmla="*/ 12452133 w 13158799"/>
              <a:gd name="connsiteY202" fmla="*/ 5263 h 9456078"/>
              <a:gd name="connsiteX203" fmla="*/ 12501887 w 13158799"/>
              <a:gd name="connsiteY203" fmla="*/ 3371 h 9456078"/>
              <a:gd name="connsiteX204" fmla="*/ 12551701 w 13158799"/>
              <a:gd name="connsiteY204" fmla="*/ 1898 h 9456078"/>
              <a:gd name="connsiteX205" fmla="*/ 12601574 w 13158799"/>
              <a:gd name="connsiteY205" fmla="*/ 844 h 9456078"/>
              <a:gd name="connsiteX206" fmla="*/ 12651504 w 13158799"/>
              <a:gd name="connsiteY206" fmla="*/ 211 h 9456078"/>
              <a:gd name="connsiteX207" fmla="*/ 12701487 w 13158799"/>
              <a:gd name="connsiteY207" fmla="*/ 0 h 9456078"/>
              <a:gd name="connsiteX208" fmla="*/ 13158798 w 13158799"/>
              <a:gd name="connsiteY208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28389 w 13158797"/>
              <a:gd name="connsiteY22" fmla="*/ 9330914 h 9456078"/>
              <a:gd name="connsiteX23" fmla="*/ 1176172 w 13158797"/>
              <a:gd name="connsiteY23" fmla="*/ 9319936 h 9456078"/>
              <a:gd name="connsiteX24" fmla="*/ 1223823 w 13158797"/>
              <a:gd name="connsiteY24" fmla="*/ 9308509 h 9456078"/>
              <a:gd name="connsiteX25" fmla="*/ 1271339 w 13158797"/>
              <a:gd name="connsiteY25" fmla="*/ 9296635 h 9456078"/>
              <a:gd name="connsiteX26" fmla="*/ 1318719 w 13158797"/>
              <a:gd name="connsiteY26" fmla="*/ 9284315 h 9456078"/>
              <a:gd name="connsiteX27" fmla="*/ 1365957 w 13158797"/>
              <a:gd name="connsiteY27" fmla="*/ 9271550 h 9456078"/>
              <a:gd name="connsiteX28" fmla="*/ 1413052 w 13158797"/>
              <a:gd name="connsiteY28" fmla="*/ 9258342 h 9456078"/>
              <a:gd name="connsiteX29" fmla="*/ 1460000 w 13158797"/>
              <a:gd name="connsiteY29" fmla="*/ 9244693 h 9456078"/>
              <a:gd name="connsiteX30" fmla="*/ 1506799 w 13158797"/>
              <a:gd name="connsiteY30" fmla="*/ 9230604 h 9456078"/>
              <a:gd name="connsiteX31" fmla="*/ 1553445 w 13158797"/>
              <a:gd name="connsiteY31" fmla="*/ 9216076 h 9456078"/>
              <a:gd name="connsiteX32" fmla="*/ 1599935 w 13158797"/>
              <a:gd name="connsiteY32" fmla="*/ 9201111 h 9456078"/>
              <a:gd name="connsiteX33" fmla="*/ 1646267 w 13158797"/>
              <a:gd name="connsiteY33" fmla="*/ 9185710 h 9456078"/>
              <a:gd name="connsiteX34" fmla="*/ 1692437 w 13158797"/>
              <a:gd name="connsiteY34" fmla="*/ 9169876 h 9456078"/>
              <a:gd name="connsiteX35" fmla="*/ 1738442 w 13158797"/>
              <a:gd name="connsiteY35" fmla="*/ 9153608 h 9456078"/>
              <a:gd name="connsiteX36" fmla="*/ 1784280 w 13158797"/>
              <a:gd name="connsiteY36" fmla="*/ 9136910 h 9456078"/>
              <a:gd name="connsiteX37" fmla="*/ 1829947 w 13158797"/>
              <a:gd name="connsiteY37" fmla="*/ 9119782 h 9456078"/>
              <a:gd name="connsiteX38" fmla="*/ 1875440 w 13158797"/>
              <a:gd name="connsiteY38" fmla="*/ 9102226 h 9456078"/>
              <a:gd name="connsiteX39" fmla="*/ 1920756 w 13158797"/>
              <a:gd name="connsiteY39" fmla="*/ 9084243 h 9456078"/>
              <a:gd name="connsiteX40" fmla="*/ 1965893 w 13158797"/>
              <a:gd name="connsiteY40" fmla="*/ 9065835 h 9456078"/>
              <a:gd name="connsiteX41" fmla="*/ 2010847 w 13158797"/>
              <a:gd name="connsiteY41" fmla="*/ 9047004 h 9456078"/>
              <a:gd name="connsiteX42" fmla="*/ 2055615 w 13158797"/>
              <a:gd name="connsiteY42" fmla="*/ 9027750 h 9456078"/>
              <a:gd name="connsiteX43" fmla="*/ 2100195 w 13158797"/>
              <a:gd name="connsiteY43" fmla="*/ 9008075 h 9456078"/>
              <a:gd name="connsiteX44" fmla="*/ 2144582 w 13158797"/>
              <a:gd name="connsiteY44" fmla="*/ 8987981 h 9456078"/>
              <a:gd name="connsiteX45" fmla="*/ 2188775 w 13158797"/>
              <a:gd name="connsiteY45" fmla="*/ 8967470 h 9456078"/>
              <a:gd name="connsiteX46" fmla="*/ 2232770 w 13158797"/>
              <a:gd name="connsiteY46" fmla="*/ 8946542 h 9456078"/>
              <a:gd name="connsiteX47" fmla="*/ 2276564 w 13158797"/>
              <a:gd name="connsiteY47" fmla="*/ 8925199 h 9456078"/>
              <a:gd name="connsiteX48" fmla="*/ 2320154 w 13158797"/>
              <a:gd name="connsiteY48" fmla="*/ 8903443 h 9456078"/>
              <a:gd name="connsiteX49" fmla="*/ 2363538 w 13158797"/>
              <a:gd name="connsiteY49" fmla="*/ 8881275 h 9456078"/>
              <a:gd name="connsiteX50" fmla="*/ 2406711 w 13158797"/>
              <a:gd name="connsiteY50" fmla="*/ 8858697 h 9456078"/>
              <a:gd name="connsiteX51" fmla="*/ 2449672 w 13158797"/>
              <a:gd name="connsiteY51" fmla="*/ 8835710 h 9456078"/>
              <a:gd name="connsiteX52" fmla="*/ 2492417 w 13158797"/>
              <a:gd name="connsiteY52" fmla="*/ 8812316 h 9456078"/>
              <a:gd name="connsiteX53" fmla="*/ 2534943 w 13158797"/>
              <a:gd name="connsiteY53" fmla="*/ 8788516 h 9456078"/>
              <a:gd name="connsiteX54" fmla="*/ 2577247 w 13158797"/>
              <a:gd name="connsiteY54" fmla="*/ 8764311 h 9456078"/>
              <a:gd name="connsiteX55" fmla="*/ 2619326 w 13158797"/>
              <a:gd name="connsiteY55" fmla="*/ 8739704 h 9456078"/>
              <a:gd name="connsiteX56" fmla="*/ 2661177 w 13158797"/>
              <a:gd name="connsiteY56" fmla="*/ 8714695 h 9456078"/>
              <a:gd name="connsiteX57" fmla="*/ 2702797 w 13158797"/>
              <a:gd name="connsiteY57" fmla="*/ 8689286 h 9456078"/>
              <a:gd name="connsiteX58" fmla="*/ 2744183 w 13158797"/>
              <a:gd name="connsiteY58" fmla="*/ 8663479 h 9456078"/>
              <a:gd name="connsiteX59" fmla="*/ 2785333 w 13158797"/>
              <a:gd name="connsiteY59" fmla="*/ 8637274 h 9456078"/>
              <a:gd name="connsiteX60" fmla="*/ 2826242 w 13158797"/>
              <a:gd name="connsiteY60" fmla="*/ 8610675 h 9456078"/>
              <a:gd name="connsiteX61" fmla="*/ 2866908 w 13158797"/>
              <a:gd name="connsiteY61" fmla="*/ 8583681 h 9456078"/>
              <a:gd name="connsiteX62" fmla="*/ 2907329 w 13158797"/>
              <a:gd name="connsiteY62" fmla="*/ 8556295 h 9456078"/>
              <a:gd name="connsiteX63" fmla="*/ 2947500 w 13158797"/>
              <a:gd name="connsiteY63" fmla="*/ 8528517 h 9456078"/>
              <a:gd name="connsiteX64" fmla="*/ 2987419 w 13158797"/>
              <a:gd name="connsiteY64" fmla="*/ 8500351 h 9456078"/>
              <a:gd name="connsiteX65" fmla="*/ 3027083 w 13158797"/>
              <a:gd name="connsiteY65" fmla="*/ 8471796 h 9456078"/>
              <a:gd name="connsiteX66" fmla="*/ 3066489 w 13158797"/>
              <a:gd name="connsiteY66" fmla="*/ 8442854 h 9456078"/>
              <a:gd name="connsiteX67" fmla="*/ 3105634 w 13158797"/>
              <a:gd name="connsiteY67" fmla="*/ 8413528 h 9456078"/>
              <a:gd name="connsiteX68" fmla="*/ 3144515 w 13158797"/>
              <a:gd name="connsiteY68" fmla="*/ 8383818 h 9456078"/>
              <a:gd name="connsiteX69" fmla="*/ 3183129 w 13158797"/>
              <a:gd name="connsiteY69" fmla="*/ 8353726 h 9456078"/>
              <a:gd name="connsiteX70" fmla="*/ 3221473 w 13158797"/>
              <a:gd name="connsiteY70" fmla="*/ 8323253 h 9456078"/>
              <a:gd name="connsiteX71" fmla="*/ 3259544 w 13158797"/>
              <a:gd name="connsiteY71" fmla="*/ 8292401 h 9456078"/>
              <a:gd name="connsiteX72" fmla="*/ 3297339 w 13158797"/>
              <a:gd name="connsiteY72" fmla="*/ 8261172 h 9456078"/>
              <a:gd name="connsiteX73" fmla="*/ 3334854 w 13158797"/>
              <a:gd name="connsiteY73" fmla="*/ 8229566 h 9456078"/>
              <a:gd name="connsiteX74" fmla="*/ 3372087 w 13158797"/>
              <a:gd name="connsiteY74" fmla="*/ 8197585 h 9456078"/>
              <a:gd name="connsiteX75" fmla="*/ 3409035 w 13158797"/>
              <a:gd name="connsiteY75" fmla="*/ 8165232 h 9456078"/>
              <a:gd name="connsiteX76" fmla="*/ 3445695 w 13158797"/>
              <a:gd name="connsiteY76" fmla="*/ 8132507 h 9456078"/>
              <a:gd name="connsiteX77" fmla="*/ 3482064 w 13158797"/>
              <a:gd name="connsiteY77" fmla="*/ 8099411 h 9456078"/>
              <a:gd name="connsiteX78" fmla="*/ 3518139 w 13158797"/>
              <a:gd name="connsiteY78" fmla="*/ 8065947 h 9456078"/>
              <a:gd name="connsiteX79" fmla="*/ 3553916 w 13158797"/>
              <a:gd name="connsiteY79" fmla="*/ 8032115 h 9456078"/>
              <a:gd name="connsiteX80" fmla="*/ 3589393 w 13158797"/>
              <a:gd name="connsiteY80" fmla="*/ 7997918 h 9456078"/>
              <a:gd name="connsiteX81" fmla="*/ 3624567 w 13158797"/>
              <a:gd name="connsiteY81" fmla="*/ 7963356 h 9456078"/>
              <a:gd name="connsiteX82" fmla="*/ 3659435 w 13158797"/>
              <a:gd name="connsiteY82" fmla="*/ 7928432 h 9456078"/>
              <a:gd name="connsiteX83" fmla="*/ 3693994 w 13158797"/>
              <a:gd name="connsiteY83" fmla="*/ 7893146 h 9456078"/>
              <a:gd name="connsiteX84" fmla="*/ 3728240 w 13158797"/>
              <a:gd name="connsiteY84" fmla="*/ 7857501 h 9456078"/>
              <a:gd name="connsiteX85" fmla="*/ 3762171 w 13158797"/>
              <a:gd name="connsiteY85" fmla="*/ 7821497 h 9456078"/>
              <a:gd name="connsiteX86" fmla="*/ 3795783 w 13158797"/>
              <a:gd name="connsiteY86" fmla="*/ 7785136 h 9456078"/>
              <a:gd name="connsiteX87" fmla="*/ 3829075 w 13158797"/>
              <a:gd name="connsiteY87" fmla="*/ 7748420 h 9456078"/>
              <a:gd name="connsiteX88" fmla="*/ 3862042 w 13158797"/>
              <a:gd name="connsiteY88" fmla="*/ 7711350 h 9456078"/>
              <a:gd name="connsiteX89" fmla="*/ 3894682 w 13158797"/>
              <a:gd name="connsiteY89" fmla="*/ 7673928 h 9456078"/>
              <a:gd name="connsiteX90" fmla="*/ 3926991 w 13158797"/>
              <a:gd name="connsiteY90" fmla="*/ 7636155 h 9456078"/>
              <a:gd name="connsiteX91" fmla="*/ 3958967 w 13158797"/>
              <a:gd name="connsiteY91" fmla="*/ 7598032 h 9456078"/>
              <a:gd name="connsiteX92" fmla="*/ 3990607 w 13158797"/>
              <a:gd name="connsiteY92" fmla="*/ 7559561 h 9456078"/>
              <a:gd name="connsiteX93" fmla="*/ 4021907 w 13158797"/>
              <a:gd name="connsiteY93" fmla="*/ 7520744 h 9456078"/>
              <a:gd name="connsiteX94" fmla="*/ 4052865 w 13158797"/>
              <a:gd name="connsiteY94" fmla="*/ 7481582 h 9456078"/>
              <a:gd name="connsiteX95" fmla="*/ 4083478 w 13158797"/>
              <a:gd name="connsiteY95" fmla="*/ 7442077 h 9456078"/>
              <a:gd name="connsiteX96" fmla="*/ 8022311 w 13158797"/>
              <a:gd name="connsiteY96" fmla="*/ 2307814 h 9456078"/>
              <a:gd name="connsiteX97" fmla="*/ 8052902 w 13158797"/>
              <a:gd name="connsiteY97" fmla="*/ 2268285 h 9456078"/>
              <a:gd name="connsiteX98" fmla="*/ 8083796 w 13158797"/>
              <a:gd name="connsiteY98" fmla="*/ 2229056 h 9456078"/>
              <a:gd name="connsiteX99" fmla="*/ 8114989 w 13158797"/>
              <a:gd name="connsiteY99" fmla="*/ 2190127 h 9456078"/>
              <a:gd name="connsiteX100" fmla="*/ 8146479 w 13158797"/>
              <a:gd name="connsiteY100" fmla="*/ 2151500 h 9456078"/>
              <a:gd name="connsiteX101" fmla="*/ 8178264 w 13158797"/>
              <a:gd name="connsiteY101" fmla="*/ 2113176 h 9456078"/>
              <a:gd name="connsiteX102" fmla="*/ 8210341 w 13158797"/>
              <a:gd name="connsiteY102" fmla="*/ 2075157 h 9456078"/>
              <a:gd name="connsiteX103" fmla="*/ 8242709 w 13158797"/>
              <a:gd name="connsiteY103" fmla="*/ 2037442 h 9456078"/>
              <a:gd name="connsiteX104" fmla="*/ 8275365 w 13158797"/>
              <a:gd name="connsiteY104" fmla="*/ 2000034 h 9456078"/>
              <a:gd name="connsiteX105" fmla="*/ 8308307 w 13158797"/>
              <a:gd name="connsiteY105" fmla="*/ 1962934 h 9456078"/>
              <a:gd name="connsiteX106" fmla="*/ 8341532 w 13158797"/>
              <a:gd name="connsiteY106" fmla="*/ 1926142 h 9456078"/>
              <a:gd name="connsiteX107" fmla="*/ 8375038 w 13158797"/>
              <a:gd name="connsiteY107" fmla="*/ 1889660 h 9456078"/>
              <a:gd name="connsiteX108" fmla="*/ 8408823 w 13158797"/>
              <a:gd name="connsiteY108" fmla="*/ 1853489 h 9456078"/>
              <a:gd name="connsiteX109" fmla="*/ 8442885 w 13158797"/>
              <a:gd name="connsiteY109" fmla="*/ 1817630 h 9456078"/>
              <a:gd name="connsiteX110" fmla="*/ 8477221 w 13158797"/>
              <a:gd name="connsiteY110" fmla="*/ 1782084 h 9456078"/>
              <a:gd name="connsiteX111" fmla="*/ 8511829 w 13158797"/>
              <a:gd name="connsiteY111" fmla="*/ 1746853 h 9456078"/>
              <a:gd name="connsiteX112" fmla="*/ 8546706 w 13158797"/>
              <a:gd name="connsiteY112" fmla="*/ 1711937 h 9456078"/>
              <a:gd name="connsiteX113" fmla="*/ 8581851 w 13158797"/>
              <a:gd name="connsiteY113" fmla="*/ 1677337 h 9456078"/>
              <a:gd name="connsiteX114" fmla="*/ 8617261 w 13158797"/>
              <a:gd name="connsiteY114" fmla="*/ 1643056 h 9456078"/>
              <a:gd name="connsiteX115" fmla="*/ 8652934 w 13158797"/>
              <a:gd name="connsiteY115" fmla="*/ 1609093 h 9456078"/>
              <a:gd name="connsiteX116" fmla="*/ 8688867 w 13158797"/>
              <a:gd name="connsiteY116" fmla="*/ 1575450 h 9456078"/>
              <a:gd name="connsiteX117" fmla="*/ 8725058 w 13158797"/>
              <a:gd name="connsiteY117" fmla="*/ 1542128 h 9456078"/>
              <a:gd name="connsiteX118" fmla="*/ 8761506 w 13158797"/>
              <a:gd name="connsiteY118" fmla="*/ 1509129 h 9456078"/>
              <a:gd name="connsiteX119" fmla="*/ 8798207 w 13158797"/>
              <a:gd name="connsiteY119" fmla="*/ 1476452 h 9456078"/>
              <a:gd name="connsiteX120" fmla="*/ 8835159 w 13158797"/>
              <a:gd name="connsiteY120" fmla="*/ 1444101 h 9456078"/>
              <a:gd name="connsiteX121" fmla="*/ 8872360 w 13158797"/>
              <a:gd name="connsiteY121" fmla="*/ 1412075 h 9456078"/>
              <a:gd name="connsiteX122" fmla="*/ 8909808 w 13158797"/>
              <a:gd name="connsiteY122" fmla="*/ 1380375 h 9456078"/>
              <a:gd name="connsiteX123" fmla="*/ 8947501 w 13158797"/>
              <a:gd name="connsiteY123" fmla="*/ 1349004 h 9456078"/>
              <a:gd name="connsiteX124" fmla="*/ 8985435 w 13158797"/>
              <a:gd name="connsiteY124" fmla="*/ 1317962 h 9456078"/>
              <a:gd name="connsiteX125" fmla="*/ 9023610 w 13158797"/>
              <a:gd name="connsiteY125" fmla="*/ 1287250 h 9456078"/>
              <a:gd name="connsiteX126" fmla="*/ 9062022 w 13158797"/>
              <a:gd name="connsiteY126" fmla="*/ 1256869 h 9456078"/>
              <a:gd name="connsiteX127" fmla="*/ 9100669 w 13158797"/>
              <a:gd name="connsiteY127" fmla="*/ 1226820 h 9456078"/>
              <a:gd name="connsiteX128" fmla="*/ 9139549 w 13158797"/>
              <a:gd name="connsiteY128" fmla="*/ 1197105 h 9456078"/>
              <a:gd name="connsiteX129" fmla="*/ 9178660 w 13158797"/>
              <a:gd name="connsiteY129" fmla="*/ 1167725 h 9456078"/>
              <a:gd name="connsiteX130" fmla="*/ 9217999 w 13158797"/>
              <a:gd name="connsiteY130" fmla="*/ 1138681 h 9456078"/>
              <a:gd name="connsiteX131" fmla="*/ 9257564 w 13158797"/>
              <a:gd name="connsiteY131" fmla="*/ 1109974 h 9456078"/>
              <a:gd name="connsiteX132" fmla="*/ 9297353 w 13158797"/>
              <a:gd name="connsiteY132" fmla="*/ 1081604 h 9456078"/>
              <a:gd name="connsiteX133" fmla="*/ 9337364 w 13158797"/>
              <a:gd name="connsiteY133" fmla="*/ 1053574 h 9456078"/>
              <a:gd name="connsiteX134" fmla="*/ 9377594 w 13158797"/>
              <a:gd name="connsiteY134" fmla="*/ 1025884 h 9456078"/>
              <a:gd name="connsiteX135" fmla="*/ 9418040 w 13158797"/>
              <a:gd name="connsiteY135" fmla="*/ 998536 h 9456078"/>
              <a:gd name="connsiteX136" fmla="*/ 9458702 w 13158797"/>
              <a:gd name="connsiteY136" fmla="*/ 971530 h 9456078"/>
              <a:gd name="connsiteX137" fmla="*/ 9499575 w 13158797"/>
              <a:gd name="connsiteY137" fmla="*/ 944868 h 9456078"/>
              <a:gd name="connsiteX138" fmla="*/ 9540659 w 13158797"/>
              <a:gd name="connsiteY138" fmla="*/ 918551 h 9456078"/>
              <a:gd name="connsiteX139" fmla="*/ 9581950 w 13158797"/>
              <a:gd name="connsiteY139" fmla="*/ 892580 h 9456078"/>
              <a:gd name="connsiteX140" fmla="*/ 9623447 w 13158797"/>
              <a:gd name="connsiteY140" fmla="*/ 866956 h 9456078"/>
              <a:gd name="connsiteX141" fmla="*/ 9665147 w 13158797"/>
              <a:gd name="connsiteY141" fmla="*/ 841681 h 9456078"/>
              <a:gd name="connsiteX142" fmla="*/ 9707048 w 13158797"/>
              <a:gd name="connsiteY142" fmla="*/ 816754 h 9456078"/>
              <a:gd name="connsiteX143" fmla="*/ 9749147 w 13158797"/>
              <a:gd name="connsiteY143" fmla="*/ 792179 h 9456078"/>
              <a:gd name="connsiteX144" fmla="*/ 9791443 w 13158797"/>
              <a:gd name="connsiteY144" fmla="*/ 767955 h 9456078"/>
              <a:gd name="connsiteX145" fmla="*/ 9833932 w 13158797"/>
              <a:gd name="connsiteY145" fmla="*/ 744083 h 9456078"/>
              <a:gd name="connsiteX146" fmla="*/ 9876613 w 13158797"/>
              <a:gd name="connsiteY146" fmla="*/ 720566 h 9456078"/>
              <a:gd name="connsiteX147" fmla="*/ 9919484 w 13158797"/>
              <a:gd name="connsiteY147" fmla="*/ 697404 h 9456078"/>
              <a:gd name="connsiteX148" fmla="*/ 9962542 w 13158797"/>
              <a:gd name="connsiteY148" fmla="*/ 674598 h 9456078"/>
              <a:gd name="connsiteX149" fmla="*/ 10005784 w 13158797"/>
              <a:gd name="connsiteY149" fmla="*/ 652149 h 9456078"/>
              <a:gd name="connsiteX150" fmla="*/ 10049209 w 13158797"/>
              <a:gd name="connsiteY150" fmla="*/ 630059 h 9456078"/>
              <a:gd name="connsiteX151" fmla="*/ 10092814 w 13158797"/>
              <a:gd name="connsiteY151" fmla="*/ 608328 h 9456078"/>
              <a:gd name="connsiteX152" fmla="*/ 10136597 w 13158797"/>
              <a:gd name="connsiteY152" fmla="*/ 586958 h 9456078"/>
              <a:gd name="connsiteX153" fmla="*/ 10180556 w 13158797"/>
              <a:gd name="connsiteY153" fmla="*/ 565950 h 9456078"/>
              <a:gd name="connsiteX154" fmla="*/ 10224688 w 13158797"/>
              <a:gd name="connsiteY154" fmla="*/ 545304 h 9456078"/>
              <a:gd name="connsiteX155" fmla="*/ 10268991 w 13158797"/>
              <a:gd name="connsiteY155" fmla="*/ 525023 h 9456078"/>
              <a:gd name="connsiteX156" fmla="*/ 10313463 w 13158797"/>
              <a:gd name="connsiteY156" fmla="*/ 505107 h 9456078"/>
              <a:gd name="connsiteX157" fmla="*/ 10358101 w 13158797"/>
              <a:gd name="connsiteY157" fmla="*/ 485558 h 9456078"/>
              <a:gd name="connsiteX158" fmla="*/ 10402903 w 13158797"/>
              <a:gd name="connsiteY158" fmla="*/ 466376 h 9456078"/>
              <a:gd name="connsiteX159" fmla="*/ 10447868 w 13158797"/>
              <a:gd name="connsiteY159" fmla="*/ 447563 h 9456078"/>
              <a:gd name="connsiteX160" fmla="*/ 10492991 w 13158797"/>
              <a:gd name="connsiteY160" fmla="*/ 429119 h 9456078"/>
              <a:gd name="connsiteX161" fmla="*/ 10538272 w 13158797"/>
              <a:gd name="connsiteY161" fmla="*/ 411046 h 9456078"/>
              <a:gd name="connsiteX162" fmla="*/ 10583708 w 13158797"/>
              <a:gd name="connsiteY162" fmla="*/ 393346 h 9456078"/>
              <a:gd name="connsiteX163" fmla="*/ 10629297 w 13158797"/>
              <a:gd name="connsiteY163" fmla="*/ 376018 h 9456078"/>
              <a:gd name="connsiteX164" fmla="*/ 10675036 w 13158797"/>
              <a:gd name="connsiteY164" fmla="*/ 359065 h 9456078"/>
              <a:gd name="connsiteX165" fmla="*/ 10720923 w 13158797"/>
              <a:gd name="connsiteY165" fmla="*/ 342487 h 9456078"/>
              <a:gd name="connsiteX166" fmla="*/ 10766956 w 13158797"/>
              <a:gd name="connsiteY166" fmla="*/ 326286 h 9456078"/>
              <a:gd name="connsiteX167" fmla="*/ 10813132 w 13158797"/>
              <a:gd name="connsiteY167" fmla="*/ 310462 h 9456078"/>
              <a:gd name="connsiteX168" fmla="*/ 10859450 w 13158797"/>
              <a:gd name="connsiteY168" fmla="*/ 295018 h 9456078"/>
              <a:gd name="connsiteX169" fmla="*/ 10905907 w 13158797"/>
              <a:gd name="connsiteY169" fmla="*/ 279953 h 9456078"/>
              <a:gd name="connsiteX170" fmla="*/ 10952500 w 13158797"/>
              <a:gd name="connsiteY170" fmla="*/ 265269 h 9456078"/>
              <a:gd name="connsiteX171" fmla="*/ 10999227 w 13158797"/>
              <a:gd name="connsiteY171" fmla="*/ 250968 h 9456078"/>
              <a:gd name="connsiteX172" fmla="*/ 11046087 w 13158797"/>
              <a:gd name="connsiteY172" fmla="*/ 237049 h 9456078"/>
              <a:gd name="connsiteX173" fmla="*/ 11093076 w 13158797"/>
              <a:gd name="connsiteY173" fmla="*/ 223516 h 9456078"/>
              <a:gd name="connsiteX174" fmla="*/ 11140193 w 13158797"/>
              <a:gd name="connsiteY174" fmla="*/ 210368 h 9456078"/>
              <a:gd name="connsiteX175" fmla="*/ 11187434 w 13158797"/>
              <a:gd name="connsiteY175" fmla="*/ 197606 h 9456078"/>
              <a:gd name="connsiteX176" fmla="*/ 11234799 w 13158797"/>
              <a:gd name="connsiteY176" fmla="*/ 185233 h 9456078"/>
              <a:gd name="connsiteX177" fmla="*/ 11282284 w 13158797"/>
              <a:gd name="connsiteY177" fmla="*/ 173248 h 9456078"/>
              <a:gd name="connsiteX178" fmla="*/ 11329888 w 13158797"/>
              <a:gd name="connsiteY178" fmla="*/ 161654 h 9456078"/>
              <a:gd name="connsiteX179" fmla="*/ 11377607 w 13158797"/>
              <a:gd name="connsiteY179" fmla="*/ 150451 h 9456078"/>
              <a:gd name="connsiteX180" fmla="*/ 11425440 w 13158797"/>
              <a:gd name="connsiteY180" fmla="*/ 139640 h 9456078"/>
              <a:gd name="connsiteX181" fmla="*/ 11473385 w 13158797"/>
              <a:gd name="connsiteY181" fmla="*/ 129223 h 9456078"/>
              <a:gd name="connsiteX182" fmla="*/ 11521439 w 13158797"/>
              <a:gd name="connsiteY182" fmla="*/ 119201 h 9456078"/>
              <a:gd name="connsiteX183" fmla="*/ 11569599 w 13158797"/>
              <a:gd name="connsiteY183" fmla="*/ 109574 h 9456078"/>
              <a:gd name="connsiteX184" fmla="*/ 11617864 w 13158797"/>
              <a:gd name="connsiteY184" fmla="*/ 100344 h 9456078"/>
              <a:gd name="connsiteX185" fmla="*/ 11666231 w 13158797"/>
              <a:gd name="connsiteY185" fmla="*/ 91512 h 9456078"/>
              <a:gd name="connsiteX186" fmla="*/ 11714698 w 13158797"/>
              <a:gd name="connsiteY186" fmla="*/ 83080 h 9456078"/>
              <a:gd name="connsiteX187" fmla="*/ 11763263 w 13158797"/>
              <a:gd name="connsiteY187" fmla="*/ 75047 h 9456078"/>
              <a:gd name="connsiteX188" fmla="*/ 11811923 w 13158797"/>
              <a:gd name="connsiteY188" fmla="*/ 67417 h 9456078"/>
              <a:gd name="connsiteX189" fmla="*/ 11860676 w 13158797"/>
              <a:gd name="connsiteY189" fmla="*/ 60188 h 9456078"/>
              <a:gd name="connsiteX190" fmla="*/ 11909519 w 13158797"/>
              <a:gd name="connsiteY190" fmla="*/ 53364 h 9456078"/>
              <a:gd name="connsiteX191" fmla="*/ 11958451 w 13158797"/>
              <a:gd name="connsiteY191" fmla="*/ 46944 h 9456078"/>
              <a:gd name="connsiteX192" fmla="*/ 12007470 w 13158797"/>
              <a:gd name="connsiteY192" fmla="*/ 40931 h 9456078"/>
              <a:gd name="connsiteX193" fmla="*/ 12056572 w 13158797"/>
              <a:gd name="connsiteY193" fmla="*/ 35324 h 9456078"/>
              <a:gd name="connsiteX194" fmla="*/ 12105756 w 13158797"/>
              <a:gd name="connsiteY194" fmla="*/ 30126 h 9456078"/>
              <a:gd name="connsiteX195" fmla="*/ 12155019 w 13158797"/>
              <a:gd name="connsiteY195" fmla="*/ 25337 h 9456078"/>
              <a:gd name="connsiteX196" fmla="*/ 12204359 w 13158797"/>
              <a:gd name="connsiteY196" fmla="*/ 20958 h 9456078"/>
              <a:gd name="connsiteX197" fmla="*/ 12253773 w 13158797"/>
              <a:gd name="connsiteY197" fmla="*/ 16991 h 9456078"/>
              <a:gd name="connsiteX198" fmla="*/ 12303260 w 13158797"/>
              <a:gd name="connsiteY198" fmla="*/ 13437 h 9456078"/>
              <a:gd name="connsiteX199" fmla="*/ 12352818 w 13158797"/>
              <a:gd name="connsiteY199" fmla="*/ 10297 h 9456078"/>
              <a:gd name="connsiteX200" fmla="*/ 12402443 w 13158797"/>
              <a:gd name="connsiteY200" fmla="*/ 7572 h 9456078"/>
              <a:gd name="connsiteX201" fmla="*/ 12452133 w 13158797"/>
              <a:gd name="connsiteY201" fmla="*/ 5263 h 9456078"/>
              <a:gd name="connsiteX202" fmla="*/ 12501887 w 13158797"/>
              <a:gd name="connsiteY202" fmla="*/ 3371 h 9456078"/>
              <a:gd name="connsiteX203" fmla="*/ 12551701 w 13158797"/>
              <a:gd name="connsiteY203" fmla="*/ 1898 h 9456078"/>
              <a:gd name="connsiteX204" fmla="*/ 12601574 w 13158797"/>
              <a:gd name="connsiteY204" fmla="*/ 844 h 9456078"/>
              <a:gd name="connsiteX205" fmla="*/ 12651504 w 13158797"/>
              <a:gd name="connsiteY205" fmla="*/ 211 h 9456078"/>
              <a:gd name="connsiteX206" fmla="*/ 12701487 w 13158797"/>
              <a:gd name="connsiteY206" fmla="*/ 0 h 9456078"/>
              <a:gd name="connsiteX207" fmla="*/ 13158798 w 13158797"/>
              <a:gd name="connsiteY207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98870 w 13158799"/>
              <a:gd name="connsiteY5" fmla="*/ 9447409 h 9456078"/>
              <a:gd name="connsiteX6" fmla="*/ 348429 w 13158799"/>
              <a:gd name="connsiteY6" fmla="*/ 9444290 h 9456078"/>
              <a:gd name="connsiteX7" fmla="*/ 397907 w 13158799"/>
              <a:gd name="connsiteY7" fmla="*/ 9440698 h 9456078"/>
              <a:gd name="connsiteX8" fmla="*/ 447302 w 13158799"/>
              <a:gd name="connsiteY8" fmla="*/ 9436632 h 9456078"/>
              <a:gd name="connsiteX9" fmla="*/ 496610 w 13158799"/>
              <a:gd name="connsiteY9" fmla="*/ 9432096 h 9456078"/>
              <a:gd name="connsiteX10" fmla="*/ 545829 w 13158799"/>
              <a:gd name="connsiteY10" fmla="*/ 9427089 h 9456078"/>
              <a:gd name="connsiteX11" fmla="*/ 594956 w 13158799"/>
              <a:gd name="connsiteY11" fmla="*/ 9421615 h 9456078"/>
              <a:gd name="connsiteX12" fmla="*/ 643987 w 13158799"/>
              <a:gd name="connsiteY12" fmla="*/ 9415673 h 9456078"/>
              <a:gd name="connsiteX13" fmla="*/ 692920 w 13158799"/>
              <a:gd name="connsiteY13" fmla="*/ 9409267 h 9456078"/>
              <a:gd name="connsiteX14" fmla="*/ 741751 w 13158799"/>
              <a:gd name="connsiteY14" fmla="*/ 9402396 h 9456078"/>
              <a:gd name="connsiteX15" fmla="*/ 790478 w 13158799"/>
              <a:gd name="connsiteY15" fmla="*/ 9395063 h 9456078"/>
              <a:gd name="connsiteX16" fmla="*/ 839098 w 13158799"/>
              <a:gd name="connsiteY16" fmla="*/ 9387270 h 9456078"/>
              <a:gd name="connsiteX17" fmla="*/ 887607 w 13158799"/>
              <a:gd name="connsiteY17" fmla="*/ 9379017 h 9456078"/>
              <a:gd name="connsiteX18" fmla="*/ 936002 w 13158799"/>
              <a:gd name="connsiteY18" fmla="*/ 9370306 h 9456078"/>
              <a:gd name="connsiteX19" fmla="*/ 984281 w 13158799"/>
              <a:gd name="connsiteY19" fmla="*/ 9361139 h 9456078"/>
              <a:gd name="connsiteX20" fmla="*/ 1032440 w 13158799"/>
              <a:gd name="connsiteY20" fmla="*/ 9351517 h 9456078"/>
              <a:gd name="connsiteX21" fmla="*/ 1080477 w 13158799"/>
              <a:gd name="connsiteY21" fmla="*/ 9341441 h 9456078"/>
              <a:gd name="connsiteX22" fmla="*/ 1176172 w 13158799"/>
              <a:gd name="connsiteY22" fmla="*/ 9319936 h 9456078"/>
              <a:gd name="connsiteX23" fmla="*/ 1223823 w 13158799"/>
              <a:gd name="connsiteY23" fmla="*/ 9308509 h 9456078"/>
              <a:gd name="connsiteX24" fmla="*/ 1271339 w 13158799"/>
              <a:gd name="connsiteY24" fmla="*/ 9296635 h 9456078"/>
              <a:gd name="connsiteX25" fmla="*/ 1318719 w 13158799"/>
              <a:gd name="connsiteY25" fmla="*/ 9284315 h 9456078"/>
              <a:gd name="connsiteX26" fmla="*/ 1365957 w 13158799"/>
              <a:gd name="connsiteY26" fmla="*/ 9271550 h 9456078"/>
              <a:gd name="connsiteX27" fmla="*/ 1413052 w 13158799"/>
              <a:gd name="connsiteY27" fmla="*/ 9258342 h 9456078"/>
              <a:gd name="connsiteX28" fmla="*/ 1460000 w 13158799"/>
              <a:gd name="connsiteY28" fmla="*/ 9244693 h 9456078"/>
              <a:gd name="connsiteX29" fmla="*/ 1506799 w 13158799"/>
              <a:gd name="connsiteY29" fmla="*/ 9230604 h 9456078"/>
              <a:gd name="connsiteX30" fmla="*/ 1553445 w 13158799"/>
              <a:gd name="connsiteY30" fmla="*/ 9216076 h 9456078"/>
              <a:gd name="connsiteX31" fmla="*/ 1599935 w 13158799"/>
              <a:gd name="connsiteY31" fmla="*/ 9201111 h 9456078"/>
              <a:gd name="connsiteX32" fmla="*/ 1646267 w 13158799"/>
              <a:gd name="connsiteY32" fmla="*/ 9185710 h 9456078"/>
              <a:gd name="connsiteX33" fmla="*/ 1692437 w 13158799"/>
              <a:gd name="connsiteY33" fmla="*/ 9169876 h 9456078"/>
              <a:gd name="connsiteX34" fmla="*/ 1738442 w 13158799"/>
              <a:gd name="connsiteY34" fmla="*/ 9153608 h 9456078"/>
              <a:gd name="connsiteX35" fmla="*/ 1784280 w 13158799"/>
              <a:gd name="connsiteY35" fmla="*/ 9136910 h 9456078"/>
              <a:gd name="connsiteX36" fmla="*/ 1829947 w 13158799"/>
              <a:gd name="connsiteY36" fmla="*/ 9119782 h 9456078"/>
              <a:gd name="connsiteX37" fmla="*/ 1875440 w 13158799"/>
              <a:gd name="connsiteY37" fmla="*/ 9102226 h 9456078"/>
              <a:gd name="connsiteX38" fmla="*/ 1920756 w 13158799"/>
              <a:gd name="connsiteY38" fmla="*/ 9084243 h 9456078"/>
              <a:gd name="connsiteX39" fmla="*/ 1965893 w 13158799"/>
              <a:gd name="connsiteY39" fmla="*/ 9065835 h 9456078"/>
              <a:gd name="connsiteX40" fmla="*/ 2010847 w 13158799"/>
              <a:gd name="connsiteY40" fmla="*/ 9047004 h 9456078"/>
              <a:gd name="connsiteX41" fmla="*/ 2055615 w 13158799"/>
              <a:gd name="connsiteY41" fmla="*/ 9027750 h 9456078"/>
              <a:gd name="connsiteX42" fmla="*/ 2100195 w 13158799"/>
              <a:gd name="connsiteY42" fmla="*/ 9008075 h 9456078"/>
              <a:gd name="connsiteX43" fmla="*/ 2144582 w 13158799"/>
              <a:gd name="connsiteY43" fmla="*/ 8987981 h 9456078"/>
              <a:gd name="connsiteX44" fmla="*/ 2188775 w 13158799"/>
              <a:gd name="connsiteY44" fmla="*/ 8967470 h 9456078"/>
              <a:gd name="connsiteX45" fmla="*/ 2232770 w 13158799"/>
              <a:gd name="connsiteY45" fmla="*/ 8946542 h 9456078"/>
              <a:gd name="connsiteX46" fmla="*/ 2276564 w 13158799"/>
              <a:gd name="connsiteY46" fmla="*/ 8925199 h 9456078"/>
              <a:gd name="connsiteX47" fmla="*/ 2320154 w 13158799"/>
              <a:gd name="connsiteY47" fmla="*/ 8903443 h 9456078"/>
              <a:gd name="connsiteX48" fmla="*/ 2363538 w 13158799"/>
              <a:gd name="connsiteY48" fmla="*/ 8881275 h 9456078"/>
              <a:gd name="connsiteX49" fmla="*/ 2406711 w 13158799"/>
              <a:gd name="connsiteY49" fmla="*/ 8858697 h 9456078"/>
              <a:gd name="connsiteX50" fmla="*/ 2449672 w 13158799"/>
              <a:gd name="connsiteY50" fmla="*/ 8835710 h 9456078"/>
              <a:gd name="connsiteX51" fmla="*/ 2492417 w 13158799"/>
              <a:gd name="connsiteY51" fmla="*/ 8812316 h 9456078"/>
              <a:gd name="connsiteX52" fmla="*/ 2534943 w 13158799"/>
              <a:gd name="connsiteY52" fmla="*/ 8788516 h 9456078"/>
              <a:gd name="connsiteX53" fmla="*/ 2577247 w 13158799"/>
              <a:gd name="connsiteY53" fmla="*/ 8764311 h 9456078"/>
              <a:gd name="connsiteX54" fmla="*/ 2619326 w 13158799"/>
              <a:gd name="connsiteY54" fmla="*/ 8739704 h 9456078"/>
              <a:gd name="connsiteX55" fmla="*/ 2661177 w 13158799"/>
              <a:gd name="connsiteY55" fmla="*/ 8714695 h 9456078"/>
              <a:gd name="connsiteX56" fmla="*/ 2702797 w 13158799"/>
              <a:gd name="connsiteY56" fmla="*/ 8689286 h 9456078"/>
              <a:gd name="connsiteX57" fmla="*/ 2744183 w 13158799"/>
              <a:gd name="connsiteY57" fmla="*/ 8663479 h 9456078"/>
              <a:gd name="connsiteX58" fmla="*/ 2785333 w 13158799"/>
              <a:gd name="connsiteY58" fmla="*/ 8637274 h 9456078"/>
              <a:gd name="connsiteX59" fmla="*/ 2826242 w 13158799"/>
              <a:gd name="connsiteY59" fmla="*/ 8610675 h 9456078"/>
              <a:gd name="connsiteX60" fmla="*/ 2866908 w 13158799"/>
              <a:gd name="connsiteY60" fmla="*/ 8583681 h 9456078"/>
              <a:gd name="connsiteX61" fmla="*/ 2907329 w 13158799"/>
              <a:gd name="connsiteY61" fmla="*/ 8556295 h 9456078"/>
              <a:gd name="connsiteX62" fmla="*/ 2947500 w 13158799"/>
              <a:gd name="connsiteY62" fmla="*/ 8528517 h 9456078"/>
              <a:gd name="connsiteX63" fmla="*/ 2987419 w 13158799"/>
              <a:gd name="connsiteY63" fmla="*/ 8500351 h 9456078"/>
              <a:gd name="connsiteX64" fmla="*/ 3027083 w 13158799"/>
              <a:gd name="connsiteY64" fmla="*/ 8471796 h 9456078"/>
              <a:gd name="connsiteX65" fmla="*/ 3066489 w 13158799"/>
              <a:gd name="connsiteY65" fmla="*/ 8442854 h 9456078"/>
              <a:gd name="connsiteX66" fmla="*/ 3105634 w 13158799"/>
              <a:gd name="connsiteY66" fmla="*/ 8413528 h 9456078"/>
              <a:gd name="connsiteX67" fmla="*/ 3144515 w 13158799"/>
              <a:gd name="connsiteY67" fmla="*/ 8383818 h 9456078"/>
              <a:gd name="connsiteX68" fmla="*/ 3183129 w 13158799"/>
              <a:gd name="connsiteY68" fmla="*/ 8353726 h 9456078"/>
              <a:gd name="connsiteX69" fmla="*/ 3221473 w 13158799"/>
              <a:gd name="connsiteY69" fmla="*/ 8323253 h 9456078"/>
              <a:gd name="connsiteX70" fmla="*/ 3259544 w 13158799"/>
              <a:gd name="connsiteY70" fmla="*/ 8292401 h 9456078"/>
              <a:gd name="connsiteX71" fmla="*/ 3297339 w 13158799"/>
              <a:gd name="connsiteY71" fmla="*/ 8261172 h 9456078"/>
              <a:gd name="connsiteX72" fmla="*/ 3334854 w 13158799"/>
              <a:gd name="connsiteY72" fmla="*/ 8229566 h 9456078"/>
              <a:gd name="connsiteX73" fmla="*/ 3372087 w 13158799"/>
              <a:gd name="connsiteY73" fmla="*/ 8197585 h 9456078"/>
              <a:gd name="connsiteX74" fmla="*/ 3409035 w 13158799"/>
              <a:gd name="connsiteY74" fmla="*/ 8165232 h 9456078"/>
              <a:gd name="connsiteX75" fmla="*/ 3445695 w 13158799"/>
              <a:gd name="connsiteY75" fmla="*/ 8132507 h 9456078"/>
              <a:gd name="connsiteX76" fmla="*/ 3482064 w 13158799"/>
              <a:gd name="connsiteY76" fmla="*/ 8099411 h 9456078"/>
              <a:gd name="connsiteX77" fmla="*/ 3518139 w 13158799"/>
              <a:gd name="connsiteY77" fmla="*/ 8065947 h 9456078"/>
              <a:gd name="connsiteX78" fmla="*/ 3553916 w 13158799"/>
              <a:gd name="connsiteY78" fmla="*/ 8032115 h 9456078"/>
              <a:gd name="connsiteX79" fmla="*/ 3589393 w 13158799"/>
              <a:gd name="connsiteY79" fmla="*/ 7997918 h 9456078"/>
              <a:gd name="connsiteX80" fmla="*/ 3624567 w 13158799"/>
              <a:gd name="connsiteY80" fmla="*/ 7963356 h 9456078"/>
              <a:gd name="connsiteX81" fmla="*/ 3659435 w 13158799"/>
              <a:gd name="connsiteY81" fmla="*/ 7928432 h 9456078"/>
              <a:gd name="connsiteX82" fmla="*/ 3693994 w 13158799"/>
              <a:gd name="connsiteY82" fmla="*/ 7893146 h 9456078"/>
              <a:gd name="connsiteX83" fmla="*/ 3728240 w 13158799"/>
              <a:gd name="connsiteY83" fmla="*/ 7857501 h 9456078"/>
              <a:gd name="connsiteX84" fmla="*/ 3762171 w 13158799"/>
              <a:gd name="connsiteY84" fmla="*/ 7821497 h 9456078"/>
              <a:gd name="connsiteX85" fmla="*/ 3795783 w 13158799"/>
              <a:gd name="connsiteY85" fmla="*/ 7785136 h 9456078"/>
              <a:gd name="connsiteX86" fmla="*/ 3829075 w 13158799"/>
              <a:gd name="connsiteY86" fmla="*/ 7748420 h 9456078"/>
              <a:gd name="connsiteX87" fmla="*/ 3862042 w 13158799"/>
              <a:gd name="connsiteY87" fmla="*/ 7711350 h 9456078"/>
              <a:gd name="connsiteX88" fmla="*/ 3894682 w 13158799"/>
              <a:gd name="connsiteY88" fmla="*/ 7673928 h 9456078"/>
              <a:gd name="connsiteX89" fmla="*/ 3926991 w 13158799"/>
              <a:gd name="connsiteY89" fmla="*/ 7636155 h 9456078"/>
              <a:gd name="connsiteX90" fmla="*/ 3958967 w 13158799"/>
              <a:gd name="connsiteY90" fmla="*/ 7598032 h 9456078"/>
              <a:gd name="connsiteX91" fmla="*/ 3990607 w 13158799"/>
              <a:gd name="connsiteY91" fmla="*/ 7559561 h 9456078"/>
              <a:gd name="connsiteX92" fmla="*/ 4021907 w 13158799"/>
              <a:gd name="connsiteY92" fmla="*/ 7520744 h 9456078"/>
              <a:gd name="connsiteX93" fmla="*/ 4052865 w 13158799"/>
              <a:gd name="connsiteY93" fmla="*/ 7481582 h 9456078"/>
              <a:gd name="connsiteX94" fmla="*/ 4083478 w 13158799"/>
              <a:gd name="connsiteY94" fmla="*/ 7442077 h 9456078"/>
              <a:gd name="connsiteX95" fmla="*/ 8022311 w 13158799"/>
              <a:gd name="connsiteY95" fmla="*/ 2307814 h 9456078"/>
              <a:gd name="connsiteX96" fmla="*/ 8052902 w 13158799"/>
              <a:gd name="connsiteY96" fmla="*/ 2268285 h 9456078"/>
              <a:gd name="connsiteX97" fmla="*/ 8083796 w 13158799"/>
              <a:gd name="connsiteY97" fmla="*/ 2229056 h 9456078"/>
              <a:gd name="connsiteX98" fmla="*/ 8114989 w 13158799"/>
              <a:gd name="connsiteY98" fmla="*/ 2190127 h 9456078"/>
              <a:gd name="connsiteX99" fmla="*/ 8146479 w 13158799"/>
              <a:gd name="connsiteY99" fmla="*/ 2151500 h 9456078"/>
              <a:gd name="connsiteX100" fmla="*/ 8178264 w 13158799"/>
              <a:gd name="connsiteY100" fmla="*/ 2113176 h 9456078"/>
              <a:gd name="connsiteX101" fmla="*/ 8210341 w 13158799"/>
              <a:gd name="connsiteY101" fmla="*/ 2075157 h 9456078"/>
              <a:gd name="connsiteX102" fmla="*/ 8242709 w 13158799"/>
              <a:gd name="connsiteY102" fmla="*/ 2037442 h 9456078"/>
              <a:gd name="connsiteX103" fmla="*/ 8275365 w 13158799"/>
              <a:gd name="connsiteY103" fmla="*/ 2000034 h 9456078"/>
              <a:gd name="connsiteX104" fmla="*/ 8308307 w 13158799"/>
              <a:gd name="connsiteY104" fmla="*/ 1962934 h 9456078"/>
              <a:gd name="connsiteX105" fmla="*/ 8341532 w 13158799"/>
              <a:gd name="connsiteY105" fmla="*/ 1926142 h 9456078"/>
              <a:gd name="connsiteX106" fmla="*/ 8375038 w 13158799"/>
              <a:gd name="connsiteY106" fmla="*/ 1889660 h 9456078"/>
              <a:gd name="connsiteX107" fmla="*/ 8408823 w 13158799"/>
              <a:gd name="connsiteY107" fmla="*/ 1853489 h 9456078"/>
              <a:gd name="connsiteX108" fmla="*/ 8442885 w 13158799"/>
              <a:gd name="connsiteY108" fmla="*/ 1817630 h 9456078"/>
              <a:gd name="connsiteX109" fmla="*/ 8477221 w 13158799"/>
              <a:gd name="connsiteY109" fmla="*/ 1782084 h 9456078"/>
              <a:gd name="connsiteX110" fmla="*/ 8511829 w 13158799"/>
              <a:gd name="connsiteY110" fmla="*/ 1746853 h 9456078"/>
              <a:gd name="connsiteX111" fmla="*/ 8546706 w 13158799"/>
              <a:gd name="connsiteY111" fmla="*/ 1711937 h 9456078"/>
              <a:gd name="connsiteX112" fmla="*/ 8581851 w 13158799"/>
              <a:gd name="connsiteY112" fmla="*/ 1677337 h 9456078"/>
              <a:gd name="connsiteX113" fmla="*/ 8617261 w 13158799"/>
              <a:gd name="connsiteY113" fmla="*/ 1643056 h 9456078"/>
              <a:gd name="connsiteX114" fmla="*/ 8652934 w 13158799"/>
              <a:gd name="connsiteY114" fmla="*/ 1609093 h 9456078"/>
              <a:gd name="connsiteX115" fmla="*/ 8688867 w 13158799"/>
              <a:gd name="connsiteY115" fmla="*/ 1575450 h 9456078"/>
              <a:gd name="connsiteX116" fmla="*/ 8725058 w 13158799"/>
              <a:gd name="connsiteY116" fmla="*/ 1542128 h 9456078"/>
              <a:gd name="connsiteX117" fmla="*/ 8761506 w 13158799"/>
              <a:gd name="connsiteY117" fmla="*/ 1509129 h 9456078"/>
              <a:gd name="connsiteX118" fmla="*/ 8798207 w 13158799"/>
              <a:gd name="connsiteY118" fmla="*/ 1476452 h 9456078"/>
              <a:gd name="connsiteX119" fmla="*/ 8835159 w 13158799"/>
              <a:gd name="connsiteY119" fmla="*/ 1444101 h 9456078"/>
              <a:gd name="connsiteX120" fmla="*/ 8872360 w 13158799"/>
              <a:gd name="connsiteY120" fmla="*/ 1412075 h 9456078"/>
              <a:gd name="connsiteX121" fmla="*/ 8909808 w 13158799"/>
              <a:gd name="connsiteY121" fmla="*/ 1380375 h 9456078"/>
              <a:gd name="connsiteX122" fmla="*/ 8947501 w 13158799"/>
              <a:gd name="connsiteY122" fmla="*/ 1349004 h 9456078"/>
              <a:gd name="connsiteX123" fmla="*/ 8985435 w 13158799"/>
              <a:gd name="connsiteY123" fmla="*/ 1317962 h 9456078"/>
              <a:gd name="connsiteX124" fmla="*/ 9023610 w 13158799"/>
              <a:gd name="connsiteY124" fmla="*/ 1287250 h 9456078"/>
              <a:gd name="connsiteX125" fmla="*/ 9062022 w 13158799"/>
              <a:gd name="connsiteY125" fmla="*/ 1256869 h 9456078"/>
              <a:gd name="connsiteX126" fmla="*/ 9100669 w 13158799"/>
              <a:gd name="connsiteY126" fmla="*/ 1226820 h 9456078"/>
              <a:gd name="connsiteX127" fmla="*/ 9139549 w 13158799"/>
              <a:gd name="connsiteY127" fmla="*/ 1197105 h 9456078"/>
              <a:gd name="connsiteX128" fmla="*/ 9178660 w 13158799"/>
              <a:gd name="connsiteY128" fmla="*/ 1167725 h 9456078"/>
              <a:gd name="connsiteX129" fmla="*/ 9217999 w 13158799"/>
              <a:gd name="connsiteY129" fmla="*/ 1138681 h 9456078"/>
              <a:gd name="connsiteX130" fmla="*/ 9257564 w 13158799"/>
              <a:gd name="connsiteY130" fmla="*/ 1109974 h 9456078"/>
              <a:gd name="connsiteX131" fmla="*/ 9297353 w 13158799"/>
              <a:gd name="connsiteY131" fmla="*/ 1081604 h 9456078"/>
              <a:gd name="connsiteX132" fmla="*/ 9337364 w 13158799"/>
              <a:gd name="connsiteY132" fmla="*/ 1053574 h 9456078"/>
              <a:gd name="connsiteX133" fmla="*/ 9377594 w 13158799"/>
              <a:gd name="connsiteY133" fmla="*/ 1025884 h 9456078"/>
              <a:gd name="connsiteX134" fmla="*/ 9418040 w 13158799"/>
              <a:gd name="connsiteY134" fmla="*/ 998536 h 9456078"/>
              <a:gd name="connsiteX135" fmla="*/ 9458702 w 13158799"/>
              <a:gd name="connsiteY135" fmla="*/ 971530 h 9456078"/>
              <a:gd name="connsiteX136" fmla="*/ 9499575 w 13158799"/>
              <a:gd name="connsiteY136" fmla="*/ 944868 h 9456078"/>
              <a:gd name="connsiteX137" fmla="*/ 9540659 w 13158799"/>
              <a:gd name="connsiteY137" fmla="*/ 918551 h 9456078"/>
              <a:gd name="connsiteX138" fmla="*/ 9581950 w 13158799"/>
              <a:gd name="connsiteY138" fmla="*/ 892580 h 9456078"/>
              <a:gd name="connsiteX139" fmla="*/ 9623447 w 13158799"/>
              <a:gd name="connsiteY139" fmla="*/ 866956 h 9456078"/>
              <a:gd name="connsiteX140" fmla="*/ 9665147 w 13158799"/>
              <a:gd name="connsiteY140" fmla="*/ 841681 h 9456078"/>
              <a:gd name="connsiteX141" fmla="*/ 9707048 w 13158799"/>
              <a:gd name="connsiteY141" fmla="*/ 816754 h 9456078"/>
              <a:gd name="connsiteX142" fmla="*/ 9749147 w 13158799"/>
              <a:gd name="connsiteY142" fmla="*/ 792179 h 9456078"/>
              <a:gd name="connsiteX143" fmla="*/ 9791443 w 13158799"/>
              <a:gd name="connsiteY143" fmla="*/ 767955 h 9456078"/>
              <a:gd name="connsiteX144" fmla="*/ 9833932 w 13158799"/>
              <a:gd name="connsiteY144" fmla="*/ 744083 h 9456078"/>
              <a:gd name="connsiteX145" fmla="*/ 9876613 w 13158799"/>
              <a:gd name="connsiteY145" fmla="*/ 720566 h 9456078"/>
              <a:gd name="connsiteX146" fmla="*/ 9919484 w 13158799"/>
              <a:gd name="connsiteY146" fmla="*/ 697404 h 9456078"/>
              <a:gd name="connsiteX147" fmla="*/ 9962542 w 13158799"/>
              <a:gd name="connsiteY147" fmla="*/ 674598 h 9456078"/>
              <a:gd name="connsiteX148" fmla="*/ 10005784 w 13158799"/>
              <a:gd name="connsiteY148" fmla="*/ 652149 h 9456078"/>
              <a:gd name="connsiteX149" fmla="*/ 10049209 w 13158799"/>
              <a:gd name="connsiteY149" fmla="*/ 630059 h 9456078"/>
              <a:gd name="connsiteX150" fmla="*/ 10092814 w 13158799"/>
              <a:gd name="connsiteY150" fmla="*/ 608328 h 9456078"/>
              <a:gd name="connsiteX151" fmla="*/ 10136597 w 13158799"/>
              <a:gd name="connsiteY151" fmla="*/ 586958 h 9456078"/>
              <a:gd name="connsiteX152" fmla="*/ 10180556 w 13158799"/>
              <a:gd name="connsiteY152" fmla="*/ 565950 h 9456078"/>
              <a:gd name="connsiteX153" fmla="*/ 10224688 w 13158799"/>
              <a:gd name="connsiteY153" fmla="*/ 545304 h 9456078"/>
              <a:gd name="connsiteX154" fmla="*/ 10268991 w 13158799"/>
              <a:gd name="connsiteY154" fmla="*/ 525023 h 9456078"/>
              <a:gd name="connsiteX155" fmla="*/ 10313463 w 13158799"/>
              <a:gd name="connsiteY155" fmla="*/ 505107 h 9456078"/>
              <a:gd name="connsiteX156" fmla="*/ 10358101 w 13158799"/>
              <a:gd name="connsiteY156" fmla="*/ 485558 h 9456078"/>
              <a:gd name="connsiteX157" fmla="*/ 10402903 w 13158799"/>
              <a:gd name="connsiteY157" fmla="*/ 466376 h 9456078"/>
              <a:gd name="connsiteX158" fmla="*/ 10447868 w 13158799"/>
              <a:gd name="connsiteY158" fmla="*/ 447563 h 9456078"/>
              <a:gd name="connsiteX159" fmla="*/ 10492991 w 13158799"/>
              <a:gd name="connsiteY159" fmla="*/ 429119 h 9456078"/>
              <a:gd name="connsiteX160" fmla="*/ 10538272 w 13158799"/>
              <a:gd name="connsiteY160" fmla="*/ 411046 h 9456078"/>
              <a:gd name="connsiteX161" fmla="*/ 10583708 w 13158799"/>
              <a:gd name="connsiteY161" fmla="*/ 393346 h 9456078"/>
              <a:gd name="connsiteX162" fmla="*/ 10629297 w 13158799"/>
              <a:gd name="connsiteY162" fmla="*/ 376018 h 9456078"/>
              <a:gd name="connsiteX163" fmla="*/ 10675036 w 13158799"/>
              <a:gd name="connsiteY163" fmla="*/ 359065 h 9456078"/>
              <a:gd name="connsiteX164" fmla="*/ 10720923 w 13158799"/>
              <a:gd name="connsiteY164" fmla="*/ 342487 h 9456078"/>
              <a:gd name="connsiteX165" fmla="*/ 10766956 w 13158799"/>
              <a:gd name="connsiteY165" fmla="*/ 326286 h 9456078"/>
              <a:gd name="connsiteX166" fmla="*/ 10813132 w 13158799"/>
              <a:gd name="connsiteY166" fmla="*/ 310462 h 9456078"/>
              <a:gd name="connsiteX167" fmla="*/ 10859450 w 13158799"/>
              <a:gd name="connsiteY167" fmla="*/ 295018 h 9456078"/>
              <a:gd name="connsiteX168" fmla="*/ 10905907 w 13158799"/>
              <a:gd name="connsiteY168" fmla="*/ 279953 h 9456078"/>
              <a:gd name="connsiteX169" fmla="*/ 10952500 w 13158799"/>
              <a:gd name="connsiteY169" fmla="*/ 265269 h 9456078"/>
              <a:gd name="connsiteX170" fmla="*/ 10999227 w 13158799"/>
              <a:gd name="connsiteY170" fmla="*/ 250968 h 9456078"/>
              <a:gd name="connsiteX171" fmla="*/ 11046087 w 13158799"/>
              <a:gd name="connsiteY171" fmla="*/ 237049 h 9456078"/>
              <a:gd name="connsiteX172" fmla="*/ 11093076 w 13158799"/>
              <a:gd name="connsiteY172" fmla="*/ 223516 h 9456078"/>
              <a:gd name="connsiteX173" fmla="*/ 11140193 w 13158799"/>
              <a:gd name="connsiteY173" fmla="*/ 210368 h 9456078"/>
              <a:gd name="connsiteX174" fmla="*/ 11187434 w 13158799"/>
              <a:gd name="connsiteY174" fmla="*/ 197606 h 9456078"/>
              <a:gd name="connsiteX175" fmla="*/ 11234799 w 13158799"/>
              <a:gd name="connsiteY175" fmla="*/ 185233 h 9456078"/>
              <a:gd name="connsiteX176" fmla="*/ 11282284 w 13158799"/>
              <a:gd name="connsiteY176" fmla="*/ 173248 h 9456078"/>
              <a:gd name="connsiteX177" fmla="*/ 11329888 w 13158799"/>
              <a:gd name="connsiteY177" fmla="*/ 161654 h 9456078"/>
              <a:gd name="connsiteX178" fmla="*/ 11377607 w 13158799"/>
              <a:gd name="connsiteY178" fmla="*/ 150451 h 9456078"/>
              <a:gd name="connsiteX179" fmla="*/ 11425440 w 13158799"/>
              <a:gd name="connsiteY179" fmla="*/ 139640 h 9456078"/>
              <a:gd name="connsiteX180" fmla="*/ 11473385 w 13158799"/>
              <a:gd name="connsiteY180" fmla="*/ 129223 h 9456078"/>
              <a:gd name="connsiteX181" fmla="*/ 11521439 w 13158799"/>
              <a:gd name="connsiteY181" fmla="*/ 119201 h 9456078"/>
              <a:gd name="connsiteX182" fmla="*/ 11569599 w 13158799"/>
              <a:gd name="connsiteY182" fmla="*/ 109574 h 9456078"/>
              <a:gd name="connsiteX183" fmla="*/ 11617864 w 13158799"/>
              <a:gd name="connsiteY183" fmla="*/ 100344 h 9456078"/>
              <a:gd name="connsiteX184" fmla="*/ 11666231 w 13158799"/>
              <a:gd name="connsiteY184" fmla="*/ 91512 h 9456078"/>
              <a:gd name="connsiteX185" fmla="*/ 11714698 w 13158799"/>
              <a:gd name="connsiteY185" fmla="*/ 83080 h 9456078"/>
              <a:gd name="connsiteX186" fmla="*/ 11763263 w 13158799"/>
              <a:gd name="connsiteY186" fmla="*/ 75047 h 9456078"/>
              <a:gd name="connsiteX187" fmla="*/ 11811923 w 13158799"/>
              <a:gd name="connsiteY187" fmla="*/ 67417 h 9456078"/>
              <a:gd name="connsiteX188" fmla="*/ 11860676 w 13158799"/>
              <a:gd name="connsiteY188" fmla="*/ 60188 h 9456078"/>
              <a:gd name="connsiteX189" fmla="*/ 11909519 w 13158799"/>
              <a:gd name="connsiteY189" fmla="*/ 53364 h 9456078"/>
              <a:gd name="connsiteX190" fmla="*/ 11958451 w 13158799"/>
              <a:gd name="connsiteY190" fmla="*/ 46944 h 9456078"/>
              <a:gd name="connsiteX191" fmla="*/ 12007470 w 13158799"/>
              <a:gd name="connsiteY191" fmla="*/ 40931 h 9456078"/>
              <a:gd name="connsiteX192" fmla="*/ 12056572 w 13158799"/>
              <a:gd name="connsiteY192" fmla="*/ 35324 h 9456078"/>
              <a:gd name="connsiteX193" fmla="*/ 12105756 w 13158799"/>
              <a:gd name="connsiteY193" fmla="*/ 30126 h 9456078"/>
              <a:gd name="connsiteX194" fmla="*/ 12155019 w 13158799"/>
              <a:gd name="connsiteY194" fmla="*/ 25337 h 9456078"/>
              <a:gd name="connsiteX195" fmla="*/ 12204359 w 13158799"/>
              <a:gd name="connsiteY195" fmla="*/ 20958 h 9456078"/>
              <a:gd name="connsiteX196" fmla="*/ 12253773 w 13158799"/>
              <a:gd name="connsiteY196" fmla="*/ 16991 h 9456078"/>
              <a:gd name="connsiteX197" fmla="*/ 12303260 w 13158799"/>
              <a:gd name="connsiteY197" fmla="*/ 13437 h 9456078"/>
              <a:gd name="connsiteX198" fmla="*/ 12352818 w 13158799"/>
              <a:gd name="connsiteY198" fmla="*/ 10297 h 9456078"/>
              <a:gd name="connsiteX199" fmla="*/ 12402443 w 13158799"/>
              <a:gd name="connsiteY199" fmla="*/ 7572 h 9456078"/>
              <a:gd name="connsiteX200" fmla="*/ 12452133 w 13158799"/>
              <a:gd name="connsiteY200" fmla="*/ 5263 h 9456078"/>
              <a:gd name="connsiteX201" fmla="*/ 12501887 w 13158799"/>
              <a:gd name="connsiteY201" fmla="*/ 3371 h 9456078"/>
              <a:gd name="connsiteX202" fmla="*/ 12551701 w 13158799"/>
              <a:gd name="connsiteY202" fmla="*/ 1898 h 9456078"/>
              <a:gd name="connsiteX203" fmla="*/ 12601574 w 13158799"/>
              <a:gd name="connsiteY203" fmla="*/ 844 h 9456078"/>
              <a:gd name="connsiteX204" fmla="*/ 12651504 w 13158799"/>
              <a:gd name="connsiteY204" fmla="*/ 211 h 9456078"/>
              <a:gd name="connsiteX205" fmla="*/ 12701487 w 13158799"/>
              <a:gd name="connsiteY205" fmla="*/ 0 h 9456078"/>
              <a:gd name="connsiteX206" fmla="*/ 13158798 w 13158799"/>
              <a:gd name="connsiteY206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76172 w 13158797"/>
              <a:gd name="connsiteY22" fmla="*/ 9319936 h 9456078"/>
              <a:gd name="connsiteX23" fmla="*/ 1223823 w 13158797"/>
              <a:gd name="connsiteY23" fmla="*/ 9308509 h 9456078"/>
              <a:gd name="connsiteX24" fmla="*/ 1271339 w 13158797"/>
              <a:gd name="connsiteY24" fmla="*/ 9296635 h 9456078"/>
              <a:gd name="connsiteX25" fmla="*/ 1318719 w 13158797"/>
              <a:gd name="connsiteY25" fmla="*/ 9284315 h 9456078"/>
              <a:gd name="connsiteX26" fmla="*/ 1365957 w 13158797"/>
              <a:gd name="connsiteY26" fmla="*/ 9271550 h 9456078"/>
              <a:gd name="connsiteX27" fmla="*/ 1413052 w 13158797"/>
              <a:gd name="connsiteY27" fmla="*/ 9258342 h 9456078"/>
              <a:gd name="connsiteX28" fmla="*/ 1460000 w 13158797"/>
              <a:gd name="connsiteY28" fmla="*/ 9244693 h 9456078"/>
              <a:gd name="connsiteX29" fmla="*/ 1506799 w 13158797"/>
              <a:gd name="connsiteY29" fmla="*/ 9230604 h 9456078"/>
              <a:gd name="connsiteX30" fmla="*/ 1553445 w 13158797"/>
              <a:gd name="connsiteY30" fmla="*/ 9216076 h 9456078"/>
              <a:gd name="connsiteX31" fmla="*/ 1599935 w 13158797"/>
              <a:gd name="connsiteY31" fmla="*/ 9201111 h 9456078"/>
              <a:gd name="connsiteX32" fmla="*/ 1646267 w 13158797"/>
              <a:gd name="connsiteY32" fmla="*/ 9185710 h 9456078"/>
              <a:gd name="connsiteX33" fmla="*/ 1692437 w 13158797"/>
              <a:gd name="connsiteY33" fmla="*/ 9169876 h 9456078"/>
              <a:gd name="connsiteX34" fmla="*/ 1738442 w 13158797"/>
              <a:gd name="connsiteY34" fmla="*/ 9153608 h 9456078"/>
              <a:gd name="connsiteX35" fmla="*/ 1784280 w 13158797"/>
              <a:gd name="connsiteY35" fmla="*/ 9136910 h 9456078"/>
              <a:gd name="connsiteX36" fmla="*/ 1829947 w 13158797"/>
              <a:gd name="connsiteY36" fmla="*/ 9119782 h 9456078"/>
              <a:gd name="connsiteX37" fmla="*/ 1875440 w 13158797"/>
              <a:gd name="connsiteY37" fmla="*/ 9102226 h 9456078"/>
              <a:gd name="connsiteX38" fmla="*/ 1920756 w 13158797"/>
              <a:gd name="connsiteY38" fmla="*/ 9084243 h 9456078"/>
              <a:gd name="connsiteX39" fmla="*/ 1965893 w 13158797"/>
              <a:gd name="connsiteY39" fmla="*/ 9065835 h 9456078"/>
              <a:gd name="connsiteX40" fmla="*/ 2055615 w 13158797"/>
              <a:gd name="connsiteY40" fmla="*/ 9027750 h 9456078"/>
              <a:gd name="connsiteX41" fmla="*/ 2100195 w 13158797"/>
              <a:gd name="connsiteY41" fmla="*/ 9008075 h 9456078"/>
              <a:gd name="connsiteX42" fmla="*/ 2144582 w 13158797"/>
              <a:gd name="connsiteY42" fmla="*/ 8987981 h 9456078"/>
              <a:gd name="connsiteX43" fmla="*/ 2188775 w 13158797"/>
              <a:gd name="connsiteY43" fmla="*/ 8967470 h 9456078"/>
              <a:gd name="connsiteX44" fmla="*/ 2232770 w 13158797"/>
              <a:gd name="connsiteY44" fmla="*/ 8946542 h 9456078"/>
              <a:gd name="connsiteX45" fmla="*/ 2276564 w 13158797"/>
              <a:gd name="connsiteY45" fmla="*/ 8925199 h 9456078"/>
              <a:gd name="connsiteX46" fmla="*/ 2320154 w 13158797"/>
              <a:gd name="connsiteY46" fmla="*/ 8903443 h 9456078"/>
              <a:gd name="connsiteX47" fmla="*/ 2363538 w 13158797"/>
              <a:gd name="connsiteY47" fmla="*/ 8881275 h 9456078"/>
              <a:gd name="connsiteX48" fmla="*/ 2406711 w 13158797"/>
              <a:gd name="connsiteY48" fmla="*/ 8858697 h 9456078"/>
              <a:gd name="connsiteX49" fmla="*/ 2449672 w 13158797"/>
              <a:gd name="connsiteY49" fmla="*/ 8835710 h 9456078"/>
              <a:gd name="connsiteX50" fmla="*/ 2492417 w 13158797"/>
              <a:gd name="connsiteY50" fmla="*/ 8812316 h 9456078"/>
              <a:gd name="connsiteX51" fmla="*/ 2534943 w 13158797"/>
              <a:gd name="connsiteY51" fmla="*/ 8788516 h 9456078"/>
              <a:gd name="connsiteX52" fmla="*/ 2577247 w 13158797"/>
              <a:gd name="connsiteY52" fmla="*/ 8764311 h 9456078"/>
              <a:gd name="connsiteX53" fmla="*/ 2619326 w 13158797"/>
              <a:gd name="connsiteY53" fmla="*/ 8739704 h 9456078"/>
              <a:gd name="connsiteX54" fmla="*/ 2661177 w 13158797"/>
              <a:gd name="connsiteY54" fmla="*/ 8714695 h 9456078"/>
              <a:gd name="connsiteX55" fmla="*/ 2702797 w 13158797"/>
              <a:gd name="connsiteY55" fmla="*/ 8689286 h 9456078"/>
              <a:gd name="connsiteX56" fmla="*/ 2744183 w 13158797"/>
              <a:gd name="connsiteY56" fmla="*/ 8663479 h 9456078"/>
              <a:gd name="connsiteX57" fmla="*/ 2785333 w 13158797"/>
              <a:gd name="connsiteY57" fmla="*/ 8637274 h 9456078"/>
              <a:gd name="connsiteX58" fmla="*/ 2826242 w 13158797"/>
              <a:gd name="connsiteY58" fmla="*/ 8610675 h 9456078"/>
              <a:gd name="connsiteX59" fmla="*/ 2866908 w 13158797"/>
              <a:gd name="connsiteY59" fmla="*/ 8583681 h 9456078"/>
              <a:gd name="connsiteX60" fmla="*/ 2907329 w 13158797"/>
              <a:gd name="connsiteY60" fmla="*/ 8556295 h 9456078"/>
              <a:gd name="connsiteX61" fmla="*/ 2947500 w 13158797"/>
              <a:gd name="connsiteY61" fmla="*/ 8528517 h 9456078"/>
              <a:gd name="connsiteX62" fmla="*/ 2987419 w 13158797"/>
              <a:gd name="connsiteY62" fmla="*/ 8500351 h 9456078"/>
              <a:gd name="connsiteX63" fmla="*/ 3027083 w 13158797"/>
              <a:gd name="connsiteY63" fmla="*/ 8471796 h 9456078"/>
              <a:gd name="connsiteX64" fmla="*/ 3066489 w 13158797"/>
              <a:gd name="connsiteY64" fmla="*/ 8442854 h 9456078"/>
              <a:gd name="connsiteX65" fmla="*/ 3105634 w 13158797"/>
              <a:gd name="connsiteY65" fmla="*/ 8413528 h 9456078"/>
              <a:gd name="connsiteX66" fmla="*/ 3144515 w 13158797"/>
              <a:gd name="connsiteY66" fmla="*/ 8383818 h 9456078"/>
              <a:gd name="connsiteX67" fmla="*/ 3183129 w 13158797"/>
              <a:gd name="connsiteY67" fmla="*/ 8353726 h 9456078"/>
              <a:gd name="connsiteX68" fmla="*/ 3221473 w 13158797"/>
              <a:gd name="connsiteY68" fmla="*/ 8323253 h 9456078"/>
              <a:gd name="connsiteX69" fmla="*/ 3259544 w 13158797"/>
              <a:gd name="connsiteY69" fmla="*/ 8292401 h 9456078"/>
              <a:gd name="connsiteX70" fmla="*/ 3297339 w 13158797"/>
              <a:gd name="connsiteY70" fmla="*/ 8261172 h 9456078"/>
              <a:gd name="connsiteX71" fmla="*/ 3334854 w 13158797"/>
              <a:gd name="connsiteY71" fmla="*/ 8229566 h 9456078"/>
              <a:gd name="connsiteX72" fmla="*/ 3372087 w 13158797"/>
              <a:gd name="connsiteY72" fmla="*/ 8197585 h 9456078"/>
              <a:gd name="connsiteX73" fmla="*/ 3409035 w 13158797"/>
              <a:gd name="connsiteY73" fmla="*/ 8165232 h 9456078"/>
              <a:gd name="connsiteX74" fmla="*/ 3445695 w 13158797"/>
              <a:gd name="connsiteY74" fmla="*/ 8132507 h 9456078"/>
              <a:gd name="connsiteX75" fmla="*/ 3482064 w 13158797"/>
              <a:gd name="connsiteY75" fmla="*/ 8099411 h 9456078"/>
              <a:gd name="connsiteX76" fmla="*/ 3518139 w 13158797"/>
              <a:gd name="connsiteY76" fmla="*/ 8065947 h 9456078"/>
              <a:gd name="connsiteX77" fmla="*/ 3553916 w 13158797"/>
              <a:gd name="connsiteY77" fmla="*/ 8032115 h 9456078"/>
              <a:gd name="connsiteX78" fmla="*/ 3589393 w 13158797"/>
              <a:gd name="connsiteY78" fmla="*/ 7997918 h 9456078"/>
              <a:gd name="connsiteX79" fmla="*/ 3624567 w 13158797"/>
              <a:gd name="connsiteY79" fmla="*/ 7963356 h 9456078"/>
              <a:gd name="connsiteX80" fmla="*/ 3659435 w 13158797"/>
              <a:gd name="connsiteY80" fmla="*/ 7928432 h 9456078"/>
              <a:gd name="connsiteX81" fmla="*/ 3693994 w 13158797"/>
              <a:gd name="connsiteY81" fmla="*/ 7893146 h 9456078"/>
              <a:gd name="connsiteX82" fmla="*/ 3728240 w 13158797"/>
              <a:gd name="connsiteY82" fmla="*/ 7857501 h 9456078"/>
              <a:gd name="connsiteX83" fmla="*/ 3762171 w 13158797"/>
              <a:gd name="connsiteY83" fmla="*/ 7821497 h 9456078"/>
              <a:gd name="connsiteX84" fmla="*/ 3795783 w 13158797"/>
              <a:gd name="connsiteY84" fmla="*/ 7785136 h 9456078"/>
              <a:gd name="connsiteX85" fmla="*/ 3829075 w 13158797"/>
              <a:gd name="connsiteY85" fmla="*/ 7748420 h 9456078"/>
              <a:gd name="connsiteX86" fmla="*/ 3862042 w 13158797"/>
              <a:gd name="connsiteY86" fmla="*/ 7711350 h 9456078"/>
              <a:gd name="connsiteX87" fmla="*/ 3894682 w 13158797"/>
              <a:gd name="connsiteY87" fmla="*/ 7673928 h 9456078"/>
              <a:gd name="connsiteX88" fmla="*/ 3926991 w 13158797"/>
              <a:gd name="connsiteY88" fmla="*/ 7636155 h 9456078"/>
              <a:gd name="connsiteX89" fmla="*/ 3958967 w 13158797"/>
              <a:gd name="connsiteY89" fmla="*/ 7598032 h 9456078"/>
              <a:gd name="connsiteX90" fmla="*/ 3990607 w 13158797"/>
              <a:gd name="connsiteY90" fmla="*/ 7559561 h 9456078"/>
              <a:gd name="connsiteX91" fmla="*/ 4021907 w 13158797"/>
              <a:gd name="connsiteY91" fmla="*/ 7520744 h 9456078"/>
              <a:gd name="connsiteX92" fmla="*/ 4052865 w 13158797"/>
              <a:gd name="connsiteY92" fmla="*/ 7481582 h 9456078"/>
              <a:gd name="connsiteX93" fmla="*/ 4083478 w 13158797"/>
              <a:gd name="connsiteY93" fmla="*/ 7442077 h 9456078"/>
              <a:gd name="connsiteX94" fmla="*/ 8022311 w 13158797"/>
              <a:gd name="connsiteY94" fmla="*/ 2307814 h 9456078"/>
              <a:gd name="connsiteX95" fmla="*/ 8052902 w 13158797"/>
              <a:gd name="connsiteY95" fmla="*/ 2268285 h 9456078"/>
              <a:gd name="connsiteX96" fmla="*/ 8083796 w 13158797"/>
              <a:gd name="connsiteY96" fmla="*/ 2229056 h 9456078"/>
              <a:gd name="connsiteX97" fmla="*/ 8114989 w 13158797"/>
              <a:gd name="connsiteY97" fmla="*/ 2190127 h 9456078"/>
              <a:gd name="connsiteX98" fmla="*/ 8146479 w 13158797"/>
              <a:gd name="connsiteY98" fmla="*/ 2151500 h 9456078"/>
              <a:gd name="connsiteX99" fmla="*/ 8178264 w 13158797"/>
              <a:gd name="connsiteY99" fmla="*/ 2113176 h 9456078"/>
              <a:gd name="connsiteX100" fmla="*/ 8210341 w 13158797"/>
              <a:gd name="connsiteY100" fmla="*/ 2075157 h 9456078"/>
              <a:gd name="connsiteX101" fmla="*/ 8242709 w 13158797"/>
              <a:gd name="connsiteY101" fmla="*/ 2037442 h 9456078"/>
              <a:gd name="connsiteX102" fmla="*/ 8275365 w 13158797"/>
              <a:gd name="connsiteY102" fmla="*/ 2000034 h 9456078"/>
              <a:gd name="connsiteX103" fmla="*/ 8308307 w 13158797"/>
              <a:gd name="connsiteY103" fmla="*/ 1962934 h 9456078"/>
              <a:gd name="connsiteX104" fmla="*/ 8341532 w 13158797"/>
              <a:gd name="connsiteY104" fmla="*/ 1926142 h 9456078"/>
              <a:gd name="connsiteX105" fmla="*/ 8375038 w 13158797"/>
              <a:gd name="connsiteY105" fmla="*/ 1889660 h 9456078"/>
              <a:gd name="connsiteX106" fmla="*/ 8408823 w 13158797"/>
              <a:gd name="connsiteY106" fmla="*/ 1853489 h 9456078"/>
              <a:gd name="connsiteX107" fmla="*/ 8442885 w 13158797"/>
              <a:gd name="connsiteY107" fmla="*/ 1817630 h 9456078"/>
              <a:gd name="connsiteX108" fmla="*/ 8477221 w 13158797"/>
              <a:gd name="connsiteY108" fmla="*/ 1782084 h 9456078"/>
              <a:gd name="connsiteX109" fmla="*/ 8511829 w 13158797"/>
              <a:gd name="connsiteY109" fmla="*/ 1746853 h 9456078"/>
              <a:gd name="connsiteX110" fmla="*/ 8546706 w 13158797"/>
              <a:gd name="connsiteY110" fmla="*/ 1711937 h 9456078"/>
              <a:gd name="connsiteX111" fmla="*/ 8581851 w 13158797"/>
              <a:gd name="connsiteY111" fmla="*/ 1677337 h 9456078"/>
              <a:gd name="connsiteX112" fmla="*/ 8617261 w 13158797"/>
              <a:gd name="connsiteY112" fmla="*/ 1643056 h 9456078"/>
              <a:gd name="connsiteX113" fmla="*/ 8652934 w 13158797"/>
              <a:gd name="connsiteY113" fmla="*/ 1609093 h 9456078"/>
              <a:gd name="connsiteX114" fmla="*/ 8688867 w 13158797"/>
              <a:gd name="connsiteY114" fmla="*/ 1575450 h 9456078"/>
              <a:gd name="connsiteX115" fmla="*/ 8725058 w 13158797"/>
              <a:gd name="connsiteY115" fmla="*/ 1542128 h 9456078"/>
              <a:gd name="connsiteX116" fmla="*/ 8761506 w 13158797"/>
              <a:gd name="connsiteY116" fmla="*/ 1509129 h 9456078"/>
              <a:gd name="connsiteX117" fmla="*/ 8798207 w 13158797"/>
              <a:gd name="connsiteY117" fmla="*/ 1476452 h 9456078"/>
              <a:gd name="connsiteX118" fmla="*/ 8835159 w 13158797"/>
              <a:gd name="connsiteY118" fmla="*/ 1444101 h 9456078"/>
              <a:gd name="connsiteX119" fmla="*/ 8872360 w 13158797"/>
              <a:gd name="connsiteY119" fmla="*/ 1412075 h 9456078"/>
              <a:gd name="connsiteX120" fmla="*/ 8909808 w 13158797"/>
              <a:gd name="connsiteY120" fmla="*/ 1380375 h 9456078"/>
              <a:gd name="connsiteX121" fmla="*/ 8947501 w 13158797"/>
              <a:gd name="connsiteY121" fmla="*/ 1349004 h 9456078"/>
              <a:gd name="connsiteX122" fmla="*/ 8985435 w 13158797"/>
              <a:gd name="connsiteY122" fmla="*/ 1317962 h 9456078"/>
              <a:gd name="connsiteX123" fmla="*/ 9023610 w 13158797"/>
              <a:gd name="connsiteY123" fmla="*/ 1287250 h 9456078"/>
              <a:gd name="connsiteX124" fmla="*/ 9062022 w 13158797"/>
              <a:gd name="connsiteY124" fmla="*/ 1256869 h 9456078"/>
              <a:gd name="connsiteX125" fmla="*/ 9100669 w 13158797"/>
              <a:gd name="connsiteY125" fmla="*/ 1226820 h 9456078"/>
              <a:gd name="connsiteX126" fmla="*/ 9139549 w 13158797"/>
              <a:gd name="connsiteY126" fmla="*/ 1197105 h 9456078"/>
              <a:gd name="connsiteX127" fmla="*/ 9178660 w 13158797"/>
              <a:gd name="connsiteY127" fmla="*/ 1167725 h 9456078"/>
              <a:gd name="connsiteX128" fmla="*/ 9217999 w 13158797"/>
              <a:gd name="connsiteY128" fmla="*/ 1138681 h 9456078"/>
              <a:gd name="connsiteX129" fmla="*/ 9257564 w 13158797"/>
              <a:gd name="connsiteY129" fmla="*/ 1109974 h 9456078"/>
              <a:gd name="connsiteX130" fmla="*/ 9297353 w 13158797"/>
              <a:gd name="connsiteY130" fmla="*/ 1081604 h 9456078"/>
              <a:gd name="connsiteX131" fmla="*/ 9337364 w 13158797"/>
              <a:gd name="connsiteY131" fmla="*/ 1053574 h 9456078"/>
              <a:gd name="connsiteX132" fmla="*/ 9377594 w 13158797"/>
              <a:gd name="connsiteY132" fmla="*/ 1025884 h 9456078"/>
              <a:gd name="connsiteX133" fmla="*/ 9418040 w 13158797"/>
              <a:gd name="connsiteY133" fmla="*/ 998536 h 9456078"/>
              <a:gd name="connsiteX134" fmla="*/ 9458702 w 13158797"/>
              <a:gd name="connsiteY134" fmla="*/ 971530 h 9456078"/>
              <a:gd name="connsiteX135" fmla="*/ 9499575 w 13158797"/>
              <a:gd name="connsiteY135" fmla="*/ 944868 h 9456078"/>
              <a:gd name="connsiteX136" fmla="*/ 9540659 w 13158797"/>
              <a:gd name="connsiteY136" fmla="*/ 918551 h 9456078"/>
              <a:gd name="connsiteX137" fmla="*/ 9581950 w 13158797"/>
              <a:gd name="connsiteY137" fmla="*/ 892580 h 9456078"/>
              <a:gd name="connsiteX138" fmla="*/ 9623447 w 13158797"/>
              <a:gd name="connsiteY138" fmla="*/ 866956 h 9456078"/>
              <a:gd name="connsiteX139" fmla="*/ 9665147 w 13158797"/>
              <a:gd name="connsiteY139" fmla="*/ 841681 h 9456078"/>
              <a:gd name="connsiteX140" fmla="*/ 9707048 w 13158797"/>
              <a:gd name="connsiteY140" fmla="*/ 816754 h 9456078"/>
              <a:gd name="connsiteX141" fmla="*/ 9749147 w 13158797"/>
              <a:gd name="connsiteY141" fmla="*/ 792179 h 9456078"/>
              <a:gd name="connsiteX142" fmla="*/ 9791443 w 13158797"/>
              <a:gd name="connsiteY142" fmla="*/ 767955 h 9456078"/>
              <a:gd name="connsiteX143" fmla="*/ 9833932 w 13158797"/>
              <a:gd name="connsiteY143" fmla="*/ 744083 h 9456078"/>
              <a:gd name="connsiteX144" fmla="*/ 9876613 w 13158797"/>
              <a:gd name="connsiteY144" fmla="*/ 720566 h 9456078"/>
              <a:gd name="connsiteX145" fmla="*/ 9919484 w 13158797"/>
              <a:gd name="connsiteY145" fmla="*/ 697404 h 9456078"/>
              <a:gd name="connsiteX146" fmla="*/ 9962542 w 13158797"/>
              <a:gd name="connsiteY146" fmla="*/ 674598 h 9456078"/>
              <a:gd name="connsiteX147" fmla="*/ 10005784 w 13158797"/>
              <a:gd name="connsiteY147" fmla="*/ 652149 h 9456078"/>
              <a:gd name="connsiteX148" fmla="*/ 10049209 w 13158797"/>
              <a:gd name="connsiteY148" fmla="*/ 630059 h 9456078"/>
              <a:gd name="connsiteX149" fmla="*/ 10092814 w 13158797"/>
              <a:gd name="connsiteY149" fmla="*/ 608328 h 9456078"/>
              <a:gd name="connsiteX150" fmla="*/ 10136597 w 13158797"/>
              <a:gd name="connsiteY150" fmla="*/ 586958 h 9456078"/>
              <a:gd name="connsiteX151" fmla="*/ 10180556 w 13158797"/>
              <a:gd name="connsiteY151" fmla="*/ 565950 h 9456078"/>
              <a:gd name="connsiteX152" fmla="*/ 10224688 w 13158797"/>
              <a:gd name="connsiteY152" fmla="*/ 545304 h 9456078"/>
              <a:gd name="connsiteX153" fmla="*/ 10268991 w 13158797"/>
              <a:gd name="connsiteY153" fmla="*/ 525023 h 9456078"/>
              <a:gd name="connsiteX154" fmla="*/ 10313463 w 13158797"/>
              <a:gd name="connsiteY154" fmla="*/ 505107 h 9456078"/>
              <a:gd name="connsiteX155" fmla="*/ 10358101 w 13158797"/>
              <a:gd name="connsiteY155" fmla="*/ 485558 h 9456078"/>
              <a:gd name="connsiteX156" fmla="*/ 10402903 w 13158797"/>
              <a:gd name="connsiteY156" fmla="*/ 466376 h 9456078"/>
              <a:gd name="connsiteX157" fmla="*/ 10447868 w 13158797"/>
              <a:gd name="connsiteY157" fmla="*/ 447563 h 9456078"/>
              <a:gd name="connsiteX158" fmla="*/ 10492991 w 13158797"/>
              <a:gd name="connsiteY158" fmla="*/ 429119 h 9456078"/>
              <a:gd name="connsiteX159" fmla="*/ 10538272 w 13158797"/>
              <a:gd name="connsiteY159" fmla="*/ 411046 h 9456078"/>
              <a:gd name="connsiteX160" fmla="*/ 10583708 w 13158797"/>
              <a:gd name="connsiteY160" fmla="*/ 393346 h 9456078"/>
              <a:gd name="connsiteX161" fmla="*/ 10629297 w 13158797"/>
              <a:gd name="connsiteY161" fmla="*/ 376018 h 9456078"/>
              <a:gd name="connsiteX162" fmla="*/ 10675036 w 13158797"/>
              <a:gd name="connsiteY162" fmla="*/ 359065 h 9456078"/>
              <a:gd name="connsiteX163" fmla="*/ 10720923 w 13158797"/>
              <a:gd name="connsiteY163" fmla="*/ 342487 h 9456078"/>
              <a:gd name="connsiteX164" fmla="*/ 10766956 w 13158797"/>
              <a:gd name="connsiteY164" fmla="*/ 326286 h 9456078"/>
              <a:gd name="connsiteX165" fmla="*/ 10813132 w 13158797"/>
              <a:gd name="connsiteY165" fmla="*/ 310462 h 9456078"/>
              <a:gd name="connsiteX166" fmla="*/ 10859450 w 13158797"/>
              <a:gd name="connsiteY166" fmla="*/ 295018 h 9456078"/>
              <a:gd name="connsiteX167" fmla="*/ 10905907 w 13158797"/>
              <a:gd name="connsiteY167" fmla="*/ 279953 h 9456078"/>
              <a:gd name="connsiteX168" fmla="*/ 10952500 w 13158797"/>
              <a:gd name="connsiteY168" fmla="*/ 265269 h 9456078"/>
              <a:gd name="connsiteX169" fmla="*/ 10999227 w 13158797"/>
              <a:gd name="connsiteY169" fmla="*/ 250968 h 9456078"/>
              <a:gd name="connsiteX170" fmla="*/ 11046087 w 13158797"/>
              <a:gd name="connsiteY170" fmla="*/ 237049 h 9456078"/>
              <a:gd name="connsiteX171" fmla="*/ 11093076 w 13158797"/>
              <a:gd name="connsiteY171" fmla="*/ 223516 h 9456078"/>
              <a:gd name="connsiteX172" fmla="*/ 11140193 w 13158797"/>
              <a:gd name="connsiteY172" fmla="*/ 210368 h 9456078"/>
              <a:gd name="connsiteX173" fmla="*/ 11187434 w 13158797"/>
              <a:gd name="connsiteY173" fmla="*/ 197606 h 9456078"/>
              <a:gd name="connsiteX174" fmla="*/ 11234799 w 13158797"/>
              <a:gd name="connsiteY174" fmla="*/ 185233 h 9456078"/>
              <a:gd name="connsiteX175" fmla="*/ 11282284 w 13158797"/>
              <a:gd name="connsiteY175" fmla="*/ 173248 h 9456078"/>
              <a:gd name="connsiteX176" fmla="*/ 11329888 w 13158797"/>
              <a:gd name="connsiteY176" fmla="*/ 161654 h 9456078"/>
              <a:gd name="connsiteX177" fmla="*/ 11377607 w 13158797"/>
              <a:gd name="connsiteY177" fmla="*/ 150451 h 9456078"/>
              <a:gd name="connsiteX178" fmla="*/ 11425440 w 13158797"/>
              <a:gd name="connsiteY178" fmla="*/ 139640 h 9456078"/>
              <a:gd name="connsiteX179" fmla="*/ 11473385 w 13158797"/>
              <a:gd name="connsiteY179" fmla="*/ 129223 h 9456078"/>
              <a:gd name="connsiteX180" fmla="*/ 11521439 w 13158797"/>
              <a:gd name="connsiteY180" fmla="*/ 119201 h 9456078"/>
              <a:gd name="connsiteX181" fmla="*/ 11569599 w 13158797"/>
              <a:gd name="connsiteY181" fmla="*/ 109574 h 9456078"/>
              <a:gd name="connsiteX182" fmla="*/ 11617864 w 13158797"/>
              <a:gd name="connsiteY182" fmla="*/ 100344 h 9456078"/>
              <a:gd name="connsiteX183" fmla="*/ 11666231 w 13158797"/>
              <a:gd name="connsiteY183" fmla="*/ 91512 h 9456078"/>
              <a:gd name="connsiteX184" fmla="*/ 11714698 w 13158797"/>
              <a:gd name="connsiteY184" fmla="*/ 83080 h 9456078"/>
              <a:gd name="connsiteX185" fmla="*/ 11763263 w 13158797"/>
              <a:gd name="connsiteY185" fmla="*/ 75047 h 9456078"/>
              <a:gd name="connsiteX186" fmla="*/ 11811923 w 13158797"/>
              <a:gd name="connsiteY186" fmla="*/ 67417 h 9456078"/>
              <a:gd name="connsiteX187" fmla="*/ 11860676 w 13158797"/>
              <a:gd name="connsiteY187" fmla="*/ 60188 h 9456078"/>
              <a:gd name="connsiteX188" fmla="*/ 11909519 w 13158797"/>
              <a:gd name="connsiteY188" fmla="*/ 53364 h 9456078"/>
              <a:gd name="connsiteX189" fmla="*/ 11958451 w 13158797"/>
              <a:gd name="connsiteY189" fmla="*/ 46944 h 9456078"/>
              <a:gd name="connsiteX190" fmla="*/ 12007470 w 13158797"/>
              <a:gd name="connsiteY190" fmla="*/ 40931 h 9456078"/>
              <a:gd name="connsiteX191" fmla="*/ 12056572 w 13158797"/>
              <a:gd name="connsiteY191" fmla="*/ 35324 h 9456078"/>
              <a:gd name="connsiteX192" fmla="*/ 12105756 w 13158797"/>
              <a:gd name="connsiteY192" fmla="*/ 30126 h 9456078"/>
              <a:gd name="connsiteX193" fmla="*/ 12155019 w 13158797"/>
              <a:gd name="connsiteY193" fmla="*/ 25337 h 9456078"/>
              <a:gd name="connsiteX194" fmla="*/ 12204359 w 13158797"/>
              <a:gd name="connsiteY194" fmla="*/ 20958 h 9456078"/>
              <a:gd name="connsiteX195" fmla="*/ 12253773 w 13158797"/>
              <a:gd name="connsiteY195" fmla="*/ 16991 h 9456078"/>
              <a:gd name="connsiteX196" fmla="*/ 12303260 w 13158797"/>
              <a:gd name="connsiteY196" fmla="*/ 13437 h 9456078"/>
              <a:gd name="connsiteX197" fmla="*/ 12352818 w 13158797"/>
              <a:gd name="connsiteY197" fmla="*/ 10297 h 9456078"/>
              <a:gd name="connsiteX198" fmla="*/ 12402443 w 13158797"/>
              <a:gd name="connsiteY198" fmla="*/ 7572 h 9456078"/>
              <a:gd name="connsiteX199" fmla="*/ 12452133 w 13158797"/>
              <a:gd name="connsiteY199" fmla="*/ 5263 h 9456078"/>
              <a:gd name="connsiteX200" fmla="*/ 12501887 w 13158797"/>
              <a:gd name="connsiteY200" fmla="*/ 3371 h 9456078"/>
              <a:gd name="connsiteX201" fmla="*/ 12551701 w 13158797"/>
              <a:gd name="connsiteY201" fmla="*/ 1898 h 9456078"/>
              <a:gd name="connsiteX202" fmla="*/ 12601574 w 13158797"/>
              <a:gd name="connsiteY202" fmla="*/ 844 h 9456078"/>
              <a:gd name="connsiteX203" fmla="*/ 12651504 w 13158797"/>
              <a:gd name="connsiteY203" fmla="*/ 211 h 9456078"/>
              <a:gd name="connsiteX204" fmla="*/ 12701487 w 13158797"/>
              <a:gd name="connsiteY204" fmla="*/ 0 h 9456078"/>
              <a:gd name="connsiteX205" fmla="*/ 13158798 w 13158797"/>
              <a:gd name="connsiteY205" fmla="*/ 0 h 94560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</a:cxnLst>
            <a:rect l="l" t="t" r="r" b="b"/>
            <a:pathLst>
              <a:path w="13158797" h="9456078">
                <a:moveTo>
                  <a:pt x="0" y="9456078"/>
                </a:moveTo>
                <a:lnTo>
                  <a:pt x="49977" y="9455836"/>
                </a:lnTo>
                <a:lnTo>
                  <a:pt x="99893" y="9455111"/>
                </a:lnTo>
                <a:lnTo>
                  <a:pt x="149742" y="9453904"/>
                </a:lnTo>
                <a:lnTo>
                  <a:pt x="199524" y="9452217"/>
                </a:lnTo>
                <a:lnTo>
                  <a:pt x="298870" y="9447409"/>
                </a:lnTo>
                <a:lnTo>
                  <a:pt x="348429" y="9444290"/>
                </a:lnTo>
                <a:lnTo>
                  <a:pt x="397907" y="9440698"/>
                </a:lnTo>
                <a:lnTo>
                  <a:pt x="447302" y="9436632"/>
                </a:lnTo>
                <a:lnTo>
                  <a:pt x="496610" y="9432096"/>
                </a:lnTo>
                <a:lnTo>
                  <a:pt x="545829" y="9427089"/>
                </a:lnTo>
                <a:lnTo>
                  <a:pt x="594956" y="9421615"/>
                </a:lnTo>
                <a:lnTo>
                  <a:pt x="643987" y="9415673"/>
                </a:lnTo>
                <a:lnTo>
                  <a:pt x="692920" y="9409267"/>
                </a:lnTo>
                <a:lnTo>
                  <a:pt x="741751" y="9402396"/>
                </a:lnTo>
                <a:lnTo>
                  <a:pt x="790478" y="9395063"/>
                </a:lnTo>
                <a:lnTo>
                  <a:pt x="839098" y="9387270"/>
                </a:lnTo>
                <a:lnTo>
                  <a:pt x="887607" y="9379017"/>
                </a:lnTo>
                <a:lnTo>
                  <a:pt x="936002" y="9370306"/>
                </a:lnTo>
                <a:lnTo>
                  <a:pt x="984281" y="9361139"/>
                </a:lnTo>
                <a:lnTo>
                  <a:pt x="1032440" y="9351517"/>
                </a:lnTo>
                <a:lnTo>
                  <a:pt x="1080477" y="9341441"/>
                </a:lnTo>
                <a:lnTo>
                  <a:pt x="1176172" y="9319936"/>
                </a:lnTo>
                <a:lnTo>
                  <a:pt x="1223823" y="9308509"/>
                </a:lnTo>
                <a:lnTo>
                  <a:pt x="1271339" y="9296635"/>
                </a:lnTo>
                <a:lnTo>
                  <a:pt x="1318719" y="9284315"/>
                </a:lnTo>
                <a:lnTo>
                  <a:pt x="1365957" y="9271550"/>
                </a:lnTo>
                <a:lnTo>
                  <a:pt x="1413052" y="9258342"/>
                </a:lnTo>
                <a:lnTo>
                  <a:pt x="1460000" y="9244693"/>
                </a:lnTo>
                <a:lnTo>
                  <a:pt x="1506799" y="9230604"/>
                </a:lnTo>
                <a:lnTo>
                  <a:pt x="1553445" y="9216076"/>
                </a:lnTo>
                <a:lnTo>
                  <a:pt x="1599935" y="9201111"/>
                </a:lnTo>
                <a:lnTo>
                  <a:pt x="1646267" y="9185710"/>
                </a:lnTo>
                <a:lnTo>
                  <a:pt x="1692437" y="9169876"/>
                </a:lnTo>
                <a:lnTo>
                  <a:pt x="1738442" y="9153608"/>
                </a:lnTo>
                <a:lnTo>
                  <a:pt x="1784280" y="9136910"/>
                </a:lnTo>
                <a:lnTo>
                  <a:pt x="1829947" y="9119782"/>
                </a:lnTo>
                <a:lnTo>
                  <a:pt x="1875440" y="9102226"/>
                </a:lnTo>
                <a:lnTo>
                  <a:pt x="1920756" y="9084243"/>
                </a:lnTo>
                <a:lnTo>
                  <a:pt x="1965893" y="9065835"/>
                </a:lnTo>
                <a:lnTo>
                  <a:pt x="2055615" y="9027750"/>
                </a:lnTo>
                <a:lnTo>
                  <a:pt x="2100195" y="9008075"/>
                </a:lnTo>
                <a:lnTo>
                  <a:pt x="2144582" y="8987981"/>
                </a:lnTo>
                <a:lnTo>
                  <a:pt x="2188775" y="8967470"/>
                </a:lnTo>
                <a:lnTo>
                  <a:pt x="2232770" y="8946542"/>
                </a:lnTo>
                <a:lnTo>
                  <a:pt x="2276564" y="8925199"/>
                </a:lnTo>
                <a:lnTo>
                  <a:pt x="2320154" y="8903443"/>
                </a:lnTo>
                <a:lnTo>
                  <a:pt x="2363538" y="8881275"/>
                </a:lnTo>
                <a:lnTo>
                  <a:pt x="2406711" y="8858697"/>
                </a:lnTo>
                <a:lnTo>
                  <a:pt x="2449672" y="8835710"/>
                </a:lnTo>
                <a:lnTo>
                  <a:pt x="2492417" y="8812316"/>
                </a:lnTo>
                <a:lnTo>
                  <a:pt x="2534943" y="8788516"/>
                </a:lnTo>
                <a:lnTo>
                  <a:pt x="2577247" y="8764311"/>
                </a:lnTo>
                <a:lnTo>
                  <a:pt x="2619326" y="8739704"/>
                </a:lnTo>
                <a:lnTo>
                  <a:pt x="2661177" y="8714695"/>
                </a:lnTo>
                <a:lnTo>
                  <a:pt x="2702797" y="8689286"/>
                </a:lnTo>
                <a:lnTo>
                  <a:pt x="2744183" y="8663479"/>
                </a:lnTo>
                <a:lnTo>
                  <a:pt x="2785333" y="8637274"/>
                </a:lnTo>
                <a:lnTo>
                  <a:pt x="2826242" y="8610675"/>
                </a:lnTo>
                <a:lnTo>
                  <a:pt x="2866908" y="8583681"/>
                </a:lnTo>
                <a:lnTo>
                  <a:pt x="2907329" y="8556295"/>
                </a:lnTo>
                <a:lnTo>
                  <a:pt x="2947500" y="8528517"/>
                </a:lnTo>
                <a:lnTo>
                  <a:pt x="2987419" y="8500351"/>
                </a:lnTo>
                <a:lnTo>
                  <a:pt x="3027083" y="8471796"/>
                </a:lnTo>
                <a:lnTo>
                  <a:pt x="3066489" y="8442854"/>
                </a:lnTo>
                <a:lnTo>
                  <a:pt x="3105634" y="8413528"/>
                </a:lnTo>
                <a:lnTo>
                  <a:pt x="3144515" y="8383818"/>
                </a:lnTo>
                <a:lnTo>
                  <a:pt x="3183129" y="8353726"/>
                </a:lnTo>
                <a:lnTo>
                  <a:pt x="3221473" y="8323253"/>
                </a:lnTo>
                <a:lnTo>
                  <a:pt x="3259544" y="8292401"/>
                </a:lnTo>
                <a:lnTo>
                  <a:pt x="3297339" y="8261172"/>
                </a:lnTo>
                <a:lnTo>
                  <a:pt x="3334854" y="8229566"/>
                </a:lnTo>
                <a:lnTo>
                  <a:pt x="3372087" y="8197585"/>
                </a:lnTo>
                <a:lnTo>
                  <a:pt x="3409035" y="8165232"/>
                </a:lnTo>
                <a:lnTo>
                  <a:pt x="3445695" y="8132507"/>
                </a:lnTo>
                <a:lnTo>
                  <a:pt x="3482064" y="8099411"/>
                </a:lnTo>
                <a:lnTo>
                  <a:pt x="3518139" y="8065947"/>
                </a:lnTo>
                <a:lnTo>
                  <a:pt x="3553916" y="8032115"/>
                </a:lnTo>
                <a:lnTo>
                  <a:pt x="3589393" y="7997918"/>
                </a:lnTo>
                <a:lnTo>
                  <a:pt x="3624567" y="7963356"/>
                </a:lnTo>
                <a:lnTo>
                  <a:pt x="3659435" y="7928432"/>
                </a:lnTo>
                <a:lnTo>
                  <a:pt x="3693994" y="7893146"/>
                </a:lnTo>
                <a:lnTo>
                  <a:pt x="3728240" y="7857501"/>
                </a:lnTo>
                <a:lnTo>
                  <a:pt x="3762171" y="7821497"/>
                </a:lnTo>
                <a:lnTo>
                  <a:pt x="3795783" y="7785136"/>
                </a:lnTo>
                <a:lnTo>
                  <a:pt x="3829075" y="7748420"/>
                </a:lnTo>
                <a:lnTo>
                  <a:pt x="3862042" y="7711350"/>
                </a:lnTo>
                <a:lnTo>
                  <a:pt x="3894682" y="7673928"/>
                </a:lnTo>
                <a:lnTo>
                  <a:pt x="3926991" y="7636155"/>
                </a:lnTo>
                <a:lnTo>
                  <a:pt x="3958967" y="7598032"/>
                </a:lnTo>
                <a:lnTo>
                  <a:pt x="3990607" y="7559561"/>
                </a:lnTo>
                <a:lnTo>
                  <a:pt x="4021907" y="7520744"/>
                </a:lnTo>
                <a:lnTo>
                  <a:pt x="4052865" y="7481582"/>
                </a:lnTo>
                <a:lnTo>
                  <a:pt x="4083478" y="7442077"/>
                </a:lnTo>
                <a:lnTo>
                  <a:pt x="8022311" y="2307814"/>
                </a:lnTo>
                <a:lnTo>
                  <a:pt x="8052902" y="2268285"/>
                </a:lnTo>
                <a:lnTo>
                  <a:pt x="8083796" y="2229056"/>
                </a:lnTo>
                <a:lnTo>
                  <a:pt x="8114989" y="2190127"/>
                </a:lnTo>
                <a:lnTo>
                  <a:pt x="8146479" y="2151500"/>
                </a:lnTo>
                <a:lnTo>
                  <a:pt x="8178264" y="2113176"/>
                </a:lnTo>
                <a:lnTo>
                  <a:pt x="8210341" y="2075157"/>
                </a:lnTo>
                <a:lnTo>
                  <a:pt x="8242709" y="2037442"/>
                </a:lnTo>
                <a:lnTo>
                  <a:pt x="8275365" y="2000034"/>
                </a:lnTo>
                <a:lnTo>
                  <a:pt x="8308307" y="1962934"/>
                </a:lnTo>
                <a:lnTo>
                  <a:pt x="8341532" y="1926142"/>
                </a:lnTo>
                <a:lnTo>
                  <a:pt x="8375038" y="1889660"/>
                </a:lnTo>
                <a:lnTo>
                  <a:pt x="8408823" y="1853489"/>
                </a:lnTo>
                <a:lnTo>
                  <a:pt x="8442885" y="1817630"/>
                </a:lnTo>
                <a:lnTo>
                  <a:pt x="8477221" y="1782084"/>
                </a:lnTo>
                <a:lnTo>
                  <a:pt x="8511829" y="1746853"/>
                </a:lnTo>
                <a:lnTo>
                  <a:pt x="8546706" y="1711937"/>
                </a:lnTo>
                <a:lnTo>
                  <a:pt x="8581851" y="1677337"/>
                </a:lnTo>
                <a:lnTo>
                  <a:pt x="8617261" y="1643056"/>
                </a:lnTo>
                <a:lnTo>
                  <a:pt x="8652934" y="1609093"/>
                </a:lnTo>
                <a:lnTo>
                  <a:pt x="8688867" y="1575450"/>
                </a:lnTo>
                <a:lnTo>
                  <a:pt x="8725058" y="1542128"/>
                </a:lnTo>
                <a:lnTo>
                  <a:pt x="8761506" y="1509129"/>
                </a:lnTo>
                <a:lnTo>
                  <a:pt x="8798207" y="1476452"/>
                </a:lnTo>
                <a:lnTo>
                  <a:pt x="8835159" y="1444101"/>
                </a:lnTo>
                <a:lnTo>
                  <a:pt x="8872360" y="1412075"/>
                </a:lnTo>
                <a:lnTo>
                  <a:pt x="8909808" y="1380375"/>
                </a:lnTo>
                <a:lnTo>
                  <a:pt x="8947501" y="1349004"/>
                </a:lnTo>
                <a:lnTo>
                  <a:pt x="8985435" y="1317962"/>
                </a:lnTo>
                <a:lnTo>
                  <a:pt x="9023610" y="1287250"/>
                </a:lnTo>
                <a:lnTo>
                  <a:pt x="9062022" y="1256869"/>
                </a:lnTo>
                <a:lnTo>
                  <a:pt x="9100669" y="1226820"/>
                </a:lnTo>
                <a:lnTo>
                  <a:pt x="9139549" y="1197105"/>
                </a:lnTo>
                <a:lnTo>
                  <a:pt x="9178660" y="1167725"/>
                </a:lnTo>
                <a:lnTo>
                  <a:pt x="9217999" y="1138681"/>
                </a:lnTo>
                <a:lnTo>
                  <a:pt x="9257564" y="1109974"/>
                </a:lnTo>
                <a:lnTo>
                  <a:pt x="9297353" y="1081604"/>
                </a:lnTo>
                <a:lnTo>
                  <a:pt x="9337364" y="1053574"/>
                </a:lnTo>
                <a:lnTo>
                  <a:pt x="9377594" y="1025884"/>
                </a:lnTo>
                <a:lnTo>
                  <a:pt x="9418040" y="998536"/>
                </a:lnTo>
                <a:lnTo>
                  <a:pt x="9458702" y="971530"/>
                </a:lnTo>
                <a:lnTo>
                  <a:pt x="9499575" y="944868"/>
                </a:lnTo>
                <a:lnTo>
                  <a:pt x="9540659" y="918551"/>
                </a:lnTo>
                <a:lnTo>
                  <a:pt x="9581950" y="892580"/>
                </a:lnTo>
                <a:lnTo>
                  <a:pt x="9623447" y="866956"/>
                </a:lnTo>
                <a:lnTo>
                  <a:pt x="9665147" y="841681"/>
                </a:lnTo>
                <a:lnTo>
                  <a:pt x="9707048" y="816754"/>
                </a:lnTo>
                <a:lnTo>
                  <a:pt x="9749147" y="792179"/>
                </a:lnTo>
                <a:lnTo>
                  <a:pt x="9791443" y="767955"/>
                </a:lnTo>
                <a:lnTo>
                  <a:pt x="9833932" y="744083"/>
                </a:lnTo>
                <a:lnTo>
                  <a:pt x="9876613" y="720566"/>
                </a:lnTo>
                <a:lnTo>
                  <a:pt x="9919484" y="697404"/>
                </a:lnTo>
                <a:lnTo>
                  <a:pt x="9962542" y="674598"/>
                </a:lnTo>
                <a:lnTo>
                  <a:pt x="10005784" y="652149"/>
                </a:lnTo>
                <a:lnTo>
                  <a:pt x="10049209" y="630059"/>
                </a:lnTo>
                <a:lnTo>
                  <a:pt x="10092814" y="608328"/>
                </a:lnTo>
                <a:lnTo>
                  <a:pt x="10136597" y="586958"/>
                </a:lnTo>
                <a:lnTo>
                  <a:pt x="10180556" y="565950"/>
                </a:lnTo>
                <a:lnTo>
                  <a:pt x="10224688" y="545304"/>
                </a:lnTo>
                <a:lnTo>
                  <a:pt x="10268991" y="525023"/>
                </a:lnTo>
                <a:lnTo>
                  <a:pt x="10313463" y="505107"/>
                </a:lnTo>
                <a:lnTo>
                  <a:pt x="10358101" y="485558"/>
                </a:lnTo>
                <a:lnTo>
                  <a:pt x="10402903" y="466376"/>
                </a:lnTo>
                <a:lnTo>
                  <a:pt x="10447868" y="447563"/>
                </a:lnTo>
                <a:lnTo>
                  <a:pt x="10492991" y="429119"/>
                </a:lnTo>
                <a:lnTo>
                  <a:pt x="10538272" y="411046"/>
                </a:lnTo>
                <a:lnTo>
                  <a:pt x="10583708" y="393346"/>
                </a:lnTo>
                <a:lnTo>
                  <a:pt x="10629297" y="376018"/>
                </a:lnTo>
                <a:lnTo>
                  <a:pt x="10675036" y="359065"/>
                </a:lnTo>
                <a:lnTo>
                  <a:pt x="10720923" y="342487"/>
                </a:lnTo>
                <a:lnTo>
                  <a:pt x="10766956" y="326286"/>
                </a:lnTo>
                <a:lnTo>
                  <a:pt x="10813132" y="310462"/>
                </a:lnTo>
                <a:lnTo>
                  <a:pt x="10859450" y="295018"/>
                </a:lnTo>
                <a:lnTo>
                  <a:pt x="10905907" y="279953"/>
                </a:lnTo>
                <a:lnTo>
                  <a:pt x="10952500" y="265269"/>
                </a:lnTo>
                <a:lnTo>
                  <a:pt x="10999227" y="250968"/>
                </a:lnTo>
                <a:lnTo>
                  <a:pt x="11046087" y="237049"/>
                </a:lnTo>
                <a:lnTo>
                  <a:pt x="11093076" y="223516"/>
                </a:lnTo>
                <a:lnTo>
                  <a:pt x="11140193" y="210368"/>
                </a:lnTo>
                <a:lnTo>
                  <a:pt x="11187434" y="197606"/>
                </a:lnTo>
                <a:lnTo>
                  <a:pt x="11234799" y="185233"/>
                </a:lnTo>
                <a:lnTo>
                  <a:pt x="11282284" y="173248"/>
                </a:lnTo>
                <a:lnTo>
                  <a:pt x="11329888" y="161654"/>
                </a:lnTo>
                <a:lnTo>
                  <a:pt x="11377607" y="150451"/>
                </a:lnTo>
                <a:lnTo>
                  <a:pt x="11425440" y="139640"/>
                </a:lnTo>
                <a:lnTo>
                  <a:pt x="11473385" y="129223"/>
                </a:lnTo>
                <a:lnTo>
                  <a:pt x="11521439" y="119201"/>
                </a:lnTo>
                <a:lnTo>
                  <a:pt x="11569599" y="109574"/>
                </a:lnTo>
                <a:lnTo>
                  <a:pt x="11617864" y="100344"/>
                </a:lnTo>
                <a:lnTo>
                  <a:pt x="11666231" y="91512"/>
                </a:lnTo>
                <a:lnTo>
                  <a:pt x="11714698" y="83080"/>
                </a:lnTo>
                <a:lnTo>
                  <a:pt x="11763263" y="75047"/>
                </a:lnTo>
                <a:lnTo>
                  <a:pt x="11811923" y="67417"/>
                </a:lnTo>
                <a:lnTo>
                  <a:pt x="11860676" y="60188"/>
                </a:lnTo>
                <a:lnTo>
                  <a:pt x="11909519" y="53364"/>
                </a:lnTo>
                <a:lnTo>
                  <a:pt x="11958451" y="46944"/>
                </a:lnTo>
                <a:lnTo>
                  <a:pt x="12007470" y="40931"/>
                </a:lnTo>
                <a:lnTo>
                  <a:pt x="12056572" y="35324"/>
                </a:lnTo>
                <a:lnTo>
                  <a:pt x="12105756" y="30126"/>
                </a:lnTo>
                <a:lnTo>
                  <a:pt x="12155019" y="25337"/>
                </a:lnTo>
                <a:lnTo>
                  <a:pt x="12204359" y="20958"/>
                </a:lnTo>
                <a:lnTo>
                  <a:pt x="12253773" y="16991"/>
                </a:lnTo>
                <a:lnTo>
                  <a:pt x="12303260" y="13437"/>
                </a:lnTo>
                <a:lnTo>
                  <a:pt x="12352818" y="10297"/>
                </a:lnTo>
                <a:lnTo>
                  <a:pt x="12402443" y="7572"/>
                </a:lnTo>
                <a:lnTo>
                  <a:pt x="12452133" y="5263"/>
                </a:lnTo>
                <a:lnTo>
                  <a:pt x="12501887" y="3371"/>
                </a:lnTo>
                <a:lnTo>
                  <a:pt x="12551701" y="1898"/>
                </a:lnTo>
                <a:lnTo>
                  <a:pt x="12601574" y="844"/>
                </a:lnTo>
                <a:lnTo>
                  <a:pt x="12651504" y="211"/>
                </a:lnTo>
                <a:lnTo>
                  <a:pt x="12701487" y="0"/>
                </a:lnTo>
                <a:lnTo>
                  <a:pt x="13158798" y="0"/>
                </a:lnTo>
              </a:path>
            </a:pathLst>
          </a:custGeom>
          <a:ln w="19050">
            <a:gradFill>
              <a:gsLst>
                <a:gs pos="15000">
                  <a:schemeClr val="tx2"/>
                </a:gs>
                <a:gs pos="0">
                  <a:schemeClr val="bg1">
                    <a:alpha val="0"/>
                  </a:schemeClr>
                </a:gs>
              </a:gsLst>
              <a:lin ang="5400000" scaled="0"/>
            </a:gradFill>
          </a:ln>
        </p:spPr>
        <p:txBody>
          <a:bodyPr wrap="square" lIns="0" tIns="0" rIns="0" bIns="0" rtlCol="0"/>
          <a:lstStyle/>
          <a:p>
            <a:pPr marL="0" marR="0" lvl="0" indent="0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</p:spTree>
    <p:extLst>
      <p:ext uri="{BB962C8B-B14F-4D97-AF65-F5344CB8AC3E}">
        <p14:creationId xmlns:p14="http://schemas.microsoft.com/office/powerpoint/2010/main" val="207342030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451">
          <p15:clr>
            <a:srgbClr val="FBAE40"/>
          </p15:clr>
        </p15:guide>
        <p15:guide id="2" pos="128">
          <p15:clr>
            <a:srgbClr val="FBAE40"/>
          </p15:clr>
        </p15:guide>
        <p15:guide id="3" orient="horz" pos="2383">
          <p15:clr>
            <a:srgbClr val="FBAE40"/>
          </p15:clr>
        </p15:guide>
        <p15:guide id="4" pos="4530">
          <p15:clr>
            <a:srgbClr val="FBAE40"/>
          </p15:clr>
        </p15:guide>
        <p15:guide id="5" orient="horz" pos="141">
          <p15:clr>
            <a:srgbClr val="FBAE40"/>
          </p15:clr>
        </p15:guide>
        <p15:guide id="6" orient="horz" pos="306">
          <p15:clr>
            <a:srgbClr val="FBAE40"/>
          </p15:clr>
        </p15:guide>
        <p15:guide id="7" orient="horz" pos="416">
          <p15:clr>
            <a:srgbClr val="FBAE40"/>
          </p15:clr>
        </p15:guide>
      </p15:sldGuideLst>
    </p:ext>
  </p:extLst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Disclaimer - Escuro">
    <p:bg>
      <p:bgPr>
        <a:gradFill>
          <a:gsLst>
            <a:gs pos="67000">
              <a:schemeClr val="tx1"/>
            </a:gs>
            <a:gs pos="100000">
              <a:schemeClr val="tx1"/>
            </a:gs>
            <a:gs pos="0">
              <a:srgbClr val="161B21"/>
            </a:gs>
          </a:gsLst>
          <a:lin ang="84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8">
            <a:extLst>
              <a:ext uri="{FF2B5EF4-FFF2-40B4-BE49-F238E27FC236}">
                <a16:creationId xmlns:a16="http://schemas.microsoft.com/office/drawing/2014/main" id="{0A77DBCB-2AB5-6CB5-41F8-C0F34878DCC3}"/>
              </a:ext>
            </a:extLst>
          </p:cNvPr>
          <p:cNvPicPr>
            <a:picLocks noChangeAspect="1"/>
          </p:cNvPicPr>
          <p:nvPr/>
        </p:nvPicPr>
        <p:blipFill rotWithShape="1">
          <a:blip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 l="-8117" t="-23966" r="-8117" b="-23966"/>
          <a:stretch/>
        </p:blipFill>
        <p:spPr>
          <a:xfrm>
            <a:off x="271656" y="6354583"/>
            <a:ext cx="889861" cy="385348"/>
          </a:xfrm>
          <a:prstGeom prst="rect">
            <a:avLst/>
          </a:prstGeom>
        </p:spPr>
      </p:pic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B6F1873E-A461-1060-F030-72F82DE78FD5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8441175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Disclaimer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03F3B14A-4381-EE52-0164-94E04FE17DB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3" y="1103586"/>
            <a:ext cx="11522075" cy="5133702"/>
          </a:xfrm>
          <a:prstGeom prst="rect">
            <a:avLst/>
          </a:prstGeom>
        </p:spPr>
        <p:txBody>
          <a:bodyPr lIns="0" tIns="0" rIns="0" bIns="0"/>
          <a:lstStyle>
            <a:lvl1pPr marL="0" indent="0" algn="just">
              <a:lnSpc>
                <a:spcPct val="100000"/>
              </a:lnSpc>
              <a:spcBef>
                <a:spcPts val="0"/>
              </a:spcBef>
              <a:buNone/>
              <a:defRPr sz="10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2" name="Straight Connector 1">
            <a:extLst>
              <a:ext uri="{FF2B5EF4-FFF2-40B4-BE49-F238E27FC236}">
                <a16:creationId xmlns:a16="http://schemas.microsoft.com/office/drawing/2014/main" id="{025C7EE0-5DC8-3AFD-68DD-425A1257532B}"/>
              </a:ext>
            </a:extLst>
          </p:cNvPr>
          <p:cNvCxnSpPr>
            <a:cxnSpLocks/>
          </p:cNvCxnSpPr>
          <p:nvPr/>
        </p:nvCxnSpPr>
        <p:spPr>
          <a:xfrm>
            <a:off x="1" y="169333"/>
            <a:ext cx="12229571" cy="0"/>
          </a:xfrm>
          <a:prstGeom prst="line">
            <a:avLst/>
          </a:prstGeom>
          <a:ln w="1905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object 4">
            <a:extLst>
              <a:ext uri="{FF2B5EF4-FFF2-40B4-BE49-F238E27FC236}">
                <a16:creationId xmlns:a16="http://schemas.microsoft.com/office/drawing/2014/main" id="{269CD027-1F93-75FA-DF19-E607C7D57FE9}"/>
              </a:ext>
            </a:extLst>
          </p:cNvPr>
          <p:cNvSpPr/>
          <p:nvPr/>
        </p:nvSpPr>
        <p:spPr>
          <a:xfrm rot="10247908" flipH="1">
            <a:off x="4106509" y="-4146683"/>
            <a:ext cx="8001039" cy="5749648"/>
          </a:xfrm>
          <a:custGeom>
            <a:avLst/>
            <a:gdLst>
              <a:gd name="connsiteX0" fmla="*/ 0 w 13940157"/>
              <a:gd name="connsiteY0" fmla="*/ 9200719 h 9456078"/>
              <a:gd name="connsiteX1" fmla="*/ 781360 w 13940157"/>
              <a:gd name="connsiteY1" fmla="*/ 9456078 h 9456078"/>
              <a:gd name="connsiteX2" fmla="*/ 831337 w 13940157"/>
              <a:gd name="connsiteY2" fmla="*/ 9455836 h 9456078"/>
              <a:gd name="connsiteX3" fmla="*/ 881253 w 13940157"/>
              <a:gd name="connsiteY3" fmla="*/ 9455111 h 9456078"/>
              <a:gd name="connsiteX4" fmla="*/ 931102 w 13940157"/>
              <a:gd name="connsiteY4" fmla="*/ 9453904 h 9456078"/>
              <a:gd name="connsiteX5" fmla="*/ 980884 w 13940157"/>
              <a:gd name="connsiteY5" fmla="*/ 9452217 h 9456078"/>
              <a:gd name="connsiteX6" fmla="*/ 1030594 w 13940157"/>
              <a:gd name="connsiteY6" fmla="*/ 9450052 h 9456078"/>
              <a:gd name="connsiteX7" fmla="*/ 1080230 w 13940157"/>
              <a:gd name="connsiteY7" fmla="*/ 9447409 h 9456078"/>
              <a:gd name="connsiteX8" fmla="*/ 1129789 w 13940157"/>
              <a:gd name="connsiteY8" fmla="*/ 9444290 h 9456078"/>
              <a:gd name="connsiteX9" fmla="*/ 1179267 w 13940157"/>
              <a:gd name="connsiteY9" fmla="*/ 9440698 h 9456078"/>
              <a:gd name="connsiteX10" fmla="*/ 1228662 w 13940157"/>
              <a:gd name="connsiteY10" fmla="*/ 9436632 h 9456078"/>
              <a:gd name="connsiteX11" fmla="*/ 1277970 w 13940157"/>
              <a:gd name="connsiteY11" fmla="*/ 9432096 h 9456078"/>
              <a:gd name="connsiteX12" fmla="*/ 1327189 w 13940157"/>
              <a:gd name="connsiteY12" fmla="*/ 9427089 h 9456078"/>
              <a:gd name="connsiteX13" fmla="*/ 1376316 w 13940157"/>
              <a:gd name="connsiteY13" fmla="*/ 9421615 h 9456078"/>
              <a:gd name="connsiteX14" fmla="*/ 1425347 w 13940157"/>
              <a:gd name="connsiteY14" fmla="*/ 9415673 h 9456078"/>
              <a:gd name="connsiteX15" fmla="*/ 1474280 w 13940157"/>
              <a:gd name="connsiteY15" fmla="*/ 9409267 h 9456078"/>
              <a:gd name="connsiteX16" fmla="*/ 1523111 w 13940157"/>
              <a:gd name="connsiteY16" fmla="*/ 9402396 h 9456078"/>
              <a:gd name="connsiteX17" fmla="*/ 1571838 w 13940157"/>
              <a:gd name="connsiteY17" fmla="*/ 9395063 h 9456078"/>
              <a:gd name="connsiteX18" fmla="*/ 1620458 w 13940157"/>
              <a:gd name="connsiteY18" fmla="*/ 9387270 h 9456078"/>
              <a:gd name="connsiteX19" fmla="*/ 1668967 w 13940157"/>
              <a:gd name="connsiteY19" fmla="*/ 9379017 h 9456078"/>
              <a:gd name="connsiteX20" fmla="*/ 1717362 w 13940157"/>
              <a:gd name="connsiteY20" fmla="*/ 9370306 h 9456078"/>
              <a:gd name="connsiteX21" fmla="*/ 1765641 w 13940157"/>
              <a:gd name="connsiteY21" fmla="*/ 9361139 h 9456078"/>
              <a:gd name="connsiteX22" fmla="*/ 1813800 w 13940157"/>
              <a:gd name="connsiteY22" fmla="*/ 9351517 h 9456078"/>
              <a:gd name="connsiteX23" fmla="*/ 1861837 w 13940157"/>
              <a:gd name="connsiteY23" fmla="*/ 9341441 h 9456078"/>
              <a:gd name="connsiteX24" fmla="*/ 1909749 w 13940157"/>
              <a:gd name="connsiteY24" fmla="*/ 9330914 h 9456078"/>
              <a:gd name="connsiteX25" fmla="*/ 1957532 w 13940157"/>
              <a:gd name="connsiteY25" fmla="*/ 9319936 h 9456078"/>
              <a:gd name="connsiteX26" fmla="*/ 2005183 w 13940157"/>
              <a:gd name="connsiteY26" fmla="*/ 9308509 h 9456078"/>
              <a:gd name="connsiteX27" fmla="*/ 2052699 w 13940157"/>
              <a:gd name="connsiteY27" fmla="*/ 9296635 h 9456078"/>
              <a:gd name="connsiteX28" fmla="*/ 2100079 w 13940157"/>
              <a:gd name="connsiteY28" fmla="*/ 9284315 h 9456078"/>
              <a:gd name="connsiteX29" fmla="*/ 2147317 w 13940157"/>
              <a:gd name="connsiteY29" fmla="*/ 9271550 h 9456078"/>
              <a:gd name="connsiteX30" fmla="*/ 2194412 w 13940157"/>
              <a:gd name="connsiteY30" fmla="*/ 9258342 h 9456078"/>
              <a:gd name="connsiteX31" fmla="*/ 2241360 w 13940157"/>
              <a:gd name="connsiteY31" fmla="*/ 9244693 h 9456078"/>
              <a:gd name="connsiteX32" fmla="*/ 2288159 w 13940157"/>
              <a:gd name="connsiteY32" fmla="*/ 9230604 h 9456078"/>
              <a:gd name="connsiteX33" fmla="*/ 2334805 w 13940157"/>
              <a:gd name="connsiteY33" fmla="*/ 9216076 h 9456078"/>
              <a:gd name="connsiteX34" fmla="*/ 2381295 w 13940157"/>
              <a:gd name="connsiteY34" fmla="*/ 9201111 h 9456078"/>
              <a:gd name="connsiteX35" fmla="*/ 2427627 w 13940157"/>
              <a:gd name="connsiteY35" fmla="*/ 9185710 h 9456078"/>
              <a:gd name="connsiteX36" fmla="*/ 2473797 w 13940157"/>
              <a:gd name="connsiteY36" fmla="*/ 9169876 h 9456078"/>
              <a:gd name="connsiteX37" fmla="*/ 2519802 w 13940157"/>
              <a:gd name="connsiteY37" fmla="*/ 9153608 h 9456078"/>
              <a:gd name="connsiteX38" fmla="*/ 2565640 w 13940157"/>
              <a:gd name="connsiteY38" fmla="*/ 9136910 h 9456078"/>
              <a:gd name="connsiteX39" fmla="*/ 2611307 w 13940157"/>
              <a:gd name="connsiteY39" fmla="*/ 9119782 h 9456078"/>
              <a:gd name="connsiteX40" fmla="*/ 2656800 w 13940157"/>
              <a:gd name="connsiteY40" fmla="*/ 9102226 h 9456078"/>
              <a:gd name="connsiteX41" fmla="*/ 2702116 w 13940157"/>
              <a:gd name="connsiteY41" fmla="*/ 9084243 h 9456078"/>
              <a:gd name="connsiteX42" fmla="*/ 2747253 w 13940157"/>
              <a:gd name="connsiteY42" fmla="*/ 9065835 h 9456078"/>
              <a:gd name="connsiteX43" fmla="*/ 2792207 w 13940157"/>
              <a:gd name="connsiteY43" fmla="*/ 9047004 h 9456078"/>
              <a:gd name="connsiteX44" fmla="*/ 2836975 w 13940157"/>
              <a:gd name="connsiteY44" fmla="*/ 9027750 h 9456078"/>
              <a:gd name="connsiteX45" fmla="*/ 2881555 w 13940157"/>
              <a:gd name="connsiteY45" fmla="*/ 9008075 h 9456078"/>
              <a:gd name="connsiteX46" fmla="*/ 2925942 w 13940157"/>
              <a:gd name="connsiteY46" fmla="*/ 8987981 h 9456078"/>
              <a:gd name="connsiteX47" fmla="*/ 2970135 w 13940157"/>
              <a:gd name="connsiteY47" fmla="*/ 8967470 h 9456078"/>
              <a:gd name="connsiteX48" fmla="*/ 3014130 w 13940157"/>
              <a:gd name="connsiteY48" fmla="*/ 8946542 h 9456078"/>
              <a:gd name="connsiteX49" fmla="*/ 3057924 w 13940157"/>
              <a:gd name="connsiteY49" fmla="*/ 8925199 h 9456078"/>
              <a:gd name="connsiteX50" fmla="*/ 3101514 w 13940157"/>
              <a:gd name="connsiteY50" fmla="*/ 8903443 h 9456078"/>
              <a:gd name="connsiteX51" fmla="*/ 3144898 w 13940157"/>
              <a:gd name="connsiteY51" fmla="*/ 8881275 h 9456078"/>
              <a:gd name="connsiteX52" fmla="*/ 3188071 w 13940157"/>
              <a:gd name="connsiteY52" fmla="*/ 8858697 h 9456078"/>
              <a:gd name="connsiteX53" fmla="*/ 3231032 w 13940157"/>
              <a:gd name="connsiteY53" fmla="*/ 8835710 h 9456078"/>
              <a:gd name="connsiteX54" fmla="*/ 3273777 w 13940157"/>
              <a:gd name="connsiteY54" fmla="*/ 8812316 h 9456078"/>
              <a:gd name="connsiteX55" fmla="*/ 3316303 w 13940157"/>
              <a:gd name="connsiteY55" fmla="*/ 8788516 h 9456078"/>
              <a:gd name="connsiteX56" fmla="*/ 3358607 w 13940157"/>
              <a:gd name="connsiteY56" fmla="*/ 8764311 h 9456078"/>
              <a:gd name="connsiteX57" fmla="*/ 3400686 w 13940157"/>
              <a:gd name="connsiteY57" fmla="*/ 8739704 h 9456078"/>
              <a:gd name="connsiteX58" fmla="*/ 3442537 w 13940157"/>
              <a:gd name="connsiteY58" fmla="*/ 8714695 h 9456078"/>
              <a:gd name="connsiteX59" fmla="*/ 3484157 w 13940157"/>
              <a:gd name="connsiteY59" fmla="*/ 8689286 h 9456078"/>
              <a:gd name="connsiteX60" fmla="*/ 3525543 w 13940157"/>
              <a:gd name="connsiteY60" fmla="*/ 8663479 h 9456078"/>
              <a:gd name="connsiteX61" fmla="*/ 3566693 w 13940157"/>
              <a:gd name="connsiteY61" fmla="*/ 8637274 h 9456078"/>
              <a:gd name="connsiteX62" fmla="*/ 3607602 w 13940157"/>
              <a:gd name="connsiteY62" fmla="*/ 8610675 h 9456078"/>
              <a:gd name="connsiteX63" fmla="*/ 3648268 w 13940157"/>
              <a:gd name="connsiteY63" fmla="*/ 8583681 h 9456078"/>
              <a:gd name="connsiteX64" fmla="*/ 3688689 w 13940157"/>
              <a:gd name="connsiteY64" fmla="*/ 8556295 h 9456078"/>
              <a:gd name="connsiteX65" fmla="*/ 3728860 w 13940157"/>
              <a:gd name="connsiteY65" fmla="*/ 8528517 h 9456078"/>
              <a:gd name="connsiteX66" fmla="*/ 3768779 w 13940157"/>
              <a:gd name="connsiteY66" fmla="*/ 8500351 h 9456078"/>
              <a:gd name="connsiteX67" fmla="*/ 3808443 w 13940157"/>
              <a:gd name="connsiteY67" fmla="*/ 8471796 h 9456078"/>
              <a:gd name="connsiteX68" fmla="*/ 3847849 w 13940157"/>
              <a:gd name="connsiteY68" fmla="*/ 8442854 h 9456078"/>
              <a:gd name="connsiteX69" fmla="*/ 3886994 w 13940157"/>
              <a:gd name="connsiteY69" fmla="*/ 8413528 h 9456078"/>
              <a:gd name="connsiteX70" fmla="*/ 3925875 w 13940157"/>
              <a:gd name="connsiteY70" fmla="*/ 8383818 h 9456078"/>
              <a:gd name="connsiteX71" fmla="*/ 3964489 w 13940157"/>
              <a:gd name="connsiteY71" fmla="*/ 8353726 h 9456078"/>
              <a:gd name="connsiteX72" fmla="*/ 4002833 w 13940157"/>
              <a:gd name="connsiteY72" fmla="*/ 8323253 h 9456078"/>
              <a:gd name="connsiteX73" fmla="*/ 4040904 w 13940157"/>
              <a:gd name="connsiteY73" fmla="*/ 8292401 h 9456078"/>
              <a:gd name="connsiteX74" fmla="*/ 4078699 w 13940157"/>
              <a:gd name="connsiteY74" fmla="*/ 8261172 h 9456078"/>
              <a:gd name="connsiteX75" fmla="*/ 4116214 w 13940157"/>
              <a:gd name="connsiteY75" fmla="*/ 8229566 h 9456078"/>
              <a:gd name="connsiteX76" fmla="*/ 4153447 w 13940157"/>
              <a:gd name="connsiteY76" fmla="*/ 8197585 h 9456078"/>
              <a:gd name="connsiteX77" fmla="*/ 4190395 w 13940157"/>
              <a:gd name="connsiteY77" fmla="*/ 8165232 h 9456078"/>
              <a:gd name="connsiteX78" fmla="*/ 4227055 w 13940157"/>
              <a:gd name="connsiteY78" fmla="*/ 8132507 h 9456078"/>
              <a:gd name="connsiteX79" fmla="*/ 4263424 w 13940157"/>
              <a:gd name="connsiteY79" fmla="*/ 8099411 h 9456078"/>
              <a:gd name="connsiteX80" fmla="*/ 4299499 w 13940157"/>
              <a:gd name="connsiteY80" fmla="*/ 8065947 h 9456078"/>
              <a:gd name="connsiteX81" fmla="*/ 4335276 w 13940157"/>
              <a:gd name="connsiteY81" fmla="*/ 8032115 h 9456078"/>
              <a:gd name="connsiteX82" fmla="*/ 4370753 w 13940157"/>
              <a:gd name="connsiteY82" fmla="*/ 7997918 h 9456078"/>
              <a:gd name="connsiteX83" fmla="*/ 4405927 w 13940157"/>
              <a:gd name="connsiteY83" fmla="*/ 7963356 h 9456078"/>
              <a:gd name="connsiteX84" fmla="*/ 4440795 w 13940157"/>
              <a:gd name="connsiteY84" fmla="*/ 7928432 h 9456078"/>
              <a:gd name="connsiteX85" fmla="*/ 4475354 w 13940157"/>
              <a:gd name="connsiteY85" fmla="*/ 7893146 h 9456078"/>
              <a:gd name="connsiteX86" fmla="*/ 4509600 w 13940157"/>
              <a:gd name="connsiteY86" fmla="*/ 7857501 h 9456078"/>
              <a:gd name="connsiteX87" fmla="*/ 4543531 w 13940157"/>
              <a:gd name="connsiteY87" fmla="*/ 7821497 h 9456078"/>
              <a:gd name="connsiteX88" fmla="*/ 4577143 w 13940157"/>
              <a:gd name="connsiteY88" fmla="*/ 7785136 h 9456078"/>
              <a:gd name="connsiteX89" fmla="*/ 4610435 w 13940157"/>
              <a:gd name="connsiteY89" fmla="*/ 7748420 h 9456078"/>
              <a:gd name="connsiteX90" fmla="*/ 4643402 w 13940157"/>
              <a:gd name="connsiteY90" fmla="*/ 7711350 h 9456078"/>
              <a:gd name="connsiteX91" fmla="*/ 4676042 w 13940157"/>
              <a:gd name="connsiteY91" fmla="*/ 7673928 h 9456078"/>
              <a:gd name="connsiteX92" fmla="*/ 4708351 w 13940157"/>
              <a:gd name="connsiteY92" fmla="*/ 7636155 h 9456078"/>
              <a:gd name="connsiteX93" fmla="*/ 4740327 w 13940157"/>
              <a:gd name="connsiteY93" fmla="*/ 7598032 h 9456078"/>
              <a:gd name="connsiteX94" fmla="*/ 4771967 w 13940157"/>
              <a:gd name="connsiteY94" fmla="*/ 7559561 h 9456078"/>
              <a:gd name="connsiteX95" fmla="*/ 4803267 w 13940157"/>
              <a:gd name="connsiteY95" fmla="*/ 7520744 h 9456078"/>
              <a:gd name="connsiteX96" fmla="*/ 4834225 w 13940157"/>
              <a:gd name="connsiteY96" fmla="*/ 7481582 h 9456078"/>
              <a:gd name="connsiteX97" fmla="*/ 4864838 w 13940157"/>
              <a:gd name="connsiteY97" fmla="*/ 7442077 h 9456078"/>
              <a:gd name="connsiteX98" fmla="*/ 8803671 w 13940157"/>
              <a:gd name="connsiteY98" fmla="*/ 2307814 h 9456078"/>
              <a:gd name="connsiteX99" fmla="*/ 8834262 w 13940157"/>
              <a:gd name="connsiteY99" fmla="*/ 2268285 h 9456078"/>
              <a:gd name="connsiteX100" fmla="*/ 8865156 w 13940157"/>
              <a:gd name="connsiteY100" fmla="*/ 2229056 h 9456078"/>
              <a:gd name="connsiteX101" fmla="*/ 8896349 w 13940157"/>
              <a:gd name="connsiteY101" fmla="*/ 2190127 h 9456078"/>
              <a:gd name="connsiteX102" fmla="*/ 8927839 w 13940157"/>
              <a:gd name="connsiteY102" fmla="*/ 2151500 h 9456078"/>
              <a:gd name="connsiteX103" fmla="*/ 8959624 w 13940157"/>
              <a:gd name="connsiteY103" fmla="*/ 2113176 h 9456078"/>
              <a:gd name="connsiteX104" fmla="*/ 8991701 w 13940157"/>
              <a:gd name="connsiteY104" fmla="*/ 2075157 h 9456078"/>
              <a:gd name="connsiteX105" fmla="*/ 9024069 w 13940157"/>
              <a:gd name="connsiteY105" fmla="*/ 2037442 h 9456078"/>
              <a:gd name="connsiteX106" fmla="*/ 9056725 w 13940157"/>
              <a:gd name="connsiteY106" fmla="*/ 2000034 h 9456078"/>
              <a:gd name="connsiteX107" fmla="*/ 9089667 w 13940157"/>
              <a:gd name="connsiteY107" fmla="*/ 1962934 h 9456078"/>
              <a:gd name="connsiteX108" fmla="*/ 9122892 w 13940157"/>
              <a:gd name="connsiteY108" fmla="*/ 1926142 h 9456078"/>
              <a:gd name="connsiteX109" fmla="*/ 9156398 w 13940157"/>
              <a:gd name="connsiteY109" fmla="*/ 1889660 h 9456078"/>
              <a:gd name="connsiteX110" fmla="*/ 9190183 w 13940157"/>
              <a:gd name="connsiteY110" fmla="*/ 1853489 h 9456078"/>
              <a:gd name="connsiteX111" fmla="*/ 9224245 w 13940157"/>
              <a:gd name="connsiteY111" fmla="*/ 1817630 h 9456078"/>
              <a:gd name="connsiteX112" fmla="*/ 9258581 w 13940157"/>
              <a:gd name="connsiteY112" fmla="*/ 1782084 h 9456078"/>
              <a:gd name="connsiteX113" fmla="*/ 9293189 w 13940157"/>
              <a:gd name="connsiteY113" fmla="*/ 1746853 h 9456078"/>
              <a:gd name="connsiteX114" fmla="*/ 9328066 w 13940157"/>
              <a:gd name="connsiteY114" fmla="*/ 1711937 h 9456078"/>
              <a:gd name="connsiteX115" fmla="*/ 9363211 w 13940157"/>
              <a:gd name="connsiteY115" fmla="*/ 1677337 h 9456078"/>
              <a:gd name="connsiteX116" fmla="*/ 9398621 w 13940157"/>
              <a:gd name="connsiteY116" fmla="*/ 1643056 h 9456078"/>
              <a:gd name="connsiteX117" fmla="*/ 9434294 w 13940157"/>
              <a:gd name="connsiteY117" fmla="*/ 1609093 h 9456078"/>
              <a:gd name="connsiteX118" fmla="*/ 9470227 w 13940157"/>
              <a:gd name="connsiteY118" fmla="*/ 1575450 h 9456078"/>
              <a:gd name="connsiteX119" fmla="*/ 9506418 w 13940157"/>
              <a:gd name="connsiteY119" fmla="*/ 1542128 h 9456078"/>
              <a:gd name="connsiteX120" fmla="*/ 9542866 w 13940157"/>
              <a:gd name="connsiteY120" fmla="*/ 1509129 h 9456078"/>
              <a:gd name="connsiteX121" fmla="*/ 9579567 w 13940157"/>
              <a:gd name="connsiteY121" fmla="*/ 1476452 h 9456078"/>
              <a:gd name="connsiteX122" fmla="*/ 9616519 w 13940157"/>
              <a:gd name="connsiteY122" fmla="*/ 1444101 h 9456078"/>
              <a:gd name="connsiteX123" fmla="*/ 9653720 w 13940157"/>
              <a:gd name="connsiteY123" fmla="*/ 1412075 h 9456078"/>
              <a:gd name="connsiteX124" fmla="*/ 9691168 w 13940157"/>
              <a:gd name="connsiteY124" fmla="*/ 1380375 h 9456078"/>
              <a:gd name="connsiteX125" fmla="*/ 9728861 w 13940157"/>
              <a:gd name="connsiteY125" fmla="*/ 1349004 h 9456078"/>
              <a:gd name="connsiteX126" fmla="*/ 9766795 w 13940157"/>
              <a:gd name="connsiteY126" fmla="*/ 1317962 h 9456078"/>
              <a:gd name="connsiteX127" fmla="*/ 9804970 w 13940157"/>
              <a:gd name="connsiteY127" fmla="*/ 1287250 h 9456078"/>
              <a:gd name="connsiteX128" fmla="*/ 9843382 w 13940157"/>
              <a:gd name="connsiteY128" fmla="*/ 1256869 h 9456078"/>
              <a:gd name="connsiteX129" fmla="*/ 9882029 w 13940157"/>
              <a:gd name="connsiteY129" fmla="*/ 1226820 h 9456078"/>
              <a:gd name="connsiteX130" fmla="*/ 9920909 w 13940157"/>
              <a:gd name="connsiteY130" fmla="*/ 1197105 h 9456078"/>
              <a:gd name="connsiteX131" fmla="*/ 9960020 w 13940157"/>
              <a:gd name="connsiteY131" fmla="*/ 1167725 h 9456078"/>
              <a:gd name="connsiteX132" fmla="*/ 9999359 w 13940157"/>
              <a:gd name="connsiteY132" fmla="*/ 1138681 h 9456078"/>
              <a:gd name="connsiteX133" fmla="*/ 10038924 w 13940157"/>
              <a:gd name="connsiteY133" fmla="*/ 1109974 h 9456078"/>
              <a:gd name="connsiteX134" fmla="*/ 10078713 w 13940157"/>
              <a:gd name="connsiteY134" fmla="*/ 1081604 h 9456078"/>
              <a:gd name="connsiteX135" fmla="*/ 10118724 w 13940157"/>
              <a:gd name="connsiteY135" fmla="*/ 1053574 h 9456078"/>
              <a:gd name="connsiteX136" fmla="*/ 10158954 w 13940157"/>
              <a:gd name="connsiteY136" fmla="*/ 1025884 h 9456078"/>
              <a:gd name="connsiteX137" fmla="*/ 10199400 w 13940157"/>
              <a:gd name="connsiteY137" fmla="*/ 998536 h 9456078"/>
              <a:gd name="connsiteX138" fmla="*/ 10240062 w 13940157"/>
              <a:gd name="connsiteY138" fmla="*/ 971530 h 9456078"/>
              <a:gd name="connsiteX139" fmla="*/ 10280935 w 13940157"/>
              <a:gd name="connsiteY139" fmla="*/ 944868 h 9456078"/>
              <a:gd name="connsiteX140" fmla="*/ 10322019 w 13940157"/>
              <a:gd name="connsiteY140" fmla="*/ 918551 h 9456078"/>
              <a:gd name="connsiteX141" fmla="*/ 10363310 w 13940157"/>
              <a:gd name="connsiteY141" fmla="*/ 892580 h 9456078"/>
              <a:gd name="connsiteX142" fmla="*/ 10404807 w 13940157"/>
              <a:gd name="connsiteY142" fmla="*/ 866956 h 9456078"/>
              <a:gd name="connsiteX143" fmla="*/ 10446507 w 13940157"/>
              <a:gd name="connsiteY143" fmla="*/ 841681 h 9456078"/>
              <a:gd name="connsiteX144" fmla="*/ 10488408 w 13940157"/>
              <a:gd name="connsiteY144" fmla="*/ 816754 h 9456078"/>
              <a:gd name="connsiteX145" fmla="*/ 10530507 w 13940157"/>
              <a:gd name="connsiteY145" fmla="*/ 792179 h 9456078"/>
              <a:gd name="connsiteX146" fmla="*/ 10572803 w 13940157"/>
              <a:gd name="connsiteY146" fmla="*/ 767955 h 9456078"/>
              <a:gd name="connsiteX147" fmla="*/ 10615292 w 13940157"/>
              <a:gd name="connsiteY147" fmla="*/ 744083 h 9456078"/>
              <a:gd name="connsiteX148" fmla="*/ 10657973 w 13940157"/>
              <a:gd name="connsiteY148" fmla="*/ 720566 h 9456078"/>
              <a:gd name="connsiteX149" fmla="*/ 10700844 w 13940157"/>
              <a:gd name="connsiteY149" fmla="*/ 697404 h 9456078"/>
              <a:gd name="connsiteX150" fmla="*/ 10743902 w 13940157"/>
              <a:gd name="connsiteY150" fmla="*/ 674598 h 9456078"/>
              <a:gd name="connsiteX151" fmla="*/ 10787144 w 13940157"/>
              <a:gd name="connsiteY151" fmla="*/ 652149 h 9456078"/>
              <a:gd name="connsiteX152" fmla="*/ 10830569 w 13940157"/>
              <a:gd name="connsiteY152" fmla="*/ 630059 h 9456078"/>
              <a:gd name="connsiteX153" fmla="*/ 10874174 w 13940157"/>
              <a:gd name="connsiteY153" fmla="*/ 608328 h 9456078"/>
              <a:gd name="connsiteX154" fmla="*/ 10917957 w 13940157"/>
              <a:gd name="connsiteY154" fmla="*/ 586958 h 9456078"/>
              <a:gd name="connsiteX155" fmla="*/ 10961916 w 13940157"/>
              <a:gd name="connsiteY155" fmla="*/ 565950 h 9456078"/>
              <a:gd name="connsiteX156" fmla="*/ 11006048 w 13940157"/>
              <a:gd name="connsiteY156" fmla="*/ 545304 h 9456078"/>
              <a:gd name="connsiteX157" fmla="*/ 11050351 w 13940157"/>
              <a:gd name="connsiteY157" fmla="*/ 525023 h 9456078"/>
              <a:gd name="connsiteX158" fmla="*/ 11094823 w 13940157"/>
              <a:gd name="connsiteY158" fmla="*/ 505107 h 9456078"/>
              <a:gd name="connsiteX159" fmla="*/ 11139461 w 13940157"/>
              <a:gd name="connsiteY159" fmla="*/ 485558 h 9456078"/>
              <a:gd name="connsiteX160" fmla="*/ 11184263 w 13940157"/>
              <a:gd name="connsiteY160" fmla="*/ 466376 h 9456078"/>
              <a:gd name="connsiteX161" fmla="*/ 11229228 w 13940157"/>
              <a:gd name="connsiteY161" fmla="*/ 447563 h 9456078"/>
              <a:gd name="connsiteX162" fmla="*/ 11274351 w 13940157"/>
              <a:gd name="connsiteY162" fmla="*/ 429119 h 9456078"/>
              <a:gd name="connsiteX163" fmla="*/ 11319632 w 13940157"/>
              <a:gd name="connsiteY163" fmla="*/ 411046 h 9456078"/>
              <a:gd name="connsiteX164" fmla="*/ 11365068 w 13940157"/>
              <a:gd name="connsiteY164" fmla="*/ 393346 h 9456078"/>
              <a:gd name="connsiteX165" fmla="*/ 11410657 w 13940157"/>
              <a:gd name="connsiteY165" fmla="*/ 376018 h 9456078"/>
              <a:gd name="connsiteX166" fmla="*/ 11456396 w 13940157"/>
              <a:gd name="connsiteY166" fmla="*/ 359065 h 9456078"/>
              <a:gd name="connsiteX167" fmla="*/ 11502283 w 13940157"/>
              <a:gd name="connsiteY167" fmla="*/ 342487 h 9456078"/>
              <a:gd name="connsiteX168" fmla="*/ 11548316 w 13940157"/>
              <a:gd name="connsiteY168" fmla="*/ 326286 h 9456078"/>
              <a:gd name="connsiteX169" fmla="*/ 11594492 w 13940157"/>
              <a:gd name="connsiteY169" fmla="*/ 310462 h 9456078"/>
              <a:gd name="connsiteX170" fmla="*/ 11640810 w 13940157"/>
              <a:gd name="connsiteY170" fmla="*/ 295018 h 9456078"/>
              <a:gd name="connsiteX171" fmla="*/ 11687267 w 13940157"/>
              <a:gd name="connsiteY171" fmla="*/ 279953 h 9456078"/>
              <a:gd name="connsiteX172" fmla="*/ 11733860 w 13940157"/>
              <a:gd name="connsiteY172" fmla="*/ 265269 h 9456078"/>
              <a:gd name="connsiteX173" fmla="*/ 11780587 w 13940157"/>
              <a:gd name="connsiteY173" fmla="*/ 250968 h 9456078"/>
              <a:gd name="connsiteX174" fmla="*/ 11827447 w 13940157"/>
              <a:gd name="connsiteY174" fmla="*/ 237049 h 9456078"/>
              <a:gd name="connsiteX175" fmla="*/ 11874436 w 13940157"/>
              <a:gd name="connsiteY175" fmla="*/ 223516 h 9456078"/>
              <a:gd name="connsiteX176" fmla="*/ 11921553 w 13940157"/>
              <a:gd name="connsiteY176" fmla="*/ 210368 h 9456078"/>
              <a:gd name="connsiteX177" fmla="*/ 11968794 w 13940157"/>
              <a:gd name="connsiteY177" fmla="*/ 197606 h 9456078"/>
              <a:gd name="connsiteX178" fmla="*/ 12016159 w 13940157"/>
              <a:gd name="connsiteY178" fmla="*/ 185233 h 9456078"/>
              <a:gd name="connsiteX179" fmla="*/ 12063644 w 13940157"/>
              <a:gd name="connsiteY179" fmla="*/ 173248 h 9456078"/>
              <a:gd name="connsiteX180" fmla="*/ 12111248 w 13940157"/>
              <a:gd name="connsiteY180" fmla="*/ 161654 h 9456078"/>
              <a:gd name="connsiteX181" fmla="*/ 12158967 w 13940157"/>
              <a:gd name="connsiteY181" fmla="*/ 150451 h 9456078"/>
              <a:gd name="connsiteX182" fmla="*/ 12206800 w 13940157"/>
              <a:gd name="connsiteY182" fmla="*/ 139640 h 9456078"/>
              <a:gd name="connsiteX183" fmla="*/ 12254745 w 13940157"/>
              <a:gd name="connsiteY183" fmla="*/ 129223 h 9456078"/>
              <a:gd name="connsiteX184" fmla="*/ 12302799 w 13940157"/>
              <a:gd name="connsiteY184" fmla="*/ 119201 h 9456078"/>
              <a:gd name="connsiteX185" fmla="*/ 12350959 w 13940157"/>
              <a:gd name="connsiteY185" fmla="*/ 109574 h 9456078"/>
              <a:gd name="connsiteX186" fmla="*/ 12399224 w 13940157"/>
              <a:gd name="connsiteY186" fmla="*/ 100344 h 9456078"/>
              <a:gd name="connsiteX187" fmla="*/ 12447591 w 13940157"/>
              <a:gd name="connsiteY187" fmla="*/ 91512 h 9456078"/>
              <a:gd name="connsiteX188" fmla="*/ 12496058 w 13940157"/>
              <a:gd name="connsiteY188" fmla="*/ 83080 h 9456078"/>
              <a:gd name="connsiteX189" fmla="*/ 12544623 w 13940157"/>
              <a:gd name="connsiteY189" fmla="*/ 75047 h 9456078"/>
              <a:gd name="connsiteX190" fmla="*/ 12593283 w 13940157"/>
              <a:gd name="connsiteY190" fmla="*/ 67417 h 9456078"/>
              <a:gd name="connsiteX191" fmla="*/ 12642036 w 13940157"/>
              <a:gd name="connsiteY191" fmla="*/ 60188 h 9456078"/>
              <a:gd name="connsiteX192" fmla="*/ 12690879 w 13940157"/>
              <a:gd name="connsiteY192" fmla="*/ 53364 h 9456078"/>
              <a:gd name="connsiteX193" fmla="*/ 12739811 w 13940157"/>
              <a:gd name="connsiteY193" fmla="*/ 46944 h 9456078"/>
              <a:gd name="connsiteX194" fmla="*/ 12788830 w 13940157"/>
              <a:gd name="connsiteY194" fmla="*/ 40931 h 9456078"/>
              <a:gd name="connsiteX195" fmla="*/ 12837932 w 13940157"/>
              <a:gd name="connsiteY195" fmla="*/ 35324 h 9456078"/>
              <a:gd name="connsiteX196" fmla="*/ 12887116 w 13940157"/>
              <a:gd name="connsiteY196" fmla="*/ 30126 h 9456078"/>
              <a:gd name="connsiteX197" fmla="*/ 12936379 w 13940157"/>
              <a:gd name="connsiteY197" fmla="*/ 25337 h 9456078"/>
              <a:gd name="connsiteX198" fmla="*/ 12985719 w 13940157"/>
              <a:gd name="connsiteY198" fmla="*/ 20958 h 9456078"/>
              <a:gd name="connsiteX199" fmla="*/ 13035133 w 13940157"/>
              <a:gd name="connsiteY199" fmla="*/ 16991 h 9456078"/>
              <a:gd name="connsiteX200" fmla="*/ 13084620 w 13940157"/>
              <a:gd name="connsiteY200" fmla="*/ 13437 h 9456078"/>
              <a:gd name="connsiteX201" fmla="*/ 13134178 w 13940157"/>
              <a:gd name="connsiteY201" fmla="*/ 10297 h 9456078"/>
              <a:gd name="connsiteX202" fmla="*/ 13183803 w 13940157"/>
              <a:gd name="connsiteY202" fmla="*/ 7572 h 9456078"/>
              <a:gd name="connsiteX203" fmla="*/ 13233493 w 13940157"/>
              <a:gd name="connsiteY203" fmla="*/ 5263 h 9456078"/>
              <a:gd name="connsiteX204" fmla="*/ 13283247 w 13940157"/>
              <a:gd name="connsiteY204" fmla="*/ 3371 h 9456078"/>
              <a:gd name="connsiteX205" fmla="*/ 13333061 w 13940157"/>
              <a:gd name="connsiteY205" fmla="*/ 1898 h 9456078"/>
              <a:gd name="connsiteX206" fmla="*/ 13382934 w 13940157"/>
              <a:gd name="connsiteY206" fmla="*/ 844 h 9456078"/>
              <a:gd name="connsiteX207" fmla="*/ 13432864 w 13940157"/>
              <a:gd name="connsiteY207" fmla="*/ 211 h 9456078"/>
              <a:gd name="connsiteX208" fmla="*/ 13482847 w 13940157"/>
              <a:gd name="connsiteY208" fmla="*/ 0 h 9456078"/>
              <a:gd name="connsiteX209" fmla="*/ 13940158 w 13940157"/>
              <a:gd name="connsiteY209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49234 w 13158799"/>
              <a:gd name="connsiteY5" fmla="*/ 9450052 h 9456078"/>
              <a:gd name="connsiteX6" fmla="*/ 298870 w 13158799"/>
              <a:gd name="connsiteY6" fmla="*/ 9447409 h 9456078"/>
              <a:gd name="connsiteX7" fmla="*/ 348429 w 13158799"/>
              <a:gd name="connsiteY7" fmla="*/ 9444290 h 9456078"/>
              <a:gd name="connsiteX8" fmla="*/ 397907 w 13158799"/>
              <a:gd name="connsiteY8" fmla="*/ 9440698 h 9456078"/>
              <a:gd name="connsiteX9" fmla="*/ 447302 w 13158799"/>
              <a:gd name="connsiteY9" fmla="*/ 9436632 h 9456078"/>
              <a:gd name="connsiteX10" fmla="*/ 496610 w 13158799"/>
              <a:gd name="connsiteY10" fmla="*/ 9432096 h 9456078"/>
              <a:gd name="connsiteX11" fmla="*/ 545829 w 13158799"/>
              <a:gd name="connsiteY11" fmla="*/ 9427089 h 9456078"/>
              <a:gd name="connsiteX12" fmla="*/ 594956 w 13158799"/>
              <a:gd name="connsiteY12" fmla="*/ 9421615 h 9456078"/>
              <a:gd name="connsiteX13" fmla="*/ 643987 w 13158799"/>
              <a:gd name="connsiteY13" fmla="*/ 9415673 h 9456078"/>
              <a:gd name="connsiteX14" fmla="*/ 692920 w 13158799"/>
              <a:gd name="connsiteY14" fmla="*/ 9409267 h 9456078"/>
              <a:gd name="connsiteX15" fmla="*/ 741751 w 13158799"/>
              <a:gd name="connsiteY15" fmla="*/ 9402396 h 9456078"/>
              <a:gd name="connsiteX16" fmla="*/ 790478 w 13158799"/>
              <a:gd name="connsiteY16" fmla="*/ 9395063 h 9456078"/>
              <a:gd name="connsiteX17" fmla="*/ 839098 w 13158799"/>
              <a:gd name="connsiteY17" fmla="*/ 9387270 h 9456078"/>
              <a:gd name="connsiteX18" fmla="*/ 887607 w 13158799"/>
              <a:gd name="connsiteY18" fmla="*/ 9379017 h 9456078"/>
              <a:gd name="connsiteX19" fmla="*/ 936002 w 13158799"/>
              <a:gd name="connsiteY19" fmla="*/ 9370306 h 9456078"/>
              <a:gd name="connsiteX20" fmla="*/ 984281 w 13158799"/>
              <a:gd name="connsiteY20" fmla="*/ 9361139 h 9456078"/>
              <a:gd name="connsiteX21" fmla="*/ 1032440 w 13158799"/>
              <a:gd name="connsiteY21" fmla="*/ 9351517 h 9456078"/>
              <a:gd name="connsiteX22" fmla="*/ 1080477 w 13158799"/>
              <a:gd name="connsiteY22" fmla="*/ 9341441 h 9456078"/>
              <a:gd name="connsiteX23" fmla="*/ 1128389 w 13158799"/>
              <a:gd name="connsiteY23" fmla="*/ 9330914 h 9456078"/>
              <a:gd name="connsiteX24" fmla="*/ 1176172 w 13158799"/>
              <a:gd name="connsiteY24" fmla="*/ 9319936 h 9456078"/>
              <a:gd name="connsiteX25" fmla="*/ 1223823 w 13158799"/>
              <a:gd name="connsiteY25" fmla="*/ 9308509 h 9456078"/>
              <a:gd name="connsiteX26" fmla="*/ 1271339 w 13158799"/>
              <a:gd name="connsiteY26" fmla="*/ 9296635 h 9456078"/>
              <a:gd name="connsiteX27" fmla="*/ 1318719 w 13158799"/>
              <a:gd name="connsiteY27" fmla="*/ 9284315 h 9456078"/>
              <a:gd name="connsiteX28" fmla="*/ 1365957 w 13158799"/>
              <a:gd name="connsiteY28" fmla="*/ 9271550 h 9456078"/>
              <a:gd name="connsiteX29" fmla="*/ 1413052 w 13158799"/>
              <a:gd name="connsiteY29" fmla="*/ 9258342 h 9456078"/>
              <a:gd name="connsiteX30" fmla="*/ 1460000 w 13158799"/>
              <a:gd name="connsiteY30" fmla="*/ 9244693 h 9456078"/>
              <a:gd name="connsiteX31" fmla="*/ 1506799 w 13158799"/>
              <a:gd name="connsiteY31" fmla="*/ 9230604 h 9456078"/>
              <a:gd name="connsiteX32" fmla="*/ 1553445 w 13158799"/>
              <a:gd name="connsiteY32" fmla="*/ 9216076 h 9456078"/>
              <a:gd name="connsiteX33" fmla="*/ 1599935 w 13158799"/>
              <a:gd name="connsiteY33" fmla="*/ 9201111 h 9456078"/>
              <a:gd name="connsiteX34" fmla="*/ 1646267 w 13158799"/>
              <a:gd name="connsiteY34" fmla="*/ 9185710 h 9456078"/>
              <a:gd name="connsiteX35" fmla="*/ 1692437 w 13158799"/>
              <a:gd name="connsiteY35" fmla="*/ 9169876 h 9456078"/>
              <a:gd name="connsiteX36" fmla="*/ 1738442 w 13158799"/>
              <a:gd name="connsiteY36" fmla="*/ 9153608 h 9456078"/>
              <a:gd name="connsiteX37" fmla="*/ 1784280 w 13158799"/>
              <a:gd name="connsiteY37" fmla="*/ 9136910 h 9456078"/>
              <a:gd name="connsiteX38" fmla="*/ 1829947 w 13158799"/>
              <a:gd name="connsiteY38" fmla="*/ 9119782 h 9456078"/>
              <a:gd name="connsiteX39" fmla="*/ 1875440 w 13158799"/>
              <a:gd name="connsiteY39" fmla="*/ 9102226 h 9456078"/>
              <a:gd name="connsiteX40" fmla="*/ 1920756 w 13158799"/>
              <a:gd name="connsiteY40" fmla="*/ 9084243 h 9456078"/>
              <a:gd name="connsiteX41" fmla="*/ 1965893 w 13158799"/>
              <a:gd name="connsiteY41" fmla="*/ 9065835 h 9456078"/>
              <a:gd name="connsiteX42" fmla="*/ 2010847 w 13158799"/>
              <a:gd name="connsiteY42" fmla="*/ 9047004 h 9456078"/>
              <a:gd name="connsiteX43" fmla="*/ 2055615 w 13158799"/>
              <a:gd name="connsiteY43" fmla="*/ 9027750 h 9456078"/>
              <a:gd name="connsiteX44" fmla="*/ 2100195 w 13158799"/>
              <a:gd name="connsiteY44" fmla="*/ 9008075 h 9456078"/>
              <a:gd name="connsiteX45" fmla="*/ 2144582 w 13158799"/>
              <a:gd name="connsiteY45" fmla="*/ 8987981 h 9456078"/>
              <a:gd name="connsiteX46" fmla="*/ 2188775 w 13158799"/>
              <a:gd name="connsiteY46" fmla="*/ 8967470 h 9456078"/>
              <a:gd name="connsiteX47" fmla="*/ 2232770 w 13158799"/>
              <a:gd name="connsiteY47" fmla="*/ 8946542 h 9456078"/>
              <a:gd name="connsiteX48" fmla="*/ 2276564 w 13158799"/>
              <a:gd name="connsiteY48" fmla="*/ 8925199 h 9456078"/>
              <a:gd name="connsiteX49" fmla="*/ 2320154 w 13158799"/>
              <a:gd name="connsiteY49" fmla="*/ 8903443 h 9456078"/>
              <a:gd name="connsiteX50" fmla="*/ 2363538 w 13158799"/>
              <a:gd name="connsiteY50" fmla="*/ 8881275 h 9456078"/>
              <a:gd name="connsiteX51" fmla="*/ 2406711 w 13158799"/>
              <a:gd name="connsiteY51" fmla="*/ 8858697 h 9456078"/>
              <a:gd name="connsiteX52" fmla="*/ 2449672 w 13158799"/>
              <a:gd name="connsiteY52" fmla="*/ 8835710 h 9456078"/>
              <a:gd name="connsiteX53" fmla="*/ 2492417 w 13158799"/>
              <a:gd name="connsiteY53" fmla="*/ 8812316 h 9456078"/>
              <a:gd name="connsiteX54" fmla="*/ 2534943 w 13158799"/>
              <a:gd name="connsiteY54" fmla="*/ 8788516 h 9456078"/>
              <a:gd name="connsiteX55" fmla="*/ 2577247 w 13158799"/>
              <a:gd name="connsiteY55" fmla="*/ 8764311 h 9456078"/>
              <a:gd name="connsiteX56" fmla="*/ 2619326 w 13158799"/>
              <a:gd name="connsiteY56" fmla="*/ 8739704 h 9456078"/>
              <a:gd name="connsiteX57" fmla="*/ 2661177 w 13158799"/>
              <a:gd name="connsiteY57" fmla="*/ 8714695 h 9456078"/>
              <a:gd name="connsiteX58" fmla="*/ 2702797 w 13158799"/>
              <a:gd name="connsiteY58" fmla="*/ 8689286 h 9456078"/>
              <a:gd name="connsiteX59" fmla="*/ 2744183 w 13158799"/>
              <a:gd name="connsiteY59" fmla="*/ 8663479 h 9456078"/>
              <a:gd name="connsiteX60" fmla="*/ 2785333 w 13158799"/>
              <a:gd name="connsiteY60" fmla="*/ 8637274 h 9456078"/>
              <a:gd name="connsiteX61" fmla="*/ 2826242 w 13158799"/>
              <a:gd name="connsiteY61" fmla="*/ 8610675 h 9456078"/>
              <a:gd name="connsiteX62" fmla="*/ 2866908 w 13158799"/>
              <a:gd name="connsiteY62" fmla="*/ 8583681 h 9456078"/>
              <a:gd name="connsiteX63" fmla="*/ 2907329 w 13158799"/>
              <a:gd name="connsiteY63" fmla="*/ 8556295 h 9456078"/>
              <a:gd name="connsiteX64" fmla="*/ 2947500 w 13158799"/>
              <a:gd name="connsiteY64" fmla="*/ 8528517 h 9456078"/>
              <a:gd name="connsiteX65" fmla="*/ 2987419 w 13158799"/>
              <a:gd name="connsiteY65" fmla="*/ 8500351 h 9456078"/>
              <a:gd name="connsiteX66" fmla="*/ 3027083 w 13158799"/>
              <a:gd name="connsiteY66" fmla="*/ 8471796 h 9456078"/>
              <a:gd name="connsiteX67" fmla="*/ 3066489 w 13158799"/>
              <a:gd name="connsiteY67" fmla="*/ 8442854 h 9456078"/>
              <a:gd name="connsiteX68" fmla="*/ 3105634 w 13158799"/>
              <a:gd name="connsiteY68" fmla="*/ 8413528 h 9456078"/>
              <a:gd name="connsiteX69" fmla="*/ 3144515 w 13158799"/>
              <a:gd name="connsiteY69" fmla="*/ 8383818 h 9456078"/>
              <a:gd name="connsiteX70" fmla="*/ 3183129 w 13158799"/>
              <a:gd name="connsiteY70" fmla="*/ 8353726 h 9456078"/>
              <a:gd name="connsiteX71" fmla="*/ 3221473 w 13158799"/>
              <a:gd name="connsiteY71" fmla="*/ 8323253 h 9456078"/>
              <a:gd name="connsiteX72" fmla="*/ 3259544 w 13158799"/>
              <a:gd name="connsiteY72" fmla="*/ 8292401 h 9456078"/>
              <a:gd name="connsiteX73" fmla="*/ 3297339 w 13158799"/>
              <a:gd name="connsiteY73" fmla="*/ 8261172 h 9456078"/>
              <a:gd name="connsiteX74" fmla="*/ 3334854 w 13158799"/>
              <a:gd name="connsiteY74" fmla="*/ 8229566 h 9456078"/>
              <a:gd name="connsiteX75" fmla="*/ 3372087 w 13158799"/>
              <a:gd name="connsiteY75" fmla="*/ 8197585 h 9456078"/>
              <a:gd name="connsiteX76" fmla="*/ 3409035 w 13158799"/>
              <a:gd name="connsiteY76" fmla="*/ 8165232 h 9456078"/>
              <a:gd name="connsiteX77" fmla="*/ 3445695 w 13158799"/>
              <a:gd name="connsiteY77" fmla="*/ 8132507 h 9456078"/>
              <a:gd name="connsiteX78" fmla="*/ 3482064 w 13158799"/>
              <a:gd name="connsiteY78" fmla="*/ 8099411 h 9456078"/>
              <a:gd name="connsiteX79" fmla="*/ 3518139 w 13158799"/>
              <a:gd name="connsiteY79" fmla="*/ 8065947 h 9456078"/>
              <a:gd name="connsiteX80" fmla="*/ 3553916 w 13158799"/>
              <a:gd name="connsiteY80" fmla="*/ 8032115 h 9456078"/>
              <a:gd name="connsiteX81" fmla="*/ 3589393 w 13158799"/>
              <a:gd name="connsiteY81" fmla="*/ 7997918 h 9456078"/>
              <a:gd name="connsiteX82" fmla="*/ 3624567 w 13158799"/>
              <a:gd name="connsiteY82" fmla="*/ 7963356 h 9456078"/>
              <a:gd name="connsiteX83" fmla="*/ 3659435 w 13158799"/>
              <a:gd name="connsiteY83" fmla="*/ 7928432 h 9456078"/>
              <a:gd name="connsiteX84" fmla="*/ 3693994 w 13158799"/>
              <a:gd name="connsiteY84" fmla="*/ 7893146 h 9456078"/>
              <a:gd name="connsiteX85" fmla="*/ 3728240 w 13158799"/>
              <a:gd name="connsiteY85" fmla="*/ 7857501 h 9456078"/>
              <a:gd name="connsiteX86" fmla="*/ 3762171 w 13158799"/>
              <a:gd name="connsiteY86" fmla="*/ 7821497 h 9456078"/>
              <a:gd name="connsiteX87" fmla="*/ 3795783 w 13158799"/>
              <a:gd name="connsiteY87" fmla="*/ 7785136 h 9456078"/>
              <a:gd name="connsiteX88" fmla="*/ 3829075 w 13158799"/>
              <a:gd name="connsiteY88" fmla="*/ 7748420 h 9456078"/>
              <a:gd name="connsiteX89" fmla="*/ 3862042 w 13158799"/>
              <a:gd name="connsiteY89" fmla="*/ 7711350 h 9456078"/>
              <a:gd name="connsiteX90" fmla="*/ 3894682 w 13158799"/>
              <a:gd name="connsiteY90" fmla="*/ 7673928 h 9456078"/>
              <a:gd name="connsiteX91" fmla="*/ 3926991 w 13158799"/>
              <a:gd name="connsiteY91" fmla="*/ 7636155 h 9456078"/>
              <a:gd name="connsiteX92" fmla="*/ 3958967 w 13158799"/>
              <a:gd name="connsiteY92" fmla="*/ 7598032 h 9456078"/>
              <a:gd name="connsiteX93" fmla="*/ 3990607 w 13158799"/>
              <a:gd name="connsiteY93" fmla="*/ 7559561 h 9456078"/>
              <a:gd name="connsiteX94" fmla="*/ 4021907 w 13158799"/>
              <a:gd name="connsiteY94" fmla="*/ 7520744 h 9456078"/>
              <a:gd name="connsiteX95" fmla="*/ 4052865 w 13158799"/>
              <a:gd name="connsiteY95" fmla="*/ 7481582 h 9456078"/>
              <a:gd name="connsiteX96" fmla="*/ 4083478 w 13158799"/>
              <a:gd name="connsiteY96" fmla="*/ 7442077 h 9456078"/>
              <a:gd name="connsiteX97" fmla="*/ 8022311 w 13158799"/>
              <a:gd name="connsiteY97" fmla="*/ 2307814 h 9456078"/>
              <a:gd name="connsiteX98" fmla="*/ 8052902 w 13158799"/>
              <a:gd name="connsiteY98" fmla="*/ 2268285 h 9456078"/>
              <a:gd name="connsiteX99" fmla="*/ 8083796 w 13158799"/>
              <a:gd name="connsiteY99" fmla="*/ 2229056 h 9456078"/>
              <a:gd name="connsiteX100" fmla="*/ 8114989 w 13158799"/>
              <a:gd name="connsiteY100" fmla="*/ 2190127 h 9456078"/>
              <a:gd name="connsiteX101" fmla="*/ 8146479 w 13158799"/>
              <a:gd name="connsiteY101" fmla="*/ 2151500 h 9456078"/>
              <a:gd name="connsiteX102" fmla="*/ 8178264 w 13158799"/>
              <a:gd name="connsiteY102" fmla="*/ 2113176 h 9456078"/>
              <a:gd name="connsiteX103" fmla="*/ 8210341 w 13158799"/>
              <a:gd name="connsiteY103" fmla="*/ 2075157 h 9456078"/>
              <a:gd name="connsiteX104" fmla="*/ 8242709 w 13158799"/>
              <a:gd name="connsiteY104" fmla="*/ 2037442 h 9456078"/>
              <a:gd name="connsiteX105" fmla="*/ 8275365 w 13158799"/>
              <a:gd name="connsiteY105" fmla="*/ 2000034 h 9456078"/>
              <a:gd name="connsiteX106" fmla="*/ 8308307 w 13158799"/>
              <a:gd name="connsiteY106" fmla="*/ 1962934 h 9456078"/>
              <a:gd name="connsiteX107" fmla="*/ 8341532 w 13158799"/>
              <a:gd name="connsiteY107" fmla="*/ 1926142 h 9456078"/>
              <a:gd name="connsiteX108" fmla="*/ 8375038 w 13158799"/>
              <a:gd name="connsiteY108" fmla="*/ 1889660 h 9456078"/>
              <a:gd name="connsiteX109" fmla="*/ 8408823 w 13158799"/>
              <a:gd name="connsiteY109" fmla="*/ 1853489 h 9456078"/>
              <a:gd name="connsiteX110" fmla="*/ 8442885 w 13158799"/>
              <a:gd name="connsiteY110" fmla="*/ 1817630 h 9456078"/>
              <a:gd name="connsiteX111" fmla="*/ 8477221 w 13158799"/>
              <a:gd name="connsiteY111" fmla="*/ 1782084 h 9456078"/>
              <a:gd name="connsiteX112" fmla="*/ 8511829 w 13158799"/>
              <a:gd name="connsiteY112" fmla="*/ 1746853 h 9456078"/>
              <a:gd name="connsiteX113" fmla="*/ 8546706 w 13158799"/>
              <a:gd name="connsiteY113" fmla="*/ 1711937 h 9456078"/>
              <a:gd name="connsiteX114" fmla="*/ 8581851 w 13158799"/>
              <a:gd name="connsiteY114" fmla="*/ 1677337 h 9456078"/>
              <a:gd name="connsiteX115" fmla="*/ 8617261 w 13158799"/>
              <a:gd name="connsiteY115" fmla="*/ 1643056 h 9456078"/>
              <a:gd name="connsiteX116" fmla="*/ 8652934 w 13158799"/>
              <a:gd name="connsiteY116" fmla="*/ 1609093 h 9456078"/>
              <a:gd name="connsiteX117" fmla="*/ 8688867 w 13158799"/>
              <a:gd name="connsiteY117" fmla="*/ 1575450 h 9456078"/>
              <a:gd name="connsiteX118" fmla="*/ 8725058 w 13158799"/>
              <a:gd name="connsiteY118" fmla="*/ 1542128 h 9456078"/>
              <a:gd name="connsiteX119" fmla="*/ 8761506 w 13158799"/>
              <a:gd name="connsiteY119" fmla="*/ 1509129 h 9456078"/>
              <a:gd name="connsiteX120" fmla="*/ 8798207 w 13158799"/>
              <a:gd name="connsiteY120" fmla="*/ 1476452 h 9456078"/>
              <a:gd name="connsiteX121" fmla="*/ 8835159 w 13158799"/>
              <a:gd name="connsiteY121" fmla="*/ 1444101 h 9456078"/>
              <a:gd name="connsiteX122" fmla="*/ 8872360 w 13158799"/>
              <a:gd name="connsiteY122" fmla="*/ 1412075 h 9456078"/>
              <a:gd name="connsiteX123" fmla="*/ 8909808 w 13158799"/>
              <a:gd name="connsiteY123" fmla="*/ 1380375 h 9456078"/>
              <a:gd name="connsiteX124" fmla="*/ 8947501 w 13158799"/>
              <a:gd name="connsiteY124" fmla="*/ 1349004 h 9456078"/>
              <a:gd name="connsiteX125" fmla="*/ 8985435 w 13158799"/>
              <a:gd name="connsiteY125" fmla="*/ 1317962 h 9456078"/>
              <a:gd name="connsiteX126" fmla="*/ 9023610 w 13158799"/>
              <a:gd name="connsiteY126" fmla="*/ 1287250 h 9456078"/>
              <a:gd name="connsiteX127" fmla="*/ 9062022 w 13158799"/>
              <a:gd name="connsiteY127" fmla="*/ 1256869 h 9456078"/>
              <a:gd name="connsiteX128" fmla="*/ 9100669 w 13158799"/>
              <a:gd name="connsiteY128" fmla="*/ 1226820 h 9456078"/>
              <a:gd name="connsiteX129" fmla="*/ 9139549 w 13158799"/>
              <a:gd name="connsiteY129" fmla="*/ 1197105 h 9456078"/>
              <a:gd name="connsiteX130" fmla="*/ 9178660 w 13158799"/>
              <a:gd name="connsiteY130" fmla="*/ 1167725 h 9456078"/>
              <a:gd name="connsiteX131" fmla="*/ 9217999 w 13158799"/>
              <a:gd name="connsiteY131" fmla="*/ 1138681 h 9456078"/>
              <a:gd name="connsiteX132" fmla="*/ 9257564 w 13158799"/>
              <a:gd name="connsiteY132" fmla="*/ 1109974 h 9456078"/>
              <a:gd name="connsiteX133" fmla="*/ 9297353 w 13158799"/>
              <a:gd name="connsiteY133" fmla="*/ 1081604 h 9456078"/>
              <a:gd name="connsiteX134" fmla="*/ 9337364 w 13158799"/>
              <a:gd name="connsiteY134" fmla="*/ 1053574 h 9456078"/>
              <a:gd name="connsiteX135" fmla="*/ 9377594 w 13158799"/>
              <a:gd name="connsiteY135" fmla="*/ 1025884 h 9456078"/>
              <a:gd name="connsiteX136" fmla="*/ 9418040 w 13158799"/>
              <a:gd name="connsiteY136" fmla="*/ 998536 h 9456078"/>
              <a:gd name="connsiteX137" fmla="*/ 9458702 w 13158799"/>
              <a:gd name="connsiteY137" fmla="*/ 971530 h 9456078"/>
              <a:gd name="connsiteX138" fmla="*/ 9499575 w 13158799"/>
              <a:gd name="connsiteY138" fmla="*/ 944868 h 9456078"/>
              <a:gd name="connsiteX139" fmla="*/ 9540659 w 13158799"/>
              <a:gd name="connsiteY139" fmla="*/ 918551 h 9456078"/>
              <a:gd name="connsiteX140" fmla="*/ 9581950 w 13158799"/>
              <a:gd name="connsiteY140" fmla="*/ 892580 h 9456078"/>
              <a:gd name="connsiteX141" fmla="*/ 9623447 w 13158799"/>
              <a:gd name="connsiteY141" fmla="*/ 866956 h 9456078"/>
              <a:gd name="connsiteX142" fmla="*/ 9665147 w 13158799"/>
              <a:gd name="connsiteY142" fmla="*/ 841681 h 9456078"/>
              <a:gd name="connsiteX143" fmla="*/ 9707048 w 13158799"/>
              <a:gd name="connsiteY143" fmla="*/ 816754 h 9456078"/>
              <a:gd name="connsiteX144" fmla="*/ 9749147 w 13158799"/>
              <a:gd name="connsiteY144" fmla="*/ 792179 h 9456078"/>
              <a:gd name="connsiteX145" fmla="*/ 9791443 w 13158799"/>
              <a:gd name="connsiteY145" fmla="*/ 767955 h 9456078"/>
              <a:gd name="connsiteX146" fmla="*/ 9833932 w 13158799"/>
              <a:gd name="connsiteY146" fmla="*/ 744083 h 9456078"/>
              <a:gd name="connsiteX147" fmla="*/ 9876613 w 13158799"/>
              <a:gd name="connsiteY147" fmla="*/ 720566 h 9456078"/>
              <a:gd name="connsiteX148" fmla="*/ 9919484 w 13158799"/>
              <a:gd name="connsiteY148" fmla="*/ 697404 h 9456078"/>
              <a:gd name="connsiteX149" fmla="*/ 9962542 w 13158799"/>
              <a:gd name="connsiteY149" fmla="*/ 674598 h 9456078"/>
              <a:gd name="connsiteX150" fmla="*/ 10005784 w 13158799"/>
              <a:gd name="connsiteY150" fmla="*/ 652149 h 9456078"/>
              <a:gd name="connsiteX151" fmla="*/ 10049209 w 13158799"/>
              <a:gd name="connsiteY151" fmla="*/ 630059 h 9456078"/>
              <a:gd name="connsiteX152" fmla="*/ 10092814 w 13158799"/>
              <a:gd name="connsiteY152" fmla="*/ 608328 h 9456078"/>
              <a:gd name="connsiteX153" fmla="*/ 10136597 w 13158799"/>
              <a:gd name="connsiteY153" fmla="*/ 586958 h 9456078"/>
              <a:gd name="connsiteX154" fmla="*/ 10180556 w 13158799"/>
              <a:gd name="connsiteY154" fmla="*/ 565950 h 9456078"/>
              <a:gd name="connsiteX155" fmla="*/ 10224688 w 13158799"/>
              <a:gd name="connsiteY155" fmla="*/ 545304 h 9456078"/>
              <a:gd name="connsiteX156" fmla="*/ 10268991 w 13158799"/>
              <a:gd name="connsiteY156" fmla="*/ 525023 h 9456078"/>
              <a:gd name="connsiteX157" fmla="*/ 10313463 w 13158799"/>
              <a:gd name="connsiteY157" fmla="*/ 505107 h 9456078"/>
              <a:gd name="connsiteX158" fmla="*/ 10358101 w 13158799"/>
              <a:gd name="connsiteY158" fmla="*/ 485558 h 9456078"/>
              <a:gd name="connsiteX159" fmla="*/ 10402903 w 13158799"/>
              <a:gd name="connsiteY159" fmla="*/ 466376 h 9456078"/>
              <a:gd name="connsiteX160" fmla="*/ 10447868 w 13158799"/>
              <a:gd name="connsiteY160" fmla="*/ 447563 h 9456078"/>
              <a:gd name="connsiteX161" fmla="*/ 10492991 w 13158799"/>
              <a:gd name="connsiteY161" fmla="*/ 429119 h 9456078"/>
              <a:gd name="connsiteX162" fmla="*/ 10538272 w 13158799"/>
              <a:gd name="connsiteY162" fmla="*/ 411046 h 9456078"/>
              <a:gd name="connsiteX163" fmla="*/ 10583708 w 13158799"/>
              <a:gd name="connsiteY163" fmla="*/ 393346 h 9456078"/>
              <a:gd name="connsiteX164" fmla="*/ 10629297 w 13158799"/>
              <a:gd name="connsiteY164" fmla="*/ 376018 h 9456078"/>
              <a:gd name="connsiteX165" fmla="*/ 10675036 w 13158799"/>
              <a:gd name="connsiteY165" fmla="*/ 359065 h 9456078"/>
              <a:gd name="connsiteX166" fmla="*/ 10720923 w 13158799"/>
              <a:gd name="connsiteY166" fmla="*/ 342487 h 9456078"/>
              <a:gd name="connsiteX167" fmla="*/ 10766956 w 13158799"/>
              <a:gd name="connsiteY167" fmla="*/ 326286 h 9456078"/>
              <a:gd name="connsiteX168" fmla="*/ 10813132 w 13158799"/>
              <a:gd name="connsiteY168" fmla="*/ 310462 h 9456078"/>
              <a:gd name="connsiteX169" fmla="*/ 10859450 w 13158799"/>
              <a:gd name="connsiteY169" fmla="*/ 295018 h 9456078"/>
              <a:gd name="connsiteX170" fmla="*/ 10905907 w 13158799"/>
              <a:gd name="connsiteY170" fmla="*/ 279953 h 9456078"/>
              <a:gd name="connsiteX171" fmla="*/ 10952500 w 13158799"/>
              <a:gd name="connsiteY171" fmla="*/ 265269 h 9456078"/>
              <a:gd name="connsiteX172" fmla="*/ 10999227 w 13158799"/>
              <a:gd name="connsiteY172" fmla="*/ 250968 h 9456078"/>
              <a:gd name="connsiteX173" fmla="*/ 11046087 w 13158799"/>
              <a:gd name="connsiteY173" fmla="*/ 237049 h 9456078"/>
              <a:gd name="connsiteX174" fmla="*/ 11093076 w 13158799"/>
              <a:gd name="connsiteY174" fmla="*/ 223516 h 9456078"/>
              <a:gd name="connsiteX175" fmla="*/ 11140193 w 13158799"/>
              <a:gd name="connsiteY175" fmla="*/ 210368 h 9456078"/>
              <a:gd name="connsiteX176" fmla="*/ 11187434 w 13158799"/>
              <a:gd name="connsiteY176" fmla="*/ 197606 h 9456078"/>
              <a:gd name="connsiteX177" fmla="*/ 11234799 w 13158799"/>
              <a:gd name="connsiteY177" fmla="*/ 185233 h 9456078"/>
              <a:gd name="connsiteX178" fmla="*/ 11282284 w 13158799"/>
              <a:gd name="connsiteY178" fmla="*/ 173248 h 9456078"/>
              <a:gd name="connsiteX179" fmla="*/ 11329888 w 13158799"/>
              <a:gd name="connsiteY179" fmla="*/ 161654 h 9456078"/>
              <a:gd name="connsiteX180" fmla="*/ 11377607 w 13158799"/>
              <a:gd name="connsiteY180" fmla="*/ 150451 h 9456078"/>
              <a:gd name="connsiteX181" fmla="*/ 11425440 w 13158799"/>
              <a:gd name="connsiteY181" fmla="*/ 139640 h 9456078"/>
              <a:gd name="connsiteX182" fmla="*/ 11473385 w 13158799"/>
              <a:gd name="connsiteY182" fmla="*/ 129223 h 9456078"/>
              <a:gd name="connsiteX183" fmla="*/ 11521439 w 13158799"/>
              <a:gd name="connsiteY183" fmla="*/ 119201 h 9456078"/>
              <a:gd name="connsiteX184" fmla="*/ 11569599 w 13158799"/>
              <a:gd name="connsiteY184" fmla="*/ 109574 h 9456078"/>
              <a:gd name="connsiteX185" fmla="*/ 11617864 w 13158799"/>
              <a:gd name="connsiteY185" fmla="*/ 100344 h 9456078"/>
              <a:gd name="connsiteX186" fmla="*/ 11666231 w 13158799"/>
              <a:gd name="connsiteY186" fmla="*/ 91512 h 9456078"/>
              <a:gd name="connsiteX187" fmla="*/ 11714698 w 13158799"/>
              <a:gd name="connsiteY187" fmla="*/ 83080 h 9456078"/>
              <a:gd name="connsiteX188" fmla="*/ 11763263 w 13158799"/>
              <a:gd name="connsiteY188" fmla="*/ 75047 h 9456078"/>
              <a:gd name="connsiteX189" fmla="*/ 11811923 w 13158799"/>
              <a:gd name="connsiteY189" fmla="*/ 67417 h 9456078"/>
              <a:gd name="connsiteX190" fmla="*/ 11860676 w 13158799"/>
              <a:gd name="connsiteY190" fmla="*/ 60188 h 9456078"/>
              <a:gd name="connsiteX191" fmla="*/ 11909519 w 13158799"/>
              <a:gd name="connsiteY191" fmla="*/ 53364 h 9456078"/>
              <a:gd name="connsiteX192" fmla="*/ 11958451 w 13158799"/>
              <a:gd name="connsiteY192" fmla="*/ 46944 h 9456078"/>
              <a:gd name="connsiteX193" fmla="*/ 12007470 w 13158799"/>
              <a:gd name="connsiteY193" fmla="*/ 40931 h 9456078"/>
              <a:gd name="connsiteX194" fmla="*/ 12056572 w 13158799"/>
              <a:gd name="connsiteY194" fmla="*/ 35324 h 9456078"/>
              <a:gd name="connsiteX195" fmla="*/ 12105756 w 13158799"/>
              <a:gd name="connsiteY195" fmla="*/ 30126 h 9456078"/>
              <a:gd name="connsiteX196" fmla="*/ 12155019 w 13158799"/>
              <a:gd name="connsiteY196" fmla="*/ 25337 h 9456078"/>
              <a:gd name="connsiteX197" fmla="*/ 12204359 w 13158799"/>
              <a:gd name="connsiteY197" fmla="*/ 20958 h 9456078"/>
              <a:gd name="connsiteX198" fmla="*/ 12253773 w 13158799"/>
              <a:gd name="connsiteY198" fmla="*/ 16991 h 9456078"/>
              <a:gd name="connsiteX199" fmla="*/ 12303260 w 13158799"/>
              <a:gd name="connsiteY199" fmla="*/ 13437 h 9456078"/>
              <a:gd name="connsiteX200" fmla="*/ 12352818 w 13158799"/>
              <a:gd name="connsiteY200" fmla="*/ 10297 h 9456078"/>
              <a:gd name="connsiteX201" fmla="*/ 12402443 w 13158799"/>
              <a:gd name="connsiteY201" fmla="*/ 7572 h 9456078"/>
              <a:gd name="connsiteX202" fmla="*/ 12452133 w 13158799"/>
              <a:gd name="connsiteY202" fmla="*/ 5263 h 9456078"/>
              <a:gd name="connsiteX203" fmla="*/ 12501887 w 13158799"/>
              <a:gd name="connsiteY203" fmla="*/ 3371 h 9456078"/>
              <a:gd name="connsiteX204" fmla="*/ 12551701 w 13158799"/>
              <a:gd name="connsiteY204" fmla="*/ 1898 h 9456078"/>
              <a:gd name="connsiteX205" fmla="*/ 12601574 w 13158799"/>
              <a:gd name="connsiteY205" fmla="*/ 844 h 9456078"/>
              <a:gd name="connsiteX206" fmla="*/ 12651504 w 13158799"/>
              <a:gd name="connsiteY206" fmla="*/ 211 h 9456078"/>
              <a:gd name="connsiteX207" fmla="*/ 12701487 w 13158799"/>
              <a:gd name="connsiteY207" fmla="*/ 0 h 9456078"/>
              <a:gd name="connsiteX208" fmla="*/ 13158798 w 13158799"/>
              <a:gd name="connsiteY208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28389 w 13158797"/>
              <a:gd name="connsiteY22" fmla="*/ 9330914 h 9456078"/>
              <a:gd name="connsiteX23" fmla="*/ 1176172 w 13158797"/>
              <a:gd name="connsiteY23" fmla="*/ 9319936 h 9456078"/>
              <a:gd name="connsiteX24" fmla="*/ 1223823 w 13158797"/>
              <a:gd name="connsiteY24" fmla="*/ 9308509 h 9456078"/>
              <a:gd name="connsiteX25" fmla="*/ 1271339 w 13158797"/>
              <a:gd name="connsiteY25" fmla="*/ 9296635 h 9456078"/>
              <a:gd name="connsiteX26" fmla="*/ 1318719 w 13158797"/>
              <a:gd name="connsiteY26" fmla="*/ 9284315 h 9456078"/>
              <a:gd name="connsiteX27" fmla="*/ 1365957 w 13158797"/>
              <a:gd name="connsiteY27" fmla="*/ 9271550 h 9456078"/>
              <a:gd name="connsiteX28" fmla="*/ 1413052 w 13158797"/>
              <a:gd name="connsiteY28" fmla="*/ 9258342 h 9456078"/>
              <a:gd name="connsiteX29" fmla="*/ 1460000 w 13158797"/>
              <a:gd name="connsiteY29" fmla="*/ 9244693 h 9456078"/>
              <a:gd name="connsiteX30" fmla="*/ 1506799 w 13158797"/>
              <a:gd name="connsiteY30" fmla="*/ 9230604 h 9456078"/>
              <a:gd name="connsiteX31" fmla="*/ 1553445 w 13158797"/>
              <a:gd name="connsiteY31" fmla="*/ 9216076 h 9456078"/>
              <a:gd name="connsiteX32" fmla="*/ 1599935 w 13158797"/>
              <a:gd name="connsiteY32" fmla="*/ 9201111 h 9456078"/>
              <a:gd name="connsiteX33" fmla="*/ 1646267 w 13158797"/>
              <a:gd name="connsiteY33" fmla="*/ 9185710 h 9456078"/>
              <a:gd name="connsiteX34" fmla="*/ 1692437 w 13158797"/>
              <a:gd name="connsiteY34" fmla="*/ 9169876 h 9456078"/>
              <a:gd name="connsiteX35" fmla="*/ 1738442 w 13158797"/>
              <a:gd name="connsiteY35" fmla="*/ 9153608 h 9456078"/>
              <a:gd name="connsiteX36" fmla="*/ 1784280 w 13158797"/>
              <a:gd name="connsiteY36" fmla="*/ 9136910 h 9456078"/>
              <a:gd name="connsiteX37" fmla="*/ 1829947 w 13158797"/>
              <a:gd name="connsiteY37" fmla="*/ 9119782 h 9456078"/>
              <a:gd name="connsiteX38" fmla="*/ 1875440 w 13158797"/>
              <a:gd name="connsiteY38" fmla="*/ 9102226 h 9456078"/>
              <a:gd name="connsiteX39" fmla="*/ 1920756 w 13158797"/>
              <a:gd name="connsiteY39" fmla="*/ 9084243 h 9456078"/>
              <a:gd name="connsiteX40" fmla="*/ 1965893 w 13158797"/>
              <a:gd name="connsiteY40" fmla="*/ 9065835 h 9456078"/>
              <a:gd name="connsiteX41" fmla="*/ 2010847 w 13158797"/>
              <a:gd name="connsiteY41" fmla="*/ 9047004 h 9456078"/>
              <a:gd name="connsiteX42" fmla="*/ 2055615 w 13158797"/>
              <a:gd name="connsiteY42" fmla="*/ 9027750 h 9456078"/>
              <a:gd name="connsiteX43" fmla="*/ 2100195 w 13158797"/>
              <a:gd name="connsiteY43" fmla="*/ 9008075 h 9456078"/>
              <a:gd name="connsiteX44" fmla="*/ 2144582 w 13158797"/>
              <a:gd name="connsiteY44" fmla="*/ 8987981 h 9456078"/>
              <a:gd name="connsiteX45" fmla="*/ 2188775 w 13158797"/>
              <a:gd name="connsiteY45" fmla="*/ 8967470 h 9456078"/>
              <a:gd name="connsiteX46" fmla="*/ 2232770 w 13158797"/>
              <a:gd name="connsiteY46" fmla="*/ 8946542 h 9456078"/>
              <a:gd name="connsiteX47" fmla="*/ 2276564 w 13158797"/>
              <a:gd name="connsiteY47" fmla="*/ 8925199 h 9456078"/>
              <a:gd name="connsiteX48" fmla="*/ 2320154 w 13158797"/>
              <a:gd name="connsiteY48" fmla="*/ 8903443 h 9456078"/>
              <a:gd name="connsiteX49" fmla="*/ 2363538 w 13158797"/>
              <a:gd name="connsiteY49" fmla="*/ 8881275 h 9456078"/>
              <a:gd name="connsiteX50" fmla="*/ 2406711 w 13158797"/>
              <a:gd name="connsiteY50" fmla="*/ 8858697 h 9456078"/>
              <a:gd name="connsiteX51" fmla="*/ 2449672 w 13158797"/>
              <a:gd name="connsiteY51" fmla="*/ 8835710 h 9456078"/>
              <a:gd name="connsiteX52" fmla="*/ 2492417 w 13158797"/>
              <a:gd name="connsiteY52" fmla="*/ 8812316 h 9456078"/>
              <a:gd name="connsiteX53" fmla="*/ 2534943 w 13158797"/>
              <a:gd name="connsiteY53" fmla="*/ 8788516 h 9456078"/>
              <a:gd name="connsiteX54" fmla="*/ 2577247 w 13158797"/>
              <a:gd name="connsiteY54" fmla="*/ 8764311 h 9456078"/>
              <a:gd name="connsiteX55" fmla="*/ 2619326 w 13158797"/>
              <a:gd name="connsiteY55" fmla="*/ 8739704 h 9456078"/>
              <a:gd name="connsiteX56" fmla="*/ 2661177 w 13158797"/>
              <a:gd name="connsiteY56" fmla="*/ 8714695 h 9456078"/>
              <a:gd name="connsiteX57" fmla="*/ 2702797 w 13158797"/>
              <a:gd name="connsiteY57" fmla="*/ 8689286 h 9456078"/>
              <a:gd name="connsiteX58" fmla="*/ 2744183 w 13158797"/>
              <a:gd name="connsiteY58" fmla="*/ 8663479 h 9456078"/>
              <a:gd name="connsiteX59" fmla="*/ 2785333 w 13158797"/>
              <a:gd name="connsiteY59" fmla="*/ 8637274 h 9456078"/>
              <a:gd name="connsiteX60" fmla="*/ 2826242 w 13158797"/>
              <a:gd name="connsiteY60" fmla="*/ 8610675 h 9456078"/>
              <a:gd name="connsiteX61" fmla="*/ 2866908 w 13158797"/>
              <a:gd name="connsiteY61" fmla="*/ 8583681 h 9456078"/>
              <a:gd name="connsiteX62" fmla="*/ 2907329 w 13158797"/>
              <a:gd name="connsiteY62" fmla="*/ 8556295 h 9456078"/>
              <a:gd name="connsiteX63" fmla="*/ 2947500 w 13158797"/>
              <a:gd name="connsiteY63" fmla="*/ 8528517 h 9456078"/>
              <a:gd name="connsiteX64" fmla="*/ 2987419 w 13158797"/>
              <a:gd name="connsiteY64" fmla="*/ 8500351 h 9456078"/>
              <a:gd name="connsiteX65" fmla="*/ 3027083 w 13158797"/>
              <a:gd name="connsiteY65" fmla="*/ 8471796 h 9456078"/>
              <a:gd name="connsiteX66" fmla="*/ 3066489 w 13158797"/>
              <a:gd name="connsiteY66" fmla="*/ 8442854 h 9456078"/>
              <a:gd name="connsiteX67" fmla="*/ 3105634 w 13158797"/>
              <a:gd name="connsiteY67" fmla="*/ 8413528 h 9456078"/>
              <a:gd name="connsiteX68" fmla="*/ 3144515 w 13158797"/>
              <a:gd name="connsiteY68" fmla="*/ 8383818 h 9456078"/>
              <a:gd name="connsiteX69" fmla="*/ 3183129 w 13158797"/>
              <a:gd name="connsiteY69" fmla="*/ 8353726 h 9456078"/>
              <a:gd name="connsiteX70" fmla="*/ 3221473 w 13158797"/>
              <a:gd name="connsiteY70" fmla="*/ 8323253 h 9456078"/>
              <a:gd name="connsiteX71" fmla="*/ 3259544 w 13158797"/>
              <a:gd name="connsiteY71" fmla="*/ 8292401 h 9456078"/>
              <a:gd name="connsiteX72" fmla="*/ 3297339 w 13158797"/>
              <a:gd name="connsiteY72" fmla="*/ 8261172 h 9456078"/>
              <a:gd name="connsiteX73" fmla="*/ 3334854 w 13158797"/>
              <a:gd name="connsiteY73" fmla="*/ 8229566 h 9456078"/>
              <a:gd name="connsiteX74" fmla="*/ 3372087 w 13158797"/>
              <a:gd name="connsiteY74" fmla="*/ 8197585 h 9456078"/>
              <a:gd name="connsiteX75" fmla="*/ 3409035 w 13158797"/>
              <a:gd name="connsiteY75" fmla="*/ 8165232 h 9456078"/>
              <a:gd name="connsiteX76" fmla="*/ 3445695 w 13158797"/>
              <a:gd name="connsiteY76" fmla="*/ 8132507 h 9456078"/>
              <a:gd name="connsiteX77" fmla="*/ 3482064 w 13158797"/>
              <a:gd name="connsiteY77" fmla="*/ 8099411 h 9456078"/>
              <a:gd name="connsiteX78" fmla="*/ 3518139 w 13158797"/>
              <a:gd name="connsiteY78" fmla="*/ 8065947 h 9456078"/>
              <a:gd name="connsiteX79" fmla="*/ 3553916 w 13158797"/>
              <a:gd name="connsiteY79" fmla="*/ 8032115 h 9456078"/>
              <a:gd name="connsiteX80" fmla="*/ 3589393 w 13158797"/>
              <a:gd name="connsiteY80" fmla="*/ 7997918 h 9456078"/>
              <a:gd name="connsiteX81" fmla="*/ 3624567 w 13158797"/>
              <a:gd name="connsiteY81" fmla="*/ 7963356 h 9456078"/>
              <a:gd name="connsiteX82" fmla="*/ 3659435 w 13158797"/>
              <a:gd name="connsiteY82" fmla="*/ 7928432 h 9456078"/>
              <a:gd name="connsiteX83" fmla="*/ 3693994 w 13158797"/>
              <a:gd name="connsiteY83" fmla="*/ 7893146 h 9456078"/>
              <a:gd name="connsiteX84" fmla="*/ 3728240 w 13158797"/>
              <a:gd name="connsiteY84" fmla="*/ 7857501 h 9456078"/>
              <a:gd name="connsiteX85" fmla="*/ 3762171 w 13158797"/>
              <a:gd name="connsiteY85" fmla="*/ 7821497 h 9456078"/>
              <a:gd name="connsiteX86" fmla="*/ 3795783 w 13158797"/>
              <a:gd name="connsiteY86" fmla="*/ 7785136 h 9456078"/>
              <a:gd name="connsiteX87" fmla="*/ 3829075 w 13158797"/>
              <a:gd name="connsiteY87" fmla="*/ 7748420 h 9456078"/>
              <a:gd name="connsiteX88" fmla="*/ 3862042 w 13158797"/>
              <a:gd name="connsiteY88" fmla="*/ 7711350 h 9456078"/>
              <a:gd name="connsiteX89" fmla="*/ 3894682 w 13158797"/>
              <a:gd name="connsiteY89" fmla="*/ 7673928 h 9456078"/>
              <a:gd name="connsiteX90" fmla="*/ 3926991 w 13158797"/>
              <a:gd name="connsiteY90" fmla="*/ 7636155 h 9456078"/>
              <a:gd name="connsiteX91" fmla="*/ 3958967 w 13158797"/>
              <a:gd name="connsiteY91" fmla="*/ 7598032 h 9456078"/>
              <a:gd name="connsiteX92" fmla="*/ 3990607 w 13158797"/>
              <a:gd name="connsiteY92" fmla="*/ 7559561 h 9456078"/>
              <a:gd name="connsiteX93" fmla="*/ 4021907 w 13158797"/>
              <a:gd name="connsiteY93" fmla="*/ 7520744 h 9456078"/>
              <a:gd name="connsiteX94" fmla="*/ 4052865 w 13158797"/>
              <a:gd name="connsiteY94" fmla="*/ 7481582 h 9456078"/>
              <a:gd name="connsiteX95" fmla="*/ 4083478 w 13158797"/>
              <a:gd name="connsiteY95" fmla="*/ 7442077 h 9456078"/>
              <a:gd name="connsiteX96" fmla="*/ 8022311 w 13158797"/>
              <a:gd name="connsiteY96" fmla="*/ 2307814 h 9456078"/>
              <a:gd name="connsiteX97" fmla="*/ 8052902 w 13158797"/>
              <a:gd name="connsiteY97" fmla="*/ 2268285 h 9456078"/>
              <a:gd name="connsiteX98" fmla="*/ 8083796 w 13158797"/>
              <a:gd name="connsiteY98" fmla="*/ 2229056 h 9456078"/>
              <a:gd name="connsiteX99" fmla="*/ 8114989 w 13158797"/>
              <a:gd name="connsiteY99" fmla="*/ 2190127 h 9456078"/>
              <a:gd name="connsiteX100" fmla="*/ 8146479 w 13158797"/>
              <a:gd name="connsiteY100" fmla="*/ 2151500 h 9456078"/>
              <a:gd name="connsiteX101" fmla="*/ 8178264 w 13158797"/>
              <a:gd name="connsiteY101" fmla="*/ 2113176 h 9456078"/>
              <a:gd name="connsiteX102" fmla="*/ 8210341 w 13158797"/>
              <a:gd name="connsiteY102" fmla="*/ 2075157 h 9456078"/>
              <a:gd name="connsiteX103" fmla="*/ 8242709 w 13158797"/>
              <a:gd name="connsiteY103" fmla="*/ 2037442 h 9456078"/>
              <a:gd name="connsiteX104" fmla="*/ 8275365 w 13158797"/>
              <a:gd name="connsiteY104" fmla="*/ 2000034 h 9456078"/>
              <a:gd name="connsiteX105" fmla="*/ 8308307 w 13158797"/>
              <a:gd name="connsiteY105" fmla="*/ 1962934 h 9456078"/>
              <a:gd name="connsiteX106" fmla="*/ 8341532 w 13158797"/>
              <a:gd name="connsiteY106" fmla="*/ 1926142 h 9456078"/>
              <a:gd name="connsiteX107" fmla="*/ 8375038 w 13158797"/>
              <a:gd name="connsiteY107" fmla="*/ 1889660 h 9456078"/>
              <a:gd name="connsiteX108" fmla="*/ 8408823 w 13158797"/>
              <a:gd name="connsiteY108" fmla="*/ 1853489 h 9456078"/>
              <a:gd name="connsiteX109" fmla="*/ 8442885 w 13158797"/>
              <a:gd name="connsiteY109" fmla="*/ 1817630 h 9456078"/>
              <a:gd name="connsiteX110" fmla="*/ 8477221 w 13158797"/>
              <a:gd name="connsiteY110" fmla="*/ 1782084 h 9456078"/>
              <a:gd name="connsiteX111" fmla="*/ 8511829 w 13158797"/>
              <a:gd name="connsiteY111" fmla="*/ 1746853 h 9456078"/>
              <a:gd name="connsiteX112" fmla="*/ 8546706 w 13158797"/>
              <a:gd name="connsiteY112" fmla="*/ 1711937 h 9456078"/>
              <a:gd name="connsiteX113" fmla="*/ 8581851 w 13158797"/>
              <a:gd name="connsiteY113" fmla="*/ 1677337 h 9456078"/>
              <a:gd name="connsiteX114" fmla="*/ 8617261 w 13158797"/>
              <a:gd name="connsiteY114" fmla="*/ 1643056 h 9456078"/>
              <a:gd name="connsiteX115" fmla="*/ 8652934 w 13158797"/>
              <a:gd name="connsiteY115" fmla="*/ 1609093 h 9456078"/>
              <a:gd name="connsiteX116" fmla="*/ 8688867 w 13158797"/>
              <a:gd name="connsiteY116" fmla="*/ 1575450 h 9456078"/>
              <a:gd name="connsiteX117" fmla="*/ 8725058 w 13158797"/>
              <a:gd name="connsiteY117" fmla="*/ 1542128 h 9456078"/>
              <a:gd name="connsiteX118" fmla="*/ 8761506 w 13158797"/>
              <a:gd name="connsiteY118" fmla="*/ 1509129 h 9456078"/>
              <a:gd name="connsiteX119" fmla="*/ 8798207 w 13158797"/>
              <a:gd name="connsiteY119" fmla="*/ 1476452 h 9456078"/>
              <a:gd name="connsiteX120" fmla="*/ 8835159 w 13158797"/>
              <a:gd name="connsiteY120" fmla="*/ 1444101 h 9456078"/>
              <a:gd name="connsiteX121" fmla="*/ 8872360 w 13158797"/>
              <a:gd name="connsiteY121" fmla="*/ 1412075 h 9456078"/>
              <a:gd name="connsiteX122" fmla="*/ 8909808 w 13158797"/>
              <a:gd name="connsiteY122" fmla="*/ 1380375 h 9456078"/>
              <a:gd name="connsiteX123" fmla="*/ 8947501 w 13158797"/>
              <a:gd name="connsiteY123" fmla="*/ 1349004 h 9456078"/>
              <a:gd name="connsiteX124" fmla="*/ 8985435 w 13158797"/>
              <a:gd name="connsiteY124" fmla="*/ 1317962 h 9456078"/>
              <a:gd name="connsiteX125" fmla="*/ 9023610 w 13158797"/>
              <a:gd name="connsiteY125" fmla="*/ 1287250 h 9456078"/>
              <a:gd name="connsiteX126" fmla="*/ 9062022 w 13158797"/>
              <a:gd name="connsiteY126" fmla="*/ 1256869 h 9456078"/>
              <a:gd name="connsiteX127" fmla="*/ 9100669 w 13158797"/>
              <a:gd name="connsiteY127" fmla="*/ 1226820 h 9456078"/>
              <a:gd name="connsiteX128" fmla="*/ 9139549 w 13158797"/>
              <a:gd name="connsiteY128" fmla="*/ 1197105 h 9456078"/>
              <a:gd name="connsiteX129" fmla="*/ 9178660 w 13158797"/>
              <a:gd name="connsiteY129" fmla="*/ 1167725 h 9456078"/>
              <a:gd name="connsiteX130" fmla="*/ 9217999 w 13158797"/>
              <a:gd name="connsiteY130" fmla="*/ 1138681 h 9456078"/>
              <a:gd name="connsiteX131" fmla="*/ 9257564 w 13158797"/>
              <a:gd name="connsiteY131" fmla="*/ 1109974 h 9456078"/>
              <a:gd name="connsiteX132" fmla="*/ 9297353 w 13158797"/>
              <a:gd name="connsiteY132" fmla="*/ 1081604 h 9456078"/>
              <a:gd name="connsiteX133" fmla="*/ 9337364 w 13158797"/>
              <a:gd name="connsiteY133" fmla="*/ 1053574 h 9456078"/>
              <a:gd name="connsiteX134" fmla="*/ 9377594 w 13158797"/>
              <a:gd name="connsiteY134" fmla="*/ 1025884 h 9456078"/>
              <a:gd name="connsiteX135" fmla="*/ 9418040 w 13158797"/>
              <a:gd name="connsiteY135" fmla="*/ 998536 h 9456078"/>
              <a:gd name="connsiteX136" fmla="*/ 9458702 w 13158797"/>
              <a:gd name="connsiteY136" fmla="*/ 971530 h 9456078"/>
              <a:gd name="connsiteX137" fmla="*/ 9499575 w 13158797"/>
              <a:gd name="connsiteY137" fmla="*/ 944868 h 9456078"/>
              <a:gd name="connsiteX138" fmla="*/ 9540659 w 13158797"/>
              <a:gd name="connsiteY138" fmla="*/ 918551 h 9456078"/>
              <a:gd name="connsiteX139" fmla="*/ 9581950 w 13158797"/>
              <a:gd name="connsiteY139" fmla="*/ 892580 h 9456078"/>
              <a:gd name="connsiteX140" fmla="*/ 9623447 w 13158797"/>
              <a:gd name="connsiteY140" fmla="*/ 866956 h 9456078"/>
              <a:gd name="connsiteX141" fmla="*/ 9665147 w 13158797"/>
              <a:gd name="connsiteY141" fmla="*/ 841681 h 9456078"/>
              <a:gd name="connsiteX142" fmla="*/ 9707048 w 13158797"/>
              <a:gd name="connsiteY142" fmla="*/ 816754 h 9456078"/>
              <a:gd name="connsiteX143" fmla="*/ 9749147 w 13158797"/>
              <a:gd name="connsiteY143" fmla="*/ 792179 h 9456078"/>
              <a:gd name="connsiteX144" fmla="*/ 9791443 w 13158797"/>
              <a:gd name="connsiteY144" fmla="*/ 767955 h 9456078"/>
              <a:gd name="connsiteX145" fmla="*/ 9833932 w 13158797"/>
              <a:gd name="connsiteY145" fmla="*/ 744083 h 9456078"/>
              <a:gd name="connsiteX146" fmla="*/ 9876613 w 13158797"/>
              <a:gd name="connsiteY146" fmla="*/ 720566 h 9456078"/>
              <a:gd name="connsiteX147" fmla="*/ 9919484 w 13158797"/>
              <a:gd name="connsiteY147" fmla="*/ 697404 h 9456078"/>
              <a:gd name="connsiteX148" fmla="*/ 9962542 w 13158797"/>
              <a:gd name="connsiteY148" fmla="*/ 674598 h 9456078"/>
              <a:gd name="connsiteX149" fmla="*/ 10005784 w 13158797"/>
              <a:gd name="connsiteY149" fmla="*/ 652149 h 9456078"/>
              <a:gd name="connsiteX150" fmla="*/ 10049209 w 13158797"/>
              <a:gd name="connsiteY150" fmla="*/ 630059 h 9456078"/>
              <a:gd name="connsiteX151" fmla="*/ 10092814 w 13158797"/>
              <a:gd name="connsiteY151" fmla="*/ 608328 h 9456078"/>
              <a:gd name="connsiteX152" fmla="*/ 10136597 w 13158797"/>
              <a:gd name="connsiteY152" fmla="*/ 586958 h 9456078"/>
              <a:gd name="connsiteX153" fmla="*/ 10180556 w 13158797"/>
              <a:gd name="connsiteY153" fmla="*/ 565950 h 9456078"/>
              <a:gd name="connsiteX154" fmla="*/ 10224688 w 13158797"/>
              <a:gd name="connsiteY154" fmla="*/ 545304 h 9456078"/>
              <a:gd name="connsiteX155" fmla="*/ 10268991 w 13158797"/>
              <a:gd name="connsiteY155" fmla="*/ 525023 h 9456078"/>
              <a:gd name="connsiteX156" fmla="*/ 10313463 w 13158797"/>
              <a:gd name="connsiteY156" fmla="*/ 505107 h 9456078"/>
              <a:gd name="connsiteX157" fmla="*/ 10358101 w 13158797"/>
              <a:gd name="connsiteY157" fmla="*/ 485558 h 9456078"/>
              <a:gd name="connsiteX158" fmla="*/ 10402903 w 13158797"/>
              <a:gd name="connsiteY158" fmla="*/ 466376 h 9456078"/>
              <a:gd name="connsiteX159" fmla="*/ 10447868 w 13158797"/>
              <a:gd name="connsiteY159" fmla="*/ 447563 h 9456078"/>
              <a:gd name="connsiteX160" fmla="*/ 10492991 w 13158797"/>
              <a:gd name="connsiteY160" fmla="*/ 429119 h 9456078"/>
              <a:gd name="connsiteX161" fmla="*/ 10538272 w 13158797"/>
              <a:gd name="connsiteY161" fmla="*/ 411046 h 9456078"/>
              <a:gd name="connsiteX162" fmla="*/ 10583708 w 13158797"/>
              <a:gd name="connsiteY162" fmla="*/ 393346 h 9456078"/>
              <a:gd name="connsiteX163" fmla="*/ 10629297 w 13158797"/>
              <a:gd name="connsiteY163" fmla="*/ 376018 h 9456078"/>
              <a:gd name="connsiteX164" fmla="*/ 10675036 w 13158797"/>
              <a:gd name="connsiteY164" fmla="*/ 359065 h 9456078"/>
              <a:gd name="connsiteX165" fmla="*/ 10720923 w 13158797"/>
              <a:gd name="connsiteY165" fmla="*/ 342487 h 9456078"/>
              <a:gd name="connsiteX166" fmla="*/ 10766956 w 13158797"/>
              <a:gd name="connsiteY166" fmla="*/ 326286 h 9456078"/>
              <a:gd name="connsiteX167" fmla="*/ 10813132 w 13158797"/>
              <a:gd name="connsiteY167" fmla="*/ 310462 h 9456078"/>
              <a:gd name="connsiteX168" fmla="*/ 10859450 w 13158797"/>
              <a:gd name="connsiteY168" fmla="*/ 295018 h 9456078"/>
              <a:gd name="connsiteX169" fmla="*/ 10905907 w 13158797"/>
              <a:gd name="connsiteY169" fmla="*/ 279953 h 9456078"/>
              <a:gd name="connsiteX170" fmla="*/ 10952500 w 13158797"/>
              <a:gd name="connsiteY170" fmla="*/ 265269 h 9456078"/>
              <a:gd name="connsiteX171" fmla="*/ 10999227 w 13158797"/>
              <a:gd name="connsiteY171" fmla="*/ 250968 h 9456078"/>
              <a:gd name="connsiteX172" fmla="*/ 11046087 w 13158797"/>
              <a:gd name="connsiteY172" fmla="*/ 237049 h 9456078"/>
              <a:gd name="connsiteX173" fmla="*/ 11093076 w 13158797"/>
              <a:gd name="connsiteY173" fmla="*/ 223516 h 9456078"/>
              <a:gd name="connsiteX174" fmla="*/ 11140193 w 13158797"/>
              <a:gd name="connsiteY174" fmla="*/ 210368 h 9456078"/>
              <a:gd name="connsiteX175" fmla="*/ 11187434 w 13158797"/>
              <a:gd name="connsiteY175" fmla="*/ 197606 h 9456078"/>
              <a:gd name="connsiteX176" fmla="*/ 11234799 w 13158797"/>
              <a:gd name="connsiteY176" fmla="*/ 185233 h 9456078"/>
              <a:gd name="connsiteX177" fmla="*/ 11282284 w 13158797"/>
              <a:gd name="connsiteY177" fmla="*/ 173248 h 9456078"/>
              <a:gd name="connsiteX178" fmla="*/ 11329888 w 13158797"/>
              <a:gd name="connsiteY178" fmla="*/ 161654 h 9456078"/>
              <a:gd name="connsiteX179" fmla="*/ 11377607 w 13158797"/>
              <a:gd name="connsiteY179" fmla="*/ 150451 h 9456078"/>
              <a:gd name="connsiteX180" fmla="*/ 11425440 w 13158797"/>
              <a:gd name="connsiteY180" fmla="*/ 139640 h 9456078"/>
              <a:gd name="connsiteX181" fmla="*/ 11473385 w 13158797"/>
              <a:gd name="connsiteY181" fmla="*/ 129223 h 9456078"/>
              <a:gd name="connsiteX182" fmla="*/ 11521439 w 13158797"/>
              <a:gd name="connsiteY182" fmla="*/ 119201 h 9456078"/>
              <a:gd name="connsiteX183" fmla="*/ 11569599 w 13158797"/>
              <a:gd name="connsiteY183" fmla="*/ 109574 h 9456078"/>
              <a:gd name="connsiteX184" fmla="*/ 11617864 w 13158797"/>
              <a:gd name="connsiteY184" fmla="*/ 100344 h 9456078"/>
              <a:gd name="connsiteX185" fmla="*/ 11666231 w 13158797"/>
              <a:gd name="connsiteY185" fmla="*/ 91512 h 9456078"/>
              <a:gd name="connsiteX186" fmla="*/ 11714698 w 13158797"/>
              <a:gd name="connsiteY186" fmla="*/ 83080 h 9456078"/>
              <a:gd name="connsiteX187" fmla="*/ 11763263 w 13158797"/>
              <a:gd name="connsiteY187" fmla="*/ 75047 h 9456078"/>
              <a:gd name="connsiteX188" fmla="*/ 11811923 w 13158797"/>
              <a:gd name="connsiteY188" fmla="*/ 67417 h 9456078"/>
              <a:gd name="connsiteX189" fmla="*/ 11860676 w 13158797"/>
              <a:gd name="connsiteY189" fmla="*/ 60188 h 9456078"/>
              <a:gd name="connsiteX190" fmla="*/ 11909519 w 13158797"/>
              <a:gd name="connsiteY190" fmla="*/ 53364 h 9456078"/>
              <a:gd name="connsiteX191" fmla="*/ 11958451 w 13158797"/>
              <a:gd name="connsiteY191" fmla="*/ 46944 h 9456078"/>
              <a:gd name="connsiteX192" fmla="*/ 12007470 w 13158797"/>
              <a:gd name="connsiteY192" fmla="*/ 40931 h 9456078"/>
              <a:gd name="connsiteX193" fmla="*/ 12056572 w 13158797"/>
              <a:gd name="connsiteY193" fmla="*/ 35324 h 9456078"/>
              <a:gd name="connsiteX194" fmla="*/ 12105756 w 13158797"/>
              <a:gd name="connsiteY194" fmla="*/ 30126 h 9456078"/>
              <a:gd name="connsiteX195" fmla="*/ 12155019 w 13158797"/>
              <a:gd name="connsiteY195" fmla="*/ 25337 h 9456078"/>
              <a:gd name="connsiteX196" fmla="*/ 12204359 w 13158797"/>
              <a:gd name="connsiteY196" fmla="*/ 20958 h 9456078"/>
              <a:gd name="connsiteX197" fmla="*/ 12253773 w 13158797"/>
              <a:gd name="connsiteY197" fmla="*/ 16991 h 9456078"/>
              <a:gd name="connsiteX198" fmla="*/ 12303260 w 13158797"/>
              <a:gd name="connsiteY198" fmla="*/ 13437 h 9456078"/>
              <a:gd name="connsiteX199" fmla="*/ 12352818 w 13158797"/>
              <a:gd name="connsiteY199" fmla="*/ 10297 h 9456078"/>
              <a:gd name="connsiteX200" fmla="*/ 12402443 w 13158797"/>
              <a:gd name="connsiteY200" fmla="*/ 7572 h 9456078"/>
              <a:gd name="connsiteX201" fmla="*/ 12452133 w 13158797"/>
              <a:gd name="connsiteY201" fmla="*/ 5263 h 9456078"/>
              <a:gd name="connsiteX202" fmla="*/ 12501887 w 13158797"/>
              <a:gd name="connsiteY202" fmla="*/ 3371 h 9456078"/>
              <a:gd name="connsiteX203" fmla="*/ 12551701 w 13158797"/>
              <a:gd name="connsiteY203" fmla="*/ 1898 h 9456078"/>
              <a:gd name="connsiteX204" fmla="*/ 12601574 w 13158797"/>
              <a:gd name="connsiteY204" fmla="*/ 844 h 9456078"/>
              <a:gd name="connsiteX205" fmla="*/ 12651504 w 13158797"/>
              <a:gd name="connsiteY205" fmla="*/ 211 h 9456078"/>
              <a:gd name="connsiteX206" fmla="*/ 12701487 w 13158797"/>
              <a:gd name="connsiteY206" fmla="*/ 0 h 9456078"/>
              <a:gd name="connsiteX207" fmla="*/ 13158798 w 13158797"/>
              <a:gd name="connsiteY207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98870 w 13158799"/>
              <a:gd name="connsiteY5" fmla="*/ 9447409 h 9456078"/>
              <a:gd name="connsiteX6" fmla="*/ 348429 w 13158799"/>
              <a:gd name="connsiteY6" fmla="*/ 9444290 h 9456078"/>
              <a:gd name="connsiteX7" fmla="*/ 397907 w 13158799"/>
              <a:gd name="connsiteY7" fmla="*/ 9440698 h 9456078"/>
              <a:gd name="connsiteX8" fmla="*/ 447302 w 13158799"/>
              <a:gd name="connsiteY8" fmla="*/ 9436632 h 9456078"/>
              <a:gd name="connsiteX9" fmla="*/ 496610 w 13158799"/>
              <a:gd name="connsiteY9" fmla="*/ 9432096 h 9456078"/>
              <a:gd name="connsiteX10" fmla="*/ 545829 w 13158799"/>
              <a:gd name="connsiteY10" fmla="*/ 9427089 h 9456078"/>
              <a:gd name="connsiteX11" fmla="*/ 594956 w 13158799"/>
              <a:gd name="connsiteY11" fmla="*/ 9421615 h 9456078"/>
              <a:gd name="connsiteX12" fmla="*/ 643987 w 13158799"/>
              <a:gd name="connsiteY12" fmla="*/ 9415673 h 9456078"/>
              <a:gd name="connsiteX13" fmla="*/ 692920 w 13158799"/>
              <a:gd name="connsiteY13" fmla="*/ 9409267 h 9456078"/>
              <a:gd name="connsiteX14" fmla="*/ 741751 w 13158799"/>
              <a:gd name="connsiteY14" fmla="*/ 9402396 h 9456078"/>
              <a:gd name="connsiteX15" fmla="*/ 790478 w 13158799"/>
              <a:gd name="connsiteY15" fmla="*/ 9395063 h 9456078"/>
              <a:gd name="connsiteX16" fmla="*/ 839098 w 13158799"/>
              <a:gd name="connsiteY16" fmla="*/ 9387270 h 9456078"/>
              <a:gd name="connsiteX17" fmla="*/ 887607 w 13158799"/>
              <a:gd name="connsiteY17" fmla="*/ 9379017 h 9456078"/>
              <a:gd name="connsiteX18" fmla="*/ 936002 w 13158799"/>
              <a:gd name="connsiteY18" fmla="*/ 9370306 h 9456078"/>
              <a:gd name="connsiteX19" fmla="*/ 984281 w 13158799"/>
              <a:gd name="connsiteY19" fmla="*/ 9361139 h 9456078"/>
              <a:gd name="connsiteX20" fmla="*/ 1032440 w 13158799"/>
              <a:gd name="connsiteY20" fmla="*/ 9351517 h 9456078"/>
              <a:gd name="connsiteX21" fmla="*/ 1080477 w 13158799"/>
              <a:gd name="connsiteY21" fmla="*/ 9341441 h 9456078"/>
              <a:gd name="connsiteX22" fmla="*/ 1176172 w 13158799"/>
              <a:gd name="connsiteY22" fmla="*/ 9319936 h 9456078"/>
              <a:gd name="connsiteX23" fmla="*/ 1223823 w 13158799"/>
              <a:gd name="connsiteY23" fmla="*/ 9308509 h 9456078"/>
              <a:gd name="connsiteX24" fmla="*/ 1271339 w 13158799"/>
              <a:gd name="connsiteY24" fmla="*/ 9296635 h 9456078"/>
              <a:gd name="connsiteX25" fmla="*/ 1318719 w 13158799"/>
              <a:gd name="connsiteY25" fmla="*/ 9284315 h 9456078"/>
              <a:gd name="connsiteX26" fmla="*/ 1365957 w 13158799"/>
              <a:gd name="connsiteY26" fmla="*/ 9271550 h 9456078"/>
              <a:gd name="connsiteX27" fmla="*/ 1413052 w 13158799"/>
              <a:gd name="connsiteY27" fmla="*/ 9258342 h 9456078"/>
              <a:gd name="connsiteX28" fmla="*/ 1460000 w 13158799"/>
              <a:gd name="connsiteY28" fmla="*/ 9244693 h 9456078"/>
              <a:gd name="connsiteX29" fmla="*/ 1506799 w 13158799"/>
              <a:gd name="connsiteY29" fmla="*/ 9230604 h 9456078"/>
              <a:gd name="connsiteX30" fmla="*/ 1553445 w 13158799"/>
              <a:gd name="connsiteY30" fmla="*/ 9216076 h 9456078"/>
              <a:gd name="connsiteX31" fmla="*/ 1599935 w 13158799"/>
              <a:gd name="connsiteY31" fmla="*/ 9201111 h 9456078"/>
              <a:gd name="connsiteX32" fmla="*/ 1646267 w 13158799"/>
              <a:gd name="connsiteY32" fmla="*/ 9185710 h 9456078"/>
              <a:gd name="connsiteX33" fmla="*/ 1692437 w 13158799"/>
              <a:gd name="connsiteY33" fmla="*/ 9169876 h 9456078"/>
              <a:gd name="connsiteX34" fmla="*/ 1738442 w 13158799"/>
              <a:gd name="connsiteY34" fmla="*/ 9153608 h 9456078"/>
              <a:gd name="connsiteX35" fmla="*/ 1784280 w 13158799"/>
              <a:gd name="connsiteY35" fmla="*/ 9136910 h 9456078"/>
              <a:gd name="connsiteX36" fmla="*/ 1829947 w 13158799"/>
              <a:gd name="connsiteY36" fmla="*/ 9119782 h 9456078"/>
              <a:gd name="connsiteX37" fmla="*/ 1875440 w 13158799"/>
              <a:gd name="connsiteY37" fmla="*/ 9102226 h 9456078"/>
              <a:gd name="connsiteX38" fmla="*/ 1920756 w 13158799"/>
              <a:gd name="connsiteY38" fmla="*/ 9084243 h 9456078"/>
              <a:gd name="connsiteX39" fmla="*/ 1965893 w 13158799"/>
              <a:gd name="connsiteY39" fmla="*/ 9065835 h 9456078"/>
              <a:gd name="connsiteX40" fmla="*/ 2010847 w 13158799"/>
              <a:gd name="connsiteY40" fmla="*/ 9047004 h 9456078"/>
              <a:gd name="connsiteX41" fmla="*/ 2055615 w 13158799"/>
              <a:gd name="connsiteY41" fmla="*/ 9027750 h 9456078"/>
              <a:gd name="connsiteX42" fmla="*/ 2100195 w 13158799"/>
              <a:gd name="connsiteY42" fmla="*/ 9008075 h 9456078"/>
              <a:gd name="connsiteX43" fmla="*/ 2144582 w 13158799"/>
              <a:gd name="connsiteY43" fmla="*/ 8987981 h 9456078"/>
              <a:gd name="connsiteX44" fmla="*/ 2188775 w 13158799"/>
              <a:gd name="connsiteY44" fmla="*/ 8967470 h 9456078"/>
              <a:gd name="connsiteX45" fmla="*/ 2232770 w 13158799"/>
              <a:gd name="connsiteY45" fmla="*/ 8946542 h 9456078"/>
              <a:gd name="connsiteX46" fmla="*/ 2276564 w 13158799"/>
              <a:gd name="connsiteY46" fmla="*/ 8925199 h 9456078"/>
              <a:gd name="connsiteX47" fmla="*/ 2320154 w 13158799"/>
              <a:gd name="connsiteY47" fmla="*/ 8903443 h 9456078"/>
              <a:gd name="connsiteX48" fmla="*/ 2363538 w 13158799"/>
              <a:gd name="connsiteY48" fmla="*/ 8881275 h 9456078"/>
              <a:gd name="connsiteX49" fmla="*/ 2406711 w 13158799"/>
              <a:gd name="connsiteY49" fmla="*/ 8858697 h 9456078"/>
              <a:gd name="connsiteX50" fmla="*/ 2449672 w 13158799"/>
              <a:gd name="connsiteY50" fmla="*/ 8835710 h 9456078"/>
              <a:gd name="connsiteX51" fmla="*/ 2492417 w 13158799"/>
              <a:gd name="connsiteY51" fmla="*/ 8812316 h 9456078"/>
              <a:gd name="connsiteX52" fmla="*/ 2534943 w 13158799"/>
              <a:gd name="connsiteY52" fmla="*/ 8788516 h 9456078"/>
              <a:gd name="connsiteX53" fmla="*/ 2577247 w 13158799"/>
              <a:gd name="connsiteY53" fmla="*/ 8764311 h 9456078"/>
              <a:gd name="connsiteX54" fmla="*/ 2619326 w 13158799"/>
              <a:gd name="connsiteY54" fmla="*/ 8739704 h 9456078"/>
              <a:gd name="connsiteX55" fmla="*/ 2661177 w 13158799"/>
              <a:gd name="connsiteY55" fmla="*/ 8714695 h 9456078"/>
              <a:gd name="connsiteX56" fmla="*/ 2702797 w 13158799"/>
              <a:gd name="connsiteY56" fmla="*/ 8689286 h 9456078"/>
              <a:gd name="connsiteX57" fmla="*/ 2744183 w 13158799"/>
              <a:gd name="connsiteY57" fmla="*/ 8663479 h 9456078"/>
              <a:gd name="connsiteX58" fmla="*/ 2785333 w 13158799"/>
              <a:gd name="connsiteY58" fmla="*/ 8637274 h 9456078"/>
              <a:gd name="connsiteX59" fmla="*/ 2826242 w 13158799"/>
              <a:gd name="connsiteY59" fmla="*/ 8610675 h 9456078"/>
              <a:gd name="connsiteX60" fmla="*/ 2866908 w 13158799"/>
              <a:gd name="connsiteY60" fmla="*/ 8583681 h 9456078"/>
              <a:gd name="connsiteX61" fmla="*/ 2907329 w 13158799"/>
              <a:gd name="connsiteY61" fmla="*/ 8556295 h 9456078"/>
              <a:gd name="connsiteX62" fmla="*/ 2947500 w 13158799"/>
              <a:gd name="connsiteY62" fmla="*/ 8528517 h 9456078"/>
              <a:gd name="connsiteX63" fmla="*/ 2987419 w 13158799"/>
              <a:gd name="connsiteY63" fmla="*/ 8500351 h 9456078"/>
              <a:gd name="connsiteX64" fmla="*/ 3027083 w 13158799"/>
              <a:gd name="connsiteY64" fmla="*/ 8471796 h 9456078"/>
              <a:gd name="connsiteX65" fmla="*/ 3066489 w 13158799"/>
              <a:gd name="connsiteY65" fmla="*/ 8442854 h 9456078"/>
              <a:gd name="connsiteX66" fmla="*/ 3105634 w 13158799"/>
              <a:gd name="connsiteY66" fmla="*/ 8413528 h 9456078"/>
              <a:gd name="connsiteX67" fmla="*/ 3144515 w 13158799"/>
              <a:gd name="connsiteY67" fmla="*/ 8383818 h 9456078"/>
              <a:gd name="connsiteX68" fmla="*/ 3183129 w 13158799"/>
              <a:gd name="connsiteY68" fmla="*/ 8353726 h 9456078"/>
              <a:gd name="connsiteX69" fmla="*/ 3221473 w 13158799"/>
              <a:gd name="connsiteY69" fmla="*/ 8323253 h 9456078"/>
              <a:gd name="connsiteX70" fmla="*/ 3259544 w 13158799"/>
              <a:gd name="connsiteY70" fmla="*/ 8292401 h 9456078"/>
              <a:gd name="connsiteX71" fmla="*/ 3297339 w 13158799"/>
              <a:gd name="connsiteY71" fmla="*/ 8261172 h 9456078"/>
              <a:gd name="connsiteX72" fmla="*/ 3334854 w 13158799"/>
              <a:gd name="connsiteY72" fmla="*/ 8229566 h 9456078"/>
              <a:gd name="connsiteX73" fmla="*/ 3372087 w 13158799"/>
              <a:gd name="connsiteY73" fmla="*/ 8197585 h 9456078"/>
              <a:gd name="connsiteX74" fmla="*/ 3409035 w 13158799"/>
              <a:gd name="connsiteY74" fmla="*/ 8165232 h 9456078"/>
              <a:gd name="connsiteX75" fmla="*/ 3445695 w 13158799"/>
              <a:gd name="connsiteY75" fmla="*/ 8132507 h 9456078"/>
              <a:gd name="connsiteX76" fmla="*/ 3482064 w 13158799"/>
              <a:gd name="connsiteY76" fmla="*/ 8099411 h 9456078"/>
              <a:gd name="connsiteX77" fmla="*/ 3518139 w 13158799"/>
              <a:gd name="connsiteY77" fmla="*/ 8065947 h 9456078"/>
              <a:gd name="connsiteX78" fmla="*/ 3553916 w 13158799"/>
              <a:gd name="connsiteY78" fmla="*/ 8032115 h 9456078"/>
              <a:gd name="connsiteX79" fmla="*/ 3589393 w 13158799"/>
              <a:gd name="connsiteY79" fmla="*/ 7997918 h 9456078"/>
              <a:gd name="connsiteX80" fmla="*/ 3624567 w 13158799"/>
              <a:gd name="connsiteY80" fmla="*/ 7963356 h 9456078"/>
              <a:gd name="connsiteX81" fmla="*/ 3659435 w 13158799"/>
              <a:gd name="connsiteY81" fmla="*/ 7928432 h 9456078"/>
              <a:gd name="connsiteX82" fmla="*/ 3693994 w 13158799"/>
              <a:gd name="connsiteY82" fmla="*/ 7893146 h 9456078"/>
              <a:gd name="connsiteX83" fmla="*/ 3728240 w 13158799"/>
              <a:gd name="connsiteY83" fmla="*/ 7857501 h 9456078"/>
              <a:gd name="connsiteX84" fmla="*/ 3762171 w 13158799"/>
              <a:gd name="connsiteY84" fmla="*/ 7821497 h 9456078"/>
              <a:gd name="connsiteX85" fmla="*/ 3795783 w 13158799"/>
              <a:gd name="connsiteY85" fmla="*/ 7785136 h 9456078"/>
              <a:gd name="connsiteX86" fmla="*/ 3829075 w 13158799"/>
              <a:gd name="connsiteY86" fmla="*/ 7748420 h 9456078"/>
              <a:gd name="connsiteX87" fmla="*/ 3862042 w 13158799"/>
              <a:gd name="connsiteY87" fmla="*/ 7711350 h 9456078"/>
              <a:gd name="connsiteX88" fmla="*/ 3894682 w 13158799"/>
              <a:gd name="connsiteY88" fmla="*/ 7673928 h 9456078"/>
              <a:gd name="connsiteX89" fmla="*/ 3926991 w 13158799"/>
              <a:gd name="connsiteY89" fmla="*/ 7636155 h 9456078"/>
              <a:gd name="connsiteX90" fmla="*/ 3958967 w 13158799"/>
              <a:gd name="connsiteY90" fmla="*/ 7598032 h 9456078"/>
              <a:gd name="connsiteX91" fmla="*/ 3990607 w 13158799"/>
              <a:gd name="connsiteY91" fmla="*/ 7559561 h 9456078"/>
              <a:gd name="connsiteX92" fmla="*/ 4021907 w 13158799"/>
              <a:gd name="connsiteY92" fmla="*/ 7520744 h 9456078"/>
              <a:gd name="connsiteX93" fmla="*/ 4052865 w 13158799"/>
              <a:gd name="connsiteY93" fmla="*/ 7481582 h 9456078"/>
              <a:gd name="connsiteX94" fmla="*/ 4083478 w 13158799"/>
              <a:gd name="connsiteY94" fmla="*/ 7442077 h 9456078"/>
              <a:gd name="connsiteX95" fmla="*/ 8022311 w 13158799"/>
              <a:gd name="connsiteY95" fmla="*/ 2307814 h 9456078"/>
              <a:gd name="connsiteX96" fmla="*/ 8052902 w 13158799"/>
              <a:gd name="connsiteY96" fmla="*/ 2268285 h 9456078"/>
              <a:gd name="connsiteX97" fmla="*/ 8083796 w 13158799"/>
              <a:gd name="connsiteY97" fmla="*/ 2229056 h 9456078"/>
              <a:gd name="connsiteX98" fmla="*/ 8114989 w 13158799"/>
              <a:gd name="connsiteY98" fmla="*/ 2190127 h 9456078"/>
              <a:gd name="connsiteX99" fmla="*/ 8146479 w 13158799"/>
              <a:gd name="connsiteY99" fmla="*/ 2151500 h 9456078"/>
              <a:gd name="connsiteX100" fmla="*/ 8178264 w 13158799"/>
              <a:gd name="connsiteY100" fmla="*/ 2113176 h 9456078"/>
              <a:gd name="connsiteX101" fmla="*/ 8210341 w 13158799"/>
              <a:gd name="connsiteY101" fmla="*/ 2075157 h 9456078"/>
              <a:gd name="connsiteX102" fmla="*/ 8242709 w 13158799"/>
              <a:gd name="connsiteY102" fmla="*/ 2037442 h 9456078"/>
              <a:gd name="connsiteX103" fmla="*/ 8275365 w 13158799"/>
              <a:gd name="connsiteY103" fmla="*/ 2000034 h 9456078"/>
              <a:gd name="connsiteX104" fmla="*/ 8308307 w 13158799"/>
              <a:gd name="connsiteY104" fmla="*/ 1962934 h 9456078"/>
              <a:gd name="connsiteX105" fmla="*/ 8341532 w 13158799"/>
              <a:gd name="connsiteY105" fmla="*/ 1926142 h 9456078"/>
              <a:gd name="connsiteX106" fmla="*/ 8375038 w 13158799"/>
              <a:gd name="connsiteY106" fmla="*/ 1889660 h 9456078"/>
              <a:gd name="connsiteX107" fmla="*/ 8408823 w 13158799"/>
              <a:gd name="connsiteY107" fmla="*/ 1853489 h 9456078"/>
              <a:gd name="connsiteX108" fmla="*/ 8442885 w 13158799"/>
              <a:gd name="connsiteY108" fmla="*/ 1817630 h 9456078"/>
              <a:gd name="connsiteX109" fmla="*/ 8477221 w 13158799"/>
              <a:gd name="connsiteY109" fmla="*/ 1782084 h 9456078"/>
              <a:gd name="connsiteX110" fmla="*/ 8511829 w 13158799"/>
              <a:gd name="connsiteY110" fmla="*/ 1746853 h 9456078"/>
              <a:gd name="connsiteX111" fmla="*/ 8546706 w 13158799"/>
              <a:gd name="connsiteY111" fmla="*/ 1711937 h 9456078"/>
              <a:gd name="connsiteX112" fmla="*/ 8581851 w 13158799"/>
              <a:gd name="connsiteY112" fmla="*/ 1677337 h 9456078"/>
              <a:gd name="connsiteX113" fmla="*/ 8617261 w 13158799"/>
              <a:gd name="connsiteY113" fmla="*/ 1643056 h 9456078"/>
              <a:gd name="connsiteX114" fmla="*/ 8652934 w 13158799"/>
              <a:gd name="connsiteY114" fmla="*/ 1609093 h 9456078"/>
              <a:gd name="connsiteX115" fmla="*/ 8688867 w 13158799"/>
              <a:gd name="connsiteY115" fmla="*/ 1575450 h 9456078"/>
              <a:gd name="connsiteX116" fmla="*/ 8725058 w 13158799"/>
              <a:gd name="connsiteY116" fmla="*/ 1542128 h 9456078"/>
              <a:gd name="connsiteX117" fmla="*/ 8761506 w 13158799"/>
              <a:gd name="connsiteY117" fmla="*/ 1509129 h 9456078"/>
              <a:gd name="connsiteX118" fmla="*/ 8798207 w 13158799"/>
              <a:gd name="connsiteY118" fmla="*/ 1476452 h 9456078"/>
              <a:gd name="connsiteX119" fmla="*/ 8835159 w 13158799"/>
              <a:gd name="connsiteY119" fmla="*/ 1444101 h 9456078"/>
              <a:gd name="connsiteX120" fmla="*/ 8872360 w 13158799"/>
              <a:gd name="connsiteY120" fmla="*/ 1412075 h 9456078"/>
              <a:gd name="connsiteX121" fmla="*/ 8909808 w 13158799"/>
              <a:gd name="connsiteY121" fmla="*/ 1380375 h 9456078"/>
              <a:gd name="connsiteX122" fmla="*/ 8947501 w 13158799"/>
              <a:gd name="connsiteY122" fmla="*/ 1349004 h 9456078"/>
              <a:gd name="connsiteX123" fmla="*/ 8985435 w 13158799"/>
              <a:gd name="connsiteY123" fmla="*/ 1317962 h 9456078"/>
              <a:gd name="connsiteX124" fmla="*/ 9023610 w 13158799"/>
              <a:gd name="connsiteY124" fmla="*/ 1287250 h 9456078"/>
              <a:gd name="connsiteX125" fmla="*/ 9062022 w 13158799"/>
              <a:gd name="connsiteY125" fmla="*/ 1256869 h 9456078"/>
              <a:gd name="connsiteX126" fmla="*/ 9100669 w 13158799"/>
              <a:gd name="connsiteY126" fmla="*/ 1226820 h 9456078"/>
              <a:gd name="connsiteX127" fmla="*/ 9139549 w 13158799"/>
              <a:gd name="connsiteY127" fmla="*/ 1197105 h 9456078"/>
              <a:gd name="connsiteX128" fmla="*/ 9178660 w 13158799"/>
              <a:gd name="connsiteY128" fmla="*/ 1167725 h 9456078"/>
              <a:gd name="connsiteX129" fmla="*/ 9217999 w 13158799"/>
              <a:gd name="connsiteY129" fmla="*/ 1138681 h 9456078"/>
              <a:gd name="connsiteX130" fmla="*/ 9257564 w 13158799"/>
              <a:gd name="connsiteY130" fmla="*/ 1109974 h 9456078"/>
              <a:gd name="connsiteX131" fmla="*/ 9297353 w 13158799"/>
              <a:gd name="connsiteY131" fmla="*/ 1081604 h 9456078"/>
              <a:gd name="connsiteX132" fmla="*/ 9337364 w 13158799"/>
              <a:gd name="connsiteY132" fmla="*/ 1053574 h 9456078"/>
              <a:gd name="connsiteX133" fmla="*/ 9377594 w 13158799"/>
              <a:gd name="connsiteY133" fmla="*/ 1025884 h 9456078"/>
              <a:gd name="connsiteX134" fmla="*/ 9418040 w 13158799"/>
              <a:gd name="connsiteY134" fmla="*/ 998536 h 9456078"/>
              <a:gd name="connsiteX135" fmla="*/ 9458702 w 13158799"/>
              <a:gd name="connsiteY135" fmla="*/ 971530 h 9456078"/>
              <a:gd name="connsiteX136" fmla="*/ 9499575 w 13158799"/>
              <a:gd name="connsiteY136" fmla="*/ 944868 h 9456078"/>
              <a:gd name="connsiteX137" fmla="*/ 9540659 w 13158799"/>
              <a:gd name="connsiteY137" fmla="*/ 918551 h 9456078"/>
              <a:gd name="connsiteX138" fmla="*/ 9581950 w 13158799"/>
              <a:gd name="connsiteY138" fmla="*/ 892580 h 9456078"/>
              <a:gd name="connsiteX139" fmla="*/ 9623447 w 13158799"/>
              <a:gd name="connsiteY139" fmla="*/ 866956 h 9456078"/>
              <a:gd name="connsiteX140" fmla="*/ 9665147 w 13158799"/>
              <a:gd name="connsiteY140" fmla="*/ 841681 h 9456078"/>
              <a:gd name="connsiteX141" fmla="*/ 9707048 w 13158799"/>
              <a:gd name="connsiteY141" fmla="*/ 816754 h 9456078"/>
              <a:gd name="connsiteX142" fmla="*/ 9749147 w 13158799"/>
              <a:gd name="connsiteY142" fmla="*/ 792179 h 9456078"/>
              <a:gd name="connsiteX143" fmla="*/ 9791443 w 13158799"/>
              <a:gd name="connsiteY143" fmla="*/ 767955 h 9456078"/>
              <a:gd name="connsiteX144" fmla="*/ 9833932 w 13158799"/>
              <a:gd name="connsiteY144" fmla="*/ 744083 h 9456078"/>
              <a:gd name="connsiteX145" fmla="*/ 9876613 w 13158799"/>
              <a:gd name="connsiteY145" fmla="*/ 720566 h 9456078"/>
              <a:gd name="connsiteX146" fmla="*/ 9919484 w 13158799"/>
              <a:gd name="connsiteY146" fmla="*/ 697404 h 9456078"/>
              <a:gd name="connsiteX147" fmla="*/ 9962542 w 13158799"/>
              <a:gd name="connsiteY147" fmla="*/ 674598 h 9456078"/>
              <a:gd name="connsiteX148" fmla="*/ 10005784 w 13158799"/>
              <a:gd name="connsiteY148" fmla="*/ 652149 h 9456078"/>
              <a:gd name="connsiteX149" fmla="*/ 10049209 w 13158799"/>
              <a:gd name="connsiteY149" fmla="*/ 630059 h 9456078"/>
              <a:gd name="connsiteX150" fmla="*/ 10092814 w 13158799"/>
              <a:gd name="connsiteY150" fmla="*/ 608328 h 9456078"/>
              <a:gd name="connsiteX151" fmla="*/ 10136597 w 13158799"/>
              <a:gd name="connsiteY151" fmla="*/ 586958 h 9456078"/>
              <a:gd name="connsiteX152" fmla="*/ 10180556 w 13158799"/>
              <a:gd name="connsiteY152" fmla="*/ 565950 h 9456078"/>
              <a:gd name="connsiteX153" fmla="*/ 10224688 w 13158799"/>
              <a:gd name="connsiteY153" fmla="*/ 545304 h 9456078"/>
              <a:gd name="connsiteX154" fmla="*/ 10268991 w 13158799"/>
              <a:gd name="connsiteY154" fmla="*/ 525023 h 9456078"/>
              <a:gd name="connsiteX155" fmla="*/ 10313463 w 13158799"/>
              <a:gd name="connsiteY155" fmla="*/ 505107 h 9456078"/>
              <a:gd name="connsiteX156" fmla="*/ 10358101 w 13158799"/>
              <a:gd name="connsiteY156" fmla="*/ 485558 h 9456078"/>
              <a:gd name="connsiteX157" fmla="*/ 10402903 w 13158799"/>
              <a:gd name="connsiteY157" fmla="*/ 466376 h 9456078"/>
              <a:gd name="connsiteX158" fmla="*/ 10447868 w 13158799"/>
              <a:gd name="connsiteY158" fmla="*/ 447563 h 9456078"/>
              <a:gd name="connsiteX159" fmla="*/ 10492991 w 13158799"/>
              <a:gd name="connsiteY159" fmla="*/ 429119 h 9456078"/>
              <a:gd name="connsiteX160" fmla="*/ 10538272 w 13158799"/>
              <a:gd name="connsiteY160" fmla="*/ 411046 h 9456078"/>
              <a:gd name="connsiteX161" fmla="*/ 10583708 w 13158799"/>
              <a:gd name="connsiteY161" fmla="*/ 393346 h 9456078"/>
              <a:gd name="connsiteX162" fmla="*/ 10629297 w 13158799"/>
              <a:gd name="connsiteY162" fmla="*/ 376018 h 9456078"/>
              <a:gd name="connsiteX163" fmla="*/ 10675036 w 13158799"/>
              <a:gd name="connsiteY163" fmla="*/ 359065 h 9456078"/>
              <a:gd name="connsiteX164" fmla="*/ 10720923 w 13158799"/>
              <a:gd name="connsiteY164" fmla="*/ 342487 h 9456078"/>
              <a:gd name="connsiteX165" fmla="*/ 10766956 w 13158799"/>
              <a:gd name="connsiteY165" fmla="*/ 326286 h 9456078"/>
              <a:gd name="connsiteX166" fmla="*/ 10813132 w 13158799"/>
              <a:gd name="connsiteY166" fmla="*/ 310462 h 9456078"/>
              <a:gd name="connsiteX167" fmla="*/ 10859450 w 13158799"/>
              <a:gd name="connsiteY167" fmla="*/ 295018 h 9456078"/>
              <a:gd name="connsiteX168" fmla="*/ 10905907 w 13158799"/>
              <a:gd name="connsiteY168" fmla="*/ 279953 h 9456078"/>
              <a:gd name="connsiteX169" fmla="*/ 10952500 w 13158799"/>
              <a:gd name="connsiteY169" fmla="*/ 265269 h 9456078"/>
              <a:gd name="connsiteX170" fmla="*/ 10999227 w 13158799"/>
              <a:gd name="connsiteY170" fmla="*/ 250968 h 9456078"/>
              <a:gd name="connsiteX171" fmla="*/ 11046087 w 13158799"/>
              <a:gd name="connsiteY171" fmla="*/ 237049 h 9456078"/>
              <a:gd name="connsiteX172" fmla="*/ 11093076 w 13158799"/>
              <a:gd name="connsiteY172" fmla="*/ 223516 h 9456078"/>
              <a:gd name="connsiteX173" fmla="*/ 11140193 w 13158799"/>
              <a:gd name="connsiteY173" fmla="*/ 210368 h 9456078"/>
              <a:gd name="connsiteX174" fmla="*/ 11187434 w 13158799"/>
              <a:gd name="connsiteY174" fmla="*/ 197606 h 9456078"/>
              <a:gd name="connsiteX175" fmla="*/ 11234799 w 13158799"/>
              <a:gd name="connsiteY175" fmla="*/ 185233 h 9456078"/>
              <a:gd name="connsiteX176" fmla="*/ 11282284 w 13158799"/>
              <a:gd name="connsiteY176" fmla="*/ 173248 h 9456078"/>
              <a:gd name="connsiteX177" fmla="*/ 11329888 w 13158799"/>
              <a:gd name="connsiteY177" fmla="*/ 161654 h 9456078"/>
              <a:gd name="connsiteX178" fmla="*/ 11377607 w 13158799"/>
              <a:gd name="connsiteY178" fmla="*/ 150451 h 9456078"/>
              <a:gd name="connsiteX179" fmla="*/ 11425440 w 13158799"/>
              <a:gd name="connsiteY179" fmla="*/ 139640 h 9456078"/>
              <a:gd name="connsiteX180" fmla="*/ 11473385 w 13158799"/>
              <a:gd name="connsiteY180" fmla="*/ 129223 h 9456078"/>
              <a:gd name="connsiteX181" fmla="*/ 11521439 w 13158799"/>
              <a:gd name="connsiteY181" fmla="*/ 119201 h 9456078"/>
              <a:gd name="connsiteX182" fmla="*/ 11569599 w 13158799"/>
              <a:gd name="connsiteY182" fmla="*/ 109574 h 9456078"/>
              <a:gd name="connsiteX183" fmla="*/ 11617864 w 13158799"/>
              <a:gd name="connsiteY183" fmla="*/ 100344 h 9456078"/>
              <a:gd name="connsiteX184" fmla="*/ 11666231 w 13158799"/>
              <a:gd name="connsiteY184" fmla="*/ 91512 h 9456078"/>
              <a:gd name="connsiteX185" fmla="*/ 11714698 w 13158799"/>
              <a:gd name="connsiteY185" fmla="*/ 83080 h 9456078"/>
              <a:gd name="connsiteX186" fmla="*/ 11763263 w 13158799"/>
              <a:gd name="connsiteY186" fmla="*/ 75047 h 9456078"/>
              <a:gd name="connsiteX187" fmla="*/ 11811923 w 13158799"/>
              <a:gd name="connsiteY187" fmla="*/ 67417 h 9456078"/>
              <a:gd name="connsiteX188" fmla="*/ 11860676 w 13158799"/>
              <a:gd name="connsiteY188" fmla="*/ 60188 h 9456078"/>
              <a:gd name="connsiteX189" fmla="*/ 11909519 w 13158799"/>
              <a:gd name="connsiteY189" fmla="*/ 53364 h 9456078"/>
              <a:gd name="connsiteX190" fmla="*/ 11958451 w 13158799"/>
              <a:gd name="connsiteY190" fmla="*/ 46944 h 9456078"/>
              <a:gd name="connsiteX191" fmla="*/ 12007470 w 13158799"/>
              <a:gd name="connsiteY191" fmla="*/ 40931 h 9456078"/>
              <a:gd name="connsiteX192" fmla="*/ 12056572 w 13158799"/>
              <a:gd name="connsiteY192" fmla="*/ 35324 h 9456078"/>
              <a:gd name="connsiteX193" fmla="*/ 12105756 w 13158799"/>
              <a:gd name="connsiteY193" fmla="*/ 30126 h 9456078"/>
              <a:gd name="connsiteX194" fmla="*/ 12155019 w 13158799"/>
              <a:gd name="connsiteY194" fmla="*/ 25337 h 9456078"/>
              <a:gd name="connsiteX195" fmla="*/ 12204359 w 13158799"/>
              <a:gd name="connsiteY195" fmla="*/ 20958 h 9456078"/>
              <a:gd name="connsiteX196" fmla="*/ 12253773 w 13158799"/>
              <a:gd name="connsiteY196" fmla="*/ 16991 h 9456078"/>
              <a:gd name="connsiteX197" fmla="*/ 12303260 w 13158799"/>
              <a:gd name="connsiteY197" fmla="*/ 13437 h 9456078"/>
              <a:gd name="connsiteX198" fmla="*/ 12352818 w 13158799"/>
              <a:gd name="connsiteY198" fmla="*/ 10297 h 9456078"/>
              <a:gd name="connsiteX199" fmla="*/ 12402443 w 13158799"/>
              <a:gd name="connsiteY199" fmla="*/ 7572 h 9456078"/>
              <a:gd name="connsiteX200" fmla="*/ 12452133 w 13158799"/>
              <a:gd name="connsiteY200" fmla="*/ 5263 h 9456078"/>
              <a:gd name="connsiteX201" fmla="*/ 12501887 w 13158799"/>
              <a:gd name="connsiteY201" fmla="*/ 3371 h 9456078"/>
              <a:gd name="connsiteX202" fmla="*/ 12551701 w 13158799"/>
              <a:gd name="connsiteY202" fmla="*/ 1898 h 9456078"/>
              <a:gd name="connsiteX203" fmla="*/ 12601574 w 13158799"/>
              <a:gd name="connsiteY203" fmla="*/ 844 h 9456078"/>
              <a:gd name="connsiteX204" fmla="*/ 12651504 w 13158799"/>
              <a:gd name="connsiteY204" fmla="*/ 211 h 9456078"/>
              <a:gd name="connsiteX205" fmla="*/ 12701487 w 13158799"/>
              <a:gd name="connsiteY205" fmla="*/ 0 h 9456078"/>
              <a:gd name="connsiteX206" fmla="*/ 13158798 w 13158799"/>
              <a:gd name="connsiteY206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76172 w 13158797"/>
              <a:gd name="connsiteY22" fmla="*/ 9319936 h 9456078"/>
              <a:gd name="connsiteX23" fmla="*/ 1223823 w 13158797"/>
              <a:gd name="connsiteY23" fmla="*/ 9308509 h 9456078"/>
              <a:gd name="connsiteX24" fmla="*/ 1271339 w 13158797"/>
              <a:gd name="connsiteY24" fmla="*/ 9296635 h 9456078"/>
              <a:gd name="connsiteX25" fmla="*/ 1318719 w 13158797"/>
              <a:gd name="connsiteY25" fmla="*/ 9284315 h 9456078"/>
              <a:gd name="connsiteX26" fmla="*/ 1365957 w 13158797"/>
              <a:gd name="connsiteY26" fmla="*/ 9271550 h 9456078"/>
              <a:gd name="connsiteX27" fmla="*/ 1413052 w 13158797"/>
              <a:gd name="connsiteY27" fmla="*/ 9258342 h 9456078"/>
              <a:gd name="connsiteX28" fmla="*/ 1460000 w 13158797"/>
              <a:gd name="connsiteY28" fmla="*/ 9244693 h 9456078"/>
              <a:gd name="connsiteX29" fmla="*/ 1506799 w 13158797"/>
              <a:gd name="connsiteY29" fmla="*/ 9230604 h 9456078"/>
              <a:gd name="connsiteX30" fmla="*/ 1553445 w 13158797"/>
              <a:gd name="connsiteY30" fmla="*/ 9216076 h 9456078"/>
              <a:gd name="connsiteX31" fmla="*/ 1599935 w 13158797"/>
              <a:gd name="connsiteY31" fmla="*/ 9201111 h 9456078"/>
              <a:gd name="connsiteX32" fmla="*/ 1646267 w 13158797"/>
              <a:gd name="connsiteY32" fmla="*/ 9185710 h 9456078"/>
              <a:gd name="connsiteX33" fmla="*/ 1692437 w 13158797"/>
              <a:gd name="connsiteY33" fmla="*/ 9169876 h 9456078"/>
              <a:gd name="connsiteX34" fmla="*/ 1738442 w 13158797"/>
              <a:gd name="connsiteY34" fmla="*/ 9153608 h 9456078"/>
              <a:gd name="connsiteX35" fmla="*/ 1784280 w 13158797"/>
              <a:gd name="connsiteY35" fmla="*/ 9136910 h 9456078"/>
              <a:gd name="connsiteX36" fmla="*/ 1829947 w 13158797"/>
              <a:gd name="connsiteY36" fmla="*/ 9119782 h 9456078"/>
              <a:gd name="connsiteX37" fmla="*/ 1875440 w 13158797"/>
              <a:gd name="connsiteY37" fmla="*/ 9102226 h 9456078"/>
              <a:gd name="connsiteX38" fmla="*/ 1920756 w 13158797"/>
              <a:gd name="connsiteY38" fmla="*/ 9084243 h 9456078"/>
              <a:gd name="connsiteX39" fmla="*/ 1965893 w 13158797"/>
              <a:gd name="connsiteY39" fmla="*/ 9065835 h 9456078"/>
              <a:gd name="connsiteX40" fmla="*/ 2055615 w 13158797"/>
              <a:gd name="connsiteY40" fmla="*/ 9027750 h 9456078"/>
              <a:gd name="connsiteX41" fmla="*/ 2100195 w 13158797"/>
              <a:gd name="connsiteY41" fmla="*/ 9008075 h 9456078"/>
              <a:gd name="connsiteX42" fmla="*/ 2144582 w 13158797"/>
              <a:gd name="connsiteY42" fmla="*/ 8987981 h 9456078"/>
              <a:gd name="connsiteX43" fmla="*/ 2188775 w 13158797"/>
              <a:gd name="connsiteY43" fmla="*/ 8967470 h 9456078"/>
              <a:gd name="connsiteX44" fmla="*/ 2232770 w 13158797"/>
              <a:gd name="connsiteY44" fmla="*/ 8946542 h 9456078"/>
              <a:gd name="connsiteX45" fmla="*/ 2276564 w 13158797"/>
              <a:gd name="connsiteY45" fmla="*/ 8925199 h 9456078"/>
              <a:gd name="connsiteX46" fmla="*/ 2320154 w 13158797"/>
              <a:gd name="connsiteY46" fmla="*/ 8903443 h 9456078"/>
              <a:gd name="connsiteX47" fmla="*/ 2363538 w 13158797"/>
              <a:gd name="connsiteY47" fmla="*/ 8881275 h 9456078"/>
              <a:gd name="connsiteX48" fmla="*/ 2406711 w 13158797"/>
              <a:gd name="connsiteY48" fmla="*/ 8858697 h 9456078"/>
              <a:gd name="connsiteX49" fmla="*/ 2449672 w 13158797"/>
              <a:gd name="connsiteY49" fmla="*/ 8835710 h 9456078"/>
              <a:gd name="connsiteX50" fmla="*/ 2492417 w 13158797"/>
              <a:gd name="connsiteY50" fmla="*/ 8812316 h 9456078"/>
              <a:gd name="connsiteX51" fmla="*/ 2534943 w 13158797"/>
              <a:gd name="connsiteY51" fmla="*/ 8788516 h 9456078"/>
              <a:gd name="connsiteX52" fmla="*/ 2577247 w 13158797"/>
              <a:gd name="connsiteY52" fmla="*/ 8764311 h 9456078"/>
              <a:gd name="connsiteX53" fmla="*/ 2619326 w 13158797"/>
              <a:gd name="connsiteY53" fmla="*/ 8739704 h 9456078"/>
              <a:gd name="connsiteX54" fmla="*/ 2661177 w 13158797"/>
              <a:gd name="connsiteY54" fmla="*/ 8714695 h 9456078"/>
              <a:gd name="connsiteX55" fmla="*/ 2702797 w 13158797"/>
              <a:gd name="connsiteY55" fmla="*/ 8689286 h 9456078"/>
              <a:gd name="connsiteX56" fmla="*/ 2744183 w 13158797"/>
              <a:gd name="connsiteY56" fmla="*/ 8663479 h 9456078"/>
              <a:gd name="connsiteX57" fmla="*/ 2785333 w 13158797"/>
              <a:gd name="connsiteY57" fmla="*/ 8637274 h 9456078"/>
              <a:gd name="connsiteX58" fmla="*/ 2826242 w 13158797"/>
              <a:gd name="connsiteY58" fmla="*/ 8610675 h 9456078"/>
              <a:gd name="connsiteX59" fmla="*/ 2866908 w 13158797"/>
              <a:gd name="connsiteY59" fmla="*/ 8583681 h 9456078"/>
              <a:gd name="connsiteX60" fmla="*/ 2907329 w 13158797"/>
              <a:gd name="connsiteY60" fmla="*/ 8556295 h 9456078"/>
              <a:gd name="connsiteX61" fmla="*/ 2947500 w 13158797"/>
              <a:gd name="connsiteY61" fmla="*/ 8528517 h 9456078"/>
              <a:gd name="connsiteX62" fmla="*/ 2987419 w 13158797"/>
              <a:gd name="connsiteY62" fmla="*/ 8500351 h 9456078"/>
              <a:gd name="connsiteX63" fmla="*/ 3027083 w 13158797"/>
              <a:gd name="connsiteY63" fmla="*/ 8471796 h 9456078"/>
              <a:gd name="connsiteX64" fmla="*/ 3066489 w 13158797"/>
              <a:gd name="connsiteY64" fmla="*/ 8442854 h 9456078"/>
              <a:gd name="connsiteX65" fmla="*/ 3105634 w 13158797"/>
              <a:gd name="connsiteY65" fmla="*/ 8413528 h 9456078"/>
              <a:gd name="connsiteX66" fmla="*/ 3144515 w 13158797"/>
              <a:gd name="connsiteY66" fmla="*/ 8383818 h 9456078"/>
              <a:gd name="connsiteX67" fmla="*/ 3183129 w 13158797"/>
              <a:gd name="connsiteY67" fmla="*/ 8353726 h 9456078"/>
              <a:gd name="connsiteX68" fmla="*/ 3221473 w 13158797"/>
              <a:gd name="connsiteY68" fmla="*/ 8323253 h 9456078"/>
              <a:gd name="connsiteX69" fmla="*/ 3259544 w 13158797"/>
              <a:gd name="connsiteY69" fmla="*/ 8292401 h 9456078"/>
              <a:gd name="connsiteX70" fmla="*/ 3297339 w 13158797"/>
              <a:gd name="connsiteY70" fmla="*/ 8261172 h 9456078"/>
              <a:gd name="connsiteX71" fmla="*/ 3334854 w 13158797"/>
              <a:gd name="connsiteY71" fmla="*/ 8229566 h 9456078"/>
              <a:gd name="connsiteX72" fmla="*/ 3372087 w 13158797"/>
              <a:gd name="connsiteY72" fmla="*/ 8197585 h 9456078"/>
              <a:gd name="connsiteX73" fmla="*/ 3409035 w 13158797"/>
              <a:gd name="connsiteY73" fmla="*/ 8165232 h 9456078"/>
              <a:gd name="connsiteX74" fmla="*/ 3445695 w 13158797"/>
              <a:gd name="connsiteY74" fmla="*/ 8132507 h 9456078"/>
              <a:gd name="connsiteX75" fmla="*/ 3482064 w 13158797"/>
              <a:gd name="connsiteY75" fmla="*/ 8099411 h 9456078"/>
              <a:gd name="connsiteX76" fmla="*/ 3518139 w 13158797"/>
              <a:gd name="connsiteY76" fmla="*/ 8065947 h 9456078"/>
              <a:gd name="connsiteX77" fmla="*/ 3553916 w 13158797"/>
              <a:gd name="connsiteY77" fmla="*/ 8032115 h 9456078"/>
              <a:gd name="connsiteX78" fmla="*/ 3589393 w 13158797"/>
              <a:gd name="connsiteY78" fmla="*/ 7997918 h 9456078"/>
              <a:gd name="connsiteX79" fmla="*/ 3624567 w 13158797"/>
              <a:gd name="connsiteY79" fmla="*/ 7963356 h 9456078"/>
              <a:gd name="connsiteX80" fmla="*/ 3659435 w 13158797"/>
              <a:gd name="connsiteY80" fmla="*/ 7928432 h 9456078"/>
              <a:gd name="connsiteX81" fmla="*/ 3693994 w 13158797"/>
              <a:gd name="connsiteY81" fmla="*/ 7893146 h 9456078"/>
              <a:gd name="connsiteX82" fmla="*/ 3728240 w 13158797"/>
              <a:gd name="connsiteY82" fmla="*/ 7857501 h 9456078"/>
              <a:gd name="connsiteX83" fmla="*/ 3762171 w 13158797"/>
              <a:gd name="connsiteY83" fmla="*/ 7821497 h 9456078"/>
              <a:gd name="connsiteX84" fmla="*/ 3795783 w 13158797"/>
              <a:gd name="connsiteY84" fmla="*/ 7785136 h 9456078"/>
              <a:gd name="connsiteX85" fmla="*/ 3829075 w 13158797"/>
              <a:gd name="connsiteY85" fmla="*/ 7748420 h 9456078"/>
              <a:gd name="connsiteX86" fmla="*/ 3862042 w 13158797"/>
              <a:gd name="connsiteY86" fmla="*/ 7711350 h 9456078"/>
              <a:gd name="connsiteX87" fmla="*/ 3894682 w 13158797"/>
              <a:gd name="connsiteY87" fmla="*/ 7673928 h 9456078"/>
              <a:gd name="connsiteX88" fmla="*/ 3926991 w 13158797"/>
              <a:gd name="connsiteY88" fmla="*/ 7636155 h 9456078"/>
              <a:gd name="connsiteX89" fmla="*/ 3958967 w 13158797"/>
              <a:gd name="connsiteY89" fmla="*/ 7598032 h 9456078"/>
              <a:gd name="connsiteX90" fmla="*/ 3990607 w 13158797"/>
              <a:gd name="connsiteY90" fmla="*/ 7559561 h 9456078"/>
              <a:gd name="connsiteX91" fmla="*/ 4021907 w 13158797"/>
              <a:gd name="connsiteY91" fmla="*/ 7520744 h 9456078"/>
              <a:gd name="connsiteX92" fmla="*/ 4052865 w 13158797"/>
              <a:gd name="connsiteY92" fmla="*/ 7481582 h 9456078"/>
              <a:gd name="connsiteX93" fmla="*/ 4083478 w 13158797"/>
              <a:gd name="connsiteY93" fmla="*/ 7442077 h 9456078"/>
              <a:gd name="connsiteX94" fmla="*/ 8022311 w 13158797"/>
              <a:gd name="connsiteY94" fmla="*/ 2307814 h 9456078"/>
              <a:gd name="connsiteX95" fmla="*/ 8052902 w 13158797"/>
              <a:gd name="connsiteY95" fmla="*/ 2268285 h 9456078"/>
              <a:gd name="connsiteX96" fmla="*/ 8083796 w 13158797"/>
              <a:gd name="connsiteY96" fmla="*/ 2229056 h 9456078"/>
              <a:gd name="connsiteX97" fmla="*/ 8114989 w 13158797"/>
              <a:gd name="connsiteY97" fmla="*/ 2190127 h 9456078"/>
              <a:gd name="connsiteX98" fmla="*/ 8146479 w 13158797"/>
              <a:gd name="connsiteY98" fmla="*/ 2151500 h 9456078"/>
              <a:gd name="connsiteX99" fmla="*/ 8178264 w 13158797"/>
              <a:gd name="connsiteY99" fmla="*/ 2113176 h 9456078"/>
              <a:gd name="connsiteX100" fmla="*/ 8210341 w 13158797"/>
              <a:gd name="connsiteY100" fmla="*/ 2075157 h 9456078"/>
              <a:gd name="connsiteX101" fmla="*/ 8242709 w 13158797"/>
              <a:gd name="connsiteY101" fmla="*/ 2037442 h 9456078"/>
              <a:gd name="connsiteX102" fmla="*/ 8275365 w 13158797"/>
              <a:gd name="connsiteY102" fmla="*/ 2000034 h 9456078"/>
              <a:gd name="connsiteX103" fmla="*/ 8308307 w 13158797"/>
              <a:gd name="connsiteY103" fmla="*/ 1962934 h 9456078"/>
              <a:gd name="connsiteX104" fmla="*/ 8341532 w 13158797"/>
              <a:gd name="connsiteY104" fmla="*/ 1926142 h 9456078"/>
              <a:gd name="connsiteX105" fmla="*/ 8375038 w 13158797"/>
              <a:gd name="connsiteY105" fmla="*/ 1889660 h 9456078"/>
              <a:gd name="connsiteX106" fmla="*/ 8408823 w 13158797"/>
              <a:gd name="connsiteY106" fmla="*/ 1853489 h 9456078"/>
              <a:gd name="connsiteX107" fmla="*/ 8442885 w 13158797"/>
              <a:gd name="connsiteY107" fmla="*/ 1817630 h 9456078"/>
              <a:gd name="connsiteX108" fmla="*/ 8477221 w 13158797"/>
              <a:gd name="connsiteY108" fmla="*/ 1782084 h 9456078"/>
              <a:gd name="connsiteX109" fmla="*/ 8511829 w 13158797"/>
              <a:gd name="connsiteY109" fmla="*/ 1746853 h 9456078"/>
              <a:gd name="connsiteX110" fmla="*/ 8546706 w 13158797"/>
              <a:gd name="connsiteY110" fmla="*/ 1711937 h 9456078"/>
              <a:gd name="connsiteX111" fmla="*/ 8581851 w 13158797"/>
              <a:gd name="connsiteY111" fmla="*/ 1677337 h 9456078"/>
              <a:gd name="connsiteX112" fmla="*/ 8617261 w 13158797"/>
              <a:gd name="connsiteY112" fmla="*/ 1643056 h 9456078"/>
              <a:gd name="connsiteX113" fmla="*/ 8652934 w 13158797"/>
              <a:gd name="connsiteY113" fmla="*/ 1609093 h 9456078"/>
              <a:gd name="connsiteX114" fmla="*/ 8688867 w 13158797"/>
              <a:gd name="connsiteY114" fmla="*/ 1575450 h 9456078"/>
              <a:gd name="connsiteX115" fmla="*/ 8725058 w 13158797"/>
              <a:gd name="connsiteY115" fmla="*/ 1542128 h 9456078"/>
              <a:gd name="connsiteX116" fmla="*/ 8761506 w 13158797"/>
              <a:gd name="connsiteY116" fmla="*/ 1509129 h 9456078"/>
              <a:gd name="connsiteX117" fmla="*/ 8798207 w 13158797"/>
              <a:gd name="connsiteY117" fmla="*/ 1476452 h 9456078"/>
              <a:gd name="connsiteX118" fmla="*/ 8835159 w 13158797"/>
              <a:gd name="connsiteY118" fmla="*/ 1444101 h 9456078"/>
              <a:gd name="connsiteX119" fmla="*/ 8872360 w 13158797"/>
              <a:gd name="connsiteY119" fmla="*/ 1412075 h 9456078"/>
              <a:gd name="connsiteX120" fmla="*/ 8909808 w 13158797"/>
              <a:gd name="connsiteY120" fmla="*/ 1380375 h 9456078"/>
              <a:gd name="connsiteX121" fmla="*/ 8947501 w 13158797"/>
              <a:gd name="connsiteY121" fmla="*/ 1349004 h 9456078"/>
              <a:gd name="connsiteX122" fmla="*/ 8985435 w 13158797"/>
              <a:gd name="connsiteY122" fmla="*/ 1317962 h 9456078"/>
              <a:gd name="connsiteX123" fmla="*/ 9023610 w 13158797"/>
              <a:gd name="connsiteY123" fmla="*/ 1287250 h 9456078"/>
              <a:gd name="connsiteX124" fmla="*/ 9062022 w 13158797"/>
              <a:gd name="connsiteY124" fmla="*/ 1256869 h 9456078"/>
              <a:gd name="connsiteX125" fmla="*/ 9100669 w 13158797"/>
              <a:gd name="connsiteY125" fmla="*/ 1226820 h 9456078"/>
              <a:gd name="connsiteX126" fmla="*/ 9139549 w 13158797"/>
              <a:gd name="connsiteY126" fmla="*/ 1197105 h 9456078"/>
              <a:gd name="connsiteX127" fmla="*/ 9178660 w 13158797"/>
              <a:gd name="connsiteY127" fmla="*/ 1167725 h 9456078"/>
              <a:gd name="connsiteX128" fmla="*/ 9217999 w 13158797"/>
              <a:gd name="connsiteY128" fmla="*/ 1138681 h 9456078"/>
              <a:gd name="connsiteX129" fmla="*/ 9257564 w 13158797"/>
              <a:gd name="connsiteY129" fmla="*/ 1109974 h 9456078"/>
              <a:gd name="connsiteX130" fmla="*/ 9297353 w 13158797"/>
              <a:gd name="connsiteY130" fmla="*/ 1081604 h 9456078"/>
              <a:gd name="connsiteX131" fmla="*/ 9337364 w 13158797"/>
              <a:gd name="connsiteY131" fmla="*/ 1053574 h 9456078"/>
              <a:gd name="connsiteX132" fmla="*/ 9377594 w 13158797"/>
              <a:gd name="connsiteY132" fmla="*/ 1025884 h 9456078"/>
              <a:gd name="connsiteX133" fmla="*/ 9418040 w 13158797"/>
              <a:gd name="connsiteY133" fmla="*/ 998536 h 9456078"/>
              <a:gd name="connsiteX134" fmla="*/ 9458702 w 13158797"/>
              <a:gd name="connsiteY134" fmla="*/ 971530 h 9456078"/>
              <a:gd name="connsiteX135" fmla="*/ 9499575 w 13158797"/>
              <a:gd name="connsiteY135" fmla="*/ 944868 h 9456078"/>
              <a:gd name="connsiteX136" fmla="*/ 9540659 w 13158797"/>
              <a:gd name="connsiteY136" fmla="*/ 918551 h 9456078"/>
              <a:gd name="connsiteX137" fmla="*/ 9581950 w 13158797"/>
              <a:gd name="connsiteY137" fmla="*/ 892580 h 9456078"/>
              <a:gd name="connsiteX138" fmla="*/ 9623447 w 13158797"/>
              <a:gd name="connsiteY138" fmla="*/ 866956 h 9456078"/>
              <a:gd name="connsiteX139" fmla="*/ 9665147 w 13158797"/>
              <a:gd name="connsiteY139" fmla="*/ 841681 h 9456078"/>
              <a:gd name="connsiteX140" fmla="*/ 9707048 w 13158797"/>
              <a:gd name="connsiteY140" fmla="*/ 816754 h 9456078"/>
              <a:gd name="connsiteX141" fmla="*/ 9749147 w 13158797"/>
              <a:gd name="connsiteY141" fmla="*/ 792179 h 9456078"/>
              <a:gd name="connsiteX142" fmla="*/ 9791443 w 13158797"/>
              <a:gd name="connsiteY142" fmla="*/ 767955 h 9456078"/>
              <a:gd name="connsiteX143" fmla="*/ 9833932 w 13158797"/>
              <a:gd name="connsiteY143" fmla="*/ 744083 h 9456078"/>
              <a:gd name="connsiteX144" fmla="*/ 9876613 w 13158797"/>
              <a:gd name="connsiteY144" fmla="*/ 720566 h 9456078"/>
              <a:gd name="connsiteX145" fmla="*/ 9919484 w 13158797"/>
              <a:gd name="connsiteY145" fmla="*/ 697404 h 9456078"/>
              <a:gd name="connsiteX146" fmla="*/ 9962542 w 13158797"/>
              <a:gd name="connsiteY146" fmla="*/ 674598 h 9456078"/>
              <a:gd name="connsiteX147" fmla="*/ 10005784 w 13158797"/>
              <a:gd name="connsiteY147" fmla="*/ 652149 h 9456078"/>
              <a:gd name="connsiteX148" fmla="*/ 10049209 w 13158797"/>
              <a:gd name="connsiteY148" fmla="*/ 630059 h 9456078"/>
              <a:gd name="connsiteX149" fmla="*/ 10092814 w 13158797"/>
              <a:gd name="connsiteY149" fmla="*/ 608328 h 9456078"/>
              <a:gd name="connsiteX150" fmla="*/ 10136597 w 13158797"/>
              <a:gd name="connsiteY150" fmla="*/ 586958 h 9456078"/>
              <a:gd name="connsiteX151" fmla="*/ 10180556 w 13158797"/>
              <a:gd name="connsiteY151" fmla="*/ 565950 h 9456078"/>
              <a:gd name="connsiteX152" fmla="*/ 10224688 w 13158797"/>
              <a:gd name="connsiteY152" fmla="*/ 545304 h 9456078"/>
              <a:gd name="connsiteX153" fmla="*/ 10268991 w 13158797"/>
              <a:gd name="connsiteY153" fmla="*/ 525023 h 9456078"/>
              <a:gd name="connsiteX154" fmla="*/ 10313463 w 13158797"/>
              <a:gd name="connsiteY154" fmla="*/ 505107 h 9456078"/>
              <a:gd name="connsiteX155" fmla="*/ 10358101 w 13158797"/>
              <a:gd name="connsiteY155" fmla="*/ 485558 h 9456078"/>
              <a:gd name="connsiteX156" fmla="*/ 10402903 w 13158797"/>
              <a:gd name="connsiteY156" fmla="*/ 466376 h 9456078"/>
              <a:gd name="connsiteX157" fmla="*/ 10447868 w 13158797"/>
              <a:gd name="connsiteY157" fmla="*/ 447563 h 9456078"/>
              <a:gd name="connsiteX158" fmla="*/ 10492991 w 13158797"/>
              <a:gd name="connsiteY158" fmla="*/ 429119 h 9456078"/>
              <a:gd name="connsiteX159" fmla="*/ 10538272 w 13158797"/>
              <a:gd name="connsiteY159" fmla="*/ 411046 h 9456078"/>
              <a:gd name="connsiteX160" fmla="*/ 10583708 w 13158797"/>
              <a:gd name="connsiteY160" fmla="*/ 393346 h 9456078"/>
              <a:gd name="connsiteX161" fmla="*/ 10629297 w 13158797"/>
              <a:gd name="connsiteY161" fmla="*/ 376018 h 9456078"/>
              <a:gd name="connsiteX162" fmla="*/ 10675036 w 13158797"/>
              <a:gd name="connsiteY162" fmla="*/ 359065 h 9456078"/>
              <a:gd name="connsiteX163" fmla="*/ 10720923 w 13158797"/>
              <a:gd name="connsiteY163" fmla="*/ 342487 h 9456078"/>
              <a:gd name="connsiteX164" fmla="*/ 10766956 w 13158797"/>
              <a:gd name="connsiteY164" fmla="*/ 326286 h 9456078"/>
              <a:gd name="connsiteX165" fmla="*/ 10813132 w 13158797"/>
              <a:gd name="connsiteY165" fmla="*/ 310462 h 9456078"/>
              <a:gd name="connsiteX166" fmla="*/ 10859450 w 13158797"/>
              <a:gd name="connsiteY166" fmla="*/ 295018 h 9456078"/>
              <a:gd name="connsiteX167" fmla="*/ 10905907 w 13158797"/>
              <a:gd name="connsiteY167" fmla="*/ 279953 h 9456078"/>
              <a:gd name="connsiteX168" fmla="*/ 10952500 w 13158797"/>
              <a:gd name="connsiteY168" fmla="*/ 265269 h 9456078"/>
              <a:gd name="connsiteX169" fmla="*/ 10999227 w 13158797"/>
              <a:gd name="connsiteY169" fmla="*/ 250968 h 9456078"/>
              <a:gd name="connsiteX170" fmla="*/ 11046087 w 13158797"/>
              <a:gd name="connsiteY170" fmla="*/ 237049 h 9456078"/>
              <a:gd name="connsiteX171" fmla="*/ 11093076 w 13158797"/>
              <a:gd name="connsiteY171" fmla="*/ 223516 h 9456078"/>
              <a:gd name="connsiteX172" fmla="*/ 11140193 w 13158797"/>
              <a:gd name="connsiteY172" fmla="*/ 210368 h 9456078"/>
              <a:gd name="connsiteX173" fmla="*/ 11187434 w 13158797"/>
              <a:gd name="connsiteY173" fmla="*/ 197606 h 9456078"/>
              <a:gd name="connsiteX174" fmla="*/ 11234799 w 13158797"/>
              <a:gd name="connsiteY174" fmla="*/ 185233 h 9456078"/>
              <a:gd name="connsiteX175" fmla="*/ 11282284 w 13158797"/>
              <a:gd name="connsiteY175" fmla="*/ 173248 h 9456078"/>
              <a:gd name="connsiteX176" fmla="*/ 11329888 w 13158797"/>
              <a:gd name="connsiteY176" fmla="*/ 161654 h 9456078"/>
              <a:gd name="connsiteX177" fmla="*/ 11377607 w 13158797"/>
              <a:gd name="connsiteY177" fmla="*/ 150451 h 9456078"/>
              <a:gd name="connsiteX178" fmla="*/ 11425440 w 13158797"/>
              <a:gd name="connsiteY178" fmla="*/ 139640 h 9456078"/>
              <a:gd name="connsiteX179" fmla="*/ 11473385 w 13158797"/>
              <a:gd name="connsiteY179" fmla="*/ 129223 h 9456078"/>
              <a:gd name="connsiteX180" fmla="*/ 11521439 w 13158797"/>
              <a:gd name="connsiteY180" fmla="*/ 119201 h 9456078"/>
              <a:gd name="connsiteX181" fmla="*/ 11569599 w 13158797"/>
              <a:gd name="connsiteY181" fmla="*/ 109574 h 9456078"/>
              <a:gd name="connsiteX182" fmla="*/ 11617864 w 13158797"/>
              <a:gd name="connsiteY182" fmla="*/ 100344 h 9456078"/>
              <a:gd name="connsiteX183" fmla="*/ 11666231 w 13158797"/>
              <a:gd name="connsiteY183" fmla="*/ 91512 h 9456078"/>
              <a:gd name="connsiteX184" fmla="*/ 11714698 w 13158797"/>
              <a:gd name="connsiteY184" fmla="*/ 83080 h 9456078"/>
              <a:gd name="connsiteX185" fmla="*/ 11763263 w 13158797"/>
              <a:gd name="connsiteY185" fmla="*/ 75047 h 9456078"/>
              <a:gd name="connsiteX186" fmla="*/ 11811923 w 13158797"/>
              <a:gd name="connsiteY186" fmla="*/ 67417 h 9456078"/>
              <a:gd name="connsiteX187" fmla="*/ 11860676 w 13158797"/>
              <a:gd name="connsiteY187" fmla="*/ 60188 h 9456078"/>
              <a:gd name="connsiteX188" fmla="*/ 11909519 w 13158797"/>
              <a:gd name="connsiteY188" fmla="*/ 53364 h 9456078"/>
              <a:gd name="connsiteX189" fmla="*/ 11958451 w 13158797"/>
              <a:gd name="connsiteY189" fmla="*/ 46944 h 9456078"/>
              <a:gd name="connsiteX190" fmla="*/ 12007470 w 13158797"/>
              <a:gd name="connsiteY190" fmla="*/ 40931 h 9456078"/>
              <a:gd name="connsiteX191" fmla="*/ 12056572 w 13158797"/>
              <a:gd name="connsiteY191" fmla="*/ 35324 h 9456078"/>
              <a:gd name="connsiteX192" fmla="*/ 12105756 w 13158797"/>
              <a:gd name="connsiteY192" fmla="*/ 30126 h 9456078"/>
              <a:gd name="connsiteX193" fmla="*/ 12155019 w 13158797"/>
              <a:gd name="connsiteY193" fmla="*/ 25337 h 9456078"/>
              <a:gd name="connsiteX194" fmla="*/ 12204359 w 13158797"/>
              <a:gd name="connsiteY194" fmla="*/ 20958 h 9456078"/>
              <a:gd name="connsiteX195" fmla="*/ 12253773 w 13158797"/>
              <a:gd name="connsiteY195" fmla="*/ 16991 h 9456078"/>
              <a:gd name="connsiteX196" fmla="*/ 12303260 w 13158797"/>
              <a:gd name="connsiteY196" fmla="*/ 13437 h 9456078"/>
              <a:gd name="connsiteX197" fmla="*/ 12352818 w 13158797"/>
              <a:gd name="connsiteY197" fmla="*/ 10297 h 9456078"/>
              <a:gd name="connsiteX198" fmla="*/ 12402443 w 13158797"/>
              <a:gd name="connsiteY198" fmla="*/ 7572 h 9456078"/>
              <a:gd name="connsiteX199" fmla="*/ 12452133 w 13158797"/>
              <a:gd name="connsiteY199" fmla="*/ 5263 h 9456078"/>
              <a:gd name="connsiteX200" fmla="*/ 12501887 w 13158797"/>
              <a:gd name="connsiteY200" fmla="*/ 3371 h 9456078"/>
              <a:gd name="connsiteX201" fmla="*/ 12551701 w 13158797"/>
              <a:gd name="connsiteY201" fmla="*/ 1898 h 9456078"/>
              <a:gd name="connsiteX202" fmla="*/ 12601574 w 13158797"/>
              <a:gd name="connsiteY202" fmla="*/ 844 h 9456078"/>
              <a:gd name="connsiteX203" fmla="*/ 12651504 w 13158797"/>
              <a:gd name="connsiteY203" fmla="*/ 211 h 9456078"/>
              <a:gd name="connsiteX204" fmla="*/ 12701487 w 13158797"/>
              <a:gd name="connsiteY204" fmla="*/ 0 h 9456078"/>
              <a:gd name="connsiteX205" fmla="*/ 13158798 w 13158797"/>
              <a:gd name="connsiteY205" fmla="*/ 0 h 94560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</a:cxnLst>
            <a:rect l="l" t="t" r="r" b="b"/>
            <a:pathLst>
              <a:path w="13158797" h="9456078">
                <a:moveTo>
                  <a:pt x="0" y="9456078"/>
                </a:moveTo>
                <a:lnTo>
                  <a:pt x="49977" y="9455836"/>
                </a:lnTo>
                <a:lnTo>
                  <a:pt x="99893" y="9455111"/>
                </a:lnTo>
                <a:lnTo>
                  <a:pt x="149742" y="9453904"/>
                </a:lnTo>
                <a:lnTo>
                  <a:pt x="199524" y="9452217"/>
                </a:lnTo>
                <a:lnTo>
                  <a:pt x="298870" y="9447409"/>
                </a:lnTo>
                <a:lnTo>
                  <a:pt x="348429" y="9444290"/>
                </a:lnTo>
                <a:lnTo>
                  <a:pt x="397907" y="9440698"/>
                </a:lnTo>
                <a:lnTo>
                  <a:pt x="447302" y="9436632"/>
                </a:lnTo>
                <a:lnTo>
                  <a:pt x="496610" y="9432096"/>
                </a:lnTo>
                <a:lnTo>
                  <a:pt x="545829" y="9427089"/>
                </a:lnTo>
                <a:lnTo>
                  <a:pt x="594956" y="9421615"/>
                </a:lnTo>
                <a:lnTo>
                  <a:pt x="643987" y="9415673"/>
                </a:lnTo>
                <a:lnTo>
                  <a:pt x="692920" y="9409267"/>
                </a:lnTo>
                <a:lnTo>
                  <a:pt x="741751" y="9402396"/>
                </a:lnTo>
                <a:lnTo>
                  <a:pt x="790478" y="9395063"/>
                </a:lnTo>
                <a:lnTo>
                  <a:pt x="839098" y="9387270"/>
                </a:lnTo>
                <a:lnTo>
                  <a:pt x="887607" y="9379017"/>
                </a:lnTo>
                <a:lnTo>
                  <a:pt x="936002" y="9370306"/>
                </a:lnTo>
                <a:lnTo>
                  <a:pt x="984281" y="9361139"/>
                </a:lnTo>
                <a:lnTo>
                  <a:pt x="1032440" y="9351517"/>
                </a:lnTo>
                <a:lnTo>
                  <a:pt x="1080477" y="9341441"/>
                </a:lnTo>
                <a:lnTo>
                  <a:pt x="1176172" y="9319936"/>
                </a:lnTo>
                <a:lnTo>
                  <a:pt x="1223823" y="9308509"/>
                </a:lnTo>
                <a:lnTo>
                  <a:pt x="1271339" y="9296635"/>
                </a:lnTo>
                <a:lnTo>
                  <a:pt x="1318719" y="9284315"/>
                </a:lnTo>
                <a:lnTo>
                  <a:pt x="1365957" y="9271550"/>
                </a:lnTo>
                <a:lnTo>
                  <a:pt x="1413052" y="9258342"/>
                </a:lnTo>
                <a:lnTo>
                  <a:pt x="1460000" y="9244693"/>
                </a:lnTo>
                <a:lnTo>
                  <a:pt x="1506799" y="9230604"/>
                </a:lnTo>
                <a:lnTo>
                  <a:pt x="1553445" y="9216076"/>
                </a:lnTo>
                <a:lnTo>
                  <a:pt x="1599935" y="9201111"/>
                </a:lnTo>
                <a:lnTo>
                  <a:pt x="1646267" y="9185710"/>
                </a:lnTo>
                <a:lnTo>
                  <a:pt x="1692437" y="9169876"/>
                </a:lnTo>
                <a:lnTo>
                  <a:pt x="1738442" y="9153608"/>
                </a:lnTo>
                <a:lnTo>
                  <a:pt x="1784280" y="9136910"/>
                </a:lnTo>
                <a:lnTo>
                  <a:pt x="1829947" y="9119782"/>
                </a:lnTo>
                <a:lnTo>
                  <a:pt x="1875440" y="9102226"/>
                </a:lnTo>
                <a:lnTo>
                  <a:pt x="1920756" y="9084243"/>
                </a:lnTo>
                <a:lnTo>
                  <a:pt x="1965893" y="9065835"/>
                </a:lnTo>
                <a:lnTo>
                  <a:pt x="2055615" y="9027750"/>
                </a:lnTo>
                <a:lnTo>
                  <a:pt x="2100195" y="9008075"/>
                </a:lnTo>
                <a:lnTo>
                  <a:pt x="2144582" y="8987981"/>
                </a:lnTo>
                <a:lnTo>
                  <a:pt x="2188775" y="8967470"/>
                </a:lnTo>
                <a:lnTo>
                  <a:pt x="2232770" y="8946542"/>
                </a:lnTo>
                <a:lnTo>
                  <a:pt x="2276564" y="8925199"/>
                </a:lnTo>
                <a:lnTo>
                  <a:pt x="2320154" y="8903443"/>
                </a:lnTo>
                <a:lnTo>
                  <a:pt x="2363538" y="8881275"/>
                </a:lnTo>
                <a:lnTo>
                  <a:pt x="2406711" y="8858697"/>
                </a:lnTo>
                <a:lnTo>
                  <a:pt x="2449672" y="8835710"/>
                </a:lnTo>
                <a:lnTo>
                  <a:pt x="2492417" y="8812316"/>
                </a:lnTo>
                <a:lnTo>
                  <a:pt x="2534943" y="8788516"/>
                </a:lnTo>
                <a:lnTo>
                  <a:pt x="2577247" y="8764311"/>
                </a:lnTo>
                <a:lnTo>
                  <a:pt x="2619326" y="8739704"/>
                </a:lnTo>
                <a:lnTo>
                  <a:pt x="2661177" y="8714695"/>
                </a:lnTo>
                <a:lnTo>
                  <a:pt x="2702797" y="8689286"/>
                </a:lnTo>
                <a:lnTo>
                  <a:pt x="2744183" y="8663479"/>
                </a:lnTo>
                <a:lnTo>
                  <a:pt x="2785333" y="8637274"/>
                </a:lnTo>
                <a:lnTo>
                  <a:pt x="2826242" y="8610675"/>
                </a:lnTo>
                <a:lnTo>
                  <a:pt x="2866908" y="8583681"/>
                </a:lnTo>
                <a:lnTo>
                  <a:pt x="2907329" y="8556295"/>
                </a:lnTo>
                <a:lnTo>
                  <a:pt x="2947500" y="8528517"/>
                </a:lnTo>
                <a:lnTo>
                  <a:pt x="2987419" y="8500351"/>
                </a:lnTo>
                <a:lnTo>
                  <a:pt x="3027083" y="8471796"/>
                </a:lnTo>
                <a:lnTo>
                  <a:pt x="3066489" y="8442854"/>
                </a:lnTo>
                <a:lnTo>
                  <a:pt x="3105634" y="8413528"/>
                </a:lnTo>
                <a:lnTo>
                  <a:pt x="3144515" y="8383818"/>
                </a:lnTo>
                <a:lnTo>
                  <a:pt x="3183129" y="8353726"/>
                </a:lnTo>
                <a:lnTo>
                  <a:pt x="3221473" y="8323253"/>
                </a:lnTo>
                <a:lnTo>
                  <a:pt x="3259544" y="8292401"/>
                </a:lnTo>
                <a:lnTo>
                  <a:pt x="3297339" y="8261172"/>
                </a:lnTo>
                <a:lnTo>
                  <a:pt x="3334854" y="8229566"/>
                </a:lnTo>
                <a:lnTo>
                  <a:pt x="3372087" y="8197585"/>
                </a:lnTo>
                <a:lnTo>
                  <a:pt x="3409035" y="8165232"/>
                </a:lnTo>
                <a:lnTo>
                  <a:pt x="3445695" y="8132507"/>
                </a:lnTo>
                <a:lnTo>
                  <a:pt x="3482064" y="8099411"/>
                </a:lnTo>
                <a:lnTo>
                  <a:pt x="3518139" y="8065947"/>
                </a:lnTo>
                <a:lnTo>
                  <a:pt x="3553916" y="8032115"/>
                </a:lnTo>
                <a:lnTo>
                  <a:pt x="3589393" y="7997918"/>
                </a:lnTo>
                <a:lnTo>
                  <a:pt x="3624567" y="7963356"/>
                </a:lnTo>
                <a:lnTo>
                  <a:pt x="3659435" y="7928432"/>
                </a:lnTo>
                <a:lnTo>
                  <a:pt x="3693994" y="7893146"/>
                </a:lnTo>
                <a:lnTo>
                  <a:pt x="3728240" y="7857501"/>
                </a:lnTo>
                <a:lnTo>
                  <a:pt x="3762171" y="7821497"/>
                </a:lnTo>
                <a:lnTo>
                  <a:pt x="3795783" y="7785136"/>
                </a:lnTo>
                <a:lnTo>
                  <a:pt x="3829075" y="7748420"/>
                </a:lnTo>
                <a:lnTo>
                  <a:pt x="3862042" y="7711350"/>
                </a:lnTo>
                <a:lnTo>
                  <a:pt x="3894682" y="7673928"/>
                </a:lnTo>
                <a:lnTo>
                  <a:pt x="3926991" y="7636155"/>
                </a:lnTo>
                <a:lnTo>
                  <a:pt x="3958967" y="7598032"/>
                </a:lnTo>
                <a:lnTo>
                  <a:pt x="3990607" y="7559561"/>
                </a:lnTo>
                <a:lnTo>
                  <a:pt x="4021907" y="7520744"/>
                </a:lnTo>
                <a:lnTo>
                  <a:pt x="4052865" y="7481582"/>
                </a:lnTo>
                <a:lnTo>
                  <a:pt x="4083478" y="7442077"/>
                </a:lnTo>
                <a:lnTo>
                  <a:pt x="8022311" y="2307814"/>
                </a:lnTo>
                <a:lnTo>
                  <a:pt x="8052902" y="2268285"/>
                </a:lnTo>
                <a:lnTo>
                  <a:pt x="8083796" y="2229056"/>
                </a:lnTo>
                <a:lnTo>
                  <a:pt x="8114989" y="2190127"/>
                </a:lnTo>
                <a:lnTo>
                  <a:pt x="8146479" y="2151500"/>
                </a:lnTo>
                <a:lnTo>
                  <a:pt x="8178264" y="2113176"/>
                </a:lnTo>
                <a:lnTo>
                  <a:pt x="8210341" y="2075157"/>
                </a:lnTo>
                <a:lnTo>
                  <a:pt x="8242709" y="2037442"/>
                </a:lnTo>
                <a:lnTo>
                  <a:pt x="8275365" y="2000034"/>
                </a:lnTo>
                <a:lnTo>
                  <a:pt x="8308307" y="1962934"/>
                </a:lnTo>
                <a:lnTo>
                  <a:pt x="8341532" y="1926142"/>
                </a:lnTo>
                <a:lnTo>
                  <a:pt x="8375038" y="1889660"/>
                </a:lnTo>
                <a:lnTo>
                  <a:pt x="8408823" y="1853489"/>
                </a:lnTo>
                <a:lnTo>
                  <a:pt x="8442885" y="1817630"/>
                </a:lnTo>
                <a:lnTo>
                  <a:pt x="8477221" y="1782084"/>
                </a:lnTo>
                <a:lnTo>
                  <a:pt x="8511829" y="1746853"/>
                </a:lnTo>
                <a:lnTo>
                  <a:pt x="8546706" y="1711937"/>
                </a:lnTo>
                <a:lnTo>
                  <a:pt x="8581851" y="1677337"/>
                </a:lnTo>
                <a:lnTo>
                  <a:pt x="8617261" y="1643056"/>
                </a:lnTo>
                <a:lnTo>
                  <a:pt x="8652934" y="1609093"/>
                </a:lnTo>
                <a:lnTo>
                  <a:pt x="8688867" y="1575450"/>
                </a:lnTo>
                <a:lnTo>
                  <a:pt x="8725058" y="1542128"/>
                </a:lnTo>
                <a:lnTo>
                  <a:pt x="8761506" y="1509129"/>
                </a:lnTo>
                <a:lnTo>
                  <a:pt x="8798207" y="1476452"/>
                </a:lnTo>
                <a:lnTo>
                  <a:pt x="8835159" y="1444101"/>
                </a:lnTo>
                <a:lnTo>
                  <a:pt x="8872360" y="1412075"/>
                </a:lnTo>
                <a:lnTo>
                  <a:pt x="8909808" y="1380375"/>
                </a:lnTo>
                <a:lnTo>
                  <a:pt x="8947501" y="1349004"/>
                </a:lnTo>
                <a:lnTo>
                  <a:pt x="8985435" y="1317962"/>
                </a:lnTo>
                <a:lnTo>
                  <a:pt x="9023610" y="1287250"/>
                </a:lnTo>
                <a:lnTo>
                  <a:pt x="9062022" y="1256869"/>
                </a:lnTo>
                <a:lnTo>
                  <a:pt x="9100669" y="1226820"/>
                </a:lnTo>
                <a:lnTo>
                  <a:pt x="9139549" y="1197105"/>
                </a:lnTo>
                <a:lnTo>
                  <a:pt x="9178660" y="1167725"/>
                </a:lnTo>
                <a:lnTo>
                  <a:pt x="9217999" y="1138681"/>
                </a:lnTo>
                <a:lnTo>
                  <a:pt x="9257564" y="1109974"/>
                </a:lnTo>
                <a:lnTo>
                  <a:pt x="9297353" y="1081604"/>
                </a:lnTo>
                <a:lnTo>
                  <a:pt x="9337364" y="1053574"/>
                </a:lnTo>
                <a:lnTo>
                  <a:pt x="9377594" y="1025884"/>
                </a:lnTo>
                <a:lnTo>
                  <a:pt x="9418040" y="998536"/>
                </a:lnTo>
                <a:lnTo>
                  <a:pt x="9458702" y="971530"/>
                </a:lnTo>
                <a:lnTo>
                  <a:pt x="9499575" y="944868"/>
                </a:lnTo>
                <a:lnTo>
                  <a:pt x="9540659" y="918551"/>
                </a:lnTo>
                <a:lnTo>
                  <a:pt x="9581950" y="892580"/>
                </a:lnTo>
                <a:lnTo>
                  <a:pt x="9623447" y="866956"/>
                </a:lnTo>
                <a:lnTo>
                  <a:pt x="9665147" y="841681"/>
                </a:lnTo>
                <a:lnTo>
                  <a:pt x="9707048" y="816754"/>
                </a:lnTo>
                <a:lnTo>
                  <a:pt x="9749147" y="792179"/>
                </a:lnTo>
                <a:lnTo>
                  <a:pt x="9791443" y="767955"/>
                </a:lnTo>
                <a:lnTo>
                  <a:pt x="9833932" y="744083"/>
                </a:lnTo>
                <a:lnTo>
                  <a:pt x="9876613" y="720566"/>
                </a:lnTo>
                <a:lnTo>
                  <a:pt x="9919484" y="697404"/>
                </a:lnTo>
                <a:lnTo>
                  <a:pt x="9962542" y="674598"/>
                </a:lnTo>
                <a:lnTo>
                  <a:pt x="10005784" y="652149"/>
                </a:lnTo>
                <a:lnTo>
                  <a:pt x="10049209" y="630059"/>
                </a:lnTo>
                <a:lnTo>
                  <a:pt x="10092814" y="608328"/>
                </a:lnTo>
                <a:lnTo>
                  <a:pt x="10136597" y="586958"/>
                </a:lnTo>
                <a:lnTo>
                  <a:pt x="10180556" y="565950"/>
                </a:lnTo>
                <a:lnTo>
                  <a:pt x="10224688" y="545304"/>
                </a:lnTo>
                <a:lnTo>
                  <a:pt x="10268991" y="525023"/>
                </a:lnTo>
                <a:lnTo>
                  <a:pt x="10313463" y="505107"/>
                </a:lnTo>
                <a:lnTo>
                  <a:pt x="10358101" y="485558"/>
                </a:lnTo>
                <a:lnTo>
                  <a:pt x="10402903" y="466376"/>
                </a:lnTo>
                <a:lnTo>
                  <a:pt x="10447868" y="447563"/>
                </a:lnTo>
                <a:lnTo>
                  <a:pt x="10492991" y="429119"/>
                </a:lnTo>
                <a:lnTo>
                  <a:pt x="10538272" y="411046"/>
                </a:lnTo>
                <a:lnTo>
                  <a:pt x="10583708" y="393346"/>
                </a:lnTo>
                <a:lnTo>
                  <a:pt x="10629297" y="376018"/>
                </a:lnTo>
                <a:lnTo>
                  <a:pt x="10675036" y="359065"/>
                </a:lnTo>
                <a:lnTo>
                  <a:pt x="10720923" y="342487"/>
                </a:lnTo>
                <a:lnTo>
                  <a:pt x="10766956" y="326286"/>
                </a:lnTo>
                <a:lnTo>
                  <a:pt x="10813132" y="310462"/>
                </a:lnTo>
                <a:lnTo>
                  <a:pt x="10859450" y="295018"/>
                </a:lnTo>
                <a:lnTo>
                  <a:pt x="10905907" y="279953"/>
                </a:lnTo>
                <a:lnTo>
                  <a:pt x="10952500" y="265269"/>
                </a:lnTo>
                <a:lnTo>
                  <a:pt x="10999227" y="250968"/>
                </a:lnTo>
                <a:lnTo>
                  <a:pt x="11046087" y="237049"/>
                </a:lnTo>
                <a:lnTo>
                  <a:pt x="11093076" y="223516"/>
                </a:lnTo>
                <a:lnTo>
                  <a:pt x="11140193" y="210368"/>
                </a:lnTo>
                <a:lnTo>
                  <a:pt x="11187434" y="197606"/>
                </a:lnTo>
                <a:lnTo>
                  <a:pt x="11234799" y="185233"/>
                </a:lnTo>
                <a:lnTo>
                  <a:pt x="11282284" y="173248"/>
                </a:lnTo>
                <a:lnTo>
                  <a:pt x="11329888" y="161654"/>
                </a:lnTo>
                <a:lnTo>
                  <a:pt x="11377607" y="150451"/>
                </a:lnTo>
                <a:lnTo>
                  <a:pt x="11425440" y="139640"/>
                </a:lnTo>
                <a:lnTo>
                  <a:pt x="11473385" y="129223"/>
                </a:lnTo>
                <a:lnTo>
                  <a:pt x="11521439" y="119201"/>
                </a:lnTo>
                <a:lnTo>
                  <a:pt x="11569599" y="109574"/>
                </a:lnTo>
                <a:lnTo>
                  <a:pt x="11617864" y="100344"/>
                </a:lnTo>
                <a:lnTo>
                  <a:pt x="11666231" y="91512"/>
                </a:lnTo>
                <a:lnTo>
                  <a:pt x="11714698" y="83080"/>
                </a:lnTo>
                <a:lnTo>
                  <a:pt x="11763263" y="75047"/>
                </a:lnTo>
                <a:lnTo>
                  <a:pt x="11811923" y="67417"/>
                </a:lnTo>
                <a:lnTo>
                  <a:pt x="11860676" y="60188"/>
                </a:lnTo>
                <a:lnTo>
                  <a:pt x="11909519" y="53364"/>
                </a:lnTo>
                <a:lnTo>
                  <a:pt x="11958451" y="46944"/>
                </a:lnTo>
                <a:lnTo>
                  <a:pt x="12007470" y="40931"/>
                </a:lnTo>
                <a:lnTo>
                  <a:pt x="12056572" y="35324"/>
                </a:lnTo>
                <a:lnTo>
                  <a:pt x="12105756" y="30126"/>
                </a:lnTo>
                <a:lnTo>
                  <a:pt x="12155019" y="25337"/>
                </a:lnTo>
                <a:lnTo>
                  <a:pt x="12204359" y="20958"/>
                </a:lnTo>
                <a:lnTo>
                  <a:pt x="12253773" y="16991"/>
                </a:lnTo>
                <a:lnTo>
                  <a:pt x="12303260" y="13437"/>
                </a:lnTo>
                <a:lnTo>
                  <a:pt x="12352818" y="10297"/>
                </a:lnTo>
                <a:lnTo>
                  <a:pt x="12402443" y="7572"/>
                </a:lnTo>
                <a:lnTo>
                  <a:pt x="12452133" y="5263"/>
                </a:lnTo>
                <a:lnTo>
                  <a:pt x="12501887" y="3371"/>
                </a:lnTo>
                <a:lnTo>
                  <a:pt x="12551701" y="1898"/>
                </a:lnTo>
                <a:lnTo>
                  <a:pt x="12601574" y="844"/>
                </a:lnTo>
                <a:lnTo>
                  <a:pt x="12651504" y="211"/>
                </a:lnTo>
                <a:lnTo>
                  <a:pt x="12701487" y="0"/>
                </a:lnTo>
                <a:lnTo>
                  <a:pt x="13158798" y="0"/>
                </a:lnTo>
              </a:path>
            </a:pathLst>
          </a:custGeom>
          <a:ln w="19050">
            <a:gradFill>
              <a:gsLst>
                <a:gs pos="18000">
                  <a:schemeClr val="accent2"/>
                </a:gs>
                <a:gs pos="0">
                  <a:schemeClr val="bg1">
                    <a:alpha val="0"/>
                  </a:schemeClr>
                </a:gs>
              </a:gsLst>
              <a:lin ang="5400000" scaled="0"/>
            </a:gradFill>
          </a:ln>
        </p:spPr>
        <p:txBody>
          <a:bodyPr wrap="square" lIns="0" tIns="0" rIns="0" bIns="0" rtlCol="0"/>
          <a:lstStyle/>
          <a:p>
            <a:pPr marL="0" marR="0" lvl="0" indent="0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</p:spTree>
    <p:extLst>
      <p:ext uri="{BB962C8B-B14F-4D97-AF65-F5344CB8AC3E}">
        <p14:creationId xmlns:p14="http://schemas.microsoft.com/office/powerpoint/2010/main" val="139937075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451">
          <p15:clr>
            <a:srgbClr val="FBAE40"/>
          </p15:clr>
        </p15:guide>
        <p15:guide id="2" pos="128">
          <p15:clr>
            <a:srgbClr val="FBAE40"/>
          </p15:clr>
        </p15:guide>
        <p15:guide id="3" orient="horz" pos="2383">
          <p15:clr>
            <a:srgbClr val="FBAE40"/>
          </p15:clr>
        </p15:guide>
        <p15:guide id="4" pos="4530">
          <p15:clr>
            <a:srgbClr val="FBAE40"/>
          </p15:clr>
        </p15:guide>
        <p15:guide id="5" orient="horz" pos="141">
          <p15:clr>
            <a:srgbClr val="FBAE40"/>
          </p15:clr>
        </p15:guide>
        <p15:guide id="6" orient="horz" pos="306">
          <p15:clr>
            <a:srgbClr val="FBAE40"/>
          </p15:clr>
        </p15:guide>
        <p15:guide id="7" orient="horz" pos="416">
          <p15:clr>
            <a:srgbClr val="FBAE40"/>
          </p15:clr>
        </p15:guide>
      </p15:sldGuideLst>
    </p:ext>
  </p:extLst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Contracapa - Offwhite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8">
            <a:extLst>
              <a:ext uri="{FF2B5EF4-FFF2-40B4-BE49-F238E27FC236}">
                <a16:creationId xmlns:a16="http://schemas.microsoft.com/office/drawing/2014/main" id="{7FA659D6-B3E6-7839-862F-1FC6C0BD7702}"/>
              </a:ext>
            </a:extLst>
          </p:cNvPr>
          <p:cNvPicPr>
            <a:picLocks noChangeAspect="1"/>
          </p:cNvPicPr>
          <p:nvPr/>
        </p:nvPicPr>
        <p:blipFill rotWithShape="1">
          <a:blip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 l="-8117" t="-23966" r="-8117" b="-23966"/>
          <a:stretch/>
        </p:blipFill>
        <p:spPr>
          <a:xfrm>
            <a:off x="5238152" y="3057517"/>
            <a:ext cx="1715687" cy="742966"/>
          </a:xfrm>
          <a:prstGeom prst="rect">
            <a:avLst/>
          </a:prstGeom>
        </p:spPr>
      </p:pic>
      <p:sp>
        <p:nvSpPr>
          <p:cNvPr id="6" name="CaixaDeTexto 5">
            <a:extLst>
              <a:ext uri="{FF2B5EF4-FFF2-40B4-BE49-F238E27FC236}">
                <a16:creationId xmlns:a16="http://schemas.microsoft.com/office/drawing/2014/main" id="{0BF8F5F1-0A08-22F3-1ED8-904453E91B9F}"/>
              </a:ext>
            </a:extLst>
          </p:cNvPr>
          <p:cNvSpPr txBox="1"/>
          <p:nvPr/>
        </p:nvSpPr>
        <p:spPr>
          <a:xfrm>
            <a:off x="4975498" y="5812397"/>
            <a:ext cx="2240995" cy="86177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it-IT" sz="1000" kern="0">
                <a:solidFill>
                  <a:schemeClr val="tx1"/>
                </a:solidFill>
                <a:effectLst/>
                <a:latin typeface="Versos Light" panose="020B0403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Avenida Faria Lima, 4.300</a:t>
            </a:r>
          </a:p>
          <a:p>
            <a:pPr algn="ctr"/>
            <a:r>
              <a:rPr lang="it-IT" sz="1000" kern="0">
                <a:solidFill>
                  <a:schemeClr val="tx1"/>
                </a:solidFill>
                <a:effectLst/>
                <a:latin typeface="Versos Light" panose="020B0403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7º andar | Vila Olímpia</a:t>
            </a:r>
          </a:p>
          <a:p>
            <a:pPr algn="ctr"/>
            <a:r>
              <a:rPr lang="it-IT" sz="1000" kern="0">
                <a:solidFill>
                  <a:schemeClr val="tx1"/>
                </a:solidFill>
                <a:effectLst/>
                <a:latin typeface="Versos Light" panose="020B0403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CEP 04538-132 | São Paulo</a:t>
            </a:r>
          </a:p>
          <a:p>
            <a:pPr algn="ctr"/>
            <a:endParaRPr lang="it-IT" sz="1000">
              <a:solidFill>
                <a:schemeClr val="tx1"/>
              </a:solidFill>
              <a:latin typeface="Versos Light" panose="020B0403020204030204" pitchFamily="34" charset="0"/>
              <a:cs typeface="Times New Roman" panose="02020603050405020304" pitchFamily="18" charset="0"/>
            </a:endParaRPr>
          </a:p>
          <a:p>
            <a:pPr algn="ctr"/>
            <a:r>
              <a:rPr lang="it-IT" sz="1000">
                <a:solidFill>
                  <a:schemeClr val="tx2"/>
                </a:solidFill>
                <a:latin typeface="Versos Light" panose="020B0403020204030204" pitchFamily="34" charset="0"/>
                <a:cs typeface="Times New Roman" panose="02020603050405020304" pitchFamily="18" charset="0"/>
              </a:rPr>
              <a:t>www.tivio.com</a:t>
            </a:r>
            <a:endParaRPr lang="pt-BR" sz="1000">
              <a:solidFill>
                <a:schemeClr val="tx2"/>
              </a:solidFill>
              <a:latin typeface="Versos Light" panose="020B0403020204030204" pitchFamily="34" charset="0"/>
            </a:endParaRPr>
          </a:p>
        </p:txBody>
      </p:sp>
      <p:sp>
        <p:nvSpPr>
          <p:cNvPr id="9" name="Freeform: Shape 8">
            <a:extLst>
              <a:ext uri="{FF2B5EF4-FFF2-40B4-BE49-F238E27FC236}">
                <a16:creationId xmlns:a16="http://schemas.microsoft.com/office/drawing/2014/main" id="{5A48B79F-F005-55BB-3F2A-A6415298A428}"/>
              </a:ext>
            </a:extLst>
          </p:cNvPr>
          <p:cNvSpPr/>
          <p:nvPr/>
        </p:nvSpPr>
        <p:spPr>
          <a:xfrm flipV="1">
            <a:off x="-62630" y="5210522"/>
            <a:ext cx="12254630" cy="200722"/>
          </a:xfrm>
          <a:custGeom>
            <a:avLst/>
            <a:gdLst>
              <a:gd name="connsiteX0" fmla="*/ 0 w 12225403"/>
              <a:gd name="connsiteY0" fmla="*/ 0 h 0"/>
              <a:gd name="connsiteX1" fmla="*/ 12225403 w 12225403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2225403">
                <a:moveTo>
                  <a:pt x="0" y="0"/>
                </a:moveTo>
                <a:lnTo>
                  <a:pt x="12225403" y="0"/>
                </a:lnTo>
              </a:path>
            </a:pathLst>
          </a:custGeom>
          <a:noFill/>
          <a:ln w="19050">
            <a:solidFill>
              <a:schemeClr val="tx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sz="849"/>
          </a:p>
        </p:txBody>
      </p:sp>
      <p:sp>
        <p:nvSpPr>
          <p:cNvPr id="10" name="Freeform: Shape 9">
            <a:extLst>
              <a:ext uri="{FF2B5EF4-FFF2-40B4-BE49-F238E27FC236}">
                <a16:creationId xmlns:a16="http://schemas.microsoft.com/office/drawing/2014/main" id="{4B293BCE-5255-CA92-7B6A-826B980465BA}"/>
              </a:ext>
            </a:extLst>
          </p:cNvPr>
          <p:cNvSpPr/>
          <p:nvPr/>
        </p:nvSpPr>
        <p:spPr>
          <a:xfrm>
            <a:off x="7240261" y="3261055"/>
            <a:ext cx="4988424" cy="3825292"/>
          </a:xfrm>
          <a:custGeom>
            <a:avLst/>
            <a:gdLst>
              <a:gd name="connsiteX0" fmla="*/ 0 w 5087815"/>
              <a:gd name="connsiteY0" fmla="*/ 3845169 h 3845169"/>
              <a:gd name="connsiteX1" fmla="*/ 5087815 w 5087815"/>
              <a:gd name="connsiteY1" fmla="*/ 0 h 3845169"/>
              <a:gd name="connsiteX0" fmla="*/ 0 w 5048059"/>
              <a:gd name="connsiteY0" fmla="*/ 3954500 h 3954500"/>
              <a:gd name="connsiteX1" fmla="*/ 5048059 w 5048059"/>
              <a:gd name="connsiteY1" fmla="*/ 0 h 3954500"/>
              <a:gd name="connsiteX0" fmla="*/ 0 w 5048059"/>
              <a:gd name="connsiteY0" fmla="*/ 3954500 h 3954500"/>
              <a:gd name="connsiteX1" fmla="*/ 5048059 w 5048059"/>
              <a:gd name="connsiteY1" fmla="*/ 0 h 3954500"/>
              <a:gd name="connsiteX0" fmla="*/ 0 w 4988424"/>
              <a:gd name="connsiteY0" fmla="*/ 3835231 h 3835231"/>
              <a:gd name="connsiteX1" fmla="*/ 4988424 w 4988424"/>
              <a:gd name="connsiteY1" fmla="*/ 0 h 3835231"/>
              <a:gd name="connsiteX0" fmla="*/ 0 w 4988424"/>
              <a:gd name="connsiteY0" fmla="*/ 3835231 h 3835231"/>
              <a:gd name="connsiteX1" fmla="*/ 4988424 w 4988424"/>
              <a:gd name="connsiteY1" fmla="*/ 0 h 3835231"/>
              <a:gd name="connsiteX0" fmla="*/ 0 w 4988424"/>
              <a:gd name="connsiteY0" fmla="*/ 3835231 h 3835231"/>
              <a:gd name="connsiteX1" fmla="*/ 4988424 w 4988424"/>
              <a:gd name="connsiteY1" fmla="*/ 0 h 3835231"/>
              <a:gd name="connsiteX0" fmla="*/ 0 w 4988424"/>
              <a:gd name="connsiteY0" fmla="*/ 3825292 h 3825292"/>
              <a:gd name="connsiteX1" fmla="*/ 4988424 w 4988424"/>
              <a:gd name="connsiteY1" fmla="*/ 0 h 38252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988424" h="3825292">
                <a:moveTo>
                  <a:pt x="0" y="3825292"/>
                </a:moveTo>
                <a:cubicBezTo>
                  <a:pt x="1384087" y="1839675"/>
                  <a:pt x="2310976" y="251621"/>
                  <a:pt x="4988424" y="0"/>
                </a:cubicBezTo>
              </a:path>
            </a:pathLst>
          </a:custGeom>
          <a:noFill/>
          <a:ln w="19050">
            <a:solidFill>
              <a:schemeClr val="tx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sz="849"/>
          </a:p>
        </p:txBody>
      </p:sp>
    </p:spTree>
    <p:extLst>
      <p:ext uri="{BB962C8B-B14F-4D97-AF65-F5344CB8AC3E}">
        <p14:creationId xmlns:p14="http://schemas.microsoft.com/office/powerpoint/2010/main" val="1503264332"/>
      </p:ext>
    </p:extLst>
  </p:cSld>
  <p:clrMapOvr>
    <a:masterClrMapping/>
  </p:clrMapOvr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Contracapa - Escura">
    <p:bg>
      <p:bgPr>
        <a:gradFill>
          <a:gsLst>
            <a:gs pos="0">
              <a:schemeClr val="tx1"/>
            </a:gs>
            <a:gs pos="23000">
              <a:schemeClr val="tx1"/>
            </a:gs>
            <a:gs pos="55000">
              <a:srgbClr val="161B21"/>
            </a:gs>
          </a:gsLst>
          <a:lin ang="84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8">
            <a:extLst>
              <a:ext uri="{FF2B5EF4-FFF2-40B4-BE49-F238E27FC236}">
                <a16:creationId xmlns:a16="http://schemas.microsoft.com/office/drawing/2014/main" id="{5DFDDE66-D42F-747B-AE91-59F0E99B410D}"/>
              </a:ext>
            </a:extLst>
          </p:cNvPr>
          <p:cNvPicPr>
            <a:picLocks noChangeAspect="1"/>
          </p:cNvPicPr>
          <p:nvPr/>
        </p:nvPicPr>
        <p:blipFill rotWithShape="1">
          <a:blip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 l="-8117" t="-23966" r="-8117" b="-23966"/>
          <a:stretch/>
        </p:blipFill>
        <p:spPr>
          <a:xfrm>
            <a:off x="5238152" y="3057517"/>
            <a:ext cx="1715687" cy="742966"/>
          </a:xfrm>
          <a:prstGeom prst="rect">
            <a:avLst/>
          </a:prstGeom>
        </p:spPr>
      </p:pic>
      <p:sp>
        <p:nvSpPr>
          <p:cNvPr id="7" name="CaixaDeTexto 5">
            <a:extLst>
              <a:ext uri="{FF2B5EF4-FFF2-40B4-BE49-F238E27FC236}">
                <a16:creationId xmlns:a16="http://schemas.microsoft.com/office/drawing/2014/main" id="{8378CFC1-6711-DF8D-70B6-9948B019A6C8}"/>
              </a:ext>
            </a:extLst>
          </p:cNvPr>
          <p:cNvSpPr txBox="1"/>
          <p:nvPr/>
        </p:nvSpPr>
        <p:spPr>
          <a:xfrm>
            <a:off x="4975498" y="5812397"/>
            <a:ext cx="2240995" cy="86177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it-IT" sz="1000" kern="0">
                <a:solidFill>
                  <a:srgbClr val="FFFFFF"/>
                </a:solidFill>
                <a:effectLst/>
                <a:latin typeface="Versos Light" panose="020B0403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Avenida Faria Lima, 4.300</a:t>
            </a:r>
          </a:p>
          <a:p>
            <a:pPr algn="ctr"/>
            <a:r>
              <a:rPr lang="it-IT" sz="1000" kern="0">
                <a:solidFill>
                  <a:srgbClr val="FFFFFF"/>
                </a:solidFill>
                <a:effectLst/>
                <a:latin typeface="Versos Light" panose="020B0403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7º andar | Vila Olímpia</a:t>
            </a:r>
          </a:p>
          <a:p>
            <a:pPr algn="ctr"/>
            <a:r>
              <a:rPr lang="it-IT" sz="1000" kern="0">
                <a:solidFill>
                  <a:srgbClr val="FFFFFF"/>
                </a:solidFill>
                <a:effectLst/>
                <a:latin typeface="Versos Light" panose="020B0403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CEP 04538-132 | São Paulo</a:t>
            </a:r>
          </a:p>
          <a:p>
            <a:pPr algn="ctr"/>
            <a:endParaRPr lang="it-IT" sz="1000">
              <a:solidFill>
                <a:srgbClr val="FFFFFF"/>
              </a:solidFill>
              <a:latin typeface="Versos Light" panose="020B0403020204030204" pitchFamily="34" charset="0"/>
              <a:cs typeface="Times New Roman" panose="02020603050405020304" pitchFamily="18" charset="0"/>
            </a:endParaRPr>
          </a:p>
          <a:p>
            <a:pPr algn="ctr"/>
            <a:r>
              <a:rPr lang="it-IT" sz="1000">
                <a:solidFill>
                  <a:schemeClr val="accent2"/>
                </a:solidFill>
                <a:latin typeface="Versos Light" panose="020B0403020204030204" pitchFamily="34" charset="0"/>
                <a:cs typeface="Times New Roman" panose="02020603050405020304" pitchFamily="18" charset="0"/>
              </a:rPr>
              <a:t>www.tivio.com</a:t>
            </a:r>
            <a:endParaRPr lang="pt-BR" sz="1000">
              <a:solidFill>
                <a:schemeClr val="accent2"/>
              </a:solidFill>
              <a:latin typeface="Versos Light" panose="020B0403020204030204" pitchFamily="34" charset="0"/>
            </a:endParaRPr>
          </a:p>
        </p:txBody>
      </p:sp>
      <p:sp>
        <p:nvSpPr>
          <p:cNvPr id="9" name="Freeform: Shape 8">
            <a:extLst>
              <a:ext uri="{FF2B5EF4-FFF2-40B4-BE49-F238E27FC236}">
                <a16:creationId xmlns:a16="http://schemas.microsoft.com/office/drawing/2014/main" id="{0CFDB3A0-33C3-E607-8736-492DB68BA51E}"/>
              </a:ext>
            </a:extLst>
          </p:cNvPr>
          <p:cNvSpPr/>
          <p:nvPr/>
        </p:nvSpPr>
        <p:spPr>
          <a:xfrm flipV="1">
            <a:off x="-62630" y="5210522"/>
            <a:ext cx="12254630" cy="200722"/>
          </a:xfrm>
          <a:custGeom>
            <a:avLst/>
            <a:gdLst>
              <a:gd name="connsiteX0" fmla="*/ 0 w 12225403"/>
              <a:gd name="connsiteY0" fmla="*/ 0 h 0"/>
              <a:gd name="connsiteX1" fmla="*/ 12225403 w 12225403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2225403">
                <a:moveTo>
                  <a:pt x="0" y="0"/>
                </a:moveTo>
                <a:lnTo>
                  <a:pt x="12225403" y="0"/>
                </a:lnTo>
              </a:path>
            </a:pathLst>
          </a:custGeom>
          <a:noFill/>
          <a:ln w="19050"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sz="849"/>
          </a:p>
        </p:txBody>
      </p:sp>
      <p:sp>
        <p:nvSpPr>
          <p:cNvPr id="10" name="Freeform: Shape 9">
            <a:extLst>
              <a:ext uri="{FF2B5EF4-FFF2-40B4-BE49-F238E27FC236}">
                <a16:creationId xmlns:a16="http://schemas.microsoft.com/office/drawing/2014/main" id="{59C19B5E-6634-BD9E-DAF0-C9E13ED4A7D7}"/>
              </a:ext>
            </a:extLst>
          </p:cNvPr>
          <p:cNvSpPr/>
          <p:nvPr/>
        </p:nvSpPr>
        <p:spPr>
          <a:xfrm>
            <a:off x="7240261" y="3261055"/>
            <a:ext cx="4988424" cy="3825292"/>
          </a:xfrm>
          <a:custGeom>
            <a:avLst/>
            <a:gdLst>
              <a:gd name="connsiteX0" fmla="*/ 0 w 5087815"/>
              <a:gd name="connsiteY0" fmla="*/ 3845169 h 3845169"/>
              <a:gd name="connsiteX1" fmla="*/ 5087815 w 5087815"/>
              <a:gd name="connsiteY1" fmla="*/ 0 h 3845169"/>
              <a:gd name="connsiteX0" fmla="*/ 0 w 5048059"/>
              <a:gd name="connsiteY0" fmla="*/ 3954500 h 3954500"/>
              <a:gd name="connsiteX1" fmla="*/ 5048059 w 5048059"/>
              <a:gd name="connsiteY1" fmla="*/ 0 h 3954500"/>
              <a:gd name="connsiteX0" fmla="*/ 0 w 5048059"/>
              <a:gd name="connsiteY0" fmla="*/ 3954500 h 3954500"/>
              <a:gd name="connsiteX1" fmla="*/ 5048059 w 5048059"/>
              <a:gd name="connsiteY1" fmla="*/ 0 h 3954500"/>
              <a:gd name="connsiteX0" fmla="*/ 0 w 4988424"/>
              <a:gd name="connsiteY0" fmla="*/ 3835231 h 3835231"/>
              <a:gd name="connsiteX1" fmla="*/ 4988424 w 4988424"/>
              <a:gd name="connsiteY1" fmla="*/ 0 h 3835231"/>
              <a:gd name="connsiteX0" fmla="*/ 0 w 4988424"/>
              <a:gd name="connsiteY0" fmla="*/ 3835231 h 3835231"/>
              <a:gd name="connsiteX1" fmla="*/ 4988424 w 4988424"/>
              <a:gd name="connsiteY1" fmla="*/ 0 h 3835231"/>
              <a:gd name="connsiteX0" fmla="*/ 0 w 4988424"/>
              <a:gd name="connsiteY0" fmla="*/ 3835231 h 3835231"/>
              <a:gd name="connsiteX1" fmla="*/ 4988424 w 4988424"/>
              <a:gd name="connsiteY1" fmla="*/ 0 h 3835231"/>
              <a:gd name="connsiteX0" fmla="*/ 0 w 4988424"/>
              <a:gd name="connsiteY0" fmla="*/ 3825292 h 3825292"/>
              <a:gd name="connsiteX1" fmla="*/ 4988424 w 4988424"/>
              <a:gd name="connsiteY1" fmla="*/ 0 h 38252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988424" h="3825292">
                <a:moveTo>
                  <a:pt x="0" y="3825292"/>
                </a:moveTo>
                <a:cubicBezTo>
                  <a:pt x="1384087" y="1839675"/>
                  <a:pt x="2310976" y="251621"/>
                  <a:pt x="4988424" y="0"/>
                </a:cubicBezTo>
              </a:path>
            </a:pathLst>
          </a:custGeom>
          <a:noFill/>
          <a:ln w="19050"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sz="849"/>
          </a:p>
        </p:txBody>
      </p:sp>
    </p:spTree>
    <p:extLst>
      <p:ext uri="{BB962C8B-B14F-4D97-AF65-F5344CB8AC3E}">
        <p14:creationId xmlns:p14="http://schemas.microsoft.com/office/powerpoint/2010/main" val="244639413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406">
          <p15:clr>
            <a:srgbClr val="FBAE40"/>
          </p15:clr>
        </p15:guide>
        <p15:guide id="2" orient="horz" pos="1213">
          <p15:clr>
            <a:srgbClr val="FBAE40"/>
          </p15:clr>
        </p15:guide>
        <p15:guide id="3" orient="horz" pos="2396">
          <p15:clr>
            <a:srgbClr val="FBAE40"/>
          </p15:clr>
        </p15:guide>
        <p15:guide id="4" orient="horz" pos="2520">
          <p15:clr>
            <a:srgbClr val="FBAE40"/>
          </p15:clr>
        </p15:guide>
        <p15:guide id="5" orient="horz" pos="2245">
          <p15:clr>
            <a:srgbClr val="FBAE40"/>
          </p15:clr>
        </p15:guide>
      </p15:sldGuideLst>
    </p:ext>
  </p:extLst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Contracapa - Verde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8">
            <a:extLst>
              <a:ext uri="{FF2B5EF4-FFF2-40B4-BE49-F238E27FC236}">
                <a16:creationId xmlns:a16="http://schemas.microsoft.com/office/drawing/2014/main" id="{F6E11D50-B4C0-91C8-A625-B4CC17BF3AF9}"/>
              </a:ext>
            </a:extLst>
          </p:cNvPr>
          <p:cNvPicPr>
            <a:picLocks noChangeAspect="1"/>
          </p:cNvPicPr>
          <p:nvPr/>
        </p:nvPicPr>
        <p:blipFill rotWithShape="1">
          <a:blip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 l="-8117" t="-23966" r="-8117" b="-23966"/>
          <a:stretch/>
        </p:blipFill>
        <p:spPr>
          <a:xfrm>
            <a:off x="5238152" y="3057517"/>
            <a:ext cx="1715687" cy="742966"/>
          </a:xfrm>
          <a:prstGeom prst="rect">
            <a:avLst/>
          </a:prstGeom>
        </p:spPr>
      </p:pic>
      <p:sp>
        <p:nvSpPr>
          <p:cNvPr id="3" name="CaixaDeTexto 5">
            <a:extLst>
              <a:ext uri="{FF2B5EF4-FFF2-40B4-BE49-F238E27FC236}">
                <a16:creationId xmlns:a16="http://schemas.microsoft.com/office/drawing/2014/main" id="{943F62F9-7B7C-803A-9ABE-30B4071FF71D}"/>
              </a:ext>
            </a:extLst>
          </p:cNvPr>
          <p:cNvSpPr txBox="1"/>
          <p:nvPr/>
        </p:nvSpPr>
        <p:spPr>
          <a:xfrm>
            <a:off x="4975498" y="5812397"/>
            <a:ext cx="2240995" cy="86177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it-IT" sz="1000" kern="0">
                <a:solidFill>
                  <a:schemeClr val="tx1"/>
                </a:solidFill>
                <a:effectLst/>
                <a:latin typeface="Versos Light" panose="020B0403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Avenida Faria Lima, 4.300</a:t>
            </a:r>
          </a:p>
          <a:p>
            <a:pPr algn="ctr"/>
            <a:r>
              <a:rPr lang="it-IT" sz="1000" kern="0">
                <a:solidFill>
                  <a:schemeClr val="tx1"/>
                </a:solidFill>
                <a:effectLst/>
                <a:latin typeface="Versos Light" panose="020B0403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7º andar | Vila Olímpia</a:t>
            </a:r>
          </a:p>
          <a:p>
            <a:pPr algn="ctr"/>
            <a:r>
              <a:rPr lang="it-IT" sz="1000" kern="0">
                <a:solidFill>
                  <a:schemeClr val="tx1"/>
                </a:solidFill>
                <a:effectLst/>
                <a:latin typeface="Versos Light" panose="020B0403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CEP 04538-132 | São Paulo</a:t>
            </a:r>
          </a:p>
          <a:p>
            <a:pPr algn="ctr"/>
            <a:endParaRPr lang="it-IT" sz="1000">
              <a:solidFill>
                <a:schemeClr val="tx1"/>
              </a:solidFill>
              <a:latin typeface="Versos Light" panose="020B0403020204030204" pitchFamily="34" charset="0"/>
              <a:cs typeface="Times New Roman" panose="02020603050405020304" pitchFamily="18" charset="0"/>
            </a:endParaRPr>
          </a:p>
          <a:p>
            <a:pPr algn="ctr"/>
            <a:r>
              <a:rPr lang="it-IT" sz="1000">
                <a:solidFill>
                  <a:schemeClr val="tx2"/>
                </a:solidFill>
                <a:latin typeface="Versos Light" panose="020B0403020204030204" pitchFamily="34" charset="0"/>
                <a:cs typeface="Times New Roman" panose="02020603050405020304" pitchFamily="18" charset="0"/>
              </a:rPr>
              <a:t>www.tivio.com</a:t>
            </a:r>
            <a:endParaRPr lang="pt-BR" sz="1000">
              <a:solidFill>
                <a:schemeClr val="tx2"/>
              </a:solidFill>
              <a:latin typeface="Versos Light" panose="020B0403020204030204" pitchFamily="34" charset="0"/>
            </a:endParaRPr>
          </a:p>
        </p:txBody>
      </p:sp>
      <p:sp>
        <p:nvSpPr>
          <p:cNvPr id="5" name="Freeform: Shape 4">
            <a:extLst>
              <a:ext uri="{FF2B5EF4-FFF2-40B4-BE49-F238E27FC236}">
                <a16:creationId xmlns:a16="http://schemas.microsoft.com/office/drawing/2014/main" id="{19517706-97A9-0F2E-14F2-016064B4ECC6}"/>
              </a:ext>
            </a:extLst>
          </p:cNvPr>
          <p:cNvSpPr/>
          <p:nvPr/>
        </p:nvSpPr>
        <p:spPr>
          <a:xfrm flipV="1">
            <a:off x="-62630" y="5210522"/>
            <a:ext cx="12254630" cy="200722"/>
          </a:xfrm>
          <a:custGeom>
            <a:avLst/>
            <a:gdLst>
              <a:gd name="connsiteX0" fmla="*/ 0 w 12225403"/>
              <a:gd name="connsiteY0" fmla="*/ 0 h 0"/>
              <a:gd name="connsiteX1" fmla="*/ 12225403 w 12225403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2225403">
                <a:moveTo>
                  <a:pt x="0" y="0"/>
                </a:moveTo>
                <a:lnTo>
                  <a:pt x="12225403" y="0"/>
                </a:lnTo>
              </a:path>
            </a:pathLst>
          </a:custGeom>
          <a:noFill/>
          <a:ln w="19050">
            <a:solidFill>
              <a:schemeClr val="tx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sz="849"/>
          </a:p>
        </p:txBody>
      </p:sp>
      <p:sp>
        <p:nvSpPr>
          <p:cNvPr id="7" name="Freeform: Shape 6">
            <a:extLst>
              <a:ext uri="{FF2B5EF4-FFF2-40B4-BE49-F238E27FC236}">
                <a16:creationId xmlns:a16="http://schemas.microsoft.com/office/drawing/2014/main" id="{B0B86C8C-C6DF-A40C-2203-D92D03E82577}"/>
              </a:ext>
            </a:extLst>
          </p:cNvPr>
          <p:cNvSpPr/>
          <p:nvPr/>
        </p:nvSpPr>
        <p:spPr>
          <a:xfrm>
            <a:off x="7240261" y="3261055"/>
            <a:ext cx="4988424" cy="3825292"/>
          </a:xfrm>
          <a:custGeom>
            <a:avLst/>
            <a:gdLst>
              <a:gd name="connsiteX0" fmla="*/ 0 w 5087815"/>
              <a:gd name="connsiteY0" fmla="*/ 3845169 h 3845169"/>
              <a:gd name="connsiteX1" fmla="*/ 5087815 w 5087815"/>
              <a:gd name="connsiteY1" fmla="*/ 0 h 3845169"/>
              <a:gd name="connsiteX0" fmla="*/ 0 w 5048059"/>
              <a:gd name="connsiteY0" fmla="*/ 3954500 h 3954500"/>
              <a:gd name="connsiteX1" fmla="*/ 5048059 w 5048059"/>
              <a:gd name="connsiteY1" fmla="*/ 0 h 3954500"/>
              <a:gd name="connsiteX0" fmla="*/ 0 w 5048059"/>
              <a:gd name="connsiteY0" fmla="*/ 3954500 h 3954500"/>
              <a:gd name="connsiteX1" fmla="*/ 5048059 w 5048059"/>
              <a:gd name="connsiteY1" fmla="*/ 0 h 3954500"/>
              <a:gd name="connsiteX0" fmla="*/ 0 w 4988424"/>
              <a:gd name="connsiteY0" fmla="*/ 3835231 h 3835231"/>
              <a:gd name="connsiteX1" fmla="*/ 4988424 w 4988424"/>
              <a:gd name="connsiteY1" fmla="*/ 0 h 3835231"/>
              <a:gd name="connsiteX0" fmla="*/ 0 w 4988424"/>
              <a:gd name="connsiteY0" fmla="*/ 3835231 h 3835231"/>
              <a:gd name="connsiteX1" fmla="*/ 4988424 w 4988424"/>
              <a:gd name="connsiteY1" fmla="*/ 0 h 3835231"/>
              <a:gd name="connsiteX0" fmla="*/ 0 w 4988424"/>
              <a:gd name="connsiteY0" fmla="*/ 3835231 h 3835231"/>
              <a:gd name="connsiteX1" fmla="*/ 4988424 w 4988424"/>
              <a:gd name="connsiteY1" fmla="*/ 0 h 3835231"/>
              <a:gd name="connsiteX0" fmla="*/ 0 w 4988424"/>
              <a:gd name="connsiteY0" fmla="*/ 3825292 h 3825292"/>
              <a:gd name="connsiteX1" fmla="*/ 4988424 w 4988424"/>
              <a:gd name="connsiteY1" fmla="*/ 0 h 38252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988424" h="3825292">
                <a:moveTo>
                  <a:pt x="0" y="3825292"/>
                </a:moveTo>
                <a:cubicBezTo>
                  <a:pt x="1384087" y="1839675"/>
                  <a:pt x="2310976" y="251621"/>
                  <a:pt x="4988424" y="0"/>
                </a:cubicBezTo>
              </a:path>
            </a:pathLst>
          </a:custGeom>
          <a:noFill/>
          <a:ln w="19050">
            <a:solidFill>
              <a:schemeClr val="tx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sz="849"/>
          </a:p>
        </p:txBody>
      </p:sp>
    </p:spTree>
    <p:extLst>
      <p:ext uri="{BB962C8B-B14F-4D97-AF65-F5344CB8AC3E}">
        <p14:creationId xmlns:p14="http://schemas.microsoft.com/office/powerpoint/2010/main" val="78304078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3" orient="horz" pos="1406">
          <p15:clr>
            <a:srgbClr val="FBAE40"/>
          </p15:clr>
        </p15:guide>
        <p15:guide id="4" orient="horz" pos="1213">
          <p15:clr>
            <a:srgbClr val="FBAE40"/>
          </p15:clr>
        </p15:guide>
        <p15:guide id="5" orient="horz" pos="2245">
          <p15:clr>
            <a:srgbClr val="FBAE40"/>
          </p15:clr>
        </p15:guide>
        <p15:guide id="6" orient="horz" pos="2396">
          <p15:clr>
            <a:srgbClr val="FBAE40"/>
          </p15:clr>
        </p15:guide>
        <p15:guide id="7" orient="horz" pos="2520">
          <p15:clr>
            <a:srgbClr val="FBAE40"/>
          </p15:clr>
        </p15:guide>
      </p15:sldGuideLst>
    </p:ext>
  </p:extLst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Two Conten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bg object 17"/>
          <p:cNvSpPr/>
          <p:nvPr/>
        </p:nvSpPr>
        <p:spPr>
          <a:xfrm>
            <a:off x="412048" y="2159081"/>
            <a:ext cx="8951105" cy="0"/>
          </a:xfrm>
          <a:custGeom>
            <a:avLst/>
            <a:gdLst/>
            <a:ahLst/>
            <a:cxnLst/>
            <a:rect l="l" t="t" r="r" b="b"/>
            <a:pathLst>
              <a:path w="17780635">
                <a:moveTo>
                  <a:pt x="0" y="0"/>
                </a:moveTo>
                <a:lnTo>
                  <a:pt x="17780442" y="0"/>
                </a:lnTo>
              </a:path>
            </a:pathLst>
          </a:custGeom>
          <a:ln w="14837">
            <a:solidFill>
              <a:srgbClr val="1D1D1B"/>
            </a:solidFill>
          </a:ln>
        </p:spPr>
        <p:txBody>
          <a:bodyPr wrap="square" lIns="0" tIns="0" rIns="0" bIns="0" rtlCol="0"/>
          <a:lstStyle/>
          <a:p>
            <a:endParaRPr sz="849"/>
          </a:p>
        </p:txBody>
      </p:sp>
      <p:sp>
        <p:nvSpPr>
          <p:cNvPr id="18" name="bg object 18"/>
          <p:cNvSpPr/>
          <p:nvPr/>
        </p:nvSpPr>
        <p:spPr>
          <a:xfrm>
            <a:off x="9363887" y="0"/>
            <a:ext cx="2831964" cy="6819494"/>
          </a:xfrm>
          <a:custGeom>
            <a:avLst/>
            <a:gdLst/>
            <a:ahLst/>
            <a:cxnLst/>
            <a:rect l="l" t="t" r="r" b="b"/>
            <a:pathLst>
              <a:path w="4669790" h="11245850">
                <a:moveTo>
                  <a:pt x="4669640" y="0"/>
                </a:moveTo>
                <a:lnTo>
                  <a:pt x="147074" y="0"/>
                </a:lnTo>
                <a:lnTo>
                  <a:pt x="103828" y="7024"/>
                </a:lnTo>
                <a:lnTo>
                  <a:pt x="62224" y="28614"/>
                </a:lnTo>
                <a:lnTo>
                  <a:pt x="29353" y="61483"/>
                </a:lnTo>
                <a:lnTo>
                  <a:pt x="7762" y="103084"/>
                </a:lnTo>
                <a:lnTo>
                  <a:pt x="0" y="150869"/>
                </a:lnTo>
                <a:lnTo>
                  <a:pt x="0" y="11094211"/>
                </a:lnTo>
                <a:lnTo>
                  <a:pt x="7762" y="11141997"/>
                </a:lnTo>
                <a:lnTo>
                  <a:pt x="29353" y="11183598"/>
                </a:lnTo>
                <a:lnTo>
                  <a:pt x="62224" y="11216467"/>
                </a:lnTo>
                <a:lnTo>
                  <a:pt x="103828" y="11238057"/>
                </a:lnTo>
                <a:lnTo>
                  <a:pt x="151618" y="11245819"/>
                </a:lnTo>
                <a:lnTo>
                  <a:pt x="4669640" y="11245819"/>
                </a:lnTo>
                <a:lnTo>
                  <a:pt x="4669640" y="0"/>
                </a:lnTo>
                <a:close/>
              </a:path>
            </a:pathLst>
          </a:custGeom>
          <a:solidFill>
            <a:srgbClr val="C1F4D4"/>
          </a:solidFill>
        </p:spPr>
        <p:txBody>
          <a:bodyPr wrap="square" lIns="0" tIns="0" rIns="0" bIns="0" rtlCol="0"/>
          <a:lstStyle/>
          <a:p>
            <a:endParaRPr sz="849"/>
          </a:p>
        </p:txBody>
      </p:sp>
      <p:sp>
        <p:nvSpPr>
          <p:cNvPr id="19" name="bg object 19"/>
          <p:cNvSpPr/>
          <p:nvPr/>
        </p:nvSpPr>
        <p:spPr>
          <a:xfrm>
            <a:off x="9363887" y="3645882"/>
            <a:ext cx="2831964" cy="3211824"/>
          </a:xfrm>
          <a:custGeom>
            <a:avLst/>
            <a:gdLst/>
            <a:ahLst/>
            <a:cxnLst/>
            <a:rect l="l" t="t" r="r" b="b"/>
            <a:pathLst>
              <a:path w="4669790" h="5296535">
                <a:moveTo>
                  <a:pt x="4669640" y="0"/>
                </a:moveTo>
                <a:lnTo>
                  <a:pt x="151618" y="0"/>
                </a:lnTo>
                <a:lnTo>
                  <a:pt x="103828" y="7761"/>
                </a:lnTo>
                <a:lnTo>
                  <a:pt x="62224" y="29349"/>
                </a:lnTo>
                <a:lnTo>
                  <a:pt x="29353" y="62217"/>
                </a:lnTo>
                <a:lnTo>
                  <a:pt x="7762" y="103818"/>
                </a:lnTo>
                <a:lnTo>
                  <a:pt x="0" y="151607"/>
                </a:lnTo>
                <a:lnTo>
                  <a:pt x="0" y="5150272"/>
                </a:lnTo>
                <a:lnTo>
                  <a:pt x="7762" y="5198057"/>
                </a:lnTo>
                <a:lnTo>
                  <a:pt x="29353" y="5239658"/>
                </a:lnTo>
                <a:lnTo>
                  <a:pt x="62224" y="5272527"/>
                </a:lnTo>
                <a:lnTo>
                  <a:pt x="103828" y="5294117"/>
                </a:lnTo>
                <a:lnTo>
                  <a:pt x="116808" y="5296226"/>
                </a:lnTo>
                <a:lnTo>
                  <a:pt x="4669640" y="5296226"/>
                </a:lnTo>
                <a:lnTo>
                  <a:pt x="4669640" y="0"/>
                </a:lnTo>
                <a:close/>
              </a:path>
            </a:pathLst>
          </a:custGeom>
          <a:solidFill>
            <a:srgbClr val="ABC6CD"/>
          </a:solidFill>
        </p:spPr>
        <p:txBody>
          <a:bodyPr wrap="square" lIns="0" tIns="0" rIns="0" bIns="0" rtlCol="0"/>
          <a:lstStyle/>
          <a:p>
            <a:endParaRPr sz="849"/>
          </a:p>
        </p:txBody>
      </p:sp>
      <p:sp>
        <p:nvSpPr>
          <p:cNvPr id="21" name="bg object 21"/>
          <p:cNvSpPr/>
          <p:nvPr/>
        </p:nvSpPr>
        <p:spPr>
          <a:xfrm>
            <a:off x="2746664" y="615903"/>
            <a:ext cx="0" cy="1537948"/>
          </a:xfrm>
          <a:custGeom>
            <a:avLst/>
            <a:gdLst/>
            <a:ahLst/>
            <a:cxnLst/>
            <a:rect l="l" t="t" r="r" b="b"/>
            <a:pathLst>
              <a:path h="2536190">
                <a:moveTo>
                  <a:pt x="0" y="0"/>
                </a:moveTo>
                <a:lnTo>
                  <a:pt x="0" y="2536090"/>
                </a:lnTo>
              </a:path>
            </a:pathLst>
          </a:custGeom>
          <a:ln w="14837">
            <a:solidFill>
              <a:srgbClr val="1D1D1B"/>
            </a:solidFill>
          </a:ln>
        </p:spPr>
        <p:txBody>
          <a:bodyPr wrap="square" lIns="0" tIns="0" rIns="0" bIns="0" rtlCol="0"/>
          <a:lstStyle/>
          <a:p>
            <a:endParaRPr sz="849"/>
          </a:p>
        </p:txBody>
      </p:sp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429988" y="531264"/>
            <a:ext cx="6356322" cy="392766"/>
          </a:xfrm>
        </p:spPr>
        <p:txBody>
          <a:bodyPr lIns="0" tIns="0" rIns="0" bIns="0"/>
          <a:lstStyle>
            <a:lvl1pPr>
              <a:defRPr sz="2456" b="0" i="0">
                <a:solidFill>
                  <a:schemeClr val="bg1"/>
                </a:solidFill>
                <a:latin typeface="Arial"/>
                <a:cs typeface="Arial"/>
              </a:defRPr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sz="half" idx="3"/>
          </p:nvPr>
        </p:nvSpPr>
        <p:spPr>
          <a:xfrm>
            <a:off x="6278880" y="1577340"/>
            <a:ext cx="5303520" cy="452628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6" name="Holder 6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10/14/2026</a:t>
            </a:fld>
            <a:endParaRPr lang="en-US"/>
          </a:p>
        </p:txBody>
      </p:sp>
      <p:sp>
        <p:nvSpPr>
          <p:cNvPr id="7" name="Holder 7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>
              <a:defRPr sz="394" b="0" i="0">
                <a:solidFill>
                  <a:srgbClr val="F9F9F9"/>
                </a:solidFill>
                <a:latin typeface="Arial"/>
                <a:cs typeface="Arial"/>
              </a:defRPr>
            </a:lvl1pPr>
          </a:lstStyle>
          <a:p>
            <a:pPr marL="20023">
              <a:lnSpc>
                <a:spcPct val="100000"/>
              </a:lnSpc>
              <a:spcBef>
                <a:spcPts val="45"/>
              </a:spcBef>
            </a:pPr>
            <a:fld id="{81D60167-4931-47E6-BA6A-407CBD079E47}" type="slidenum">
              <a:rPr spc="-15" dirty="0"/>
              <a:pPr marL="20023">
                <a:lnSpc>
                  <a:spcPct val="100000"/>
                </a:lnSpc>
                <a:spcBef>
                  <a:spcPts val="45"/>
                </a:spcBef>
              </a:pPr>
              <a:t>‹#›</a:t>
            </a:fld>
            <a:endParaRPr spc="-15"/>
          </a:p>
        </p:txBody>
      </p:sp>
    </p:spTree>
    <p:extLst>
      <p:ext uri="{BB962C8B-B14F-4D97-AF65-F5344CB8AC3E}">
        <p14:creationId xmlns:p14="http://schemas.microsoft.com/office/powerpoint/2010/main" val="316709285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76">
          <p15:clr>
            <a:srgbClr val="FBAE40"/>
          </p15:clr>
        </p15:guide>
      </p15:sldGuideLst>
    </p:ext>
  </p:extLst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Capa 01 - Offwhite">
    <p:bg>
      <p:bgPr>
        <a:gradFill flip="none" rotWithShape="1">
          <a:gsLst>
            <a:gs pos="0">
              <a:schemeClr val="accent2">
                <a:lumMod val="90000"/>
              </a:schemeClr>
            </a:gs>
            <a:gs pos="62000">
              <a:schemeClr val="tx1">
                <a:lumMod val="95000"/>
                <a:lumOff val="5000"/>
              </a:schemeClr>
            </a:gs>
          </a:gsLst>
          <a:path path="circle">
            <a:fillToRect r="100000" b="100000"/>
          </a:path>
          <a:tileRect l="-100000" t="-10000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5"/>
          <p:cNvSpPr/>
          <p:nvPr userDrawn="1"/>
        </p:nvSpPr>
        <p:spPr>
          <a:xfrm>
            <a:off x="4733063" y="2926924"/>
            <a:ext cx="2725872" cy="925310"/>
          </a:xfrm>
          <a:custGeom>
            <a:avLst/>
            <a:gdLst/>
            <a:ahLst/>
            <a:cxnLst/>
            <a:rect l="l" t="t" r="r" b="b"/>
            <a:pathLst>
              <a:path w="4495165" h="1525904">
                <a:moveTo>
                  <a:pt x="549605" y="149009"/>
                </a:moveTo>
                <a:lnTo>
                  <a:pt x="502272" y="93929"/>
                </a:lnTo>
                <a:lnTo>
                  <a:pt x="463880" y="62522"/>
                </a:lnTo>
                <a:lnTo>
                  <a:pt x="421525" y="37515"/>
                </a:lnTo>
                <a:lnTo>
                  <a:pt x="375894" y="19253"/>
                </a:lnTo>
                <a:lnTo>
                  <a:pt x="327634" y="8051"/>
                </a:lnTo>
                <a:lnTo>
                  <a:pt x="277444" y="4241"/>
                </a:lnTo>
                <a:lnTo>
                  <a:pt x="0" y="4241"/>
                </a:lnTo>
                <a:lnTo>
                  <a:pt x="0" y="149009"/>
                </a:lnTo>
                <a:lnTo>
                  <a:pt x="549605" y="149009"/>
                </a:lnTo>
                <a:close/>
              </a:path>
              <a:path w="4495165" h="1525904">
                <a:moveTo>
                  <a:pt x="630440" y="613206"/>
                </a:moveTo>
                <a:lnTo>
                  <a:pt x="626249" y="610260"/>
                </a:lnTo>
                <a:lnTo>
                  <a:pt x="626249" y="359600"/>
                </a:lnTo>
                <a:lnTo>
                  <a:pt x="621880" y="305828"/>
                </a:lnTo>
                <a:lnTo>
                  <a:pt x="608939" y="254203"/>
                </a:lnTo>
                <a:lnTo>
                  <a:pt x="587654" y="205422"/>
                </a:lnTo>
                <a:lnTo>
                  <a:pt x="558253" y="160185"/>
                </a:lnTo>
                <a:lnTo>
                  <a:pt x="549617" y="149009"/>
                </a:lnTo>
                <a:lnTo>
                  <a:pt x="511581" y="205422"/>
                </a:lnTo>
                <a:lnTo>
                  <a:pt x="490296" y="254203"/>
                </a:lnTo>
                <a:lnTo>
                  <a:pt x="477342" y="305828"/>
                </a:lnTo>
                <a:lnTo>
                  <a:pt x="472973" y="359600"/>
                </a:lnTo>
                <a:lnTo>
                  <a:pt x="472859" y="937183"/>
                </a:lnTo>
                <a:lnTo>
                  <a:pt x="472973" y="948131"/>
                </a:lnTo>
                <a:lnTo>
                  <a:pt x="626389" y="948131"/>
                </a:lnTo>
                <a:lnTo>
                  <a:pt x="626249" y="619315"/>
                </a:lnTo>
                <a:lnTo>
                  <a:pt x="630440" y="613206"/>
                </a:lnTo>
                <a:close/>
              </a:path>
              <a:path w="4495165" h="1525904">
                <a:moveTo>
                  <a:pt x="1099248" y="4241"/>
                </a:moveTo>
                <a:lnTo>
                  <a:pt x="821817" y="4241"/>
                </a:lnTo>
                <a:lnTo>
                  <a:pt x="771613" y="8051"/>
                </a:lnTo>
                <a:lnTo>
                  <a:pt x="723353" y="19253"/>
                </a:lnTo>
                <a:lnTo>
                  <a:pt x="677710" y="37515"/>
                </a:lnTo>
                <a:lnTo>
                  <a:pt x="635355" y="62522"/>
                </a:lnTo>
                <a:lnTo>
                  <a:pt x="596963" y="93929"/>
                </a:lnTo>
                <a:lnTo>
                  <a:pt x="563206" y="131406"/>
                </a:lnTo>
                <a:lnTo>
                  <a:pt x="549630" y="149009"/>
                </a:lnTo>
                <a:lnTo>
                  <a:pt x="1099248" y="149009"/>
                </a:lnTo>
                <a:lnTo>
                  <a:pt x="1099248" y="4241"/>
                </a:lnTo>
                <a:close/>
              </a:path>
              <a:path w="4495165" h="1525904">
                <a:moveTo>
                  <a:pt x="1472869" y="12420"/>
                </a:moveTo>
                <a:lnTo>
                  <a:pt x="1323860" y="12420"/>
                </a:lnTo>
                <a:lnTo>
                  <a:pt x="1323860" y="966152"/>
                </a:lnTo>
                <a:lnTo>
                  <a:pt x="1472869" y="966152"/>
                </a:lnTo>
                <a:lnTo>
                  <a:pt x="1472869" y="12420"/>
                </a:lnTo>
                <a:close/>
              </a:path>
              <a:path w="4495165" h="1525904">
                <a:moveTo>
                  <a:pt x="1628749" y="1277899"/>
                </a:moveTo>
                <a:lnTo>
                  <a:pt x="1610728" y="1227213"/>
                </a:lnTo>
                <a:lnTo>
                  <a:pt x="1577505" y="1188466"/>
                </a:lnTo>
                <a:lnTo>
                  <a:pt x="1531823" y="1163904"/>
                </a:lnTo>
                <a:lnTo>
                  <a:pt x="1476400" y="1155725"/>
                </a:lnTo>
                <a:lnTo>
                  <a:pt x="1451190" y="1157160"/>
                </a:lnTo>
                <a:lnTo>
                  <a:pt x="1405432" y="1168730"/>
                </a:lnTo>
                <a:lnTo>
                  <a:pt x="1366278" y="1191602"/>
                </a:lnTo>
                <a:lnTo>
                  <a:pt x="1335862" y="1224229"/>
                </a:lnTo>
                <a:lnTo>
                  <a:pt x="1314729" y="1265936"/>
                </a:lnTo>
                <a:lnTo>
                  <a:pt x="1304061" y="1314284"/>
                </a:lnTo>
                <a:lnTo>
                  <a:pt x="1302727" y="1340802"/>
                </a:lnTo>
                <a:lnTo>
                  <a:pt x="1304061" y="1367536"/>
                </a:lnTo>
                <a:lnTo>
                  <a:pt x="1314729" y="1416011"/>
                </a:lnTo>
                <a:lnTo>
                  <a:pt x="1335862" y="1457528"/>
                </a:lnTo>
                <a:lnTo>
                  <a:pt x="1366278" y="1490027"/>
                </a:lnTo>
                <a:lnTo>
                  <a:pt x="1405432" y="1512874"/>
                </a:lnTo>
                <a:lnTo>
                  <a:pt x="1451190" y="1524444"/>
                </a:lnTo>
                <a:lnTo>
                  <a:pt x="1476400" y="1525879"/>
                </a:lnTo>
                <a:lnTo>
                  <a:pt x="1505534" y="1523834"/>
                </a:lnTo>
                <a:lnTo>
                  <a:pt x="1556080" y="1507464"/>
                </a:lnTo>
                <a:lnTo>
                  <a:pt x="1595793" y="1475270"/>
                </a:lnTo>
                <a:lnTo>
                  <a:pt x="1621142" y="1430566"/>
                </a:lnTo>
                <a:lnTo>
                  <a:pt x="1582991" y="1403718"/>
                </a:lnTo>
                <a:lnTo>
                  <a:pt x="1576679" y="1421866"/>
                </a:lnTo>
                <a:lnTo>
                  <a:pt x="1568157" y="1437843"/>
                </a:lnTo>
                <a:lnTo>
                  <a:pt x="1529600" y="1472450"/>
                </a:lnTo>
                <a:lnTo>
                  <a:pt x="1474330" y="1484312"/>
                </a:lnTo>
                <a:lnTo>
                  <a:pt x="1456156" y="1483182"/>
                </a:lnTo>
                <a:lnTo>
                  <a:pt x="1408290" y="1466113"/>
                </a:lnTo>
                <a:lnTo>
                  <a:pt x="1372857" y="1430629"/>
                </a:lnTo>
                <a:lnTo>
                  <a:pt x="1352854" y="1380197"/>
                </a:lnTo>
                <a:lnTo>
                  <a:pt x="1349019" y="1340802"/>
                </a:lnTo>
                <a:lnTo>
                  <a:pt x="1349984" y="1320342"/>
                </a:lnTo>
                <a:lnTo>
                  <a:pt x="1364361" y="1266202"/>
                </a:lnTo>
                <a:lnTo>
                  <a:pt x="1394828" y="1225511"/>
                </a:lnTo>
                <a:lnTo>
                  <a:pt x="1439100" y="1201864"/>
                </a:lnTo>
                <a:lnTo>
                  <a:pt x="1474330" y="1197305"/>
                </a:lnTo>
                <a:lnTo>
                  <a:pt x="1494332" y="1198638"/>
                </a:lnTo>
                <a:lnTo>
                  <a:pt x="1544777" y="1218641"/>
                </a:lnTo>
                <a:lnTo>
                  <a:pt x="1577378" y="1259967"/>
                </a:lnTo>
                <a:lnTo>
                  <a:pt x="1583512" y="1277899"/>
                </a:lnTo>
                <a:lnTo>
                  <a:pt x="1628749" y="1277899"/>
                </a:lnTo>
                <a:close/>
              </a:path>
              <a:path w="4495165" h="1525904">
                <a:moveTo>
                  <a:pt x="2171014" y="1522780"/>
                </a:moveTo>
                <a:lnTo>
                  <a:pt x="2133663" y="1424520"/>
                </a:lnTo>
                <a:lnTo>
                  <a:pt x="2118055" y="1383449"/>
                </a:lnTo>
                <a:lnTo>
                  <a:pt x="2070646" y="1258697"/>
                </a:lnTo>
                <a:lnTo>
                  <a:pt x="2070646" y="1383449"/>
                </a:lnTo>
                <a:lnTo>
                  <a:pt x="1939112" y="1383449"/>
                </a:lnTo>
                <a:lnTo>
                  <a:pt x="2004631" y="1208227"/>
                </a:lnTo>
                <a:lnTo>
                  <a:pt x="2070646" y="1383449"/>
                </a:lnTo>
                <a:lnTo>
                  <a:pt x="2070646" y="1258697"/>
                </a:lnTo>
                <a:lnTo>
                  <a:pt x="2051469" y="1208227"/>
                </a:lnTo>
                <a:lnTo>
                  <a:pt x="2032698" y="1158849"/>
                </a:lnTo>
                <a:lnTo>
                  <a:pt x="1979155" y="1158849"/>
                </a:lnTo>
                <a:lnTo>
                  <a:pt x="1840344" y="1522780"/>
                </a:lnTo>
                <a:lnTo>
                  <a:pt x="1887118" y="1522780"/>
                </a:lnTo>
                <a:lnTo>
                  <a:pt x="1925599" y="1424520"/>
                </a:lnTo>
                <a:lnTo>
                  <a:pt x="2084158" y="1424520"/>
                </a:lnTo>
                <a:lnTo>
                  <a:pt x="2122652" y="1522780"/>
                </a:lnTo>
                <a:lnTo>
                  <a:pt x="2171014" y="1522780"/>
                </a:lnTo>
                <a:close/>
              </a:path>
              <a:path w="4495165" h="1525904">
                <a:moveTo>
                  <a:pt x="2247239" y="966165"/>
                </a:moveTo>
                <a:lnTo>
                  <a:pt x="1863674" y="12433"/>
                </a:lnTo>
                <a:lnTo>
                  <a:pt x="1691932" y="12433"/>
                </a:lnTo>
                <a:lnTo>
                  <a:pt x="2035683" y="832091"/>
                </a:lnTo>
                <a:lnTo>
                  <a:pt x="2059952" y="874915"/>
                </a:lnTo>
                <a:lnTo>
                  <a:pt x="2093137" y="910628"/>
                </a:lnTo>
                <a:lnTo>
                  <a:pt x="2133714" y="938288"/>
                </a:lnTo>
                <a:lnTo>
                  <a:pt x="2180196" y="956932"/>
                </a:lnTo>
                <a:lnTo>
                  <a:pt x="2231034" y="965619"/>
                </a:lnTo>
                <a:lnTo>
                  <a:pt x="2230818" y="966165"/>
                </a:lnTo>
                <a:lnTo>
                  <a:pt x="2247239" y="966165"/>
                </a:lnTo>
                <a:close/>
              </a:path>
              <a:path w="4495165" h="1525904">
                <a:moveTo>
                  <a:pt x="2670111" y="1270609"/>
                </a:moveTo>
                <a:lnTo>
                  <a:pt x="2661780" y="1224749"/>
                </a:lnTo>
                <a:lnTo>
                  <a:pt x="2647569" y="1200429"/>
                </a:lnTo>
                <a:lnTo>
                  <a:pt x="2647086" y="1199718"/>
                </a:lnTo>
                <a:lnTo>
                  <a:pt x="2637282" y="1189253"/>
                </a:lnTo>
                <a:lnTo>
                  <a:pt x="2625902" y="1180223"/>
                </a:lnTo>
                <a:lnTo>
                  <a:pt x="2623832" y="1179017"/>
                </a:lnTo>
                <a:lnTo>
                  <a:pt x="2623832" y="1270609"/>
                </a:lnTo>
                <a:lnTo>
                  <a:pt x="2622499" y="1285925"/>
                </a:lnTo>
                <a:lnTo>
                  <a:pt x="2602534" y="1322095"/>
                </a:lnTo>
                <a:lnTo>
                  <a:pt x="2562352" y="1340129"/>
                </a:lnTo>
                <a:lnTo>
                  <a:pt x="2545321" y="1341323"/>
                </a:lnTo>
                <a:lnTo>
                  <a:pt x="2454859" y="1341323"/>
                </a:lnTo>
                <a:lnTo>
                  <a:pt x="2454859" y="1200429"/>
                </a:lnTo>
                <a:lnTo>
                  <a:pt x="2545842" y="1200429"/>
                </a:lnTo>
                <a:lnTo>
                  <a:pt x="2591320" y="1211110"/>
                </a:lnTo>
                <a:lnTo>
                  <a:pt x="2618575" y="1241704"/>
                </a:lnTo>
                <a:lnTo>
                  <a:pt x="2623832" y="1270609"/>
                </a:lnTo>
                <a:lnTo>
                  <a:pt x="2623832" y="1179017"/>
                </a:lnTo>
                <a:lnTo>
                  <a:pt x="2583281" y="1162278"/>
                </a:lnTo>
                <a:lnTo>
                  <a:pt x="2549487" y="1158824"/>
                </a:lnTo>
                <a:lnTo>
                  <a:pt x="2409634" y="1158824"/>
                </a:lnTo>
                <a:lnTo>
                  <a:pt x="2409634" y="1522780"/>
                </a:lnTo>
                <a:lnTo>
                  <a:pt x="2454859" y="1522780"/>
                </a:lnTo>
                <a:lnTo>
                  <a:pt x="2454859" y="1382915"/>
                </a:lnTo>
                <a:lnTo>
                  <a:pt x="2549487" y="1382915"/>
                </a:lnTo>
                <a:lnTo>
                  <a:pt x="2598470" y="1375168"/>
                </a:lnTo>
                <a:lnTo>
                  <a:pt x="2636901" y="1352448"/>
                </a:lnTo>
                <a:lnTo>
                  <a:pt x="2647124" y="1341323"/>
                </a:lnTo>
                <a:lnTo>
                  <a:pt x="2655036" y="1329893"/>
                </a:lnTo>
                <a:lnTo>
                  <a:pt x="2661628" y="1316634"/>
                </a:lnTo>
                <a:lnTo>
                  <a:pt x="2666339" y="1302346"/>
                </a:lnTo>
                <a:lnTo>
                  <a:pt x="2669171" y="1287005"/>
                </a:lnTo>
                <a:lnTo>
                  <a:pt x="2670111" y="1270609"/>
                </a:lnTo>
                <a:close/>
              </a:path>
              <a:path w="4495165" h="1525904">
                <a:moveTo>
                  <a:pt x="2802534" y="12433"/>
                </a:moveTo>
                <a:lnTo>
                  <a:pt x="2630805" y="12433"/>
                </a:lnTo>
                <a:lnTo>
                  <a:pt x="2247239" y="966165"/>
                </a:lnTo>
                <a:lnTo>
                  <a:pt x="2263660" y="966165"/>
                </a:lnTo>
                <a:lnTo>
                  <a:pt x="2263432" y="965619"/>
                </a:lnTo>
                <a:lnTo>
                  <a:pt x="2314283" y="956932"/>
                </a:lnTo>
                <a:lnTo>
                  <a:pt x="2360752" y="938288"/>
                </a:lnTo>
                <a:lnTo>
                  <a:pt x="2401341" y="910628"/>
                </a:lnTo>
                <a:lnTo>
                  <a:pt x="2434526" y="874915"/>
                </a:lnTo>
                <a:lnTo>
                  <a:pt x="2458796" y="832091"/>
                </a:lnTo>
                <a:lnTo>
                  <a:pt x="2802534" y="12433"/>
                </a:lnTo>
                <a:close/>
              </a:path>
              <a:path w="4495165" h="1525904">
                <a:moveTo>
                  <a:pt x="2961271" y="1158836"/>
                </a:moveTo>
                <a:lnTo>
                  <a:pt x="2916047" y="1158836"/>
                </a:lnTo>
                <a:lnTo>
                  <a:pt x="2916047" y="1522780"/>
                </a:lnTo>
                <a:lnTo>
                  <a:pt x="2961271" y="1522780"/>
                </a:lnTo>
                <a:lnTo>
                  <a:pt x="2961271" y="1158836"/>
                </a:lnTo>
                <a:close/>
              </a:path>
              <a:path w="4495165" h="1525904">
                <a:moveTo>
                  <a:pt x="3170644" y="12420"/>
                </a:moveTo>
                <a:lnTo>
                  <a:pt x="3021622" y="12420"/>
                </a:lnTo>
                <a:lnTo>
                  <a:pt x="3021622" y="966152"/>
                </a:lnTo>
                <a:lnTo>
                  <a:pt x="3170644" y="966152"/>
                </a:lnTo>
                <a:lnTo>
                  <a:pt x="3170644" y="12420"/>
                </a:lnTo>
                <a:close/>
              </a:path>
              <a:path w="4495165" h="1525904">
                <a:moveTo>
                  <a:pt x="3488461" y="1158836"/>
                </a:moveTo>
                <a:lnTo>
                  <a:pt x="3207194" y="1158836"/>
                </a:lnTo>
                <a:lnTo>
                  <a:pt x="3207194" y="1200746"/>
                </a:lnTo>
                <a:lnTo>
                  <a:pt x="3325203" y="1200746"/>
                </a:lnTo>
                <a:lnTo>
                  <a:pt x="3325203" y="1523326"/>
                </a:lnTo>
                <a:lnTo>
                  <a:pt x="3370453" y="1523326"/>
                </a:lnTo>
                <a:lnTo>
                  <a:pt x="3370453" y="1200746"/>
                </a:lnTo>
                <a:lnTo>
                  <a:pt x="3488461" y="1200746"/>
                </a:lnTo>
                <a:lnTo>
                  <a:pt x="3488461" y="1158836"/>
                </a:lnTo>
                <a:close/>
              </a:path>
              <a:path w="4495165" h="1525904">
                <a:moveTo>
                  <a:pt x="3983431" y="1522780"/>
                </a:moveTo>
                <a:lnTo>
                  <a:pt x="3946093" y="1424520"/>
                </a:lnTo>
                <a:lnTo>
                  <a:pt x="3930485" y="1383449"/>
                </a:lnTo>
                <a:lnTo>
                  <a:pt x="3883075" y="1258697"/>
                </a:lnTo>
                <a:lnTo>
                  <a:pt x="3883075" y="1383449"/>
                </a:lnTo>
                <a:lnTo>
                  <a:pt x="3751542" y="1383449"/>
                </a:lnTo>
                <a:lnTo>
                  <a:pt x="3817048" y="1208227"/>
                </a:lnTo>
                <a:lnTo>
                  <a:pt x="3883075" y="1383449"/>
                </a:lnTo>
                <a:lnTo>
                  <a:pt x="3883075" y="1258697"/>
                </a:lnTo>
                <a:lnTo>
                  <a:pt x="3863898" y="1208227"/>
                </a:lnTo>
                <a:lnTo>
                  <a:pt x="3845128" y="1158849"/>
                </a:lnTo>
                <a:lnTo>
                  <a:pt x="3791572" y="1158849"/>
                </a:lnTo>
                <a:lnTo>
                  <a:pt x="3652761" y="1522780"/>
                </a:lnTo>
                <a:lnTo>
                  <a:pt x="3699548" y="1522780"/>
                </a:lnTo>
                <a:lnTo>
                  <a:pt x="3738029" y="1424520"/>
                </a:lnTo>
                <a:lnTo>
                  <a:pt x="3896588" y="1424520"/>
                </a:lnTo>
                <a:lnTo>
                  <a:pt x="3935069" y="1522780"/>
                </a:lnTo>
                <a:lnTo>
                  <a:pt x="3983431" y="1522780"/>
                </a:lnTo>
                <a:close/>
              </a:path>
              <a:path w="4495165" h="1525904">
                <a:moveTo>
                  <a:pt x="4433138" y="1480870"/>
                </a:moveTo>
                <a:lnTo>
                  <a:pt x="4267276" y="1480870"/>
                </a:lnTo>
                <a:lnTo>
                  <a:pt x="4267276" y="1158290"/>
                </a:lnTo>
                <a:lnTo>
                  <a:pt x="4222051" y="1158290"/>
                </a:lnTo>
                <a:lnTo>
                  <a:pt x="4222051" y="1480870"/>
                </a:lnTo>
                <a:lnTo>
                  <a:pt x="4222051" y="1522780"/>
                </a:lnTo>
                <a:lnTo>
                  <a:pt x="4433138" y="1522780"/>
                </a:lnTo>
                <a:lnTo>
                  <a:pt x="4433138" y="1480870"/>
                </a:lnTo>
                <a:close/>
              </a:path>
              <a:path w="4495165" h="1525904">
                <a:moveTo>
                  <a:pt x="4494847" y="489292"/>
                </a:moveTo>
                <a:lnTo>
                  <a:pt x="4492307" y="437197"/>
                </a:lnTo>
                <a:lnTo>
                  <a:pt x="4484738" y="386778"/>
                </a:lnTo>
                <a:lnTo>
                  <a:pt x="4472267" y="338289"/>
                </a:lnTo>
                <a:lnTo>
                  <a:pt x="4455020" y="292011"/>
                </a:lnTo>
                <a:lnTo>
                  <a:pt x="4433113" y="248221"/>
                </a:lnTo>
                <a:lnTo>
                  <a:pt x="4406671" y="207187"/>
                </a:lnTo>
                <a:lnTo>
                  <a:pt x="4375797" y="169176"/>
                </a:lnTo>
                <a:lnTo>
                  <a:pt x="4357306" y="150926"/>
                </a:lnTo>
                <a:lnTo>
                  <a:pt x="4341698" y="135521"/>
                </a:lnTo>
                <a:lnTo>
                  <a:pt x="4341698" y="489292"/>
                </a:lnTo>
                <a:lnTo>
                  <a:pt x="4338663" y="537616"/>
                </a:lnTo>
                <a:lnTo>
                  <a:pt x="4329646" y="583184"/>
                </a:lnTo>
                <a:lnTo>
                  <a:pt x="4314761" y="625754"/>
                </a:lnTo>
                <a:lnTo>
                  <a:pt x="4294111" y="665073"/>
                </a:lnTo>
                <a:lnTo>
                  <a:pt x="4267809" y="700887"/>
                </a:lnTo>
                <a:lnTo>
                  <a:pt x="4235958" y="732955"/>
                </a:lnTo>
                <a:lnTo>
                  <a:pt x="4197947" y="761492"/>
                </a:lnTo>
                <a:lnTo>
                  <a:pt x="4155338" y="785063"/>
                </a:lnTo>
                <a:lnTo>
                  <a:pt x="4108437" y="803567"/>
                </a:lnTo>
                <a:lnTo>
                  <a:pt x="4057561" y="816902"/>
                </a:lnTo>
                <a:lnTo>
                  <a:pt x="4002989" y="824979"/>
                </a:lnTo>
                <a:lnTo>
                  <a:pt x="3945039" y="827697"/>
                </a:lnTo>
                <a:lnTo>
                  <a:pt x="3887089" y="824979"/>
                </a:lnTo>
                <a:lnTo>
                  <a:pt x="3832517" y="816902"/>
                </a:lnTo>
                <a:lnTo>
                  <a:pt x="3781628" y="803567"/>
                </a:lnTo>
                <a:lnTo>
                  <a:pt x="3734739" y="785063"/>
                </a:lnTo>
                <a:lnTo>
                  <a:pt x="3692131" y="761492"/>
                </a:lnTo>
                <a:lnTo>
                  <a:pt x="3654120" y="732955"/>
                </a:lnTo>
                <a:lnTo>
                  <a:pt x="3622268" y="700887"/>
                </a:lnTo>
                <a:lnTo>
                  <a:pt x="3595967" y="665073"/>
                </a:lnTo>
                <a:lnTo>
                  <a:pt x="3575316" y="625754"/>
                </a:lnTo>
                <a:lnTo>
                  <a:pt x="3560432" y="583184"/>
                </a:lnTo>
                <a:lnTo>
                  <a:pt x="3551415" y="537616"/>
                </a:lnTo>
                <a:lnTo>
                  <a:pt x="3548392" y="489292"/>
                </a:lnTo>
                <a:lnTo>
                  <a:pt x="3551415" y="440994"/>
                </a:lnTo>
                <a:lnTo>
                  <a:pt x="3560432" y="395427"/>
                </a:lnTo>
                <a:lnTo>
                  <a:pt x="3575316" y="352856"/>
                </a:lnTo>
                <a:lnTo>
                  <a:pt x="3595967" y="313537"/>
                </a:lnTo>
                <a:lnTo>
                  <a:pt x="3622268" y="277723"/>
                </a:lnTo>
                <a:lnTo>
                  <a:pt x="3654120" y="245668"/>
                </a:lnTo>
                <a:lnTo>
                  <a:pt x="3692131" y="217131"/>
                </a:lnTo>
                <a:lnTo>
                  <a:pt x="3734739" y="193573"/>
                </a:lnTo>
                <a:lnTo>
                  <a:pt x="3781628" y="175069"/>
                </a:lnTo>
                <a:lnTo>
                  <a:pt x="3832517" y="161721"/>
                </a:lnTo>
                <a:lnTo>
                  <a:pt x="3887089" y="153644"/>
                </a:lnTo>
                <a:lnTo>
                  <a:pt x="3945039" y="150926"/>
                </a:lnTo>
                <a:lnTo>
                  <a:pt x="4002989" y="153644"/>
                </a:lnTo>
                <a:lnTo>
                  <a:pt x="4057561" y="161721"/>
                </a:lnTo>
                <a:lnTo>
                  <a:pt x="4108437" y="175069"/>
                </a:lnTo>
                <a:lnTo>
                  <a:pt x="4155338" y="193573"/>
                </a:lnTo>
                <a:lnTo>
                  <a:pt x="4197947" y="217131"/>
                </a:lnTo>
                <a:lnTo>
                  <a:pt x="4235958" y="245668"/>
                </a:lnTo>
                <a:lnTo>
                  <a:pt x="4267809" y="277723"/>
                </a:lnTo>
                <a:lnTo>
                  <a:pt x="4294111" y="313537"/>
                </a:lnTo>
                <a:lnTo>
                  <a:pt x="4314761" y="352856"/>
                </a:lnTo>
                <a:lnTo>
                  <a:pt x="4329646" y="395427"/>
                </a:lnTo>
                <a:lnTo>
                  <a:pt x="4338663" y="440994"/>
                </a:lnTo>
                <a:lnTo>
                  <a:pt x="4341698" y="489292"/>
                </a:lnTo>
                <a:lnTo>
                  <a:pt x="4341698" y="135521"/>
                </a:lnTo>
                <a:lnTo>
                  <a:pt x="4306087" y="106692"/>
                </a:lnTo>
                <a:lnTo>
                  <a:pt x="4268914" y="82029"/>
                </a:lnTo>
                <a:lnTo>
                  <a:pt x="4229214" y="60515"/>
                </a:lnTo>
                <a:lnTo>
                  <a:pt x="4187126" y="42202"/>
                </a:lnTo>
                <a:lnTo>
                  <a:pt x="4142765" y="27127"/>
                </a:lnTo>
                <a:lnTo>
                  <a:pt x="4096258" y="15316"/>
                </a:lnTo>
                <a:lnTo>
                  <a:pt x="4047718" y="6832"/>
                </a:lnTo>
                <a:lnTo>
                  <a:pt x="3997274" y="1714"/>
                </a:lnTo>
                <a:lnTo>
                  <a:pt x="3945039" y="0"/>
                </a:lnTo>
                <a:lnTo>
                  <a:pt x="3892804" y="1714"/>
                </a:lnTo>
                <a:lnTo>
                  <a:pt x="3842359" y="6832"/>
                </a:lnTo>
                <a:lnTo>
                  <a:pt x="3793820" y="15316"/>
                </a:lnTo>
                <a:lnTo>
                  <a:pt x="3747312" y="27127"/>
                </a:lnTo>
                <a:lnTo>
                  <a:pt x="3702951" y="42202"/>
                </a:lnTo>
                <a:lnTo>
                  <a:pt x="3660864" y="60515"/>
                </a:lnTo>
                <a:lnTo>
                  <a:pt x="3621176" y="82029"/>
                </a:lnTo>
                <a:lnTo>
                  <a:pt x="3583990" y="106692"/>
                </a:lnTo>
                <a:lnTo>
                  <a:pt x="3549459" y="134467"/>
                </a:lnTo>
                <a:lnTo>
                  <a:pt x="3514280" y="169176"/>
                </a:lnTo>
                <a:lnTo>
                  <a:pt x="3483406" y="207187"/>
                </a:lnTo>
                <a:lnTo>
                  <a:pt x="3456952" y="248221"/>
                </a:lnTo>
                <a:lnTo>
                  <a:pt x="3435058" y="292011"/>
                </a:lnTo>
                <a:lnTo>
                  <a:pt x="3417811" y="338289"/>
                </a:lnTo>
                <a:lnTo>
                  <a:pt x="3405352" y="386778"/>
                </a:lnTo>
                <a:lnTo>
                  <a:pt x="3397783" y="437197"/>
                </a:lnTo>
                <a:lnTo>
                  <a:pt x="3395243" y="489292"/>
                </a:lnTo>
                <a:lnTo>
                  <a:pt x="3397783" y="541401"/>
                </a:lnTo>
                <a:lnTo>
                  <a:pt x="3405352" y="591832"/>
                </a:lnTo>
                <a:lnTo>
                  <a:pt x="3417811" y="640334"/>
                </a:lnTo>
                <a:lnTo>
                  <a:pt x="3435058" y="686600"/>
                </a:lnTo>
                <a:lnTo>
                  <a:pt x="3456952" y="730389"/>
                </a:lnTo>
                <a:lnTo>
                  <a:pt x="3483406" y="771423"/>
                </a:lnTo>
                <a:lnTo>
                  <a:pt x="3514280" y="809434"/>
                </a:lnTo>
                <a:lnTo>
                  <a:pt x="3549459" y="844130"/>
                </a:lnTo>
                <a:lnTo>
                  <a:pt x="3583990" y="871918"/>
                </a:lnTo>
                <a:lnTo>
                  <a:pt x="3621176" y="896594"/>
                </a:lnTo>
                <a:lnTo>
                  <a:pt x="3660864" y="918108"/>
                </a:lnTo>
                <a:lnTo>
                  <a:pt x="3702951" y="936421"/>
                </a:lnTo>
                <a:lnTo>
                  <a:pt x="3747312" y="951496"/>
                </a:lnTo>
                <a:lnTo>
                  <a:pt x="3793820" y="963295"/>
                </a:lnTo>
                <a:lnTo>
                  <a:pt x="3842359" y="971778"/>
                </a:lnTo>
                <a:lnTo>
                  <a:pt x="3892804" y="976896"/>
                </a:lnTo>
                <a:lnTo>
                  <a:pt x="3945039" y="978611"/>
                </a:lnTo>
                <a:lnTo>
                  <a:pt x="3997274" y="976896"/>
                </a:lnTo>
                <a:lnTo>
                  <a:pt x="4047718" y="971778"/>
                </a:lnTo>
                <a:lnTo>
                  <a:pt x="4096258" y="963295"/>
                </a:lnTo>
                <a:lnTo>
                  <a:pt x="4142765" y="951496"/>
                </a:lnTo>
                <a:lnTo>
                  <a:pt x="4187126" y="936421"/>
                </a:lnTo>
                <a:lnTo>
                  <a:pt x="4229214" y="918108"/>
                </a:lnTo>
                <a:lnTo>
                  <a:pt x="4268914" y="896594"/>
                </a:lnTo>
                <a:lnTo>
                  <a:pt x="4306087" y="871918"/>
                </a:lnTo>
                <a:lnTo>
                  <a:pt x="4340631" y="844130"/>
                </a:lnTo>
                <a:lnTo>
                  <a:pt x="4375797" y="809434"/>
                </a:lnTo>
                <a:lnTo>
                  <a:pt x="4406671" y="771423"/>
                </a:lnTo>
                <a:lnTo>
                  <a:pt x="4433113" y="730389"/>
                </a:lnTo>
                <a:lnTo>
                  <a:pt x="4455020" y="686600"/>
                </a:lnTo>
                <a:lnTo>
                  <a:pt x="4472267" y="640334"/>
                </a:lnTo>
                <a:lnTo>
                  <a:pt x="4484738" y="591832"/>
                </a:lnTo>
                <a:lnTo>
                  <a:pt x="4492307" y="541401"/>
                </a:lnTo>
                <a:lnTo>
                  <a:pt x="4494847" y="489292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defTabSz="554492"/>
            <a:endParaRPr sz="1092" kern="0">
              <a:solidFill>
                <a:sysClr val="windowText" lastClr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5316892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257">
          <p15:clr>
            <a:srgbClr val="FBAE40"/>
          </p15:clr>
        </p15:guide>
        <p15:guide id="2" pos="7423">
          <p15:clr>
            <a:srgbClr val="FBAE40"/>
          </p15:clr>
        </p15:guide>
        <p15:guide id="3" orient="horz" pos="4088">
          <p15:clr>
            <a:srgbClr val="FBAE40"/>
          </p15:clr>
        </p15:guide>
        <p15:guide id="4" orient="horz" pos="3725">
          <p15:clr>
            <a:srgbClr val="FBAE40"/>
          </p15:clr>
        </p15:guide>
        <p15:guide id="5" orient="horz" pos="255">
          <p15:clr>
            <a:srgbClr val="FBAE40"/>
          </p15:clr>
        </p15:guide>
      </p15:sldGuideLst>
    </p:ext>
  </p:extLst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Capa 01 - Offwhite">
    <p:bg>
      <p:bgPr>
        <a:gradFill>
          <a:gsLst>
            <a:gs pos="0">
              <a:schemeClr val="accent2">
                <a:lumMod val="90000"/>
              </a:schemeClr>
            </a:gs>
            <a:gs pos="100000">
              <a:schemeClr val="accent3"/>
            </a:gs>
          </a:gsLst>
          <a:lin ang="27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70054254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257">
          <p15:clr>
            <a:srgbClr val="FBAE40"/>
          </p15:clr>
        </p15:guide>
        <p15:guide id="2" pos="7423">
          <p15:clr>
            <a:srgbClr val="FBAE40"/>
          </p15:clr>
        </p15:guide>
        <p15:guide id="3" orient="horz" pos="4088">
          <p15:clr>
            <a:srgbClr val="FBAE40"/>
          </p15:clr>
        </p15:guide>
        <p15:guide id="4" orient="horz" pos="3725">
          <p15:clr>
            <a:srgbClr val="FBAE40"/>
          </p15:clr>
        </p15:guide>
        <p15:guide id="5" orient="horz" pos="255">
          <p15:clr>
            <a:srgbClr val="FBAE40"/>
          </p15:clr>
        </p15:guide>
      </p15:sldGuideLst>
    </p:ext>
  </p:extLst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1_Capa 01 - Offwhite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8">
            <a:extLst>
              <a:ext uri="{FF2B5EF4-FFF2-40B4-BE49-F238E27FC236}">
                <a16:creationId xmlns:a16="http://schemas.microsoft.com/office/drawing/2014/main" id="{17364209-1E38-0B40-9231-C88F3267BC2A}"/>
              </a:ext>
            </a:extLst>
          </p:cNvPr>
          <p:cNvPicPr>
            <a:picLocks noChangeAspect="1"/>
          </p:cNvPicPr>
          <p:nvPr/>
        </p:nvPicPr>
        <p:blipFill rotWithShape="1">
          <a:blip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 l="-8117" t="-23966" r="-8117" b="-23966"/>
          <a:stretch/>
        </p:blipFill>
        <p:spPr>
          <a:xfrm>
            <a:off x="10183916" y="304605"/>
            <a:ext cx="1715687" cy="742966"/>
          </a:xfrm>
          <a:prstGeom prst="rect">
            <a:avLst/>
          </a:prstGeom>
        </p:spPr>
      </p:pic>
      <p:sp>
        <p:nvSpPr>
          <p:cNvPr id="13" name="Text Placeholder 3">
            <a:extLst>
              <a:ext uri="{FF2B5EF4-FFF2-40B4-BE49-F238E27FC236}">
                <a16:creationId xmlns:a16="http://schemas.microsoft.com/office/drawing/2014/main" id="{AAA4D9F5-240A-9CC5-1EF0-9AAA83CC6908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07988" y="1428926"/>
            <a:ext cx="8528622" cy="2783977"/>
          </a:xfrm>
          <a:prstGeom prst="rect">
            <a:avLst/>
          </a:prstGeom>
        </p:spPr>
        <p:txBody>
          <a:bodyPr lIns="0" tIns="0" rIns="0" bIns="0" anchor="b" anchorCtr="0"/>
          <a:lstStyle>
            <a:lvl1pPr marL="0" indent="0">
              <a:buNone/>
              <a:defRPr sz="3400">
                <a:solidFill>
                  <a:schemeClr val="tx1">
                    <a:lumMod val="85000"/>
                    <a:lumOff val="15000"/>
                  </a:schemeClr>
                </a:solidFill>
                <a:latin typeface="Versos Light" panose="020B0403020204030204" pitchFamily="34" charset="0"/>
              </a:defRPr>
            </a:lvl1pPr>
          </a:lstStyle>
          <a:p>
            <a:pPr lvl="0"/>
            <a:r>
              <a:rPr lang="en-US" err="1"/>
              <a:t>Título</a:t>
            </a:r>
            <a:r>
              <a:rPr lang="en-US"/>
              <a:t> Template</a:t>
            </a:r>
          </a:p>
          <a:p>
            <a:pPr lvl="0"/>
            <a:r>
              <a:rPr lang="en-US" err="1"/>
              <a:t>Padrão</a:t>
            </a:r>
            <a:r>
              <a:rPr lang="en-US"/>
              <a:t> </a:t>
            </a:r>
            <a:r>
              <a:rPr lang="en-US" err="1"/>
              <a:t>Exemplo</a:t>
            </a:r>
            <a:endParaRPr lang="en-US"/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73AE31B1-0E8A-430C-61E0-A4A65D4D936A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07988" y="4213225"/>
            <a:ext cx="8528622" cy="997297"/>
          </a:xfrm>
          <a:prstGeom prst="rect">
            <a:avLst/>
          </a:prstGeom>
        </p:spPr>
        <p:txBody>
          <a:bodyPr lIns="0" tIns="0" rIns="0" bIns="0"/>
          <a:lstStyle>
            <a:lvl1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1pPr>
            <a:lvl2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2pPr>
            <a:lvl3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3pPr>
            <a:lvl4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4pPr>
            <a:lvl5pPr>
              <a:defRPr lang="pt-BR" sz="2000" b="1" i="0" u="none" strike="noStrike" kern="1200" cap="none" dirty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pt-BR" sz="2000" b="1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</a:rPr>
              <a:t>FIC FIM EXEMPLO</a:t>
            </a:r>
            <a:endParaRPr lang="pt-BR"/>
          </a:p>
        </p:txBody>
      </p:sp>
      <p:sp>
        <p:nvSpPr>
          <p:cNvPr id="30" name="Text Placeholder 20">
            <a:extLst>
              <a:ext uri="{FF2B5EF4-FFF2-40B4-BE49-F238E27FC236}">
                <a16:creationId xmlns:a16="http://schemas.microsoft.com/office/drawing/2014/main" id="{934DB4E9-86EE-19B2-F28E-B6B39FA4B1F5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07988" y="6296541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32" name="Text Placeholder 20">
            <a:extLst>
              <a:ext uri="{FF2B5EF4-FFF2-40B4-BE49-F238E27FC236}">
                <a16:creationId xmlns:a16="http://schemas.microsoft.com/office/drawing/2014/main" id="{850383A8-9127-B34A-E6D1-F69E05D79895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2078071" y="6296541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34" name="Text Placeholder 20">
            <a:extLst>
              <a:ext uri="{FF2B5EF4-FFF2-40B4-BE49-F238E27FC236}">
                <a16:creationId xmlns:a16="http://schemas.microsoft.com/office/drawing/2014/main" id="{85F8F009-E0C0-389F-A62C-DC5687737A09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3747996" y="6296541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42" name="Text Placeholder 41">
            <a:extLst>
              <a:ext uri="{FF2B5EF4-FFF2-40B4-BE49-F238E27FC236}">
                <a16:creationId xmlns:a16="http://schemas.microsoft.com/office/drawing/2014/main" id="{140D0127-258A-5E7A-3C7D-AF1C84BD6CAD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407988" y="6089649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43" name="Text Placeholder 41">
            <a:extLst>
              <a:ext uri="{FF2B5EF4-FFF2-40B4-BE49-F238E27FC236}">
                <a16:creationId xmlns:a16="http://schemas.microsoft.com/office/drawing/2014/main" id="{A32E9CBC-834D-C50D-C2C9-565EFA05B776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078070" y="6089649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44" name="Text Placeholder 41">
            <a:extLst>
              <a:ext uri="{FF2B5EF4-FFF2-40B4-BE49-F238E27FC236}">
                <a16:creationId xmlns:a16="http://schemas.microsoft.com/office/drawing/2014/main" id="{1D22D663-9C6A-0A9C-E296-B8F5A8C94503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3747995" y="6089649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46" name="Text Placeholder 17">
            <a:extLst>
              <a:ext uri="{FF2B5EF4-FFF2-40B4-BE49-F238E27FC236}">
                <a16:creationId xmlns:a16="http://schemas.microsoft.com/office/drawing/2014/main" id="{48CDD840-EB84-76C6-6376-7AFDC5AF9416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07988" y="5776796"/>
            <a:ext cx="6115360" cy="200722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Área de atuação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C2935FC2-3F32-CBA6-4567-CD29DB2E616B}"/>
              </a:ext>
            </a:extLst>
          </p:cNvPr>
          <p:cNvGrpSpPr/>
          <p:nvPr/>
        </p:nvGrpSpPr>
        <p:grpSpPr>
          <a:xfrm>
            <a:off x="-62630" y="3261055"/>
            <a:ext cx="12291315" cy="3825292"/>
            <a:chOff x="-62630" y="3261055"/>
            <a:chExt cx="12291315" cy="3825292"/>
          </a:xfrm>
        </p:grpSpPr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8F58F887-7E41-5E66-1A5E-8F80DCB30644}"/>
                </a:ext>
              </a:extLst>
            </p:cNvPr>
            <p:cNvSpPr/>
            <p:nvPr/>
          </p:nvSpPr>
          <p:spPr>
            <a:xfrm flipV="1">
              <a:off x="-62630" y="5210522"/>
              <a:ext cx="12254630" cy="200722"/>
            </a:xfrm>
            <a:custGeom>
              <a:avLst/>
              <a:gdLst>
                <a:gd name="connsiteX0" fmla="*/ 0 w 12225403"/>
                <a:gd name="connsiteY0" fmla="*/ 0 h 0"/>
                <a:gd name="connsiteX1" fmla="*/ 12225403 w 12225403"/>
                <a:gd name="connsiteY1" fmla="*/ 0 h 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225403">
                  <a:moveTo>
                    <a:pt x="0" y="0"/>
                  </a:moveTo>
                  <a:lnTo>
                    <a:pt x="12225403" y="0"/>
                  </a:lnTo>
                </a:path>
              </a:pathLst>
            </a:custGeom>
            <a:noFill/>
            <a:ln w="19050">
              <a:solidFill>
                <a:schemeClr val="tx2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28079FF5-2532-84E1-7456-BB6FC72227D3}"/>
                </a:ext>
              </a:extLst>
            </p:cNvPr>
            <p:cNvSpPr/>
            <p:nvPr/>
          </p:nvSpPr>
          <p:spPr>
            <a:xfrm>
              <a:off x="7240261" y="3261055"/>
              <a:ext cx="4988424" cy="3825292"/>
            </a:xfrm>
            <a:custGeom>
              <a:avLst/>
              <a:gdLst>
                <a:gd name="connsiteX0" fmla="*/ 0 w 5087815"/>
                <a:gd name="connsiteY0" fmla="*/ 3845169 h 3845169"/>
                <a:gd name="connsiteX1" fmla="*/ 5087815 w 5087815"/>
                <a:gd name="connsiteY1" fmla="*/ 0 h 3845169"/>
                <a:gd name="connsiteX0" fmla="*/ 0 w 5048059"/>
                <a:gd name="connsiteY0" fmla="*/ 3954500 h 3954500"/>
                <a:gd name="connsiteX1" fmla="*/ 5048059 w 5048059"/>
                <a:gd name="connsiteY1" fmla="*/ 0 h 3954500"/>
                <a:gd name="connsiteX0" fmla="*/ 0 w 5048059"/>
                <a:gd name="connsiteY0" fmla="*/ 3954500 h 3954500"/>
                <a:gd name="connsiteX1" fmla="*/ 5048059 w 5048059"/>
                <a:gd name="connsiteY1" fmla="*/ 0 h 3954500"/>
                <a:gd name="connsiteX0" fmla="*/ 0 w 4988424"/>
                <a:gd name="connsiteY0" fmla="*/ 3835231 h 3835231"/>
                <a:gd name="connsiteX1" fmla="*/ 4988424 w 4988424"/>
                <a:gd name="connsiteY1" fmla="*/ 0 h 3835231"/>
                <a:gd name="connsiteX0" fmla="*/ 0 w 4988424"/>
                <a:gd name="connsiteY0" fmla="*/ 3835231 h 3835231"/>
                <a:gd name="connsiteX1" fmla="*/ 4988424 w 4988424"/>
                <a:gd name="connsiteY1" fmla="*/ 0 h 3835231"/>
                <a:gd name="connsiteX0" fmla="*/ 0 w 4988424"/>
                <a:gd name="connsiteY0" fmla="*/ 3835231 h 3835231"/>
                <a:gd name="connsiteX1" fmla="*/ 4988424 w 4988424"/>
                <a:gd name="connsiteY1" fmla="*/ 0 h 3835231"/>
                <a:gd name="connsiteX0" fmla="*/ 0 w 4988424"/>
                <a:gd name="connsiteY0" fmla="*/ 3825292 h 3825292"/>
                <a:gd name="connsiteX1" fmla="*/ 4988424 w 4988424"/>
                <a:gd name="connsiteY1" fmla="*/ 0 h 3825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88424" h="3825292">
                  <a:moveTo>
                    <a:pt x="0" y="3825292"/>
                  </a:moveTo>
                  <a:cubicBezTo>
                    <a:pt x="1384087" y="1839675"/>
                    <a:pt x="2310976" y="251621"/>
                    <a:pt x="4988424" y="0"/>
                  </a:cubicBezTo>
                </a:path>
              </a:pathLst>
            </a:custGeom>
            <a:noFill/>
            <a:ln w="19050">
              <a:solidFill>
                <a:schemeClr val="tx2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/>
            </a:p>
          </p:txBody>
        </p:sp>
      </p:grpSp>
      <p:sp>
        <p:nvSpPr>
          <p:cNvPr id="4" name="Text Placeholder 20">
            <a:extLst>
              <a:ext uri="{FF2B5EF4-FFF2-40B4-BE49-F238E27FC236}">
                <a16:creationId xmlns:a16="http://schemas.microsoft.com/office/drawing/2014/main" id="{BE0605A0-B5C6-7ACB-6BC0-473556C05E5A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8575831" y="6296541"/>
            <a:ext cx="3186900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r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Data</a:t>
            </a:r>
          </a:p>
        </p:txBody>
      </p:sp>
      <p:sp>
        <p:nvSpPr>
          <p:cNvPr id="5" name="Text Placeholder 41">
            <a:extLst>
              <a:ext uri="{FF2B5EF4-FFF2-40B4-BE49-F238E27FC236}">
                <a16:creationId xmlns:a16="http://schemas.microsoft.com/office/drawing/2014/main" id="{578E0E92-2BD9-4613-36C5-35EAB19449D5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8575830" y="6089649"/>
            <a:ext cx="3186900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r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43668807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257">
          <p15:clr>
            <a:srgbClr val="FBAE40"/>
          </p15:clr>
        </p15:guide>
        <p15:guide id="2" pos="7423">
          <p15:clr>
            <a:srgbClr val="FBAE40"/>
          </p15:clr>
        </p15:guide>
        <p15:guide id="3" orient="horz" pos="4088">
          <p15:clr>
            <a:srgbClr val="FBAE40"/>
          </p15:clr>
        </p15:guide>
        <p15:guide id="4" orient="horz" pos="3725">
          <p15:clr>
            <a:srgbClr val="FBAE40"/>
          </p15:clr>
        </p15:guide>
        <p15:guide id="5" orient="horz" pos="255">
          <p15:clr>
            <a:srgbClr val="FBAE40"/>
          </p15:clr>
        </p15:guide>
      </p15:sldGuideLst>
    </p:ext>
  </p:extLst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Capa 01 - Escura">
    <p:bg>
      <p:bgPr>
        <a:gradFill>
          <a:gsLst>
            <a:gs pos="0">
              <a:schemeClr val="tx1">
                <a:lumMod val="95000"/>
                <a:lumOff val="5000"/>
              </a:schemeClr>
            </a:gs>
            <a:gs pos="100000">
              <a:schemeClr val="tx1">
                <a:lumMod val="85000"/>
                <a:lumOff val="15000"/>
              </a:schemeClr>
            </a:gs>
            <a:gs pos="49000">
              <a:schemeClr val="tx1">
                <a:lumMod val="95000"/>
                <a:lumOff val="5000"/>
              </a:schemeClr>
            </a:gs>
          </a:gsLst>
          <a:lin ang="4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8">
            <a:extLst>
              <a:ext uri="{FF2B5EF4-FFF2-40B4-BE49-F238E27FC236}">
                <a16:creationId xmlns:a16="http://schemas.microsoft.com/office/drawing/2014/main" id="{17364209-1E38-0B40-9231-C88F3267BC2A}"/>
              </a:ext>
            </a:extLst>
          </p:cNvPr>
          <p:cNvPicPr>
            <a:picLocks noChangeAspect="1"/>
          </p:cNvPicPr>
          <p:nvPr/>
        </p:nvPicPr>
        <p:blipFill rotWithShape="1">
          <a:blip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 l="-8117" t="-23966" r="-8117" b="-23966"/>
          <a:stretch/>
        </p:blipFill>
        <p:spPr>
          <a:xfrm>
            <a:off x="10183916" y="304605"/>
            <a:ext cx="1715687" cy="742966"/>
          </a:xfrm>
          <a:prstGeom prst="rect">
            <a:avLst/>
          </a:prstGeom>
        </p:spPr>
      </p:pic>
      <p:sp>
        <p:nvSpPr>
          <p:cNvPr id="13" name="Text Placeholder 3">
            <a:extLst>
              <a:ext uri="{FF2B5EF4-FFF2-40B4-BE49-F238E27FC236}">
                <a16:creationId xmlns:a16="http://schemas.microsoft.com/office/drawing/2014/main" id="{AAA4D9F5-240A-9CC5-1EF0-9AAA83CC6908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07988" y="1428926"/>
            <a:ext cx="8528622" cy="2783977"/>
          </a:xfrm>
          <a:prstGeom prst="rect">
            <a:avLst/>
          </a:prstGeom>
        </p:spPr>
        <p:txBody>
          <a:bodyPr lIns="0" tIns="0" rIns="0" bIns="0" anchor="b" anchorCtr="0"/>
          <a:lstStyle>
            <a:lvl1pPr marL="0" indent="0">
              <a:buNone/>
              <a:defRPr sz="3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</a:lstStyle>
          <a:p>
            <a:pPr lvl="0"/>
            <a:r>
              <a:rPr lang="en-US" err="1"/>
              <a:t>Título</a:t>
            </a:r>
            <a:r>
              <a:rPr lang="en-US"/>
              <a:t> Template</a:t>
            </a:r>
          </a:p>
          <a:p>
            <a:pPr lvl="0"/>
            <a:r>
              <a:rPr lang="en-US" err="1"/>
              <a:t>Padrão</a:t>
            </a:r>
            <a:r>
              <a:rPr lang="en-US"/>
              <a:t> </a:t>
            </a:r>
            <a:r>
              <a:rPr lang="en-US" err="1"/>
              <a:t>Exemplo</a:t>
            </a:r>
            <a:endParaRPr lang="en-US"/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73AE31B1-0E8A-430C-61E0-A4A65D4D936A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07988" y="4213225"/>
            <a:ext cx="8528622" cy="997297"/>
          </a:xfrm>
          <a:prstGeom prst="rect">
            <a:avLst/>
          </a:prstGeom>
        </p:spPr>
        <p:txBody>
          <a:bodyPr lIns="0" tIns="0" rIns="0" bIns="0"/>
          <a:lstStyle>
            <a:lvl1pPr>
              <a:defRPr lang="en-US" sz="2000" b="1" i="0" u="none" strike="noStrike" kern="1200" cap="none" dirty="0" smtClean="0">
                <a:solidFill>
                  <a:schemeClr val="accent2"/>
                </a:solidFill>
                <a:latin typeface="Versos"/>
                <a:ea typeface="+mj-ea"/>
                <a:cs typeface="+mj-cs"/>
                <a:sym typeface="Arial"/>
              </a:defRPr>
            </a:lvl1pPr>
            <a:lvl2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2pPr>
            <a:lvl3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3pPr>
            <a:lvl4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4pPr>
            <a:lvl5pPr>
              <a:defRPr lang="pt-BR" sz="2000" b="1" i="0" u="none" strike="noStrike" kern="1200" cap="none" dirty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pt-BR" sz="2000" b="1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</a:rPr>
              <a:t>FIC FIM EXEMPLO</a:t>
            </a:r>
            <a:endParaRPr lang="pt-BR"/>
          </a:p>
        </p:txBody>
      </p:sp>
      <p:sp>
        <p:nvSpPr>
          <p:cNvPr id="30" name="Text Placeholder 20">
            <a:extLst>
              <a:ext uri="{FF2B5EF4-FFF2-40B4-BE49-F238E27FC236}">
                <a16:creationId xmlns:a16="http://schemas.microsoft.com/office/drawing/2014/main" id="{934DB4E9-86EE-19B2-F28E-B6B39FA4B1F5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07988" y="6296541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32" name="Text Placeholder 20">
            <a:extLst>
              <a:ext uri="{FF2B5EF4-FFF2-40B4-BE49-F238E27FC236}">
                <a16:creationId xmlns:a16="http://schemas.microsoft.com/office/drawing/2014/main" id="{850383A8-9127-B34A-E6D1-F69E05D79895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2078071" y="6296541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34" name="Text Placeholder 20">
            <a:extLst>
              <a:ext uri="{FF2B5EF4-FFF2-40B4-BE49-F238E27FC236}">
                <a16:creationId xmlns:a16="http://schemas.microsoft.com/office/drawing/2014/main" id="{85F8F009-E0C0-389F-A62C-DC5687737A09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3747996" y="6296541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42" name="Text Placeholder 41">
            <a:extLst>
              <a:ext uri="{FF2B5EF4-FFF2-40B4-BE49-F238E27FC236}">
                <a16:creationId xmlns:a16="http://schemas.microsoft.com/office/drawing/2014/main" id="{140D0127-258A-5E7A-3C7D-AF1C84BD6CAD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407988" y="6089649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43" name="Text Placeholder 41">
            <a:extLst>
              <a:ext uri="{FF2B5EF4-FFF2-40B4-BE49-F238E27FC236}">
                <a16:creationId xmlns:a16="http://schemas.microsoft.com/office/drawing/2014/main" id="{A32E9CBC-834D-C50D-C2C9-565EFA05B776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078070" y="6089649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44" name="Text Placeholder 41">
            <a:extLst>
              <a:ext uri="{FF2B5EF4-FFF2-40B4-BE49-F238E27FC236}">
                <a16:creationId xmlns:a16="http://schemas.microsoft.com/office/drawing/2014/main" id="{1D22D663-9C6A-0A9C-E296-B8F5A8C94503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3747995" y="6089649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5" name="Text Placeholder 17">
            <a:extLst>
              <a:ext uri="{FF2B5EF4-FFF2-40B4-BE49-F238E27FC236}">
                <a16:creationId xmlns:a16="http://schemas.microsoft.com/office/drawing/2014/main" id="{3B41FADA-7416-6D91-985E-A81EE25A040F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07988" y="5776796"/>
            <a:ext cx="6115360" cy="200722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accent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Área de atuação</a:t>
            </a:r>
          </a:p>
        </p:txBody>
      </p:sp>
      <p:sp>
        <p:nvSpPr>
          <p:cNvPr id="7" name="Freeform: Shape 6">
            <a:extLst>
              <a:ext uri="{FF2B5EF4-FFF2-40B4-BE49-F238E27FC236}">
                <a16:creationId xmlns:a16="http://schemas.microsoft.com/office/drawing/2014/main" id="{6E98746F-93D0-516C-ECFF-DF28CB0B3CBB}"/>
              </a:ext>
            </a:extLst>
          </p:cNvPr>
          <p:cNvSpPr/>
          <p:nvPr/>
        </p:nvSpPr>
        <p:spPr>
          <a:xfrm flipV="1">
            <a:off x="-62630" y="5210522"/>
            <a:ext cx="12254630" cy="200722"/>
          </a:xfrm>
          <a:custGeom>
            <a:avLst/>
            <a:gdLst>
              <a:gd name="connsiteX0" fmla="*/ 0 w 12225403"/>
              <a:gd name="connsiteY0" fmla="*/ 0 h 0"/>
              <a:gd name="connsiteX1" fmla="*/ 12225403 w 12225403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2225403">
                <a:moveTo>
                  <a:pt x="0" y="0"/>
                </a:moveTo>
                <a:lnTo>
                  <a:pt x="12225403" y="0"/>
                </a:lnTo>
              </a:path>
            </a:pathLst>
          </a:custGeom>
          <a:noFill/>
          <a:ln w="19050"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  <p:sp>
        <p:nvSpPr>
          <p:cNvPr id="8" name="Freeform: Shape 7">
            <a:extLst>
              <a:ext uri="{FF2B5EF4-FFF2-40B4-BE49-F238E27FC236}">
                <a16:creationId xmlns:a16="http://schemas.microsoft.com/office/drawing/2014/main" id="{6E96A427-24E0-016B-D437-13FB1826003C}"/>
              </a:ext>
            </a:extLst>
          </p:cNvPr>
          <p:cNvSpPr/>
          <p:nvPr/>
        </p:nvSpPr>
        <p:spPr>
          <a:xfrm>
            <a:off x="7240261" y="3261055"/>
            <a:ext cx="4988424" cy="3825292"/>
          </a:xfrm>
          <a:custGeom>
            <a:avLst/>
            <a:gdLst>
              <a:gd name="connsiteX0" fmla="*/ 0 w 5087815"/>
              <a:gd name="connsiteY0" fmla="*/ 3845169 h 3845169"/>
              <a:gd name="connsiteX1" fmla="*/ 5087815 w 5087815"/>
              <a:gd name="connsiteY1" fmla="*/ 0 h 3845169"/>
              <a:gd name="connsiteX0" fmla="*/ 0 w 5048059"/>
              <a:gd name="connsiteY0" fmla="*/ 3954500 h 3954500"/>
              <a:gd name="connsiteX1" fmla="*/ 5048059 w 5048059"/>
              <a:gd name="connsiteY1" fmla="*/ 0 h 3954500"/>
              <a:gd name="connsiteX0" fmla="*/ 0 w 5048059"/>
              <a:gd name="connsiteY0" fmla="*/ 3954500 h 3954500"/>
              <a:gd name="connsiteX1" fmla="*/ 5048059 w 5048059"/>
              <a:gd name="connsiteY1" fmla="*/ 0 h 3954500"/>
              <a:gd name="connsiteX0" fmla="*/ 0 w 4988424"/>
              <a:gd name="connsiteY0" fmla="*/ 3835231 h 3835231"/>
              <a:gd name="connsiteX1" fmla="*/ 4988424 w 4988424"/>
              <a:gd name="connsiteY1" fmla="*/ 0 h 3835231"/>
              <a:gd name="connsiteX0" fmla="*/ 0 w 4988424"/>
              <a:gd name="connsiteY0" fmla="*/ 3835231 h 3835231"/>
              <a:gd name="connsiteX1" fmla="*/ 4988424 w 4988424"/>
              <a:gd name="connsiteY1" fmla="*/ 0 h 3835231"/>
              <a:gd name="connsiteX0" fmla="*/ 0 w 4988424"/>
              <a:gd name="connsiteY0" fmla="*/ 3835231 h 3835231"/>
              <a:gd name="connsiteX1" fmla="*/ 4988424 w 4988424"/>
              <a:gd name="connsiteY1" fmla="*/ 0 h 3835231"/>
              <a:gd name="connsiteX0" fmla="*/ 0 w 4988424"/>
              <a:gd name="connsiteY0" fmla="*/ 3825292 h 3825292"/>
              <a:gd name="connsiteX1" fmla="*/ 4988424 w 4988424"/>
              <a:gd name="connsiteY1" fmla="*/ 0 h 38252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988424" h="3825292">
                <a:moveTo>
                  <a:pt x="0" y="3825292"/>
                </a:moveTo>
                <a:cubicBezTo>
                  <a:pt x="1384087" y="1839675"/>
                  <a:pt x="2310976" y="251621"/>
                  <a:pt x="4988424" y="0"/>
                </a:cubicBezTo>
              </a:path>
            </a:pathLst>
          </a:custGeom>
          <a:noFill/>
          <a:ln w="19050"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  <p:sp>
        <p:nvSpPr>
          <p:cNvPr id="2" name="Text Placeholder 20">
            <a:extLst>
              <a:ext uri="{FF2B5EF4-FFF2-40B4-BE49-F238E27FC236}">
                <a16:creationId xmlns:a16="http://schemas.microsoft.com/office/drawing/2014/main" id="{24980C9D-4D41-B17A-8A67-22E43D7DF676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8575831" y="6296541"/>
            <a:ext cx="3186900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r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Data</a:t>
            </a:r>
          </a:p>
        </p:txBody>
      </p:sp>
      <p:sp>
        <p:nvSpPr>
          <p:cNvPr id="4" name="Text Placeholder 41">
            <a:extLst>
              <a:ext uri="{FF2B5EF4-FFF2-40B4-BE49-F238E27FC236}">
                <a16:creationId xmlns:a16="http://schemas.microsoft.com/office/drawing/2014/main" id="{04999D09-56F6-319B-CE2A-FDBF50EE0743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8575830" y="6089649"/>
            <a:ext cx="3186900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r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182303783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257">
          <p15:clr>
            <a:srgbClr val="FBAE40"/>
          </p15:clr>
        </p15:guide>
        <p15:guide id="2" pos="7423">
          <p15:clr>
            <a:srgbClr val="FBAE40"/>
          </p15:clr>
        </p15:guide>
        <p15:guide id="3" orient="horz" pos="4088">
          <p15:clr>
            <a:srgbClr val="FBAE40"/>
          </p15:clr>
        </p15:guide>
        <p15:guide id="4" orient="horz" pos="3725">
          <p15:clr>
            <a:srgbClr val="FBAE40"/>
          </p15:clr>
        </p15:guide>
        <p15:guide id="5" orient="horz" pos="255">
          <p15:clr>
            <a:srgbClr val="FBAE40"/>
          </p15:clr>
        </p15:guide>
      </p15:sldGuideLst>
    </p:ext>
  </p:extLst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Capa 01 - Imagem">
    <p:bg>
      <p:bgPr>
        <a:gradFill>
          <a:gsLst>
            <a:gs pos="0">
              <a:schemeClr val="tx1">
                <a:lumMod val="95000"/>
                <a:lumOff val="5000"/>
              </a:schemeClr>
            </a:gs>
            <a:gs pos="100000">
              <a:schemeClr val="tx1">
                <a:lumMod val="85000"/>
                <a:lumOff val="15000"/>
              </a:schemeClr>
            </a:gs>
            <a:gs pos="49000">
              <a:schemeClr val="tx1">
                <a:lumMod val="95000"/>
                <a:lumOff val="5000"/>
              </a:schemeClr>
            </a:gs>
          </a:gsLst>
          <a:lin ang="4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>
            <a:extLst>
              <a:ext uri="{FF2B5EF4-FFF2-40B4-BE49-F238E27FC236}">
                <a16:creationId xmlns:a16="http://schemas.microsoft.com/office/drawing/2014/main" id="{6CE25AA9-5507-D7AE-7A0F-6F730AB9E7E0}"/>
              </a:ext>
            </a:extLst>
          </p:cNvPr>
          <p:cNvSpPr>
            <a:spLocks noGrp="1"/>
          </p:cNvSpPr>
          <p:nvPr>
            <p:ph type="pic" sz="quarter" idx="25"/>
          </p:nvPr>
        </p:nvSpPr>
        <p:spPr>
          <a:xfrm>
            <a:off x="0" y="0"/>
            <a:ext cx="12192000" cy="6858000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accent2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pt-BR"/>
          </a:p>
        </p:txBody>
      </p:sp>
      <p:sp>
        <p:nvSpPr>
          <p:cNvPr id="13" name="Text Placeholder 3">
            <a:extLst>
              <a:ext uri="{FF2B5EF4-FFF2-40B4-BE49-F238E27FC236}">
                <a16:creationId xmlns:a16="http://schemas.microsoft.com/office/drawing/2014/main" id="{AAA4D9F5-240A-9CC5-1EF0-9AAA83CC6908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07988" y="1428926"/>
            <a:ext cx="5331075" cy="2783977"/>
          </a:xfrm>
          <a:prstGeom prst="rect">
            <a:avLst/>
          </a:prstGeom>
        </p:spPr>
        <p:txBody>
          <a:bodyPr lIns="0" tIns="0" rIns="0" bIns="0" anchor="b" anchorCtr="0"/>
          <a:lstStyle>
            <a:lvl1pPr marL="0" indent="0">
              <a:buNone/>
              <a:defRPr sz="3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</a:lstStyle>
          <a:p>
            <a:pPr lvl="0"/>
            <a:r>
              <a:rPr lang="en-US" err="1"/>
              <a:t>Título</a:t>
            </a:r>
            <a:r>
              <a:rPr lang="en-US"/>
              <a:t> Template</a:t>
            </a:r>
          </a:p>
          <a:p>
            <a:pPr lvl="0"/>
            <a:r>
              <a:rPr lang="en-US" err="1"/>
              <a:t>Padrão</a:t>
            </a:r>
            <a:r>
              <a:rPr lang="en-US"/>
              <a:t> </a:t>
            </a:r>
            <a:r>
              <a:rPr lang="en-US" err="1"/>
              <a:t>Exemplo</a:t>
            </a:r>
            <a:endParaRPr lang="en-US"/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73AE31B1-0E8A-430C-61E0-A4A65D4D936A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07988" y="4213225"/>
            <a:ext cx="5331075" cy="997297"/>
          </a:xfrm>
          <a:prstGeom prst="rect">
            <a:avLst/>
          </a:prstGeom>
        </p:spPr>
        <p:txBody>
          <a:bodyPr lIns="0" tIns="0" rIns="0" bIns="0"/>
          <a:lstStyle>
            <a:lvl1pPr>
              <a:defRPr lang="en-US" sz="2000" b="1" i="0" u="none" strike="noStrike" kern="1200" cap="none" dirty="0" smtClean="0">
                <a:solidFill>
                  <a:schemeClr val="bg1"/>
                </a:solidFill>
                <a:latin typeface="Versos"/>
                <a:ea typeface="+mj-ea"/>
                <a:cs typeface="+mj-cs"/>
                <a:sym typeface="Arial"/>
              </a:defRPr>
            </a:lvl1pPr>
            <a:lvl2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2pPr>
            <a:lvl3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3pPr>
            <a:lvl4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4pPr>
            <a:lvl5pPr>
              <a:defRPr lang="pt-BR" sz="2000" b="1" i="0" u="none" strike="noStrike" kern="1200" cap="none" dirty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pt-BR" sz="2000" b="1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</a:rPr>
              <a:t>FIC FIM EXEMPLO</a:t>
            </a:r>
            <a:endParaRPr lang="pt-BR"/>
          </a:p>
        </p:txBody>
      </p:sp>
      <p:sp>
        <p:nvSpPr>
          <p:cNvPr id="30" name="Text Placeholder 20">
            <a:extLst>
              <a:ext uri="{FF2B5EF4-FFF2-40B4-BE49-F238E27FC236}">
                <a16:creationId xmlns:a16="http://schemas.microsoft.com/office/drawing/2014/main" id="{934DB4E9-86EE-19B2-F28E-B6B39FA4B1F5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07988" y="6296541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32" name="Text Placeholder 20">
            <a:extLst>
              <a:ext uri="{FF2B5EF4-FFF2-40B4-BE49-F238E27FC236}">
                <a16:creationId xmlns:a16="http://schemas.microsoft.com/office/drawing/2014/main" id="{850383A8-9127-B34A-E6D1-F69E05D79895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2078071" y="6296541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34" name="Text Placeholder 20">
            <a:extLst>
              <a:ext uri="{FF2B5EF4-FFF2-40B4-BE49-F238E27FC236}">
                <a16:creationId xmlns:a16="http://schemas.microsoft.com/office/drawing/2014/main" id="{85F8F009-E0C0-389F-A62C-DC5687737A09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3747996" y="6296541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42" name="Text Placeholder 41">
            <a:extLst>
              <a:ext uri="{FF2B5EF4-FFF2-40B4-BE49-F238E27FC236}">
                <a16:creationId xmlns:a16="http://schemas.microsoft.com/office/drawing/2014/main" id="{140D0127-258A-5E7A-3C7D-AF1C84BD6CAD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407988" y="6089649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43" name="Text Placeholder 41">
            <a:extLst>
              <a:ext uri="{FF2B5EF4-FFF2-40B4-BE49-F238E27FC236}">
                <a16:creationId xmlns:a16="http://schemas.microsoft.com/office/drawing/2014/main" id="{A32E9CBC-834D-C50D-C2C9-565EFA05B776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078070" y="6089649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44" name="Text Placeholder 41">
            <a:extLst>
              <a:ext uri="{FF2B5EF4-FFF2-40B4-BE49-F238E27FC236}">
                <a16:creationId xmlns:a16="http://schemas.microsoft.com/office/drawing/2014/main" id="{1D22D663-9C6A-0A9C-E296-B8F5A8C94503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3747995" y="6089649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12" name="Text Placeholder 17">
            <a:extLst>
              <a:ext uri="{FF2B5EF4-FFF2-40B4-BE49-F238E27FC236}">
                <a16:creationId xmlns:a16="http://schemas.microsoft.com/office/drawing/2014/main" id="{41C09ACC-02F6-3AD2-5D5C-3A3C21574A45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07988" y="5776796"/>
            <a:ext cx="6115360" cy="200722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Área de atuação</a:t>
            </a:r>
          </a:p>
        </p:txBody>
      </p:sp>
      <p:sp>
        <p:nvSpPr>
          <p:cNvPr id="2" name="Text Placeholder 20">
            <a:extLst>
              <a:ext uri="{FF2B5EF4-FFF2-40B4-BE49-F238E27FC236}">
                <a16:creationId xmlns:a16="http://schemas.microsoft.com/office/drawing/2014/main" id="{9B04EE8F-3EE7-08DA-E9BC-E70CF14BFD56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8575831" y="6296541"/>
            <a:ext cx="3186900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r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Data</a:t>
            </a:r>
          </a:p>
        </p:txBody>
      </p:sp>
      <p:sp>
        <p:nvSpPr>
          <p:cNvPr id="3" name="Text Placeholder 41">
            <a:extLst>
              <a:ext uri="{FF2B5EF4-FFF2-40B4-BE49-F238E27FC236}">
                <a16:creationId xmlns:a16="http://schemas.microsoft.com/office/drawing/2014/main" id="{05FE4C0A-8DA4-2E19-B615-8025ECABD753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8575830" y="6089649"/>
            <a:ext cx="3186900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r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48413185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257">
          <p15:clr>
            <a:srgbClr val="FBAE40"/>
          </p15:clr>
        </p15:guide>
        <p15:guide id="2" pos="7423">
          <p15:clr>
            <a:srgbClr val="FBAE40"/>
          </p15:clr>
        </p15:guide>
        <p15:guide id="3" orient="horz" pos="4088">
          <p15:clr>
            <a:srgbClr val="FBAE40"/>
          </p15:clr>
        </p15:guide>
        <p15:guide id="4" orient="horz" pos="3725">
          <p15:clr>
            <a:srgbClr val="FBAE40"/>
          </p15:clr>
        </p15:guide>
        <p15:guide id="5" orient="horz" pos="255">
          <p15:clr>
            <a:srgbClr val="FBAE40"/>
          </p15:clr>
        </p15:guide>
      </p15:sldGuideLst>
    </p:ext>
  </p:extLst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Capa 03 - Offwhite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8">
            <a:extLst>
              <a:ext uri="{FF2B5EF4-FFF2-40B4-BE49-F238E27FC236}">
                <a16:creationId xmlns:a16="http://schemas.microsoft.com/office/drawing/2014/main" id="{2DEBEA0F-4E1B-9808-C99B-E41F9970CFF7}"/>
              </a:ext>
            </a:extLst>
          </p:cNvPr>
          <p:cNvPicPr>
            <a:picLocks noChangeAspect="1"/>
          </p:cNvPicPr>
          <p:nvPr/>
        </p:nvPicPr>
        <p:blipFill rotWithShape="1">
          <a:blip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 l="-8117" t="-23966" r="-8117" b="-23966"/>
          <a:stretch/>
        </p:blipFill>
        <p:spPr>
          <a:xfrm>
            <a:off x="738640" y="838926"/>
            <a:ext cx="1715687" cy="742966"/>
          </a:xfrm>
          <a:prstGeom prst="rect">
            <a:avLst/>
          </a:prstGeom>
        </p:spPr>
      </p:pic>
      <p:grpSp>
        <p:nvGrpSpPr>
          <p:cNvPr id="9" name="Group 8">
            <a:extLst>
              <a:ext uri="{FF2B5EF4-FFF2-40B4-BE49-F238E27FC236}">
                <a16:creationId xmlns:a16="http://schemas.microsoft.com/office/drawing/2014/main" id="{ECB6E0B1-6C5C-8EAA-A4FE-6874C89277DD}"/>
              </a:ext>
            </a:extLst>
          </p:cNvPr>
          <p:cNvGrpSpPr/>
          <p:nvPr/>
        </p:nvGrpSpPr>
        <p:grpSpPr>
          <a:xfrm flipH="1" flipV="1">
            <a:off x="-2245849" y="188826"/>
            <a:ext cx="16683698" cy="8435291"/>
            <a:chOff x="-4315054" y="3467120"/>
            <a:chExt cx="10395022" cy="5255732"/>
          </a:xfrm>
          <a:noFill/>
        </p:grpSpPr>
        <p:sp>
          <p:nvSpPr>
            <p:cNvPr id="10" name="Google Shape;164;p7">
              <a:extLst>
                <a:ext uri="{FF2B5EF4-FFF2-40B4-BE49-F238E27FC236}">
                  <a16:creationId xmlns:a16="http://schemas.microsoft.com/office/drawing/2014/main" id="{709557B1-E813-ED30-6E19-09CE53F83F05}"/>
                </a:ext>
              </a:extLst>
            </p:cNvPr>
            <p:cNvSpPr>
              <a:spLocks/>
            </p:cNvSpPr>
            <p:nvPr/>
          </p:nvSpPr>
          <p:spPr>
            <a:xfrm>
              <a:off x="-4315054" y="3579352"/>
              <a:ext cx="8001000" cy="5143500"/>
            </a:xfrm>
            <a:custGeom>
              <a:avLst/>
              <a:gdLst/>
              <a:ahLst/>
              <a:cxnLst/>
              <a:rect l="l" t="t" r="r" b="b"/>
              <a:pathLst>
                <a:path w="10668000" h="6858000" extrusionOk="0">
                  <a:moveTo>
                    <a:pt x="10668000" y="3048000"/>
                  </a:moveTo>
                  <a:lnTo>
                    <a:pt x="7620000" y="0"/>
                  </a:lnTo>
                  <a:lnTo>
                    <a:pt x="0" y="0"/>
                  </a:lnTo>
                  <a:lnTo>
                    <a:pt x="0" y="6858000"/>
                  </a:lnTo>
                  <a:lnTo>
                    <a:pt x="5275072" y="6858000"/>
                  </a:lnTo>
                  <a:cubicBezTo>
                    <a:pt x="6288596" y="6858000"/>
                    <a:pt x="7260590" y="6455410"/>
                    <a:pt x="7977251" y="5738686"/>
                  </a:cubicBezTo>
                  <a:lnTo>
                    <a:pt x="10667936" y="3048000"/>
                  </a:lnTo>
                  <a:close/>
                </a:path>
              </a:pathLst>
            </a:custGeom>
            <a:grpFill/>
            <a:ln w="19050">
              <a:solidFill>
                <a:schemeClr val="tx2"/>
              </a:solidFill>
            </a:ln>
          </p:spPr>
          <p:txBody>
            <a:bodyPr spcFirstLastPara="1" wrap="square" lIns="68569" tIns="34275" rIns="68569" bIns="34275" anchor="ctr" anchorCtr="0">
              <a:noAutofit/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35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" name="Google Shape;163;p7">
              <a:extLst>
                <a:ext uri="{FF2B5EF4-FFF2-40B4-BE49-F238E27FC236}">
                  <a16:creationId xmlns:a16="http://schemas.microsoft.com/office/drawing/2014/main" id="{163B179E-000D-0A93-A099-1F2DD3405A63}"/>
                </a:ext>
              </a:extLst>
            </p:cNvPr>
            <p:cNvSpPr>
              <a:spLocks/>
            </p:cNvSpPr>
            <p:nvPr/>
          </p:nvSpPr>
          <p:spPr>
            <a:xfrm>
              <a:off x="3685946" y="3467120"/>
              <a:ext cx="2394022" cy="4788044"/>
            </a:xfrm>
            <a:custGeom>
              <a:avLst/>
              <a:gdLst/>
              <a:ahLst/>
              <a:cxnLst/>
              <a:rect l="l" t="t" r="r" b="b"/>
              <a:pathLst>
                <a:path w="1524000" h="3048000" extrusionOk="0">
                  <a:moveTo>
                    <a:pt x="1524000" y="0"/>
                  </a:moveTo>
                  <a:lnTo>
                    <a:pt x="0" y="1524000"/>
                  </a:lnTo>
                  <a:lnTo>
                    <a:pt x="1524000" y="3048000"/>
                  </a:lnTo>
                  <a:lnTo>
                    <a:pt x="1524000" y="0"/>
                  </a:lnTo>
                  <a:close/>
                </a:path>
              </a:pathLst>
            </a:custGeom>
            <a:grpFill/>
            <a:ln w="19050">
              <a:solidFill>
                <a:schemeClr val="tx2"/>
              </a:solidFill>
            </a:ln>
          </p:spPr>
          <p:txBody>
            <a:bodyPr spcFirstLastPara="1" wrap="square" lIns="68569" tIns="34275" rIns="68569" bIns="34275" anchor="ctr" anchorCtr="0">
              <a:noAutofit/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35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sos" panose="020B0503020204030204" pitchFamily="34" charset="0"/>
                <a:cs typeface="Arial"/>
                <a:sym typeface="Arial"/>
              </a:endParaRPr>
            </a:p>
          </p:txBody>
        </p:sp>
      </p:grpSp>
      <p:sp>
        <p:nvSpPr>
          <p:cNvPr id="15" name="Text Placeholder 3">
            <a:extLst>
              <a:ext uri="{FF2B5EF4-FFF2-40B4-BE49-F238E27FC236}">
                <a16:creationId xmlns:a16="http://schemas.microsoft.com/office/drawing/2014/main" id="{EF6397ED-D608-A754-01E3-E54481735F28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025927" y="2279951"/>
            <a:ext cx="4167530" cy="2783977"/>
          </a:xfrm>
          <a:prstGeom prst="rect">
            <a:avLst/>
          </a:prstGeom>
        </p:spPr>
        <p:txBody>
          <a:bodyPr lIns="0" tIns="0" rIns="0" bIns="0" anchor="b" anchorCtr="0"/>
          <a:lstStyle>
            <a:lvl1pPr marL="0" indent="0">
              <a:buNone/>
              <a:defRPr sz="3400">
                <a:solidFill>
                  <a:schemeClr val="tx1">
                    <a:lumMod val="85000"/>
                    <a:lumOff val="15000"/>
                  </a:schemeClr>
                </a:solidFill>
                <a:latin typeface="Versos Light" panose="020B0403020204030204" pitchFamily="34" charset="0"/>
              </a:defRPr>
            </a:lvl1pPr>
          </a:lstStyle>
          <a:p>
            <a:pPr lvl="0"/>
            <a:r>
              <a:rPr lang="en-US" err="1"/>
              <a:t>Título</a:t>
            </a:r>
            <a:r>
              <a:rPr lang="en-US"/>
              <a:t> Template</a:t>
            </a:r>
          </a:p>
          <a:p>
            <a:pPr lvl="0"/>
            <a:r>
              <a:rPr lang="en-US" err="1"/>
              <a:t>Padrão</a:t>
            </a:r>
            <a:r>
              <a:rPr lang="en-US"/>
              <a:t> </a:t>
            </a:r>
            <a:r>
              <a:rPr lang="en-US" err="1"/>
              <a:t>Exemplo</a:t>
            </a:r>
            <a:endParaRPr lang="en-US"/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3544F462-C3D0-3A99-CE21-80388166CF9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3025927" y="5064250"/>
            <a:ext cx="4167530" cy="997297"/>
          </a:xfrm>
          <a:prstGeom prst="rect">
            <a:avLst/>
          </a:prstGeom>
        </p:spPr>
        <p:txBody>
          <a:bodyPr lIns="0" tIns="0" rIns="0" bIns="0"/>
          <a:lstStyle>
            <a:lvl1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1pPr>
            <a:lvl2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2pPr>
            <a:lvl3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3pPr>
            <a:lvl4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4pPr>
            <a:lvl5pPr>
              <a:defRPr lang="pt-BR" sz="2000" b="1" i="0" u="none" strike="noStrike" kern="1200" cap="none" dirty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pt-BR" sz="2000" b="1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</a:rPr>
              <a:t>FIC FIM EXEMPLO</a:t>
            </a:r>
            <a:endParaRPr lang="pt-BR"/>
          </a:p>
        </p:txBody>
      </p:sp>
      <p:sp>
        <p:nvSpPr>
          <p:cNvPr id="17" name="Text Placeholder 20">
            <a:extLst>
              <a:ext uri="{FF2B5EF4-FFF2-40B4-BE49-F238E27FC236}">
                <a16:creationId xmlns:a16="http://schemas.microsoft.com/office/drawing/2014/main" id="{BA5F3DEE-BFFD-4F51-8E6D-21F8F53938D2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778241" y="3832328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18" name="Text Placeholder 20">
            <a:extLst>
              <a:ext uri="{FF2B5EF4-FFF2-40B4-BE49-F238E27FC236}">
                <a16:creationId xmlns:a16="http://schemas.microsoft.com/office/drawing/2014/main" id="{72C5B231-DCCE-4C1F-607F-C0BF7E80DE1F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8778242" y="4336763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19" name="Text Placeholder 20">
            <a:extLst>
              <a:ext uri="{FF2B5EF4-FFF2-40B4-BE49-F238E27FC236}">
                <a16:creationId xmlns:a16="http://schemas.microsoft.com/office/drawing/2014/main" id="{0CE07D1D-E8D1-4A91-522C-CF94F53AF328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8778242" y="4836532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20" name="Text Placeholder 41">
            <a:extLst>
              <a:ext uri="{FF2B5EF4-FFF2-40B4-BE49-F238E27FC236}">
                <a16:creationId xmlns:a16="http://schemas.microsoft.com/office/drawing/2014/main" id="{E6FF7A22-891A-F86E-5FD7-CCADE47C44BC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8778241" y="3625436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1" name="Text Placeholder 41">
            <a:extLst>
              <a:ext uri="{FF2B5EF4-FFF2-40B4-BE49-F238E27FC236}">
                <a16:creationId xmlns:a16="http://schemas.microsoft.com/office/drawing/2014/main" id="{5739434A-89B9-197A-C954-C8C8400EA07B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8778241" y="4129871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2" name="Text Placeholder 41">
            <a:extLst>
              <a:ext uri="{FF2B5EF4-FFF2-40B4-BE49-F238E27FC236}">
                <a16:creationId xmlns:a16="http://schemas.microsoft.com/office/drawing/2014/main" id="{E86E28AF-5895-145B-3E48-B69C6E087D79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8778241" y="4629640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3" name="Text Placeholder 17">
            <a:extLst>
              <a:ext uri="{FF2B5EF4-FFF2-40B4-BE49-F238E27FC236}">
                <a16:creationId xmlns:a16="http://schemas.microsoft.com/office/drawing/2014/main" id="{AEF0A33D-9CDC-CEEC-25F1-D50C4A0AE0FB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78241" y="3328639"/>
            <a:ext cx="1773356" cy="200722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Área de atuação</a:t>
            </a:r>
          </a:p>
        </p:txBody>
      </p:sp>
      <p:sp>
        <p:nvSpPr>
          <p:cNvPr id="3" name="Text Placeholder 20">
            <a:extLst>
              <a:ext uri="{FF2B5EF4-FFF2-40B4-BE49-F238E27FC236}">
                <a16:creationId xmlns:a16="http://schemas.microsoft.com/office/drawing/2014/main" id="{1916A49C-2CB2-080D-9837-92DC89445CE7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8778242" y="5882922"/>
            <a:ext cx="3186900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L="0" marR="3081" lvl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Data</a:t>
            </a:r>
          </a:p>
        </p:txBody>
      </p:sp>
      <p:sp>
        <p:nvSpPr>
          <p:cNvPr id="4" name="Text Placeholder 41">
            <a:extLst>
              <a:ext uri="{FF2B5EF4-FFF2-40B4-BE49-F238E27FC236}">
                <a16:creationId xmlns:a16="http://schemas.microsoft.com/office/drawing/2014/main" id="{DE651AEE-6CAB-58D3-A876-CD9B9FA39B76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8778241" y="5676030"/>
            <a:ext cx="3186900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L="0" marR="3081" lvl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</a:pPr>
            <a:r>
              <a:rPr lang="en-US"/>
              <a:t>Nome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93078254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1005">
          <p15:clr>
            <a:srgbClr val="FBAE40"/>
          </p15:clr>
        </p15:guide>
        <p15:guide id="2" pos="529">
          <p15:clr>
            <a:srgbClr val="FBAE40"/>
          </p15:clr>
        </p15:guide>
        <p15:guide id="3" pos="6652">
          <p15:clr>
            <a:srgbClr val="FBAE40"/>
          </p15:clr>
        </p15:guide>
        <p15:guide id="4" orient="horz" pos="2183">
          <p15:clr>
            <a:srgbClr val="FBAE40"/>
          </p15:clr>
        </p15:guide>
        <p15:guide id="5" orient="horz" pos="3135">
          <p15:clr>
            <a:srgbClr val="FBAE40"/>
          </p15:clr>
        </p15:guide>
        <p15:guide id="6" pos="1481">
          <p15:clr>
            <a:srgbClr val="FBAE40"/>
          </p15:clr>
        </p15:guide>
      </p15:sldGuideLst>
    </p:ext>
  </p:extLst>
</p:sldLayout>
</file>

<file path=ppt/slideLayouts/slideLayout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Capa 03 - Escura">
    <p:bg>
      <p:bgPr>
        <a:gradFill>
          <a:gsLst>
            <a:gs pos="0">
              <a:schemeClr val="tx1">
                <a:lumMod val="95000"/>
                <a:lumOff val="5000"/>
              </a:schemeClr>
            </a:gs>
            <a:gs pos="100000">
              <a:schemeClr val="tx1">
                <a:lumMod val="85000"/>
                <a:lumOff val="15000"/>
              </a:schemeClr>
            </a:gs>
            <a:gs pos="49000">
              <a:schemeClr val="tx1">
                <a:lumMod val="95000"/>
                <a:lumOff val="5000"/>
              </a:schemeClr>
            </a:gs>
          </a:gsLst>
          <a:lin ang="4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8">
            <a:extLst>
              <a:ext uri="{FF2B5EF4-FFF2-40B4-BE49-F238E27FC236}">
                <a16:creationId xmlns:a16="http://schemas.microsoft.com/office/drawing/2014/main" id="{2DEBEA0F-4E1B-9808-C99B-E41F9970CFF7}"/>
              </a:ext>
            </a:extLst>
          </p:cNvPr>
          <p:cNvPicPr>
            <a:picLocks noChangeAspect="1"/>
          </p:cNvPicPr>
          <p:nvPr/>
        </p:nvPicPr>
        <p:blipFill rotWithShape="1">
          <a:blip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 l="-8117" t="-23966" r="-8117" b="-23966"/>
          <a:stretch/>
        </p:blipFill>
        <p:spPr>
          <a:xfrm>
            <a:off x="738640" y="838926"/>
            <a:ext cx="1715687" cy="742966"/>
          </a:xfrm>
          <a:prstGeom prst="rect">
            <a:avLst/>
          </a:prstGeom>
        </p:spPr>
      </p:pic>
      <p:grpSp>
        <p:nvGrpSpPr>
          <p:cNvPr id="9" name="Group 8">
            <a:extLst>
              <a:ext uri="{FF2B5EF4-FFF2-40B4-BE49-F238E27FC236}">
                <a16:creationId xmlns:a16="http://schemas.microsoft.com/office/drawing/2014/main" id="{ECB6E0B1-6C5C-8EAA-A4FE-6874C89277DD}"/>
              </a:ext>
            </a:extLst>
          </p:cNvPr>
          <p:cNvGrpSpPr/>
          <p:nvPr/>
        </p:nvGrpSpPr>
        <p:grpSpPr>
          <a:xfrm flipH="1" flipV="1">
            <a:off x="-2245849" y="188826"/>
            <a:ext cx="16683698" cy="8435291"/>
            <a:chOff x="-4315054" y="3467120"/>
            <a:chExt cx="10395022" cy="5255732"/>
          </a:xfrm>
          <a:noFill/>
        </p:grpSpPr>
        <p:sp>
          <p:nvSpPr>
            <p:cNvPr id="10" name="Google Shape;164;p7">
              <a:extLst>
                <a:ext uri="{FF2B5EF4-FFF2-40B4-BE49-F238E27FC236}">
                  <a16:creationId xmlns:a16="http://schemas.microsoft.com/office/drawing/2014/main" id="{709557B1-E813-ED30-6E19-09CE53F83F05}"/>
                </a:ext>
              </a:extLst>
            </p:cNvPr>
            <p:cNvSpPr>
              <a:spLocks/>
            </p:cNvSpPr>
            <p:nvPr/>
          </p:nvSpPr>
          <p:spPr>
            <a:xfrm>
              <a:off x="-4315054" y="3579352"/>
              <a:ext cx="8001000" cy="5143500"/>
            </a:xfrm>
            <a:custGeom>
              <a:avLst/>
              <a:gdLst/>
              <a:ahLst/>
              <a:cxnLst/>
              <a:rect l="l" t="t" r="r" b="b"/>
              <a:pathLst>
                <a:path w="10668000" h="6858000" extrusionOk="0">
                  <a:moveTo>
                    <a:pt x="10668000" y="3048000"/>
                  </a:moveTo>
                  <a:lnTo>
                    <a:pt x="7620000" y="0"/>
                  </a:lnTo>
                  <a:lnTo>
                    <a:pt x="0" y="0"/>
                  </a:lnTo>
                  <a:lnTo>
                    <a:pt x="0" y="6858000"/>
                  </a:lnTo>
                  <a:lnTo>
                    <a:pt x="5275072" y="6858000"/>
                  </a:lnTo>
                  <a:cubicBezTo>
                    <a:pt x="6288596" y="6858000"/>
                    <a:pt x="7260590" y="6455410"/>
                    <a:pt x="7977251" y="5738686"/>
                  </a:cubicBezTo>
                  <a:lnTo>
                    <a:pt x="10667936" y="3048000"/>
                  </a:lnTo>
                  <a:close/>
                </a:path>
              </a:pathLst>
            </a:custGeom>
            <a:grpFill/>
            <a:ln w="19050">
              <a:solidFill>
                <a:schemeClr val="accent2"/>
              </a:solidFill>
            </a:ln>
          </p:spPr>
          <p:txBody>
            <a:bodyPr spcFirstLastPara="1" wrap="square" lIns="68569" tIns="34275" rIns="68569" bIns="34275" anchor="ctr" anchorCtr="0">
              <a:noAutofit/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35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" name="Google Shape;163;p7">
              <a:extLst>
                <a:ext uri="{FF2B5EF4-FFF2-40B4-BE49-F238E27FC236}">
                  <a16:creationId xmlns:a16="http://schemas.microsoft.com/office/drawing/2014/main" id="{163B179E-000D-0A93-A099-1F2DD3405A63}"/>
                </a:ext>
              </a:extLst>
            </p:cNvPr>
            <p:cNvSpPr>
              <a:spLocks/>
            </p:cNvSpPr>
            <p:nvPr/>
          </p:nvSpPr>
          <p:spPr>
            <a:xfrm>
              <a:off x="3685946" y="3467120"/>
              <a:ext cx="2394022" cy="4788044"/>
            </a:xfrm>
            <a:custGeom>
              <a:avLst/>
              <a:gdLst/>
              <a:ahLst/>
              <a:cxnLst/>
              <a:rect l="l" t="t" r="r" b="b"/>
              <a:pathLst>
                <a:path w="1524000" h="3048000" extrusionOk="0">
                  <a:moveTo>
                    <a:pt x="1524000" y="0"/>
                  </a:moveTo>
                  <a:lnTo>
                    <a:pt x="0" y="1524000"/>
                  </a:lnTo>
                  <a:lnTo>
                    <a:pt x="1524000" y="3048000"/>
                  </a:lnTo>
                  <a:lnTo>
                    <a:pt x="1524000" y="0"/>
                  </a:lnTo>
                  <a:close/>
                </a:path>
              </a:pathLst>
            </a:custGeom>
            <a:grpFill/>
            <a:ln w="19050">
              <a:solidFill>
                <a:schemeClr val="accent2"/>
              </a:solidFill>
            </a:ln>
          </p:spPr>
          <p:txBody>
            <a:bodyPr spcFirstLastPara="1" wrap="square" lIns="68569" tIns="34275" rIns="68569" bIns="34275" anchor="ctr" anchorCtr="0">
              <a:noAutofit/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35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sos" panose="020B0503020204030204" pitchFamily="34" charset="0"/>
                <a:cs typeface="Arial"/>
                <a:sym typeface="Arial"/>
              </a:endParaRPr>
            </a:p>
          </p:txBody>
        </p:sp>
      </p:grpSp>
      <p:sp>
        <p:nvSpPr>
          <p:cNvPr id="15" name="Text Placeholder 3">
            <a:extLst>
              <a:ext uri="{FF2B5EF4-FFF2-40B4-BE49-F238E27FC236}">
                <a16:creationId xmlns:a16="http://schemas.microsoft.com/office/drawing/2014/main" id="{EF6397ED-D608-A754-01E3-E54481735F28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025927" y="2279951"/>
            <a:ext cx="4167530" cy="2783977"/>
          </a:xfrm>
          <a:prstGeom prst="rect">
            <a:avLst/>
          </a:prstGeom>
        </p:spPr>
        <p:txBody>
          <a:bodyPr lIns="0" tIns="0" rIns="0" bIns="0" anchor="b" anchorCtr="0"/>
          <a:lstStyle>
            <a:lvl1pPr marL="0" indent="0">
              <a:buNone/>
              <a:defRPr sz="3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</a:lstStyle>
          <a:p>
            <a:pPr lvl="0"/>
            <a:r>
              <a:rPr lang="en-US" err="1"/>
              <a:t>Título</a:t>
            </a:r>
            <a:r>
              <a:rPr lang="en-US"/>
              <a:t> Template</a:t>
            </a:r>
          </a:p>
          <a:p>
            <a:pPr lvl="0"/>
            <a:r>
              <a:rPr lang="en-US" err="1"/>
              <a:t>Padrão</a:t>
            </a:r>
            <a:r>
              <a:rPr lang="en-US"/>
              <a:t> </a:t>
            </a:r>
            <a:r>
              <a:rPr lang="en-US" err="1"/>
              <a:t>Exemplo</a:t>
            </a:r>
            <a:endParaRPr lang="en-US"/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3544F462-C3D0-3A99-CE21-80388166CF9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3025927" y="5064250"/>
            <a:ext cx="4167530" cy="997297"/>
          </a:xfrm>
          <a:prstGeom prst="rect">
            <a:avLst/>
          </a:prstGeom>
        </p:spPr>
        <p:txBody>
          <a:bodyPr lIns="0" tIns="0" rIns="0" bIns="0"/>
          <a:lstStyle>
            <a:lvl1pPr>
              <a:defRPr lang="en-US" sz="2000" b="1" i="0" u="none" strike="noStrike" kern="1200" cap="none" dirty="0" smtClean="0">
                <a:solidFill>
                  <a:schemeClr val="bg1"/>
                </a:solidFill>
                <a:latin typeface="Versos"/>
                <a:ea typeface="+mj-ea"/>
                <a:cs typeface="+mj-cs"/>
                <a:sym typeface="Arial"/>
              </a:defRPr>
            </a:lvl1pPr>
            <a:lvl2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2pPr>
            <a:lvl3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3pPr>
            <a:lvl4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4pPr>
            <a:lvl5pPr>
              <a:defRPr lang="pt-BR" sz="2000" b="1" i="0" u="none" strike="noStrike" kern="1200" cap="none" dirty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pt-BR" sz="2000" b="1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</a:rPr>
              <a:t>FIC FIM EXEMPLO</a:t>
            </a:r>
            <a:endParaRPr lang="pt-BR"/>
          </a:p>
        </p:txBody>
      </p:sp>
      <p:sp>
        <p:nvSpPr>
          <p:cNvPr id="17" name="Text Placeholder 20">
            <a:extLst>
              <a:ext uri="{FF2B5EF4-FFF2-40B4-BE49-F238E27FC236}">
                <a16:creationId xmlns:a16="http://schemas.microsoft.com/office/drawing/2014/main" id="{BA5F3DEE-BFFD-4F51-8E6D-21F8F53938D2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778241" y="3832328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18" name="Text Placeholder 20">
            <a:extLst>
              <a:ext uri="{FF2B5EF4-FFF2-40B4-BE49-F238E27FC236}">
                <a16:creationId xmlns:a16="http://schemas.microsoft.com/office/drawing/2014/main" id="{72C5B231-DCCE-4C1F-607F-C0BF7E80DE1F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8778242" y="4336763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19" name="Text Placeholder 20">
            <a:extLst>
              <a:ext uri="{FF2B5EF4-FFF2-40B4-BE49-F238E27FC236}">
                <a16:creationId xmlns:a16="http://schemas.microsoft.com/office/drawing/2014/main" id="{0CE07D1D-E8D1-4A91-522C-CF94F53AF328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8778242" y="4836532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20" name="Text Placeholder 41">
            <a:extLst>
              <a:ext uri="{FF2B5EF4-FFF2-40B4-BE49-F238E27FC236}">
                <a16:creationId xmlns:a16="http://schemas.microsoft.com/office/drawing/2014/main" id="{E6FF7A22-891A-F86E-5FD7-CCADE47C44BC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8778241" y="3625436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1" name="Text Placeholder 41">
            <a:extLst>
              <a:ext uri="{FF2B5EF4-FFF2-40B4-BE49-F238E27FC236}">
                <a16:creationId xmlns:a16="http://schemas.microsoft.com/office/drawing/2014/main" id="{5739434A-89B9-197A-C954-C8C8400EA07B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8778241" y="4129871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2" name="Text Placeholder 41">
            <a:extLst>
              <a:ext uri="{FF2B5EF4-FFF2-40B4-BE49-F238E27FC236}">
                <a16:creationId xmlns:a16="http://schemas.microsoft.com/office/drawing/2014/main" id="{E86E28AF-5895-145B-3E48-B69C6E087D79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8778241" y="4629640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3" name="Text Placeholder 17">
            <a:extLst>
              <a:ext uri="{FF2B5EF4-FFF2-40B4-BE49-F238E27FC236}">
                <a16:creationId xmlns:a16="http://schemas.microsoft.com/office/drawing/2014/main" id="{AEF0A33D-9CDC-CEEC-25F1-D50C4A0AE0FB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78241" y="3328639"/>
            <a:ext cx="1773356" cy="200722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accent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Área de atuação</a:t>
            </a:r>
          </a:p>
        </p:txBody>
      </p:sp>
      <p:sp>
        <p:nvSpPr>
          <p:cNvPr id="3" name="Text Placeholder 20">
            <a:extLst>
              <a:ext uri="{FF2B5EF4-FFF2-40B4-BE49-F238E27FC236}">
                <a16:creationId xmlns:a16="http://schemas.microsoft.com/office/drawing/2014/main" id="{E42D91A7-19D0-58B4-A17F-19122F5E463D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8778242" y="5882922"/>
            <a:ext cx="3186900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Data</a:t>
            </a:r>
          </a:p>
        </p:txBody>
      </p:sp>
      <p:sp>
        <p:nvSpPr>
          <p:cNvPr id="4" name="Text Placeholder 41">
            <a:extLst>
              <a:ext uri="{FF2B5EF4-FFF2-40B4-BE49-F238E27FC236}">
                <a16:creationId xmlns:a16="http://schemas.microsoft.com/office/drawing/2014/main" id="{F4A2F437-B55F-6DD8-8289-FCD3631492C6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8778241" y="5676030"/>
            <a:ext cx="3186900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199379929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1005">
          <p15:clr>
            <a:srgbClr val="FBAE40"/>
          </p15:clr>
        </p15:guide>
        <p15:guide id="2" pos="529">
          <p15:clr>
            <a:srgbClr val="FBAE40"/>
          </p15:clr>
        </p15:guide>
        <p15:guide id="3" pos="1481">
          <p15:clr>
            <a:srgbClr val="FBAE40"/>
          </p15:clr>
        </p15:guide>
        <p15:guide id="4" orient="horz" pos="2183">
          <p15:clr>
            <a:srgbClr val="FBAE40"/>
          </p15:clr>
        </p15:guide>
        <p15:guide id="5" orient="horz" pos="3113">
          <p15:clr>
            <a:srgbClr val="FBAE40"/>
          </p15:clr>
        </p15:guide>
        <p15:guide id="6" pos="6652">
          <p15:clr>
            <a:srgbClr val="FBAE40"/>
          </p15:clr>
        </p15:guide>
      </p15:sldGuideLst>
    </p:ext>
  </p:extLst>
</p:sldLayout>
</file>

<file path=ppt/slideLayouts/slideLayout1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Capa 03 - Imagem">
    <p:bg>
      <p:bgPr>
        <a:gradFill>
          <a:gsLst>
            <a:gs pos="0">
              <a:schemeClr val="tx1">
                <a:lumMod val="95000"/>
                <a:lumOff val="5000"/>
              </a:schemeClr>
            </a:gs>
            <a:gs pos="100000">
              <a:schemeClr val="tx1">
                <a:lumMod val="85000"/>
                <a:lumOff val="15000"/>
              </a:schemeClr>
            </a:gs>
            <a:gs pos="49000">
              <a:schemeClr val="tx1">
                <a:lumMod val="95000"/>
                <a:lumOff val="5000"/>
              </a:schemeClr>
            </a:gs>
          </a:gsLst>
          <a:lin ang="4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>
            <a:extLst>
              <a:ext uri="{FF2B5EF4-FFF2-40B4-BE49-F238E27FC236}">
                <a16:creationId xmlns:a16="http://schemas.microsoft.com/office/drawing/2014/main" id="{471D9DDE-7386-ABE7-27BE-B636B984C935}"/>
              </a:ext>
            </a:extLst>
          </p:cNvPr>
          <p:cNvSpPr>
            <a:spLocks noGrp="1"/>
          </p:cNvSpPr>
          <p:nvPr>
            <p:ph type="pic" sz="quarter" idx="25"/>
          </p:nvPr>
        </p:nvSpPr>
        <p:spPr>
          <a:xfrm>
            <a:off x="0" y="0"/>
            <a:ext cx="12192000" cy="6858000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accent2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pt-BR"/>
          </a:p>
        </p:txBody>
      </p:sp>
      <p:sp>
        <p:nvSpPr>
          <p:cNvPr id="15" name="Text Placeholder 3">
            <a:extLst>
              <a:ext uri="{FF2B5EF4-FFF2-40B4-BE49-F238E27FC236}">
                <a16:creationId xmlns:a16="http://schemas.microsoft.com/office/drawing/2014/main" id="{EF6397ED-D608-A754-01E3-E54481735F28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025927" y="3805436"/>
            <a:ext cx="4167530" cy="1258492"/>
          </a:xfrm>
          <a:prstGeom prst="rect">
            <a:avLst/>
          </a:prstGeom>
        </p:spPr>
        <p:txBody>
          <a:bodyPr lIns="0" tIns="0" rIns="0" bIns="0" anchor="b" anchorCtr="0"/>
          <a:lstStyle>
            <a:lvl1pPr marL="0" indent="0">
              <a:buNone/>
              <a:defRPr sz="3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</a:lstStyle>
          <a:p>
            <a:pPr lvl="0"/>
            <a:r>
              <a:rPr lang="en-US" err="1"/>
              <a:t>Título</a:t>
            </a:r>
            <a:r>
              <a:rPr lang="en-US"/>
              <a:t> Template</a:t>
            </a:r>
          </a:p>
          <a:p>
            <a:pPr lvl="0"/>
            <a:r>
              <a:rPr lang="en-US" err="1"/>
              <a:t>Padrão</a:t>
            </a:r>
            <a:r>
              <a:rPr lang="en-US"/>
              <a:t> </a:t>
            </a:r>
            <a:r>
              <a:rPr lang="en-US" err="1"/>
              <a:t>Exemplo</a:t>
            </a:r>
            <a:endParaRPr lang="en-US"/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3544F462-C3D0-3A99-CE21-80388166CF9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3025927" y="5064250"/>
            <a:ext cx="4167530" cy="997297"/>
          </a:xfrm>
          <a:prstGeom prst="rect">
            <a:avLst/>
          </a:prstGeom>
        </p:spPr>
        <p:txBody>
          <a:bodyPr lIns="0" tIns="0" rIns="0" bIns="0"/>
          <a:lstStyle>
            <a:lvl1pPr>
              <a:defRPr lang="en-US" sz="2000" b="1" i="0" u="none" strike="noStrike" kern="1200" cap="none" dirty="0" smtClean="0">
                <a:solidFill>
                  <a:schemeClr val="bg1"/>
                </a:solidFill>
                <a:latin typeface="Versos"/>
                <a:ea typeface="+mj-ea"/>
                <a:cs typeface="+mj-cs"/>
                <a:sym typeface="Arial"/>
              </a:defRPr>
            </a:lvl1pPr>
            <a:lvl2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2pPr>
            <a:lvl3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3pPr>
            <a:lvl4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4pPr>
            <a:lvl5pPr>
              <a:defRPr lang="pt-BR" sz="2000" b="1" i="0" u="none" strike="noStrike" kern="1200" cap="none" dirty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pt-BR" sz="2000" b="1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</a:rPr>
              <a:t>FIC FIM EXEMPLO</a:t>
            </a:r>
            <a:endParaRPr lang="pt-BR"/>
          </a:p>
        </p:txBody>
      </p:sp>
      <p:sp>
        <p:nvSpPr>
          <p:cNvPr id="17" name="Text Placeholder 20">
            <a:extLst>
              <a:ext uri="{FF2B5EF4-FFF2-40B4-BE49-F238E27FC236}">
                <a16:creationId xmlns:a16="http://schemas.microsoft.com/office/drawing/2014/main" id="{BA5F3DEE-BFFD-4F51-8E6D-21F8F53938D2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778241" y="3832328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18" name="Text Placeholder 20">
            <a:extLst>
              <a:ext uri="{FF2B5EF4-FFF2-40B4-BE49-F238E27FC236}">
                <a16:creationId xmlns:a16="http://schemas.microsoft.com/office/drawing/2014/main" id="{72C5B231-DCCE-4C1F-607F-C0BF7E80DE1F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8778242" y="4336763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19" name="Text Placeholder 20">
            <a:extLst>
              <a:ext uri="{FF2B5EF4-FFF2-40B4-BE49-F238E27FC236}">
                <a16:creationId xmlns:a16="http://schemas.microsoft.com/office/drawing/2014/main" id="{0CE07D1D-E8D1-4A91-522C-CF94F53AF328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8778242" y="4836532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20" name="Text Placeholder 41">
            <a:extLst>
              <a:ext uri="{FF2B5EF4-FFF2-40B4-BE49-F238E27FC236}">
                <a16:creationId xmlns:a16="http://schemas.microsoft.com/office/drawing/2014/main" id="{E6FF7A22-891A-F86E-5FD7-CCADE47C44BC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8778241" y="3625436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1" name="Text Placeholder 41">
            <a:extLst>
              <a:ext uri="{FF2B5EF4-FFF2-40B4-BE49-F238E27FC236}">
                <a16:creationId xmlns:a16="http://schemas.microsoft.com/office/drawing/2014/main" id="{5739434A-89B9-197A-C954-C8C8400EA07B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8778241" y="4129871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2" name="Text Placeholder 41">
            <a:extLst>
              <a:ext uri="{FF2B5EF4-FFF2-40B4-BE49-F238E27FC236}">
                <a16:creationId xmlns:a16="http://schemas.microsoft.com/office/drawing/2014/main" id="{E86E28AF-5895-145B-3E48-B69C6E087D79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8778241" y="4629640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3" name="Text Placeholder 17">
            <a:extLst>
              <a:ext uri="{FF2B5EF4-FFF2-40B4-BE49-F238E27FC236}">
                <a16:creationId xmlns:a16="http://schemas.microsoft.com/office/drawing/2014/main" id="{AEF0A33D-9CDC-CEEC-25F1-D50C4A0AE0FB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78241" y="3328639"/>
            <a:ext cx="1773356" cy="200722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Área de atuação</a:t>
            </a:r>
          </a:p>
        </p:txBody>
      </p:sp>
      <p:sp>
        <p:nvSpPr>
          <p:cNvPr id="2" name="Text Placeholder 20">
            <a:extLst>
              <a:ext uri="{FF2B5EF4-FFF2-40B4-BE49-F238E27FC236}">
                <a16:creationId xmlns:a16="http://schemas.microsoft.com/office/drawing/2014/main" id="{23EA8F35-A116-C243-FB66-325BA6C55604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8778242" y="5882922"/>
            <a:ext cx="3186900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Data</a:t>
            </a:r>
          </a:p>
        </p:txBody>
      </p:sp>
      <p:sp>
        <p:nvSpPr>
          <p:cNvPr id="3" name="Text Placeholder 41">
            <a:extLst>
              <a:ext uri="{FF2B5EF4-FFF2-40B4-BE49-F238E27FC236}">
                <a16:creationId xmlns:a16="http://schemas.microsoft.com/office/drawing/2014/main" id="{9671512C-19B4-D1DD-B1BC-82CBD3FA48C1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8778241" y="5676030"/>
            <a:ext cx="3186900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150615619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1005">
          <p15:clr>
            <a:srgbClr val="FBAE40"/>
          </p15:clr>
        </p15:guide>
        <p15:guide id="2" pos="529">
          <p15:clr>
            <a:srgbClr val="FBAE40"/>
          </p15:clr>
        </p15:guide>
        <p15:guide id="3" pos="1481">
          <p15:clr>
            <a:srgbClr val="FBAE40"/>
          </p15:clr>
        </p15:guide>
        <p15:guide id="4" orient="horz" pos="2183">
          <p15:clr>
            <a:srgbClr val="FBAE40"/>
          </p15:clr>
        </p15:guide>
        <p15:guide id="5" orient="horz" pos="3113">
          <p15:clr>
            <a:srgbClr val="FBAE40"/>
          </p15:clr>
        </p15:guide>
        <p15:guide id="6" pos="6652">
          <p15:clr>
            <a:srgbClr val="FBAE40"/>
          </p15:clr>
        </p15:guide>
      </p15:sldGuideLst>
    </p:ext>
  </p:extLst>
</p:sldLayout>
</file>

<file path=ppt/slideLayouts/slideLayout10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>
  <p:cSld name="1_Divisória - Offwhite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8">
            <a:extLst>
              <a:ext uri="{FF2B5EF4-FFF2-40B4-BE49-F238E27FC236}">
                <a16:creationId xmlns:a16="http://schemas.microsoft.com/office/drawing/2014/main" id="{ADEEF5FA-E06D-34B7-BB29-590E9E06012B}"/>
              </a:ext>
            </a:extLst>
          </p:cNvPr>
          <p:cNvPicPr>
            <a:picLocks noChangeAspect="1"/>
          </p:cNvPicPr>
          <p:nvPr/>
        </p:nvPicPr>
        <p:blipFill rotWithShape="1">
          <a:blip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 l="-8117" t="-23966" r="-8117" b="-23966"/>
          <a:stretch/>
        </p:blipFill>
        <p:spPr>
          <a:xfrm>
            <a:off x="10221000" y="415511"/>
            <a:ext cx="1715687" cy="742966"/>
          </a:xfrm>
          <a:prstGeom prst="rect">
            <a:avLst/>
          </a:prstGeom>
        </p:spPr>
      </p:pic>
      <p:sp>
        <p:nvSpPr>
          <p:cNvPr id="3" name="object 4">
            <a:extLst>
              <a:ext uri="{FF2B5EF4-FFF2-40B4-BE49-F238E27FC236}">
                <a16:creationId xmlns:a16="http://schemas.microsoft.com/office/drawing/2014/main" id="{4E931D96-188D-2C26-E83E-305868F1218B}"/>
              </a:ext>
            </a:extLst>
          </p:cNvPr>
          <p:cNvSpPr/>
          <p:nvPr/>
        </p:nvSpPr>
        <p:spPr>
          <a:xfrm flipV="1">
            <a:off x="-2086899" y="2985948"/>
            <a:ext cx="12224042" cy="5749856"/>
          </a:xfrm>
          <a:custGeom>
            <a:avLst/>
            <a:gdLst/>
            <a:ahLst/>
            <a:cxnLst/>
            <a:rect l="l" t="t" r="r" b="b"/>
            <a:pathLst>
              <a:path w="20104100" h="9456420">
                <a:moveTo>
                  <a:pt x="0" y="9456078"/>
                </a:moveTo>
                <a:lnTo>
                  <a:pt x="6945301" y="9456078"/>
                </a:lnTo>
                <a:lnTo>
                  <a:pt x="6995278" y="9455836"/>
                </a:lnTo>
                <a:lnTo>
                  <a:pt x="7045194" y="9455111"/>
                </a:lnTo>
                <a:lnTo>
                  <a:pt x="7095043" y="9453904"/>
                </a:lnTo>
                <a:lnTo>
                  <a:pt x="7144825" y="9452217"/>
                </a:lnTo>
                <a:lnTo>
                  <a:pt x="7194535" y="9450052"/>
                </a:lnTo>
                <a:lnTo>
                  <a:pt x="7244171" y="9447409"/>
                </a:lnTo>
                <a:lnTo>
                  <a:pt x="7293730" y="9444290"/>
                </a:lnTo>
                <a:lnTo>
                  <a:pt x="7343208" y="9440698"/>
                </a:lnTo>
                <a:lnTo>
                  <a:pt x="7392603" y="9436632"/>
                </a:lnTo>
                <a:lnTo>
                  <a:pt x="7441911" y="9432096"/>
                </a:lnTo>
                <a:lnTo>
                  <a:pt x="7491130" y="9427089"/>
                </a:lnTo>
                <a:lnTo>
                  <a:pt x="7540257" y="9421615"/>
                </a:lnTo>
                <a:lnTo>
                  <a:pt x="7589288" y="9415673"/>
                </a:lnTo>
                <a:lnTo>
                  <a:pt x="7638221" y="9409267"/>
                </a:lnTo>
                <a:lnTo>
                  <a:pt x="7687052" y="9402396"/>
                </a:lnTo>
                <a:lnTo>
                  <a:pt x="7735779" y="9395063"/>
                </a:lnTo>
                <a:lnTo>
                  <a:pt x="7784399" y="9387270"/>
                </a:lnTo>
                <a:lnTo>
                  <a:pt x="7832908" y="9379017"/>
                </a:lnTo>
                <a:lnTo>
                  <a:pt x="7881303" y="9370306"/>
                </a:lnTo>
                <a:lnTo>
                  <a:pt x="7929582" y="9361139"/>
                </a:lnTo>
                <a:lnTo>
                  <a:pt x="7977741" y="9351517"/>
                </a:lnTo>
                <a:lnTo>
                  <a:pt x="8025778" y="9341441"/>
                </a:lnTo>
                <a:lnTo>
                  <a:pt x="8073690" y="9330914"/>
                </a:lnTo>
                <a:lnTo>
                  <a:pt x="8121473" y="9319936"/>
                </a:lnTo>
                <a:lnTo>
                  <a:pt x="8169124" y="9308509"/>
                </a:lnTo>
                <a:lnTo>
                  <a:pt x="8216640" y="9296635"/>
                </a:lnTo>
                <a:lnTo>
                  <a:pt x="8264020" y="9284315"/>
                </a:lnTo>
                <a:lnTo>
                  <a:pt x="8311258" y="9271550"/>
                </a:lnTo>
                <a:lnTo>
                  <a:pt x="8358353" y="9258342"/>
                </a:lnTo>
                <a:lnTo>
                  <a:pt x="8405301" y="9244693"/>
                </a:lnTo>
                <a:lnTo>
                  <a:pt x="8452100" y="9230604"/>
                </a:lnTo>
                <a:lnTo>
                  <a:pt x="8498746" y="9216076"/>
                </a:lnTo>
                <a:lnTo>
                  <a:pt x="8545236" y="9201111"/>
                </a:lnTo>
                <a:lnTo>
                  <a:pt x="8591568" y="9185710"/>
                </a:lnTo>
                <a:lnTo>
                  <a:pt x="8637738" y="9169876"/>
                </a:lnTo>
                <a:lnTo>
                  <a:pt x="8683743" y="9153608"/>
                </a:lnTo>
                <a:lnTo>
                  <a:pt x="8729581" y="9136910"/>
                </a:lnTo>
                <a:lnTo>
                  <a:pt x="8775248" y="9119782"/>
                </a:lnTo>
                <a:lnTo>
                  <a:pt x="8820741" y="9102226"/>
                </a:lnTo>
                <a:lnTo>
                  <a:pt x="8866057" y="9084243"/>
                </a:lnTo>
                <a:lnTo>
                  <a:pt x="8911194" y="9065835"/>
                </a:lnTo>
                <a:lnTo>
                  <a:pt x="8956148" y="9047004"/>
                </a:lnTo>
                <a:lnTo>
                  <a:pt x="9000916" y="9027750"/>
                </a:lnTo>
                <a:lnTo>
                  <a:pt x="9045496" y="9008075"/>
                </a:lnTo>
                <a:lnTo>
                  <a:pt x="9089883" y="8987981"/>
                </a:lnTo>
                <a:lnTo>
                  <a:pt x="9134076" y="8967470"/>
                </a:lnTo>
                <a:lnTo>
                  <a:pt x="9178071" y="8946542"/>
                </a:lnTo>
                <a:lnTo>
                  <a:pt x="9221865" y="8925199"/>
                </a:lnTo>
                <a:lnTo>
                  <a:pt x="9265455" y="8903443"/>
                </a:lnTo>
                <a:lnTo>
                  <a:pt x="9308839" y="8881275"/>
                </a:lnTo>
                <a:lnTo>
                  <a:pt x="9352012" y="8858697"/>
                </a:lnTo>
                <a:lnTo>
                  <a:pt x="9394973" y="8835710"/>
                </a:lnTo>
                <a:lnTo>
                  <a:pt x="9437718" y="8812316"/>
                </a:lnTo>
                <a:lnTo>
                  <a:pt x="9480244" y="8788516"/>
                </a:lnTo>
                <a:lnTo>
                  <a:pt x="9522548" y="8764311"/>
                </a:lnTo>
                <a:lnTo>
                  <a:pt x="9564627" y="8739704"/>
                </a:lnTo>
                <a:lnTo>
                  <a:pt x="9606478" y="8714695"/>
                </a:lnTo>
                <a:lnTo>
                  <a:pt x="9648098" y="8689286"/>
                </a:lnTo>
                <a:lnTo>
                  <a:pt x="9689484" y="8663479"/>
                </a:lnTo>
                <a:lnTo>
                  <a:pt x="9730634" y="8637274"/>
                </a:lnTo>
                <a:lnTo>
                  <a:pt x="9771543" y="8610675"/>
                </a:lnTo>
                <a:lnTo>
                  <a:pt x="9812209" y="8583681"/>
                </a:lnTo>
                <a:lnTo>
                  <a:pt x="9852630" y="8556295"/>
                </a:lnTo>
                <a:lnTo>
                  <a:pt x="9892801" y="8528517"/>
                </a:lnTo>
                <a:lnTo>
                  <a:pt x="9932720" y="8500351"/>
                </a:lnTo>
                <a:lnTo>
                  <a:pt x="9972384" y="8471796"/>
                </a:lnTo>
                <a:lnTo>
                  <a:pt x="10011790" y="8442854"/>
                </a:lnTo>
                <a:lnTo>
                  <a:pt x="10050935" y="8413528"/>
                </a:lnTo>
                <a:lnTo>
                  <a:pt x="10089816" y="8383818"/>
                </a:lnTo>
                <a:lnTo>
                  <a:pt x="10128430" y="8353726"/>
                </a:lnTo>
                <a:lnTo>
                  <a:pt x="10166774" y="8323253"/>
                </a:lnTo>
                <a:lnTo>
                  <a:pt x="10204845" y="8292401"/>
                </a:lnTo>
                <a:lnTo>
                  <a:pt x="10242640" y="8261172"/>
                </a:lnTo>
                <a:lnTo>
                  <a:pt x="10280155" y="8229566"/>
                </a:lnTo>
                <a:lnTo>
                  <a:pt x="10317388" y="8197585"/>
                </a:lnTo>
                <a:lnTo>
                  <a:pt x="10354336" y="8165232"/>
                </a:lnTo>
                <a:lnTo>
                  <a:pt x="10390996" y="8132507"/>
                </a:lnTo>
                <a:lnTo>
                  <a:pt x="10427365" y="8099411"/>
                </a:lnTo>
                <a:lnTo>
                  <a:pt x="10463440" y="8065947"/>
                </a:lnTo>
                <a:lnTo>
                  <a:pt x="10499217" y="8032115"/>
                </a:lnTo>
                <a:lnTo>
                  <a:pt x="10534694" y="7997918"/>
                </a:lnTo>
                <a:lnTo>
                  <a:pt x="10569868" y="7963356"/>
                </a:lnTo>
                <a:lnTo>
                  <a:pt x="10604736" y="7928432"/>
                </a:lnTo>
                <a:lnTo>
                  <a:pt x="10639295" y="7893146"/>
                </a:lnTo>
                <a:lnTo>
                  <a:pt x="10673541" y="7857501"/>
                </a:lnTo>
                <a:lnTo>
                  <a:pt x="10707472" y="7821497"/>
                </a:lnTo>
                <a:lnTo>
                  <a:pt x="10741084" y="7785136"/>
                </a:lnTo>
                <a:lnTo>
                  <a:pt x="10774376" y="7748420"/>
                </a:lnTo>
                <a:lnTo>
                  <a:pt x="10807343" y="7711350"/>
                </a:lnTo>
                <a:lnTo>
                  <a:pt x="10839983" y="7673928"/>
                </a:lnTo>
                <a:lnTo>
                  <a:pt x="10872292" y="7636155"/>
                </a:lnTo>
                <a:lnTo>
                  <a:pt x="10904268" y="7598032"/>
                </a:lnTo>
                <a:lnTo>
                  <a:pt x="10935908" y="7559561"/>
                </a:lnTo>
                <a:lnTo>
                  <a:pt x="10967208" y="7520744"/>
                </a:lnTo>
                <a:lnTo>
                  <a:pt x="10998166" y="7481582"/>
                </a:lnTo>
                <a:lnTo>
                  <a:pt x="11028779" y="7442077"/>
                </a:lnTo>
                <a:lnTo>
                  <a:pt x="14967612" y="2307814"/>
                </a:lnTo>
                <a:lnTo>
                  <a:pt x="14998203" y="2268285"/>
                </a:lnTo>
                <a:lnTo>
                  <a:pt x="15029097" y="2229056"/>
                </a:lnTo>
                <a:lnTo>
                  <a:pt x="15060290" y="2190127"/>
                </a:lnTo>
                <a:lnTo>
                  <a:pt x="15091780" y="2151500"/>
                </a:lnTo>
                <a:lnTo>
                  <a:pt x="15123565" y="2113176"/>
                </a:lnTo>
                <a:lnTo>
                  <a:pt x="15155642" y="2075157"/>
                </a:lnTo>
                <a:lnTo>
                  <a:pt x="15188010" y="2037442"/>
                </a:lnTo>
                <a:lnTo>
                  <a:pt x="15220666" y="2000034"/>
                </a:lnTo>
                <a:lnTo>
                  <a:pt x="15253608" y="1962934"/>
                </a:lnTo>
                <a:lnTo>
                  <a:pt x="15286833" y="1926142"/>
                </a:lnTo>
                <a:lnTo>
                  <a:pt x="15320339" y="1889660"/>
                </a:lnTo>
                <a:lnTo>
                  <a:pt x="15354124" y="1853489"/>
                </a:lnTo>
                <a:lnTo>
                  <a:pt x="15388186" y="1817630"/>
                </a:lnTo>
                <a:lnTo>
                  <a:pt x="15422522" y="1782084"/>
                </a:lnTo>
                <a:lnTo>
                  <a:pt x="15457130" y="1746853"/>
                </a:lnTo>
                <a:lnTo>
                  <a:pt x="15492007" y="1711937"/>
                </a:lnTo>
                <a:lnTo>
                  <a:pt x="15527152" y="1677337"/>
                </a:lnTo>
                <a:lnTo>
                  <a:pt x="15562562" y="1643056"/>
                </a:lnTo>
                <a:lnTo>
                  <a:pt x="15598235" y="1609093"/>
                </a:lnTo>
                <a:lnTo>
                  <a:pt x="15634168" y="1575450"/>
                </a:lnTo>
                <a:lnTo>
                  <a:pt x="15670359" y="1542128"/>
                </a:lnTo>
                <a:lnTo>
                  <a:pt x="15706807" y="1509129"/>
                </a:lnTo>
                <a:lnTo>
                  <a:pt x="15743508" y="1476452"/>
                </a:lnTo>
                <a:lnTo>
                  <a:pt x="15780460" y="1444101"/>
                </a:lnTo>
                <a:lnTo>
                  <a:pt x="15817661" y="1412075"/>
                </a:lnTo>
                <a:lnTo>
                  <a:pt x="15855109" y="1380375"/>
                </a:lnTo>
                <a:lnTo>
                  <a:pt x="15892802" y="1349004"/>
                </a:lnTo>
                <a:lnTo>
                  <a:pt x="15930736" y="1317962"/>
                </a:lnTo>
                <a:lnTo>
                  <a:pt x="15968911" y="1287250"/>
                </a:lnTo>
                <a:lnTo>
                  <a:pt x="16007323" y="1256869"/>
                </a:lnTo>
                <a:lnTo>
                  <a:pt x="16045970" y="1226820"/>
                </a:lnTo>
                <a:lnTo>
                  <a:pt x="16084850" y="1197105"/>
                </a:lnTo>
                <a:lnTo>
                  <a:pt x="16123961" y="1167725"/>
                </a:lnTo>
                <a:lnTo>
                  <a:pt x="16163300" y="1138681"/>
                </a:lnTo>
                <a:lnTo>
                  <a:pt x="16202865" y="1109974"/>
                </a:lnTo>
                <a:lnTo>
                  <a:pt x="16242654" y="1081604"/>
                </a:lnTo>
                <a:lnTo>
                  <a:pt x="16282665" y="1053574"/>
                </a:lnTo>
                <a:lnTo>
                  <a:pt x="16322895" y="1025884"/>
                </a:lnTo>
                <a:lnTo>
                  <a:pt x="16363341" y="998536"/>
                </a:lnTo>
                <a:lnTo>
                  <a:pt x="16404003" y="971530"/>
                </a:lnTo>
                <a:lnTo>
                  <a:pt x="16444876" y="944868"/>
                </a:lnTo>
                <a:lnTo>
                  <a:pt x="16485960" y="918551"/>
                </a:lnTo>
                <a:lnTo>
                  <a:pt x="16527251" y="892580"/>
                </a:lnTo>
                <a:lnTo>
                  <a:pt x="16568748" y="866956"/>
                </a:lnTo>
                <a:lnTo>
                  <a:pt x="16610448" y="841681"/>
                </a:lnTo>
                <a:lnTo>
                  <a:pt x="16652349" y="816754"/>
                </a:lnTo>
                <a:lnTo>
                  <a:pt x="16694448" y="792179"/>
                </a:lnTo>
                <a:lnTo>
                  <a:pt x="16736744" y="767955"/>
                </a:lnTo>
                <a:lnTo>
                  <a:pt x="16779233" y="744083"/>
                </a:lnTo>
                <a:lnTo>
                  <a:pt x="16821914" y="720566"/>
                </a:lnTo>
                <a:lnTo>
                  <a:pt x="16864785" y="697404"/>
                </a:lnTo>
                <a:lnTo>
                  <a:pt x="16907843" y="674598"/>
                </a:lnTo>
                <a:lnTo>
                  <a:pt x="16951085" y="652149"/>
                </a:lnTo>
                <a:lnTo>
                  <a:pt x="16994510" y="630059"/>
                </a:lnTo>
                <a:lnTo>
                  <a:pt x="17038115" y="608328"/>
                </a:lnTo>
                <a:lnTo>
                  <a:pt x="17081898" y="586958"/>
                </a:lnTo>
                <a:lnTo>
                  <a:pt x="17125857" y="565950"/>
                </a:lnTo>
                <a:lnTo>
                  <a:pt x="17169989" y="545304"/>
                </a:lnTo>
                <a:lnTo>
                  <a:pt x="17214292" y="525023"/>
                </a:lnTo>
                <a:lnTo>
                  <a:pt x="17258764" y="505107"/>
                </a:lnTo>
                <a:lnTo>
                  <a:pt x="17303402" y="485558"/>
                </a:lnTo>
                <a:lnTo>
                  <a:pt x="17348204" y="466376"/>
                </a:lnTo>
                <a:lnTo>
                  <a:pt x="17393169" y="447563"/>
                </a:lnTo>
                <a:lnTo>
                  <a:pt x="17438292" y="429119"/>
                </a:lnTo>
                <a:lnTo>
                  <a:pt x="17483573" y="411046"/>
                </a:lnTo>
                <a:lnTo>
                  <a:pt x="17529009" y="393346"/>
                </a:lnTo>
                <a:lnTo>
                  <a:pt x="17574598" y="376018"/>
                </a:lnTo>
                <a:lnTo>
                  <a:pt x="17620337" y="359065"/>
                </a:lnTo>
                <a:lnTo>
                  <a:pt x="17666224" y="342487"/>
                </a:lnTo>
                <a:lnTo>
                  <a:pt x="17712257" y="326286"/>
                </a:lnTo>
                <a:lnTo>
                  <a:pt x="17758433" y="310462"/>
                </a:lnTo>
                <a:lnTo>
                  <a:pt x="17804751" y="295018"/>
                </a:lnTo>
                <a:lnTo>
                  <a:pt x="17851208" y="279953"/>
                </a:lnTo>
                <a:lnTo>
                  <a:pt x="17897801" y="265269"/>
                </a:lnTo>
                <a:lnTo>
                  <a:pt x="17944528" y="250968"/>
                </a:lnTo>
                <a:lnTo>
                  <a:pt x="17991388" y="237049"/>
                </a:lnTo>
                <a:lnTo>
                  <a:pt x="18038377" y="223516"/>
                </a:lnTo>
                <a:lnTo>
                  <a:pt x="18085494" y="210368"/>
                </a:lnTo>
                <a:lnTo>
                  <a:pt x="18132735" y="197606"/>
                </a:lnTo>
                <a:lnTo>
                  <a:pt x="18180100" y="185233"/>
                </a:lnTo>
                <a:lnTo>
                  <a:pt x="18227585" y="173248"/>
                </a:lnTo>
                <a:lnTo>
                  <a:pt x="18275189" y="161654"/>
                </a:lnTo>
                <a:lnTo>
                  <a:pt x="18322908" y="150451"/>
                </a:lnTo>
                <a:lnTo>
                  <a:pt x="18370741" y="139640"/>
                </a:lnTo>
                <a:lnTo>
                  <a:pt x="18418686" y="129223"/>
                </a:lnTo>
                <a:lnTo>
                  <a:pt x="18466740" y="119201"/>
                </a:lnTo>
                <a:lnTo>
                  <a:pt x="18514900" y="109574"/>
                </a:lnTo>
                <a:lnTo>
                  <a:pt x="18563165" y="100344"/>
                </a:lnTo>
                <a:lnTo>
                  <a:pt x="18611532" y="91512"/>
                </a:lnTo>
                <a:lnTo>
                  <a:pt x="18659999" y="83080"/>
                </a:lnTo>
                <a:lnTo>
                  <a:pt x="18708564" y="75047"/>
                </a:lnTo>
                <a:lnTo>
                  <a:pt x="18757224" y="67417"/>
                </a:lnTo>
                <a:lnTo>
                  <a:pt x="18805977" y="60188"/>
                </a:lnTo>
                <a:lnTo>
                  <a:pt x="18854820" y="53364"/>
                </a:lnTo>
                <a:lnTo>
                  <a:pt x="18903752" y="46944"/>
                </a:lnTo>
                <a:lnTo>
                  <a:pt x="18952771" y="40931"/>
                </a:lnTo>
                <a:lnTo>
                  <a:pt x="19001873" y="35324"/>
                </a:lnTo>
                <a:lnTo>
                  <a:pt x="19051057" y="30126"/>
                </a:lnTo>
                <a:lnTo>
                  <a:pt x="19100320" y="25337"/>
                </a:lnTo>
                <a:lnTo>
                  <a:pt x="19149660" y="20958"/>
                </a:lnTo>
                <a:lnTo>
                  <a:pt x="19199074" y="16991"/>
                </a:lnTo>
                <a:lnTo>
                  <a:pt x="19248561" y="13437"/>
                </a:lnTo>
                <a:lnTo>
                  <a:pt x="19298119" y="10297"/>
                </a:lnTo>
                <a:lnTo>
                  <a:pt x="19347744" y="7572"/>
                </a:lnTo>
                <a:lnTo>
                  <a:pt x="19397434" y="5263"/>
                </a:lnTo>
                <a:lnTo>
                  <a:pt x="19447188" y="3371"/>
                </a:lnTo>
                <a:lnTo>
                  <a:pt x="19497002" y="1898"/>
                </a:lnTo>
                <a:lnTo>
                  <a:pt x="19546875" y="844"/>
                </a:lnTo>
                <a:lnTo>
                  <a:pt x="19596805" y="211"/>
                </a:lnTo>
                <a:lnTo>
                  <a:pt x="19646788" y="0"/>
                </a:lnTo>
                <a:lnTo>
                  <a:pt x="20104099" y="0"/>
                </a:lnTo>
              </a:path>
            </a:pathLst>
          </a:custGeom>
          <a:ln w="19050">
            <a:solidFill>
              <a:schemeClr val="tx2"/>
            </a:solidFill>
          </a:ln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5" name="object 4">
            <a:extLst>
              <a:ext uri="{FF2B5EF4-FFF2-40B4-BE49-F238E27FC236}">
                <a16:creationId xmlns:a16="http://schemas.microsoft.com/office/drawing/2014/main" id="{4D79B08D-8C32-FB4A-74B4-C76E2DB52D00}"/>
              </a:ext>
            </a:extLst>
          </p:cNvPr>
          <p:cNvSpPr/>
          <p:nvPr/>
        </p:nvSpPr>
        <p:spPr>
          <a:xfrm rot="10247908" flipH="1">
            <a:off x="5297646" y="-1969541"/>
            <a:ext cx="8001039" cy="5749648"/>
          </a:xfrm>
          <a:custGeom>
            <a:avLst/>
            <a:gdLst>
              <a:gd name="connsiteX0" fmla="*/ 0 w 13940157"/>
              <a:gd name="connsiteY0" fmla="*/ 9200719 h 9456078"/>
              <a:gd name="connsiteX1" fmla="*/ 781360 w 13940157"/>
              <a:gd name="connsiteY1" fmla="*/ 9456078 h 9456078"/>
              <a:gd name="connsiteX2" fmla="*/ 831337 w 13940157"/>
              <a:gd name="connsiteY2" fmla="*/ 9455836 h 9456078"/>
              <a:gd name="connsiteX3" fmla="*/ 881253 w 13940157"/>
              <a:gd name="connsiteY3" fmla="*/ 9455111 h 9456078"/>
              <a:gd name="connsiteX4" fmla="*/ 931102 w 13940157"/>
              <a:gd name="connsiteY4" fmla="*/ 9453904 h 9456078"/>
              <a:gd name="connsiteX5" fmla="*/ 980884 w 13940157"/>
              <a:gd name="connsiteY5" fmla="*/ 9452217 h 9456078"/>
              <a:gd name="connsiteX6" fmla="*/ 1030594 w 13940157"/>
              <a:gd name="connsiteY6" fmla="*/ 9450052 h 9456078"/>
              <a:gd name="connsiteX7" fmla="*/ 1080230 w 13940157"/>
              <a:gd name="connsiteY7" fmla="*/ 9447409 h 9456078"/>
              <a:gd name="connsiteX8" fmla="*/ 1129789 w 13940157"/>
              <a:gd name="connsiteY8" fmla="*/ 9444290 h 9456078"/>
              <a:gd name="connsiteX9" fmla="*/ 1179267 w 13940157"/>
              <a:gd name="connsiteY9" fmla="*/ 9440698 h 9456078"/>
              <a:gd name="connsiteX10" fmla="*/ 1228662 w 13940157"/>
              <a:gd name="connsiteY10" fmla="*/ 9436632 h 9456078"/>
              <a:gd name="connsiteX11" fmla="*/ 1277970 w 13940157"/>
              <a:gd name="connsiteY11" fmla="*/ 9432096 h 9456078"/>
              <a:gd name="connsiteX12" fmla="*/ 1327189 w 13940157"/>
              <a:gd name="connsiteY12" fmla="*/ 9427089 h 9456078"/>
              <a:gd name="connsiteX13" fmla="*/ 1376316 w 13940157"/>
              <a:gd name="connsiteY13" fmla="*/ 9421615 h 9456078"/>
              <a:gd name="connsiteX14" fmla="*/ 1425347 w 13940157"/>
              <a:gd name="connsiteY14" fmla="*/ 9415673 h 9456078"/>
              <a:gd name="connsiteX15" fmla="*/ 1474280 w 13940157"/>
              <a:gd name="connsiteY15" fmla="*/ 9409267 h 9456078"/>
              <a:gd name="connsiteX16" fmla="*/ 1523111 w 13940157"/>
              <a:gd name="connsiteY16" fmla="*/ 9402396 h 9456078"/>
              <a:gd name="connsiteX17" fmla="*/ 1571838 w 13940157"/>
              <a:gd name="connsiteY17" fmla="*/ 9395063 h 9456078"/>
              <a:gd name="connsiteX18" fmla="*/ 1620458 w 13940157"/>
              <a:gd name="connsiteY18" fmla="*/ 9387270 h 9456078"/>
              <a:gd name="connsiteX19" fmla="*/ 1668967 w 13940157"/>
              <a:gd name="connsiteY19" fmla="*/ 9379017 h 9456078"/>
              <a:gd name="connsiteX20" fmla="*/ 1717362 w 13940157"/>
              <a:gd name="connsiteY20" fmla="*/ 9370306 h 9456078"/>
              <a:gd name="connsiteX21" fmla="*/ 1765641 w 13940157"/>
              <a:gd name="connsiteY21" fmla="*/ 9361139 h 9456078"/>
              <a:gd name="connsiteX22" fmla="*/ 1813800 w 13940157"/>
              <a:gd name="connsiteY22" fmla="*/ 9351517 h 9456078"/>
              <a:gd name="connsiteX23" fmla="*/ 1861837 w 13940157"/>
              <a:gd name="connsiteY23" fmla="*/ 9341441 h 9456078"/>
              <a:gd name="connsiteX24" fmla="*/ 1909749 w 13940157"/>
              <a:gd name="connsiteY24" fmla="*/ 9330914 h 9456078"/>
              <a:gd name="connsiteX25" fmla="*/ 1957532 w 13940157"/>
              <a:gd name="connsiteY25" fmla="*/ 9319936 h 9456078"/>
              <a:gd name="connsiteX26" fmla="*/ 2005183 w 13940157"/>
              <a:gd name="connsiteY26" fmla="*/ 9308509 h 9456078"/>
              <a:gd name="connsiteX27" fmla="*/ 2052699 w 13940157"/>
              <a:gd name="connsiteY27" fmla="*/ 9296635 h 9456078"/>
              <a:gd name="connsiteX28" fmla="*/ 2100079 w 13940157"/>
              <a:gd name="connsiteY28" fmla="*/ 9284315 h 9456078"/>
              <a:gd name="connsiteX29" fmla="*/ 2147317 w 13940157"/>
              <a:gd name="connsiteY29" fmla="*/ 9271550 h 9456078"/>
              <a:gd name="connsiteX30" fmla="*/ 2194412 w 13940157"/>
              <a:gd name="connsiteY30" fmla="*/ 9258342 h 9456078"/>
              <a:gd name="connsiteX31" fmla="*/ 2241360 w 13940157"/>
              <a:gd name="connsiteY31" fmla="*/ 9244693 h 9456078"/>
              <a:gd name="connsiteX32" fmla="*/ 2288159 w 13940157"/>
              <a:gd name="connsiteY32" fmla="*/ 9230604 h 9456078"/>
              <a:gd name="connsiteX33" fmla="*/ 2334805 w 13940157"/>
              <a:gd name="connsiteY33" fmla="*/ 9216076 h 9456078"/>
              <a:gd name="connsiteX34" fmla="*/ 2381295 w 13940157"/>
              <a:gd name="connsiteY34" fmla="*/ 9201111 h 9456078"/>
              <a:gd name="connsiteX35" fmla="*/ 2427627 w 13940157"/>
              <a:gd name="connsiteY35" fmla="*/ 9185710 h 9456078"/>
              <a:gd name="connsiteX36" fmla="*/ 2473797 w 13940157"/>
              <a:gd name="connsiteY36" fmla="*/ 9169876 h 9456078"/>
              <a:gd name="connsiteX37" fmla="*/ 2519802 w 13940157"/>
              <a:gd name="connsiteY37" fmla="*/ 9153608 h 9456078"/>
              <a:gd name="connsiteX38" fmla="*/ 2565640 w 13940157"/>
              <a:gd name="connsiteY38" fmla="*/ 9136910 h 9456078"/>
              <a:gd name="connsiteX39" fmla="*/ 2611307 w 13940157"/>
              <a:gd name="connsiteY39" fmla="*/ 9119782 h 9456078"/>
              <a:gd name="connsiteX40" fmla="*/ 2656800 w 13940157"/>
              <a:gd name="connsiteY40" fmla="*/ 9102226 h 9456078"/>
              <a:gd name="connsiteX41" fmla="*/ 2702116 w 13940157"/>
              <a:gd name="connsiteY41" fmla="*/ 9084243 h 9456078"/>
              <a:gd name="connsiteX42" fmla="*/ 2747253 w 13940157"/>
              <a:gd name="connsiteY42" fmla="*/ 9065835 h 9456078"/>
              <a:gd name="connsiteX43" fmla="*/ 2792207 w 13940157"/>
              <a:gd name="connsiteY43" fmla="*/ 9047004 h 9456078"/>
              <a:gd name="connsiteX44" fmla="*/ 2836975 w 13940157"/>
              <a:gd name="connsiteY44" fmla="*/ 9027750 h 9456078"/>
              <a:gd name="connsiteX45" fmla="*/ 2881555 w 13940157"/>
              <a:gd name="connsiteY45" fmla="*/ 9008075 h 9456078"/>
              <a:gd name="connsiteX46" fmla="*/ 2925942 w 13940157"/>
              <a:gd name="connsiteY46" fmla="*/ 8987981 h 9456078"/>
              <a:gd name="connsiteX47" fmla="*/ 2970135 w 13940157"/>
              <a:gd name="connsiteY47" fmla="*/ 8967470 h 9456078"/>
              <a:gd name="connsiteX48" fmla="*/ 3014130 w 13940157"/>
              <a:gd name="connsiteY48" fmla="*/ 8946542 h 9456078"/>
              <a:gd name="connsiteX49" fmla="*/ 3057924 w 13940157"/>
              <a:gd name="connsiteY49" fmla="*/ 8925199 h 9456078"/>
              <a:gd name="connsiteX50" fmla="*/ 3101514 w 13940157"/>
              <a:gd name="connsiteY50" fmla="*/ 8903443 h 9456078"/>
              <a:gd name="connsiteX51" fmla="*/ 3144898 w 13940157"/>
              <a:gd name="connsiteY51" fmla="*/ 8881275 h 9456078"/>
              <a:gd name="connsiteX52" fmla="*/ 3188071 w 13940157"/>
              <a:gd name="connsiteY52" fmla="*/ 8858697 h 9456078"/>
              <a:gd name="connsiteX53" fmla="*/ 3231032 w 13940157"/>
              <a:gd name="connsiteY53" fmla="*/ 8835710 h 9456078"/>
              <a:gd name="connsiteX54" fmla="*/ 3273777 w 13940157"/>
              <a:gd name="connsiteY54" fmla="*/ 8812316 h 9456078"/>
              <a:gd name="connsiteX55" fmla="*/ 3316303 w 13940157"/>
              <a:gd name="connsiteY55" fmla="*/ 8788516 h 9456078"/>
              <a:gd name="connsiteX56" fmla="*/ 3358607 w 13940157"/>
              <a:gd name="connsiteY56" fmla="*/ 8764311 h 9456078"/>
              <a:gd name="connsiteX57" fmla="*/ 3400686 w 13940157"/>
              <a:gd name="connsiteY57" fmla="*/ 8739704 h 9456078"/>
              <a:gd name="connsiteX58" fmla="*/ 3442537 w 13940157"/>
              <a:gd name="connsiteY58" fmla="*/ 8714695 h 9456078"/>
              <a:gd name="connsiteX59" fmla="*/ 3484157 w 13940157"/>
              <a:gd name="connsiteY59" fmla="*/ 8689286 h 9456078"/>
              <a:gd name="connsiteX60" fmla="*/ 3525543 w 13940157"/>
              <a:gd name="connsiteY60" fmla="*/ 8663479 h 9456078"/>
              <a:gd name="connsiteX61" fmla="*/ 3566693 w 13940157"/>
              <a:gd name="connsiteY61" fmla="*/ 8637274 h 9456078"/>
              <a:gd name="connsiteX62" fmla="*/ 3607602 w 13940157"/>
              <a:gd name="connsiteY62" fmla="*/ 8610675 h 9456078"/>
              <a:gd name="connsiteX63" fmla="*/ 3648268 w 13940157"/>
              <a:gd name="connsiteY63" fmla="*/ 8583681 h 9456078"/>
              <a:gd name="connsiteX64" fmla="*/ 3688689 w 13940157"/>
              <a:gd name="connsiteY64" fmla="*/ 8556295 h 9456078"/>
              <a:gd name="connsiteX65" fmla="*/ 3728860 w 13940157"/>
              <a:gd name="connsiteY65" fmla="*/ 8528517 h 9456078"/>
              <a:gd name="connsiteX66" fmla="*/ 3768779 w 13940157"/>
              <a:gd name="connsiteY66" fmla="*/ 8500351 h 9456078"/>
              <a:gd name="connsiteX67" fmla="*/ 3808443 w 13940157"/>
              <a:gd name="connsiteY67" fmla="*/ 8471796 h 9456078"/>
              <a:gd name="connsiteX68" fmla="*/ 3847849 w 13940157"/>
              <a:gd name="connsiteY68" fmla="*/ 8442854 h 9456078"/>
              <a:gd name="connsiteX69" fmla="*/ 3886994 w 13940157"/>
              <a:gd name="connsiteY69" fmla="*/ 8413528 h 9456078"/>
              <a:gd name="connsiteX70" fmla="*/ 3925875 w 13940157"/>
              <a:gd name="connsiteY70" fmla="*/ 8383818 h 9456078"/>
              <a:gd name="connsiteX71" fmla="*/ 3964489 w 13940157"/>
              <a:gd name="connsiteY71" fmla="*/ 8353726 h 9456078"/>
              <a:gd name="connsiteX72" fmla="*/ 4002833 w 13940157"/>
              <a:gd name="connsiteY72" fmla="*/ 8323253 h 9456078"/>
              <a:gd name="connsiteX73" fmla="*/ 4040904 w 13940157"/>
              <a:gd name="connsiteY73" fmla="*/ 8292401 h 9456078"/>
              <a:gd name="connsiteX74" fmla="*/ 4078699 w 13940157"/>
              <a:gd name="connsiteY74" fmla="*/ 8261172 h 9456078"/>
              <a:gd name="connsiteX75" fmla="*/ 4116214 w 13940157"/>
              <a:gd name="connsiteY75" fmla="*/ 8229566 h 9456078"/>
              <a:gd name="connsiteX76" fmla="*/ 4153447 w 13940157"/>
              <a:gd name="connsiteY76" fmla="*/ 8197585 h 9456078"/>
              <a:gd name="connsiteX77" fmla="*/ 4190395 w 13940157"/>
              <a:gd name="connsiteY77" fmla="*/ 8165232 h 9456078"/>
              <a:gd name="connsiteX78" fmla="*/ 4227055 w 13940157"/>
              <a:gd name="connsiteY78" fmla="*/ 8132507 h 9456078"/>
              <a:gd name="connsiteX79" fmla="*/ 4263424 w 13940157"/>
              <a:gd name="connsiteY79" fmla="*/ 8099411 h 9456078"/>
              <a:gd name="connsiteX80" fmla="*/ 4299499 w 13940157"/>
              <a:gd name="connsiteY80" fmla="*/ 8065947 h 9456078"/>
              <a:gd name="connsiteX81" fmla="*/ 4335276 w 13940157"/>
              <a:gd name="connsiteY81" fmla="*/ 8032115 h 9456078"/>
              <a:gd name="connsiteX82" fmla="*/ 4370753 w 13940157"/>
              <a:gd name="connsiteY82" fmla="*/ 7997918 h 9456078"/>
              <a:gd name="connsiteX83" fmla="*/ 4405927 w 13940157"/>
              <a:gd name="connsiteY83" fmla="*/ 7963356 h 9456078"/>
              <a:gd name="connsiteX84" fmla="*/ 4440795 w 13940157"/>
              <a:gd name="connsiteY84" fmla="*/ 7928432 h 9456078"/>
              <a:gd name="connsiteX85" fmla="*/ 4475354 w 13940157"/>
              <a:gd name="connsiteY85" fmla="*/ 7893146 h 9456078"/>
              <a:gd name="connsiteX86" fmla="*/ 4509600 w 13940157"/>
              <a:gd name="connsiteY86" fmla="*/ 7857501 h 9456078"/>
              <a:gd name="connsiteX87" fmla="*/ 4543531 w 13940157"/>
              <a:gd name="connsiteY87" fmla="*/ 7821497 h 9456078"/>
              <a:gd name="connsiteX88" fmla="*/ 4577143 w 13940157"/>
              <a:gd name="connsiteY88" fmla="*/ 7785136 h 9456078"/>
              <a:gd name="connsiteX89" fmla="*/ 4610435 w 13940157"/>
              <a:gd name="connsiteY89" fmla="*/ 7748420 h 9456078"/>
              <a:gd name="connsiteX90" fmla="*/ 4643402 w 13940157"/>
              <a:gd name="connsiteY90" fmla="*/ 7711350 h 9456078"/>
              <a:gd name="connsiteX91" fmla="*/ 4676042 w 13940157"/>
              <a:gd name="connsiteY91" fmla="*/ 7673928 h 9456078"/>
              <a:gd name="connsiteX92" fmla="*/ 4708351 w 13940157"/>
              <a:gd name="connsiteY92" fmla="*/ 7636155 h 9456078"/>
              <a:gd name="connsiteX93" fmla="*/ 4740327 w 13940157"/>
              <a:gd name="connsiteY93" fmla="*/ 7598032 h 9456078"/>
              <a:gd name="connsiteX94" fmla="*/ 4771967 w 13940157"/>
              <a:gd name="connsiteY94" fmla="*/ 7559561 h 9456078"/>
              <a:gd name="connsiteX95" fmla="*/ 4803267 w 13940157"/>
              <a:gd name="connsiteY95" fmla="*/ 7520744 h 9456078"/>
              <a:gd name="connsiteX96" fmla="*/ 4834225 w 13940157"/>
              <a:gd name="connsiteY96" fmla="*/ 7481582 h 9456078"/>
              <a:gd name="connsiteX97" fmla="*/ 4864838 w 13940157"/>
              <a:gd name="connsiteY97" fmla="*/ 7442077 h 9456078"/>
              <a:gd name="connsiteX98" fmla="*/ 8803671 w 13940157"/>
              <a:gd name="connsiteY98" fmla="*/ 2307814 h 9456078"/>
              <a:gd name="connsiteX99" fmla="*/ 8834262 w 13940157"/>
              <a:gd name="connsiteY99" fmla="*/ 2268285 h 9456078"/>
              <a:gd name="connsiteX100" fmla="*/ 8865156 w 13940157"/>
              <a:gd name="connsiteY100" fmla="*/ 2229056 h 9456078"/>
              <a:gd name="connsiteX101" fmla="*/ 8896349 w 13940157"/>
              <a:gd name="connsiteY101" fmla="*/ 2190127 h 9456078"/>
              <a:gd name="connsiteX102" fmla="*/ 8927839 w 13940157"/>
              <a:gd name="connsiteY102" fmla="*/ 2151500 h 9456078"/>
              <a:gd name="connsiteX103" fmla="*/ 8959624 w 13940157"/>
              <a:gd name="connsiteY103" fmla="*/ 2113176 h 9456078"/>
              <a:gd name="connsiteX104" fmla="*/ 8991701 w 13940157"/>
              <a:gd name="connsiteY104" fmla="*/ 2075157 h 9456078"/>
              <a:gd name="connsiteX105" fmla="*/ 9024069 w 13940157"/>
              <a:gd name="connsiteY105" fmla="*/ 2037442 h 9456078"/>
              <a:gd name="connsiteX106" fmla="*/ 9056725 w 13940157"/>
              <a:gd name="connsiteY106" fmla="*/ 2000034 h 9456078"/>
              <a:gd name="connsiteX107" fmla="*/ 9089667 w 13940157"/>
              <a:gd name="connsiteY107" fmla="*/ 1962934 h 9456078"/>
              <a:gd name="connsiteX108" fmla="*/ 9122892 w 13940157"/>
              <a:gd name="connsiteY108" fmla="*/ 1926142 h 9456078"/>
              <a:gd name="connsiteX109" fmla="*/ 9156398 w 13940157"/>
              <a:gd name="connsiteY109" fmla="*/ 1889660 h 9456078"/>
              <a:gd name="connsiteX110" fmla="*/ 9190183 w 13940157"/>
              <a:gd name="connsiteY110" fmla="*/ 1853489 h 9456078"/>
              <a:gd name="connsiteX111" fmla="*/ 9224245 w 13940157"/>
              <a:gd name="connsiteY111" fmla="*/ 1817630 h 9456078"/>
              <a:gd name="connsiteX112" fmla="*/ 9258581 w 13940157"/>
              <a:gd name="connsiteY112" fmla="*/ 1782084 h 9456078"/>
              <a:gd name="connsiteX113" fmla="*/ 9293189 w 13940157"/>
              <a:gd name="connsiteY113" fmla="*/ 1746853 h 9456078"/>
              <a:gd name="connsiteX114" fmla="*/ 9328066 w 13940157"/>
              <a:gd name="connsiteY114" fmla="*/ 1711937 h 9456078"/>
              <a:gd name="connsiteX115" fmla="*/ 9363211 w 13940157"/>
              <a:gd name="connsiteY115" fmla="*/ 1677337 h 9456078"/>
              <a:gd name="connsiteX116" fmla="*/ 9398621 w 13940157"/>
              <a:gd name="connsiteY116" fmla="*/ 1643056 h 9456078"/>
              <a:gd name="connsiteX117" fmla="*/ 9434294 w 13940157"/>
              <a:gd name="connsiteY117" fmla="*/ 1609093 h 9456078"/>
              <a:gd name="connsiteX118" fmla="*/ 9470227 w 13940157"/>
              <a:gd name="connsiteY118" fmla="*/ 1575450 h 9456078"/>
              <a:gd name="connsiteX119" fmla="*/ 9506418 w 13940157"/>
              <a:gd name="connsiteY119" fmla="*/ 1542128 h 9456078"/>
              <a:gd name="connsiteX120" fmla="*/ 9542866 w 13940157"/>
              <a:gd name="connsiteY120" fmla="*/ 1509129 h 9456078"/>
              <a:gd name="connsiteX121" fmla="*/ 9579567 w 13940157"/>
              <a:gd name="connsiteY121" fmla="*/ 1476452 h 9456078"/>
              <a:gd name="connsiteX122" fmla="*/ 9616519 w 13940157"/>
              <a:gd name="connsiteY122" fmla="*/ 1444101 h 9456078"/>
              <a:gd name="connsiteX123" fmla="*/ 9653720 w 13940157"/>
              <a:gd name="connsiteY123" fmla="*/ 1412075 h 9456078"/>
              <a:gd name="connsiteX124" fmla="*/ 9691168 w 13940157"/>
              <a:gd name="connsiteY124" fmla="*/ 1380375 h 9456078"/>
              <a:gd name="connsiteX125" fmla="*/ 9728861 w 13940157"/>
              <a:gd name="connsiteY125" fmla="*/ 1349004 h 9456078"/>
              <a:gd name="connsiteX126" fmla="*/ 9766795 w 13940157"/>
              <a:gd name="connsiteY126" fmla="*/ 1317962 h 9456078"/>
              <a:gd name="connsiteX127" fmla="*/ 9804970 w 13940157"/>
              <a:gd name="connsiteY127" fmla="*/ 1287250 h 9456078"/>
              <a:gd name="connsiteX128" fmla="*/ 9843382 w 13940157"/>
              <a:gd name="connsiteY128" fmla="*/ 1256869 h 9456078"/>
              <a:gd name="connsiteX129" fmla="*/ 9882029 w 13940157"/>
              <a:gd name="connsiteY129" fmla="*/ 1226820 h 9456078"/>
              <a:gd name="connsiteX130" fmla="*/ 9920909 w 13940157"/>
              <a:gd name="connsiteY130" fmla="*/ 1197105 h 9456078"/>
              <a:gd name="connsiteX131" fmla="*/ 9960020 w 13940157"/>
              <a:gd name="connsiteY131" fmla="*/ 1167725 h 9456078"/>
              <a:gd name="connsiteX132" fmla="*/ 9999359 w 13940157"/>
              <a:gd name="connsiteY132" fmla="*/ 1138681 h 9456078"/>
              <a:gd name="connsiteX133" fmla="*/ 10038924 w 13940157"/>
              <a:gd name="connsiteY133" fmla="*/ 1109974 h 9456078"/>
              <a:gd name="connsiteX134" fmla="*/ 10078713 w 13940157"/>
              <a:gd name="connsiteY134" fmla="*/ 1081604 h 9456078"/>
              <a:gd name="connsiteX135" fmla="*/ 10118724 w 13940157"/>
              <a:gd name="connsiteY135" fmla="*/ 1053574 h 9456078"/>
              <a:gd name="connsiteX136" fmla="*/ 10158954 w 13940157"/>
              <a:gd name="connsiteY136" fmla="*/ 1025884 h 9456078"/>
              <a:gd name="connsiteX137" fmla="*/ 10199400 w 13940157"/>
              <a:gd name="connsiteY137" fmla="*/ 998536 h 9456078"/>
              <a:gd name="connsiteX138" fmla="*/ 10240062 w 13940157"/>
              <a:gd name="connsiteY138" fmla="*/ 971530 h 9456078"/>
              <a:gd name="connsiteX139" fmla="*/ 10280935 w 13940157"/>
              <a:gd name="connsiteY139" fmla="*/ 944868 h 9456078"/>
              <a:gd name="connsiteX140" fmla="*/ 10322019 w 13940157"/>
              <a:gd name="connsiteY140" fmla="*/ 918551 h 9456078"/>
              <a:gd name="connsiteX141" fmla="*/ 10363310 w 13940157"/>
              <a:gd name="connsiteY141" fmla="*/ 892580 h 9456078"/>
              <a:gd name="connsiteX142" fmla="*/ 10404807 w 13940157"/>
              <a:gd name="connsiteY142" fmla="*/ 866956 h 9456078"/>
              <a:gd name="connsiteX143" fmla="*/ 10446507 w 13940157"/>
              <a:gd name="connsiteY143" fmla="*/ 841681 h 9456078"/>
              <a:gd name="connsiteX144" fmla="*/ 10488408 w 13940157"/>
              <a:gd name="connsiteY144" fmla="*/ 816754 h 9456078"/>
              <a:gd name="connsiteX145" fmla="*/ 10530507 w 13940157"/>
              <a:gd name="connsiteY145" fmla="*/ 792179 h 9456078"/>
              <a:gd name="connsiteX146" fmla="*/ 10572803 w 13940157"/>
              <a:gd name="connsiteY146" fmla="*/ 767955 h 9456078"/>
              <a:gd name="connsiteX147" fmla="*/ 10615292 w 13940157"/>
              <a:gd name="connsiteY147" fmla="*/ 744083 h 9456078"/>
              <a:gd name="connsiteX148" fmla="*/ 10657973 w 13940157"/>
              <a:gd name="connsiteY148" fmla="*/ 720566 h 9456078"/>
              <a:gd name="connsiteX149" fmla="*/ 10700844 w 13940157"/>
              <a:gd name="connsiteY149" fmla="*/ 697404 h 9456078"/>
              <a:gd name="connsiteX150" fmla="*/ 10743902 w 13940157"/>
              <a:gd name="connsiteY150" fmla="*/ 674598 h 9456078"/>
              <a:gd name="connsiteX151" fmla="*/ 10787144 w 13940157"/>
              <a:gd name="connsiteY151" fmla="*/ 652149 h 9456078"/>
              <a:gd name="connsiteX152" fmla="*/ 10830569 w 13940157"/>
              <a:gd name="connsiteY152" fmla="*/ 630059 h 9456078"/>
              <a:gd name="connsiteX153" fmla="*/ 10874174 w 13940157"/>
              <a:gd name="connsiteY153" fmla="*/ 608328 h 9456078"/>
              <a:gd name="connsiteX154" fmla="*/ 10917957 w 13940157"/>
              <a:gd name="connsiteY154" fmla="*/ 586958 h 9456078"/>
              <a:gd name="connsiteX155" fmla="*/ 10961916 w 13940157"/>
              <a:gd name="connsiteY155" fmla="*/ 565950 h 9456078"/>
              <a:gd name="connsiteX156" fmla="*/ 11006048 w 13940157"/>
              <a:gd name="connsiteY156" fmla="*/ 545304 h 9456078"/>
              <a:gd name="connsiteX157" fmla="*/ 11050351 w 13940157"/>
              <a:gd name="connsiteY157" fmla="*/ 525023 h 9456078"/>
              <a:gd name="connsiteX158" fmla="*/ 11094823 w 13940157"/>
              <a:gd name="connsiteY158" fmla="*/ 505107 h 9456078"/>
              <a:gd name="connsiteX159" fmla="*/ 11139461 w 13940157"/>
              <a:gd name="connsiteY159" fmla="*/ 485558 h 9456078"/>
              <a:gd name="connsiteX160" fmla="*/ 11184263 w 13940157"/>
              <a:gd name="connsiteY160" fmla="*/ 466376 h 9456078"/>
              <a:gd name="connsiteX161" fmla="*/ 11229228 w 13940157"/>
              <a:gd name="connsiteY161" fmla="*/ 447563 h 9456078"/>
              <a:gd name="connsiteX162" fmla="*/ 11274351 w 13940157"/>
              <a:gd name="connsiteY162" fmla="*/ 429119 h 9456078"/>
              <a:gd name="connsiteX163" fmla="*/ 11319632 w 13940157"/>
              <a:gd name="connsiteY163" fmla="*/ 411046 h 9456078"/>
              <a:gd name="connsiteX164" fmla="*/ 11365068 w 13940157"/>
              <a:gd name="connsiteY164" fmla="*/ 393346 h 9456078"/>
              <a:gd name="connsiteX165" fmla="*/ 11410657 w 13940157"/>
              <a:gd name="connsiteY165" fmla="*/ 376018 h 9456078"/>
              <a:gd name="connsiteX166" fmla="*/ 11456396 w 13940157"/>
              <a:gd name="connsiteY166" fmla="*/ 359065 h 9456078"/>
              <a:gd name="connsiteX167" fmla="*/ 11502283 w 13940157"/>
              <a:gd name="connsiteY167" fmla="*/ 342487 h 9456078"/>
              <a:gd name="connsiteX168" fmla="*/ 11548316 w 13940157"/>
              <a:gd name="connsiteY168" fmla="*/ 326286 h 9456078"/>
              <a:gd name="connsiteX169" fmla="*/ 11594492 w 13940157"/>
              <a:gd name="connsiteY169" fmla="*/ 310462 h 9456078"/>
              <a:gd name="connsiteX170" fmla="*/ 11640810 w 13940157"/>
              <a:gd name="connsiteY170" fmla="*/ 295018 h 9456078"/>
              <a:gd name="connsiteX171" fmla="*/ 11687267 w 13940157"/>
              <a:gd name="connsiteY171" fmla="*/ 279953 h 9456078"/>
              <a:gd name="connsiteX172" fmla="*/ 11733860 w 13940157"/>
              <a:gd name="connsiteY172" fmla="*/ 265269 h 9456078"/>
              <a:gd name="connsiteX173" fmla="*/ 11780587 w 13940157"/>
              <a:gd name="connsiteY173" fmla="*/ 250968 h 9456078"/>
              <a:gd name="connsiteX174" fmla="*/ 11827447 w 13940157"/>
              <a:gd name="connsiteY174" fmla="*/ 237049 h 9456078"/>
              <a:gd name="connsiteX175" fmla="*/ 11874436 w 13940157"/>
              <a:gd name="connsiteY175" fmla="*/ 223516 h 9456078"/>
              <a:gd name="connsiteX176" fmla="*/ 11921553 w 13940157"/>
              <a:gd name="connsiteY176" fmla="*/ 210368 h 9456078"/>
              <a:gd name="connsiteX177" fmla="*/ 11968794 w 13940157"/>
              <a:gd name="connsiteY177" fmla="*/ 197606 h 9456078"/>
              <a:gd name="connsiteX178" fmla="*/ 12016159 w 13940157"/>
              <a:gd name="connsiteY178" fmla="*/ 185233 h 9456078"/>
              <a:gd name="connsiteX179" fmla="*/ 12063644 w 13940157"/>
              <a:gd name="connsiteY179" fmla="*/ 173248 h 9456078"/>
              <a:gd name="connsiteX180" fmla="*/ 12111248 w 13940157"/>
              <a:gd name="connsiteY180" fmla="*/ 161654 h 9456078"/>
              <a:gd name="connsiteX181" fmla="*/ 12158967 w 13940157"/>
              <a:gd name="connsiteY181" fmla="*/ 150451 h 9456078"/>
              <a:gd name="connsiteX182" fmla="*/ 12206800 w 13940157"/>
              <a:gd name="connsiteY182" fmla="*/ 139640 h 9456078"/>
              <a:gd name="connsiteX183" fmla="*/ 12254745 w 13940157"/>
              <a:gd name="connsiteY183" fmla="*/ 129223 h 9456078"/>
              <a:gd name="connsiteX184" fmla="*/ 12302799 w 13940157"/>
              <a:gd name="connsiteY184" fmla="*/ 119201 h 9456078"/>
              <a:gd name="connsiteX185" fmla="*/ 12350959 w 13940157"/>
              <a:gd name="connsiteY185" fmla="*/ 109574 h 9456078"/>
              <a:gd name="connsiteX186" fmla="*/ 12399224 w 13940157"/>
              <a:gd name="connsiteY186" fmla="*/ 100344 h 9456078"/>
              <a:gd name="connsiteX187" fmla="*/ 12447591 w 13940157"/>
              <a:gd name="connsiteY187" fmla="*/ 91512 h 9456078"/>
              <a:gd name="connsiteX188" fmla="*/ 12496058 w 13940157"/>
              <a:gd name="connsiteY188" fmla="*/ 83080 h 9456078"/>
              <a:gd name="connsiteX189" fmla="*/ 12544623 w 13940157"/>
              <a:gd name="connsiteY189" fmla="*/ 75047 h 9456078"/>
              <a:gd name="connsiteX190" fmla="*/ 12593283 w 13940157"/>
              <a:gd name="connsiteY190" fmla="*/ 67417 h 9456078"/>
              <a:gd name="connsiteX191" fmla="*/ 12642036 w 13940157"/>
              <a:gd name="connsiteY191" fmla="*/ 60188 h 9456078"/>
              <a:gd name="connsiteX192" fmla="*/ 12690879 w 13940157"/>
              <a:gd name="connsiteY192" fmla="*/ 53364 h 9456078"/>
              <a:gd name="connsiteX193" fmla="*/ 12739811 w 13940157"/>
              <a:gd name="connsiteY193" fmla="*/ 46944 h 9456078"/>
              <a:gd name="connsiteX194" fmla="*/ 12788830 w 13940157"/>
              <a:gd name="connsiteY194" fmla="*/ 40931 h 9456078"/>
              <a:gd name="connsiteX195" fmla="*/ 12837932 w 13940157"/>
              <a:gd name="connsiteY195" fmla="*/ 35324 h 9456078"/>
              <a:gd name="connsiteX196" fmla="*/ 12887116 w 13940157"/>
              <a:gd name="connsiteY196" fmla="*/ 30126 h 9456078"/>
              <a:gd name="connsiteX197" fmla="*/ 12936379 w 13940157"/>
              <a:gd name="connsiteY197" fmla="*/ 25337 h 9456078"/>
              <a:gd name="connsiteX198" fmla="*/ 12985719 w 13940157"/>
              <a:gd name="connsiteY198" fmla="*/ 20958 h 9456078"/>
              <a:gd name="connsiteX199" fmla="*/ 13035133 w 13940157"/>
              <a:gd name="connsiteY199" fmla="*/ 16991 h 9456078"/>
              <a:gd name="connsiteX200" fmla="*/ 13084620 w 13940157"/>
              <a:gd name="connsiteY200" fmla="*/ 13437 h 9456078"/>
              <a:gd name="connsiteX201" fmla="*/ 13134178 w 13940157"/>
              <a:gd name="connsiteY201" fmla="*/ 10297 h 9456078"/>
              <a:gd name="connsiteX202" fmla="*/ 13183803 w 13940157"/>
              <a:gd name="connsiteY202" fmla="*/ 7572 h 9456078"/>
              <a:gd name="connsiteX203" fmla="*/ 13233493 w 13940157"/>
              <a:gd name="connsiteY203" fmla="*/ 5263 h 9456078"/>
              <a:gd name="connsiteX204" fmla="*/ 13283247 w 13940157"/>
              <a:gd name="connsiteY204" fmla="*/ 3371 h 9456078"/>
              <a:gd name="connsiteX205" fmla="*/ 13333061 w 13940157"/>
              <a:gd name="connsiteY205" fmla="*/ 1898 h 9456078"/>
              <a:gd name="connsiteX206" fmla="*/ 13382934 w 13940157"/>
              <a:gd name="connsiteY206" fmla="*/ 844 h 9456078"/>
              <a:gd name="connsiteX207" fmla="*/ 13432864 w 13940157"/>
              <a:gd name="connsiteY207" fmla="*/ 211 h 9456078"/>
              <a:gd name="connsiteX208" fmla="*/ 13482847 w 13940157"/>
              <a:gd name="connsiteY208" fmla="*/ 0 h 9456078"/>
              <a:gd name="connsiteX209" fmla="*/ 13940158 w 13940157"/>
              <a:gd name="connsiteY209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49234 w 13158799"/>
              <a:gd name="connsiteY5" fmla="*/ 9450052 h 9456078"/>
              <a:gd name="connsiteX6" fmla="*/ 298870 w 13158799"/>
              <a:gd name="connsiteY6" fmla="*/ 9447409 h 9456078"/>
              <a:gd name="connsiteX7" fmla="*/ 348429 w 13158799"/>
              <a:gd name="connsiteY7" fmla="*/ 9444290 h 9456078"/>
              <a:gd name="connsiteX8" fmla="*/ 397907 w 13158799"/>
              <a:gd name="connsiteY8" fmla="*/ 9440698 h 9456078"/>
              <a:gd name="connsiteX9" fmla="*/ 447302 w 13158799"/>
              <a:gd name="connsiteY9" fmla="*/ 9436632 h 9456078"/>
              <a:gd name="connsiteX10" fmla="*/ 496610 w 13158799"/>
              <a:gd name="connsiteY10" fmla="*/ 9432096 h 9456078"/>
              <a:gd name="connsiteX11" fmla="*/ 545829 w 13158799"/>
              <a:gd name="connsiteY11" fmla="*/ 9427089 h 9456078"/>
              <a:gd name="connsiteX12" fmla="*/ 594956 w 13158799"/>
              <a:gd name="connsiteY12" fmla="*/ 9421615 h 9456078"/>
              <a:gd name="connsiteX13" fmla="*/ 643987 w 13158799"/>
              <a:gd name="connsiteY13" fmla="*/ 9415673 h 9456078"/>
              <a:gd name="connsiteX14" fmla="*/ 692920 w 13158799"/>
              <a:gd name="connsiteY14" fmla="*/ 9409267 h 9456078"/>
              <a:gd name="connsiteX15" fmla="*/ 741751 w 13158799"/>
              <a:gd name="connsiteY15" fmla="*/ 9402396 h 9456078"/>
              <a:gd name="connsiteX16" fmla="*/ 790478 w 13158799"/>
              <a:gd name="connsiteY16" fmla="*/ 9395063 h 9456078"/>
              <a:gd name="connsiteX17" fmla="*/ 839098 w 13158799"/>
              <a:gd name="connsiteY17" fmla="*/ 9387270 h 9456078"/>
              <a:gd name="connsiteX18" fmla="*/ 887607 w 13158799"/>
              <a:gd name="connsiteY18" fmla="*/ 9379017 h 9456078"/>
              <a:gd name="connsiteX19" fmla="*/ 936002 w 13158799"/>
              <a:gd name="connsiteY19" fmla="*/ 9370306 h 9456078"/>
              <a:gd name="connsiteX20" fmla="*/ 984281 w 13158799"/>
              <a:gd name="connsiteY20" fmla="*/ 9361139 h 9456078"/>
              <a:gd name="connsiteX21" fmla="*/ 1032440 w 13158799"/>
              <a:gd name="connsiteY21" fmla="*/ 9351517 h 9456078"/>
              <a:gd name="connsiteX22" fmla="*/ 1080477 w 13158799"/>
              <a:gd name="connsiteY22" fmla="*/ 9341441 h 9456078"/>
              <a:gd name="connsiteX23" fmla="*/ 1128389 w 13158799"/>
              <a:gd name="connsiteY23" fmla="*/ 9330914 h 9456078"/>
              <a:gd name="connsiteX24" fmla="*/ 1176172 w 13158799"/>
              <a:gd name="connsiteY24" fmla="*/ 9319936 h 9456078"/>
              <a:gd name="connsiteX25" fmla="*/ 1223823 w 13158799"/>
              <a:gd name="connsiteY25" fmla="*/ 9308509 h 9456078"/>
              <a:gd name="connsiteX26" fmla="*/ 1271339 w 13158799"/>
              <a:gd name="connsiteY26" fmla="*/ 9296635 h 9456078"/>
              <a:gd name="connsiteX27" fmla="*/ 1318719 w 13158799"/>
              <a:gd name="connsiteY27" fmla="*/ 9284315 h 9456078"/>
              <a:gd name="connsiteX28" fmla="*/ 1365957 w 13158799"/>
              <a:gd name="connsiteY28" fmla="*/ 9271550 h 9456078"/>
              <a:gd name="connsiteX29" fmla="*/ 1413052 w 13158799"/>
              <a:gd name="connsiteY29" fmla="*/ 9258342 h 9456078"/>
              <a:gd name="connsiteX30" fmla="*/ 1460000 w 13158799"/>
              <a:gd name="connsiteY30" fmla="*/ 9244693 h 9456078"/>
              <a:gd name="connsiteX31" fmla="*/ 1506799 w 13158799"/>
              <a:gd name="connsiteY31" fmla="*/ 9230604 h 9456078"/>
              <a:gd name="connsiteX32" fmla="*/ 1553445 w 13158799"/>
              <a:gd name="connsiteY32" fmla="*/ 9216076 h 9456078"/>
              <a:gd name="connsiteX33" fmla="*/ 1599935 w 13158799"/>
              <a:gd name="connsiteY33" fmla="*/ 9201111 h 9456078"/>
              <a:gd name="connsiteX34" fmla="*/ 1646267 w 13158799"/>
              <a:gd name="connsiteY34" fmla="*/ 9185710 h 9456078"/>
              <a:gd name="connsiteX35" fmla="*/ 1692437 w 13158799"/>
              <a:gd name="connsiteY35" fmla="*/ 9169876 h 9456078"/>
              <a:gd name="connsiteX36" fmla="*/ 1738442 w 13158799"/>
              <a:gd name="connsiteY36" fmla="*/ 9153608 h 9456078"/>
              <a:gd name="connsiteX37" fmla="*/ 1784280 w 13158799"/>
              <a:gd name="connsiteY37" fmla="*/ 9136910 h 9456078"/>
              <a:gd name="connsiteX38" fmla="*/ 1829947 w 13158799"/>
              <a:gd name="connsiteY38" fmla="*/ 9119782 h 9456078"/>
              <a:gd name="connsiteX39" fmla="*/ 1875440 w 13158799"/>
              <a:gd name="connsiteY39" fmla="*/ 9102226 h 9456078"/>
              <a:gd name="connsiteX40" fmla="*/ 1920756 w 13158799"/>
              <a:gd name="connsiteY40" fmla="*/ 9084243 h 9456078"/>
              <a:gd name="connsiteX41" fmla="*/ 1965893 w 13158799"/>
              <a:gd name="connsiteY41" fmla="*/ 9065835 h 9456078"/>
              <a:gd name="connsiteX42" fmla="*/ 2010847 w 13158799"/>
              <a:gd name="connsiteY42" fmla="*/ 9047004 h 9456078"/>
              <a:gd name="connsiteX43" fmla="*/ 2055615 w 13158799"/>
              <a:gd name="connsiteY43" fmla="*/ 9027750 h 9456078"/>
              <a:gd name="connsiteX44" fmla="*/ 2100195 w 13158799"/>
              <a:gd name="connsiteY44" fmla="*/ 9008075 h 9456078"/>
              <a:gd name="connsiteX45" fmla="*/ 2144582 w 13158799"/>
              <a:gd name="connsiteY45" fmla="*/ 8987981 h 9456078"/>
              <a:gd name="connsiteX46" fmla="*/ 2188775 w 13158799"/>
              <a:gd name="connsiteY46" fmla="*/ 8967470 h 9456078"/>
              <a:gd name="connsiteX47" fmla="*/ 2232770 w 13158799"/>
              <a:gd name="connsiteY47" fmla="*/ 8946542 h 9456078"/>
              <a:gd name="connsiteX48" fmla="*/ 2276564 w 13158799"/>
              <a:gd name="connsiteY48" fmla="*/ 8925199 h 9456078"/>
              <a:gd name="connsiteX49" fmla="*/ 2320154 w 13158799"/>
              <a:gd name="connsiteY49" fmla="*/ 8903443 h 9456078"/>
              <a:gd name="connsiteX50" fmla="*/ 2363538 w 13158799"/>
              <a:gd name="connsiteY50" fmla="*/ 8881275 h 9456078"/>
              <a:gd name="connsiteX51" fmla="*/ 2406711 w 13158799"/>
              <a:gd name="connsiteY51" fmla="*/ 8858697 h 9456078"/>
              <a:gd name="connsiteX52" fmla="*/ 2449672 w 13158799"/>
              <a:gd name="connsiteY52" fmla="*/ 8835710 h 9456078"/>
              <a:gd name="connsiteX53" fmla="*/ 2492417 w 13158799"/>
              <a:gd name="connsiteY53" fmla="*/ 8812316 h 9456078"/>
              <a:gd name="connsiteX54" fmla="*/ 2534943 w 13158799"/>
              <a:gd name="connsiteY54" fmla="*/ 8788516 h 9456078"/>
              <a:gd name="connsiteX55" fmla="*/ 2577247 w 13158799"/>
              <a:gd name="connsiteY55" fmla="*/ 8764311 h 9456078"/>
              <a:gd name="connsiteX56" fmla="*/ 2619326 w 13158799"/>
              <a:gd name="connsiteY56" fmla="*/ 8739704 h 9456078"/>
              <a:gd name="connsiteX57" fmla="*/ 2661177 w 13158799"/>
              <a:gd name="connsiteY57" fmla="*/ 8714695 h 9456078"/>
              <a:gd name="connsiteX58" fmla="*/ 2702797 w 13158799"/>
              <a:gd name="connsiteY58" fmla="*/ 8689286 h 9456078"/>
              <a:gd name="connsiteX59" fmla="*/ 2744183 w 13158799"/>
              <a:gd name="connsiteY59" fmla="*/ 8663479 h 9456078"/>
              <a:gd name="connsiteX60" fmla="*/ 2785333 w 13158799"/>
              <a:gd name="connsiteY60" fmla="*/ 8637274 h 9456078"/>
              <a:gd name="connsiteX61" fmla="*/ 2826242 w 13158799"/>
              <a:gd name="connsiteY61" fmla="*/ 8610675 h 9456078"/>
              <a:gd name="connsiteX62" fmla="*/ 2866908 w 13158799"/>
              <a:gd name="connsiteY62" fmla="*/ 8583681 h 9456078"/>
              <a:gd name="connsiteX63" fmla="*/ 2907329 w 13158799"/>
              <a:gd name="connsiteY63" fmla="*/ 8556295 h 9456078"/>
              <a:gd name="connsiteX64" fmla="*/ 2947500 w 13158799"/>
              <a:gd name="connsiteY64" fmla="*/ 8528517 h 9456078"/>
              <a:gd name="connsiteX65" fmla="*/ 2987419 w 13158799"/>
              <a:gd name="connsiteY65" fmla="*/ 8500351 h 9456078"/>
              <a:gd name="connsiteX66" fmla="*/ 3027083 w 13158799"/>
              <a:gd name="connsiteY66" fmla="*/ 8471796 h 9456078"/>
              <a:gd name="connsiteX67" fmla="*/ 3066489 w 13158799"/>
              <a:gd name="connsiteY67" fmla="*/ 8442854 h 9456078"/>
              <a:gd name="connsiteX68" fmla="*/ 3105634 w 13158799"/>
              <a:gd name="connsiteY68" fmla="*/ 8413528 h 9456078"/>
              <a:gd name="connsiteX69" fmla="*/ 3144515 w 13158799"/>
              <a:gd name="connsiteY69" fmla="*/ 8383818 h 9456078"/>
              <a:gd name="connsiteX70" fmla="*/ 3183129 w 13158799"/>
              <a:gd name="connsiteY70" fmla="*/ 8353726 h 9456078"/>
              <a:gd name="connsiteX71" fmla="*/ 3221473 w 13158799"/>
              <a:gd name="connsiteY71" fmla="*/ 8323253 h 9456078"/>
              <a:gd name="connsiteX72" fmla="*/ 3259544 w 13158799"/>
              <a:gd name="connsiteY72" fmla="*/ 8292401 h 9456078"/>
              <a:gd name="connsiteX73" fmla="*/ 3297339 w 13158799"/>
              <a:gd name="connsiteY73" fmla="*/ 8261172 h 9456078"/>
              <a:gd name="connsiteX74" fmla="*/ 3334854 w 13158799"/>
              <a:gd name="connsiteY74" fmla="*/ 8229566 h 9456078"/>
              <a:gd name="connsiteX75" fmla="*/ 3372087 w 13158799"/>
              <a:gd name="connsiteY75" fmla="*/ 8197585 h 9456078"/>
              <a:gd name="connsiteX76" fmla="*/ 3409035 w 13158799"/>
              <a:gd name="connsiteY76" fmla="*/ 8165232 h 9456078"/>
              <a:gd name="connsiteX77" fmla="*/ 3445695 w 13158799"/>
              <a:gd name="connsiteY77" fmla="*/ 8132507 h 9456078"/>
              <a:gd name="connsiteX78" fmla="*/ 3482064 w 13158799"/>
              <a:gd name="connsiteY78" fmla="*/ 8099411 h 9456078"/>
              <a:gd name="connsiteX79" fmla="*/ 3518139 w 13158799"/>
              <a:gd name="connsiteY79" fmla="*/ 8065947 h 9456078"/>
              <a:gd name="connsiteX80" fmla="*/ 3553916 w 13158799"/>
              <a:gd name="connsiteY80" fmla="*/ 8032115 h 9456078"/>
              <a:gd name="connsiteX81" fmla="*/ 3589393 w 13158799"/>
              <a:gd name="connsiteY81" fmla="*/ 7997918 h 9456078"/>
              <a:gd name="connsiteX82" fmla="*/ 3624567 w 13158799"/>
              <a:gd name="connsiteY82" fmla="*/ 7963356 h 9456078"/>
              <a:gd name="connsiteX83" fmla="*/ 3659435 w 13158799"/>
              <a:gd name="connsiteY83" fmla="*/ 7928432 h 9456078"/>
              <a:gd name="connsiteX84" fmla="*/ 3693994 w 13158799"/>
              <a:gd name="connsiteY84" fmla="*/ 7893146 h 9456078"/>
              <a:gd name="connsiteX85" fmla="*/ 3728240 w 13158799"/>
              <a:gd name="connsiteY85" fmla="*/ 7857501 h 9456078"/>
              <a:gd name="connsiteX86" fmla="*/ 3762171 w 13158799"/>
              <a:gd name="connsiteY86" fmla="*/ 7821497 h 9456078"/>
              <a:gd name="connsiteX87" fmla="*/ 3795783 w 13158799"/>
              <a:gd name="connsiteY87" fmla="*/ 7785136 h 9456078"/>
              <a:gd name="connsiteX88" fmla="*/ 3829075 w 13158799"/>
              <a:gd name="connsiteY88" fmla="*/ 7748420 h 9456078"/>
              <a:gd name="connsiteX89" fmla="*/ 3862042 w 13158799"/>
              <a:gd name="connsiteY89" fmla="*/ 7711350 h 9456078"/>
              <a:gd name="connsiteX90" fmla="*/ 3894682 w 13158799"/>
              <a:gd name="connsiteY90" fmla="*/ 7673928 h 9456078"/>
              <a:gd name="connsiteX91" fmla="*/ 3926991 w 13158799"/>
              <a:gd name="connsiteY91" fmla="*/ 7636155 h 9456078"/>
              <a:gd name="connsiteX92" fmla="*/ 3958967 w 13158799"/>
              <a:gd name="connsiteY92" fmla="*/ 7598032 h 9456078"/>
              <a:gd name="connsiteX93" fmla="*/ 3990607 w 13158799"/>
              <a:gd name="connsiteY93" fmla="*/ 7559561 h 9456078"/>
              <a:gd name="connsiteX94" fmla="*/ 4021907 w 13158799"/>
              <a:gd name="connsiteY94" fmla="*/ 7520744 h 9456078"/>
              <a:gd name="connsiteX95" fmla="*/ 4052865 w 13158799"/>
              <a:gd name="connsiteY95" fmla="*/ 7481582 h 9456078"/>
              <a:gd name="connsiteX96" fmla="*/ 4083478 w 13158799"/>
              <a:gd name="connsiteY96" fmla="*/ 7442077 h 9456078"/>
              <a:gd name="connsiteX97" fmla="*/ 8022311 w 13158799"/>
              <a:gd name="connsiteY97" fmla="*/ 2307814 h 9456078"/>
              <a:gd name="connsiteX98" fmla="*/ 8052902 w 13158799"/>
              <a:gd name="connsiteY98" fmla="*/ 2268285 h 9456078"/>
              <a:gd name="connsiteX99" fmla="*/ 8083796 w 13158799"/>
              <a:gd name="connsiteY99" fmla="*/ 2229056 h 9456078"/>
              <a:gd name="connsiteX100" fmla="*/ 8114989 w 13158799"/>
              <a:gd name="connsiteY100" fmla="*/ 2190127 h 9456078"/>
              <a:gd name="connsiteX101" fmla="*/ 8146479 w 13158799"/>
              <a:gd name="connsiteY101" fmla="*/ 2151500 h 9456078"/>
              <a:gd name="connsiteX102" fmla="*/ 8178264 w 13158799"/>
              <a:gd name="connsiteY102" fmla="*/ 2113176 h 9456078"/>
              <a:gd name="connsiteX103" fmla="*/ 8210341 w 13158799"/>
              <a:gd name="connsiteY103" fmla="*/ 2075157 h 9456078"/>
              <a:gd name="connsiteX104" fmla="*/ 8242709 w 13158799"/>
              <a:gd name="connsiteY104" fmla="*/ 2037442 h 9456078"/>
              <a:gd name="connsiteX105" fmla="*/ 8275365 w 13158799"/>
              <a:gd name="connsiteY105" fmla="*/ 2000034 h 9456078"/>
              <a:gd name="connsiteX106" fmla="*/ 8308307 w 13158799"/>
              <a:gd name="connsiteY106" fmla="*/ 1962934 h 9456078"/>
              <a:gd name="connsiteX107" fmla="*/ 8341532 w 13158799"/>
              <a:gd name="connsiteY107" fmla="*/ 1926142 h 9456078"/>
              <a:gd name="connsiteX108" fmla="*/ 8375038 w 13158799"/>
              <a:gd name="connsiteY108" fmla="*/ 1889660 h 9456078"/>
              <a:gd name="connsiteX109" fmla="*/ 8408823 w 13158799"/>
              <a:gd name="connsiteY109" fmla="*/ 1853489 h 9456078"/>
              <a:gd name="connsiteX110" fmla="*/ 8442885 w 13158799"/>
              <a:gd name="connsiteY110" fmla="*/ 1817630 h 9456078"/>
              <a:gd name="connsiteX111" fmla="*/ 8477221 w 13158799"/>
              <a:gd name="connsiteY111" fmla="*/ 1782084 h 9456078"/>
              <a:gd name="connsiteX112" fmla="*/ 8511829 w 13158799"/>
              <a:gd name="connsiteY112" fmla="*/ 1746853 h 9456078"/>
              <a:gd name="connsiteX113" fmla="*/ 8546706 w 13158799"/>
              <a:gd name="connsiteY113" fmla="*/ 1711937 h 9456078"/>
              <a:gd name="connsiteX114" fmla="*/ 8581851 w 13158799"/>
              <a:gd name="connsiteY114" fmla="*/ 1677337 h 9456078"/>
              <a:gd name="connsiteX115" fmla="*/ 8617261 w 13158799"/>
              <a:gd name="connsiteY115" fmla="*/ 1643056 h 9456078"/>
              <a:gd name="connsiteX116" fmla="*/ 8652934 w 13158799"/>
              <a:gd name="connsiteY116" fmla="*/ 1609093 h 9456078"/>
              <a:gd name="connsiteX117" fmla="*/ 8688867 w 13158799"/>
              <a:gd name="connsiteY117" fmla="*/ 1575450 h 9456078"/>
              <a:gd name="connsiteX118" fmla="*/ 8725058 w 13158799"/>
              <a:gd name="connsiteY118" fmla="*/ 1542128 h 9456078"/>
              <a:gd name="connsiteX119" fmla="*/ 8761506 w 13158799"/>
              <a:gd name="connsiteY119" fmla="*/ 1509129 h 9456078"/>
              <a:gd name="connsiteX120" fmla="*/ 8798207 w 13158799"/>
              <a:gd name="connsiteY120" fmla="*/ 1476452 h 9456078"/>
              <a:gd name="connsiteX121" fmla="*/ 8835159 w 13158799"/>
              <a:gd name="connsiteY121" fmla="*/ 1444101 h 9456078"/>
              <a:gd name="connsiteX122" fmla="*/ 8872360 w 13158799"/>
              <a:gd name="connsiteY122" fmla="*/ 1412075 h 9456078"/>
              <a:gd name="connsiteX123" fmla="*/ 8909808 w 13158799"/>
              <a:gd name="connsiteY123" fmla="*/ 1380375 h 9456078"/>
              <a:gd name="connsiteX124" fmla="*/ 8947501 w 13158799"/>
              <a:gd name="connsiteY124" fmla="*/ 1349004 h 9456078"/>
              <a:gd name="connsiteX125" fmla="*/ 8985435 w 13158799"/>
              <a:gd name="connsiteY125" fmla="*/ 1317962 h 9456078"/>
              <a:gd name="connsiteX126" fmla="*/ 9023610 w 13158799"/>
              <a:gd name="connsiteY126" fmla="*/ 1287250 h 9456078"/>
              <a:gd name="connsiteX127" fmla="*/ 9062022 w 13158799"/>
              <a:gd name="connsiteY127" fmla="*/ 1256869 h 9456078"/>
              <a:gd name="connsiteX128" fmla="*/ 9100669 w 13158799"/>
              <a:gd name="connsiteY128" fmla="*/ 1226820 h 9456078"/>
              <a:gd name="connsiteX129" fmla="*/ 9139549 w 13158799"/>
              <a:gd name="connsiteY129" fmla="*/ 1197105 h 9456078"/>
              <a:gd name="connsiteX130" fmla="*/ 9178660 w 13158799"/>
              <a:gd name="connsiteY130" fmla="*/ 1167725 h 9456078"/>
              <a:gd name="connsiteX131" fmla="*/ 9217999 w 13158799"/>
              <a:gd name="connsiteY131" fmla="*/ 1138681 h 9456078"/>
              <a:gd name="connsiteX132" fmla="*/ 9257564 w 13158799"/>
              <a:gd name="connsiteY132" fmla="*/ 1109974 h 9456078"/>
              <a:gd name="connsiteX133" fmla="*/ 9297353 w 13158799"/>
              <a:gd name="connsiteY133" fmla="*/ 1081604 h 9456078"/>
              <a:gd name="connsiteX134" fmla="*/ 9337364 w 13158799"/>
              <a:gd name="connsiteY134" fmla="*/ 1053574 h 9456078"/>
              <a:gd name="connsiteX135" fmla="*/ 9377594 w 13158799"/>
              <a:gd name="connsiteY135" fmla="*/ 1025884 h 9456078"/>
              <a:gd name="connsiteX136" fmla="*/ 9418040 w 13158799"/>
              <a:gd name="connsiteY136" fmla="*/ 998536 h 9456078"/>
              <a:gd name="connsiteX137" fmla="*/ 9458702 w 13158799"/>
              <a:gd name="connsiteY137" fmla="*/ 971530 h 9456078"/>
              <a:gd name="connsiteX138" fmla="*/ 9499575 w 13158799"/>
              <a:gd name="connsiteY138" fmla="*/ 944868 h 9456078"/>
              <a:gd name="connsiteX139" fmla="*/ 9540659 w 13158799"/>
              <a:gd name="connsiteY139" fmla="*/ 918551 h 9456078"/>
              <a:gd name="connsiteX140" fmla="*/ 9581950 w 13158799"/>
              <a:gd name="connsiteY140" fmla="*/ 892580 h 9456078"/>
              <a:gd name="connsiteX141" fmla="*/ 9623447 w 13158799"/>
              <a:gd name="connsiteY141" fmla="*/ 866956 h 9456078"/>
              <a:gd name="connsiteX142" fmla="*/ 9665147 w 13158799"/>
              <a:gd name="connsiteY142" fmla="*/ 841681 h 9456078"/>
              <a:gd name="connsiteX143" fmla="*/ 9707048 w 13158799"/>
              <a:gd name="connsiteY143" fmla="*/ 816754 h 9456078"/>
              <a:gd name="connsiteX144" fmla="*/ 9749147 w 13158799"/>
              <a:gd name="connsiteY144" fmla="*/ 792179 h 9456078"/>
              <a:gd name="connsiteX145" fmla="*/ 9791443 w 13158799"/>
              <a:gd name="connsiteY145" fmla="*/ 767955 h 9456078"/>
              <a:gd name="connsiteX146" fmla="*/ 9833932 w 13158799"/>
              <a:gd name="connsiteY146" fmla="*/ 744083 h 9456078"/>
              <a:gd name="connsiteX147" fmla="*/ 9876613 w 13158799"/>
              <a:gd name="connsiteY147" fmla="*/ 720566 h 9456078"/>
              <a:gd name="connsiteX148" fmla="*/ 9919484 w 13158799"/>
              <a:gd name="connsiteY148" fmla="*/ 697404 h 9456078"/>
              <a:gd name="connsiteX149" fmla="*/ 9962542 w 13158799"/>
              <a:gd name="connsiteY149" fmla="*/ 674598 h 9456078"/>
              <a:gd name="connsiteX150" fmla="*/ 10005784 w 13158799"/>
              <a:gd name="connsiteY150" fmla="*/ 652149 h 9456078"/>
              <a:gd name="connsiteX151" fmla="*/ 10049209 w 13158799"/>
              <a:gd name="connsiteY151" fmla="*/ 630059 h 9456078"/>
              <a:gd name="connsiteX152" fmla="*/ 10092814 w 13158799"/>
              <a:gd name="connsiteY152" fmla="*/ 608328 h 9456078"/>
              <a:gd name="connsiteX153" fmla="*/ 10136597 w 13158799"/>
              <a:gd name="connsiteY153" fmla="*/ 586958 h 9456078"/>
              <a:gd name="connsiteX154" fmla="*/ 10180556 w 13158799"/>
              <a:gd name="connsiteY154" fmla="*/ 565950 h 9456078"/>
              <a:gd name="connsiteX155" fmla="*/ 10224688 w 13158799"/>
              <a:gd name="connsiteY155" fmla="*/ 545304 h 9456078"/>
              <a:gd name="connsiteX156" fmla="*/ 10268991 w 13158799"/>
              <a:gd name="connsiteY156" fmla="*/ 525023 h 9456078"/>
              <a:gd name="connsiteX157" fmla="*/ 10313463 w 13158799"/>
              <a:gd name="connsiteY157" fmla="*/ 505107 h 9456078"/>
              <a:gd name="connsiteX158" fmla="*/ 10358101 w 13158799"/>
              <a:gd name="connsiteY158" fmla="*/ 485558 h 9456078"/>
              <a:gd name="connsiteX159" fmla="*/ 10402903 w 13158799"/>
              <a:gd name="connsiteY159" fmla="*/ 466376 h 9456078"/>
              <a:gd name="connsiteX160" fmla="*/ 10447868 w 13158799"/>
              <a:gd name="connsiteY160" fmla="*/ 447563 h 9456078"/>
              <a:gd name="connsiteX161" fmla="*/ 10492991 w 13158799"/>
              <a:gd name="connsiteY161" fmla="*/ 429119 h 9456078"/>
              <a:gd name="connsiteX162" fmla="*/ 10538272 w 13158799"/>
              <a:gd name="connsiteY162" fmla="*/ 411046 h 9456078"/>
              <a:gd name="connsiteX163" fmla="*/ 10583708 w 13158799"/>
              <a:gd name="connsiteY163" fmla="*/ 393346 h 9456078"/>
              <a:gd name="connsiteX164" fmla="*/ 10629297 w 13158799"/>
              <a:gd name="connsiteY164" fmla="*/ 376018 h 9456078"/>
              <a:gd name="connsiteX165" fmla="*/ 10675036 w 13158799"/>
              <a:gd name="connsiteY165" fmla="*/ 359065 h 9456078"/>
              <a:gd name="connsiteX166" fmla="*/ 10720923 w 13158799"/>
              <a:gd name="connsiteY166" fmla="*/ 342487 h 9456078"/>
              <a:gd name="connsiteX167" fmla="*/ 10766956 w 13158799"/>
              <a:gd name="connsiteY167" fmla="*/ 326286 h 9456078"/>
              <a:gd name="connsiteX168" fmla="*/ 10813132 w 13158799"/>
              <a:gd name="connsiteY168" fmla="*/ 310462 h 9456078"/>
              <a:gd name="connsiteX169" fmla="*/ 10859450 w 13158799"/>
              <a:gd name="connsiteY169" fmla="*/ 295018 h 9456078"/>
              <a:gd name="connsiteX170" fmla="*/ 10905907 w 13158799"/>
              <a:gd name="connsiteY170" fmla="*/ 279953 h 9456078"/>
              <a:gd name="connsiteX171" fmla="*/ 10952500 w 13158799"/>
              <a:gd name="connsiteY171" fmla="*/ 265269 h 9456078"/>
              <a:gd name="connsiteX172" fmla="*/ 10999227 w 13158799"/>
              <a:gd name="connsiteY172" fmla="*/ 250968 h 9456078"/>
              <a:gd name="connsiteX173" fmla="*/ 11046087 w 13158799"/>
              <a:gd name="connsiteY173" fmla="*/ 237049 h 9456078"/>
              <a:gd name="connsiteX174" fmla="*/ 11093076 w 13158799"/>
              <a:gd name="connsiteY174" fmla="*/ 223516 h 9456078"/>
              <a:gd name="connsiteX175" fmla="*/ 11140193 w 13158799"/>
              <a:gd name="connsiteY175" fmla="*/ 210368 h 9456078"/>
              <a:gd name="connsiteX176" fmla="*/ 11187434 w 13158799"/>
              <a:gd name="connsiteY176" fmla="*/ 197606 h 9456078"/>
              <a:gd name="connsiteX177" fmla="*/ 11234799 w 13158799"/>
              <a:gd name="connsiteY177" fmla="*/ 185233 h 9456078"/>
              <a:gd name="connsiteX178" fmla="*/ 11282284 w 13158799"/>
              <a:gd name="connsiteY178" fmla="*/ 173248 h 9456078"/>
              <a:gd name="connsiteX179" fmla="*/ 11329888 w 13158799"/>
              <a:gd name="connsiteY179" fmla="*/ 161654 h 9456078"/>
              <a:gd name="connsiteX180" fmla="*/ 11377607 w 13158799"/>
              <a:gd name="connsiteY180" fmla="*/ 150451 h 9456078"/>
              <a:gd name="connsiteX181" fmla="*/ 11425440 w 13158799"/>
              <a:gd name="connsiteY181" fmla="*/ 139640 h 9456078"/>
              <a:gd name="connsiteX182" fmla="*/ 11473385 w 13158799"/>
              <a:gd name="connsiteY182" fmla="*/ 129223 h 9456078"/>
              <a:gd name="connsiteX183" fmla="*/ 11521439 w 13158799"/>
              <a:gd name="connsiteY183" fmla="*/ 119201 h 9456078"/>
              <a:gd name="connsiteX184" fmla="*/ 11569599 w 13158799"/>
              <a:gd name="connsiteY184" fmla="*/ 109574 h 9456078"/>
              <a:gd name="connsiteX185" fmla="*/ 11617864 w 13158799"/>
              <a:gd name="connsiteY185" fmla="*/ 100344 h 9456078"/>
              <a:gd name="connsiteX186" fmla="*/ 11666231 w 13158799"/>
              <a:gd name="connsiteY186" fmla="*/ 91512 h 9456078"/>
              <a:gd name="connsiteX187" fmla="*/ 11714698 w 13158799"/>
              <a:gd name="connsiteY187" fmla="*/ 83080 h 9456078"/>
              <a:gd name="connsiteX188" fmla="*/ 11763263 w 13158799"/>
              <a:gd name="connsiteY188" fmla="*/ 75047 h 9456078"/>
              <a:gd name="connsiteX189" fmla="*/ 11811923 w 13158799"/>
              <a:gd name="connsiteY189" fmla="*/ 67417 h 9456078"/>
              <a:gd name="connsiteX190" fmla="*/ 11860676 w 13158799"/>
              <a:gd name="connsiteY190" fmla="*/ 60188 h 9456078"/>
              <a:gd name="connsiteX191" fmla="*/ 11909519 w 13158799"/>
              <a:gd name="connsiteY191" fmla="*/ 53364 h 9456078"/>
              <a:gd name="connsiteX192" fmla="*/ 11958451 w 13158799"/>
              <a:gd name="connsiteY192" fmla="*/ 46944 h 9456078"/>
              <a:gd name="connsiteX193" fmla="*/ 12007470 w 13158799"/>
              <a:gd name="connsiteY193" fmla="*/ 40931 h 9456078"/>
              <a:gd name="connsiteX194" fmla="*/ 12056572 w 13158799"/>
              <a:gd name="connsiteY194" fmla="*/ 35324 h 9456078"/>
              <a:gd name="connsiteX195" fmla="*/ 12105756 w 13158799"/>
              <a:gd name="connsiteY195" fmla="*/ 30126 h 9456078"/>
              <a:gd name="connsiteX196" fmla="*/ 12155019 w 13158799"/>
              <a:gd name="connsiteY196" fmla="*/ 25337 h 9456078"/>
              <a:gd name="connsiteX197" fmla="*/ 12204359 w 13158799"/>
              <a:gd name="connsiteY197" fmla="*/ 20958 h 9456078"/>
              <a:gd name="connsiteX198" fmla="*/ 12253773 w 13158799"/>
              <a:gd name="connsiteY198" fmla="*/ 16991 h 9456078"/>
              <a:gd name="connsiteX199" fmla="*/ 12303260 w 13158799"/>
              <a:gd name="connsiteY199" fmla="*/ 13437 h 9456078"/>
              <a:gd name="connsiteX200" fmla="*/ 12352818 w 13158799"/>
              <a:gd name="connsiteY200" fmla="*/ 10297 h 9456078"/>
              <a:gd name="connsiteX201" fmla="*/ 12402443 w 13158799"/>
              <a:gd name="connsiteY201" fmla="*/ 7572 h 9456078"/>
              <a:gd name="connsiteX202" fmla="*/ 12452133 w 13158799"/>
              <a:gd name="connsiteY202" fmla="*/ 5263 h 9456078"/>
              <a:gd name="connsiteX203" fmla="*/ 12501887 w 13158799"/>
              <a:gd name="connsiteY203" fmla="*/ 3371 h 9456078"/>
              <a:gd name="connsiteX204" fmla="*/ 12551701 w 13158799"/>
              <a:gd name="connsiteY204" fmla="*/ 1898 h 9456078"/>
              <a:gd name="connsiteX205" fmla="*/ 12601574 w 13158799"/>
              <a:gd name="connsiteY205" fmla="*/ 844 h 9456078"/>
              <a:gd name="connsiteX206" fmla="*/ 12651504 w 13158799"/>
              <a:gd name="connsiteY206" fmla="*/ 211 h 9456078"/>
              <a:gd name="connsiteX207" fmla="*/ 12701487 w 13158799"/>
              <a:gd name="connsiteY207" fmla="*/ 0 h 9456078"/>
              <a:gd name="connsiteX208" fmla="*/ 13158798 w 13158799"/>
              <a:gd name="connsiteY208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28389 w 13158797"/>
              <a:gd name="connsiteY22" fmla="*/ 9330914 h 9456078"/>
              <a:gd name="connsiteX23" fmla="*/ 1176172 w 13158797"/>
              <a:gd name="connsiteY23" fmla="*/ 9319936 h 9456078"/>
              <a:gd name="connsiteX24" fmla="*/ 1223823 w 13158797"/>
              <a:gd name="connsiteY24" fmla="*/ 9308509 h 9456078"/>
              <a:gd name="connsiteX25" fmla="*/ 1271339 w 13158797"/>
              <a:gd name="connsiteY25" fmla="*/ 9296635 h 9456078"/>
              <a:gd name="connsiteX26" fmla="*/ 1318719 w 13158797"/>
              <a:gd name="connsiteY26" fmla="*/ 9284315 h 9456078"/>
              <a:gd name="connsiteX27" fmla="*/ 1365957 w 13158797"/>
              <a:gd name="connsiteY27" fmla="*/ 9271550 h 9456078"/>
              <a:gd name="connsiteX28" fmla="*/ 1413052 w 13158797"/>
              <a:gd name="connsiteY28" fmla="*/ 9258342 h 9456078"/>
              <a:gd name="connsiteX29" fmla="*/ 1460000 w 13158797"/>
              <a:gd name="connsiteY29" fmla="*/ 9244693 h 9456078"/>
              <a:gd name="connsiteX30" fmla="*/ 1506799 w 13158797"/>
              <a:gd name="connsiteY30" fmla="*/ 9230604 h 9456078"/>
              <a:gd name="connsiteX31" fmla="*/ 1553445 w 13158797"/>
              <a:gd name="connsiteY31" fmla="*/ 9216076 h 9456078"/>
              <a:gd name="connsiteX32" fmla="*/ 1599935 w 13158797"/>
              <a:gd name="connsiteY32" fmla="*/ 9201111 h 9456078"/>
              <a:gd name="connsiteX33" fmla="*/ 1646267 w 13158797"/>
              <a:gd name="connsiteY33" fmla="*/ 9185710 h 9456078"/>
              <a:gd name="connsiteX34" fmla="*/ 1692437 w 13158797"/>
              <a:gd name="connsiteY34" fmla="*/ 9169876 h 9456078"/>
              <a:gd name="connsiteX35" fmla="*/ 1738442 w 13158797"/>
              <a:gd name="connsiteY35" fmla="*/ 9153608 h 9456078"/>
              <a:gd name="connsiteX36" fmla="*/ 1784280 w 13158797"/>
              <a:gd name="connsiteY36" fmla="*/ 9136910 h 9456078"/>
              <a:gd name="connsiteX37" fmla="*/ 1829947 w 13158797"/>
              <a:gd name="connsiteY37" fmla="*/ 9119782 h 9456078"/>
              <a:gd name="connsiteX38" fmla="*/ 1875440 w 13158797"/>
              <a:gd name="connsiteY38" fmla="*/ 9102226 h 9456078"/>
              <a:gd name="connsiteX39" fmla="*/ 1920756 w 13158797"/>
              <a:gd name="connsiteY39" fmla="*/ 9084243 h 9456078"/>
              <a:gd name="connsiteX40" fmla="*/ 1965893 w 13158797"/>
              <a:gd name="connsiteY40" fmla="*/ 9065835 h 9456078"/>
              <a:gd name="connsiteX41" fmla="*/ 2010847 w 13158797"/>
              <a:gd name="connsiteY41" fmla="*/ 9047004 h 9456078"/>
              <a:gd name="connsiteX42" fmla="*/ 2055615 w 13158797"/>
              <a:gd name="connsiteY42" fmla="*/ 9027750 h 9456078"/>
              <a:gd name="connsiteX43" fmla="*/ 2100195 w 13158797"/>
              <a:gd name="connsiteY43" fmla="*/ 9008075 h 9456078"/>
              <a:gd name="connsiteX44" fmla="*/ 2144582 w 13158797"/>
              <a:gd name="connsiteY44" fmla="*/ 8987981 h 9456078"/>
              <a:gd name="connsiteX45" fmla="*/ 2188775 w 13158797"/>
              <a:gd name="connsiteY45" fmla="*/ 8967470 h 9456078"/>
              <a:gd name="connsiteX46" fmla="*/ 2232770 w 13158797"/>
              <a:gd name="connsiteY46" fmla="*/ 8946542 h 9456078"/>
              <a:gd name="connsiteX47" fmla="*/ 2276564 w 13158797"/>
              <a:gd name="connsiteY47" fmla="*/ 8925199 h 9456078"/>
              <a:gd name="connsiteX48" fmla="*/ 2320154 w 13158797"/>
              <a:gd name="connsiteY48" fmla="*/ 8903443 h 9456078"/>
              <a:gd name="connsiteX49" fmla="*/ 2363538 w 13158797"/>
              <a:gd name="connsiteY49" fmla="*/ 8881275 h 9456078"/>
              <a:gd name="connsiteX50" fmla="*/ 2406711 w 13158797"/>
              <a:gd name="connsiteY50" fmla="*/ 8858697 h 9456078"/>
              <a:gd name="connsiteX51" fmla="*/ 2449672 w 13158797"/>
              <a:gd name="connsiteY51" fmla="*/ 8835710 h 9456078"/>
              <a:gd name="connsiteX52" fmla="*/ 2492417 w 13158797"/>
              <a:gd name="connsiteY52" fmla="*/ 8812316 h 9456078"/>
              <a:gd name="connsiteX53" fmla="*/ 2534943 w 13158797"/>
              <a:gd name="connsiteY53" fmla="*/ 8788516 h 9456078"/>
              <a:gd name="connsiteX54" fmla="*/ 2577247 w 13158797"/>
              <a:gd name="connsiteY54" fmla="*/ 8764311 h 9456078"/>
              <a:gd name="connsiteX55" fmla="*/ 2619326 w 13158797"/>
              <a:gd name="connsiteY55" fmla="*/ 8739704 h 9456078"/>
              <a:gd name="connsiteX56" fmla="*/ 2661177 w 13158797"/>
              <a:gd name="connsiteY56" fmla="*/ 8714695 h 9456078"/>
              <a:gd name="connsiteX57" fmla="*/ 2702797 w 13158797"/>
              <a:gd name="connsiteY57" fmla="*/ 8689286 h 9456078"/>
              <a:gd name="connsiteX58" fmla="*/ 2744183 w 13158797"/>
              <a:gd name="connsiteY58" fmla="*/ 8663479 h 9456078"/>
              <a:gd name="connsiteX59" fmla="*/ 2785333 w 13158797"/>
              <a:gd name="connsiteY59" fmla="*/ 8637274 h 9456078"/>
              <a:gd name="connsiteX60" fmla="*/ 2826242 w 13158797"/>
              <a:gd name="connsiteY60" fmla="*/ 8610675 h 9456078"/>
              <a:gd name="connsiteX61" fmla="*/ 2866908 w 13158797"/>
              <a:gd name="connsiteY61" fmla="*/ 8583681 h 9456078"/>
              <a:gd name="connsiteX62" fmla="*/ 2907329 w 13158797"/>
              <a:gd name="connsiteY62" fmla="*/ 8556295 h 9456078"/>
              <a:gd name="connsiteX63" fmla="*/ 2947500 w 13158797"/>
              <a:gd name="connsiteY63" fmla="*/ 8528517 h 9456078"/>
              <a:gd name="connsiteX64" fmla="*/ 2987419 w 13158797"/>
              <a:gd name="connsiteY64" fmla="*/ 8500351 h 9456078"/>
              <a:gd name="connsiteX65" fmla="*/ 3027083 w 13158797"/>
              <a:gd name="connsiteY65" fmla="*/ 8471796 h 9456078"/>
              <a:gd name="connsiteX66" fmla="*/ 3066489 w 13158797"/>
              <a:gd name="connsiteY66" fmla="*/ 8442854 h 9456078"/>
              <a:gd name="connsiteX67" fmla="*/ 3105634 w 13158797"/>
              <a:gd name="connsiteY67" fmla="*/ 8413528 h 9456078"/>
              <a:gd name="connsiteX68" fmla="*/ 3144515 w 13158797"/>
              <a:gd name="connsiteY68" fmla="*/ 8383818 h 9456078"/>
              <a:gd name="connsiteX69" fmla="*/ 3183129 w 13158797"/>
              <a:gd name="connsiteY69" fmla="*/ 8353726 h 9456078"/>
              <a:gd name="connsiteX70" fmla="*/ 3221473 w 13158797"/>
              <a:gd name="connsiteY70" fmla="*/ 8323253 h 9456078"/>
              <a:gd name="connsiteX71" fmla="*/ 3259544 w 13158797"/>
              <a:gd name="connsiteY71" fmla="*/ 8292401 h 9456078"/>
              <a:gd name="connsiteX72" fmla="*/ 3297339 w 13158797"/>
              <a:gd name="connsiteY72" fmla="*/ 8261172 h 9456078"/>
              <a:gd name="connsiteX73" fmla="*/ 3334854 w 13158797"/>
              <a:gd name="connsiteY73" fmla="*/ 8229566 h 9456078"/>
              <a:gd name="connsiteX74" fmla="*/ 3372087 w 13158797"/>
              <a:gd name="connsiteY74" fmla="*/ 8197585 h 9456078"/>
              <a:gd name="connsiteX75" fmla="*/ 3409035 w 13158797"/>
              <a:gd name="connsiteY75" fmla="*/ 8165232 h 9456078"/>
              <a:gd name="connsiteX76" fmla="*/ 3445695 w 13158797"/>
              <a:gd name="connsiteY76" fmla="*/ 8132507 h 9456078"/>
              <a:gd name="connsiteX77" fmla="*/ 3482064 w 13158797"/>
              <a:gd name="connsiteY77" fmla="*/ 8099411 h 9456078"/>
              <a:gd name="connsiteX78" fmla="*/ 3518139 w 13158797"/>
              <a:gd name="connsiteY78" fmla="*/ 8065947 h 9456078"/>
              <a:gd name="connsiteX79" fmla="*/ 3553916 w 13158797"/>
              <a:gd name="connsiteY79" fmla="*/ 8032115 h 9456078"/>
              <a:gd name="connsiteX80" fmla="*/ 3589393 w 13158797"/>
              <a:gd name="connsiteY80" fmla="*/ 7997918 h 9456078"/>
              <a:gd name="connsiteX81" fmla="*/ 3624567 w 13158797"/>
              <a:gd name="connsiteY81" fmla="*/ 7963356 h 9456078"/>
              <a:gd name="connsiteX82" fmla="*/ 3659435 w 13158797"/>
              <a:gd name="connsiteY82" fmla="*/ 7928432 h 9456078"/>
              <a:gd name="connsiteX83" fmla="*/ 3693994 w 13158797"/>
              <a:gd name="connsiteY83" fmla="*/ 7893146 h 9456078"/>
              <a:gd name="connsiteX84" fmla="*/ 3728240 w 13158797"/>
              <a:gd name="connsiteY84" fmla="*/ 7857501 h 9456078"/>
              <a:gd name="connsiteX85" fmla="*/ 3762171 w 13158797"/>
              <a:gd name="connsiteY85" fmla="*/ 7821497 h 9456078"/>
              <a:gd name="connsiteX86" fmla="*/ 3795783 w 13158797"/>
              <a:gd name="connsiteY86" fmla="*/ 7785136 h 9456078"/>
              <a:gd name="connsiteX87" fmla="*/ 3829075 w 13158797"/>
              <a:gd name="connsiteY87" fmla="*/ 7748420 h 9456078"/>
              <a:gd name="connsiteX88" fmla="*/ 3862042 w 13158797"/>
              <a:gd name="connsiteY88" fmla="*/ 7711350 h 9456078"/>
              <a:gd name="connsiteX89" fmla="*/ 3894682 w 13158797"/>
              <a:gd name="connsiteY89" fmla="*/ 7673928 h 9456078"/>
              <a:gd name="connsiteX90" fmla="*/ 3926991 w 13158797"/>
              <a:gd name="connsiteY90" fmla="*/ 7636155 h 9456078"/>
              <a:gd name="connsiteX91" fmla="*/ 3958967 w 13158797"/>
              <a:gd name="connsiteY91" fmla="*/ 7598032 h 9456078"/>
              <a:gd name="connsiteX92" fmla="*/ 3990607 w 13158797"/>
              <a:gd name="connsiteY92" fmla="*/ 7559561 h 9456078"/>
              <a:gd name="connsiteX93" fmla="*/ 4021907 w 13158797"/>
              <a:gd name="connsiteY93" fmla="*/ 7520744 h 9456078"/>
              <a:gd name="connsiteX94" fmla="*/ 4052865 w 13158797"/>
              <a:gd name="connsiteY94" fmla="*/ 7481582 h 9456078"/>
              <a:gd name="connsiteX95" fmla="*/ 4083478 w 13158797"/>
              <a:gd name="connsiteY95" fmla="*/ 7442077 h 9456078"/>
              <a:gd name="connsiteX96" fmla="*/ 8022311 w 13158797"/>
              <a:gd name="connsiteY96" fmla="*/ 2307814 h 9456078"/>
              <a:gd name="connsiteX97" fmla="*/ 8052902 w 13158797"/>
              <a:gd name="connsiteY97" fmla="*/ 2268285 h 9456078"/>
              <a:gd name="connsiteX98" fmla="*/ 8083796 w 13158797"/>
              <a:gd name="connsiteY98" fmla="*/ 2229056 h 9456078"/>
              <a:gd name="connsiteX99" fmla="*/ 8114989 w 13158797"/>
              <a:gd name="connsiteY99" fmla="*/ 2190127 h 9456078"/>
              <a:gd name="connsiteX100" fmla="*/ 8146479 w 13158797"/>
              <a:gd name="connsiteY100" fmla="*/ 2151500 h 9456078"/>
              <a:gd name="connsiteX101" fmla="*/ 8178264 w 13158797"/>
              <a:gd name="connsiteY101" fmla="*/ 2113176 h 9456078"/>
              <a:gd name="connsiteX102" fmla="*/ 8210341 w 13158797"/>
              <a:gd name="connsiteY102" fmla="*/ 2075157 h 9456078"/>
              <a:gd name="connsiteX103" fmla="*/ 8242709 w 13158797"/>
              <a:gd name="connsiteY103" fmla="*/ 2037442 h 9456078"/>
              <a:gd name="connsiteX104" fmla="*/ 8275365 w 13158797"/>
              <a:gd name="connsiteY104" fmla="*/ 2000034 h 9456078"/>
              <a:gd name="connsiteX105" fmla="*/ 8308307 w 13158797"/>
              <a:gd name="connsiteY105" fmla="*/ 1962934 h 9456078"/>
              <a:gd name="connsiteX106" fmla="*/ 8341532 w 13158797"/>
              <a:gd name="connsiteY106" fmla="*/ 1926142 h 9456078"/>
              <a:gd name="connsiteX107" fmla="*/ 8375038 w 13158797"/>
              <a:gd name="connsiteY107" fmla="*/ 1889660 h 9456078"/>
              <a:gd name="connsiteX108" fmla="*/ 8408823 w 13158797"/>
              <a:gd name="connsiteY108" fmla="*/ 1853489 h 9456078"/>
              <a:gd name="connsiteX109" fmla="*/ 8442885 w 13158797"/>
              <a:gd name="connsiteY109" fmla="*/ 1817630 h 9456078"/>
              <a:gd name="connsiteX110" fmla="*/ 8477221 w 13158797"/>
              <a:gd name="connsiteY110" fmla="*/ 1782084 h 9456078"/>
              <a:gd name="connsiteX111" fmla="*/ 8511829 w 13158797"/>
              <a:gd name="connsiteY111" fmla="*/ 1746853 h 9456078"/>
              <a:gd name="connsiteX112" fmla="*/ 8546706 w 13158797"/>
              <a:gd name="connsiteY112" fmla="*/ 1711937 h 9456078"/>
              <a:gd name="connsiteX113" fmla="*/ 8581851 w 13158797"/>
              <a:gd name="connsiteY113" fmla="*/ 1677337 h 9456078"/>
              <a:gd name="connsiteX114" fmla="*/ 8617261 w 13158797"/>
              <a:gd name="connsiteY114" fmla="*/ 1643056 h 9456078"/>
              <a:gd name="connsiteX115" fmla="*/ 8652934 w 13158797"/>
              <a:gd name="connsiteY115" fmla="*/ 1609093 h 9456078"/>
              <a:gd name="connsiteX116" fmla="*/ 8688867 w 13158797"/>
              <a:gd name="connsiteY116" fmla="*/ 1575450 h 9456078"/>
              <a:gd name="connsiteX117" fmla="*/ 8725058 w 13158797"/>
              <a:gd name="connsiteY117" fmla="*/ 1542128 h 9456078"/>
              <a:gd name="connsiteX118" fmla="*/ 8761506 w 13158797"/>
              <a:gd name="connsiteY118" fmla="*/ 1509129 h 9456078"/>
              <a:gd name="connsiteX119" fmla="*/ 8798207 w 13158797"/>
              <a:gd name="connsiteY119" fmla="*/ 1476452 h 9456078"/>
              <a:gd name="connsiteX120" fmla="*/ 8835159 w 13158797"/>
              <a:gd name="connsiteY120" fmla="*/ 1444101 h 9456078"/>
              <a:gd name="connsiteX121" fmla="*/ 8872360 w 13158797"/>
              <a:gd name="connsiteY121" fmla="*/ 1412075 h 9456078"/>
              <a:gd name="connsiteX122" fmla="*/ 8909808 w 13158797"/>
              <a:gd name="connsiteY122" fmla="*/ 1380375 h 9456078"/>
              <a:gd name="connsiteX123" fmla="*/ 8947501 w 13158797"/>
              <a:gd name="connsiteY123" fmla="*/ 1349004 h 9456078"/>
              <a:gd name="connsiteX124" fmla="*/ 8985435 w 13158797"/>
              <a:gd name="connsiteY124" fmla="*/ 1317962 h 9456078"/>
              <a:gd name="connsiteX125" fmla="*/ 9023610 w 13158797"/>
              <a:gd name="connsiteY125" fmla="*/ 1287250 h 9456078"/>
              <a:gd name="connsiteX126" fmla="*/ 9062022 w 13158797"/>
              <a:gd name="connsiteY126" fmla="*/ 1256869 h 9456078"/>
              <a:gd name="connsiteX127" fmla="*/ 9100669 w 13158797"/>
              <a:gd name="connsiteY127" fmla="*/ 1226820 h 9456078"/>
              <a:gd name="connsiteX128" fmla="*/ 9139549 w 13158797"/>
              <a:gd name="connsiteY128" fmla="*/ 1197105 h 9456078"/>
              <a:gd name="connsiteX129" fmla="*/ 9178660 w 13158797"/>
              <a:gd name="connsiteY129" fmla="*/ 1167725 h 9456078"/>
              <a:gd name="connsiteX130" fmla="*/ 9217999 w 13158797"/>
              <a:gd name="connsiteY130" fmla="*/ 1138681 h 9456078"/>
              <a:gd name="connsiteX131" fmla="*/ 9257564 w 13158797"/>
              <a:gd name="connsiteY131" fmla="*/ 1109974 h 9456078"/>
              <a:gd name="connsiteX132" fmla="*/ 9297353 w 13158797"/>
              <a:gd name="connsiteY132" fmla="*/ 1081604 h 9456078"/>
              <a:gd name="connsiteX133" fmla="*/ 9337364 w 13158797"/>
              <a:gd name="connsiteY133" fmla="*/ 1053574 h 9456078"/>
              <a:gd name="connsiteX134" fmla="*/ 9377594 w 13158797"/>
              <a:gd name="connsiteY134" fmla="*/ 1025884 h 9456078"/>
              <a:gd name="connsiteX135" fmla="*/ 9418040 w 13158797"/>
              <a:gd name="connsiteY135" fmla="*/ 998536 h 9456078"/>
              <a:gd name="connsiteX136" fmla="*/ 9458702 w 13158797"/>
              <a:gd name="connsiteY136" fmla="*/ 971530 h 9456078"/>
              <a:gd name="connsiteX137" fmla="*/ 9499575 w 13158797"/>
              <a:gd name="connsiteY137" fmla="*/ 944868 h 9456078"/>
              <a:gd name="connsiteX138" fmla="*/ 9540659 w 13158797"/>
              <a:gd name="connsiteY138" fmla="*/ 918551 h 9456078"/>
              <a:gd name="connsiteX139" fmla="*/ 9581950 w 13158797"/>
              <a:gd name="connsiteY139" fmla="*/ 892580 h 9456078"/>
              <a:gd name="connsiteX140" fmla="*/ 9623447 w 13158797"/>
              <a:gd name="connsiteY140" fmla="*/ 866956 h 9456078"/>
              <a:gd name="connsiteX141" fmla="*/ 9665147 w 13158797"/>
              <a:gd name="connsiteY141" fmla="*/ 841681 h 9456078"/>
              <a:gd name="connsiteX142" fmla="*/ 9707048 w 13158797"/>
              <a:gd name="connsiteY142" fmla="*/ 816754 h 9456078"/>
              <a:gd name="connsiteX143" fmla="*/ 9749147 w 13158797"/>
              <a:gd name="connsiteY143" fmla="*/ 792179 h 9456078"/>
              <a:gd name="connsiteX144" fmla="*/ 9791443 w 13158797"/>
              <a:gd name="connsiteY144" fmla="*/ 767955 h 9456078"/>
              <a:gd name="connsiteX145" fmla="*/ 9833932 w 13158797"/>
              <a:gd name="connsiteY145" fmla="*/ 744083 h 9456078"/>
              <a:gd name="connsiteX146" fmla="*/ 9876613 w 13158797"/>
              <a:gd name="connsiteY146" fmla="*/ 720566 h 9456078"/>
              <a:gd name="connsiteX147" fmla="*/ 9919484 w 13158797"/>
              <a:gd name="connsiteY147" fmla="*/ 697404 h 9456078"/>
              <a:gd name="connsiteX148" fmla="*/ 9962542 w 13158797"/>
              <a:gd name="connsiteY148" fmla="*/ 674598 h 9456078"/>
              <a:gd name="connsiteX149" fmla="*/ 10005784 w 13158797"/>
              <a:gd name="connsiteY149" fmla="*/ 652149 h 9456078"/>
              <a:gd name="connsiteX150" fmla="*/ 10049209 w 13158797"/>
              <a:gd name="connsiteY150" fmla="*/ 630059 h 9456078"/>
              <a:gd name="connsiteX151" fmla="*/ 10092814 w 13158797"/>
              <a:gd name="connsiteY151" fmla="*/ 608328 h 9456078"/>
              <a:gd name="connsiteX152" fmla="*/ 10136597 w 13158797"/>
              <a:gd name="connsiteY152" fmla="*/ 586958 h 9456078"/>
              <a:gd name="connsiteX153" fmla="*/ 10180556 w 13158797"/>
              <a:gd name="connsiteY153" fmla="*/ 565950 h 9456078"/>
              <a:gd name="connsiteX154" fmla="*/ 10224688 w 13158797"/>
              <a:gd name="connsiteY154" fmla="*/ 545304 h 9456078"/>
              <a:gd name="connsiteX155" fmla="*/ 10268991 w 13158797"/>
              <a:gd name="connsiteY155" fmla="*/ 525023 h 9456078"/>
              <a:gd name="connsiteX156" fmla="*/ 10313463 w 13158797"/>
              <a:gd name="connsiteY156" fmla="*/ 505107 h 9456078"/>
              <a:gd name="connsiteX157" fmla="*/ 10358101 w 13158797"/>
              <a:gd name="connsiteY157" fmla="*/ 485558 h 9456078"/>
              <a:gd name="connsiteX158" fmla="*/ 10402903 w 13158797"/>
              <a:gd name="connsiteY158" fmla="*/ 466376 h 9456078"/>
              <a:gd name="connsiteX159" fmla="*/ 10447868 w 13158797"/>
              <a:gd name="connsiteY159" fmla="*/ 447563 h 9456078"/>
              <a:gd name="connsiteX160" fmla="*/ 10492991 w 13158797"/>
              <a:gd name="connsiteY160" fmla="*/ 429119 h 9456078"/>
              <a:gd name="connsiteX161" fmla="*/ 10538272 w 13158797"/>
              <a:gd name="connsiteY161" fmla="*/ 411046 h 9456078"/>
              <a:gd name="connsiteX162" fmla="*/ 10583708 w 13158797"/>
              <a:gd name="connsiteY162" fmla="*/ 393346 h 9456078"/>
              <a:gd name="connsiteX163" fmla="*/ 10629297 w 13158797"/>
              <a:gd name="connsiteY163" fmla="*/ 376018 h 9456078"/>
              <a:gd name="connsiteX164" fmla="*/ 10675036 w 13158797"/>
              <a:gd name="connsiteY164" fmla="*/ 359065 h 9456078"/>
              <a:gd name="connsiteX165" fmla="*/ 10720923 w 13158797"/>
              <a:gd name="connsiteY165" fmla="*/ 342487 h 9456078"/>
              <a:gd name="connsiteX166" fmla="*/ 10766956 w 13158797"/>
              <a:gd name="connsiteY166" fmla="*/ 326286 h 9456078"/>
              <a:gd name="connsiteX167" fmla="*/ 10813132 w 13158797"/>
              <a:gd name="connsiteY167" fmla="*/ 310462 h 9456078"/>
              <a:gd name="connsiteX168" fmla="*/ 10859450 w 13158797"/>
              <a:gd name="connsiteY168" fmla="*/ 295018 h 9456078"/>
              <a:gd name="connsiteX169" fmla="*/ 10905907 w 13158797"/>
              <a:gd name="connsiteY169" fmla="*/ 279953 h 9456078"/>
              <a:gd name="connsiteX170" fmla="*/ 10952500 w 13158797"/>
              <a:gd name="connsiteY170" fmla="*/ 265269 h 9456078"/>
              <a:gd name="connsiteX171" fmla="*/ 10999227 w 13158797"/>
              <a:gd name="connsiteY171" fmla="*/ 250968 h 9456078"/>
              <a:gd name="connsiteX172" fmla="*/ 11046087 w 13158797"/>
              <a:gd name="connsiteY172" fmla="*/ 237049 h 9456078"/>
              <a:gd name="connsiteX173" fmla="*/ 11093076 w 13158797"/>
              <a:gd name="connsiteY173" fmla="*/ 223516 h 9456078"/>
              <a:gd name="connsiteX174" fmla="*/ 11140193 w 13158797"/>
              <a:gd name="connsiteY174" fmla="*/ 210368 h 9456078"/>
              <a:gd name="connsiteX175" fmla="*/ 11187434 w 13158797"/>
              <a:gd name="connsiteY175" fmla="*/ 197606 h 9456078"/>
              <a:gd name="connsiteX176" fmla="*/ 11234799 w 13158797"/>
              <a:gd name="connsiteY176" fmla="*/ 185233 h 9456078"/>
              <a:gd name="connsiteX177" fmla="*/ 11282284 w 13158797"/>
              <a:gd name="connsiteY177" fmla="*/ 173248 h 9456078"/>
              <a:gd name="connsiteX178" fmla="*/ 11329888 w 13158797"/>
              <a:gd name="connsiteY178" fmla="*/ 161654 h 9456078"/>
              <a:gd name="connsiteX179" fmla="*/ 11377607 w 13158797"/>
              <a:gd name="connsiteY179" fmla="*/ 150451 h 9456078"/>
              <a:gd name="connsiteX180" fmla="*/ 11425440 w 13158797"/>
              <a:gd name="connsiteY180" fmla="*/ 139640 h 9456078"/>
              <a:gd name="connsiteX181" fmla="*/ 11473385 w 13158797"/>
              <a:gd name="connsiteY181" fmla="*/ 129223 h 9456078"/>
              <a:gd name="connsiteX182" fmla="*/ 11521439 w 13158797"/>
              <a:gd name="connsiteY182" fmla="*/ 119201 h 9456078"/>
              <a:gd name="connsiteX183" fmla="*/ 11569599 w 13158797"/>
              <a:gd name="connsiteY183" fmla="*/ 109574 h 9456078"/>
              <a:gd name="connsiteX184" fmla="*/ 11617864 w 13158797"/>
              <a:gd name="connsiteY184" fmla="*/ 100344 h 9456078"/>
              <a:gd name="connsiteX185" fmla="*/ 11666231 w 13158797"/>
              <a:gd name="connsiteY185" fmla="*/ 91512 h 9456078"/>
              <a:gd name="connsiteX186" fmla="*/ 11714698 w 13158797"/>
              <a:gd name="connsiteY186" fmla="*/ 83080 h 9456078"/>
              <a:gd name="connsiteX187" fmla="*/ 11763263 w 13158797"/>
              <a:gd name="connsiteY187" fmla="*/ 75047 h 9456078"/>
              <a:gd name="connsiteX188" fmla="*/ 11811923 w 13158797"/>
              <a:gd name="connsiteY188" fmla="*/ 67417 h 9456078"/>
              <a:gd name="connsiteX189" fmla="*/ 11860676 w 13158797"/>
              <a:gd name="connsiteY189" fmla="*/ 60188 h 9456078"/>
              <a:gd name="connsiteX190" fmla="*/ 11909519 w 13158797"/>
              <a:gd name="connsiteY190" fmla="*/ 53364 h 9456078"/>
              <a:gd name="connsiteX191" fmla="*/ 11958451 w 13158797"/>
              <a:gd name="connsiteY191" fmla="*/ 46944 h 9456078"/>
              <a:gd name="connsiteX192" fmla="*/ 12007470 w 13158797"/>
              <a:gd name="connsiteY192" fmla="*/ 40931 h 9456078"/>
              <a:gd name="connsiteX193" fmla="*/ 12056572 w 13158797"/>
              <a:gd name="connsiteY193" fmla="*/ 35324 h 9456078"/>
              <a:gd name="connsiteX194" fmla="*/ 12105756 w 13158797"/>
              <a:gd name="connsiteY194" fmla="*/ 30126 h 9456078"/>
              <a:gd name="connsiteX195" fmla="*/ 12155019 w 13158797"/>
              <a:gd name="connsiteY195" fmla="*/ 25337 h 9456078"/>
              <a:gd name="connsiteX196" fmla="*/ 12204359 w 13158797"/>
              <a:gd name="connsiteY196" fmla="*/ 20958 h 9456078"/>
              <a:gd name="connsiteX197" fmla="*/ 12253773 w 13158797"/>
              <a:gd name="connsiteY197" fmla="*/ 16991 h 9456078"/>
              <a:gd name="connsiteX198" fmla="*/ 12303260 w 13158797"/>
              <a:gd name="connsiteY198" fmla="*/ 13437 h 9456078"/>
              <a:gd name="connsiteX199" fmla="*/ 12352818 w 13158797"/>
              <a:gd name="connsiteY199" fmla="*/ 10297 h 9456078"/>
              <a:gd name="connsiteX200" fmla="*/ 12402443 w 13158797"/>
              <a:gd name="connsiteY200" fmla="*/ 7572 h 9456078"/>
              <a:gd name="connsiteX201" fmla="*/ 12452133 w 13158797"/>
              <a:gd name="connsiteY201" fmla="*/ 5263 h 9456078"/>
              <a:gd name="connsiteX202" fmla="*/ 12501887 w 13158797"/>
              <a:gd name="connsiteY202" fmla="*/ 3371 h 9456078"/>
              <a:gd name="connsiteX203" fmla="*/ 12551701 w 13158797"/>
              <a:gd name="connsiteY203" fmla="*/ 1898 h 9456078"/>
              <a:gd name="connsiteX204" fmla="*/ 12601574 w 13158797"/>
              <a:gd name="connsiteY204" fmla="*/ 844 h 9456078"/>
              <a:gd name="connsiteX205" fmla="*/ 12651504 w 13158797"/>
              <a:gd name="connsiteY205" fmla="*/ 211 h 9456078"/>
              <a:gd name="connsiteX206" fmla="*/ 12701487 w 13158797"/>
              <a:gd name="connsiteY206" fmla="*/ 0 h 9456078"/>
              <a:gd name="connsiteX207" fmla="*/ 13158798 w 13158797"/>
              <a:gd name="connsiteY207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98870 w 13158799"/>
              <a:gd name="connsiteY5" fmla="*/ 9447409 h 9456078"/>
              <a:gd name="connsiteX6" fmla="*/ 348429 w 13158799"/>
              <a:gd name="connsiteY6" fmla="*/ 9444290 h 9456078"/>
              <a:gd name="connsiteX7" fmla="*/ 397907 w 13158799"/>
              <a:gd name="connsiteY7" fmla="*/ 9440698 h 9456078"/>
              <a:gd name="connsiteX8" fmla="*/ 447302 w 13158799"/>
              <a:gd name="connsiteY8" fmla="*/ 9436632 h 9456078"/>
              <a:gd name="connsiteX9" fmla="*/ 496610 w 13158799"/>
              <a:gd name="connsiteY9" fmla="*/ 9432096 h 9456078"/>
              <a:gd name="connsiteX10" fmla="*/ 545829 w 13158799"/>
              <a:gd name="connsiteY10" fmla="*/ 9427089 h 9456078"/>
              <a:gd name="connsiteX11" fmla="*/ 594956 w 13158799"/>
              <a:gd name="connsiteY11" fmla="*/ 9421615 h 9456078"/>
              <a:gd name="connsiteX12" fmla="*/ 643987 w 13158799"/>
              <a:gd name="connsiteY12" fmla="*/ 9415673 h 9456078"/>
              <a:gd name="connsiteX13" fmla="*/ 692920 w 13158799"/>
              <a:gd name="connsiteY13" fmla="*/ 9409267 h 9456078"/>
              <a:gd name="connsiteX14" fmla="*/ 741751 w 13158799"/>
              <a:gd name="connsiteY14" fmla="*/ 9402396 h 9456078"/>
              <a:gd name="connsiteX15" fmla="*/ 790478 w 13158799"/>
              <a:gd name="connsiteY15" fmla="*/ 9395063 h 9456078"/>
              <a:gd name="connsiteX16" fmla="*/ 839098 w 13158799"/>
              <a:gd name="connsiteY16" fmla="*/ 9387270 h 9456078"/>
              <a:gd name="connsiteX17" fmla="*/ 887607 w 13158799"/>
              <a:gd name="connsiteY17" fmla="*/ 9379017 h 9456078"/>
              <a:gd name="connsiteX18" fmla="*/ 936002 w 13158799"/>
              <a:gd name="connsiteY18" fmla="*/ 9370306 h 9456078"/>
              <a:gd name="connsiteX19" fmla="*/ 984281 w 13158799"/>
              <a:gd name="connsiteY19" fmla="*/ 9361139 h 9456078"/>
              <a:gd name="connsiteX20" fmla="*/ 1032440 w 13158799"/>
              <a:gd name="connsiteY20" fmla="*/ 9351517 h 9456078"/>
              <a:gd name="connsiteX21" fmla="*/ 1080477 w 13158799"/>
              <a:gd name="connsiteY21" fmla="*/ 9341441 h 9456078"/>
              <a:gd name="connsiteX22" fmla="*/ 1176172 w 13158799"/>
              <a:gd name="connsiteY22" fmla="*/ 9319936 h 9456078"/>
              <a:gd name="connsiteX23" fmla="*/ 1223823 w 13158799"/>
              <a:gd name="connsiteY23" fmla="*/ 9308509 h 9456078"/>
              <a:gd name="connsiteX24" fmla="*/ 1271339 w 13158799"/>
              <a:gd name="connsiteY24" fmla="*/ 9296635 h 9456078"/>
              <a:gd name="connsiteX25" fmla="*/ 1318719 w 13158799"/>
              <a:gd name="connsiteY25" fmla="*/ 9284315 h 9456078"/>
              <a:gd name="connsiteX26" fmla="*/ 1365957 w 13158799"/>
              <a:gd name="connsiteY26" fmla="*/ 9271550 h 9456078"/>
              <a:gd name="connsiteX27" fmla="*/ 1413052 w 13158799"/>
              <a:gd name="connsiteY27" fmla="*/ 9258342 h 9456078"/>
              <a:gd name="connsiteX28" fmla="*/ 1460000 w 13158799"/>
              <a:gd name="connsiteY28" fmla="*/ 9244693 h 9456078"/>
              <a:gd name="connsiteX29" fmla="*/ 1506799 w 13158799"/>
              <a:gd name="connsiteY29" fmla="*/ 9230604 h 9456078"/>
              <a:gd name="connsiteX30" fmla="*/ 1553445 w 13158799"/>
              <a:gd name="connsiteY30" fmla="*/ 9216076 h 9456078"/>
              <a:gd name="connsiteX31" fmla="*/ 1599935 w 13158799"/>
              <a:gd name="connsiteY31" fmla="*/ 9201111 h 9456078"/>
              <a:gd name="connsiteX32" fmla="*/ 1646267 w 13158799"/>
              <a:gd name="connsiteY32" fmla="*/ 9185710 h 9456078"/>
              <a:gd name="connsiteX33" fmla="*/ 1692437 w 13158799"/>
              <a:gd name="connsiteY33" fmla="*/ 9169876 h 9456078"/>
              <a:gd name="connsiteX34" fmla="*/ 1738442 w 13158799"/>
              <a:gd name="connsiteY34" fmla="*/ 9153608 h 9456078"/>
              <a:gd name="connsiteX35" fmla="*/ 1784280 w 13158799"/>
              <a:gd name="connsiteY35" fmla="*/ 9136910 h 9456078"/>
              <a:gd name="connsiteX36" fmla="*/ 1829947 w 13158799"/>
              <a:gd name="connsiteY36" fmla="*/ 9119782 h 9456078"/>
              <a:gd name="connsiteX37" fmla="*/ 1875440 w 13158799"/>
              <a:gd name="connsiteY37" fmla="*/ 9102226 h 9456078"/>
              <a:gd name="connsiteX38" fmla="*/ 1920756 w 13158799"/>
              <a:gd name="connsiteY38" fmla="*/ 9084243 h 9456078"/>
              <a:gd name="connsiteX39" fmla="*/ 1965893 w 13158799"/>
              <a:gd name="connsiteY39" fmla="*/ 9065835 h 9456078"/>
              <a:gd name="connsiteX40" fmla="*/ 2010847 w 13158799"/>
              <a:gd name="connsiteY40" fmla="*/ 9047004 h 9456078"/>
              <a:gd name="connsiteX41" fmla="*/ 2055615 w 13158799"/>
              <a:gd name="connsiteY41" fmla="*/ 9027750 h 9456078"/>
              <a:gd name="connsiteX42" fmla="*/ 2100195 w 13158799"/>
              <a:gd name="connsiteY42" fmla="*/ 9008075 h 9456078"/>
              <a:gd name="connsiteX43" fmla="*/ 2144582 w 13158799"/>
              <a:gd name="connsiteY43" fmla="*/ 8987981 h 9456078"/>
              <a:gd name="connsiteX44" fmla="*/ 2188775 w 13158799"/>
              <a:gd name="connsiteY44" fmla="*/ 8967470 h 9456078"/>
              <a:gd name="connsiteX45" fmla="*/ 2232770 w 13158799"/>
              <a:gd name="connsiteY45" fmla="*/ 8946542 h 9456078"/>
              <a:gd name="connsiteX46" fmla="*/ 2276564 w 13158799"/>
              <a:gd name="connsiteY46" fmla="*/ 8925199 h 9456078"/>
              <a:gd name="connsiteX47" fmla="*/ 2320154 w 13158799"/>
              <a:gd name="connsiteY47" fmla="*/ 8903443 h 9456078"/>
              <a:gd name="connsiteX48" fmla="*/ 2363538 w 13158799"/>
              <a:gd name="connsiteY48" fmla="*/ 8881275 h 9456078"/>
              <a:gd name="connsiteX49" fmla="*/ 2406711 w 13158799"/>
              <a:gd name="connsiteY49" fmla="*/ 8858697 h 9456078"/>
              <a:gd name="connsiteX50" fmla="*/ 2449672 w 13158799"/>
              <a:gd name="connsiteY50" fmla="*/ 8835710 h 9456078"/>
              <a:gd name="connsiteX51" fmla="*/ 2492417 w 13158799"/>
              <a:gd name="connsiteY51" fmla="*/ 8812316 h 9456078"/>
              <a:gd name="connsiteX52" fmla="*/ 2534943 w 13158799"/>
              <a:gd name="connsiteY52" fmla="*/ 8788516 h 9456078"/>
              <a:gd name="connsiteX53" fmla="*/ 2577247 w 13158799"/>
              <a:gd name="connsiteY53" fmla="*/ 8764311 h 9456078"/>
              <a:gd name="connsiteX54" fmla="*/ 2619326 w 13158799"/>
              <a:gd name="connsiteY54" fmla="*/ 8739704 h 9456078"/>
              <a:gd name="connsiteX55" fmla="*/ 2661177 w 13158799"/>
              <a:gd name="connsiteY55" fmla="*/ 8714695 h 9456078"/>
              <a:gd name="connsiteX56" fmla="*/ 2702797 w 13158799"/>
              <a:gd name="connsiteY56" fmla="*/ 8689286 h 9456078"/>
              <a:gd name="connsiteX57" fmla="*/ 2744183 w 13158799"/>
              <a:gd name="connsiteY57" fmla="*/ 8663479 h 9456078"/>
              <a:gd name="connsiteX58" fmla="*/ 2785333 w 13158799"/>
              <a:gd name="connsiteY58" fmla="*/ 8637274 h 9456078"/>
              <a:gd name="connsiteX59" fmla="*/ 2826242 w 13158799"/>
              <a:gd name="connsiteY59" fmla="*/ 8610675 h 9456078"/>
              <a:gd name="connsiteX60" fmla="*/ 2866908 w 13158799"/>
              <a:gd name="connsiteY60" fmla="*/ 8583681 h 9456078"/>
              <a:gd name="connsiteX61" fmla="*/ 2907329 w 13158799"/>
              <a:gd name="connsiteY61" fmla="*/ 8556295 h 9456078"/>
              <a:gd name="connsiteX62" fmla="*/ 2947500 w 13158799"/>
              <a:gd name="connsiteY62" fmla="*/ 8528517 h 9456078"/>
              <a:gd name="connsiteX63" fmla="*/ 2987419 w 13158799"/>
              <a:gd name="connsiteY63" fmla="*/ 8500351 h 9456078"/>
              <a:gd name="connsiteX64" fmla="*/ 3027083 w 13158799"/>
              <a:gd name="connsiteY64" fmla="*/ 8471796 h 9456078"/>
              <a:gd name="connsiteX65" fmla="*/ 3066489 w 13158799"/>
              <a:gd name="connsiteY65" fmla="*/ 8442854 h 9456078"/>
              <a:gd name="connsiteX66" fmla="*/ 3105634 w 13158799"/>
              <a:gd name="connsiteY66" fmla="*/ 8413528 h 9456078"/>
              <a:gd name="connsiteX67" fmla="*/ 3144515 w 13158799"/>
              <a:gd name="connsiteY67" fmla="*/ 8383818 h 9456078"/>
              <a:gd name="connsiteX68" fmla="*/ 3183129 w 13158799"/>
              <a:gd name="connsiteY68" fmla="*/ 8353726 h 9456078"/>
              <a:gd name="connsiteX69" fmla="*/ 3221473 w 13158799"/>
              <a:gd name="connsiteY69" fmla="*/ 8323253 h 9456078"/>
              <a:gd name="connsiteX70" fmla="*/ 3259544 w 13158799"/>
              <a:gd name="connsiteY70" fmla="*/ 8292401 h 9456078"/>
              <a:gd name="connsiteX71" fmla="*/ 3297339 w 13158799"/>
              <a:gd name="connsiteY71" fmla="*/ 8261172 h 9456078"/>
              <a:gd name="connsiteX72" fmla="*/ 3334854 w 13158799"/>
              <a:gd name="connsiteY72" fmla="*/ 8229566 h 9456078"/>
              <a:gd name="connsiteX73" fmla="*/ 3372087 w 13158799"/>
              <a:gd name="connsiteY73" fmla="*/ 8197585 h 9456078"/>
              <a:gd name="connsiteX74" fmla="*/ 3409035 w 13158799"/>
              <a:gd name="connsiteY74" fmla="*/ 8165232 h 9456078"/>
              <a:gd name="connsiteX75" fmla="*/ 3445695 w 13158799"/>
              <a:gd name="connsiteY75" fmla="*/ 8132507 h 9456078"/>
              <a:gd name="connsiteX76" fmla="*/ 3482064 w 13158799"/>
              <a:gd name="connsiteY76" fmla="*/ 8099411 h 9456078"/>
              <a:gd name="connsiteX77" fmla="*/ 3518139 w 13158799"/>
              <a:gd name="connsiteY77" fmla="*/ 8065947 h 9456078"/>
              <a:gd name="connsiteX78" fmla="*/ 3553916 w 13158799"/>
              <a:gd name="connsiteY78" fmla="*/ 8032115 h 9456078"/>
              <a:gd name="connsiteX79" fmla="*/ 3589393 w 13158799"/>
              <a:gd name="connsiteY79" fmla="*/ 7997918 h 9456078"/>
              <a:gd name="connsiteX80" fmla="*/ 3624567 w 13158799"/>
              <a:gd name="connsiteY80" fmla="*/ 7963356 h 9456078"/>
              <a:gd name="connsiteX81" fmla="*/ 3659435 w 13158799"/>
              <a:gd name="connsiteY81" fmla="*/ 7928432 h 9456078"/>
              <a:gd name="connsiteX82" fmla="*/ 3693994 w 13158799"/>
              <a:gd name="connsiteY82" fmla="*/ 7893146 h 9456078"/>
              <a:gd name="connsiteX83" fmla="*/ 3728240 w 13158799"/>
              <a:gd name="connsiteY83" fmla="*/ 7857501 h 9456078"/>
              <a:gd name="connsiteX84" fmla="*/ 3762171 w 13158799"/>
              <a:gd name="connsiteY84" fmla="*/ 7821497 h 9456078"/>
              <a:gd name="connsiteX85" fmla="*/ 3795783 w 13158799"/>
              <a:gd name="connsiteY85" fmla="*/ 7785136 h 9456078"/>
              <a:gd name="connsiteX86" fmla="*/ 3829075 w 13158799"/>
              <a:gd name="connsiteY86" fmla="*/ 7748420 h 9456078"/>
              <a:gd name="connsiteX87" fmla="*/ 3862042 w 13158799"/>
              <a:gd name="connsiteY87" fmla="*/ 7711350 h 9456078"/>
              <a:gd name="connsiteX88" fmla="*/ 3894682 w 13158799"/>
              <a:gd name="connsiteY88" fmla="*/ 7673928 h 9456078"/>
              <a:gd name="connsiteX89" fmla="*/ 3926991 w 13158799"/>
              <a:gd name="connsiteY89" fmla="*/ 7636155 h 9456078"/>
              <a:gd name="connsiteX90" fmla="*/ 3958967 w 13158799"/>
              <a:gd name="connsiteY90" fmla="*/ 7598032 h 9456078"/>
              <a:gd name="connsiteX91" fmla="*/ 3990607 w 13158799"/>
              <a:gd name="connsiteY91" fmla="*/ 7559561 h 9456078"/>
              <a:gd name="connsiteX92" fmla="*/ 4021907 w 13158799"/>
              <a:gd name="connsiteY92" fmla="*/ 7520744 h 9456078"/>
              <a:gd name="connsiteX93" fmla="*/ 4052865 w 13158799"/>
              <a:gd name="connsiteY93" fmla="*/ 7481582 h 9456078"/>
              <a:gd name="connsiteX94" fmla="*/ 4083478 w 13158799"/>
              <a:gd name="connsiteY94" fmla="*/ 7442077 h 9456078"/>
              <a:gd name="connsiteX95" fmla="*/ 8022311 w 13158799"/>
              <a:gd name="connsiteY95" fmla="*/ 2307814 h 9456078"/>
              <a:gd name="connsiteX96" fmla="*/ 8052902 w 13158799"/>
              <a:gd name="connsiteY96" fmla="*/ 2268285 h 9456078"/>
              <a:gd name="connsiteX97" fmla="*/ 8083796 w 13158799"/>
              <a:gd name="connsiteY97" fmla="*/ 2229056 h 9456078"/>
              <a:gd name="connsiteX98" fmla="*/ 8114989 w 13158799"/>
              <a:gd name="connsiteY98" fmla="*/ 2190127 h 9456078"/>
              <a:gd name="connsiteX99" fmla="*/ 8146479 w 13158799"/>
              <a:gd name="connsiteY99" fmla="*/ 2151500 h 9456078"/>
              <a:gd name="connsiteX100" fmla="*/ 8178264 w 13158799"/>
              <a:gd name="connsiteY100" fmla="*/ 2113176 h 9456078"/>
              <a:gd name="connsiteX101" fmla="*/ 8210341 w 13158799"/>
              <a:gd name="connsiteY101" fmla="*/ 2075157 h 9456078"/>
              <a:gd name="connsiteX102" fmla="*/ 8242709 w 13158799"/>
              <a:gd name="connsiteY102" fmla="*/ 2037442 h 9456078"/>
              <a:gd name="connsiteX103" fmla="*/ 8275365 w 13158799"/>
              <a:gd name="connsiteY103" fmla="*/ 2000034 h 9456078"/>
              <a:gd name="connsiteX104" fmla="*/ 8308307 w 13158799"/>
              <a:gd name="connsiteY104" fmla="*/ 1962934 h 9456078"/>
              <a:gd name="connsiteX105" fmla="*/ 8341532 w 13158799"/>
              <a:gd name="connsiteY105" fmla="*/ 1926142 h 9456078"/>
              <a:gd name="connsiteX106" fmla="*/ 8375038 w 13158799"/>
              <a:gd name="connsiteY106" fmla="*/ 1889660 h 9456078"/>
              <a:gd name="connsiteX107" fmla="*/ 8408823 w 13158799"/>
              <a:gd name="connsiteY107" fmla="*/ 1853489 h 9456078"/>
              <a:gd name="connsiteX108" fmla="*/ 8442885 w 13158799"/>
              <a:gd name="connsiteY108" fmla="*/ 1817630 h 9456078"/>
              <a:gd name="connsiteX109" fmla="*/ 8477221 w 13158799"/>
              <a:gd name="connsiteY109" fmla="*/ 1782084 h 9456078"/>
              <a:gd name="connsiteX110" fmla="*/ 8511829 w 13158799"/>
              <a:gd name="connsiteY110" fmla="*/ 1746853 h 9456078"/>
              <a:gd name="connsiteX111" fmla="*/ 8546706 w 13158799"/>
              <a:gd name="connsiteY111" fmla="*/ 1711937 h 9456078"/>
              <a:gd name="connsiteX112" fmla="*/ 8581851 w 13158799"/>
              <a:gd name="connsiteY112" fmla="*/ 1677337 h 9456078"/>
              <a:gd name="connsiteX113" fmla="*/ 8617261 w 13158799"/>
              <a:gd name="connsiteY113" fmla="*/ 1643056 h 9456078"/>
              <a:gd name="connsiteX114" fmla="*/ 8652934 w 13158799"/>
              <a:gd name="connsiteY114" fmla="*/ 1609093 h 9456078"/>
              <a:gd name="connsiteX115" fmla="*/ 8688867 w 13158799"/>
              <a:gd name="connsiteY115" fmla="*/ 1575450 h 9456078"/>
              <a:gd name="connsiteX116" fmla="*/ 8725058 w 13158799"/>
              <a:gd name="connsiteY116" fmla="*/ 1542128 h 9456078"/>
              <a:gd name="connsiteX117" fmla="*/ 8761506 w 13158799"/>
              <a:gd name="connsiteY117" fmla="*/ 1509129 h 9456078"/>
              <a:gd name="connsiteX118" fmla="*/ 8798207 w 13158799"/>
              <a:gd name="connsiteY118" fmla="*/ 1476452 h 9456078"/>
              <a:gd name="connsiteX119" fmla="*/ 8835159 w 13158799"/>
              <a:gd name="connsiteY119" fmla="*/ 1444101 h 9456078"/>
              <a:gd name="connsiteX120" fmla="*/ 8872360 w 13158799"/>
              <a:gd name="connsiteY120" fmla="*/ 1412075 h 9456078"/>
              <a:gd name="connsiteX121" fmla="*/ 8909808 w 13158799"/>
              <a:gd name="connsiteY121" fmla="*/ 1380375 h 9456078"/>
              <a:gd name="connsiteX122" fmla="*/ 8947501 w 13158799"/>
              <a:gd name="connsiteY122" fmla="*/ 1349004 h 9456078"/>
              <a:gd name="connsiteX123" fmla="*/ 8985435 w 13158799"/>
              <a:gd name="connsiteY123" fmla="*/ 1317962 h 9456078"/>
              <a:gd name="connsiteX124" fmla="*/ 9023610 w 13158799"/>
              <a:gd name="connsiteY124" fmla="*/ 1287250 h 9456078"/>
              <a:gd name="connsiteX125" fmla="*/ 9062022 w 13158799"/>
              <a:gd name="connsiteY125" fmla="*/ 1256869 h 9456078"/>
              <a:gd name="connsiteX126" fmla="*/ 9100669 w 13158799"/>
              <a:gd name="connsiteY126" fmla="*/ 1226820 h 9456078"/>
              <a:gd name="connsiteX127" fmla="*/ 9139549 w 13158799"/>
              <a:gd name="connsiteY127" fmla="*/ 1197105 h 9456078"/>
              <a:gd name="connsiteX128" fmla="*/ 9178660 w 13158799"/>
              <a:gd name="connsiteY128" fmla="*/ 1167725 h 9456078"/>
              <a:gd name="connsiteX129" fmla="*/ 9217999 w 13158799"/>
              <a:gd name="connsiteY129" fmla="*/ 1138681 h 9456078"/>
              <a:gd name="connsiteX130" fmla="*/ 9257564 w 13158799"/>
              <a:gd name="connsiteY130" fmla="*/ 1109974 h 9456078"/>
              <a:gd name="connsiteX131" fmla="*/ 9297353 w 13158799"/>
              <a:gd name="connsiteY131" fmla="*/ 1081604 h 9456078"/>
              <a:gd name="connsiteX132" fmla="*/ 9337364 w 13158799"/>
              <a:gd name="connsiteY132" fmla="*/ 1053574 h 9456078"/>
              <a:gd name="connsiteX133" fmla="*/ 9377594 w 13158799"/>
              <a:gd name="connsiteY133" fmla="*/ 1025884 h 9456078"/>
              <a:gd name="connsiteX134" fmla="*/ 9418040 w 13158799"/>
              <a:gd name="connsiteY134" fmla="*/ 998536 h 9456078"/>
              <a:gd name="connsiteX135" fmla="*/ 9458702 w 13158799"/>
              <a:gd name="connsiteY135" fmla="*/ 971530 h 9456078"/>
              <a:gd name="connsiteX136" fmla="*/ 9499575 w 13158799"/>
              <a:gd name="connsiteY136" fmla="*/ 944868 h 9456078"/>
              <a:gd name="connsiteX137" fmla="*/ 9540659 w 13158799"/>
              <a:gd name="connsiteY137" fmla="*/ 918551 h 9456078"/>
              <a:gd name="connsiteX138" fmla="*/ 9581950 w 13158799"/>
              <a:gd name="connsiteY138" fmla="*/ 892580 h 9456078"/>
              <a:gd name="connsiteX139" fmla="*/ 9623447 w 13158799"/>
              <a:gd name="connsiteY139" fmla="*/ 866956 h 9456078"/>
              <a:gd name="connsiteX140" fmla="*/ 9665147 w 13158799"/>
              <a:gd name="connsiteY140" fmla="*/ 841681 h 9456078"/>
              <a:gd name="connsiteX141" fmla="*/ 9707048 w 13158799"/>
              <a:gd name="connsiteY141" fmla="*/ 816754 h 9456078"/>
              <a:gd name="connsiteX142" fmla="*/ 9749147 w 13158799"/>
              <a:gd name="connsiteY142" fmla="*/ 792179 h 9456078"/>
              <a:gd name="connsiteX143" fmla="*/ 9791443 w 13158799"/>
              <a:gd name="connsiteY143" fmla="*/ 767955 h 9456078"/>
              <a:gd name="connsiteX144" fmla="*/ 9833932 w 13158799"/>
              <a:gd name="connsiteY144" fmla="*/ 744083 h 9456078"/>
              <a:gd name="connsiteX145" fmla="*/ 9876613 w 13158799"/>
              <a:gd name="connsiteY145" fmla="*/ 720566 h 9456078"/>
              <a:gd name="connsiteX146" fmla="*/ 9919484 w 13158799"/>
              <a:gd name="connsiteY146" fmla="*/ 697404 h 9456078"/>
              <a:gd name="connsiteX147" fmla="*/ 9962542 w 13158799"/>
              <a:gd name="connsiteY147" fmla="*/ 674598 h 9456078"/>
              <a:gd name="connsiteX148" fmla="*/ 10005784 w 13158799"/>
              <a:gd name="connsiteY148" fmla="*/ 652149 h 9456078"/>
              <a:gd name="connsiteX149" fmla="*/ 10049209 w 13158799"/>
              <a:gd name="connsiteY149" fmla="*/ 630059 h 9456078"/>
              <a:gd name="connsiteX150" fmla="*/ 10092814 w 13158799"/>
              <a:gd name="connsiteY150" fmla="*/ 608328 h 9456078"/>
              <a:gd name="connsiteX151" fmla="*/ 10136597 w 13158799"/>
              <a:gd name="connsiteY151" fmla="*/ 586958 h 9456078"/>
              <a:gd name="connsiteX152" fmla="*/ 10180556 w 13158799"/>
              <a:gd name="connsiteY152" fmla="*/ 565950 h 9456078"/>
              <a:gd name="connsiteX153" fmla="*/ 10224688 w 13158799"/>
              <a:gd name="connsiteY153" fmla="*/ 545304 h 9456078"/>
              <a:gd name="connsiteX154" fmla="*/ 10268991 w 13158799"/>
              <a:gd name="connsiteY154" fmla="*/ 525023 h 9456078"/>
              <a:gd name="connsiteX155" fmla="*/ 10313463 w 13158799"/>
              <a:gd name="connsiteY155" fmla="*/ 505107 h 9456078"/>
              <a:gd name="connsiteX156" fmla="*/ 10358101 w 13158799"/>
              <a:gd name="connsiteY156" fmla="*/ 485558 h 9456078"/>
              <a:gd name="connsiteX157" fmla="*/ 10402903 w 13158799"/>
              <a:gd name="connsiteY157" fmla="*/ 466376 h 9456078"/>
              <a:gd name="connsiteX158" fmla="*/ 10447868 w 13158799"/>
              <a:gd name="connsiteY158" fmla="*/ 447563 h 9456078"/>
              <a:gd name="connsiteX159" fmla="*/ 10492991 w 13158799"/>
              <a:gd name="connsiteY159" fmla="*/ 429119 h 9456078"/>
              <a:gd name="connsiteX160" fmla="*/ 10538272 w 13158799"/>
              <a:gd name="connsiteY160" fmla="*/ 411046 h 9456078"/>
              <a:gd name="connsiteX161" fmla="*/ 10583708 w 13158799"/>
              <a:gd name="connsiteY161" fmla="*/ 393346 h 9456078"/>
              <a:gd name="connsiteX162" fmla="*/ 10629297 w 13158799"/>
              <a:gd name="connsiteY162" fmla="*/ 376018 h 9456078"/>
              <a:gd name="connsiteX163" fmla="*/ 10675036 w 13158799"/>
              <a:gd name="connsiteY163" fmla="*/ 359065 h 9456078"/>
              <a:gd name="connsiteX164" fmla="*/ 10720923 w 13158799"/>
              <a:gd name="connsiteY164" fmla="*/ 342487 h 9456078"/>
              <a:gd name="connsiteX165" fmla="*/ 10766956 w 13158799"/>
              <a:gd name="connsiteY165" fmla="*/ 326286 h 9456078"/>
              <a:gd name="connsiteX166" fmla="*/ 10813132 w 13158799"/>
              <a:gd name="connsiteY166" fmla="*/ 310462 h 9456078"/>
              <a:gd name="connsiteX167" fmla="*/ 10859450 w 13158799"/>
              <a:gd name="connsiteY167" fmla="*/ 295018 h 9456078"/>
              <a:gd name="connsiteX168" fmla="*/ 10905907 w 13158799"/>
              <a:gd name="connsiteY168" fmla="*/ 279953 h 9456078"/>
              <a:gd name="connsiteX169" fmla="*/ 10952500 w 13158799"/>
              <a:gd name="connsiteY169" fmla="*/ 265269 h 9456078"/>
              <a:gd name="connsiteX170" fmla="*/ 10999227 w 13158799"/>
              <a:gd name="connsiteY170" fmla="*/ 250968 h 9456078"/>
              <a:gd name="connsiteX171" fmla="*/ 11046087 w 13158799"/>
              <a:gd name="connsiteY171" fmla="*/ 237049 h 9456078"/>
              <a:gd name="connsiteX172" fmla="*/ 11093076 w 13158799"/>
              <a:gd name="connsiteY172" fmla="*/ 223516 h 9456078"/>
              <a:gd name="connsiteX173" fmla="*/ 11140193 w 13158799"/>
              <a:gd name="connsiteY173" fmla="*/ 210368 h 9456078"/>
              <a:gd name="connsiteX174" fmla="*/ 11187434 w 13158799"/>
              <a:gd name="connsiteY174" fmla="*/ 197606 h 9456078"/>
              <a:gd name="connsiteX175" fmla="*/ 11234799 w 13158799"/>
              <a:gd name="connsiteY175" fmla="*/ 185233 h 9456078"/>
              <a:gd name="connsiteX176" fmla="*/ 11282284 w 13158799"/>
              <a:gd name="connsiteY176" fmla="*/ 173248 h 9456078"/>
              <a:gd name="connsiteX177" fmla="*/ 11329888 w 13158799"/>
              <a:gd name="connsiteY177" fmla="*/ 161654 h 9456078"/>
              <a:gd name="connsiteX178" fmla="*/ 11377607 w 13158799"/>
              <a:gd name="connsiteY178" fmla="*/ 150451 h 9456078"/>
              <a:gd name="connsiteX179" fmla="*/ 11425440 w 13158799"/>
              <a:gd name="connsiteY179" fmla="*/ 139640 h 9456078"/>
              <a:gd name="connsiteX180" fmla="*/ 11473385 w 13158799"/>
              <a:gd name="connsiteY180" fmla="*/ 129223 h 9456078"/>
              <a:gd name="connsiteX181" fmla="*/ 11521439 w 13158799"/>
              <a:gd name="connsiteY181" fmla="*/ 119201 h 9456078"/>
              <a:gd name="connsiteX182" fmla="*/ 11569599 w 13158799"/>
              <a:gd name="connsiteY182" fmla="*/ 109574 h 9456078"/>
              <a:gd name="connsiteX183" fmla="*/ 11617864 w 13158799"/>
              <a:gd name="connsiteY183" fmla="*/ 100344 h 9456078"/>
              <a:gd name="connsiteX184" fmla="*/ 11666231 w 13158799"/>
              <a:gd name="connsiteY184" fmla="*/ 91512 h 9456078"/>
              <a:gd name="connsiteX185" fmla="*/ 11714698 w 13158799"/>
              <a:gd name="connsiteY185" fmla="*/ 83080 h 9456078"/>
              <a:gd name="connsiteX186" fmla="*/ 11763263 w 13158799"/>
              <a:gd name="connsiteY186" fmla="*/ 75047 h 9456078"/>
              <a:gd name="connsiteX187" fmla="*/ 11811923 w 13158799"/>
              <a:gd name="connsiteY187" fmla="*/ 67417 h 9456078"/>
              <a:gd name="connsiteX188" fmla="*/ 11860676 w 13158799"/>
              <a:gd name="connsiteY188" fmla="*/ 60188 h 9456078"/>
              <a:gd name="connsiteX189" fmla="*/ 11909519 w 13158799"/>
              <a:gd name="connsiteY189" fmla="*/ 53364 h 9456078"/>
              <a:gd name="connsiteX190" fmla="*/ 11958451 w 13158799"/>
              <a:gd name="connsiteY190" fmla="*/ 46944 h 9456078"/>
              <a:gd name="connsiteX191" fmla="*/ 12007470 w 13158799"/>
              <a:gd name="connsiteY191" fmla="*/ 40931 h 9456078"/>
              <a:gd name="connsiteX192" fmla="*/ 12056572 w 13158799"/>
              <a:gd name="connsiteY192" fmla="*/ 35324 h 9456078"/>
              <a:gd name="connsiteX193" fmla="*/ 12105756 w 13158799"/>
              <a:gd name="connsiteY193" fmla="*/ 30126 h 9456078"/>
              <a:gd name="connsiteX194" fmla="*/ 12155019 w 13158799"/>
              <a:gd name="connsiteY194" fmla="*/ 25337 h 9456078"/>
              <a:gd name="connsiteX195" fmla="*/ 12204359 w 13158799"/>
              <a:gd name="connsiteY195" fmla="*/ 20958 h 9456078"/>
              <a:gd name="connsiteX196" fmla="*/ 12253773 w 13158799"/>
              <a:gd name="connsiteY196" fmla="*/ 16991 h 9456078"/>
              <a:gd name="connsiteX197" fmla="*/ 12303260 w 13158799"/>
              <a:gd name="connsiteY197" fmla="*/ 13437 h 9456078"/>
              <a:gd name="connsiteX198" fmla="*/ 12352818 w 13158799"/>
              <a:gd name="connsiteY198" fmla="*/ 10297 h 9456078"/>
              <a:gd name="connsiteX199" fmla="*/ 12402443 w 13158799"/>
              <a:gd name="connsiteY199" fmla="*/ 7572 h 9456078"/>
              <a:gd name="connsiteX200" fmla="*/ 12452133 w 13158799"/>
              <a:gd name="connsiteY200" fmla="*/ 5263 h 9456078"/>
              <a:gd name="connsiteX201" fmla="*/ 12501887 w 13158799"/>
              <a:gd name="connsiteY201" fmla="*/ 3371 h 9456078"/>
              <a:gd name="connsiteX202" fmla="*/ 12551701 w 13158799"/>
              <a:gd name="connsiteY202" fmla="*/ 1898 h 9456078"/>
              <a:gd name="connsiteX203" fmla="*/ 12601574 w 13158799"/>
              <a:gd name="connsiteY203" fmla="*/ 844 h 9456078"/>
              <a:gd name="connsiteX204" fmla="*/ 12651504 w 13158799"/>
              <a:gd name="connsiteY204" fmla="*/ 211 h 9456078"/>
              <a:gd name="connsiteX205" fmla="*/ 12701487 w 13158799"/>
              <a:gd name="connsiteY205" fmla="*/ 0 h 9456078"/>
              <a:gd name="connsiteX206" fmla="*/ 13158798 w 13158799"/>
              <a:gd name="connsiteY206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76172 w 13158797"/>
              <a:gd name="connsiteY22" fmla="*/ 9319936 h 9456078"/>
              <a:gd name="connsiteX23" fmla="*/ 1223823 w 13158797"/>
              <a:gd name="connsiteY23" fmla="*/ 9308509 h 9456078"/>
              <a:gd name="connsiteX24" fmla="*/ 1271339 w 13158797"/>
              <a:gd name="connsiteY24" fmla="*/ 9296635 h 9456078"/>
              <a:gd name="connsiteX25" fmla="*/ 1318719 w 13158797"/>
              <a:gd name="connsiteY25" fmla="*/ 9284315 h 9456078"/>
              <a:gd name="connsiteX26" fmla="*/ 1365957 w 13158797"/>
              <a:gd name="connsiteY26" fmla="*/ 9271550 h 9456078"/>
              <a:gd name="connsiteX27" fmla="*/ 1413052 w 13158797"/>
              <a:gd name="connsiteY27" fmla="*/ 9258342 h 9456078"/>
              <a:gd name="connsiteX28" fmla="*/ 1460000 w 13158797"/>
              <a:gd name="connsiteY28" fmla="*/ 9244693 h 9456078"/>
              <a:gd name="connsiteX29" fmla="*/ 1506799 w 13158797"/>
              <a:gd name="connsiteY29" fmla="*/ 9230604 h 9456078"/>
              <a:gd name="connsiteX30" fmla="*/ 1553445 w 13158797"/>
              <a:gd name="connsiteY30" fmla="*/ 9216076 h 9456078"/>
              <a:gd name="connsiteX31" fmla="*/ 1599935 w 13158797"/>
              <a:gd name="connsiteY31" fmla="*/ 9201111 h 9456078"/>
              <a:gd name="connsiteX32" fmla="*/ 1646267 w 13158797"/>
              <a:gd name="connsiteY32" fmla="*/ 9185710 h 9456078"/>
              <a:gd name="connsiteX33" fmla="*/ 1692437 w 13158797"/>
              <a:gd name="connsiteY33" fmla="*/ 9169876 h 9456078"/>
              <a:gd name="connsiteX34" fmla="*/ 1738442 w 13158797"/>
              <a:gd name="connsiteY34" fmla="*/ 9153608 h 9456078"/>
              <a:gd name="connsiteX35" fmla="*/ 1784280 w 13158797"/>
              <a:gd name="connsiteY35" fmla="*/ 9136910 h 9456078"/>
              <a:gd name="connsiteX36" fmla="*/ 1829947 w 13158797"/>
              <a:gd name="connsiteY36" fmla="*/ 9119782 h 9456078"/>
              <a:gd name="connsiteX37" fmla="*/ 1875440 w 13158797"/>
              <a:gd name="connsiteY37" fmla="*/ 9102226 h 9456078"/>
              <a:gd name="connsiteX38" fmla="*/ 1920756 w 13158797"/>
              <a:gd name="connsiteY38" fmla="*/ 9084243 h 9456078"/>
              <a:gd name="connsiteX39" fmla="*/ 1965893 w 13158797"/>
              <a:gd name="connsiteY39" fmla="*/ 9065835 h 9456078"/>
              <a:gd name="connsiteX40" fmla="*/ 2055615 w 13158797"/>
              <a:gd name="connsiteY40" fmla="*/ 9027750 h 9456078"/>
              <a:gd name="connsiteX41" fmla="*/ 2100195 w 13158797"/>
              <a:gd name="connsiteY41" fmla="*/ 9008075 h 9456078"/>
              <a:gd name="connsiteX42" fmla="*/ 2144582 w 13158797"/>
              <a:gd name="connsiteY42" fmla="*/ 8987981 h 9456078"/>
              <a:gd name="connsiteX43" fmla="*/ 2188775 w 13158797"/>
              <a:gd name="connsiteY43" fmla="*/ 8967470 h 9456078"/>
              <a:gd name="connsiteX44" fmla="*/ 2232770 w 13158797"/>
              <a:gd name="connsiteY44" fmla="*/ 8946542 h 9456078"/>
              <a:gd name="connsiteX45" fmla="*/ 2276564 w 13158797"/>
              <a:gd name="connsiteY45" fmla="*/ 8925199 h 9456078"/>
              <a:gd name="connsiteX46" fmla="*/ 2320154 w 13158797"/>
              <a:gd name="connsiteY46" fmla="*/ 8903443 h 9456078"/>
              <a:gd name="connsiteX47" fmla="*/ 2363538 w 13158797"/>
              <a:gd name="connsiteY47" fmla="*/ 8881275 h 9456078"/>
              <a:gd name="connsiteX48" fmla="*/ 2406711 w 13158797"/>
              <a:gd name="connsiteY48" fmla="*/ 8858697 h 9456078"/>
              <a:gd name="connsiteX49" fmla="*/ 2449672 w 13158797"/>
              <a:gd name="connsiteY49" fmla="*/ 8835710 h 9456078"/>
              <a:gd name="connsiteX50" fmla="*/ 2492417 w 13158797"/>
              <a:gd name="connsiteY50" fmla="*/ 8812316 h 9456078"/>
              <a:gd name="connsiteX51" fmla="*/ 2534943 w 13158797"/>
              <a:gd name="connsiteY51" fmla="*/ 8788516 h 9456078"/>
              <a:gd name="connsiteX52" fmla="*/ 2577247 w 13158797"/>
              <a:gd name="connsiteY52" fmla="*/ 8764311 h 9456078"/>
              <a:gd name="connsiteX53" fmla="*/ 2619326 w 13158797"/>
              <a:gd name="connsiteY53" fmla="*/ 8739704 h 9456078"/>
              <a:gd name="connsiteX54" fmla="*/ 2661177 w 13158797"/>
              <a:gd name="connsiteY54" fmla="*/ 8714695 h 9456078"/>
              <a:gd name="connsiteX55" fmla="*/ 2702797 w 13158797"/>
              <a:gd name="connsiteY55" fmla="*/ 8689286 h 9456078"/>
              <a:gd name="connsiteX56" fmla="*/ 2744183 w 13158797"/>
              <a:gd name="connsiteY56" fmla="*/ 8663479 h 9456078"/>
              <a:gd name="connsiteX57" fmla="*/ 2785333 w 13158797"/>
              <a:gd name="connsiteY57" fmla="*/ 8637274 h 9456078"/>
              <a:gd name="connsiteX58" fmla="*/ 2826242 w 13158797"/>
              <a:gd name="connsiteY58" fmla="*/ 8610675 h 9456078"/>
              <a:gd name="connsiteX59" fmla="*/ 2866908 w 13158797"/>
              <a:gd name="connsiteY59" fmla="*/ 8583681 h 9456078"/>
              <a:gd name="connsiteX60" fmla="*/ 2907329 w 13158797"/>
              <a:gd name="connsiteY60" fmla="*/ 8556295 h 9456078"/>
              <a:gd name="connsiteX61" fmla="*/ 2947500 w 13158797"/>
              <a:gd name="connsiteY61" fmla="*/ 8528517 h 9456078"/>
              <a:gd name="connsiteX62" fmla="*/ 2987419 w 13158797"/>
              <a:gd name="connsiteY62" fmla="*/ 8500351 h 9456078"/>
              <a:gd name="connsiteX63" fmla="*/ 3027083 w 13158797"/>
              <a:gd name="connsiteY63" fmla="*/ 8471796 h 9456078"/>
              <a:gd name="connsiteX64" fmla="*/ 3066489 w 13158797"/>
              <a:gd name="connsiteY64" fmla="*/ 8442854 h 9456078"/>
              <a:gd name="connsiteX65" fmla="*/ 3105634 w 13158797"/>
              <a:gd name="connsiteY65" fmla="*/ 8413528 h 9456078"/>
              <a:gd name="connsiteX66" fmla="*/ 3144515 w 13158797"/>
              <a:gd name="connsiteY66" fmla="*/ 8383818 h 9456078"/>
              <a:gd name="connsiteX67" fmla="*/ 3183129 w 13158797"/>
              <a:gd name="connsiteY67" fmla="*/ 8353726 h 9456078"/>
              <a:gd name="connsiteX68" fmla="*/ 3221473 w 13158797"/>
              <a:gd name="connsiteY68" fmla="*/ 8323253 h 9456078"/>
              <a:gd name="connsiteX69" fmla="*/ 3259544 w 13158797"/>
              <a:gd name="connsiteY69" fmla="*/ 8292401 h 9456078"/>
              <a:gd name="connsiteX70" fmla="*/ 3297339 w 13158797"/>
              <a:gd name="connsiteY70" fmla="*/ 8261172 h 9456078"/>
              <a:gd name="connsiteX71" fmla="*/ 3334854 w 13158797"/>
              <a:gd name="connsiteY71" fmla="*/ 8229566 h 9456078"/>
              <a:gd name="connsiteX72" fmla="*/ 3372087 w 13158797"/>
              <a:gd name="connsiteY72" fmla="*/ 8197585 h 9456078"/>
              <a:gd name="connsiteX73" fmla="*/ 3409035 w 13158797"/>
              <a:gd name="connsiteY73" fmla="*/ 8165232 h 9456078"/>
              <a:gd name="connsiteX74" fmla="*/ 3445695 w 13158797"/>
              <a:gd name="connsiteY74" fmla="*/ 8132507 h 9456078"/>
              <a:gd name="connsiteX75" fmla="*/ 3482064 w 13158797"/>
              <a:gd name="connsiteY75" fmla="*/ 8099411 h 9456078"/>
              <a:gd name="connsiteX76" fmla="*/ 3518139 w 13158797"/>
              <a:gd name="connsiteY76" fmla="*/ 8065947 h 9456078"/>
              <a:gd name="connsiteX77" fmla="*/ 3553916 w 13158797"/>
              <a:gd name="connsiteY77" fmla="*/ 8032115 h 9456078"/>
              <a:gd name="connsiteX78" fmla="*/ 3589393 w 13158797"/>
              <a:gd name="connsiteY78" fmla="*/ 7997918 h 9456078"/>
              <a:gd name="connsiteX79" fmla="*/ 3624567 w 13158797"/>
              <a:gd name="connsiteY79" fmla="*/ 7963356 h 9456078"/>
              <a:gd name="connsiteX80" fmla="*/ 3659435 w 13158797"/>
              <a:gd name="connsiteY80" fmla="*/ 7928432 h 9456078"/>
              <a:gd name="connsiteX81" fmla="*/ 3693994 w 13158797"/>
              <a:gd name="connsiteY81" fmla="*/ 7893146 h 9456078"/>
              <a:gd name="connsiteX82" fmla="*/ 3728240 w 13158797"/>
              <a:gd name="connsiteY82" fmla="*/ 7857501 h 9456078"/>
              <a:gd name="connsiteX83" fmla="*/ 3762171 w 13158797"/>
              <a:gd name="connsiteY83" fmla="*/ 7821497 h 9456078"/>
              <a:gd name="connsiteX84" fmla="*/ 3795783 w 13158797"/>
              <a:gd name="connsiteY84" fmla="*/ 7785136 h 9456078"/>
              <a:gd name="connsiteX85" fmla="*/ 3829075 w 13158797"/>
              <a:gd name="connsiteY85" fmla="*/ 7748420 h 9456078"/>
              <a:gd name="connsiteX86" fmla="*/ 3862042 w 13158797"/>
              <a:gd name="connsiteY86" fmla="*/ 7711350 h 9456078"/>
              <a:gd name="connsiteX87" fmla="*/ 3894682 w 13158797"/>
              <a:gd name="connsiteY87" fmla="*/ 7673928 h 9456078"/>
              <a:gd name="connsiteX88" fmla="*/ 3926991 w 13158797"/>
              <a:gd name="connsiteY88" fmla="*/ 7636155 h 9456078"/>
              <a:gd name="connsiteX89" fmla="*/ 3958967 w 13158797"/>
              <a:gd name="connsiteY89" fmla="*/ 7598032 h 9456078"/>
              <a:gd name="connsiteX90" fmla="*/ 3990607 w 13158797"/>
              <a:gd name="connsiteY90" fmla="*/ 7559561 h 9456078"/>
              <a:gd name="connsiteX91" fmla="*/ 4021907 w 13158797"/>
              <a:gd name="connsiteY91" fmla="*/ 7520744 h 9456078"/>
              <a:gd name="connsiteX92" fmla="*/ 4052865 w 13158797"/>
              <a:gd name="connsiteY92" fmla="*/ 7481582 h 9456078"/>
              <a:gd name="connsiteX93" fmla="*/ 4083478 w 13158797"/>
              <a:gd name="connsiteY93" fmla="*/ 7442077 h 9456078"/>
              <a:gd name="connsiteX94" fmla="*/ 8022311 w 13158797"/>
              <a:gd name="connsiteY94" fmla="*/ 2307814 h 9456078"/>
              <a:gd name="connsiteX95" fmla="*/ 8052902 w 13158797"/>
              <a:gd name="connsiteY95" fmla="*/ 2268285 h 9456078"/>
              <a:gd name="connsiteX96" fmla="*/ 8083796 w 13158797"/>
              <a:gd name="connsiteY96" fmla="*/ 2229056 h 9456078"/>
              <a:gd name="connsiteX97" fmla="*/ 8114989 w 13158797"/>
              <a:gd name="connsiteY97" fmla="*/ 2190127 h 9456078"/>
              <a:gd name="connsiteX98" fmla="*/ 8146479 w 13158797"/>
              <a:gd name="connsiteY98" fmla="*/ 2151500 h 9456078"/>
              <a:gd name="connsiteX99" fmla="*/ 8178264 w 13158797"/>
              <a:gd name="connsiteY99" fmla="*/ 2113176 h 9456078"/>
              <a:gd name="connsiteX100" fmla="*/ 8210341 w 13158797"/>
              <a:gd name="connsiteY100" fmla="*/ 2075157 h 9456078"/>
              <a:gd name="connsiteX101" fmla="*/ 8242709 w 13158797"/>
              <a:gd name="connsiteY101" fmla="*/ 2037442 h 9456078"/>
              <a:gd name="connsiteX102" fmla="*/ 8275365 w 13158797"/>
              <a:gd name="connsiteY102" fmla="*/ 2000034 h 9456078"/>
              <a:gd name="connsiteX103" fmla="*/ 8308307 w 13158797"/>
              <a:gd name="connsiteY103" fmla="*/ 1962934 h 9456078"/>
              <a:gd name="connsiteX104" fmla="*/ 8341532 w 13158797"/>
              <a:gd name="connsiteY104" fmla="*/ 1926142 h 9456078"/>
              <a:gd name="connsiteX105" fmla="*/ 8375038 w 13158797"/>
              <a:gd name="connsiteY105" fmla="*/ 1889660 h 9456078"/>
              <a:gd name="connsiteX106" fmla="*/ 8408823 w 13158797"/>
              <a:gd name="connsiteY106" fmla="*/ 1853489 h 9456078"/>
              <a:gd name="connsiteX107" fmla="*/ 8442885 w 13158797"/>
              <a:gd name="connsiteY107" fmla="*/ 1817630 h 9456078"/>
              <a:gd name="connsiteX108" fmla="*/ 8477221 w 13158797"/>
              <a:gd name="connsiteY108" fmla="*/ 1782084 h 9456078"/>
              <a:gd name="connsiteX109" fmla="*/ 8511829 w 13158797"/>
              <a:gd name="connsiteY109" fmla="*/ 1746853 h 9456078"/>
              <a:gd name="connsiteX110" fmla="*/ 8546706 w 13158797"/>
              <a:gd name="connsiteY110" fmla="*/ 1711937 h 9456078"/>
              <a:gd name="connsiteX111" fmla="*/ 8581851 w 13158797"/>
              <a:gd name="connsiteY111" fmla="*/ 1677337 h 9456078"/>
              <a:gd name="connsiteX112" fmla="*/ 8617261 w 13158797"/>
              <a:gd name="connsiteY112" fmla="*/ 1643056 h 9456078"/>
              <a:gd name="connsiteX113" fmla="*/ 8652934 w 13158797"/>
              <a:gd name="connsiteY113" fmla="*/ 1609093 h 9456078"/>
              <a:gd name="connsiteX114" fmla="*/ 8688867 w 13158797"/>
              <a:gd name="connsiteY114" fmla="*/ 1575450 h 9456078"/>
              <a:gd name="connsiteX115" fmla="*/ 8725058 w 13158797"/>
              <a:gd name="connsiteY115" fmla="*/ 1542128 h 9456078"/>
              <a:gd name="connsiteX116" fmla="*/ 8761506 w 13158797"/>
              <a:gd name="connsiteY116" fmla="*/ 1509129 h 9456078"/>
              <a:gd name="connsiteX117" fmla="*/ 8798207 w 13158797"/>
              <a:gd name="connsiteY117" fmla="*/ 1476452 h 9456078"/>
              <a:gd name="connsiteX118" fmla="*/ 8835159 w 13158797"/>
              <a:gd name="connsiteY118" fmla="*/ 1444101 h 9456078"/>
              <a:gd name="connsiteX119" fmla="*/ 8872360 w 13158797"/>
              <a:gd name="connsiteY119" fmla="*/ 1412075 h 9456078"/>
              <a:gd name="connsiteX120" fmla="*/ 8909808 w 13158797"/>
              <a:gd name="connsiteY120" fmla="*/ 1380375 h 9456078"/>
              <a:gd name="connsiteX121" fmla="*/ 8947501 w 13158797"/>
              <a:gd name="connsiteY121" fmla="*/ 1349004 h 9456078"/>
              <a:gd name="connsiteX122" fmla="*/ 8985435 w 13158797"/>
              <a:gd name="connsiteY122" fmla="*/ 1317962 h 9456078"/>
              <a:gd name="connsiteX123" fmla="*/ 9023610 w 13158797"/>
              <a:gd name="connsiteY123" fmla="*/ 1287250 h 9456078"/>
              <a:gd name="connsiteX124" fmla="*/ 9062022 w 13158797"/>
              <a:gd name="connsiteY124" fmla="*/ 1256869 h 9456078"/>
              <a:gd name="connsiteX125" fmla="*/ 9100669 w 13158797"/>
              <a:gd name="connsiteY125" fmla="*/ 1226820 h 9456078"/>
              <a:gd name="connsiteX126" fmla="*/ 9139549 w 13158797"/>
              <a:gd name="connsiteY126" fmla="*/ 1197105 h 9456078"/>
              <a:gd name="connsiteX127" fmla="*/ 9178660 w 13158797"/>
              <a:gd name="connsiteY127" fmla="*/ 1167725 h 9456078"/>
              <a:gd name="connsiteX128" fmla="*/ 9217999 w 13158797"/>
              <a:gd name="connsiteY128" fmla="*/ 1138681 h 9456078"/>
              <a:gd name="connsiteX129" fmla="*/ 9257564 w 13158797"/>
              <a:gd name="connsiteY129" fmla="*/ 1109974 h 9456078"/>
              <a:gd name="connsiteX130" fmla="*/ 9297353 w 13158797"/>
              <a:gd name="connsiteY130" fmla="*/ 1081604 h 9456078"/>
              <a:gd name="connsiteX131" fmla="*/ 9337364 w 13158797"/>
              <a:gd name="connsiteY131" fmla="*/ 1053574 h 9456078"/>
              <a:gd name="connsiteX132" fmla="*/ 9377594 w 13158797"/>
              <a:gd name="connsiteY132" fmla="*/ 1025884 h 9456078"/>
              <a:gd name="connsiteX133" fmla="*/ 9418040 w 13158797"/>
              <a:gd name="connsiteY133" fmla="*/ 998536 h 9456078"/>
              <a:gd name="connsiteX134" fmla="*/ 9458702 w 13158797"/>
              <a:gd name="connsiteY134" fmla="*/ 971530 h 9456078"/>
              <a:gd name="connsiteX135" fmla="*/ 9499575 w 13158797"/>
              <a:gd name="connsiteY135" fmla="*/ 944868 h 9456078"/>
              <a:gd name="connsiteX136" fmla="*/ 9540659 w 13158797"/>
              <a:gd name="connsiteY136" fmla="*/ 918551 h 9456078"/>
              <a:gd name="connsiteX137" fmla="*/ 9581950 w 13158797"/>
              <a:gd name="connsiteY137" fmla="*/ 892580 h 9456078"/>
              <a:gd name="connsiteX138" fmla="*/ 9623447 w 13158797"/>
              <a:gd name="connsiteY138" fmla="*/ 866956 h 9456078"/>
              <a:gd name="connsiteX139" fmla="*/ 9665147 w 13158797"/>
              <a:gd name="connsiteY139" fmla="*/ 841681 h 9456078"/>
              <a:gd name="connsiteX140" fmla="*/ 9707048 w 13158797"/>
              <a:gd name="connsiteY140" fmla="*/ 816754 h 9456078"/>
              <a:gd name="connsiteX141" fmla="*/ 9749147 w 13158797"/>
              <a:gd name="connsiteY141" fmla="*/ 792179 h 9456078"/>
              <a:gd name="connsiteX142" fmla="*/ 9791443 w 13158797"/>
              <a:gd name="connsiteY142" fmla="*/ 767955 h 9456078"/>
              <a:gd name="connsiteX143" fmla="*/ 9833932 w 13158797"/>
              <a:gd name="connsiteY143" fmla="*/ 744083 h 9456078"/>
              <a:gd name="connsiteX144" fmla="*/ 9876613 w 13158797"/>
              <a:gd name="connsiteY144" fmla="*/ 720566 h 9456078"/>
              <a:gd name="connsiteX145" fmla="*/ 9919484 w 13158797"/>
              <a:gd name="connsiteY145" fmla="*/ 697404 h 9456078"/>
              <a:gd name="connsiteX146" fmla="*/ 9962542 w 13158797"/>
              <a:gd name="connsiteY146" fmla="*/ 674598 h 9456078"/>
              <a:gd name="connsiteX147" fmla="*/ 10005784 w 13158797"/>
              <a:gd name="connsiteY147" fmla="*/ 652149 h 9456078"/>
              <a:gd name="connsiteX148" fmla="*/ 10049209 w 13158797"/>
              <a:gd name="connsiteY148" fmla="*/ 630059 h 9456078"/>
              <a:gd name="connsiteX149" fmla="*/ 10092814 w 13158797"/>
              <a:gd name="connsiteY149" fmla="*/ 608328 h 9456078"/>
              <a:gd name="connsiteX150" fmla="*/ 10136597 w 13158797"/>
              <a:gd name="connsiteY150" fmla="*/ 586958 h 9456078"/>
              <a:gd name="connsiteX151" fmla="*/ 10180556 w 13158797"/>
              <a:gd name="connsiteY151" fmla="*/ 565950 h 9456078"/>
              <a:gd name="connsiteX152" fmla="*/ 10224688 w 13158797"/>
              <a:gd name="connsiteY152" fmla="*/ 545304 h 9456078"/>
              <a:gd name="connsiteX153" fmla="*/ 10268991 w 13158797"/>
              <a:gd name="connsiteY153" fmla="*/ 525023 h 9456078"/>
              <a:gd name="connsiteX154" fmla="*/ 10313463 w 13158797"/>
              <a:gd name="connsiteY154" fmla="*/ 505107 h 9456078"/>
              <a:gd name="connsiteX155" fmla="*/ 10358101 w 13158797"/>
              <a:gd name="connsiteY155" fmla="*/ 485558 h 9456078"/>
              <a:gd name="connsiteX156" fmla="*/ 10402903 w 13158797"/>
              <a:gd name="connsiteY156" fmla="*/ 466376 h 9456078"/>
              <a:gd name="connsiteX157" fmla="*/ 10447868 w 13158797"/>
              <a:gd name="connsiteY157" fmla="*/ 447563 h 9456078"/>
              <a:gd name="connsiteX158" fmla="*/ 10492991 w 13158797"/>
              <a:gd name="connsiteY158" fmla="*/ 429119 h 9456078"/>
              <a:gd name="connsiteX159" fmla="*/ 10538272 w 13158797"/>
              <a:gd name="connsiteY159" fmla="*/ 411046 h 9456078"/>
              <a:gd name="connsiteX160" fmla="*/ 10583708 w 13158797"/>
              <a:gd name="connsiteY160" fmla="*/ 393346 h 9456078"/>
              <a:gd name="connsiteX161" fmla="*/ 10629297 w 13158797"/>
              <a:gd name="connsiteY161" fmla="*/ 376018 h 9456078"/>
              <a:gd name="connsiteX162" fmla="*/ 10675036 w 13158797"/>
              <a:gd name="connsiteY162" fmla="*/ 359065 h 9456078"/>
              <a:gd name="connsiteX163" fmla="*/ 10720923 w 13158797"/>
              <a:gd name="connsiteY163" fmla="*/ 342487 h 9456078"/>
              <a:gd name="connsiteX164" fmla="*/ 10766956 w 13158797"/>
              <a:gd name="connsiteY164" fmla="*/ 326286 h 9456078"/>
              <a:gd name="connsiteX165" fmla="*/ 10813132 w 13158797"/>
              <a:gd name="connsiteY165" fmla="*/ 310462 h 9456078"/>
              <a:gd name="connsiteX166" fmla="*/ 10859450 w 13158797"/>
              <a:gd name="connsiteY166" fmla="*/ 295018 h 9456078"/>
              <a:gd name="connsiteX167" fmla="*/ 10905907 w 13158797"/>
              <a:gd name="connsiteY167" fmla="*/ 279953 h 9456078"/>
              <a:gd name="connsiteX168" fmla="*/ 10952500 w 13158797"/>
              <a:gd name="connsiteY168" fmla="*/ 265269 h 9456078"/>
              <a:gd name="connsiteX169" fmla="*/ 10999227 w 13158797"/>
              <a:gd name="connsiteY169" fmla="*/ 250968 h 9456078"/>
              <a:gd name="connsiteX170" fmla="*/ 11046087 w 13158797"/>
              <a:gd name="connsiteY170" fmla="*/ 237049 h 9456078"/>
              <a:gd name="connsiteX171" fmla="*/ 11093076 w 13158797"/>
              <a:gd name="connsiteY171" fmla="*/ 223516 h 9456078"/>
              <a:gd name="connsiteX172" fmla="*/ 11140193 w 13158797"/>
              <a:gd name="connsiteY172" fmla="*/ 210368 h 9456078"/>
              <a:gd name="connsiteX173" fmla="*/ 11187434 w 13158797"/>
              <a:gd name="connsiteY173" fmla="*/ 197606 h 9456078"/>
              <a:gd name="connsiteX174" fmla="*/ 11234799 w 13158797"/>
              <a:gd name="connsiteY174" fmla="*/ 185233 h 9456078"/>
              <a:gd name="connsiteX175" fmla="*/ 11282284 w 13158797"/>
              <a:gd name="connsiteY175" fmla="*/ 173248 h 9456078"/>
              <a:gd name="connsiteX176" fmla="*/ 11329888 w 13158797"/>
              <a:gd name="connsiteY176" fmla="*/ 161654 h 9456078"/>
              <a:gd name="connsiteX177" fmla="*/ 11377607 w 13158797"/>
              <a:gd name="connsiteY177" fmla="*/ 150451 h 9456078"/>
              <a:gd name="connsiteX178" fmla="*/ 11425440 w 13158797"/>
              <a:gd name="connsiteY178" fmla="*/ 139640 h 9456078"/>
              <a:gd name="connsiteX179" fmla="*/ 11473385 w 13158797"/>
              <a:gd name="connsiteY179" fmla="*/ 129223 h 9456078"/>
              <a:gd name="connsiteX180" fmla="*/ 11521439 w 13158797"/>
              <a:gd name="connsiteY180" fmla="*/ 119201 h 9456078"/>
              <a:gd name="connsiteX181" fmla="*/ 11569599 w 13158797"/>
              <a:gd name="connsiteY181" fmla="*/ 109574 h 9456078"/>
              <a:gd name="connsiteX182" fmla="*/ 11617864 w 13158797"/>
              <a:gd name="connsiteY182" fmla="*/ 100344 h 9456078"/>
              <a:gd name="connsiteX183" fmla="*/ 11666231 w 13158797"/>
              <a:gd name="connsiteY183" fmla="*/ 91512 h 9456078"/>
              <a:gd name="connsiteX184" fmla="*/ 11714698 w 13158797"/>
              <a:gd name="connsiteY184" fmla="*/ 83080 h 9456078"/>
              <a:gd name="connsiteX185" fmla="*/ 11763263 w 13158797"/>
              <a:gd name="connsiteY185" fmla="*/ 75047 h 9456078"/>
              <a:gd name="connsiteX186" fmla="*/ 11811923 w 13158797"/>
              <a:gd name="connsiteY186" fmla="*/ 67417 h 9456078"/>
              <a:gd name="connsiteX187" fmla="*/ 11860676 w 13158797"/>
              <a:gd name="connsiteY187" fmla="*/ 60188 h 9456078"/>
              <a:gd name="connsiteX188" fmla="*/ 11909519 w 13158797"/>
              <a:gd name="connsiteY188" fmla="*/ 53364 h 9456078"/>
              <a:gd name="connsiteX189" fmla="*/ 11958451 w 13158797"/>
              <a:gd name="connsiteY189" fmla="*/ 46944 h 9456078"/>
              <a:gd name="connsiteX190" fmla="*/ 12007470 w 13158797"/>
              <a:gd name="connsiteY190" fmla="*/ 40931 h 9456078"/>
              <a:gd name="connsiteX191" fmla="*/ 12056572 w 13158797"/>
              <a:gd name="connsiteY191" fmla="*/ 35324 h 9456078"/>
              <a:gd name="connsiteX192" fmla="*/ 12105756 w 13158797"/>
              <a:gd name="connsiteY192" fmla="*/ 30126 h 9456078"/>
              <a:gd name="connsiteX193" fmla="*/ 12155019 w 13158797"/>
              <a:gd name="connsiteY193" fmla="*/ 25337 h 9456078"/>
              <a:gd name="connsiteX194" fmla="*/ 12204359 w 13158797"/>
              <a:gd name="connsiteY194" fmla="*/ 20958 h 9456078"/>
              <a:gd name="connsiteX195" fmla="*/ 12253773 w 13158797"/>
              <a:gd name="connsiteY195" fmla="*/ 16991 h 9456078"/>
              <a:gd name="connsiteX196" fmla="*/ 12303260 w 13158797"/>
              <a:gd name="connsiteY196" fmla="*/ 13437 h 9456078"/>
              <a:gd name="connsiteX197" fmla="*/ 12352818 w 13158797"/>
              <a:gd name="connsiteY197" fmla="*/ 10297 h 9456078"/>
              <a:gd name="connsiteX198" fmla="*/ 12402443 w 13158797"/>
              <a:gd name="connsiteY198" fmla="*/ 7572 h 9456078"/>
              <a:gd name="connsiteX199" fmla="*/ 12452133 w 13158797"/>
              <a:gd name="connsiteY199" fmla="*/ 5263 h 9456078"/>
              <a:gd name="connsiteX200" fmla="*/ 12501887 w 13158797"/>
              <a:gd name="connsiteY200" fmla="*/ 3371 h 9456078"/>
              <a:gd name="connsiteX201" fmla="*/ 12551701 w 13158797"/>
              <a:gd name="connsiteY201" fmla="*/ 1898 h 9456078"/>
              <a:gd name="connsiteX202" fmla="*/ 12601574 w 13158797"/>
              <a:gd name="connsiteY202" fmla="*/ 844 h 9456078"/>
              <a:gd name="connsiteX203" fmla="*/ 12651504 w 13158797"/>
              <a:gd name="connsiteY203" fmla="*/ 211 h 9456078"/>
              <a:gd name="connsiteX204" fmla="*/ 12701487 w 13158797"/>
              <a:gd name="connsiteY204" fmla="*/ 0 h 9456078"/>
              <a:gd name="connsiteX205" fmla="*/ 13158798 w 13158797"/>
              <a:gd name="connsiteY205" fmla="*/ 0 h 94560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</a:cxnLst>
            <a:rect l="l" t="t" r="r" b="b"/>
            <a:pathLst>
              <a:path w="13158797" h="9456078">
                <a:moveTo>
                  <a:pt x="0" y="9456078"/>
                </a:moveTo>
                <a:lnTo>
                  <a:pt x="49977" y="9455836"/>
                </a:lnTo>
                <a:lnTo>
                  <a:pt x="99893" y="9455111"/>
                </a:lnTo>
                <a:lnTo>
                  <a:pt x="149742" y="9453904"/>
                </a:lnTo>
                <a:lnTo>
                  <a:pt x="199524" y="9452217"/>
                </a:lnTo>
                <a:lnTo>
                  <a:pt x="298870" y="9447409"/>
                </a:lnTo>
                <a:lnTo>
                  <a:pt x="348429" y="9444290"/>
                </a:lnTo>
                <a:lnTo>
                  <a:pt x="397907" y="9440698"/>
                </a:lnTo>
                <a:lnTo>
                  <a:pt x="447302" y="9436632"/>
                </a:lnTo>
                <a:lnTo>
                  <a:pt x="496610" y="9432096"/>
                </a:lnTo>
                <a:lnTo>
                  <a:pt x="545829" y="9427089"/>
                </a:lnTo>
                <a:lnTo>
                  <a:pt x="594956" y="9421615"/>
                </a:lnTo>
                <a:lnTo>
                  <a:pt x="643987" y="9415673"/>
                </a:lnTo>
                <a:lnTo>
                  <a:pt x="692920" y="9409267"/>
                </a:lnTo>
                <a:lnTo>
                  <a:pt x="741751" y="9402396"/>
                </a:lnTo>
                <a:lnTo>
                  <a:pt x="790478" y="9395063"/>
                </a:lnTo>
                <a:lnTo>
                  <a:pt x="839098" y="9387270"/>
                </a:lnTo>
                <a:lnTo>
                  <a:pt x="887607" y="9379017"/>
                </a:lnTo>
                <a:lnTo>
                  <a:pt x="936002" y="9370306"/>
                </a:lnTo>
                <a:lnTo>
                  <a:pt x="984281" y="9361139"/>
                </a:lnTo>
                <a:lnTo>
                  <a:pt x="1032440" y="9351517"/>
                </a:lnTo>
                <a:lnTo>
                  <a:pt x="1080477" y="9341441"/>
                </a:lnTo>
                <a:lnTo>
                  <a:pt x="1176172" y="9319936"/>
                </a:lnTo>
                <a:lnTo>
                  <a:pt x="1223823" y="9308509"/>
                </a:lnTo>
                <a:lnTo>
                  <a:pt x="1271339" y="9296635"/>
                </a:lnTo>
                <a:lnTo>
                  <a:pt x="1318719" y="9284315"/>
                </a:lnTo>
                <a:lnTo>
                  <a:pt x="1365957" y="9271550"/>
                </a:lnTo>
                <a:lnTo>
                  <a:pt x="1413052" y="9258342"/>
                </a:lnTo>
                <a:lnTo>
                  <a:pt x="1460000" y="9244693"/>
                </a:lnTo>
                <a:lnTo>
                  <a:pt x="1506799" y="9230604"/>
                </a:lnTo>
                <a:lnTo>
                  <a:pt x="1553445" y="9216076"/>
                </a:lnTo>
                <a:lnTo>
                  <a:pt x="1599935" y="9201111"/>
                </a:lnTo>
                <a:lnTo>
                  <a:pt x="1646267" y="9185710"/>
                </a:lnTo>
                <a:lnTo>
                  <a:pt x="1692437" y="9169876"/>
                </a:lnTo>
                <a:lnTo>
                  <a:pt x="1738442" y="9153608"/>
                </a:lnTo>
                <a:lnTo>
                  <a:pt x="1784280" y="9136910"/>
                </a:lnTo>
                <a:lnTo>
                  <a:pt x="1829947" y="9119782"/>
                </a:lnTo>
                <a:lnTo>
                  <a:pt x="1875440" y="9102226"/>
                </a:lnTo>
                <a:lnTo>
                  <a:pt x="1920756" y="9084243"/>
                </a:lnTo>
                <a:lnTo>
                  <a:pt x="1965893" y="9065835"/>
                </a:lnTo>
                <a:lnTo>
                  <a:pt x="2055615" y="9027750"/>
                </a:lnTo>
                <a:lnTo>
                  <a:pt x="2100195" y="9008075"/>
                </a:lnTo>
                <a:lnTo>
                  <a:pt x="2144582" y="8987981"/>
                </a:lnTo>
                <a:lnTo>
                  <a:pt x="2188775" y="8967470"/>
                </a:lnTo>
                <a:lnTo>
                  <a:pt x="2232770" y="8946542"/>
                </a:lnTo>
                <a:lnTo>
                  <a:pt x="2276564" y="8925199"/>
                </a:lnTo>
                <a:lnTo>
                  <a:pt x="2320154" y="8903443"/>
                </a:lnTo>
                <a:lnTo>
                  <a:pt x="2363538" y="8881275"/>
                </a:lnTo>
                <a:lnTo>
                  <a:pt x="2406711" y="8858697"/>
                </a:lnTo>
                <a:lnTo>
                  <a:pt x="2449672" y="8835710"/>
                </a:lnTo>
                <a:lnTo>
                  <a:pt x="2492417" y="8812316"/>
                </a:lnTo>
                <a:lnTo>
                  <a:pt x="2534943" y="8788516"/>
                </a:lnTo>
                <a:lnTo>
                  <a:pt x="2577247" y="8764311"/>
                </a:lnTo>
                <a:lnTo>
                  <a:pt x="2619326" y="8739704"/>
                </a:lnTo>
                <a:lnTo>
                  <a:pt x="2661177" y="8714695"/>
                </a:lnTo>
                <a:lnTo>
                  <a:pt x="2702797" y="8689286"/>
                </a:lnTo>
                <a:lnTo>
                  <a:pt x="2744183" y="8663479"/>
                </a:lnTo>
                <a:lnTo>
                  <a:pt x="2785333" y="8637274"/>
                </a:lnTo>
                <a:lnTo>
                  <a:pt x="2826242" y="8610675"/>
                </a:lnTo>
                <a:lnTo>
                  <a:pt x="2866908" y="8583681"/>
                </a:lnTo>
                <a:lnTo>
                  <a:pt x="2907329" y="8556295"/>
                </a:lnTo>
                <a:lnTo>
                  <a:pt x="2947500" y="8528517"/>
                </a:lnTo>
                <a:lnTo>
                  <a:pt x="2987419" y="8500351"/>
                </a:lnTo>
                <a:lnTo>
                  <a:pt x="3027083" y="8471796"/>
                </a:lnTo>
                <a:lnTo>
                  <a:pt x="3066489" y="8442854"/>
                </a:lnTo>
                <a:lnTo>
                  <a:pt x="3105634" y="8413528"/>
                </a:lnTo>
                <a:lnTo>
                  <a:pt x="3144515" y="8383818"/>
                </a:lnTo>
                <a:lnTo>
                  <a:pt x="3183129" y="8353726"/>
                </a:lnTo>
                <a:lnTo>
                  <a:pt x="3221473" y="8323253"/>
                </a:lnTo>
                <a:lnTo>
                  <a:pt x="3259544" y="8292401"/>
                </a:lnTo>
                <a:lnTo>
                  <a:pt x="3297339" y="8261172"/>
                </a:lnTo>
                <a:lnTo>
                  <a:pt x="3334854" y="8229566"/>
                </a:lnTo>
                <a:lnTo>
                  <a:pt x="3372087" y="8197585"/>
                </a:lnTo>
                <a:lnTo>
                  <a:pt x="3409035" y="8165232"/>
                </a:lnTo>
                <a:lnTo>
                  <a:pt x="3445695" y="8132507"/>
                </a:lnTo>
                <a:lnTo>
                  <a:pt x="3482064" y="8099411"/>
                </a:lnTo>
                <a:lnTo>
                  <a:pt x="3518139" y="8065947"/>
                </a:lnTo>
                <a:lnTo>
                  <a:pt x="3553916" y="8032115"/>
                </a:lnTo>
                <a:lnTo>
                  <a:pt x="3589393" y="7997918"/>
                </a:lnTo>
                <a:lnTo>
                  <a:pt x="3624567" y="7963356"/>
                </a:lnTo>
                <a:lnTo>
                  <a:pt x="3659435" y="7928432"/>
                </a:lnTo>
                <a:lnTo>
                  <a:pt x="3693994" y="7893146"/>
                </a:lnTo>
                <a:lnTo>
                  <a:pt x="3728240" y="7857501"/>
                </a:lnTo>
                <a:lnTo>
                  <a:pt x="3762171" y="7821497"/>
                </a:lnTo>
                <a:lnTo>
                  <a:pt x="3795783" y="7785136"/>
                </a:lnTo>
                <a:lnTo>
                  <a:pt x="3829075" y="7748420"/>
                </a:lnTo>
                <a:lnTo>
                  <a:pt x="3862042" y="7711350"/>
                </a:lnTo>
                <a:lnTo>
                  <a:pt x="3894682" y="7673928"/>
                </a:lnTo>
                <a:lnTo>
                  <a:pt x="3926991" y="7636155"/>
                </a:lnTo>
                <a:lnTo>
                  <a:pt x="3958967" y="7598032"/>
                </a:lnTo>
                <a:lnTo>
                  <a:pt x="3990607" y="7559561"/>
                </a:lnTo>
                <a:lnTo>
                  <a:pt x="4021907" y="7520744"/>
                </a:lnTo>
                <a:lnTo>
                  <a:pt x="4052865" y="7481582"/>
                </a:lnTo>
                <a:lnTo>
                  <a:pt x="4083478" y="7442077"/>
                </a:lnTo>
                <a:lnTo>
                  <a:pt x="8022311" y="2307814"/>
                </a:lnTo>
                <a:lnTo>
                  <a:pt x="8052902" y="2268285"/>
                </a:lnTo>
                <a:lnTo>
                  <a:pt x="8083796" y="2229056"/>
                </a:lnTo>
                <a:lnTo>
                  <a:pt x="8114989" y="2190127"/>
                </a:lnTo>
                <a:lnTo>
                  <a:pt x="8146479" y="2151500"/>
                </a:lnTo>
                <a:lnTo>
                  <a:pt x="8178264" y="2113176"/>
                </a:lnTo>
                <a:lnTo>
                  <a:pt x="8210341" y="2075157"/>
                </a:lnTo>
                <a:lnTo>
                  <a:pt x="8242709" y="2037442"/>
                </a:lnTo>
                <a:lnTo>
                  <a:pt x="8275365" y="2000034"/>
                </a:lnTo>
                <a:lnTo>
                  <a:pt x="8308307" y="1962934"/>
                </a:lnTo>
                <a:lnTo>
                  <a:pt x="8341532" y="1926142"/>
                </a:lnTo>
                <a:lnTo>
                  <a:pt x="8375038" y="1889660"/>
                </a:lnTo>
                <a:lnTo>
                  <a:pt x="8408823" y="1853489"/>
                </a:lnTo>
                <a:lnTo>
                  <a:pt x="8442885" y="1817630"/>
                </a:lnTo>
                <a:lnTo>
                  <a:pt x="8477221" y="1782084"/>
                </a:lnTo>
                <a:lnTo>
                  <a:pt x="8511829" y="1746853"/>
                </a:lnTo>
                <a:lnTo>
                  <a:pt x="8546706" y="1711937"/>
                </a:lnTo>
                <a:lnTo>
                  <a:pt x="8581851" y="1677337"/>
                </a:lnTo>
                <a:lnTo>
                  <a:pt x="8617261" y="1643056"/>
                </a:lnTo>
                <a:lnTo>
                  <a:pt x="8652934" y="1609093"/>
                </a:lnTo>
                <a:lnTo>
                  <a:pt x="8688867" y="1575450"/>
                </a:lnTo>
                <a:lnTo>
                  <a:pt x="8725058" y="1542128"/>
                </a:lnTo>
                <a:lnTo>
                  <a:pt x="8761506" y="1509129"/>
                </a:lnTo>
                <a:lnTo>
                  <a:pt x="8798207" y="1476452"/>
                </a:lnTo>
                <a:lnTo>
                  <a:pt x="8835159" y="1444101"/>
                </a:lnTo>
                <a:lnTo>
                  <a:pt x="8872360" y="1412075"/>
                </a:lnTo>
                <a:lnTo>
                  <a:pt x="8909808" y="1380375"/>
                </a:lnTo>
                <a:lnTo>
                  <a:pt x="8947501" y="1349004"/>
                </a:lnTo>
                <a:lnTo>
                  <a:pt x="8985435" y="1317962"/>
                </a:lnTo>
                <a:lnTo>
                  <a:pt x="9023610" y="1287250"/>
                </a:lnTo>
                <a:lnTo>
                  <a:pt x="9062022" y="1256869"/>
                </a:lnTo>
                <a:lnTo>
                  <a:pt x="9100669" y="1226820"/>
                </a:lnTo>
                <a:lnTo>
                  <a:pt x="9139549" y="1197105"/>
                </a:lnTo>
                <a:lnTo>
                  <a:pt x="9178660" y="1167725"/>
                </a:lnTo>
                <a:lnTo>
                  <a:pt x="9217999" y="1138681"/>
                </a:lnTo>
                <a:lnTo>
                  <a:pt x="9257564" y="1109974"/>
                </a:lnTo>
                <a:lnTo>
                  <a:pt x="9297353" y="1081604"/>
                </a:lnTo>
                <a:lnTo>
                  <a:pt x="9337364" y="1053574"/>
                </a:lnTo>
                <a:lnTo>
                  <a:pt x="9377594" y="1025884"/>
                </a:lnTo>
                <a:lnTo>
                  <a:pt x="9418040" y="998536"/>
                </a:lnTo>
                <a:lnTo>
                  <a:pt x="9458702" y="971530"/>
                </a:lnTo>
                <a:lnTo>
                  <a:pt x="9499575" y="944868"/>
                </a:lnTo>
                <a:lnTo>
                  <a:pt x="9540659" y="918551"/>
                </a:lnTo>
                <a:lnTo>
                  <a:pt x="9581950" y="892580"/>
                </a:lnTo>
                <a:lnTo>
                  <a:pt x="9623447" y="866956"/>
                </a:lnTo>
                <a:lnTo>
                  <a:pt x="9665147" y="841681"/>
                </a:lnTo>
                <a:lnTo>
                  <a:pt x="9707048" y="816754"/>
                </a:lnTo>
                <a:lnTo>
                  <a:pt x="9749147" y="792179"/>
                </a:lnTo>
                <a:lnTo>
                  <a:pt x="9791443" y="767955"/>
                </a:lnTo>
                <a:lnTo>
                  <a:pt x="9833932" y="744083"/>
                </a:lnTo>
                <a:lnTo>
                  <a:pt x="9876613" y="720566"/>
                </a:lnTo>
                <a:lnTo>
                  <a:pt x="9919484" y="697404"/>
                </a:lnTo>
                <a:lnTo>
                  <a:pt x="9962542" y="674598"/>
                </a:lnTo>
                <a:lnTo>
                  <a:pt x="10005784" y="652149"/>
                </a:lnTo>
                <a:lnTo>
                  <a:pt x="10049209" y="630059"/>
                </a:lnTo>
                <a:lnTo>
                  <a:pt x="10092814" y="608328"/>
                </a:lnTo>
                <a:lnTo>
                  <a:pt x="10136597" y="586958"/>
                </a:lnTo>
                <a:lnTo>
                  <a:pt x="10180556" y="565950"/>
                </a:lnTo>
                <a:lnTo>
                  <a:pt x="10224688" y="545304"/>
                </a:lnTo>
                <a:lnTo>
                  <a:pt x="10268991" y="525023"/>
                </a:lnTo>
                <a:lnTo>
                  <a:pt x="10313463" y="505107"/>
                </a:lnTo>
                <a:lnTo>
                  <a:pt x="10358101" y="485558"/>
                </a:lnTo>
                <a:lnTo>
                  <a:pt x="10402903" y="466376"/>
                </a:lnTo>
                <a:lnTo>
                  <a:pt x="10447868" y="447563"/>
                </a:lnTo>
                <a:lnTo>
                  <a:pt x="10492991" y="429119"/>
                </a:lnTo>
                <a:lnTo>
                  <a:pt x="10538272" y="411046"/>
                </a:lnTo>
                <a:lnTo>
                  <a:pt x="10583708" y="393346"/>
                </a:lnTo>
                <a:lnTo>
                  <a:pt x="10629297" y="376018"/>
                </a:lnTo>
                <a:lnTo>
                  <a:pt x="10675036" y="359065"/>
                </a:lnTo>
                <a:lnTo>
                  <a:pt x="10720923" y="342487"/>
                </a:lnTo>
                <a:lnTo>
                  <a:pt x="10766956" y="326286"/>
                </a:lnTo>
                <a:lnTo>
                  <a:pt x="10813132" y="310462"/>
                </a:lnTo>
                <a:lnTo>
                  <a:pt x="10859450" y="295018"/>
                </a:lnTo>
                <a:lnTo>
                  <a:pt x="10905907" y="279953"/>
                </a:lnTo>
                <a:lnTo>
                  <a:pt x="10952500" y="265269"/>
                </a:lnTo>
                <a:lnTo>
                  <a:pt x="10999227" y="250968"/>
                </a:lnTo>
                <a:lnTo>
                  <a:pt x="11046087" y="237049"/>
                </a:lnTo>
                <a:lnTo>
                  <a:pt x="11093076" y="223516"/>
                </a:lnTo>
                <a:lnTo>
                  <a:pt x="11140193" y="210368"/>
                </a:lnTo>
                <a:lnTo>
                  <a:pt x="11187434" y="197606"/>
                </a:lnTo>
                <a:lnTo>
                  <a:pt x="11234799" y="185233"/>
                </a:lnTo>
                <a:lnTo>
                  <a:pt x="11282284" y="173248"/>
                </a:lnTo>
                <a:lnTo>
                  <a:pt x="11329888" y="161654"/>
                </a:lnTo>
                <a:lnTo>
                  <a:pt x="11377607" y="150451"/>
                </a:lnTo>
                <a:lnTo>
                  <a:pt x="11425440" y="139640"/>
                </a:lnTo>
                <a:lnTo>
                  <a:pt x="11473385" y="129223"/>
                </a:lnTo>
                <a:lnTo>
                  <a:pt x="11521439" y="119201"/>
                </a:lnTo>
                <a:lnTo>
                  <a:pt x="11569599" y="109574"/>
                </a:lnTo>
                <a:lnTo>
                  <a:pt x="11617864" y="100344"/>
                </a:lnTo>
                <a:lnTo>
                  <a:pt x="11666231" y="91512"/>
                </a:lnTo>
                <a:lnTo>
                  <a:pt x="11714698" y="83080"/>
                </a:lnTo>
                <a:lnTo>
                  <a:pt x="11763263" y="75047"/>
                </a:lnTo>
                <a:lnTo>
                  <a:pt x="11811923" y="67417"/>
                </a:lnTo>
                <a:lnTo>
                  <a:pt x="11860676" y="60188"/>
                </a:lnTo>
                <a:lnTo>
                  <a:pt x="11909519" y="53364"/>
                </a:lnTo>
                <a:lnTo>
                  <a:pt x="11958451" y="46944"/>
                </a:lnTo>
                <a:lnTo>
                  <a:pt x="12007470" y="40931"/>
                </a:lnTo>
                <a:lnTo>
                  <a:pt x="12056572" y="35324"/>
                </a:lnTo>
                <a:lnTo>
                  <a:pt x="12105756" y="30126"/>
                </a:lnTo>
                <a:lnTo>
                  <a:pt x="12155019" y="25337"/>
                </a:lnTo>
                <a:lnTo>
                  <a:pt x="12204359" y="20958"/>
                </a:lnTo>
                <a:lnTo>
                  <a:pt x="12253773" y="16991"/>
                </a:lnTo>
                <a:lnTo>
                  <a:pt x="12303260" y="13437"/>
                </a:lnTo>
                <a:lnTo>
                  <a:pt x="12352818" y="10297"/>
                </a:lnTo>
                <a:lnTo>
                  <a:pt x="12402443" y="7572"/>
                </a:lnTo>
                <a:lnTo>
                  <a:pt x="12452133" y="5263"/>
                </a:lnTo>
                <a:lnTo>
                  <a:pt x="12501887" y="3371"/>
                </a:lnTo>
                <a:lnTo>
                  <a:pt x="12551701" y="1898"/>
                </a:lnTo>
                <a:lnTo>
                  <a:pt x="12601574" y="844"/>
                </a:lnTo>
                <a:lnTo>
                  <a:pt x="12651504" y="211"/>
                </a:lnTo>
                <a:lnTo>
                  <a:pt x="12701487" y="0"/>
                </a:lnTo>
                <a:lnTo>
                  <a:pt x="13158798" y="0"/>
                </a:lnTo>
              </a:path>
            </a:pathLst>
          </a:custGeom>
          <a:ln w="19050">
            <a:solidFill>
              <a:schemeClr val="tx2"/>
            </a:solidFill>
          </a:ln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13" name="Text Placeholder 3">
            <a:extLst>
              <a:ext uri="{FF2B5EF4-FFF2-40B4-BE49-F238E27FC236}">
                <a16:creationId xmlns:a16="http://schemas.microsoft.com/office/drawing/2014/main" id="{F53E2E6E-222A-F591-1663-CA402B732DC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07988" y="2938015"/>
            <a:ext cx="4167530" cy="2783977"/>
          </a:xfrm>
          <a:prstGeom prst="rect">
            <a:avLst/>
          </a:prstGeom>
        </p:spPr>
        <p:txBody>
          <a:bodyPr lIns="0" tIns="0" rIns="0" bIns="0" anchor="b" anchorCtr="0"/>
          <a:lstStyle>
            <a:lvl1pPr marL="0" indent="0">
              <a:buNone/>
              <a:defRPr sz="3400">
                <a:solidFill>
                  <a:schemeClr val="tx1">
                    <a:lumMod val="85000"/>
                    <a:lumOff val="15000"/>
                  </a:schemeClr>
                </a:solidFill>
                <a:latin typeface="Versos Light" panose="020B0403020204030204" pitchFamily="34" charset="0"/>
              </a:defRPr>
            </a:lvl1pPr>
          </a:lstStyle>
          <a:p>
            <a:pPr lvl="0"/>
            <a:r>
              <a:rPr lang="en-US" err="1"/>
              <a:t>Título</a:t>
            </a:r>
            <a:r>
              <a:rPr lang="en-US"/>
              <a:t> Template</a:t>
            </a:r>
          </a:p>
          <a:p>
            <a:pPr lvl="0"/>
            <a:r>
              <a:rPr lang="en-US" err="1"/>
              <a:t>Padrão</a:t>
            </a:r>
            <a:r>
              <a:rPr lang="en-US"/>
              <a:t> </a:t>
            </a:r>
            <a:r>
              <a:rPr lang="en-US" err="1"/>
              <a:t>Exemplo</a:t>
            </a:r>
            <a:endParaRPr lang="en-US"/>
          </a:p>
        </p:txBody>
      </p:sp>
      <p:sp>
        <p:nvSpPr>
          <p:cNvPr id="14" name="Text Placeholder 15">
            <a:extLst>
              <a:ext uri="{FF2B5EF4-FFF2-40B4-BE49-F238E27FC236}">
                <a16:creationId xmlns:a16="http://schemas.microsoft.com/office/drawing/2014/main" id="{96110406-75EA-FDCF-8EC5-7273399369D0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07988" y="5722314"/>
            <a:ext cx="4167530" cy="997297"/>
          </a:xfrm>
          <a:prstGeom prst="rect">
            <a:avLst/>
          </a:prstGeom>
        </p:spPr>
        <p:txBody>
          <a:bodyPr lIns="0" tIns="0" rIns="0" bIns="0"/>
          <a:lstStyle>
            <a:lvl1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1pPr>
            <a:lvl2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2pPr>
            <a:lvl3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3pPr>
            <a:lvl4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4pPr>
            <a:lvl5pPr>
              <a:defRPr lang="pt-BR" sz="2000" b="1" i="0" u="none" strike="noStrike" kern="1200" cap="none" dirty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pt-BR" sz="2000" b="1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</a:rPr>
              <a:t>FIC FIM EXEMPLO</a:t>
            </a:r>
            <a:endParaRPr lang="pt-BR"/>
          </a:p>
        </p:txBody>
      </p:sp>
      <p:sp>
        <p:nvSpPr>
          <p:cNvPr id="22" name="Text Placeholder 20">
            <a:extLst>
              <a:ext uri="{FF2B5EF4-FFF2-40B4-BE49-F238E27FC236}">
                <a16:creationId xmlns:a16="http://schemas.microsoft.com/office/drawing/2014/main" id="{D681B05B-2386-9C81-6A6D-BFFEF6DED57D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096000" y="5804626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23" name="Text Placeholder 20">
            <a:extLst>
              <a:ext uri="{FF2B5EF4-FFF2-40B4-BE49-F238E27FC236}">
                <a16:creationId xmlns:a16="http://schemas.microsoft.com/office/drawing/2014/main" id="{ACB2D47A-729B-16A4-3FD8-0779C01BA71B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7766083" y="5804626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24" name="Text Placeholder 20">
            <a:extLst>
              <a:ext uri="{FF2B5EF4-FFF2-40B4-BE49-F238E27FC236}">
                <a16:creationId xmlns:a16="http://schemas.microsoft.com/office/drawing/2014/main" id="{6392F700-2642-3814-0747-D0EBAE5EE8DA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9436008" y="5804626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25" name="Text Placeholder 41">
            <a:extLst>
              <a:ext uri="{FF2B5EF4-FFF2-40B4-BE49-F238E27FC236}">
                <a16:creationId xmlns:a16="http://schemas.microsoft.com/office/drawing/2014/main" id="{157C41B9-AF41-31A7-3A0A-19B45968B487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6096000" y="5597734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6" name="Text Placeholder 41">
            <a:extLst>
              <a:ext uri="{FF2B5EF4-FFF2-40B4-BE49-F238E27FC236}">
                <a16:creationId xmlns:a16="http://schemas.microsoft.com/office/drawing/2014/main" id="{3517E57F-3F51-7633-EEE2-B42F36DCEDB6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7766082" y="5597734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7" name="Text Placeholder 41">
            <a:extLst>
              <a:ext uri="{FF2B5EF4-FFF2-40B4-BE49-F238E27FC236}">
                <a16:creationId xmlns:a16="http://schemas.microsoft.com/office/drawing/2014/main" id="{87E0728A-5639-44E4-17A8-459EA60420AA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9436007" y="5597734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8" name="Text Placeholder 17">
            <a:extLst>
              <a:ext uri="{FF2B5EF4-FFF2-40B4-BE49-F238E27FC236}">
                <a16:creationId xmlns:a16="http://schemas.microsoft.com/office/drawing/2014/main" id="{46268A65-19CA-59CF-EB3E-096ECD0A6AD9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096000" y="5300937"/>
            <a:ext cx="4789394" cy="200722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Área de atuação</a:t>
            </a:r>
          </a:p>
        </p:txBody>
      </p:sp>
    </p:spTree>
    <p:extLst>
      <p:ext uri="{BB962C8B-B14F-4D97-AF65-F5344CB8AC3E}">
        <p14:creationId xmlns:p14="http://schemas.microsoft.com/office/powerpoint/2010/main" val="224158651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257">
          <p15:clr>
            <a:srgbClr val="FBAE40"/>
          </p15:clr>
        </p15:guide>
        <p15:guide id="2" orient="horz" pos="3770">
          <p15:clr>
            <a:srgbClr val="FBAE40"/>
          </p15:clr>
        </p15:guide>
        <p15:guide id="3" pos="7446">
          <p15:clr>
            <a:srgbClr val="FBAE40"/>
          </p15:clr>
        </p15:guide>
        <p15:guide id="4" orient="horz" pos="3997">
          <p15:clr>
            <a:srgbClr val="FBAE40"/>
          </p15:clr>
        </p15:guide>
        <p15:guide id="5" orient="horz" pos="550">
          <p15:clr>
            <a:srgbClr val="FBAE40"/>
          </p15:clr>
        </p15:guide>
        <p15:guide id="6" orient="horz" pos="323">
          <p15:clr>
            <a:srgbClr val="FBAE40"/>
          </p15:clr>
        </p15:guide>
      </p15:sldGuideLst>
    </p:ext>
  </p:extLst>
</p:sldLayout>
</file>

<file path=ppt/slideLayouts/slideLayout10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1_Divisória - Escuro">
    <p:bg>
      <p:bgPr>
        <a:gradFill>
          <a:gsLst>
            <a:gs pos="0">
              <a:schemeClr val="tx1">
                <a:lumMod val="95000"/>
                <a:lumOff val="5000"/>
              </a:schemeClr>
            </a:gs>
            <a:gs pos="100000">
              <a:schemeClr val="tx1">
                <a:lumMod val="85000"/>
                <a:lumOff val="15000"/>
              </a:schemeClr>
            </a:gs>
            <a:gs pos="49000">
              <a:schemeClr val="tx1">
                <a:lumMod val="95000"/>
                <a:lumOff val="5000"/>
              </a:schemeClr>
            </a:gs>
          </a:gsLst>
          <a:lin ang="4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8">
            <a:extLst>
              <a:ext uri="{FF2B5EF4-FFF2-40B4-BE49-F238E27FC236}">
                <a16:creationId xmlns:a16="http://schemas.microsoft.com/office/drawing/2014/main" id="{ADEEF5FA-E06D-34B7-BB29-590E9E06012B}"/>
              </a:ext>
            </a:extLst>
          </p:cNvPr>
          <p:cNvPicPr>
            <a:picLocks noChangeAspect="1"/>
          </p:cNvPicPr>
          <p:nvPr/>
        </p:nvPicPr>
        <p:blipFill rotWithShape="1">
          <a:blip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 l="-8117" t="-23966" r="-8117" b="-23966"/>
          <a:stretch/>
        </p:blipFill>
        <p:spPr>
          <a:xfrm>
            <a:off x="10221000" y="415511"/>
            <a:ext cx="1715687" cy="742966"/>
          </a:xfrm>
          <a:prstGeom prst="rect">
            <a:avLst/>
          </a:prstGeom>
        </p:spPr>
      </p:pic>
      <p:sp>
        <p:nvSpPr>
          <p:cNvPr id="3" name="object 4">
            <a:extLst>
              <a:ext uri="{FF2B5EF4-FFF2-40B4-BE49-F238E27FC236}">
                <a16:creationId xmlns:a16="http://schemas.microsoft.com/office/drawing/2014/main" id="{4E931D96-188D-2C26-E83E-305868F1218B}"/>
              </a:ext>
            </a:extLst>
          </p:cNvPr>
          <p:cNvSpPr/>
          <p:nvPr/>
        </p:nvSpPr>
        <p:spPr>
          <a:xfrm flipV="1">
            <a:off x="-2086899" y="2985948"/>
            <a:ext cx="12224042" cy="5749856"/>
          </a:xfrm>
          <a:custGeom>
            <a:avLst/>
            <a:gdLst/>
            <a:ahLst/>
            <a:cxnLst/>
            <a:rect l="l" t="t" r="r" b="b"/>
            <a:pathLst>
              <a:path w="20104100" h="9456420">
                <a:moveTo>
                  <a:pt x="0" y="9456078"/>
                </a:moveTo>
                <a:lnTo>
                  <a:pt x="6945301" y="9456078"/>
                </a:lnTo>
                <a:lnTo>
                  <a:pt x="6995278" y="9455836"/>
                </a:lnTo>
                <a:lnTo>
                  <a:pt x="7045194" y="9455111"/>
                </a:lnTo>
                <a:lnTo>
                  <a:pt x="7095043" y="9453904"/>
                </a:lnTo>
                <a:lnTo>
                  <a:pt x="7144825" y="9452217"/>
                </a:lnTo>
                <a:lnTo>
                  <a:pt x="7194535" y="9450052"/>
                </a:lnTo>
                <a:lnTo>
                  <a:pt x="7244171" y="9447409"/>
                </a:lnTo>
                <a:lnTo>
                  <a:pt x="7293730" y="9444290"/>
                </a:lnTo>
                <a:lnTo>
                  <a:pt x="7343208" y="9440698"/>
                </a:lnTo>
                <a:lnTo>
                  <a:pt x="7392603" y="9436632"/>
                </a:lnTo>
                <a:lnTo>
                  <a:pt x="7441911" y="9432096"/>
                </a:lnTo>
                <a:lnTo>
                  <a:pt x="7491130" y="9427089"/>
                </a:lnTo>
                <a:lnTo>
                  <a:pt x="7540257" y="9421615"/>
                </a:lnTo>
                <a:lnTo>
                  <a:pt x="7589288" y="9415673"/>
                </a:lnTo>
                <a:lnTo>
                  <a:pt x="7638221" y="9409267"/>
                </a:lnTo>
                <a:lnTo>
                  <a:pt x="7687052" y="9402396"/>
                </a:lnTo>
                <a:lnTo>
                  <a:pt x="7735779" y="9395063"/>
                </a:lnTo>
                <a:lnTo>
                  <a:pt x="7784399" y="9387270"/>
                </a:lnTo>
                <a:lnTo>
                  <a:pt x="7832908" y="9379017"/>
                </a:lnTo>
                <a:lnTo>
                  <a:pt x="7881303" y="9370306"/>
                </a:lnTo>
                <a:lnTo>
                  <a:pt x="7929582" y="9361139"/>
                </a:lnTo>
                <a:lnTo>
                  <a:pt x="7977741" y="9351517"/>
                </a:lnTo>
                <a:lnTo>
                  <a:pt x="8025778" y="9341441"/>
                </a:lnTo>
                <a:lnTo>
                  <a:pt x="8073690" y="9330914"/>
                </a:lnTo>
                <a:lnTo>
                  <a:pt x="8121473" y="9319936"/>
                </a:lnTo>
                <a:lnTo>
                  <a:pt x="8169124" y="9308509"/>
                </a:lnTo>
                <a:lnTo>
                  <a:pt x="8216640" y="9296635"/>
                </a:lnTo>
                <a:lnTo>
                  <a:pt x="8264020" y="9284315"/>
                </a:lnTo>
                <a:lnTo>
                  <a:pt x="8311258" y="9271550"/>
                </a:lnTo>
                <a:lnTo>
                  <a:pt x="8358353" y="9258342"/>
                </a:lnTo>
                <a:lnTo>
                  <a:pt x="8405301" y="9244693"/>
                </a:lnTo>
                <a:lnTo>
                  <a:pt x="8452100" y="9230604"/>
                </a:lnTo>
                <a:lnTo>
                  <a:pt x="8498746" y="9216076"/>
                </a:lnTo>
                <a:lnTo>
                  <a:pt x="8545236" y="9201111"/>
                </a:lnTo>
                <a:lnTo>
                  <a:pt x="8591568" y="9185710"/>
                </a:lnTo>
                <a:lnTo>
                  <a:pt x="8637738" y="9169876"/>
                </a:lnTo>
                <a:lnTo>
                  <a:pt x="8683743" y="9153608"/>
                </a:lnTo>
                <a:lnTo>
                  <a:pt x="8729581" y="9136910"/>
                </a:lnTo>
                <a:lnTo>
                  <a:pt x="8775248" y="9119782"/>
                </a:lnTo>
                <a:lnTo>
                  <a:pt x="8820741" y="9102226"/>
                </a:lnTo>
                <a:lnTo>
                  <a:pt x="8866057" y="9084243"/>
                </a:lnTo>
                <a:lnTo>
                  <a:pt x="8911194" y="9065835"/>
                </a:lnTo>
                <a:lnTo>
                  <a:pt x="8956148" y="9047004"/>
                </a:lnTo>
                <a:lnTo>
                  <a:pt x="9000916" y="9027750"/>
                </a:lnTo>
                <a:lnTo>
                  <a:pt x="9045496" y="9008075"/>
                </a:lnTo>
                <a:lnTo>
                  <a:pt x="9089883" y="8987981"/>
                </a:lnTo>
                <a:lnTo>
                  <a:pt x="9134076" y="8967470"/>
                </a:lnTo>
                <a:lnTo>
                  <a:pt x="9178071" y="8946542"/>
                </a:lnTo>
                <a:lnTo>
                  <a:pt x="9221865" y="8925199"/>
                </a:lnTo>
                <a:lnTo>
                  <a:pt x="9265455" y="8903443"/>
                </a:lnTo>
                <a:lnTo>
                  <a:pt x="9308839" y="8881275"/>
                </a:lnTo>
                <a:lnTo>
                  <a:pt x="9352012" y="8858697"/>
                </a:lnTo>
                <a:lnTo>
                  <a:pt x="9394973" y="8835710"/>
                </a:lnTo>
                <a:lnTo>
                  <a:pt x="9437718" y="8812316"/>
                </a:lnTo>
                <a:lnTo>
                  <a:pt x="9480244" y="8788516"/>
                </a:lnTo>
                <a:lnTo>
                  <a:pt x="9522548" y="8764311"/>
                </a:lnTo>
                <a:lnTo>
                  <a:pt x="9564627" y="8739704"/>
                </a:lnTo>
                <a:lnTo>
                  <a:pt x="9606478" y="8714695"/>
                </a:lnTo>
                <a:lnTo>
                  <a:pt x="9648098" y="8689286"/>
                </a:lnTo>
                <a:lnTo>
                  <a:pt x="9689484" y="8663479"/>
                </a:lnTo>
                <a:lnTo>
                  <a:pt x="9730634" y="8637274"/>
                </a:lnTo>
                <a:lnTo>
                  <a:pt x="9771543" y="8610675"/>
                </a:lnTo>
                <a:lnTo>
                  <a:pt x="9812209" y="8583681"/>
                </a:lnTo>
                <a:lnTo>
                  <a:pt x="9852630" y="8556295"/>
                </a:lnTo>
                <a:lnTo>
                  <a:pt x="9892801" y="8528517"/>
                </a:lnTo>
                <a:lnTo>
                  <a:pt x="9932720" y="8500351"/>
                </a:lnTo>
                <a:lnTo>
                  <a:pt x="9972384" y="8471796"/>
                </a:lnTo>
                <a:lnTo>
                  <a:pt x="10011790" y="8442854"/>
                </a:lnTo>
                <a:lnTo>
                  <a:pt x="10050935" y="8413528"/>
                </a:lnTo>
                <a:lnTo>
                  <a:pt x="10089816" y="8383818"/>
                </a:lnTo>
                <a:lnTo>
                  <a:pt x="10128430" y="8353726"/>
                </a:lnTo>
                <a:lnTo>
                  <a:pt x="10166774" y="8323253"/>
                </a:lnTo>
                <a:lnTo>
                  <a:pt x="10204845" y="8292401"/>
                </a:lnTo>
                <a:lnTo>
                  <a:pt x="10242640" y="8261172"/>
                </a:lnTo>
                <a:lnTo>
                  <a:pt x="10280155" y="8229566"/>
                </a:lnTo>
                <a:lnTo>
                  <a:pt x="10317388" y="8197585"/>
                </a:lnTo>
                <a:lnTo>
                  <a:pt x="10354336" y="8165232"/>
                </a:lnTo>
                <a:lnTo>
                  <a:pt x="10390996" y="8132507"/>
                </a:lnTo>
                <a:lnTo>
                  <a:pt x="10427365" y="8099411"/>
                </a:lnTo>
                <a:lnTo>
                  <a:pt x="10463440" y="8065947"/>
                </a:lnTo>
                <a:lnTo>
                  <a:pt x="10499217" y="8032115"/>
                </a:lnTo>
                <a:lnTo>
                  <a:pt x="10534694" y="7997918"/>
                </a:lnTo>
                <a:lnTo>
                  <a:pt x="10569868" y="7963356"/>
                </a:lnTo>
                <a:lnTo>
                  <a:pt x="10604736" y="7928432"/>
                </a:lnTo>
                <a:lnTo>
                  <a:pt x="10639295" y="7893146"/>
                </a:lnTo>
                <a:lnTo>
                  <a:pt x="10673541" y="7857501"/>
                </a:lnTo>
                <a:lnTo>
                  <a:pt x="10707472" y="7821497"/>
                </a:lnTo>
                <a:lnTo>
                  <a:pt x="10741084" y="7785136"/>
                </a:lnTo>
                <a:lnTo>
                  <a:pt x="10774376" y="7748420"/>
                </a:lnTo>
                <a:lnTo>
                  <a:pt x="10807343" y="7711350"/>
                </a:lnTo>
                <a:lnTo>
                  <a:pt x="10839983" y="7673928"/>
                </a:lnTo>
                <a:lnTo>
                  <a:pt x="10872292" y="7636155"/>
                </a:lnTo>
                <a:lnTo>
                  <a:pt x="10904268" y="7598032"/>
                </a:lnTo>
                <a:lnTo>
                  <a:pt x="10935908" y="7559561"/>
                </a:lnTo>
                <a:lnTo>
                  <a:pt x="10967208" y="7520744"/>
                </a:lnTo>
                <a:lnTo>
                  <a:pt x="10998166" y="7481582"/>
                </a:lnTo>
                <a:lnTo>
                  <a:pt x="11028779" y="7442077"/>
                </a:lnTo>
                <a:lnTo>
                  <a:pt x="14967612" y="2307814"/>
                </a:lnTo>
                <a:lnTo>
                  <a:pt x="14998203" y="2268285"/>
                </a:lnTo>
                <a:lnTo>
                  <a:pt x="15029097" y="2229056"/>
                </a:lnTo>
                <a:lnTo>
                  <a:pt x="15060290" y="2190127"/>
                </a:lnTo>
                <a:lnTo>
                  <a:pt x="15091780" y="2151500"/>
                </a:lnTo>
                <a:lnTo>
                  <a:pt x="15123565" y="2113176"/>
                </a:lnTo>
                <a:lnTo>
                  <a:pt x="15155642" y="2075157"/>
                </a:lnTo>
                <a:lnTo>
                  <a:pt x="15188010" y="2037442"/>
                </a:lnTo>
                <a:lnTo>
                  <a:pt x="15220666" y="2000034"/>
                </a:lnTo>
                <a:lnTo>
                  <a:pt x="15253608" y="1962934"/>
                </a:lnTo>
                <a:lnTo>
                  <a:pt x="15286833" y="1926142"/>
                </a:lnTo>
                <a:lnTo>
                  <a:pt x="15320339" y="1889660"/>
                </a:lnTo>
                <a:lnTo>
                  <a:pt x="15354124" y="1853489"/>
                </a:lnTo>
                <a:lnTo>
                  <a:pt x="15388186" y="1817630"/>
                </a:lnTo>
                <a:lnTo>
                  <a:pt x="15422522" y="1782084"/>
                </a:lnTo>
                <a:lnTo>
                  <a:pt x="15457130" y="1746853"/>
                </a:lnTo>
                <a:lnTo>
                  <a:pt x="15492007" y="1711937"/>
                </a:lnTo>
                <a:lnTo>
                  <a:pt x="15527152" y="1677337"/>
                </a:lnTo>
                <a:lnTo>
                  <a:pt x="15562562" y="1643056"/>
                </a:lnTo>
                <a:lnTo>
                  <a:pt x="15598235" y="1609093"/>
                </a:lnTo>
                <a:lnTo>
                  <a:pt x="15634168" y="1575450"/>
                </a:lnTo>
                <a:lnTo>
                  <a:pt x="15670359" y="1542128"/>
                </a:lnTo>
                <a:lnTo>
                  <a:pt x="15706807" y="1509129"/>
                </a:lnTo>
                <a:lnTo>
                  <a:pt x="15743508" y="1476452"/>
                </a:lnTo>
                <a:lnTo>
                  <a:pt x="15780460" y="1444101"/>
                </a:lnTo>
                <a:lnTo>
                  <a:pt x="15817661" y="1412075"/>
                </a:lnTo>
                <a:lnTo>
                  <a:pt x="15855109" y="1380375"/>
                </a:lnTo>
                <a:lnTo>
                  <a:pt x="15892802" y="1349004"/>
                </a:lnTo>
                <a:lnTo>
                  <a:pt x="15930736" y="1317962"/>
                </a:lnTo>
                <a:lnTo>
                  <a:pt x="15968911" y="1287250"/>
                </a:lnTo>
                <a:lnTo>
                  <a:pt x="16007323" y="1256869"/>
                </a:lnTo>
                <a:lnTo>
                  <a:pt x="16045970" y="1226820"/>
                </a:lnTo>
                <a:lnTo>
                  <a:pt x="16084850" y="1197105"/>
                </a:lnTo>
                <a:lnTo>
                  <a:pt x="16123961" y="1167725"/>
                </a:lnTo>
                <a:lnTo>
                  <a:pt x="16163300" y="1138681"/>
                </a:lnTo>
                <a:lnTo>
                  <a:pt x="16202865" y="1109974"/>
                </a:lnTo>
                <a:lnTo>
                  <a:pt x="16242654" y="1081604"/>
                </a:lnTo>
                <a:lnTo>
                  <a:pt x="16282665" y="1053574"/>
                </a:lnTo>
                <a:lnTo>
                  <a:pt x="16322895" y="1025884"/>
                </a:lnTo>
                <a:lnTo>
                  <a:pt x="16363341" y="998536"/>
                </a:lnTo>
                <a:lnTo>
                  <a:pt x="16404003" y="971530"/>
                </a:lnTo>
                <a:lnTo>
                  <a:pt x="16444876" y="944868"/>
                </a:lnTo>
                <a:lnTo>
                  <a:pt x="16485960" y="918551"/>
                </a:lnTo>
                <a:lnTo>
                  <a:pt x="16527251" y="892580"/>
                </a:lnTo>
                <a:lnTo>
                  <a:pt x="16568748" y="866956"/>
                </a:lnTo>
                <a:lnTo>
                  <a:pt x="16610448" y="841681"/>
                </a:lnTo>
                <a:lnTo>
                  <a:pt x="16652349" y="816754"/>
                </a:lnTo>
                <a:lnTo>
                  <a:pt x="16694448" y="792179"/>
                </a:lnTo>
                <a:lnTo>
                  <a:pt x="16736744" y="767955"/>
                </a:lnTo>
                <a:lnTo>
                  <a:pt x="16779233" y="744083"/>
                </a:lnTo>
                <a:lnTo>
                  <a:pt x="16821914" y="720566"/>
                </a:lnTo>
                <a:lnTo>
                  <a:pt x="16864785" y="697404"/>
                </a:lnTo>
                <a:lnTo>
                  <a:pt x="16907843" y="674598"/>
                </a:lnTo>
                <a:lnTo>
                  <a:pt x="16951085" y="652149"/>
                </a:lnTo>
                <a:lnTo>
                  <a:pt x="16994510" y="630059"/>
                </a:lnTo>
                <a:lnTo>
                  <a:pt x="17038115" y="608328"/>
                </a:lnTo>
                <a:lnTo>
                  <a:pt x="17081898" y="586958"/>
                </a:lnTo>
                <a:lnTo>
                  <a:pt x="17125857" y="565950"/>
                </a:lnTo>
                <a:lnTo>
                  <a:pt x="17169989" y="545304"/>
                </a:lnTo>
                <a:lnTo>
                  <a:pt x="17214292" y="525023"/>
                </a:lnTo>
                <a:lnTo>
                  <a:pt x="17258764" y="505107"/>
                </a:lnTo>
                <a:lnTo>
                  <a:pt x="17303402" y="485558"/>
                </a:lnTo>
                <a:lnTo>
                  <a:pt x="17348204" y="466376"/>
                </a:lnTo>
                <a:lnTo>
                  <a:pt x="17393169" y="447563"/>
                </a:lnTo>
                <a:lnTo>
                  <a:pt x="17438292" y="429119"/>
                </a:lnTo>
                <a:lnTo>
                  <a:pt x="17483573" y="411046"/>
                </a:lnTo>
                <a:lnTo>
                  <a:pt x="17529009" y="393346"/>
                </a:lnTo>
                <a:lnTo>
                  <a:pt x="17574598" y="376018"/>
                </a:lnTo>
                <a:lnTo>
                  <a:pt x="17620337" y="359065"/>
                </a:lnTo>
                <a:lnTo>
                  <a:pt x="17666224" y="342487"/>
                </a:lnTo>
                <a:lnTo>
                  <a:pt x="17712257" y="326286"/>
                </a:lnTo>
                <a:lnTo>
                  <a:pt x="17758433" y="310462"/>
                </a:lnTo>
                <a:lnTo>
                  <a:pt x="17804751" y="295018"/>
                </a:lnTo>
                <a:lnTo>
                  <a:pt x="17851208" y="279953"/>
                </a:lnTo>
                <a:lnTo>
                  <a:pt x="17897801" y="265269"/>
                </a:lnTo>
                <a:lnTo>
                  <a:pt x="17944528" y="250968"/>
                </a:lnTo>
                <a:lnTo>
                  <a:pt x="17991388" y="237049"/>
                </a:lnTo>
                <a:lnTo>
                  <a:pt x="18038377" y="223516"/>
                </a:lnTo>
                <a:lnTo>
                  <a:pt x="18085494" y="210368"/>
                </a:lnTo>
                <a:lnTo>
                  <a:pt x="18132735" y="197606"/>
                </a:lnTo>
                <a:lnTo>
                  <a:pt x="18180100" y="185233"/>
                </a:lnTo>
                <a:lnTo>
                  <a:pt x="18227585" y="173248"/>
                </a:lnTo>
                <a:lnTo>
                  <a:pt x="18275189" y="161654"/>
                </a:lnTo>
                <a:lnTo>
                  <a:pt x="18322908" y="150451"/>
                </a:lnTo>
                <a:lnTo>
                  <a:pt x="18370741" y="139640"/>
                </a:lnTo>
                <a:lnTo>
                  <a:pt x="18418686" y="129223"/>
                </a:lnTo>
                <a:lnTo>
                  <a:pt x="18466740" y="119201"/>
                </a:lnTo>
                <a:lnTo>
                  <a:pt x="18514900" y="109574"/>
                </a:lnTo>
                <a:lnTo>
                  <a:pt x="18563165" y="100344"/>
                </a:lnTo>
                <a:lnTo>
                  <a:pt x="18611532" y="91512"/>
                </a:lnTo>
                <a:lnTo>
                  <a:pt x="18659999" y="83080"/>
                </a:lnTo>
                <a:lnTo>
                  <a:pt x="18708564" y="75047"/>
                </a:lnTo>
                <a:lnTo>
                  <a:pt x="18757224" y="67417"/>
                </a:lnTo>
                <a:lnTo>
                  <a:pt x="18805977" y="60188"/>
                </a:lnTo>
                <a:lnTo>
                  <a:pt x="18854820" y="53364"/>
                </a:lnTo>
                <a:lnTo>
                  <a:pt x="18903752" y="46944"/>
                </a:lnTo>
                <a:lnTo>
                  <a:pt x="18952771" y="40931"/>
                </a:lnTo>
                <a:lnTo>
                  <a:pt x="19001873" y="35324"/>
                </a:lnTo>
                <a:lnTo>
                  <a:pt x="19051057" y="30126"/>
                </a:lnTo>
                <a:lnTo>
                  <a:pt x="19100320" y="25337"/>
                </a:lnTo>
                <a:lnTo>
                  <a:pt x="19149660" y="20958"/>
                </a:lnTo>
                <a:lnTo>
                  <a:pt x="19199074" y="16991"/>
                </a:lnTo>
                <a:lnTo>
                  <a:pt x="19248561" y="13437"/>
                </a:lnTo>
                <a:lnTo>
                  <a:pt x="19298119" y="10297"/>
                </a:lnTo>
                <a:lnTo>
                  <a:pt x="19347744" y="7572"/>
                </a:lnTo>
                <a:lnTo>
                  <a:pt x="19397434" y="5263"/>
                </a:lnTo>
                <a:lnTo>
                  <a:pt x="19447188" y="3371"/>
                </a:lnTo>
                <a:lnTo>
                  <a:pt x="19497002" y="1898"/>
                </a:lnTo>
                <a:lnTo>
                  <a:pt x="19546875" y="844"/>
                </a:lnTo>
                <a:lnTo>
                  <a:pt x="19596805" y="211"/>
                </a:lnTo>
                <a:lnTo>
                  <a:pt x="19646788" y="0"/>
                </a:lnTo>
                <a:lnTo>
                  <a:pt x="20104099" y="0"/>
                </a:lnTo>
              </a:path>
            </a:pathLst>
          </a:custGeom>
          <a:ln w="19050">
            <a:solidFill>
              <a:schemeClr val="accent2"/>
            </a:solidFill>
          </a:ln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5" name="object 4">
            <a:extLst>
              <a:ext uri="{FF2B5EF4-FFF2-40B4-BE49-F238E27FC236}">
                <a16:creationId xmlns:a16="http://schemas.microsoft.com/office/drawing/2014/main" id="{4D79B08D-8C32-FB4A-74B4-C76E2DB52D00}"/>
              </a:ext>
            </a:extLst>
          </p:cNvPr>
          <p:cNvSpPr/>
          <p:nvPr/>
        </p:nvSpPr>
        <p:spPr>
          <a:xfrm rot="10247908" flipH="1">
            <a:off x="5297646" y="-1969541"/>
            <a:ext cx="8001039" cy="5749648"/>
          </a:xfrm>
          <a:custGeom>
            <a:avLst/>
            <a:gdLst>
              <a:gd name="connsiteX0" fmla="*/ 0 w 13940157"/>
              <a:gd name="connsiteY0" fmla="*/ 9200719 h 9456078"/>
              <a:gd name="connsiteX1" fmla="*/ 781360 w 13940157"/>
              <a:gd name="connsiteY1" fmla="*/ 9456078 h 9456078"/>
              <a:gd name="connsiteX2" fmla="*/ 831337 w 13940157"/>
              <a:gd name="connsiteY2" fmla="*/ 9455836 h 9456078"/>
              <a:gd name="connsiteX3" fmla="*/ 881253 w 13940157"/>
              <a:gd name="connsiteY3" fmla="*/ 9455111 h 9456078"/>
              <a:gd name="connsiteX4" fmla="*/ 931102 w 13940157"/>
              <a:gd name="connsiteY4" fmla="*/ 9453904 h 9456078"/>
              <a:gd name="connsiteX5" fmla="*/ 980884 w 13940157"/>
              <a:gd name="connsiteY5" fmla="*/ 9452217 h 9456078"/>
              <a:gd name="connsiteX6" fmla="*/ 1030594 w 13940157"/>
              <a:gd name="connsiteY6" fmla="*/ 9450052 h 9456078"/>
              <a:gd name="connsiteX7" fmla="*/ 1080230 w 13940157"/>
              <a:gd name="connsiteY7" fmla="*/ 9447409 h 9456078"/>
              <a:gd name="connsiteX8" fmla="*/ 1129789 w 13940157"/>
              <a:gd name="connsiteY8" fmla="*/ 9444290 h 9456078"/>
              <a:gd name="connsiteX9" fmla="*/ 1179267 w 13940157"/>
              <a:gd name="connsiteY9" fmla="*/ 9440698 h 9456078"/>
              <a:gd name="connsiteX10" fmla="*/ 1228662 w 13940157"/>
              <a:gd name="connsiteY10" fmla="*/ 9436632 h 9456078"/>
              <a:gd name="connsiteX11" fmla="*/ 1277970 w 13940157"/>
              <a:gd name="connsiteY11" fmla="*/ 9432096 h 9456078"/>
              <a:gd name="connsiteX12" fmla="*/ 1327189 w 13940157"/>
              <a:gd name="connsiteY12" fmla="*/ 9427089 h 9456078"/>
              <a:gd name="connsiteX13" fmla="*/ 1376316 w 13940157"/>
              <a:gd name="connsiteY13" fmla="*/ 9421615 h 9456078"/>
              <a:gd name="connsiteX14" fmla="*/ 1425347 w 13940157"/>
              <a:gd name="connsiteY14" fmla="*/ 9415673 h 9456078"/>
              <a:gd name="connsiteX15" fmla="*/ 1474280 w 13940157"/>
              <a:gd name="connsiteY15" fmla="*/ 9409267 h 9456078"/>
              <a:gd name="connsiteX16" fmla="*/ 1523111 w 13940157"/>
              <a:gd name="connsiteY16" fmla="*/ 9402396 h 9456078"/>
              <a:gd name="connsiteX17" fmla="*/ 1571838 w 13940157"/>
              <a:gd name="connsiteY17" fmla="*/ 9395063 h 9456078"/>
              <a:gd name="connsiteX18" fmla="*/ 1620458 w 13940157"/>
              <a:gd name="connsiteY18" fmla="*/ 9387270 h 9456078"/>
              <a:gd name="connsiteX19" fmla="*/ 1668967 w 13940157"/>
              <a:gd name="connsiteY19" fmla="*/ 9379017 h 9456078"/>
              <a:gd name="connsiteX20" fmla="*/ 1717362 w 13940157"/>
              <a:gd name="connsiteY20" fmla="*/ 9370306 h 9456078"/>
              <a:gd name="connsiteX21" fmla="*/ 1765641 w 13940157"/>
              <a:gd name="connsiteY21" fmla="*/ 9361139 h 9456078"/>
              <a:gd name="connsiteX22" fmla="*/ 1813800 w 13940157"/>
              <a:gd name="connsiteY22" fmla="*/ 9351517 h 9456078"/>
              <a:gd name="connsiteX23" fmla="*/ 1861837 w 13940157"/>
              <a:gd name="connsiteY23" fmla="*/ 9341441 h 9456078"/>
              <a:gd name="connsiteX24" fmla="*/ 1909749 w 13940157"/>
              <a:gd name="connsiteY24" fmla="*/ 9330914 h 9456078"/>
              <a:gd name="connsiteX25" fmla="*/ 1957532 w 13940157"/>
              <a:gd name="connsiteY25" fmla="*/ 9319936 h 9456078"/>
              <a:gd name="connsiteX26" fmla="*/ 2005183 w 13940157"/>
              <a:gd name="connsiteY26" fmla="*/ 9308509 h 9456078"/>
              <a:gd name="connsiteX27" fmla="*/ 2052699 w 13940157"/>
              <a:gd name="connsiteY27" fmla="*/ 9296635 h 9456078"/>
              <a:gd name="connsiteX28" fmla="*/ 2100079 w 13940157"/>
              <a:gd name="connsiteY28" fmla="*/ 9284315 h 9456078"/>
              <a:gd name="connsiteX29" fmla="*/ 2147317 w 13940157"/>
              <a:gd name="connsiteY29" fmla="*/ 9271550 h 9456078"/>
              <a:gd name="connsiteX30" fmla="*/ 2194412 w 13940157"/>
              <a:gd name="connsiteY30" fmla="*/ 9258342 h 9456078"/>
              <a:gd name="connsiteX31" fmla="*/ 2241360 w 13940157"/>
              <a:gd name="connsiteY31" fmla="*/ 9244693 h 9456078"/>
              <a:gd name="connsiteX32" fmla="*/ 2288159 w 13940157"/>
              <a:gd name="connsiteY32" fmla="*/ 9230604 h 9456078"/>
              <a:gd name="connsiteX33" fmla="*/ 2334805 w 13940157"/>
              <a:gd name="connsiteY33" fmla="*/ 9216076 h 9456078"/>
              <a:gd name="connsiteX34" fmla="*/ 2381295 w 13940157"/>
              <a:gd name="connsiteY34" fmla="*/ 9201111 h 9456078"/>
              <a:gd name="connsiteX35" fmla="*/ 2427627 w 13940157"/>
              <a:gd name="connsiteY35" fmla="*/ 9185710 h 9456078"/>
              <a:gd name="connsiteX36" fmla="*/ 2473797 w 13940157"/>
              <a:gd name="connsiteY36" fmla="*/ 9169876 h 9456078"/>
              <a:gd name="connsiteX37" fmla="*/ 2519802 w 13940157"/>
              <a:gd name="connsiteY37" fmla="*/ 9153608 h 9456078"/>
              <a:gd name="connsiteX38" fmla="*/ 2565640 w 13940157"/>
              <a:gd name="connsiteY38" fmla="*/ 9136910 h 9456078"/>
              <a:gd name="connsiteX39" fmla="*/ 2611307 w 13940157"/>
              <a:gd name="connsiteY39" fmla="*/ 9119782 h 9456078"/>
              <a:gd name="connsiteX40" fmla="*/ 2656800 w 13940157"/>
              <a:gd name="connsiteY40" fmla="*/ 9102226 h 9456078"/>
              <a:gd name="connsiteX41" fmla="*/ 2702116 w 13940157"/>
              <a:gd name="connsiteY41" fmla="*/ 9084243 h 9456078"/>
              <a:gd name="connsiteX42" fmla="*/ 2747253 w 13940157"/>
              <a:gd name="connsiteY42" fmla="*/ 9065835 h 9456078"/>
              <a:gd name="connsiteX43" fmla="*/ 2792207 w 13940157"/>
              <a:gd name="connsiteY43" fmla="*/ 9047004 h 9456078"/>
              <a:gd name="connsiteX44" fmla="*/ 2836975 w 13940157"/>
              <a:gd name="connsiteY44" fmla="*/ 9027750 h 9456078"/>
              <a:gd name="connsiteX45" fmla="*/ 2881555 w 13940157"/>
              <a:gd name="connsiteY45" fmla="*/ 9008075 h 9456078"/>
              <a:gd name="connsiteX46" fmla="*/ 2925942 w 13940157"/>
              <a:gd name="connsiteY46" fmla="*/ 8987981 h 9456078"/>
              <a:gd name="connsiteX47" fmla="*/ 2970135 w 13940157"/>
              <a:gd name="connsiteY47" fmla="*/ 8967470 h 9456078"/>
              <a:gd name="connsiteX48" fmla="*/ 3014130 w 13940157"/>
              <a:gd name="connsiteY48" fmla="*/ 8946542 h 9456078"/>
              <a:gd name="connsiteX49" fmla="*/ 3057924 w 13940157"/>
              <a:gd name="connsiteY49" fmla="*/ 8925199 h 9456078"/>
              <a:gd name="connsiteX50" fmla="*/ 3101514 w 13940157"/>
              <a:gd name="connsiteY50" fmla="*/ 8903443 h 9456078"/>
              <a:gd name="connsiteX51" fmla="*/ 3144898 w 13940157"/>
              <a:gd name="connsiteY51" fmla="*/ 8881275 h 9456078"/>
              <a:gd name="connsiteX52" fmla="*/ 3188071 w 13940157"/>
              <a:gd name="connsiteY52" fmla="*/ 8858697 h 9456078"/>
              <a:gd name="connsiteX53" fmla="*/ 3231032 w 13940157"/>
              <a:gd name="connsiteY53" fmla="*/ 8835710 h 9456078"/>
              <a:gd name="connsiteX54" fmla="*/ 3273777 w 13940157"/>
              <a:gd name="connsiteY54" fmla="*/ 8812316 h 9456078"/>
              <a:gd name="connsiteX55" fmla="*/ 3316303 w 13940157"/>
              <a:gd name="connsiteY55" fmla="*/ 8788516 h 9456078"/>
              <a:gd name="connsiteX56" fmla="*/ 3358607 w 13940157"/>
              <a:gd name="connsiteY56" fmla="*/ 8764311 h 9456078"/>
              <a:gd name="connsiteX57" fmla="*/ 3400686 w 13940157"/>
              <a:gd name="connsiteY57" fmla="*/ 8739704 h 9456078"/>
              <a:gd name="connsiteX58" fmla="*/ 3442537 w 13940157"/>
              <a:gd name="connsiteY58" fmla="*/ 8714695 h 9456078"/>
              <a:gd name="connsiteX59" fmla="*/ 3484157 w 13940157"/>
              <a:gd name="connsiteY59" fmla="*/ 8689286 h 9456078"/>
              <a:gd name="connsiteX60" fmla="*/ 3525543 w 13940157"/>
              <a:gd name="connsiteY60" fmla="*/ 8663479 h 9456078"/>
              <a:gd name="connsiteX61" fmla="*/ 3566693 w 13940157"/>
              <a:gd name="connsiteY61" fmla="*/ 8637274 h 9456078"/>
              <a:gd name="connsiteX62" fmla="*/ 3607602 w 13940157"/>
              <a:gd name="connsiteY62" fmla="*/ 8610675 h 9456078"/>
              <a:gd name="connsiteX63" fmla="*/ 3648268 w 13940157"/>
              <a:gd name="connsiteY63" fmla="*/ 8583681 h 9456078"/>
              <a:gd name="connsiteX64" fmla="*/ 3688689 w 13940157"/>
              <a:gd name="connsiteY64" fmla="*/ 8556295 h 9456078"/>
              <a:gd name="connsiteX65" fmla="*/ 3728860 w 13940157"/>
              <a:gd name="connsiteY65" fmla="*/ 8528517 h 9456078"/>
              <a:gd name="connsiteX66" fmla="*/ 3768779 w 13940157"/>
              <a:gd name="connsiteY66" fmla="*/ 8500351 h 9456078"/>
              <a:gd name="connsiteX67" fmla="*/ 3808443 w 13940157"/>
              <a:gd name="connsiteY67" fmla="*/ 8471796 h 9456078"/>
              <a:gd name="connsiteX68" fmla="*/ 3847849 w 13940157"/>
              <a:gd name="connsiteY68" fmla="*/ 8442854 h 9456078"/>
              <a:gd name="connsiteX69" fmla="*/ 3886994 w 13940157"/>
              <a:gd name="connsiteY69" fmla="*/ 8413528 h 9456078"/>
              <a:gd name="connsiteX70" fmla="*/ 3925875 w 13940157"/>
              <a:gd name="connsiteY70" fmla="*/ 8383818 h 9456078"/>
              <a:gd name="connsiteX71" fmla="*/ 3964489 w 13940157"/>
              <a:gd name="connsiteY71" fmla="*/ 8353726 h 9456078"/>
              <a:gd name="connsiteX72" fmla="*/ 4002833 w 13940157"/>
              <a:gd name="connsiteY72" fmla="*/ 8323253 h 9456078"/>
              <a:gd name="connsiteX73" fmla="*/ 4040904 w 13940157"/>
              <a:gd name="connsiteY73" fmla="*/ 8292401 h 9456078"/>
              <a:gd name="connsiteX74" fmla="*/ 4078699 w 13940157"/>
              <a:gd name="connsiteY74" fmla="*/ 8261172 h 9456078"/>
              <a:gd name="connsiteX75" fmla="*/ 4116214 w 13940157"/>
              <a:gd name="connsiteY75" fmla="*/ 8229566 h 9456078"/>
              <a:gd name="connsiteX76" fmla="*/ 4153447 w 13940157"/>
              <a:gd name="connsiteY76" fmla="*/ 8197585 h 9456078"/>
              <a:gd name="connsiteX77" fmla="*/ 4190395 w 13940157"/>
              <a:gd name="connsiteY77" fmla="*/ 8165232 h 9456078"/>
              <a:gd name="connsiteX78" fmla="*/ 4227055 w 13940157"/>
              <a:gd name="connsiteY78" fmla="*/ 8132507 h 9456078"/>
              <a:gd name="connsiteX79" fmla="*/ 4263424 w 13940157"/>
              <a:gd name="connsiteY79" fmla="*/ 8099411 h 9456078"/>
              <a:gd name="connsiteX80" fmla="*/ 4299499 w 13940157"/>
              <a:gd name="connsiteY80" fmla="*/ 8065947 h 9456078"/>
              <a:gd name="connsiteX81" fmla="*/ 4335276 w 13940157"/>
              <a:gd name="connsiteY81" fmla="*/ 8032115 h 9456078"/>
              <a:gd name="connsiteX82" fmla="*/ 4370753 w 13940157"/>
              <a:gd name="connsiteY82" fmla="*/ 7997918 h 9456078"/>
              <a:gd name="connsiteX83" fmla="*/ 4405927 w 13940157"/>
              <a:gd name="connsiteY83" fmla="*/ 7963356 h 9456078"/>
              <a:gd name="connsiteX84" fmla="*/ 4440795 w 13940157"/>
              <a:gd name="connsiteY84" fmla="*/ 7928432 h 9456078"/>
              <a:gd name="connsiteX85" fmla="*/ 4475354 w 13940157"/>
              <a:gd name="connsiteY85" fmla="*/ 7893146 h 9456078"/>
              <a:gd name="connsiteX86" fmla="*/ 4509600 w 13940157"/>
              <a:gd name="connsiteY86" fmla="*/ 7857501 h 9456078"/>
              <a:gd name="connsiteX87" fmla="*/ 4543531 w 13940157"/>
              <a:gd name="connsiteY87" fmla="*/ 7821497 h 9456078"/>
              <a:gd name="connsiteX88" fmla="*/ 4577143 w 13940157"/>
              <a:gd name="connsiteY88" fmla="*/ 7785136 h 9456078"/>
              <a:gd name="connsiteX89" fmla="*/ 4610435 w 13940157"/>
              <a:gd name="connsiteY89" fmla="*/ 7748420 h 9456078"/>
              <a:gd name="connsiteX90" fmla="*/ 4643402 w 13940157"/>
              <a:gd name="connsiteY90" fmla="*/ 7711350 h 9456078"/>
              <a:gd name="connsiteX91" fmla="*/ 4676042 w 13940157"/>
              <a:gd name="connsiteY91" fmla="*/ 7673928 h 9456078"/>
              <a:gd name="connsiteX92" fmla="*/ 4708351 w 13940157"/>
              <a:gd name="connsiteY92" fmla="*/ 7636155 h 9456078"/>
              <a:gd name="connsiteX93" fmla="*/ 4740327 w 13940157"/>
              <a:gd name="connsiteY93" fmla="*/ 7598032 h 9456078"/>
              <a:gd name="connsiteX94" fmla="*/ 4771967 w 13940157"/>
              <a:gd name="connsiteY94" fmla="*/ 7559561 h 9456078"/>
              <a:gd name="connsiteX95" fmla="*/ 4803267 w 13940157"/>
              <a:gd name="connsiteY95" fmla="*/ 7520744 h 9456078"/>
              <a:gd name="connsiteX96" fmla="*/ 4834225 w 13940157"/>
              <a:gd name="connsiteY96" fmla="*/ 7481582 h 9456078"/>
              <a:gd name="connsiteX97" fmla="*/ 4864838 w 13940157"/>
              <a:gd name="connsiteY97" fmla="*/ 7442077 h 9456078"/>
              <a:gd name="connsiteX98" fmla="*/ 8803671 w 13940157"/>
              <a:gd name="connsiteY98" fmla="*/ 2307814 h 9456078"/>
              <a:gd name="connsiteX99" fmla="*/ 8834262 w 13940157"/>
              <a:gd name="connsiteY99" fmla="*/ 2268285 h 9456078"/>
              <a:gd name="connsiteX100" fmla="*/ 8865156 w 13940157"/>
              <a:gd name="connsiteY100" fmla="*/ 2229056 h 9456078"/>
              <a:gd name="connsiteX101" fmla="*/ 8896349 w 13940157"/>
              <a:gd name="connsiteY101" fmla="*/ 2190127 h 9456078"/>
              <a:gd name="connsiteX102" fmla="*/ 8927839 w 13940157"/>
              <a:gd name="connsiteY102" fmla="*/ 2151500 h 9456078"/>
              <a:gd name="connsiteX103" fmla="*/ 8959624 w 13940157"/>
              <a:gd name="connsiteY103" fmla="*/ 2113176 h 9456078"/>
              <a:gd name="connsiteX104" fmla="*/ 8991701 w 13940157"/>
              <a:gd name="connsiteY104" fmla="*/ 2075157 h 9456078"/>
              <a:gd name="connsiteX105" fmla="*/ 9024069 w 13940157"/>
              <a:gd name="connsiteY105" fmla="*/ 2037442 h 9456078"/>
              <a:gd name="connsiteX106" fmla="*/ 9056725 w 13940157"/>
              <a:gd name="connsiteY106" fmla="*/ 2000034 h 9456078"/>
              <a:gd name="connsiteX107" fmla="*/ 9089667 w 13940157"/>
              <a:gd name="connsiteY107" fmla="*/ 1962934 h 9456078"/>
              <a:gd name="connsiteX108" fmla="*/ 9122892 w 13940157"/>
              <a:gd name="connsiteY108" fmla="*/ 1926142 h 9456078"/>
              <a:gd name="connsiteX109" fmla="*/ 9156398 w 13940157"/>
              <a:gd name="connsiteY109" fmla="*/ 1889660 h 9456078"/>
              <a:gd name="connsiteX110" fmla="*/ 9190183 w 13940157"/>
              <a:gd name="connsiteY110" fmla="*/ 1853489 h 9456078"/>
              <a:gd name="connsiteX111" fmla="*/ 9224245 w 13940157"/>
              <a:gd name="connsiteY111" fmla="*/ 1817630 h 9456078"/>
              <a:gd name="connsiteX112" fmla="*/ 9258581 w 13940157"/>
              <a:gd name="connsiteY112" fmla="*/ 1782084 h 9456078"/>
              <a:gd name="connsiteX113" fmla="*/ 9293189 w 13940157"/>
              <a:gd name="connsiteY113" fmla="*/ 1746853 h 9456078"/>
              <a:gd name="connsiteX114" fmla="*/ 9328066 w 13940157"/>
              <a:gd name="connsiteY114" fmla="*/ 1711937 h 9456078"/>
              <a:gd name="connsiteX115" fmla="*/ 9363211 w 13940157"/>
              <a:gd name="connsiteY115" fmla="*/ 1677337 h 9456078"/>
              <a:gd name="connsiteX116" fmla="*/ 9398621 w 13940157"/>
              <a:gd name="connsiteY116" fmla="*/ 1643056 h 9456078"/>
              <a:gd name="connsiteX117" fmla="*/ 9434294 w 13940157"/>
              <a:gd name="connsiteY117" fmla="*/ 1609093 h 9456078"/>
              <a:gd name="connsiteX118" fmla="*/ 9470227 w 13940157"/>
              <a:gd name="connsiteY118" fmla="*/ 1575450 h 9456078"/>
              <a:gd name="connsiteX119" fmla="*/ 9506418 w 13940157"/>
              <a:gd name="connsiteY119" fmla="*/ 1542128 h 9456078"/>
              <a:gd name="connsiteX120" fmla="*/ 9542866 w 13940157"/>
              <a:gd name="connsiteY120" fmla="*/ 1509129 h 9456078"/>
              <a:gd name="connsiteX121" fmla="*/ 9579567 w 13940157"/>
              <a:gd name="connsiteY121" fmla="*/ 1476452 h 9456078"/>
              <a:gd name="connsiteX122" fmla="*/ 9616519 w 13940157"/>
              <a:gd name="connsiteY122" fmla="*/ 1444101 h 9456078"/>
              <a:gd name="connsiteX123" fmla="*/ 9653720 w 13940157"/>
              <a:gd name="connsiteY123" fmla="*/ 1412075 h 9456078"/>
              <a:gd name="connsiteX124" fmla="*/ 9691168 w 13940157"/>
              <a:gd name="connsiteY124" fmla="*/ 1380375 h 9456078"/>
              <a:gd name="connsiteX125" fmla="*/ 9728861 w 13940157"/>
              <a:gd name="connsiteY125" fmla="*/ 1349004 h 9456078"/>
              <a:gd name="connsiteX126" fmla="*/ 9766795 w 13940157"/>
              <a:gd name="connsiteY126" fmla="*/ 1317962 h 9456078"/>
              <a:gd name="connsiteX127" fmla="*/ 9804970 w 13940157"/>
              <a:gd name="connsiteY127" fmla="*/ 1287250 h 9456078"/>
              <a:gd name="connsiteX128" fmla="*/ 9843382 w 13940157"/>
              <a:gd name="connsiteY128" fmla="*/ 1256869 h 9456078"/>
              <a:gd name="connsiteX129" fmla="*/ 9882029 w 13940157"/>
              <a:gd name="connsiteY129" fmla="*/ 1226820 h 9456078"/>
              <a:gd name="connsiteX130" fmla="*/ 9920909 w 13940157"/>
              <a:gd name="connsiteY130" fmla="*/ 1197105 h 9456078"/>
              <a:gd name="connsiteX131" fmla="*/ 9960020 w 13940157"/>
              <a:gd name="connsiteY131" fmla="*/ 1167725 h 9456078"/>
              <a:gd name="connsiteX132" fmla="*/ 9999359 w 13940157"/>
              <a:gd name="connsiteY132" fmla="*/ 1138681 h 9456078"/>
              <a:gd name="connsiteX133" fmla="*/ 10038924 w 13940157"/>
              <a:gd name="connsiteY133" fmla="*/ 1109974 h 9456078"/>
              <a:gd name="connsiteX134" fmla="*/ 10078713 w 13940157"/>
              <a:gd name="connsiteY134" fmla="*/ 1081604 h 9456078"/>
              <a:gd name="connsiteX135" fmla="*/ 10118724 w 13940157"/>
              <a:gd name="connsiteY135" fmla="*/ 1053574 h 9456078"/>
              <a:gd name="connsiteX136" fmla="*/ 10158954 w 13940157"/>
              <a:gd name="connsiteY136" fmla="*/ 1025884 h 9456078"/>
              <a:gd name="connsiteX137" fmla="*/ 10199400 w 13940157"/>
              <a:gd name="connsiteY137" fmla="*/ 998536 h 9456078"/>
              <a:gd name="connsiteX138" fmla="*/ 10240062 w 13940157"/>
              <a:gd name="connsiteY138" fmla="*/ 971530 h 9456078"/>
              <a:gd name="connsiteX139" fmla="*/ 10280935 w 13940157"/>
              <a:gd name="connsiteY139" fmla="*/ 944868 h 9456078"/>
              <a:gd name="connsiteX140" fmla="*/ 10322019 w 13940157"/>
              <a:gd name="connsiteY140" fmla="*/ 918551 h 9456078"/>
              <a:gd name="connsiteX141" fmla="*/ 10363310 w 13940157"/>
              <a:gd name="connsiteY141" fmla="*/ 892580 h 9456078"/>
              <a:gd name="connsiteX142" fmla="*/ 10404807 w 13940157"/>
              <a:gd name="connsiteY142" fmla="*/ 866956 h 9456078"/>
              <a:gd name="connsiteX143" fmla="*/ 10446507 w 13940157"/>
              <a:gd name="connsiteY143" fmla="*/ 841681 h 9456078"/>
              <a:gd name="connsiteX144" fmla="*/ 10488408 w 13940157"/>
              <a:gd name="connsiteY144" fmla="*/ 816754 h 9456078"/>
              <a:gd name="connsiteX145" fmla="*/ 10530507 w 13940157"/>
              <a:gd name="connsiteY145" fmla="*/ 792179 h 9456078"/>
              <a:gd name="connsiteX146" fmla="*/ 10572803 w 13940157"/>
              <a:gd name="connsiteY146" fmla="*/ 767955 h 9456078"/>
              <a:gd name="connsiteX147" fmla="*/ 10615292 w 13940157"/>
              <a:gd name="connsiteY147" fmla="*/ 744083 h 9456078"/>
              <a:gd name="connsiteX148" fmla="*/ 10657973 w 13940157"/>
              <a:gd name="connsiteY148" fmla="*/ 720566 h 9456078"/>
              <a:gd name="connsiteX149" fmla="*/ 10700844 w 13940157"/>
              <a:gd name="connsiteY149" fmla="*/ 697404 h 9456078"/>
              <a:gd name="connsiteX150" fmla="*/ 10743902 w 13940157"/>
              <a:gd name="connsiteY150" fmla="*/ 674598 h 9456078"/>
              <a:gd name="connsiteX151" fmla="*/ 10787144 w 13940157"/>
              <a:gd name="connsiteY151" fmla="*/ 652149 h 9456078"/>
              <a:gd name="connsiteX152" fmla="*/ 10830569 w 13940157"/>
              <a:gd name="connsiteY152" fmla="*/ 630059 h 9456078"/>
              <a:gd name="connsiteX153" fmla="*/ 10874174 w 13940157"/>
              <a:gd name="connsiteY153" fmla="*/ 608328 h 9456078"/>
              <a:gd name="connsiteX154" fmla="*/ 10917957 w 13940157"/>
              <a:gd name="connsiteY154" fmla="*/ 586958 h 9456078"/>
              <a:gd name="connsiteX155" fmla="*/ 10961916 w 13940157"/>
              <a:gd name="connsiteY155" fmla="*/ 565950 h 9456078"/>
              <a:gd name="connsiteX156" fmla="*/ 11006048 w 13940157"/>
              <a:gd name="connsiteY156" fmla="*/ 545304 h 9456078"/>
              <a:gd name="connsiteX157" fmla="*/ 11050351 w 13940157"/>
              <a:gd name="connsiteY157" fmla="*/ 525023 h 9456078"/>
              <a:gd name="connsiteX158" fmla="*/ 11094823 w 13940157"/>
              <a:gd name="connsiteY158" fmla="*/ 505107 h 9456078"/>
              <a:gd name="connsiteX159" fmla="*/ 11139461 w 13940157"/>
              <a:gd name="connsiteY159" fmla="*/ 485558 h 9456078"/>
              <a:gd name="connsiteX160" fmla="*/ 11184263 w 13940157"/>
              <a:gd name="connsiteY160" fmla="*/ 466376 h 9456078"/>
              <a:gd name="connsiteX161" fmla="*/ 11229228 w 13940157"/>
              <a:gd name="connsiteY161" fmla="*/ 447563 h 9456078"/>
              <a:gd name="connsiteX162" fmla="*/ 11274351 w 13940157"/>
              <a:gd name="connsiteY162" fmla="*/ 429119 h 9456078"/>
              <a:gd name="connsiteX163" fmla="*/ 11319632 w 13940157"/>
              <a:gd name="connsiteY163" fmla="*/ 411046 h 9456078"/>
              <a:gd name="connsiteX164" fmla="*/ 11365068 w 13940157"/>
              <a:gd name="connsiteY164" fmla="*/ 393346 h 9456078"/>
              <a:gd name="connsiteX165" fmla="*/ 11410657 w 13940157"/>
              <a:gd name="connsiteY165" fmla="*/ 376018 h 9456078"/>
              <a:gd name="connsiteX166" fmla="*/ 11456396 w 13940157"/>
              <a:gd name="connsiteY166" fmla="*/ 359065 h 9456078"/>
              <a:gd name="connsiteX167" fmla="*/ 11502283 w 13940157"/>
              <a:gd name="connsiteY167" fmla="*/ 342487 h 9456078"/>
              <a:gd name="connsiteX168" fmla="*/ 11548316 w 13940157"/>
              <a:gd name="connsiteY168" fmla="*/ 326286 h 9456078"/>
              <a:gd name="connsiteX169" fmla="*/ 11594492 w 13940157"/>
              <a:gd name="connsiteY169" fmla="*/ 310462 h 9456078"/>
              <a:gd name="connsiteX170" fmla="*/ 11640810 w 13940157"/>
              <a:gd name="connsiteY170" fmla="*/ 295018 h 9456078"/>
              <a:gd name="connsiteX171" fmla="*/ 11687267 w 13940157"/>
              <a:gd name="connsiteY171" fmla="*/ 279953 h 9456078"/>
              <a:gd name="connsiteX172" fmla="*/ 11733860 w 13940157"/>
              <a:gd name="connsiteY172" fmla="*/ 265269 h 9456078"/>
              <a:gd name="connsiteX173" fmla="*/ 11780587 w 13940157"/>
              <a:gd name="connsiteY173" fmla="*/ 250968 h 9456078"/>
              <a:gd name="connsiteX174" fmla="*/ 11827447 w 13940157"/>
              <a:gd name="connsiteY174" fmla="*/ 237049 h 9456078"/>
              <a:gd name="connsiteX175" fmla="*/ 11874436 w 13940157"/>
              <a:gd name="connsiteY175" fmla="*/ 223516 h 9456078"/>
              <a:gd name="connsiteX176" fmla="*/ 11921553 w 13940157"/>
              <a:gd name="connsiteY176" fmla="*/ 210368 h 9456078"/>
              <a:gd name="connsiteX177" fmla="*/ 11968794 w 13940157"/>
              <a:gd name="connsiteY177" fmla="*/ 197606 h 9456078"/>
              <a:gd name="connsiteX178" fmla="*/ 12016159 w 13940157"/>
              <a:gd name="connsiteY178" fmla="*/ 185233 h 9456078"/>
              <a:gd name="connsiteX179" fmla="*/ 12063644 w 13940157"/>
              <a:gd name="connsiteY179" fmla="*/ 173248 h 9456078"/>
              <a:gd name="connsiteX180" fmla="*/ 12111248 w 13940157"/>
              <a:gd name="connsiteY180" fmla="*/ 161654 h 9456078"/>
              <a:gd name="connsiteX181" fmla="*/ 12158967 w 13940157"/>
              <a:gd name="connsiteY181" fmla="*/ 150451 h 9456078"/>
              <a:gd name="connsiteX182" fmla="*/ 12206800 w 13940157"/>
              <a:gd name="connsiteY182" fmla="*/ 139640 h 9456078"/>
              <a:gd name="connsiteX183" fmla="*/ 12254745 w 13940157"/>
              <a:gd name="connsiteY183" fmla="*/ 129223 h 9456078"/>
              <a:gd name="connsiteX184" fmla="*/ 12302799 w 13940157"/>
              <a:gd name="connsiteY184" fmla="*/ 119201 h 9456078"/>
              <a:gd name="connsiteX185" fmla="*/ 12350959 w 13940157"/>
              <a:gd name="connsiteY185" fmla="*/ 109574 h 9456078"/>
              <a:gd name="connsiteX186" fmla="*/ 12399224 w 13940157"/>
              <a:gd name="connsiteY186" fmla="*/ 100344 h 9456078"/>
              <a:gd name="connsiteX187" fmla="*/ 12447591 w 13940157"/>
              <a:gd name="connsiteY187" fmla="*/ 91512 h 9456078"/>
              <a:gd name="connsiteX188" fmla="*/ 12496058 w 13940157"/>
              <a:gd name="connsiteY188" fmla="*/ 83080 h 9456078"/>
              <a:gd name="connsiteX189" fmla="*/ 12544623 w 13940157"/>
              <a:gd name="connsiteY189" fmla="*/ 75047 h 9456078"/>
              <a:gd name="connsiteX190" fmla="*/ 12593283 w 13940157"/>
              <a:gd name="connsiteY190" fmla="*/ 67417 h 9456078"/>
              <a:gd name="connsiteX191" fmla="*/ 12642036 w 13940157"/>
              <a:gd name="connsiteY191" fmla="*/ 60188 h 9456078"/>
              <a:gd name="connsiteX192" fmla="*/ 12690879 w 13940157"/>
              <a:gd name="connsiteY192" fmla="*/ 53364 h 9456078"/>
              <a:gd name="connsiteX193" fmla="*/ 12739811 w 13940157"/>
              <a:gd name="connsiteY193" fmla="*/ 46944 h 9456078"/>
              <a:gd name="connsiteX194" fmla="*/ 12788830 w 13940157"/>
              <a:gd name="connsiteY194" fmla="*/ 40931 h 9456078"/>
              <a:gd name="connsiteX195" fmla="*/ 12837932 w 13940157"/>
              <a:gd name="connsiteY195" fmla="*/ 35324 h 9456078"/>
              <a:gd name="connsiteX196" fmla="*/ 12887116 w 13940157"/>
              <a:gd name="connsiteY196" fmla="*/ 30126 h 9456078"/>
              <a:gd name="connsiteX197" fmla="*/ 12936379 w 13940157"/>
              <a:gd name="connsiteY197" fmla="*/ 25337 h 9456078"/>
              <a:gd name="connsiteX198" fmla="*/ 12985719 w 13940157"/>
              <a:gd name="connsiteY198" fmla="*/ 20958 h 9456078"/>
              <a:gd name="connsiteX199" fmla="*/ 13035133 w 13940157"/>
              <a:gd name="connsiteY199" fmla="*/ 16991 h 9456078"/>
              <a:gd name="connsiteX200" fmla="*/ 13084620 w 13940157"/>
              <a:gd name="connsiteY200" fmla="*/ 13437 h 9456078"/>
              <a:gd name="connsiteX201" fmla="*/ 13134178 w 13940157"/>
              <a:gd name="connsiteY201" fmla="*/ 10297 h 9456078"/>
              <a:gd name="connsiteX202" fmla="*/ 13183803 w 13940157"/>
              <a:gd name="connsiteY202" fmla="*/ 7572 h 9456078"/>
              <a:gd name="connsiteX203" fmla="*/ 13233493 w 13940157"/>
              <a:gd name="connsiteY203" fmla="*/ 5263 h 9456078"/>
              <a:gd name="connsiteX204" fmla="*/ 13283247 w 13940157"/>
              <a:gd name="connsiteY204" fmla="*/ 3371 h 9456078"/>
              <a:gd name="connsiteX205" fmla="*/ 13333061 w 13940157"/>
              <a:gd name="connsiteY205" fmla="*/ 1898 h 9456078"/>
              <a:gd name="connsiteX206" fmla="*/ 13382934 w 13940157"/>
              <a:gd name="connsiteY206" fmla="*/ 844 h 9456078"/>
              <a:gd name="connsiteX207" fmla="*/ 13432864 w 13940157"/>
              <a:gd name="connsiteY207" fmla="*/ 211 h 9456078"/>
              <a:gd name="connsiteX208" fmla="*/ 13482847 w 13940157"/>
              <a:gd name="connsiteY208" fmla="*/ 0 h 9456078"/>
              <a:gd name="connsiteX209" fmla="*/ 13940158 w 13940157"/>
              <a:gd name="connsiteY209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49234 w 13158799"/>
              <a:gd name="connsiteY5" fmla="*/ 9450052 h 9456078"/>
              <a:gd name="connsiteX6" fmla="*/ 298870 w 13158799"/>
              <a:gd name="connsiteY6" fmla="*/ 9447409 h 9456078"/>
              <a:gd name="connsiteX7" fmla="*/ 348429 w 13158799"/>
              <a:gd name="connsiteY7" fmla="*/ 9444290 h 9456078"/>
              <a:gd name="connsiteX8" fmla="*/ 397907 w 13158799"/>
              <a:gd name="connsiteY8" fmla="*/ 9440698 h 9456078"/>
              <a:gd name="connsiteX9" fmla="*/ 447302 w 13158799"/>
              <a:gd name="connsiteY9" fmla="*/ 9436632 h 9456078"/>
              <a:gd name="connsiteX10" fmla="*/ 496610 w 13158799"/>
              <a:gd name="connsiteY10" fmla="*/ 9432096 h 9456078"/>
              <a:gd name="connsiteX11" fmla="*/ 545829 w 13158799"/>
              <a:gd name="connsiteY11" fmla="*/ 9427089 h 9456078"/>
              <a:gd name="connsiteX12" fmla="*/ 594956 w 13158799"/>
              <a:gd name="connsiteY12" fmla="*/ 9421615 h 9456078"/>
              <a:gd name="connsiteX13" fmla="*/ 643987 w 13158799"/>
              <a:gd name="connsiteY13" fmla="*/ 9415673 h 9456078"/>
              <a:gd name="connsiteX14" fmla="*/ 692920 w 13158799"/>
              <a:gd name="connsiteY14" fmla="*/ 9409267 h 9456078"/>
              <a:gd name="connsiteX15" fmla="*/ 741751 w 13158799"/>
              <a:gd name="connsiteY15" fmla="*/ 9402396 h 9456078"/>
              <a:gd name="connsiteX16" fmla="*/ 790478 w 13158799"/>
              <a:gd name="connsiteY16" fmla="*/ 9395063 h 9456078"/>
              <a:gd name="connsiteX17" fmla="*/ 839098 w 13158799"/>
              <a:gd name="connsiteY17" fmla="*/ 9387270 h 9456078"/>
              <a:gd name="connsiteX18" fmla="*/ 887607 w 13158799"/>
              <a:gd name="connsiteY18" fmla="*/ 9379017 h 9456078"/>
              <a:gd name="connsiteX19" fmla="*/ 936002 w 13158799"/>
              <a:gd name="connsiteY19" fmla="*/ 9370306 h 9456078"/>
              <a:gd name="connsiteX20" fmla="*/ 984281 w 13158799"/>
              <a:gd name="connsiteY20" fmla="*/ 9361139 h 9456078"/>
              <a:gd name="connsiteX21" fmla="*/ 1032440 w 13158799"/>
              <a:gd name="connsiteY21" fmla="*/ 9351517 h 9456078"/>
              <a:gd name="connsiteX22" fmla="*/ 1080477 w 13158799"/>
              <a:gd name="connsiteY22" fmla="*/ 9341441 h 9456078"/>
              <a:gd name="connsiteX23" fmla="*/ 1128389 w 13158799"/>
              <a:gd name="connsiteY23" fmla="*/ 9330914 h 9456078"/>
              <a:gd name="connsiteX24" fmla="*/ 1176172 w 13158799"/>
              <a:gd name="connsiteY24" fmla="*/ 9319936 h 9456078"/>
              <a:gd name="connsiteX25" fmla="*/ 1223823 w 13158799"/>
              <a:gd name="connsiteY25" fmla="*/ 9308509 h 9456078"/>
              <a:gd name="connsiteX26" fmla="*/ 1271339 w 13158799"/>
              <a:gd name="connsiteY26" fmla="*/ 9296635 h 9456078"/>
              <a:gd name="connsiteX27" fmla="*/ 1318719 w 13158799"/>
              <a:gd name="connsiteY27" fmla="*/ 9284315 h 9456078"/>
              <a:gd name="connsiteX28" fmla="*/ 1365957 w 13158799"/>
              <a:gd name="connsiteY28" fmla="*/ 9271550 h 9456078"/>
              <a:gd name="connsiteX29" fmla="*/ 1413052 w 13158799"/>
              <a:gd name="connsiteY29" fmla="*/ 9258342 h 9456078"/>
              <a:gd name="connsiteX30" fmla="*/ 1460000 w 13158799"/>
              <a:gd name="connsiteY30" fmla="*/ 9244693 h 9456078"/>
              <a:gd name="connsiteX31" fmla="*/ 1506799 w 13158799"/>
              <a:gd name="connsiteY31" fmla="*/ 9230604 h 9456078"/>
              <a:gd name="connsiteX32" fmla="*/ 1553445 w 13158799"/>
              <a:gd name="connsiteY32" fmla="*/ 9216076 h 9456078"/>
              <a:gd name="connsiteX33" fmla="*/ 1599935 w 13158799"/>
              <a:gd name="connsiteY33" fmla="*/ 9201111 h 9456078"/>
              <a:gd name="connsiteX34" fmla="*/ 1646267 w 13158799"/>
              <a:gd name="connsiteY34" fmla="*/ 9185710 h 9456078"/>
              <a:gd name="connsiteX35" fmla="*/ 1692437 w 13158799"/>
              <a:gd name="connsiteY35" fmla="*/ 9169876 h 9456078"/>
              <a:gd name="connsiteX36" fmla="*/ 1738442 w 13158799"/>
              <a:gd name="connsiteY36" fmla="*/ 9153608 h 9456078"/>
              <a:gd name="connsiteX37" fmla="*/ 1784280 w 13158799"/>
              <a:gd name="connsiteY37" fmla="*/ 9136910 h 9456078"/>
              <a:gd name="connsiteX38" fmla="*/ 1829947 w 13158799"/>
              <a:gd name="connsiteY38" fmla="*/ 9119782 h 9456078"/>
              <a:gd name="connsiteX39" fmla="*/ 1875440 w 13158799"/>
              <a:gd name="connsiteY39" fmla="*/ 9102226 h 9456078"/>
              <a:gd name="connsiteX40" fmla="*/ 1920756 w 13158799"/>
              <a:gd name="connsiteY40" fmla="*/ 9084243 h 9456078"/>
              <a:gd name="connsiteX41" fmla="*/ 1965893 w 13158799"/>
              <a:gd name="connsiteY41" fmla="*/ 9065835 h 9456078"/>
              <a:gd name="connsiteX42" fmla="*/ 2010847 w 13158799"/>
              <a:gd name="connsiteY42" fmla="*/ 9047004 h 9456078"/>
              <a:gd name="connsiteX43" fmla="*/ 2055615 w 13158799"/>
              <a:gd name="connsiteY43" fmla="*/ 9027750 h 9456078"/>
              <a:gd name="connsiteX44" fmla="*/ 2100195 w 13158799"/>
              <a:gd name="connsiteY44" fmla="*/ 9008075 h 9456078"/>
              <a:gd name="connsiteX45" fmla="*/ 2144582 w 13158799"/>
              <a:gd name="connsiteY45" fmla="*/ 8987981 h 9456078"/>
              <a:gd name="connsiteX46" fmla="*/ 2188775 w 13158799"/>
              <a:gd name="connsiteY46" fmla="*/ 8967470 h 9456078"/>
              <a:gd name="connsiteX47" fmla="*/ 2232770 w 13158799"/>
              <a:gd name="connsiteY47" fmla="*/ 8946542 h 9456078"/>
              <a:gd name="connsiteX48" fmla="*/ 2276564 w 13158799"/>
              <a:gd name="connsiteY48" fmla="*/ 8925199 h 9456078"/>
              <a:gd name="connsiteX49" fmla="*/ 2320154 w 13158799"/>
              <a:gd name="connsiteY49" fmla="*/ 8903443 h 9456078"/>
              <a:gd name="connsiteX50" fmla="*/ 2363538 w 13158799"/>
              <a:gd name="connsiteY50" fmla="*/ 8881275 h 9456078"/>
              <a:gd name="connsiteX51" fmla="*/ 2406711 w 13158799"/>
              <a:gd name="connsiteY51" fmla="*/ 8858697 h 9456078"/>
              <a:gd name="connsiteX52" fmla="*/ 2449672 w 13158799"/>
              <a:gd name="connsiteY52" fmla="*/ 8835710 h 9456078"/>
              <a:gd name="connsiteX53" fmla="*/ 2492417 w 13158799"/>
              <a:gd name="connsiteY53" fmla="*/ 8812316 h 9456078"/>
              <a:gd name="connsiteX54" fmla="*/ 2534943 w 13158799"/>
              <a:gd name="connsiteY54" fmla="*/ 8788516 h 9456078"/>
              <a:gd name="connsiteX55" fmla="*/ 2577247 w 13158799"/>
              <a:gd name="connsiteY55" fmla="*/ 8764311 h 9456078"/>
              <a:gd name="connsiteX56" fmla="*/ 2619326 w 13158799"/>
              <a:gd name="connsiteY56" fmla="*/ 8739704 h 9456078"/>
              <a:gd name="connsiteX57" fmla="*/ 2661177 w 13158799"/>
              <a:gd name="connsiteY57" fmla="*/ 8714695 h 9456078"/>
              <a:gd name="connsiteX58" fmla="*/ 2702797 w 13158799"/>
              <a:gd name="connsiteY58" fmla="*/ 8689286 h 9456078"/>
              <a:gd name="connsiteX59" fmla="*/ 2744183 w 13158799"/>
              <a:gd name="connsiteY59" fmla="*/ 8663479 h 9456078"/>
              <a:gd name="connsiteX60" fmla="*/ 2785333 w 13158799"/>
              <a:gd name="connsiteY60" fmla="*/ 8637274 h 9456078"/>
              <a:gd name="connsiteX61" fmla="*/ 2826242 w 13158799"/>
              <a:gd name="connsiteY61" fmla="*/ 8610675 h 9456078"/>
              <a:gd name="connsiteX62" fmla="*/ 2866908 w 13158799"/>
              <a:gd name="connsiteY62" fmla="*/ 8583681 h 9456078"/>
              <a:gd name="connsiteX63" fmla="*/ 2907329 w 13158799"/>
              <a:gd name="connsiteY63" fmla="*/ 8556295 h 9456078"/>
              <a:gd name="connsiteX64" fmla="*/ 2947500 w 13158799"/>
              <a:gd name="connsiteY64" fmla="*/ 8528517 h 9456078"/>
              <a:gd name="connsiteX65" fmla="*/ 2987419 w 13158799"/>
              <a:gd name="connsiteY65" fmla="*/ 8500351 h 9456078"/>
              <a:gd name="connsiteX66" fmla="*/ 3027083 w 13158799"/>
              <a:gd name="connsiteY66" fmla="*/ 8471796 h 9456078"/>
              <a:gd name="connsiteX67" fmla="*/ 3066489 w 13158799"/>
              <a:gd name="connsiteY67" fmla="*/ 8442854 h 9456078"/>
              <a:gd name="connsiteX68" fmla="*/ 3105634 w 13158799"/>
              <a:gd name="connsiteY68" fmla="*/ 8413528 h 9456078"/>
              <a:gd name="connsiteX69" fmla="*/ 3144515 w 13158799"/>
              <a:gd name="connsiteY69" fmla="*/ 8383818 h 9456078"/>
              <a:gd name="connsiteX70" fmla="*/ 3183129 w 13158799"/>
              <a:gd name="connsiteY70" fmla="*/ 8353726 h 9456078"/>
              <a:gd name="connsiteX71" fmla="*/ 3221473 w 13158799"/>
              <a:gd name="connsiteY71" fmla="*/ 8323253 h 9456078"/>
              <a:gd name="connsiteX72" fmla="*/ 3259544 w 13158799"/>
              <a:gd name="connsiteY72" fmla="*/ 8292401 h 9456078"/>
              <a:gd name="connsiteX73" fmla="*/ 3297339 w 13158799"/>
              <a:gd name="connsiteY73" fmla="*/ 8261172 h 9456078"/>
              <a:gd name="connsiteX74" fmla="*/ 3334854 w 13158799"/>
              <a:gd name="connsiteY74" fmla="*/ 8229566 h 9456078"/>
              <a:gd name="connsiteX75" fmla="*/ 3372087 w 13158799"/>
              <a:gd name="connsiteY75" fmla="*/ 8197585 h 9456078"/>
              <a:gd name="connsiteX76" fmla="*/ 3409035 w 13158799"/>
              <a:gd name="connsiteY76" fmla="*/ 8165232 h 9456078"/>
              <a:gd name="connsiteX77" fmla="*/ 3445695 w 13158799"/>
              <a:gd name="connsiteY77" fmla="*/ 8132507 h 9456078"/>
              <a:gd name="connsiteX78" fmla="*/ 3482064 w 13158799"/>
              <a:gd name="connsiteY78" fmla="*/ 8099411 h 9456078"/>
              <a:gd name="connsiteX79" fmla="*/ 3518139 w 13158799"/>
              <a:gd name="connsiteY79" fmla="*/ 8065947 h 9456078"/>
              <a:gd name="connsiteX80" fmla="*/ 3553916 w 13158799"/>
              <a:gd name="connsiteY80" fmla="*/ 8032115 h 9456078"/>
              <a:gd name="connsiteX81" fmla="*/ 3589393 w 13158799"/>
              <a:gd name="connsiteY81" fmla="*/ 7997918 h 9456078"/>
              <a:gd name="connsiteX82" fmla="*/ 3624567 w 13158799"/>
              <a:gd name="connsiteY82" fmla="*/ 7963356 h 9456078"/>
              <a:gd name="connsiteX83" fmla="*/ 3659435 w 13158799"/>
              <a:gd name="connsiteY83" fmla="*/ 7928432 h 9456078"/>
              <a:gd name="connsiteX84" fmla="*/ 3693994 w 13158799"/>
              <a:gd name="connsiteY84" fmla="*/ 7893146 h 9456078"/>
              <a:gd name="connsiteX85" fmla="*/ 3728240 w 13158799"/>
              <a:gd name="connsiteY85" fmla="*/ 7857501 h 9456078"/>
              <a:gd name="connsiteX86" fmla="*/ 3762171 w 13158799"/>
              <a:gd name="connsiteY86" fmla="*/ 7821497 h 9456078"/>
              <a:gd name="connsiteX87" fmla="*/ 3795783 w 13158799"/>
              <a:gd name="connsiteY87" fmla="*/ 7785136 h 9456078"/>
              <a:gd name="connsiteX88" fmla="*/ 3829075 w 13158799"/>
              <a:gd name="connsiteY88" fmla="*/ 7748420 h 9456078"/>
              <a:gd name="connsiteX89" fmla="*/ 3862042 w 13158799"/>
              <a:gd name="connsiteY89" fmla="*/ 7711350 h 9456078"/>
              <a:gd name="connsiteX90" fmla="*/ 3894682 w 13158799"/>
              <a:gd name="connsiteY90" fmla="*/ 7673928 h 9456078"/>
              <a:gd name="connsiteX91" fmla="*/ 3926991 w 13158799"/>
              <a:gd name="connsiteY91" fmla="*/ 7636155 h 9456078"/>
              <a:gd name="connsiteX92" fmla="*/ 3958967 w 13158799"/>
              <a:gd name="connsiteY92" fmla="*/ 7598032 h 9456078"/>
              <a:gd name="connsiteX93" fmla="*/ 3990607 w 13158799"/>
              <a:gd name="connsiteY93" fmla="*/ 7559561 h 9456078"/>
              <a:gd name="connsiteX94" fmla="*/ 4021907 w 13158799"/>
              <a:gd name="connsiteY94" fmla="*/ 7520744 h 9456078"/>
              <a:gd name="connsiteX95" fmla="*/ 4052865 w 13158799"/>
              <a:gd name="connsiteY95" fmla="*/ 7481582 h 9456078"/>
              <a:gd name="connsiteX96" fmla="*/ 4083478 w 13158799"/>
              <a:gd name="connsiteY96" fmla="*/ 7442077 h 9456078"/>
              <a:gd name="connsiteX97" fmla="*/ 8022311 w 13158799"/>
              <a:gd name="connsiteY97" fmla="*/ 2307814 h 9456078"/>
              <a:gd name="connsiteX98" fmla="*/ 8052902 w 13158799"/>
              <a:gd name="connsiteY98" fmla="*/ 2268285 h 9456078"/>
              <a:gd name="connsiteX99" fmla="*/ 8083796 w 13158799"/>
              <a:gd name="connsiteY99" fmla="*/ 2229056 h 9456078"/>
              <a:gd name="connsiteX100" fmla="*/ 8114989 w 13158799"/>
              <a:gd name="connsiteY100" fmla="*/ 2190127 h 9456078"/>
              <a:gd name="connsiteX101" fmla="*/ 8146479 w 13158799"/>
              <a:gd name="connsiteY101" fmla="*/ 2151500 h 9456078"/>
              <a:gd name="connsiteX102" fmla="*/ 8178264 w 13158799"/>
              <a:gd name="connsiteY102" fmla="*/ 2113176 h 9456078"/>
              <a:gd name="connsiteX103" fmla="*/ 8210341 w 13158799"/>
              <a:gd name="connsiteY103" fmla="*/ 2075157 h 9456078"/>
              <a:gd name="connsiteX104" fmla="*/ 8242709 w 13158799"/>
              <a:gd name="connsiteY104" fmla="*/ 2037442 h 9456078"/>
              <a:gd name="connsiteX105" fmla="*/ 8275365 w 13158799"/>
              <a:gd name="connsiteY105" fmla="*/ 2000034 h 9456078"/>
              <a:gd name="connsiteX106" fmla="*/ 8308307 w 13158799"/>
              <a:gd name="connsiteY106" fmla="*/ 1962934 h 9456078"/>
              <a:gd name="connsiteX107" fmla="*/ 8341532 w 13158799"/>
              <a:gd name="connsiteY107" fmla="*/ 1926142 h 9456078"/>
              <a:gd name="connsiteX108" fmla="*/ 8375038 w 13158799"/>
              <a:gd name="connsiteY108" fmla="*/ 1889660 h 9456078"/>
              <a:gd name="connsiteX109" fmla="*/ 8408823 w 13158799"/>
              <a:gd name="connsiteY109" fmla="*/ 1853489 h 9456078"/>
              <a:gd name="connsiteX110" fmla="*/ 8442885 w 13158799"/>
              <a:gd name="connsiteY110" fmla="*/ 1817630 h 9456078"/>
              <a:gd name="connsiteX111" fmla="*/ 8477221 w 13158799"/>
              <a:gd name="connsiteY111" fmla="*/ 1782084 h 9456078"/>
              <a:gd name="connsiteX112" fmla="*/ 8511829 w 13158799"/>
              <a:gd name="connsiteY112" fmla="*/ 1746853 h 9456078"/>
              <a:gd name="connsiteX113" fmla="*/ 8546706 w 13158799"/>
              <a:gd name="connsiteY113" fmla="*/ 1711937 h 9456078"/>
              <a:gd name="connsiteX114" fmla="*/ 8581851 w 13158799"/>
              <a:gd name="connsiteY114" fmla="*/ 1677337 h 9456078"/>
              <a:gd name="connsiteX115" fmla="*/ 8617261 w 13158799"/>
              <a:gd name="connsiteY115" fmla="*/ 1643056 h 9456078"/>
              <a:gd name="connsiteX116" fmla="*/ 8652934 w 13158799"/>
              <a:gd name="connsiteY116" fmla="*/ 1609093 h 9456078"/>
              <a:gd name="connsiteX117" fmla="*/ 8688867 w 13158799"/>
              <a:gd name="connsiteY117" fmla="*/ 1575450 h 9456078"/>
              <a:gd name="connsiteX118" fmla="*/ 8725058 w 13158799"/>
              <a:gd name="connsiteY118" fmla="*/ 1542128 h 9456078"/>
              <a:gd name="connsiteX119" fmla="*/ 8761506 w 13158799"/>
              <a:gd name="connsiteY119" fmla="*/ 1509129 h 9456078"/>
              <a:gd name="connsiteX120" fmla="*/ 8798207 w 13158799"/>
              <a:gd name="connsiteY120" fmla="*/ 1476452 h 9456078"/>
              <a:gd name="connsiteX121" fmla="*/ 8835159 w 13158799"/>
              <a:gd name="connsiteY121" fmla="*/ 1444101 h 9456078"/>
              <a:gd name="connsiteX122" fmla="*/ 8872360 w 13158799"/>
              <a:gd name="connsiteY122" fmla="*/ 1412075 h 9456078"/>
              <a:gd name="connsiteX123" fmla="*/ 8909808 w 13158799"/>
              <a:gd name="connsiteY123" fmla="*/ 1380375 h 9456078"/>
              <a:gd name="connsiteX124" fmla="*/ 8947501 w 13158799"/>
              <a:gd name="connsiteY124" fmla="*/ 1349004 h 9456078"/>
              <a:gd name="connsiteX125" fmla="*/ 8985435 w 13158799"/>
              <a:gd name="connsiteY125" fmla="*/ 1317962 h 9456078"/>
              <a:gd name="connsiteX126" fmla="*/ 9023610 w 13158799"/>
              <a:gd name="connsiteY126" fmla="*/ 1287250 h 9456078"/>
              <a:gd name="connsiteX127" fmla="*/ 9062022 w 13158799"/>
              <a:gd name="connsiteY127" fmla="*/ 1256869 h 9456078"/>
              <a:gd name="connsiteX128" fmla="*/ 9100669 w 13158799"/>
              <a:gd name="connsiteY128" fmla="*/ 1226820 h 9456078"/>
              <a:gd name="connsiteX129" fmla="*/ 9139549 w 13158799"/>
              <a:gd name="connsiteY129" fmla="*/ 1197105 h 9456078"/>
              <a:gd name="connsiteX130" fmla="*/ 9178660 w 13158799"/>
              <a:gd name="connsiteY130" fmla="*/ 1167725 h 9456078"/>
              <a:gd name="connsiteX131" fmla="*/ 9217999 w 13158799"/>
              <a:gd name="connsiteY131" fmla="*/ 1138681 h 9456078"/>
              <a:gd name="connsiteX132" fmla="*/ 9257564 w 13158799"/>
              <a:gd name="connsiteY132" fmla="*/ 1109974 h 9456078"/>
              <a:gd name="connsiteX133" fmla="*/ 9297353 w 13158799"/>
              <a:gd name="connsiteY133" fmla="*/ 1081604 h 9456078"/>
              <a:gd name="connsiteX134" fmla="*/ 9337364 w 13158799"/>
              <a:gd name="connsiteY134" fmla="*/ 1053574 h 9456078"/>
              <a:gd name="connsiteX135" fmla="*/ 9377594 w 13158799"/>
              <a:gd name="connsiteY135" fmla="*/ 1025884 h 9456078"/>
              <a:gd name="connsiteX136" fmla="*/ 9418040 w 13158799"/>
              <a:gd name="connsiteY136" fmla="*/ 998536 h 9456078"/>
              <a:gd name="connsiteX137" fmla="*/ 9458702 w 13158799"/>
              <a:gd name="connsiteY137" fmla="*/ 971530 h 9456078"/>
              <a:gd name="connsiteX138" fmla="*/ 9499575 w 13158799"/>
              <a:gd name="connsiteY138" fmla="*/ 944868 h 9456078"/>
              <a:gd name="connsiteX139" fmla="*/ 9540659 w 13158799"/>
              <a:gd name="connsiteY139" fmla="*/ 918551 h 9456078"/>
              <a:gd name="connsiteX140" fmla="*/ 9581950 w 13158799"/>
              <a:gd name="connsiteY140" fmla="*/ 892580 h 9456078"/>
              <a:gd name="connsiteX141" fmla="*/ 9623447 w 13158799"/>
              <a:gd name="connsiteY141" fmla="*/ 866956 h 9456078"/>
              <a:gd name="connsiteX142" fmla="*/ 9665147 w 13158799"/>
              <a:gd name="connsiteY142" fmla="*/ 841681 h 9456078"/>
              <a:gd name="connsiteX143" fmla="*/ 9707048 w 13158799"/>
              <a:gd name="connsiteY143" fmla="*/ 816754 h 9456078"/>
              <a:gd name="connsiteX144" fmla="*/ 9749147 w 13158799"/>
              <a:gd name="connsiteY144" fmla="*/ 792179 h 9456078"/>
              <a:gd name="connsiteX145" fmla="*/ 9791443 w 13158799"/>
              <a:gd name="connsiteY145" fmla="*/ 767955 h 9456078"/>
              <a:gd name="connsiteX146" fmla="*/ 9833932 w 13158799"/>
              <a:gd name="connsiteY146" fmla="*/ 744083 h 9456078"/>
              <a:gd name="connsiteX147" fmla="*/ 9876613 w 13158799"/>
              <a:gd name="connsiteY147" fmla="*/ 720566 h 9456078"/>
              <a:gd name="connsiteX148" fmla="*/ 9919484 w 13158799"/>
              <a:gd name="connsiteY148" fmla="*/ 697404 h 9456078"/>
              <a:gd name="connsiteX149" fmla="*/ 9962542 w 13158799"/>
              <a:gd name="connsiteY149" fmla="*/ 674598 h 9456078"/>
              <a:gd name="connsiteX150" fmla="*/ 10005784 w 13158799"/>
              <a:gd name="connsiteY150" fmla="*/ 652149 h 9456078"/>
              <a:gd name="connsiteX151" fmla="*/ 10049209 w 13158799"/>
              <a:gd name="connsiteY151" fmla="*/ 630059 h 9456078"/>
              <a:gd name="connsiteX152" fmla="*/ 10092814 w 13158799"/>
              <a:gd name="connsiteY152" fmla="*/ 608328 h 9456078"/>
              <a:gd name="connsiteX153" fmla="*/ 10136597 w 13158799"/>
              <a:gd name="connsiteY153" fmla="*/ 586958 h 9456078"/>
              <a:gd name="connsiteX154" fmla="*/ 10180556 w 13158799"/>
              <a:gd name="connsiteY154" fmla="*/ 565950 h 9456078"/>
              <a:gd name="connsiteX155" fmla="*/ 10224688 w 13158799"/>
              <a:gd name="connsiteY155" fmla="*/ 545304 h 9456078"/>
              <a:gd name="connsiteX156" fmla="*/ 10268991 w 13158799"/>
              <a:gd name="connsiteY156" fmla="*/ 525023 h 9456078"/>
              <a:gd name="connsiteX157" fmla="*/ 10313463 w 13158799"/>
              <a:gd name="connsiteY157" fmla="*/ 505107 h 9456078"/>
              <a:gd name="connsiteX158" fmla="*/ 10358101 w 13158799"/>
              <a:gd name="connsiteY158" fmla="*/ 485558 h 9456078"/>
              <a:gd name="connsiteX159" fmla="*/ 10402903 w 13158799"/>
              <a:gd name="connsiteY159" fmla="*/ 466376 h 9456078"/>
              <a:gd name="connsiteX160" fmla="*/ 10447868 w 13158799"/>
              <a:gd name="connsiteY160" fmla="*/ 447563 h 9456078"/>
              <a:gd name="connsiteX161" fmla="*/ 10492991 w 13158799"/>
              <a:gd name="connsiteY161" fmla="*/ 429119 h 9456078"/>
              <a:gd name="connsiteX162" fmla="*/ 10538272 w 13158799"/>
              <a:gd name="connsiteY162" fmla="*/ 411046 h 9456078"/>
              <a:gd name="connsiteX163" fmla="*/ 10583708 w 13158799"/>
              <a:gd name="connsiteY163" fmla="*/ 393346 h 9456078"/>
              <a:gd name="connsiteX164" fmla="*/ 10629297 w 13158799"/>
              <a:gd name="connsiteY164" fmla="*/ 376018 h 9456078"/>
              <a:gd name="connsiteX165" fmla="*/ 10675036 w 13158799"/>
              <a:gd name="connsiteY165" fmla="*/ 359065 h 9456078"/>
              <a:gd name="connsiteX166" fmla="*/ 10720923 w 13158799"/>
              <a:gd name="connsiteY166" fmla="*/ 342487 h 9456078"/>
              <a:gd name="connsiteX167" fmla="*/ 10766956 w 13158799"/>
              <a:gd name="connsiteY167" fmla="*/ 326286 h 9456078"/>
              <a:gd name="connsiteX168" fmla="*/ 10813132 w 13158799"/>
              <a:gd name="connsiteY168" fmla="*/ 310462 h 9456078"/>
              <a:gd name="connsiteX169" fmla="*/ 10859450 w 13158799"/>
              <a:gd name="connsiteY169" fmla="*/ 295018 h 9456078"/>
              <a:gd name="connsiteX170" fmla="*/ 10905907 w 13158799"/>
              <a:gd name="connsiteY170" fmla="*/ 279953 h 9456078"/>
              <a:gd name="connsiteX171" fmla="*/ 10952500 w 13158799"/>
              <a:gd name="connsiteY171" fmla="*/ 265269 h 9456078"/>
              <a:gd name="connsiteX172" fmla="*/ 10999227 w 13158799"/>
              <a:gd name="connsiteY172" fmla="*/ 250968 h 9456078"/>
              <a:gd name="connsiteX173" fmla="*/ 11046087 w 13158799"/>
              <a:gd name="connsiteY173" fmla="*/ 237049 h 9456078"/>
              <a:gd name="connsiteX174" fmla="*/ 11093076 w 13158799"/>
              <a:gd name="connsiteY174" fmla="*/ 223516 h 9456078"/>
              <a:gd name="connsiteX175" fmla="*/ 11140193 w 13158799"/>
              <a:gd name="connsiteY175" fmla="*/ 210368 h 9456078"/>
              <a:gd name="connsiteX176" fmla="*/ 11187434 w 13158799"/>
              <a:gd name="connsiteY176" fmla="*/ 197606 h 9456078"/>
              <a:gd name="connsiteX177" fmla="*/ 11234799 w 13158799"/>
              <a:gd name="connsiteY177" fmla="*/ 185233 h 9456078"/>
              <a:gd name="connsiteX178" fmla="*/ 11282284 w 13158799"/>
              <a:gd name="connsiteY178" fmla="*/ 173248 h 9456078"/>
              <a:gd name="connsiteX179" fmla="*/ 11329888 w 13158799"/>
              <a:gd name="connsiteY179" fmla="*/ 161654 h 9456078"/>
              <a:gd name="connsiteX180" fmla="*/ 11377607 w 13158799"/>
              <a:gd name="connsiteY180" fmla="*/ 150451 h 9456078"/>
              <a:gd name="connsiteX181" fmla="*/ 11425440 w 13158799"/>
              <a:gd name="connsiteY181" fmla="*/ 139640 h 9456078"/>
              <a:gd name="connsiteX182" fmla="*/ 11473385 w 13158799"/>
              <a:gd name="connsiteY182" fmla="*/ 129223 h 9456078"/>
              <a:gd name="connsiteX183" fmla="*/ 11521439 w 13158799"/>
              <a:gd name="connsiteY183" fmla="*/ 119201 h 9456078"/>
              <a:gd name="connsiteX184" fmla="*/ 11569599 w 13158799"/>
              <a:gd name="connsiteY184" fmla="*/ 109574 h 9456078"/>
              <a:gd name="connsiteX185" fmla="*/ 11617864 w 13158799"/>
              <a:gd name="connsiteY185" fmla="*/ 100344 h 9456078"/>
              <a:gd name="connsiteX186" fmla="*/ 11666231 w 13158799"/>
              <a:gd name="connsiteY186" fmla="*/ 91512 h 9456078"/>
              <a:gd name="connsiteX187" fmla="*/ 11714698 w 13158799"/>
              <a:gd name="connsiteY187" fmla="*/ 83080 h 9456078"/>
              <a:gd name="connsiteX188" fmla="*/ 11763263 w 13158799"/>
              <a:gd name="connsiteY188" fmla="*/ 75047 h 9456078"/>
              <a:gd name="connsiteX189" fmla="*/ 11811923 w 13158799"/>
              <a:gd name="connsiteY189" fmla="*/ 67417 h 9456078"/>
              <a:gd name="connsiteX190" fmla="*/ 11860676 w 13158799"/>
              <a:gd name="connsiteY190" fmla="*/ 60188 h 9456078"/>
              <a:gd name="connsiteX191" fmla="*/ 11909519 w 13158799"/>
              <a:gd name="connsiteY191" fmla="*/ 53364 h 9456078"/>
              <a:gd name="connsiteX192" fmla="*/ 11958451 w 13158799"/>
              <a:gd name="connsiteY192" fmla="*/ 46944 h 9456078"/>
              <a:gd name="connsiteX193" fmla="*/ 12007470 w 13158799"/>
              <a:gd name="connsiteY193" fmla="*/ 40931 h 9456078"/>
              <a:gd name="connsiteX194" fmla="*/ 12056572 w 13158799"/>
              <a:gd name="connsiteY194" fmla="*/ 35324 h 9456078"/>
              <a:gd name="connsiteX195" fmla="*/ 12105756 w 13158799"/>
              <a:gd name="connsiteY195" fmla="*/ 30126 h 9456078"/>
              <a:gd name="connsiteX196" fmla="*/ 12155019 w 13158799"/>
              <a:gd name="connsiteY196" fmla="*/ 25337 h 9456078"/>
              <a:gd name="connsiteX197" fmla="*/ 12204359 w 13158799"/>
              <a:gd name="connsiteY197" fmla="*/ 20958 h 9456078"/>
              <a:gd name="connsiteX198" fmla="*/ 12253773 w 13158799"/>
              <a:gd name="connsiteY198" fmla="*/ 16991 h 9456078"/>
              <a:gd name="connsiteX199" fmla="*/ 12303260 w 13158799"/>
              <a:gd name="connsiteY199" fmla="*/ 13437 h 9456078"/>
              <a:gd name="connsiteX200" fmla="*/ 12352818 w 13158799"/>
              <a:gd name="connsiteY200" fmla="*/ 10297 h 9456078"/>
              <a:gd name="connsiteX201" fmla="*/ 12402443 w 13158799"/>
              <a:gd name="connsiteY201" fmla="*/ 7572 h 9456078"/>
              <a:gd name="connsiteX202" fmla="*/ 12452133 w 13158799"/>
              <a:gd name="connsiteY202" fmla="*/ 5263 h 9456078"/>
              <a:gd name="connsiteX203" fmla="*/ 12501887 w 13158799"/>
              <a:gd name="connsiteY203" fmla="*/ 3371 h 9456078"/>
              <a:gd name="connsiteX204" fmla="*/ 12551701 w 13158799"/>
              <a:gd name="connsiteY204" fmla="*/ 1898 h 9456078"/>
              <a:gd name="connsiteX205" fmla="*/ 12601574 w 13158799"/>
              <a:gd name="connsiteY205" fmla="*/ 844 h 9456078"/>
              <a:gd name="connsiteX206" fmla="*/ 12651504 w 13158799"/>
              <a:gd name="connsiteY206" fmla="*/ 211 h 9456078"/>
              <a:gd name="connsiteX207" fmla="*/ 12701487 w 13158799"/>
              <a:gd name="connsiteY207" fmla="*/ 0 h 9456078"/>
              <a:gd name="connsiteX208" fmla="*/ 13158798 w 13158799"/>
              <a:gd name="connsiteY208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28389 w 13158797"/>
              <a:gd name="connsiteY22" fmla="*/ 9330914 h 9456078"/>
              <a:gd name="connsiteX23" fmla="*/ 1176172 w 13158797"/>
              <a:gd name="connsiteY23" fmla="*/ 9319936 h 9456078"/>
              <a:gd name="connsiteX24" fmla="*/ 1223823 w 13158797"/>
              <a:gd name="connsiteY24" fmla="*/ 9308509 h 9456078"/>
              <a:gd name="connsiteX25" fmla="*/ 1271339 w 13158797"/>
              <a:gd name="connsiteY25" fmla="*/ 9296635 h 9456078"/>
              <a:gd name="connsiteX26" fmla="*/ 1318719 w 13158797"/>
              <a:gd name="connsiteY26" fmla="*/ 9284315 h 9456078"/>
              <a:gd name="connsiteX27" fmla="*/ 1365957 w 13158797"/>
              <a:gd name="connsiteY27" fmla="*/ 9271550 h 9456078"/>
              <a:gd name="connsiteX28" fmla="*/ 1413052 w 13158797"/>
              <a:gd name="connsiteY28" fmla="*/ 9258342 h 9456078"/>
              <a:gd name="connsiteX29" fmla="*/ 1460000 w 13158797"/>
              <a:gd name="connsiteY29" fmla="*/ 9244693 h 9456078"/>
              <a:gd name="connsiteX30" fmla="*/ 1506799 w 13158797"/>
              <a:gd name="connsiteY30" fmla="*/ 9230604 h 9456078"/>
              <a:gd name="connsiteX31" fmla="*/ 1553445 w 13158797"/>
              <a:gd name="connsiteY31" fmla="*/ 9216076 h 9456078"/>
              <a:gd name="connsiteX32" fmla="*/ 1599935 w 13158797"/>
              <a:gd name="connsiteY32" fmla="*/ 9201111 h 9456078"/>
              <a:gd name="connsiteX33" fmla="*/ 1646267 w 13158797"/>
              <a:gd name="connsiteY33" fmla="*/ 9185710 h 9456078"/>
              <a:gd name="connsiteX34" fmla="*/ 1692437 w 13158797"/>
              <a:gd name="connsiteY34" fmla="*/ 9169876 h 9456078"/>
              <a:gd name="connsiteX35" fmla="*/ 1738442 w 13158797"/>
              <a:gd name="connsiteY35" fmla="*/ 9153608 h 9456078"/>
              <a:gd name="connsiteX36" fmla="*/ 1784280 w 13158797"/>
              <a:gd name="connsiteY36" fmla="*/ 9136910 h 9456078"/>
              <a:gd name="connsiteX37" fmla="*/ 1829947 w 13158797"/>
              <a:gd name="connsiteY37" fmla="*/ 9119782 h 9456078"/>
              <a:gd name="connsiteX38" fmla="*/ 1875440 w 13158797"/>
              <a:gd name="connsiteY38" fmla="*/ 9102226 h 9456078"/>
              <a:gd name="connsiteX39" fmla="*/ 1920756 w 13158797"/>
              <a:gd name="connsiteY39" fmla="*/ 9084243 h 9456078"/>
              <a:gd name="connsiteX40" fmla="*/ 1965893 w 13158797"/>
              <a:gd name="connsiteY40" fmla="*/ 9065835 h 9456078"/>
              <a:gd name="connsiteX41" fmla="*/ 2010847 w 13158797"/>
              <a:gd name="connsiteY41" fmla="*/ 9047004 h 9456078"/>
              <a:gd name="connsiteX42" fmla="*/ 2055615 w 13158797"/>
              <a:gd name="connsiteY42" fmla="*/ 9027750 h 9456078"/>
              <a:gd name="connsiteX43" fmla="*/ 2100195 w 13158797"/>
              <a:gd name="connsiteY43" fmla="*/ 9008075 h 9456078"/>
              <a:gd name="connsiteX44" fmla="*/ 2144582 w 13158797"/>
              <a:gd name="connsiteY44" fmla="*/ 8987981 h 9456078"/>
              <a:gd name="connsiteX45" fmla="*/ 2188775 w 13158797"/>
              <a:gd name="connsiteY45" fmla="*/ 8967470 h 9456078"/>
              <a:gd name="connsiteX46" fmla="*/ 2232770 w 13158797"/>
              <a:gd name="connsiteY46" fmla="*/ 8946542 h 9456078"/>
              <a:gd name="connsiteX47" fmla="*/ 2276564 w 13158797"/>
              <a:gd name="connsiteY47" fmla="*/ 8925199 h 9456078"/>
              <a:gd name="connsiteX48" fmla="*/ 2320154 w 13158797"/>
              <a:gd name="connsiteY48" fmla="*/ 8903443 h 9456078"/>
              <a:gd name="connsiteX49" fmla="*/ 2363538 w 13158797"/>
              <a:gd name="connsiteY49" fmla="*/ 8881275 h 9456078"/>
              <a:gd name="connsiteX50" fmla="*/ 2406711 w 13158797"/>
              <a:gd name="connsiteY50" fmla="*/ 8858697 h 9456078"/>
              <a:gd name="connsiteX51" fmla="*/ 2449672 w 13158797"/>
              <a:gd name="connsiteY51" fmla="*/ 8835710 h 9456078"/>
              <a:gd name="connsiteX52" fmla="*/ 2492417 w 13158797"/>
              <a:gd name="connsiteY52" fmla="*/ 8812316 h 9456078"/>
              <a:gd name="connsiteX53" fmla="*/ 2534943 w 13158797"/>
              <a:gd name="connsiteY53" fmla="*/ 8788516 h 9456078"/>
              <a:gd name="connsiteX54" fmla="*/ 2577247 w 13158797"/>
              <a:gd name="connsiteY54" fmla="*/ 8764311 h 9456078"/>
              <a:gd name="connsiteX55" fmla="*/ 2619326 w 13158797"/>
              <a:gd name="connsiteY55" fmla="*/ 8739704 h 9456078"/>
              <a:gd name="connsiteX56" fmla="*/ 2661177 w 13158797"/>
              <a:gd name="connsiteY56" fmla="*/ 8714695 h 9456078"/>
              <a:gd name="connsiteX57" fmla="*/ 2702797 w 13158797"/>
              <a:gd name="connsiteY57" fmla="*/ 8689286 h 9456078"/>
              <a:gd name="connsiteX58" fmla="*/ 2744183 w 13158797"/>
              <a:gd name="connsiteY58" fmla="*/ 8663479 h 9456078"/>
              <a:gd name="connsiteX59" fmla="*/ 2785333 w 13158797"/>
              <a:gd name="connsiteY59" fmla="*/ 8637274 h 9456078"/>
              <a:gd name="connsiteX60" fmla="*/ 2826242 w 13158797"/>
              <a:gd name="connsiteY60" fmla="*/ 8610675 h 9456078"/>
              <a:gd name="connsiteX61" fmla="*/ 2866908 w 13158797"/>
              <a:gd name="connsiteY61" fmla="*/ 8583681 h 9456078"/>
              <a:gd name="connsiteX62" fmla="*/ 2907329 w 13158797"/>
              <a:gd name="connsiteY62" fmla="*/ 8556295 h 9456078"/>
              <a:gd name="connsiteX63" fmla="*/ 2947500 w 13158797"/>
              <a:gd name="connsiteY63" fmla="*/ 8528517 h 9456078"/>
              <a:gd name="connsiteX64" fmla="*/ 2987419 w 13158797"/>
              <a:gd name="connsiteY64" fmla="*/ 8500351 h 9456078"/>
              <a:gd name="connsiteX65" fmla="*/ 3027083 w 13158797"/>
              <a:gd name="connsiteY65" fmla="*/ 8471796 h 9456078"/>
              <a:gd name="connsiteX66" fmla="*/ 3066489 w 13158797"/>
              <a:gd name="connsiteY66" fmla="*/ 8442854 h 9456078"/>
              <a:gd name="connsiteX67" fmla="*/ 3105634 w 13158797"/>
              <a:gd name="connsiteY67" fmla="*/ 8413528 h 9456078"/>
              <a:gd name="connsiteX68" fmla="*/ 3144515 w 13158797"/>
              <a:gd name="connsiteY68" fmla="*/ 8383818 h 9456078"/>
              <a:gd name="connsiteX69" fmla="*/ 3183129 w 13158797"/>
              <a:gd name="connsiteY69" fmla="*/ 8353726 h 9456078"/>
              <a:gd name="connsiteX70" fmla="*/ 3221473 w 13158797"/>
              <a:gd name="connsiteY70" fmla="*/ 8323253 h 9456078"/>
              <a:gd name="connsiteX71" fmla="*/ 3259544 w 13158797"/>
              <a:gd name="connsiteY71" fmla="*/ 8292401 h 9456078"/>
              <a:gd name="connsiteX72" fmla="*/ 3297339 w 13158797"/>
              <a:gd name="connsiteY72" fmla="*/ 8261172 h 9456078"/>
              <a:gd name="connsiteX73" fmla="*/ 3334854 w 13158797"/>
              <a:gd name="connsiteY73" fmla="*/ 8229566 h 9456078"/>
              <a:gd name="connsiteX74" fmla="*/ 3372087 w 13158797"/>
              <a:gd name="connsiteY74" fmla="*/ 8197585 h 9456078"/>
              <a:gd name="connsiteX75" fmla="*/ 3409035 w 13158797"/>
              <a:gd name="connsiteY75" fmla="*/ 8165232 h 9456078"/>
              <a:gd name="connsiteX76" fmla="*/ 3445695 w 13158797"/>
              <a:gd name="connsiteY76" fmla="*/ 8132507 h 9456078"/>
              <a:gd name="connsiteX77" fmla="*/ 3482064 w 13158797"/>
              <a:gd name="connsiteY77" fmla="*/ 8099411 h 9456078"/>
              <a:gd name="connsiteX78" fmla="*/ 3518139 w 13158797"/>
              <a:gd name="connsiteY78" fmla="*/ 8065947 h 9456078"/>
              <a:gd name="connsiteX79" fmla="*/ 3553916 w 13158797"/>
              <a:gd name="connsiteY79" fmla="*/ 8032115 h 9456078"/>
              <a:gd name="connsiteX80" fmla="*/ 3589393 w 13158797"/>
              <a:gd name="connsiteY80" fmla="*/ 7997918 h 9456078"/>
              <a:gd name="connsiteX81" fmla="*/ 3624567 w 13158797"/>
              <a:gd name="connsiteY81" fmla="*/ 7963356 h 9456078"/>
              <a:gd name="connsiteX82" fmla="*/ 3659435 w 13158797"/>
              <a:gd name="connsiteY82" fmla="*/ 7928432 h 9456078"/>
              <a:gd name="connsiteX83" fmla="*/ 3693994 w 13158797"/>
              <a:gd name="connsiteY83" fmla="*/ 7893146 h 9456078"/>
              <a:gd name="connsiteX84" fmla="*/ 3728240 w 13158797"/>
              <a:gd name="connsiteY84" fmla="*/ 7857501 h 9456078"/>
              <a:gd name="connsiteX85" fmla="*/ 3762171 w 13158797"/>
              <a:gd name="connsiteY85" fmla="*/ 7821497 h 9456078"/>
              <a:gd name="connsiteX86" fmla="*/ 3795783 w 13158797"/>
              <a:gd name="connsiteY86" fmla="*/ 7785136 h 9456078"/>
              <a:gd name="connsiteX87" fmla="*/ 3829075 w 13158797"/>
              <a:gd name="connsiteY87" fmla="*/ 7748420 h 9456078"/>
              <a:gd name="connsiteX88" fmla="*/ 3862042 w 13158797"/>
              <a:gd name="connsiteY88" fmla="*/ 7711350 h 9456078"/>
              <a:gd name="connsiteX89" fmla="*/ 3894682 w 13158797"/>
              <a:gd name="connsiteY89" fmla="*/ 7673928 h 9456078"/>
              <a:gd name="connsiteX90" fmla="*/ 3926991 w 13158797"/>
              <a:gd name="connsiteY90" fmla="*/ 7636155 h 9456078"/>
              <a:gd name="connsiteX91" fmla="*/ 3958967 w 13158797"/>
              <a:gd name="connsiteY91" fmla="*/ 7598032 h 9456078"/>
              <a:gd name="connsiteX92" fmla="*/ 3990607 w 13158797"/>
              <a:gd name="connsiteY92" fmla="*/ 7559561 h 9456078"/>
              <a:gd name="connsiteX93" fmla="*/ 4021907 w 13158797"/>
              <a:gd name="connsiteY93" fmla="*/ 7520744 h 9456078"/>
              <a:gd name="connsiteX94" fmla="*/ 4052865 w 13158797"/>
              <a:gd name="connsiteY94" fmla="*/ 7481582 h 9456078"/>
              <a:gd name="connsiteX95" fmla="*/ 4083478 w 13158797"/>
              <a:gd name="connsiteY95" fmla="*/ 7442077 h 9456078"/>
              <a:gd name="connsiteX96" fmla="*/ 8022311 w 13158797"/>
              <a:gd name="connsiteY96" fmla="*/ 2307814 h 9456078"/>
              <a:gd name="connsiteX97" fmla="*/ 8052902 w 13158797"/>
              <a:gd name="connsiteY97" fmla="*/ 2268285 h 9456078"/>
              <a:gd name="connsiteX98" fmla="*/ 8083796 w 13158797"/>
              <a:gd name="connsiteY98" fmla="*/ 2229056 h 9456078"/>
              <a:gd name="connsiteX99" fmla="*/ 8114989 w 13158797"/>
              <a:gd name="connsiteY99" fmla="*/ 2190127 h 9456078"/>
              <a:gd name="connsiteX100" fmla="*/ 8146479 w 13158797"/>
              <a:gd name="connsiteY100" fmla="*/ 2151500 h 9456078"/>
              <a:gd name="connsiteX101" fmla="*/ 8178264 w 13158797"/>
              <a:gd name="connsiteY101" fmla="*/ 2113176 h 9456078"/>
              <a:gd name="connsiteX102" fmla="*/ 8210341 w 13158797"/>
              <a:gd name="connsiteY102" fmla="*/ 2075157 h 9456078"/>
              <a:gd name="connsiteX103" fmla="*/ 8242709 w 13158797"/>
              <a:gd name="connsiteY103" fmla="*/ 2037442 h 9456078"/>
              <a:gd name="connsiteX104" fmla="*/ 8275365 w 13158797"/>
              <a:gd name="connsiteY104" fmla="*/ 2000034 h 9456078"/>
              <a:gd name="connsiteX105" fmla="*/ 8308307 w 13158797"/>
              <a:gd name="connsiteY105" fmla="*/ 1962934 h 9456078"/>
              <a:gd name="connsiteX106" fmla="*/ 8341532 w 13158797"/>
              <a:gd name="connsiteY106" fmla="*/ 1926142 h 9456078"/>
              <a:gd name="connsiteX107" fmla="*/ 8375038 w 13158797"/>
              <a:gd name="connsiteY107" fmla="*/ 1889660 h 9456078"/>
              <a:gd name="connsiteX108" fmla="*/ 8408823 w 13158797"/>
              <a:gd name="connsiteY108" fmla="*/ 1853489 h 9456078"/>
              <a:gd name="connsiteX109" fmla="*/ 8442885 w 13158797"/>
              <a:gd name="connsiteY109" fmla="*/ 1817630 h 9456078"/>
              <a:gd name="connsiteX110" fmla="*/ 8477221 w 13158797"/>
              <a:gd name="connsiteY110" fmla="*/ 1782084 h 9456078"/>
              <a:gd name="connsiteX111" fmla="*/ 8511829 w 13158797"/>
              <a:gd name="connsiteY111" fmla="*/ 1746853 h 9456078"/>
              <a:gd name="connsiteX112" fmla="*/ 8546706 w 13158797"/>
              <a:gd name="connsiteY112" fmla="*/ 1711937 h 9456078"/>
              <a:gd name="connsiteX113" fmla="*/ 8581851 w 13158797"/>
              <a:gd name="connsiteY113" fmla="*/ 1677337 h 9456078"/>
              <a:gd name="connsiteX114" fmla="*/ 8617261 w 13158797"/>
              <a:gd name="connsiteY114" fmla="*/ 1643056 h 9456078"/>
              <a:gd name="connsiteX115" fmla="*/ 8652934 w 13158797"/>
              <a:gd name="connsiteY115" fmla="*/ 1609093 h 9456078"/>
              <a:gd name="connsiteX116" fmla="*/ 8688867 w 13158797"/>
              <a:gd name="connsiteY116" fmla="*/ 1575450 h 9456078"/>
              <a:gd name="connsiteX117" fmla="*/ 8725058 w 13158797"/>
              <a:gd name="connsiteY117" fmla="*/ 1542128 h 9456078"/>
              <a:gd name="connsiteX118" fmla="*/ 8761506 w 13158797"/>
              <a:gd name="connsiteY118" fmla="*/ 1509129 h 9456078"/>
              <a:gd name="connsiteX119" fmla="*/ 8798207 w 13158797"/>
              <a:gd name="connsiteY119" fmla="*/ 1476452 h 9456078"/>
              <a:gd name="connsiteX120" fmla="*/ 8835159 w 13158797"/>
              <a:gd name="connsiteY120" fmla="*/ 1444101 h 9456078"/>
              <a:gd name="connsiteX121" fmla="*/ 8872360 w 13158797"/>
              <a:gd name="connsiteY121" fmla="*/ 1412075 h 9456078"/>
              <a:gd name="connsiteX122" fmla="*/ 8909808 w 13158797"/>
              <a:gd name="connsiteY122" fmla="*/ 1380375 h 9456078"/>
              <a:gd name="connsiteX123" fmla="*/ 8947501 w 13158797"/>
              <a:gd name="connsiteY123" fmla="*/ 1349004 h 9456078"/>
              <a:gd name="connsiteX124" fmla="*/ 8985435 w 13158797"/>
              <a:gd name="connsiteY124" fmla="*/ 1317962 h 9456078"/>
              <a:gd name="connsiteX125" fmla="*/ 9023610 w 13158797"/>
              <a:gd name="connsiteY125" fmla="*/ 1287250 h 9456078"/>
              <a:gd name="connsiteX126" fmla="*/ 9062022 w 13158797"/>
              <a:gd name="connsiteY126" fmla="*/ 1256869 h 9456078"/>
              <a:gd name="connsiteX127" fmla="*/ 9100669 w 13158797"/>
              <a:gd name="connsiteY127" fmla="*/ 1226820 h 9456078"/>
              <a:gd name="connsiteX128" fmla="*/ 9139549 w 13158797"/>
              <a:gd name="connsiteY128" fmla="*/ 1197105 h 9456078"/>
              <a:gd name="connsiteX129" fmla="*/ 9178660 w 13158797"/>
              <a:gd name="connsiteY129" fmla="*/ 1167725 h 9456078"/>
              <a:gd name="connsiteX130" fmla="*/ 9217999 w 13158797"/>
              <a:gd name="connsiteY130" fmla="*/ 1138681 h 9456078"/>
              <a:gd name="connsiteX131" fmla="*/ 9257564 w 13158797"/>
              <a:gd name="connsiteY131" fmla="*/ 1109974 h 9456078"/>
              <a:gd name="connsiteX132" fmla="*/ 9297353 w 13158797"/>
              <a:gd name="connsiteY132" fmla="*/ 1081604 h 9456078"/>
              <a:gd name="connsiteX133" fmla="*/ 9337364 w 13158797"/>
              <a:gd name="connsiteY133" fmla="*/ 1053574 h 9456078"/>
              <a:gd name="connsiteX134" fmla="*/ 9377594 w 13158797"/>
              <a:gd name="connsiteY134" fmla="*/ 1025884 h 9456078"/>
              <a:gd name="connsiteX135" fmla="*/ 9418040 w 13158797"/>
              <a:gd name="connsiteY135" fmla="*/ 998536 h 9456078"/>
              <a:gd name="connsiteX136" fmla="*/ 9458702 w 13158797"/>
              <a:gd name="connsiteY136" fmla="*/ 971530 h 9456078"/>
              <a:gd name="connsiteX137" fmla="*/ 9499575 w 13158797"/>
              <a:gd name="connsiteY137" fmla="*/ 944868 h 9456078"/>
              <a:gd name="connsiteX138" fmla="*/ 9540659 w 13158797"/>
              <a:gd name="connsiteY138" fmla="*/ 918551 h 9456078"/>
              <a:gd name="connsiteX139" fmla="*/ 9581950 w 13158797"/>
              <a:gd name="connsiteY139" fmla="*/ 892580 h 9456078"/>
              <a:gd name="connsiteX140" fmla="*/ 9623447 w 13158797"/>
              <a:gd name="connsiteY140" fmla="*/ 866956 h 9456078"/>
              <a:gd name="connsiteX141" fmla="*/ 9665147 w 13158797"/>
              <a:gd name="connsiteY141" fmla="*/ 841681 h 9456078"/>
              <a:gd name="connsiteX142" fmla="*/ 9707048 w 13158797"/>
              <a:gd name="connsiteY142" fmla="*/ 816754 h 9456078"/>
              <a:gd name="connsiteX143" fmla="*/ 9749147 w 13158797"/>
              <a:gd name="connsiteY143" fmla="*/ 792179 h 9456078"/>
              <a:gd name="connsiteX144" fmla="*/ 9791443 w 13158797"/>
              <a:gd name="connsiteY144" fmla="*/ 767955 h 9456078"/>
              <a:gd name="connsiteX145" fmla="*/ 9833932 w 13158797"/>
              <a:gd name="connsiteY145" fmla="*/ 744083 h 9456078"/>
              <a:gd name="connsiteX146" fmla="*/ 9876613 w 13158797"/>
              <a:gd name="connsiteY146" fmla="*/ 720566 h 9456078"/>
              <a:gd name="connsiteX147" fmla="*/ 9919484 w 13158797"/>
              <a:gd name="connsiteY147" fmla="*/ 697404 h 9456078"/>
              <a:gd name="connsiteX148" fmla="*/ 9962542 w 13158797"/>
              <a:gd name="connsiteY148" fmla="*/ 674598 h 9456078"/>
              <a:gd name="connsiteX149" fmla="*/ 10005784 w 13158797"/>
              <a:gd name="connsiteY149" fmla="*/ 652149 h 9456078"/>
              <a:gd name="connsiteX150" fmla="*/ 10049209 w 13158797"/>
              <a:gd name="connsiteY150" fmla="*/ 630059 h 9456078"/>
              <a:gd name="connsiteX151" fmla="*/ 10092814 w 13158797"/>
              <a:gd name="connsiteY151" fmla="*/ 608328 h 9456078"/>
              <a:gd name="connsiteX152" fmla="*/ 10136597 w 13158797"/>
              <a:gd name="connsiteY152" fmla="*/ 586958 h 9456078"/>
              <a:gd name="connsiteX153" fmla="*/ 10180556 w 13158797"/>
              <a:gd name="connsiteY153" fmla="*/ 565950 h 9456078"/>
              <a:gd name="connsiteX154" fmla="*/ 10224688 w 13158797"/>
              <a:gd name="connsiteY154" fmla="*/ 545304 h 9456078"/>
              <a:gd name="connsiteX155" fmla="*/ 10268991 w 13158797"/>
              <a:gd name="connsiteY155" fmla="*/ 525023 h 9456078"/>
              <a:gd name="connsiteX156" fmla="*/ 10313463 w 13158797"/>
              <a:gd name="connsiteY156" fmla="*/ 505107 h 9456078"/>
              <a:gd name="connsiteX157" fmla="*/ 10358101 w 13158797"/>
              <a:gd name="connsiteY157" fmla="*/ 485558 h 9456078"/>
              <a:gd name="connsiteX158" fmla="*/ 10402903 w 13158797"/>
              <a:gd name="connsiteY158" fmla="*/ 466376 h 9456078"/>
              <a:gd name="connsiteX159" fmla="*/ 10447868 w 13158797"/>
              <a:gd name="connsiteY159" fmla="*/ 447563 h 9456078"/>
              <a:gd name="connsiteX160" fmla="*/ 10492991 w 13158797"/>
              <a:gd name="connsiteY160" fmla="*/ 429119 h 9456078"/>
              <a:gd name="connsiteX161" fmla="*/ 10538272 w 13158797"/>
              <a:gd name="connsiteY161" fmla="*/ 411046 h 9456078"/>
              <a:gd name="connsiteX162" fmla="*/ 10583708 w 13158797"/>
              <a:gd name="connsiteY162" fmla="*/ 393346 h 9456078"/>
              <a:gd name="connsiteX163" fmla="*/ 10629297 w 13158797"/>
              <a:gd name="connsiteY163" fmla="*/ 376018 h 9456078"/>
              <a:gd name="connsiteX164" fmla="*/ 10675036 w 13158797"/>
              <a:gd name="connsiteY164" fmla="*/ 359065 h 9456078"/>
              <a:gd name="connsiteX165" fmla="*/ 10720923 w 13158797"/>
              <a:gd name="connsiteY165" fmla="*/ 342487 h 9456078"/>
              <a:gd name="connsiteX166" fmla="*/ 10766956 w 13158797"/>
              <a:gd name="connsiteY166" fmla="*/ 326286 h 9456078"/>
              <a:gd name="connsiteX167" fmla="*/ 10813132 w 13158797"/>
              <a:gd name="connsiteY167" fmla="*/ 310462 h 9456078"/>
              <a:gd name="connsiteX168" fmla="*/ 10859450 w 13158797"/>
              <a:gd name="connsiteY168" fmla="*/ 295018 h 9456078"/>
              <a:gd name="connsiteX169" fmla="*/ 10905907 w 13158797"/>
              <a:gd name="connsiteY169" fmla="*/ 279953 h 9456078"/>
              <a:gd name="connsiteX170" fmla="*/ 10952500 w 13158797"/>
              <a:gd name="connsiteY170" fmla="*/ 265269 h 9456078"/>
              <a:gd name="connsiteX171" fmla="*/ 10999227 w 13158797"/>
              <a:gd name="connsiteY171" fmla="*/ 250968 h 9456078"/>
              <a:gd name="connsiteX172" fmla="*/ 11046087 w 13158797"/>
              <a:gd name="connsiteY172" fmla="*/ 237049 h 9456078"/>
              <a:gd name="connsiteX173" fmla="*/ 11093076 w 13158797"/>
              <a:gd name="connsiteY173" fmla="*/ 223516 h 9456078"/>
              <a:gd name="connsiteX174" fmla="*/ 11140193 w 13158797"/>
              <a:gd name="connsiteY174" fmla="*/ 210368 h 9456078"/>
              <a:gd name="connsiteX175" fmla="*/ 11187434 w 13158797"/>
              <a:gd name="connsiteY175" fmla="*/ 197606 h 9456078"/>
              <a:gd name="connsiteX176" fmla="*/ 11234799 w 13158797"/>
              <a:gd name="connsiteY176" fmla="*/ 185233 h 9456078"/>
              <a:gd name="connsiteX177" fmla="*/ 11282284 w 13158797"/>
              <a:gd name="connsiteY177" fmla="*/ 173248 h 9456078"/>
              <a:gd name="connsiteX178" fmla="*/ 11329888 w 13158797"/>
              <a:gd name="connsiteY178" fmla="*/ 161654 h 9456078"/>
              <a:gd name="connsiteX179" fmla="*/ 11377607 w 13158797"/>
              <a:gd name="connsiteY179" fmla="*/ 150451 h 9456078"/>
              <a:gd name="connsiteX180" fmla="*/ 11425440 w 13158797"/>
              <a:gd name="connsiteY180" fmla="*/ 139640 h 9456078"/>
              <a:gd name="connsiteX181" fmla="*/ 11473385 w 13158797"/>
              <a:gd name="connsiteY181" fmla="*/ 129223 h 9456078"/>
              <a:gd name="connsiteX182" fmla="*/ 11521439 w 13158797"/>
              <a:gd name="connsiteY182" fmla="*/ 119201 h 9456078"/>
              <a:gd name="connsiteX183" fmla="*/ 11569599 w 13158797"/>
              <a:gd name="connsiteY183" fmla="*/ 109574 h 9456078"/>
              <a:gd name="connsiteX184" fmla="*/ 11617864 w 13158797"/>
              <a:gd name="connsiteY184" fmla="*/ 100344 h 9456078"/>
              <a:gd name="connsiteX185" fmla="*/ 11666231 w 13158797"/>
              <a:gd name="connsiteY185" fmla="*/ 91512 h 9456078"/>
              <a:gd name="connsiteX186" fmla="*/ 11714698 w 13158797"/>
              <a:gd name="connsiteY186" fmla="*/ 83080 h 9456078"/>
              <a:gd name="connsiteX187" fmla="*/ 11763263 w 13158797"/>
              <a:gd name="connsiteY187" fmla="*/ 75047 h 9456078"/>
              <a:gd name="connsiteX188" fmla="*/ 11811923 w 13158797"/>
              <a:gd name="connsiteY188" fmla="*/ 67417 h 9456078"/>
              <a:gd name="connsiteX189" fmla="*/ 11860676 w 13158797"/>
              <a:gd name="connsiteY189" fmla="*/ 60188 h 9456078"/>
              <a:gd name="connsiteX190" fmla="*/ 11909519 w 13158797"/>
              <a:gd name="connsiteY190" fmla="*/ 53364 h 9456078"/>
              <a:gd name="connsiteX191" fmla="*/ 11958451 w 13158797"/>
              <a:gd name="connsiteY191" fmla="*/ 46944 h 9456078"/>
              <a:gd name="connsiteX192" fmla="*/ 12007470 w 13158797"/>
              <a:gd name="connsiteY192" fmla="*/ 40931 h 9456078"/>
              <a:gd name="connsiteX193" fmla="*/ 12056572 w 13158797"/>
              <a:gd name="connsiteY193" fmla="*/ 35324 h 9456078"/>
              <a:gd name="connsiteX194" fmla="*/ 12105756 w 13158797"/>
              <a:gd name="connsiteY194" fmla="*/ 30126 h 9456078"/>
              <a:gd name="connsiteX195" fmla="*/ 12155019 w 13158797"/>
              <a:gd name="connsiteY195" fmla="*/ 25337 h 9456078"/>
              <a:gd name="connsiteX196" fmla="*/ 12204359 w 13158797"/>
              <a:gd name="connsiteY196" fmla="*/ 20958 h 9456078"/>
              <a:gd name="connsiteX197" fmla="*/ 12253773 w 13158797"/>
              <a:gd name="connsiteY197" fmla="*/ 16991 h 9456078"/>
              <a:gd name="connsiteX198" fmla="*/ 12303260 w 13158797"/>
              <a:gd name="connsiteY198" fmla="*/ 13437 h 9456078"/>
              <a:gd name="connsiteX199" fmla="*/ 12352818 w 13158797"/>
              <a:gd name="connsiteY199" fmla="*/ 10297 h 9456078"/>
              <a:gd name="connsiteX200" fmla="*/ 12402443 w 13158797"/>
              <a:gd name="connsiteY200" fmla="*/ 7572 h 9456078"/>
              <a:gd name="connsiteX201" fmla="*/ 12452133 w 13158797"/>
              <a:gd name="connsiteY201" fmla="*/ 5263 h 9456078"/>
              <a:gd name="connsiteX202" fmla="*/ 12501887 w 13158797"/>
              <a:gd name="connsiteY202" fmla="*/ 3371 h 9456078"/>
              <a:gd name="connsiteX203" fmla="*/ 12551701 w 13158797"/>
              <a:gd name="connsiteY203" fmla="*/ 1898 h 9456078"/>
              <a:gd name="connsiteX204" fmla="*/ 12601574 w 13158797"/>
              <a:gd name="connsiteY204" fmla="*/ 844 h 9456078"/>
              <a:gd name="connsiteX205" fmla="*/ 12651504 w 13158797"/>
              <a:gd name="connsiteY205" fmla="*/ 211 h 9456078"/>
              <a:gd name="connsiteX206" fmla="*/ 12701487 w 13158797"/>
              <a:gd name="connsiteY206" fmla="*/ 0 h 9456078"/>
              <a:gd name="connsiteX207" fmla="*/ 13158798 w 13158797"/>
              <a:gd name="connsiteY207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98870 w 13158799"/>
              <a:gd name="connsiteY5" fmla="*/ 9447409 h 9456078"/>
              <a:gd name="connsiteX6" fmla="*/ 348429 w 13158799"/>
              <a:gd name="connsiteY6" fmla="*/ 9444290 h 9456078"/>
              <a:gd name="connsiteX7" fmla="*/ 397907 w 13158799"/>
              <a:gd name="connsiteY7" fmla="*/ 9440698 h 9456078"/>
              <a:gd name="connsiteX8" fmla="*/ 447302 w 13158799"/>
              <a:gd name="connsiteY8" fmla="*/ 9436632 h 9456078"/>
              <a:gd name="connsiteX9" fmla="*/ 496610 w 13158799"/>
              <a:gd name="connsiteY9" fmla="*/ 9432096 h 9456078"/>
              <a:gd name="connsiteX10" fmla="*/ 545829 w 13158799"/>
              <a:gd name="connsiteY10" fmla="*/ 9427089 h 9456078"/>
              <a:gd name="connsiteX11" fmla="*/ 594956 w 13158799"/>
              <a:gd name="connsiteY11" fmla="*/ 9421615 h 9456078"/>
              <a:gd name="connsiteX12" fmla="*/ 643987 w 13158799"/>
              <a:gd name="connsiteY12" fmla="*/ 9415673 h 9456078"/>
              <a:gd name="connsiteX13" fmla="*/ 692920 w 13158799"/>
              <a:gd name="connsiteY13" fmla="*/ 9409267 h 9456078"/>
              <a:gd name="connsiteX14" fmla="*/ 741751 w 13158799"/>
              <a:gd name="connsiteY14" fmla="*/ 9402396 h 9456078"/>
              <a:gd name="connsiteX15" fmla="*/ 790478 w 13158799"/>
              <a:gd name="connsiteY15" fmla="*/ 9395063 h 9456078"/>
              <a:gd name="connsiteX16" fmla="*/ 839098 w 13158799"/>
              <a:gd name="connsiteY16" fmla="*/ 9387270 h 9456078"/>
              <a:gd name="connsiteX17" fmla="*/ 887607 w 13158799"/>
              <a:gd name="connsiteY17" fmla="*/ 9379017 h 9456078"/>
              <a:gd name="connsiteX18" fmla="*/ 936002 w 13158799"/>
              <a:gd name="connsiteY18" fmla="*/ 9370306 h 9456078"/>
              <a:gd name="connsiteX19" fmla="*/ 984281 w 13158799"/>
              <a:gd name="connsiteY19" fmla="*/ 9361139 h 9456078"/>
              <a:gd name="connsiteX20" fmla="*/ 1032440 w 13158799"/>
              <a:gd name="connsiteY20" fmla="*/ 9351517 h 9456078"/>
              <a:gd name="connsiteX21" fmla="*/ 1080477 w 13158799"/>
              <a:gd name="connsiteY21" fmla="*/ 9341441 h 9456078"/>
              <a:gd name="connsiteX22" fmla="*/ 1176172 w 13158799"/>
              <a:gd name="connsiteY22" fmla="*/ 9319936 h 9456078"/>
              <a:gd name="connsiteX23" fmla="*/ 1223823 w 13158799"/>
              <a:gd name="connsiteY23" fmla="*/ 9308509 h 9456078"/>
              <a:gd name="connsiteX24" fmla="*/ 1271339 w 13158799"/>
              <a:gd name="connsiteY24" fmla="*/ 9296635 h 9456078"/>
              <a:gd name="connsiteX25" fmla="*/ 1318719 w 13158799"/>
              <a:gd name="connsiteY25" fmla="*/ 9284315 h 9456078"/>
              <a:gd name="connsiteX26" fmla="*/ 1365957 w 13158799"/>
              <a:gd name="connsiteY26" fmla="*/ 9271550 h 9456078"/>
              <a:gd name="connsiteX27" fmla="*/ 1413052 w 13158799"/>
              <a:gd name="connsiteY27" fmla="*/ 9258342 h 9456078"/>
              <a:gd name="connsiteX28" fmla="*/ 1460000 w 13158799"/>
              <a:gd name="connsiteY28" fmla="*/ 9244693 h 9456078"/>
              <a:gd name="connsiteX29" fmla="*/ 1506799 w 13158799"/>
              <a:gd name="connsiteY29" fmla="*/ 9230604 h 9456078"/>
              <a:gd name="connsiteX30" fmla="*/ 1553445 w 13158799"/>
              <a:gd name="connsiteY30" fmla="*/ 9216076 h 9456078"/>
              <a:gd name="connsiteX31" fmla="*/ 1599935 w 13158799"/>
              <a:gd name="connsiteY31" fmla="*/ 9201111 h 9456078"/>
              <a:gd name="connsiteX32" fmla="*/ 1646267 w 13158799"/>
              <a:gd name="connsiteY32" fmla="*/ 9185710 h 9456078"/>
              <a:gd name="connsiteX33" fmla="*/ 1692437 w 13158799"/>
              <a:gd name="connsiteY33" fmla="*/ 9169876 h 9456078"/>
              <a:gd name="connsiteX34" fmla="*/ 1738442 w 13158799"/>
              <a:gd name="connsiteY34" fmla="*/ 9153608 h 9456078"/>
              <a:gd name="connsiteX35" fmla="*/ 1784280 w 13158799"/>
              <a:gd name="connsiteY35" fmla="*/ 9136910 h 9456078"/>
              <a:gd name="connsiteX36" fmla="*/ 1829947 w 13158799"/>
              <a:gd name="connsiteY36" fmla="*/ 9119782 h 9456078"/>
              <a:gd name="connsiteX37" fmla="*/ 1875440 w 13158799"/>
              <a:gd name="connsiteY37" fmla="*/ 9102226 h 9456078"/>
              <a:gd name="connsiteX38" fmla="*/ 1920756 w 13158799"/>
              <a:gd name="connsiteY38" fmla="*/ 9084243 h 9456078"/>
              <a:gd name="connsiteX39" fmla="*/ 1965893 w 13158799"/>
              <a:gd name="connsiteY39" fmla="*/ 9065835 h 9456078"/>
              <a:gd name="connsiteX40" fmla="*/ 2010847 w 13158799"/>
              <a:gd name="connsiteY40" fmla="*/ 9047004 h 9456078"/>
              <a:gd name="connsiteX41" fmla="*/ 2055615 w 13158799"/>
              <a:gd name="connsiteY41" fmla="*/ 9027750 h 9456078"/>
              <a:gd name="connsiteX42" fmla="*/ 2100195 w 13158799"/>
              <a:gd name="connsiteY42" fmla="*/ 9008075 h 9456078"/>
              <a:gd name="connsiteX43" fmla="*/ 2144582 w 13158799"/>
              <a:gd name="connsiteY43" fmla="*/ 8987981 h 9456078"/>
              <a:gd name="connsiteX44" fmla="*/ 2188775 w 13158799"/>
              <a:gd name="connsiteY44" fmla="*/ 8967470 h 9456078"/>
              <a:gd name="connsiteX45" fmla="*/ 2232770 w 13158799"/>
              <a:gd name="connsiteY45" fmla="*/ 8946542 h 9456078"/>
              <a:gd name="connsiteX46" fmla="*/ 2276564 w 13158799"/>
              <a:gd name="connsiteY46" fmla="*/ 8925199 h 9456078"/>
              <a:gd name="connsiteX47" fmla="*/ 2320154 w 13158799"/>
              <a:gd name="connsiteY47" fmla="*/ 8903443 h 9456078"/>
              <a:gd name="connsiteX48" fmla="*/ 2363538 w 13158799"/>
              <a:gd name="connsiteY48" fmla="*/ 8881275 h 9456078"/>
              <a:gd name="connsiteX49" fmla="*/ 2406711 w 13158799"/>
              <a:gd name="connsiteY49" fmla="*/ 8858697 h 9456078"/>
              <a:gd name="connsiteX50" fmla="*/ 2449672 w 13158799"/>
              <a:gd name="connsiteY50" fmla="*/ 8835710 h 9456078"/>
              <a:gd name="connsiteX51" fmla="*/ 2492417 w 13158799"/>
              <a:gd name="connsiteY51" fmla="*/ 8812316 h 9456078"/>
              <a:gd name="connsiteX52" fmla="*/ 2534943 w 13158799"/>
              <a:gd name="connsiteY52" fmla="*/ 8788516 h 9456078"/>
              <a:gd name="connsiteX53" fmla="*/ 2577247 w 13158799"/>
              <a:gd name="connsiteY53" fmla="*/ 8764311 h 9456078"/>
              <a:gd name="connsiteX54" fmla="*/ 2619326 w 13158799"/>
              <a:gd name="connsiteY54" fmla="*/ 8739704 h 9456078"/>
              <a:gd name="connsiteX55" fmla="*/ 2661177 w 13158799"/>
              <a:gd name="connsiteY55" fmla="*/ 8714695 h 9456078"/>
              <a:gd name="connsiteX56" fmla="*/ 2702797 w 13158799"/>
              <a:gd name="connsiteY56" fmla="*/ 8689286 h 9456078"/>
              <a:gd name="connsiteX57" fmla="*/ 2744183 w 13158799"/>
              <a:gd name="connsiteY57" fmla="*/ 8663479 h 9456078"/>
              <a:gd name="connsiteX58" fmla="*/ 2785333 w 13158799"/>
              <a:gd name="connsiteY58" fmla="*/ 8637274 h 9456078"/>
              <a:gd name="connsiteX59" fmla="*/ 2826242 w 13158799"/>
              <a:gd name="connsiteY59" fmla="*/ 8610675 h 9456078"/>
              <a:gd name="connsiteX60" fmla="*/ 2866908 w 13158799"/>
              <a:gd name="connsiteY60" fmla="*/ 8583681 h 9456078"/>
              <a:gd name="connsiteX61" fmla="*/ 2907329 w 13158799"/>
              <a:gd name="connsiteY61" fmla="*/ 8556295 h 9456078"/>
              <a:gd name="connsiteX62" fmla="*/ 2947500 w 13158799"/>
              <a:gd name="connsiteY62" fmla="*/ 8528517 h 9456078"/>
              <a:gd name="connsiteX63" fmla="*/ 2987419 w 13158799"/>
              <a:gd name="connsiteY63" fmla="*/ 8500351 h 9456078"/>
              <a:gd name="connsiteX64" fmla="*/ 3027083 w 13158799"/>
              <a:gd name="connsiteY64" fmla="*/ 8471796 h 9456078"/>
              <a:gd name="connsiteX65" fmla="*/ 3066489 w 13158799"/>
              <a:gd name="connsiteY65" fmla="*/ 8442854 h 9456078"/>
              <a:gd name="connsiteX66" fmla="*/ 3105634 w 13158799"/>
              <a:gd name="connsiteY66" fmla="*/ 8413528 h 9456078"/>
              <a:gd name="connsiteX67" fmla="*/ 3144515 w 13158799"/>
              <a:gd name="connsiteY67" fmla="*/ 8383818 h 9456078"/>
              <a:gd name="connsiteX68" fmla="*/ 3183129 w 13158799"/>
              <a:gd name="connsiteY68" fmla="*/ 8353726 h 9456078"/>
              <a:gd name="connsiteX69" fmla="*/ 3221473 w 13158799"/>
              <a:gd name="connsiteY69" fmla="*/ 8323253 h 9456078"/>
              <a:gd name="connsiteX70" fmla="*/ 3259544 w 13158799"/>
              <a:gd name="connsiteY70" fmla="*/ 8292401 h 9456078"/>
              <a:gd name="connsiteX71" fmla="*/ 3297339 w 13158799"/>
              <a:gd name="connsiteY71" fmla="*/ 8261172 h 9456078"/>
              <a:gd name="connsiteX72" fmla="*/ 3334854 w 13158799"/>
              <a:gd name="connsiteY72" fmla="*/ 8229566 h 9456078"/>
              <a:gd name="connsiteX73" fmla="*/ 3372087 w 13158799"/>
              <a:gd name="connsiteY73" fmla="*/ 8197585 h 9456078"/>
              <a:gd name="connsiteX74" fmla="*/ 3409035 w 13158799"/>
              <a:gd name="connsiteY74" fmla="*/ 8165232 h 9456078"/>
              <a:gd name="connsiteX75" fmla="*/ 3445695 w 13158799"/>
              <a:gd name="connsiteY75" fmla="*/ 8132507 h 9456078"/>
              <a:gd name="connsiteX76" fmla="*/ 3482064 w 13158799"/>
              <a:gd name="connsiteY76" fmla="*/ 8099411 h 9456078"/>
              <a:gd name="connsiteX77" fmla="*/ 3518139 w 13158799"/>
              <a:gd name="connsiteY77" fmla="*/ 8065947 h 9456078"/>
              <a:gd name="connsiteX78" fmla="*/ 3553916 w 13158799"/>
              <a:gd name="connsiteY78" fmla="*/ 8032115 h 9456078"/>
              <a:gd name="connsiteX79" fmla="*/ 3589393 w 13158799"/>
              <a:gd name="connsiteY79" fmla="*/ 7997918 h 9456078"/>
              <a:gd name="connsiteX80" fmla="*/ 3624567 w 13158799"/>
              <a:gd name="connsiteY80" fmla="*/ 7963356 h 9456078"/>
              <a:gd name="connsiteX81" fmla="*/ 3659435 w 13158799"/>
              <a:gd name="connsiteY81" fmla="*/ 7928432 h 9456078"/>
              <a:gd name="connsiteX82" fmla="*/ 3693994 w 13158799"/>
              <a:gd name="connsiteY82" fmla="*/ 7893146 h 9456078"/>
              <a:gd name="connsiteX83" fmla="*/ 3728240 w 13158799"/>
              <a:gd name="connsiteY83" fmla="*/ 7857501 h 9456078"/>
              <a:gd name="connsiteX84" fmla="*/ 3762171 w 13158799"/>
              <a:gd name="connsiteY84" fmla="*/ 7821497 h 9456078"/>
              <a:gd name="connsiteX85" fmla="*/ 3795783 w 13158799"/>
              <a:gd name="connsiteY85" fmla="*/ 7785136 h 9456078"/>
              <a:gd name="connsiteX86" fmla="*/ 3829075 w 13158799"/>
              <a:gd name="connsiteY86" fmla="*/ 7748420 h 9456078"/>
              <a:gd name="connsiteX87" fmla="*/ 3862042 w 13158799"/>
              <a:gd name="connsiteY87" fmla="*/ 7711350 h 9456078"/>
              <a:gd name="connsiteX88" fmla="*/ 3894682 w 13158799"/>
              <a:gd name="connsiteY88" fmla="*/ 7673928 h 9456078"/>
              <a:gd name="connsiteX89" fmla="*/ 3926991 w 13158799"/>
              <a:gd name="connsiteY89" fmla="*/ 7636155 h 9456078"/>
              <a:gd name="connsiteX90" fmla="*/ 3958967 w 13158799"/>
              <a:gd name="connsiteY90" fmla="*/ 7598032 h 9456078"/>
              <a:gd name="connsiteX91" fmla="*/ 3990607 w 13158799"/>
              <a:gd name="connsiteY91" fmla="*/ 7559561 h 9456078"/>
              <a:gd name="connsiteX92" fmla="*/ 4021907 w 13158799"/>
              <a:gd name="connsiteY92" fmla="*/ 7520744 h 9456078"/>
              <a:gd name="connsiteX93" fmla="*/ 4052865 w 13158799"/>
              <a:gd name="connsiteY93" fmla="*/ 7481582 h 9456078"/>
              <a:gd name="connsiteX94" fmla="*/ 4083478 w 13158799"/>
              <a:gd name="connsiteY94" fmla="*/ 7442077 h 9456078"/>
              <a:gd name="connsiteX95" fmla="*/ 8022311 w 13158799"/>
              <a:gd name="connsiteY95" fmla="*/ 2307814 h 9456078"/>
              <a:gd name="connsiteX96" fmla="*/ 8052902 w 13158799"/>
              <a:gd name="connsiteY96" fmla="*/ 2268285 h 9456078"/>
              <a:gd name="connsiteX97" fmla="*/ 8083796 w 13158799"/>
              <a:gd name="connsiteY97" fmla="*/ 2229056 h 9456078"/>
              <a:gd name="connsiteX98" fmla="*/ 8114989 w 13158799"/>
              <a:gd name="connsiteY98" fmla="*/ 2190127 h 9456078"/>
              <a:gd name="connsiteX99" fmla="*/ 8146479 w 13158799"/>
              <a:gd name="connsiteY99" fmla="*/ 2151500 h 9456078"/>
              <a:gd name="connsiteX100" fmla="*/ 8178264 w 13158799"/>
              <a:gd name="connsiteY100" fmla="*/ 2113176 h 9456078"/>
              <a:gd name="connsiteX101" fmla="*/ 8210341 w 13158799"/>
              <a:gd name="connsiteY101" fmla="*/ 2075157 h 9456078"/>
              <a:gd name="connsiteX102" fmla="*/ 8242709 w 13158799"/>
              <a:gd name="connsiteY102" fmla="*/ 2037442 h 9456078"/>
              <a:gd name="connsiteX103" fmla="*/ 8275365 w 13158799"/>
              <a:gd name="connsiteY103" fmla="*/ 2000034 h 9456078"/>
              <a:gd name="connsiteX104" fmla="*/ 8308307 w 13158799"/>
              <a:gd name="connsiteY104" fmla="*/ 1962934 h 9456078"/>
              <a:gd name="connsiteX105" fmla="*/ 8341532 w 13158799"/>
              <a:gd name="connsiteY105" fmla="*/ 1926142 h 9456078"/>
              <a:gd name="connsiteX106" fmla="*/ 8375038 w 13158799"/>
              <a:gd name="connsiteY106" fmla="*/ 1889660 h 9456078"/>
              <a:gd name="connsiteX107" fmla="*/ 8408823 w 13158799"/>
              <a:gd name="connsiteY107" fmla="*/ 1853489 h 9456078"/>
              <a:gd name="connsiteX108" fmla="*/ 8442885 w 13158799"/>
              <a:gd name="connsiteY108" fmla="*/ 1817630 h 9456078"/>
              <a:gd name="connsiteX109" fmla="*/ 8477221 w 13158799"/>
              <a:gd name="connsiteY109" fmla="*/ 1782084 h 9456078"/>
              <a:gd name="connsiteX110" fmla="*/ 8511829 w 13158799"/>
              <a:gd name="connsiteY110" fmla="*/ 1746853 h 9456078"/>
              <a:gd name="connsiteX111" fmla="*/ 8546706 w 13158799"/>
              <a:gd name="connsiteY111" fmla="*/ 1711937 h 9456078"/>
              <a:gd name="connsiteX112" fmla="*/ 8581851 w 13158799"/>
              <a:gd name="connsiteY112" fmla="*/ 1677337 h 9456078"/>
              <a:gd name="connsiteX113" fmla="*/ 8617261 w 13158799"/>
              <a:gd name="connsiteY113" fmla="*/ 1643056 h 9456078"/>
              <a:gd name="connsiteX114" fmla="*/ 8652934 w 13158799"/>
              <a:gd name="connsiteY114" fmla="*/ 1609093 h 9456078"/>
              <a:gd name="connsiteX115" fmla="*/ 8688867 w 13158799"/>
              <a:gd name="connsiteY115" fmla="*/ 1575450 h 9456078"/>
              <a:gd name="connsiteX116" fmla="*/ 8725058 w 13158799"/>
              <a:gd name="connsiteY116" fmla="*/ 1542128 h 9456078"/>
              <a:gd name="connsiteX117" fmla="*/ 8761506 w 13158799"/>
              <a:gd name="connsiteY117" fmla="*/ 1509129 h 9456078"/>
              <a:gd name="connsiteX118" fmla="*/ 8798207 w 13158799"/>
              <a:gd name="connsiteY118" fmla="*/ 1476452 h 9456078"/>
              <a:gd name="connsiteX119" fmla="*/ 8835159 w 13158799"/>
              <a:gd name="connsiteY119" fmla="*/ 1444101 h 9456078"/>
              <a:gd name="connsiteX120" fmla="*/ 8872360 w 13158799"/>
              <a:gd name="connsiteY120" fmla="*/ 1412075 h 9456078"/>
              <a:gd name="connsiteX121" fmla="*/ 8909808 w 13158799"/>
              <a:gd name="connsiteY121" fmla="*/ 1380375 h 9456078"/>
              <a:gd name="connsiteX122" fmla="*/ 8947501 w 13158799"/>
              <a:gd name="connsiteY122" fmla="*/ 1349004 h 9456078"/>
              <a:gd name="connsiteX123" fmla="*/ 8985435 w 13158799"/>
              <a:gd name="connsiteY123" fmla="*/ 1317962 h 9456078"/>
              <a:gd name="connsiteX124" fmla="*/ 9023610 w 13158799"/>
              <a:gd name="connsiteY124" fmla="*/ 1287250 h 9456078"/>
              <a:gd name="connsiteX125" fmla="*/ 9062022 w 13158799"/>
              <a:gd name="connsiteY125" fmla="*/ 1256869 h 9456078"/>
              <a:gd name="connsiteX126" fmla="*/ 9100669 w 13158799"/>
              <a:gd name="connsiteY126" fmla="*/ 1226820 h 9456078"/>
              <a:gd name="connsiteX127" fmla="*/ 9139549 w 13158799"/>
              <a:gd name="connsiteY127" fmla="*/ 1197105 h 9456078"/>
              <a:gd name="connsiteX128" fmla="*/ 9178660 w 13158799"/>
              <a:gd name="connsiteY128" fmla="*/ 1167725 h 9456078"/>
              <a:gd name="connsiteX129" fmla="*/ 9217999 w 13158799"/>
              <a:gd name="connsiteY129" fmla="*/ 1138681 h 9456078"/>
              <a:gd name="connsiteX130" fmla="*/ 9257564 w 13158799"/>
              <a:gd name="connsiteY130" fmla="*/ 1109974 h 9456078"/>
              <a:gd name="connsiteX131" fmla="*/ 9297353 w 13158799"/>
              <a:gd name="connsiteY131" fmla="*/ 1081604 h 9456078"/>
              <a:gd name="connsiteX132" fmla="*/ 9337364 w 13158799"/>
              <a:gd name="connsiteY132" fmla="*/ 1053574 h 9456078"/>
              <a:gd name="connsiteX133" fmla="*/ 9377594 w 13158799"/>
              <a:gd name="connsiteY133" fmla="*/ 1025884 h 9456078"/>
              <a:gd name="connsiteX134" fmla="*/ 9418040 w 13158799"/>
              <a:gd name="connsiteY134" fmla="*/ 998536 h 9456078"/>
              <a:gd name="connsiteX135" fmla="*/ 9458702 w 13158799"/>
              <a:gd name="connsiteY135" fmla="*/ 971530 h 9456078"/>
              <a:gd name="connsiteX136" fmla="*/ 9499575 w 13158799"/>
              <a:gd name="connsiteY136" fmla="*/ 944868 h 9456078"/>
              <a:gd name="connsiteX137" fmla="*/ 9540659 w 13158799"/>
              <a:gd name="connsiteY137" fmla="*/ 918551 h 9456078"/>
              <a:gd name="connsiteX138" fmla="*/ 9581950 w 13158799"/>
              <a:gd name="connsiteY138" fmla="*/ 892580 h 9456078"/>
              <a:gd name="connsiteX139" fmla="*/ 9623447 w 13158799"/>
              <a:gd name="connsiteY139" fmla="*/ 866956 h 9456078"/>
              <a:gd name="connsiteX140" fmla="*/ 9665147 w 13158799"/>
              <a:gd name="connsiteY140" fmla="*/ 841681 h 9456078"/>
              <a:gd name="connsiteX141" fmla="*/ 9707048 w 13158799"/>
              <a:gd name="connsiteY141" fmla="*/ 816754 h 9456078"/>
              <a:gd name="connsiteX142" fmla="*/ 9749147 w 13158799"/>
              <a:gd name="connsiteY142" fmla="*/ 792179 h 9456078"/>
              <a:gd name="connsiteX143" fmla="*/ 9791443 w 13158799"/>
              <a:gd name="connsiteY143" fmla="*/ 767955 h 9456078"/>
              <a:gd name="connsiteX144" fmla="*/ 9833932 w 13158799"/>
              <a:gd name="connsiteY144" fmla="*/ 744083 h 9456078"/>
              <a:gd name="connsiteX145" fmla="*/ 9876613 w 13158799"/>
              <a:gd name="connsiteY145" fmla="*/ 720566 h 9456078"/>
              <a:gd name="connsiteX146" fmla="*/ 9919484 w 13158799"/>
              <a:gd name="connsiteY146" fmla="*/ 697404 h 9456078"/>
              <a:gd name="connsiteX147" fmla="*/ 9962542 w 13158799"/>
              <a:gd name="connsiteY147" fmla="*/ 674598 h 9456078"/>
              <a:gd name="connsiteX148" fmla="*/ 10005784 w 13158799"/>
              <a:gd name="connsiteY148" fmla="*/ 652149 h 9456078"/>
              <a:gd name="connsiteX149" fmla="*/ 10049209 w 13158799"/>
              <a:gd name="connsiteY149" fmla="*/ 630059 h 9456078"/>
              <a:gd name="connsiteX150" fmla="*/ 10092814 w 13158799"/>
              <a:gd name="connsiteY150" fmla="*/ 608328 h 9456078"/>
              <a:gd name="connsiteX151" fmla="*/ 10136597 w 13158799"/>
              <a:gd name="connsiteY151" fmla="*/ 586958 h 9456078"/>
              <a:gd name="connsiteX152" fmla="*/ 10180556 w 13158799"/>
              <a:gd name="connsiteY152" fmla="*/ 565950 h 9456078"/>
              <a:gd name="connsiteX153" fmla="*/ 10224688 w 13158799"/>
              <a:gd name="connsiteY153" fmla="*/ 545304 h 9456078"/>
              <a:gd name="connsiteX154" fmla="*/ 10268991 w 13158799"/>
              <a:gd name="connsiteY154" fmla="*/ 525023 h 9456078"/>
              <a:gd name="connsiteX155" fmla="*/ 10313463 w 13158799"/>
              <a:gd name="connsiteY155" fmla="*/ 505107 h 9456078"/>
              <a:gd name="connsiteX156" fmla="*/ 10358101 w 13158799"/>
              <a:gd name="connsiteY156" fmla="*/ 485558 h 9456078"/>
              <a:gd name="connsiteX157" fmla="*/ 10402903 w 13158799"/>
              <a:gd name="connsiteY157" fmla="*/ 466376 h 9456078"/>
              <a:gd name="connsiteX158" fmla="*/ 10447868 w 13158799"/>
              <a:gd name="connsiteY158" fmla="*/ 447563 h 9456078"/>
              <a:gd name="connsiteX159" fmla="*/ 10492991 w 13158799"/>
              <a:gd name="connsiteY159" fmla="*/ 429119 h 9456078"/>
              <a:gd name="connsiteX160" fmla="*/ 10538272 w 13158799"/>
              <a:gd name="connsiteY160" fmla="*/ 411046 h 9456078"/>
              <a:gd name="connsiteX161" fmla="*/ 10583708 w 13158799"/>
              <a:gd name="connsiteY161" fmla="*/ 393346 h 9456078"/>
              <a:gd name="connsiteX162" fmla="*/ 10629297 w 13158799"/>
              <a:gd name="connsiteY162" fmla="*/ 376018 h 9456078"/>
              <a:gd name="connsiteX163" fmla="*/ 10675036 w 13158799"/>
              <a:gd name="connsiteY163" fmla="*/ 359065 h 9456078"/>
              <a:gd name="connsiteX164" fmla="*/ 10720923 w 13158799"/>
              <a:gd name="connsiteY164" fmla="*/ 342487 h 9456078"/>
              <a:gd name="connsiteX165" fmla="*/ 10766956 w 13158799"/>
              <a:gd name="connsiteY165" fmla="*/ 326286 h 9456078"/>
              <a:gd name="connsiteX166" fmla="*/ 10813132 w 13158799"/>
              <a:gd name="connsiteY166" fmla="*/ 310462 h 9456078"/>
              <a:gd name="connsiteX167" fmla="*/ 10859450 w 13158799"/>
              <a:gd name="connsiteY167" fmla="*/ 295018 h 9456078"/>
              <a:gd name="connsiteX168" fmla="*/ 10905907 w 13158799"/>
              <a:gd name="connsiteY168" fmla="*/ 279953 h 9456078"/>
              <a:gd name="connsiteX169" fmla="*/ 10952500 w 13158799"/>
              <a:gd name="connsiteY169" fmla="*/ 265269 h 9456078"/>
              <a:gd name="connsiteX170" fmla="*/ 10999227 w 13158799"/>
              <a:gd name="connsiteY170" fmla="*/ 250968 h 9456078"/>
              <a:gd name="connsiteX171" fmla="*/ 11046087 w 13158799"/>
              <a:gd name="connsiteY171" fmla="*/ 237049 h 9456078"/>
              <a:gd name="connsiteX172" fmla="*/ 11093076 w 13158799"/>
              <a:gd name="connsiteY172" fmla="*/ 223516 h 9456078"/>
              <a:gd name="connsiteX173" fmla="*/ 11140193 w 13158799"/>
              <a:gd name="connsiteY173" fmla="*/ 210368 h 9456078"/>
              <a:gd name="connsiteX174" fmla="*/ 11187434 w 13158799"/>
              <a:gd name="connsiteY174" fmla="*/ 197606 h 9456078"/>
              <a:gd name="connsiteX175" fmla="*/ 11234799 w 13158799"/>
              <a:gd name="connsiteY175" fmla="*/ 185233 h 9456078"/>
              <a:gd name="connsiteX176" fmla="*/ 11282284 w 13158799"/>
              <a:gd name="connsiteY176" fmla="*/ 173248 h 9456078"/>
              <a:gd name="connsiteX177" fmla="*/ 11329888 w 13158799"/>
              <a:gd name="connsiteY177" fmla="*/ 161654 h 9456078"/>
              <a:gd name="connsiteX178" fmla="*/ 11377607 w 13158799"/>
              <a:gd name="connsiteY178" fmla="*/ 150451 h 9456078"/>
              <a:gd name="connsiteX179" fmla="*/ 11425440 w 13158799"/>
              <a:gd name="connsiteY179" fmla="*/ 139640 h 9456078"/>
              <a:gd name="connsiteX180" fmla="*/ 11473385 w 13158799"/>
              <a:gd name="connsiteY180" fmla="*/ 129223 h 9456078"/>
              <a:gd name="connsiteX181" fmla="*/ 11521439 w 13158799"/>
              <a:gd name="connsiteY181" fmla="*/ 119201 h 9456078"/>
              <a:gd name="connsiteX182" fmla="*/ 11569599 w 13158799"/>
              <a:gd name="connsiteY182" fmla="*/ 109574 h 9456078"/>
              <a:gd name="connsiteX183" fmla="*/ 11617864 w 13158799"/>
              <a:gd name="connsiteY183" fmla="*/ 100344 h 9456078"/>
              <a:gd name="connsiteX184" fmla="*/ 11666231 w 13158799"/>
              <a:gd name="connsiteY184" fmla="*/ 91512 h 9456078"/>
              <a:gd name="connsiteX185" fmla="*/ 11714698 w 13158799"/>
              <a:gd name="connsiteY185" fmla="*/ 83080 h 9456078"/>
              <a:gd name="connsiteX186" fmla="*/ 11763263 w 13158799"/>
              <a:gd name="connsiteY186" fmla="*/ 75047 h 9456078"/>
              <a:gd name="connsiteX187" fmla="*/ 11811923 w 13158799"/>
              <a:gd name="connsiteY187" fmla="*/ 67417 h 9456078"/>
              <a:gd name="connsiteX188" fmla="*/ 11860676 w 13158799"/>
              <a:gd name="connsiteY188" fmla="*/ 60188 h 9456078"/>
              <a:gd name="connsiteX189" fmla="*/ 11909519 w 13158799"/>
              <a:gd name="connsiteY189" fmla="*/ 53364 h 9456078"/>
              <a:gd name="connsiteX190" fmla="*/ 11958451 w 13158799"/>
              <a:gd name="connsiteY190" fmla="*/ 46944 h 9456078"/>
              <a:gd name="connsiteX191" fmla="*/ 12007470 w 13158799"/>
              <a:gd name="connsiteY191" fmla="*/ 40931 h 9456078"/>
              <a:gd name="connsiteX192" fmla="*/ 12056572 w 13158799"/>
              <a:gd name="connsiteY192" fmla="*/ 35324 h 9456078"/>
              <a:gd name="connsiteX193" fmla="*/ 12105756 w 13158799"/>
              <a:gd name="connsiteY193" fmla="*/ 30126 h 9456078"/>
              <a:gd name="connsiteX194" fmla="*/ 12155019 w 13158799"/>
              <a:gd name="connsiteY194" fmla="*/ 25337 h 9456078"/>
              <a:gd name="connsiteX195" fmla="*/ 12204359 w 13158799"/>
              <a:gd name="connsiteY195" fmla="*/ 20958 h 9456078"/>
              <a:gd name="connsiteX196" fmla="*/ 12253773 w 13158799"/>
              <a:gd name="connsiteY196" fmla="*/ 16991 h 9456078"/>
              <a:gd name="connsiteX197" fmla="*/ 12303260 w 13158799"/>
              <a:gd name="connsiteY197" fmla="*/ 13437 h 9456078"/>
              <a:gd name="connsiteX198" fmla="*/ 12352818 w 13158799"/>
              <a:gd name="connsiteY198" fmla="*/ 10297 h 9456078"/>
              <a:gd name="connsiteX199" fmla="*/ 12402443 w 13158799"/>
              <a:gd name="connsiteY199" fmla="*/ 7572 h 9456078"/>
              <a:gd name="connsiteX200" fmla="*/ 12452133 w 13158799"/>
              <a:gd name="connsiteY200" fmla="*/ 5263 h 9456078"/>
              <a:gd name="connsiteX201" fmla="*/ 12501887 w 13158799"/>
              <a:gd name="connsiteY201" fmla="*/ 3371 h 9456078"/>
              <a:gd name="connsiteX202" fmla="*/ 12551701 w 13158799"/>
              <a:gd name="connsiteY202" fmla="*/ 1898 h 9456078"/>
              <a:gd name="connsiteX203" fmla="*/ 12601574 w 13158799"/>
              <a:gd name="connsiteY203" fmla="*/ 844 h 9456078"/>
              <a:gd name="connsiteX204" fmla="*/ 12651504 w 13158799"/>
              <a:gd name="connsiteY204" fmla="*/ 211 h 9456078"/>
              <a:gd name="connsiteX205" fmla="*/ 12701487 w 13158799"/>
              <a:gd name="connsiteY205" fmla="*/ 0 h 9456078"/>
              <a:gd name="connsiteX206" fmla="*/ 13158798 w 13158799"/>
              <a:gd name="connsiteY206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76172 w 13158797"/>
              <a:gd name="connsiteY22" fmla="*/ 9319936 h 9456078"/>
              <a:gd name="connsiteX23" fmla="*/ 1223823 w 13158797"/>
              <a:gd name="connsiteY23" fmla="*/ 9308509 h 9456078"/>
              <a:gd name="connsiteX24" fmla="*/ 1271339 w 13158797"/>
              <a:gd name="connsiteY24" fmla="*/ 9296635 h 9456078"/>
              <a:gd name="connsiteX25" fmla="*/ 1318719 w 13158797"/>
              <a:gd name="connsiteY25" fmla="*/ 9284315 h 9456078"/>
              <a:gd name="connsiteX26" fmla="*/ 1365957 w 13158797"/>
              <a:gd name="connsiteY26" fmla="*/ 9271550 h 9456078"/>
              <a:gd name="connsiteX27" fmla="*/ 1413052 w 13158797"/>
              <a:gd name="connsiteY27" fmla="*/ 9258342 h 9456078"/>
              <a:gd name="connsiteX28" fmla="*/ 1460000 w 13158797"/>
              <a:gd name="connsiteY28" fmla="*/ 9244693 h 9456078"/>
              <a:gd name="connsiteX29" fmla="*/ 1506799 w 13158797"/>
              <a:gd name="connsiteY29" fmla="*/ 9230604 h 9456078"/>
              <a:gd name="connsiteX30" fmla="*/ 1553445 w 13158797"/>
              <a:gd name="connsiteY30" fmla="*/ 9216076 h 9456078"/>
              <a:gd name="connsiteX31" fmla="*/ 1599935 w 13158797"/>
              <a:gd name="connsiteY31" fmla="*/ 9201111 h 9456078"/>
              <a:gd name="connsiteX32" fmla="*/ 1646267 w 13158797"/>
              <a:gd name="connsiteY32" fmla="*/ 9185710 h 9456078"/>
              <a:gd name="connsiteX33" fmla="*/ 1692437 w 13158797"/>
              <a:gd name="connsiteY33" fmla="*/ 9169876 h 9456078"/>
              <a:gd name="connsiteX34" fmla="*/ 1738442 w 13158797"/>
              <a:gd name="connsiteY34" fmla="*/ 9153608 h 9456078"/>
              <a:gd name="connsiteX35" fmla="*/ 1784280 w 13158797"/>
              <a:gd name="connsiteY35" fmla="*/ 9136910 h 9456078"/>
              <a:gd name="connsiteX36" fmla="*/ 1829947 w 13158797"/>
              <a:gd name="connsiteY36" fmla="*/ 9119782 h 9456078"/>
              <a:gd name="connsiteX37" fmla="*/ 1875440 w 13158797"/>
              <a:gd name="connsiteY37" fmla="*/ 9102226 h 9456078"/>
              <a:gd name="connsiteX38" fmla="*/ 1920756 w 13158797"/>
              <a:gd name="connsiteY38" fmla="*/ 9084243 h 9456078"/>
              <a:gd name="connsiteX39" fmla="*/ 1965893 w 13158797"/>
              <a:gd name="connsiteY39" fmla="*/ 9065835 h 9456078"/>
              <a:gd name="connsiteX40" fmla="*/ 2055615 w 13158797"/>
              <a:gd name="connsiteY40" fmla="*/ 9027750 h 9456078"/>
              <a:gd name="connsiteX41" fmla="*/ 2100195 w 13158797"/>
              <a:gd name="connsiteY41" fmla="*/ 9008075 h 9456078"/>
              <a:gd name="connsiteX42" fmla="*/ 2144582 w 13158797"/>
              <a:gd name="connsiteY42" fmla="*/ 8987981 h 9456078"/>
              <a:gd name="connsiteX43" fmla="*/ 2188775 w 13158797"/>
              <a:gd name="connsiteY43" fmla="*/ 8967470 h 9456078"/>
              <a:gd name="connsiteX44" fmla="*/ 2232770 w 13158797"/>
              <a:gd name="connsiteY44" fmla="*/ 8946542 h 9456078"/>
              <a:gd name="connsiteX45" fmla="*/ 2276564 w 13158797"/>
              <a:gd name="connsiteY45" fmla="*/ 8925199 h 9456078"/>
              <a:gd name="connsiteX46" fmla="*/ 2320154 w 13158797"/>
              <a:gd name="connsiteY46" fmla="*/ 8903443 h 9456078"/>
              <a:gd name="connsiteX47" fmla="*/ 2363538 w 13158797"/>
              <a:gd name="connsiteY47" fmla="*/ 8881275 h 9456078"/>
              <a:gd name="connsiteX48" fmla="*/ 2406711 w 13158797"/>
              <a:gd name="connsiteY48" fmla="*/ 8858697 h 9456078"/>
              <a:gd name="connsiteX49" fmla="*/ 2449672 w 13158797"/>
              <a:gd name="connsiteY49" fmla="*/ 8835710 h 9456078"/>
              <a:gd name="connsiteX50" fmla="*/ 2492417 w 13158797"/>
              <a:gd name="connsiteY50" fmla="*/ 8812316 h 9456078"/>
              <a:gd name="connsiteX51" fmla="*/ 2534943 w 13158797"/>
              <a:gd name="connsiteY51" fmla="*/ 8788516 h 9456078"/>
              <a:gd name="connsiteX52" fmla="*/ 2577247 w 13158797"/>
              <a:gd name="connsiteY52" fmla="*/ 8764311 h 9456078"/>
              <a:gd name="connsiteX53" fmla="*/ 2619326 w 13158797"/>
              <a:gd name="connsiteY53" fmla="*/ 8739704 h 9456078"/>
              <a:gd name="connsiteX54" fmla="*/ 2661177 w 13158797"/>
              <a:gd name="connsiteY54" fmla="*/ 8714695 h 9456078"/>
              <a:gd name="connsiteX55" fmla="*/ 2702797 w 13158797"/>
              <a:gd name="connsiteY55" fmla="*/ 8689286 h 9456078"/>
              <a:gd name="connsiteX56" fmla="*/ 2744183 w 13158797"/>
              <a:gd name="connsiteY56" fmla="*/ 8663479 h 9456078"/>
              <a:gd name="connsiteX57" fmla="*/ 2785333 w 13158797"/>
              <a:gd name="connsiteY57" fmla="*/ 8637274 h 9456078"/>
              <a:gd name="connsiteX58" fmla="*/ 2826242 w 13158797"/>
              <a:gd name="connsiteY58" fmla="*/ 8610675 h 9456078"/>
              <a:gd name="connsiteX59" fmla="*/ 2866908 w 13158797"/>
              <a:gd name="connsiteY59" fmla="*/ 8583681 h 9456078"/>
              <a:gd name="connsiteX60" fmla="*/ 2907329 w 13158797"/>
              <a:gd name="connsiteY60" fmla="*/ 8556295 h 9456078"/>
              <a:gd name="connsiteX61" fmla="*/ 2947500 w 13158797"/>
              <a:gd name="connsiteY61" fmla="*/ 8528517 h 9456078"/>
              <a:gd name="connsiteX62" fmla="*/ 2987419 w 13158797"/>
              <a:gd name="connsiteY62" fmla="*/ 8500351 h 9456078"/>
              <a:gd name="connsiteX63" fmla="*/ 3027083 w 13158797"/>
              <a:gd name="connsiteY63" fmla="*/ 8471796 h 9456078"/>
              <a:gd name="connsiteX64" fmla="*/ 3066489 w 13158797"/>
              <a:gd name="connsiteY64" fmla="*/ 8442854 h 9456078"/>
              <a:gd name="connsiteX65" fmla="*/ 3105634 w 13158797"/>
              <a:gd name="connsiteY65" fmla="*/ 8413528 h 9456078"/>
              <a:gd name="connsiteX66" fmla="*/ 3144515 w 13158797"/>
              <a:gd name="connsiteY66" fmla="*/ 8383818 h 9456078"/>
              <a:gd name="connsiteX67" fmla="*/ 3183129 w 13158797"/>
              <a:gd name="connsiteY67" fmla="*/ 8353726 h 9456078"/>
              <a:gd name="connsiteX68" fmla="*/ 3221473 w 13158797"/>
              <a:gd name="connsiteY68" fmla="*/ 8323253 h 9456078"/>
              <a:gd name="connsiteX69" fmla="*/ 3259544 w 13158797"/>
              <a:gd name="connsiteY69" fmla="*/ 8292401 h 9456078"/>
              <a:gd name="connsiteX70" fmla="*/ 3297339 w 13158797"/>
              <a:gd name="connsiteY70" fmla="*/ 8261172 h 9456078"/>
              <a:gd name="connsiteX71" fmla="*/ 3334854 w 13158797"/>
              <a:gd name="connsiteY71" fmla="*/ 8229566 h 9456078"/>
              <a:gd name="connsiteX72" fmla="*/ 3372087 w 13158797"/>
              <a:gd name="connsiteY72" fmla="*/ 8197585 h 9456078"/>
              <a:gd name="connsiteX73" fmla="*/ 3409035 w 13158797"/>
              <a:gd name="connsiteY73" fmla="*/ 8165232 h 9456078"/>
              <a:gd name="connsiteX74" fmla="*/ 3445695 w 13158797"/>
              <a:gd name="connsiteY74" fmla="*/ 8132507 h 9456078"/>
              <a:gd name="connsiteX75" fmla="*/ 3482064 w 13158797"/>
              <a:gd name="connsiteY75" fmla="*/ 8099411 h 9456078"/>
              <a:gd name="connsiteX76" fmla="*/ 3518139 w 13158797"/>
              <a:gd name="connsiteY76" fmla="*/ 8065947 h 9456078"/>
              <a:gd name="connsiteX77" fmla="*/ 3553916 w 13158797"/>
              <a:gd name="connsiteY77" fmla="*/ 8032115 h 9456078"/>
              <a:gd name="connsiteX78" fmla="*/ 3589393 w 13158797"/>
              <a:gd name="connsiteY78" fmla="*/ 7997918 h 9456078"/>
              <a:gd name="connsiteX79" fmla="*/ 3624567 w 13158797"/>
              <a:gd name="connsiteY79" fmla="*/ 7963356 h 9456078"/>
              <a:gd name="connsiteX80" fmla="*/ 3659435 w 13158797"/>
              <a:gd name="connsiteY80" fmla="*/ 7928432 h 9456078"/>
              <a:gd name="connsiteX81" fmla="*/ 3693994 w 13158797"/>
              <a:gd name="connsiteY81" fmla="*/ 7893146 h 9456078"/>
              <a:gd name="connsiteX82" fmla="*/ 3728240 w 13158797"/>
              <a:gd name="connsiteY82" fmla="*/ 7857501 h 9456078"/>
              <a:gd name="connsiteX83" fmla="*/ 3762171 w 13158797"/>
              <a:gd name="connsiteY83" fmla="*/ 7821497 h 9456078"/>
              <a:gd name="connsiteX84" fmla="*/ 3795783 w 13158797"/>
              <a:gd name="connsiteY84" fmla="*/ 7785136 h 9456078"/>
              <a:gd name="connsiteX85" fmla="*/ 3829075 w 13158797"/>
              <a:gd name="connsiteY85" fmla="*/ 7748420 h 9456078"/>
              <a:gd name="connsiteX86" fmla="*/ 3862042 w 13158797"/>
              <a:gd name="connsiteY86" fmla="*/ 7711350 h 9456078"/>
              <a:gd name="connsiteX87" fmla="*/ 3894682 w 13158797"/>
              <a:gd name="connsiteY87" fmla="*/ 7673928 h 9456078"/>
              <a:gd name="connsiteX88" fmla="*/ 3926991 w 13158797"/>
              <a:gd name="connsiteY88" fmla="*/ 7636155 h 9456078"/>
              <a:gd name="connsiteX89" fmla="*/ 3958967 w 13158797"/>
              <a:gd name="connsiteY89" fmla="*/ 7598032 h 9456078"/>
              <a:gd name="connsiteX90" fmla="*/ 3990607 w 13158797"/>
              <a:gd name="connsiteY90" fmla="*/ 7559561 h 9456078"/>
              <a:gd name="connsiteX91" fmla="*/ 4021907 w 13158797"/>
              <a:gd name="connsiteY91" fmla="*/ 7520744 h 9456078"/>
              <a:gd name="connsiteX92" fmla="*/ 4052865 w 13158797"/>
              <a:gd name="connsiteY92" fmla="*/ 7481582 h 9456078"/>
              <a:gd name="connsiteX93" fmla="*/ 4083478 w 13158797"/>
              <a:gd name="connsiteY93" fmla="*/ 7442077 h 9456078"/>
              <a:gd name="connsiteX94" fmla="*/ 8022311 w 13158797"/>
              <a:gd name="connsiteY94" fmla="*/ 2307814 h 9456078"/>
              <a:gd name="connsiteX95" fmla="*/ 8052902 w 13158797"/>
              <a:gd name="connsiteY95" fmla="*/ 2268285 h 9456078"/>
              <a:gd name="connsiteX96" fmla="*/ 8083796 w 13158797"/>
              <a:gd name="connsiteY96" fmla="*/ 2229056 h 9456078"/>
              <a:gd name="connsiteX97" fmla="*/ 8114989 w 13158797"/>
              <a:gd name="connsiteY97" fmla="*/ 2190127 h 9456078"/>
              <a:gd name="connsiteX98" fmla="*/ 8146479 w 13158797"/>
              <a:gd name="connsiteY98" fmla="*/ 2151500 h 9456078"/>
              <a:gd name="connsiteX99" fmla="*/ 8178264 w 13158797"/>
              <a:gd name="connsiteY99" fmla="*/ 2113176 h 9456078"/>
              <a:gd name="connsiteX100" fmla="*/ 8210341 w 13158797"/>
              <a:gd name="connsiteY100" fmla="*/ 2075157 h 9456078"/>
              <a:gd name="connsiteX101" fmla="*/ 8242709 w 13158797"/>
              <a:gd name="connsiteY101" fmla="*/ 2037442 h 9456078"/>
              <a:gd name="connsiteX102" fmla="*/ 8275365 w 13158797"/>
              <a:gd name="connsiteY102" fmla="*/ 2000034 h 9456078"/>
              <a:gd name="connsiteX103" fmla="*/ 8308307 w 13158797"/>
              <a:gd name="connsiteY103" fmla="*/ 1962934 h 9456078"/>
              <a:gd name="connsiteX104" fmla="*/ 8341532 w 13158797"/>
              <a:gd name="connsiteY104" fmla="*/ 1926142 h 9456078"/>
              <a:gd name="connsiteX105" fmla="*/ 8375038 w 13158797"/>
              <a:gd name="connsiteY105" fmla="*/ 1889660 h 9456078"/>
              <a:gd name="connsiteX106" fmla="*/ 8408823 w 13158797"/>
              <a:gd name="connsiteY106" fmla="*/ 1853489 h 9456078"/>
              <a:gd name="connsiteX107" fmla="*/ 8442885 w 13158797"/>
              <a:gd name="connsiteY107" fmla="*/ 1817630 h 9456078"/>
              <a:gd name="connsiteX108" fmla="*/ 8477221 w 13158797"/>
              <a:gd name="connsiteY108" fmla="*/ 1782084 h 9456078"/>
              <a:gd name="connsiteX109" fmla="*/ 8511829 w 13158797"/>
              <a:gd name="connsiteY109" fmla="*/ 1746853 h 9456078"/>
              <a:gd name="connsiteX110" fmla="*/ 8546706 w 13158797"/>
              <a:gd name="connsiteY110" fmla="*/ 1711937 h 9456078"/>
              <a:gd name="connsiteX111" fmla="*/ 8581851 w 13158797"/>
              <a:gd name="connsiteY111" fmla="*/ 1677337 h 9456078"/>
              <a:gd name="connsiteX112" fmla="*/ 8617261 w 13158797"/>
              <a:gd name="connsiteY112" fmla="*/ 1643056 h 9456078"/>
              <a:gd name="connsiteX113" fmla="*/ 8652934 w 13158797"/>
              <a:gd name="connsiteY113" fmla="*/ 1609093 h 9456078"/>
              <a:gd name="connsiteX114" fmla="*/ 8688867 w 13158797"/>
              <a:gd name="connsiteY114" fmla="*/ 1575450 h 9456078"/>
              <a:gd name="connsiteX115" fmla="*/ 8725058 w 13158797"/>
              <a:gd name="connsiteY115" fmla="*/ 1542128 h 9456078"/>
              <a:gd name="connsiteX116" fmla="*/ 8761506 w 13158797"/>
              <a:gd name="connsiteY116" fmla="*/ 1509129 h 9456078"/>
              <a:gd name="connsiteX117" fmla="*/ 8798207 w 13158797"/>
              <a:gd name="connsiteY117" fmla="*/ 1476452 h 9456078"/>
              <a:gd name="connsiteX118" fmla="*/ 8835159 w 13158797"/>
              <a:gd name="connsiteY118" fmla="*/ 1444101 h 9456078"/>
              <a:gd name="connsiteX119" fmla="*/ 8872360 w 13158797"/>
              <a:gd name="connsiteY119" fmla="*/ 1412075 h 9456078"/>
              <a:gd name="connsiteX120" fmla="*/ 8909808 w 13158797"/>
              <a:gd name="connsiteY120" fmla="*/ 1380375 h 9456078"/>
              <a:gd name="connsiteX121" fmla="*/ 8947501 w 13158797"/>
              <a:gd name="connsiteY121" fmla="*/ 1349004 h 9456078"/>
              <a:gd name="connsiteX122" fmla="*/ 8985435 w 13158797"/>
              <a:gd name="connsiteY122" fmla="*/ 1317962 h 9456078"/>
              <a:gd name="connsiteX123" fmla="*/ 9023610 w 13158797"/>
              <a:gd name="connsiteY123" fmla="*/ 1287250 h 9456078"/>
              <a:gd name="connsiteX124" fmla="*/ 9062022 w 13158797"/>
              <a:gd name="connsiteY124" fmla="*/ 1256869 h 9456078"/>
              <a:gd name="connsiteX125" fmla="*/ 9100669 w 13158797"/>
              <a:gd name="connsiteY125" fmla="*/ 1226820 h 9456078"/>
              <a:gd name="connsiteX126" fmla="*/ 9139549 w 13158797"/>
              <a:gd name="connsiteY126" fmla="*/ 1197105 h 9456078"/>
              <a:gd name="connsiteX127" fmla="*/ 9178660 w 13158797"/>
              <a:gd name="connsiteY127" fmla="*/ 1167725 h 9456078"/>
              <a:gd name="connsiteX128" fmla="*/ 9217999 w 13158797"/>
              <a:gd name="connsiteY128" fmla="*/ 1138681 h 9456078"/>
              <a:gd name="connsiteX129" fmla="*/ 9257564 w 13158797"/>
              <a:gd name="connsiteY129" fmla="*/ 1109974 h 9456078"/>
              <a:gd name="connsiteX130" fmla="*/ 9297353 w 13158797"/>
              <a:gd name="connsiteY130" fmla="*/ 1081604 h 9456078"/>
              <a:gd name="connsiteX131" fmla="*/ 9337364 w 13158797"/>
              <a:gd name="connsiteY131" fmla="*/ 1053574 h 9456078"/>
              <a:gd name="connsiteX132" fmla="*/ 9377594 w 13158797"/>
              <a:gd name="connsiteY132" fmla="*/ 1025884 h 9456078"/>
              <a:gd name="connsiteX133" fmla="*/ 9418040 w 13158797"/>
              <a:gd name="connsiteY133" fmla="*/ 998536 h 9456078"/>
              <a:gd name="connsiteX134" fmla="*/ 9458702 w 13158797"/>
              <a:gd name="connsiteY134" fmla="*/ 971530 h 9456078"/>
              <a:gd name="connsiteX135" fmla="*/ 9499575 w 13158797"/>
              <a:gd name="connsiteY135" fmla="*/ 944868 h 9456078"/>
              <a:gd name="connsiteX136" fmla="*/ 9540659 w 13158797"/>
              <a:gd name="connsiteY136" fmla="*/ 918551 h 9456078"/>
              <a:gd name="connsiteX137" fmla="*/ 9581950 w 13158797"/>
              <a:gd name="connsiteY137" fmla="*/ 892580 h 9456078"/>
              <a:gd name="connsiteX138" fmla="*/ 9623447 w 13158797"/>
              <a:gd name="connsiteY138" fmla="*/ 866956 h 9456078"/>
              <a:gd name="connsiteX139" fmla="*/ 9665147 w 13158797"/>
              <a:gd name="connsiteY139" fmla="*/ 841681 h 9456078"/>
              <a:gd name="connsiteX140" fmla="*/ 9707048 w 13158797"/>
              <a:gd name="connsiteY140" fmla="*/ 816754 h 9456078"/>
              <a:gd name="connsiteX141" fmla="*/ 9749147 w 13158797"/>
              <a:gd name="connsiteY141" fmla="*/ 792179 h 9456078"/>
              <a:gd name="connsiteX142" fmla="*/ 9791443 w 13158797"/>
              <a:gd name="connsiteY142" fmla="*/ 767955 h 9456078"/>
              <a:gd name="connsiteX143" fmla="*/ 9833932 w 13158797"/>
              <a:gd name="connsiteY143" fmla="*/ 744083 h 9456078"/>
              <a:gd name="connsiteX144" fmla="*/ 9876613 w 13158797"/>
              <a:gd name="connsiteY144" fmla="*/ 720566 h 9456078"/>
              <a:gd name="connsiteX145" fmla="*/ 9919484 w 13158797"/>
              <a:gd name="connsiteY145" fmla="*/ 697404 h 9456078"/>
              <a:gd name="connsiteX146" fmla="*/ 9962542 w 13158797"/>
              <a:gd name="connsiteY146" fmla="*/ 674598 h 9456078"/>
              <a:gd name="connsiteX147" fmla="*/ 10005784 w 13158797"/>
              <a:gd name="connsiteY147" fmla="*/ 652149 h 9456078"/>
              <a:gd name="connsiteX148" fmla="*/ 10049209 w 13158797"/>
              <a:gd name="connsiteY148" fmla="*/ 630059 h 9456078"/>
              <a:gd name="connsiteX149" fmla="*/ 10092814 w 13158797"/>
              <a:gd name="connsiteY149" fmla="*/ 608328 h 9456078"/>
              <a:gd name="connsiteX150" fmla="*/ 10136597 w 13158797"/>
              <a:gd name="connsiteY150" fmla="*/ 586958 h 9456078"/>
              <a:gd name="connsiteX151" fmla="*/ 10180556 w 13158797"/>
              <a:gd name="connsiteY151" fmla="*/ 565950 h 9456078"/>
              <a:gd name="connsiteX152" fmla="*/ 10224688 w 13158797"/>
              <a:gd name="connsiteY152" fmla="*/ 545304 h 9456078"/>
              <a:gd name="connsiteX153" fmla="*/ 10268991 w 13158797"/>
              <a:gd name="connsiteY153" fmla="*/ 525023 h 9456078"/>
              <a:gd name="connsiteX154" fmla="*/ 10313463 w 13158797"/>
              <a:gd name="connsiteY154" fmla="*/ 505107 h 9456078"/>
              <a:gd name="connsiteX155" fmla="*/ 10358101 w 13158797"/>
              <a:gd name="connsiteY155" fmla="*/ 485558 h 9456078"/>
              <a:gd name="connsiteX156" fmla="*/ 10402903 w 13158797"/>
              <a:gd name="connsiteY156" fmla="*/ 466376 h 9456078"/>
              <a:gd name="connsiteX157" fmla="*/ 10447868 w 13158797"/>
              <a:gd name="connsiteY157" fmla="*/ 447563 h 9456078"/>
              <a:gd name="connsiteX158" fmla="*/ 10492991 w 13158797"/>
              <a:gd name="connsiteY158" fmla="*/ 429119 h 9456078"/>
              <a:gd name="connsiteX159" fmla="*/ 10538272 w 13158797"/>
              <a:gd name="connsiteY159" fmla="*/ 411046 h 9456078"/>
              <a:gd name="connsiteX160" fmla="*/ 10583708 w 13158797"/>
              <a:gd name="connsiteY160" fmla="*/ 393346 h 9456078"/>
              <a:gd name="connsiteX161" fmla="*/ 10629297 w 13158797"/>
              <a:gd name="connsiteY161" fmla="*/ 376018 h 9456078"/>
              <a:gd name="connsiteX162" fmla="*/ 10675036 w 13158797"/>
              <a:gd name="connsiteY162" fmla="*/ 359065 h 9456078"/>
              <a:gd name="connsiteX163" fmla="*/ 10720923 w 13158797"/>
              <a:gd name="connsiteY163" fmla="*/ 342487 h 9456078"/>
              <a:gd name="connsiteX164" fmla="*/ 10766956 w 13158797"/>
              <a:gd name="connsiteY164" fmla="*/ 326286 h 9456078"/>
              <a:gd name="connsiteX165" fmla="*/ 10813132 w 13158797"/>
              <a:gd name="connsiteY165" fmla="*/ 310462 h 9456078"/>
              <a:gd name="connsiteX166" fmla="*/ 10859450 w 13158797"/>
              <a:gd name="connsiteY166" fmla="*/ 295018 h 9456078"/>
              <a:gd name="connsiteX167" fmla="*/ 10905907 w 13158797"/>
              <a:gd name="connsiteY167" fmla="*/ 279953 h 9456078"/>
              <a:gd name="connsiteX168" fmla="*/ 10952500 w 13158797"/>
              <a:gd name="connsiteY168" fmla="*/ 265269 h 9456078"/>
              <a:gd name="connsiteX169" fmla="*/ 10999227 w 13158797"/>
              <a:gd name="connsiteY169" fmla="*/ 250968 h 9456078"/>
              <a:gd name="connsiteX170" fmla="*/ 11046087 w 13158797"/>
              <a:gd name="connsiteY170" fmla="*/ 237049 h 9456078"/>
              <a:gd name="connsiteX171" fmla="*/ 11093076 w 13158797"/>
              <a:gd name="connsiteY171" fmla="*/ 223516 h 9456078"/>
              <a:gd name="connsiteX172" fmla="*/ 11140193 w 13158797"/>
              <a:gd name="connsiteY172" fmla="*/ 210368 h 9456078"/>
              <a:gd name="connsiteX173" fmla="*/ 11187434 w 13158797"/>
              <a:gd name="connsiteY173" fmla="*/ 197606 h 9456078"/>
              <a:gd name="connsiteX174" fmla="*/ 11234799 w 13158797"/>
              <a:gd name="connsiteY174" fmla="*/ 185233 h 9456078"/>
              <a:gd name="connsiteX175" fmla="*/ 11282284 w 13158797"/>
              <a:gd name="connsiteY175" fmla="*/ 173248 h 9456078"/>
              <a:gd name="connsiteX176" fmla="*/ 11329888 w 13158797"/>
              <a:gd name="connsiteY176" fmla="*/ 161654 h 9456078"/>
              <a:gd name="connsiteX177" fmla="*/ 11377607 w 13158797"/>
              <a:gd name="connsiteY177" fmla="*/ 150451 h 9456078"/>
              <a:gd name="connsiteX178" fmla="*/ 11425440 w 13158797"/>
              <a:gd name="connsiteY178" fmla="*/ 139640 h 9456078"/>
              <a:gd name="connsiteX179" fmla="*/ 11473385 w 13158797"/>
              <a:gd name="connsiteY179" fmla="*/ 129223 h 9456078"/>
              <a:gd name="connsiteX180" fmla="*/ 11521439 w 13158797"/>
              <a:gd name="connsiteY180" fmla="*/ 119201 h 9456078"/>
              <a:gd name="connsiteX181" fmla="*/ 11569599 w 13158797"/>
              <a:gd name="connsiteY181" fmla="*/ 109574 h 9456078"/>
              <a:gd name="connsiteX182" fmla="*/ 11617864 w 13158797"/>
              <a:gd name="connsiteY182" fmla="*/ 100344 h 9456078"/>
              <a:gd name="connsiteX183" fmla="*/ 11666231 w 13158797"/>
              <a:gd name="connsiteY183" fmla="*/ 91512 h 9456078"/>
              <a:gd name="connsiteX184" fmla="*/ 11714698 w 13158797"/>
              <a:gd name="connsiteY184" fmla="*/ 83080 h 9456078"/>
              <a:gd name="connsiteX185" fmla="*/ 11763263 w 13158797"/>
              <a:gd name="connsiteY185" fmla="*/ 75047 h 9456078"/>
              <a:gd name="connsiteX186" fmla="*/ 11811923 w 13158797"/>
              <a:gd name="connsiteY186" fmla="*/ 67417 h 9456078"/>
              <a:gd name="connsiteX187" fmla="*/ 11860676 w 13158797"/>
              <a:gd name="connsiteY187" fmla="*/ 60188 h 9456078"/>
              <a:gd name="connsiteX188" fmla="*/ 11909519 w 13158797"/>
              <a:gd name="connsiteY188" fmla="*/ 53364 h 9456078"/>
              <a:gd name="connsiteX189" fmla="*/ 11958451 w 13158797"/>
              <a:gd name="connsiteY189" fmla="*/ 46944 h 9456078"/>
              <a:gd name="connsiteX190" fmla="*/ 12007470 w 13158797"/>
              <a:gd name="connsiteY190" fmla="*/ 40931 h 9456078"/>
              <a:gd name="connsiteX191" fmla="*/ 12056572 w 13158797"/>
              <a:gd name="connsiteY191" fmla="*/ 35324 h 9456078"/>
              <a:gd name="connsiteX192" fmla="*/ 12105756 w 13158797"/>
              <a:gd name="connsiteY192" fmla="*/ 30126 h 9456078"/>
              <a:gd name="connsiteX193" fmla="*/ 12155019 w 13158797"/>
              <a:gd name="connsiteY193" fmla="*/ 25337 h 9456078"/>
              <a:gd name="connsiteX194" fmla="*/ 12204359 w 13158797"/>
              <a:gd name="connsiteY194" fmla="*/ 20958 h 9456078"/>
              <a:gd name="connsiteX195" fmla="*/ 12253773 w 13158797"/>
              <a:gd name="connsiteY195" fmla="*/ 16991 h 9456078"/>
              <a:gd name="connsiteX196" fmla="*/ 12303260 w 13158797"/>
              <a:gd name="connsiteY196" fmla="*/ 13437 h 9456078"/>
              <a:gd name="connsiteX197" fmla="*/ 12352818 w 13158797"/>
              <a:gd name="connsiteY197" fmla="*/ 10297 h 9456078"/>
              <a:gd name="connsiteX198" fmla="*/ 12402443 w 13158797"/>
              <a:gd name="connsiteY198" fmla="*/ 7572 h 9456078"/>
              <a:gd name="connsiteX199" fmla="*/ 12452133 w 13158797"/>
              <a:gd name="connsiteY199" fmla="*/ 5263 h 9456078"/>
              <a:gd name="connsiteX200" fmla="*/ 12501887 w 13158797"/>
              <a:gd name="connsiteY200" fmla="*/ 3371 h 9456078"/>
              <a:gd name="connsiteX201" fmla="*/ 12551701 w 13158797"/>
              <a:gd name="connsiteY201" fmla="*/ 1898 h 9456078"/>
              <a:gd name="connsiteX202" fmla="*/ 12601574 w 13158797"/>
              <a:gd name="connsiteY202" fmla="*/ 844 h 9456078"/>
              <a:gd name="connsiteX203" fmla="*/ 12651504 w 13158797"/>
              <a:gd name="connsiteY203" fmla="*/ 211 h 9456078"/>
              <a:gd name="connsiteX204" fmla="*/ 12701487 w 13158797"/>
              <a:gd name="connsiteY204" fmla="*/ 0 h 9456078"/>
              <a:gd name="connsiteX205" fmla="*/ 13158798 w 13158797"/>
              <a:gd name="connsiteY205" fmla="*/ 0 h 94560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</a:cxnLst>
            <a:rect l="l" t="t" r="r" b="b"/>
            <a:pathLst>
              <a:path w="13158797" h="9456078">
                <a:moveTo>
                  <a:pt x="0" y="9456078"/>
                </a:moveTo>
                <a:lnTo>
                  <a:pt x="49977" y="9455836"/>
                </a:lnTo>
                <a:lnTo>
                  <a:pt x="99893" y="9455111"/>
                </a:lnTo>
                <a:lnTo>
                  <a:pt x="149742" y="9453904"/>
                </a:lnTo>
                <a:lnTo>
                  <a:pt x="199524" y="9452217"/>
                </a:lnTo>
                <a:lnTo>
                  <a:pt x="298870" y="9447409"/>
                </a:lnTo>
                <a:lnTo>
                  <a:pt x="348429" y="9444290"/>
                </a:lnTo>
                <a:lnTo>
                  <a:pt x="397907" y="9440698"/>
                </a:lnTo>
                <a:lnTo>
                  <a:pt x="447302" y="9436632"/>
                </a:lnTo>
                <a:lnTo>
                  <a:pt x="496610" y="9432096"/>
                </a:lnTo>
                <a:lnTo>
                  <a:pt x="545829" y="9427089"/>
                </a:lnTo>
                <a:lnTo>
                  <a:pt x="594956" y="9421615"/>
                </a:lnTo>
                <a:lnTo>
                  <a:pt x="643987" y="9415673"/>
                </a:lnTo>
                <a:lnTo>
                  <a:pt x="692920" y="9409267"/>
                </a:lnTo>
                <a:lnTo>
                  <a:pt x="741751" y="9402396"/>
                </a:lnTo>
                <a:lnTo>
                  <a:pt x="790478" y="9395063"/>
                </a:lnTo>
                <a:lnTo>
                  <a:pt x="839098" y="9387270"/>
                </a:lnTo>
                <a:lnTo>
                  <a:pt x="887607" y="9379017"/>
                </a:lnTo>
                <a:lnTo>
                  <a:pt x="936002" y="9370306"/>
                </a:lnTo>
                <a:lnTo>
                  <a:pt x="984281" y="9361139"/>
                </a:lnTo>
                <a:lnTo>
                  <a:pt x="1032440" y="9351517"/>
                </a:lnTo>
                <a:lnTo>
                  <a:pt x="1080477" y="9341441"/>
                </a:lnTo>
                <a:lnTo>
                  <a:pt x="1176172" y="9319936"/>
                </a:lnTo>
                <a:lnTo>
                  <a:pt x="1223823" y="9308509"/>
                </a:lnTo>
                <a:lnTo>
                  <a:pt x="1271339" y="9296635"/>
                </a:lnTo>
                <a:lnTo>
                  <a:pt x="1318719" y="9284315"/>
                </a:lnTo>
                <a:lnTo>
                  <a:pt x="1365957" y="9271550"/>
                </a:lnTo>
                <a:lnTo>
                  <a:pt x="1413052" y="9258342"/>
                </a:lnTo>
                <a:lnTo>
                  <a:pt x="1460000" y="9244693"/>
                </a:lnTo>
                <a:lnTo>
                  <a:pt x="1506799" y="9230604"/>
                </a:lnTo>
                <a:lnTo>
                  <a:pt x="1553445" y="9216076"/>
                </a:lnTo>
                <a:lnTo>
                  <a:pt x="1599935" y="9201111"/>
                </a:lnTo>
                <a:lnTo>
                  <a:pt x="1646267" y="9185710"/>
                </a:lnTo>
                <a:lnTo>
                  <a:pt x="1692437" y="9169876"/>
                </a:lnTo>
                <a:lnTo>
                  <a:pt x="1738442" y="9153608"/>
                </a:lnTo>
                <a:lnTo>
                  <a:pt x="1784280" y="9136910"/>
                </a:lnTo>
                <a:lnTo>
                  <a:pt x="1829947" y="9119782"/>
                </a:lnTo>
                <a:lnTo>
                  <a:pt x="1875440" y="9102226"/>
                </a:lnTo>
                <a:lnTo>
                  <a:pt x="1920756" y="9084243"/>
                </a:lnTo>
                <a:lnTo>
                  <a:pt x="1965893" y="9065835"/>
                </a:lnTo>
                <a:lnTo>
                  <a:pt x="2055615" y="9027750"/>
                </a:lnTo>
                <a:lnTo>
                  <a:pt x="2100195" y="9008075"/>
                </a:lnTo>
                <a:lnTo>
                  <a:pt x="2144582" y="8987981"/>
                </a:lnTo>
                <a:lnTo>
                  <a:pt x="2188775" y="8967470"/>
                </a:lnTo>
                <a:lnTo>
                  <a:pt x="2232770" y="8946542"/>
                </a:lnTo>
                <a:lnTo>
                  <a:pt x="2276564" y="8925199"/>
                </a:lnTo>
                <a:lnTo>
                  <a:pt x="2320154" y="8903443"/>
                </a:lnTo>
                <a:lnTo>
                  <a:pt x="2363538" y="8881275"/>
                </a:lnTo>
                <a:lnTo>
                  <a:pt x="2406711" y="8858697"/>
                </a:lnTo>
                <a:lnTo>
                  <a:pt x="2449672" y="8835710"/>
                </a:lnTo>
                <a:lnTo>
                  <a:pt x="2492417" y="8812316"/>
                </a:lnTo>
                <a:lnTo>
                  <a:pt x="2534943" y="8788516"/>
                </a:lnTo>
                <a:lnTo>
                  <a:pt x="2577247" y="8764311"/>
                </a:lnTo>
                <a:lnTo>
                  <a:pt x="2619326" y="8739704"/>
                </a:lnTo>
                <a:lnTo>
                  <a:pt x="2661177" y="8714695"/>
                </a:lnTo>
                <a:lnTo>
                  <a:pt x="2702797" y="8689286"/>
                </a:lnTo>
                <a:lnTo>
                  <a:pt x="2744183" y="8663479"/>
                </a:lnTo>
                <a:lnTo>
                  <a:pt x="2785333" y="8637274"/>
                </a:lnTo>
                <a:lnTo>
                  <a:pt x="2826242" y="8610675"/>
                </a:lnTo>
                <a:lnTo>
                  <a:pt x="2866908" y="8583681"/>
                </a:lnTo>
                <a:lnTo>
                  <a:pt x="2907329" y="8556295"/>
                </a:lnTo>
                <a:lnTo>
                  <a:pt x="2947500" y="8528517"/>
                </a:lnTo>
                <a:lnTo>
                  <a:pt x="2987419" y="8500351"/>
                </a:lnTo>
                <a:lnTo>
                  <a:pt x="3027083" y="8471796"/>
                </a:lnTo>
                <a:lnTo>
                  <a:pt x="3066489" y="8442854"/>
                </a:lnTo>
                <a:lnTo>
                  <a:pt x="3105634" y="8413528"/>
                </a:lnTo>
                <a:lnTo>
                  <a:pt x="3144515" y="8383818"/>
                </a:lnTo>
                <a:lnTo>
                  <a:pt x="3183129" y="8353726"/>
                </a:lnTo>
                <a:lnTo>
                  <a:pt x="3221473" y="8323253"/>
                </a:lnTo>
                <a:lnTo>
                  <a:pt x="3259544" y="8292401"/>
                </a:lnTo>
                <a:lnTo>
                  <a:pt x="3297339" y="8261172"/>
                </a:lnTo>
                <a:lnTo>
                  <a:pt x="3334854" y="8229566"/>
                </a:lnTo>
                <a:lnTo>
                  <a:pt x="3372087" y="8197585"/>
                </a:lnTo>
                <a:lnTo>
                  <a:pt x="3409035" y="8165232"/>
                </a:lnTo>
                <a:lnTo>
                  <a:pt x="3445695" y="8132507"/>
                </a:lnTo>
                <a:lnTo>
                  <a:pt x="3482064" y="8099411"/>
                </a:lnTo>
                <a:lnTo>
                  <a:pt x="3518139" y="8065947"/>
                </a:lnTo>
                <a:lnTo>
                  <a:pt x="3553916" y="8032115"/>
                </a:lnTo>
                <a:lnTo>
                  <a:pt x="3589393" y="7997918"/>
                </a:lnTo>
                <a:lnTo>
                  <a:pt x="3624567" y="7963356"/>
                </a:lnTo>
                <a:lnTo>
                  <a:pt x="3659435" y="7928432"/>
                </a:lnTo>
                <a:lnTo>
                  <a:pt x="3693994" y="7893146"/>
                </a:lnTo>
                <a:lnTo>
                  <a:pt x="3728240" y="7857501"/>
                </a:lnTo>
                <a:lnTo>
                  <a:pt x="3762171" y="7821497"/>
                </a:lnTo>
                <a:lnTo>
                  <a:pt x="3795783" y="7785136"/>
                </a:lnTo>
                <a:lnTo>
                  <a:pt x="3829075" y="7748420"/>
                </a:lnTo>
                <a:lnTo>
                  <a:pt x="3862042" y="7711350"/>
                </a:lnTo>
                <a:lnTo>
                  <a:pt x="3894682" y="7673928"/>
                </a:lnTo>
                <a:lnTo>
                  <a:pt x="3926991" y="7636155"/>
                </a:lnTo>
                <a:lnTo>
                  <a:pt x="3958967" y="7598032"/>
                </a:lnTo>
                <a:lnTo>
                  <a:pt x="3990607" y="7559561"/>
                </a:lnTo>
                <a:lnTo>
                  <a:pt x="4021907" y="7520744"/>
                </a:lnTo>
                <a:lnTo>
                  <a:pt x="4052865" y="7481582"/>
                </a:lnTo>
                <a:lnTo>
                  <a:pt x="4083478" y="7442077"/>
                </a:lnTo>
                <a:lnTo>
                  <a:pt x="8022311" y="2307814"/>
                </a:lnTo>
                <a:lnTo>
                  <a:pt x="8052902" y="2268285"/>
                </a:lnTo>
                <a:lnTo>
                  <a:pt x="8083796" y="2229056"/>
                </a:lnTo>
                <a:lnTo>
                  <a:pt x="8114989" y="2190127"/>
                </a:lnTo>
                <a:lnTo>
                  <a:pt x="8146479" y="2151500"/>
                </a:lnTo>
                <a:lnTo>
                  <a:pt x="8178264" y="2113176"/>
                </a:lnTo>
                <a:lnTo>
                  <a:pt x="8210341" y="2075157"/>
                </a:lnTo>
                <a:lnTo>
                  <a:pt x="8242709" y="2037442"/>
                </a:lnTo>
                <a:lnTo>
                  <a:pt x="8275365" y="2000034"/>
                </a:lnTo>
                <a:lnTo>
                  <a:pt x="8308307" y="1962934"/>
                </a:lnTo>
                <a:lnTo>
                  <a:pt x="8341532" y="1926142"/>
                </a:lnTo>
                <a:lnTo>
                  <a:pt x="8375038" y="1889660"/>
                </a:lnTo>
                <a:lnTo>
                  <a:pt x="8408823" y="1853489"/>
                </a:lnTo>
                <a:lnTo>
                  <a:pt x="8442885" y="1817630"/>
                </a:lnTo>
                <a:lnTo>
                  <a:pt x="8477221" y="1782084"/>
                </a:lnTo>
                <a:lnTo>
                  <a:pt x="8511829" y="1746853"/>
                </a:lnTo>
                <a:lnTo>
                  <a:pt x="8546706" y="1711937"/>
                </a:lnTo>
                <a:lnTo>
                  <a:pt x="8581851" y="1677337"/>
                </a:lnTo>
                <a:lnTo>
                  <a:pt x="8617261" y="1643056"/>
                </a:lnTo>
                <a:lnTo>
                  <a:pt x="8652934" y="1609093"/>
                </a:lnTo>
                <a:lnTo>
                  <a:pt x="8688867" y="1575450"/>
                </a:lnTo>
                <a:lnTo>
                  <a:pt x="8725058" y="1542128"/>
                </a:lnTo>
                <a:lnTo>
                  <a:pt x="8761506" y="1509129"/>
                </a:lnTo>
                <a:lnTo>
                  <a:pt x="8798207" y="1476452"/>
                </a:lnTo>
                <a:lnTo>
                  <a:pt x="8835159" y="1444101"/>
                </a:lnTo>
                <a:lnTo>
                  <a:pt x="8872360" y="1412075"/>
                </a:lnTo>
                <a:lnTo>
                  <a:pt x="8909808" y="1380375"/>
                </a:lnTo>
                <a:lnTo>
                  <a:pt x="8947501" y="1349004"/>
                </a:lnTo>
                <a:lnTo>
                  <a:pt x="8985435" y="1317962"/>
                </a:lnTo>
                <a:lnTo>
                  <a:pt x="9023610" y="1287250"/>
                </a:lnTo>
                <a:lnTo>
                  <a:pt x="9062022" y="1256869"/>
                </a:lnTo>
                <a:lnTo>
                  <a:pt x="9100669" y="1226820"/>
                </a:lnTo>
                <a:lnTo>
                  <a:pt x="9139549" y="1197105"/>
                </a:lnTo>
                <a:lnTo>
                  <a:pt x="9178660" y="1167725"/>
                </a:lnTo>
                <a:lnTo>
                  <a:pt x="9217999" y="1138681"/>
                </a:lnTo>
                <a:lnTo>
                  <a:pt x="9257564" y="1109974"/>
                </a:lnTo>
                <a:lnTo>
                  <a:pt x="9297353" y="1081604"/>
                </a:lnTo>
                <a:lnTo>
                  <a:pt x="9337364" y="1053574"/>
                </a:lnTo>
                <a:lnTo>
                  <a:pt x="9377594" y="1025884"/>
                </a:lnTo>
                <a:lnTo>
                  <a:pt x="9418040" y="998536"/>
                </a:lnTo>
                <a:lnTo>
                  <a:pt x="9458702" y="971530"/>
                </a:lnTo>
                <a:lnTo>
                  <a:pt x="9499575" y="944868"/>
                </a:lnTo>
                <a:lnTo>
                  <a:pt x="9540659" y="918551"/>
                </a:lnTo>
                <a:lnTo>
                  <a:pt x="9581950" y="892580"/>
                </a:lnTo>
                <a:lnTo>
                  <a:pt x="9623447" y="866956"/>
                </a:lnTo>
                <a:lnTo>
                  <a:pt x="9665147" y="841681"/>
                </a:lnTo>
                <a:lnTo>
                  <a:pt x="9707048" y="816754"/>
                </a:lnTo>
                <a:lnTo>
                  <a:pt x="9749147" y="792179"/>
                </a:lnTo>
                <a:lnTo>
                  <a:pt x="9791443" y="767955"/>
                </a:lnTo>
                <a:lnTo>
                  <a:pt x="9833932" y="744083"/>
                </a:lnTo>
                <a:lnTo>
                  <a:pt x="9876613" y="720566"/>
                </a:lnTo>
                <a:lnTo>
                  <a:pt x="9919484" y="697404"/>
                </a:lnTo>
                <a:lnTo>
                  <a:pt x="9962542" y="674598"/>
                </a:lnTo>
                <a:lnTo>
                  <a:pt x="10005784" y="652149"/>
                </a:lnTo>
                <a:lnTo>
                  <a:pt x="10049209" y="630059"/>
                </a:lnTo>
                <a:lnTo>
                  <a:pt x="10092814" y="608328"/>
                </a:lnTo>
                <a:lnTo>
                  <a:pt x="10136597" y="586958"/>
                </a:lnTo>
                <a:lnTo>
                  <a:pt x="10180556" y="565950"/>
                </a:lnTo>
                <a:lnTo>
                  <a:pt x="10224688" y="545304"/>
                </a:lnTo>
                <a:lnTo>
                  <a:pt x="10268991" y="525023"/>
                </a:lnTo>
                <a:lnTo>
                  <a:pt x="10313463" y="505107"/>
                </a:lnTo>
                <a:lnTo>
                  <a:pt x="10358101" y="485558"/>
                </a:lnTo>
                <a:lnTo>
                  <a:pt x="10402903" y="466376"/>
                </a:lnTo>
                <a:lnTo>
                  <a:pt x="10447868" y="447563"/>
                </a:lnTo>
                <a:lnTo>
                  <a:pt x="10492991" y="429119"/>
                </a:lnTo>
                <a:lnTo>
                  <a:pt x="10538272" y="411046"/>
                </a:lnTo>
                <a:lnTo>
                  <a:pt x="10583708" y="393346"/>
                </a:lnTo>
                <a:lnTo>
                  <a:pt x="10629297" y="376018"/>
                </a:lnTo>
                <a:lnTo>
                  <a:pt x="10675036" y="359065"/>
                </a:lnTo>
                <a:lnTo>
                  <a:pt x="10720923" y="342487"/>
                </a:lnTo>
                <a:lnTo>
                  <a:pt x="10766956" y="326286"/>
                </a:lnTo>
                <a:lnTo>
                  <a:pt x="10813132" y="310462"/>
                </a:lnTo>
                <a:lnTo>
                  <a:pt x="10859450" y="295018"/>
                </a:lnTo>
                <a:lnTo>
                  <a:pt x="10905907" y="279953"/>
                </a:lnTo>
                <a:lnTo>
                  <a:pt x="10952500" y="265269"/>
                </a:lnTo>
                <a:lnTo>
                  <a:pt x="10999227" y="250968"/>
                </a:lnTo>
                <a:lnTo>
                  <a:pt x="11046087" y="237049"/>
                </a:lnTo>
                <a:lnTo>
                  <a:pt x="11093076" y="223516"/>
                </a:lnTo>
                <a:lnTo>
                  <a:pt x="11140193" y="210368"/>
                </a:lnTo>
                <a:lnTo>
                  <a:pt x="11187434" y="197606"/>
                </a:lnTo>
                <a:lnTo>
                  <a:pt x="11234799" y="185233"/>
                </a:lnTo>
                <a:lnTo>
                  <a:pt x="11282284" y="173248"/>
                </a:lnTo>
                <a:lnTo>
                  <a:pt x="11329888" y="161654"/>
                </a:lnTo>
                <a:lnTo>
                  <a:pt x="11377607" y="150451"/>
                </a:lnTo>
                <a:lnTo>
                  <a:pt x="11425440" y="139640"/>
                </a:lnTo>
                <a:lnTo>
                  <a:pt x="11473385" y="129223"/>
                </a:lnTo>
                <a:lnTo>
                  <a:pt x="11521439" y="119201"/>
                </a:lnTo>
                <a:lnTo>
                  <a:pt x="11569599" y="109574"/>
                </a:lnTo>
                <a:lnTo>
                  <a:pt x="11617864" y="100344"/>
                </a:lnTo>
                <a:lnTo>
                  <a:pt x="11666231" y="91512"/>
                </a:lnTo>
                <a:lnTo>
                  <a:pt x="11714698" y="83080"/>
                </a:lnTo>
                <a:lnTo>
                  <a:pt x="11763263" y="75047"/>
                </a:lnTo>
                <a:lnTo>
                  <a:pt x="11811923" y="67417"/>
                </a:lnTo>
                <a:lnTo>
                  <a:pt x="11860676" y="60188"/>
                </a:lnTo>
                <a:lnTo>
                  <a:pt x="11909519" y="53364"/>
                </a:lnTo>
                <a:lnTo>
                  <a:pt x="11958451" y="46944"/>
                </a:lnTo>
                <a:lnTo>
                  <a:pt x="12007470" y="40931"/>
                </a:lnTo>
                <a:lnTo>
                  <a:pt x="12056572" y="35324"/>
                </a:lnTo>
                <a:lnTo>
                  <a:pt x="12105756" y="30126"/>
                </a:lnTo>
                <a:lnTo>
                  <a:pt x="12155019" y="25337"/>
                </a:lnTo>
                <a:lnTo>
                  <a:pt x="12204359" y="20958"/>
                </a:lnTo>
                <a:lnTo>
                  <a:pt x="12253773" y="16991"/>
                </a:lnTo>
                <a:lnTo>
                  <a:pt x="12303260" y="13437"/>
                </a:lnTo>
                <a:lnTo>
                  <a:pt x="12352818" y="10297"/>
                </a:lnTo>
                <a:lnTo>
                  <a:pt x="12402443" y="7572"/>
                </a:lnTo>
                <a:lnTo>
                  <a:pt x="12452133" y="5263"/>
                </a:lnTo>
                <a:lnTo>
                  <a:pt x="12501887" y="3371"/>
                </a:lnTo>
                <a:lnTo>
                  <a:pt x="12551701" y="1898"/>
                </a:lnTo>
                <a:lnTo>
                  <a:pt x="12601574" y="844"/>
                </a:lnTo>
                <a:lnTo>
                  <a:pt x="12651504" y="211"/>
                </a:lnTo>
                <a:lnTo>
                  <a:pt x="12701487" y="0"/>
                </a:lnTo>
                <a:lnTo>
                  <a:pt x="13158798" y="0"/>
                </a:lnTo>
              </a:path>
            </a:pathLst>
          </a:custGeom>
          <a:ln w="19050">
            <a:solidFill>
              <a:schemeClr val="accent2"/>
            </a:solidFill>
          </a:ln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13" name="Text Placeholder 3">
            <a:extLst>
              <a:ext uri="{FF2B5EF4-FFF2-40B4-BE49-F238E27FC236}">
                <a16:creationId xmlns:a16="http://schemas.microsoft.com/office/drawing/2014/main" id="{F53E2E6E-222A-F591-1663-CA402B732DC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07988" y="2938015"/>
            <a:ext cx="4167530" cy="2783977"/>
          </a:xfrm>
          <a:prstGeom prst="rect">
            <a:avLst/>
          </a:prstGeom>
        </p:spPr>
        <p:txBody>
          <a:bodyPr lIns="0" tIns="0" rIns="0" bIns="0" anchor="b" anchorCtr="0"/>
          <a:lstStyle>
            <a:lvl1pPr marL="0" indent="0">
              <a:buNone/>
              <a:defRPr sz="3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</a:lstStyle>
          <a:p>
            <a:pPr lvl="0"/>
            <a:r>
              <a:rPr lang="en-US" err="1"/>
              <a:t>Título</a:t>
            </a:r>
            <a:r>
              <a:rPr lang="en-US"/>
              <a:t> Template</a:t>
            </a:r>
          </a:p>
          <a:p>
            <a:pPr lvl="0"/>
            <a:r>
              <a:rPr lang="en-US" err="1"/>
              <a:t>Padrão</a:t>
            </a:r>
            <a:r>
              <a:rPr lang="en-US"/>
              <a:t> </a:t>
            </a:r>
            <a:r>
              <a:rPr lang="en-US" err="1"/>
              <a:t>Exemplo</a:t>
            </a:r>
            <a:endParaRPr lang="en-US"/>
          </a:p>
        </p:txBody>
      </p:sp>
      <p:sp>
        <p:nvSpPr>
          <p:cNvPr id="14" name="Text Placeholder 15">
            <a:extLst>
              <a:ext uri="{FF2B5EF4-FFF2-40B4-BE49-F238E27FC236}">
                <a16:creationId xmlns:a16="http://schemas.microsoft.com/office/drawing/2014/main" id="{96110406-75EA-FDCF-8EC5-7273399369D0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07988" y="5722314"/>
            <a:ext cx="4167530" cy="997297"/>
          </a:xfrm>
          <a:prstGeom prst="rect">
            <a:avLst/>
          </a:prstGeom>
        </p:spPr>
        <p:txBody>
          <a:bodyPr lIns="0" tIns="0" rIns="0" bIns="0"/>
          <a:lstStyle>
            <a:lvl1pPr>
              <a:defRPr lang="en-US" sz="2000" b="1" i="0" u="none" strike="noStrike" kern="1200" cap="none" dirty="0" smtClean="0">
                <a:solidFill>
                  <a:schemeClr val="bg1"/>
                </a:solidFill>
                <a:latin typeface="Versos"/>
                <a:ea typeface="+mj-ea"/>
                <a:cs typeface="+mj-cs"/>
                <a:sym typeface="Arial"/>
              </a:defRPr>
            </a:lvl1pPr>
            <a:lvl2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2pPr>
            <a:lvl3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3pPr>
            <a:lvl4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4pPr>
            <a:lvl5pPr>
              <a:defRPr lang="pt-BR" sz="2000" b="1" i="0" u="none" strike="noStrike" kern="1200" cap="none" dirty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pt-BR" sz="2000" b="1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</a:rPr>
              <a:t>FIC FIM EXEMPLO</a:t>
            </a:r>
            <a:endParaRPr lang="pt-BR"/>
          </a:p>
        </p:txBody>
      </p:sp>
      <p:sp>
        <p:nvSpPr>
          <p:cNvPr id="22" name="Text Placeholder 20">
            <a:extLst>
              <a:ext uri="{FF2B5EF4-FFF2-40B4-BE49-F238E27FC236}">
                <a16:creationId xmlns:a16="http://schemas.microsoft.com/office/drawing/2014/main" id="{D681B05B-2386-9C81-6A6D-BFFEF6DED57D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096000" y="5804626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23" name="Text Placeholder 20">
            <a:extLst>
              <a:ext uri="{FF2B5EF4-FFF2-40B4-BE49-F238E27FC236}">
                <a16:creationId xmlns:a16="http://schemas.microsoft.com/office/drawing/2014/main" id="{ACB2D47A-729B-16A4-3FD8-0779C01BA71B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7766083" y="5804626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24" name="Text Placeholder 20">
            <a:extLst>
              <a:ext uri="{FF2B5EF4-FFF2-40B4-BE49-F238E27FC236}">
                <a16:creationId xmlns:a16="http://schemas.microsoft.com/office/drawing/2014/main" id="{6392F700-2642-3814-0747-D0EBAE5EE8DA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9436008" y="5804626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25" name="Text Placeholder 41">
            <a:extLst>
              <a:ext uri="{FF2B5EF4-FFF2-40B4-BE49-F238E27FC236}">
                <a16:creationId xmlns:a16="http://schemas.microsoft.com/office/drawing/2014/main" id="{157C41B9-AF41-31A7-3A0A-19B45968B487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6096000" y="5597734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6" name="Text Placeholder 41">
            <a:extLst>
              <a:ext uri="{FF2B5EF4-FFF2-40B4-BE49-F238E27FC236}">
                <a16:creationId xmlns:a16="http://schemas.microsoft.com/office/drawing/2014/main" id="{3517E57F-3F51-7633-EEE2-B42F36DCEDB6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7766082" y="5597734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7" name="Text Placeholder 41">
            <a:extLst>
              <a:ext uri="{FF2B5EF4-FFF2-40B4-BE49-F238E27FC236}">
                <a16:creationId xmlns:a16="http://schemas.microsoft.com/office/drawing/2014/main" id="{87E0728A-5639-44E4-17A8-459EA60420AA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9436007" y="5597734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8" name="Text Placeholder 17">
            <a:extLst>
              <a:ext uri="{FF2B5EF4-FFF2-40B4-BE49-F238E27FC236}">
                <a16:creationId xmlns:a16="http://schemas.microsoft.com/office/drawing/2014/main" id="{46268A65-19CA-59CF-EB3E-096ECD0A6AD9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096000" y="5300937"/>
            <a:ext cx="4789394" cy="200722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accent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Área de atuação</a:t>
            </a:r>
          </a:p>
        </p:txBody>
      </p:sp>
    </p:spTree>
    <p:extLst>
      <p:ext uri="{BB962C8B-B14F-4D97-AF65-F5344CB8AC3E}">
        <p14:creationId xmlns:p14="http://schemas.microsoft.com/office/powerpoint/2010/main" val="98496903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257">
          <p15:clr>
            <a:srgbClr val="FBAE40"/>
          </p15:clr>
        </p15:guide>
        <p15:guide id="2" orient="horz" pos="3770">
          <p15:clr>
            <a:srgbClr val="FBAE40"/>
          </p15:clr>
        </p15:guide>
        <p15:guide id="3" pos="7446">
          <p15:clr>
            <a:srgbClr val="FBAE40"/>
          </p15:clr>
        </p15:guide>
        <p15:guide id="4" orient="horz" pos="3997">
          <p15:clr>
            <a:srgbClr val="FBAE40"/>
          </p15:clr>
        </p15:guide>
        <p15:guide id="5" orient="horz" pos="550">
          <p15:clr>
            <a:srgbClr val="FBAE40"/>
          </p15:clr>
        </p15:guide>
        <p15:guide id="6" orient="horz" pos="323">
          <p15:clr>
            <a:srgbClr val="FBAE40"/>
          </p15:clr>
        </p15:guide>
      </p15:sldGuideLst>
    </p:ext>
  </p:extLst>
</p:sldLayout>
</file>

<file path=ppt/slideLayouts/slideLayout10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1_Divisória - Foto">
    <p:bg>
      <p:bgPr>
        <a:gradFill>
          <a:gsLst>
            <a:gs pos="0">
              <a:schemeClr val="tx1">
                <a:lumMod val="95000"/>
                <a:lumOff val="5000"/>
              </a:schemeClr>
            </a:gs>
            <a:gs pos="100000">
              <a:schemeClr val="tx1">
                <a:lumMod val="85000"/>
                <a:lumOff val="15000"/>
              </a:schemeClr>
            </a:gs>
            <a:gs pos="49000">
              <a:schemeClr val="tx1">
                <a:lumMod val="95000"/>
                <a:lumOff val="5000"/>
              </a:schemeClr>
            </a:gs>
          </a:gsLst>
          <a:lin ang="4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>
            <a:extLst>
              <a:ext uri="{FF2B5EF4-FFF2-40B4-BE49-F238E27FC236}">
                <a16:creationId xmlns:a16="http://schemas.microsoft.com/office/drawing/2014/main" id="{54A7A786-F7A7-EC4D-1E36-93517BEA1F73}"/>
              </a:ext>
            </a:extLst>
          </p:cNvPr>
          <p:cNvSpPr>
            <a:spLocks noGrp="1"/>
          </p:cNvSpPr>
          <p:nvPr>
            <p:ph type="pic" sz="quarter" idx="25"/>
          </p:nvPr>
        </p:nvSpPr>
        <p:spPr>
          <a:xfrm>
            <a:off x="0" y="0"/>
            <a:ext cx="12192000" cy="6858000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accent2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pt-BR"/>
          </a:p>
        </p:txBody>
      </p:sp>
      <p:sp>
        <p:nvSpPr>
          <p:cNvPr id="13" name="Text Placeholder 3">
            <a:extLst>
              <a:ext uri="{FF2B5EF4-FFF2-40B4-BE49-F238E27FC236}">
                <a16:creationId xmlns:a16="http://schemas.microsoft.com/office/drawing/2014/main" id="{F53E2E6E-222A-F591-1663-CA402B732DC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07988" y="2938015"/>
            <a:ext cx="4167530" cy="2783977"/>
          </a:xfrm>
          <a:prstGeom prst="rect">
            <a:avLst/>
          </a:prstGeom>
        </p:spPr>
        <p:txBody>
          <a:bodyPr lIns="0" tIns="0" rIns="0" bIns="0" anchor="b" anchorCtr="0"/>
          <a:lstStyle>
            <a:lvl1pPr marL="0" indent="0">
              <a:buNone/>
              <a:defRPr sz="3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</a:lstStyle>
          <a:p>
            <a:pPr lvl="0"/>
            <a:r>
              <a:rPr lang="en-US" err="1"/>
              <a:t>Título</a:t>
            </a:r>
            <a:r>
              <a:rPr lang="en-US"/>
              <a:t> Template</a:t>
            </a:r>
          </a:p>
          <a:p>
            <a:pPr lvl="0"/>
            <a:r>
              <a:rPr lang="en-US" err="1"/>
              <a:t>Padrão</a:t>
            </a:r>
            <a:r>
              <a:rPr lang="en-US"/>
              <a:t> </a:t>
            </a:r>
            <a:r>
              <a:rPr lang="en-US" err="1"/>
              <a:t>Exemplo</a:t>
            </a:r>
            <a:endParaRPr lang="en-US"/>
          </a:p>
        </p:txBody>
      </p:sp>
      <p:sp>
        <p:nvSpPr>
          <p:cNvPr id="14" name="Text Placeholder 15">
            <a:extLst>
              <a:ext uri="{FF2B5EF4-FFF2-40B4-BE49-F238E27FC236}">
                <a16:creationId xmlns:a16="http://schemas.microsoft.com/office/drawing/2014/main" id="{96110406-75EA-FDCF-8EC5-7273399369D0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07988" y="5722314"/>
            <a:ext cx="4167530" cy="997297"/>
          </a:xfrm>
          <a:prstGeom prst="rect">
            <a:avLst/>
          </a:prstGeom>
        </p:spPr>
        <p:txBody>
          <a:bodyPr lIns="0" tIns="0" rIns="0" bIns="0"/>
          <a:lstStyle>
            <a:lvl1pPr>
              <a:defRPr lang="en-US" sz="2000" b="1" i="0" u="none" strike="noStrike" kern="1200" cap="none" dirty="0" smtClean="0">
                <a:solidFill>
                  <a:schemeClr val="bg1"/>
                </a:solidFill>
                <a:latin typeface="Versos"/>
                <a:ea typeface="+mj-ea"/>
                <a:cs typeface="+mj-cs"/>
                <a:sym typeface="Arial"/>
              </a:defRPr>
            </a:lvl1pPr>
            <a:lvl2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2pPr>
            <a:lvl3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3pPr>
            <a:lvl4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4pPr>
            <a:lvl5pPr>
              <a:defRPr lang="pt-BR" sz="2000" b="1" i="0" u="none" strike="noStrike" kern="1200" cap="none" dirty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pt-BR" sz="2000" b="1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</a:rPr>
              <a:t>FIC FIM EXEMPLO</a:t>
            </a:r>
            <a:endParaRPr lang="pt-BR"/>
          </a:p>
        </p:txBody>
      </p:sp>
      <p:sp>
        <p:nvSpPr>
          <p:cNvPr id="22" name="Text Placeholder 20">
            <a:extLst>
              <a:ext uri="{FF2B5EF4-FFF2-40B4-BE49-F238E27FC236}">
                <a16:creationId xmlns:a16="http://schemas.microsoft.com/office/drawing/2014/main" id="{D681B05B-2386-9C81-6A6D-BFFEF6DED57D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096000" y="5804626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23" name="Text Placeholder 20">
            <a:extLst>
              <a:ext uri="{FF2B5EF4-FFF2-40B4-BE49-F238E27FC236}">
                <a16:creationId xmlns:a16="http://schemas.microsoft.com/office/drawing/2014/main" id="{ACB2D47A-729B-16A4-3FD8-0779C01BA71B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7766083" y="5804626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24" name="Text Placeholder 20">
            <a:extLst>
              <a:ext uri="{FF2B5EF4-FFF2-40B4-BE49-F238E27FC236}">
                <a16:creationId xmlns:a16="http://schemas.microsoft.com/office/drawing/2014/main" id="{6392F700-2642-3814-0747-D0EBAE5EE8DA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9436008" y="5804626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25" name="Text Placeholder 41">
            <a:extLst>
              <a:ext uri="{FF2B5EF4-FFF2-40B4-BE49-F238E27FC236}">
                <a16:creationId xmlns:a16="http://schemas.microsoft.com/office/drawing/2014/main" id="{157C41B9-AF41-31A7-3A0A-19B45968B487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6096000" y="5597734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6" name="Text Placeholder 41">
            <a:extLst>
              <a:ext uri="{FF2B5EF4-FFF2-40B4-BE49-F238E27FC236}">
                <a16:creationId xmlns:a16="http://schemas.microsoft.com/office/drawing/2014/main" id="{3517E57F-3F51-7633-EEE2-B42F36DCEDB6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7766082" y="5597734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7" name="Text Placeholder 41">
            <a:extLst>
              <a:ext uri="{FF2B5EF4-FFF2-40B4-BE49-F238E27FC236}">
                <a16:creationId xmlns:a16="http://schemas.microsoft.com/office/drawing/2014/main" id="{87E0728A-5639-44E4-17A8-459EA60420AA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9436007" y="5597734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8" name="Text Placeholder 17">
            <a:extLst>
              <a:ext uri="{FF2B5EF4-FFF2-40B4-BE49-F238E27FC236}">
                <a16:creationId xmlns:a16="http://schemas.microsoft.com/office/drawing/2014/main" id="{46268A65-19CA-59CF-EB3E-096ECD0A6AD9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096000" y="5300937"/>
            <a:ext cx="4789394" cy="200722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Área de atuação</a:t>
            </a:r>
          </a:p>
        </p:txBody>
      </p:sp>
    </p:spTree>
    <p:extLst>
      <p:ext uri="{BB962C8B-B14F-4D97-AF65-F5344CB8AC3E}">
        <p14:creationId xmlns:p14="http://schemas.microsoft.com/office/powerpoint/2010/main" val="125994729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257">
          <p15:clr>
            <a:srgbClr val="FBAE40"/>
          </p15:clr>
        </p15:guide>
        <p15:guide id="2" orient="horz" pos="3770">
          <p15:clr>
            <a:srgbClr val="FBAE40"/>
          </p15:clr>
        </p15:guide>
        <p15:guide id="3" pos="7446">
          <p15:clr>
            <a:srgbClr val="FBAE40"/>
          </p15:clr>
        </p15:guide>
        <p15:guide id="4" orient="horz" pos="3997">
          <p15:clr>
            <a:srgbClr val="FBAE40"/>
          </p15:clr>
        </p15:guide>
        <p15:guide id="5" orient="horz" pos="550">
          <p15:clr>
            <a:srgbClr val="FBAE40"/>
          </p15:clr>
        </p15:guide>
        <p15:guide id="6" orient="horz" pos="323">
          <p15:clr>
            <a:srgbClr val="FBAE40"/>
          </p15:clr>
        </p15:guide>
      </p15:sldGuideLst>
    </p:ext>
  </p:extLst>
</p:sldLayout>
</file>

<file path=ppt/slideLayouts/slideLayout10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Índice | Padrão - Branc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Espaço Reservado para Número de Slide 5">
            <a:extLst>
              <a:ext uri="{FF2B5EF4-FFF2-40B4-BE49-F238E27FC236}">
                <a16:creationId xmlns:a16="http://schemas.microsoft.com/office/drawing/2014/main" id="{1C9AF77E-9895-4AC7-A1DF-EE12ACB0EE6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defRPr sz="11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12" name="Text Placeholder 3">
            <a:extLst>
              <a:ext uri="{FF2B5EF4-FFF2-40B4-BE49-F238E27FC236}">
                <a16:creationId xmlns:a16="http://schemas.microsoft.com/office/drawing/2014/main" id="{050BAD04-1FFE-3E42-A1B1-BDD8FE7DA82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tx1">
                    <a:lumMod val="85000"/>
                    <a:lumOff val="15000"/>
                  </a:schemeClr>
                </a:solidFill>
              </a:defRPr>
            </a:lvl1pPr>
          </a:lstStyle>
          <a:p>
            <a:pPr lvl="0"/>
            <a:r>
              <a:rPr lang="en-US" err="1"/>
              <a:t>Índice</a:t>
            </a:r>
            <a:r>
              <a:rPr lang="en-US"/>
              <a:t> | </a:t>
            </a:r>
            <a:r>
              <a:rPr lang="en-US" err="1"/>
              <a:t>Padrão</a:t>
            </a:r>
            <a:endParaRPr lang="en-US"/>
          </a:p>
        </p:txBody>
      </p:sp>
      <p:sp>
        <p:nvSpPr>
          <p:cNvPr id="14" name="Text Placeholder 10">
            <a:extLst>
              <a:ext uri="{FF2B5EF4-FFF2-40B4-BE49-F238E27FC236}">
                <a16:creationId xmlns:a16="http://schemas.microsoft.com/office/drawing/2014/main" id="{27D03C84-7D32-1C70-A8E9-63EA0F348C1F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defRPr sz="900" baseline="0">
                <a:solidFill>
                  <a:schemeClr val="tx1">
                    <a:lumMod val="85000"/>
                    <a:lumOff val="15000"/>
                  </a:schemeClr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2" name="Text Placeholder 8">
            <a:extLst>
              <a:ext uri="{FF2B5EF4-FFF2-40B4-BE49-F238E27FC236}">
                <a16:creationId xmlns:a16="http://schemas.microsoft.com/office/drawing/2014/main" id="{9D8C61F7-2206-D64F-31E1-979FA329DE03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334963" y="1268414"/>
            <a:ext cx="11522075" cy="5076824"/>
          </a:xfrm>
          <a:prstGeom prst="rect">
            <a:avLst/>
          </a:prstGeom>
        </p:spPr>
        <p:txBody>
          <a:bodyPr wrap="square" lIns="0" tIns="0" rIns="0" bIns="0" numCol="2">
            <a:noAutofit/>
          </a:bodyPr>
          <a:lstStyle>
            <a:lvl1pPr marL="36000" indent="0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tx1">
                    <a:lumMod val="85000"/>
                    <a:lumOff val="15000"/>
                  </a:schemeClr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endParaRPr lang="en-US"/>
          </a:p>
          <a:p>
            <a:pPr lvl="0"/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endParaRPr lang="en-US"/>
          </a:p>
          <a:p>
            <a:pPr lvl="0"/>
            <a:endParaRPr lang="en-US"/>
          </a:p>
        </p:txBody>
      </p:sp>
      <p:sp>
        <p:nvSpPr>
          <p:cNvPr id="4" name="Picture 8">
            <a:extLst>
              <a:ext uri="{FF2B5EF4-FFF2-40B4-BE49-F238E27FC236}">
                <a16:creationId xmlns:a16="http://schemas.microsoft.com/office/drawing/2014/main" id="{EA4336CC-56F4-E024-5FA4-922FCB6B45F5}"/>
              </a:ext>
            </a:extLst>
          </p:cNvPr>
          <p:cNvSpPr/>
          <p:nvPr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tx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/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2AC9EC34-0046-3354-FEAE-146185321E73}"/>
              </a:ext>
            </a:extLst>
          </p:cNvPr>
          <p:cNvCxnSpPr>
            <a:cxnSpLocks/>
          </p:cNvCxnSpPr>
          <p:nvPr/>
        </p:nvCxnSpPr>
        <p:spPr>
          <a:xfrm>
            <a:off x="0" y="169333"/>
            <a:ext cx="12229571" cy="0"/>
          </a:xfrm>
          <a:prstGeom prst="line">
            <a:avLst/>
          </a:prstGeom>
          <a:ln w="190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object 4">
            <a:extLst>
              <a:ext uri="{FF2B5EF4-FFF2-40B4-BE49-F238E27FC236}">
                <a16:creationId xmlns:a16="http://schemas.microsoft.com/office/drawing/2014/main" id="{CEA43F7C-5165-0414-8BF4-D266CF3B3FAB}"/>
              </a:ext>
            </a:extLst>
          </p:cNvPr>
          <p:cNvSpPr/>
          <p:nvPr/>
        </p:nvSpPr>
        <p:spPr>
          <a:xfrm rot="10247908" flipH="1">
            <a:off x="4106509" y="-4146683"/>
            <a:ext cx="8001039" cy="5749648"/>
          </a:xfrm>
          <a:custGeom>
            <a:avLst/>
            <a:gdLst>
              <a:gd name="connsiteX0" fmla="*/ 0 w 13940157"/>
              <a:gd name="connsiteY0" fmla="*/ 9200719 h 9456078"/>
              <a:gd name="connsiteX1" fmla="*/ 781360 w 13940157"/>
              <a:gd name="connsiteY1" fmla="*/ 9456078 h 9456078"/>
              <a:gd name="connsiteX2" fmla="*/ 831337 w 13940157"/>
              <a:gd name="connsiteY2" fmla="*/ 9455836 h 9456078"/>
              <a:gd name="connsiteX3" fmla="*/ 881253 w 13940157"/>
              <a:gd name="connsiteY3" fmla="*/ 9455111 h 9456078"/>
              <a:gd name="connsiteX4" fmla="*/ 931102 w 13940157"/>
              <a:gd name="connsiteY4" fmla="*/ 9453904 h 9456078"/>
              <a:gd name="connsiteX5" fmla="*/ 980884 w 13940157"/>
              <a:gd name="connsiteY5" fmla="*/ 9452217 h 9456078"/>
              <a:gd name="connsiteX6" fmla="*/ 1030594 w 13940157"/>
              <a:gd name="connsiteY6" fmla="*/ 9450052 h 9456078"/>
              <a:gd name="connsiteX7" fmla="*/ 1080230 w 13940157"/>
              <a:gd name="connsiteY7" fmla="*/ 9447409 h 9456078"/>
              <a:gd name="connsiteX8" fmla="*/ 1129789 w 13940157"/>
              <a:gd name="connsiteY8" fmla="*/ 9444290 h 9456078"/>
              <a:gd name="connsiteX9" fmla="*/ 1179267 w 13940157"/>
              <a:gd name="connsiteY9" fmla="*/ 9440698 h 9456078"/>
              <a:gd name="connsiteX10" fmla="*/ 1228662 w 13940157"/>
              <a:gd name="connsiteY10" fmla="*/ 9436632 h 9456078"/>
              <a:gd name="connsiteX11" fmla="*/ 1277970 w 13940157"/>
              <a:gd name="connsiteY11" fmla="*/ 9432096 h 9456078"/>
              <a:gd name="connsiteX12" fmla="*/ 1327189 w 13940157"/>
              <a:gd name="connsiteY12" fmla="*/ 9427089 h 9456078"/>
              <a:gd name="connsiteX13" fmla="*/ 1376316 w 13940157"/>
              <a:gd name="connsiteY13" fmla="*/ 9421615 h 9456078"/>
              <a:gd name="connsiteX14" fmla="*/ 1425347 w 13940157"/>
              <a:gd name="connsiteY14" fmla="*/ 9415673 h 9456078"/>
              <a:gd name="connsiteX15" fmla="*/ 1474280 w 13940157"/>
              <a:gd name="connsiteY15" fmla="*/ 9409267 h 9456078"/>
              <a:gd name="connsiteX16" fmla="*/ 1523111 w 13940157"/>
              <a:gd name="connsiteY16" fmla="*/ 9402396 h 9456078"/>
              <a:gd name="connsiteX17" fmla="*/ 1571838 w 13940157"/>
              <a:gd name="connsiteY17" fmla="*/ 9395063 h 9456078"/>
              <a:gd name="connsiteX18" fmla="*/ 1620458 w 13940157"/>
              <a:gd name="connsiteY18" fmla="*/ 9387270 h 9456078"/>
              <a:gd name="connsiteX19" fmla="*/ 1668967 w 13940157"/>
              <a:gd name="connsiteY19" fmla="*/ 9379017 h 9456078"/>
              <a:gd name="connsiteX20" fmla="*/ 1717362 w 13940157"/>
              <a:gd name="connsiteY20" fmla="*/ 9370306 h 9456078"/>
              <a:gd name="connsiteX21" fmla="*/ 1765641 w 13940157"/>
              <a:gd name="connsiteY21" fmla="*/ 9361139 h 9456078"/>
              <a:gd name="connsiteX22" fmla="*/ 1813800 w 13940157"/>
              <a:gd name="connsiteY22" fmla="*/ 9351517 h 9456078"/>
              <a:gd name="connsiteX23" fmla="*/ 1861837 w 13940157"/>
              <a:gd name="connsiteY23" fmla="*/ 9341441 h 9456078"/>
              <a:gd name="connsiteX24" fmla="*/ 1909749 w 13940157"/>
              <a:gd name="connsiteY24" fmla="*/ 9330914 h 9456078"/>
              <a:gd name="connsiteX25" fmla="*/ 1957532 w 13940157"/>
              <a:gd name="connsiteY25" fmla="*/ 9319936 h 9456078"/>
              <a:gd name="connsiteX26" fmla="*/ 2005183 w 13940157"/>
              <a:gd name="connsiteY26" fmla="*/ 9308509 h 9456078"/>
              <a:gd name="connsiteX27" fmla="*/ 2052699 w 13940157"/>
              <a:gd name="connsiteY27" fmla="*/ 9296635 h 9456078"/>
              <a:gd name="connsiteX28" fmla="*/ 2100079 w 13940157"/>
              <a:gd name="connsiteY28" fmla="*/ 9284315 h 9456078"/>
              <a:gd name="connsiteX29" fmla="*/ 2147317 w 13940157"/>
              <a:gd name="connsiteY29" fmla="*/ 9271550 h 9456078"/>
              <a:gd name="connsiteX30" fmla="*/ 2194412 w 13940157"/>
              <a:gd name="connsiteY30" fmla="*/ 9258342 h 9456078"/>
              <a:gd name="connsiteX31" fmla="*/ 2241360 w 13940157"/>
              <a:gd name="connsiteY31" fmla="*/ 9244693 h 9456078"/>
              <a:gd name="connsiteX32" fmla="*/ 2288159 w 13940157"/>
              <a:gd name="connsiteY32" fmla="*/ 9230604 h 9456078"/>
              <a:gd name="connsiteX33" fmla="*/ 2334805 w 13940157"/>
              <a:gd name="connsiteY33" fmla="*/ 9216076 h 9456078"/>
              <a:gd name="connsiteX34" fmla="*/ 2381295 w 13940157"/>
              <a:gd name="connsiteY34" fmla="*/ 9201111 h 9456078"/>
              <a:gd name="connsiteX35" fmla="*/ 2427627 w 13940157"/>
              <a:gd name="connsiteY35" fmla="*/ 9185710 h 9456078"/>
              <a:gd name="connsiteX36" fmla="*/ 2473797 w 13940157"/>
              <a:gd name="connsiteY36" fmla="*/ 9169876 h 9456078"/>
              <a:gd name="connsiteX37" fmla="*/ 2519802 w 13940157"/>
              <a:gd name="connsiteY37" fmla="*/ 9153608 h 9456078"/>
              <a:gd name="connsiteX38" fmla="*/ 2565640 w 13940157"/>
              <a:gd name="connsiteY38" fmla="*/ 9136910 h 9456078"/>
              <a:gd name="connsiteX39" fmla="*/ 2611307 w 13940157"/>
              <a:gd name="connsiteY39" fmla="*/ 9119782 h 9456078"/>
              <a:gd name="connsiteX40" fmla="*/ 2656800 w 13940157"/>
              <a:gd name="connsiteY40" fmla="*/ 9102226 h 9456078"/>
              <a:gd name="connsiteX41" fmla="*/ 2702116 w 13940157"/>
              <a:gd name="connsiteY41" fmla="*/ 9084243 h 9456078"/>
              <a:gd name="connsiteX42" fmla="*/ 2747253 w 13940157"/>
              <a:gd name="connsiteY42" fmla="*/ 9065835 h 9456078"/>
              <a:gd name="connsiteX43" fmla="*/ 2792207 w 13940157"/>
              <a:gd name="connsiteY43" fmla="*/ 9047004 h 9456078"/>
              <a:gd name="connsiteX44" fmla="*/ 2836975 w 13940157"/>
              <a:gd name="connsiteY44" fmla="*/ 9027750 h 9456078"/>
              <a:gd name="connsiteX45" fmla="*/ 2881555 w 13940157"/>
              <a:gd name="connsiteY45" fmla="*/ 9008075 h 9456078"/>
              <a:gd name="connsiteX46" fmla="*/ 2925942 w 13940157"/>
              <a:gd name="connsiteY46" fmla="*/ 8987981 h 9456078"/>
              <a:gd name="connsiteX47" fmla="*/ 2970135 w 13940157"/>
              <a:gd name="connsiteY47" fmla="*/ 8967470 h 9456078"/>
              <a:gd name="connsiteX48" fmla="*/ 3014130 w 13940157"/>
              <a:gd name="connsiteY48" fmla="*/ 8946542 h 9456078"/>
              <a:gd name="connsiteX49" fmla="*/ 3057924 w 13940157"/>
              <a:gd name="connsiteY49" fmla="*/ 8925199 h 9456078"/>
              <a:gd name="connsiteX50" fmla="*/ 3101514 w 13940157"/>
              <a:gd name="connsiteY50" fmla="*/ 8903443 h 9456078"/>
              <a:gd name="connsiteX51" fmla="*/ 3144898 w 13940157"/>
              <a:gd name="connsiteY51" fmla="*/ 8881275 h 9456078"/>
              <a:gd name="connsiteX52" fmla="*/ 3188071 w 13940157"/>
              <a:gd name="connsiteY52" fmla="*/ 8858697 h 9456078"/>
              <a:gd name="connsiteX53" fmla="*/ 3231032 w 13940157"/>
              <a:gd name="connsiteY53" fmla="*/ 8835710 h 9456078"/>
              <a:gd name="connsiteX54" fmla="*/ 3273777 w 13940157"/>
              <a:gd name="connsiteY54" fmla="*/ 8812316 h 9456078"/>
              <a:gd name="connsiteX55" fmla="*/ 3316303 w 13940157"/>
              <a:gd name="connsiteY55" fmla="*/ 8788516 h 9456078"/>
              <a:gd name="connsiteX56" fmla="*/ 3358607 w 13940157"/>
              <a:gd name="connsiteY56" fmla="*/ 8764311 h 9456078"/>
              <a:gd name="connsiteX57" fmla="*/ 3400686 w 13940157"/>
              <a:gd name="connsiteY57" fmla="*/ 8739704 h 9456078"/>
              <a:gd name="connsiteX58" fmla="*/ 3442537 w 13940157"/>
              <a:gd name="connsiteY58" fmla="*/ 8714695 h 9456078"/>
              <a:gd name="connsiteX59" fmla="*/ 3484157 w 13940157"/>
              <a:gd name="connsiteY59" fmla="*/ 8689286 h 9456078"/>
              <a:gd name="connsiteX60" fmla="*/ 3525543 w 13940157"/>
              <a:gd name="connsiteY60" fmla="*/ 8663479 h 9456078"/>
              <a:gd name="connsiteX61" fmla="*/ 3566693 w 13940157"/>
              <a:gd name="connsiteY61" fmla="*/ 8637274 h 9456078"/>
              <a:gd name="connsiteX62" fmla="*/ 3607602 w 13940157"/>
              <a:gd name="connsiteY62" fmla="*/ 8610675 h 9456078"/>
              <a:gd name="connsiteX63" fmla="*/ 3648268 w 13940157"/>
              <a:gd name="connsiteY63" fmla="*/ 8583681 h 9456078"/>
              <a:gd name="connsiteX64" fmla="*/ 3688689 w 13940157"/>
              <a:gd name="connsiteY64" fmla="*/ 8556295 h 9456078"/>
              <a:gd name="connsiteX65" fmla="*/ 3728860 w 13940157"/>
              <a:gd name="connsiteY65" fmla="*/ 8528517 h 9456078"/>
              <a:gd name="connsiteX66" fmla="*/ 3768779 w 13940157"/>
              <a:gd name="connsiteY66" fmla="*/ 8500351 h 9456078"/>
              <a:gd name="connsiteX67" fmla="*/ 3808443 w 13940157"/>
              <a:gd name="connsiteY67" fmla="*/ 8471796 h 9456078"/>
              <a:gd name="connsiteX68" fmla="*/ 3847849 w 13940157"/>
              <a:gd name="connsiteY68" fmla="*/ 8442854 h 9456078"/>
              <a:gd name="connsiteX69" fmla="*/ 3886994 w 13940157"/>
              <a:gd name="connsiteY69" fmla="*/ 8413528 h 9456078"/>
              <a:gd name="connsiteX70" fmla="*/ 3925875 w 13940157"/>
              <a:gd name="connsiteY70" fmla="*/ 8383818 h 9456078"/>
              <a:gd name="connsiteX71" fmla="*/ 3964489 w 13940157"/>
              <a:gd name="connsiteY71" fmla="*/ 8353726 h 9456078"/>
              <a:gd name="connsiteX72" fmla="*/ 4002833 w 13940157"/>
              <a:gd name="connsiteY72" fmla="*/ 8323253 h 9456078"/>
              <a:gd name="connsiteX73" fmla="*/ 4040904 w 13940157"/>
              <a:gd name="connsiteY73" fmla="*/ 8292401 h 9456078"/>
              <a:gd name="connsiteX74" fmla="*/ 4078699 w 13940157"/>
              <a:gd name="connsiteY74" fmla="*/ 8261172 h 9456078"/>
              <a:gd name="connsiteX75" fmla="*/ 4116214 w 13940157"/>
              <a:gd name="connsiteY75" fmla="*/ 8229566 h 9456078"/>
              <a:gd name="connsiteX76" fmla="*/ 4153447 w 13940157"/>
              <a:gd name="connsiteY76" fmla="*/ 8197585 h 9456078"/>
              <a:gd name="connsiteX77" fmla="*/ 4190395 w 13940157"/>
              <a:gd name="connsiteY77" fmla="*/ 8165232 h 9456078"/>
              <a:gd name="connsiteX78" fmla="*/ 4227055 w 13940157"/>
              <a:gd name="connsiteY78" fmla="*/ 8132507 h 9456078"/>
              <a:gd name="connsiteX79" fmla="*/ 4263424 w 13940157"/>
              <a:gd name="connsiteY79" fmla="*/ 8099411 h 9456078"/>
              <a:gd name="connsiteX80" fmla="*/ 4299499 w 13940157"/>
              <a:gd name="connsiteY80" fmla="*/ 8065947 h 9456078"/>
              <a:gd name="connsiteX81" fmla="*/ 4335276 w 13940157"/>
              <a:gd name="connsiteY81" fmla="*/ 8032115 h 9456078"/>
              <a:gd name="connsiteX82" fmla="*/ 4370753 w 13940157"/>
              <a:gd name="connsiteY82" fmla="*/ 7997918 h 9456078"/>
              <a:gd name="connsiteX83" fmla="*/ 4405927 w 13940157"/>
              <a:gd name="connsiteY83" fmla="*/ 7963356 h 9456078"/>
              <a:gd name="connsiteX84" fmla="*/ 4440795 w 13940157"/>
              <a:gd name="connsiteY84" fmla="*/ 7928432 h 9456078"/>
              <a:gd name="connsiteX85" fmla="*/ 4475354 w 13940157"/>
              <a:gd name="connsiteY85" fmla="*/ 7893146 h 9456078"/>
              <a:gd name="connsiteX86" fmla="*/ 4509600 w 13940157"/>
              <a:gd name="connsiteY86" fmla="*/ 7857501 h 9456078"/>
              <a:gd name="connsiteX87" fmla="*/ 4543531 w 13940157"/>
              <a:gd name="connsiteY87" fmla="*/ 7821497 h 9456078"/>
              <a:gd name="connsiteX88" fmla="*/ 4577143 w 13940157"/>
              <a:gd name="connsiteY88" fmla="*/ 7785136 h 9456078"/>
              <a:gd name="connsiteX89" fmla="*/ 4610435 w 13940157"/>
              <a:gd name="connsiteY89" fmla="*/ 7748420 h 9456078"/>
              <a:gd name="connsiteX90" fmla="*/ 4643402 w 13940157"/>
              <a:gd name="connsiteY90" fmla="*/ 7711350 h 9456078"/>
              <a:gd name="connsiteX91" fmla="*/ 4676042 w 13940157"/>
              <a:gd name="connsiteY91" fmla="*/ 7673928 h 9456078"/>
              <a:gd name="connsiteX92" fmla="*/ 4708351 w 13940157"/>
              <a:gd name="connsiteY92" fmla="*/ 7636155 h 9456078"/>
              <a:gd name="connsiteX93" fmla="*/ 4740327 w 13940157"/>
              <a:gd name="connsiteY93" fmla="*/ 7598032 h 9456078"/>
              <a:gd name="connsiteX94" fmla="*/ 4771967 w 13940157"/>
              <a:gd name="connsiteY94" fmla="*/ 7559561 h 9456078"/>
              <a:gd name="connsiteX95" fmla="*/ 4803267 w 13940157"/>
              <a:gd name="connsiteY95" fmla="*/ 7520744 h 9456078"/>
              <a:gd name="connsiteX96" fmla="*/ 4834225 w 13940157"/>
              <a:gd name="connsiteY96" fmla="*/ 7481582 h 9456078"/>
              <a:gd name="connsiteX97" fmla="*/ 4864838 w 13940157"/>
              <a:gd name="connsiteY97" fmla="*/ 7442077 h 9456078"/>
              <a:gd name="connsiteX98" fmla="*/ 8803671 w 13940157"/>
              <a:gd name="connsiteY98" fmla="*/ 2307814 h 9456078"/>
              <a:gd name="connsiteX99" fmla="*/ 8834262 w 13940157"/>
              <a:gd name="connsiteY99" fmla="*/ 2268285 h 9456078"/>
              <a:gd name="connsiteX100" fmla="*/ 8865156 w 13940157"/>
              <a:gd name="connsiteY100" fmla="*/ 2229056 h 9456078"/>
              <a:gd name="connsiteX101" fmla="*/ 8896349 w 13940157"/>
              <a:gd name="connsiteY101" fmla="*/ 2190127 h 9456078"/>
              <a:gd name="connsiteX102" fmla="*/ 8927839 w 13940157"/>
              <a:gd name="connsiteY102" fmla="*/ 2151500 h 9456078"/>
              <a:gd name="connsiteX103" fmla="*/ 8959624 w 13940157"/>
              <a:gd name="connsiteY103" fmla="*/ 2113176 h 9456078"/>
              <a:gd name="connsiteX104" fmla="*/ 8991701 w 13940157"/>
              <a:gd name="connsiteY104" fmla="*/ 2075157 h 9456078"/>
              <a:gd name="connsiteX105" fmla="*/ 9024069 w 13940157"/>
              <a:gd name="connsiteY105" fmla="*/ 2037442 h 9456078"/>
              <a:gd name="connsiteX106" fmla="*/ 9056725 w 13940157"/>
              <a:gd name="connsiteY106" fmla="*/ 2000034 h 9456078"/>
              <a:gd name="connsiteX107" fmla="*/ 9089667 w 13940157"/>
              <a:gd name="connsiteY107" fmla="*/ 1962934 h 9456078"/>
              <a:gd name="connsiteX108" fmla="*/ 9122892 w 13940157"/>
              <a:gd name="connsiteY108" fmla="*/ 1926142 h 9456078"/>
              <a:gd name="connsiteX109" fmla="*/ 9156398 w 13940157"/>
              <a:gd name="connsiteY109" fmla="*/ 1889660 h 9456078"/>
              <a:gd name="connsiteX110" fmla="*/ 9190183 w 13940157"/>
              <a:gd name="connsiteY110" fmla="*/ 1853489 h 9456078"/>
              <a:gd name="connsiteX111" fmla="*/ 9224245 w 13940157"/>
              <a:gd name="connsiteY111" fmla="*/ 1817630 h 9456078"/>
              <a:gd name="connsiteX112" fmla="*/ 9258581 w 13940157"/>
              <a:gd name="connsiteY112" fmla="*/ 1782084 h 9456078"/>
              <a:gd name="connsiteX113" fmla="*/ 9293189 w 13940157"/>
              <a:gd name="connsiteY113" fmla="*/ 1746853 h 9456078"/>
              <a:gd name="connsiteX114" fmla="*/ 9328066 w 13940157"/>
              <a:gd name="connsiteY114" fmla="*/ 1711937 h 9456078"/>
              <a:gd name="connsiteX115" fmla="*/ 9363211 w 13940157"/>
              <a:gd name="connsiteY115" fmla="*/ 1677337 h 9456078"/>
              <a:gd name="connsiteX116" fmla="*/ 9398621 w 13940157"/>
              <a:gd name="connsiteY116" fmla="*/ 1643056 h 9456078"/>
              <a:gd name="connsiteX117" fmla="*/ 9434294 w 13940157"/>
              <a:gd name="connsiteY117" fmla="*/ 1609093 h 9456078"/>
              <a:gd name="connsiteX118" fmla="*/ 9470227 w 13940157"/>
              <a:gd name="connsiteY118" fmla="*/ 1575450 h 9456078"/>
              <a:gd name="connsiteX119" fmla="*/ 9506418 w 13940157"/>
              <a:gd name="connsiteY119" fmla="*/ 1542128 h 9456078"/>
              <a:gd name="connsiteX120" fmla="*/ 9542866 w 13940157"/>
              <a:gd name="connsiteY120" fmla="*/ 1509129 h 9456078"/>
              <a:gd name="connsiteX121" fmla="*/ 9579567 w 13940157"/>
              <a:gd name="connsiteY121" fmla="*/ 1476452 h 9456078"/>
              <a:gd name="connsiteX122" fmla="*/ 9616519 w 13940157"/>
              <a:gd name="connsiteY122" fmla="*/ 1444101 h 9456078"/>
              <a:gd name="connsiteX123" fmla="*/ 9653720 w 13940157"/>
              <a:gd name="connsiteY123" fmla="*/ 1412075 h 9456078"/>
              <a:gd name="connsiteX124" fmla="*/ 9691168 w 13940157"/>
              <a:gd name="connsiteY124" fmla="*/ 1380375 h 9456078"/>
              <a:gd name="connsiteX125" fmla="*/ 9728861 w 13940157"/>
              <a:gd name="connsiteY125" fmla="*/ 1349004 h 9456078"/>
              <a:gd name="connsiteX126" fmla="*/ 9766795 w 13940157"/>
              <a:gd name="connsiteY126" fmla="*/ 1317962 h 9456078"/>
              <a:gd name="connsiteX127" fmla="*/ 9804970 w 13940157"/>
              <a:gd name="connsiteY127" fmla="*/ 1287250 h 9456078"/>
              <a:gd name="connsiteX128" fmla="*/ 9843382 w 13940157"/>
              <a:gd name="connsiteY128" fmla="*/ 1256869 h 9456078"/>
              <a:gd name="connsiteX129" fmla="*/ 9882029 w 13940157"/>
              <a:gd name="connsiteY129" fmla="*/ 1226820 h 9456078"/>
              <a:gd name="connsiteX130" fmla="*/ 9920909 w 13940157"/>
              <a:gd name="connsiteY130" fmla="*/ 1197105 h 9456078"/>
              <a:gd name="connsiteX131" fmla="*/ 9960020 w 13940157"/>
              <a:gd name="connsiteY131" fmla="*/ 1167725 h 9456078"/>
              <a:gd name="connsiteX132" fmla="*/ 9999359 w 13940157"/>
              <a:gd name="connsiteY132" fmla="*/ 1138681 h 9456078"/>
              <a:gd name="connsiteX133" fmla="*/ 10038924 w 13940157"/>
              <a:gd name="connsiteY133" fmla="*/ 1109974 h 9456078"/>
              <a:gd name="connsiteX134" fmla="*/ 10078713 w 13940157"/>
              <a:gd name="connsiteY134" fmla="*/ 1081604 h 9456078"/>
              <a:gd name="connsiteX135" fmla="*/ 10118724 w 13940157"/>
              <a:gd name="connsiteY135" fmla="*/ 1053574 h 9456078"/>
              <a:gd name="connsiteX136" fmla="*/ 10158954 w 13940157"/>
              <a:gd name="connsiteY136" fmla="*/ 1025884 h 9456078"/>
              <a:gd name="connsiteX137" fmla="*/ 10199400 w 13940157"/>
              <a:gd name="connsiteY137" fmla="*/ 998536 h 9456078"/>
              <a:gd name="connsiteX138" fmla="*/ 10240062 w 13940157"/>
              <a:gd name="connsiteY138" fmla="*/ 971530 h 9456078"/>
              <a:gd name="connsiteX139" fmla="*/ 10280935 w 13940157"/>
              <a:gd name="connsiteY139" fmla="*/ 944868 h 9456078"/>
              <a:gd name="connsiteX140" fmla="*/ 10322019 w 13940157"/>
              <a:gd name="connsiteY140" fmla="*/ 918551 h 9456078"/>
              <a:gd name="connsiteX141" fmla="*/ 10363310 w 13940157"/>
              <a:gd name="connsiteY141" fmla="*/ 892580 h 9456078"/>
              <a:gd name="connsiteX142" fmla="*/ 10404807 w 13940157"/>
              <a:gd name="connsiteY142" fmla="*/ 866956 h 9456078"/>
              <a:gd name="connsiteX143" fmla="*/ 10446507 w 13940157"/>
              <a:gd name="connsiteY143" fmla="*/ 841681 h 9456078"/>
              <a:gd name="connsiteX144" fmla="*/ 10488408 w 13940157"/>
              <a:gd name="connsiteY144" fmla="*/ 816754 h 9456078"/>
              <a:gd name="connsiteX145" fmla="*/ 10530507 w 13940157"/>
              <a:gd name="connsiteY145" fmla="*/ 792179 h 9456078"/>
              <a:gd name="connsiteX146" fmla="*/ 10572803 w 13940157"/>
              <a:gd name="connsiteY146" fmla="*/ 767955 h 9456078"/>
              <a:gd name="connsiteX147" fmla="*/ 10615292 w 13940157"/>
              <a:gd name="connsiteY147" fmla="*/ 744083 h 9456078"/>
              <a:gd name="connsiteX148" fmla="*/ 10657973 w 13940157"/>
              <a:gd name="connsiteY148" fmla="*/ 720566 h 9456078"/>
              <a:gd name="connsiteX149" fmla="*/ 10700844 w 13940157"/>
              <a:gd name="connsiteY149" fmla="*/ 697404 h 9456078"/>
              <a:gd name="connsiteX150" fmla="*/ 10743902 w 13940157"/>
              <a:gd name="connsiteY150" fmla="*/ 674598 h 9456078"/>
              <a:gd name="connsiteX151" fmla="*/ 10787144 w 13940157"/>
              <a:gd name="connsiteY151" fmla="*/ 652149 h 9456078"/>
              <a:gd name="connsiteX152" fmla="*/ 10830569 w 13940157"/>
              <a:gd name="connsiteY152" fmla="*/ 630059 h 9456078"/>
              <a:gd name="connsiteX153" fmla="*/ 10874174 w 13940157"/>
              <a:gd name="connsiteY153" fmla="*/ 608328 h 9456078"/>
              <a:gd name="connsiteX154" fmla="*/ 10917957 w 13940157"/>
              <a:gd name="connsiteY154" fmla="*/ 586958 h 9456078"/>
              <a:gd name="connsiteX155" fmla="*/ 10961916 w 13940157"/>
              <a:gd name="connsiteY155" fmla="*/ 565950 h 9456078"/>
              <a:gd name="connsiteX156" fmla="*/ 11006048 w 13940157"/>
              <a:gd name="connsiteY156" fmla="*/ 545304 h 9456078"/>
              <a:gd name="connsiteX157" fmla="*/ 11050351 w 13940157"/>
              <a:gd name="connsiteY157" fmla="*/ 525023 h 9456078"/>
              <a:gd name="connsiteX158" fmla="*/ 11094823 w 13940157"/>
              <a:gd name="connsiteY158" fmla="*/ 505107 h 9456078"/>
              <a:gd name="connsiteX159" fmla="*/ 11139461 w 13940157"/>
              <a:gd name="connsiteY159" fmla="*/ 485558 h 9456078"/>
              <a:gd name="connsiteX160" fmla="*/ 11184263 w 13940157"/>
              <a:gd name="connsiteY160" fmla="*/ 466376 h 9456078"/>
              <a:gd name="connsiteX161" fmla="*/ 11229228 w 13940157"/>
              <a:gd name="connsiteY161" fmla="*/ 447563 h 9456078"/>
              <a:gd name="connsiteX162" fmla="*/ 11274351 w 13940157"/>
              <a:gd name="connsiteY162" fmla="*/ 429119 h 9456078"/>
              <a:gd name="connsiteX163" fmla="*/ 11319632 w 13940157"/>
              <a:gd name="connsiteY163" fmla="*/ 411046 h 9456078"/>
              <a:gd name="connsiteX164" fmla="*/ 11365068 w 13940157"/>
              <a:gd name="connsiteY164" fmla="*/ 393346 h 9456078"/>
              <a:gd name="connsiteX165" fmla="*/ 11410657 w 13940157"/>
              <a:gd name="connsiteY165" fmla="*/ 376018 h 9456078"/>
              <a:gd name="connsiteX166" fmla="*/ 11456396 w 13940157"/>
              <a:gd name="connsiteY166" fmla="*/ 359065 h 9456078"/>
              <a:gd name="connsiteX167" fmla="*/ 11502283 w 13940157"/>
              <a:gd name="connsiteY167" fmla="*/ 342487 h 9456078"/>
              <a:gd name="connsiteX168" fmla="*/ 11548316 w 13940157"/>
              <a:gd name="connsiteY168" fmla="*/ 326286 h 9456078"/>
              <a:gd name="connsiteX169" fmla="*/ 11594492 w 13940157"/>
              <a:gd name="connsiteY169" fmla="*/ 310462 h 9456078"/>
              <a:gd name="connsiteX170" fmla="*/ 11640810 w 13940157"/>
              <a:gd name="connsiteY170" fmla="*/ 295018 h 9456078"/>
              <a:gd name="connsiteX171" fmla="*/ 11687267 w 13940157"/>
              <a:gd name="connsiteY171" fmla="*/ 279953 h 9456078"/>
              <a:gd name="connsiteX172" fmla="*/ 11733860 w 13940157"/>
              <a:gd name="connsiteY172" fmla="*/ 265269 h 9456078"/>
              <a:gd name="connsiteX173" fmla="*/ 11780587 w 13940157"/>
              <a:gd name="connsiteY173" fmla="*/ 250968 h 9456078"/>
              <a:gd name="connsiteX174" fmla="*/ 11827447 w 13940157"/>
              <a:gd name="connsiteY174" fmla="*/ 237049 h 9456078"/>
              <a:gd name="connsiteX175" fmla="*/ 11874436 w 13940157"/>
              <a:gd name="connsiteY175" fmla="*/ 223516 h 9456078"/>
              <a:gd name="connsiteX176" fmla="*/ 11921553 w 13940157"/>
              <a:gd name="connsiteY176" fmla="*/ 210368 h 9456078"/>
              <a:gd name="connsiteX177" fmla="*/ 11968794 w 13940157"/>
              <a:gd name="connsiteY177" fmla="*/ 197606 h 9456078"/>
              <a:gd name="connsiteX178" fmla="*/ 12016159 w 13940157"/>
              <a:gd name="connsiteY178" fmla="*/ 185233 h 9456078"/>
              <a:gd name="connsiteX179" fmla="*/ 12063644 w 13940157"/>
              <a:gd name="connsiteY179" fmla="*/ 173248 h 9456078"/>
              <a:gd name="connsiteX180" fmla="*/ 12111248 w 13940157"/>
              <a:gd name="connsiteY180" fmla="*/ 161654 h 9456078"/>
              <a:gd name="connsiteX181" fmla="*/ 12158967 w 13940157"/>
              <a:gd name="connsiteY181" fmla="*/ 150451 h 9456078"/>
              <a:gd name="connsiteX182" fmla="*/ 12206800 w 13940157"/>
              <a:gd name="connsiteY182" fmla="*/ 139640 h 9456078"/>
              <a:gd name="connsiteX183" fmla="*/ 12254745 w 13940157"/>
              <a:gd name="connsiteY183" fmla="*/ 129223 h 9456078"/>
              <a:gd name="connsiteX184" fmla="*/ 12302799 w 13940157"/>
              <a:gd name="connsiteY184" fmla="*/ 119201 h 9456078"/>
              <a:gd name="connsiteX185" fmla="*/ 12350959 w 13940157"/>
              <a:gd name="connsiteY185" fmla="*/ 109574 h 9456078"/>
              <a:gd name="connsiteX186" fmla="*/ 12399224 w 13940157"/>
              <a:gd name="connsiteY186" fmla="*/ 100344 h 9456078"/>
              <a:gd name="connsiteX187" fmla="*/ 12447591 w 13940157"/>
              <a:gd name="connsiteY187" fmla="*/ 91512 h 9456078"/>
              <a:gd name="connsiteX188" fmla="*/ 12496058 w 13940157"/>
              <a:gd name="connsiteY188" fmla="*/ 83080 h 9456078"/>
              <a:gd name="connsiteX189" fmla="*/ 12544623 w 13940157"/>
              <a:gd name="connsiteY189" fmla="*/ 75047 h 9456078"/>
              <a:gd name="connsiteX190" fmla="*/ 12593283 w 13940157"/>
              <a:gd name="connsiteY190" fmla="*/ 67417 h 9456078"/>
              <a:gd name="connsiteX191" fmla="*/ 12642036 w 13940157"/>
              <a:gd name="connsiteY191" fmla="*/ 60188 h 9456078"/>
              <a:gd name="connsiteX192" fmla="*/ 12690879 w 13940157"/>
              <a:gd name="connsiteY192" fmla="*/ 53364 h 9456078"/>
              <a:gd name="connsiteX193" fmla="*/ 12739811 w 13940157"/>
              <a:gd name="connsiteY193" fmla="*/ 46944 h 9456078"/>
              <a:gd name="connsiteX194" fmla="*/ 12788830 w 13940157"/>
              <a:gd name="connsiteY194" fmla="*/ 40931 h 9456078"/>
              <a:gd name="connsiteX195" fmla="*/ 12837932 w 13940157"/>
              <a:gd name="connsiteY195" fmla="*/ 35324 h 9456078"/>
              <a:gd name="connsiteX196" fmla="*/ 12887116 w 13940157"/>
              <a:gd name="connsiteY196" fmla="*/ 30126 h 9456078"/>
              <a:gd name="connsiteX197" fmla="*/ 12936379 w 13940157"/>
              <a:gd name="connsiteY197" fmla="*/ 25337 h 9456078"/>
              <a:gd name="connsiteX198" fmla="*/ 12985719 w 13940157"/>
              <a:gd name="connsiteY198" fmla="*/ 20958 h 9456078"/>
              <a:gd name="connsiteX199" fmla="*/ 13035133 w 13940157"/>
              <a:gd name="connsiteY199" fmla="*/ 16991 h 9456078"/>
              <a:gd name="connsiteX200" fmla="*/ 13084620 w 13940157"/>
              <a:gd name="connsiteY200" fmla="*/ 13437 h 9456078"/>
              <a:gd name="connsiteX201" fmla="*/ 13134178 w 13940157"/>
              <a:gd name="connsiteY201" fmla="*/ 10297 h 9456078"/>
              <a:gd name="connsiteX202" fmla="*/ 13183803 w 13940157"/>
              <a:gd name="connsiteY202" fmla="*/ 7572 h 9456078"/>
              <a:gd name="connsiteX203" fmla="*/ 13233493 w 13940157"/>
              <a:gd name="connsiteY203" fmla="*/ 5263 h 9456078"/>
              <a:gd name="connsiteX204" fmla="*/ 13283247 w 13940157"/>
              <a:gd name="connsiteY204" fmla="*/ 3371 h 9456078"/>
              <a:gd name="connsiteX205" fmla="*/ 13333061 w 13940157"/>
              <a:gd name="connsiteY205" fmla="*/ 1898 h 9456078"/>
              <a:gd name="connsiteX206" fmla="*/ 13382934 w 13940157"/>
              <a:gd name="connsiteY206" fmla="*/ 844 h 9456078"/>
              <a:gd name="connsiteX207" fmla="*/ 13432864 w 13940157"/>
              <a:gd name="connsiteY207" fmla="*/ 211 h 9456078"/>
              <a:gd name="connsiteX208" fmla="*/ 13482847 w 13940157"/>
              <a:gd name="connsiteY208" fmla="*/ 0 h 9456078"/>
              <a:gd name="connsiteX209" fmla="*/ 13940158 w 13940157"/>
              <a:gd name="connsiteY209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49234 w 13158799"/>
              <a:gd name="connsiteY5" fmla="*/ 9450052 h 9456078"/>
              <a:gd name="connsiteX6" fmla="*/ 298870 w 13158799"/>
              <a:gd name="connsiteY6" fmla="*/ 9447409 h 9456078"/>
              <a:gd name="connsiteX7" fmla="*/ 348429 w 13158799"/>
              <a:gd name="connsiteY7" fmla="*/ 9444290 h 9456078"/>
              <a:gd name="connsiteX8" fmla="*/ 397907 w 13158799"/>
              <a:gd name="connsiteY8" fmla="*/ 9440698 h 9456078"/>
              <a:gd name="connsiteX9" fmla="*/ 447302 w 13158799"/>
              <a:gd name="connsiteY9" fmla="*/ 9436632 h 9456078"/>
              <a:gd name="connsiteX10" fmla="*/ 496610 w 13158799"/>
              <a:gd name="connsiteY10" fmla="*/ 9432096 h 9456078"/>
              <a:gd name="connsiteX11" fmla="*/ 545829 w 13158799"/>
              <a:gd name="connsiteY11" fmla="*/ 9427089 h 9456078"/>
              <a:gd name="connsiteX12" fmla="*/ 594956 w 13158799"/>
              <a:gd name="connsiteY12" fmla="*/ 9421615 h 9456078"/>
              <a:gd name="connsiteX13" fmla="*/ 643987 w 13158799"/>
              <a:gd name="connsiteY13" fmla="*/ 9415673 h 9456078"/>
              <a:gd name="connsiteX14" fmla="*/ 692920 w 13158799"/>
              <a:gd name="connsiteY14" fmla="*/ 9409267 h 9456078"/>
              <a:gd name="connsiteX15" fmla="*/ 741751 w 13158799"/>
              <a:gd name="connsiteY15" fmla="*/ 9402396 h 9456078"/>
              <a:gd name="connsiteX16" fmla="*/ 790478 w 13158799"/>
              <a:gd name="connsiteY16" fmla="*/ 9395063 h 9456078"/>
              <a:gd name="connsiteX17" fmla="*/ 839098 w 13158799"/>
              <a:gd name="connsiteY17" fmla="*/ 9387270 h 9456078"/>
              <a:gd name="connsiteX18" fmla="*/ 887607 w 13158799"/>
              <a:gd name="connsiteY18" fmla="*/ 9379017 h 9456078"/>
              <a:gd name="connsiteX19" fmla="*/ 936002 w 13158799"/>
              <a:gd name="connsiteY19" fmla="*/ 9370306 h 9456078"/>
              <a:gd name="connsiteX20" fmla="*/ 984281 w 13158799"/>
              <a:gd name="connsiteY20" fmla="*/ 9361139 h 9456078"/>
              <a:gd name="connsiteX21" fmla="*/ 1032440 w 13158799"/>
              <a:gd name="connsiteY21" fmla="*/ 9351517 h 9456078"/>
              <a:gd name="connsiteX22" fmla="*/ 1080477 w 13158799"/>
              <a:gd name="connsiteY22" fmla="*/ 9341441 h 9456078"/>
              <a:gd name="connsiteX23" fmla="*/ 1128389 w 13158799"/>
              <a:gd name="connsiteY23" fmla="*/ 9330914 h 9456078"/>
              <a:gd name="connsiteX24" fmla="*/ 1176172 w 13158799"/>
              <a:gd name="connsiteY24" fmla="*/ 9319936 h 9456078"/>
              <a:gd name="connsiteX25" fmla="*/ 1223823 w 13158799"/>
              <a:gd name="connsiteY25" fmla="*/ 9308509 h 9456078"/>
              <a:gd name="connsiteX26" fmla="*/ 1271339 w 13158799"/>
              <a:gd name="connsiteY26" fmla="*/ 9296635 h 9456078"/>
              <a:gd name="connsiteX27" fmla="*/ 1318719 w 13158799"/>
              <a:gd name="connsiteY27" fmla="*/ 9284315 h 9456078"/>
              <a:gd name="connsiteX28" fmla="*/ 1365957 w 13158799"/>
              <a:gd name="connsiteY28" fmla="*/ 9271550 h 9456078"/>
              <a:gd name="connsiteX29" fmla="*/ 1413052 w 13158799"/>
              <a:gd name="connsiteY29" fmla="*/ 9258342 h 9456078"/>
              <a:gd name="connsiteX30" fmla="*/ 1460000 w 13158799"/>
              <a:gd name="connsiteY30" fmla="*/ 9244693 h 9456078"/>
              <a:gd name="connsiteX31" fmla="*/ 1506799 w 13158799"/>
              <a:gd name="connsiteY31" fmla="*/ 9230604 h 9456078"/>
              <a:gd name="connsiteX32" fmla="*/ 1553445 w 13158799"/>
              <a:gd name="connsiteY32" fmla="*/ 9216076 h 9456078"/>
              <a:gd name="connsiteX33" fmla="*/ 1599935 w 13158799"/>
              <a:gd name="connsiteY33" fmla="*/ 9201111 h 9456078"/>
              <a:gd name="connsiteX34" fmla="*/ 1646267 w 13158799"/>
              <a:gd name="connsiteY34" fmla="*/ 9185710 h 9456078"/>
              <a:gd name="connsiteX35" fmla="*/ 1692437 w 13158799"/>
              <a:gd name="connsiteY35" fmla="*/ 9169876 h 9456078"/>
              <a:gd name="connsiteX36" fmla="*/ 1738442 w 13158799"/>
              <a:gd name="connsiteY36" fmla="*/ 9153608 h 9456078"/>
              <a:gd name="connsiteX37" fmla="*/ 1784280 w 13158799"/>
              <a:gd name="connsiteY37" fmla="*/ 9136910 h 9456078"/>
              <a:gd name="connsiteX38" fmla="*/ 1829947 w 13158799"/>
              <a:gd name="connsiteY38" fmla="*/ 9119782 h 9456078"/>
              <a:gd name="connsiteX39" fmla="*/ 1875440 w 13158799"/>
              <a:gd name="connsiteY39" fmla="*/ 9102226 h 9456078"/>
              <a:gd name="connsiteX40" fmla="*/ 1920756 w 13158799"/>
              <a:gd name="connsiteY40" fmla="*/ 9084243 h 9456078"/>
              <a:gd name="connsiteX41" fmla="*/ 1965893 w 13158799"/>
              <a:gd name="connsiteY41" fmla="*/ 9065835 h 9456078"/>
              <a:gd name="connsiteX42" fmla="*/ 2010847 w 13158799"/>
              <a:gd name="connsiteY42" fmla="*/ 9047004 h 9456078"/>
              <a:gd name="connsiteX43" fmla="*/ 2055615 w 13158799"/>
              <a:gd name="connsiteY43" fmla="*/ 9027750 h 9456078"/>
              <a:gd name="connsiteX44" fmla="*/ 2100195 w 13158799"/>
              <a:gd name="connsiteY44" fmla="*/ 9008075 h 9456078"/>
              <a:gd name="connsiteX45" fmla="*/ 2144582 w 13158799"/>
              <a:gd name="connsiteY45" fmla="*/ 8987981 h 9456078"/>
              <a:gd name="connsiteX46" fmla="*/ 2188775 w 13158799"/>
              <a:gd name="connsiteY46" fmla="*/ 8967470 h 9456078"/>
              <a:gd name="connsiteX47" fmla="*/ 2232770 w 13158799"/>
              <a:gd name="connsiteY47" fmla="*/ 8946542 h 9456078"/>
              <a:gd name="connsiteX48" fmla="*/ 2276564 w 13158799"/>
              <a:gd name="connsiteY48" fmla="*/ 8925199 h 9456078"/>
              <a:gd name="connsiteX49" fmla="*/ 2320154 w 13158799"/>
              <a:gd name="connsiteY49" fmla="*/ 8903443 h 9456078"/>
              <a:gd name="connsiteX50" fmla="*/ 2363538 w 13158799"/>
              <a:gd name="connsiteY50" fmla="*/ 8881275 h 9456078"/>
              <a:gd name="connsiteX51" fmla="*/ 2406711 w 13158799"/>
              <a:gd name="connsiteY51" fmla="*/ 8858697 h 9456078"/>
              <a:gd name="connsiteX52" fmla="*/ 2449672 w 13158799"/>
              <a:gd name="connsiteY52" fmla="*/ 8835710 h 9456078"/>
              <a:gd name="connsiteX53" fmla="*/ 2492417 w 13158799"/>
              <a:gd name="connsiteY53" fmla="*/ 8812316 h 9456078"/>
              <a:gd name="connsiteX54" fmla="*/ 2534943 w 13158799"/>
              <a:gd name="connsiteY54" fmla="*/ 8788516 h 9456078"/>
              <a:gd name="connsiteX55" fmla="*/ 2577247 w 13158799"/>
              <a:gd name="connsiteY55" fmla="*/ 8764311 h 9456078"/>
              <a:gd name="connsiteX56" fmla="*/ 2619326 w 13158799"/>
              <a:gd name="connsiteY56" fmla="*/ 8739704 h 9456078"/>
              <a:gd name="connsiteX57" fmla="*/ 2661177 w 13158799"/>
              <a:gd name="connsiteY57" fmla="*/ 8714695 h 9456078"/>
              <a:gd name="connsiteX58" fmla="*/ 2702797 w 13158799"/>
              <a:gd name="connsiteY58" fmla="*/ 8689286 h 9456078"/>
              <a:gd name="connsiteX59" fmla="*/ 2744183 w 13158799"/>
              <a:gd name="connsiteY59" fmla="*/ 8663479 h 9456078"/>
              <a:gd name="connsiteX60" fmla="*/ 2785333 w 13158799"/>
              <a:gd name="connsiteY60" fmla="*/ 8637274 h 9456078"/>
              <a:gd name="connsiteX61" fmla="*/ 2826242 w 13158799"/>
              <a:gd name="connsiteY61" fmla="*/ 8610675 h 9456078"/>
              <a:gd name="connsiteX62" fmla="*/ 2866908 w 13158799"/>
              <a:gd name="connsiteY62" fmla="*/ 8583681 h 9456078"/>
              <a:gd name="connsiteX63" fmla="*/ 2907329 w 13158799"/>
              <a:gd name="connsiteY63" fmla="*/ 8556295 h 9456078"/>
              <a:gd name="connsiteX64" fmla="*/ 2947500 w 13158799"/>
              <a:gd name="connsiteY64" fmla="*/ 8528517 h 9456078"/>
              <a:gd name="connsiteX65" fmla="*/ 2987419 w 13158799"/>
              <a:gd name="connsiteY65" fmla="*/ 8500351 h 9456078"/>
              <a:gd name="connsiteX66" fmla="*/ 3027083 w 13158799"/>
              <a:gd name="connsiteY66" fmla="*/ 8471796 h 9456078"/>
              <a:gd name="connsiteX67" fmla="*/ 3066489 w 13158799"/>
              <a:gd name="connsiteY67" fmla="*/ 8442854 h 9456078"/>
              <a:gd name="connsiteX68" fmla="*/ 3105634 w 13158799"/>
              <a:gd name="connsiteY68" fmla="*/ 8413528 h 9456078"/>
              <a:gd name="connsiteX69" fmla="*/ 3144515 w 13158799"/>
              <a:gd name="connsiteY69" fmla="*/ 8383818 h 9456078"/>
              <a:gd name="connsiteX70" fmla="*/ 3183129 w 13158799"/>
              <a:gd name="connsiteY70" fmla="*/ 8353726 h 9456078"/>
              <a:gd name="connsiteX71" fmla="*/ 3221473 w 13158799"/>
              <a:gd name="connsiteY71" fmla="*/ 8323253 h 9456078"/>
              <a:gd name="connsiteX72" fmla="*/ 3259544 w 13158799"/>
              <a:gd name="connsiteY72" fmla="*/ 8292401 h 9456078"/>
              <a:gd name="connsiteX73" fmla="*/ 3297339 w 13158799"/>
              <a:gd name="connsiteY73" fmla="*/ 8261172 h 9456078"/>
              <a:gd name="connsiteX74" fmla="*/ 3334854 w 13158799"/>
              <a:gd name="connsiteY74" fmla="*/ 8229566 h 9456078"/>
              <a:gd name="connsiteX75" fmla="*/ 3372087 w 13158799"/>
              <a:gd name="connsiteY75" fmla="*/ 8197585 h 9456078"/>
              <a:gd name="connsiteX76" fmla="*/ 3409035 w 13158799"/>
              <a:gd name="connsiteY76" fmla="*/ 8165232 h 9456078"/>
              <a:gd name="connsiteX77" fmla="*/ 3445695 w 13158799"/>
              <a:gd name="connsiteY77" fmla="*/ 8132507 h 9456078"/>
              <a:gd name="connsiteX78" fmla="*/ 3482064 w 13158799"/>
              <a:gd name="connsiteY78" fmla="*/ 8099411 h 9456078"/>
              <a:gd name="connsiteX79" fmla="*/ 3518139 w 13158799"/>
              <a:gd name="connsiteY79" fmla="*/ 8065947 h 9456078"/>
              <a:gd name="connsiteX80" fmla="*/ 3553916 w 13158799"/>
              <a:gd name="connsiteY80" fmla="*/ 8032115 h 9456078"/>
              <a:gd name="connsiteX81" fmla="*/ 3589393 w 13158799"/>
              <a:gd name="connsiteY81" fmla="*/ 7997918 h 9456078"/>
              <a:gd name="connsiteX82" fmla="*/ 3624567 w 13158799"/>
              <a:gd name="connsiteY82" fmla="*/ 7963356 h 9456078"/>
              <a:gd name="connsiteX83" fmla="*/ 3659435 w 13158799"/>
              <a:gd name="connsiteY83" fmla="*/ 7928432 h 9456078"/>
              <a:gd name="connsiteX84" fmla="*/ 3693994 w 13158799"/>
              <a:gd name="connsiteY84" fmla="*/ 7893146 h 9456078"/>
              <a:gd name="connsiteX85" fmla="*/ 3728240 w 13158799"/>
              <a:gd name="connsiteY85" fmla="*/ 7857501 h 9456078"/>
              <a:gd name="connsiteX86" fmla="*/ 3762171 w 13158799"/>
              <a:gd name="connsiteY86" fmla="*/ 7821497 h 9456078"/>
              <a:gd name="connsiteX87" fmla="*/ 3795783 w 13158799"/>
              <a:gd name="connsiteY87" fmla="*/ 7785136 h 9456078"/>
              <a:gd name="connsiteX88" fmla="*/ 3829075 w 13158799"/>
              <a:gd name="connsiteY88" fmla="*/ 7748420 h 9456078"/>
              <a:gd name="connsiteX89" fmla="*/ 3862042 w 13158799"/>
              <a:gd name="connsiteY89" fmla="*/ 7711350 h 9456078"/>
              <a:gd name="connsiteX90" fmla="*/ 3894682 w 13158799"/>
              <a:gd name="connsiteY90" fmla="*/ 7673928 h 9456078"/>
              <a:gd name="connsiteX91" fmla="*/ 3926991 w 13158799"/>
              <a:gd name="connsiteY91" fmla="*/ 7636155 h 9456078"/>
              <a:gd name="connsiteX92" fmla="*/ 3958967 w 13158799"/>
              <a:gd name="connsiteY92" fmla="*/ 7598032 h 9456078"/>
              <a:gd name="connsiteX93" fmla="*/ 3990607 w 13158799"/>
              <a:gd name="connsiteY93" fmla="*/ 7559561 h 9456078"/>
              <a:gd name="connsiteX94" fmla="*/ 4021907 w 13158799"/>
              <a:gd name="connsiteY94" fmla="*/ 7520744 h 9456078"/>
              <a:gd name="connsiteX95" fmla="*/ 4052865 w 13158799"/>
              <a:gd name="connsiteY95" fmla="*/ 7481582 h 9456078"/>
              <a:gd name="connsiteX96" fmla="*/ 4083478 w 13158799"/>
              <a:gd name="connsiteY96" fmla="*/ 7442077 h 9456078"/>
              <a:gd name="connsiteX97" fmla="*/ 8022311 w 13158799"/>
              <a:gd name="connsiteY97" fmla="*/ 2307814 h 9456078"/>
              <a:gd name="connsiteX98" fmla="*/ 8052902 w 13158799"/>
              <a:gd name="connsiteY98" fmla="*/ 2268285 h 9456078"/>
              <a:gd name="connsiteX99" fmla="*/ 8083796 w 13158799"/>
              <a:gd name="connsiteY99" fmla="*/ 2229056 h 9456078"/>
              <a:gd name="connsiteX100" fmla="*/ 8114989 w 13158799"/>
              <a:gd name="connsiteY100" fmla="*/ 2190127 h 9456078"/>
              <a:gd name="connsiteX101" fmla="*/ 8146479 w 13158799"/>
              <a:gd name="connsiteY101" fmla="*/ 2151500 h 9456078"/>
              <a:gd name="connsiteX102" fmla="*/ 8178264 w 13158799"/>
              <a:gd name="connsiteY102" fmla="*/ 2113176 h 9456078"/>
              <a:gd name="connsiteX103" fmla="*/ 8210341 w 13158799"/>
              <a:gd name="connsiteY103" fmla="*/ 2075157 h 9456078"/>
              <a:gd name="connsiteX104" fmla="*/ 8242709 w 13158799"/>
              <a:gd name="connsiteY104" fmla="*/ 2037442 h 9456078"/>
              <a:gd name="connsiteX105" fmla="*/ 8275365 w 13158799"/>
              <a:gd name="connsiteY105" fmla="*/ 2000034 h 9456078"/>
              <a:gd name="connsiteX106" fmla="*/ 8308307 w 13158799"/>
              <a:gd name="connsiteY106" fmla="*/ 1962934 h 9456078"/>
              <a:gd name="connsiteX107" fmla="*/ 8341532 w 13158799"/>
              <a:gd name="connsiteY107" fmla="*/ 1926142 h 9456078"/>
              <a:gd name="connsiteX108" fmla="*/ 8375038 w 13158799"/>
              <a:gd name="connsiteY108" fmla="*/ 1889660 h 9456078"/>
              <a:gd name="connsiteX109" fmla="*/ 8408823 w 13158799"/>
              <a:gd name="connsiteY109" fmla="*/ 1853489 h 9456078"/>
              <a:gd name="connsiteX110" fmla="*/ 8442885 w 13158799"/>
              <a:gd name="connsiteY110" fmla="*/ 1817630 h 9456078"/>
              <a:gd name="connsiteX111" fmla="*/ 8477221 w 13158799"/>
              <a:gd name="connsiteY111" fmla="*/ 1782084 h 9456078"/>
              <a:gd name="connsiteX112" fmla="*/ 8511829 w 13158799"/>
              <a:gd name="connsiteY112" fmla="*/ 1746853 h 9456078"/>
              <a:gd name="connsiteX113" fmla="*/ 8546706 w 13158799"/>
              <a:gd name="connsiteY113" fmla="*/ 1711937 h 9456078"/>
              <a:gd name="connsiteX114" fmla="*/ 8581851 w 13158799"/>
              <a:gd name="connsiteY114" fmla="*/ 1677337 h 9456078"/>
              <a:gd name="connsiteX115" fmla="*/ 8617261 w 13158799"/>
              <a:gd name="connsiteY115" fmla="*/ 1643056 h 9456078"/>
              <a:gd name="connsiteX116" fmla="*/ 8652934 w 13158799"/>
              <a:gd name="connsiteY116" fmla="*/ 1609093 h 9456078"/>
              <a:gd name="connsiteX117" fmla="*/ 8688867 w 13158799"/>
              <a:gd name="connsiteY117" fmla="*/ 1575450 h 9456078"/>
              <a:gd name="connsiteX118" fmla="*/ 8725058 w 13158799"/>
              <a:gd name="connsiteY118" fmla="*/ 1542128 h 9456078"/>
              <a:gd name="connsiteX119" fmla="*/ 8761506 w 13158799"/>
              <a:gd name="connsiteY119" fmla="*/ 1509129 h 9456078"/>
              <a:gd name="connsiteX120" fmla="*/ 8798207 w 13158799"/>
              <a:gd name="connsiteY120" fmla="*/ 1476452 h 9456078"/>
              <a:gd name="connsiteX121" fmla="*/ 8835159 w 13158799"/>
              <a:gd name="connsiteY121" fmla="*/ 1444101 h 9456078"/>
              <a:gd name="connsiteX122" fmla="*/ 8872360 w 13158799"/>
              <a:gd name="connsiteY122" fmla="*/ 1412075 h 9456078"/>
              <a:gd name="connsiteX123" fmla="*/ 8909808 w 13158799"/>
              <a:gd name="connsiteY123" fmla="*/ 1380375 h 9456078"/>
              <a:gd name="connsiteX124" fmla="*/ 8947501 w 13158799"/>
              <a:gd name="connsiteY124" fmla="*/ 1349004 h 9456078"/>
              <a:gd name="connsiteX125" fmla="*/ 8985435 w 13158799"/>
              <a:gd name="connsiteY125" fmla="*/ 1317962 h 9456078"/>
              <a:gd name="connsiteX126" fmla="*/ 9023610 w 13158799"/>
              <a:gd name="connsiteY126" fmla="*/ 1287250 h 9456078"/>
              <a:gd name="connsiteX127" fmla="*/ 9062022 w 13158799"/>
              <a:gd name="connsiteY127" fmla="*/ 1256869 h 9456078"/>
              <a:gd name="connsiteX128" fmla="*/ 9100669 w 13158799"/>
              <a:gd name="connsiteY128" fmla="*/ 1226820 h 9456078"/>
              <a:gd name="connsiteX129" fmla="*/ 9139549 w 13158799"/>
              <a:gd name="connsiteY129" fmla="*/ 1197105 h 9456078"/>
              <a:gd name="connsiteX130" fmla="*/ 9178660 w 13158799"/>
              <a:gd name="connsiteY130" fmla="*/ 1167725 h 9456078"/>
              <a:gd name="connsiteX131" fmla="*/ 9217999 w 13158799"/>
              <a:gd name="connsiteY131" fmla="*/ 1138681 h 9456078"/>
              <a:gd name="connsiteX132" fmla="*/ 9257564 w 13158799"/>
              <a:gd name="connsiteY132" fmla="*/ 1109974 h 9456078"/>
              <a:gd name="connsiteX133" fmla="*/ 9297353 w 13158799"/>
              <a:gd name="connsiteY133" fmla="*/ 1081604 h 9456078"/>
              <a:gd name="connsiteX134" fmla="*/ 9337364 w 13158799"/>
              <a:gd name="connsiteY134" fmla="*/ 1053574 h 9456078"/>
              <a:gd name="connsiteX135" fmla="*/ 9377594 w 13158799"/>
              <a:gd name="connsiteY135" fmla="*/ 1025884 h 9456078"/>
              <a:gd name="connsiteX136" fmla="*/ 9418040 w 13158799"/>
              <a:gd name="connsiteY136" fmla="*/ 998536 h 9456078"/>
              <a:gd name="connsiteX137" fmla="*/ 9458702 w 13158799"/>
              <a:gd name="connsiteY137" fmla="*/ 971530 h 9456078"/>
              <a:gd name="connsiteX138" fmla="*/ 9499575 w 13158799"/>
              <a:gd name="connsiteY138" fmla="*/ 944868 h 9456078"/>
              <a:gd name="connsiteX139" fmla="*/ 9540659 w 13158799"/>
              <a:gd name="connsiteY139" fmla="*/ 918551 h 9456078"/>
              <a:gd name="connsiteX140" fmla="*/ 9581950 w 13158799"/>
              <a:gd name="connsiteY140" fmla="*/ 892580 h 9456078"/>
              <a:gd name="connsiteX141" fmla="*/ 9623447 w 13158799"/>
              <a:gd name="connsiteY141" fmla="*/ 866956 h 9456078"/>
              <a:gd name="connsiteX142" fmla="*/ 9665147 w 13158799"/>
              <a:gd name="connsiteY142" fmla="*/ 841681 h 9456078"/>
              <a:gd name="connsiteX143" fmla="*/ 9707048 w 13158799"/>
              <a:gd name="connsiteY143" fmla="*/ 816754 h 9456078"/>
              <a:gd name="connsiteX144" fmla="*/ 9749147 w 13158799"/>
              <a:gd name="connsiteY144" fmla="*/ 792179 h 9456078"/>
              <a:gd name="connsiteX145" fmla="*/ 9791443 w 13158799"/>
              <a:gd name="connsiteY145" fmla="*/ 767955 h 9456078"/>
              <a:gd name="connsiteX146" fmla="*/ 9833932 w 13158799"/>
              <a:gd name="connsiteY146" fmla="*/ 744083 h 9456078"/>
              <a:gd name="connsiteX147" fmla="*/ 9876613 w 13158799"/>
              <a:gd name="connsiteY147" fmla="*/ 720566 h 9456078"/>
              <a:gd name="connsiteX148" fmla="*/ 9919484 w 13158799"/>
              <a:gd name="connsiteY148" fmla="*/ 697404 h 9456078"/>
              <a:gd name="connsiteX149" fmla="*/ 9962542 w 13158799"/>
              <a:gd name="connsiteY149" fmla="*/ 674598 h 9456078"/>
              <a:gd name="connsiteX150" fmla="*/ 10005784 w 13158799"/>
              <a:gd name="connsiteY150" fmla="*/ 652149 h 9456078"/>
              <a:gd name="connsiteX151" fmla="*/ 10049209 w 13158799"/>
              <a:gd name="connsiteY151" fmla="*/ 630059 h 9456078"/>
              <a:gd name="connsiteX152" fmla="*/ 10092814 w 13158799"/>
              <a:gd name="connsiteY152" fmla="*/ 608328 h 9456078"/>
              <a:gd name="connsiteX153" fmla="*/ 10136597 w 13158799"/>
              <a:gd name="connsiteY153" fmla="*/ 586958 h 9456078"/>
              <a:gd name="connsiteX154" fmla="*/ 10180556 w 13158799"/>
              <a:gd name="connsiteY154" fmla="*/ 565950 h 9456078"/>
              <a:gd name="connsiteX155" fmla="*/ 10224688 w 13158799"/>
              <a:gd name="connsiteY155" fmla="*/ 545304 h 9456078"/>
              <a:gd name="connsiteX156" fmla="*/ 10268991 w 13158799"/>
              <a:gd name="connsiteY156" fmla="*/ 525023 h 9456078"/>
              <a:gd name="connsiteX157" fmla="*/ 10313463 w 13158799"/>
              <a:gd name="connsiteY157" fmla="*/ 505107 h 9456078"/>
              <a:gd name="connsiteX158" fmla="*/ 10358101 w 13158799"/>
              <a:gd name="connsiteY158" fmla="*/ 485558 h 9456078"/>
              <a:gd name="connsiteX159" fmla="*/ 10402903 w 13158799"/>
              <a:gd name="connsiteY159" fmla="*/ 466376 h 9456078"/>
              <a:gd name="connsiteX160" fmla="*/ 10447868 w 13158799"/>
              <a:gd name="connsiteY160" fmla="*/ 447563 h 9456078"/>
              <a:gd name="connsiteX161" fmla="*/ 10492991 w 13158799"/>
              <a:gd name="connsiteY161" fmla="*/ 429119 h 9456078"/>
              <a:gd name="connsiteX162" fmla="*/ 10538272 w 13158799"/>
              <a:gd name="connsiteY162" fmla="*/ 411046 h 9456078"/>
              <a:gd name="connsiteX163" fmla="*/ 10583708 w 13158799"/>
              <a:gd name="connsiteY163" fmla="*/ 393346 h 9456078"/>
              <a:gd name="connsiteX164" fmla="*/ 10629297 w 13158799"/>
              <a:gd name="connsiteY164" fmla="*/ 376018 h 9456078"/>
              <a:gd name="connsiteX165" fmla="*/ 10675036 w 13158799"/>
              <a:gd name="connsiteY165" fmla="*/ 359065 h 9456078"/>
              <a:gd name="connsiteX166" fmla="*/ 10720923 w 13158799"/>
              <a:gd name="connsiteY166" fmla="*/ 342487 h 9456078"/>
              <a:gd name="connsiteX167" fmla="*/ 10766956 w 13158799"/>
              <a:gd name="connsiteY167" fmla="*/ 326286 h 9456078"/>
              <a:gd name="connsiteX168" fmla="*/ 10813132 w 13158799"/>
              <a:gd name="connsiteY168" fmla="*/ 310462 h 9456078"/>
              <a:gd name="connsiteX169" fmla="*/ 10859450 w 13158799"/>
              <a:gd name="connsiteY169" fmla="*/ 295018 h 9456078"/>
              <a:gd name="connsiteX170" fmla="*/ 10905907 w 13158799"/>
              <a:gd name="connsiteY170" fmla="*/ 279953 h 9456078"/>
              <a:gd name="connsiteX171" fmla="*/ 10952500 w 13158799"/>
              <a:gd name="connsiteY171" fmla="*/ 265269 h 9456078"/>
              <a:gd name="connsiteX172" fmla="*/ 10999227 w 13158799"/>
              <a:gd name="connsiteY172" fmla="*/ 250968 h 9456078"/>
              <a:gd name="connsiteX173" fmla="*/ 11046087 w 13158799"/>
              <a:gd name="connsiteY173" fmla="*/ 237049 h 9456078"/>
              <a:gd name="connsiteX174" fmla="*/ 11093076 w 13158799"/>
              <a:gd name="connsiteY174" fmla="*/ 223516 h 9456078"/>
              <a:gd name="connsiteX175" fmla="*/ 11140193 w 13158799"/>
              <a:gd name="connsiteY175" fmla="*/ 210368 h 9456078"/>
              <a:gd name="connsiteX176" fmla="*/ 11187434 w 13158799"/>
              <a:gd name="connsiteY176" fmla="*/ 197606 h 9456078"/>
              <a:gd name="connsiteX177" fmla="*/ 11234799 w 13158799"/>
              <a:gd name="connsiteY177" fmla="*/ 185233 h 9456078"/>
              <a:gd name="connsiteX178" fmla="*/ 11282284 w 13158799"/>
              <a:gd name="connsiteY178" fmla="*/ 173248 h 9456078"/>
              <a:gd name="connsiteX179" fmla="*/ 11329888 w 13158799"/>
              <a:gd name="connsiteY179" fmla="*/ 161654 h 9456078"/>
              <a:gd name="connsiteX180" fmla="*/ 11377607 w 13158799"/>
              <a:gd name="connsiteY180" fmla="*/ 150451 h 9456078"/>
              <a:gd name="connsiteX181" fmla="*/ 11425440 w 13158799"/>
              <a:gd name="connsiteY181" fmla="*/ 139640 h 9456078"/>
              <a:gd name="connsiteX182" fmla="*/ 11473385 w 13158799"/>
              <a:gd name="connsiteY182" fmla="*/ 129223 h 9456078"/>
              <a:gd name="connsiteX183" fmla="*/ 11521439 w 13158799"/>
              <a:gd name="connsiteY183" fmla="*/ 119201 h 9456078"/>
              <a:gd name="connsiteX184" fmla="*/ 11569599 w 13158799"/>
              <a:gd name="connsiteY184" fmla="*/ 109574 h 9456078"/>
              <a:gd name="connsiteX185" fmla="*/ 11617864 w 13158799"/>
              <a:gd name="connsiteY185" fmla="*/ 100344 h 9456078"/>
              <a:gd name="connsiteX186" fmla="*/ 11666231 w 13158799"/>
              <a:gd name="connsiteY186" fmla="*/ 91512 h 9456078"/>
              <a:gd name="connsiteX187" fmla="*/ 11714698 w 13158799"/>
              <a:gd name="connsiteY187" fmla="*/ 83080 h 9456078"/>
              <a:gd name="connsiteX188" fmla="*/ 11763263 w 13158799"/>
              <a:gd name="connsiteY188" fmla="*/ 75047 h 9456078"/>
              <a:gd name="connsiteX189" fmla="*/ 11811923 w 13158799"/>
              <a:gd name="connsiteY189" fmla="*/ 67417 h 9456078"/>
              <a:gd name="connsiteX190" fmla="*/ 11860676 w 13158799"/>
              <a:gd name="connsiteY190" fmla="*/ 60188 h 9456078"/>
              <a:gd name="connsiteX191" fmla="*/ 11909519 w 13158799"/>
              <a:gd name="connsiteY191" fmla="*/ 53364 h 9456078"/>
              <a:gd name="connsiteX192" fmla="*/ 11958451 w 13158799"/>
              <a:gd name="connsiteY192" fmla="*/ 46944 h 9456078"/>
              <a:gd name="connsiteX193" fmla="*/ 12007470 w 13158799"/>
              <a:gd name="connsiteY193" fmla="*/ 40931 h 9456078"/>
              <a:gd name="connsiteX194" fmla="*/ 12056572 w 13158799"/>
              <a:gd name="connsiteY194" fmla="*/ 35324 h 9456078"/>
              <a:gd name="connsiteX195" fmla="*/ 12105756 w 13158799"/>
              <a:gd name="connsiteY195" fmla="*/ 30126 h 9456078"/>
              <a:gd name="connsiteX196" fmla="*/ 12155019 w 13158799"/>
              <a:gd name="connsiteY196" fmla="*/ 25337 h 9456078"/>
              <a:gd name="connsiteX197" fmla="*/ 12204359 w 13158799"/>
              <a:gd name="connsiteY197" fmla="*/ 20958 h 9456078"/>
              <a:gd name="connsiteX198" fmla="*/ 12253773 w 13158799"/>
              <a:gd name="connsiteY198" fmla="*/ 16991 h 9456078"/>
              <a:gd name="connsiteX199" fmla="*/ 12303260 w 13158799"/>
              <a:gd name="connsiteY199" fmla="*/ 13437 h 9456078"/>
              <a:gd name="connsiteX200" fmla="*/ 12352818 w 13158799"/>
              <a:gd name="connsiteY200" fmla="*/ 10297 h 9456078"/>
              <a:gd name="connsiteX201" fmla="*/ 12402443 w 13158799"/>
              <a:gd name="connsiteY201" fmla="*/ 7572 h 9456078"/>
              <a:gd name="connsiteX202" fmla="*/ 12452133 w 13158799"/>
              <a:gd name="connsiteY202" fmla="*/ 5263 h 9456078"/>
              <a:gd name="connsiteX203" fmla="*/ 12501887 w 13158799"/>
              <a:gd name="connsiteY203" fmla="*/ 3371 h 9456078"/>
              <a:gd name="connsiteX204" fmla="*/ 12551701 w 13158799"/>
              <a:gd name="connsiteY204" fmla="*/ 1898 h 9456078"/>
              <a:gd name="connsiteX205" fmla="*/ 12601574 w 13158799"/>
              <a:gd name="connsiteY205" fmla="*/ 844 h 9456078"/>
              <a:gd name="connsiteX206" fmla="*/ 12651504 w 13158799"/>
              <a:gd name="connsiteY206" fmla="*/ 211 h 9456078"/>
              <a:gd name="connsiteX207" fmla="*/ 12701487 w 13158799"/>
              <a:gd name="connsiteY207" fmla="*/ 0 h 9456078"/>
              <a:gd name="connsiteX208" fmla="*/ 13158798 w 13158799"/>
              <a:gd name="connsiteY208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28389 w 13158797"/>
              <a:gd name="connsiteY22" fmla="*/ 9330914 h 9456078"/>
              <a:gd name="connsiteX23" fmla="*/ 1176172 w 13158797"/>
              <a:gd name="connsiteY23" fmla="*/ 9319936 h 9456078"/>
              <a:gd name="connsiteX24" fmla="*/ 1223823 w 13158797"/>
              <a:gd name="connsiteY24" fmla="*/ 9308509 h 9456078"/>
              <a:gd name="connsiteX25" fmla="*/ 1271339 w 13158797"/>
              <a:gd name="connsiteY25" fmla="*/ 9296635 h 9456078"/>
              <a:gd name="connsiteX26" fmla="*/ 1318719 w 13158797"/>
              <a:gd name="connsiteY26" fmla="*/ 9284315 h 9456078"/>
              <a:gd name="connsiteX27" fmla="*/ 1365957 w 13158797"/>
              <a:gd name="connsiteY27" fmla="*/ 9271550 h 9456078"/>
              <a:gd name="connsiteX28" fmla="*/ 1413052 w 13158797"/>
              <a:gd name="connsiteY28" fmla="*/ 9258342 h 9456078"/>
              <a:gd name="connsiteX29" fmla="*/ 1460000 w 13158797"/>
              <a:gd name="connsiteY29" fmla="*/ 9244693 h 9456078"/>
              <a:gd name="connsiteX30" fmla="*/ 1506799 w 13158797"/>
              <a:gd name="connsiteY30" fmla="*/ 9230604 h 9456078"/>
              <a:gd name="connsiteX31" fmla="*/ 1553445 w 13158797"/>
              <a:gd name="connsiteY31" fmla="*/ 9216076 h 9456078"/>
              <a:gd name="connsiteX32" fmla="*/ 1599935 w 13158797"/>
              <a:gd name="connsiteY32" fmla="*/ 9201111 h 9456078"/>
              <a:gd name="connsiteX33" fmla="*/ 1646267 w 13158797"/>
              <a:gd name="connsiteY33" fmla="*/ 9185710 h 9456078"/>
              <a:gd name="connsiteX34" fmla="*/ 1692437 w 13158797"/>
              <a:gd name="connsiteY34" fmla="*/ 9169876 h 9456078"/>
              <a:gd name="connsiteX35" fmla="*/ 1738442 w 13158797"/>
              <a:gd name="connsiteY35" fmla="*/ 9153608 h 9456078"/>
              <a:gd name="connsiteX36" fmla="*/ 1784280 w 13158797"/>
              <a:gd name="connsiteY36" fmla="*/ 9136910 h 9456078"/>
              <a:gd name="connsiteX37" fmla="*/ 1829947 w 13158797"/>
              <a:gd name="connsiteY37" fmla="*/ 9119782 h 9456078"/>
              <a:gd name="connsiteX38" fmla="*/ 1875440 w 13158797"/>
              <a:gd name="connsiteY38" fmla="*/ 9102226 h 9456078"/>
              <a:gd name="connsiteX39" fmla="*/ 1920756 w 13158797"/>
              <a:gd name="connsiteY39" fmla="*/ 9084243 h 9456078"/>
              <a:gd name="connsiteX40" fmla="*/ 1965893 w 13158797"/>
              <a:gd name="connsiteY40" fmla="*/ 9065835 h 9456078"/>
              <a:gd name="connsiteX41" fmla="*/ 2010847 w 13158797"/>
              <a:gd name="connsiteY41" fmla="*/ 9047004 h 9456078"/>
              <a:gd name="connsiteX42" fmla="*/ 2055615 w 13158797"/>
              <a:gd name="connsiteY42" fmla="*/ 9027750 h 9456078"/>
              <a:gd name="connsiteX43" fmla="*/ 2100195 w 13158797"/>
              <a:gd name="connsiteY43" fmla="*/ 9008075 h 9456078"/>
              <a:gd name="connsiteX44" fmla="*/ 2144582 w 13158797"/>
              <a:gd name="connsiteY44" fmla="*/ 8987981 h 9456078"/>
              <a:gd name="connsiteX45" fmla="*/ 2188775 w 13158797"/>
              <a:gd name="connsiteY45" fmla="*/ 8967470 h 9456078"/>
              <a:gd name="connsiteX46" fmla="*/ 2232770 w 13158797"/>
              <a:gd name="connsiteY46" fmla="*/ 8946542 h 9456078"/>
              <a:gd name="connsiteX47" fmla="*/ 2276564 w 13158797"/>
              <a:gd name="connsiteY47" fmla="*/ 8925199 h 9456078"/>
              <a:gd name="connsiteX48" fmla="*/ 2320154 w 13158797"/>
              <a:gd name="connsiteY48" fmla="*/ 8903443 h 9456078"/>
              <a:gd name="connsiteX49" fmla="*/ 2363538 w 13158797"/>
              <a:gd name="connsiteY49" fmla="*/ 8881275 h 9456078"/>
              <a:gd name="connsiteX50" fmla="*/ 2406711 w 13158797"/>
              <a:gd name="connsiteY50" fmla="*/ 8858697 h 9456078"/>
              <a:gd name="connsiteX51" fmla="*/ 2449672 w 13158797"/>
              <a:gd name="connsiteY51" fmla="*/ 8835710 h 9456078"/>
              <a:gd name="connsiteX52" fmla="*/ 2492417 w 13158797"/>
              <a:gd name="connsiteY52" fmla="*/ 8812316 h 9456078"/>
              <a:gd name="connsiteX53" fmla="*/ 2534943 w 13158797"/>
              <a:gd name="connsiteY53" fmla="*/ 8788516 h 9456078"/>
              <a:gd name="connsiteX54" fmla="*/ 2577247 w 13158797"/>
              <a:gd name="connsiteY54" fmla="*/ 8764311 h 9456078"/>
              <a:gd name="connsiteX55" fmla="*/ 2619326 w 13158797"/>
              <a:gd name="connsiteY55" fmla="*/ 8739704 h 9456078"/>
              <a:gd name="connsiteX56" fmla="*/ 2661177 w 13158797"/>
              <a:gd name="connsiteY56" fmla="*/ 8714695 h 9456078"/>
              <a:gd name="connsiteX57" fmla="*/ 2702797 w 13158797"/>
              <a:gd name="connsiteY57" fmla="*/ 8689286 h 9456078"/>
              <a:gd name="connsiteX58" fmla="*/ 2744183 w 13158797"/>
              <a:gd name="connsiteY58" fmla="*/ 8663479 h 9456078"/>
              <a:gd name="connsiteX59" fmla="*/ 2785333 w 13158797"/>
              <a:gd name="connsiteY59" fmla="*/ 8637274 h 9456078"/>
              <a:gd name="connsiteX60" fmla="*/ 2826242 w 13158797"/>
              <a:gd name="connsiteY60" fmla="*/ 8610675 h 9456078"/>
              <a:gd name="connsiteX61" fmla="*/ 2866908 w 13158797"/>
              <a:gd name="connsiteY61" fmla="*/ 8583681 h 9456078"/>
              <a:gd name="connsiteX62" fmla="*/ 2907329 w 13158797"/>
              <a:gd name="connsiteY62" fmla="*/ 8556295 h 9456078"/>
              <a:gd name="connsiteX63" fmla="*/ 2947500 w 13158797"/>
              <a:gd name="connsiteY63" fmla="*/ 8528517 h 9456078"/>
              <a:gd name="connsiteX64" fmla="*/ 2987419 w 13158797"/>
              <a:gd name="connsiteY64" fmla="*/ 8500351 h 9456078"/>
              <a:gd name="connsiteX65" fmla="*/ 3027083 w 13158797"/>
              <a:gd name="connsiteY65" fmla="*/ 8471796 h 9456078"/>
              <a:gd name="connsiteX66" fmla="*/ 3066489 w 13158797"/>
              <a:gd name="connsiteY66" fmla="*/ 8442854 h 9456078"/>
              <a:gd name="connsiteX67" fmla="*/ 3105634 w 13158797"/>
              <a:gd name="connsiteY67" fmla="*/ 8413528 h 9456078"/>
              <a:gd name="connsiteX68" fmla="*/ 3144515 w 13158797"/>
              <a:gd name="connsiteY68" fmla="*/ 8383818 h 9456078"/>
              <a:gd name="connsiteX69" fmla="*/ 3183129 w 13158797"/>
              <a:gd name="connsiteY69" fmla="*/ 8353726 h 9456078"/>
              <a:gd name="connsiteX70" fmla="*/ 3221473 w 13158797"/>
              <a:gd name="connsiteY70" fmla="*/ 8323253 h 9456078"/>
              <a:gd name="connsiteX71" fmla="*/ 3259544 w 13158797"/>
              <a:gd name="connsiteY71" fmla="*/ 8292401 h 9456078"/>
              <a:gd name="connsiteX72" fmla="*/ 3297339 w 13158797"/>
              <a:gd name="connsiteY72" fmla="*/ 8261172 h 9456078"/>
              <a:gd name="connsiteX73" fmla="*/ 3334854 w 13158797"/>
              <a:gd name="connsiteY73" fmla="*/ 8229566 h 9456078"/>
              <a:gd name="connsiteX74" fmla="*/ 3372087 w 13158797"/>
              <a:gd name="connsiteY74" fmla="*/ 8197585 h 9456078"/>
              <a:gd name="connsiteX75" fmla="*/ 3409035 w 13158797"/>
              <a:gd name="connsiteY75" fmla="*/ 8165232 h 9456078"/>
              <a:gd name="connsiteX76" fmla="*/ 3445695 w 13158797"/>
              <a:gd name="connsiteY76" fmla="*/ 8132507 h 9456078"/>
              <a:gd name="connsiteX77" fmla="*/ 3482064 w 13158797"/>
              <a:gd name="connsiteY77" fmla="*/ 8099411 h 9456078"/>
              <a:gd name="connsiteX78" fmla="*/ 3518139 w 13158797"/>
              <a:gd name="connsiteY78" fmla="*/ 8065947 h 9456078"/>
              <a:gd name="connsiteX79" fmla="*/ 3553916 w 13158797"/>
              <a:gd name="connsiteY79" fmla="*/ 8032115 h 9456078"/>
              <a:gd name="connsiteX80" fmla="*/ 3589393 w 13158797"/>
              <a:gd name="connsiteY80" fmla="*/ 7997918 h 9456078"/>
              <a:gd name="connsiteX81" fmla="*/ 3624567 w 13158797"/>
              <a:gd name="connsiteY81" fmla="*/ 7963356 h 9456078"/>
              <a:gd name="connsiteX82" fmla="*/ 3659435 w 13158797"/>
              <a:gd name="connsiteY82" fmla="*/ 7928432 h 9456078"/>
              <a:gd name="connsiteX83" fmla="*/ 3693994 w 13158797"/>
              <a:gd name="connsiteY83" fmla="*/ 7893146 h 9456078"/>
              <a:gd name="connsiteX84" fmla="*/ 3728240 w 13158797"/>
              <a:gd name="connsiteY84" fmla="*/ 7857501 h 9456078"/>
              <a:gd name="connsiteX85" fmla="*/ 3762171 w 13158797"/>
              <a:gd name="connsiteY85" fmla="*/ 7821497 h 9456078"/>
              <a:gd name="connsiteX86" fmla="*/ 3795783 w 13158797"/>
              <a:gd name="connsiteY86" fmla="*/ 7785136 h 9456078"/>
              <a:gd name="connsiteX87" fmla="*/ 3829075 w 13158797"/>
              <a:gd name="connsiteY87" fmla="*/ 7748420 h 9456078"/>
              <a:gd name="connsiteX88" fmla="*/ 3862042 w 13158797"/>
              <a:gd name="connsiteY88" fmla="*/ 7711350 h 9456078"/>
              <a:gd name="connsiteX89" fmla="*/ 3894682 w 13158797"/>
              <a:gd name="connsiteY89" fmla="*/ 7673928 h 9456078"/>
              <a:gd name="connsiteX90" fmla="*/ 3926991 w 13158797"/>
              <a:gd name="connsiteY90" fmla="*/ 7636155 h 9456078"/>
              <a:gd name="connsiteX91" fmla="*/ 3958967 w 13158797"/>
              <a:gd name="connsiteY91" fmla="*/ 7598032 h 9456078"/>
              <a:gd name="connsiteX92" fmla="*/ 3990607 w 13158797"/>
              <a:gd name="connsiteY92" fmla="*/ 7559561 h 9456078"/>
              <a:gd name="connsiteX93" fmla="*/ 4021907 w 13158797"/>
              <a:gd name="connsiteY93" fmla="*/ 7520744 h 9456078"/>
              <a:gd name="connsiteX94" fmla="*/ 4052865 w 13158797"/>
              <a:gd name="connsiteY94" fmla="*/ 7481582 h 9456078"/>
              <a:gd name="connsiteX95" fmla="*/ 4083478 w 13158797"/>
              <a:gd name="connsiteY95" fmla="*/ 7442077 h 9456078"/>
              <a:gd name="connsiteX96" fmla="*/ 8022311 w 13158797"/>
              <a:gd name="connsiteY96" fmla="*/ 2307814 h 9456078"/>
              <a:gd name="connsiteX97" fmla="*/ 8052902 w 13158797"/>
              <a:gd name="connsiteY97" fmla="*/ 2268285 h 9456078"/>
              <a:gd name="connsiteX98" fmla="*/ 8083796 w 13158797"/>
              <a:gd name="connsiteY98" fmla="*/ 2229056 h 9456078"/>
              <a:gd name="connsiteX99" fmla="*/ 8114989 w 13158797"/>
              <a:gd name="connsiteY99" fmla="*/ 2190127 h 9456078"/>
              <a:gd name="connsiteX100" fmla="*/ 8146479 w 13158797"/>
              <a:gd name="connsiteY100" fmla="*/ 2151500 h 9456078"/>
              <a:gd name="connsiteX101" fmla="*/ 8178264 w 13158797"/>
              <a:gd name="connsiteY101" fmla="*/ 2113176 h 9456078"/>
              <a:gd name="connsiteX102" fmla="*/ 8210341 w 13158797"/>
              <a:gd name="connsiteY102" fmla="*/ 2075157 h 9456078"/>
              <a:gd name="connsiteX103" fmla="*/ 8242709 w 13158797"/>
              <a:gd name="connsiteY103" fmla="*/ 2037442 h 9456078"/>
              <a:gd name="connsiteX104" fmla="*/ 8275365 w 13158797"/>
              <a:gd name="connsiteY104" fmla="*/ 2000034 h 9456078"/>
              <a:gd name="connsiteX105" fmla="*/ 8308307 w 13158797"/>
              <a:gd name="connsiteY105" fmla="*/ 1962934 h 9456078"/>
              <a:gd name="connsiteX106" fmla="*/ 8341532 w 13158797"/>
              <a:gd name="connsiteY106" fmla="*/ 1926142 h 9456078"/>
              <a:gd name="connsiteX107" fmla="*/ 8375038 w 13158797"/>
              <a:gd name="connsiteY107" fmla="*/ 1889660 h 9456078"/>
              <a:gd name="connsiteX108" fmla="*/ 8408823 w 13158797"/>
              <a:gd name="connsiteY108" fmla="*/ 1853489 h 9456078"/>
              <a:gd name="connsiteX109" fmla="*/ 8442885 w 13158797"/>
              <a:gd name="connsiteY109" fmla="*/ 1817630 h 9456078"/>
              <a:gd name="connsiteX110" fmla="*/ 8477221 w 13158797"/>
              <a:gd name="connsiteY110" fmla="*/ 1782084 h 9456078"/>
              <a:gd name="connsiteX111" fmla="*/ 8511829 w 13158797"/>
              <a:gd name="connsiteY111" fmla="*/ 1746853 h 9456078"/>
              <a:gd name="connsiteX112" fmla="*/ 8546706 w 13158797"/>
              <a:gd name="connsiteY112" fmla="*/ 1711937 h 9456078"/>
              <a:gd name="connsiteX113" fmla="*/ 8581851 w 13158797"/>
              <a:gd name="connsiteY113" fmla="*/ 1677337 h 9456078"/>
              <a:gd name="connsiteX114" fmla="*/ 8617261 w 13158797"/>
              <a:gd name="connsiteY114" fmla="*/ 1643056 h 9456078"/>
              <a:gd name="connsiteX115" fmla="*/ 8652934 w 13158797"/>
              <a:gd name="connsiteY115" fmla="*/ 1609093 h 9456078"/>
              <a:gd name="connsiteX116" fmla="*/ 8688867 w 13158797"/>
              <a:gd name="connsiteY116" fmla="*/ 1575450 h 9456078"/>
              <a:gd name="connsiteX117" fmla="*/ 8725058 w 13158797"/>
              <a:gd name="connsiteY117" fmla="*/ 1542128 h 9456078"/>
              <a:gd name="connsiteX118" fmla="*/ 8761506 w 13158797"/>
              <a:gd name="connsiteY118" fmla="*/ 1509129 h 9456078"/>
              <a:gd name="connsiteX119" fmla="*/ 8798207 w 13158797"/>
              <a:gd name="connsiteY119" fmla="*/ 1476452 h 9456078"/>
              <a:gd name="connsiteX120" fmla="*/ 8835159 w 13158797"/>
              <a:gd name="connsiteY120" fmla="*/ 1444101 h 9456078"/>
              <a:gd name="connsiteX121" fmla="*/ 8872360 w 13158797"/>
              <a:gd name="connsiteY121" fmla="*/ 1412075 h 9456078"/>
              <a:gd name="connsiteX122" fmla="*/ 8909808 w 13158797"/>
              <a:gd name="connsiteY122" fmla="*/ 1380375 h 9456078"/>
              <a:gd name="connsiteX123" fmla="*/ 8947501 w 13158797"/>
              <a:gd name="connsiteY123" fmla="*/ 1349004 h 9456078"/>
              <a:gd name="connsiteX124" fmla="*/ 8985435 w 13158797"/>
              <a:gd name="connsiteY124" fmla="*/ 1317962 h 9456078"/>
              <a:gd name="connsiteX125" fmla="*/ 9023610 w 13158797"/>
              <a:gd name="connsiteY125" fmla="*/ 1287250 h 9456078"/>
              <a:gd name="connsiteX126" fmla="*/ 9062022 w 13158797"/>
              <a:gd name="connsiteY126" fmla="*/ 1256869 h 9456078"/>
              <a:gd name="connsiteX127" fmla="*/ 9100669 w 13158797"/>
              <a:gd name="connsiteY127" fmla="*/ 1226820 h 9456078"/>
              <a:gd name="connsiteX128" fmla="*/ 9139549 w 13158797"/>
              <a:gd name="connsiteY128" fmla="*/ 1197105 h 9456078"/>
              <a:gd name="connsiteX129" fmla="*/ 9178660 w 13158797"/>
              <a:gd name="connsiteY129" fmla="*/ 1167725 h 9456078"/>
              <a:gd name="connsiteX130" fmla="*/ 9217999 w 13158797"/>
              <a:gd name="connsiteY130" fmla="*/ 1138681 h 9456078"/>
              <a:gd name="connsiteX131" fmla="*/ 9257564 w 13158797"/>
              <a:gd name="connsiteY131" fmla="*/ 1109974 h 9456078"/>
              <a:gd name="connsiteX132" fmla="*/ 9297353 w 13158797"/>
              <a:gd name="connsiteY132" fmla="*/ 1081604 h 9456078"/>
              <a:gd name="connsiteX133" fmla="*/ 9337364 w 13158797"/>
              <a:gd name="connsiteY133" fmla="*/ 1053574 h 9456078"/>
              <a:gd name="connsiteX134" fmla="*/ 9377594 w 13158797"/>
              <a:gd name="connsiteY134" fmla="*/ 1025884 h 9456078"/>
              <a:gd name="connsiteX135" fmla="*/ 9418040 w 13158797"/>
              <a:gd name="connsiteY135" fmla="*/ 998536 h 9456078"/>
              <a:gd name="connsiteX136" fmla="*/ 9458702 w 13158797"/>
              <a:gd name="connsiteY136" fmla="*/ 971530 h 9456078"/>
              <a:gd name="connsiteX137" fmla="*/ 9499575 w 13158797"/>
              <a:gd name="connsiteY137" fmla="*/ 944868 h 9456078"/>
              <a:gd name="connsiteX138" fmla="*/ 9540659 w 13158797"/>
              <a:gd name="connsiteY138" fmla="*/ 918551 h 9456078"/>
              <a:gd name="connsiteX139" fmla="*/ 9581950 w 13158797"/>
              <a:gd name="connsiteY139" fmla="*/ 892580 h 9456078"/>
              <a:gd name="connsiteX140" fmla="*/ 9623447 w 13158797"/>
              <a:gd name="connsiteY140" fmla="*/ 866956 h 9456078"/>
              <a:gd name="connsiteX141" fmla="*/ 9665147 w 13158797"/>
              <a:gd name="connsiteY141" fmla="*/ 841681 h 9456078"/>
              <a:gd name="connsiteX142" fmla="*/ 9707048 w 13158797"/>
              <a:gd name="connsiteY142" fmla="*/ 816754 h 9456078"/>
              <a:gd name="connsiteX143" fmla="*/ 9749147 w 13158797"/>
              <a:gd name="connsiteY143" fmla="*/ 792179 h 9456078"/>
              <a:gd name="connsiteX144" fmla="*/ 9791443 w 13158797"/>
              <a:gd name="connsiteY144" fmla="*/ 767955 h 9456078"/>
              <a:gd name="connsiteX145" fmla="*/ 9833932 w 13158797"/>
              <a:gd name="connsiteY145" fmla="*/ 744083 h 9456078"/>
              <a:gd name="connsiteX146" fmla="*/ 9876613 w 13158797"/>
              <a:gd name="connsiteY146" fmla="*/ 720566 h 9456078"/>
              <a:gd name="connsiteX147" fmla="*/ 9919484 w 13158797"/>
              <a:gd name="connsiteY147" fmla="*/ 697404 h 9456078"/>
              <a:gd name="connsiteX148" fmla="*/ 9962542 w 13158797"/>
              <a:gd name="connsiteY148" fmla="*/ 674598 h 9456078"/>
              <a:gd name="connsiteX149" fmla="*/ 10005784 w 13158797"/>
              <a:gd name="connsiteY149" fmla="*/ 652149 h 9456078"/>
              <a:gd name="connsiteX150" fmla="*/ 10049209 w 13158797"/>
              <a:gd name="connsiteY150" fmla="*/ 630059 h 9456078"/>
              <a:gd name="connsiteX151" fmla="*/ 10092814 w 13158797"/>
              <a:gd name="connsiteY151" fmla="*/ 608328 h 9456078"/>
              <a:gd name="connsiteX152" fmla="*/ 10136597 w 13158797"/>
              <a:gd name="connsiteY152" fmla="*/ 586958 h 9456078"/>
              <a:gd name="connsiteX153" fmla="*/ 10180556 w 13158797"/>
              <a:gd name="connsiteY153" fmla="*/ 565950 h 9456078"/>
              <a:gd name="connsiteX154" fmla="*/ 10224688 w 13158797"/>
              <a:gd name="connsiteY154" fmla="*/ 545304 h 9456078"/>
              <a:gd name="connsiteX155" fmla="*/ 10268991 w 13158797"/>
              <a:gd name="connsiteY155" fmla="*/ 525023 h 9456078"/>
              <a:gd name="connsiteX156" fmla="*/ 10313463 w 13158797"/>
              <a:gd name="connsiteY156" fmla="*/ 505107 h 9456078"/>
              <a:gd name="connsiteX157" fmla="*/ 10358101 w 13158797"/>
              <a:gd name="connsiteY157" fmla="*/ 485558 h 9456078"/>
              <a:gd name="connsiteX158" fmla="*/ 10402903 w 13158797"/>
              <a:gd name="connsiteY158" fmla="*/ 466376 h 9456078"/>
              <a:gd name="connsiteX159" fmla="*/ 10447868 w 13158797"/>
              <a:gd name="connsiteY159" fmla="*/ 447563 h 9456078"/>
              <a:gd name="connsiteX160" fmla="*/ 10492991 w 13158797"/>
              <a:gd name="connsiteY160" fmla="*/ 429119 h 9456078"/>
              <a:gd name="connsiteX161" fmla="*/ 10538272 w 13158797"/>
              <a:gd name="connsiteY161" fmla="*/ 411046 h 9456078"/>
              <a:gd name="connsiteX162" fmla="*/ 10583708 w 13158797"/>
              <a:gd name="connsiteY162" fmla="*/ 393346 h 9456078"/>
              <a:gd name="connsiteX163" fmla="*/ 10629297 w 13158797"/>
              <a:gd name="connsiteY163" fmla="*/ 376018 h 9456078"/>
              <a:gd name="connsiteX164" fmla="*/ 10675036 w 13158797"/>
              <a:gd name="connsiteY164" fmla="*/ 359065 h 9456078"/>
              <a:gd name="connsiteX165" fmla="*/ 10720923 w 13158797"/>
              <a:gd name="connsiteY165" fmla="*/ 342487 h 9456078"/>
              <a:gd name="connsiteX166" fmla="*/ 10766956 w 13158797"/>
              <a:gd name="connsiteY166" fmla="*/ 326286 h 9456078"/>
              <a:gd name="connsiteX167" fmla="*/ 10813132 w 13158797"/>
              <a:gd name="connsiteY167" fmla="*/ 310462 h 9456078"/>
              <a:gd name="connsiteX168" fmla="*/ 10859450 w 13158797"/>
              <a:gd name="connsiteY168" fmla="*/ 295018 h 9456078"/>
              <a:gd name="connsiteX169" fmla="*/ 10905907 w 13158797"/>
              <a:gd name="connsiteY169" fmla="*/ 279953 h 9456078"/>
              <a:gd name="connsiteX170" fmla="*/ 10952500 w 13158797"/>
              <a:gd name="connsiteY170" fmla="*/ 265269 h 9456078"/>
              <a:gd name="connsiteX171" fmla="*/ 10999227 w 13158797"/>
              <a:gd name="connsiteY171" fmla="*/ 250968 h 9456078"/>
              <a:gd name="connsiteX172" fmla="*/ 11046087 w 13158797"/>
              <a:gd name="connsiteY172" fmla="*/ 237049 h 9456078"/>
              <a:gd name="connsiteX173" fmla="*/ 11093076 w 13158797"/>
              <a:gd name="connsiteY173" fmla="*/ 223516 h 9456078"/>
              <a:gd name="connsiteX174" fmla="*/ 11140193 w 13158797"/>
              <a:gd name="connsiteY174" fmla="*/ 210368 h 9456078"/>
              <a:gd name="connsiteX175" fmla="*/ 11187434 w 13158797"/>
              <a:gd name="connsiteY175" fmla="*/ 197606 h 9456078"/>
              <a:gd name="connsiteX176" fmla="*/ 11234799 w 13158797"/>
              <a:gd name="connsiteY176" fmla="*/ 185233 h 9456078"/>
              <a:gd name="connsiteX177" fmla="*/ 11282284 w 13158797"/>
              <a:gd name="connsiteY177" fmla="*/ 173248 h 9456078"/>
              <a:gd name="connsiteX178" fmla="*/ 11329888 w 13158797"/>
              <a:gd name="connsiteY178" fmla="*/ 161654 h 9456078"/>
              <a:gd name="connsiteX179" fmla="*/ 11377607 w 13158797"/>
              <a:gd name="connsiteY179" fmla="*/ 150451 h 9456078"/>
              <a:gd name="connsiteX180" fmla="*/ 11425440 w 13158797"/>
              <a:gd name="connsiteY180" fmla="*/ 139640 h 9456078"/>
              <a:gd name="connsiteX181" fmla="*/ 11473385 w 13158797"/>
              <a:gd name="connsiteY181" fmla="*/ 129223 h 9456078"/>
              <a:gd name="connsiteX182" fmla="*/ 11521439 w 13158797"/>
              <a:gd name="connsiteY182" fmla="*/ 119201 h 9456078"/>
              <a:gd name="connsiteX183" fmla="*/ 11569599 w 13158797"/>
              <a:gd name="connsiteY183" fmla="*/ 109574 h 9456078"/>
              <a:gd name="connsiteX184" fmla="*/ 11617864 w 13158797"/>
              <a:gd name="connsiteY184" fmla="*/ 100344 h 9456078"/>
              <a:gd name="connsiteX185" fmla="*/ 11666231 w 13158797"/>
              <a:gd name="connsiteY185" fmla="*/ 91512 h 9456078"/>
              <a:gd name="connsiteX186" fmla="*/ 11714698 w 13158797"/>
              <a:gd name="connsiteY186" fmla="*/ 83080 h 9456078"/>
              <a:gd name="connsiteX187" fmla="*/ 11763263 w 13158797"/>
              <a:gd name="connsiteY187" fmla="*/ 75047 h 9456078"/>
              <a:gd name="connsiteX188" fmla="*/ 11811923 w 13158797"/>
              <a:gd name="connsiteY188" fmla="*/ 67417 h 9456078"/>
              <a:gd name="connsiteX189" fmla="*/ 11860676 w 13158797"/>
              <a:gd name="connsiteY189" fmla="*/ 60188 h 9456078"/>
              <a:gd name="connsiteX190" fmla="*/ 11909519 w 13158797"/>
              <a:gd name="connsiteY190" fmla="*/ 53364 h 9456078"/>
              <a:gd name="connsiteX191" fmla="*/ 11958451 w 13158797"/>
              <a:gd name="connsiteY191" fmla="*/ 46944 h 9456078"/>
              <a:gd name="connsiteX192" fmla="*/ 12007470 w 13158797"/>
              <a:gd name="connsiteY192" fmla="*/ 40931 h 9456078"/>
              <a:gd name="connsiteX193" fmla="*/ 12056572 w 13158797"/>
              <a:gd name="connsiteY193" fmla="*/ 35324 h 9456078"/>
              <a:gd name="connsiteX194" fmla="*/ 12105756 w 13158797"/>
              <a:gd name="connsiteY194" fmla="*/ 30126 h 9456078"/>
              <a:gd name="connsiteX195" fmla="*/ 12155019 w 13158797"/>
              <a:gd name="connsiteY195" fmla="*/ 25337 h 9456078"/>
              <a:gd name="connsiteX196" fmla="*/ 12204359 w 13158797"/>
              <a:gd name="connsiteY196" fmla="*/ 20958 h 9456078"/>
              <a:gd name="connsiteX197" fmla="*/ 12253773 w 13158797"/>
              <a:gd name="connsiteY197" fmla="*/ 16991 h 9456078"/>
              <a:gd name="connsiteX198" fmla="*/ 12303260 w 13158797"/>
              <a:gd name="connsiteY198" fmla="*/ 13437 h 9456078"/>
              <a:gd name="connsiteX199" fmla="*/ 12352818 w 13158797"/>
              <a:gd name="connsiteY199" fmla="*/ 10297 h 9456078"/>
              <a:gd name="connsiteX200" fmla="*/ 12402443 w 13158797"/>
              <a:gd name="connsiteY200" fmla="*/ 7572 h 9456078"/>
              <a:gd name="connsiteX201" fmla="*/ 12452133 w 13158797"/>
              <a:gd name="connsiteY201" fmla="*/ 5263 h 9456078"/>
              <a:gd name="connsiteX202" fmla="*/ 12501887 w 13158797"/>
              <a:gd name="connsiteY202" fmla="*/ 3371 h 9456078"/>
              <a:gd name="connsiteX203" fmla="*/ 12551701 w 13158797"/>
              <a:gd name="connsiteY203" fmla="*/ 1898 h 9456078"/>
              <a:gd name="connsiteX204" fmla="*/ 12601574 w 13158797"/>
              <a:gd name="connsiteY204" fmla="*/ 844 h 9456078"/>
              <a:gd name="connsiteX205" fmla="*/ 12651504 w 13158797"/>
              <a:gd name="connsiteY205" fmla="*/ 211 h 9456078"/>
              <a:gd name="connsiteX206" fmla="*/ 12701487 w 13158797"/>
              <a:gd name="connsiteY206" fmla="*/ 0 h 9456078"/>
              <a:gd name="connsiteX207" fmla="*/ 13158798 w 13158797"/>
              <a:gd name="connsiteY207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98870 w 13158799"/>
              <a:gd name="connsiteY5" fmla="*/ 9447409 h 9456078"/>
              <a:gd name="connsiteX6" fmla="*/ 348429 w 13158799"/>
              <a:gd name="connsiteY6" fmla="*/ 9444290 h 9456078"/>
              <a:gd name="connsiteX7" fmla="*/ 397907 w 13158799"/>
              <a:gd name="connsiteY7" fmla="*/ 9440698 h 9456078"/>
              <a:gd name="connsiteX8" fmla="*/ 447302 w 13158799"/>
              <a:gd name="connsiteY8" fmla="*/ 9436632 h 9456078"/>
              <a:gd name="connsiteX9" fmla="*/ 496610 w 13158799"/>
              <a:gd name="connsiteY9" fmla="*/ 9432096 h 9456078"/>
              <a:gd name="connsiteX10" fmla="*/ 545829 w 13158799"/>
              <a:gd name="connsiteY10" fmla="*/ 9427089 h 9456078"/>
              <a:gd name="connsiteX11" fmla="*/ 594956 w 13158799"/>
              <a:gd name="connsiteY11" fmla="*/ 9421615 h 9456078"/>
              <a:gd name="connsiteX12" fmla="*/ 643987 w 13158799"/>
              <a:gd name="connsiteY12" fmla="*/ 9415673 h 9456078"/>
              <a:gd name="connsiteX13" fmla="*/ 692920 w 13158799"/>
              <a:gd name="connsiteY13" fmla="*/ 9409267 h 9456078"/>
              <a:gd name="connsiteX14" fmla="*/ 741751 w 13158799"/>
              <a:gd name="connsiteY14" fmla="*/ 9402396 h 9456078"/>
              <a:gd name="connsiteX15" fmla="*/ 790478 w 13158799"/>
              <a:gd name="connsiteY15" fmla="*/ 9395063 h 9456078"/>
              <a:gd name="connsiteX16" fmla="*/ 839098 w 13158799"/>
              <a:gd name="connsiteY16" fmla="*/ 9387270 h 9456078"/>
              <a:gd name="connsiteX17" fmla="*/ 887607 w 13158799"/>
              <a:gd name="connsiteY17" fmla="*/ 9379017 h 9456078"/>
              <a:gd name="connsiteX18" fmla="*/ 936002 w 13158799"/>
              <a:gd name="connsiteY18" fmla="*/ 9370306 h 9456078"/>
              <a:gd name="connsiteX19" fmla="*/ 984281 w 13158799"/>
              <a:gd name="connsiteY19" fmla="*/ 9361139 h 9456078"/>
              <a:gd name="connsiteX20" fmla="*/ 1032440 w 13158799"/>
              <a:gd name="connsiteY20" fmla="*/ 9351517 h 9456078"/>
              <a:gd name="connsiteX21" fmla="*/ 1080477 w 13158799"/>
              <a:gd name="connsiteY21" fmla="*/ 9341441 h 9456078"/>
              <a:gd name="connsiteX22" fmla="*/ 1176172 w 13158799"/>
              <a:gd name="connsiteY22" fmla="*/ 9319936 h 9456078"/>
              <a:gd name="connsiteX23" fmla="*/ 1223823 w 13158799"/>
              <a:gd name="connsiteY23" fmla="*/ 9308509 h 9456078"/>
              <a:gd name="connsiteX24" fmla="*/ 1271339 w 13158799"/>
              <a:gd name="connsiteY24" fmla="*/ 9296635 h 9456078"/>
              <a:gd name="connsiteX25" fmla="*/ 1318719 w 13158799"/>
              <a:gd name="connsiteY25" fmla="*/ 9284315 h 9456078"/>
              <a:gd name="connsiteX26" fmla="*/ 1365957 w 13158799"/>
              <a:gd name="connsiteY26" fmla="*/ 9271550 h 9456078"/>
              <a:gd name="connsiteX27" fmla="*/ 1413052 w 13158799"/>
              <a:gd name="connsiteY27" fmla="*/ 9258342 h 9456078"/>
              <a:gd name="connsiteX28" fmla="*/ 1460000 w 13158799"/>
              <a:gd name="connsiteY28" fmla="*/ 9244693 h 9456078"/>
              <a:gd name="connsiteX29" fmla="*/ 1506799 w 13158799"/>
              <a:gd name="connsiteY29" fmla="*/ 9230604 h 9456078"/>
              <a:gd name="connsiteX30" fmla="*/ 1553445 w 13158799"/>
              <a:gd name="connsiteY30" fmla="*/ 9216076 h 9456078"/>
              <a:gd name="connsiteX31" fmla="*/ 1599935 w 13158799"/>
              <a:gd name="connsiteY31" fmla="*/ 9201111 h 9456078"/>
              <a:gd name="connsiteX32" fmla="*/ 1646267 w 13158799"/>
              <a:gd name="connsiteY32" fmla="*/ 9185710 h 9456078"/>
              <a:gd name="connsiteX33" fmla="*/ 1692437 w 13158799"/>
              <a:gd name="connsiteY33" fmla="*/ 9169876 h 9456078"/>
              <a:gd name="connsiteX34" fmla="*/ 1738442 w 13158799"/>
              <a:gd name="connsiteY34" fmla="*/ 9153608 h 9456078"/>
              <a:gd name="connsiteX35" fmla="*/ 1784280 w 13158799"/>
              <a:gd name="connsiteY35" fmla="*/ 9136910 h 9456078"/>
              <a:gd name="connsiteX36" fmla="*/ 1829947 w 13158799"/>
              <a:gd name="connsiteY36" fmla="*/ 9119782 h 9456078"/>
              <a:gd name="connsiteX37" fmla="*/ 1875440 w 13158799"/>
              <a:gd name="connsiteY37" fmla="*/ 9102226 h 9456078"/>
              <a:gd name="connsiteX38" fmla="*/ 1920756 w 13158799"/>
              <a:gd name="connsiteY38" fmla="*/ 9084243 h 9456078"/>
              <a:gd name="connsiteX39" fmla="*/ 1965893 w 13158799"/>
              <a:gd name="connsiteY39" fmla="*/ 9065835 h 9456078"/>
              <a:gd name="connsiteX40" fmla="*/ 2010847 w 13158799"/>
              <a:gd name="connsiteY40" fmla="*/ 9047004 h 9456078"/>
              <a:gd name="connsiteX41" fmla="*/ 2055615 w 13158799"/>
              <a:gd name="connsiteY41" fmla="*/ 9027750 h 9456078"/>
              <a:gd name="connsiteX42" fmla="*/ 2100195 w 13158799"/>
              <a:gd name="connsiteY42" fmla="*/ 9008075 h 9456078"/>
              <a:gd name="connsiteX43" fmla="*/ 2144582 w 13158799"/>
              <a:gd name="connsiteY43" fmla="*/ 8987981 h 9456078"/>
              <a:gd name="connsiteX44" fmla="*/ 2188775 w 13158799"/>
              <a:gd name="connsiteY44" fmla="*/ 8967470 h 9456078"/>
              <a:gd name="connsiteX45" fmla="*/ 2232770 w 13158799"/>
              <a:gd name="connsiteY45" fmla="*/ 8946542 h 9456078"/>
              <a:gd name="connsiteX46" fmla="*/ 2276564 w 13158799"/>
              <a:gd name="connsiteY46" fmla="*/ 8925199 h 9456078"/>
              <a:gd name="connsiteX47" fmla="*/ 2320154 w 13158799"/>
              <a:gd name="connsiteY47" fmla="*/ 8903443 h 9456078"/>
              <a:gd name="connsiteX48" fmla="*/ 2363538 w 13158799"/>
              <a:gd name="connsiteY48" fmla="*/ 8881275 h 9456078"/>
              <a:gd name="connsiteX49" fmla="*/ 2406711 w 13158799"/>
              <a:gd name="connsiteY49" fmla="*/ 8858697 h 9456078"/>
              <a:gd name="connsiteX50" fmla="*/ 2449672 w 13158799"/>
              <a:gd name="connsiteY50" fmla="*/ 8835710 h 9456078"/>
              <a:gd name="connsiteX51" fmla="*/ 2492417 w 13158799"/>
              <a:gd name="connsiteY51" fmla="*/ 8812316 h 9456078"/>
              <a:gd name="connsiteX52" fmla="*/ 2534943 w 13158799"/>
              <a:gd name="connsiteY52" fmla="*/ 8788516 h 9456078"/>
              <a:gd name="connsiteX53" fmla="*/ 2577247 w 13158799"/>
              <a:gd name="connsiteY53" fmla="*/ 8764311 h 9456078"/>
              <a:gd name="connsiteX54" fmla="*/ 2619326 w 13158799"/>
              <a:gd name="connsiteY54" fmla="*/ 8739704 h 9456078"/>
              <a:gd name="connsiteX55" fmla="*/ 2661177 w 13158799"/>
              <a:gd name="connsiteY55" fmla="*/ 8714695 h 9456078"/>
              <a:gd name="connsiteX56" fmla="*/ 2702797 w 13158799"/>
              <a:gd name="connsiteY56" fmla="*/ 8689286 h 9456078"/>
              <a:gd name="connsiteX57" fmla="*/ 2744183 w 13158799"/>
              <a:gd name="connsiteY57" fmla="*/ 8663479 h 9456078"/>
              <a:gd name="connsiteX58" fmla="*/ 2785333 w 13158799"/>
              <a:gd name="connsiteY58" fmla="*/ 8637274 h 9456078"/>
              <a:gd name="connsiteX59" fmla="*/ 2826242 w 13158799"/>
              <a:gd name="connsiteY59" fmla="*/ 8610675 h 9456078"/>
              <a:gd name="connsiteX60" fmla="*/ 2866908 w 13158799"/>
              <a:gd name="connsiteY60" fmla="*/ 8583681 h 9456078"/>
              <a:gd name="connsiteX61" fmla="*/ 2907329 w 13158799"/>
              <a:gd name="connsiteY61" fmla="*/ 8556295 h 9456078"/>
              <a:gd name="connsiteX62" fmla="*/ 2947500 w 13158799"/>
              <a:gd name="connsiteY62" fmla="*/ 8528517 h 9456078"/>
              <a:gd name="connsiteX63" fmla="*/ 2987419 w 13158799"/>
              <a:gd name="connsiteY63" fmla="*/ 8500351 h 9456078"/>
              <a:gd name="connsiteX64" fmla="*/ 3027083 w 13158799"/>
              <a:gd name="connsiteY64" fmla="*/ 8471796 h 9456078"/>
              <a:gd name="connsiteX65" fmla="*/ 3066489 w 13158799"/>
              <a:gd name="connsiteY65" fmla="*/ 8442854 h 9456078"/>
              <a:gd name="connsiteX66" fmla="*/ 3105634 w 13158799"/>
              <a:gd name="connsiteY66" fmla="*/ 8413528 h 9456078"/>
              <a:gd name="connsiteX67" fmla="*/ 3144515 w 13158799"/>
              <a:gd name="connsiteY67" fmla="*/ 8383818 h 9456078"/>
              <a:gd name="connsiteX68" fmla="*/ 3183129 w 13158799"/>
              <a:gd name="connsiteY68" fmla="*/ 8353726 h 9456078"/>
              <a:gd name="connsiteX69" fmla="*/ 3221473 w 13158799"/>
              <a:gd name="connsiteY69" fmla="*/ 8323253 h 9456078"/>
              <a:gd name="connsiteX70" fmla="*/ 3259544 w 13158799"/>
              <a:gd name="connsiteY70" fmla="*/ 8292401 h 9456078"/>
              <a:gd name="connsiteX71" fmla="*/ 3297339 w 13158799"/>
              <a:gd name="connsiteY71" fmla="*/ 8261172 h 9456078"/>
              <a:gd name="connsiteX72" fmla="*/ 3334854 w 13158799"/>
              <a:gd name="connsiteY72" fmla="*/ 8229566 h 9456078"/>
              <a:gd name="connsiteX73" fmla="*/ 3372087 w 13158799"/>
              <a:gd name="connsiteY73" fmla="*/ 8197585 h 9456078"/>
              <a:gd name="connsiteX74" fmla="*/ 3409035 w 13158799"/>
              <a:gd name="connsiteY74" fmla="*/ 8165232 h 9456078"/>
              <a:gd name="connsiteX75" fmla="*/ 3445695 w 13158799"/>
              <a:gd name="connsiteY75" fmla="*/ 8132507 h 9456078"/>
              <a:gd name="connsiteX76" fmla="*/ 3482064 w 13158799"/>
              <a:gd name="connsiteY76" fmla="*/ 8099411 h 9456078"/>
              <a:gd name="connsiteX77" fmla="*/ 3518139 w 13158799"/>
              <a:gd name="connsiteY77" fmla="*/ 8065947 h 9456078"/>
              <a:gd name="connsiteX78" fmla="*/ 3553916 w 13158799"/>
              <a:gd name="connsiteY78" fmla="*/ 8032115 h 9456078"/>
              <a:gd name="connsiteX79" fmla="*/ 3589393 w 13158799"/>
              <a:gd name="connsiteY79" fmla="*/ 7997918 h 9456078"/>
              <a:gd name="connsiteX80" fmla="*/ 3624567 w 13158799"/>
              <a:gd name="connsiteY80" fmla="*/ 7963356 h 9456078"/>
              <a:gd name="connsiteX81" fmla="*/ 3659435 w 13158799"/>
              <a:gd name="connsiteY81" fmla="*/ 7928432 h 9456078"/>
              <a:gd name="connsiteX82" fmla="*/ 3693994 w 13158799"/>
              <a:gd name="connsiteY82" fmla="*/ 7893146 h 9456078"/>
              <a:gd name="connsiteX83" fmla="*/ 3728240 w 13158799"/>
              <a:gd name="connsiteY83" fmla="*/ 7857501 h 9456078"/>
              <a:gd name="connsiteX84" fmla="*/ 3762171 w 13158799"/>
              <a:gd name="connsiteY84" fmla="*/ 7821497 h 9456078"/>
              <a:gd name="connsiteX85" fmla="*/ 3795783 w 13158799"/>
              <a:gd name="connsiteY85" fmla="*/ 7785136 h 9456078"/>
              <a:gd name="connsiteX86" fmla="*/ 3829075 w 13158799"/>
              <a:gd name="connsiteY86" fmla="*/ 7748420 h 9456078"/>
              <a:gd name="connsiteX87" fmla="*/ 3862042 w 13158799"/>
              <a:gd name="connsiteY87" fmla="*/ 7711350 h 9456078"/>
              <a:gd name="connsiteX88" fmla="*/ 3894682 w 13158799"/>
              <a:gd name="connsiteY88" fmla="*/ 7673928 h 9456078"/>
              <a:gd name="connsiteX89" fmla="*/ 3926991 w 13158799"/>
              <a:gd name="connsiteY89" fmla="*/ 7636155 h 9456078"/>
              <a:gd name="connsiteX90" fmla="*/ 3958967 w 13158799"/>
              <a:gd name="connsiteY90" fmla="*/ 7598032 h 9456078"/>
              <a:gd name="connsiteX91" fmla="*/ 3990607 w 13158799"/>
              <a:gd name="connsiteY91" fmla="*/ 7559561 h 9456078"/>
              <a:gd name="connsiteX92" fmla="*/ 4021907 w 13158799"/>
              <a:gd name="connsiteY92" fmla="*/ 7520744 h 9456078"/>
              <a:gd name="connsiteX93" fmla="*/ 4052865 w 13158799"/>
              <a:gd name="connsiteY93" fmla="*/ 7481582 h 9456078"/>
              <a:gd name="connsiteX94" fmla="*/ 4083478 w 13158799"/>
              <a:gd name="connsiteY94" fmla="*/ 7442077 h 9456078"/>
              <a:gd name="connsiteX95" fmla="*/ 8022311 w 13158799"/>
              <a:gd name="connsiteY95" fmla="*/ 2307814 h 9456078"/>
              <a:gd name="connsiteX96" fmla="*/ 8052902 w 13158799"/>
              <a:gd name="connsiteY96" fmla="*/ 2268285 h 9456078"/>
              <a:gd name="connsiteX97" fmla="*/ 8083796 w 13158799"/>
              <a:gd name="connsiteY97" fmla="*/ 2229056 h 9456078"/>
              <a:gd name="connsiteX98" fmla="*/ 8114989 w 13158799"/>
              <a:gd name="connsiteY98" fmla="*/ 2190127 h 9456078"/>
              <a:gd name="connsiteX99" fmla="*/ 8146479 w 13158799"/>
              <a:gd name="connsiteY99" fmla="*/ 2151500 h 9456078"/>
              <a:gd name="connsiteX100" fmla="*/ 8178264 w 13158799"/>
              <a:gd name="connsiteY100" fmla="*/ 2113176 h 9456078"/>
              <a:gd name="connsiteX101" fmla="*/ 8210341 w 13158799"/>
              <a:gd name="connsiteY101" fmla="*/ 2075157 h 9456078"/>
              <a:gd name="connsiteX102" fmla="*/ 8242709 w 13158799"/>
              <a:gd name="connsiteY102" fmla="*/ 2037442 h 9456078"/>
              <a:gd name="connsiteX103" fmla="*/ 8275365 w 13158799"/>
              <a:gd name="connsiteY103" fmla="*/ 2000034 h 9456078"/>
              <a:gd name="connsiteX104" fmla="*/ 8308307 w 13158799"/>
              <a:gd name="connsiteY104" fmla="*/ 1962934 h 9456078"/>
              <a:gd name="connsiteX105" fmla="*/ 8341532 w 13158799"/>
              <a:gd name="connsiteY105" fmla="*/ 1926142 h 9456078"/>
              <a:gd name="connsiteX106" fmla="*/ 8375038 w 13158799"/>
              <a:gd name="connsiteY106" fmla="*/ 1889660 h 9456078"/>
              <a:gd name="connsiteX107" fmla="*/ 8408823 w 13158799"/>
              <a:gd name="connsiteY107" fmla="*/ 1853489 h 9456078"/>
              <a:gd name="connsiteX108" fmla="*/ 8442885 w 13158799"/>
              <a:gd name="connsiteY108" fmla="*/ 1817630 h 9456078"/>
              <a:gd name="connsiteX109" fmla="*/ 8477221 w 13158799"/>
              <a:gd name="connsiteY109" fmla="*/ 1782084 h 9456078"/>
              <a:gd name="connsiteX110" fmla="*/ 8511829 w 13158799"/>
              <a:gd name="connsiteY110" fmla="*/ 1746853 h 9456078"/>
              <a:gd name="connsiteX111" fmla="*/ 8546706 w 13158799"/>
              <a:gd name="connsiteY111" fmla="*/ 1711937 h 9456078"/>
              <a:gd name="connsiteX112" fmla="*/ 8581851 w 13158799"/>
              <a:gd name="connsiteY112" fmla="*/ 1677337 h 9456078"/>
              <a:gd name="connsiteX113" fmla="*/ 8617261 w 13158799"/>
              <a:gd name="connsiteY113" fmla="*/ 1643056 h 9456078"/>
              <a:gd name="connsiteX114" fmla="*/ 8652934 w 13158799"/>
              <a:gd name="connsiteY114" fmla="*/ 1609093 h 9456078"/>
              <a:gd name="connsiteX115" fmla="*/ 8688867 w 13158799"/>
              <a:gd name="connsiteY115" fmla="*/ 1575450 h 9456078"/>
              <a:gd name="connsiteX116" fmla="*/ 8725058 w 13158799"/>
              <a:gd name="connsiteY116" fmla="*/ 1542128 h 9456078"/>
              <a:gd name="connsiteX117" fmla="*/ 8761506 w 13158799"/>
              <a:gd name="connsiteY117" fmla="*/ 1509129 h 9456078"/>
              <a:gd name="connsiteX118" fmla="*/ 8798207 w 13158799"/>
              <a:gd name="connsiteY118" fmla="*/ 1476452 h 9456078"/>
              <a:gd name="connsiteX119" fmla="*/ 8835159 w 13158799"/>
              <a:gd name="connsiteY119" fmla="*/ 1444101 h 9456078"/>
              <a:gd name="connsiteX120" fmla="*/ 8872360 w 13158799"/>
              <a:gd name="connsiteY120" fmla="*/ 1412075 h 9456078"/>
              <a:gd name="connsiteX121" fmla="*/ 8909808 w 13158799"/>
              <a:gd name="connsiteY121" fmla="*/ 1380375 h 9456078"/>
              <a:gd name="connsiteX122" fmla="*/ 8947501 w 13158799"/>
              <a:gd name="connsiteY122" fmla="*/ 1349004 h 9456078"/>
              <a:gd name="connsiteX123" fmla="*/ 8985435 w 13158799"/>
              <a:gd name="connsiteY123" fmla="*/ 1317962 h 9456078"/>
              <a:gd name="connsiteX124" fmla="*/ 9023610 w 13158799"/>
              <a:gd name="connsiteY124" fmla="*/ 1287250 h 9456078"/>
              <a:gd name="connsiteX125" fmla="*/ 9062022 w 13158799"/>
              <a:gd name="connsiteY125" fmla="*/ 1256869 h 9456078"/>
              <a:gd name="connsiteX126" fmla="*/ 9100669 w 13158799"/>
              <a:gd name="connsiteY126" fmla="*/ 1226820 h 9456078"/>
              <a:gd name="connsiteX127" fmla="*/ 9139549 w 13158799"/>
              <a:gd name="connsiteY127" fmla="*/ 1197105 h 9456078"/>
              <a:gd name="connsiteX128" fmla="*/ 9178660 w 13158799"/>
              <a:gd name="connsiteY128" fmla="*/ 1167725 h 9456078"/>
              <a:gd name="connsiteX129" fmla="*/ 9217999 w 13158799"/>
              <a:gd name="connsiteY129" fmla="*/ 1138681 h 9456078"/>
              <a:gd name="connsiteX130" fmla="*/ 9257564 w 13158799"/>
              <a:gd name="connsiteY130" fmla="*/ 1109974 h 9456078"/>
              <a:gd name="connsiteX131" fmla="*/ 9297353 w 13158799"/>
              <a:gd name="connsiteY131" fmla="*/ 1081604 h 9456078"/>
              <a:gd name="connsiteX132" fmla="*/ 9337364 w 13158799"/>
              <a:gd name="connsiteY132" fmla="*/ 1053574 h 9456078"/>
              <a:gd name="connsiteX133" fmla="*/ 9377594 w 13158799"/>
              <a:gd name="connsiteY133" fmla="*/ 1025884 h 9456078"/>
              <a:gd name="connsiteX134" fmla="*/ 9418040 w 13158799"/>
              <a:gd name="connsiteY134" fmla="*/ 998536 h 9456078"/>
              <a:gd name="connsiteX135" fmla="*/ 9458702 w 13158799"/>
              <a:gd name="connsiteY135" fmla="*/ 971530 h 9456078"/>
              <a:gd name="connsiteX136" fmla="*/ 9499575 w 13158799"/>
              <a:gd name="connsiteY136" fmla="*/ 944868 h 9456078"/>
              <a:gd name="connsiteX137" fmla="*/ 9540659 w 13158799"/>
              <a:gd name="connsiteY137" fmla="*/ 918551 h 9456078"/>
              <a:gd name="connsiteX138" fmla="*/ 9581950 w 13158799"/>
              <a:gd name="connsiteY138" fmla="*/ 892580 h 9456078"/>
              <a:gd name="connsiteX139" fmla="*/ 9623447 w 13158799"/>
              <a:gd name="connsiteY139" fmla="*/ 866956 h 9456078"/>
              <a:gd name="connsiteX140" fmla="*/ 9665147 w 13158799"/>
              <a:gd name="connsiteY140" fmla="*/ 841681 h 9456078"/>
              <a:gd name="connsiteX141" fmla="*/ 9707048 w 13158799"/>
              <a:gd name="connsiteY141" fmla="*/ 816754 h 9456078"/>
              <a:gd name="connsiteX142" fmla="*/ 9749147 w 13158799"/>
              <a:gd name="connsiteY142" fmla="*/ 792179 h 9456078"/>
              <a:gd name="connsiteX143" fmla="*/ 9791443 w 13158799"/>
              <a:gd name="connsiteY143" fmla="*/ 767955 h 9456078"/>
              <a:gd name="connsiteX144" fmla="*/ 9833932 w 13158799"/>
              <a:gd name="connsiteY144" fmla="*/ 744083 h 9456078"/>
              <a:gd name="connsiteX145" fmla="*/ 9876613 w 13158799"/>
              <a:gd name="connsiteY145" fmla="*/ 720566 h 9456078"/>
              <a:gd name="connsiteX146" fmla="*/ 9919484 w 13158799"/>
              <a:gd name="connsiteY146" fmla="*/ 697404 h 9456078"/>
              <a:gd name="connsiteX147" fmla="*/ 9962542 w 13158799"/>
              <a:gd name="connsiteY147" fmla="*/ 674598 h 9456078"/>
              <a:gd name="connsiteX148" fmla="*/ 10005784 w 13158799"/>
              <a:gd name="connsiteY148" fmla="*/ 652149 h 9456078"/>
              <a:gd name="connsiteX149" fmla="*/ 10049209 w 13158799"/>
              <a:gd name="connsiteY149" fmla="*/ 630059 h 9456078"/>
              <a:gd name="connsiteX150" fmla="*/ 10092814 w 13158799"/>
              <a:gd name="connsiteY150" fmla="*/ 608328 h 9456078"/>
              <a:gd name="connsiteX151" fmla="*/ 10136597 w 13158799"/>
              <a:gd name="connsiteY151" fmla="*/ 586958 h 9456078"/>
              <a:gd name="connsiteX152" fmla="*/ 10180556 w 13158799"/>
              <a:gd name="connsiteY152" fmla="*/ 565950 h 9456078"/>
              <a:gd name="connsiteX153" fmla="*/ 10224688 w 13158799"/>
              <a:gd name="connsiteY153" fmla="*/ 545304 h 9456078"/>
              <a:gd name="connsiteX154" fmla="*/ 10268991 w 13158799"/>
              <a:gd name="connsiteY154" fmla="*/ 525023 h 9456078"/>
              <a:gd name="connsiteX155" fmla="*/ 10313463 w 13158799"/>
              <a:gd name="connsiteY155" fmla="*/ 505107 h 9456078"/>
              <a:gd name="connsiteX156" fmla="*/ 10358101 w 13158799"/>
              <a:gd name="connsiteY156" fmla="*/ 485558 h 9456078"/>
              <a:gd name="connsiteX157" fmla="*/ 10402903 w 13158799"/>
              <a:gd name="connsiteY157" fmla="*/ 466376 h 9456078"/>
              <a:gd name="connsiteX158" fmla="*/ 10447868 w 13158799"/>
              <a:gd name="connsiteY158" fmla="*/ 447563 h 9456078"/>
              <a:gd name="connsiteX159" fmla="*/ 10492991 w 13158799"/>
              <a:gd name="connsiteY159" fmla="*/ 429119 h 9456078"/>
              <a:gd name="connsiteX160" fmla="*/ 10538272 w 13158799"/>
              <a:gd name="connsiteY160" fmla="*/ 411046 h 9456078"/>
              <a:gd name="connsiteX161" fmla="*/ 10583708 w 13158799"/>
              <a:gd name="connsiteY161" fmla="*/ 393346 h 9456078"/>
              <a:gd name="connsiteX162" fmla="*/ 10629297 w 13158799"/>
              <a:gd name="connsiteY162" fmla="*/ 376018 h 9456078"/>
              <a:gd name="connsiteX163" fmla="*/ 10675036 w 13158799"/>
              <a:gd name="connsiteY163" fmla="*/ 359065 h 9456078"/>
              <a:gd name="connsiteX164" fmla="*/ 10720923 w 13158799"/>
              <a:gd name="connsiteY164" fmla="*/ 342487 h 9456078"/>
              <a:gd name="connsiteX165" fmla="*/ 10766956 w 13158799"/>
              <a:gd name="connsiteY165" fmla="*/ 326286 h 9456078"/>
              <a:gd name="connsiteX166" fmla="*/ 10813132 w 13158799"/>
              <a:gd name="connsiteY166" fmla="*/ 310462 h 9456078"/>
              <a:gd name="connsiteX167" fmla="*/ 10859450 w 13158799"/>
              <a:gd name="connsiteY167" fmla="*/ 295018 h 9456078"/>
              <a:gd name="connsiteX168" fmla="*/ 10905907 w 13158799"/>
              <a:gd name="connsiteY168" fmla="*/ 279953 h 9456078"/>
              <a:gd name="connsiteX169" fmla="*/ 10952500 w 13158799"/>
              <a:gd name="connsiteY169" fmla="*/ 265269 h 9456078"/>
              <a:gd name="connsiteX170" fmla="*/ 10999227 w 13158799"/>
              <a:gd name="connsiteY170" fmla="*/ 250968 h 9456078"/>
              <a:gd name="connsiteX171" fmla="*/ 11046087 w 13158799"/>
              <a:gd name="connsiteY171" fmla="*/ 237049 h 9456078"/>
              <a:gd name="connsiteX172" fmla="*/ 11093076 w 13158799"/>
              <a:gd name="connsiteY172" fmla="*/ 223516 h 9456078"/>
              <a:gd name="connsiteX173" fmla="*/ 11140193 w 13158799"/>
              <a:gd name="connsiteY173" fmla="*/ 210368 h 9456078"/>
              <a:gd name="connsiteX174" fmla="*/ 11187434 w 13158799"/>
              <a:gd name="connsiteY174" fmla="*/ 197606 h 9456078"/>
              <a:gd name="connsiteX175" fmla="*/ 11234799 w 13158799"/>
              <a:gd name="connsiteY175" fmla="*/ 185233 h 9456078"/>
              <a:gd name="connsiteX176" fmla="*/ 11282284 w 13158799"/>
              <a:gd name="connsiteY176" fmla="*/ 173248 h 9456078"/>
              <a:gd name="connsiteX177" fmla="*/ 11329888 w 13158799"/>
              <a:gd name="connsiteY177" fmla="*/ 161654 h 9456078"/>
              <a:gd name="connsiteX178" fmla="*/ 11377607 w 13158799"/>
              <a:gd name="connsiteY178" fmla="*/ 150451 h 9456078"/>
              <a:gd name="connsiteX179" fmla="*/ 11425440 w 13158799"/>
              <a:gd name="connsiteY179" fmla="*/ 139640 h 9456078"/>
              <a:gd name="connsiteX180" fmla="*/ 11473385 w 13158799"/>
              <a:gd name="connsiteY180" fmla="*/ 129223 h 9456078"/>
              <a:gd name="connsiteX181" fmla="*/ 11521439 w 13158799"/>
              <a:gd name="connsiteY181" fmla="*/ 119201 h 9456078"/>
              <a:gd name="connsiteX182" fmla="*/ 11569599 w 13158799"/>
              <a:gd name="connsiteY182" fmla="*/ 109574 h 9456078"/>
              <a:gd name="connsiteX183" fmla="*/ 11617864 w 13158799"/>
              <a:gd name="connsiteY183" fmla="*/ 100344 h 9456078"/>
              <a:gd name="connsiteX184" fmla="*/ 11666231 w 13158799"/>
              <a:gd name="connsiteY184" fmla="*/ 91512 h 9456078"/>
              <a:gd name="connsiteX185" fmla="*/ 11714698 w 13158799"/>
              <a:gd name="connsiteY185" fmla="*/ 83080 h 9456078"/>
              <a:gd name="connsiteX186" fmla="*/ 11763263 w 13158799"/>
              <a:gd name="connsiteY186" fmla="*/ 75047 h 9456078"/>
              <a:gd name="connsiteX187" fmla="*/ 11811923 w 13158799"/>
              <a:gd name="connsiteY187" fmla="*/ 67417 h 9456078"/>
              <a:gd name="connsiteX188" fmla="*/ 11860676 w 13158799"/>
              <a:gd name="connsiteY188" fmla="*/ 60188 h 9456078"/>
              <a:gd name="connsiteX189" fmla="*/ 11909519 w 13158799"/>
              <a:gd name="connsiteY189" fmla="*/ 53364 h 9456078"/>
              <a:gd name="connsiteX190" fmla="*/ 11958451 w 13158799"/>
              <a:gd name="connsiteY190" fmla="*/ 46944 h 9456078"/>
              <a:gd name="connsiteX191" fmla="*/ 12007470 w 13158799"/>
              <a:gd name="connsiteY191" fmla="*/ 40931 h 9456078"/>
              <a:gd name="connsiteX192" fmla="*/ 12056572 w 13158799"/>
              <a:gd name="connsiteY192" fmla="*/ 35324 h 9456078"/>
              <a:gd name="connsiteX193" fmla="*/ 12105756 w 13158799"/>
              <a:gd name="connsiteY193" fmla="*/ 30126 h 9456078"/>
              <a:gd name="connsiteX194" fmla="*/ 12155019 w 13158799"/>
              <a:gd name="connsiteY194" fmla="*/ 25337 h 9456078"/>
              <a:gd name="connsiteX195" fmla="*/ 12204359 w 13158799"/>
              <a:gd name="connsiteY195" fmla="*/ 20958 h 9456078"/>
              <a:gd name="connsiteX196" fmla="*/ 12253773 w 13158799"/>
              <a:gd name="connsiteY196" fmla="*/ 16991 h 9456078"/>
              <a:gd name="connsiteX197" fmla="*/ 12303260 w 13158799"/>
              <a:gd name="connsiteY197" fmla="*/ 13437 h 9456078"/>
              <a:gd name="connsiteX198" fmla="*/ 12352818 w 13158799"/>
              <a:gd name="connsiteY198" fmla="*/ 10297 h 9456078"/>
              <a:gd name="connsiteX199" fmla="*/ 12402443 w 13158799"/>
              <a:gd name="connsiteY199" fmla="*/ 7572 h 9456078"/>
              <a:gd name="connsiteX200" fmla="*/ 12452133 w 13158799"/>
              <a:gd name="connsiteY200" fmla="*/ 5263 h 9456078"/>
              <a:gd name="connsiteX201" fmla="*/ 12501887 w 13158799"/>
              <a:gd name="connsiteY201" fmla="*/ 3371 h 9456078"/>
              <a:gd name="connsiteX202" fmla="*/ 12551701 w 13158799"/>
              <a:gd name="connsiteY202" fmla="*/ 1898 h 9456078"/>
              <a:gd name="connsiteX203" fmla="*/ 12601574 w 13158799"/>
              <a:gd name="connsiteY203" fmla="*/ 844 h 9456078"/>
              <a:gd name="connsiteX204" fmla="*/ 12651504 w 13158799"/>
              <a:gd name="connsiteY204" fmla="*/ 211 h 9456078"/>
              <a:gd name="connsiteX205" fmla="*/ 12701487 w 13158799"/>
              <a:gd name="connsiteY205" fmla="*/ 0 h 9456078"/>
              <a:gd name="connsiteX206" fmla="*/ 13158798 w 13158799"/>
              <a:gd name="connsiteY206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76172 w 13158797"/>
              <a:gd name="connsiteY22" fmla="*/ 9319936 h 9456078"/>
              <a:gd name="connsiteX23" fmla="*/ 1223823 w 13158797"/>
              <a:gd name="connsiteY23" fmla="*/ 9308509 h 9456078"/>
              <a:gd name="connsiteX24" fmla="*/ 1271339 w 13158797"/>
              <a:gd name="connsiteY24" fmla="*/ 9296635 h 9456078"/>
              <a:gd name="connsiteX25" fmla="*/ 1318719 w 13158797"/>
              <a:gd name="connsiteY25" fmla="*/ 9284315 h 9456078"/>
              <a:gd name="connsiteX26" fmla="*/ 1365957 w 13158797"/>
              <a:gd name="connsiteY26" fmla="*/ 9271550 h 9456078"/>
              <a:gd name="connsiteX27" fmla="*/ 1413052 w 13158797"/>
              <a:gd name="connsiteY27" fmla="*/ 9258342 h 9456078"/>
              <a:gd name="connsiteX28" fmla="*/ 1460000 w 13158797"/>
              <a:gd name="connsiteY28" fmla="*/ 9244693 h 9456078"/>
              <a:gd name="connsiteX29" fmla="*/ 1506799 w 13158797"/>
              <a:gd name="connsiteY29" fmla="*/ 9230604 h 9456078"/>
              <a:gd name="connsiteX30" fmla="*/ 1553445 w 13158797"/>
              <a:gd name="connsiteY30" fmla="*/ 9216076 h 9456078"/>
              <a:gd name="connsiteX31" fmla="*/ 1599935 w 13158797"/>
              <a:gd name="connsiteY31" fmla="*/ 9201111 h 9456078"/>
              <a:gd name="connsiteX32" fmla="*/ 1646267 w 13158797"/>
              <a:gd name="connsiteY32" fmla="*/ 9185710 h 9456078"/>
              <a:gd name="connsiteX33" fmla="*/ 1692437 w 13158797"/>
              <a:gd name="connsiteY33" fmla="*/ 9169876 h 9456078"/>
              <a:gd name="connsiteX34" fmla="*/ 1738442 w 13158797"/>
              <a:gd name="connsiteY34" fmla="*/ 9153608 h 9456078"/>
              <a:gd name="connsiteX35" fmla="*/ 1784280 w 13158797"/>
              <a:gd name="connsiteY35" fmla="*/ 9136910 h 9456078"/>
              <a:gd name="connsiteX36" fmla="*/ 1829947 w 13158797"/>
              <a:gd name="connsiteY36" fmla="*/ 9119782 h 9456078"/>
              <a:gd name="connsiteX37" fmla="*/ 1875440 w 13158797"/>
              <a:gd name="connsiteY37" fmla="*/ 9102226 h 9456078"/>
              <a:gd name="connsiteX38" fmla="*/ 1920756 w 13158797"/>
              <a:gd name="connsiteY38" fmla="*/ 9084243 h 9456078"/>
              <a:gd name="connsiteX39" fmla="*/ 1965893 w 13158797"/>
              <a:gd name="connsiteY39" fmla="*/ 9065835 h 9456078"/>
              <a:gd name="connsiteX40" fmla="*/ 2055615 w 13158797"/>
              <a:gd name="connsiteY40" fmla="*/ 9027750 h 9456078"/>
              <a:gd name="connsiteX41" fmla="*/ 2100195 w 13158797"/>
              <a:gd name="connsiteY41" fmla="*/ 9008075 h 9456078"/>
              <a:gd name="connsiteX42" fmla="*/ 2144582 w 13158797"/>
              <a:gd name="connsiteY42" fmla="*/ 8987981 h 9456078"/>
              <a:gd name="connsiteX43" fmla="*/ 2188775 w 13158797"/>
              <a:gd name="connsiteY43" fmla="*/ 8967470 h 9456078"/>
              <a:gd name="connsiteX44" fmla="*/ 2232770 w 13158797"/>
              <a:gd name="connsiteY44" fmla="*/ 8946542 h 9456078"/>
              <a:gd name="connsiteX45" fmla="*/ 2276564 w 13158797"/>
              <a:gd name="connsiteY45" fmla="*/ 8925199 h 9456078"/>
              <a:gd name="connsiteX46" fmla="*/ 2320154 w 13158797"/>
              <a:gd name="connsiteY46" fmla="*/ 8903443 h 9456078"/>
              <a:gd name="connsiteX47" fmla="*/ 2363538 w 13158797"/>
              <a:gd name="connsiteY47" fmla="*/ 8881275 h 9456078"/>
              <a:gd name="connsiteX48" fmla="*/ 2406711 w 13158797"/>
              <a:gd name="connsiteY48" fmla="*/ 8858697 h 9456078"/>
              <a:gd name="connsiteX49" fmla="*/ 2449672 w 13158797"/>
              <a:gd name="connsiteY49" fmla="*/ 8835710 h 9456078"/>
              <a:gd name="connsiteX50" fmla="*/ 2492417 w 13158797"/>
              <a:gd name="connsiteY50" fmla="*/ 8812316 h 9456078"/>
              <a:gd name="connsiteX51" fmla="*/ 2534943 w 13158797"/>
              <a:gd name="connsiteY51" fmla="*/ 8788516 h 9456078"/>
              <a:gd name="connsiteX52" fmla="*/ 2577247 w 13158797"/>
              <a:gd name="connsiteY52" fmla="*/ 8764311 h 9456078"/>
              <a:gd name="connsiteX53" fmla="*/ 2619326 w 13158797"/>
              <a:gd name="connsiteY53" fmla="*/ 8739704 h 9456078"/>
              <a:gd name="connsiteX54" fmla="*/ 2661177 w 13158797"/>
              <a:gd name="connsiteY54" fmla="*/ 8714695 h 9456078"/>
              <a:gd name="connsiteX55" fmla="*/ 2702797 w 13158797"/>
              <a:gd name="connsiteY55" fmla="*/ 8689286 h 9456078"/>
              <a:gd name="connsiteX56" fmla="*/ 2744183 w 13158797"/>
              <a:gd name="connsiteY56" fmla="*/ 8663479 h 9456078"/>
              <a:gd name="connsiteX57" fmla="*/ 2785333 w 13158797"/>
              <a:gd name="connsiteY57" fmla="*/ 8637274 h 9456078"/>
              <a:gd name="connsiteX58" fmla="*/ 2826242 w 13158797"/>
              <a:gd name="connsiteY58" fmla="*/ 8610675 h 9456078"/>
              <a:gd name="connsiteX59" fmla="*/ 2866908 w 13158797"/>
              <a:gd name="connsiteY59" fmla="*/ 8583681 h 9456078"/>
              <a:gd name="connsiteX60" fmla="*/ 2907329 w 13158797"/>
              <a:gd name="connsiteY60" fmla="*/ 8556295 h 9456078"/>
              <a:gd name="connsiteX61" fmla="*/ 2947500 w 13158797"/>
              <a:gd name="connsiteY61" fmla="*/ 8528517 h 9456078"/>
              <a:gd name="connsiteX62" fmla="*/ 2987419 w 13158797"/>
              <a:gd name="connsiteY62" fmla="*/ 8500351 h 9456078"/>
              <a:gd name="connsiteX63" fmla="*/ 3027083 w 13158797"/>
              <a:gd name="connsiteY63" fmla="*/ 8471796 h 9456078"/>
              <a:gd name="connsiteX64" fmla="*/ 3066489 w 13158797"/>
              <a:gd name="connsiteY64" fmla="*/ 8442854 h 9456078"/>
              <a:gd name="connsiteX65" fmla="*/ 3105634 w 13158797"/>
              <a:gd name="connsiteY65" fmla="*/ 8413528 h 9456078"/>
              <a:gd name="connsiteX66" fmla="*/ 3144515 w 13158797"/>
              <a:gd name="connsiteY66" fmla="*/ 8383818 h 9456078"/>
              <a:gd name="connsiteX67" fmla="*/ 3183129 w 13158797"/>
              <a:gd name="connsiteY67" fmla="*/ 8353726 h 9456078"/>
              <a:gd name="connsiteX68" fmla="*/ 3221473 w 13158797"/>
              <a:gd name="connsiteY68" fmla="*/ 8323253 h 9456078"/>
              <a:gd name="connsiteX69" fmla="*/ 3259544 w 13158797"/>
              <a:gd name="connsiteY69" fmla="*/ 8292401 h 9456078"/>
              <a:gd name="connsiteX70" fmla="*/ 3297339 w 13158797"/>
              <a:gd name="connsiteY70" fmla="*/ 8261172 h 9456078"/>
              <a:gd name="connsiteX71" fmla="*/ 3334854 w 13158797"/>
              <a:gd name="connsiteY71" fmla="*/ 8229566 h 9456078"/>
              <a:gd name="connsiteX72" fmla="*/ 3372087 w 13158797"/>
              <a:gd name="connsiteY72" fmla="*/ 8197585 h 9456078"/>
              <a:gd name="connsiteX73" fmla="*/ 3409035 w 13158797"/>
              <a:gd name="connsiteY73" fmla="*/ 8165232 h 9456078"/>
              <a:gd name="connsiteX74" fmla="*/ 3445695 w 13158797"/>
              <a:gd name="connsiteY74" fmla="*/ 8132507 h 9456078"/>
              <a:gd name="connsiteX75" fmla="*/ 3482064 w 13158797"/>
              <a:gd name="connsiteY75" fmla="*/ 8099411 h 9456078"/>
              <a:gd name="connsiteX76" fmla="*/ 3518139 w 13158797"/>
              <a:gd name="connsiteY76" fmla="*/ 8065947 h 9456078"/>
              <a:gd name="connsiteX77" fmla="*/ 3553916 w 13158797"/>
              <a:gd name="connsiteY77" fmla="*/ 8032115 h 9456078"/>
              <a:gd name="connsiteX78" fmla="*/ 3589393 w 13158797"/>
              <a:gd name="connsiteY78" fmla="*/ 7997918 h 9456078"/>
              <a:gd name="connsiteX79" fmla="*/ 3624567 w 13158797"/>
              <a:gd name="connsiteY79" fmla="*/ 7963356 h 9456078"/>
              <a:gd name="connsiteX80" fmla="*/ 3659435 w 13158797"/>
              <a:gd name="connsiteY80" fmla="*/ 7928432 h 9456078"/>
              <a:gd name="connsiteX81" fmla="*/ 3693994 w 13158797"/>
              <a:gd name="connsiteY81" fmla="*/ 7893146 h 9456078"/>
              <a:gd name="connsiteX82" fmla="*/ 3728240 w 13158797"/>
              <a:gd name="connsiteY82" fmla="*/ 7857501 h 9456078"/>
              <a:gd name="connsiteX83" fmla="*/ 3762171 w 13158797"/>
              <a:gd name="connsiteY83" fmla="*/ 7821497 h 9456078"/>
              <a:gd name="connsiteX84" fmla="*/ 3795783 w 13158797"/>
              <a:gd name="connsiteY84" fmla="*/ 7785136 h 9456078"/>
              <a:gd name="connsiteX85" fmla="*/ 3829075 w 13158797"/>
              <a:gd name="connsiteY85" fmla="*/ 7748420 h 9456078"/>
              <a:gd name="connsiteX86" fmla="*/ 3862042 w 13158797"/>
              <a:gd name="connsiteY86" fmla="*/ 7711350 h 9456078"/>
              <a:gd name="connsiteX87" fmla="*/ 3894682 w 13158797"/>
              <a:gd name="connsiteY87" fmla="*/ 7673928 h 9456078"/>
              <a:gd name="connsiteX88" fmla="*/ 3926991 w 13158797"/>
              <a:gd name="connsiteY88" fmla="*/ 7636155 h 9456078"/>
              <a:gd name="connsiteX89" fmla="*/ 3958967 w 13158797"/>
              <a:gd name="connsiteY89" fmla="*/ 7598032 h 9456078"/>
              <a:gd name="connsiteX90" fmla="*/ 3990607 w 13158797"/>
              <a:gd name="connsiteY90" fmla="*/ 7559561 h 9456078"/>
              <a:gd name="connsiteX91" fmla="*/ 4021907 w 13158797"/>
              <a:gd name="connsiteY91" fmla="*/ 7520744 h 9456078"/>
              <a:gd name="connsiteX92" fmla="*/ 4052865 w 13158797"/>
              <a:gd name="connsiteY92" fmla="*/ 7481582 h 9456078"/>
              <a:gd name="connsiteX93" fmla="*/ 4083478 w 13158797"/>
              <a:gd name="connsiteY93" fmla="*/ 7442077 h 9456078"/>
              <a:gd name="connsiteX94" fmla="*/ 8022311 w 13158797"/>
              <a:gd name="connsiteY94" fmla="*/ 2307814 h 9456078"/>
              <a:gd name="connsiteX95" fmla="*/ 8052902 w 13158797"/>
              <a:gd name="connsiteY95" fmla="*/ 2268285 h 9456078"/>
              <a:gd name="connsiteX96" fmla="*/ 8083796 w 13158797"/>
              <a:gd name="connsiteY96" fmla="*/ 2229056 h 9456078"/>
              <a:gd name="connsiteX97" fmla="*/ 8114989 w 13158797"/>
              <a:gd name="connsiteY97" fmla="*/ 2190127 h 9456078"/>
              <a:gd name="connsiteX98" fmla="*/ 8146479 w 13158797"/>
              <a:gd name="connsiteY98" fmla="*/ 2151500 h 9456078"/>
              <a:gd name="connsiteX99" fmla="*/ 8178264 w 13158797"/>
              <a:gd name="connsiteY99" fmla="*/ 2113176 h 9456078"/>
              <a:gd name="connsiteX100" fmla="*/ 8210341 w 13158797"/>
              <a:gd name="connsiteY100" fmla="*/ 2075157 h 9456078"/>
              <a:gd name="connsiteX101" fmla="*/ 8242709 w 13158797"/>
              <a:gd name="connsiteY101" fmla="*/ 2037442 h 9456078"/>
              <a:gd name="connsiteX102" fmla="*/ 8275365 w 13158797"/>
              <a:gd name="connsiteY102" fmla="*/ 2000034 h 9456078"/>
              <a:gd name="connsiteX103" fmla="*/ 8308307 w 13158797"/>
              <a:gd name="connsiteY103" fmla="*/ 1962934 h 9456078"/>
              <a:gd name="connsiteX104" fmla="*/ 8341532 w 13158797"/>
              <a:gd name="connsiteY104" fmla="*/ 1926142 h 9456078"/>
              <a:gd name="connsiteX105" fmla="*/ 8375038 w 13158797"/>
              <a:gd name="connsiteY105" fmla="*/ 1889660 h 9456078"/>
              <a:gd name="connsiteX106" fmla="*/ 8408823 w 13158797"/>
              <a:gd name="connsiteY106" fmla="*/ 1853489 h 9456078"/>
              <a:gd name="connsiteX107" fmla="*/ 8442885 w 13158797"/>
              <a:gd name="connsiteY107" fmla="*/ 1817630 h 9456078"/>
              <a:gd name="connsiteX108" fmla="*/ 8477221 w 13158797"/>
              <a:gd name="connsiteY108" fmla="*/ 1782084 h 9456078"/>
              <a:gd name="connsiteX109" fmla="*/ 8511829 w 13158797"/>
              <a:gd name="connsiteY109" fmla="*/ 1746853 h 9456078"/>
              <a:gd name="connsiteX110" fmla="*/ 8546706 w 13158797"/>
              <a:gd name="connsiteY110" fmla="*/ 1711937 h 9456078"/>
              <a:gd name="connsiteX111" fmla="*/ 8581851 w 13158797"/>
              <a:gd name="connsiteY111" fmla="*/ 1677337 h 9456078"/>
              <a:gd name="connsiteX112" fmla="*/ 8617261 w 13158797"/>
              <a:gd name="connsiteY112" fmla="*/ 1643056 h 9456078"/>
              <a:gd name="connsiteX113" fmla="*/ 8652934 w 13158797"/>
              <a:gd name="connsiteY113" fmla="*/ 1609093 h 9456078"/>
              <a:gd name="connsiteX114" fmla="*/ 8688867 w 13158797"/>
              <a:gd name="connsiteY114" fmla="*/ 1575450 h 9456078"/>
              <a:gd name="connsiteX115" fmla="*/ 8725058 w 13158797"/>
              <a:gd name="connsiteY115" fmla="*/ 1542128 h 9456078"/>
              <a:gd name="connsiteX116" fmla="*/ 8761506 w 13158797"/>
              <a:gd name="connsiteY116" fmla="*/ 1509129 h 9456078"/>
              <a:gd name="connsiteX117" fmla="*/ 8798207 w 13158797"/>
              <a:gd name="connsiteY117" fmla="*/ 1476452 h 9456078"/>
              <a:gd name="connsiteX118" fmla="*/ 8835159 w 13158797"/>
              <a:gd name="connsiteY118" fmla="*/ 1444101 h 9456078"/>
              <a:gd name="connsiteX119" fmla="*/ 8872360 w 13158797"/>
              <a:gd name="connsiteY119" fmla="*/ 1412075 h 9456078"/>
              <a:gd name="connsiteX120" fmla="*/ 8909808 w 13158797"/>
              <a:gd name="connsiteY120" fmla="*/ 1380375 h 9456078"/>
              <a:gd name="connsiteX121" fmla="*/ 8947501 w 13158797"/>
              <a:gd name="connsiteY121" fmla="*/ 1349004 h 9456078"/>
              <a:gd name="connsiteX122" fmla="*/ 8985435 w 13158797"/>
              <a:gd name="connsiteY122" fmla="*/ 1317962 h 9456078"/>
              <a:gd name="connsiteX123" fmla="*/ 9023610 w 13158797"/>
              <a:gd name="connsiteY123" fmla="*/ 1287250 h 9456078"/>
              <a:gd name="connsiteX124" fmla="*/ 9062022 w 13158797"/>
              <a:gd name="connsiteY124" fmla="*/ 1256869 h 9456078"/>
              <a:gd name="connsiteX125" fmla="*/ 9100669 w 13158797"/>
              <a:gd name="connsiteY125" fmla="*/ 1226820 h 9456078"/>
              <a:gd name="connsiteX126" fmla="*/ 9139549 w 13158797"/>
              <a:gd name="connsiteY126" fmla="*/ 1197105 h 9456078"/>
              <a:gd name="connsiteX127" fmla="*/ 9178660 w 13158797"/>
              <a:gd name="connsiteY127" fmla="*/ 1167725 h 9456078"/>
              <a:gd name="connsiteX128" fmla="*/ 9217999 w 13158797"/>
              <a:gd name="connsiteY128" fmla="*/ 1138681 h 9456078"/>
              <a:gd name="connsiteX129" fmla="*/ 9257564 w 13158797"/>
              <a:gd name="connsiteY129" fmla="*/ 1109974 h 9456078"/>
              <a:gd name="connsiteX130" fmla="*/ 9297353 w 13158797"/>
              <a:gd name="connsiteY130" fmla="*/ 1081604 h 9456078"/>
              <a:gd name="connsiteX131" fmla="*/ 9337364 w 13158797"/>
              <a:gd name="connsiteY131" fmla="*/ 1053574 h 9456078"/>
              <a:gd name="connsiteX132" fmla="*/ 9377594 w 13158797"/>
              <a:gd name="connsiteY132" fmla="*/ 1025884 h 9456078"/>
              <a:gd name="connsiteX133" fmla="*/ 9418040 w 13158797"/>
              <a:gd name="connsiteY133" fmla="*/ 998536 h 9456078"/>
              <a:gd name="connsiteX134" fmla="*/ 9458702 w 13158797"/>
              <a:gd name="connsiteY134" fmla="*/ 971530 h 9456078"/>
              <a:gd name="connsiteX135" fmla="*/ 9499575 w 13158797"/>
              <a:gd name="connsiteY135" fmla="*/ 944868 h 9456078"/>
              <a:gd name="connsiteX136" fmla="*/ 9540659 w 13158797"/>
              <a:gd name="connsiteY136" fmla="*/ 918551 h 9456078"/>
              <a:gd name="connsiteX137" fmla="*/ 9581950 w 13158797"/>
              <a:gd name="connsiteY137" fmla="*/ 892580 h 9456078"/>
              <a:gd name="connsiteX138" fmla="*/ 9623447 w 13158797"/>
              <a:gd name="connsiteY138" fmla="*/ 866956 h 9456078"/>
              <a:gd name="connsiteX139" fmla="*/ 9665147 w 13158797"/>
              <a:gd name="connsiteY139" fmla="*/ 841681 h 9456078"/>
              <a:gd name="connsiteX140" fmla="*/ 9707048 w 13158797"/>
              <a:gd name="connsiteY140" fmla="*/ 816754 h 9456078"/>
              <a:gd name="connsiteX141" fmla="*/ 9749147 w 13158797"/>
              <a:gd name="connsiteY141" fmla="*/ 792179 h 9456078"/>
              <a:gd name="connsiteX142" fmla="*/ 9791443 w 13158797"/>
              <a:gd name="connsiteY142" fmla="*/ 767955 h 9456078"/>
              <a:gd name="connsiteX143" fmla="*/ 9833932 w 13158797"/>
              <a:gd name="connsiteY143" fmla="*/ 744083 h 9456078"/>
              <a:gd name="connsiteX144" fmla="*/ 9876613 w 13158797"/>
              <a:gd name="connsiteY144" fmla="*/ 720566 h 9456078"/>
              <a:gd name="connsiteX145" fmla="*/ 9919484 w 13158797"/>
              <a:gd name="connsiteY145" fmla="*/ 697404 h 9456078"/>
              <a:gd name="connsiteX146" fmla="*/ 9962542 w 13158797"/>
              <a:gd name="connsiteY146" fmla="*/ 674598 h 9456078"/>
              <a:gd name="connsiteX147" fmla="*/ 10005784 w 13158797"/>
              <a:gd name="connsiteY147" fmla="*/ 652149 h 9456078"/>
              <a:gd name="connsiteX148" fmla="*/ 10049209 w 13158797"/>
              <a:gd name="connsiteY148" fmla="*/ 630059 h 9456078"/>
              <a:gd name="connsiteX149" fmla="*/ 10092814 w 13158797"/>
              <a:gd name="connsiteY149" fmla="*/ 608328 h 9456078"/>
              <a:gd name="connsiteX150" fmla="*/ 10136597 w 13158797"/>
              <a:gd name="connsiteY150" fmla="*/ 586958 h 9456078"/>
              <a:gd name="connsiteX151" fmla="*/ 10180556 w 13158797"/>
              <a:gd name="connsiteY151" fmla="*/ 565950 h 9456078"/>
              <a:gd name="connsiteX152" fmla="*/ 10224688 w 13158797"/>
              <a:gd name="connsiteY152" fmla="*/ 545304 h 9456078"/>
              <a:gd name="connsiteX153" fmla="*/ 10268991 w 13158797"/>
              <a:gd name="connsiteY153" fmla="*/ 525023 h 9456078"/>
              <a:gd name="connsiteX154" fmla="*/ 10313463 w 13158797"/>
              <a:gd name="connsiteY154" fmla="*/ 505107 h 9456078"/>
              <a:gd name="connsiteX155" fmla="*/ 10358101 w 13158797"/>
              <a:gd name="connsiteY155" fmla="*/ 485558 h 9456078"/>
              <a:gd name="connsiteX156" fmla="*/ 10402903 w 13158797"/>
              <a:gd name="connsiteY156" fmla="*/ 466376 h 9456078"/>
              <a:gd name="connsiteX157" fmla="*/ 10447868 w 13158797"/>
              <a:gd name="connsiteY157" fmla="*/ 447563 h 9456078"/>
              <a:gd name="connsiteX158" fmla="*/ 10492991 w 13158797"/>
              <a:gd name="connsiteY158" fmla="*/ 429119 h 9456078"/>
              <a:gd name="connsiteX159" fmla="*/ 10538272 w 13158797"/>
              <a:gd name="connsiteY159" fmla="*/ 411046 h 9456078"/>
              <a:gd name="connsiteX160" fmla="*/ 10583708 w 13158797"/>
              <a:gd name="connsiteY160" fmla="*/ 393346 h 9456078"/>
              <a:gd name="connsiteX161" fmla="*/ 10629297 w 13158797"/>
              <a:gd name="connsiteY161" fmla="*/ 376018 h 9456078"/>
              <a:gd name="connsiteX162" fmla="*/ 10675036 w 13158797"/>
              <a:gd name="connsiteY162" fmla="*/ 359065 h 9456078"/>
              <a:gd name="connsiteX163" fmla="*/ 10720923 w 13158797"/>
              <a:gd name="connsiteY163" fmla="*/ 342487 h 9456078"/>
              <a:gd name="connsiteX164" fmla="*/ 10766956 w 13158797"/>
              <a:gd name="connsiteY164" fmla="*/ 326286 h 9456078"/>
              <a:gd name="connsiteX165" fmla="*/ 10813132 w 13158797"/>
              <a:gd name="connsiteY165" fmla="*/ 310462 h 9456078"/>
              <a:gd name="connsiteX166" fmla="*/ 10859450 w 13158797"/>
              <a:gd name="connsiteY166" fmla="*/ 295018 h 9456078"/>
              <a:gd name="connsiteX167" fmla="*/ 10905907 w 13158797"/>
              <a:gd name="connsiteY167" fmla="*/ 279953 h 9456078"/>
              <a:gd name="connsiteX168" fmla="*/ 10952500 w 13158797"/>
              <a:gd name="connsiteY168" fmla="*/ 265269 h 9456078"/>
              <a:gd name="connsiteX169" fmla="*/ 10999227 w 13158797"/>
              <a:gd name="connsiteY169" fmla="*/ 250968 h 9456078"/>
              <a:gd name="connsiteX170" fmla="*/ 11046087 w 13158797"/>
              <a:gd name="connsiteY170" fmla="*/ 237049 h 9456078"/>
              <a:gd name="connsiteX171" fmla="*/ 11093076 w 13158797"/>
              <a:gd name="connsiteY171" fmla="*/ 223516 h 9456078"/>
              <a:gd name="connsiteX172" fmla="*/ 11140193 w 13158797"/>
              <a:gd name="connsiteY172" fmla="*/ 210368 h 9456078"/>
              <a:gd name="connsiteX173" fmla="*/ 11187434 w 13158797"/>
              <a:gd name="connsiteY173" fmla="*/ 197606 h 9456078"/>
              <a:gd name="connsiteX174" fmla="*/ 11234799 w 13158797"/>
              <a:gd name="connsiteY174" fmla="*/ 185233 h 9456078"/>
              <a:gd name="connsiteX175" fmla="*/ 11282284 w 13158797"/>
              <a:gd name="connsiteY175" fmla="*/ 173248 h 9456078"/>
              <a:gd name="connsiteX176" fmla="*/ 11329888 w 13158797"/>
              <a:gd name="connsiteY176" fmla="*/ 161654 h 9456078"/>
              <a:gd name="connsiteX177" fmla="*/ 11377607 w 13158797"/>
              <a:gd name="connsiteY177" fmla="*/ 150451 h 9456078"/>
              <a:gd name="connsiteX178" fmla="*/ 11425440 w 13158797"/>
              <a:gd name="connsiteY178" fmla="*/ 139640 h 9456078"/>
              <a:gd name="connsiteX179" fmla="*/ 11473385 w 13158797"/>
              <a:gd name="connsiteY179" fmla="*/ 129223 h 9456078"/>
              <a:gd name="connsiteX180" fmla="*/ 11521439 w 13158797"/>
              <a:gd name="connsiteY180" fmla="*/ 119201 h 9456078"/>
              <a:gd name="connsiteX181" fmla="*/ 11569599 w 13158797"/>
              <a:gd name="connsiteY181" fmla="*/ 109574 h 9456078"/>
              <a:gd name="connsiteX182" fmla="*/ 11617864 w 13158797"/>
              <a:gd name="connsiteY182" fmla="*/ 100344 h 9456078"/>
              <a:gd name="connsiteX183" fmla="*/ 11666231 w 13158797"/>
              <a:gd name="connsiteY183" fmla="*/ 91512 h 9456078"/>
              <a:gd name="connsiteX184" fmla="*/ 11714698 w 13158797"/>
              <a:gd name="connsiteY184" fmla="*/ 83080 h 9456078"/>
              <a:gd name="connsiteX185" fmla="*/ 11763263 w 13158797"/>
              <a:gd name="connsiteY185" fmla="*/ 75047 h 9456078"/>
              <a:gd name="connsiteX186" fmla="*/ 11811923 w 13158797"/>
              <a:gd name="connsiteY186" fmla="*/ 67417 h 9456078"/>
              <a:gd name="connsiteX187" fmla="*/ 11860676 w 13158797"/>
              <a:gd name="connsiteY187" fmla="*/ 60188 h 9456078"/>
              <a:gd name="connsiteX188" fmla="*/ 11909519 w 13158797"/>
              <a:gd name="connsiteY188" fmla="*/ 53364 h 9456078"/>
              <a:gd name="connsiteX189" fmla="*/ 11958451 w 13158797"/>
              <a:gd name="connsiteY189" fmla="*/ 46944 h 9456078"/>
              <a:gd name="connsiteX190" fmla="*/ 12007470 w 13158797"/>
              <a:gd name="connsiteY190" fmla="*/ 40931 h 9456078"/>
              <a:gd name="connsiteX191" fmla="*/ 12056572 w 13158797"/>
              <a:gd name="connsiteY191" fmla="*/ 35324 h 9456078"/>
              <a:gd name="connsiteX192" fmla="*/ 12105756 w 13158797"/>
              <a:gd name="connsiteY192" fmla="*/ 30126 h 9456078"/>
              <a:gd name="connsiteX193" fmla="*/ 12155019 w 13158797"/>
              <a:gd name="connsiteY193" fmla="*/ 25337 h 9456078"/>
              <a:gd name="connsiteX194" fmla="*/ 12204359 w 13158797"/>
              <a:gd name="connsiteY194" fmla="*/ 20958 h 9456078"/>
              <a:gd name="connsiteX195" fmla="*/ 12253773 w 13158797"/>
              <a:gd name="connsiteY195" fmla="*/ 16991 h 9456078"/>
              <a:gd name="connsiteX196" fmla="*/ 12303260 w 13158797"/>
              <a:gd name="connsiteY196" fmla="*/ 13437 h 9456078"/>
              <a:gd name="connsiteX197" fmla="*/ 12352818 w 13158797"/>
              <a:gd name="connsiteY197" fmla="*/ 10297 h 9456078"/>
              <a:gd name="connsiteX198" fmla="*/ 12402443 w 13158797"/>
              <a:gd name="connsiteY198" fmla="*/ 7572 h 9456078"/>
              <a:gd name="connsiteX199" fmla="*/ 12452133 w 13158797"/>
              <a:gd name="connsiteY199" fmla="*/ 5263 h 9456078"/>
              <a:gd name="connsiteX200" fmla="*/ 12501887 w 13158797"/>
              <a:gd name="connsiteY200" fmla="*/ 3371 h 9456078"/>
              <a:gd name="connsiteX201" fmla="*/ 12551701 w 13158797"/>
              <a:gd name="connsiteY201" fmla="*/ 1898 h 9456078"/>
              <a:gd name="connsiteX202" fmla="*/ 12601574 w 13158797"/>
              <a:gd name="connsiteY202" fmla="*/ 844 h 9456078"/>
              <a:gd name="connsiteX203" fmla="*/ 12651504 w 13158797"/>
              <a:gd name="connsiteY203" fmla="*/ 211 h 9456078"/>
              <a:gd name="connsiteX204" fmla="*/ 12701487 w 13158797"/>
              <a:gd name="connsiteY204" fmla="*/ 0 h 9456078"/>
              <a:gd name="connsiteX205" fmla="*/ 13158798 w 13158797"/>
              <a:gd name="connsiteY205" fmla="*/ 0 h 94560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</a:cxnLst>
            <a:rect l="l" t="t" r="r" b="b"/>
            <a:pathLst>
              <a:path w="13158797" h="9456078">
                <a:moveTo>
                  <a:pt x="0" y="9456078"/>
                </a:moveTo>
                <a:lnTo>
                  <a:pt x="49977" y="9455836"/>
                </a:lnTo>
                <a:lnTo>
                  <a:pt x="99893" y="9455111"/>
                </a:lnTo>
                <a:lnTo>
                  <a:pt x="149742" y="9453904"/>
                </a:lnTo>
                <a:lnTo>
                  <a:pt x="199524" y="9452217"/>
                </a:lnTo>
                <a:lnTo>
                  <a:pt x="298870" y="9447409"/>
                </a:lnTo>
                <a:lnTo>
                  <a:pt x="348429" y="9444290"/>
                </a:lnTo>
                <a:lnTo>
                  <a:pt x="397907" y="9440698"/>
                </a:lnTo>
                <a:lnTo>
                  <a:pt x="447302" y="9436632"/>
                </a:lnTo>
                <a:lnTo>
                  <a:pt x="496610" y="9432096"/>
                </a:lnTo>
                <a:lnTo>
                  <a:pt x="545829" y="9427089"/>
                </a:lnTo>
                <a:lnTo>
                  <a:pt x="594956" y="9421615"/>
                </a:lnTo>
                <a:lnTo>
                  <a:pt x="643987" y="9415673"/>
                </a:lnTo>
                <a:lnTo>
                  <a:pt x="692920" y="9409267"/>
                </a:lnTo>
                <a:lnTo>
                  <a:pt x="741751" y="9402396"/>
                </a:lnTo>
                <a:lnTo>
                  <a:pt x="790478" y="9395063"/>
                </a:lnTo>
                <a:lnTo>
                  <a:pt x="839098" y="9387270"/>
                </a:lnTo>
                <a:lnTo>
                  <a:pt x="887607" y="9379017"/>
                </a:lnTo>
                <a:lnTo>
                  <a:pt x="936002" y="9370306"/>
                </a:lnTo>
                <a:lnTo>
                  <a:pt x="984281" y="9361139"/>
                </a:lnTo>
                <a:lnTo>
                  <a:pt x="1032440" y="9351517"/>
                </a:lnTo>
                <a:lnTo>
                  <a:pt x="1080477" y="9341441"/>
                </a:lnTo>
                <a:lnTo>
                  <a:pt x="1176172" y="9319936"/>
                </a:lnTo>
                <a:lnTo>
                  <a:pt x="1223823" y="9308509"/>
                </a:lnTo>
                <a:lnTo>
                  <a:pt x="1271339" y="9296635"/>
                </a:lnTo>
                <a:lnTo>
                  <a:pt x="1318719" y="9284315"/>
                </a:lnTo>
                <a:lnTo>
                  <a:pt x="1365957" y="9271550"/>
                </a:lnTo>
                <a:lnTo>
                  <a:pt x="1413052" y="9258342"/>
                </a:lnTo>
                <a:lnTo>
                  <a:pt x="1460000" y="9244693"/>
                </a:lnTo>
                <a:lnTo>
                  <a:pt x="1506799" y="9230604"/>
                </a:lnTo>
                <a:lnTo>
                  <a:pt x="1553445" y="9216076"/>
                </a:lnTo>
                <a:lnTo>
                  <a:pt x="1599935" y="9201111"/>
                </a:lnTo>
                <a:lnTo>
                  <a:pt x="1646267" y="9185710"/>
                </a:lnTo>
                <a:lnTo>
                  <a:pt x="1692437" y="9169876"/>
                </a:lnTo>
                <a:lnTo>
                  <a:pt x="1738442" y="9153608"/>
                </a:lnTo>
                <a:lnTo>
                  <a:pt x="1784280" y="9136910"/>
                </a:lnTo>
                <a:lnTo>
                  <a:pt x="1829947" y="9119782"/>
                </a:lnTo>
                <a:lnTo>
                  <a:pt x="1875440" y="9102226"/>
                </a:lnTo>
                <a:lnTo>
                  <a:pt x="1920756" y="9084243"/>
                </a:lnTo>
                <a:lnTo>
                  <a:pt x="1965893" y="9065835"/>
                </a:lnTo>
                <a:lnTo>
                  <a:pt x="2055615" y="9027750"/>
                </a:lnTo>
                <a:lnTo>
                  <a:pt x="2100195" y="9008075"/>
                </a:lnTo>
                <a:lnTo>
                  <a:pt x="2144582" y="8987981"/>
                </a:lnTo>
                <a:lnTo>
                  <a:pt x="2188775" y="8967470"/>
                </a:lnTo>
                <a:lnTo>
                  <a:pt x="2232770" y="8946542"/>
                </a:lnTo>
                <a:lnTo>
                  <a:pt x="2276564" y="8925199"/>
                </a:lnTo>
                <a:lnTo>
                  <a:pt x="2320154" y="8903443"/>
                </a:lnTo>
                <a:lnTo>
                  <a:pt x="2363538" y="8881275"/>
                </a:lnTo>
                <a:lnTo>
                  <a:pt x="2406711" y="8858697"/>
                </a:lnTo>
                <a:lnTo>
                  <a:pt x="2449672" y="8835710"/>
                </a:lnTo>
                <a:lnTo>
                  <a:pt x="2492417" y="8812316"/>
                </a:lnTo>
                <a:lnTo>
                  <a:pt x="2534943" y="8788516"/>
                </a:lnTo>
                <a:lnTo>
                  <a:pt x="2577247" y="8764311"/>
                </a:lnTo>
                <a:lnTo>
                  <a:pt x="2619326" y="8739704"/>
                </a:lnTo>
                <a:lnTo>
                  <a:pt x="2661177" y="8714695"/>
                </a:lnTo>
                <a:lnTo>
                  <a:pt x="2702797" y="8689286"/>
                </a:lnTo>
                <a:lnTo>
                  <a:pt x="2744183" y="8663479"/>
                </a:lnTo>
                <a:lnTo>
                  <a:pt x="2785333" y="8637274"/>
                </a:lnTo>
                <a:lnTo>
                  <a:pt x="2826242" y="8610675"/>
                </a:lnTo>
                <a:lnTo>
                  <a:pt x="2866908" y="8583681"/>
                </a:lnTo>
                <a:lnTo>
                  <a:pt x="2907329" y="8556295"/>
                </a:lnTo>
                <a:lnTo>
                  <a:pt x="2947500" y="8528517"/>
                </a:lnTo>
                <a:lnTo>
                  <a:pt x="2987419" y="8500351"/>
                </a:lnTo>
                <a:lnTo>
                  <a:pt x="3027083" y="8471796"/>
                </a:lnTo>
                <a:lnTo>
                  <a:pt x="3066489" y="8442854"/>
                </a:lnTo>
                <a:lnTo>
                  <a:pt x="3105634" y="8413528"/>
                </a:lnTo>
                <a:lnTo>
                  <a:pt x="3144515" y="8383818"/>
                </a:lnTo>
                <a:lnTo>
                  <a:pt x="3183129" y="8353726"/>
                </a:lnTo>
                <a:lnTo>
                  <a:pt x="3221473" y="8323253"/>
                </a:lnTo>
                <a:lnTo>
                  <a:pt x="3259544" y="8292401"/>
                </a:lnTo>
                <a:lnTo>
                  <a:pt x="3297339" y="8261172"/>
                </a:lnTo>
                <a:lnTo>
                  <a:pt x="3334854" y="8229566"/>
                </a:lnTo>
                <a:lnTo>
                  <a:pt x="3372087" y="8197585"/>
                </a:lnTo>
                <a:lnTo>
                  <a:pt x="3409035" y="8165232"/>
                </a:lnTo>
                <a:lnTo>
                  <a:pt x="3445695" y="8132507"/>
                </a:lnTo>
                <a:lnTo>
                  <a:pt x="3482064" y="8099411"/>
                </a:lnTo>
                <a:lnTo>
                  <a:pt x="3518139" y="8065947"/>
                </a:lnTo>
                <a:lnTo>
                  <a:pt x="3553916" y="8032115"/>
                </a:lnTo>
                <a:lnTo>
                  <a:pt x="3589393" y="7997918"/>
                </a:lnTo>
                <a:lnTo>
                  <a:pt x="3624567" y="7963356"/>
                </a:lnTo>
                <a:lnTo>
                  <a:pt x="3659435" y="7928432"/>
                </a:lnTo>
                <a:lnTo>
                  <a:pt x="3693994" y="7893146"/>
                </a:lnTo>
                <a:lnTo>
                  <a:pt x="3728240" y="7857501"/>
                </a:lnTo>
                <a:lnTo>
                  <a:pt x="3762171" y="7821497"/>
                </a:lnTo>
                <a:lnTo>
                  <a:pt x="3795783" y="7785136"/>
                </a:lnTo>
                <a:lnTo>
                  <a:pt x="3829075" y="7748420"/>
                </a:lnTo>
                <a:lnTo>
                  <a:pt x="3862042" y="7711350"/>
                </a:lnTo>
                <a:lnTo>
                  <a:pt x="3894682" y="7673928"/>
                </a:lnTo>
                <a:lnTo>
                  <a:pt x="3926991" y="7636155"/>
                </a:lnTo>
                <a:lnTo>
                  <a:pt x="3958967" y="7598032"/>
                </a:lnTo>
                <a:lnTo>
                  <a:pt x="3990607" y="7559561"/>
                </a:lnTo>
                <a:lnTo>
                  <a:pt x="4021907" y="7520744"/>
                </a:lnTo>
                <a:lnTo>
                  <a:pt x="4052865" y="7481582"/>
                </a:lnTo>
                <a:lnTo>
                  <a:pt x="4083478" y="7442077"/>
                </a:lnTo>
                <a:lnTo>
                  <a:pt x="8022311" y="2307814"/>
                </a:lnTo>
                <a:lnTo>
                  <a:pt x="8052902" y="2268285"/>
                </a:lnTo>
                <a:lnTo>
                  <a:pt x="8083796" y="2229056"/>
                </a:lnTo>
                <a:lnTo>
                  <a:pt x="8114989" y="2190127"/>
                </a:lnTo>
                <a:lnTo>
                  <a:pt x="8146479" y="2151500"/>
                </a:lnTo>
                <a:lnTo>
                  <a:pt x="8178264" y="2113176"/>
                </a:lnTo>
                <a:lnTo>
                  <a:pt x="8210341" y="2075157"/>
                </a:lnTo>
                <a:lnTo>
                  <a:pt x="8242709" y="2037442"/>
                </a:lnTo>
                <a:lnTo>
                  <a:pt x="8275365" y="2000034"/>
                </a:lnTo>
                <a:lnTo>
                  <a:pt x="8308307" y="1962934"/>
                </a:lnTo>
                <a:lnTo>
                  <a:pt x="8341532" y="1926142"/>
                </a:lnTo>
                <a:lnTo>
                  <a:pt x="8375038" y="1889660"/>
                </a:lnTo>
                <a:lnTo>
                  <a:pt x="8408823" y="1853489"/>
                </a:lnTo>
                <a:lnTo>
                  <a:pt x="8442885" y="1817630"/>
                </a:lnTo>
                <a:lnTo>
                  <a:pt x="8477221" y="1782084"/>
                </a:lnTo>
                <a:lnTo>
                  <a:pt x="8511829" y="1746853"/>
                </a:lnTo>
                <a:lnTo>
                  <a:pt x="8546706" y="1711937"/>
                </a:lnTo>
                <a:lnTo>
                  <a:pt x="8581851" y="1677337"/>
                </a:lnTo>
                <a:lnTo>
                  <a:pt x="8617261" y="1643056"/>
                </a:lnTo>
                <a:lnTo>
                  <a:pt x="8652934" y="1609093"/>
                </a:lnTo>
                <a:lnTo>
                  <a:pt x="8688867" y="1575450"/>
                </a:lnTo>
                <a:lnTo>
                  <a:pt x="8725058" y="1542128"/>
                </a:lnTo>
                <a:lnTo>
                  <a:pt x="8761506" y="1509129"/>
                </a:lnTo>
                <a:lnTo>
                  <a:pt x="8798207" y="1476452"/>
                </a:lnTo>
                <a:lnTo>
                  <a:pt x="8835159" y="1444101"/>
                </a:lnTo>
                <a:lnTo>
                  <a:pt x="8872360" y="1412075"/>
                </a:lnTo>
                <a:lnTo>
                  <a:pt x="8909808" y="1380375"/>
                </a:lnTo>
                <a:lnTo>
                  <a:pt x="8947501" y="1349004"/>
                </a:lnTo>
                <a:lnTo>
                  <a:pt x="8985435" y="1317962"/>
                </a:lnTo>
                <a:lnTo>
                  <a:pt x="9023610" y="1287250"/>
                </a:lnTo>
                <a:lnTo>
                  <a:pt x="9062022" y="1256869"/>
                </a:lnTo>
                <a:lnTo>
                  <a:pt x="9100669" y="1226820"/>
                </a:lnTo>
                <a:lnTo>
                  <a:pt x="9139549" y="1197105"/>
                </a:lnTo>
                <a:lnTo>
                  <a:pt x="9178660" y="1167725"/>
                </a:lnTo>
                <a:lnTo>
                  <a:pt x="9217999" y="1138681"/>
                </a:lnTo>
                <a:lnTo>
                  <a:pt x="9257564" y="1109974"/>
                </a:lnTo>
                <a:lnTo>
                  <a:pt x="9297353" y="1081604"/>
                </a:lnTo>
                <a:lnTo>
                  <a:pt x="9337364" y="1053574"/>
                </a:lnTo>
                <a:lnTo>
                  <a:pt x="9377594" y="1025884"/>
                </a:lnTo>
                <a:lnTo>
                  <a:pt x="9418040" y="998536"/>
                </a:lnTo>
                <a:lnTo>
                  <a:pt x="9458702" y="971530"/>
                </a:lnTo>
                <a:lnTo>
                  <a:pt x="9499575" y="944868"/>
                </a:lnTo>
                <a:lnTo>
                  <a:pt x="9540659" y="918551"/>
                </a:lnTo>
                <a:lnTo>
                  <a:pt x="9581950" y="892580"/>
                </a:lnTo>
                <a:lnTo>
                  <a:pt x="9623447" y="866956"/>
                </a:lnTo>
                <a:lnTo>
                  <a:pt x="9665147" y="841681"/>
                </a:lnTo>
                <a:lnTo>
                  <a:pt x="9707048" y="816754"/>
                </a:lnTo>
                <a:lnTo>
                  <a:pt x="9749147" y="792179"/>
                </a:lnTo>
                <a:lnTo>
                  <a:pt x="9791443" y="767955"/>
                </a:lnTo>
                <a:lnTo>
                  <a:pt x="9833932" y="744083"/>
                </a:lnTo>
                <a:lnTo>
                  <a:pt x="9876613" y="720566"/>
                </a:lnTo>
                <a:lnTo>
                  <a:pt x="9919484" y="697404"/>
                </a:lnTo>
                <a:lnTo>
                  <a:pt x="9962542" y="674598"/>
                </a:lnTo>
                <a:lnTo>
                  <a:pt x="10005784" y="652149"/>
                </a:lnTo>
                <a:lnTo>
                  <a:pt x="10049209" y="630059"/>
                </a:lnTo>
                <a:lnTo>
                  <a:pt x="10092814" y="608328"/>
                </a:lnTo>
                <a:lnTo>
                  <a:pt x="10136597" y="586958"/>
                </a:lnTo>
                <a:lnTo>
                  <a:pt x="10180556" y="565950"/>
                </a:lnTo>
                <a:lnTo>
                  <a:pt x="10224688" y="545304"/>
                </a:lnTo>
                <a:lnTo>
                  <a:pt x="10268991" y="525023"/>
                </a:lnTo>
                <a:lnTo>
                  <a:pt x="10313463" y="505107"/>
                </a:lnTo>
                <a:lnTo>
                  <a:pt x="10358101" y="485558"/>
                </a:lnTo>
                <a:lnTo>
                  <a:pt x="10402903" y="466376"/>
                </a:lnTo>
                <a:lnTo>
                  <a:pt x="10447868" y="447563"/>
                </a:lnTo>
                <a:lnTo>
                  <a:pt x="10492991" y="429119"/>
                </a:lnTo>
                <a:lnTo>
                  <a:pt x="10538272" y="411046"/>
                </a:lnTo>
                <a:lnTo>
                  <a:pt x="10583708" y="393346"/>
                </a:lnTo>
                <a:lnTo>
                  <a:pt x="10629297" y="376018"/>
                </a:lnTo>
                <a:lnTo>
                  <a:pt x="10675036" y="359065"/>
                </a:lnTo>
                <a:lnTo>
                  <a:pt x="10720923" y="342487"/>
                </a:lnTo>
                <a:lnTo>
                  <a:pt x="10766956" y="326286"/>
                </a:lnTo>
                <a:lnTo>
                  <a:pt x="10813132" y="310462"/>
                </a:lnTo>
                <a:lnTo>
                  <a:pt x="10859450" y="295018"/>
                </a:lnTo>
                <a:lnTo>
                  <a:pt x="10905907" y="279953"/>
                </a:lnTo>
                <a:lnTo>
                  <a:pt x="10952500" y="265269"/>
                </a:lnTo>
                <a:lnTo>
                  <a:pt x="10999227" y="250968"/>
                </a:lnTo>
                <a:lnTo>
                  <a:pt x="11046087" y="237049"/>
                </a:lnTo>
                <a:lnTo>
                  <a:pt x="11093076" y="223516"/>
                </a:lnTo>
                <a:lnTo>
                  <a:pt x="11140193" y="210368"/>
                </a:lnTo>
                <a:lnTo>
                  <a:pt x="11187434" y="197606"/>
                </a:lnTo>
                <a:lnTo>
                  <a:pt x="11234799" y="185233"/>
                </a:lnTo>
                <a:lnTo>
                  <a:pt x="11282284" y="173248"/>
                </a:lnTo>
                <a:lnTo>
                  <a:pt x="11329888" y="161654"/>
                </a:lnTo>
                <a:lnTo>
                  <a:pt x="11377607" y="150451"/>
                </a:lnTo>
                <a:lnTo>
                  <a:pt x="11425440" y="139640"/>
                </a:lnTo>
                <a:lnTo>
                  <a:pt x="11473385" y="129223"/>
                </a:lnTo>
                <a:lnTo>
                  <a:pt x="11521439" y="119201"/>
                </a:lnTo>
                <a:lnTo>
                  <a:pt x="11569599" y="109574"/>
                </a:lnTo>
                <a:lnTo>
                  <a:pt x="11617864" y="100344"/>
                </a:lnTo>
                <a:lnTo>
                  <a:pt x="11666231" y="91512"/>
                </a:lnTo>
                <a:lnTo>
                  <a:pt x="11714698" y="83080"/>
                </a:lnTo>
                <a:lnTo>
                  <a:pt x="11763263" y="75047"/>
                </a:lnTo>
                <a:lnTo>
                  <a:pt x="11811923" y="67417"/>
                </a:lnTo>
                <a:lnTo>
                  <a:pt x="11860676" y="60188"/>
                </a:lnTo>
                <a:lnTo>
                  <a:pt x="11909519" y="53364"/>
                </a:lnTo>
                <a:lnTo>
                  <a:pt x="11958451" y="46944"/>
                </a:lnTo>
                <a:lnTo>
                  <a:pt x="12007470" y="40931"/>
                </a:lnTo>
                <a:lnTo>
                  <a:pt x="12056572" y="35324"/>
                </a:lnTo>
                <a:lnTo>
                  <a:pt x="12105756" y="30126"/>
                </a:lnTo>
                <a:lnTo>
                  <a:pt x="12155019" y="25337"/>
                </a:lnTo>
                <a:lnTo>
                  <a:pt x="12204359" y="20958"/>
                </a:lnTo>
                <a:lnTo>
                  <a:pt x="12253773" y="16991"/>
                </a:lnTo>
                <a:lnTo>
                  <a:pt x="12303260" y="13437"/>
                </a:lnTo>
                <a:lnTo>
                  <a:pt x="12352818" y="10297"/>
                </a:lnTo>
                <a:lnTo>
                  <a:pt x="12402443" y="7572"/>
                </a:lnTo>
                <a:lnTo>
                  <a:pt x="12452133" y="5263"/>
                </a:lnTo>
                <a:lnTo>
                  <a:pt x="12501887" y="3371"/>
                </a:lnTo>
                <a:lnTo>
                  <a:pt x="12551701" y="1898"/>
                </a:lnTo>
                <a:lnTo>
                  <a:pt x="12601574" y="844"/>
                </a:lnTo>
                <a:lnTo>
                  <a:pt x="12651504" y="211"/>
                </a:lnTo>
                <a:lnTo>
                  <a:pt x="12701487" y="0"/>
                </a:lnTo>
                <a:lnTo>
                  <a:pt x="13158798" y="0"/>
                </a:lnTo>
              </a:path>
            </a:pathLst>
          </a:custGeom>
          <a:ln w="19050">
            <a:gradFill>
              <a:gsLst>
                <a:gs pos="15000">
                  <a:schemeClr val="tx2"/>
                </a:gs>
                <a:gs pos="0">
                  <a:schemeClr val="bg1">
                    <a:alpha val="0"/>
                  </a:schemeClr>
                </a:gs>
              </a:gsLst>
              <a:lin ang="5400000" scaled="0"/>
            </a:gradFill>
          </a:ln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B0837E43-FCDB-06B6-D55B-7277D47AE588}"/>
              </a:ext>
            </a:extLst>
          </p:cNvPr>
          <p:cNvCxnSpPr>
            <a:cxnSpLocks/>
          </p:cNvCxnSpPr>
          <p:nvPr/>
        </p:nvCxnSpPr>
        <p:spPr>
          <a:xfrm flipH="1">
            <a:off x="334962" y="6678798"/>
            <a:ext cx="10980001" cy="0"/>
          </a:xfrm>
          <a:prstGeom prst="line">
            <a:avLst/>
          </a:prstGeom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124356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065">
          <p15:clr>
            <a:srgbClr val="FBAE40"/>
          </p15:clr>
        </p15:guide>
        <p15:guide id="2" pos="211">
          <p15:clr>
            <a:srgbClr val="FBAE40"/>
          </p15:clr>
        </p15:guide>
        <p15:guide id="3" orient="horz" pos="3997">
          <p15:clr>
            <a:srgbClr val="FBAE40"/>
          </p15:clr>
        </p15:guide>
        <p15:guide id="4" pos="7469">
          <p15:clr>
            <a:srgbClr val="FBAE40"/>
          </p15:clr>
        </p15:guide>
        <p15:guide id="5" orient="horz" pos="232">
          <p15:clr>
            <a:srgbClr val="FBAE40"/>
          </p15:clr>
        </p15:guide>
        <p15:guide id="6" orient="horz" pos="504">
          <p15:clr>
            <a:srgbClr val="FBAE40"/>
          </p15:clr>
        </p15:guide>
        <p15:guide id="7" orient="horz" pos="799">
          <p15:clr>
            <a:srgbClr val="FBAE40"/>
          </p15:clr>
        </p15:guide>
      </p15:sldGuideLst>
    </p:ext>
  </p:extLst>
</p:sldLayout>
</file>

<file path=ppt/slideLayouts/slideLayout105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1_Índice | Até 10 títulos - Branc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" name="Espaço Reservado para Número de Slide 5">
            <a:extLst>
              <a:ext uri="{FF2B5EF4-FFF2-40B4-BE49-F238E27FC236}">
                <a16:creationId xmlns:a16="http://schemas.microsoft.com/office/drawing/2014/main" id="{8B43B5D6-9411-2916-3463-C0BBC4CE3A6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defRPr sz="11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95" name="Text Placeholder 3">
            <a:extLst>
              <a:ext uri="{FF2B5EF4-FFF2-40B4-BE49-F238E27FC236}">
                <a16:creationId xmlns:a16="http://schemas.microsoft.com/office/drawing/2014/main" id="{1F9E0DEB-08E9-5248-44F9-9916F0925C87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tx1">
                    <a:lumMod val="85000"/>
                    <a:lumOff val="15000"/>
                  </a:schemeClr>
                </a:solidFill>
              </a:defRPr>
            </a:lvl1pPr>
          </a:lstStyle>
          <a:p>
            <a:pPr lvl="0"/>
            <a:r>
              <a:rPr lang="pt-BR"/>
              <a:t>Índice | Até 10 títulos</a:t>
            </a:r>
            <a:endParaRPr lang="en-US"/>
          </a:p>
        </p:txBody>
      </p:sp>
      <p:sp>
        <p:nvSpPr>
          <p:cNvPr id="96" name="Text Placeholder 10">
            <a:extLst>
              <a:ext uri="{FF2B5EF4-FFF2-40B4-BE49-F238E27FC236}">
                <a16:creationId xmlns:a16="http://schemas.microsoft.com/office/drawing/2014/main" id="{86EE135B-8461-A8E5-B808-1CCC5F3ABF32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defRPr sz="900" baseline="0">
                <a:solidFill>
                  <a:schemeClr val="tx1">
                    <a:lumMod val="85000"/>
                    <a:lumOff val="15000"/>
                  </a:schemeClr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7" name="Text Placeholder 21">
            <a:extLst>
              <a:ext uri="{FF2B5EF4-FFF2-40B4-BE49-F238E27FC236}">
                <a16:creationId xmlns:a16="http://schemas.microsoft.com/office/drawing/2014/main" id="{C68EECD8-4868-C403-065A-798C94914B21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1217549" y="1232282"/>
            <a:ext cx="4304945" cy="58564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98" name="Text Placeholder 21">
            <a:extLst>
              <a:ext uri="{FF2B5EF4-FFF2-40B4-BE49-F238E27FC236}">
                <a16:creationId xmlns:a16="http://schemas.microsoft.com/office/drawing/2014/main" id="{377F7479-B5E7-D307-06B9-71E3BA37F3EF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1217549" y="2153417"/>
            <a:ext cx="4304945" cy="595341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99" name="Text Placeholder 21">
            <a:extLst>
              <a:ext uri="{FF2B5EF4-FFF2-40B4-BE49-F238E27FC236}">
                <a16:creationId xmlns:a16="http://schemas.microsoft.com/office/drawing/2014/main" id="{A9CB3A34-F081-C677-A00F-67C1873C062A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1217549" y="3163685"/>
            <a:ext cx="4304945" cy="60135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0" name="Text Placeholder 21">
            <a:extLst>
              <a:ext uri="{FF2B5EF4-FFF2-40B4-BE49-F238E27FC236}">
                <a16:creationId xmlns:a16="http://schemas.microsoft.com/office/drawing/2014/main" id="{66627ED0-3A46-8737-6897-D3BDDB091302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1217549" y="4182010"/>
            <a:ext cx="4304945" cy="60135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1" name="Text Placeholder 21">
            <a:extLst>
              <a:ext uri="{FF2B5EF4-FFF2-40B4-BE49-F238E27FC236}">
                <a16:creationId xmlns:a16="http://schemas.microsoft.com/office/drawing/2014/main" id="{4A98C90D-F543-2D3A-9F32-FF02504B384D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6978587" y="1232282"/>
            <a:ext cx="4304945" cy="581956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2" name="Text Placeholder 21">
            <a:extLst>
              <a:ext uri="{FF2B5EF4-FFF2-40B4-BE49-F238E27FC236}">
                <a16:creationId xmlns:a16="http://schemas.microsoft.com/office/drawing/2014/main" id="{02D303FD-4338-9202-3742-445CFAC544F9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6978587" y="2153417"/>
            <a:ext cx="4304945" cy="591654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3" name="Text Placeholder 21">
            <a:extLst>
              <a:ext uri="{FF2B5EF4-FFF2-40B4-BE49-F238E27FC236}">
                <a16:creationId xmlns:a16="http://schemas.microsoft.com/office/drawing/2014/main" id="{DAB51C54-4BA1-024C-8F1D-E61343BFAC42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978587" y="3163685"/>
            <a:ext cx="4304945" cy="591654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4" name="Text Placeholder 21">
            <a:extLst>
              <a:ext uri="{FF2B5EF4-FFF2-40B4-BE49-F238E27FC236}">
                <a16:creationId xmlns:a16="http://schemas.microsoft.com/office/drawing/2014/main" id="{31C27C31-0117-4C41-7DD9-9A95AE01F9D5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6978587" y="4182010"/>
            <a:ext cx="4304945" cy="597666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5" name="Text Placeholder 21">
            <a:extLst>
              <a:ext uri="{FF2B5EF4-FFF2-40B4-BE49-F238E27FC236}">
                <a16:creationId xmlns:a16="http://schemas.microsoft.com/office/drawing/2014/main" id="{305C7304-230E-F6CE-A76D-99DF1E692F08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334964" y="1232282"/>
            <a:ext cx="666897" cy="666897"/>
          </a:xfrm>
          <a:prstGeom prst="rect">
            <a:avLst/>
          </a:prstGeom>
          <a:noFill/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1.</a:t>
            </a:r>
            <a:endParaRPr lang="pt-BR"/>
          </a:p>
        </p:txBody>
      </p:sp>
      <p:sp>
        <p:nvSpPr>
          <p:cNvPr id="106" name="Text Placeholder 21">
            <a:extLst>
              <a:ext uri="{FF2B5EF4-FFF2-40B4-BE49-F238E27FC236}">
                <a16:creationId xmlns:a16="http://schemas.microsoft.com/office/drawing/2014/main" id="{646BD931-2CC9-4B26-938C-C6A9327B317A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334964" y="2153417"/>
            <a:ext cx="666897" cy="666897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2.</a:t>
            </a:r>
            <a:endParaRPr lang="pt-BR"/>
          </a:p>
        </p:txBody>
      </p:sp>
      <p:sp>
        <p:nvSpPr>
          <p:cNvPr id="107" name="Text Placeholder 21">
            <a:extLst>
              <a:ext uri="{FF2B5EF4-FFF2-40B4-BE49-F238E27FC236}">
                <a16:creationId xmlns:a16="http://schemas.microsoft.com/office/drawing/2014/main" id="{7EF60F9A-51DE-3649-80E7-711C186485AA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334964" y="3163685"/>
            <a:ext cx="666897" cy="666897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3.</a:t>
            </a:r>
            <a:endParaRPr lang="pt-BR"/>
          </a:p>
        </p:txBody>
      </p:sp>
      <p:sp>
        <p:nvSpPr>
          <p:cNvPr id="108" name="Text Placeholder 21">
            <a:extLst>
              <a:ext uri="{FF2B5EF4-FFF2-40B4-BE49-F238E27FC236}">
                <a16:creationId xmlns:a16="http://schemas.microsoft.com/office/drawing/2014/main" id="{454FB385-5582-984D-3BEC-2409DCFBBEA7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334964" y="4182010"/>
            <a:ext cx="666897" cy="666897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4.</a:t>
            </a:r>
            <a:endParaRPr lang="pt-BR"/>
          </a:p>
        </p:txBody>
      </p:sp>
      <p:sp>
        <p:nvSpPr>
          <p:cNvPr id="109" name="Text Placeholder 21">
            <a:extLst>
              <a:ext uri="{FF2B5EF4-FFF2-40B4-BE49-F238E27FC236}">
                <a16:creationId xmlns:a16="http://schemas.microsoft.com/office/drawing/2014/main" id="{48AFB4A3-A713-3B36-5C4C-116B17982407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6096002" y="1232282"/>
            <a:ext cx="666897" cy="666897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6.</a:t>
            </a:r>
            <a:endParaRPr lang="pt-BR"/>
          </a:p>
        </p:txBody>
      </p:sp>
      <p:sp>
        <p:nvSpPr>
          <p:cNvPr id="110" name="Text Placeholder 21">
            <a:extLst>
              <a:ext uri="{FF2B5EF4-FFF2-40B4-BE49-F238E27FC236}">
                <a16:creationId xmlns:a16="http://schemas.microsoft.com/office/drawing/2014/main" id="{455A5A6A-C346-A345-7676-47650852DEC5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6096002" y="2153417"/>
            <a:ext cx="666897" cy="666897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7.</a:t>
            </a:r>
            <a:endParaRPr lang="pt-BR"/>
          </a:p>
        </p:txBody>
      </p:sp>
      <p:sp>
        <p:nvSpPr>
          <p:cNvPr id="111" name="Text Placeholder 21">
            <a:extLst>
              <a:ext uri="{FF2B5EF4-FFF2-40B4-BE49-F238E27FC236}">
                <a16:creationId xmlns:a16="http://schemas.microsoft.com/office/drawing/2014/main" id="{C9036724-53EE-61EA-4F36-0647670CC647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6096002" y="3163685"/>
            <a:ext cx="666897" cy="666897"/>
          </a:xfrm>
          <a:prstGeom prst="rect">
            <a:avLst/>
          </a:prstGeom>
          <a:noFill/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8.</a:t>
            </a:r>
            <a:endParaRPr lang="pt-BR"/>
          </a:p>
        </p:txBody>
      </p:sp>
      <p:sp>
        <p:nvSpPr>
          <p:cNvPr id="112" name="Text Placeholder 21">
            <a:extLst>
              <a:ext uri="{FF2B5EF4-FFF2-40B4-BE49-F238E27FC236}">
                <a16:creationId xmlns:a16="http://schemas.microsoft.com/office/drawing/2014/main" id="{59FC8DE1-DA8C-E6FC-0074-C1233AE33862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6096002" y="4182010"/>
            <a:ext cx="666897" cy="666897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9.</a:t>
            </a:r>
            <a:endParaRPr lang="pt-BR"/>
          </a:p>
        </p:txBody>
      </p:sp>
      <p:sp>
        <p:nvSpPr>
          <p:cNvPr id="113" name="Text Placeholder 21">
            <a:extLst>
              <a:ext uri="{FF2B5EF4-FFF2-40B4-BE49-F238E27FC236}">
                <a16:creationId xmlns:a16="http://schemas.microsoft.com/office/drawing/2014/main" id="{CD7EC131-607A-502B-D5DB-EACD3848C447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1217549" y="5195931"/>
            <a:ext cx="4304945" cy="60135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14" name="Text Placeholder 21">
            <a:extLst>
              <a:ext uri="{FF2B5EF4-FFF2-40B4-BE49-F238E27FC236}">
                <a16:creationId xmlns:a16="http://schemas.microsoft.com/office/drawing/2014/main" id="{39366CD8-736E-E9F0-1631-408CE9342B73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6978587" y="5195931"/>
            <a:ext cx="4304945" cy="597666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15" name="Text Placeholder 21">
            <a:extLst>
              <a:ext uri="{FF2B5EF4-FFF2-40B4-BE49-F238E27FC236}">
                <a16:creationId xmlns:a16="http://schemas.microsoft.com/office/drawing/2014/main" id="{A36BD412-4DD9-0776-5A73-B5939ACF9185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334964" y="5195931"/>
            <a:ext cx="666897" cy="666897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5.</a:t>
            </a:r>
            <a:endParaRPr lang="pt-BR"/>
          </a:p>
        </p:txBody>
      </p:sp>
      <p:sp>
        <p:nvSpPr>
          <p:cNvPr id="116" name="Text Placeholder 21">
            <a:extLst>
              <a:ext uri="{FF2B5EF4-FFF2-40B4-BE49-F238E27FC236}">
                <a16:creationId xmlns:a16="http://schemas.microsoft.com/office/drawing/2014/main" id="{0D56432C-F90B-BE78-9849-16EDFA25EDF3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6096002" y="5195931"/>
            <a:ext cx="666897" cy="666897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10.</a:t>
            </a:r>
            <a:endParaRPr lang="pt-BR"/>
          </a:p>
        </p:txBody>
      </p:sp>
      <p:sp>
        <p:nvSpPr>
          <p:cNvPr id="3" name="Picture 8">
            <a:extLst>
              <a:ext uri="{FF2B5EF4-FFF2-40B4-BE49-F238E27FC236}">
                <a16:creationId xmlns:a16="http://schemas.microsoft.com/office/drawing/2014/main" id="{D33CC779-BEB9-7E74-0EFA-C0016862AF39}"/>
              </a:ext>
            </a:extLst>
          </p:cNvPr>
          <p:cNvSpPr/>
          <p:nvPr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tx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/>
          </a:p>
        </p:txBody>
      </p:sp>
      <p:cxnSp>
        <p:nvCxnSpPr>
          <p:cNvPr id="2" name="Straight Connector 1">
            <a:extLst>
              <a:ext uri="{FF2B5EF4-FFF2-40B4-BE49-F238E27FC236}">
                <a16:creationId xmlns:a16="http://schemas.microsoft.com/office/drawing/2014/main" id="{224045CC-C0AE-FAC2-0A11-CE407887FED6}"/>
              </a:ext>
            </a:extLst>
          </p:cNvPr>
          <p:cNvCxnSpPr>
            <a:cxnSpLocks/>
          </p:cNvCxnSpPr>
          <p:nvPr/>
        </p:nvCxnSpPr>
        <p:spPr>
          <a:xfrm>
            <a:off x="0" y="169333"/>
            <a:ext cx="12229571" cy="0"/>
          </a:xfrm>
          <a:prstGeom prst="line">
            <a:avLst/>
          </a:prstGeom>
          <a:ln w="190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object 4">
            <a:extLst>
              <a:ext uri="{FF2B5EF4-FFF2-40B4-BE49-F238E27FC236}">
                <a16:creationId xmlns:a16="http://schemas.microsoft.com/office/drawing/2014/main" id="{69E0EED8-8A07-AB8C-3B0C-6AB8115B4DBF}"/>
              </a:ext>
            </a:extLst>
          </p:cNvPr>
          <p:cNvSpPr/>
          <p:nvPr/>
        </p:nvSpPr>
        <p:spPr>
          <a:xfrm rot="10247908" flipH="1">
            <a:off x="4106509" y="-4146683"/>
            <a:ext cx="8001039" cy="5749648"/>
          </a:xfrm>
          <a:custGeom>
            <a:avLst/>
            <a:gdLst>
              <a:gd name="connsiteX0" fmla="*/ 0 w 13940157"/>
              <a:gd name="connsiteY0" fmla="*/ 9200719 h 9456078"/>
              <a:gd name="connsiteX1" fmla="*/ 781360 w 13940157"/>
              <a:gd name="connsiteY1" fmla="*/ 9456078 h 9456078"/>
              <a:gd name="connsiteX2" fmla="*/ 831337 w 13940157"/>
              <a:gd name="connsiteY2" fmla="*/ 9455836 h 9456078"/>
              <a:gd name="connsiteX3" fmla="*/ 881253 w 13940157"/>
              <a:gd name="connsiteY3" fmla="*/ 9455111 h 9456078"/>
              <a:gd name="connsiteX4" fmla="*/ 931102 w 13940157"/>
              <a:gd name="connsiteY4" fmla="*/ 9453904 h 9456078"/>
              <a:gd name="connsiteX5" fmla="*/ 980884 w 13940157"/>
              <a:gd name="connsiteY5" fmla="*/ 9452217 h 9456078"/>
              <a:gd name="connsiteX6" fmla="*/ 1030594 w 13940157"/>
              <a:gd name="connsiteY6" fmla="*/ 9450052 h 9456078"/>
              <a:gd name="connsiteX7" fmla="*/ 1080230 w 13940157"/>
              <a:gd name="connsiteY7" fmla="*/ 9447409 h 9456078"/>
              <a:gd name="connsiteX8" fmla="*/ 1129789 w 13940157"/>
              <a:gd name="connsiteY8" fmla="*/ 9444290 h 9456078"/>
              <a:gd name="connsiteX9" fmla="*/ 1179267 w 13940157"/>
              <a:gd name="connsiteY9" fmla="*/ 9440698 h 9456078"/>
              <a:gd name="connsiteX10" fmla="*/ 1228662 w 13940157"/>
              <a:gd name="connsiteY10" fmla="*/ 9436632 h 9456078"/>
              <a:gd name="connsiteX11" fmla="*/ 1277970 w 13940157"/>
              <a:gd name="connsiteY11" fmla="*/ 9432096 h 9456078"/>
              <a:gd name="connsiteX12" fmla="*/ 1327189 w 13940157"/>
              <a:gd name="connsiteY12" fmla="*/ 9427089 h 9456078"/>
              <a:gd name="connsiteX13" fmla="*/ 1376316 w 13940157"/>
              <a:gd name="connsiteY13" fmla="*/ 9421615 h 9456078"/>
              <a:gd name="connsiteX14" fmla="*/ 1425347 w 13940157"/>
              <a:gd name="connsiteY14" fmla="*/ 9415673 h 9456078"/>
              <a:gd name="connsiteX15" fmla="*/ 1474280 w 13940157"/>
              <a:gd name="connsiteY15" fmla="*/ 9409267 h 9456078"/>
              <a:gd name="connsiteX16" fmla="*/ 1523111 w 13940157"/>
              <a:gd name="connsiteY16" fmla="*/ 9402396 h 9456078"/>
              <a:gd name="connsiteX17" fmla="*/ 1571838 w 13940157"/>
              <a:gd name="connsiteY17" fmla="*/ 9395063 h 9456078"/>
              <a:gd name="connsiteX18" fmla="*/ 1620458 w 13940157"/>
              <a:gd name="connsiteY18" fmla="*/ 9387270 h 9456078"/>
              <a:gd name="connsiteX19" fmla="*/ 1668967 w 13940157"/>
              <a:gd name="connsiteY19" fmla="*/ 9379017 h 9456078"/>
              <a:gd name="connsiteX20" fmla="*/ 1717362 w 13940157"/>
              <a:gd name="connsiteY20" fmla="*/ 9370306 h 9456078"/>
              <a:gd name="connsiteX21" fmla="*/ 1765641 w 13940157"/>
              <a:gd name="connsiteY21" fmla="*/ 9361139 h 9456078"/>
              <a:gd name="connsiteX22" fmla="*/ 1813800 w 13940157"/>
              <a:gd name="connsiteY22" fmla="*/ 9351517 h 9456078"/>
              <a:gd name="connsiteX23" fmla="*/ 1861837 w 13940157"/>
              <a:gd name="connsiteY23" fmla="*/ 9341441 h 9456078"/>
              <a:gd name="connsiteX24" fmla="*/ 1909749 w 13940157"/>
              <a:gd name="connsiteY24" fmla="*/ 9330914 h 9456078"/>
              <a:gd name="connsiteX25" fmla="*/ 1957532 w 13940157"/>
              <a:gd name="connsiteY25" fmla="*/ 9319936 h 9456078"/>
              <a:gd name="connsiteX26" fmla="*/ 2005183 w 13940157"/>
              <a:gd name="connsiteY26" fmla="*/ 9308509 h 9456078"/>
              <a:gd name="connsiteX27" fmla="*/ 2052699 w 13940157"/>
              <a:gd name="connsiteY27" fmla="*/ 9296635 h 9456078"/>
              <a:gd name="connsiteX28" fmla="*/ 2100079 w 13940157"/>
              <a:gd name="connsiteY28" fmla="*/ 9284315 h 9456078"/>
              <a:gd name="connsiteX29" fmla="*/ 2147317 w 13940157"/>
              <a:gd name="connsiteY29" fmla="*/ 9271550 h 9456078"/>
              <a:gd name="connsiteX30" fmla="*/ 2194412 w 13940157"/>
              <a:gd name="connsiteY30" fmla="*/ 9258342 h 9456078"/>
              <a:gd name="connsiteX31" fmla="*/ 2241360 w 13940157"/>
              <a:gd name="connsiteY31" fmla="*/ 9244693 h 9456078"/>
              <a:gd name="connsiteX32" fmla="*/ 2288159 w 13940157"/>
              <a:gd name="connsiteY32" fmla="*/ 9230604 h 9456078"/>
              <a:gd name="connsiteX33" fmla="*/ 2334805 w 13940157"/>
              <a:gd name="connsiteY33" fmla="*/ 9216076 h 9456078"/>
              <a:gd name="connsiteX34" fmla="*/ 2381295 w 13940157"/>
              <a:gd name="connsiteY34" fmla="*/ 9201111 h 9456078"/>
              <a:gd name="connsiteX35" fmla="*/ 2427627 w 13940157"/>
              <a:gd name="connsiteY35" fmla="*/ 9185710 h 9456078"/>
              <a:gd name="connsiteX36" fmla="*/ 2473797 w 13940157"/>
              <a:gd name="connsiteY36" fmla="*/ 9169876 h 9456078"/>
              <a:gd name="connsiteX37" fmla="*/ 2519802 w 13940157"/>
              <a:gd name="connsiteY37" fmla="*/ 9153608 h 9456078"/>
              <a:gd name="connsiteX38" fmla="*/ 2565640 w 13940157"/>
              <a:gd name="connsiteY38" fmla="*/ 9136910 h 9456078"/>
              <a:gd name="connsiteX39" fmla="*/ 2611307 w 13940157"/>
              <a:gd name="connsiteY39" fmla="*/ 9119782 h 9456078"/>
              <a:gd name="connsiteX40" fmla="*/ 2656800 w 13940157"/>
              <a:gd name="connsiteY40" fmla="*/ 9102226 h 9456078"/>
              <a:gd name="connsiteX41" fmla="*/ 2702116 w 13940157"/>
              <a:gd name="connsiteY41" fmla="*/ 9084243 h 9456078"/>
              <a:gd name="connsiteX42" fmla="*/ 2747253 w 13940157"/>
              <a:gd name="connsiteY42" fmla="*/ 9065835 h 9456078"/>
              <a:gd name="connsiteX43" fmla="*/ 2792207 w 13940157"/>
              <a:gd name="connsiteY43" fmla="*/ 9047004 h 9456078"/>
              <a:gd name="connsiteX44" fmla="*/ 2836975 w 13940157"/>
              <a:gd name="connsiteY44" fmla="*/ 9027750 h 9456078"/>
              <a:gd name="connsiteX45" fmla="*/ 2881555 w 13940157"/>
              <a:gd name="connsiteY45" fmla="*/ 9008075 h 9456078"/>
              <a:gd name="connsiteX46" fmla="*/ 2925942 w 13940157"/>
              <a:gd name="connsiteY46" fmla="*/ 8987981 h 9456078"/>
              <a:gd name="connsiteX47" fmla="*/ 2970135 w 13940157"/>
              <a:gd name="connsiteY47" fmla="*/ 8967470 h 9456078"/>
              <a:gd name="connsiteX48" fmla="*/ 3014130 w 13940157"/>
              <a:gd name="connsiteY48" fmla="*/ 8946542 h 9456078"/>
              <a:gd name="connsiteX49" fmla="*/ 3057924 w 13940157"/>
              <a:gd name="connsiteY49" fmla="*/ 8925199 h 9456078"/>
              <a:gd name="connsiteX50" fmla="*/ 3101514 w 13940157"/>
              <a:gd name="connsiteY50" fmla="*/ 8903443 h 9456078"/>
              <a:gd name="connsiteX51" fmla="*/ 3144898 w 13940157"/>
              <a:gd name="connsiteY51" fmla="*/ 8881275 h 9456078"/>
              <a:gd name="connsiteX52" fmla="*/ 3188071 w 13940157"/>
              <a:gd name="connsiteY52" fmla="*/ 8858697 h 9456078"/>
              <a:gd name="connsiteX53" fmla="*/ 3231032 w 13940157"/>
              <a:gd name="connsiteY53" fmla="*/ 8835710 h 9456078"/>
              <a:gd name="connsiteX54" fmla="*/ 3273777 w 13940157"/>
              <a:gd name="connsiteY54" fmla="*/ 8812316 h 9456078"/>
              <a:gd name="connsiteX55" fmla="*/ 3316303 w 13940157"/>
              <a:gd name="connsiteY55" fmla="*/ 8788516 h 9456078"/>
              <a:gd name="connsiteX56" fmla="*/ 3358607 w 13940157"/>
              <a:gd name="connsiteY56" fmla="*/ 8764311 h 9456078"/>
              <a:gd name="connsiteX57" fmla="*/ 3400686 w 13940157"/>
              <a:gd name="connsiteY57" fmla="*/ 8739704 h 9456078"/>
              <a:gd name="connsiteX58" fmla="*/ 3442537 w 13940157"/>
              <a:gd name="connsiteY58" fmla="*/ 8714695 h 9456078"/>
              <a:gd name="connsiteX59" fmla="*/ 3484157 w 13940157"/>
              <a:gd name="connsiteY59" fmla="*/ 8689286 h 9456078"/>
              <a:gd name="connsiteX60" fmla="*/ 3525543 w 13940157"/>
              <a:gd name="connsiteY60" fmla="*/ 8663479 h 9456078"/>
              <a:gd name="connsiteX61" fmla="*/ 3566693 w 13940157"/>
              <a:gd name="connsiteY61" fmla="*/ 8637274 h 9456078"/>
              <a:gd name="connsiteX62" fmla="*/ 3607602 w 13940157"/>
              <a:gd name="connsiteY62" fmla="*/ 8610675 h 9456078"/>
              <a:gd name="connsiteX63" fmla="*/ 3648268 w 13940157"/>
              <a:gd name="connsiteY63" fmla="*/ 8583681 h 9456078"/>
              <a:gd name="connsiteX64" fmla="*/ 3688689 w 13940157"/>
              <a:gd name="connsiteY64" fmla="*/ 8556295 h 9456078"/>
              <a:gd name="connsiteX65" fmla="*/ 3728860 w 13940157"/>
              <a:gd name="connsiteY65" fmla="*/ 8528517 h 9456078"/>
              <a:gd name="connsiteX66" fmla="*/ 3768779 w 13940157"/>
              <a:gd name="connsiteY66" fmla="*/ 8500351 h 9456078"/>
              <a:gd name="connsiteX67" fmla="*/ 3808443 w 13940157"/>
              <a:gd name="connsiteY67" fmla="*/ 8471796 h 9456078"/>
              <a:gd name="connsiteX68" fmla="*/ 3847849 w 13940157"/>
              <a:gd name="connsiteY68" fmla="*/ 8442854 h 9456078"/>
              <a:gd name="connsiteX69" fmla="*/ 3886994 w 13940157"/>
              <a:gd name="connsiteY69" fmla="*/ 8413528 h 9456078"/>
              <a:gd name="connsiteX70" fmla="*/ 3925875 w 13940157"/>
              <a:gd name="connsiteY70" fmla="*/ 8383818 h 9456078"/>
              <a:gd name="connsiteX71" fmla="*/ 3964489 w 13940157"/>
              <a:gd name="connsiteY71" fmla="*/ 8353726 h 9456078"/>
              <a:gd name="connsiteX72" fmla="*/ 4002833 w 13940157"/>
              <a:gd name="connsiteY72" fmla="*/ 8323253 h 9456078"/>
              <a:gd name="connsiteX73" fmla="*/ 4040904 w 13940157"/>
              <a:gd name="connsiteY73" fmla="*/ 8292401 h 9456078"/>
              <a:gd name="connsiteX74" fmla="*/ 4078699 w 13940157"/>
              <a:gd name="connsiteY74" fmla="*/ 8261172 h 9456078"/>
              <a:gd name="connsiteX75" fmla="*/ 4116214 w 13940157"/>
              <a:gd name="connsiteY75" fmla="*/ 8229566 h 9456078"/>
              <a:gd name="connsiteX76" fmla="*/ 4153447 w 13940157"/>
              <a:gd name="connsiteY76" fmla="*/ 8197585 h 9456078"/>
              <a:gd name="connsiteX77" fmla="*/ 4190395 w 13940157"/>
              <a:gd name="connsiteY77" fmla="*/ 8165232 h 9456078"/>
              <a:gd name="connsiteX78" fmla="*/ 4227055 w 13940157"/>
              <a:gd name="connsiteY78" fmla="*/ 8132507 h 9456078"/>
              <a:gd name="connsiteX79" fmla="*/ 4263424 w 13940157"/>
              <a:gd name="connsiteY79" fmla="*/ 8099411 h 9456078"/>
              <a:gd name="connsiteX80" fmla="*/ 4299499 w 13940157"/>
              <a:gd name="connsiteY80" fmla="*/ 8065947 h 9456078"/>
              <a:gd name="connsiteX81" fmla="*/ 4335276 w 13940157"/>
              <a:gd name="connsiteY81" fmla="*/ 8032115 h 9456078"/>
              <a:gd name="connsiteX82" fmla="*/ 4370753 w 13940157"/>
              <a:gd name="connsiteY82" fmla="*/ 7997918 h 9456078"/>
              <a:gd name="connsiteX83" fmla="*/ 4405927 w 13940157"/>
              <a:gd name="connsiteY83" fmla="*/ 7963356 h 9456078"/>
              <a:gd name="connsiteX84" fmla="*/ 4440795 w 13940157"/>
              <a:gd name="connsiteY84" fmla="*/ 7928432 h 9456078"/>
              <a:gd name="connsiteX85" fmla="*/ 4475354 w 13940157"/>
              <a:gd name="connsiteY85" fmla="*/ 7893146 h 9456078"/>
              <a:gd name="connsiteX86" fmla="*/ 4509600 w 13940157"/>
              <a:gd name="connsiteY86" fmla="*/ 7857501 h 9456078"/>
              <a:gd name="connsiteX87" fmla="*/ 4543531 w 13940157"/>
              <a:gd name="connsiteY87" fmla="*/ 7821497 h 9456078"/>
              <a:gd name="connsiteX88" fmla="*/ 4577143 w 13940157"/>
              <a:gd name="connsiteY88" fmla="*/ 7785136 h 9456078"/>
              <a:gd name="connsiteX89" fmla="*/ 4610435 w 13940157"/>
              <a:gd name="connsiteY89" fmla="*/ 7748420 h 9456078"/>
              <a:gd name="connsiteX90" fmla="*/ 4643402 w 13940157"/>
              <a:gd name="connsiteY90" fmla="*/ 7711350 h 9456078"/>
              <a:gd name="connsiteX91" fmla="*/ 4676042 w 13940157"/>
              <a:gd name="connsiteY91" fmla="*/ 7673928 h 9456078"/>
              <a:gd name="connsiteX92" fmla="*/ 4708351 w 13940157"/>
              <a:gd name="connsiteY92" fmla="*/ 7636155 h 9456078"/>
              <a:gd name="connsiteX93" fmla="*/ 4740327 w 13940157"/>
              <a:gd name="connsiteY93" fmla="*/ 7598032 h 9456078"/>
              <a:gd name="connsiteX94" fmla="*/ 4771967 w 13940157"/>
              <a:gd name="connsiteY94" fmla="*/ 7559561 h 9456078"/>
              <a:gd name="connsiteX95" fmla="*/ 4803267 w 13940157"/>
              <a:gd name="connsiteY95" fmla="*/ 7520744 h 9456078"/>
              <a:gd name="connsiteX96" fmla="*/ 4834225 w 13940157"/>
              <a:gd name="connsiteY96" fmla="*/ 7481582 h 9456078"/>
              <a:gd name="connsiteX97" fmla="*/ 4864838 w 13940157"/>
              <a:gd name="connsiteY97" fmla="*/ 7442077 h 9456078"/>
              <a:gd name="connsiteX98" fmla="*/ 8803671 w 13940157"/>
              <a:gd name="connsiteY98" fmla="*/ 2307814 h 9456078"/>
              <a:gd name="connsiteX99" fmla="*/ 8834262 w 13940157"/>
              <a:gd name="connsiteY99" fmla="*/ 2268285 h 9456078"/>
              <a:gd name="connsiteX100" fmla="*/ 8865156 w 13940157"/>
              <a:gd name="connsiteY100" fmla="*/ 2229056 h 9456078"/>
              <a:gd name="connsiteX101" fmla="*/ 8896349 w 13940157"/>
              <a:gd name="connsiteY101" fmla="*/ 2190127 h 9456078"/>
              <a:gd name="connsiteX102" fmla="*/ 8927839 w 13940157"/>
              <a:gd name="connsiteY102" fmla="*/ 2151500 h 9456078"/>
              <a:gd name="connsiteX103" fmla="*/ 8959624 w 13940157"/>
              <a:gd name="connsiteY103" fmla="*/ 2113176 h 9456078"/>
              <a:gd name="connsiteX104" fmla="*/ 8991701 w 13940157"/>
              <a:gd name="connsiteY104" fmla="*/ 2075157 h 9456078"/>
              <a:gd name="connsiteX105" fmla="*/ 9024069 w 13940157"/>
              <a:gd name="connsiteY105" fmla="*/ 2037442 h 9456078"/>
              <a:gd name="connsiteX106" fmla="*/ 9056725 w 13940157"/>
              <a:gd name="connsiteY106" fmla="*/ 2000034 h 9456078"/>
              <a:gd name="connsiteX107" fmla="*/ 9089667 w 13940157"/>
              <a:gd name="connsiteY107" fmla="*/ 1962934 h 9456078"/>
              <a:gd name="connsiteX108" fmla="*/ 9122892 w 13940157"/>
              <a:gd name="connsiteY108" fmla="*/ 1926142 h 9456078"/>
              <a:gd name="connsiteX109" fmla="*/ 9156398 w 13940157"/>
              <a:gd name="connsiteY109" fmla="*/ 1889660 h 9456078"/>
              <a:gd name="connsiteX110" fmla="*/ 9190183 w 13940157"/>
              <a:gd name="connsiteY110" fmla="*/ 1853489 h 9456078"/>
              <a:gd name="connsiteX111" fmla="*/ 9224245 w 13940157"/>
              <a:gd name="connsiteY111" fmla="*/ 1817630 h 9456078"/>
              <a:gd name="connsiteX112" fmla="*/ 9258581 w 13940157"/>
              <a:gd name="connsiteY112" fmla="*/ 1782084 h 9456078"/>
              <a:gd name="connsiteX113" fmla="*/ 9293189 w 13940157"/>
              <a:gd name="connsiteY113" fmla="*/ 1746853 h 9456078"/>
              <a:gd name="connsiteX114" fmla="*/ 9328066 w 13940157"/>
              <a:gd name="connsiteY114" fmla="*/ 1711937 h 9456078"/>
              <a:gd name="connsiteX115" fmla="*/ 9363211 w 13940157"/>
              <a:gd name="connsiteY115" fmla="*/ 1677337 h 9456078"/>
              <a:gd name="connsiteX116" fmla="*/ 9398621 w 13940157"/>
              <a:gd name="connsiteY116" fmla="*/ 1643056 h 9456078"/>
              <a:gd name="connsiteX117" fmla="*/ 9434294 w 13940157"/>
              <a:gd name="connsiteY117" fmla="*/ 1609093 h 9456078"/>
              <a:gd name="connsiteX118" fmla="*/ 9470227 w 13940157"/>
              <a:gd name="connsiteY118" fmla="*/ 1575450 h 9456078"/>
              <a:gd name="connsiteX119" fmla="*/ 9506418 w 13940157"/>
              <a:gd name="connsiteY119" fmla="*/ 1542128 h 9456078"/>
              <a:gd name="connsiteX120" fmla="*/ 9542866 w 13940157"/>
              <a:gd name="connsiteY120" fmla="*/ 1509129 h 9456078"/>
              <a:gd name="connsiteX121" fmla="*/ 9579567 w 13940157"/>
              <a:gd name="connsiteY121" fmla="*/ 1476452 h 9456078"/>
              <a:gd name="connsiteX122" fmla="*/ 9616519 w 13940157"/>
              <a:gd name="connsiteY122" fmla="*/ 1444101 h 9456078"/>
              <a:gd name="connsiteX123" fmla="*/ 9653720 w 13940157"/>
              <a:gd name="connsiteY123" fmla="*/ 1412075 h 9456078"/>
              <a:gd name="connsiteX124" fmla="*/ 9691168 w 13940157"/>
              <a:gd name="connsiteY124" fmla="*/ 1380375 h 9456078"/>
              <a:gd name="connsiteX125" fmla="*/ 9728861 w 13940157"/>
              <a:gd name="connsiteY125" fmla="*/ 1349004 h 9456078"/>
              <a:gd name="connsiteX126" fmla="*/ 9766795 w 13940157"/>
              <a:gd name="connsiteY126" fmla="*/ 1317962 h 9456078"/>
              <a:gd name="connsiteX127" fmla="*/ 9804970 w 13940157"/>
              <a:gd name="connsiteY127" fmla="*/ 1287250 h 9456078"/>
              <a:gd name="connsiteX128" fmla="*/ 9843382 w 13940157"/>
              <a:gd name="connsiteY128" fmla="*/ 1256869 h 9456078"/>
              <a:gd name="connsiteX129" fmla="*/ 9882029 w 13940157"/>
              <a:gd name="connsiteY129" fmla="*/ 1226820 h 9456078"/>
              <a:gd name="connsiteX130" fmla="*/ 9920909 w 13940157"/>
              <a:gd name="connsiteY130" fmla="*/ 1197105 h 9456078"/>
              <a:gd name="connsiteX131" fmla="*/ 9960020 w 13940157"/>
              <a:gd name="connsiteY131" fmla="*/ 1167725 h 9456078"/>
              <a:gd name="connsiteX132" fmla="*/ 9999359 w 13940157"/>
              <a:gd name="connsiteY132" fmla="*/ 1138681 h 9456078"/>
              <a:gd name="connsiteX133" fmla="*/ 10038924 w 13940157"/>
              <a:gd name="connsiteY133" fmla="*/ 1109974 h 9456078"/>
              <a:gd name="connsiteX134" fmla="*/ 10078713 w 13940157"/>
              <a:gd name="connsiteY134" fmla="*/ 1081604 h 9456078"/>
              <a:gd name="connsiteX135" fmla="*/ 10118724 w 13940157"/>
              <a:gd name="connsiteY135" fmla="*/ 1053574 h 9456078"/>
              <a:gd name="connsiteX136" fmla="*/ 10158954 w 13940157"/>
              <a:gd name="connsiteY136" fmla="*/ 1025884 h 9456078"/>
              <a:gd name="connsiteX137" fmla="*/ 10199400 w 13940157"/>
              <a:gd name="connsiteY137" fmla="*/ 998536 h 9456078"/>
              <a:gd name="connsiteX138" fmla="*/ 10240062 w 13940157"/>
              <a:gd name="connsiteY138" fmla="*/ 971530 h 9456078"/>
              <a:gd name="connsiteX139" fmla="*/ 10280935 w 13940157"/>
              <a:gd name="connsiteY139" fmla="*/ 944868 h 9456078"/>
              <a:gd name="connsiteX140" fmla="*/ 10322019 w 13940157"/>
              <a:gd name="connsiteY140" fmla="*/ 918551 h 9456078"/>
              <a:gd name="connsiteX141" fmla="*/ 10363310 w 13940157"/>
              <a:gd name="connsiteY141" fmla="*/ 892580 h 9456078"/>
              <a:gd name="connsiteX142" fmla="*/ 10404807 w 13940157"/>
              <a:gd name="connsiteY142" fmla="*/ 866956 h 9456078"/>
              <a:gd name="connsiteX143" fmla="*/ 10446507 w 13940157"/>
              <a:gd name="connsiteY143" fmla="*/ 841681 h 9456078"/>
              <a:gd name="connsiteX144" fmla="*/ 10488408 w 13940157"/>
              <a:gd name="connsiteY144" fmla="*/ 816754 h 9456078"/>
              <a:gd name="connsiteX145" fmla="*/ 10530507 w 13940157"/>
              <a:gd name="connsiteY145" fmla="*/ 792179 h 9456078"/>
              <a:gd name="connsiteX146" fmla="*/ 10572803 w 13940157"/>
              <a:gd name="connsiteY146" fmla="*/ 767955 h 9456078"/>
              <a:gd name="connsiteX147" fmla="*/ 10615292 w 13940157"/>
              <a:gd name="connsiteY147" fmla="*/ 744083 h 9456078"/>
              <a:gd name="connsiteX148" fmla="*/ 10657973 w 13940157"/>
              <a:gd name="connsiteY148" fmla="*/ 720566 h 9456078"/>
              <a:gd name="connsiteX149" fmla="*/ 10700844 w 13940157"/>
              <a:gd name="connsiteY149" fmla="*/ 697404 h 9456078"/>
              <a:gd name="connsiteX150" fmla="*/ 10743902 w 13940157"/>
              <a:gd name="connsiteY150" fmla="*/ 674598 h 9456078"/>
              <a:gd name="connsiteX151" fmla="*/ 10787144 w 13940157"/>
              <a:gd name="connsiteY151" fmla="*/ 652149 h 9456078"/>
              <a:gd name="connsiteX152" fmla="*/ 10830569 w 13940157"/>
              <a:gd name="connsiteY152" fmla="*/ 630059 h 9456078"/>
              <a:gd name="connsiteX153" fmla="*/ 10874174 w 13940157"/>
              <a:gd name="connsiteY153" fmla="*/ 608328 h 9456078"/>
              <a:gd name="connsiteX154" fmla="*/ 10917957 w 13940157"/>
              <a:gd name="connsiteY154" fmla="*/ 586958 h 9456078"/>
              <a:gd name="connsiteX155" fmla="*/ 10961916 w 13940157"/>
              <a:gd name="connsiteY155" fmla="*/ 565950 h 9456078"/>
              <a:gd name="connsiteX156" fmla="*/ 11006048 w 13940157"/>
              <a:gd name="connsiteY156" fmla="*/ 545304 h 9456078"/>
              <a:gd name="connsiteX157" fmla="*/ 11050351 w 13940157"/>
              <a:gd name="connsiteY157" fmla="*/ 525023 h 9456078"/>
              <a:gd name="connsiteX158" fmla="*/ 11094823 w 13940157"/>
              <a:gd name="connsiteY158" fmla="*/ 505107 h 9456078"/>
              <a:gd name="connsiteX159" fmla="*/ 11139461 w 13940157"/>
              <a:gd name="connsiteY159" fmla="*/ 485558 h 9456078"/>
              <a:gd name="connsiteX160" fmla="*/ 11184263 w 13940157"/>
              <a:gd name="connsiteY160" fmla="*/ 466376 h 9456078"/>
              <a:gd name="connsiteX161" fmla="*/ 11229228 w 13940157"/>
              <a:gd name="connsiteY161" fmla="*/ 447563 h 9456078"/>
              <a:gd name="connsiteX162" fmla="*/ 11274351 w 13940157"/>
              <a:gd name="connsiteY162" fmla="*/ 429119 h 9456078"/>
              <a:gd name="connsiteX163" fmla="*/ 11319632 w 13940157"/>
              <a:gd name="connsiteY163" fmla="*/ 411046 h 9456078"/>
              <a:gd name="connsiteX164" fmla="*/ 11365068 w 13940157"/>
              <a:gd name="connsiteY164" fmla="*/ 393346 h 9456078"/>
              <a:gd name="connsiteX165" fmla="*/ 11410657 w 13940157"/>
              <a:gd name="connsiteY165" fmla="*/ 376018 h 9456078"/>
              <a:gd name="connsiteX166" fmla="*/ 11456396 w 13940157"/>
              <a:gd name="connsiteY166" fmla="*/ 359065 h 9456078"/>
              <a:gd name="connsiteX167" fmla="*/ 11502283 w 13940157"/>
              <a:gd name="connsiteY167" fmla="*/ 342487 h 9456078"/>
              <a:gd name="connsiteX168" fmla="*/ 11548316 w 13940157"/>
              <a:gd name="connsiteY168" fmla="*/ 326286 h 9456078"/>
              <a:gd name="connsiteX169" fmla="*/ 11594492 w 13940157"/>
              <a:gd name="connsiteY169" fmla="*/ 310462 h 9456078"/>
              <a:gd name="connsiteX170" fmla="*/ 11640810 w 13940157"/>
              <a:gd name="connsiteY170" fmla="*/ 295018 h 9456078"/>
              <a:gd name="connsiteX171" fmla="*/ 11687267 w 13940157"/>
              <a:gd name="connsiteY171" fmla="*/ 279953 h 9456078"/>
              <a:gd name="connsiteX172" fmla="*/ 11733860 w 13940157"/>
              <a:gd name="connsiteY172" fmla="*/ 265269 h 9456078"/>
              <a:gd name="connsiteX173" fmla="*/ 11780587 w 13940157"/>
              <a:gd name="connsiteY173" fmla="*/ 250968 h 9456078"/>
              <a:gd name="connsiteX174" fmla="*/ 11827447 w 13940157"/>
              <a:gd name="connsiteY174" fmla="*/ 237049 h 9456078"/>
              <a:gd name="connsiteX175" fmla="*/ 11874436 w 13940157"/>
              <a:gd name="connsiteY175" fmla="*/ 223516 h 9456078"/>
              <a:gd name="connsiteX176" fmla="*/ 11921553 w 13940157"/>
              <a:gd name="connsiteY176" fmla="*/ 210368 h 9456078"/>
              <a:gd name="connsiteX177" fmla="*/ 11968794 w 13940157"/>
              <a:gd name="connsiteY177" fmla="*/ 197606 h 9456078"/>
              <a:gd name="connsiteX178" fmla="*/ 12016159 w 13940157"/>
              <a:gd name="connsiteY178" fmla="*/ 185233 h 9456078"/>
              <a:gd name="connsiteX179" fmla="*/ 12063644 w 13940157"/>
              <a:gd name="connsiteY179" fmla="*/ 173248 h 9456078"/>
              <a:gd name="connsiteX180" fmla="*/ 12111248 w 13940157"/>
              <a:gd name="connsiteY180" fmla="*/ 161654 h 9456078"/>
              <a:gd name="connsiteX181" fmla="*/ 12158967 w 13940157"/>
              <a:gd name="connsiteY181" fmla="*/ 150451 h 9456078"/>
              <a:gd name="connsiteX182" fmla="*/ 12206800 w 13940157"/>
              <a:gd name="connsiteY182" fmla="*/ 139640 h 9456078"/>
              <a:gd name="connsiteX183" fmla="*/ 12254745 w 13940157"/>
              <a:gd name="connsiteY183" fmla="*/ 129223 h 9456078"/>
              <a:gd name="connsiteX184" fmla="*/ 12302799 w 13940157"/>
              <a:gd name="connsiteY184" fmla="*/ 119201 h 9456078"/>
              <a:gd name="connsiteX185" fmla="*/ 12350959 w 13940157"/>
              <a:gd name="connsiteY185" fmla="*/ 109574 h 9456078"/>
              <a:gd name="connsiteX186" fmla="*/ 12399224 w 13940157"/>
              <a:gd name="connsiteY186" fmla="*/ 100344 h 9456078"/>
              <a:gd name="connsiteX187" fmla="*/ 12447591 w 13940157"/>
              <a:gd name="connsiteY187" fmla="*/ 91512 h 9456078"/>
              <a:gd name="connsiteX188" fmla="*/ 12496058 w 13940157"/>
              <a:gd name="connsiteY188" fmla="*/ 83080 h 9456078"/>
              <a:gd name="connsiteX189" fmla="*/ 12544623 w 13940157"/>
              <a:gd name="connsiteY189" fmla="*/ 75047 h 9456078"/>
              <a:gd name="connsiteX190" fmla="*/ 12593283 w 13940157"/>
              <a:gd name="connsiteY190" fmla="*/ 67417 h 9456078"/>
              <a:gd name="connsiteX191" fmla="*/ 12642036 w 13940157"/>
              <a:gd name="connsiteY191" fmla="*/ 60188 h 9456078"/>
              <a:gd name="connsiteX192" fmla="*/ 12690879 w 13940157"/>
              <a:gd name="connsiteY192" fmla="*/ 53364 h 9456078"/>
              <a:gd name="connsiteX193" fmla="*/ 12739811 w 13940157"/>
              <a:gd name="connsiteY193" fmla="*/ 46944 h 9456078"/>
              <a:gd name="connsiteX194" fmla="*/ 12788830 w 13940157"/>
              <a:gd name="connsiteY194" fmla="*/ 40931 h 9456078"/>
              <a:gd name="connsiteX195" fmla="*/ 12837932 w 13940157"/>
              <a:gd name="connsiteY195" fmla="*/ 35324 h 9456078"/>
              <a:gd name="connsiteX196" fmla="*/ 12887116 w 13940157"/>
              <a:gd name="connsiteY196" fmla="*/ 30126 h 9456078"/>
              <a:gd name="connsiteX197" fmla="*/ 12936379 w 13940157"/>
              <a:gd name="connsiteY197" fmla="*/ 25337 h 9456078"/>
              <a:gd name="connsiteX198" fmla="*/ 12985719 w 13940157"/>
              <a:gd name="connsiteY198" fmla="*/ 20958 h 9456078"/>
              <a:gd name="connsiteX199" fmla="*/ 13035133 w 13940157"/>
              <a:gd name="connsiteY199" fmla="*/ 16991 h 9456078"/>
              <a:gd name="connsiteX200" fmla="*/ 13084620 w 13940157"/>
              <a:gd name="connsiteY200" fmla="*/ 13437 h 9456078"/>
              <a:gd name="connsiteX201" fmla="*/ 13134178 w 13940157"/>
              <a:gd name="connsiteY201" fmla="*/ 10297 h 9456078"/>
              <a:gd name="connsiteX202" fmla="*/ 13183803 w 13940157"/>
              <a:gd name="connsiteY202" fmla="*/ 7572 h 9456078"/>
              <a:gd name="connsiteX203" fmla="*/ 13233493 w 13940157"/>
              <a:gd name="connsiteY203" fmla="*/ 5263 h 9456078"/>
              <a:gd name="connsiteX204" fmla="*/ 13283247 w 13940157"/>
              <a:gd name="connsiteY204" fmla="*/ 3371 h 9456078"/>
              <a:gd name="connsiteX205" fmla="*/ 13333061 w 13940157"/>
              <a:gd name="connsiteY205" fmla="*/ 1898 h 9456078"/>
              <a:gd name="connsiteX206" fmla="*/ 13382934 w 13940157"/>
              <a:gd name="connsiteY206" fmla="*/ 844 h 9456078"/>
              <a:gd name="connsiteX207" fmla="*/ 13432864 w 13940157"/>
              <a:gd name="connsiteY207" fmla="*/ 211 h 9456078"/>
              <a:gd name="connsiteX208" fmla="*/ 13482847 w 13940157"/>
              <a:gd name="connsiteY208" fmla="*/ 0 h 9456078"/>
              <a:gd name="connsiteX209" fmla="*/ 13940158 w 13940157"/>
              <a:gd name="connsiteY209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49234 w 13158799"/>
              <a:gd name="connsiteY5" fmla="*/ 9450052 h 9456078"/>
              <a:gd name="connsiteX6" fmla="*/ 298870 w 13158799"/>
              <a:gd name="connsiteY6" fmla="*/ 9447409 h 9456078"/>
              <a:gd name="connsiteX7" fmla="*/ 348429 w 13158799"/>
              <a:gd name="connsiteY7" fmla="*/ 9444290 h 9456078"/>
              <a:gd name="connsiteX8" fmla="*/ 397907 w 13158799"/>
              <a:gd name="connsiteY8" fmla="*/ 9440698 h 9456078"/>
              <a:gd name="connsiteX9" fmla="*/ 447302 w 13158799"/>
              <a:gd name="connsiteY9" fmla="*/ 9436632 h 9456078"/>
              <a:gd name="connsiteX10" fmla="*/ 496610 w 13158799"/>
              <a:gd name="connsiteY10" fmla="*/ 9432096 h 9456078"/>
              <a:gd name="connsiteX11" fmla="*/ 545829 w 13158799"/>
              <a:gd name="connsiteY11" fmla="*/ 9427089 h 9456078"/>
              <a:gd name="connsiteX12" fmla="*/ 594956 w 13158799"/>
              <a:gd name="connsiteY12" fmla="*/ 9421615 h 9456078"/>
              <a:gd name="connsiteX13" fmla="*/ 643987 w 13158799"/>
              <a:gd name="connsiteY13" fmla="*/ 9415673 h 9456078"/>
              <a:gd name="connsiteX14" fmla="*/ 692920 w 13158799"/>
              <a:gd name="connsiteY14" fmla="*/ 9409267 h 9456078"/>
              <a:gd name="connsiteX15" fmla="*/ 741751 w 13158799"/>
              <a:gd name="connsiteY15" fmla="*/ 9402396 h 9456078"/>
              <a:gd name="connsiteX16" fmla="*/ 790478 w 13158799"/>
              <a:gd name="connsiteY16" fmla="*/ 9395063 h 9456078"/>
              <a:gd name="connsiteX17" fmla="*/ 839098 w 13158799"/>
              <a:gd name="connsiteY17" fmla="*/ 9387270 h 9456078"/>
              <a:gd name="connsiteX18" fmla="*/ 887607 w 13158799"/>
              <a:gd name="connsiteY18" fmla="*/ 9379017 h 9456078"/>
              <a:gd name="connsiteX19" fmla="*/ 936002 w 13158799"/>
              <a:gd name="connsiteY19" fmla="*/ 9370306 h 9456078"/>
              <a:gd name="connsiteX20" fmla="*/ 984281 w 13158799"/>
              <a:gd name="connsiteY20" fmla="*/ 9361139 h 9456078"/>
              <a:gd name="connsiteX21" fmla="*/ 1032440 w 13158799"/>
              <a:gd name="connsiteY21" fmla="*/ 9351517 h 9456078"/>
              <a:gd name="connsiteX22" fmla="*/ 1080477 w 13158799"/>
              <a:gd name="connsiteY22" fmla="*/ 9341441 h 9456078"/>
              <a:gd name="connsiteX23" fmla="*/ 1128389 w 13158799"/>
              <a:gd name="connsiteY23" fmla="*/ 9330914 h 9456078"/>
              <a:gd name="connsiteX24" fmla="*/ 1176172 w 13158799"/>
              <a:gd name="connsiteY24" fmla="*/ 9319936 h 9456078"/>
              <a:gd name="connsiteX25" fmla="*/ 1223823 w 13158799"/>
              <a:gd name="connsiteY25" fmla="*/ 9308509 h 9456078"/>
              <a:gd name="connsiteX26" fmla="*/ 1271339 w 13158799"/>
              <a:gd name="connsiteY26" fmla="*/ 9296635 h 9456078"/>
              <a:gd name="connsiteX27" fmla="*/ 1318719 w 13158799"/>
              <a:gd name="connsiteY27" fmla="*/ 9284315 h 9456078"/>
              <a:gd name="connsiteX28" fmla="*/ 1365957 w 13158799"/>
              <a:gd name="connsiteY28" fmla="*/ 9271550 h 9456078"/>
              <a:gd name="connsiteX29" fmla="*/ 1413052 w 13158799"/>
              <a:gd name="connsiteY29" fmla="*/ 9258342 h 9456078"/>
              <a:gd name="connsiteX30" fmla="*/ 1460000 w 13158799"/>
              <a:gd name="connsiteY30" fmla="*/ 9244693 h 9456078"/>
              <a:gd name="connsiteX31" fmla="*/ 1506799 w 13158799"/>
              <a:gd name="connsiteY31" fmla="*/ 9230604 h 9456078"/>
              <a:gd name="connsiteX32" fmla="*/ 1553445 w 13158799"/>
              <a:gd name="connsiteY32" fmla="*/ 9216076 h 9456078"/>
              <a:gd name="connsiteX33" fmla="*/ 1599935 w 13158799"/>
              <a:gd name="connsiteY33" fmla="*/ 9201111 h 9456078"/>
              <a:gd name="connsiteX34" fmla="*/ 1646267 w 13158799"/>
              <a:gd name="connsiteY34" fmla="*/ 9185710 h 9456078"/>
              <a:gd name="connsiteX35" fmla="*/ 1692437 w 13158799"/>
              <a:gd name="connsiteY35" fmla="*/ 9169876 h 9456078"/>
              <a:gd name="connsiteX36" fmla="*/ 1738442 w 13158799"/>
              <a:gd name="connsiteY36" fmla="*/ 9153608 h 9456078"/>
              <a:gd name="connsiteX37" fmla="*/ 1784280 w 13158799"/>
              <a:gd name="connsiteY37" fmla="*/ 9136910 h 9456078"/>
              <a:gd name="connsiteX38" fmla="*/ 1829947 w 13158799"/>
              <a:gd name="connsiteY38" fmla="*/ 9119782 h 9456078"/>
              <a:gd name="connsiteX39" fmla="*/ 1875440 w 13158799"/>
              <a:gd name="connsiteY39" fmla="*/ 9102226 h 9456078"/>
              <a:gd name="connsiteX40" fmla="*/ 1920756 w 13158799"/>
              <a:gd name="connsiteY40" fmla="*/ 9084243 h 9456078"/>
              <a:gd name="connsiteX41" fmla="*/ 1965893 w 13158799"/>
              <a:gd name="connsiteY41" fmla="*/ 9065835 h 9456078"/>
              <a:gd name="connsiteX42" fmla="*/ 2010847 w 13158799"/>
              <a:gd name="connsiteY42" fmla="*/ 9047004 h 9456078"/>
              <a:gd name="connsiteX43" fmla="*/ 2055615 w 13158799"/>
              <a:gd name="connsiteY43" fmla="*/ 9027750 h 9456078"/>
              <a:gd name="connsiteX44" fmla="*/ 2100195 w 13158799"/>
              <a:gd name="connsiteY44" fmla="*/ 9008075 h 9456078"/>
              <a:gd name="connsiteX45" fmla="*/ 2144582 w 13158799"/>
              <a:gd name="connsiteY45" fmla="*/ 8987981 h 9456078"/>
              <a:gd name="connsiteX46" fmla="*/ 2188775 w 13158799"/>
              <a:gd name="connsiteY46" fmla="*/ 8967470 h 9456078"/>
              <a:gd name="connsiteX47" fmla="*/ 2232770 w 13158799"/>
              <a:gd name="connsiteY47" fmla="*/ 8946542 h 9456078"/>
              <a:gd name="connsiteX48" fmla="*/ 2276564 w 13158799"/>
              <a:gd name="connsiteY48" fmla="*/ 8925199 h 9456078"/>
              <a:gd name="connsiteX49" fmla="*/ 2320154 w 13158799"/>
              <a:gd name="connsiteY49" fmla="*/ 8903443 h 9456078"/>
              <a:gd name="connsiteX50" fmla="*/ 2363538 w 13158799"/>
              <a:gd name="connsiteY50" fmla="*/ 8881275 h 9456078"/>
              <a:gd name="connsiteX51" fmla="*/ 2406711 w 13158799"/>
              <a:gd name="connsiteY51" fmla="*/ 8858697 h 9456078"/>
              <a:gd name="connsiteX52" fmla="*/ 2449672 w 13158799"/>
              <a:gd name="connsiteY52" fmla="*/ 8835710 h 9456078"/>
              <a:gd name="connsiteX53" fmla="*/ 2492417 w 13158799"/>
              <a:gd name="connsiteY53" fmla="*/ 8812316 h 9456078"/>
              <a:gd name="connsiteX54" fmla="*/ 2534943 w 13158799"/>
              <a:gd name="connsiteY54" fmla="*/ 8788516 h 9456078"/>
              <a:gd name="connsiteX55" fmla="*/ 2577247 w 13158799"/>
              <a:gd name="connsiteY55" fmla="*/ 8764311 h 9456078"/>
              <a:gd name="connsiteX56" fmla="*/ 2619326 w 13158799"/>
              <a:gd name="connsiteY56" fmla="*/ 8739704 h 9456078"/>
              <a:gd name="connsiteX57" fmla="*/ 2661177 w 13158799"/>
              <a:gd name="connsiteY57" fmla="*/ 8714695 h 9456078"/>
              <a:gd name="connsiteX58" fmla="*/ 2702797 w 13158799"/>
              <a:gd name="connsiteY58" fmla="*/ 8689286 h 9456078"/>
              <a:gd name="connsiteX59" fmla="*/ 2744183 w 13158799"/>
              <a:gd name="connsiteY59" fmla="*/ 8663479 h 9456078"/>
              <a:gd name="connsiteX60" fmla="*/ 2785333 w 13158799"/>
              <a:gd name="connsiteY60" fmla="*/ 8637274 h 9456078"/>
              <a:gd name="connsiteX61" fmla="*/ 2826242 w 13158799"/>
              <a:gd name="connsiteY61" fmla="*/ 8610675 h 9456078"/>
              <a:gd name="connsiteX62" fmla="*/ 2866908 w 13158799"/>
              <a:gd name="connsiteY62" fmla="*/ 8583681 h 9456078"/>
              <a:gd name="connsiteX63" fmla="*/ 2907329 w 13158799"/>
              <a:gd name="connsiteY63" fmla="*/ 8556295 h 9456078"/>
              <a:gd name="connsiteX64" fmla="*/ 2947500 w 13158799"/>
              <a:gd name="connsiteY64" fmla="*/ 8528517 h 9456078"/>
              <a:gd name="connsiteX65" fmla="*/ 2987419 w 13158799"/>
              <a:gd name="connsiteY65" fmla="*/ 8500351 h 9456078"/>
              <a:gd name="connsiteX66" fmla="*/ 3027083 w 13158799"/>
              <a:gd name="connsiteY66" fmla="*/ 8471796 h 9456078"/>
              <a:gd name="connsiteX67" fmla="*/ 3066489 w 13158799"/>
              <a:gd name="connsiteY67" fmla="*/ 8442854 h 9456078"/>
              <a:gd name="connsiteX68" fmla="*/ 3105634 w 13158799"/>
              <a:gd name="connsiteY68" fmla="*/ 8413528 h 9456078"/>
              <a:gd name="connsiteX69" fmla="*/ 3144515 w 13158799"/>
              <a:gd name="connsiteY69" fmla="*/ 8383818 h 9456078"/>
              <a:gd name="connsiteX70" fmla="*/ 3183129 w 13158799"/>
              <a:gd name="connsiteY70" fmla="*/ 8353726 h 9456078"/>
              <a:gd name="connsiteX71" fmla="*/ 3221473 w 13158799"/>
              <a:gd name="connsiteY71" fmla="*/ 8323253 h 9456078"/>
              <a:gd name="connsiteX72" fmla="*/ 3259544 w 13158799"/>
              <a:gd name="connsiteY72" fmla="*/ 8292401 h 9456078"/>
              <a:gd name="connsiteX73" fmla="*/ 3297339 w 13158799"/>
              <a:gd name="connsiteY73" fmla="*/ 8261172 h 9456078"/>
              <a:gd name="connsiteX74" fmla="*/ 3334854 w 13158799"/>
              <a:gd name="connsiteY74" fmla="*/ 8229566 h 9456078"/>
              <a:gd name="connsiteX75" fmla="*/ 3372087 w 13158799"/>
              <a:gd name="connsiteY75" fmla="*/ 8197585 h 9456078"/>
              <a:gd name="connsiteX76" fmla="*/ 3409035 w 13158799"/>
              <a:gd name="connsiteY76" fmla="*/ 8165232 h 9456078"/>
              <a:gd name="connsiteX77" fmla="*/ 3445695 w 13158799"/>
              <a:gd name="connsiteY77" fmla="*/ 8132507 h 9456078"/>
              <a:gd name="connsiteX78" fmla="*/ 3482064 w 13158799"/>
              <a:gd name="connsiteY78" fmla="*/ 8099411 h 9456078"/>
              <a:gd name="connsiteX79" fmla="*/ 3518139 w 13158799"/>
              <a:gd name="connsiteY79" fmla="*/ 8065947 h 9456078"/>
              <a:gd name="connsiteX80" fmla="*/ 3553916 w 13158799"/>
              <a:gd name="connsiteY80" fmla="*/ 8032115 h 9456078"/>
              <a:gd name="connsiteX81" fmla="*/ 3589393 w 13158799"/>
              <a:gd name="connsiteY81" fmla="*/ 7997918 h 9456078"/>
              <a:gd name="connsiteX82" fmla="*/ 3624567 w 13158799"/>
              <a:gd name="connsiteY82" fmla="*/ 7963356 h 9456078"/>
              <a:gd name="connsiteX83" fmla="*/ 3659435 w 13158799"/>
              <a:gd name="connsiteY83" fmla="*/ 7928432 h 9456078"/>
              <a:gd name="connsiteX84" fmla="*/ 3693994 w 13158799"/>
              <a:gd name="connsiteY84" fmla="*/ 7893146 h 9456078"/>
              <a:gd name="connsiteX85" fmla="*/ 3728240 w 13158799"/>
              <a:gd name="connsiteY85" fmla="*/ 7857501 h 9456078"/>
              <a:gd name="connsiteX86" fmla="*/ 3762171 w 13158799"/>
              <a:gd name="connsiteY86" fmla="*/ 7821497 h 9456078"/>
              <a:gd name="connsiteX87" fmla="*/ 3795783 w 13158799"/>
              <a:gd name="connsiteY87" fmla="*/ 7785136 h 9456078"/>
              <a:gd name="connsiteX88" fmla="*/ 3829075 w 13158799"/>
              <a:gd name="connsiteY88" fmla="*/ 7748420 h 9456078"/>
              <a:gd name="connsiteX89" fmla="*/ 3862042 w 13158799"/>
              <a:gd name="connsiteY89" fmla="*/ 7711350 h 9456078"/>
              <a:gd name="connsiteX90" fmla="*/ 3894682 w 13158799"/>
              <a:gd name="connsiteY90" fmla="*/ 7673928 h 9456078"/>
              <a:gd name="connsiteX91" fmla="*/ 3926991 w 13158799"/>
              <a:gd name="connsiteY91" fmla="*/ 7636155 h 9456078"/>
              <a:gd name="connsiteX92" fmla="*/ 3958967 w 13158799"/>
              <a:gd name="connsiteY92" fmla="*/ 7598032 h 9456078"/>
              <a:gd name="connsiteX93" fmla="*/ 3990607 w 13158799"/>
              <a:gd name="connsiteY93" fmla="*/ 7559561 h 9456078"/>
              <a:gd name="connsiteX94" fmla="*/ 4021907 w 13158799"/>
              <a:gd name="connsiteY94" fmla="*/ 7520744 h 9456078"/>
              <a:gd name="connsiteX95" fmla="*/ 4052865 w 13158799"/>
              <a:gd name="connsiteY95" fmla="*/ 7481582 h 9456078"/>
              <a:gd name="connsiteX96" fmla="*/ 4083478 w 13158799"/>
              <a:gd name="connsiteY96" fmla="*/ 7442077 h 9456078"/>
              <a:gd name="connsiteX97" fmla="*/ 8022311 w 13158799"/>
              <a:gd name="connsiteY97" fmla="*/ 2307814 h 9456078"/>
              <a:gd name="connsiteX98" fmla="*/ 8052902 w 13158799"/>
              <a:gd name="connsiteY98" fmla="*/ 2268285 h 9456078"/>
              <a:gd name="connsiteX99" fmla="*/ 8083796 w 13158799"/>
              <a:gd name="connsiteY99" fmla="*/ 2229056 h 9456078"/>
              <a:gd name="connsiteX100" fmla="*/ 8114989 w 13158799"/>
              <a:gd name="connsiteY100" fmla="*/ 2190127 h 9456078"/>
              <a:gd name="connsiteX101" fmla="*/ 8146479 w 13158799"/>
              <a:gd name="connsiteY101" fmla="*/ 2151500 h 9456078"/>
              <a:gd name="connsiteX102" fmla="*/ 8178264 w 13158799"/>
              <a:gd name="connsiteY102" fmla="*/ 2113176 h 9456078"/>
              <a:gd name="connsiteX103" fmla="*/ 8210341 w 13158799"/>
              <a:gd name="connsiteY103" fmla="*/ 2075157 h 9456078"/>
              <a:gd name="connsiteX104" fmla="*/ 8242709 w 13158799"/>
              <a:gd name="connsiteY104" fmla="*/ 2037442 h 9456078"/>
              <a:gd name="connsiteX105" fmla="*/ 8275365 w 13158799"/>
              <a:gd name="connsiteY105" fmla="*/ 2000034 h 9456078"/>
              <a:gd name="connsiteX106" fmla="*/ 8308307 w 13158799"/>
              <a:gd name="connsiteY106" fmla="*/ 1962934 h 9456078"/>
              <a:gd name="connsiteX107" fmla="*/ 8341532 w 13158799"/>
              <a:gd name="connsiteY107" fmla="*/ 1926142 h 9456078"/>
              <a:gd name="connsiteX108" fmla="*/ 8375038 w 13158799"/>
              <a:gd name="connsiteY108" fmla="*/ 1889660 h 9456078"/>
              <a:gd name="connsiteX109" fmla="*/ 8408823 w 13158799"/>
              <a:gd name="connsiteY109" fmla="*/ 1853489 h 9456078"/>
              <a:gd name="connsiteX110" fmla="*/ 8442885 w 13158799"/>
              <a:gd name="connsiteY110" fmla="*/ 1817630 h 9456078"/>
              <a:gd name="connsiteX111" fmla="*/ 8477221 w 13158799"/>
              <a:gd name="connsiteY111" fmla="*/ 1782084 h 9456078"/>
              <a:gd name="connsiteX112" fmla="*/ 8511829 w 13158799"/>
              <a:gd name="connsiteY112" fmla="*/ 1746853 h 9456078"/>
              <a:gd name="connsiteX113" fmla="*/ 8546706 w 13158799"/>
              <a:gd name="connsiteY113" fmla="*/ 1711937 h 9456078"/>
              <a:gd name="connsiteX114" fmla="*/ 8581851 w 13158799"/>
              <a:gd name="connsiteY114" fmla="*/ 1677337 h 9456078"/>
              <a:gd name="connsiteX115" fmla="*/ 8617261 w 13158799"/>
              <a:gd name="connsiteY115" fmla="*/ 1643056 h 9456078"/>
              <a:gd name="connsiteX116" fmla="*/ 8652934 w 13158799"/>
              <a:gd name="connsiteY116" fmla="*/ 1609093 h 9456078"/>
              <a:gd name="connsiteX117" fmla="*/ 8688867 w 13158799"/>
              <a:gd name="connsiteY117" fmla="*/ 1575450 h 9456078"/>
              <a:gd name="connsiteX118" fmla="*/ 8725058 w 13158799"/>
              <a:gd name="connsiteY118" fmla="*/ 1542128 h 9456078"/>
              <a:gd name="connsiteX119" fmla="*/ 8761506 w 13158799"/>
              <a:gd name="connsiteY119" fmla="*/ 1509129 h 9456078"/>
              <a:gd name="connsiteX120" fmla="*/ 8798207 w 13158799"/>
              <a:gd name="connsiteY120" fmla="*/ 1476452 h 9456078"/>
              <a:gd name="connsiteX121" fmla="*/ 8835159 w 13158799"/>
              <a:gd name="connsiteY121" fmla="*/ 1444101 h 9456078"/>
              <a:gd name="connsiteX122" fmla="*/ 8872360 w 13158799"/>
              <a:gd name="connsiteY122" fmla="*/ 1412075 h 9456078"/>
              <a:gd name="connsiteX123" fmla="*/ 8909808 w 13158799"/>
              <a:gd name="connsiteY123" fmla="*/ 1380375 h 9456078"/>
              <a:gd name="connsiteX124" fmla="*/ 8947501 w 13158799"/>
              <a:gd name="connsiteY124" fmla="*/ 1349004 h 9456078"/>
              <a:gd name="connsiteX125" fmla="*/ 8985435 w 13158799"/>
              <a:gd name="connsiteY125" fmla="*/ 1317962 h 9456078"/>
              <a:gd name="connsiteX126" fmla="*/ 9023610 w 13158799"/>
              <a:gd name="connsiteY126" fmla="*/ 1287250 h 9456078"/>
              <a:gd name="connsiteX127" fmla="*/ 9062022 w 13158799"/>
              <a:gd name="connsiteY127" fmla="*/ 1256869 h 9456078"/>
              <a:gd name="connsiteX128" fmla="*/ 9100669 w 13158799"/>
              <a:gd name="connsiteY128" fmla="*/ 1226820 h 9456078"/>
              <a:gd name="connsiteX129" fmla="*/ 9139549 w 13158799"/>
              <a:gd name="connsiteY129" fmla="*/ 1197105 h 9456078"/>
              <a:gd name="connsiteX130" fmla="*/ 9178660 w 13158799"/>
              <a:gd name="connsiteY130" fmla="*/ 1167725 h 9456078"/>
              <a:gd name="connsiteX131" fmla="*/ 9217999 w 13158799"/>
              <a:gd name="connsiteY131" fmla="*/ 1138681 h 9456078"/>
              <a:gd name="connsiteX132" fmla="*/ 9257564 w 13158799"/>
              <a:gd name="connsiteY132" fmla="*/ 1109974 h 9456078"/>
              <a:gd name="connsiteX133" fmla="*/ 9297353 w 13158799"/>
              <a:gd name="connsiteY133" fmla="*/ 1081604 h 9456078"/>
              <a:gd name="connsiteX134" fmla="*/ 9337364 w 13158799"/>
              <a:gd name="connsiteY134" fmla="*/ 1053574 h 9456078"/>
              <a:gd name="connsiteX135" fmla="*/ 9377594 w 13158799"/>
              <a:gd name="connsiteY135" fmla="*/ 1025884 h 9456078"/>
              <a:gd name="connsiteX136" fmla="*/ 9418040 w 13158799"/>
              <a:gd name="connsiteY136" fmla="*/ 998536 h 9456078"/>
              <a:gd name="connsiteX137" fmla="*/ 9458702 w 13158799"/>
              <a:gd name="connsiteY137" fmla="*/ 971530 h 9456078"/>
              <a:gd name="connsiteX138" fmla="*/ 9499575 w 13158799"/>
              <a:gd name="connsiteY138" fmla="*/ 944868 h 9456078"/>
              <a:gd name="connsiteX139" fmla="*/ 9540659 w 13158799"/>
              <a:gd name="connsiteY139" fmla="*/ 918551 h 9456078"/>
              <a:gd name="connsiteX140" fmla="*/ 9581950 w 13158799"/>
              <a:gd name="connsiteY140" fmla="*/ 892580 h 9456078"/>
              <a:gd name="connsiteX141" fmla="*/ 9623447 w 13158799"/>
              <a:gd name="connsiteY141" fmla="*/ 866956 h 9456078"/>
              <a:gd name="connsiteX142" fmla="*/ 9665147 w 13158799"/>
              <a:gd name="connsiteY142" fmla="*/ 841681 h 9456078"/>
              <a:gd name="connsiteX143" fmla="*/ 9707048 w 13158799"/>
              <a:gd name="connsiteY143" fmla="*/ 816754 h 9456078"/>
              <a:gd name="connsiteX144" fmla="*/ 9749147 w 13158799"/>
              <a:gd name="connsiteY144" fmla="*/ 792179 h 9456078"/>
              <a:gd name="connsiteX145" fmla="*/ 9791443 w 13158799"/>
              <a:gd name="connsiteY145" fmla="*/ 767955 h 9456078"/>
              <a:gd name="connsiteX146" fmla="*/ 9833932 w 13158799"/>
              <a:gd name="connsiteY146" fmla="*/ 744083 h 9456078"/>
              <a:gd name="connsiteX147" fmla="*/ 9876613 w 13158799"/>
              <a:gd name="connsiteY147" fmla="*/ 720566 h 9456078"/>
              <a:gd name="connsiteX148" fmla="*/ 9919484 w 13158799"/>
              <a:gd name="connsiteY148" fmla="*/ 697404 h 9456078"/>
              <a:gd name="connsiteX149" fmla="*/ 9962542 w 13158799"/>
              <a:gd name="connsiteY149" fmla="*/ 674598 h 9456078"/>
              <a:gd name="connsiteX150" fmla="*/ 10005784 w 13158799"/>
              <a:gd name="connsiteY150" fmla="*/ 652149 h 9456078"/>
              <a:gd name="connsiteX151" fmla="*/ 10049209 w 13158799"/>
              <a:gd name="connsiteY151" fmla="*/ 630059 h 9456078"/>
              <a:gd name="connsiteX152" fmla="*/ 10092814 w 13158799"/>
              <a:gd name="connsiteY152" fmla="*/ 608328 h 9456078"/>
              <a:gd name="connsiteX153" fmla="*/ 10136597 w 13158799"/>
              <a:gd name="connsiteY153" fmla="*/ 586958 h 9456078"/>
              <a:gd name="connsiteX154" fmla="*/ 10180556 w 13158799"/>
              <a:gd name="connsiteY154" fmla="*/ 565950 h 9456078"/>
              <a:gd name="connsiteX155" fmla="*/ 10224688 w 13158799"/>
              <a:gd name="connsiteY155" fmla="*/ 545304 h 9456078"/>
              <a:gd name="connsiteX156" fmla="*/ 10268991 w 13158799"/>
              <a:gd name="connsiteY156" fmla="*/ 525023 h 9456078"/>
              <a:gd name="connsiteX157" fmla="*/ 10313463 w 13158799"/>
              <a:gd name="connsiteY157" fmla="*/ 505107 h 9456078"/>
              <a:gd name="connsiteX158" fmla="*/ 10358101 w 13158799"/>
              <a:gd name="connsiteY158" fmla="*/ 485558 h 9456078"/>
              <a:gd name="connsiteX159" fmla="*/ 10402903 w 13158799"/>
              <a:gd name="connsiteY159" fmla="*/ 466376 h 9456078"/>
              <a:gd name="connsiteX160" fmla="*/ 10447868 w 13158799"/>
              <a:gd name="connsiteY160" fmla="*/ 447563 h 9456078"/>
              <a:gd name="connsiteX161" fmla="*/ 10492991 w 13158799"/>
              <a:gd name="connsiteY161" fmla="*/ 429119 h 9456078"/>
              <a:gd name="connsiteX162" fmla="*/ 10538272 w 13158799"/>
              <a:gd name="connsiteY162" fmla="*/ 411046 h 9456078"/>
              <a:gd name="connsiteX163" fmla="*/ 10583708 w 13158799"/>
              <a:gd name="connsiteY163" fmla="*/ 393346 h 9456078"/>
              <a:gd name="connsiteX164" fmla="*/ 10629297 w 13158799"/>
              <a:gd name="connsiteY164" fmla="*/ 376018 h 9456078"/>
              <a:gd name="connsiteX165" fmla="*/ 10675036 w 13158799"/>
              <a:gd name="connsiteY165" fmla="*/ 359065 h 9456078"/>
              <a:gd name="connsiteX166" fmla="*/ 10720923 w 13158799"/>
              <a:gd name="connsiteY166" fmla="*/ 342487 h 9456078"/>
              <a:gd name="connsiteX167" fmla="*/ 10766956 w 13158799"/>
              <a:gd name="connsiteY167" fmla="*/ 326286 h 9456078"/>
              <a:gd name="connsiteX168" fmla="*/ 10813132 w 13158799"/>
              <a:gd name="connsiteY168" fmla="*/ 310462 h 9456078"/>
              <a:gd name="connsiteX169" fmla="*/ 10859450 w 13158799"/>
              <a:gd name="connsiteY169" fmla="*/ 295018 h 9456078"/>
              <a:gd name="connsiteX170" fmla="*/ 10905907 w 13158799"/>
              <a:gd name="connsiteY170" fmla="*/ 279953 h 9456078"/>
              <a:gd name="connsiteX171" fmla="*/ 10952500 w 13158799"/>
              <a:gd name="connsiteY171" fmla="*/ 265269 h 9456078"/>
              <a:gd name="connsiteX172" fmla="*/ 10999227 w 13158799"/>
              <a:gd name="connsiteY172" fmla="*/ 250968 h 9456078"/>
              <a:gd name="connsiteX173" fmla="*/ 11046087 w 13158799"/>
              <a:gd name="connsiteY173" fmla="*/ 237049 h 9456078"/>
              <a:gd name="connsiteX174" fmla="*/ 11093076 w 13158799"/>
              <a:gd name="connsiteY174" fmla="*/ 223516 h 9456078"/>
              <a:gd name="connsiteX175" fmla="*/ 11140193 w 13158799"/>
              <a:gd name="connsiteY175" fmla="*/ 210368 h 9456078"/>
              <a:gd name="connsiteX176" fmla="*/ 11187434 w 13158799"/>
              <a:gd name="connsiteY176" fmla="*/ 197606 h 9456078"/>
              <a:gd name="connsiteX177" fmla="*/ 11234799 w 13158799"/>
              <a:gd name="connsiteY177" fmla="*/ 185233 h 9456078"/>
              <a:gd name="connsiteX178" fmla="*/ 11282284 w 13158799"/>
              <a:gd name="connsiteY178" fmla="*/ 173248 h 9456078"/>
              <a:gd name="connsiteX179" fmla="*/ 11329888 w 13158799"/>
              <a:gd name="connsiteY179" fmla="*/ 161654 h 9456078"/>
              <a:gd name="connsiteX180" fmla="*/ 11377607 w 13158799"/>
              <a:gd name="connsiteY180" fmla="*/ 150451 h 9456078"/>
              <a:gd name="connsiteX181" fmla="*/ 11425440 w 13158799"/>
              <a:gd name="connsiteY181" fmla="*/ 139640 h 9456078"/>
              <a:gd name="connsiteX182" fmla="*/ 11473385 w 13158799"/>
              <a:gd name="connsiteY182" fmla="*/ 129223 h 9456078"/>
              <a:gd name="connsiteX183" fmla="*/ 11521439 w 13158799"/>
              <a:gd name="connsiteY183" fmla="*/ 119201 h 9456078"/>
              <a:gd name="connsiteX184" fmla="*/ 11569599 w 13158799"/>
              <a:gd name="connsiteY184" fmla="*/ 109574 h 9456078"/>
              <a:gd name="connsiteX185" fmla="*/ 11617864 w 13158799"/>
              <a:gd name="connsiteY185" fmla="*/ 100344 h 9456078"/>
              <a:gd name="connsiteX186" fmla="*/ 11666231 w 13158799"/>
              <a:gd name="connsiteY186" fmla="*/ 91512 h 9456078"/>
              <a:gd name="connsiteX187" fmla="*/ 11714698 w 13158799"/>
              <a:gd name="connsiteY187" fmla="*/ 83080 h 9456078"/>
              <a:gd name="connsiteX188" fmla="*/ 11763263 w 13158799"/>
              <a:gd name="connsiteY188" fmla="*/ 75047 h 9456078"/>
              <a:gd name="connsiteX189" fmla="*/ 11811923 w 13158799"/>
              <a:gd name="connsiteY189" fmla="*/ 67417 h 9456078"/>
              <a:gd name="connsiteX190" fmla="*/ 11860676 w 13158799"/>
              <a:gd name="connsiteY190" fmla="*/ 60188 h 9456078"/>
              <a:gd name="connsiteX191" fmla="*/ 11909519 w 13158799"/>
              <a:gd name="connsiteY191" fmla="*/ 53364 h 9456078"/>
              <a:gd name="connsiteX192" fmla="*/ 11958451 w 13158799"/>
              <a:gd name="connsiteY192" fmla="*/ 46944 h 9456078"/>
              <a:gd name="connsiteX193" fmla="*/ 12007470 w 13158799"/>
              <a:gd name="connsiteY193" fmla="*/ 40931 h 9456078"/>
              <a:gd name="connsiteX194" fmla="*/ 12056572 w 13158799"/>
              <a:gd name="connsiteY194" fmla="*/ 35324 h 9456078"/>
              <a:gd name="connsiteX195" fmla="*/ 12105756 w 13158799"/>
              <a:gd name="connsiteY195" fmla="*/ 30126 h 9456078"/>
              <a:gd name="connsiteX196" fmla="*/ 12155019 w 13158799"/>
              <a:gd name="connsiteY196" fmla="*/ 25337 h 9456078"/>
              <a:gd name="connsiteX197" fmla="*/ 12204359 w 13158799"/>
              <a:gd name="connsiteY197" fmla="*/ 20958 h 9456078"/>
              <a:gd name="connsiteX198" fmla="*/ 12253773 w 13158799"/>
              <a:gd name="connsiteY198" fmla="*/ 16991 h 9456078"/>
              <a:gd name="connsiteX199" fmla="*/ 12303260 w 13158799"/>
              <a:gd name="connsiteY199" fmla="*/ 13437 h 9456078"/>
              <a:gd name="connsiteX200" fmla="*/ 12352818 w 13158799"/>
              <a:gd name="connsiteY200" fmla="*/ 10297 h 9456078"/>
              <a:gd name="connsiteX201" fmla="*/ 12402443 w 13158799"/>
              <a:gd name="connsiteY201" fmla="*/ 7572 h 9456078"/>
              <a:gd name="connsiteX202" fmla="*/ 12452133 w 13158799"/>
              <a:gd name="connsiteY202" fmla="*/ 5263 h 9456078"/>
              <a:gd name="connsiteX203" fmla="*/ 12501887 w 13158799"/>
              <a:gd name="connsiteY203" fmla="*/ 3371 h 9456078"/>
              <a:gd name="connsiteX204" fmla="*/ 12551701 w 13158799"/>
              <a:gd name="connsiteY204" fmla="*/ 1898 h 9456078"/>
              <a:gd name="connsiteX205" fmla="*/ 12601574 w 13158799"/>
              <a:gd name="connsiteY205" fmla="*/ 844 h 9456078"/>
              <a:gd name="connsiteX206" fmla="*/ 12651504 w 13158799"/>
              <a:gd name="connsiteY206" fmla="*/ 211 h 9456078"/>
              <a:gd name="connsiteX207" fmla="*/ 12701487 w 13158799"/>
              <a:gd name="connsiteY207" fmla="*/ 0 h 9456078"/>
              <a:gd name="connsiteX208" fmla="*/ 13158798 w 13158799"/>
              <a:gd name="connsiteY208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28389 w 13158797"/>
              <a:gd name="connsiteY22" fmla="*/ 9330914 h 9456078"/>
              <a:gd name="connsiteX23" fmla="*/ 1176172 w 13158797"/>
              <a:gd name="connsiteY23" fmla="*/ 9319936 h 9456078"/>
              <a:gd name="connsiteX24" fmla="*/ 1223823 w 13158797"/>
              <a:gd name="connsiteY24" fmla="*/ 9308509 h 9456078"/>
              <a:gd name="connsiteX25" fmla="*/ 1271339 w 13158797"/>
              <a:gd name="connsiteY25" fmla="*/ 9296635 h 9456078"/>
              <a:gd name="connsiteX26" fmla="*/ 1318719 w 13158797"/>
              <a:gd name="connsiteY26" fmla="*/ 9284315 h 9456078"/>
              <a:gd name="connsiteX27" fmla="*/ 1365957 w 13158797"/>
              <a:gd name="connsiteY27" fmla="*/ 9271550 h 9456078"/>
              <a:gd name="connsiteX28" fmla="*/ 1413052 w 13158797"/>
              <a:gd name="connsiteY28" fmla="*/ 9258342 h 9456078"/>
              <a:gd name="connsiteX29" fmla="*/ 1460000 w 13158797"/>
              <a:gd name="connsiteY29" fmla="*/ 9244693 h 9456078"/>
              <a:gd name="connsiteX30" fmla="*/ 1506799 w 13158797"/>
              <a:gd name="connsiteY30" fmla="*/ 9230604 h 9456078"/>
              <a:gd name="connsiteX31" fmla="*/ 1553445 w 13158797"/>
              <a:gd name="connsiteY31" fmla="*/ 9216076 h 9456078"/>
              <a:gd name="connsiteX32" fmla="*/ 1599935 w 13158797"/>
              <a:gd name="connsiteY32" fmla="*/ 9201111 h 9456078"/>
              <a:gd name="connsiteX33" fmla="*/ 1646267 w 13158797"/>
              <a:gd name="connsiteY33" fmla="*/ 9185710 h 9456078"/>
              <a:gd name="connsiteX34" fmla="*/ 1692437 w 13158797"/>
              <a:gd name="connsiteY34" fmla="*/ 9169876 h 9456078"/>
              <a:gd name="connsiteX35" fmla="*/ 1738442 w 13158797"/>
              <a:gd name="connsiteY35" fmla="*/ 9153608 h 9456078"/>
              <a:gd name="connsiteX36" fmla="*/ 1784280 w 13158797"/>
              <a:gd name="connsiteY36" fmla="*/ 9136910 h 9456078"/>
              <a:gd name="connsiteX37" fmla="*/ 1829947 w 13158797"/>
              <a:gd name="connsiteY37" fmla="*/ 9119782 h 9456078"/>
              <a:gd name="connsiteX38" fmla="*/ 1875440 w 13158797"/>
              <a:gd name="connsiteY38" fmla="*/ 9102226 h 9456078"/>
              <a:gd name="connsiteX39" fmla="*/ 1920756 w 13158797"/>
              <a:gd name="connsiteY39" fmla="*/ 9084243 h 9456078"/>
              <a:gd name="connsiteX40" fmla="*/ 1965893 w 13158797"/>
              <a:gd name="connsiteY40" fmla="*/ 9065835 h 9456078"/>
              <a:gd name="connsiteX41" fmla="*/ 2010847 w 13158797"/>
              <a:gd name="connsiteY41" fmla="*/ 9047004 h 9456078"/>
              <a:gd name="connsiteX42" fmla="*/ 2055615 w 13158797"/>
              <a:gd name="connsiteY42" fmla="*/ 9027750 h 9456078"/>
              <a:gd name="connsiteX43" fmla="*/ 2100195 w 13158797"/>
              <a:gd name="connsiteY43" fmla="*/ 9008075 h 9456078"/>
              <a:gd name="connsiteX44" fmla="*/ 2144582 w 13158797"/>
              <a:gd name="connsiteY44" fmla="*/ 8987981 h 9456078"/>
              <a:gd name="connsiteX45" fmla="*/ 2188775 w 13158797"/>
              <a:gd name="connsiteY45" fmla="*/ 8967470 h 9456078"/>
              <a:gd name="connsiteX46" fmla="*/ 2232770 w 13158797"/>
              <a:gd name="connsiteY46" fmla="*/ 8946542 h 9456078"/>
              <a:gd name="connsiteX47" fmla="*/ 2276564 w 13158797"/>
              <a:gd name="connsiteY47" fmla="*/ 8925199 h 9456078"/>
              <a:gd name="connsiteX48" fmla="*/ 2320154 w 13158797"/>
              <a:gd name="connsiteY48" fmla="*/ 8903443 h 9456078"/>
              <a:gd name="connsiteX49" fmla="*/ 2363538 w 13158797"/>
              <a:gd name="connsiteY49" fmla="*/ 8881275 h 9456078"/>
              <a:gd name="connsiteX50" fmla="*/ 2406711 w 13158797"/>
              <a:gd name="connsiteY50" fmla="*/ 8858697 h 9456078"/>
              <a:gd name="connsiteX51" fmla="*/ 2449672 w 13158797"/>
              <a:gd name="connsiteY51" fmla="*/ 8835710 h 9456078"/>
              <a:gd name="connsiteX52" fmla="*/ 2492417 w 13158797"/>
              <a:gd name="connsiteY52" fmla="*/ 8812316 h 9456078"/>
              <a:gd name="connsiteX53" fmla="*/ 2534943 w 13158797"/>
              <a:gd name="connsiteY53" fmla="*/ 8788516 h 9456078"/>
              <a:gd name="connsiteX54" fmla="*/ 2577247 w 13158797"/>
              <a:gd name="connsiteY54" fmla="*/ 8764311 h 9456078"/>
              <a:gd name="connsiteX55" fmla="*/ 2619326 w 13158797"/>
              <a:gd name="connsiteY55" fmla="*/ 8739704 h 9456078"/>
              <a:gd name="connsiteX56" fmla="*/ 2661177 w 13158797"/>
              <a:gd name="connsiteY56" fmla="*/ 8714695 h 9456078"/>
              <a:gd name="connsiteX57" fmla="*/ 2702797 w 13158797"/>
              <a:gd name="connsiteY57" fmla="*/ 8689286 h 9456078"/>
              <a:gd name="connsiteX58" fmla="*/ 2744183 w 13158797"/>
              <a:gd name="connsiteY58" fmla="*/ 8663479 h 9456078"/>
              <a:gd name="connsiteX59" fmla="*/ 2785333 w 13158797"/>
              <a:gd name="connsiteY59" fmla="*/ 8637274 h 9456078"/>
              <a:gd name="connsiteX60" fmla="*/ 2826242 w 13158797"/>
              <a:gd name="connsiteY60" fmla="*/ 8610675 h 9456078"/>
              <a:gd name="connsiteX61" fmla="*/ 2866908 w 13158797"/>
              <a:gd name="connsiteY61" fmla="*/ 8583681 h 9456078"/>
              <a:gd name="connsiteX62" fmla="*/ 2907329 w 13158797"/>
              <a:gd name="connsiteY62" fmla="*/ 8556295 h 9456078"/>
              <a:gd name="connsiteX63" fmla="*/ 2947500 w 13158797"/>
              <a:gd name="connsiteY63" fmla="*/ 8528517 h 9456078"/>
              <a:gd name="connsiteX64" fmla="*/ 2987419 w 13158797"/>
              <a:gd name="connsiteY64" fmla="*/ 8500351 h 9456078"/>
              <a:gd name="connsiteX65" fmla="*/ 3027083 w 13158797"/>
              <a:gd name="connsiteY65" fmla="*/ 8471796 h 9456078"/>
              <a:gd name="connsiteX66" fmla="*/ 3066489 w 13158797"/>
              <a:gd name="connsiteY66" fmla="*/ 8442854 h 9456078"/>
              <a:gd name="connsiteX67" fmla="*/ 3105634 w 13158797"/>
              <a:gd name="connsiteY67" fmla="*/ 8413528 h 9456078"/>
              <a:gd name="connsiteX68" fmla="*/ 3144515 w 13158797"/>
              <a:gd name="connsiteY68" fmla="*/ 8383818 h 9456078"/>
              <a:gd name="connsiteX69" fmla="*/ 3183129 w 13158797"/>
              <a:gd name="connsiteY69" fmla="*/ 8353726 h 9456078"/>
              <a:gd name="connsiteX70" fmla="*/ 3221473 w 13158797"/>
              <a:gd name="connsiteY70" fmla="*/ 8323253 h 9456078"/>
              <a:gd name="connsiteX71" fmla="*/ 3259544 w 13158797"/>
              <a:gd name="connsiteY71" fmla="*/ 8292401 h 9456078"/>
              <a:gd name="connsiteX72" fmla="*/ 3297339 w 13158797"/>
              <a:gd name="connsiteY72" fmla="*/ 8261172 h 9456078"/>
              <a:gd name="connsiteX73" fmla="*/ 3334854 w 13158797"/>
              <a:gd name="connsiteY73" fmla="*/ 8229566 h 9456078"/>
              <a:gd name="connsiteX74" fmla="*/ 3372087 w 13158797"/>
              <a:gd name="connsiteY74" fmla="*/ 8197585 h 9456078"/>
              <a:gd name="connsiteX75" fmla="*/ 3409035 w 13158797"/>
              <a:gd name="connsiteY75" fmla="*/ 8165232 h 9456078"/>
              <a:gd name="connsiteX76" fmla="*/ 3445695 w 13158797"/>
              <a:gd name="connsiteY76" fmla="*/ 8132507 h 9456078"/>
              <a:gd name="connsiteX77" fmla="*/ 3482064 w 13158797"/>
              <a:gd name="connsiteY77" fmla="*/ 8099411 h 9456078"/>
              <a:gd name="connsiteX78" fmla="*/ 3518139 w 13158797"/>
              <a:gd name="connsiteY78" fmla="*/ 8065947 h 9456078"/>
              <a:gd name="connsiteX79" fmla="*/ 3553916 w 13158797"/>
              <a:gd name="connsiteY79" fmla="*/ 8032115 h 9456078"/>
              <a:gd name="connsiteX80" fmla="*/ 3589393 w 13158797"/>
              <a:gd name="connsiteY80" fmla="*/ 7997918 h 9456078"/>
              <a:gd name="connsiteX81" fmla="*/ 3624567 w 13158797"/>
              <a:gd name="connsiteY81" fmla="*/ 7963356 h 9456078"/>
              <a:gd name="connsiteX82" fmla="*/ 3659435 w 13158797"/>
              <a:gd name="connsiteY82" fmla="*/ 7928432 h 9456078"/>
              <a:gd name="connsiteX83" fmla="*/ 3693994 w 13158797"/>
              <a:gd name="connsiteY83" fmla="*/ 7893146 h 9456078"/>
              <a:gd name="connsiteX84" fmla="*/ 3728240 w 13158797"/>
              <a:gd name="connsiteY84" fmla="*/ 7857501 h 9456078"/>
              <a:gd name="connsiteX85" fmla="*/ 3762171 w 13158797"/>
              <a:gd name="connsiteY85" fmla="*/ 7821497 h 9456078"/>
              <a:gd name="connsiteX86" fmla="*/ 3795783 w 13158797"/>
              <a:gd name="connsiteY86" fmla="*/ 7785136 h 9456078"/>
              <a:gd name="connsiteX87" fmla="*/ 3829075 w 13158797"/>
              <a:gd name="connsiteY87" fmla="*/ 7748420 h 9456078"/>
              <a:gd name="connsiteX88" fmla="*/ 3862042 w 13158797"/>
              <a:gd name="connsiteY88" fmla="*/ 7711350 h 9456078"/>
              <a:gd name="connsiteX89" fmla="*/ 3894682 w 13158797"/>
              <a:gd name="connsiteY89" fmla="*/ 7673928 h 9456078"/>
              <a:gd name="connsiteX90" fmla="*/ 3926991 w 13158797"/>
              <a:gd name="connsiteY90" fmla="*/ 7636155 h 9456078"/>
              <a:gd name="connsiteX91" fmla="*/ 3958967 w 13158797"/>
              <a:gd name="connsiteY91" fmla="*/ 7598032 h 9456078"/>
              <a:gd name="connsiteX92" fmla="*/ 3990607 w 13158797"/>
              <a:gd name="connsiteY92" fmla="*/ 7559561 h 9456078"/>
              <a:gd name="connsiteX93" fmla="*/ 4021907 w 13158797"/>
              <a:gd name="connsiteY93" fmla="*/ 7520744 h 9456078"/>
              <a:gd name="connsiteX94" fmla="*/ 4052865 w 13158797"/>
              <a:gd name="connsiteY94" fmla="*/ 7481582 h 9456078"/>
              <a:gd name="connsiteX95" fmla="*/ 4083478 w 13158797"/>
              <a:gd name="connsiteY95" fmla="*/ 7442077 h 9456078"/>
              <a:gd name="connsiteX96" fmla="*/ 8022311 w 13158797"/>
              <a:gd name="connsiteY96" fmla="*/ 2307814 h 9456078"/>
              <a:gd name="connsiteX97" fmla="*/ 8052902 w 13158797"/>
              <a:gd name="connsiteY97" fmla="*/ 2268285 h 9456078"/>
              <a:gd name="connsiteX98" fmla="*/ 8083796 w 13158797"/>
              <a:gd name="connsiteY98" fmla="*/ 2229056 h 9456078"/>
              <a:gd name="connsiteX99" fmla="*/ 8114989 w 13158797"/>
              <a:gd name="connsiteY99" fmla="*/ 2190127 h 9456078"/>
              <a:gd name="connsiteX100" fmla="*/ 8146479 w 13158797"/>
              <a:gd name="connsiteY100" fmla="*/ 2151500 h 9456078"/>
              <a:gd name="connsiteX101" fmla="*/ 8178264 w 13158797"/>
              <a:gd name="connsiteY101" fmla="*/ 2113176 h 9456078"/>
              <a:gd name="connsiteX102" fmla="*/ 8210341 w 13158797"/>
              <a:gd name="connsiteY102" fmla="*/ 2075157 h 9456078"/>
              <a:gd name="connsiteX103" fmla="*/ 8242709 w 13158797"/>
              <a:gd name="connsiteY103" fmla="*/ 2037442 h 9456078"/>
              <a:gd name="connsiteX104" fmla="*/ 8275365 w 13158797"/>
              <a:gd name="connsiteY104" fmla="*/ 2000034 h 9456078"/>
              <a:gd name="connsiteX105" fmla="*/ 8308307 w 13158797"/>
              <a:gd name="connsiteY105" fmla="*/ 1962934 h 9456078"/>
              <a:gd name="connsiteX106" fmla="*/ 8341532 w 13158797"/>
              <a:gd name="connsiteY106" fmla="*/ 1926142 h 9456078"/>
              <a:gd name="connsiteX107" fmla="*/ 8375038 w 13158797"/>
              <a:gd name="connsiteY107" fmla="*/ 1889660 h 9456078"/>
              <a:gd name="connsiteX108" fmla="*/ 8408823 w 13158797"/>
              <a:gd name="connsiteY108" fmla="*/ 1853489 h 9456078"/>
              <a:gd name="connsiteX109" fmla="*/ 8442885 w 13158797"/>
              <a:gd name="connsiteY109" fmla="*/ 1817630 h 9456078"/>
              <a:gd name="connsiteX110" fmla="*/ 8477221 w 13158797"/>
              <a:gd name="connsiteY110" fmla="*/ 1782084 h 9456078"/>
              <a:gd name="connsiteX111" fmla="*/ 8511829 w 13158797"/>
              <a:gd name="connsiteY111" fmla="*/ 1746853 h 9456078"/>
              <a:gd name="connsiteX112" fmla="*/ 8546706 w 13158797"/>
              <a:gd name="connsiteY112" fmla="*/ 1711937 h 9456078"/>
              <a:gd name="connsiteX113" fmla="*/ 8581851 w 13158797"/>
              <a:gd name="connsiteY113" fmla="*/ 1677337 h 9456078"/>
              <a:gd name="connsiteX114" fmla="*/ 8617261 w 13158797"/>
              <a:gd name="connsiteY114" fmla="*/ 1643056 h 9456078"/>
              <a:gd name="connsiteX115" fmla="*/ 8652934 w 13158797"/>
              <a:gd name="connsiteY115" fmla="*/ 1609093 h 9456078"/>
              <a:gd name="connsiteX116" fmla="*/ 8688867 w 13158797"/>
              <a:gd name="connsiteY116" fmla="*/ 1575450 h 9456078"/>
              <a:gd name="connsiteX117" fmla="*/ 8725058 w 13158797"/>
              <a:gd name="connsiteY117" fmla="*/ 1542128 h 9456078"/>
              <a:gd name="connsiteX118" fmla="*/ 8761506 w 13158797"/>
              <a:gd name="connsiteY118" fmla="*/ 1509129 h 9456078"/>
              <a:gd name="connsiteX119" fmla="*/ 8798207 w 13158797"/>
              <a:gd name="connsiteY119" fmla="*/ 1476452 h 9456078"/>
              <a:gd name="connsiteX120" fmla="*/ 8835159 w 13158797"/>
              <a:gd name="connsiteY120" fmla="*/ 1444101 h 9456078"/>
              <a:gd name="connsiteX121" fmla="*/ 8872360 w 13158797"/>
              <a:gd name="connsiteY121" fmla="*/ 1412075 h 9456078"/>
              <a:gd name="connsiteX122" fmla="*/ 8909808 w 13158797"/>
              <a:gd name="connsiteY122" fmla="*/ 1380375 h 9456078"/>
              <a:gd name="connsiteX123" fmla="*/ 8947501 w 13158797"/>
              <a:gd name="connsiteY123" fmla="*/ 1349004 h 9456078"/>
              <a:gd name="connsiteX124" fmla="*/ 8985435 w 13158797"/>
              <a:gd name="connsiteY124" fmla="*/ 1317962 h 9456078"/>
              <a:gd name="connsiteX125" fmla="*/ 9023610 w 13158797"/>
              <a:gd name="connsiteY125" fmla="*/ 1287250 h 9456078"/>
              <a:gd name="connsiteX126" fmla="*/ 9062022 w 13158797"/>
              <a:gd name="connsiteY126" fmla="*/ 1256869 h 9456078"/>
              <a:gd name="connsiteX127" fmla="*/ 9100669 w 13158797"/>
              <a:gd name="connsiteY127" fmla="*/ 1226820 h 9456078"/>
              <a:gd name="connsiteX128" fmla="*/ 9139549 w 13158797"/>
              <a:gd name="connsiteY128" fmla="*/ 1197105 h 9456078"/>
              <a:gd name="connsiteX129" fmla="*/ 9178660 w 13158797"/>
              <a:gd name="connsiteY129" fmla="*/ 1167725 h 9456078"/>
              <a:gd name="connsiteX130" fmla="*/ 9217999 w 13158797"/>
              <a:gd name="connsiteY130" fmla="*/ 1138681 h 9456078"/>
              <a:gd name="connsiteX131" fmla="*/ 9257564 w 13158797"/>
              <a:gd name="connsiteY131" fmla="*/ 1109974 h 9456078"/>
              <a:gd name="connsiteX132" fmla="*/ 9297353 w 13158797"/>
              <a:gd name="connsiteY132" fmla="*/ 1081604 h 9456078"/>
              <a:gd name="connsiteX133" fmla="*/ 9337364 w 13158797"/>
              <a:gd name="connsiteY133" fmla="*/ 1053574 h 9456078"/>
              <a:gd name="connsiteX134" fmla="*/ 9377594 w 13158797"/>
              <a:gd name="connsiteY134" fmla="*/ 1025884 h 9456078"/>
              <a:gd name="connsiteX135" fmla="*/ 9418040 w 13158797"/>
              <a:gd name="connsiteY135" fmla="*/ 998536 h 9456078"/>
              <a:gd name="connsiteX136" fmla="*/ 9458702 w 13158797"/>
              <a:gd name="connsiteY136" fmla="*/ 971530 h 9456078"/>
              <a:gd name="connsiteX137" fmla="*/ 9499575 w 13158797"/>
              <a:gd name="connsiteY137" fmla="*/ 944868 h 9456078"/>
              <a:gd name="connsiteX138" fmla="*/ 9540659 w 13158797"/>
              <a:gd name="connsiteY138" fmla="*/ 918551 h 9456078"/>
              <a:gd name="connsiteX139" fmla="*/ 9581950 w 13158797"/>
              <a:gd name="connsiteY139" fmla="*/ 892580 h 9456078"/>
              <a:gd name="connsiteX140" fmla="*/ 9623447 w 13158797"/>
              <a:gd name="connsiteY140" fmla="*/ 866956 h 9456078"/>
              <a:gd name="connsiteX141" fmla="*/ 9665147 w 13158797"/>
              <a:gd name="connsiteY141" fmla="*/ 841681 h 9456078"/>
              <a:gd name="connsiteX142" fmla="*/ 9707048 w 13158797"/>
              <a:gd name="connsiteY142" fmla="*/ 816754 h 9456078"/>
              <a:gd name="connsiteX143" fmla="*/ 9749147 w 13158797"/>
              <a:gd name="connsiteY143" fmla="*/ 792179 h 9456078"/>
              <a:gd name="connsiteX144" fmla="*/ 9791443 w 13158797"/>
              <a:gd name="connsiteY144" fmla="*/ 767955 h 9456078"/>
              <a:gd name="connsiteX145" fmla="*/ 9833932 w 13158797"/>
              <a:gd name="connsiteY145" fmla="*/ 744083 h 9456078"/>
              <a:gd name="connsiteX146" fmla="*/ 9876613 w 13158797"/>
              <a:gd name="connsiteY146" fmla="*/ 720566 h 9456078"/>
              <a:gd name="connsiteX147" fmla="*/ 9919484 w 13158797"/>
              <a:gd name="connsiteY147" fmla="*/ 697404 h 9456078"/>
              <a:gd name="connsiteX148" fmla="*/ 9962542 w 13158797"/>
              <a:gd name="connsiteY148" fmla="*/ 674598 h 9456078"/>
              <a:gd name="connsiteX149" fmla="*/ 10005784 w 13158797"/>
              <a:gd name="connsiteY149" fmla="*/ 652149 h 9456078"/>
              <a:gd name="connsiteX150" fmla="*/ 10049209 w 13158797"/>
              <a:gd name="connsiteY150" fmla="*/ 630059 h 9456078"/>
              <a:gd name="connsiteX151" fmla="*/ 10092814 w 13158797"/>
              <a:gd name="connsiteY151" fmla="*/ 608328 h 9456078"/>
              <a:gd name="connsiteX152" fmla="*/ 10136597 w 13158797"/>
              <a:gd name="connsiteY152" fmla="*/ 586958 h 9456078"/>
              <a:gd name="connsiteX153" fmla="*/ 10180556 w 13158797"/>
              <a:gd name="connsiteY153" fmla="*/ 565950 h 9456078"/>
              <a:gd name="connsiteX154" fmla="*/ 10224688 w 13158797"/>
              <a:gd name="connsiteY154" fmla="*/ 545304 h 9456078"/>
              <a:gd name="connsiteX155" fmla="*/ 10268991 w 13158797"/>
              <a:gd name="connsiteY155" fmla="*/ 525023 h 9456078"/>
              <a:gd name="connsiteX156" fmla="*/ 10313463 w 13158797"/>
              <a:gd name="connsiteY156" fmla="*/ 505107 h 9456078"/>
              <a:gd name="connsiteX157" fmla="*/ 10358101 w 13158797"/>
              <a:gd name="connsiteY157" fmla="*/ 485558 h 9456078"/>
              <a:gd name="connsiteX158" fmla="*/ 10402903 w 13158797"/>
              <a:gd name="connsiteY158" fmla="*/ 466376 h 9456078"/>
              <a:gd name="connsiteX159" fmla="*/ 10447868 w 13158797"/>
              <a:gd name="connsiteY159" fmla="*/ 447563 h 9456078"/>
              <a:gd name="connsiteX160" fmla="*/ 10492991 w 13158797"/>
              <a:gd name="connsiteY160" fmla="*/ 429119 h 9456078"/>
              <a:gd name="connsiteX161" fmla="*/ 10538272 w 13158797"/>
              <a:gd name="connsiteY161" fmla="*/ 411046 h 9456078"/>
              <a:gd name="connsiteX162" fmla="*/ 10583708 w 13158797"/>
              <a:gd name="connsiteY162" fmla="*/ 393346 h 9456078"/>
              <a:gd name="connsiteX163" fmla="*/ 10629297 w 13158797"/>
              <a:gd name="connsiteY163" fmla="*/ 376018 h 9456078"/>
              <a:gd name="connsiteX164" fmla="*/ 10675036 w 13158797"/>
              <a:gd name="connsiteY164" fmla="*/ 359065 h 9456078"/>
              <a:gd name="connsiteX165" fmla="*/ 10720923 w 13158797"/>
              <a:gd name="connsiteY165" fmla="*/ 342487 h 9456078"/>
              <a:gd name="connsiteX166" fmla="*/ 10766956 w 13158797"/>
              <a:gd name="connsiteY166" fmla="*/ 326286 h 9456078"/>
              <a:gd name="connsiteX167" fmla="*/ 10813132 w 13158797"/>
              <a:gd name="connsiteY167" fmla="*/ 310462 h 9456078"/>
              <a:gd name="connsiteX168" fmla="*/ 10859450 w 13158797"/>
              <a:gd name="connsiteY168" fmla="*/ 295018 h 9456078"/>
              <a:gd name="connsiteX169" fmla="*/ 10905907 w 13158797"/>
              <a:gd name="connsiteY169" fmla="*/ 279953 h 9456078"/>
              <a:gd name="connsiteX170" fmla="*/ 10952500 w 13158797"/>
              <a:gd name="connsiteY170" fmla="*/ 265269 h 9456078"/>
              <a:gd name="connsiteX171" fmla="*/ 10999227 w 13158797"/>
              <a:gd name="connsiteY171" fmla="*/ 250968 h 9456078"/>
              <a:gd name="connsiteX172" fmla="*/ 11046087 w 13158797"/>
              <a:gd name="connsiteY172" fmla="*/ 237049 h 9456078"/>
              <a:gd name="connsiteX173" fmla="*/ 11093076 w 13158797"/>
              <a:gd name="connsiteY173" fmla="*/ 223516 h 9456078"/>
              <a:gd name="connsiteX174" fmla="*/ 11140193 w 13158797"/>
              <a:gd name="connsiteY174" fmla="*/ 210368 h 9456078"/>
              <a:gd name="connsiteX175" fmla="*/ 11187434 w 13158797"/>
              <a:gd name="connsiteY175" fmla="*/ 197606 h 9456078"/>
              <a:gd name="connsiteX176" fmla="*/ 11234799 w 13158797"/>
              <a:gd name="connsiteY176" fmla="*/ 185233 h 9456078"/>
              <a:gd name="connsiteX177" fmla="*/ 11282284 w 13158797"/>
              <a:gd name="connsiteY177" fmla="*/ 173248 h 9456078"/>
              <a:gd name="connsiteX178" fmla="*/ 11329888 w 13158797"/>
              <a:gd name="connsiteY178" fmla="*/ 161654 h 9456078"/>
              <a:gd name="connsiteX179" fmla="*/ 11377607 w 13158797"/>
              <a:gd name="connsiteY179" fmla="*/ 150451 h 9456078"/>
              <a:gd name="connsiteX180" fmla="*/ 11425440 w 13158797"/>
              <a:gd name="connsiteY180" fmla="*/ 139640 h 9456078"/>
              <a:gd name="connsiteX181" fmla="*/ 11473385 w 13158797"/>
              <a:gd name="connsiteY181" fmla="*/ 129223 h 9456078"/>
              <a:gd name="connsiteX182" fmla="*/ 11521439 w 13158797"/>
              <a:gd name="connsiteY182" fmla="*/ 119201 h 9456078"/>
              <a:gd name="connsiteX183" fmla="*/ 11569599 w 13158797"/>
              <a:gd name="connsiteY183" fmla="*/ 109574 h 9456078"/>
              <a:gd name="connsiteX184" fmla="*/ 11617864 w 13158797"/>
              <a:gd name="connsiteY184" fmla="*/ 100344 h 9456078"/>
              <a:gd name="connsiteX185" fmla="*/ 11666231 w 13158797"/>
              <a:gd name="connsiteY185" fmla="*/ 91512 h 9456078"/>
              <a:gd name="connsiteX186" fmla="*/ 11714698 w 13158797"/>
              <a:gd name="connsiteY186" fmla="*/ 83080 h 9456078"/>
              <a:gd name="connsiteX187" fmla="*/ 11763263 w 13158797"/>
              <a:gd name="connsiteY187" fmla="*/ 75047 h 9456078"/>
              <a:gd name="connsiteX188" fmla="*/ 11811923 w 13158797"/>
              <a:gd name="connsiteY188" fmla="*/ 67417 h 9456078"/>
              <a:gd name="connsiteX189" fmla="*/ 11860676 w 13158797"/>
              <a:gd name="connsiteY189" fmla="*/ 60188 h 9456078"/>
              <a:gd name="connsiteX190" fmla="*/ 11909519 w 13158797"/>
              <a:gd name="connsiteY190" fmla="*/ 53364 h 9456078"/>
              <a:gd name="connsiteX191" fmla="*/ 11958451 w 13158797"/>
              <a:gd name="connsiteY191" fmla="*/ 46944 h 9456078"/>
              <a:gd name="connsiteX192" fmla="*/ 12007470 w 13158797"/>
              <a:gd name="connsiteY192" fmla="*/ 40931 h 9456078"/>
              <a:gd name="connsiteX193" fmla="*/ 12056572 w 13158797"/>
              <a:gd name="connsiteY193" fmla="*/ 35324 h 9456078"/>
              <a:gd name="connsiteX194" fmla="*/ 12105756 w 13158797"/>
              <a:gd name="connsiteY194" fmla="*/ 30126 h 9456078"/>
              <a:gd name="connsiteX195" fmla="*/ 12155019 w 13158797"/>
              <a:gd name="connsiteY195" fmla="*/ 25337 h 9456078"/>
              <a:gd name="connsiteX196" fmla="*/ 12204359 w 13158797"/>
              <a:gd name="connsiteY196" fmla="*/ 20958 h 9456078"/>
              <a:gd name="connsiteX197" fmla="*/ 12253773 w 13158797"/>
              <a:gd name="connsiteY197" fmla="*/ 16991 h 9456078"/>
              <a:gd name="connsiteX198" fmla="*/ 12303260 w 13158797"/>
              <a:gd name="connsiteY198" fmla="*/ 13437 h 9456078"/>
              <a:gd name="connsiteX199" fmla="*/ 12352818 w 13158797"/>
              <a:gd name="connsiteY199" fmla="*/ 10297 h 9456078"/>
              <a:gd name="connsiteX200" fmla="*/ 12402443 w 13158797"/>
              <a:gd name="connsiteY200" fmla="*/ 7572 h 9456078"/>
              <a:gd name="connsiteX201" fmla="*/ 12452133 w 13158797"/>
              <a:gd name="connsiteY201" fmla="*/ 5263 h 9456078"/>
              <a:gd name="connsiteX202" fmla="*/ 12501887 w 13158797"/>
              <a:gd name="connsiteY202" fmla="*/ 3371 h 9456078"/>
              <a:gd name="connsiteX203" fmla="*/ 12551701 w 13158797"/>
              <a:gd name="connsiteY203" fmla="*/ 1898 h 9456078"/>
              <a:gd name="connsiteX204" fmla="*/ 12601574 w 13158797"/>
              <a:gd name="connsiteY204" fmla="*/ 844 h 9456078"/>
              <a:gd name="connsiteX205" fmla="*/ 12651504 w 13158797"/>
              <a:gd name="connsiteY205" fmla="*/ 211 h 9456078"/>
              <a:gd name="connsiteX206" fmla="*/ 12701487 w 13158797"/>
              <a:gd name="connsiteY206" fmla="*/ 0 h 9456078"/>
              <a:gd name="connsiteX207" fmla="*/ 13158798 w 13158797"/>
              <a:gd name="connsiteY207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98870 w 13158799"/>
              <a:gd name="connsiteY5" fmla="*/ 9447409 h 9456078"/>
              <a:gd name="connsiteX6" fmla="*/ 348429 w 13158799"/>
              <a:gd name="connsiteY6" fmla="*/ 9444290 h 9456078"/>
              <a:gd name="connsiteX7" fmla="*/ 397907 w 13158799"/>
              <a:gd name="connsiteY7" fmla="*/ 9440698 h 9456078"/>
              <a:gd name="connsiteX8" fmla="*/ 447302 w 13158799"/>
              <a:gd name="connsiteY8" fmla="*/ 9436632 h 9456078"/>
              <a:gd name="connsiteX9" fmla="*/ 496610 w 13158799"/>
              <a:gd name="connsiteY9" fmla="*/ 9432096 h 9456078"/>
              <a:gd name="connsiteX10" fmla="*/ 545829 w 13158799"/>
              <a:gd name="connsiteY10" fmla="*/ 9427089 h 9456078"/>
              <a:gd name="connsiteX11" fmla="*/ 594956 w 13158799"/>
              <a:gd name="connsiteY11" fmla="*/ 9421615 h 9456078"/>
              <a:gd name="connsiteX12" fmla="*/ 643987 w 13158799"/>
              <a:gd name="connsiteY12" fmla="*/ 9415673 h 9456078"/>
              <a:gd name="connsiteX13" fmla="*/ 692920 w 13158799"/>
              <a:gd name="connsiteY13" fmla="*/ 9409267 h 9456078"/>
              <a:gd name="connsiteX14" fmla="*/ 741751 w 13158799"/>
              <a:gd name="connsiteY14" fmla="*/ 9402396 h 9456078"/>
              <a:gd name="connsiteX15" fmla="*/ 790478 w 13158799"/>
              <a:gd name="connsiteY15" fmla="*/ 9395063 h 9456078"/>
              <a:gd name="connsiteX16" fmla="*/ 839098 w 13158799"/>
              <a:gd name="connsiteY16" fmla="*/ 9387270 h 9456078"/>
              <a:gd name="connsiteX17" fmla="*/ 887607 w 13158799"/>
              <a:gd name="connsiteY17" fmla="*/ 9379017 h 9456078"/>
              <a:gd name="connsiteX18" fmla="*/ 936002 w 13158799"/>
              <a:gd name="connsiteY18" fmla="*/ 9370306 h 9456078"/>
              <a:gd name="connsiteX19" fmla="*/ 984281 w 13158799"/>
              <a:gd name="connsiteY19" fmla="*/ 9361139 h 9456078"/>
              <a:gd name="connsiteX20" fmla="*/ 1032440 w 13158799"/>
              <a:gd name="connsiteY20" fmla="*/ 9351517 h 9456078"/>
              <a:gd name="connsiteX21" fmla="*/ 1080477 w 13158799"/>
              <a:gd name="connsiteY21" fmla="*/ 9341441 h 9456078"/>
              <a:gd name="connsiteX22" fmla="*/ 1176172 w 13158799"/>
              <a:gd name="connsiteY22" fmla="*/ 9319936 h 9456078"/>
              <a:gd name="connsiteX23" fmla="*/ 1223823 w 13158799"/>
              <a:gd name="connsiteY23" fmla="*/ 9308509 h 9456078"/>
              <a:gd name="connsiteX24" fmla="*/ 1271339 w 13158799"/>
              <a:gd name="connsiteY24" fmla="*/ 9296635 h 9456078"/>
              <a:gd name="connsiteX25" fmla="*/ 1318719 w 13158799"/>
              <a:gd name="connsiteY25" fmla="*/ 9284315 h 9456078"/>
              <a:gd name="connsiteX26" fmla="*/ 1365957 w 13158799"/>
              <a:gd name="connsiteY26" fmla="*/ 9271550 h 9456078"/>
              <a:gd name="connsiteX27" fmla="*/ 1413052 w 13158799"/>
              <a:gd name="connsiteY27" fmla="*/ 9258342 h 9456078"/>
              <a:gd name="connsiteX28" fmla="*/ 1460000 w 13158799"/>
              <a:gd name="connsiteY28" fmla="*/ 9244693 h 9456078"/>
              <a:gd name="connsiteX29" fmla="*/ 1506799 w 13158799"/>
              <a:gd name="connsiteY29" fmla="*/ 9230604 h 9456078"/>
              <a:gd name="connsiteX30" fmla="*/ 1553445 w 13158799"/>
              <a:gd name="connsiteY30" fmla="*/ 9216076 h 9456078"/>
              <a:gd name="connsiteX31" fmla="*/ 1599935 w 13158799"/>
              <a:gd name="connsiteY31" fmla="*/ 9201111 h 9456078"/>
              <a:gd name="connsiteX32" fmla="*/ 1646267 w 13158799"/>
              <a:gd name="connsiteY32" fmla="*/ 9185710 h 9456078"/>
              <a:gd name="connsiteX33" fmla="*/ 1692437 w 13158799"/>
              <a:gd name="connsiteY33" fmla="*/ 9169876 h 9456078"/>
              <a:gd name="connsiteX34" fmla="*/ 1738442 w 13158799"/>
              <a:gd name="connsiteY34" fmla="*/ 9153608 h 9456078"/>
              <a:gd name="connsiteX35" fmla="*/ 1784280 w 13158799"/>
              <a:gd name="connsiteY35" fmla="*/ 9136910 h 9456078"/>
              <a:gd name="connsiteX36" fmla="*/ 1829947 w 13158799"/>
              <a:gd name="connsiteY36" fmla="*/ 9119782 h 9456078"/>
              <a:gd name="connsiteX37" fmla="*/ 1875440 w 13158799"/>
              <a:gd name="connsiteY37" fmla="*/ 9102226 h 9456078"/>
              <a:gd name="connsiteX38" fmla="*/ 1920756 w 13158799"/>
              <a:gd name="connsiteY38" fmla="*/ 9084243 h 9456078"/>
              <a:gd name="connsiteX39" fmla="*/ 1965893 w 13158799"/>
              <a:gd name="connsiteY39" fmla="*/ 9065835 h 9456078"/>
              <a:gd name="connsiteX40" fmla="*/ 2010847 w 13158799"/>
              <a:gd name="connsiteY40" fmla="*/ 9047004 h 9456078"/>
              <a:gd name="connsiteX41" fmla="*/ 2055615 w 13158799"/>
              <a:gd name="connsiteY41" fmla="*/ 9027750 h 9456078"/>
              <a:gd name="connsiteX42" fmla="*/ 2100195 w 13158799"/>
              <a:gd name="connsiteY42" fmla="*/ 9008075 h 9456078"/>
              <a:gd name="connsiteX43" fmla="*/ 2144582 w 13158799"/>
              <a:gd name="connsiteY43" fmla="*/ 8987981 h 9456078"/>
              <a:gd name="connsiteX44" fmla="*/ 2188775 w 13158799"/>
              <a:gd name="connsiteY44" fmla="*/ 8967470 h 9456078"/>
              <a:gd name="connsiteX45" fmla="*/ 2232770 w 13158799"/>
              <a:gd name="connsiteY45" fmla="*/ 8946542 h 9456078"/>
              <a:gd name="connsiteX46" fmla="*/ 2276564 w 13158799"/>
              <a:gd name="connsiteY46" fmla="*/ 8925199 h 9456078"/>
              <a:gd name="connsiteX47" fmla="*/ 2320154 w 13158799"/>
              <a:gd name="connsiteY47" fmla="*/ 8903443 h 9456078"/>
              <a:gd name="connsiteX48" fmla="*/ 2363538 w 13158799"/>
              <a:gd name="connsiteY48" fmla="*/ 8881275 h 9456078"/>
              <a:gd name="connsiteX49" fmla="*/ 2406711 w 13158799"/>
              <a:gd name="connsiteY49" fmla="*/ 8858697 h 9456078"/>
              <a:gd name="connsiteX50" fmla="*/ 2449672 w 13158799"/>
              <a:gd name="connsiteY50" fmla="*/ 8835710 h 9456078"/>
              <a:gd name="connsiteX51" fmla="*/ 2492417 w 13158799"/>
              <a:gd name="connsiteY51" fmla="*/ 8812316 h 9456078"/>
              <a:gd name="connsiteX52" fmla="*/ 2534943 w 13158799"/>
              <a:gd name="connsiteY52" fmla="*/ 8788516 h 9456078"/>
              <a:gd name="connsiteX53" fmla="*/ 2577247 w 13158799"/>
              <a:gd name="connsiteY53" fmla="*/ 8764311 h 9456078"/>
              <a:gd name="connsiteX54" fmla="*/ 2619326 w 13158799"/>
              <a:gd name="connsiteY54" fmla="*/ 8739704 h 9456078"/>
              <a:gd name="connsiteX55" fmla="*/ 2661177 w 13158799"/>
              <a:gd name="connsiteY55" fmla="*/ 8714695 h 9456078"/>
              <a:gd name="connsiteX56" fmla="*/ 2702797 w 13158799"/>
              <a:gd name="connsiteY56" fmla="*/ 8689286 h 9456078"/>
              <a:gd name="connsiteX57" fmla="*/ 2744183 w 13158799"/>
              <a:gd name="connsiteY57" fmla="*/ 8663479 h 9456078"/>
              <a:gd name="connsiteX58" fmla="*/ 2785333 w 13158799"/>
              <a:gd name="connsiteY58" fmla="*/ 8637274 h 9456078"/>
              <a:gd name="connsiteX59" fmla="*/ 2826242 w 13158799"/>
              <a:gd name="connsiteY59" fmla="*/ 8610675 h 9456078"/>
              <a:gd name="connsiteX60" fmla="*/ 2866908 w 13158799"/>
              <a:gd name="connsiteY60" fmla="*/ 8583681 h 9456078"/>
              <a:gd name="connsiteX61" fmla="*/ 2907329 w 13158799"/>
              <a:gd name="connsiteY61" fmla="*/ 8556295 h 9456078"/>
              <a:gd name="connsiteX62" fmla="*/ 2947500 w 13158799"/>
              <a:gd name="connsiteY62" fmla="*/ 8528517 h 9456078"/>
              <a:gd name="connsiteX63" fmla="*/ 2987419 w 13158799"/>
              <a:gd name="connsiteY63" fmla="*/ 8500351 h 9456078"/>
              <a:gd name="connsiteX64" fmla="*/ 3027083 w 13158799"/>
              <a:gd name="connsiteY64" fmla="*/ 8471796 h 9456078"/>
              <a:gd name="connsiteX65" fmla="*/ 3066489 w 13158799"/>
              <a:gd name="connsiteY65" fmla="*/ 8442854 h 9456078"/>
              <a:gd name="connsiteX66" fmla="*/ 3105634 w 13158799"/>
              <a:gd name="connsiteY66" fmla="*/ 8413528 h 9456078"/>
              <a:gd name="connsiteX67" fmla="*/ 3144515 w 13158799"/>
              <a:gd name="connsiteY67" fmla="*/ 8383818 h 9456078"/>
              <a:gd name="connsiteX68" fmla="*/ 3183129 w 13158799"/>
              <a:gd name="connsiteY68" fmla="*/ 8353726 h 9456078"/>
              <a:gd name="connsiteX69" fmla="*/ 3221473 w 13158799"/>
              <a:gd name="connsiteY69" fmla="*/ 8323253 h 9456078"/>
              <a:gd name="connsiteX70" fmla="*/ 3259544 w 13158799"/>
              <a:gd name="connsiteY70" fmla="*/ 8292401 h 9456078"/>
              <a:gd name="connsiteX71" fmla="*/ 3297339 w 13158799"/>
              <a:gd name="connsiteY71" fmla="*/ 8261172 h 9456078"/>
              <a:gd name="connsiteX72" fmla="*/ 3334854 w 13158799"/>
              <a:gd name="connsiteY72" fmla="*/ 8229566 h 9456078"/>
              <a:gd name="connsiteX73" fmla="*/ 3372087 w 13158799"/>
              <a:gd name="connsiteY73" fmla="*/ 8197585 h 9456078"/>
              <a:gd name="connsiteX74" fmla="*/ 3409035 w 13158799"/>
              <a:gd name="connsiteY74" fmla="*/ 8165232 h 9456078"/>
              <a:gd name="connsiteX75" fmla="*/ 3445695 w 13158799"/>
              <a:gd name="connsiteY75" fmla="*/ 8132507 h 9456078"/>
              <a:gd name="connsiteX76" fmla="*/ 3482064 w 13158799"/>
              <a:gd name="connsiteY76" fmla="*/ 8099411 h 9456078"/>
              <a:gd name="connsiteX77" fmla="*/ 3518139 w 13158799"/>
              <a:gd name="connsiteY77" fmla="*/ 8065947 h 9456078"/>
              <a:gd name="connsiteX78" fmla="*/ 3553916 w 13158799"/>
              <a:gd name="connsiteY78" fmla="*/ 8032115 h 9456078"/>
              <a:gd name="connsiteX79" fmla="*/ 3589393 w 13158799"/>
              <a:gd name="connsiteY79" fmla="*/ 7997918 h 9456078"/>
              <a:gd name="connsiteX80" fmla="*/ 3624567 w 13158799"/>
              <a:gd name="connsiteY80" fmla="*/ 7963356 h 9456078"/>
              <a:gd name="connsiteX81" fmla="*/ 3659435 w 13158799"/>
              <a:gd name="connsiteY81" fmla="*/ 7928432 h 9456078"/>
              <a:gd name="connsiteX82" fmla="*/ 3693994 w 13158799"/>
              <a:gd name="connsiteY82" fmla="*/ 7893146 h 9456078"/>
              <a:gd name="connsiteX83" fmla="*/ 3728240 w 13158799"/>
              <a:gd name="connsiteY83" fmla="*/ 7857501 h 9456078"/>
              <a:gd name="connsiteX84" fmla="*/ 3762171 w 13158799"/>
              <a:gd name="connsiteY84" fmla="*/ 7821497 h 9456078"/>
              <a:gd name="connsiteX85" fmla="*/ 3795783 w 13158799"/>
              <a:gd name="connsiteY85" fmla="*/ 7785136 h 9456078"/>
              <a:gd name="connsiteX86" fmla="*/ 3829075 w 13158799"/>
              <a:gd name="connsiteY86" fmla="*/ 7748420 h 9456078"/>
              <a:gd name="connsiteX87" fmla="*/ 3862042 w 13158799"/>
              <a:gd name="connsiteY87" fmla="*/ 7711350 h 9456078"/>
              <a:gd name="connsiteX88" fmla="*/ 3894682 w 13158799"/>
              <a:gd name="connsiteY88" fmla="*/ 7673928 h 9456078"/>
              <a:gd name="connsiteX89" fmla="*/ 3926991 w 13158799"/>
              <a:gd name="connsiteY89" fmla="*/ 7636155 h 9456078"/>
              <a:gd name="connsiteX90" fmla="*/ 3958967 w 13158799"/>
              <a:gd name="connsiteY90" fmla="*/ 7598032 h 9456078"/>
              <a:gd name="connsiteX91" fmla="*/ 3990607 w 13158799"/>
              <a:gd name="connsiteY91" fmla="*/ 7559561 h 9456078"/>
              <a:gd name="connsiteX92" fmla="*/ 4021907 w 13158799"/>
              <a:gd name="connsiteY92" fmla="*/ 7520744 h 9456078"/>
              <a:gd name="connsiteX93" fmla="*/ 4052865 w 13158799"/>
              <a:gd name="connsiteY93" fmla="*/ 7481582 h 9456078"/>
              <a:gd name="connsiteX94" fmla="*/ 4083478 w 13158799"/>
              <a:gd name="connsiteY94" fmla="*/ 7442077 h 9456078"/>
              <a:gd name="connsiteX95" fmla="*/ 8022311 w 13158799"/>
              <a:gd name="connsiteY95" fmla="*/ 2307814 h 9456078"/>
              <a:gd name="connsiteX96" fmla="*/ 8052902 w 13158799"/>
              <a:gd name="connsiteY96" fmla="*/ 2268285 h 9456078"/>
              <a:gd name="connsiteX97" fmla="*/ 8083796 w 13158799"/>
              <a:gd name="connsiteY97" fmla="*/ 2229056 h 9456078"/>
              <a:gd name="connsiteX98" fmla="*/ 8114989 w 13158799"/>
              <a:gd name="connsiteY98" fmla="*/ 2190127 h 9456078"/>
              <a:gd name="connsiteX99" fmla="*/ 8146479 w 13158799"/>
              <a:gd name="connsiteY99" fmla="*/ 2151500 h 9456078"/>
              <a:gd name="connsiteX100" fmla="*/ 8178264 w 13158799"/>
              <a:gd name="connsiteY100" fmla="*/ 2113176 h 9456078"/>
              <a:gd name="connsiteX101" fmla="*/ 8210341 w 13158799"/>
              <a:gd name="connsiteY101" fmla="*/ 2075157 h 9456078"/>
              <a:gd name="connsiteX102" fmla="*/ 8242709 w 13158799"/>
              <a:gd name="connsiteY102" fmla="*/ 2037442 h 9456078"/>
              <a:gd name="connsiteX103" fmla="*/ 8275365 w 13158799"/>
              <a:gd name="connsiteY103" fmla="*/ 2000034 h 9456078"/>
              <a:gd name="connsiteX104" fmla="*/ 8308307 w 13158799"/>
              <a:gd name="connsiteY104" fmla="*/ 1962934 h 9456078"/>
              <a:gd name="connsiteX105" fmla="*/ 8341532 w 13158799"/>
              <a:gd name="connsiteY105" fmla="*/ 1926142 h 9456078"/>
              <a:gd name="connsiteX106" fmla="*/ 8375038 w 13158799"/>
              <a:gd name="connsiteY106" fmla="*/ 1889660 h 9456078"/>
              <a:gd name="connsiteX107" fmla="*/ 8408823 w 13158799"/>
              <a:gd name="connsiteY107" fmla="*/ 1853489 h 9456078"/>
              <a:gd name="connsiteX108" fmla="*/ 8442885 w 13158799"/>
              <a:gd name="connsiteY108" fmla="*/ 1817630 h 9456078"/>
              <a:gd name="connsiteX109" fmla="*/ 8477221 w 13158799"/>
              <a:gd name="connsiteY109" fmla="*/ 1782084 h 9456078"/>
              <a:gd name="connsiteX110" fmla="*/ 8511829 w 13158799"/>
              <a:gd name="connsiteY110" fmla="*/ 1746853 h 9456078"/>
              <a:gd name="connsiteX111" fmla="*/ 8546706 w 13158799"/>
              <a:gd name="connsiteY111" fmla="*/ 1711937 h 9456078"/>
              <a:gd name="connsiteX112" fmla="*/ 8581851 w 13158799"/>
              <a:gd name="connsiteY112" fmla="*/ 1677337 h 9456078"/>
              <a:gd name="connsiteX113" fmla="*/ 8617261 w 13158799"/>
              <a:gd name="connsiteY113" fmla="*/ 1643056 h 9456078"/>
              <a:gd name="connsiteX114" fmla="*/ 8652934 w 13158799"/>
              <a:gd name="connsiteY114" fmla="*/ 1609093 h 9456078"/>
              <a:gd name="connsiteX115" fmla="*/ 8688867 w 13158799"/>
              <a:gd name="connsiteY115" fmla="*/ 1575450 h 9456078"/>
              <a:gd name="connsiteX116" fmla="*/ 8725058 w 13158799"/>
              <a:gd name="connsiteY116" fmla="*/ 1542128 h 9456078"/>
              <a:gd name="connsiteX117" fmla="*/ 8761506 w 13158799"/>
              <a:gd name="connsiteY117" fmla="*/ 1509129 h 9456078"/>
              <a:gd name="connsiteX118" fmla="*/ 8798207 w 13158799"/>
              <a:gd name="connsiteY118" fmla="*/ 1476452 h 9456078"/>
              <a:gd name="connsiteX119" fmla="*/ 8835159 w 13158799"/>
              <a:gd name="connsiteY119" fmla="*/ 1444101 h 9456078"/>
              <a:gd name="connsiteX120" fmla="*/ 8872360 w 13158799"/>
              <a:gd name="connsiteY120" fmla="*/ 1412075 h 9456078"/>
              <a:gd name="connsiteX121" fmla="*/ 8909808 w 13158799"/>
              <a:gd name="connsiteY121" fmla="*/ 1380375 h 9456078"/>
              <a:gd name="connsiteX122" fmla="*/ 8947501 w 13158799"/>
              <a:gd name="connsiteY122" fmla="*/ 1349004 h 9456078"/>
              <a:gd name="connsiteX123" fmla="*/ 8985435 w 13158799"/>
              <a:gd name="connsiteY123" fmla="*/ 1317962 h 9456078"/>
              <a:gd name="connsiteX124" fmla="*/ 9023610 w 13158799"/>
              <a:gd name="connsiteY124" fmla="*/ 1287250 h 9456078"/>
              <a:gd name="connsiteX125" fmla="*/ 9062022 w 13158799"/>
              <a:gd name="connsiteY125" fmla="*/ 1256869 h 9456078"/>
              <a:gd name="connsiteX126" fmla="*/ 9100669 w 13158799"/>
              <a:gd name="connsiteY126" fmla="*/ 1226820 h 9456078"/>
              <a:gd name="connsiteX127" fmla="*/ 9139549 w 13158799"/>
              <a:gd name="connsiteY127" fmla="*/ 1197105 h 9456078"/>
              <a:gd name="connsiteX128" fmla="*/ 9178660 w 13158799"/>
              <a:gd name="connsiteY128" fmla="*/ 1167725 h 9456078"/>
              <a:gd name="connsiteX129" fmla="*/ 9217999 w 13158799"/>
              <a:gd name="connsiteY129" fmla="*/ 1138681 h 9456078"/>
              <a:gd name="connsiteX130" fmla="*/ 9257564 w 13158799"/>
              <a:gd name="connsiteY130" fmla="*/ 1109974 h 9456078"/>
              <a:gd name="connsiteX131" fmla="*/ 9297353 w 13158799"/>
              <a:gd name="connsiteY131" fmla="*/ 1081604 h 9456078"/>
              <a:gd name="connsiteX132" fmla="*/ 9337364 w 13158799"/>
              <a:gd name="connsiteY132" fmla="*/ 1053574 h 9456078"/>
              <a:gd name="connsiteX133" fmla="*/ 9377594 w 13158799"/>
              <a:gd name="connsiteY133" fmla="*/ 1025884 h 9456078"/>
              <a:gd name="connsiteX134" fmla="*/ 9418040 w 13158799"/>
              <a:gd name="connsiteY134" fmla="*/ 998536 h 9456078"/>
              <a:gd name="connsiteX135" fmla="*/ 9458702 w 13158799"/>
              <a:gd name="connsiteY135" fmla="*/ 971530 h 9456078"/>
              <a:gd name="connsiteX136" fmla="*/ 9499575 w 13158799"/>
              <a:gd name="connsiteY136" fmla="*/ 944868 h 9456078"/>
              <a:gd name="connsiteX137" fmla="*/ 9540659 w 13158799"/>
              <a:gd name="connsiteY137" fmla="*/ 918551 h 9456078"/>
              <a:gd name="connsiteX138" fmla="*/ 9581950 w 13158799"/>
              <a:gd name="connsiteY138" fmla="*/ 892580 h 9456078"/>
              <a:gd name="connsiteX139" fmla="*/ 9623447 w 13158799"/>
              <a:gd name="connsiteY139" fmla="*/ 866956 h 9456078"/>
              <a:gd name="connsiteX140" fmla="*/ 9665147 w 13158799"/>
              <a:gd name="connsiteY140" fmla="*/ 841681 h 9456078"/>
              <a:gd name="connsiteX141" fmla="*/ 9707048 w 13158799"/>
              <a:gd name="connsiteY141" fmla="*/ 816754 h 9456078"/>
              <a:gd name="connsiteX142" fmla="*/ 9749147 w 13158799"/>
              <a:gd name="connsiteY142" fmla="*/ 792179 h 9456078"/>
              <a:gd name="connsiteX143" fmla="*/ 9791443 w 13158799"/>
              <a:gd name="connsiteY143" fmla="*/ 767955 h 9456078"/>
              <a:gd name="connsiteX144" fmla="*/ 9833932 w 13158799"/>
              <a:gd name="connsiteY144" fmla="*/ 744083 h 9456078"/>
              <a:gd name="connsiteX145" fmla="*/ 9876613 w 13158799"/>
              <a:gd name="connsiteY145" fmla="*/ 720566 h 9456078"/>
              <a:gd name="connsiteX146" fmla="*/ 9919484 w 13158799"/>
              <a:gd name="connsiteY146" fmla="*/ 697404 h 9456078"/>
              <a:gd name="connsiteX147" fmla="*/ 9962542 w 13158799"/>
              <a:gd name="connsiteY147" fmla="*/ 674598 h 9456078"/>
              <a:gd name="connsiteX148" fmla="*/ 10005784 w 13158799"/>
              <a:gd name="connsiteY148" fmla="*/ 652149 h 9456078"/>
              <a:gd name="connsiteX149" fmla="*/ 10049209 w 13158799"/>
              <a:gd name="connsiteY149" fmla="*/ 630059 h 9456078"/>
              <a:gd name="connsiteX150" fmla="*/ 10092814 w 13158799"/>
              <a:gd name="connsiteY150" fmla="*/ 608328 h 9456078"/>
              <a:gd name="connsiteX151" fmla="*/ 10136597 w 13158799"/>
              <a:gd name="connsiteY151" fmla="*/ 586958 h 9456078"/>
              <a:gd name="connsiteX152" fmla="*/ 10180556 w 13158799"/>
              <a:gd name="connsiteY152" fmla="*/ 565950 h 9456078"/>
              <a:gd name="connsiteX153" fmla="*/ 10224688 w 13158799"/>
              <a:gd name="connsiteY153" fmla="*/ 545304 h 9456078"/>
              <a:gd name="connsiteX154" fmla="*/ 10268991 w 13158799"/>
              <a:gd name="connsiteY154" fmla="*/ 525023 h 9456078"/>
              <a:gd name="connsiteX155" fmla="*/ 10313463 w 13158799"/>
              <a:gd name="connsiteY155" fmla="*/ 505107 h 9456078"/>
              <a:gd name="connsiteX156" fmla="*/ 10358101 w 13158799"/>
              <a:gd name="connsiteY156" fmla="*/ 485558 h 9456078"/>
              <a:gd name="connsiteX157" fmla="*/ 10402903 w 13158799"/>
              <a:gd name="connsiteY157" fmla="*/ 466376 h 9456078"/>
              <a:gd name="connsiteX158" fmla="*/ 10447868 w 13158799"/>
              <a:gd name="connsiteY158" fmla="*/ 447563 h 9456078"/>
              <a:gd name="connsiteX159" fmla="*/ 10492991 w 13158799"/>
              <a:gd name="connsiteY159" fmla="*/ 429119 h 9456078"/>
              <a:gd name="connsiteX160" fmla="*/ 10538272 w 13158799"/>
              <a:gd name="connsiteY160" fmla="*/ 411046 h 9456078"/>
              <a:gd name="connsiteX161" fmla="*/ 10583708 w 13158799"/>
              <a:gd name="connsiteY161" fmla="*/ 393346 h 9456078"/>
              <a:gd name="connsiteX162" fmla="*/ 10629297 w 13158799"/>
              <a:gd name="connsiteY162" fmla="*/ 376018 h 9456078"/>
              <a:gd name="connsiteX163" fmla="*/ 10675036 w 13158799"/>
              <a:gd name="connsiteY163" fmla="*/ 359065 h 9456078"/>
              <a:gd name="connsiteX164" fmla="*/ 10720923 w 13158799"/>
              <a:gd name="connsiteY164" fmla="*/ 342487 h 9456078"/>
              <a:gd name="connsiteX165" fmla="*/ 10766956 w 13158799"/>
              <a:gd name="connsiteY165" fmla="*/ 326286 h 9456078"/>
              <a:gd name="connsiteX166" fmla="*/ 10813132 w 13158799"/>
              <a:gd name="connsiteY166" fmla="*/ 310462 h 9456078"/>
              <a:gd name="connsiteX167" fmla="*/ 10859450 w 13158799"/>
              <a:gd name="connsiteY167" fmla="*/ 295018 h 9456078"/>
              <a:gd name="connsiteX168" fmla="*/ 10905907 w 13158799"/>
              <a:gd name="connsiteY168" fmla="*/ 279953 h 9456078"/>
              <a:gd name="connsiteX169" fmla="*/ 10952500 w 13158799"/>
              <a:gd name="connsiteY169" fmla="*/ 265269 h 9456078"/>
              <a:gd name="connsiteX170" fmla="*/ 10999227 w 13158799"/>
              <a:gd name="connsiteY170" fmla="*/ 250968 h 9456078"/>
              <a:gd name="connsiteX171" fmla="*/ 11046087 w 13158799"/>
              <a:gd name="connsiteY171" fmla="*/ 237049 h 9456078"/>
              <a:gd name="connsiteX172" fmla="*/ 11093076 w 13158799"/>
              <a:gd name="connsiteY172" fmla="*/ 223516 h 9456078"/>
              <a:gd name="connsiteX173" fmla="*/ 11140193 w 13158799"/>
              <a:gd name="connsiteY173" fmla="*/ 210368 h 9456078"/>
              <a:gd name="connsiteX174" fmla="*/ 11187434 w 13158799"/>
              <a:gd name="connsiteY174" fmla="*/ 197606 h 9456078"/>
              <a:gd name="connsiteX175" fmla="*/ 11234799 w 13158799"/>
              <a:gd name="connsiteY175" fmla="*/ 185233 h 9456078"/>
              <a:gd name="connsiteX176" fmla="*/ 11282284 w 13158799"/>
              <a:gd name="connsiteY176" fmla="*/ 173248 h 9456078"/>
              <a:gd name="connsiteX177" fmla="*/ 11329888 w 13158799"/>
              <a:gd name="connsiteY177" fmla="*/ 161654 h 9456078"/>
              <a:gd name="connsiteX178" fmla="*/ 11377607 w 13158799"/>
              <a:gd name="connsiteY178" fmla="*/ 150451 h 9456078"/>
              <a:gd name="connsiteX179" fmla="*/ 11425440 w 13158799"/>
              <a:gd name="connsiteY179" fmla="*/ 139640 h 9456078"/>
              <a:gd name="connsiteX180" fmla="*/ 11473385 w 13158799"/>
              <a:gd name="connsiteY180" fmla="*/ 129223 h 9456078"/>
              <a:gd name="connsiteX181" fmla="*/ 11521439 w 13158799"/>
              <a:gd name="connsiteY181" fmla="*/ 119201 h 9456078"/>
              <a:gd name="connsiteX182" fmla="*/ 11569599 w 13158799"/>
              <a:gd name="connsiteY182" fmla="*/ 109574 h 9456078"/>
              <a:gd name="connsiteX183" fmla="*/ 11617864 w 13158799"/>
              <a:gd name="connsiteY183" fmla="*/ 100344 h 9456078"/>
              <a:gd name="connsiteX184" fmla="*/ 11666231 w 13158799"/>
              <a:gd name="connsiteY184" fmla="*/ 91512 h 9456078"/>
              <a:gd name="connsiteX185" fmla="*/ 11714698 w 13158799"/>
              <a:gd name="connsiteY185" fmla="*/ 83080 h 9456078"/>
              <a:gd name="connsiteX186" fmla="*/ 11763263 w 13158799"/>
              <a:gd name="connsiteY186" fmla="*/ 75047 h 9456078"/>
              <a:gd name="connsiteX187" fmla="*/ 11811923 w 13158799"/>
              <a:gd name="connsiteY187" fmla="*/ 67417 h 9456078"/>
              <a:gd name="connsiteX188" fmla="*/ 11860676 w 13158799"/>
              <a:gd name="connsiteY188" fmla="*/ 60188 h 9456078"/>
              <a:gd name="connsiteX189" fmla="*/ 11909519 w 13158799"/>
              <a:gd name="connsiteY189" fmla="*/ 53364 h 9456078"/>
              <a:gd name="connsiteX190" fmla="*/ 11958451 w 13158799"/>
              <a:gd name="connsiteY190" fmla="*/ 46944 h 9456078"/>
              <a:gd name="connsiteX191" fmla="*/ 12007470 w 13158799"/>
              <a:gd name="connsiteY191" fmla="*/ 40931 h 9456078"/>
              <a:gd name="connsiteX192" fmla="*/ 12056572 w 13158799"/>
              <a:gd name="connsiteY192" fmla="*/ 35324 h 9456078"/>
              <a:gd name="connsiteX193" fmla="*/ 12105756 w 13158799"/>
              <a:gd name="connsiteY193" fmla="*/ 30126 h 9456078"/>
              <a:gd name="connsiteX194" fmla="*/ 12155019 w 13158799"/>
              <a:gd name="connsiteY194" fmla="*/ 25337 h 9456078"/>
              <a:gd name="connsiteX195" fmla="*/ 12204359 w 13158799"/>
              <a:gd name="connsiteY195" fmla="*/ 20958 h 9456078"/>
              <a:gd name="connsiteX196" fmla="*/ 12253773 w 13158799"/>
              <a:gd name="connsiteY196" fmla="*/ 16991 h 9456078"/>
              <a:gd name="connsiteX197" fmla="*/ 12303260 w 13158799"/>
              <a:gd name="connsiteY197" fmla="*/ 13437 h 9456078"/>
              <a:gd name="connsiteX198" fmla="*/ 12352818 w 13158799"/>
              <a:gd name="connsiteY198" fmla="*/ 10297 h 9456078"/>
              <a:gd name="connsiteX199" fmla="*/ 12402443 w 13158799"/>
              <a:gd name="connsiteY199" fmla="*/ 7572 h 9456078"/>
              <a:gd name="connsiteX200" fmla="*/ 12452133 w 13158799"/>
              <a:gd name="connsiteY200" fmla="*/ 5263 h 9456078"/>
              <a:gd name="connsiteX201" fmla="*/ 12501887 w 13158799"/>
              <a:gd name="connsiteY201" fmla="*/ 3371 h 9456078"/>
              <a:gd name="connsiteX202" fmla="*/ 12551701 w 13158799"/>
              <a:gd name="connsiteY202" fmla="*/ 1898 h 9456078"/>
              <a:gd name="connsiteX203" fmla="*/ 12601574 w 13158799"/>
              <a:gd name="connsiteY203" fmla="*/ 844 h 9456078"/>
              <a:gd name="connsiteX204" fmla="*/ 12651504 w 13158799"/>
              <a:gd name="connsiteY204" fmla="*/ 211 h 9456078"/>
              <a:gd name="connsiteX205" fmla="*/ 12701487 w 13158799"/>
              <a:gd name="connsiteY205" fmla="*/ 0 h 9456078"/>
              <a:gd name="connsiteX206" fmla="*/ 13158798 w 13158799"/>
              <a:gd name="connsiteY206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76172 w 13158797"/>
              <a:gd name="connsiteY22" fmla="*/ 9319936 h 9456078"/>
              <a:gd name="connsiteX23" fmla="*/ 1223823 w 13158797"/>
              <a:gd name="connsiteY23" fmla="*/ 9308509 h 9456078"/>
              <a:gd name="connsiteX24" fmla="*/ 1271339 w 13158797"/>
              <a:gd name="connsiteY24" fmla="*/ 9296635 h 9456078"/>
              <a:gd name="connsiteX25" fmla="*/ 1318719 w 13158797"/>
              <a:gd name="connsiteY25" fmla="*/ 9284315 h 9456078"/>
              <a:gd name="connsiteX26" fmla="*/ 1365957 w 13158797"/>
              <a:gd name="connsiteY26" fmla="*/ 9271550 h 9456078"/>
              <a:gd name="connsiteX27" fmla="*/ 1413052 w 13158797"/>
              <a:gd name="connsiteY27" fmla="*/ 9258342 h 9456078"/>
              <a:gd name="connsiteX28" fmla="*/ 1460000 w 13158797"/>
              <a:gd name="connsiteY28" fmla="*/ 9244693 h 9456078"/>
              <a:gd name="connsiteX29" fmla="*/ 1506799 w 13158797"/>
              <a:gd name="connsiteY29" fmla="*/ 9230604 h 9456078"/>
              <a:gd name="connsiteX30" fmla="*/ 1553445 w 13158797"/>
              <a:gd name="connsiteY30" fmla="*/ 9216076 h 9456078"/>
              <a:gd name="connsiteX31" fmla="*/ 1599935 w 13158797"/>
              <a:gd name="connsiteY31" fmla="*/ 9201111 h 9456078"/>
              <a:gd name="connsiteX32" fmla="*/ 1646267 w 13158797"/>
              <a:gd name="connsiteY32" fmla="*/ 9185710 h 9456078"/>
              <a:gd name="connsiteX33" fmla="*/ 1692437 w 13158797"/>
              <a:gd name="connsiteY33" fmla="*/ 9169876 h 9456078"/>
              <a:gd name="connsiteX34" fmla="*/ 1738442 w 13158797"/>
              <a:gd name="connsiteY34" fmla="*/ 9153608 h 9456078"/>
              <a:gd name="connsiteX35" fmla="*/ 1784280 w 13158797"/>
              <a:gd name="connsiteY35" fmla="*/ 9136910 h 9456078"/>
              <a:gd name="connsiteX36" fmla="*/ 1829947 w 13158797"/>
              <a:gd name="connsiteY36" fmla="*/ 9119782 h 9456078"/>
              <a:gd name="connsiteX37" fmla="*/ 1875440 w 13158797"/>
              <a:gd name="connsiteY37" fmla="*/ 9102226 h 9456078"/>
              <a:gd name="connsiteX38" fmla="*/ 1920756 w 13158797"/>
              <a:gd name="connsiteY38" fmla="*/ 9084243 h 9456078"/>
              <a:gd name="connsiteX39" fmla="*/ 1965893 w 13158797"/>
              <a:gd name="connsiteY39" fmla="*/ 9065835 h 9456078"/>
              <a:gd name="connsiteX40" fmla="*/ 2055615 w 13158797"/>
              <a:gd name="connsiteY40" fmla="*/ 9027750 h 9456078"/>
              <a:gd name="connsiteX41" fmla="*/ 2100195 w 13158797"/>
              <a:gd name="connsiteY41" fmla="*/ 9008075 h 9456078"/>
              <a:gd name="connsiteX42" fmla="*/ 2144582 w 13158797"/>
              <a:gd name="connsiteY42" fmla="*/ 8987981 h 9456078"/>
              <a:gd name="connsiteX43" fmla="*/ 2188775 w 13158797"/>
              <a:gd name="connsiteY43" fmla="*/ 8967470 h 9456078"/>
              <a:gd name="connsiteX44" fmla="*/ 2232770 w 13158797"/>
              <a:gd name="connsiteY44" fmla="*/ 8946542 h 9456078"/>
              <a:gd name="connsiteX45" fmla="*/ 2276564 w 13158797"/>
              <a:gd name="connsiteY45" fmla="*/ 8925199 h 9456078"/>
              <a:gd name="connsiteX46" fmla="*/ 2320154 w 13158797"/>
              <a:gd name="connsiteY46" fmla="*/ 8903443 h 9456078"/>
              <a:gd name="connsiteX47" fmla="*/ 2363538 w 13158797"/>
              <a:gd name="connsiteY47" fmla="*/ 8881275 h 9456078"/>
              <a:gd name="connsiteX48" fmla="*/ 2406711 w 13158797"/>
              <a:gd name="connsiteY48" fmla="*/ 8858697 h 9456078"/>
              <a:gd name="connsiteX49" fmla="*/ 2449672 w 13158797"/>
              <a:gd name="connsiteY49" fmla="*/ 8835710 h 9456078"/>
              <a:gd name="connsiteX50" fmla="*/ 2492417 w 13158797"/>
              <a:gd name="connsiteY50" fmla="*/ 8812316 h 9456078"/>
              <a:gd name="connsiteX51" fmla="*/ 2534943 w 13158797"/>
              <a:gd name="connsiteY51" fmla="*/ 8788516 h 9456078"/>
              <a:gd name="connsiteX52" fmla="*/ 2577247 w 13158797"/>
              <a:gd name="connsiteY52" fmla="*/ 8764311 h 9456078"/>
              <a:gd name="connsiteX53" fmla="*/ 2619326 w 13158797"/>
              <a:gd name="connsiteY53" fmla="*/ 8739704 h 9456078"/>
              <a:gd name="connsiteX54" fmla="*/ 2661177 w 13158797"/>
              <a:gd name="connsiteY54" fmla="*/ 8714695 h 9456078"/>
              <a:gd name="connsiteX55" fmla="*/ 2702797 w 13158797"/>
              <a:gd name="connsiteY55" fmla="*/ 8689286 h 9456078"/>
              <a:gd name="connsiteX56" fmla="*/ 2744183 w 13158797"/>
              <a:gd name="connsiteY56" fmla="*/ 8663479 h 9456078"/>
              <a:gd name="connsiteX57" fmla="*/ 2785333 w 13158797"/>
              <a:gd name="connsiteY57" fmla="*/ 8637274 h 9456078"/>
              <a:gd name="connsiteX58" fmla="*/ 2826242 w 13158797"/>
              <a:gd name="connsiteY58" fmla="*/ 8610675 h 9456078"/>
              <a:gd name="connsiteX59" fmla="*/ 2866908 w 13158797"/>
              <a:gd name="connsiteY59" fmla="*/ 8583681 h 9456078"/>
              <a:gd name="connsiteX60" fmla="*/ 2907329 w 13158797"/>
              <a:gd name="connsiteY60" fmla="*/ 8556295 h 9456078"/>
              <a:gd name="connsiteX61" fmla="*/ 2947500 w 13158797"/>
              <a:gd name="connsiteY61" fmla="*/ 8528517 h 9456078"/>
              <a:gd name="connsiteX62" fmla="*/ 2987419 w 13158797"/>
              <a:gd name="connsiteY62" fmla="*/ 8500351 h 9456078"/>
              <a:gd name="connsiteX63" fmla="*/ 3027083 w 13158797"/>
              <a:gd name="connsiteY63" fmla="*/ 8471796 h 9456078"/>
              <a:gd name="connsiteX64" fmla="*/ 3066489 w 13158797"/>
              <a:gd name="connsiteY64" fmla="*/ 8442854 h 9456078"/>
              <a:gd name="connsiteX65" fmla="*/ 3105634 w 13158797"/>
              <a:gd name="connsiteY65" fmla="*/ 8413528 h 9456078"/>
              <a:gd name="connsiteX66" fmla="*/ 3144515 w 13158797"/>
              <a:gd name="connsiteY66" fmla="*/ 8383818 h 9456078"/>
              <a:gd name="connsiteX67" fmla="*/ 3183129 w 13158797"/>
              <a:gd name="connsiteY67" fmla="*/ 8353726 h 9456078"/>
              <a:gd name="connsiteX68" fmla="*/ 3221473 w 13158797"/>
              <a:gd name="connsiteY68" fmla="*/ 8323253 h 9456078"/>
              <a:gd name="connsiteX69" fmla="*/ 3259544 w 13158797"/>
              <a:gd name="connsiteY69" fmla="*/ 8292401 h 9456078"/>
              <a:gd name="connsiteX70" fmla="*/ 3297339 w 13158797"/>
              <a:gd name="connsiteY70" fmla="*/ 8261172 h 9456078"/>
              <a:gd name="connsiteX71" fmla="*/ 3334854 w 13158797"/>
              <a:gd name="connsiteY71" fmla="*/ 8229566 h 9456078"/>
              <a:gd name="connsiteX72" fmla="*/ 3372087 w 13158797"/>
              <a:gd name="connsiteY72" fmla="*/ 8197585 h 9456078"/>
              <a:gd name="connsiteX73" fmla="*/ 3409035 w 13158797"/>
              <a:gd name="connsiteY73" fmla="*/ 8165232 h 9456078"/>
              <a:gd name="connsiteX74" fmla="*/ 3445695 w 13158797"/>
              <a:gd name="connsiteY74" fmla="*/ 8132507 h 9456078"/>
              <a:gd name="connsiteX75" fmla="*/ 3482064 w 13158797"/>
              <a:gd name="connsiteY75" fmla="*/ 8099411 h 9456078"/>
              <a:gd name="connsiteX76" fmla="*/ 3518139 w 13158797"/>
              <a:gd name="connsiteY76" fmla="*/ 8065947 h 9456078"/>
              <a:gd name="connsiteX77" fmla="*/ 3553916 w 13158797"/>
              <a:gd name="connsiteY77" fmla="*/ 8032115 h 9456078"/>
              <a:gd name="connsiteX78" fmla="*/ 3589393 w 13158797"/>
              <a:gd name="connsiteY78" fmla="*/ 7997918 h 9456078"/>
              <a:gd name="connsiteX79" fmla="*/ 3624567 w 13158797"/>
              <a:gd name="connsiteY79" fmla="*/ 7963356 h 9456078"/>
              <a:gd name="connsiteX80" fmla="*/ 3659435 w 13158797"/>
              <a:gd name="connsiteY80" fmla="*/ 7928432 h 9456078"/>
              <a:gd name="connsiteX81" fmla="*/ 3693994 w 13158797"/>
              <a:gd name="connsiteY81" fmla="*/ 7893146 h 9456078"/>
              <a:gd name="connsiteX82" fmla="*/ 3728240 w 13158797"/>
              <a:gd name="connsiteY82" fmla="*/ 7857501 h 9456078"/>
              <a:gd name="connsiteX83" fmla="*/ 3762171 w 13158797"/>
              <a:gd name="connsiteY83" fmla="*/ 7821497 h 9456078"/>
              <a:gd name="connsiteX84" fmla="*/ 3795783 w 13158797"/>
              <a:gd name="connsiteY84" fmla="*/ 7785136 h 9456078"/>
              <a:gd name="connsiteX85" fmla="*/ 3829075 w 13158797"/>
              <a:gd name="connsiteY85" fmla="*/ 7748420 h 9456078"/>
              <a:gd name="connsiteX86" fmla="*/ 3862042 w 13158797"/>
              <a:gd name="connsiteY86" fmla="*/ 7711350 h 9456078"/>
              <a:gd name="connsiteX87" fmla="*/ 3894682 w 13158797"/>
              <a:gd name="connsiteY87" fmla="*/ 7673928 h 9456078"/>
              <a:gd name="connsiteX88" fmla="*/ 3926991 w 13158797"/>
              <a:gd name="connsiteY88" fmla="*/ 7636155 h 9456078"/>
              <a:gd name="connsiteX89" fmla="*/ 3958967 w 13158797"/>
              <a:gd name="connsiteY89" fmla="*/ 7598032 h 9456078"/>
              <a:gd name="connsiteX90" fmla="*/ 3990607 w 13158797"/>
              <a:gd name="connsiteY90" fmla="*/ 7559561 h 9456078"/>
              <a:gd name="connsiteX91" fmla="*/ 4021907 w 13158797"/>
              <a:gd name="connsiteY91" fmla="*/ 7520744 h 9456078"/>
              <a:gd name="connsiteX92" fmla="*/ 4052865 w 13158797"/>
              <a:gd name="connsiteY92" fmla="*/ 7481582 h 9456078"/>
              <a:gd name="connsiteX93" fmla="*/ 4083478 w 13158797"/>
              <a:gd name="connsiteY93" fmla="*/ 7442077 h 9456078"/>
              <a:gd name="connsiteX94" fmla="*/ 8022311 w 13158797"/>
              <a:gd name="connsiteY94" fmla="*/ 2307814 h 9456078"/>
              <a:gd name="connsiteX95" fmla="*/ 8052902 w 13158797"/>
              <a:gd name="connsiteY95" fmla="*/ 2268285 h 9456078"/>
              <a:gd name="connsiteX96" fmla="*/ 8083796 w 13158797"/>
              <a:gd name="connsiteY96" fmla="*/ 2229056 h 9456078"/>
              <a:gd name="connsiteX97" fmla="*/ 8114989 w 13158797"/>
              <a:gd name="connsiteY97" fmla="*/ 2190127 h 9456078"/>
              <a:gd name="connsiteX98" fmla="*/ 8146479 w 13158797"/>
              <a:gd name="connsiteY98" fmla="*/ 2151500 h 9456078"/>
              <a:gd name="connsiteX99" fmla="*/ 8178264 w 13158797"/>
              <a:gd name="connsiteY99" fmla="*/ 2113176 h 9456078"/>
              <a:gd name="connsiteX100" fmla="*/ 8210341 w 13158797"/>
              <a:gd name="connsiteY100" fmla="*/ 2075157 h 9456078"/>
              <a:gd name="connsiteX101" fmla="*/ 8242709 w 13158797"/>
              <a:gd name="connsiteY101" fmla="*/ 2037442 h 9456078"/>
              <a:gd name="connsiteX102" fmla="*/ 8275365 w 13158797"/>
              <a:gd name="connsiteY102" fmla="*/ 2000034 h 9456078"/>
              <a:gd name="connsiteX103" fmla="*/ 8308307 w 13158797"/>
              <a:gd name="connsiteY103" fmla="*/ 1962934 h 9456078"/>
              <a:gd name="connsiteX104" fmla="*/ 8341532 w 13158797"/>
              <a:gd name="connsiteY104" fmla="*/ 1926142 h 9456078"/>
              <a:gd name="connsiteX105" fmla="*/ 8375038 w 13158797"/>
              <a:gd name="connsiteY105" fmla="*/ 1889660 h 9456078"/>
              <a:gd name="connsiteX106" fmla="*/ 8408823 w 13158797"/>
              <a:gd name="connsiteY106" fmla="*/ 1853489 h 9456078"/>
              <a:gd name="connsiteX107" fmla="*/ 8442885 w 13158797"/>
              <a:gd name="connsiteY107" fmla="*/ 1817630 h 9456078"/>
              <a:gd name="connsiteX108" fmla="*/ 8477221 w 13158797"/>
              <a:gd name="connsiteY108" fmla="*/ 1782084 h 9456078"/>
              <a:gd name="connsiteX109" fmla="*/ 8511829 w 13158797"/>
              <a:gd name="connsiteY109" fmla="*/ 1746853 h 9456078"/>
              <a:gd name="connsiteX110" fmla="*/ 8546706 w 13158797"/>
              <a:gd name="connsiteY110" fmla="*/ 1711937 h 9456078"/>
              <a:gd name="connsiteX111" fmla="*/ 8581851 w 13158797"/>
              <a:gd name="connsiteY111" fmla="*/ 1677337 h 9456078"/>
              <a:gd name="connsiteX112" fmla="*/ 8617261 w 13158797"/>
              <a:gd name="connsiteY112" fmla="*/ 1643056 h 9456078"/>
              <a:gd name="connsiteX113" fmla="*/ 8652934 w 13158797"/>
              <a:gd name="connsiteY113" fmla="*/ 1609093 h 9456078"/>
              <a:gd name="connsiteX114" fmla="*/ 8688867 w 13158797"/>
              <a:gd name="connsiteY114" fmla="*/ 1575450 h 9456078"/>
              <a:gd name="connsiteX115" fmla="*/ 8725058 w 13158797"/>
              <a:gd name="connsiteY115" fmla="*/ 1542128 h 9456078"/>
              <a:gd name="connsiteX116" fmla="*/ 8761506 w 13158797"/>
              <a:gd name="connsiteY116" fmla="*/ 1509129 h 9456078"/>
              <a:gd name="connsiteX117" fmla="*/ 8798207 w 13158797"/>
              <a:gd name="connsiteY117" fmla="*/ 1476452 h 9456078"/>
              <a:gd name="connsiteX118" fmla="*/ 8835159 w 13158797"/>
              <a:gd name="connsiteY118" fmla="*/ 1444101 h 9456078"/>
              <a:gd name="connsiteX119" fmla="*/ 8872360 w 13158797"/>
              <a:gd name="connsiteY119" fmla="*/ 1412075 h 9456078"/>
              <a:gd name="connsiteX120" fmla="*/ 8909808 w 13158797"/>
              <a:gd name="connsiteY120" fmla="*/ 1380375 h 9456078"/>
              <a:gd name="connsiteX121" fmla="*/ 8947501 w 13158797"/>
              <a:gd name="connsiteY121" fmla="*/ 1349004 h 9456078"/>
              <a:gd name="connsiteX122" fmla="*/ 8985435 w 13158797"/>
              <a:gd name="connsiteY122" fmla="*/ 1317962 h 9456078"/>
              <a:gd name="connsiteX123" fmla="*/ 9023610 w 13158797"/>
              <a:gd name="connsiteY123" fmla="*/ 1287250 h 9456078"/>
              <a:gd name="connsiteX124" fmla="*/ 9062022 w 13158797"/>
              <a:gd name="connsiteY124" fmla="*/ 1256869 h 9456078"/>
              <a:gd name="connsiteX125" fmla="*/ 9100669 w 13158797"/>
              <a:gd name="connsiteY125" fmla="*/ 1226820 h 9456078"/>
              <a:gd name="connsiteX126" fmla="*/ 9139549 w 13158797"/>
              <a:gd name="connsiteY126" fmla="*/ 1197105 h 9456078"/>
              <a:gd name="connsiteX127" fmla="*/ 9178660 w 13158797"/>
              <a:gd name="connsiteY127" fmla="*/ 1167725 h 9456078"/>
              <a:gd name="connsiteX128" fmla="*/ 9217999 w 13158797"/>
              <a:gd name="connsiteY128" fmla="*/ 1138681 h 9456078"/>
              <a:gd name="connsiteX129" fmla="*/ 9257564 w 13158797"/>
              <a:gd name="connsiteY129" fmla="*/ 1109974 h 9456078"/>
              <a:gd name="connsiteX130" fmla="*/ 9297353 w 13158797"/>
              <a:gd name="connsiteY130" fmla="*/ 1081604 h 9456078"/>
              <a:gd name="connsiteX131" fmla="*/ 9337364 w 13158797"/>
              <a:gd name="connsiteY131" fmla="*/ 1053574 h 9456078"/>
              <a:gd name="connsiteX132" fmla="*/ 9377594 w 13158797"/>
              <a:gd name="connsiteY132" fmla="*/ 1025884 h 9456078"/>
              <a:gd name="connsiteX133" fmla="*/ 9418040 w 13158797"/>
              <a:gd name="connsiteY133" fmla="*/ 998536 h 9456078"/>
              <a:gd name="connsiteX134" fmla="*/ 9458702 w 13158797"/>
              <a:gd name="connsiteY134" fmla="*/ 971530 h 9456078"/>
              <a:gd name="connsiteX135" fmla="*/ 9499575 w 13158797"/>
              <a:gd name="connsiteY135" fmla="*/ 944868 h 9456078"/>
              <a:gd name="connsiteX136" fmla="*/ 9540659 w 13158797"/>
              <a:gd name="connsiteY136" fmla="*/ 918551 h 9456078"/>
              <a:gd name="connsiteX137" fmla="*/ 9581950 w 13158797"/>
              <a:gd name="connsiteY137" fmla="*/ 892580 h 9456078"/>
              <a:gd name="connsiteX138" fmla="*/ 9623447 w 13158797"/>
              <a:gd name="connsiteY138" fmla="*/ 866956 h 9456078"/>
              <a:gd name="connsiteX139" fmla="*/ 9665147 w 13158797"/>
              <a:gd name="connsiteY139" fmla="*/ 841681 h 9456078"/>
              <a:gd name="connsiteX140" fmla="*/ 9707048 w 13158797"/>
              <a:gd name="connsiteY140" fmla="*/ 816754 h 9456078"/>
              <a:gd name="connsiteX141" fmla="*/ 9749147 w 13158797"/>
              <a:gd name="connsiteY141" fmla="*/ 792179 h 9456078"/>
              <a:gd name="connsiteX142" fmla="*/ 9791443 w 13158797"/>
              <a:gd name="connsiteY142" fmla="*/ 767955 h 9456078"/>
              <a:gd name="connsiteX143" fmla="*/ 9833932 w 13158797"/>
              <a:gd name="connsiteY143" fmla="*/ 744083 h 9456078"/>
              <a:gd name="connsiteX144" fmla="*/ 9876613 w 13158797"/>
              <a:gd name="connsiteY144" fmla="*/ 720566 h 9456078"/>
              <a:gd name="connsiteX145" fmla="*/ 9919484 w 13158797"/>
              <a:gd name="connsiteY145" fmla="*/ 697404 h 9456078"/>
              <a:gd name="connsiteX146" fmla="*/ 9962542 w 13158797"/>
              <a:gd name="connsiteY146" fmla="*/ 674598 h 9456078"/>
              <a:gd name="connsiteX147" fmla="*/ 10005784 w 13158797"/>
              <a:gd name="connsiteY147" fmla="*/ 652149 h 9456078"/>
              <a:gd name="connsiteX148" fmla="*/ 10049209 w 13158797"/>
              <a:gd name="connsiteY148" fmla="*/ 630059 h 9456078"/>
              <a:gd name="connsiteX149" fmla="*/ 10092814 w 13158797"/>
              <a:gd name="connsiteY149" fmla="*/ 608328 h 9456078"/>
              <a:gd name="connsiteX150" fmla="*/ 10136597 w 13158797"/>
              <a:gd name="connsiteY150" fmla="*/ 586958 h 9456078"/>
              <a:gd name="connsiteX151" fmla="*/ 10180556 w 13158797"/>
              <a:gd name="connsiteY151" fmla="*/ 565950 h 9456078"/>
              <a:gd name="connsiteX152" fmla="*/ 10224688 w 13158797"/>
              <a:gd name="connsiteY152" fmla="*/ 545304 h 9456078"/>
              <a:gd name="connsiteX153" fmla="*/ 10268991 w 13158797"/>
              <a:gd name="connsiteY153" fmla="*/ 525023 h 9456078"/>
              <a:gd name="connsiteX154" fmla="*/ 10313463 w 13158797"/>
              <a:gd name="connsiteY154" fmla="*/ 505107 h 9456078"/>
              <a:gd name="connsiteX155" fmla="*/ 10358101 w 13158797"/>
              <a:gd name="connsiteY155" fmla="*/ 485558 h 9456078"/>
              <a:gd name="connsiteX156" fmla="*/ 10402903 w 13158797"/>
              <a:gd name="connsiteY156" fmla="*/ 466376 h 9456078"/>
              <a:gd name="connsiteX157" fmla="*/ 10447868 w 13158797"/>
              <a:gd name="connsiteY157" fmla="*/ 447563 h 9456078"/>
              <a:gd name="connsiteX158" fmla="*/ 10492991 w 13158797"/>
              <a:gd name="connsiteY158" fmla="*/ 429119 h 9456078"/>
              <a:gd name="connsiteX159" fmla="*/ 10538272 w 13158797"/>
              <a:gd name="connsiteY159" fmla="*/ 411046 h 9456078"/>
              <a:gd name="connsiteX160" fmla="*/ 10583708 w 13158797"/>
              <a:gd name="connsiteY160" fmla="*/ 393346 h 9456078"/>
              <a:gd name="connsiteX161" fmla="*/ 10629297 w 13158797"/>
              <a:gd name="connsiteY161" fmla="*/ 376018 h 9456078"/>
              <a:gd name="connsiteX162" fmla="*/ 10675036 w 13158797"/>
              <a:gd name="connsiteY162" fmla="*/ 359065 h 9456078"/>
              <a:gd name="connsiteX163" fmla="*/ 10720923 w 13158797"/>
              <a:gd name="connsiteY163" fmla="*/ 342487 h 9456078"/>
              <a:gd name="connsiteX164" fmla="*/ 10766956 w 13158797"/>
              <a:gd name="connsiteY164" fmla="*/ 326286 h 9456078"/>
              <a:gd name="connsiteX165" fmla="*/ 10813132 w 13158797"/>
              <a:gd name="connsiteY165" fmla="*/ 310462 h 9456078"/>
              <a:gd name="connsiteX166" fmla="*/ 10859450 w 13158797"/>
              <a:gd name="connsiteY166" fmla="*/ 295018 h 9456078"/>
              <a:gd name="connsiteX167" fmla="*/ 10905907 w 13158797"/>
              <a:gd name="connsiteY167" fmla="*/ 279953 h 9456078"/>
              <a:gd name="connsiteX168" fmla="*/ 10952500 w 13158797"/>
              <a:gd name="connsiteY168" fmla="*/ 265269 h 9456078"/>
              <a:gd name="connsiteX169" fmla="*/ 10999227 w 13158797"/>
              <a:gd name="connsiteY169" fmla="*/ 250968 h 9456078"/>
              <a:gd name="connsiteX170" fmla="*/ 11046087 w 13158797"/>
              <a:gd name="connsiteY170" fmla="*/ 237049 h 9456078"/>
              <a:gd name="connsiteX171" fmla="*/ 11093076 w 13158797"/>
              <a:gd name="connsiteY171" fmla="*/ 223516 h 9456078"/>
              <a:gd name="connsiteX172" fmla="*/ 11140193 w 13158797"/>
              <a:gd name="connsiteY172" fmla="*/ 210368 h 9456078"/>
              <a:gd name="connsiteX173" fmla="*/ 11187434 w 13158797"/>
              <a:gd name="connsiteY173" fmla="*/ 197606 h 9456078"/>
              <a:gd name="connsiteX174" fmla="*/ 11234799 w 13158797"/>
              <a:gd name="connsiteY174" fmla="*/ 185233 h 9456078"/>
              <a:gd name="connsiteX175" fmla="*/ 11282284 w 13158797"/>
              <a:gd name="connsiteY175" fmla="*/ 173248 h 9456078"/>
              <a:gd name="connsiteX176" fmla="*/ 11329888 w 13158797"/>
              <a:gd name="connsiteY176" fmla="*/ 161654 h 9456078"/>
              <a:gd name="connsiteX177" fmla="*/ 11377607 w 13158797"/>
              <a:gd name="connsiteY177" fmla="*/ 150451 h 9456078"/>
              <a:gd name="connsiteX178" fmla="*/ 11425440 w 13158797"/>
              <a:gd name="connsiteY178" fmla="*/ 139640 h 9456078"/>
              <a:gd name="connsiteX179" fmla="*/ 11473385 w 13158797"/>
              <a:gd name="connsiteY179" fmla="*/ 129223 h 9456078"/>
              <a:gd name="connsiteX180" fmla="*/ 11521439 w 13158797"/>
              <a:gd name="connsiteY180" fmla="*/ 119201 h 9456078"/>
              <a:gd name="connsiteX181" fmla="*/ 11569599 w 13158797"/>
              <a:gd name="connsiteY181" fmla="*/ 109574 h 9456078"/>
              <a:gd name="connsiteX182" fmla="*/ 11617864 w 13158797"/>
              <a:gd name="connsiteY182" fmla="*/ 100344 h 9456078"/>
              <a:gd name="connsiteX183" fmla="*/ 11666231 w 13158797"/>
              <a:gd name="connsiteY183" fmla="*/ 91512 h 9456078"/>
              <a:gd name="connsiteX184" fmla="*/ 11714698 w 13158797"/>
              <a:gd name="connsiteY184" fmla="*/ 83080 h 9456078"/>
              <a:gd name="connsiteX185" fmla="*/ 11763263 w 13158797"/>
              <a:gd name="connsiteY185" fmla="*/ 75047 h 9456078"/>
              <a:gd name="connsiteX186" fmla="*/ 11811923 w 13158797"/>
              <a:gd name="connsiteY186" fmla="*/ 67417 h 9456078"/>
              <a:gd name="connsiteX187" fmla="*/ 11860676 w 13158797"/>
              <a:gd name="connsiteY187" fmla="*/ 60188 h 9456078"/>
              <a:gd name="connsiteX188" fmla="*/ 11909519 w 13158797"/>
              <a:gd name="connsiteY188" fmla="*/ 53364 h 9456078"/>
              <a:gd name="connsiteX189" fmla="*/ 11958451 w 13158797"/>
              <a:gd name="connsiteY189" fmla="*/ 46944 h 9456078"/>
              <a:gd name="connsiteX190" fmla="*/ 12007470 w 13158797"/>
              <a:gd name="connsiteY190" fmla="*/ 40931 h 9456078"/>
              <a:gd name="connsiteX191" fmla="*/ 12056572 w 13158797"/>
              <a:gd name="connsiteY191" fmla="*/ 35324 h 9456078"/>
              <a:gd name="connsiteX192" fmla="*/ 12105756 w 13158797"/>
              <a:gd name="connsiteY192" fmla="*/ 30126 h 9456078"/>
              <a:gd name="connsiteX193" fmla="*/ 12155019 w 13158797"/>
              <a:gd name="connsiteY193" fmla="*/ 25337 h 9456078"/>
              <a:gd name="connsiteX194" fmla="*/ 12204359 w 13158797"/>
              <a:gd name="connsiteY194" fmla="*/ 20958 h 9456078"/>
              <a:gd name="connsiteX195" fmla="*/ 12253773 w 13158797"/>
              <a:gd name="connsiteY195" fmla="*/ 16991 h 9456078"/>
              <a:gd name="connsiteX196" fmla="*/ 12303260 w 13158797"/>
              <a:gd name="connsiteY196" fmla="*/ 13437 h 9456078"/>
              <a:gd name="connsiteX197" fmla="*/ 12352818 w 13158797"/>
              <a:gd name="connsiteY197" fmla="*/ 10297 h 9456078"/>
              <a:gd name="connsiteX198" fmla="*/ 12402443 w 13158797"/>
              <a:gd name="connsiteY198" fmla="*/ 7572 h 9456078"/>
              <a:gd name="connsiteX199" fmla="*/ 12452133 w 13158797"/>
              <a:gd name="connsiteY199" fmla="*/ 5263 h 9456078"/>
              <a:gd name="connsiteX200" fmla="*/ 12501887 w 13158797"/>
              <a:gd name="connsiteY200" fmla="*/ 3371 h 9456078"/>
              <a:gd name="connsiteX201" fmla="*/ 12551701 w 13158797"/>
              <a:gd name="connsiteY201" fmla="*/ 1898 h 9456078"/>
              <a:gd name="connsiteX202" fmla="*/ 12601574 w 13158797"/>
              <a:gd name="connsiteY202" fmla="*/ 844 h 9456078"/>
              <a:gd name="connsiteX203" fmla="*/ 12651504 w 13158797"/>
              <a:gd name="connsiteY203" fmla="*/ 211 h 9456078"/>
              <a:gd name="connsiteX204" fmla="*/ 12701487 w 13158797"/>
              <a:gd name="connsiteY204" fmla="*/ 0 h 9456078"/>
              <a:gd name="connsiteX205" fmla="*/ 13158798 w 13158797"/>
              <a:gd name="connsiteY205" fmla="*/ 0 h 94560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</a:cxnLst>
            <a:rect l="l" t="t" r="r" b="b"/>
            <a:pathLst>
              <a:path w="13158797" h="9456078">
                <a:moveTo>
                  <a:pt x="0" y="9456078"/>
                </a:moveTo>
                <a:lnTo>
                  <a:pt x="49977" y="9455836"/>
                </a:lnTo>
                <a:lnTo>
                  <a:pt x="99893" y="9455111"/>
                </a:lnTo>
                <a:lnTo>
                  <a:pt x="149742" y="9453904"/>
                </a:lnTo>
                <a:lnTo>
                  <a:pt x="199524" y="9452217"/>
                </a:lnTo>
                <a:lnTo>
                  <a:pt x="298870" y="9447409"/>
                </a:lnTo>
                <a:lnTo>
                  <a:pt x="348429" y="9444290"/>
                </a:lnTo>
                <a:lnTo>
                  <a:pt x="397907" y="9440698"/>
                </a:lnTo>
                <a:lnTo>
                  <a:pt x="447302" y="9436632"/>
                </a:lnTo>
                <a:lnTo>
                  <a:pt x="496610" y="9432096"/>
                </a:lnTo>
                <a:lnTo>
                  <a:pt x="545829" y="9427089"/>
                </a:lnTo>
                <a:lnTo>
                  <a:pt x="594956" y="9421615"/>
                </a:lnTo>
                <a:lnTo>
                  <a:pt x="643987" y="9415673"/>
                </a:lnTo>
                <a:lnTo>
                  <a:pt x="692920" y="9409267"/>
                </a:lnTo>
                <a:lnTo>
                  <a:pt x="741751" y="9402396"/>
                </a:lnTo>
                <a:lnTo>
                  <a:pt x="790478" y="9395063"/>
                </a:lnTo>
                <a:lnTo>
                  <a:pt x="839098" y="9387270"/>
                </a:lnTo>
                <a:lnTo>
                  <a:pt x="887607" y="9379017"/>
                </a:lnTo>
                <a:lnTo>
                  <a:pt x="936002" y="9370306"/>
                </a:lnTo>
                <a:lnTo>
                  <a:pt x="984281" y="9361139"/>
                </a:lnTo>
                <a:lnTo>
                  <a:pt x="1032440" y="9351517"/>
                </a:lnTo>
                <a:lnTo>
                  <a:pt x="1080477" y="9341441"/>
                </a:lnTo>
                <a:lnTo>
                  <a:pt x="1176172" y="9319936"/>
                </a:lnTo>
                <a:lnTo>
                  <a:pt x="1223823" y="9308509"/>
                </a:lnTo>
                <a:lnTo>
                  <a:pt x="1271339" y="9296635"/>
                </a:lnTo>
                <a:lnTo>
                  <a:pt x="1318719" y="9284315"/>
                </a:lnTo>
                <a:lnTo>
                  <a:pt x="1365957" y="9271550"/>
                </a:lnTo>
                <a:lnTo>
                  <a:pt x="1413052" y="9258342"/>
                </a:lnTo>
                <a:lnTo>
                  <a:pt x="1460000" y="9244693"/>
                </a:lnTo>
                <a:lnTo>
                  <a:pt x="1506799" y="9230604"/>
                </a:lnTo>
                <a:lnTo>
                  <a:pt x="1553445" y="9216076"/>
                </a:lnTo>
                <a:lnTo>
                  <a:pt x="1599935" y="9201111"/>
                </a:lnTo>
                <a:lnTo>
                  <a:pt x="1646267" y="9185710"/>
                </a:lnTo>
                <a:lnTo>
                  <a:pt x="1692437" y="9169876"/>
                </a:lnTo>
                <a:lnTo>
                  <a:pt x="1738442" y="9153608"/>
                </a:lnTo>
                <a:lnTo>
                  <a:pt x="1784280" y="9136910"/>
                </a:lnTo>
                <a:lnTo>
                  <a:pt x="1829947" y="9119782"/>
                </a:lnTo>
                <a:lnTo>
                  <a:pt x="1875440" y="9102226"/>
                </a:lnTo>
                <a:lnTo>
                  <a:pt x="1920756" y="9084243"/>
                </a:lnTo>
                <a:lnTo>
                  <a:pt x="1965893" y="9065835"/>
                </a:lnTo>
                <a:lnTo>
                  <a:pt x="2055615" y="9027750"/>
                </a:lnTo>
                <a:lnTo>
                  <a:pt x="2100195" y="9008075"/>
                </a:lnTo>
                <a:lnTo>
                  <a:pt x="2144582" y="8987981"/>
                </a:lnTo>
                <a:lnTo>
                  <a:pt x="2188775" y="8967470"/>
                </a:lnTo>
                <a:lnTo>
                  <a:pt x="2232770" y="8946542"/>
                </a:lnTo>
                <a:lnTo>
                  <a:pt x="2276564" y="8925199"/>
                </a:lnTo>
                <a:lnTo>
                  <a:pt x="2320154" y="8903443"/>
                </a:lnTo>
                <a:lnTo>
                  <a:pt x="2363538" y="8881275"/>
                </a:lnTo>
                <a:lnTo>
                  <a:pt x="2406711" y="8858697"/>
                </a:lnTo>
                <a:lnTo>
                  <a:pt x="2449672" y="8835710"/>
                </a:lnTo>
                <a:lnTo>
                  <a:pt x="2492417" y="8812316"/>
                </a:lnTo>
                <a:lnTo>
                  <a:pt x="2534943" y="8788516"/>
                </a:lnTo>
                <a:lnTo>
                  <a:pt x="2577247" y="8764311"/>
                </a:lnTo>
                <a:lnTo>
                  <a:pt x="2619326" y="8739704"/>
                </a:lnTo>
                <a:lnTo>
                  <a:pt x="2661177" y="8714695"/>
                </a:lnTo>
                <a:lnTo>
                  <a:pt x="2702797" y="8689286"/>
                </a:lnTo>
                <a:lnTo>
                  <a:pt x="2744183" y="8663479"/>
                </a:lnTo>
                <a:lnTo>
                  <a:pt x="2785333" y="8637274"/>
                </a:lnTo>
                <a:lnTo>
                  <a:pt x="2826242" y="8610675"/>
                </a:lnTo>
                <a:lnTo>
                  <a:pt x="2866908" y="8583681"/>
                </a:lnTo>
                <a:lnTo>
                  <a:pt x="2907329" y="8556295"/>
                </a:lnTo>
                <a:lnTo>
                  <a:pt x="2947500" y="8528517"/>
                </a:lnTo>
                <a:lnTo>
                  <a:pt x="2987419" y="8500351"/>
                </a:lnTo>
                <a:lnTo>
                  <a:pt x="3027083" y="8471796"/>
                </a:lnTo>
                <a:lnTo>
                  <a:pt x="3066489" y="8442854"/>
                </a:lnTo>
                <a:lnTo>
                  <a:pt x="3105634" y="8413528"/>
                </a:lnTo>
                <a:lnTo>
                  <a:pt x="3144515" y="8383818"/>
                </a:lnTo>
                <a:lnTo>
                  <a:pt x="3183129" y="8353726"/>
                </a:lnTo>
                <a:lnTo>
                  <a:pt x="3221473" y="8323253"/>
                </a:lnTo>
                <a:lnTo>
                  <a:pt x="3259544" y="8292401"/>
                </a:lnTo>
                <a:lnTo>
                  <a:pt x="3297339" y="8261172"/>
                </a:lnTo>
                <a:lnTo>
                  <a:pt x="3334854" y="8229566"/>
                </a:lnTo>
                <a:lnTo>
                  <a:pt x="3372087" y="8197585"/>
                </a:lnTo>
                <a:lnTo>
                  <a:pt x="3409035" y="8165232"/>
                </a:lnTo>
                <a:lnTo>
                  <a:pt x="3445695" y="8132507"/>
                </a:lnTo>
                <a:lnTo>
                  <a:pt x="3482064" y="8099411"/>
                </a:lnTo>
                <a:lnTo>
                  <a:pt x="3518139" y="8065947"/>
                </a:lnTo>
                <a:lnTo>
                  <a:pt x="3553916" y="8032115"/>
                </a:lnTo>
                <a:lnTo>
                  <a:pt x="3589393" y="7997918"/>
                </a:lnTo>
                <a:lnTo>
                  <a:pt x="3624567" y="7963356"/>
                </a:lnTo>
                <a:lnTo>
                  <a:pt x="3659435" y="7928432"/>
                </a:lnTo>
                <a:lnTo>
                  <a:pt x="3693994" y="7893146"/>
                </a:lnTo>
                <a:lnTo>
                  <a:pt x="3728240" y="7857501"/>
                </a:lnTo>
                <a:lnTo>
                  <a:pt x="3762171" y="7821497"/>
                </a:lnTo>
                <a:lnTo>
                  <a:pt x="3795783" y="7785136"/>
                </a:lnTo>
                <a:lnTo>
                  <a:pt x="3829075" y="7748420"/>
                </a:lnTo>
                <a:lnTo>
                  <a:pt x="3862042" y="7711350"/>
                </a:lnTo>
                <a:lnTo>
                  <a:pt x="3894682" y="7673928"/>
                </a:lnTo>
                <a:lnTo>
                  <a:pt x="3926991" y="7636155"/>
                </a:lnTo>
                <a:lnTo>
                  <a:pt x="3958967" y="7598032"/>
                </a:lnTo>
                <a:lnTo>
                  <a:pt x="3990607" y="7559561"/>
                </a:lnTo>
                <a:lnTo>
                  <a:pt x="4021907" y="7520744"/>
                </a:lnTo>
                <a:lnTo>
                  <a:pt x="4052865" y="7481582"/>
                </a:lnTo>
                <a:lnTo>
                  <a:pt x="4083478" y="7442077"/>
                </a:lnTo>
                <a:lnTo>
                  <a:pt x="8022311" y="2307814"/>
                </a:lnTo>
                <a:lnTo>
                  <a:pt x="8052902" y="2268285"/>
                </a:lnTo>
                <a:lnTo>
                  <a:pt x="8083796" y="2229056"/>
                </a:lnTo>
                <a:lnTo>
                  <a:pt x="8114989" y="2190127"/>
                </a:lnTo>
                <a:lnTo>
                  <a:pt x="8146479" y="2151500"/>
                </a:lnTo>
                <a:lnTo>
                  <a:pt x="8178264" y="2113176"/>
                </a:lnTo>
                <a:lnTo>
                  <a:pt x="8210341" y="2075157"/>
                </a:lnTo>
                <a:lnTo>
                  <a:pt x="8242709" y="2037442"/>
                </a:lnTo>
                <a:lnTo>
                  <a:pt x="8275365" y="2000034"/>
                </a:lnTo>
                <a:lnTo>
                  <a:pt x="8308307" y="1962934"/>
                </a:lnTo>
                <a:lnTo>
                  <a:pt x="8341532" y="1926142"/>
                </a:lnTo>
                <a:lnTo>
                  <a:pt x="8375038" y="1889660"/>
                </a:lnTo>
                <a:lnTo>
                  <a:pt x="8408823" y="1853489"/>
                </a:lnTo>
                <a:lnTo>
                  <a:pt x="8442885" y="1817630"/>
                </a:lnTo>
                <a:lnTo>
                  <a:pt x="8477221" y="1782084"/>
                </a:lnTo>
                <a:lnTo>
                  <a:pt x="8511829" y="1746853"/>
                </a:lnTo>
                <a:lnTo>
                  <a:pt x="8546706" y="1711937"/>
                </a:lnTo>
                <a:lnTo>
                  <a:pt x="8581851" y="1677337"/>
                </a:lnTo>
                <a:lnTo>
                  <a:pt x="8617261" y="1643056"/>
                </a:lnTo>
                <a:lnTo>
                  <a:pt x="8652934" y="1609093"/>
                </a:lnTo>
                <a:lnTo>
                  <a:pt x="8688867" y="1575450"/>
                </a:lnTo>
                <a:lnTo>
                  <a:pt x="8725058" y="1542128"/>
                </a:lnTo>
                <a:lnTo>
                  <a:pt x="8761506" y="1509129"/>
                </a:lnTo>
                <a:lnTo>
                  <a:pt x="8798207" y="1476452"/>
                </a:lnTo>
                <a:lnTo>
                  <a:pt x="8835159" y="1444101"/>
                </a:lnTo>
                <a:lnTo>
                  <a:pt x="8872360" y="1412075"/>
                </a:lnTo>
                <a:lnTo>
                  <a:pt x="8909808" y="1380375"/>
                </a:lnTo>
                <a:lnTo>
                  <a:pt x="8947501" y="1349004"/>
                </a:lnTo>
                <a:lnTo>
                  <a:pt x="8985435" y="1317962"/>
                </a:lnTo>
                <a:lnTo>
                  <a:pt x="9023610" y="1287250"/>
                </a:lnTo>
                <a:lnTo>
                  <a:pt x="9062022" y="1256869"/>
                </a:lnTo>
                <a:lnTo>
                  <a:pt x="9100669" y="1226820"/>
                </a:lnTo>
                <a:lnTo>
                  <a:pt x="9139549" y="1197105"/>
                </a:lnTo>
                <a:lnTo>
                  <a:pt x="9178660" y="1167725"/>
                </a:lnTo>
                <a:lnTo>
                  <a:pt x="9217999" y="1138681"/>
                </a:lnTo>
                <a:lnTo>
                  <a:pt x="9257564" y="1109974"/>
                </a:lnTo>
                <a:lnTo>
                  <a:pt x="9297353" y="1081604"/>
                </a:lnTo>
                <a:lnTo>
                  <a:pt x="9337364" y="1053574"/>
                </a:lnTo>
                <a:lnTo>
                  <a:pt x="9377594" y="1025884"/>
                </a:lnTo>
                <a:lnTo>
                  <a:pt x="9418040" y="998536"/>
                </a:lnTo>
                <a:lnTo>
                  <a:pt x="9458702" y="971530"/>
                </a:lnTo>
                <a:lnTo>
                  <a:pt x="9499575" y="944868"/>
                </a:lnTo>
                <a:lnTo>
                  <a:pt x="9540659" y="918551"/>
                </a:lnTo>
                <a:lnTo>
                  <a:pt x="9581950" y="892580"/>
                </a:lnTo>
                <a:lnTo>
                  <a:pt x="9623447" y="866956"/>
                </a:lnTo>
                <a:lnTo>
                  <a:pt x="9665147" y="841681"/>
                </a:lnTo>
                <a:lnTo>
                  <a:pt x="9707048" y="816754"/>
                </a:lnTo>
                <a:lnTo>
                  <a:pt x="9749147" y="792179"/>
                </a:lnTo>
                <a:lnTo>
                  <a:pt x="9791443" y="767955"/>
                </a:lnTo>
                <a:lnTo>
                  <a:pt x="9833932" y="744083"/>
                </a:lnTo>
                <a:lnTo>
                  <a:pt x="9876613" y="720566"/>
                </a:lnTo>
                <a:lnTo>
                  <a:pt x="9919484" y="697404"/>
                </a:lnTo>
                <a:lnTo>
                  <a:pt x="9962542" y="674598"/>
                </a:lnTo>
                <a:lnTo>
                  <a:pt x="10005784" y="652149"/>
                </a:lnTo>
                <a:lnTo>
                  <a:pt x="10049209" y="630059"/>
                </a:lnTo>
                <a:lnTo>
                  <a:pt x="10092814" y="608328"/>
                </a:lnTo>
                <a:lnTo>
                  <a:pt x="10136597" y="586958"/>
                </a:lnTo>
                <a:lnTo>
                  <a:pt x="10180556" y="565950"/>
                </a:lnTo>
                <a:lnTo>
                  <a:pt x="10224688" y="545304"/>
                </a:lnTo>
                <a:lnTo>
                  <a:pt x="10268991" y="525023"/>
                </a:lnTo>
                <a:lnTo>
                  <a:pt x="10313463" y="505107"/>
                </a:lnTo>
                <a:lnTo>
                  <a:pt x="10358101" y="485558"/>
                </a:lnTo>
                <a:lnTo>
                  <a:pt x="10402903" y="466376"/>
                </a:lnTo>
                <a:lnTo>
                  <a:pt x="10447868" y="447563"/>
                </a:lnTo>
                <a:lnTo>
                  <a:pt x="10492991" y="429119"/>
                </a:lnTo>
                <a:lnTo>
                  <a:pt x="10538272" y="411046"/>
                </a:lnTo>
                <a:lnTo>
                  <a:pt x="10583708" y="393346"/>
                </a:lnTo>
                <a:lnTo>
                  <a:pt x="10629297" y="376018"/>
                </a:lnTo>
                <a:lnTo>
                  <a:pt x="10675036" y="359065"/>
                </a:lnTo>
                <a:lnTo>
                  <a:pt x="10720923" y="342487"/>
                </a:lnTo>
                <a:lnTo>
                  <a:pt x="10766956" y="326286"/>
                </a:lnTo>
                <a:lnTo>
                  <a:pt x="10813132" y="310462"/>
                </a:lnTo>
                <a:lnTo>
                  <a:pt x="10859450" y="295018"/>
                </a:lnTo>
                <a:lnTo>
                  <a:pt x="10905907" y="279953"/>
                </a:lnTo>
                <a:lnTo>
                  <a:pt x="10952500" y="265269"/>
                </a:lnTo>
                <a:lnTo>
                  <a:pt x="10999227" y="250968"/>
                </a:lnTo>
                <a:lnTo>
                  <a:pt x="11046087" y="237049"/>
                </a:lnTo>
                <a:lnTo>
                  <a:pt x="11093076" y="223516"/>
                </a:lnTo>
                <a:lnTo>
                  <a:pt x="11140193" y="210368"/>
                </a:lnTo>
                <a:lnTo>
                  <a:pt x="11187434" y="197606"/>
                </a:lnTo>
                <a:lnTo>
                  <a:pt x="11234799" y="185233"/>
                </a:lnTo>
                <a:lnTo>
                  <a:pt x="11282284" y="173248"/>
                </a:lnTo>
                <a:lnTo>
                  <a:pt x="11329888" y="161654"/>
                </a:lnTo>
                <a:lnTo>
                  <a:pt x="11377607" y="150451"/>
                </a:lnTo>
                <a:lnTo>
                  <a:pt x="11425440" y="139640"/>
                </a:lnTo>
                <a:lnTo>
                  <a:pt x="11473385" y="129223"/>
                </a:lnTo>
                <a:lnTo>
                  <a:pt x="11521439" y="119201"/>
                </a:lnTo>
                <a:lnTo>
                  <a:pt x="11569599" y="109574"/>
                </a:lnTo>
                <a:lnTo>
                  <a:pt x="11617864" y="100344"/>
                </a:lnTo>
                <a:lnTo>
                  <a:pt x="11666231" y="91512"/>
                </a:lnTo>
                <a:lnTo>
                  <a:pt x="11714698" y="83080"/>
                </a:lnTo>
                <a:lnTo>
                  <a:pt x="11763263" y="75047"/>
                </a:lnTo>
                <a:lnTo>
                  <a:pt x="11811923" y="67417"/>
                </a:lnTo>
                <a:lnTo>
                  <a:pt x="11860676" y="60188"/>
                </a:lnTo>
                <a:lnTo>
                  <a:pt x="11909519" y="53364"/>
                </a:lnTo>
                <a:lnTo>
                  <a:pt x="11958451" y="46944"/>
                </a:lnTo>
                <a:lnTo>
                  <a:pt x="12007470" y="40931"/>
                </a:lnTo>
                <a:lnTo>
                  <a:pt x="12056572" y="35324"/>
                </a:lnTo>
                <a:lnTo>
                  <a:pt x="12105756" y="30126"/>
                </a:lnTo>
                <a:lnTo>
                  <a:pt x="12155019" y="25337"/>
                </a:lnTo>
                <a:lnTo>
                  <a:pt x="12204359" y="20958"/>
                </a:lnTo>
                <a:lnTo>
                  <a:pt x="12253773" y="16991"/>
                </a:lnTo>
                <a:lnTo>
                  <a:pt x="12303260" y="13437"/>
                </a:lnTo>
                <a:lnTo>
                  <a:pt x="12352818" y="10297"/>
                </a:lnTo>
                <a:lnTo>
                  <a:pt x="12402443" y="7572"/>
                </a:lnTo>
                <a:lnTo>
                  <a:pt x="12452133" y="5263"/>
                </a:lnTo>
                <a:lnTo>
                  <a:pt x="12501887" y="3371"/>
                </a:lnTo>
                <a:lnTo>
                  <a:pt x="12551701" y="1898"/>
                </a:lnTo>
                <a:lnTo>
                  <a:pt x="12601574" y="844"/>
                </a:lnTo>
                <a:lnTo>
                  <a:pt x="12651504" y="211"/>
                </a:lnTo>
                <a:lnTo>
                  <a:pt x="12701487" y="0"/>
                </a:lnTo>
                <a:lnTo>
                  <a:pt x="13158798" y="0"/>
                </a:lnTo>
              </a:path>
            </a:pathLst>
          </a:custGeom>
          <a:ln w="19050">
            <a:gradFill>
              <a:gsLst>
                <a:gs pos="15000">
                  <a:schemeClr val="tx2"/>
                </a:gs>
                <a:gs pos="0">
                  <a:schemeClr val="bg1">
                    <a:alpha val="0"/>
                  </a:schemeClr>
                </a:gs>
              </a:gsLst>
              <a:lin ang="5400000" scaled="0"/>
            </a:gradFill>
          </a:ln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4EEB43E4-181F-7295-80FA-E603B81F5F0B}"/>
              </a:ext>
            </a:extLst>
          </p:cNvPr>
          <p:cNvCxnSpPr>
            <a:cxnSpLocks/>
          </p:cNvCxnSpPr>
          <p:nvPr/>
        </p:nvCxnSpPr>
        <p:spPr>
          <a:xfrm flipH="1">
            <a:off x="334962" y="6678798"/>
            <a:ext cx="10980001" cy="0"/>
          </a:xfrm>
          <a:prstGeom prst="line">
            <a:avLst/>
          </a:prstGeom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57419863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065">
          <p15:clr>
            <a:srgbClr val="FBAE40"/>
          </p15:clr>
        </p15:guide>
        <p15:guide id="2" pos="211">
          <p15:clr>
            <a:srgbClr val="FBAE40"/>
          </p15:clr>
        </p15:guide>
        <p15:guide id="3" orient="horz" pos="3997">
          <p15:clr>
            <a:srgbClr val="FBAE40"/>
          </p15:clr>
        </p15:guide>
        <p15:guide id="4" pos="7469">
          <p15:clr>
            <a:srgbClr val="FBAE40"/>
          </p15:clr>
        </p15:guide>
        <p15:guide id="5" orient="horz" pos="232">
          <p15:clr>
            <a:srgbClr val="FBAE40"/>
          </p15:clr>
        </p15:guide>
        <p15:guide id="6" orient="horz" pos="504">
          <p15:clr>
            <a:srgbClr val="FBAE40"/>
          </p15:clr>
        </p15:guide>
        <p15:guide id="7" orient="horz" pos="799">
          <p15:clr>
            <a:srgbClr val="FBAE40"/>
          </p15:clr>
        </p15:guide>
      </p15:sldGuideLst>
    </p:ext>
  </p:extLst>
</p:sldLayout>
</file>

<file path=ppt/slideLayouts/slideLayout10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Índice | Até 14 títulos - Branc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" name="Espaço Reservado para Número de Slide 5">
            <a:extLst>
              <a:ext uri="{FF2B5EF4-FFF2-40B4-BE49-F238E27FC236}">
                <a16:creationId xmlns:a16="http://schemas.microsoft.com/office/drawing/2014/main" id="{8B43B5D6-9411-2916-3463-C0BBC4CE3A6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defRPr sz="11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95" name="Text Placeholder 3">
            <a:extLst>
              <a:ext uri="{FF2B5EF4-FFF2-40B4-BE49-F238E27FC236}">
                <a16:creationId xmlns:a16="http://schemas.microsoft.com/office/drawing/2014/main" id="{1F9E0DEB-08E9-5248-44F9-9916F0925C87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tx1">
                    <a:lumMod val="85000"/>
                    <a:lumOff val="15000"/>
                  </a:schemeClr>
                </a:solidFill>
              </a:defRPr>
            </a:lvl1pPr>
          </a:lstStyle>
          <a:p>
            <a:pPr lvl="0"/>
            <a:r>
              <a:rPr lang="pt-BR"/>
              <a:t>Índice | Até 14 títulos</a:t>
            </a:r>
            <a:endParaRPr lang="en-US"/>
          </a:p>
        </p:txBody>
      </p:sp>
      <p:sp>
        <p:nvSpPr>
          <p:cNvPr id="96" name="Text Placeholder 10">
            <a:extLst>
              <a:ext uri="{FF2B5EF4-FFF2-40B4-BE49-F238E27FC236}">
                <a16:creationId xmlns:a16="http://schemas.microsoft.com/office/drawing/2014/main" id="{86EE135B-8461-A8E5-B808-1CCC5F3ABF32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defRPr sz="900" baseline="0">
                <a:solidFill>
                  <a:schemeClr val="tx1">
                    <a:lumMod val="85000"/>
                    <a:lumOff val="15000"/>
                  </a:schemeClr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7" name="Text Placeholder 21">
            <a:extLst>
              <a:ext uri="{FF2B5EF4-FFF2-40B4-BE49-F238E27FC236}">
                <a16:creationId xmlns:a16="http://schemas.microsoft.com/office/drawing/2014/main" id="{C68EECD8-4868-C403-065A-798C94914B21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1112441" y="1232282"/>
            <a:ext cx="3633266" cy="494267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98" name="Text Placeholder 21">
            <a:extLst>
              <a:ext uri="{FF2B5EF4-FFF2-40B4-BE49-F238E27FC236}">
                <a16:creationId xmlns:a16="http://schemas.microsoft.com/office/drawing/2014/main" id="{377F7479-B5E7-D307-06B9-71E3BA37F3EF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1112441" y="1986612"/>
            <a:ext cx="3633266" cy="502453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99" name="Text Placeholder 21">
            <a:extLst>
              <a:ext uri="{FF2B5EF4-FFF2-40B4-BE49-F238E27FC236}">
                <a16:creationId xmlns:a16="http://schemas.microsoft.com/office/drawing/2014/main" id="{A9CB3A34-F081-C677-A00F-67C1873C062A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1112441" y="2743933"/>
            <a:ext cx="3633266" cy="507526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0" name="Text Placeholder 21">
            <a:extLst>
              <a:ext uri="{FF2B5EF4-FFF2-40B4-BE49-F238E27FC236}">
                <a16:creationId xmlns:a16="http://schemas.microsoft.com/office/drawing/2014/main" id="{66627ED0-3A46-8737-6897-D3BDDB091302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1112441" y="3509439"/>
            <a:ext cx="3633266" cy="507526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1" name="Text Placeholder 21">
            <a:extLst>
              <a:ext uri="{FF2B5EF4-FFF2-40B4-BE49-F238E27FC236}">
                <a16:creationId xmlns:a16="http://schemas.microsoft.com/office/drawing/2014/main" id="{4A98C90D-F543-2D3A-9F32-FF02504B384D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6873479" y="1237476"/>
            <a:ext cx="3633266" cy="491156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2" name="Text Placeholder 21">
            <a:extLst>
              <a:ext uri="{FF2B5EF4-FFF2-40B4-BE49-F238E27FC236}">
                <a16:creationId xmlns:a16="http://schemas.microsoft.com/office/drawing/2014/main" id="{02D303FD-4338-9202-3742-445CFAC544F9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6873479" y="1986612"/>
            <a:ext cx="3633266" cy="499341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3" name="Text Placeholder 21">
            <a:extLst>
              <a:ext uri="{FF2B5EF4-FFF2-40B4-BE49-F238E27FC236}">
                <a16:creationId xmlns:a16="http://schemas.microsoft.com/office/drawing/2014/main" id="{DAB51C54-4BA1-024C-8F1D-E61343BFAC42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873479" y="2743933"/>
            <a:ext cx="3633266" cy="499341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4" name="Text Placeholder 21">
            <a:extLst>
              <a:ext uri="{FF2B5EF4-FFF2-40B4-BE49-F238E27FC236}">
                <a16:creationId xmlns:a16="http://schemas.microsoft.com/office/drawing/2014/main" id="{31C27C31-0117-4C41-7DD9-9A95AE01F9D5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6873479" y="3509439"/>
            <a:ext cx="3633266" cy="504415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5" name="Text Placeholder 21">
            <a:extLst>
              <a:ext uri="{FF2B5EF4-FFF2-40B4-BE49-F238E27FC236}">
                <a16:creationId xmlns:a16="http://schemas.microsoft.com/office/drawing/2014/main" id="{305C7304-230E-F6CE-A76D-99DF1E692F08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334965" y="1237091"/>
            <a:ext cx="562844" cy="562844"/>
          </a:xfrm>
          <a:prstGeom prst="rect">
            <a:avLst/>
          </a:prstGeom>
          <a:noFill/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1.</a:t>
            </a:r>
            <a:endParaRPr lang="pt-BR"/>
          </a:p>
        </p:txBody>
      </p:sp>
      <p:sp>
        <p:nvSpPr>
          <p:cNvPr id="106" name="Text Placeholder 21">
            <a:extLst>
              <a:ext uri="{FF2B5EF4-FFF2-40B4-BE49-F238E27FC236}">
                <a16:creationId xmlns:a16="http://schemas.microsoft.com/office/drawing/2014/main" id="{646BD931-2CC9-4B26-938C-C6A9327B317A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334965" y="1986612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2.</a:t>
            </a:r>
            <a:endParaRPr lang="pt-BR"/>
          </a:p>
        </p:txBody>
      </p:sp>
      <p:sp>
        <p:nvSpPr>
          <p:cNvPr id="107" name="Text Placeholder 21">
            <a:extLst>
              <a:ext uri="{FF2B5EF4-FFF2-40B4-BE49-F238E27FC236}">
                <a16:creationId xmlns:a16="http://schemas.microsoft.com/office/drawing/2014/main" id="{7EF60F9A-51DE-3649-80E7-711C186485AA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334965" y="2743933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3.</a:t>
            </a:r>
            <a:endParaRPr lang="pt-BR"/>
          </a:p>
        </p:txBody>
      </p:sp>
      <p:sp>
        <p:nvSpPr>
          <p:cNvPr id="108" name="Text Placeholder 21">
            <a:extLst>
              <a:ext uri="{FF2B5EF4-FFF2-40B4-BE49-F238E27FC236}">
                <a16:creationId xmlns:a16="http://schemas.microsoft.com/office/drawing/2014/main" id="{454FB385-5582-984D-3BEC-2409DCFBBEA7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334965" y="3509439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4.</a:t>
            </a:r>
            <a:endParaRPr lang="pt-BR"/>
          </a:p>
        </p:txBody>
      </p:sp>
      <p:sp>
        <p:nvSpPr>
          <p:cNvPr id="109" name="Text Placeholder 21">
            <a:extLst>
              <a:ext uri="{FF2B5EF4-FFF2-40B4-BE49-F238E27FC236}">
                <a16:creationId xmlns:a16="http://schemas.microsoft.com/office/drawing/2014/main" id="{48AFB4A3-A713-3B36-5C4C-116B17982407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6096003" y="1242285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8.</a:t>
            </a:r>
            <a:endParaRPr lang="pt-BR"/>
          </a:p>
        </p:txBody>
      </p:sp>
      <p:sp>
        <p:nvSpPr>
          <p:cNvPr id="110" name="Text Placeholder 21">
            <a:extLst>
              <a:ext uri="{FF2B5EF4-FFF2-40B4-BE49-F238E27FC236}">
                <a16:creationId xmlns:a16="http://schemas.microsoft.com/office/drawing/2014/main" id="{455A5A6A-C346-A345-7676-47650852DEC5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6096003" y="1986612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9.</a:t>
            </a:r>
            <a:endParaRPr lang="pt-BR"/>
          </a:p>
        </p:txBody>
      </p:sp>
      <p:sp>
        <p:nvSpPr>
          <p:cNvPr id="111" name="Text Placeholder 21">
            <a:extLst>
              <a:ext uri="{FF2B5EF4-FFF2-40B4-BE49-F238E27FC236}">
                <a16:creationId xmlns:a16="http://schemas.microsoft.com/office/drawing/2014/main" id="{C9036724-53EE-61EA-4F36-0647670CC647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6096003" y="2743933"/>
            <a:ext cx="562844" cy="562844"/>
          </a:xfrm>
          <a:prstGeom prst="rect">
            <a:avLst/>
          </a:prstGeom>
          <a:noFill/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10.</a:t>
            </a:r>
            <a:endParaRPr lang="pt-BR"/>
          </a:p>
        </p:txBody>
      </p:sp>
      <p:sp>
        <p:nvSpPr>
          <p:cNvPr id="112" name="Text Placeholder 21">
            <a:extLst>
              <a:ext uri="{FF2B5EF4-FFF2-40B4-BE49-F238E27FC236}">
                <a16:creationId xmlns:a16="http://schemas.microsoft.com/office/drawing/2014/main" id="{59FC8DE1-DA8C-E6FC-0074-C1233AE33862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6096003" y="3509439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11.</a:t>
            </a:r>
            <a:endParaRPr lang="pt-BR"/>
          </a:p>
        </p:txBody>
      </p:sp>
      <p:sp>
        <p:nvSpPr>
          <p:cNvPr id="113" name="Text Placeholder 21">
            <a:extLst>
              <a:ext uri="{FF2B5EF4-FFF2-40B4-BE49-F238E27FC236}">
                <a16:creationId xmlns:a16="http://schemas.microsoft.com/office/drawing/2014/main" id="{CD7EC131-607A-502B-D5DB-EACD3848C447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1112441" y="4285152"/>
            <a:ext cx="3633266" cy="507526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14" name="Text Placeholder 21">
            <a:extLst>
              <a:ext uri="{FF2B5EF4-FFF2-40B4-BE49-F238E27FC236}">
                <a16:creationId xmlns:a16="http://schemas.microsoft.com/office/drawing/2014/main" id="{39366CD8-736E-E9F0-1631-408CE9342B73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6873479" y="4285152"/>
            <a:ext cx="3633266" cy="504415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15" name="Text Placeholder 21">
            <a:extLst>
              <a:ext uri="{FF2B5EF4-FFF2-40B4-BE49-F238E27FC236}">
                <a16:creationId xmlns:a16="http://schemas.microsoft.com/office/drawing/2014/main" id="{A36BD412-4DD9-0776-5A73-B5939ACF9185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334965" y="4285152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5.</a:t>
            </a:r>
            <a:endParaRPr lang="pt-BR"/>
          </a:p>
        </p:txBody>
      </p:sp>
      <p:sp>
        <p:nvSpPr>
          <p:cNvPr id="116" name="Text Placeholder 21">
            <a:extLst>
              <a:ext uri="{FF2B5EF4-FFF2-40B4-BE49-F238E27FC236}">
                <a16:creationId xmlns:a16="http://schemas.microsoft.com/office/drawing/2014/main" id="{0D56432C-F90B-BE78-9849-16EDFA25EDF3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6096003" y="4285152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12.</a:t>
            </a:r>
            <a:endParaRPr lang="pt-BR"/>
          </a:p>
        </p:txBody>
      </p:sp>
      <p:sp>
        <p:nvSpPr>
          <p:cNvPr id="26" name="Text Placeholder 21">
            <a:extLst>
              <a:ext uri="{FF2B5EF4-FFF2-40B4-BE49-F238E27FC236}">
                <a16:creationId xmlns:a16="http://schemas.microsoft.com/office/drawing/2014/main" id="{C5B1F338-8D07-6165-2984-C97D76B836F9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1112441" y="5064614"/>
            <a:ext cx="3633266" cy="507526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27" name="Text Placeholder 21">
            <a:extLst>
              <a:ext uri="{FF2B5EF4-FFF2-40B4-BE49-F238E27FC236}">
                <a16:creationId xmlns:a16="http://schemas.microsoft.com/office/drawing/2014/main" id="{6AC2D12D-986D-3DD5-FBFC-D384978B998E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6873479" y="5064614"/>
            <a:ext cx="3633266" cy="504415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28" name="Text Placeholder 21">
            <a:extLst>
              <a:ext uri="{FF2B5EF4-FFF2-40B4-BE49-F238E27FC236}">
                <a16:creationId xmlns:a16="http://schemas.microsoft.com/office/drawing/2014/main" id="{91E97FC2-9348-4E3B-00E5-76B9F5F34636}"/>
              </a:ext>
            </a:extLst>
          </p:cNvPr>
          <p:cNvSpPr>
            <a:spLocks noGrp="1"/>
          </p:cNvSpPr>
          <p:nvPr>
            <p:ph type="body" sz="quarter" idx="39" hasCustomPrompt="1"/>
          </p:nvPr>
        </p:nvSpPr>
        <p:spPr>
          <a:xfrm>
            <a:off x="334965" y="5064614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6.</a:t>
            </a:r>
            <a:endParaRPr lang="pt-BR"/>
          </a:p>
        </p:txBody>
      </p:sp>
      <p:sp>
        <p:nvSpPr>
          <p:cNvPr id="29" name="Text Placeholder 21">
            <a:extLst>
              <a:ext uri="{FF2B5EF4-FFF2-40B4-BE49-F238E27FC236}">
                <a16:creationId xmlns:a16="http://schemas.microsoft.com/office/drawing/2014/main" id="{10FCC27C-9F7B-60DD-448A-FA5C70190D61}"/>
              </a:ext>
            </a:extLst>
          </p:cNvPr>
          <p:cNvSpPr>
            <a:spLocks noGrp="1"/>
          </p:cNvSpPr>
          <p:nvPr>
            <p:ph type="body" sz="quarter" idx="40" hasCustomPrompt="1"/>
          </p:nvPr>
        </p:nvSpPr>
        <p:spPr>
          <a:xfrm>
            <a:off x="6096003" y="5064614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13.</a:t>
            </a:r>
            <a:endParaRPr lang="pt-BR"/>
          </a:p>
        </p:txBody>
      </p:sp>
      <p:sp>
        <p:nvSpPr>
          <p:cNvPr id="30" name="Text Placeholder 21">
            <a:extLst>
              <a:ext uri="{FF2B5EF4-FFF2-40B4-BE49-F238E27FC236}">
                <a16:creationId xmlns:a16="http://schemas.microsoft.com/office/drawing/2014/main" id="{647A3C75-F52C-9572-4AC8-DF3C9EC74895}"/>
              </a:ext>
            </a:extLst>
          </p:cNvPr>
          <p:cNvSpPr>
            <a:spLocks noGrp="1"/>
          </p:cNvSpPr>
          <p:nvPr>
            <p:ph type="body" sz="quarter" idx="41" hasCustomPrompt="1"/>
          </p:nvPr>
        </p:nvSpPr>
        <p:spPr>
          <a:xfrm>
            <a:off x="1112441" y="5840327"/>
            <a:ext cx="3633266" cy="507526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31" name="Text Placeholder 21">
            <a:extLst>
              <a:ext uri="{FF2B5EF4-FFF2-40B4-BE49-F238E27FC236}">
                <a16:creationId xmlns:a16="http://schemas.microsoft.com/office/drawing/2014/main" id="{CF181672-FCCE-ED51-44CD-B257A5102052}"/>
              </a:ext>
            </a:extLst>
          </p:cNvPr>
          <p:cNvSpPr>
            <a:spLocks noGrp="1"/>
          </p:cNvSpPr>
          <p:nvPr>
            <p:ph type="body" sz="quarter" idx="42" hasCustomPrompt="1"/>
          </p:nvPr>
        </p:nvSpPr>
        <p:spPr>
          <a:xfrm>
            <a:off x="6873479" y="5840327"/>
            <a:ext cx="3633266" cy="504415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32" name="Text Placeholder 21">
            <a:extLst>
              <a:ext uri="{FF2B5EF4-FFF2-40B4-BE49-F238E27FC236}">
                <a16:creationId xmlns:a16="http://schemas.microsoft.com/office/drawing/2014/main" id="{C4E37429-91F7-9872-16AB-E9D998B9B034}"/>
              </a:ext>
            </a:extLst>
          </p:cNvPr>
          <p:cNvSpPr>
            <a:spLocks noGrp="1"/>
          </p:cNvSpPr>
          <p:nvPr>
            <p:ph type="body" sz="quarter" idx="43" hasCustomPrompt="1"/>
          </p:nvPr>
        </p:nvSpPr>
        <p:spPr>
          <a:xfrm>
            <a:off x="334965" y="5840327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7.</a:t>
            </a:r>
            <a:endParaRPr lang="pt-BR"/>
          </a:p>
        </p:txBody>
      </p:sp>
      <p:sp>
        <p:nvSpPr>
          <p:cNvPr id="33" name="Text Placeholder 21">
            <a:extLst>
              <a:ext uri="{FF2B5EF4-FFF2-40B4-BE49-F238E27FC236}">
                <a16:creationId xmlns:a16="http://schemas.microsoft.com/office/drawing/2014/main" id="{996E1AEB-6FC0-93DB-7162-B62353FB6F67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6096003" y="5840327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14.</a:t>
            </a:r>
            <a:endParaRPr lang="pt-BR"/>
          </a:p>
        </p:txBody>
      </p:sp>
      <p:sp>
        <p:nvSpPr>
          <p:cNvPr id="3" name="Picture 8">
            <a:extLst>
              <a:ext uri="{FF2B5EF4-FFF2-40B4-BE49-F238E27FC236}">
                <a16:creationId xmlns:a16="http://schemas.microsoft.com/office/drawing/2014/main" id="{FA2E0788-A75A-5FD1-87DF-D30CAABD5AB4}"/>
              </a:ext>
            </a:extLst>
          </p:cNvPr>
          <p:cNvSpPr/>
          <p:nvPr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tx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/>
          </a:p>
        </p:txBody>
      </p:sp>
      <p:cxnSp>
        <p:nvCxnSpPr>
          <p:cNvPr id="2" name="Straight Connector 1">
            <a:extLst>
              <a:ext uri="{FF2B5EF4-FFF2-40B4-BE49-F238E27FC236}">
                <a16:creationId xmlns:a16="http://schemas.microsoft.com/office/drawing/2014/main" id="{7A0549EC-8DC2-05D6-2003-C541A12B95F9}"/>
              </a:ext>
            </a:extLst>
          </p:cNvPr>
          <p:cNvCxnSpPr>
            <a:cxnSpLocks/>
          </p:cNvCxnSpPr>
          <p:nvPr/>
        </p:nvCxnSpPr>
        <p:spPr>
          <a:xfrm>
            <a:off x="0" y="169333"/>
            <a:ext cx="12229571" cy="0"/>
          </a:xfrm>
          <a:prstGeom prst="line">
            <a:avLst/>
          </a:prstGeom>
          <a:ln w="190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object 4">
            <a:extLst>
              <a:ext uri="{FF2B5EF4-FFF2-40B4-BE49-F238E27FC236}">
                <a16:creationId xmlns:a16="http://schemas.microsoft.com/office/drawing/2014/main" id="{35B88CBE-64E8-46FB-48E7-E570DE983617}"/>
              </a:ext>
            </a:extLst>
          </p:cNvPr>
          <p:cNvSpPr/>
          <p:nvPr/>
        </p:nvSpPr>
        <p:spPr>
          <a:xfrm rot="10247908" flipH="1">
            <a:off x="4106509" y="-4146683"/>
            <a:ext cx="8001039" cy="5749648"/>
          </a:xfrm>
          <a:custGeom>
            <a:avLst/>
            <a:gdLst>
              <a:gd name="connsiteX0" fmla="*/ 0 w 13940157"/>
              <a:gd name="connsiteY0" fmla="*/ 9200719 h 9456078"/>
              <a:gd name="connsiteX1" fmla="*/ 781360 w 13940157"/>
              <a:gd name="connsiteY1" fmla="*/ 9456078 h 9456078"/>
              <a:gd name="connsiteX2" fmla="*/ 831337 w 13940157"/>
              <a:gd name="connsiteY2" fmla="*/ 9455836 h 9456078"/>
              <a:gd name="connsiteX3" fmla="*/ 881253 w 13940157"/>
              <a:gd name="connsiteY3" fmla="*/ 9455111 h 9456078"/>
              <a:gd name="connsiteX4" fmla="*/ 931102 w 13940157"/>
              <a:gd name="connsiteY4" fmla="*/ 9453904 h 9456078"/>
              <a:gd name="connsiteX5" fmla="*/ 980884 w 13940157"/>
              <a:gd name="connsiteY5" fmla="*/ 9452217 h 9456078"/>
              <a:gd name="connsiteX6" fmla="*/ 1030594 w 13940157"/>
              <a:gd name="connsiteY6" fmla="*/ 9450052 h 9456078"/>
              <a:gd name="connsiteX7" fmla="*/ 1080230 w 13940157"/>
              <a:gd name="connsiteY7" fmla="*/ 9447409 h 9456078"/>
              <a:gd name="connsiteX8" fmla="*/ 1129789 w 13940157"/>
              <a:gd name="connsiteY8" fmla="*/ 9444290 h 9456078"/>
              <a:gd name="connsiteX9" fmla="*/ 1179267 w 13940157"/>
              <a:gd name="connsiteY9" fmla="*/ 9440698 h 9456078"/>
              <a:gd name="connsiteX10" fmla="*/ 1228662 w 13940157"/>
              <a:gd name="connsiteY10" fmla="*/ 9436632 h 9456078"/>
              <a:gd name="connsiteX11" fmla="*/ 1277970 w 13940157"/>
              <a:gd name="connsiteY11" fmla="*/ 9432096 h 9456078"/>
              <a:gd name="connsiteX12" fmla="*/ 1327189 w 13940157"/>
              <a:gd name="connsiteY12" fmla="*/ 9427089 h 9456078"/>
              <a:gd name="connsiteX13" fmla="*/ 1376316 w 13940157"/>
              <a:gd name="connsiteY13" fmla="*/ 9421615 h 9456078"/>
              <a:gd name="connsiteX14" fmla="*/ 1425347 w 13940157"/>
              <a:gd name="connsiteY14" fmla="*/ 9415673 h 9456078"/>
              <a:gd name="connsiteX15" fmla="*/ 1474280 w 13940157"/>
              <a:gd name="connsiteY15" fmla="*/ 9409267 h 9456078"/>
              <a:gd name="connsiteX16" fmla="*/ 1523111 w 13940157"/>
              <a:gd name="connsiteY16" fmla="*/ 9402396 h 9456078"/>
              <a:gd name="connsiteX17" fmla="*/ 1571838 w 13940157"/>
              <a:gd name="connsiteY17" fmla="*/ 9395063 h 9456078"/>
              <a:gd name="connsiteX18" fmla="*/ 1620458 w 13940157"/>
              <a:gd name="connsiteY18" fmla="*/ 9387270 h 9456078"/>
              <a:gd name="connsiteX19" fmla="*/ 1668967 w 13940157"/>
              <a:gd name="connsiteY19" fmla="*/ 9379017 h 9456078"/>
              <a:gd name="connsiteX20" fmla="*/ 1717362 w 13940157"/>
              <a:gd name="connsiteY20" fmla="*/ 9370306 h 9456078"/>
              <a:gd name="connsiteX21" fmla="*/ 1765641 w 13940157"/>
              <a:gd name="connsiteY21" fmla="*/ 9361139 h 9456078"/>
              <a:gd name="connsiteX22" fmla="*/ 1813800 w 13940157"/>
              <a:gd name="connsiteY22" fmla="*/ 9351517 h 9456078"/>
              <a:gd name="connsiteX23" fmla="*/ 1861837 w 13940157"/>
              <a:gd name="connsiteY23" fmla="*/ 9341441 h 9456078"/>
              <a:gd name="connsiteX24" fmla="*/ 1909749 w 13940157"/>
              <a:gd name="connsiteY24" fmla="*/ 9330914 h 9456078"/>
              <a:gd name="connsiteX25" fmla="*/ 1957532 w 13940157"/>
              <a:gd name="connsiteY25" fmla="*/ 9319936 h 9456078"/>
              <a:gd name="connsiteX26" fmla="*/ 2005183 w 13940157"/>
              <a:gd name="connsiteY26" fmla="*/ 9308509 h 9456078"/>
              <a:gd name="connsiteX27" fmla="*/ 2052699 w 13940157"/>
              <a:gd name="connsiteY27" fmla="*/ 9296635 h 9456078"/>
              <a:gd name="connsiteX28" fmla="*/ 2100079 w 13940157"/>
              <a:gd name="connsiteY28" fmla="*/ 9284315 h 9456078"/>
              <a:gd name="connsiteX29" fmla="*/ 2147317 w 13940157"/>
              <a:gd name="connsiteY29" fmla="*/ 9271550 h 9456078"/>
              <a:gd name="connsiteX30" fmla="*/ 2194412 w 13940157"/>
              <a:gd name="connsiteY30" fmla="*/ 9258342 h 9456078"/>
              <a:gd name="connsiteX31" fmla="*/ 2241360 w 13940157"/>
              <a:gd name="connsiteY31" fmla="*/ 9244693 h 9456078"/>
              <a:gd name="connsiteX32" fmla="*/ 2288159 w 13940157"/>
              <a:gd name="connsiteY32" fmla="*/ 9230604 h 9456078"/>
              <a:gd name="connsiteX33" fmla="*/ 2334805 w 13940157"/>
              <a:gd name="connsiteY33" fmla="*/ 9216076 h 9456078"/>
              <a:gd name="connsiteX34" fmla="*/ 2381295 w 13940157"/>
              <a:gd name="connsiteY34" fmla="*/ 9201111 h 9456078"/>
              <a:gd name="connsiteX35" fmla="*/ 2427627 w 13940157"/>
              <a:gd name="connsiteY35" fmla="*/ 9185710 h 9456078"/>
              <a:gd name="connsiteX36" fmla="*/ 2473797 w 13940157"/>
              <a:gd name="connsiteY36" fmla="*/ 9169876 h 9456078"/>
              <a:gd name="connsiteX37" fmla="*/ 2519802 w 13940157"/>
              <a:gd name="connsiteY37" fmla="*/ 9153608 h 9456078"/>
              <a:gd name="connsiteX38" fmla="*/ 2565640 w 13940157"/>
              <a:gd name="connsiteY38" fmla="*/ 9136910 h 9456078"/>
              <a:gd name="connsiteX39" fmla="*/ 2611307 w 13940157"/>
              <a:gd name="connsiteY39" fmla="*/ 9119782 h 9456078"/>
              <a:gd name="connsiteX40" fmla="*/ 2656800 w 13940157"/>
              <a:gd name="connsiteY40" fmla="*/ 9102226 h 9456078"/>
              <a:gd name="connsiteX41" fmla="*/ 2702116 w 13940157"/>
              <a:gd name="connsiteY41" fmla="*/ 9084243 h 9456078"/>
              <a:gd name="connsiteX42" fmla="*/ 2747253 w 13940157"/>
              <a:gd name="connsiteY42" fmla="*/ 9065835 h 9456078"/>
              <a:gd name="connsiteX43" fmla="*/ 2792207 w 13940157"/>
              <a:gd name="connsiteY43" fmla="*/ 9047004 h 9456078"/>
              <a:gd name="connsiteX44" fmla="*/ 2836975 w 13940157"/>
              <a:gd name="connsiteY44" fmla="*/ 9027750 h 9456078"/>
              <a:gd name="connsiteX45" fmla="*/ 2881555 w 13940157"/>
              <a:gd name="connsiteY45" fmla="*/ 9008075 h 9456078"/>
              <a:gd name="connsiteX46" fmla="*/ 2925942 w 13940157"/>
              <a:gd name="connsiteY46" fmla="*/ 8987981 h 9456078"/>
              <a:gd name="connsiteX47" fmla="*/ 2970135 w 13940157"/>
              <a:gd name="connsiteY47" fmla="*/ 8967470 h 9456078"/>
              <a:gd name="connsiteX48" fmla="*/ 3014130 w 13940157"/>
              <a:gd name="connsiteY48" fmla="*/ 8946542 h 9456078"/>
              <a:gd name="connsiteX49" fmla="*/ 3057924 w 13940157"/>
              <a:gd name="connsiteY49" fmla="*/ 8925199 h 9456078"/>
              <a:gd name="connsiteX50" fmla="*/ 3101514 w 13940157"/>
              <a:gd name="connsiteY50" fmla="*/ 8903443 h 9456078"/>
              <a:gd name="connsiteX51" fmla="*/ 3144898 w 13940157"/>
              <a:gd name="connsiteY51" fmla="*/ 8881275 h 9456078"/>
              <a:gd name="connsiteX52" fmla="*/ 3188071 w 13940157"/>
              <a:gd name="connsiteY52" fmla="*/ 8858697 h 9456078"/>
              <a:gd name="connsiteX53" fmla="*/ 3231032 w 13940157"/>
              <a:gd name="connsiteY53" fmla="*/ 8835710 h 9456078"/>
              <a:gd name="connsiteX54" fmla="*/ 3273777 w 13940157"/>
              <a:gd name="connsiteY54" fmla="*/ 8812316 h 9456078"/>
              <a:gd name="connsiteX55" fmla="*/ 3316303 w 13940157"/>
              <a:gd name="connsiteY55" fmla="*/ 8788516 h 9456078"/>
              <a:gd name="connsiteX56" fmla="*/ 3358607 w 13940157"/>
              <a:gd name="connsiteY56" fmla="*/ 8764311 h 9456078"/>
              <a:gd name="connsiteX57" fmla="*/ 3400686 w 13940157"/>
              <a:gd name="connsiteY57" fmla="*/ 8739704 h 9456078"/>
              <a:gd name="connsiteX58" fmla="*/ 3442537 w 13940157"/>
              <a:gd name="connsiteY58" fmla="*/ 8714695 h 9456078"/>
              <a:gd name="connsiteX59" fmla="*/ 3484157 w 13940157"/>
              <a:gd name="connsiteY59" fmla="*/ 8689286 h 9456078"/>
              <a:gd name="connsiteX60" fmla="*/ 3525543 w 13940157"/>
              <a:gd name="connsiteY60" fmla="*/ 8663479 h 9456078"/>
              <a:gd name="connsiteX61" fmla="*/ 3566693 w 13940157"/>
              <a:gd name="connsiteY61" fmla="*/ 8637274 h 9456078"/>
              <a:gd name="connsiteX62" fmla="*/ 3607602 w 13940157"/>
              <a:gd name="connsiteY62" fmla="*/ 8610675 h 9456078"/>
              <a:gd name="connsiteX63" fmla="*/ 3648268 w 13940157"/>
              <a:gd name="connsiteY63" fmla="*/ 8583681 h 9456078"/>
              <a:gd name="connsiteX64" fmla="*/ 3688689 w 13940157"/>
              <a:gd name="connsiteY64" fmla="*/ 8556295 h 9456078"/>
              <a:gd name="connsiteX65" fmla="*/ 3728860 w 13940157"/>
              <a:gd name="connsiteY65" fmla="*/ 8528517 h 9456078"/>
              <a:gd name="connsiteX66" fmla="*/ 3768779 w 13940157"/>
              <a:gd name="connsiteY66" fmla="*/ 8500351 h 9456078"/>
              <a:gd name="connsiteX67" fmla="*/ 3808443 w 13940157"/>
              <a:gd name="connsiteY67" fmla="*/ 8471796 h 9456078"/>
              <a:gd name="connsiteX68" fmla="*/ 3847849 w 13940157"/>
              <a:gd name="connsiteY68" fmla="*/ 8442854 h 9456078"/>
              <a:gd name="connsiteX69" fmla="*/ 3886994 w 13940157"/>
              <a:gd name="connsiteY69" fmla="*/ 8413528 h 9456078"/>
              <a:gd name="connsiteX70" fmla="*/ 3925875 w 13940157"/>
              <a:gd name="connsiteY70" fmla="*/ 8383818 h 9456078"/>
              <a:gd name="connsiteX71" fmla="*/ 3964489 w 13940157"/>
              <a:gd name="connsiteY71" fmla="*/ 8353726 h 9456078"/>
              <a:gd name="connsiteX72" fmla="*/ 4002833 w 13940157"/>
              <a:gd name="connsiteY72" fmla="*/ 8323253 h 9456078"/>
              <a:gd name="connsiteX73" fmla="*/ 4040904 w 13940157"/>
              <a:gd name="connsiteY73" fmla="*/ 8292401 h 9456078"/>
              <a:gd name="connsiteX74" fmla="*/ 4078699 w 13940157"/>
              <a:gd name="connsiteY74" fmla="*/ 8261172 h 9456078"/>
              <a:gd name="connsiteX75" fmla="*/ 4116214 w 13940157"/>
              <a:gd name="connsiteY75" fmla="*/ 8229566 h 9456078"/>
              <a:gd name="connsiteX76" fmla="*/ 4153447 w 13940157"/>
              <a:gd name="connsiteY76" fmla="*/ 8197585 h 9456078"/>
              <a:gd name="connsiteX77" fmla="*/ 4190395 w 13940157"/>
              <a:gd name="connsiteY77" fmla="*/ 8165232 h 9456078"/>
              <a:gd name="connsiteX78" fmla="*/ 4227055 w 13940157"/>
              <a:gd name="connsiteY78" fmla="*/ 8132507 h 9456078"/>
              <a:gd name="connsiteX79" fmla="*/ 4263424 w 13940157"/>
              <a:gd name="connsiteY79" fmla="*/ 8099411 h 9456078"/>
              <a:gd name="connsiteX80" fmla="*/ 4299499 w 13940157"/>
              <a:gd name="connsiteY80" fmla="*/ 8065947 h 9456078"/>
              <a:gd name="connsiteX81" fmla="*/ 4335276 w 13940157"/>
              <a:gd name="connsiteY81" fmla="*/ 8032115 h 9456078"/>
              <a:gd name="connsiteX82" fmla="*/ 4370753 w 13940157"/>
              <a:gd name="connsiteY82" fmla="*/ 7997918 h 9456078"/>
              <a:gd name="connsiteX83" fmla="*/ 4405927 w 13940157"/>
              <a:gd name="connsiteY83" fmla="*/ 7963356 h 9456078"/>
              <a:gd name="connsiteX84" fmla="*/ 4440795 w 13940157"/>
              <a:gd name="connsiteY84" fmla="*/ 7928432 h 9456078"/>
              <a:gd name="connsiteX85" fmla="*/ 4475354 w 13940157"/>
              <a:gd name="connsiteY85" fmla="*/ 7893146 h 9456078"/>
              <a:gd name="connsiteX86" fmla="*/ 4509600 w 13940157"/>
              <a:gd name="connsiteY86" fmla="*/ 7857501 h 9456078"/>
              <a:gd name="connsiteX87" fmla="*/ 4543531 w 13940157"/>
              <a:gd name="connsiteY87" fmla="*/ 7821497 h 9456078"/>
              <a:gd name="connsiteX88" fmla="*/ 4577143 w 13940157"/>
              <a:gd name="connsiteY88" fmla="*/ 7785136 h 9456078"/>
              <a:gd name="connsiteX89" fmla="*/ 4610435 w 13940157"/>
              <a:gd name="connsiteY89" fmla="*/ 7748420 h 9456078"/>
              <a:gd name="connsiteX90" fmla="*/ 4643402 w 13940157"/>
              <a:gd name="connsiteY90" fmla="*/ 7711350 h 9456078"/>
              <a:gd name="connsiteX91" fmla="*/ 4676042 w 13940157"/>
              <a:gd name="connsiteY91" fmla="*/ 7673928 h 9456078"/>
              <a:gd name="connsiteX92" fmla="*/ 4708351 w 13940157"/>
              <a:gd name="connsiteY92" fmla="*/ 7636155 h 9456078"/>
              <a:gd name="connsiteX93" fmla="*/ 4740327 w 13940157"/>
              <a:gd name="connsiteY93" fmla="*/ 7598032 h 9456078"/>
              <a:gd name="connsiteX94" fmla="*/ 4771967 w 13940157"/>
              <a:gd name="connsiteY94" fmla="*/ 7559561 h 9456078"/>
              <a:gd name="connsiteX95" fmla="*/ 4803267 w 13940157"/>
              <a:gd name="connsiteY95" fmla="*/ 7520744 h 9456078"/>
              <a:gd name="connsiteX96" fmla="*/ 4834225 w 13940157"/>
              <a:gd name="connsiteY96" fmla="*/ 7481582 h 9456078"/>
              <a:gd name="connsiteX97" fmla="*/ 4864838 w 13940157"/>
              <a:gd name="connsiteY97" fmla="*/ 7442077 h 9456078"/>
              <a:gd name="connsiteX98" fmla="*/ 8803671 w 13940157"/>
              <a:gd name="connsiteY98" fmla="*/ 2307814 h 9456078"/>
              <a:gd name="connsiteX99" fmla="*/ 8834262 w 13940157"/>
              <a:gd name="connsiteY99" fmla="*/ 2268285 h 9456078"/>
              <a:gd name="connsiteX100" fmla="*/ 8865156 w 13940157"/>
              <a:gd name="connsiteY100" fmla="*/ 2229056 h 9456078"/>
              <a:gd name="connsiteX101" fmla="*/ 8896349 w 13940157"/>
              <a:gd name="connsiteY101" fmla="*/ 2190127 h 9456078"/>
              <a:gd name="connsiteX102" fmla="*/ 8927839 w 13940157"/>
              <a:gd name="connsiteY102" fmla="*/ 2151500 h 9456078"/>
              <a:gd name="connsiteX103" fmla="*/ 8959624 w 13940157"/>
              <a:gd name="connsiteY103" fmla="*/ 2113176 h 9456078"/>
              <a:gd name="connsiteX104" fmla="*/ 8991701 w 13940157"/>
              <a:gd name="connsiteY104" fmla="*/ 2075157 h 9456078"/>
              <a:gd name="connsiteX105" fmla="*/ 9024069 w 13940157"/>
              <a:gd name="connsiteY105" fmla="*/ 2037442 h 9456078"/>
              <a:gd name="connsiteX106" fmla="*/ 9056725 w 13940157"/>
              <a:gd name="connsiteY106" fmla="*/ 2000034 h 9456078"/>
              <a:gd name="connsiteX107" fmla="*/ 9089667 w 13940157"/>
              <a:gd name="connsiteY107" fmla="*/ 1962934 h 9456078"/>
              <a:gd name="connsiteX108" fmla="*/ 9122892 w 13940157"/>
              <a:gd name="connsiteY108" fmla="*/ 1926142 h 9456078"/>
              <a:gd name="connsiteX109" fmla="*/ 9156398 w 13940157"/>
              <a:gd name="connsiteY109" fmla="*/ 1889660 h 9456078"/>
              <a:gd name="connsiteX110" fmla="*/ 9190183 w 13940157"/>
              <a:gd name="connsiteY110" fmla="*/ 1853489 h 9456078"/>
              <a:gd name="connsiteX111" fmla="*/ 9224245 w 13940157"/>
              <a:gd name="connsiteY111" fmla="*/ 1817630 h 9456078"/>
              <a:gd name="connsiteX112" fmla="*/ 9258581 w 13940157"/>
              <a:gd name="connsiteY112" fmla="*/ 1782084 h 9456078"/>
              <a:gd name="connsiteX113" fmla="*/ 9293189 w 13940157"/>
              <a:gd name="connsiteY113" fmla="*/ 1746853 h 9456078"/>
              <a:gd name="connsiteX114" fmla="*/ 9328066 w 13940157"/>
              <a:gd name="connsiteY114" fmla="*/ 1711937 h 9456078"/>
              <a:gd name="connsiteX115" fmla="*/ 9363211 w 13940157"/>
              <a:gd name="connsiteY115" fmla="*/ 1677337 h 9456078"/>
              <a:gd name="connsiteX116" fmla="*/ 9398621 w 13940157"/>
              <a:gd name="connsiteY116" fmla="*/ 1643056 h 9456078"/>
              <a:gd name="connsiteX117" fmla="*/ 9434294 w 13940157"/>
              <a:gd name="connsiteY117" fmla="*/ 1609093 h 9456078"/>
              <a:gd name="connsiteX118" fmla="*/ 9470227 w 13940157"/>
              <a:gd name="connsiteY118" fmla="*/ 1575450 h 9456078"/>
              <a:gd name="connsiteX119" fmla="*/ 9506418 w 13940157"/>
              <a:gd name="connsiteY119" fmla="*/ 1542128 h 9456078"/>
              <a:gd name="connsiteX120" fmla="*/ 9542866 w 13940157"/>
              <a:gd name="connsiteY120" fmla="*/ 1509129 h 9456078"/>
              <a:gd name="connsiteX121" fmla="*/ 9579567 w 13940157"/>
              <a:gd name="connsiteY121" fmla="*/ 1476452 h 9456078"/>
              <a:gd name="connsiteX122" fmla="*/ 9616519 w 13940157"/>
              <a:gd name="connsiteY122" fmla="*/ 1444101 h 9456078"/>
              <a:gd name="connsiteX123" fmla="*/ 9653720 w 13940157"/>
              <a:gd name="connsiteY123" fmla="*/ 1412075 h 9456078"/>
              <a:gd name="connsiteX124" fmla="*/ 9691168 w 13940157"/>
              <a:gd name="connsiteY124" fmla="*/ 1380375 h 9456078"/>
              <a:gd name="connsiteX125" fmla="*/ 9728861 w 13940157"/>
              <a:gd name="connsiteY125" fmla="*/ 1349004 h 9456078"/>
              <a:gd name="connsiteX126" fmla="*/ 9766795 w 13940157"/>
              <a:gd name="connsiteY126" fmla="*/ 1317962 h 9456078"/>
              <a:gd name="connsiteX127" fmla="*/ 9804970 w 13940157"/>
              <a:gd name="connsiteY127" fmla="*/ 1287250 h 9456078"/>
              <a:gd name="connsiteX128" fmla="*/ 9843382 w 13940157"/>
              <a:gd name="connsiteY128" fmla="*/ 1256869 h 9456078"/>
              <a:gd name="connsiteX129" fmla="*/ 9882029 w 13940157"/>
              <a:gd name="connsiteY129" fmla="*/ 1226820 h 9456078"/>
              <a:gd name="connsiteX130" fmla="*/ 9920909 w 13940157"/>
              <a:gd name="connsiteY130" fmla="*/ 1197105 h 9456078"/>
              <a:gd name="connsiteX131" fmla="*/ 9960020 w 13940157"/>
              <a:gd name="connsiteY131" fmla="*/ 1167725 h 9456078"/>
              <a:gd name="connsiteX132" fmla="*/ 9999359 w 13940157"/>
              <a:gd name="connsiteY132" fmla="*/ 1138681 h 9456078"/>
              <a:gd name="connsiteX133" fmla="*/ 10038924 w 13940157"/>
              <a:gd name="connsiteY133" fmla="*/ 1109974 h 9456078"/>
              <a:gd name="connsiteX134" fmla="*/ 10078713 w 13940157"/>
              <a:gd name="connsiteY134" fmla="*/ 1081604 h 9456078"/>
              <a:gd name="connsiteX135" fmla="*/ 10118724 w 13940157"/>
              <a:gd name="connsiteY135" fmla="*/ 1053574 h 9456078"/>
              <a:gd name="connsiteX136" fmla="*/ 10158954 w 13940157"/>
              <a:gd name="connsiteY136" fmla="*/ 1025884 h 9456078"/>
              <a:gd name="connsiteX137" fmla="*/ 10199400 w 13940157"/>
              <a:gd name="connsiteY137" fmla="*/ 998536 h 9456078"/>
              <a:gd name="connsiteX138" fmla="*/ 10240062 w 13940157"/>
              <a:gd name="connsiteY138" fmla="*/ 971530 h 9456078"/>
              <a:gd name="connsiteX139" fmla="*/ 10280935 w 13940157"/>
              <a:gd name="connsiteY139" fmla="*/ 944868 h 9456078"/>
              <a:gd name="connsiteX140" fmla="*/ 10322019 w 13940157"/>
              <a:gd name="connsiteY140" fmla="*/ 918551 h 9456078"/>
              <a:gd name="connsiteX141" fmla="*/ 10363310 w 13940157"/>
              <a:gd name="connsiteY141" fmla="*/ 892580 h 9456078"/>
              <a:gd name="connsiteX142" fmla="*/ 10404807 w 13940157"/>
              <a:gd name="connsiteY142" fmla="*/ 866956 h 9456078"/>
              <a:gd name="connsiteX143" fmla="*/ 10446507 w 13940157"/>
              <a:gd name="connsiteY143" fmla="*/ 841681 h 9456078"/>
              <a:gd name="connsiteX144" fmla="*/ 10488408 w 13940157"/>
              <a:gd name="connsiteY144" fmla="*/ 816754 h 9456078"/>
              <a:gd name="connsiteX145" fmla="*/ 10530507 w 13940157"/>
              <a:gd name="connsiteY145" fmla="*/ 792179 h 9456078"/>
              <a:gd name="connsiteX146" fmla="*/ 10572803 w 13940157"/>
              <a:gd name="connsiteY146" fmla="*/ 767955 h 9456078"/>
              <a:gd name="connsiteX147" fmla="*/ 10615292 w 13940157"/>
              <a:gd name="connsiteY147" fmla="*/ 744083 h 9456078"/>
              <a:gd name="connsiteX148" fmla="*/ 10657973 w 13940157"/>
              <a:gd name="connsiteY148" fmla="*/ 720566 h 9456078"/>
              <a:gd name="connsiteX149" fmla="*/ 10700844 w 13940157"/>
              <a:gd name="connsiteY149" fmla="*/ 697404 h 9456078"/>
              <a:gd name="connsiteX150" fmla="*/ 10743902 w 13940157"/>
              <a:gd name="connsiteY150" fmla="*/ 674598 h 9456078"/>
              <a:gd name="connsiteX151" fmla="*/ 10787144 w 13940157"/>
              <a:gd name="connsiteY151" fmla="*/ 652149 h 9456078"/>
              <a:gd name="connsiteX152" fmla="*/ 10830569 w 13940157"/>
              <a:gd name="connsiteY152" fmla="*/ 630059 h 9456078"/>
              <a:gd name="connsiteX153" fmla="*/ 10874174 w 13940157"/>
              <a:gd name="connsiteY153" fmla="*/ 608328 h 9456078"/>
              <a:gd name="connsiteX154" fmla="*/ 10917957 w 13940157"/>
              <a:gd name="connsiteY154" fmla="*/ 586958 h 9456078"/>
              <a:gd name="connsiteX155" fmla="*/ 10961916 w 13940157"/>
              <a:gd name="connsiteY155" fmla="*/ 565950 h 9456078"/>
              <a:gd name="connsiteX156" fmla="*/ 11006048 w 13940157"/>
              <a:gd name="connsiteY156" fmla="*/ 545304 h 9456078"/>
              <a:gd name="connsiteX157" fmla="*/ 11050351 w 13940157"/>
              <a:gd name="connsiteY157" fmla="*/ 525023 h 9456078"/>
              <a:gd name="connsiteX158" fmla="*/ 11094823 w 13940157"/>
              <a:gd name="connsiteY158" fmla="*/ 505107 h 9456078"/>
              <a:gd name="connsiteX159" fmla="*/ 11139461 w 13940157"/>
              <a:gd name="connsiteY159" fmla="*/ 485558 h 9456078"/>
              <a:gd name="connsiteX160" fmla="*/ 11184263 w 13940157"/>
              <a:gd name="connsiteY160" fmla="*/ 466376 h 9456078"/>
              <a:gd name="connsiteX161" fmla="*/ 11229228 w 13940157"/>
              <a:gd name="connsiteY161" fmla="*/ 447563 h 9456078"/>
              <a:gd name="connsiteX162" fmla="*/ 11274351 w 13940157"/>
              <a:gd name="connsiteY162" fmla="*/ 429119 h 9456078"/>
              <a:gd name="connsiteX163" fmla="*/ 11319632 w 13940157"/>
              <a:gd name="connsiteY163" fmla="*/ 411046 h 9456078"/>
              <a:gd name="connsiteX164" fmla="*/ 11365068 w 13940157"/>
              <a:gd name="connsiteY164" fmla="*/ 393346 h 9456078"/>
              <a:gd name="connsiteX165" fmla="*/ 11410657 w 13940157"/>
              <a:gd name="connsiteY165" fmla="*/ 376018 h 9456078"/>
              <a:gd name="connsiteX166" fmla="*/ 11456396 w 13940157"/>
              <a:gd name="connsiteY166" fmla="*/ 359065 h 9456078"/>
              <a:gd name="connsiteX167" fmla="*/ 11502283 w 13940157"/>
              <a:gd name="connsiteY167" fmla="*/ 342487 h 9456078"/>
              <a:gd name="connsiteX168" fmla="*/ 11548316 w 13940157"/>
              <a:gd name="connsiteY168" fmla="*/ 326286 h 9456078"/>
              <a:gd name="connsiteX169" fmla="*/ 11594492 w 13940157"/>
              <a:gd name="connsiteY169" fmla="*/ 310462 h 9456078"/>
              <a:gd name="connsiteX170" fmla="*/ 11640810 w 13940157"/>
              <a:gd name="connsiteY170" fmla="*/ 295018 h 9456078"/>
              <a:gd name="connsiteX171" fmla="*/ 11687267 w 13940157"/>
              <a:gd name="connsiteY171" fmla="*/ 279953 h 9456078"/>
              <a:gd name="connsiteX172" fmla="*/ 11733860 w 13940157"/>
              <a:gd name="connsiteY172" fmla="*/ 265269 h 9456078"/>
              <a:gd name="connsiteX173" fmla="*/ 11780587 w 13940157"/>
              <a:gd name="connsiteY173" fmla="*/ 250968 h 9456078"/>
              <a:gd name="connsiteX174" fmla="*/ 11827447 w 13940157"/>
              <a:gd name="connsiteY174" fmla="*/ 237049 h 9456078"/>
              <a:gd name="connsiteX175" fmla="*/ 11874436 w 13940157"/>
              <a:gd name="connsiteY175" fmla="*/ 223516 h 9456078"/>
              <a:gd name="connsiteX176" fmla="*/ 11921553 w 13940157"/>
              <a:gd name="connsiteY176" fmla="*/ 210368 h 9456078"/>
              <a:gd name="connsiteX177" fmla="*/ 11968794 w 13940157"/>
              <a:gd name="connsiteY177" fmla="*/ 197606 h 9456078"/>
              <a:gd name="connsiteX178" fmla="*/ 12016159 w 13940157"/>
              <a:gd name="connsiteY178" fmla="*/ 185233 h 9456078"/>
              <a:gd name="connsiteX179" fmla="*/ 12063644 w 13940157"/>
              <a:gd name="connsiteY179" fmla="*/ 173248 h 9456078"/>
              <a:gd name="connsiteX180" fmla="*/ 12111248 w 13940157"/>
              <a:gd name="connsiteY180" fmla="*/ 161654 h 9456078"/>
              <a:gd name="connsiteX181" fmla="*/ 12158967 w 13940157"/>
              <a:gd name="connsiteY181" fmla="*/ 150451 h 9456078"/>
              <a:gd name="connsiteX182" fmla="*/ 12206800 w 13940157"/>
              <a:gd name="connsiteY182" fmla="*/ 139640 h 9456078"/>
              <a:gd name="connsiteX183" fmla="*/ 12254745 w 13940157"/>
              <a:gd name="connsiteY183" fmla="*/ 129223 h 9456078"/>
              <a:gd name="connsiteX184" fmla="*/ 12302799 w 13940157"/>
              <a:gd name="connsiteY184" fmla="*/ 119201 h 9456078"/>
              <a:gd name="connsiteX185" fmla="*/ 12350959 w 13940157"/>
              <a:gd name="connsiteY185" fmla="*/ 109574 h 9456078"/>
              <a:gd name="connsiteX186" fmla="*/ 12399224 w 13940157"/>
              <a:gd name="connsiteY186" fmla="*/ 100344 h 9456078"/>
              <a:gd name="connsiteX187" fmla="*/ 12447591 w 13940157"/>
              <a:gd name="connsiteY187" fmla="*/ 91512 h 9456078"/>
              <a:gd name="connsiteX188" fmla="*/ 12496058 w 13940157"/>
              <a:gd name="connsiteY188" fmla="*/ 83080 h 9456078"/>
              <a:gd name="connsiteX189" fmla="*/ 12544623 w 13940157"/>
              <a:gd name="connsiteY189" fmla="*/ 75047 h 9456078"/>
              <a:gd name="connsiteX190" fmla="*/ 12593283 w 13940157"/>
              <a:gd name="connsiteY190" fmla="*/ 67417 h 9456078"/>
              <a:gd name="connsiteX191" fmla="*/ 12642036 w 13940157"/>
              <a:gd name="connsiteY191" fmla="*/ 60188 h 9456078"/>
              <a:gd name="connsiteX192" fmla="*/ 12690879 w 13940157"/>
              <a:gd name="connsiteY192" fmla="*/ 53364 h 9456078"/>
              <a:gd name="connsiteX193" fmla="*/ 12739811 w 13940157"/>
              <a:gd name="connsiteY193" fmla="*/ 46944 h 9456078"/>
              <a:gd name="connsiteX194" fmla="*/ 12788830 w 13940157"/>
              <a:gd name="connsiteY194" fmla="*/ 40931 h 9456078"/>
              <a:gd name="connsiteX195" fmla="*/ 12837932 w 13940157"/>
              <a:gd name="connsiteY195" fmla="*/ 35324 h 9456078"/>
              <a:gd name="connsiteX196" fmla="*/ 12887116 w 13940157"/>
              <a:gd name="connsiteY196" fmla="*/ 30126 h 9456078"/>
              <a:gd name="connsiteX197" fmla="*/ 12936379 w 13940157"/>
              <a:gd name="connsiteY197" fmla="*/ 25337 h 9456078"/>
              <a:gd name="connsiteX198" fmla="*/ 12985719 w 13940157"/>
              <a:gd name="connsiteY198" fmla="*/ 20958 h 9456078"/>
              <a:gd name="connsiteX199" fmla="*/ 13035133 w 13940157"/>
              <a:gd name="connsiteY199" fmla="*/ 16991 h 9456078"/>
              <a:gd name="connsiteX200" fmla="*/ 13084620 w 13940157"/>
              <a:gd name="connsiteY200" fmla="*/ 13437 h 9456078"/>
              <a:gd name="connsiteX201" fmla="*/ 13134178 w 13940157"/>
              <a:gd name="connsiteY201" fmla="*/ 10297 h 9456078"/>
              <a:gd name="connsiteX202" fmla="*/ 13183803 w 13940157"/>
              <a:gd name="connsiteY202" fmla="*/ 7572 h 9456078"/>
              <a:gd name="connsiteX203" fmla="*/ 13233493 w 13940157"/>
              <a:gd name="connsiteY203" fmla="*/ 5263 h 9456078"/>
              <a:gd name="connsiteX204" fmla="*/ 13283247 w 13940157"/>
              <a:gd name="connsiteY204" fmla="*/ 3371 h 9456078"/>
              <a:gd name="connsiteX205" fmla="*/ 13333061 w 13940157"/>
              <a:gd name="connsiteY205" fmla="*/ 1898 h 9456078"/>
              <a:gd name="connsiteX206" fmla="*/ 13382934 w 13940157"/>
              <a:gd name="connsiteY206" fmla="*/ 844 h 9456078"/>
              <a:gd name="connsiteX207" fmla="*/ 13432864 w 13940157"/>
              <a:gd name="connsiteY207" fmla="*/ 211 h 9456078"/>
              <a:gd name="connsiteX208" fmla="*/ 13482847 w 13940157"/>
              <a:gd name="connsiteY208" fmla="*/ 0 h 9456078"/>
              <a:gd name="connsiteX209" fmla="*/ 13940158 w 13940157"/>
              <a:gd name="connsiteY209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49234 w 13158799"/>
              <a:gd name="connsiteY5" fmla="*/ 9450052 h 9456078"/>
              <a:gd name="connsiteX6" fmla="*/ 298870 w 13158799"/>
              <a:gd name="connsiteY6" fmla="*/ 9447409 h 9456078"/>
              <a:gd name="connsiteX7" fmla="*/ 348429 w 13158799"/>
              <a:gd name="connsiteY7" fmla="*/ 9444290 h 9456078"/>
              <a:gd name="connsiteX8" fmla="*/ 397907 w 13158799"/>
              <a:gd name="connsiteY8" fmla="*/ 9440698 h 9456078"/>
              <a:gd name="connsiteX9" fmla="*/ 447302 w 13158799"/>
              <a:gd name="connsiteY9" fmla="*/ 9436632 h 9456078"/>
              <a:gd name="connsiteX10" fmla="*/ 496610 w 13158799"/>
              <a:gd name="connsiteY10" fmla="*/ 9432096 h 9456078"/>
              <a:gd name="connsiteX11" fmla="*/ 545829 w 13158799"/>
              <a:gd name="connsiteY11" fmla="*/ 9427089 h 9456078"/>
              <a:gd name="connsiteX12" fmla="*/ 594956 w 13158799"/>
              <a:gd name="connsiteY12" fmla="*/ 9421615 h 9456078"/>
              <a:gd name="connsiteX13" fmla="*/ 643987 w 13158799"/>
              <a:gd name="connsiteY13" fmla="*/ 9415673 h 9456078"/>
              <a:gd name="connsiteX14" fmla="*/ 692920 w 13158799"/>
              <a:gd name="connsiteY14" fmla="*/ 9409267 h 9456078"/>
              <a:gd name="connsiteX15" fmla="*/ 741751 w 13158799"/>
              <a:gd name="connsiteY15" fmla="*/ 9402396 h 9456078"/>
              <a:gd name="connsiteX16" fmla="*/ 790478 w 13158799"/>
              <a:gd name="connsiteY16" fmla="*/ 9395063 h 9456078"/>
              <a:gd name="connsiteX17" fmla="*/ 839098 w 13158799"/>
              <a:gd name="connsiteY17" fmla="*/ 9387270 h 9456078"/>
              <a:gd name="connsiteX18" fmla="*/ 887607 w 13158799"/>
              <a:gd name="connsiteY18" fmla="*/ 9379017 h 9456078"/>
              <a:gd name="connsiteX19" fmla="*/ 936002 w 13158799"/>
              <a:gd name="connsiteY19" fmla="*/ 9370306 h 9456078"/>
              <a:gd name="connsiteX20" fmla="*/ 984281 w 13158799"/>
              <a:gd name="connsiteY20" fmla="*/ 9361139 h 9456078"/>
              <a:gd name="connsiteX21" fmla="*/ 1032440 w 13158799"/>
              <a:gd name="connsiteY21" fmla="*/ 9351517 h 9456078"/>
              <a:gd name="connsiteX22" fmla="*/ 1080477 w 13158799"/>
              <a:gd name="connsiteY22" fmla="*/ 9341441 h 9456078"/>
              <a:gd name="connsiteX23" fmla="*/ 1128389 w 13158799"/>
              <a:gd name="connsiteY23" fmla="*/ 9330914 h 9456078"/>
              <a:gd name="connsiteX24" fmla="*/ 1176172 w 13158799"/>
              <a:gd name="connsiteY24" fmla="*/ 9319936 h 9456078"/>
              <a:gd name="connsiteX25" fmla="*/ 1223823 w 13158799"/>
              <a:gd name="connsiteY25" fmla="*/ 9308509 h 9456078"/>
              <a:gd name="connsiteX26" fmla="*/ 1271339 w 13158799"/>
              <a:gd name="connsiteY26" fmla="*/ 9296635 h 9456078"/>
              <a:gd name="connsiteX27" fmla="*/ 1318719 w 13158799"/>
              <a:gd name="connsiteY27" fmla="*/ 9284315 h 9456078"/>
              <a:gd name="connsiteX28" fmla="*/ 1365957 w 13158799"/>
              <a:gd name="connsiteY28" fmla="*/ 9271550 h 9456078"/>
              <a:gd name="connsiteX29" fmla="*/ 1413052 w 13158799"/>
              <a:gd name="connsiteY29" fmla="*/ 9258342 h 9456078"/>
              <a:gd name="connsiteX30" fmla="*/ 1460000 w 13158799"/>
              <a:gd name="connsiteY30" fmla="*/ 9244693 h 9456078"/>
              <a:gd name="connsiteX31" fmla="*/ 1506799 w 13158799"/>
              <a:gd name="connsiteY31" fmla="*/ 9230604 h 9456078"/>
              <a:gd name="connsiteX32" fmla="*/ 1553445 w 13158799"/>
              <a:gd name="connsiteY32" fmla="*/ 9216076 h 9456078"/>
              <a:gd name="connsiteX33" fmla="*/ 1599935 w 13158799"/>
              <a:gd name="connsiteY33" fmla="*/ 9201111 h 9456078"/>
              <a:gd name="connsiteX34" fmla="*/ 1646267 w 13158799"/>
              <a:gd name="connsiteY34" fmla="*/ 9185710 h 9456078"/>
              <a:gd name="connsiteX35" fmla="*/ 1692437 w 13158799"/>
              <a:gd name="connsiteY35" fmla="*/ 9169876 h 9456078"/>
              <a:gd name="connsiteX36" fmla="*/ 1738442 w 13158799"/>
              <a:gd name="connsiteY36" fmla="*/ 9153608 h 9456078"/>
              <a:gd name="connsiteX37" fmla="*/ 1784280 w 13158799"/>
              <a:gd name="connsiteY37" fmla="*/ 9136910 h 9456078"/>
              <a:gd name="connsiteX38" fmla="*/ 1829947 w 13158799"/>
              <a:gd name="connsiteY38" fmla="*/ 9119782 h 9456078"/>
              <a:gd name="connsiteX39" fmla="*/ 1875440 w 13158799"/>
              <a:gd name="connsiteY39" fmla="*/ 9102226 h 9456078"/>
              <a:gd name="connsiteX40" fmla="*/ 1920756 w 13158799"/>
              <a:gd name="connsiteY40" fmla="*/ 9084243 h 9456078"/>
              <a:gd name="connsiteX41" fmla="*/ 1965893 w 13158799"/>
              <a:gd name="connsiteY41" fmla="*/ 9065835 h 9456078"/>
              <a:gd name="connsiteX42" fmla="*/ 2010847 w 13158799"/>
              <a:gd name="connsiteY42" fmla="*/ 9047004 h 9456078"/>
              <a:gd name="connsiteX43" fmla="*/ 2055615 w 13158799"/>
              <a:gd name="connsiteY43" fmla="*/ 9027750 h 9456078"/>
              <a:gd name="connsiteX44" fmla="*/ 2100195 w 13158799"/>
              <a:gd name="connsiteY44" fmla="*/ 9008075 h 9456078"/>
              <a:gd name="connsiteX45" fmla="*/ 2144582 w 13158799"/>
              <a:gd name="connsiteY45" fmla="*/ 8987981 h 9456078"/>
              <a:gd name="connsiteX46" fmla="*/ 2188775 w 13158799"/>
              <a:gd name="connsiteY46" fmla="*/ 8967470 h 9456078"/>
              <a:gd name="connsiteX47" fmla="*/ 2232770 w 13158799"/>
              <a:gd name="connsiteY47" fmla="*/ 8946542 h 9456078"/>
              <a:gd name="connsiteX48" fmla="*/ 2276564 w 13158799"/>
              <a:gd name="connsiteY48" fmla="*/ 8925199 h 9456078"/>
              <a:gd name="connsiteX49" fmla="*/ 2320154 w 13158799"/>
              <a:gd name="connsiteY49" fmla="*/ 8903443 h 9456078"/>
              <a:gd name="connsiteX50" fmla="*/ 2363538 w 13158799"/>
              <a:gd name="connsiteY50" fmla="*/ 8881275 h 9456078"/>
              <a:gd name="connsiteX51" fmla="*/ 2406711 w 13158799"/>
              <a:gd name="connsiteY51" fmla="*/ 8858697 h 9456078"/>
              <a:gd name="connsiteX52" fmla="*/ 2449672 w 13158799"/>
              <a:gd name="connsiteY52" fmla="*/ 8835710 h 9456078"/>
              <a:gd name="connsiteX53" fmla="*/ 2492417 w 13158799"/>
              <a:gd name="connsiteY53" fmla="*/ 8812316 h 9456078"/>
              <a:gd name="connsiteX54" fmla="*/ 2534943 w 13158799"/>
              <a:gd name="connsiteY54" fmla="*/ 8788516 h 9456078"/>
              <a:gd name="connsiteX55" fmla="*/ 2577247 w 13158799"/>
              <a:gd name="connsiteY55" fmla="*/ 8764311 h 9456078"/>
              <a:gd name="connsiteX56" fmla="*/ 2619326 w 13158799"/>
              <a:gd name="connsiteY56" fmla="*/ 8739704 h 9456078"/>
              <a:gd name="connsiteX57" fmla="*/ 2661177 w 13158799"/>
              <a:gd name="connsiteY57" fmla="*/ 8714695 h 9456078"/>
              <a:gd name="connsiteX58" fmla="*/ 2702797 w 13158799"/>
              <a:gd name="connsiteY58" fmla="*/ 8689286 h 9456078"/>
              <a:gd name="connsiteX59" fmla="*/ 2744183 w 13158799"/>
              <a:gd name="connsiteY59" fmla="*/ 8663479 h 9456078"/>
              <a:gd name="connsiteX60" fmla="*/ 2785333 w 13158799"/>
              <a:gd name="connsiteY60" fmla="*/ 8637274 h 9456078"/>
              <a:gd name="connsiteX61" fmla="*/ 2826242 w 13158799"/>
              <a:gd name="connsiteY61" fmla="*/ 8610675 h 9456078"/>
              <a:gd name="connsiteX62" fmla="*/ 2866908 w 13158799"/>
              <a:gd name="connsiteY62" fmla="*/ 8583681 h 9456078"/>
              <a:gd name="connsiteX63" fmla="*/ 2907329 w 13158799"/>
              <a:gd name="connsiteY63" fmla="*/ 8556295 h 9456078"/>
              <a:gd name="connsiteX64" fmla="*/ 2947500 w 13158799"/>
              <a:gd name="connsiteY64" fmla="*/ 8528517 h 9456078"/>
              <a:gd name="connsiteX65" fmla="*/ 2987419 w 13158799"/>
              <a:gd name="connsiteY65" fmla="*/ 8500351 h 9456078"/>
              <a:gd name="connsiteX66" fmla="*/ 3027083 w 13158799"/>
              <a:gd name="connsiteY66" fmla="*/ 8471796 h 9456078"/>
              <a:gd name="connsiteX67" fmla="*/ 3066489 w 13158799"/>
              <a:gd name="connsiteY67" fmla="*/ 8442854 h 9456078"/>
              <a:gd name="connsiteX68" fmla="*/ 3105634 w 13158799"/>
              <a:gd name="connsiteY68" fmla="*/ 8413528 h 9456078"/>
              <a:gd name="connsiteX69" fmla="*/ 3144515 w 13158799"/>
              <a:gd name="connsiteY69" fmla="*/ 8383818 h 9456078"/>
              <a:gd name="connsiteX70" fmla="*/ 3183129 w 13158799"/>
              <a:gd name="connsiteY70" fmla="*/ 8353726 h 9456078"/>
              <a:gd name="connsiteX71" fmla="*/ 3221473 w 13158799"/>
              <a:gd name="connsiteY71" fmla="*/ 8323253 h 9456078"/>
              <a:gd name="connsiteX72" fmla="*/ 3259544 w 13158799"/>
              <a:gd name="connsiteY72" fmla="*/ 8292401 h 9456078"/>
              <a:gd name="connsiteX73" fmla="*/ 3297339 w 13158799"/>
              <a:gd name="connsiteY73" fmla="*/ 8261172 h 9456078"/>
              <a:gd name="connsiteX74" fmla="*/ 3334854 w 13158799"/>
              <a:gd name="connsiteY74" fmla="*/ 8229566 h 9456078"/>
              <a:gd name="connsiteX75" fmla="*/ 3372087 w 13158799"/>
              <a:gd name="connsiteY75" fmla="*/ 8197585 h 9456078"/>
              <a:gd name="connsiteX76" fmla="*/ 3409035 w 13158799"/>
              <a:gd name="connsiteY76" fmla="*/ 8165232 h 9456078"/>
              <a:gd name="connsiteX77" fmla="*/ 3445695 w 13158799"/>
              <a:gd name="connsiteY77" fmla="*/ 8132507 h 9456078"/>
              <a:gd name="connsiteX78" fmla="*/ 3482064 w 13158799"/>
              <a:gd name="connsiteY78" fmla="*/ 8099411 h 9456078"/>
              <a:gd name="connsiteX79" fmla="*/ 3518139 w 13158799"/>
              <a:gd name="connsiteY79" fmla="*/ 8065947 h 9456078"/>
              <a:gd name="connsiteX80" fmla="*/ 3553916 w 13158799"/>
              <a:gd name="connsiteY80" fmla="*/ 8032115 h 9456078"/>
              <a:gd name="connsiteX81" fmla="*/ 3589393 w 13158799"/>
              <a:gd name="connsiteY81" fmla="*/ 7997918 h 9456078"/>
              <a:gd name="connsiteX82" fmla="*/ 3624567 w 13158799"/>
              <a:gd name="connsiteY82" fmla="*/ 7963356 h 9456078"/>
              <a:gd name="connsiteX83" fmla="*/ 3659435 w 13158799"/>
              <a:gd name="connsiteY83" fmla="*/ 7928432 h 9456078"/>
              <a:gd name="connsiteX84" fmla="*/ 3693994 w 13158799"/>
              <a:gd name="connsiteY84" fmla="*/ 7893146 h 9456078"/>
              <a:gd name="connsiteX85" fmla="*/ 3728240 w 13158799"/>
              <a:gd name="connsiteY85" fmla="*/ 7857501 h 9456078"/>
              <a:gd name="connsiteX86" fmla="*/ 3762171 w 13158799"/>
              <a:gd name="connsiteY86" fmla="*/ 7821497 h 9456078"/>
              <a:gd name="connsiteX87" fmla="*/ 3795783 w 13158799"/>
              <a:gd name="connsiteY87" fmla="*/ 7785136 h 9456078"/>
              <a:gd name="connsiteX88" fmla="*/ 3829075 w 13158799"/>
              <a:gd name="connsiteY88" fmla="*/ 7748420 h 9456078"/>
              <a:gd name="connsiteX89" fmla="*/ 3862042 w 13158799"/>
              <a:gd name="connsiteY89" fmla="*/ 7711350 h 9456078"/>
              <a:gd name="connsiteX90" fmla="*/ 3894682 w 13158799"/>
              <a:gd name="connsiteY90" fmla="*/ 7673928 h 9456078"/>
              <a:gd name="connsiteX91" fmla="*/ 3926991 w 13158799"/>
              <a:gd name="connsiteY91" fmla="*/ 7636155 h 9456078"/>
              <a:gd name="connsiteX92" fmla="*/ 3958967 w 13158799"/>
              <a:gd name="connsiteY92" fmla="*/ 7598032 h 9456078"/>
              <a:gd name="connsiteX93" fmla="*/ 3990607 w 13158799"/>
              <a:gd name="connsiteY93" fmla="*/ 7559561 h 9456078"/>
              <a:gd name="connsiteX94" fmla="*/ 4021907 w 13158799"/>
              <a:gd name="connsiteY94" fmla="*/ 7520744 h 9456078"/>
              <a:gd name="connsiteX95" fmla="*/ 4052865 w 13158799"/>
              <a:gd name="connsiteY95" fmla="*/ 7481582 h 9456078"/>
              <a:gd name="connsiteX96" fmla="*/ 4083478 w 13158799"/>
              <a:gd name="connsiteY96" fmla="*/ 7442077 h 9456078"/>
              <a:gd name="connsiteX97" fmla="*/ 8022311 w 13158799"/>
              <a:gd name="connsiteY97" fmla="*/ 2307814 h 9456078"/>
              <a:gd name="connsiteX98" fmla="*/ 8052902 w 13158799"/>
              <a:gd name="connsiteY98" fmla="*/ 2268285 h 9456078"/>
              <a:gd name="connsiteX99" fmla="*/ 8083796 w 13158799"/>
              <a:gd name="connsiteY99" fmla="*/ 2229056 h 9456078"/>
              <a:gd name="connsiteX100" fmla="*/ 8114989 w 13158799"/>
              <a:gd name="connsiteY100" fmla="*/ 2190127 h 9456078"/>
              <a:gd name="connsiteX101" fmla="*/ 8146479 w 13158799"/>
              <a:gd name="connsiteY101" fmla="*/ 2151500 h 9456078"/>
              <a:gd name="connsiteX102" fmla="*/ 8178264 w 13158799"/>
              <a:gd name="connsiteY102" fmla="*/ 2113176 h 9456078"/>
              <a:gd name="connsiteX103" fmla="*/ 8210341 w 13158799"/>
              <a:gd name="connsiteY103" fmla="*/ 2075157 h 9456078"/>
              <a:gd name="connsiteX104" fmla="*/ 8242709 w 13158799"/>
              <a:gd name="connsiteY104" fmla="*/ 2037442 h 9456078"/>
              <a:gd name="connsiteX105" fmla="*/ 8275365 w 13158799"/>
              <a:gd name="connsiteY105" fmla="*/ 2000034 h 9456078"/>
              <a:gd name="connsiteX106" fmla="*/ 8308307 w 13158799"/>
              <a:gd name="connsiteY106" fmla="*/ 1962934 h 9456078"/>
              <a:gd name="connsiteX107" fmla="*/ 8341532 w 13158799"/>
              <a:gd name="connsiteY107" fmla="*/ 1926142 h 9456078"/>
              <a:gd name="connsiteX108" fmla="*/ 8375038 w 13158799"/>
              <a:gd name="connsiteY108" fmla="*/ 1889660 h 9456078"/>
              <a:gd name="connsiteX109" fmla="*/ 8408823 w 13158799"/>
              <a:gd name="connsiteY109" fmla="*/ 1853489 h 9456078"/>
              <a:gd name="connsiteX110" fmla="*/ 8442885 w 13158799"/>
              <a:gd name="connsiteY110" fmla="*/ 1817630 h 9456078"/>
              <a:gd name="connsiteX111" fmla="*/ 8477221 w 13158799"/>
              <a:gd name="connsiteY111" fmla="*/ 1782084 h 9456078"/>
              <a:gd name="connsiteX112" fmla="*/ 8511829 w 13158799"/>
              <a:gd name="connsiteY112" fmla="*/ 1746853 h 9456078"/>
              <a:gd name="connsiteX113" fmla="*/ 8546706 w 13158799"/>
              <a:gd name="connsiteY113" fmla="*/ 1711937 h 9456078"/>
              <a:gd name="connsiteX114" fmla="*/ 8581851 w 13158799"/>
              <a:gd name="connsiteY114" fmla="*/ 1677337 h 9456078"/>
              <a:gd name="connsiteX115" fmla="*/ 8617261 w 13158799"/>
              <a:gd name="connsiteY115" fmla="*/ 1643056 h 9456078"/>
              <a:gd name="connsiteX116" fmla="*/ 8652934 w 13158799"/>
              <a:gd name="connsiteY116" fmla="*/ 1609093 h 9456078"/>
              <a:gd name="connsiteX117" fmla="*/ 8688867 w 13158799"/>
              <a:gd name="connsiteY117" fmla="*/ 1575450 h 9456078"/>
              <a:gd name="connsiteX118" fmla="*/ 8725058 w 13158799"/>
              <a:gd name="connsiteY118" fmla="*/ 1542128 h 9456078"/>
              <a:gd name="connsiteX119" fmla="*/ 8761506 w 13158799"/>
              <a:gd name="connsiteY119" fmla="*/ 1509129 h 9456078"/>
              <a:gd name="connsiteX120" fmla="*/ 8798207 w 13158799"/>
              <a:gd name="connsiteY120" fmla="*/ 1476452 h 9456078"/>
              <a:gd name="connsiteX121" fmla="*/ 8835159 w 13158799"/>
              <a:gd name="connsiteY121" fmla="*/ 1444101 h 9456078"/>
              <a:gd name="connsiteX122" fmla="*/ 8872360 w 13158799"/>
              <a:gd name="connsiteY122" fmla="*/ 1412075 h 9456078"/>
              <a:gd name="connsiteX123" fmla="*/ 8909808 w 13158799"/>
              <a:gd name="connsiteY123" fmla="*/ 1380375 h 9456078"/>
              <a:gd name="connsiteX124" fmla="*/ 8947501 w 13158799"/>
              <a:gd name="connsiteY124" fmla="*/ 1349004 h 9456078"/>
              <a:gd name="connsiteX125" fmla="*/ 8985435 w 13158799"/>
              <a:gd name="connsiteY125" fmla="*/ 1317962 h 9456078"/>
              <a:gd name="connsiteX126" fmla="*/ 9023610 w 13158799"/>
              <a:gd name="connsiteY126" fmla="*/ 1287250 h 9456078"/>
              <a:gd name="connsiteX127" fmla="*/ 9062022 w 13158799"/>
              <a:gd name="connsiteY127" fmla="*/ 1256869 h 9456078"/>
              <a:gd name="connsiteX128" fmla="*/ 9100669 w 13158799"/>
              <a:gd name="connsiteY128" fmla="*/ 1226820 h 9456078"/>
              <a:gd name="connsiteX129" fmla="*/ 9139549 w 13158799"/>
              <a:gd name="connsiteY129" fmla="*/ 1197105 h 9456078"/>
              <a:gd name="connsiteX130" fmla="*/ 9178660 w 13158799"/>
              <a:gd name="connsiteY130" fmla="*/ 1167725 h 9456078"/>
              <a:gd name="connsiteX131" fmla="*/ 9217999 w 13158799"/>
              <a:gd name="connsiteY131" fmla="*/ 1138681 h 9456078"/>
              <a:gd name="connsiteX132" fmla="*/ 9257564 w 13158799"/>
              <a:gd name="connsiteY132" fmla="*/ 1109974 h 9456078"/>
              <a:gd name="connsiteX133" fmla="*/ 9297353 w 13158799"/>
              <a:gd name="connsiteY133" fmla="*/ 1081604 h 9456078"/>
              <a:gd name="connsiteX134" fmla="*/ 9337364 w 13158799"/>
              <a:gd name="connsiteY134" fmla="*/ 1053574 h 9456078"/>
              <a:gd name="connsiteX135" fmla="*/ 9377594 w 13158799"/>
              <a:gd name="connsiteY135" fmla="*/ 1025884 h 9456078"/>
              <a:gd name="connsiteX136" fmla="*/ 9418040 w 13158799"/>
              <a:gd name="connsiteY136" fmla="*/ 998536 h 9456078"/>
              <a:gd name="connsiteX137" fmla="*/ 9458702 w 13158799"/>
              <a:gd name="connsiteY137" fmla="*/ 971530 h 9456078"/>
              <a:gd name="connsiteX138" fmla="*/ 9499575 w 13158799"/>
              <a:gd name="connsiteY138" fmla="*/ 944868 h 9456078"/>
              <a:gd name="connsiteX139" fmla="*/ 9540659 w 13158799"/>
              <a:gd name="connsiteY139" fmla="*/ 918551 h 9456078"/>
              <a:gd name="connsiteX140" fmla="*/ 9581950 w 13158799"/>
              <a:gd name="connsiteY140" fmla="*/ 892580 h 9456078"/>
              <a:gd name="connsiteX141" fmla="*/ 9623447 w 13158799"/>
              <a:gd name="connsiteY141" fmla="*/ 866956 h 9456078"/>
              <a:gd name="connsiteX142" fmla="*/ 9665147 w 13158799"/>
              <a:gd name="connsiteY142" fmla="*/ 841681 h 9456078"/>
              <a:gd name="connsiteX143" fmla="*/ 9707048 w 13158799"/>
              <a:gd name="connsiteY143" fmla="*/ 816754 h 9456078"/>
              <a:gd name="connsiteX144" fmla="*/ 9749147 w 13158799"/>
              <a:gd name="connsiteY144" fmla="*/ 792179 h 9456078"/>
              <a:gd name="connsiteX145" fmla="*/ 9791443 w 13158799"/>
              <a:gd name="connsiteY145" fmla="*/ 767955 h 9456078"/>
              <a:gd name="connsiteX146" fmla="*/ 9833932 w 13158799"/>
              <a:gd name="connsiteY146" fmla="*/ 744083 h 9456078"/>
              <a:gd name="connsiteX147" fmla="*/ 9876613 w 13158799"/>
              <a:gd name="connsiteY147" fmla="*/ 720566 h 9456078"/>
              <a:gd name="connsiteX148" fmla="*/ 9919484 w 13158799"/>
              <a:gd name="connsiteY148" fmla="*/ 697404 h 9456078"/>
              <a:gd name="connsiteX149" fmla="*/ 9962542 w 13158799"/>
              <a:gd name="connsiteY149" fmla="*/ 674598 h 9456078"/>
              <a:gd name="connsiteX150" fmla="*/ 10005784 w 13158799"/>
              <a:gd name="connsiteY150" fmla="*/ 652149 h 9456078"/>
              <a:gd name="connsiteX151" fmla="*/ 10049209 w 13158799"/>
              <a:gd name="connsiteY151" fmla="*/ 630059 h 9456078"/>
              <a:gd name="connsiteX152" fmla="*/ 10092814 w 13158799"/>
              <a:gd name="connsiteY152" fmla="*/ 608328 h 9456078"/>
              <a:gd name="connsiteX153" fmla="*/ 10136597 w 13158799"/>
              <a:gd name="connsiteY153" fmla="*/ 586958 h 9456078"/>
              <a:gd name="connsiteX154" fmla="*/ 10180556 w 13158799"/>
              <a:gd name="connsiteY154" fmla="*/ 565950 h 9456078"/>
              <a:gd name="connsiteX155" fmla="*/ 10224688 w 13158799"/>
              <a:gd name="connsiteY155" fmla="*/ 545304 h 9456078"/>
              <a:gd name="connsiteX156" fmla="*/ 10268991 w 13158799"/>
              <a:gd name="connsiteY156" fmla="*/ 525023 h 9456078"/>
              <a:gd name="connsiteX157" fmla="*/ 10313463 w 13158799"/>
              <a:gd name="connsiteY157" fmla="*/ 505107 h 9456078"/>
              <a:gd name="connsiteX158" fmla="*/ 10358101 w 13158799"/>
              <a:gd name="connsiteY158" fmla="*/ 485558 h 9456078"/>
              <a:gd name="connsiteX159" fmla="*/ 10402903 w 13158799"/>
              <a:gd name="connsiteY159" fmla="*/ 466376 h 9456078"/>
              <a:gd name="connsiteX160" fmla="*/ 10447868 w 13158799"/>
              <a:gd name="connsiteY160" fmla="*/ 447563 h 9456078"/>
              <a:gd name="connsiteX161" fmla="*/ 10492991 w 13158799"/>
              <a:gd name="connsiteY161" fmla="*/ 429119 h 9456078"/>
              <a:gd name="connsiteX162" fmla="*/ 10538272 w 13158799"/>
              <a:gd name="connsiteY162" fmla="*/ 411046 h 9456078"/>
              <a:gd name="connsiteX163" fmla="*/ 10583708 w 13158799"/>
              <a:gd name="connsiteY163" fmla="*/ 393346 h 9456078"/>
              <a:gd name="connsiteX164" fmla="*/ 10629297 w 13158799"/>
              <a:gd name="connsiteY164" fmla="*/ 376018 h 9456078"/>
              <a:gd name="connsiteX165" fmla="*/ 10675036 w 13158799"/>
              <a:gd name="connsiteY165" fmla="*/ 359065 h 9456078"/>
              <a:gd name="connsiteX166" fmla="*/ 10720923 w 13158799"/>
              <a:gd name="connsiteY166" fmla="*/ 342487 h 9456078"/>
              <a:gd name="connsiteX167" fmla="*/ 10766956 w 13158799"/>
              <a:gd name="connsiteY167" fmla="*/ 326286 h 9456078"/>
              <a:gd name="connsiteX168" fmla="*/ 10813132 w 13158799"/>
              <a:gd name="connsiteY168" fmla="*/ 310462 h 9456078"/>
              <a:gd name="connsiteX169" fmla="*/ 10859450 w 13158799"/>
              <a:gd name="connsiteY169" fmla="*/ 295018 h 9456078"/>
              <a:gd name="connsiteX170" fmla="*/ 10905907 w 13158799"/>
              <a:gd name="connsiteY170" fmla="*/ 279953 h 9456078"/>
              <a:gd name="connsiteX171" fmla="*/ 10952500 w 13158799"/>
              <a:gd name="connsiteY171" fmla="*/ 265269 h 9456078"/>
              <a:gd name="connsiteX172" fmla="*/ 10999227 w 13158799"/>
              <a:gd name="connsiteY172" fmla="*/ 250968 h 9456078"/>
              <a:gd name="connsiteX173" fmla="*/ 11046087 w 13158799"/>
              <a:gd name="connsiteY173" fmla="*/ 237049 h 9456078"/>
              <a:gd name="connsiteX174" fmla="*/ 11093076 w 13158799"/>
              <a:gd name="connsiteY174" fmla="*/ 223516 h 9456078"/>
              <a:gd name="connsiteX175" fmla="*/ 11140193 w 13158799"/>
              <a:gd name="connsiteY175" fmla="*/ 210368 h 9456078"/>
              <a:gd name="connsiteX176" fmla="*/ 11187434 w 13158799"/>
              <a:gd name="connsiteY176" fmla="*/ 197606 h 9456078"/>
              <a:gd name="connsiteX177" fmla="*/ 11234799 w 13158799"/>
              <a:gd name="connsiteY177" fmla="*/ 185233 h 9456078"/>
              <a:gd name="connsiteX178" fmla="*/ 11282284 w 13158799"/>
              <a:gd name="connsiteY178" fmla="*/ 173248 h 9456078"/>
              <a:gd name="connsiteX179" fmla="*/ 11329888 w 13158799"/>
              <a:gd name="connsiteY179" fmla="*/ 161654 h 9456078"/>
              <a:gd name="connsiteX180" fmla="*/ 11377607 w 13158799"/>
              <a:gd name="connsiteY180" fmla="*/ 150451 h 9456078"/>
              <a:gd name="connsiteX181" fmla="*/ 11425440 w 13158799"/>
              <a:gd name="connsiteY181" fmla="*/ 139640 h 9456078"/>
              <a:gd name="connsiteX182" fmla="*/ 11473385 w 13158799"/>
              <a:gd name="connsiteY182" fmla="*/ 129223 h 9456078"/>
              <a:gd name="connsiteX183" fmla="*/ 11521439 w 13158799"/>
              <a:gd name="connsiteY183" fmla="*/ 119201 h 9456078"/>
              <a:gd name="connsiteX184" fmla="*/ 11569599 w 13158799"/>
              <a:gd name="connsiteY184" fmla="*/ 109574 h 9456078"/>
              <a:gd name="connsiteX185" fmla="*/ 11617864 w 13158799"/>
              <a:gd name="connsiteY185" fmla="*/ 100344 h 9456078"/>
              <a:gd name="connsiteX186" fmla="*/ 11666231 w 13158799"/>
              <a:gd name="connsiteY186" fmla="*/ 91512 h 9456078"/>
              <a:gd name="connsiteX187" fmla="*/ 11714698 w 13158799"/>
              <a:gd name="connsiteY187" fmla="*/ 83080 h 9456078"/>
              <a:gd name="connsiteX188" fmla="*/ 11763263 w 13158799"/>
              <a:gd name="connsiteY188" fmla="*/ 75047 h 9456078"/>
              <a:gd name="connsiteX189" fmla="*/ 11811923 w 13158799"/>
              <a:gd name="connsiteY189" fmla="*/ 67417 h 9456078"/>
              <a:gd name="connsiteX190" fmla="*/ 11860676 w 13158799"/>
              <a:gd name="connsiteY190" fmla="*/ 60188 h 9456078"/>
              <a:gd name="connsiteX191" fmla="*/ 11909519 w 13158799"/>
              <a:gd name="connsiteY191" fmla="*/ 53364 h 9456078"/>
              <a:gd name="connsiteX192" fmla="*/ 11958451 w 13158799"/>
              <a:gd name="connsiteY192" fmla="*/ 46944 h 9456078"/>
              <a:gd name="connsiteX193" fmla="*/ 12007470 w 13158799"/>
              <a:gd name="connsiteY193" fmla="*/ 40931 h 9456078"/>
              <a:gd name="connsiteX194" fmla="*/ 12056572 w 13158799"/>
              <a:gd name="connsiteY194" fmla="*/ 35324 h 9456078"/>
              <a:gd name="connsiteX195" fmla="*/ 12105756 w 13158799"/>
              <a:gd name="connsiteY195" fmla="*/ 30126 h 9456078"/>
              <a:gd name="connsiteX196" fmla="*/ 12155019 w 13158799"/>
              <a:gd name="connsiteY196" fmla="*/ 25337 h 9456078"/>
              <a:gd name="connsiteX197" fmla="*/ 12204359 w 13158799"/>
              <a:gd name="connsiteY197" fmla="*/ 20958 h 9456078"/>
              <a:gd name="connsiteX198" fmla="*/ 12253773 w 13158799"/>
              <a:gd name="connsiteY198" fmla="*/ 16991 h 9456078"/>
              <a:gd name="connsiteX199" fmla="*/ 12303260 w 13158799"/>
              <a:gd name="connsiteY199" fmla="*/ 13437 h 9456078"/>
              <a:gd name="connsiteX200" fmla="*/ 12352818 w 13158799"/>
              <a:gd name="connsiteY200" fmla="*/ 10297 h 9456078"/>
              <a:gd name="connsiteX201" fmla="*/ 12402443 w 13158799"/>
              <a:gd name="connsiteY201" fmla="*/ 7572 h 9456078"/>
              <a:gd name="connsiteX202" fmla="*/ 12452133 w 13158799"/>
              <a:gd name="connsiteY202" fmla="*/ 5263 h 9456078"/>
              <a:gd name="connsiteX203" fmla="*/ 12501887 w 13158799"/>
              <a:gd name="connsiteY203" fmla="*/ 3371 h 9456078"/>
              <a:gd name="connsiteX204" fmla="*/ 12551701 w 13158799"/>
              <a:gd name="connsiteY204" fmla="*/ 1898 h 9456078"/>
              <a:gd name="connsiteX205" fmla="*/ 12601574 w 13158799"/>
              <a:gd name="connsiteY205" fmla="*/ 844 h 9456078"/>
              <a:gd name="connsiteX206" fmla="*/ 12651504 w 13158799"/>
              <a:gd name="connsiteY206" fmla="*/ 211 h 9456078"/>
              <a:gd name="connsiteX207" fmla="*/ 12701487 w 13158799"/>
              <a:gd name="connsiteY207" fmla="*/ 0 h 9456078"/>
              <a:gd name="connsiteX208" fmla="*/ 13158798 w 13158799"/>
              <a:gd name="connsiteY208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28389 w 13158797"/>
              <a:gd name="connsiteY22" fmla="*/ 9330914 h 9456078"/>
              <a:gd name="connsiteX23" fmla="*/ 1176172 w 13158797"/>
              <a:gd name="connsiteY23" fmla="*/ 9319936 h 9456078"/>
              <a:gd name="connsiteX24" fmla="*/ 1223823 w 13158797"/>
              <a:gd name="connsiteY24" fmla="*/ 9308509 h 9456078"/>
              <a:gd name="connsiteX25" fmla="*/ 1271339 w 13158797"/>
              <a:gd name="connsiteY25" fmla="*/ 9296635 h 9456078"/>
              <a:gd name="connsiteX26" fmla="*/ 1318719 w 13158797"/>
              <a:gd name="connsiteY26" fmla="*/ 9284315 h 9456078"/>
              <a:gd name="connsiteX27" fmla="*/ 1365957 w 13158797"/>
              <a:gd name="connsiteY27" fmla="*/ 9271550 h 9456078"/>
              <a:gd name="connsiteX28" fmla="*/ 1413052 w 13158797"/>
              <a:gd name="connsiteY28" fmla="*/ 9258342 h 9456078"/>
              <a:gd name="connsiteX29" fmla="*/ 1460000 w 13158797"/>
              <a:gd name="connsiteY29" fmla="*/ 9244693 h 9456078"/>
              <a:gd name="connsiteX30" fmla="*/ 1506799 w 13158797"/>
              <a:gd name="connsiteY30" fmla="*/ 9230604 h 9456078"/>
              <a:gd name="connsiteX31" fmla="*/ 1553445 w 13158797"/>
              <a:gd name="connsiteY31" fmla="*/ 9216076 h 9456078"/>
              <a:gd name="connsiteX32" fmla="*/ 1599935 w 13158797"/>
              <a:gd name="connsiteY32" fmla="*/ 9201111 h 9456078"/>
              <a:gd name="connsiteX33" fmla="*/ 1646267 w 13158797"/>
              <a:gd name="connsiteY33" fmla="*/ 9185710 h 9456078"/>
              <a:gd name="connsiteX34" fmla="*/ 1692437 w 13158797"/>
              <a:gd name="connsiteY34" fmla="*/ 9169876 h 9456078"/>
              <a:gd name="connsiteX35" fmla="*/ 1738442 w 13158797"/>
              <a:gd name="connsiteY35" fmla="*/ 9153608 h 9456078"/>
              <a:gd name="connsiteX36" fmla="*/ 1784280 w 13158797"/>
              <a:gd name="connsiteY36" fmla="*/ 9136910 h 9456078"/>
              <a:gd name="connsiteX37" fmla="*/ 1829947 w 13158797"/>
              <a:gd name="connsiteY37" fmla="*/ 9119782 h 9456078"/>
              <a:gd name="connsiteX38" fmla="*/ 1875440 w 13158797"/>
              <a:gd name="connsiteY38" fmla="*/ 9102226 h 9456078"/>
              <a:gd name="connsiteX39" fmla="*/ 1920756 w 13158797"/>
              <a:gd name="connsiteY39" fmla="*/ 9084243 h 9456078"/>
              <a:gd name="connsiteX40" fmla="*/ 1965893 w 13158797"/>
              <a:gd name="connsiteY40" fmla="*/ 9065835 h 9456078"/>
              <a:gd name="connsiteX41" fmla="*/ 2010847 w 13158797"/>
              <a:gd name="connsiteY41" fmla="*/ 9047004 h 9456078"/>
              <a:gd name="connsiteX42" fmla="*/ 2055615 w 13158797"/>
              <a:gd name="connsiteY42" fmla="*/ 9027750 h 9456078"/>
              <a:gd name="connsiteX43" fmla="*/ 2100195 w 13158797"/>
              <a:gd name="connsiteY43" fmla="*/ 9008075 h 9456078"/>
              <a:gd name="connsiteX44" fmla="*/ 2144582 w 13158797"/>
              <a:gd name="connsiteY44" fmla="*/ 8987981 h 9456078"/>
              <a:gd name="connsiteX45" fmla="*/ 2188775 w 13158797"/>
              <a:gd name="connsiteY45" fmla="*/ 8967470 h 9456078"/>
              <a:gd name="connsiteX46" fmla="*/ 2232770 w 13158797"/>
              <a:gd name="connsiteY46" fmla="*/ 8946542 h 9456078"/>
              <a:gd name="connsiteX47" fmla="*/ 2276564 w 13158797"/>
              <a:gd name="connsiteY47" fmla="*/ 8925199 h 9456078"/>
              <a:gd name="connsiteX48" fmla="*/ 2320154 w 13158797"/>
              <a:gd name="connsiteY48" fmla="*/ 8903443 h 9456078"/>
              <a:gd name="connsiteX49" fmla="*/ 2363538 w 13158797"/>
              <a:gd name="connsiteY49" fmla="*/ 8881275 h 9456078"/>
              <a:gd name="connsiteX50" fmla="*/ 2406711 w 13158797"/>
              <a:gd name="connsiteY50" fmla="*/ 8858697 h 9456078"/>
              <a:gd name="connsiteX51" fmla="*/ 2449672 w 13158797"/>
              <a:gd name="connsiteY51" fmla="*/ 8835710 h 9456078"/>
              <a:gd name="connsiteX52" fmla="*/ 2492417 w 13158797"/>
              <a:gd name="connsiteY52" fmla="*/ 8812316 h 9456078"/>
              <a:gd name="connsiteX53" fmla="*/ 2534943 w 13158797"/>
              <a:gd name="connsiteY53" fmla="*/ 8788516 h 9456078"/>
              <a:gd name="connsiteX54" fmla="*/ 2577247 w 13158797"/>
              <a:gd name="connsiteY54" fmla="*/ 8764311 h 9456078"/>
              <a:gd name="connsiteX55" fmla="*/ 2619326 w 13158797"/>
              <a:gd name="connsiteY55" fmla="*/ 8739704 h 9456078"/>
              <a:gd name="connsiteX56" fmla="*/ 2661177 w 13158797"/>
              <a:gd name="connsiteY56" fmla="*/ 8714695 h 9456078"/>
              <a:gd name="connsiteX57" fmla="*/ 2702797 w 13158797"/>
              <a:gd name="connsiteY57" fmla="*/ 8689286 h 9456078"/>
              <a:gd name="connsiteX58" fmla="*/ 2744183 w 13158797"/>
              <a:gd name="connsiteY58" fmla="*/ 8663479 h 9456078"/>
              <a:gd name="connsiteX59" fmla="*/ 2785333 w 13158797"/>
              <a:gd name="connsiteY59" fmla="*/ 8637274 h 9456078"/>
              <a:gd name="connsiteX60" fmla="*/ 2826242 w 13158797"/>
              <a:gd name="connsiteY60" fmla="*/ 8610675 h 9456078"/>
              <a:gd name="connsiteX61" fmla="*/ 2866908 w 13158797"/>
              <a:gd name="connsiteY61" fmla="*/ 8583681 h 9456078"/>
              <a:gd name="connsiteX62" fmla="*/ 2907329 w 13158797"/>
              <a:gd name="connsiteY62" fmla="*/ 8556295 h 9456078"/>
              <a:gd name="connsiteX63" fmla="*/ 2947500 w 13158797"/>
              <a:gd name="connsiteY63" fmla="*/ 8528517 h 9456078"/>
              <a:gd name="connsiteX64" fmla="*/ 2987419 w 13158797"/>
              <a:gd name="connsiteY64" fmla="*/ 8500351 h 9456078"/>
              <a:gd name="connsiteX65" fmla="*/ 3027083 w 13158797"/>
              <a:gd name="connsiteY65" fmla="*/ 8471796 h 9456078"/>
              <a:gd name="connsiteX66" fmla="*/ 3066489 w 13158797"/>
              <a:gd name="connsiteY66" fmla="*/ 8442854 h 9456078"/>
              <a:gd name="connsiteX67" fmla="*/ 3105634 w 13158797"/>
              <a:gd name="connsiteY67" fmla="*/ 8413528 h 9456078"/>
              <a:gd name="connsiteX68" fmla="*/ 3144515 w 13158797"/>
              <a:gd name="connsiteY68" fmla="*/ 8383818 h 9456078"/>
              <a:gd name="connsiteX69" fmla="*/ 3183129 w 13158797"/>
              <a:gd name="connsiteY69" fmla="*/ 8353726 h 9456078"/>
              <a:gd name="connsiteX70" fmla="*/ 3221473 w 13158797"/>
              <a:gd name="connsiteY70" fmla="*/ 8323253 h 9456078"/>
              <a:gd name="connsiteX71" fmla="*/ 3259544 w 13158797"/>
              <a:gd name="connsiteY71" fmla="*/ 8292401 h 9456078"/>
              <a:gd name="connsiteX72" fmla="*/ 3297339 w 13158797"/>
              <a:gd name="connsiteY72" fmla="*/ 8261172 h 9456078"/>
              <a:gd name="connsiteX73" fmla="*/ 3334854 w 13158797"/>
              <a:gd name="connsiteY73" fmla="*/ 8229566 h 9456078"/>
              <a:gd name="connsiteX74" fmla="*/ 3372087 w 13158797"/>
              <a:gd name="connsiteY74" fmla="*/ 8197585 h 9456078"/>
              <a:gd name="connsiteX75" fmla="*/ 3409035 w 13158797"/>
              <a:gd name="connsiteY75" fmla="*/ 8165232 h 9456078"/>
              <a:gd name="connsiteX76" fmla="*/ 3445695 w 13158797"/>
              <a:gd name="connsiteY76" fmla="*/ 8132507 h 9456078"/>
              <a:gd name="connsiteX77" fmla="*/ 3482064 w 13158797"/>
              <a:gd name="connsiteY77" fmla="*/ 8099411 h 9456078"/>
              <a:gd name="connsiteX78" fmla="*/ 3518139 w 13158797"/>
              <a:gd name="connsiteY78" fmla="*/ 8065947 h 9456078"/>
              <a:gd name="connsiteX79" fmla="*/ 3553916 w 13158797"/>
              <a:gd name="connsiteY79" fmla="*/ 8032115 h 9456078"/>
              <a:gd name="connsiteX80" fmla="*/ 3589393 w 13158797"/>
              <a:gd name="connsiteY80" fmla="*/ 7997918 h 9456078"/>
              <a:gd name="connsiteX81" fmla="*/ 3624567 w 13158797"/>
              <a:gd name="connsiteY81" fmla="*/ 7963356 h 9456078"/>
              <a:gd name="connsiteX82" fmla="*/ 3659435 w 13158797"/>
              <a:gd name="connsiteY82" fmla="*/ 7928432 h 9456078"/>
              <a:gd name="connsiteX83" fmla="*/ 3693994 w 13158797"/>
              <a:gd name="connsiteY83" fmla="*/ 7893146 h 9456078"/>
              <a:gd name="connsiteX84" fmla="*/ 3728240 w 13158797"/>
              <a:gd name="connsiteY84" fmla="*/ 7857501 h 9456078"/>
              <a:gd name="connsiteX85" fmla="*/ 3762171 w 13158797"/>
              <a:gd name="connsiteY85" fmla="*/ 7821497 h 9456078"/>
              <a:gd name="connsiteX86" fmla="*/ 3795783 w 13158797"/>
              <a:gd name="connsiteY86" fmla="*/ 7785136 h 9456078"/>
              <a:gd name="connsiteX87" fmla="*/ 3829075 w 13158797"/>
              <a:gd name="connsiteY87" fmla="*/ 7748420 h 9456078"/>
              <a:gd name="connsiteX88" fmla="*/ 3862042 w 13158797"/>
              <a:gd name="connsiteY88" fmla="*/ 7711350 h 9456078"/>
              <a:gd name="connsiteX89" fmla="*/ 3894682 w 13158797"/>
              <a:gd name="connsiteY89" fmla="*/ 7673928 h 9456078"/>
              <a:gd name="connsiteX90" fmla="*/ 3926991 w 13158797"/>
              <a:gd name="connsiteY90" fmla="*/ 7636155 h 9456078"/>
              <a:gd name="connsiteX91" fmla="*/ 3958967 w 13158797"/>
              <a:gd name="connsiteY91" fmla="*/ 7598032 h 9456078"/>
              <a:gd name="connsiteX92" fmla="*/ 3990607 w 13158797"/>
              <a:gd name="connsiteY92" fmla="*/ 7559561 h 9456078"/>
              <a:gd name="connsiteX93" fmla="*/ 4021907 w 13158797"/>
              <a:gd name="connsiteY93" fmla="*/ 7520744 h 9456078"/>
              <a:gd name="connsiteX94" fmla="*/ 4052865 w 13158797"/>
              <a:gd name="connsiteY94" fmla="*/ 7481582 h 9456078"/>
              <a:gd name="connsiteX95" fmla="*/ 4083478 w 13158797"/>
              <a:gd name="connsiteY95" fmla="*/ 7442077 h 9456078"/>
              <a:gd name="connsiteX96" fmla="*/ 8022311 w 13158797"/>
              <a:gd name="connsiteY96" fmla="*/ 2307814 h 9456078"/>
              <a:gd name="connsiteX97" fmla="*/ 8052902 w 13158797"/>
              <a:gd name="connsiteY97" fmla="*/ 2268285 h 9456078"/>
              <a:gd name="connsiteX98" fmla="*/ 8083796 w 13158797"/>
              <a:gd name="connsiteY98" fmla="*/ 2229056 h 9456078"/>
              <a:gd name="connsiteX99" fmla="*/ 8114989 w 13158797"/>
              <a:gd name="connsiteY99" fmla="*/ 2190127 h 9456078"/>
              <a:gd name="connsiteX100" fmla="*/ 8146479 w 13158797"/>
              <a:gd name="connsiteY100" fmla="*/ 2151500 h 9456078"/>
              <a:gd name="connsiteX101" fmla="*/ 8178264 w 13158797"/>
              <a:gd name="connsiteY101" fmla="*/ 2113176 h 9456078"/>
              <a:gd name="connsiteX102" fmla="*/ 8210341 w 13158797"/>
              <a:gd name="connsiteY102" fmla="*/ 2075157 h 9456078"/>
              <a:gd name="connsiteX103" fmla="*/ 8242709 w 13158797"/>
              <a:gd name="connsiteY103" fmla="*/ 2037442 h 9456078"/>
              <a:gd name="connsiteX104" fmla="*/ 8275365 w 13158797"/>
              <a:gd name="connsiteY104" fmla="*/ 2000034 h 9456078"/>
              <a:gd name="connsiteX105" fmla="*/ 8308307 w 13158797"/>
              <a:gd name="connsiteY105" fmla="*/ 1962934 h 9456078"/>
              <a:gd name="connsiteX106" fmla="*/ 8341532 w 13158797"/>
              <a:gd name="connsiteY106" fmla="*/ 1926142 h 9456078"/>
              <a:gd name="connsiteX107" fmla="*/ 8375038 w 13158797"/>
              <a:gd name="connsiteY107" fmla="*/ 1889660 h 9456078"/>
              <a:gd name="connsiteX108" fmla="*/ 8408823 w 13158797"/>
              <a:gd name="connsiteY108" fmla="*/ 1853489 h 9456078"/>
              <a:gd name="connsiteX109" fmla="*/ 8442885 w 13158797"/>
              <a:gd name="connsiteY109" fmla="*/ 1817630 h 9456078"/>
              <a:gd name="connsiteX110" fmla="*/ 8477221 w 13158797"/>
              <a:gd name="connsiteY110" fmla="*/ 1782084 h 9456078"/>
              <a:gd name="connsiteX111" fmla="*/ 8511829 w 13158797"/>
              <a:gd name="connsiteY111" fmla="*/ 1746853 h 9456078"/>
              <a:gd name="connsiteX112" fmla="*/ 8546706 w 13158797"/>
              <a:gd name="connsiteY112" fmla="*/ 1711937 h 9456078"/>
              <a:gd name="connsiteX113" fmla="*/ 8581851 w 13158797"/>
              <a:gd name="connsiteY113" fmla="*/ 1677337 h 9456078"/>
              <a:gd name="connsiteX114" fmla="*/ 8617261 w 13158797"/>
              <a:gd name="connsiteY114" fmla="*/ 1643056 h 9456078"/>
              <a:gd name="connsiteX115" fmla="*/ 8652934 w 13158797"/>
              <a:gd name="connsiteY115" fmla="*/ 1609093 h 9456078"/>
              <a:gd name="connsiteX116" fmla="*/ 8688867 w 13158797"/>
              <a:gd name="connsiteY116" fmla="*/ 1575450 h 9456078"/>
              <a:gd name="connsiteX117" fmla="*/ 8725058 w 13158797"/>
              <a:gd name="connsiteY117" fmla="*/ 1542128 h 9456078"/>
              <a:gd name="connsiteX118" fmla="*/ 8761506 w 13158797"/>
              <a:gd name="connsiteY118" fmla="*/ 1509129 h 9456078"/>
              <a:gd name="connsiteX119" fmla="*/ 8798207 w 13158797"/>
              <a:gd name="connsiteY119" fmla="*/ 1476452 h 9456078"/>
              <a:gd name="connsiteX120" fmla="*/ 8835159 w 13158797"/>
              <a:gd name="connsiteY120" fmla="*/ 1444101 h 9456078"/>
              <a:gd name="connsiteX121" fmla="*/ 8872360 w 13158797"/>
              <a:gd name="connsiteY121" fmla="*/ 1412075 h 9456078"/>
              <a:gd name="connsiteX122" fmla="*/ 8909808 w 13158797"/>
              <a:gd name="connsiteY122" fmla="*/ 1380375 h 9456078"/>
              <a:gd name="connsiteX123" fmla="*/ 8947501 w 13158797"/>
              <a:gd name="connsiteY123" fmla="*/ 1349004 h 9456078"/>
              <a:gd name="connsiteX124" fmla="*/ 8985435 w 13158797"/>
              <a:gd name="connsiteY124" fmla="*/ 1317962 h 9456078"/>
              <a:gd name="connsiteX125" fmla="*/ 9023610 w 13158797"/>
              <a:gd name="connsiteY125" fmla="*/ 1287250 h 9456078"/>
              <a:gd name="connsiteX126" fmla="*/ 9062022 w 13158797"/>
              <a:gd name="connsiteY126" fmla="*/ 1256869 h 9456078"/>
              <a:gd name="connsiteX127" fmla="*/ 9100669 w 13158797"/>
              <a:gd name="connsiteY127" fmla="*/ 1226820 h 9456078"/>
              <a:gd name="connsiteX128" fmla="*/ 9139549 w 13158797"/>
              <a:gd name="connsiteY128" fmla="*/ 1197105 h 9456078"/>
              <a:gd name="connsiteX129" fmla="*/ 9178660 w 13158797"/>
              <a:gd name="connsiteY129" fmla="*/ 1167725 h 9456078"/>
              <a:gd name="connsiteX130" fmla="*/ 9217999 w 13158797"/>
              <a:gd name="connsiteY130" fmla="*/ 1138681 h 9456078"/>
              <a:gd name="connsiteX131" fmla="*/ 9257564 w 13158797"/>
              <a:gd name="connsiteY131" fmla="*/ 1109974 h 9456078"/>
              <a:gd name="connsiteX132" fmla="*/ 9297353 w 13158797"/>
              <a:gd name="connsiteY132" fmla="*/ 1081604 h 9456078"/>
              <a:gd name="connsiteX133" fmla="*/ 9337364 w 13158797"/>
              <a:gd name="connsiteY133" fmla="*/ 1053574 h 9456078"/>
              <a:gd name="connsiteX134" fmla="*/ 9377594 w 13158797"/>
              <a:gd name="connsiteY134" fmla="*/ 1025884 h 9456078"/>
              <a:gd name="connsiteX135" fmla="*/ 9418040 w 13158797"/>
              <a:gd name="connsiteY135" fmla="*/ 998536 h 9456078"/>
              <a:gd name="connsiteX136" fmla="*/ 9458702 w 13158797"/>
              <a:gd name="connsiteY136" fmla="*/ 971530 h 9456078"/>
              <a:gd name="connsiteX137" fmla="*/ 9499575 w 13158797"/>
              <a:gd name="connsiteY137" fmla="*/ 944868 h 9456078"/>
              <a:gd name="connsiteX138" fmla="*/ 9540659 w 13158797"/>
              <a:gd name="connsiteY138" fmla="*/ 918551 h 9456078"/>
              <a:gd name="connsiteX139" fmla="*/ 9581950 w 13158797"/>
              <a:gd name="connsiteY139" fmla="*/ 892580 h 9456078"/>
              <a:gd name="connsiteX140" fmla="*/ 9623447 w 13158797"/>
              <a:gd name="connsiteY140" fmla="*/ 866956 h 9456078"/>
              <a:gd name="connsiteX141" fmla="*/ 9665147 w 13158797"/>
              <a:gd name="connsiteY141" fmla="*/ 841681 h 9456078"/>
              <a:gd name="connsiteX142" fmla="*/ 9707048 w 13158797"/>
              <a:gd name="connsiteY142" fmla="*/ 816754 h 9456078"/>
              <a:gd name="connsiteX143" fmla="*/ 9749147 w 13158797"/>
              <a:gd name="connsiteY143" fmla="*/ 792179 h 9456078"/>
              <a:gd name="connsiteX144" fmla="*/ 9791443 w 13158797"/>
              <a:gd name="connsiteY144" fmla="*/ 767955 h 9456078"/>
              <a:gd name="connsiteX145" fmla="*/ 9833932 w 13158797"/>
              <a:gd name="connsiteY145" fmla="*/ 744083 h 9456078"/>
              <a:gd name="connsiteX146" fmla="*/ 9876613 w 13158797"/>
              <a:gd name="connsiteY146" fmla="*/ 720566 h 9456078"/>
              <a:gd name="connsiteX147" fmla="*/ 9919484 w 13158797"/>
              <a:gd name="connsiteY147" fmla="*/ 697404 h 9456078"/>
              <a:gd name="connsiteX148" fmla="*/ 9962542 w 13158797"/>
              <a:gd name="connsiteY148" fmla="*/ 674598 h 9456078"/>
              <a:gd name="connsiteX149" fmla="*/ 10005784 w 13158797"/>
              <a:gd name="connsiteY149" fmla="*/ 652149 h 9456078"/>
              <a:gd name="connsiteX150" fmla="*/ 10049209 w 13158797"/>
              <a:gd name="connsiteY150" fmla="*/ 630059 h 9456078"/>
              <a:gd name="connsiteX151" fmla="*/ 10092814 w 13158797"/>
              <a:gd name="connsiteY151" fmla="*/ 608328 h 9456078"/>
              <a:gd name="connsiteX152" fmla="*/ 10136597 w 13158797"/>
              <a:gd name="connsiteY152" fmla="*/ 586958 h 9456078"/>
              <a:gd name="connsiteX153" fmla="*/ 10180556 w 13158797"/>
              <a:gd name="connsiteY153" fmla="*/ 565950 h 9456078"/>
              <a:gd name="connsiteX154" fmla="*/ 10224688 w 13158797"/>
              <a:gd name="connsiteY154" fmla="*/ 545304 h 9456078"/>
              <a:gd name="connsiteX155" fmla="*/ 10268991 w 13158797"/>
              <a:gd name="connsiteY155" fmla="*/ 525023 h 9456078"/>
              <a:gd name="connsiteX156" fmla="*/ 10313463 w 13158797"/>
              <a:gd name="connsiteY156" fmla="*/ 505107 h 9456078"/>
              <a:gd name="connsiteX157" fmla="*/ 10358101 w 13158797"/>
              <a:gd name="connsiteY157" fmla="*/ 485558 h 9456078"/>
              <a:gd name="connsiteX158" fmla="*/ 10402903 w 13158797"/>
              <a:gd name="connsiteY158" fmla="*/ 466376 h 9456078"/>
              <a:gd name="connsiteX159" fmla="*/ 10447868 w 13158797"/>
              <a:gd name="connsiteY159" fmla="*/ 447563 h 9456078"/>
              <a:gd name="connsiteX160" fmla="*/ 10492991 w 13158797"/>
              <a:gd name="connsiteY160" fmla="*/ 429119 h 9456078"/>
              <a:gd name="connsiteX161" fmla="*/ 10538272 w 13158797"/>
              <a:gd name="connsiteY161" fmla="*/ 411046 h 9456078"/>
              <a:gd name="connsiteX162" fmla="*/ 10583708 w 13158797"/>
              <a:gd name="connsiteY162" fmla="*/ 393346 h 9456078"/>
              <a:gd name="connsiteX163" fmla="*/ 10629297 w 13158797"/>
              <a:gd name="connsiteY163" fmla="*/ 376018 h 9456078"/>
              <a:gd name="connsiteX164" fmla="*/ 10675036 w 13158797"/>
              <a:gd name="connsiteY164" fmla="*/ 359065 h 9456078"/>
              <a:gd name="connsiteX165" fmla="*/ 10720923 w 13158797"/>
              <a:gd name="connsiteY165" fmla="*/ 342487 h 9456078"/>
              <a:gd name="connsiteX166" fmla="*/ 10766956 w 13158797"/>
              <a:gd name="connsiteY166" fmla="*/ 326286 h 9456078"/>
              <a:gd name="connsiteX167" fmla="*/ 10813132 w 13158797"/>
              <a:gd name="connsiteY167" fmla="*/ 310462 h 9456078"/>
              <a:gd name="connsiteX168" fmla="*/ 10859450 w 13158797"/>
              <a:gd name="connsiteY168" fmla="*/ 295018 h 9456078"/>
              <a:gd name="connsiteX169" fmla="*/ 10905907 w 13158797"/>
              <a:gd name="connsiteY169" fmla="*/ 279953 h 9456078"/>
              <a:gd name="connsiteX170" fmla="*/ 10952500 w 13158797"/>
              <a:gd name="connsiteY170" fmla="*/ 265269 h 9456078"/>
              <a:gd name="connsiteX171" fmla="*/ 10999227 w 13158797"/>
              <a:gd name="connsiteY171" fmla="*/ 250968 h 9456078"/>
              <a:gd name="connsiteX172" fmla="*/ 11046087 w 13158797"/>
              <a:gd name="connsiteY172" fmla="*/ 237049 h 9456078"/>
              <a:gd name="connsiteX173" fmla="*/ 11093076 w 13158797"/>
              <a:gd name="connsiteY173" fmla="*/ 223516 h 9456078"/>
              <a:gd name="connsiteX174" fmla="*/ 11140193 w 13158797"/>
              <a:gd name="connsiteY174" fmla="*/ 210368 h 9456078"/>
              <a:gd name="connsiteX175" fmla="*/ 11187434 w 13158797"/>
              <a:gd name="connsiteY175" fmla="*/ 197606 h 9456078"/>
              <a:gd name="connsiteX176" fmla="*/ 11234799 w 13158797"/>
              <a:gd name="connsiteY176" fmla="*/ 185233 h 9456078"/>
              <a:gd name="connsiteX177" fmla="*/ 11282284 w 13158797"/>
              <a:gd name="connsiteY177" fmla="*/ 173248 h 9456078"/>
              <a:gd name="connsiteX178" fmla="*/ 11329888 w 13158797"/>
              <a:gd name="connsiteY178" fmla="*/ 161654 h 9456078"/>
              <a:gd name="connsiteX179" fmla="*/ 11377607 w 13158797"/>
              <a:gd name="connsiteY179" fmla="*/ 150451 h 9456078"/>
              <a:gd name="connsiteX180" fmla="*/ 11425440 w 13158797"/>
              <a:gd name="connsiteY180" fmla="*/ 139640 h 9456078"/>
              <a:gd name="connsiteX181" fmla="*/ 11473385 w 13158797"/>
              <a:gd name="connsiteY181" fmla="*/ 129223 h 9456078"/>
              <a:gd name="connsiteX182" fmla="*/ 11521439 w 13158797"/>
              <a:gd name="connsiteY182" fmla="*/ 119201 h 9456078"/>
              <a:gd name="connsiteX183" fmla="*/ 11569599 w 13158797"/>
              <a:gd name="connsiteY183" fmla="*/ 109574 h 9456078"/>
              <a:gd name="connsiteX184" fmla="*/ 11617864 w 13158797"/>
              <a:gd name="connsiteY184" fmla="*/ 100344 h 9456078"/>
              <a:gd name="connsiteX185" fmla="*/ 11666231 w 13158797"/>
              <a:gd name="connsiteY185" fmla="*/ 91512 h 9456078"/>
              <a:gd name="connsiteX186" fmla="*/ 11714698 w 13158797"/>
              <a:gd name="connsiteY186" fmla="*/ 83080 h 9456078"/>
              <a:gd name="connsiteX187" fmla="*/ 11763263 w 13158797"/>
              <a:gd name="connsiteY187" fmla="*/ 75047 h 9456078"/>
              <a:gd name="connsiteX188" fmla="*/ 11811923 w 13158797"/>
              <a:gd name="connsiteY188" fmla="*/ 67417 h 9456078"/>
              <a:gd name="connsiteX189" fmla="*/ 11860676 w 13158797"/>
              <a:gd name="connsiteY189" fmla="*/ 60188 h 9456078"/>
              <a:gd name="connsiteX190" fmla="*/ 11909519 w 13158797"/>
              <a:gd name="connsiteY190" fmla="*/ 53364 h 9456078"/>
              <a:gd name="connsiteX191" fmla="*/ 11958451 w 13158797"/>
              <a:gd name="connsiteY191" fmla="*/ 46944 h 9456078"/>
              <a:gd name="connsiteX192" fmla="*/ 12007470 w 13158797"/>
              <a:gd name="connsiteY192" fmla="*/ 40931 h 9456078"/>
              <a:gd name="connsiteX193" fmla="*/ 12056572 w 13158797"/>
              <a:gd name="connsiteY193" fmla="*/ 35324 h 9456078"/>
              <a:gd name="connsiteX194" fmla="*/ 12105756 w 13158797"/>
              <a:gd name="connsiteY194" fmla="*/ 30126 h 9456078"/>
              <a:gd name="connsiteX195" fmla="*/ 12155019 w 13158797"/>
              <a:gd name="connsiteY195" fmla="*/ 25337 h 9456078"/>
              <a:gd name="connsiteX196" fmla="*/ 12204359 w 13158797"/>
              <a:gd name="connsiteY196" fmla="*/ 20958 h 9456078"/>
              <a:gd name="connsiteX197" fmla="*/ 12253773 w 13158797"/>
              <a:gd name="connsiteY197" fmla="*/ 16991 h 9456078"/>
              <a:gd name="connsiteX198" fmla="*/ 12303260 w 13158797"/>
              <a:gd name="connsiteY198" fmla="*/ 13437 h 9456078"/>
              <a:gd name="connsiteX199" fmla="*/ 12352818 w 13158797"/>
              <a:gd name="connsiteY199" fmla="*/ 10297 h 9456078"/>
              <a:gd name="connsiteX200" fmla="*/ 12402443 w 13158797"/>
              <a:gd name="connsiteY200" fmla="*/ 7572 h 9456078"/>
              <a:gd name="connsiteX201" fmla="*/ 12452133 w 13158797"/>
              <a:gd name="connsiteY201" fmla="*/ 5263 h 9456078"/>
              <a:gd name="connsiteX202" fmla="*/ 12501887 w 13158797"/>
              <a:gd name="connsiteY202" fmla="*/ 3371 h 9456078"/>
              <a:gd name="connsiteX203" fmla="*/ 12551701 w 13158797"/>
              <a:gd name="connsiteY203" fmla="*/ 1898 h 9456078"/>
              <a:gd name="connsiteX204" fmla="*/ 12601574 w 13158797"/>
              <a:gd name="connsiteY204" fmla="*/ 844 h 9456078"/>
              <a:gd name="connsiteX205" fmla="*/ 12651504 w 13158797"/>
              <a:gd name="connsiteY205" fmla="*/ 211 h 9456078"/>
              <a:gd name="connsiteX206" fmla="*/ 12701487 w 13158797"/>
              <a:gd name="connsiteY206" fmla="*/ 0 h 9456078"/>
              <a:gd name="connsiteX207" fmla="*/ 13158798 w 13158797"/>
              <a:gd name="connsiteY207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98870 w 13158799"/>
              <a:gd name="connsiteY5" fmla="*/ 9447409 h 9456078"/>
              <a:gd name="connsiteX6" fmla="*/ 348429 w 13158799"/>
              <a:gd name="connsiteY6" fmla="*/ 9444290 h 9456078"/>
              <a:gd name="connsiteX7" fmla="*/ 397907 w 13158799"/>
              <a:gd name="connsiteY7" fmla="*/ 9440698 h 9456078"/>
              <a:gd name="connsiteX8" fmla="*/ 447302 w 13158799"/>
              <a:gd name="connsiteY8" fmla="*/ 9436632 h 9456078"/>
              <a:gd name="connsiteX9" fmla="*/ 496610 w 13158799"/>
              <a:gd name="connsiteY9" fmla="*/ 9432096 h 9456078"/>
              <a:gd name="connsiteX10" fmla="*/ 545829 w 13158799"/>
              <a:gd name="connsiteY10" fmla="*/ 9427089 h 9456078"/>
              <a:gd name="connsiteX11" fmla="*/ 594956 w 13158799"/>
              <a:gd name="connsiteY11" fmla="*/ 9421615 h 9456078"/>
              <a:gd name="connsiteX12" fmla="*/ 643987 w 13158799"/>
              <a:gd name="connsiteY12" fmla="*/ 9415673 h 9456078"/>
              <a:gd name="connsiteX13" fmla="*/ 692920 w 13158799"/>
              <a:gd name="connsiteY13" fmla="*/ 9409267 h 9456078"/>
              <a:gd name="connsiteX14" fmla="*/ 741751 w 13158799"/>
              <a:gd name="connsiteY14" fmla="*/ 9402396 h 9456078"/>
              <a:gd name="connsiteX15" fmla="*/ 790478 w 13158799"/>
              <a:gd name="connsiteY15" fmla="*/ 9395063 h 9456078"/>
              <a:gd name="connsiteX16" fmla="*/ 839098 w 13158799"/>
              <a:gd name="connsiteY16" fmla="*/ 9387270 h 9456078"/>
              <a:gd name="connsiteX17" fmla="*/ 887607 w 13158799"/>
              <a:gd name="connsiteY17" fmla="*/ 9379017 h 9456078"/>
              <a:gd name="connsiteX18" fmla="*/ 936002 w 13158799"/>
              <a:gd name="connsiteY18" fmla="*/ 9370306 h 9456078"/>
              <a:gd name="connsiteX19" fmla="*/ 984281 w 13158799"/>
              <a:gd name="connsiteY19" fmla="*/ 9361139 h 9456078"/>
              <a:gd name="connsiteX20" fmla="*/ 1032440 w 13158799"/>
              <a:gd name="connsiteY20" fmla="*/ 9351517 h 9456078"/>
              <a:gd name="connsiteX21" fmla="*/ 1080477 w 13158799"/>
              <a:gd name="connsiteY21" fmla="*/ 9341441 h 9456078"/>
              <a:gd name="connsiteX22" fmla="*/ 1176172 w 13158799"/>
              <a:gd name="connsiteY22" fmla="*/ 9319936 h 9456078"/>
              <a:gd name="connsiteX23" fmla="*/ 1223823 w 13158799"/>
              <a:gd name="connsiteY23" fmla="*/ 9308509 h 9456078"/>
              <a:gd name="connsiteX24" fmla="*/ 1271339 w 13158799"/>
              <a:gd name="connsiteY24" fmla="*/ 9296635 h 9456078"/>
              <a:gd name="connsiteX25" fmla="*/ 1318719 w 13158799"/>
              <a:gd name="connsiteY25" fmla="*/ 9284315 h 9456078"/>
              <a:gd name="connsiteX26" fmla="*/ 1365957 w 13158799"/>
              <a:gd name="connsiteY26" fmla="*/ 9271550 h 9456078"/>
              <a:gd name="connsiteX27" fmla="*/ 1413052 w 13158799"/>
              <a:gd name="connsiteY27" fmla="*/ 9258342 h 9456078"/>
              <a:gd name="connsiteX28" fmla="*/ 1460000 w 13158799"/>
              <a:gd name="connsiteY28" fmla="*/ 9244693 h 9456078"/>
              <a:gd name="connsiteX29" fmla="*/ 1506799 w 13158799"/>
              <a:gd name="connsiteY29" fmla="*/ 9230604 h 9456078"/>
              <a:gd name="connsiteX30" fmla="*/ 1553445 w 13158799"/>
              <a:gd name="connsiteY30" fmla="*/ 9216076 h 9456078"/>
              <a:gd name="connsiteX31" fmla="*/ 1599935 w 13158799"/>
              <a:gd name="connsiteY31" fmla="*/ 9201111 h 9456078"/>
              <a:gd name="connsiteX32" fmla="*/ 1646267 w 13158799"/>
              <a:gd name="connsiteY32" fmla="*/ 9185710 h 9456078"/>
              <a:gd name="connsiteX33" fmla="*/ 1692437 w 13158799"/>
              <a:gd name="connsiteY33" fmla="*/ 9169876 h 9456078"/>
              <a:gd name="connsiteX34" fmla="*/ 1738442 w 13158799"/>
              <a:gd name="connsiteY34" fmla="*/ 9153608 h 9456078"/>
              <a:gd name="connsiteX35" fmla="*/ 1784280 w 13158799"/>
              <a:gd name="connsiteY35" fmla="*/ 9136910 h 9456078"/>
              <a:gd name="connsiteX36" fmla="*/ 1829947 w 13158799"/>
              <a:gd name="connsiteY36" fmla="*/ 9119782 h 9456078"/>
              <a:gd name="connsiteX37" fmla="*/ 1875440 w 13158799"/>
              <a:gd name="connsiteY37" fmla="*/ 9102226 h 9456078"/>
              <a:gd name="connsiteX38" fmla="*/ 1920756 w 13158799"/>
              <a:gd name="connsiteY38" fmla="*/ 9084243 h 9456078"/>
              <a:gd name="connsiteX39" fmla="*/ 1965893 w 13158799"/>
              <a:gd name="connsiteY39" fmla="*/ 9065835 h 9456078"/>
              <a:gd name="connsiteX40" fmla="*/ 2010847 w 13158799"/>
              <a:gd name="connsiteY40" fmla="*/ 9047004 h 9456078"/>
              <a:gd name="connsiteX41" fmla="*/ 2055615 w 13158799"/>
              <a:gd name="connsiteY41" fmla="*/ 9027750 h 9456078"/>
              <a:gd name="connsiteX42" fmla="*/ 2100195 w 13158799"/>
              <a:gd name="connsiteY42" fmla="*/ 9008075 h 9456078"/>
              <a:gd name="connsiteX43" fmla="*/ 2144582 w 13158799"/>
              <a:gd name="connsiteY43" fmla="*/ 8987981 h 9456078"/>
              <a:gd name="connsiteX44" fmla="*/ 2188775 w 13158799"/>
              <a:gd name="connsiteY44" fmla="*/ 8967470 h 9456078"/>
              <a:gd name="connsiteX45" fmla="*/ 2232770 w 13158799"/>
              <a:gd name="connsiteY45" fmla="*/ 8946542 h 9456078"/>
              <a:gd name="connsiteX46" fmla="*/ 2276564 w 13158799"/>
              <a:gd name="connsiteY46" fmla="*/ 8925199 h 9456078"/>
              <a:gd name="connsiteX47" fmla="*/ 2320154 w 13158799"/>
              <a:gd name="connsiteY47" fmla="*/ 8903443 h 9456078"/>
              <a:gd name="connsiteX48" fmla="*/ 2363538 w 13158799"/>
              <a:gd name="connsiteY48" fmla="*/ 8881275 h 9456078"/>
              <a:gd name="connsiteX49" fmla="*/ 2406711 w 13158799"/>
              <a:gd name="connsiteY49" fmla="*/ 8858697 h 9456078"/>
              <a:gd name="connsiteX50" fmla="*/ 2449672 w 13158799"/>
              <a:gd name="connsiteY50" fmla="*/ 8835710 h 9456078"/>
              <a:gd name="connsiteX51" fmla="*/ 2492417 w 13158799"/>
              <a:gd name="connsiteY51" fmla="*/ 8812316 h 9456078"/>
              <a:gd name="connsiteX52" fmla="*/ 2534943 w 13158799"/>
              <a:gd name="connsiteY52" fmla="*/ 8788516 h 9456078"/>
              <a:gd name="connsiteX53" fmla="*/ 2577247 w 13158799"/>
              <a:gd name="connsiteY53" fmla="*/ 8764311 h 9456078"/>
              <a:gd name="connsiteX54" fmla="*/ 2619326 w 13158799"/>
              <a:gd name="connsiteY54" fmla="*/ 8739704 h 9456078"/>
              <a:gd name="connsiteX55" fmla="*/ 2661177 w 13158799"/>
              <a:gd name="connsiteY55" fmla="*/ 8714695 h 9456078"/>
              <a:gd name="connsiteX56" fmla="*/ 2702797 w 13158799"/>
              <a:gd name="connsiteY56" fmla="*/ 8689286 h 9456078"/>
              <a:gd name="connsiteX57" fmla="*/ 2744183 w 13158799"/>
              <a:gd name="connsiteY57" fmla="*/ 8663479 h 9456078"/>
              <a:gd name="connsiteX58" fmla="*/ 2785333 w 13158799"/>
              <a:gd name="connsiteY58" fmla="*/ 8637274 h 9456078"/>
              <a:gd name="connsiteX59" fmla="*/ 2826242 w 13158799"/>
              <a:gd name="connsiteY59" fmla="*/ 8610675 h 9456078"/>
              <a:gd name="connsiteX60" fmla="*/ 2866908 w 13158799"/>
              <a:gd name="connsiteY60" fmla="*/ 8583681 h 9456078"/>
              <a:gd name="connsiteX61" fmla="*/ 2907329 w 13158799"/>
              <a:gd name="connsiteY61" fmla="*/ 8556295 h 9456078"/>
              <a:gd name="connsiteX62" fmla="*/ 2947500 w 13158799"/>
              <a:gd name="connsiteY62" fmla="*/ 8528517 h 9456078"/>
              <a:gd name="connsiteX63" fmla="*/ 2987419 w 13158799"/>
              <a:gd name="connsiteY63" fmla="*/ 8500351 h 9456078"/>
              <a:gd name="connsiteX64" fmla="*/ 3027083 w 13158799"/>
              <a:gd name="connsiteY64" fmla="*/ 8471796 h 9456078"/>
              <a:gd name="connsiteX65" fmla="*/ 3066489 w 13158799"/>
              <a:gd name="connsiteY65" fmla="*/ 8442854 h 9456078"/>
              <a:gd name="connsiteX66" fmla="*/ 3105634 w 13158799"/>
              <a:gd name="connsiteY66" fmla="*/ 8413528 h 9456078"/>
              <a:gd name="connsiteX67" fmla="*/ 3144515 w 13158799"/>
              <a:gd name="connsiteY67" fmla="*/ 8383818 h 9456078"/>
              <a:gd name="connsiteX68" fmla="*/ 3183129 w 13158799"/>
              <a:gd name="connsiteY68" fmla="*/ 8353726 h 9456078"/>
              <a:gd name="connsiteX69" fmla="*/ 3221473 w 13158799"/>
              <a:gd name="connsiteY69" fmla="*/ 8323253 h 9456078"/>
              <a:gd name="connsiteX70" fmla="*/ 3259544 w 13158799"/>
              <a:gd name="connsiteY70" fmla="*/ 8292401 h 9456078"/>
              <a:gd name="connsiteX71" fmla="*/ 3297339 w 13158799"/>
              <a:gd name="connsiteY71" fmla="*/ 8261172 h 9456078"/>
              <a:gd name="connsiteX72" fmla="*/ 3334854 w 13158799"/>
              <a:gd name="connsiteY72" fmla="*/ 8229566 h 9456078"/>
              <a:gd name="connsiteX73" fmla="*/ 3372087 w 13158799"/>
              <a:gd name="connsiteY73" fmla="*/ 8197585 h 9456078"/>
              <a:gd name="connsiteX74" fmla="*/ 3409035 w 13158799"/>
              <a:gd name="connsiteY74" fmla="*/ 8165232 h 9456078"/>
              <a:gd name="connsiteX75" fmla="*/ 3445695 w 13158799"/>
              <a:gd name="connsiteY75" fmla="*/ 8132507 h 9456078"/>
              <a:gd name="connsiteX76" fmla="*/ 3482064 w 13158799"/>
              <a:gd name="connsiteY76" fmla="*/ 8099411 h 9456078"/>
              <a:gd name="connsiteX77" fmla="*/ 3518139 w 13158799"/>
              <a:gd name="connsiteY77" fmla="*/ 8065947 h 9456078"/>
              <a:gd name="connsiteX78" fmla="*/ 3553916 w 13158799"/>
              <a:gd name="connsiteY78" fmla="*/ 8032115 h 9456078"/>
              <a:gd name="connsiteX79" fmla="*/ 3589393 w 13158799"/>
              <a:gd name="connsiteY79" fmla="*/ 7997918 h 9456078"/>
              <a:gd name="connsiteX80" fmla="*/ 3624567 w 13158799"/>
              <a:gd name="connsiteY80" fmla="*/ 7963356 h 9456078"/>
              <a:gd name="connsiteX81" fmla="*/ 3659435 w 13158799"/>
              <a:gd name="connsiteY81" fmla="*/ 7928432 h 9456078"/>
              <a:gd name="connsiteX82" fmla="*/ 3693994 w 13158799"/>
              <a:gd name="connsiteY82" fmla="*/ 7893146 h 9456078"/>
              <a:gd name="connsiteX83" fmla="*/ 3728240 w 13158799"/>
              <a:gd name="connsiteY83" fmla="*/ 7857501 h 9456078"/>
              <a:gd name="connsiteX84" fmla="*/ 3762171 w 13158799"/>
              <a:gd name="connsiteY84" fmla="*/ 7821497 h 9456078"/>
              <a:gd name="connsiteX85" fmla="*/ 3795783 w 13158799"/>
              <a:gd name="connsiteY85" fmla="*/ 7785136 h 9456078"/>
              <a:gd name="connsiteX86" fmla="*/ 3829075 w 13158799"/>
              <a:gd name="connsiteY86" fmla="*/ 7748420 h 9456078"/>
              <a:gd name="connsiteX87" fmla="*/ 3862042 w 13158799"/>
              <a:gd name="connsiteY87" fmla="*/ 7711350 h 9456078"/>
              <a:gd name="connsiteX88" fmla="*/ 3894682 w 13158799"/>
              <a:gd name="connsiteY88" fmla="*/ 7673928 h 9456078"/>
              <a:gd name="connsiteX89" fmla="*/ 3926991 w 13158799"/>
              <a:gd name="connsiteY89" fmla="*/ 7636155 h 9456078"/>
              <a:gd name="connsiteX90" fmla="*/ 3958967 w 13158799"/>
              <a:gd name="connsiteY90" fmla="*/ 7598032 h 9456078"/>
              <a:gd name="connsiteX91" fmla="*/ 3990607 w 13158799"/>
              <a:gd name="connsiteY91" fmla="*/ 7559561 h 9456078"/>
              <a:gd name="connsiteX92" fmla="*/ 4021907 w 13158799"/>
              <a:gd name="connsiteY92" fmla="*/ 7520744 h 9456078"/>
              <a:gd name="connsiteX93" fmla="*/ 4052865 w 13158799"/>
              <a:gd name="connsiteY93" fmla="*/ 7481582 h 9456078"/>
              <a:gd name="connsiteX94" fmla="*/ 4083478 w 13158799"/>
              <a:gd name="connsiteY94" fmla="*/ 7442077 h 9456078"/>
              <a:gd name="connsiteX95" fmla="*/ 8022311 w 13158799"/>
              <a:gd name="connsiteY95" fmla="*/ 2307814 h 9456078"/>
              <a:gd name="connsiteX96" fmla="*/ 8052902 w 13158799"/>
              <a:gd name="connsiteY96" fmla="*/ 2268285 h 9456078"/>
              <a:gd name="connsiteX97" fmla="*/ 8083796 w 13158799"/>
              <a:gd name="connsiteY97" fmla="*/ 2229056 h 9456078"/>
              <a:gd name="connsiteX98" fmla="*/ 8114989 w 13158799"/>
              <a:gd name="connsiteY98" fmla="*/ 2190127 h 9456078"/>
              <a:gd name="connsiteX99" fmla="*/ 8146479 w 13158799"/>
              <a:gd name="connsiteY99" fmla="*/ 2151500 h 9456078"/>
              <a:gd name="connsiteX100" fmla="*/ 8178264 w 13158799"/>
              <a:gd name="connsiteY100" fmla="*/ 2113176 h 9456078"/>
              <a:gd name="connsiteX101" fmla="*/ 8210341 w 13158799"/>
              <a:gd name="connsiteY101" fmla="*/ 2075157 h 9456078"/>
              <a:gd name="connsiteX102" fmla="*/ 8242709 w 13158799"/>
              <a:gd name="connsiteY102" fmla="*/ 2037442 h 9456078"/>
              <a:gd name="connsiteX103" fmla="*/ 8275365 w 13158799"/>
              <a:gd name="connsiteY103" fmla="*/ 2000034 h 9456078"/>
              <a:gd name="connsiteX104" fmla="*/ 8308307 w 13158799"/>
              <a:gd name="connsiteY104" fmla="*/ 1962934 h 9456078"/>
              <a:gd name="connsiteX105" fmla="*/ 8341532 w 13158799"/>
              <a:gd name="connsiteY105" fmla="*/ 1926142 h 9456078"/>
              <a:gd name="connsiteX106" fmla="*/ 8375038 w 13158799"/>
              <a:gd name="connsiteY106" fmla="*/ 1889660 h 9456078"/>
              <a:gd name="connsiteX107" fmla="*/ 8408823 w 13158799"/>
              <a:gd name="connsiteY107" fmla="*/ 1853489 h 9456078"/>
              <a:gd name="connsiteX108" fmla="*/ 8442885 w 13158799"/>
              <a:gd name="connsiteY108" fmla="*/ 1817630 h 9456078"/>
              <a:gd name="connsiteX109" fmla="*/ 8477221 w 13158799"/>
              <a:gd name="connsiteY109" fmla="*/ 1782084 h 9456078"/>
              <a:gd name="connsiteX110" fmla="*/ 8511829 w 13158799"/>
              <a:gd name="connsiteY110" fmla="*/ 1746853 h 9456078"/>
              <a:gd name="connsiteX111" fmla="*/ 8546706 w 13158799"/>
              <a:gd name="connsiteY111" fmla="*/ 1711937 h 9456078"/>
              <a:gd name="connsiteX112" fmla="*/ 8581851 w 13158799"/>
              <a:gd name="connsiteY112" fmla="*/ 1677337 h 9456078"/>
              <a:gd name="connsiteX113" fmla="*/ 8617261 w 13158799"/>
              <a:gd name="connsiteY113" fmla="*/ 1643056 h 9456078"/>
              <a:gd name="connsiteX114" fmla="*/ 8652934 w 13158799"/>
              <a:gd name="connsiteY114" fmla="*/ 1609093 h 9456078"/>
              <a:gd name="connsiteX115" fmla="*/ 8688867 w 13158799"/>
              <a:gd name="connsiteY115" fmla="*/ 1575450 h 9456078"/>
              <a:gd name="connsiteX116" fmla="*/ 8725058 w 13158799"/>
              <a:gd name="connsiteY116" fmla="*/ 1542128 h 9456078"/>
              <a:gd name="connsiteX117" fmla="*/ 8761506 w 13158799"/>
              <a:gd name="connsiteY117" fmla="*/ 1509129 h 9456078"/>
              <a:gd name="connsiteX118" fmla="*/ 8798207 w 13158799"/>
              <a:gd name="connsiteY118" fmla="*/ 1476452 h 9456078"/>
              <a:gd name="connsiteX119" fmla="*/ 8835159 w 13158799"/>
              <a:gd name="connsiteY119" fmla="*/ 1444101 h 9456078"/>
              <a:gd name="connsiteX120" fmla="*/ 8872360 w 13158799"/>
              <a:gd name="connsiteY120" fmla="*/ 1412075 h 9456078"/>
              <a:gd name="connsiteX121" fmla="*/ 8909808 w 13158799"/>
              <a:gd name="connsiteY121" fmla="*/ 1380375 h 9456078"/>
              <a:gd name="connsiteX122" fmla="*/ 8947501 w 13158799"/>
              <a:gd name="connsiteY122" fmla="*/ 1349004 h 9456078"/>
              <a:gd name="connsiteX123" fmla="*/ 8985435 w 13158799"/>
              <a:gd name="connsiteY123" fmla="*/ 1317962 h 9456078"/>
              <a:gd name="connsiteX124" fmla="*/ 9023610 w 13158799"/>
              <a:gd name="connsiteY124" fmla="*/ 1287250 h 9456078"/>
              <a:gd name="connsiteX125" fmla="*/ 9062022 w 13158799"/>
              <a:gd name="connsiteY125" fmla="*/ 1256869 h 9456078"/>
              <a:gd name="connsiteX126" fmla="*/ 9100669 w 13158799"/>
              <a:gd name="connsiteY126" fmla="*/ 1226820 h 9456078"/>
              <a:gd name="connsiteX127" fmla="*/ 9139549 w 13158799"/>
              <a:gd name="connsiteY127" fmla="*/ 1197105 h 9456078"/>
              <a:gd name="connsiteX128" fmla="*/ 9178660 w 13158799"/>
              <a:gd name="connsiteY128" fmla="*/ 1167725 h 9456078"/>
              <a:gd name="connsiteX129" fmla="*/ 9217999 w 13158799"/>
              <a:gd name="connsiteY129" fmla="*/ 1138681 h 9456078"/>
              <a:gd name="connsiteX130" fmla="*/ 9257564 w 13158799"/>
              <a:gd name="connsiteY130" fmla="*/ 1109974 h 9456078"/>
              <a:gd name="connsiteX131" fmla="*/ 9297353 w 13158799"/>
              <a:gd name="connsiteY131" fmla="*/ 1081604 h 9456078"/>
              <a:gd name="connsiteX132" fmla="*/ 9337364 w 13158799"/>
              <a:gd name="connsiteY132" fmla="*/ 1053574 h 9456078"/>
              <a:gd name="connsiteX133" fmla="*/ 9377594 w 13158799"/>
              <a:gd name="connsiteY133" fmla="*/ 1025884 h 9456078"/>
              <a:gd name="connsiteX134" fmla="*/ 9418040 w 13158799"/>
              <a:gd name="connsiteY134" fmla="*/ 998536 h 9456078"/>
              <a:gd name="connsiteX135" fmla="*/ 9458702 w 13158799"/>
              <a:gd name="connsiteY135" fmla="*/ 971530 h 9456078"/>
              <a:gd name="connsiteX136" fmla="*/ 9499575 w 13158799"/>
              <a:gd name="connsiteY136" fmla="*/ 944868 h 9456078"/>
              <a:gd name="connsiteX137" fmla="*/ 9540659 w 13158799"/>
              <a:gd name="connsiteY137" fmla="*/ 918551 h 9456078"/>
              <a:gd name="connsiteX138" fmla="*/ 9581950 w 13158799"/>
              <a:gd name="connsiteY138" fmla="*/ 892580 h 9456078"/>
              <a:gd name="connsiteX139" fmla="*/ 9623447 w 13158799"/>
              <a:gd name="connsiteY139" fmla="*/ 866956 h 9456078"/>
              <a:gd name="connsiteX140" fmla="*/ 9665147 w 13158799"/>
              <a:gd name="connsiteY140" fmla="*/ 841681 h 9456078"/>
              <a:gd name="connsiteX141" fmla="*/ 9707048 w 13158799"/>
              <a:gd name="connsiteY141" fmla="*/ 816754 h 9456078"/>
              <a:gd name="connsiteX142" fmla="*/ 9749147 w 13158799"/>
              <a:gd name="connsiteY142" fmla="*/ 792179 h 9456078"/>
              <a:gd name="connsiteX143" fmla="*/ 9791443 w 13158799"/>
              <a:gd name="connsiteY143" fmla="*/ 767955 h 9456078"/>
              <a:gd name="connsiteX144" fmla="*/ 9833932 w 13158799"/>
              <a:gd name="connsiteY144" fmla="*/ 744083 h 9456078"/>
              <a:gd name="connsiteX145" fmla="*/ 9876613 w 13158799"/>
              <a:gd name="connsiteY145" fmla="*/ 720566 h 9456078"/>
              <a:gd name="connsiteX146" fmla="*/ 9919484 w 13158799"/>
              <a:gd name="connsiteY146" fmla="*/ 697404 h 9456078"/>
              <a:gd name="connsiteX147" fmla="*/ 9962542 w 13158799"/>
              <a:gd name="connsiteY147" fmla="*/ 674598 h 9456078"/>
              <a:gd name="connsiteX148" fmla="*/ 10005784 w 13158799"/>
              <a:gd name="connsiteY148" fmla="*/ 652149 h 9456078"/>
              <a:gd name="connsiteX149" fmla="*/ 10049209 w 13158799"/>
              <a:gd name="connsiteY149" fmla="*/ 630059 h 9456078"/>
              <a:gd name="connsiteX150" fmla="*/ 10092814 w 13158799"/>
              <a:gd name="connsiteY150" fmla="*/ 608328 h 9456078"/>
              <a:gd name="connsiteX151" fmla="*/ 10136597 w 13158799"/>
              <a:gd name="connsiteY151" fmla="*/ 586958 h 9456078"/>
              <a:gd name="connsiteX152" fmla="*/ 10180556 w 13158799"/>
              <a:gd name="connsiteY152" fmla="*/ 565950 h 9456078"/>
              <a:gd name="connsiteX153" fmla="*/ 10224688 w 13158799"/>
              <a:gd name="connsiteY153" fmla="*/ 545304 h 9456078"/>
              <a:gd name="connsiteX154" fmla="*/ 10268991 w 13158799"/>
              <a:gd name="connsiteY154" fmla="*/ 525023 h 9456078"/>
              <a:gd name="connsiteX155" fmla="*/ 10313463 w 13158799"/>
              <a:gd name="connsiteY155" fmla="*/ 505107 h 9456078"/>
              <a:gd name="connsiteX156" fmla="*/ 10358101 w 13158799"/>
              <a:gd name="connsiteY156" fmla="*/ 485558 h 9456078"/>
              <a:gd name="connsiteX157" fmla="*/ 10402903 w 13158799"/>
              <a:gd name="connsiteY157" fmla="*/ 466376 h 9456078"/>
              <a:gd name="connsiteX158" fmla="*/ 10447868 w 13158799"/>
              <a:gd name="connsiteY158" fmla="*/ 447563 h 9456078"/>
              <a:gd name="connsiteX159" fmla="*/ 10492991 w 13158799"/>
              <a:gd name="connsiteY159" fmla="*/ 429119 h 9456078"/>
              <a:gd name="connsiteX160" fmla="*/ 10538272 w 13158799"/>
              <a:gd name="connsiteY160" fmla="*/ 411046 h 9456078"/>
              <a:gd name="connsiteX161" fmla="*/ 10583708 w 13158799"/>
              <a:gd name="connsiteY161" fmla="*/ 393346 h 9456078"/>
              <a:gd name="connsiteX162" fmla="*/ 10629297 w 13158799"/>
              <a:gd name="connsiteY162" fmla="*/ 376018 h 9456078"/>
              <a:gd name="connsiteX163" fmla="*/ 10675036 w 13158799"/>
              <a:gd name="connsiteY163" fmla="*/ 359065 h 9456078"/>
              <a:gd name="connsiteX164" fmla="*/ 10720923 w 13158799"/>
              <a:gd name="connsiteY164" fmla="*/ 342487 h 9456078"/>
              <a:gd name="connsiteX165" fmla="*/ 10766956 w 13158799"/>
              <a:gd name="connsiteY165" fmla="*/ 326286 h 9456078"/>
              <a:gd name="connsiteX166" fmla="*/ 10813132 w 13158799"/>
              <a:gd name="connsiteY166" fmla="*/ 310462 h 9456078"/>
              <a:gd name="connsiteX167" fmla="*/ 10859450 w 13158799"/>
              <a:gd name="connsiteY167" fmla="*/ 295018 h 9456078"/>
              <a:gd name="connsiteX168" fmla="*/ 10905907 w 13158799"/>
              <a:gd name="connsiteY168" fmla="*/ 279953 h 9456078"/>
              <a:gd name="connsiteX169" fmla="*/ 10952500 w 13158799"/>
              <a:gd name="connsiteY169" fmla="*/ 265269 h 9456078"/>
              <a:gd name="connsiteX170" fmla="*/ 10999227 w 13158799"/>
              <a:gd name="connsiteY170" fmla="*/ 250968 h 9456078"/>
              <a:gd name="connsiteX171" fmla="*/ 11046087 w 13158799"/>
              <a:gd name="connsiteY171" fmla="*/ 237049 h 9456078"/>
              <a:gd name="connsiteX172" fmla="*/ 11093076 w 13158799"/>
              <a:gd name="connsiteY172" fmla="*/ 223516 h 9456078"/>
              <a:gd name="connsiteX173" fmla="*/ 11140193 w 13158799"/>
              <a:gd name="connsiteY173" fmla="*/ 210368 h 9456078"/>
              <a:gd name="connsiteX174" fmla="*/ 11187434 w 13158799"/>
              <a:gd name="connsiteY174" fmla="*/ 197606 h 9456078"/>
              <a:gd name="connsiteX175" fmla="*/ 11234799 w 13158799"/>
              <a:gd name="connsiteY175" fmla="*/ 185233 h 9456078"/>
              <a:gd name="connsiteX176" fmla="*/ 11282284 w 13158799"/>
              <a:gd name="connsiteY176" fmla="*/ 173248 h 9456078"/>
              <a:gd name="connsiteX177" fmla="*/ 11329888 w 13158799"/>
              <a:gd name="connsiteY177" fmla="*/ 161654 h 9456078"/>
              <a:gd name="connsiteX178" fmla="*/ 11377607 w 13158799"/>
              <a:gd name="connsiteY178" fmla="*/ 150451 h 9456078"/>
              <a:gd name="connsiteX179" fmla="*/ 11425440 w 13158799"/>
              <a:gd name="connsiteY179" fmla="*/ 139640 h 9456078"/>
              <a:gd name="connsiteX180" fmla="*/ 11473385 w 13158799"/>
              <a:gd name="connsiteY180" fmla="*/ 129223 h 9456078"/>
              <a:gd name="connsiteX181" fmla="*/ 11521439 w 13158799"/>
              <a:gd name="connsiteY181" fmla="*/ 119201 h 9456078"/>
              <a:gd name="connsiteX182" fmla="*/ 11569599 w 13158799"/>
              <a:gd name="connsiteY182" fmla="*/ 109574 h 9456078"/>
              <a:gd name="connsiteX183" fmla="*/ 11617864 w 13158799"/>
              <a:gd name="connsiteY183" fmla="*/ 100344 h 9456078"/>
              <a:gd name="connsiteX184" fmla="*/ 11666231 w 13158799"/>
              <a:gd name="connsiteY184" fmla="*/ 91512 h 9456078"/>
              <a:gd name="connsiteX185" fmla="*/ 11714698 w 13158799"/>
              <a:gd name="connsiteY185" fmla="*/ 83080 h 9456078"/>
              <a:gd name="connsiteX186" fmla="*/ 11763263 w 13158799"/>
              <a:gd name="connsiteY186" fmla="*/ 75047 h 9456078"/>
              <a:gd name="connsiteX187" fmla="*/ 11811923 w 13158799"/>
              <a:gd name="connsiteY187" fmla="*/ 67417 h 9456078"/>
              <a:gd name="connsiteX188" fmla="*/ 11860676 w 13158799"/>
              <a:gd name="connsiteY188" fmla="*/ 60188 h 9456078"/>
              <a:gd name="connsiteX189" fmla="*/ 11909519 w 13158799"/>
              <a:gd name="connsiteY189" fmla="*/ 53364 h 9456078"/>
              <a:gd name="connsiteX190" fmla="*/ 11958451 w 13158799"/>
              <a:gd name="connsiteY190" fmla="*/ 46944 h 9456078"/>
              <a:gd name="connsiteX191" fmla="*/ 12007470 w 13158799"/>
              <a:gd name="connsiteY191" fmla="*/ 40931 h 9456078"/>
              <a:gd name="connsiteX192" fmla="*/ 12056572 w 13158799"/>
              <a:gd name="connsiteY192" fmla="*/ 35324 h 9456078"/>
              <a:gd name="connsiteX193" fmla="*/ 12105756 w 13158799"/>
              <a:gd name="connsiteY193" fmla="*/ 30126 h 9456078"/>
              <a:gd name="connsiteX194" fmla="*/ 12155019 w 13158799"/>
              <a:gd name="connsiteY194" fmla="*/ 25337 h 9456078"/>
              <a:gd name="connsiteX195" fmla="*/ 12204359 w 13158799"/>
              <a:gd name="connsiteY195" fmla="*/ 20958 h 9456078"/>
              <a:gd name="connsiteX196" fmla="*/ 12253773 w 13158799"/>
              <a:gd name="connsiteY196" fmla="*/ 16991 h 9456078"/>
              <a:gd name="connsiteX197" fmla="*/ 12303260 w 13158799"/>
              <a:gd name="connsiteY197" fmla="*/ 13437 h 9456078"/>
              <a:gd name="connsiteX198" fmla="*/ 12352818 w 13158799"/>
              <a:gd name="connsiteY198" fmla="*/ 10297 h 9456078"/>
              <a:gd name="connsiteX199" fmla="*/ 12402443 w 13158799"/>
              <a:gd name="connsiteY199" fmla="*/ 7572 h 9456078"/>
              <a:gd name="connsiteX200" fmla="*/ 12452133 w 13158799"/>
              <a:gd name="connsiteY200" fmla="*/ 5263 h 9456078"/>
              <a:gd name="connsiteX201" fmla="*/ 12501887 w 13158799"/>
              <a:gd name="connsiteY201" fmla="*/ 3371 h 9456078"/>
              <a:gd name="connsiteX202" fmla="*/ 12551701 w 13158799"/>
              <a:gd name="connsiteY202" fmla="*/ 1898 h 9456078"/>
              <a:gd name="connsiteX203" fmla="*/ 12601574 w 13158799"/>
              <a:gd name="connsiteY203" fmla="*/ 844 h 9456078"/>
              <a:gd name="connsiteX204" fmla="*/ 12651504 w 13158799"/>
              <a:gd name="connsiteY204" fmla="*/ 211 h 9456078"/>
              <a:gd name="connsiteX205" fmla="*/ 12701487 w 13158799"/>
              <a:gd name="connsiteY205" fmla="*/ 0 h 9456078"/>
              <a:gd name="connsiteX206" fmla="*/ 13158798 w 13158799"/>
              <a:gd name="connsiteY206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76172 w 13158797"/>
              <a:gd name="connsiteY22" fmla="*/ 9319936 h 9456078"/>
              <a:gd name="connsiteX23" fmla="*/ 1223823 w 13158797"/>
              <a:gd name="connsiteY23" fmla="*/ 9308509 h 9456078"/>
              <a:gd name="connsiteX24" fmla="*/ 1271339 w 13158797"/>
              <a:gd name="connsiteY24" fmla="*/ 9296635 h 9456078"/>
              <a:gd name="connsiteX25" fmla="*/ 1318719 w 13158797"/>
              <a:gd name="connsiteY25" fmla="*/ 9284315 h 9456078"/>
              <a:gd name="connsiteX26" fmla="*/ 1365957 w 13158797"/>
              <a:gd name="connsiteY26" fmla="*/ 9271550 h 9456078"/>
              <a:gd name="connsiteX27" fmla="*/ 1413052 w 13158797"/>
              <a:gd name="connsiteY27" fmla="*/ 9258342 h 9456078"/>
              <a:gd name="connsiteX28" fmla="*/ 1460000 w 13158797"/>
              <a:gd name="connsiteY28" fmla="*/ 9244693 h 9456078"/>
              <a:gd name="connsiteX29" fmla="*/ 1506799 w 13158797"/>
              <a:gd name="connsiteY29" fmla="*/ 9230604 h 9456078"/>
              <a:gd name="connsiteX30" fmla="*/ 1553445 w 13158797"/>
              <a:gd name="connsiteY30" fmla="*/ 9216076 h 9456078"/>
              <a:gd name="connsiteX31" fmla="*/ 1599935 w 13158797"/>
              <a:gd name="connsiteY31" fmla="*/ 9201111 h 9456078"/>
              <a:gd name="connsiteX32" fmla="*/ 1646267 w 13158797"/>
              <a:gd name="connsiteY32" fmla="*/ 9185710 h 9456078"/>
              <a:gd name="connsiteX33" fmla="*/ 1692437 w 13158797"/>
              <a:gd name="connsiteY33" fmla="*/ 9169876 h 9456078"/>
              <a:gd name="connsiteX34" fmla="*/ 1738442 w 13158797"/>
              <a:gd name="connsiteY34" fmla="*/ 9153608 h 9456078"/>
              <a:gd name="connsiteX35" fmla="*/ 1784280 w 13158797"/>
              <a:gd name="connsiteY35" fmla="*/ 9136910 h 9456078"/>
              <a:gd name="connsiteX36" fmla="*/ 1829947 w 13158797"/>
              <a:gd name="connsiteY36" fmla="*/ 9119782 h 9456078"/>
              <a:gd name="connsiteX37" fmla="*/ 1875440 w 13158797"/>
              <a:gd name="connsiteY37" fmla="*/ 9102226 h 9456078"/>
              <a:gd name="connsiteX38" fmla="*/ 1920756 w 13158797"/>
              <a:gd name="connsiteY38" fmla="*/ 9084243 h 9456078"/>
              <a:gd name="connsiteX39" fmla="*/ 1965893 w 13158797"/>
              <a:gd name="connsiteY39" fmla="*/ 9065835 h 9456078"/>
              <a:gd name="connsiteX40" fmla="*/ 2055615 w 13158797"/>
              <a:gd name="connsiteY40" fmla="*/ 9027750 h 9456078"/>
              <a:gd name="connsiteX41" fmla="*/ 2100195 w 13158797"/>
              <a:gd name="connsiteY41" fmla="*/ 9008075 h 9456078"/>
              <a:gd name="connsiteX42" fmla="*/ 2144582 w 13158797"/>
              <a:gd name="connsiteY42" fmla="*/ 8987981 h 9456078"/>
              <a:gd name="connsiteX43" fmla="*/ 2188775 w 13158797"/>
              <a:gd name="connsiteY43" fmla="*/ 8967470 h 9456078"/>
              <a:gd name="connsiteX44" fmla="*/ 2232770 w 13158797"/>
              <a:gd name="connsiteY44" fmla="*/ 8946542 h 9456078"/>
              <a:gd name="connsiteX45" fmla="*/ 2276564 w 13158797"/>
              <a:gd name="connsiteY45" fmla="*/ 8925199 h 9456078"/>
              <a:gd name="connsiteX46" fmla="*/ 2320154 w 13158797"/>
              <a:gd name="connsiteY46" fmla="*/ 8903443 h 9456078"/>
              <a:gd name="connsiteX47" fmla="*/ 2363538 w 13158797"/>
              <a:gd name="connsiteY47" fmla="*/ 8881275 h 9456078"/>
              <a:gd name="connsiteX48" fmla="*/ 2406711 w 13158797"/>
              <a:gd name="connsiteY48" fmla="*/ 8858697 h 9456078"/>
              <a:gd name="connsiteX49" fmla="*/ 2449672 w 13158797"/>
              <a:gd name="connsiteY49" fmla="*/ 8835710 h 9456078"/>
              <a:gd name="connsiteX50" fmla="*/ 2492417 w 13158797"/>
              <a:gd name="connsiteY50" fmla="*/ 8812316 h 9456078"/>
              <a:gd name="connsiteX51" fmla="*/ 2534943 w 13158797"/>
              <a:gd name="connsiteY51" fmla="*/ 8788516 h 9456078"/>
              <a:gd name="connsiteX52" fmla="*/ 2577247 w 13158797"/>
              <a:gd name="connsiteY52" fmla="*/ 8764311 h 9456078"/>
              <a:gd name="connsiteX53" fmla="*/ 2619326 w 13158797"/>
              <a:gd name="connsiteY53" fmla="*/ 8739704 h 9456078"/>
              <a:gd name="connsiteX54" fmla="*/ 2661177 w 13158797"/>
              <a:gd name="connsiteY54" fmla="*/ 8714695 h 9456078"/>
              <a:gd name="connsiteX55" fmla="*/ 2702797 w 13158797"/>
              <a:gd name="connsiteY55" fmla="*/ 8689286 h 9456078"/>
              <a:gd name="connsiteX56" fmla="*/ 2744183 w 13158797"/>
              <a:gd name="connsiteY56" fmla="*/ 8663479 h 9456078"/>
              <a:gd name="connsiteX57" fmla="*/ 2785333 w 13158797"/>
              <a:gd name="connsiteY57" fmla="*/ 8637274 h 9456078"/>
              <a:gd name="connsiteX58" fmla="*/ 2826242 w 13158797"/>
              <a:gd name="connsiteY58" fmla="*/ 8610675 h 9456078"/>
              <a:gd name="connsiteX59" fmla="*/ 2866908 w 13158797"/>
              <a:gd name="connsiteY59" fmla="*/ 8583681 h 9456078"/>
              <a:gd name="connsiteX60" fmla="*/ 2907329 w 13158797"/>
              <a:gd name="connsiteY60" fmla="*/ 8556295 h 9456078"/>
              <a:gd name="connsiteX61" fmla="*/ 2947500 w 13158797"/>
              <a:gd name="connsiteY61" fmla="*/ 8528517 h 9456078"/>
              <a:gd name="connsiteX62" fmla="*/ 2987419 w 13158797"/>
              <a:gd name="connsiteY62" fmla="*/ 8500351 h 9456078"/>
              <a:gd name="connsiteX63" fmla="*/ 3027083 w 13158797"/>
              <a:gd name="connsiteY63" fmla="*/ 8471796 h 9456078"/>
              <a:gd name="connsiteX64" fmla="*/ 3066489 w 13158797"/>
              <a:gd name="connsiteY64" fmla="*/ 8442854 h 9456078"/>
              <a:gd name="connsiteX65" fmla="*/ 3105634 w 13158797"/>
              <a:gd name="connsiteY65" fmla="*/ 8413528 h 9456078"/>
              <a:gd name="connsiteX66" fmla="*/ 3144515 w 13158797"/>
              <a:gd name="connsiteY66" fmla="*/ 8383818 h 9456078"/>
              <a:gd name="connsiteX67" fmla="*/ 3183129 w 13158797"/>
              <a:gd name="connsiteY67" fmla="*/ 8353726 h 9456078"/>
              <a:gd name="connsiteX68" fmla="*/ 3221473 w 13158797"/>
              <a:gd name="connsiteY68" fmla="*/ 8323253 h 9456078"/>
              <a:gd name="connsiteX69" fmla="*/ 3259544 w 13158797"/>
              <a:gd name="connsiteY69" fmla="*/ 8292401 h 9456078"/>
              <a:gd name="connsiteX70" fmla="*/ 3297339 w 13158797"/>
              <a:gd name="connsiteY70" fmla="*/ 8261172 h 9456078"/>
              <a:gd name="connsiteX71" fmla="*/ 3334854 w 13158797"/>
              <a:gd name="connsiteY71" fmla="*/ 8229566 h 9456078"/>
              <a:gd name="connsiteX72" fmla="*/ 3372087 w 13158797"/>
              <a:gd name="connsiteY72" fmla="*/ 8197585 h 9456078"/>
              <a:gd name="connsiteX73" fmla="*/ 3409035 w 13158797"/>
              <a:gd name="connsiteY73" fmla="*/ 8165232 h 9456078"/>
              <a:gd name="connsiteX74" fmla="*/ 3445695 w 13158797"/>
              <a:gd name="connsiteY74" fmla="*/ 8132507 h 9456078"/>
              <a:gd name="connsiteX75" fmla="*/ 3482064 w 13158797"/>
              <a:gd name="connsiteY75" fmla="*/ 8099411 h 9456078"/>
              <a:gd name="connsiteX76" fmla="*/ 3518139 w 13158797"/>
              <a:gd name="connsiteY76" fmla="*/ 8065947 h 9456078"/>
              <a:gd name="connsiteX77" fmla="*/ 3553916 w 13158797"/>
              <a:gd name="connsiteY77" fmla="*/ 8032115 h 9456078"/>
              <a:gd name="connsiteX78" fmla="*/ 3589393 w 13158797"/>
              <a:gd name="connsiteY78" fmla="*/ 7997918 h 9456078"/>
              <a:gd name="connsiteX79" fmla="*/ 3624567 w 13158797"/>
              <a:gd name="connsiteY79" fmla="*/ 7963356 h 9456078"/>
              <a:gd name="connsiteX80" fmla="*/ 3659435 w 13158797"/>
              <a:gd name="connsiteY80" fmla="*/ 7928432 h 9456078"/>
              <a:gd name="connsiteX81" fmla="*/ 3693994 w 13158797"/>
              <a:gd name="connsiteY81" fmla="*/ 7893146 h 9456078"/>
              <a:gd name="connsiteX82" fmla="*/ 3728240 w 13158797"/>
              <a:gd name="connsiteY82" fmla="*/ 7857501 h 9456078"/>
              <a:gd name="connsiteX83" fmla="*/ 3762171 w 13158797"/>
              <a:gd name="connsiteY83" fmla="*/ 7821497 h 9456078"/>
              <a:gd name="connsiteX84" fmla="*/ 3795783 w 13158797"/>
              <a:gd name="connsiteY84" fmla="*/ 7785136 h 9456078"/>
              <a:gd name="connsiteX85" fmla="*/ 3829075 w 13158797"/>
              <a:gd name="connsiteY85" fmla="*/ 7748420 h 9456078"/>
              <a:gd name="connsiteX86" fmla="*/ 3862042 w 13158797"/>
              <a:gd name="connsiteY86" fmla="*/ 7711350 h 9456078"/>
              <a:gd name="connsiteX87" fmla="*/ 3894682 w 13158797"/>
              <a:gd name="connsiteY87" fmla="*/ 7673928 h 9456078"/>
              <a:gd name="connsiteX88" fmla="*/ 3926991 w 13158797"/>
              <a:gd name="connsiteY88" fmla="*/ 7636155 h 9456078"/>
              <a:gd name="connsiteX89" fmla="*/ 3958967 w 13158797"/>
              <a:gd name="connsiteY89" fmla="*/ 7598032 h 9456078"/>
              <a:gd name="connsiteX90" fmla="*/ 3990607 w 13158797"/>
              <a:gd name="connsiteY90" fmla="*/ 7559561 h 9456078"/>
              <a:gd name="connsiteX91" fmla="*/ 4021907 w 13158797"/>
              <a:gd name="connsiteY91" fmla="*/ 7520744 h 9456078"/>
              <a:gd name="connsiteX92" fmla="*/ 4052865 w 13158797"/>
              <a:gd name="connsiteY92" fmla="*/ 7481582 h 9456078"/>
              <a:gd name="connsiteX93" fmla="*/ 4083478 w 13158797"/>
              <a:gd name="connsiteY93" fmla="*/ 7442077 h 9456078"/>
              <a:gd name="connsiteX94" fmla="*/ 8022311 w 13158797"/>
              <a:gd name="connsiteY94" fmla="*/ 2307814 h 9456078"/>
              <a:gd name="connsiteX95" fmla="*/ 8052902 w 13158797"/>
              <a:gd name="connsiteY95" fmla="*/ 2268285 h 9456078"/>
              <a:gd name="connsiteX96" fmla="*/ 8083796 w 13158797"/>
              <a:gd name="connsiteY96" fmla="*/ 2229056 h 9456078"/>
              <a:gd name="connsiteX97" fmla="*/ 8114989 w 13158797"/>
              <a:gd name="connsiteY97" fmla="*/ 2190127 h 9456078"/>
              <a:gd name="connsiteX98" fmla="*/ 8146479 w 13158797"/>
              <a:gd name="connsiteY98" fmla="*/ 2151500 h 9456078"/>
              <a:gd name="connsiteX99" fmla="*/ 8178264 w 13158797"/>
              <a:gd name="connsiteY99" fmla="*/ 2113176 h 9456078"/>
              <a:gd name="connsiteX100" fmla="*/ 8210341 w 13158797"/>
              <a:gd name="connsiteY100" fmla="*/ 2075157 h 9456078"/>
              <a:gd name="connsiteX101" fmla="*/ 8242709 w 13158797"/>
              <a:gd name="connsiteY101" fmla="*/ 2037442 h 9456078"/>
              <a:gd name="connsiteX102" fmla="*/ 8275365 w 13158797"/>
              <a:gd name="connsiteY102" fmla="*/ 2000034 h 9456078"/>
              <a:gd name="connsiteX103" fmla="*/ 8308307 w 13158797"/>
              <a:gd name="connsiteY103" fmla="*/ 1962934 h 9456078"/>
              <a:gd name="connsiteX104" fmla="*/ 8341532 w 13158797"/>
              <a:gd name="connsiteY104" fmla="*/ 1926142 h 9456078"/>
              <a:gd name="connsiteX105" fmla="*/ 8375038 w 13158797"/>
              <a:gd name="connsiteY105" fmla="*/ 1889660 h 9456078"/>
              <a:gd name="connsiteX106" fmla="*/ 8408823 w 13158797"/>
              <a:gd name="connsiteY106" fmla="*/ 1853489 h 9456078"/>
              <a:gd name="connsiteX107" fmla="*/ 8442885 w 13158797"/>
              <a:gd name="connsiteY107" fmla="*/ 1817630 h 9456078"/>
              <a:gd name="connsiteX108" fmla="*/ 8477221 w 13158797"/>
              <a:gd name="connsiteY108" fmla="*/ 1782084 h 9456078"/>
              <a:gd name="connsiteX109" fmla="*/ 8511829 w 13158797"/>
              <a:gd name="connsiteY109" fmla="*/ 1746853 h 9456078"/>
              <a:gd name="connsiteX110" fmla="*/ 8546706 w 13158797"/>
              <a:gd name="connsiteY110" fmla="*/ 1711937 h 9456078"/>
              <a:gd name="connsiteX111" fmla="*/ 8581851 w 13158797"/>
              <a:gd name="connsiteY111" fmla="*/ 1677337 h 9456078"/>
              <a:gd name="connsiteX112" fmla="*/ 8617261 w 13158797"/>
              <a:gd name="connsiteY112" fmla="*/ 1643056 h 9456078"/>
              <a:gd name="connsiteX113" fmla="*/ 8652934 w 13158797"/>
              <a:gd name="connsiteY113" fmla="*/ 1609093 h 9456078"/>
              <a:gd name="connsiteX114" fmla="*/ 8688867 w 13158797"/>
              <a:gd name="connsiteY114" fmla="*/ 1575450 h 9456078"/>
              <a:gd name="connsiteX115" fmla="*/ 8725058 w 13158797"/>
              <a:gd name="connsiteY115" fmla="*/ 1542128 h 9456078"/>
              <a:gd name="connsiteX116" fmla="*/ 8761506 w 13158797"/>
              <a:gd name="connsiteY116" fmla="*/ 1509129 h 9456078"/>
              <a:gd name="connsiteX117" fmla="*/ 8798207 w 13158797"/>
              <a:gd name="connsiteY117" fmla="*/ 1476452 h 9456078"/>
              <a:gd name="connsiteX118" fmla="*/ 8835159 w 13158797"/>
              <a:gd name="connsiteY118" fmla="*/ 1444101 h 9456078"/>
              <a:gd name="connsiteX119" fmla="*/ 8872360 w 13158797"/>
              <a:gd name="connsiteY119" fmla="*/ 1412075 h 9456078"/>
              <a:gd name="connsiteX120" fmla="*/ 8909808 w 13158797"/>
              <a:gd name="connsiteY120" fmla="*/ 1380375 h 9456078"/>
              <a:gd name="connsiteX121" fmla="*/ 8947501 w 13158797"/>
              <a:gd name="connsiteY121" fmla="*/ 1349004 h 9456078"/>
              <a:gd name="connsiteX122" fmla="*/ 8985435 w 13158797"/>
              <a:gd name="connsiteY122" fmla="*/ 1317962 h 9456078"/>
              <a:gd name="connsiteX123" fmla="*/ 9023610 w 13158797"/>
              <a:gd name="connsiteY123" fmla="*/ 1287250 h 9456078"/>
              <a:gd name="connsiteX124" fmla="*/ 9062022 w 13158797"/>
              <a:gd name="connsiteY124" fmla="*/ 1256869 h 9456078"/>
              <a:gd name="connsiteX125" fmla="*/ 9100669 w 13158797"/>
              <a:gd name="connsiteY125" fmla="*/ 1226820 h 9456078"/>
              <a:gd name="connsiteX126" fmla="*/ 9139549 w 13158797"/>
              <a:gd name="connsiteY126" fmla="*/ 1197105 h 9456078"/>
              <a:gd name="connsiteX127" fmla="*/ 9178660 w 13158797"/>
              <a:gd name="connsiteY127" fmla="*/ 1167725 h 9456078"/>
              <a:gd name="connsiteX128" fmla="*/ 9217999 w 13158797"/>
              <a:gd name="connsiteY128" fmla="*/ 1138681 h 9456078"/>
              <a:gd name="connsiteX129" fmla="*/ 9257564 w 13158797"/>
              <a:gd name="connsiteY129" fmla="*/ 1109974 h 9456078"/>
              <a:gd name="connsiteX130" fmla="*/ 9297353 w 13158797"/>
              <a:gd name="connsiteY130" fmla="*/ 1081604 h 9456078"/>
              <a:gd name="connsiteX131" fmla="*/ 9337364 w 13158797"/>
              <a:gd name="connsiteY131" fmla="*/ 1053574 h 9456078"/>
              <a:gd name="connsiteX132" fmla="*/ 9377594 w 13158797"/>
              <a:gd name="connsiteY132" fmla="*/ 1025884 h 9456078"/>
              <a:gd name="connsiteX133" fmla="*/ 9418040 w 13158797"/>
              <a:gd name="connsiteY133" fmla="*/ 998536 h 9456078"/>
              <a:gd name="connsiteX134" fmla="*/ 9458702 w 13158797"/>
              <a:gd name="connsiteY134" fmla="*/ 971530 h 9456078"/>
              <a:gd name="connsiteX135" fmla="*/ 9499575 w 13158797"/>
              <a:gd name="connsiteY135" fmla="*/ 944868 h 9456078"/>
              <a:gd name="connsiteX136" fmla="*/ 9540659 w 13158797"/>
              <a:gd name="connsiteY136" fmla="*/ 918551 h 9456078"/>
              <a:gd name="connsiteX137" fmla="*/ 9581950 w 13158797"/>
              <a:gd name="connsiteY137" fmla="*/ 892580 h 9456078"/>
              <a:gd name="connsiteX138" fmla="*/ 9623447 w 13158797"/>
              <a:gd name="connsiteY138" fmla="*/ 866956 h 9456078"/>
              <a:gd name="connsiteX139" fmla="*/ 9665147 w 13158797"/>
              <a:gd name="connsiteY139" fmla="*/ 841681 h 9456078"/>
              <a:gd name="connsiteX140" fmla="*/ 9707048 w 13158797"/>
              <a:gd name="connsiteY140" fmla="*/ 816754 h 9456078"/>
              <a:gd name="connsiteX141" fmla="*/ 9749147 w 13158797"/>
              <a:gd name="connsiteY141" fmla="*/ 792179 h 9456078"/>
              <a:gd name="connsiteX142" fmla="*/ 9791443 w 13158797"/>
              <a:gd name="connsiteY142" fmla="*/ 767955 h 9456078"/>
              <a:gd name="connsiteX143" fmla="*/ 9833932 w 13158797"/>
              <a:gd name="connsiteY143" fmla="*/ 744083 h 9456078"/>
              <a:gd name="connsiteX144" fmla="*/ 9876613 w 13158797"/>
              <a:gd name="connsiteY144" fmla="*/ 720566 h 9456078"/>
              <a:gd name="connsiteX145" fmla="*/ 9919484 w 13158797"/>
              <a:gd name="connsiteY145" fmla="*/ 697404 h 9456078"/>
              <a:gd name="connsiteX146" fmla="*/ 9962542 w 13158797"/>
              <a:gd name="connsiteY146" fmla="*/ 674598 h 9456078"/>
              <a:gd name="connsiteX147" fmla="*/ 10005784 w 13158797"/>
              <a:gd name="connsiteY147" fmla="*/ 652149 h 9456078"/>
              <a:gd name="connsiteX148" fmla="*/ 10049209 w 13158797"/>
              <a:gd name="connsiteY148" fmla="*/ 630059 h 9456078"/>
              <a:gd name="connsiteX149" fmla="*/ 10092814 w 13158797"/>
              <a:gd name="connsiteY149" fmla="*/ 608328 h 9456078"/>
              <a:gd name="connsiteX150" fmla="*/ 10136597 w 13158797"/>
              <a:gd name="connsiteY150" fmla="*/ 586958 h 9456078"/>
              <a:gd name="connsiteX151" fmla="*/ 10180556 w 13158797"/>
              <a:gd name="connsiteY151" fmla="*/ 565950 h 9456078"/>
              <a:gd name="connsiteX152" fmla="*/ 10224688 w 13158797"/>
              <a:gd name="connsiteY152" fmla="*/ 545304 h 9456078"/>
              <a:gd name="connsiteX153" fmla="*/ 10268991 w 13158797"/>
              <a:gd name="connsiteY153" fmla="*/ 525023 h 9456078"/>
              <a:gd name="connsiteX154" fmla="*/ 10313463 w 13158797"/>
              <a:gd name="connsiteY154" fmla="*/ 505107 h 9456078"/>
              <a:gd name="connsiteX155" fmla="*/ 10358101 w 13158797"/>
              <a:gd name="connsiteY155" fmla="*/ 485558 h 9456078"/>
              <a:gd name="connsiteX156" fmla="*/ 10402903 w 13158797"/>
              <a:gd name="connsiteY156" fmla="*/ 466376 h 9456078"/>
              <a:gd name="connsiteX157" fmla="*/ 10447868 w 13158797"/>
              <a:gd name="connsiteY157" fmla="*/ 447563 h 9456078"/>
              <a:gd name="connsiteX158" fmla="*/ 10492991 w 13158797"/>
              <a:gd name="connsiteY158" fmla="*/ 429119 h 9456078"/>
              <a:gd name="connsiteX159" fmla="*/ 10538272 w 13158797"/>
              <a:gd name="connsiteY159" fmla="*/ 411046 h 9456078"/>
              <a:gd name="connsiteX160" fmla="*/ 10583708 w 13158797"/>
              <a:gd name="connsiteY160" fmla="*/ 393346 h 9456078"/>
              <a:gd name="connsiteX161" fmla="*/ 10629297 w 13158797"/>
              <a:gd name="connsiteY161" fmla="*/ 376018 h 9456078"/>
              <a:gd name="connsiteX162" fmla="*/ 10675036 w 13158797"/>
              <a:gd name="connsiteY162" fmla="*/ 359065 h 9456078"/>
              <a:gd name="connsiteX163" fmla="*/ 10720923 w 13158797"/>
              <a:gd name="connsiteY163" fmla="*/ 342487 h 9456078"/>
              <a:gd name="connsiteX164" fmla="*/ 10766956 w 13158797"/>
              <a:gd name="connsiteY164" fmla="*/ 326286 h 9456078"/>
              <a:gd name="connsiteX165" fmla="*/ 10813132 w 13158797"/>
              <a:gd name="connsiteY165" fmla="*/ 310462 h 9456078"/>
              <a:gd name="connsiteX166" fmla="*/ 10859450 w 13158797"/>
              <a:gd name="connsiteY166" fmla="*/ 295018 h 9456078"/>
              <a:gd name="connsiteX167" fmla="*/ 10905907 w 13158797"/>
              <a:gd name="connsiteY167" fmla="*/ 279953 h 9456078"/>
              <a:gd name="connsiteX168" fmla="*/ 10952500 w 13158797"/>
              <a:gd name="connsiteY168" fmla="*/ 265269 h 9456078"/>
              <a:gd name="connsiteX169" fmla="*/ 10999227 w 13158797"/>
              <a:gd name="connsiteY169" fmla="*/ 250968 h 9456078"/>
              <a:gd name="connsiteX170" fmla="*/ 11046087 w 13158797"/>
              <a:gd name="connsiteY170" fmla="*/ 237049 h 9456078"/>
              <a:gd name="connsiteX171" fmla="*/ 11093076 w 13158797"/>
              <a:gd name="connsiteY171" fmla="*/ 223516 h 9456078"/>
              <a:gd name="connsiteX172" fmla="*/ 11140193 w 13158797"/>
              <a:gd name="connsiteY172" fmla="*/ 210368 h 9456078"/>
              <a:gd name="connsiteX173" fmla="*/ 11187434 w 13158797"/>
              <a:gd name="connsiteY173" fmla="*/ 197606 h 9456078"/>
              <a:gd name="connsiteX174" fmla="*/ 11234799 w 13158797"/>
              <a:gd name="connsiteY174" fmla="*/ 185233 h 9456078"/>
              <a:gd name="connsiteX175" fmla="*/ 11282284 w 13158797"/>
              <a:gd name="connsiteY175" fmla="*/ 173248 h 9456078"/>
              <a:gd name="connsiteX176" fmla="*/ 11329888 w 13158797"/>
              <a:gd name="connsiteY176" fmla="*/ 161654 h 9456078"/>
              <a:gd name="connsiteX177" fmla="*/ 11377607 w 13158797"/>
              <a:gd name="connsiteY177" fmla="*/ 150451 h 9456078"/>
              <a:gd name="connsiteX178" fmla="*/ 11425440 w 13158797"/>
              <a:gd name="connsiteY178" fmla="*/ 139640 h 9456078"/>
              <a:gd name="connsiteX179" fmla="*/ 11473385 w 13158797"/>
              <a:gd name="connsiteY179" fmla="*/ 129223 h 9456078"/>
              <a:gd name="connsiteX180" fmla="*/ 11521439 w 13158797"/>
              <a:gd name="connsiteY180" fmla="*/ 119201 h 9456078"/>
              <a:gd name="connsiteX181" fmla="*/ 11569599 w 13158797"/>
              <a:gd name="connsiteY181" fmla="*/ 109574 h 9456078"/>
              <a:gd name="connsiteX182" fmla="*/ 11617864 w 13158797"/>
              <a:gd name="connsiteY182" fmla="*/ 100344 h 9456078"/>
              <a:gd name="connsiteX183" fmla="*/ 11666231 w 13158797"/>
              <a:gd name="connsiteY183" fmla="*/ 91512 h 9456078"/>
              <a:gd name="connsiteX184" fmla="*/ 11714698 w 13158797"/>
              <a:gd name="connsiteY184" fmla="*/ 83080 h 9456078"/>
              <a:gd name="connsiteX185" fmla="*/ 11763263 w 13158797"/>
              <a:gd name="connsiteY185" fmla="*/ 75047 h 9456078"/>
              <a:gd name="connsiteX186" fmla="*/ 11811923 w 13158797"/>
              <a:gd name="connsiteY186" fmla="*/ 67417 h 9456078"/>
              <a:gd name="connsiteX187" fmla="*/ 11860676 w 13158797"/>
              <a:gd name="connsiteY187" fmla="*/ 60188 h 9456078"/>
              <a:gd name="connsiteX188" fmla="*/ 11909519 w 13158797"/>
              <a:gd name="connsiteY188" fmla="*/ 53364 h 9456078"/>
              <a:gd name="connsiteX189" fmla="*/ 11958451 w 13158797"/>
              <a:gd name="connsiteY189" fmla="*/ 46944 h 9456078"/>
              <a:gd name="connsiteX190" fmla="*/ 12007470 w 13158797"/>
              <a:gd name="connsiteY190" fmla="*/ 40931 h 9456078"/>
              <a:gd name="connsiteX191" fmla="*/ 12056572 w 13158797"/>
              <a:gd name="connsiteY191" fmla="*/ 35324 h 9456078"/>
              <a:gd name="connsiteX192" fmla="*/ 12105756 w 13158797"/>
              <a:gd name="connsiteY192" fmla="*/ 30126 h 9456078"/>
              <a:gd name="connsiteX193" fmla="*/ 12155019 w 13158797"/>
              <a:gd name="connsiteY193" fmla="*/ 25337 h 9456078"/>
              <a:gd name="connsiteX194" fmla="*/ 12204359 w 13158797"/>
              <a:gd name="connsiteY194" fmla="*/ 20958 h 9456078"/>
              <a:gd name="connsiteX195" fmla="*/ 12253773 w 13158797"/>
              <a:gd name="connsiteY195" fmla="*/ 16991 h 9456078"/>
              <a:gd name="connsiteX196" fmla="*/ 12303260 w 13158797"/>
              <a:gd name="connsiteY196" fmla="*/ 13437 h 9456078"/>
              <a:gd name="connsiteX197" fmla="*/ 12352818 w 13158797"/>
              <a:gd name="connsiteY197" fmla="*/ 10297 h 9456078"/>
              <a:gd name="connsiteX198" fmla="*/ 12402443 w 13158797"/>
              <a:gd name="connsiteY198" fmla="*/ 7572 h 9456078"/>
              <a:gd name="connsiteX199" fmla="*/ 12452133 w 13158797"/>
              <a:gd name="connsiteY199" fmla="*/ 5263 h 9456078"/>
              <a:gd name="connsiteX200" fmla="*/ 12501887 w 13158797"/>
              <a:gd name="connsiteY200" fmla="*/ 3371 h 9456078"/>
              <a:gd name="connsiteX201" fmla="*/ 12551701 w 13158797"/>
              <a:gd name="connsiteY201" fmla="*/ 1898 h 9456078"/>
              <a:gd name="connsiteX202" fmla="*/ 12601574 w 13158797"/>
              <a:gd name="connsiteY202" fmla="*/ 844 h 9456078"/>
              <a:gd name="connsiteX203" fmla="*/ 12651504 w 13158797"/>
              <a:gd name="connsiteY203" fmla="*/ 211 h 9456078"/>
              <a:gd name="connsiteX204" fmla="*/ 12701487 w 13158797"/>
              <a:gd name="connsiteY204" fmla="*/ 0 h 9456078"/>
              <a:gd name="connsiteX205" fmla="*/ 13158798 w 13158797"/>
              <a:gd name="connsiteY205" fmla="*/ 0 h 94560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</a:cxnLst>
            <a:rect l="l" t="t" r="r" b="b"/>
            <a:pathLst>
              <a:path w="13158797" h="9456078">
                <a:moveTo>
                  <a:pt x="0" y="9456078"/>
                </a:moveTo>
                <a:lnTo>
                  <a:pt x="49977" y="9455836"/>
                </a:lnTo>
                <a:lnTo>
                  <a:pt x="99893" y="9455111"/>
                </a:lnTo>
                <a:lnTo>
                  <a:pt x="149742" y="9453904"/>
                </a:lnTo>
                <a:lnTo>
                  <a:pt x="199524" y="9452217"/>
                </a:lnTo>
                <a:lnTo>
                  <a:pt x="298870" y="9447409"/>
                </a:lnTo>
                <a:lnTo>
                  <a:pt x="348429" y="9444290"/>
                </a:lnTo>
                <a:lnTo>
                  <a:pt x="397907" y="9440698"/>
                </a:lnTo>
                <a:lnTo>
                  <a:pt x="447302" y="9436632"/>
                </a:lnTo>
                <a:lnTo>
                  <a:pt x="496610" y="9432096"/>
                </a:lnTo>
                <a:lnTo>
                  <a:pt x="545829" y="9427089"/>
                </a:lnTo>
                <a:lnTo>
                  <a:pt x="594956" y="9421615"/>
                </a:lnTo>
                <a:lnTo>
                  <a:pt x="643987" y="9415673"/>
                </a:lnTo>
                <a:lnTo>
                  <a:pt x="692920" y="9409267"/>
                </a:lnTo>
                <a:lnTo>
                  <a:pt x="741751" y="9402396"/>
                </a:lnTo>
                <a:lnTo>
                  <a:pt x="790478" y="9395063"/>
                </a:lnTo>
                <a:lnTo>
                  <a:pt x="839098" y="9387270"/>
                </a:lnTo>
                <a:lnTo>
                  <a:pt x="887607" y="9379017"/>
                </a:lnTo>
                <a:lnTo>
                  <a:pt x="936002" y="9370306"/>
                </a:lnTo>
                <a:lnTo>
                  <a:pt x="984281" y="9361139"/>
                </a:lnTo>
                <a:lnTo>
                  <a:pt x="1032440" y="9351517"/>
                </a:lnTo>
                <a:lnTo>
                  <a:pt x="1080477" y="9341441"/>
                </a:lnTo>
                <a:lnTo>
                  <a:pt x="1176172" y="9319936"/>
                </a:lnTo>
                <a:lnTo>
                  <a:pt x="1223823" y="9308509"/>
                </a:lnTo>
                <a:lnTo>
                  <a:pt x="1271339" y="9296635"/>
                </a:lnTo>
                <a:lnTo>
                  <a:pt x="1318719" y="9284315"/>
                </a:lnTo>
                <a:lnTo>
                  <a:pt x="1365957" y="9271550"/>
                </a:lnTo>
                <a:lnTo>
                  <a:pt x="1413052" y="9258342"/>
                </a:lnTo>
                <a:lnTo>
                  <a:pt x="1460000" y="9244693"/>
                </a:lnTo>
                <a:lnTo>
                  <a:pt x="1506799" y="9230604"/>
                </a:lnTo>
                <a:lnTo>
                  <a:pt x="1553445" y="9216076"/>
                </a:lnTo>
                <a:lnTo>
                  <a:pt x="1599935" y="9201111"/>
                </a:lnTo>
                <a:lnTo>
                  <a:pt x="1646267" y="9185710"/>
                </a:lnTo>
                <a:lnTo>
                  <a:pt x="1692437" y="9169876"/>
                </a:lnTo>
                <a:lnTo>
                  <a:pt x="1738442" y="9153608"/>
                </a:lnTo>
                <a:lnTo>
                  <a:pt x="1784280" y="9136910"/>
                </a:lnTo>
                <a:lnTo>
                  <a:pt x="1829947" y="9119782"/>
                </a:lnTo>
                <a:lnTo>
                  <a:pt x="1875440" y="9102226"/>
                </a:lnTo>
                <a:lnTo>
                  <a:pt x="1920756" y="9084243"/>
                </a:lnTo>
                <a:lnTo>
                  <a:pt x="1965893" y="9065835"/>
                </a:lnTo>
                <a:lnTo>
                  <a:pt x="2055615" y="9027750"/>
                </a:lnTo>
                <a:lnTo>
                  <a:pt x="2100195" y="9008075"/>
                </a:lnTo>
                <a:lnTo>
                  <a:pt x="2144582" y="8987981"/>
                </a:lnTo>
                <a:lnTo>
                  <a:pt x="2188775" y="8967470"/>
                </a:lnTo>
                <a:lnTo>
                  <a:pt x="2232770" y="8946542"/>
                </a:lnTo>
                <a:lnTo>
                  <a:pt x="2276564" y="8925199"/>
                </a:lnTo>
                <a:lnTo>
                  <a:pt x="2320154" y="8903443"/>
                </a:lnTo>
                <a:lnTo>
                  <a:pt x="2363538" y="8881275"/>
                </a:lnTo>
                <a:lnTo>
                  <a:pt x="2406711" y="8858697"/>
                </a:lnTo>
                <a:lnTo>
                  <a:pt x="2449672" y="8835710"/>
                </a:lnTo>
                <a:lnTo>
                  <a:pt x="2492417" y="8812316"/>
                </a:lnTo>
                <a:lnTo>
                  <a:pt x="2534943" y="8788516"/>
                </a:lnTo>
                <a:lnTo>
                  <a:pt x="2577247" y="8764311"/>
                </a:lnTo>
                <a:lnTo>
                  <a:pt x="2619326" y="8739704"/>
                </a:lnTo>
                <a:lnTo>
                  <a:pt x="2661177" y="8714695"/>
                </a:lnTo>
                <a:lnTo>
                  <a:pt x="2702797" y="8689286"/>
                </a:lnTo>
                <a:lnTo>
                  <a:pt x="2744183" y="8663479"/>
                </a:lnTo>
                <a:lnTo>
                  <a:pt x="2785333" y="8637274"/>
                </a:lnTo>
                <a:lnTo>
                  <a:pt x="2826242" y="8610675"/>
                </a:lnTo>
                <a:lnTo>
                  <a:pt x="2866908" y="8583681"/>
                </a:lnTo>
                <a:lnTo>
                  <a:pt x="2907329" y="8556295"/>
                </a:lnTo>
                <a:lnTo>
                  <a:pt x="2947500" y="8528517"/>
                </a:lnTo>
                <a:lnTo>
                  <a:pt x="2987419" y="8500351"/>
                </a:lnTo>
                <a:lnTo>
                  <a:pt x="3027083" y="8471796"/>
                </a:lnTo>
                <a:lnTo>
                  <a:pt x="3066489" y="8442854"/>
                </a:lnTo>
                <a:lnTo>
                  <a:pt x="3105634" y="8413528"/>
                </a:lnTo>
                <a:lnTo>
                  <a:pt x="3144515" y="8383818"/>
                </a:lnTo>
                <a:lnTo>
                  <a:pt x="3183129" y="8353726"/>
                </a:lnTo>
                <a:lnTo>
                  <a:pt x="3221473" y="8323253"/>
                </a:lnTo>
                <a:lnTo>
                  <a:pt x="3259544" y="8292401"/>
                </a:lnTo>
                <a:lnTo>
                  <a:pt x="3297339" y="8261172"/>
                </a:lnTo>
                <a:lnTo>
                  <a:pt x="3334854" y="8229566"/>
                </a:lnTo>
                <a:lnTo>
                  <a:pt x="3372087" y="8197585"/>
                </a:lnTo>
                <a:lnTo>
                  <a:pt x="3409035" y="8165232"/>
                </a:lnTo>
                <a:lnTo>
                  <a:pt x="3445695" y="8132507"/>
                </a:lnTo>
                <a:lnTo>
                  <a:pt x="3482064" y="8099411"/>
                </a:lnTo>
                <a:lnTo>
                  <a:pt x="3518139" y="8065947"/>
                </a:lnTo>
                <a:lnTo>
                  <a:pt x="3553916" y="8032115"/>
                </a:lnTo>
                <a:lnTo>
                  <a:pt x="3589393" y="7997918"/>
                </a:lnTo>
                <a:lnTo>
                  <a:pt x="3624567" y="7963356"/>
                </a:lnTo>
                <a:lnTo>
                  <a:pt x="3659435" y="7928432"/>
                </a:lnTo>
                <a:lnTo>
                  <a:pt x="3693994" y="7893146"/>
                </a:lnTo>
                <a:lnTo>
                  <a:pt x="3728240" y="7857501"/>
                </a:lnTo>
                <a:lnTo>
                  <a:pt x="3762171" y="7821497"/>
                </a:lnTo>
                <a:lnTo>
                  <a:pt x="3795783" y="7785136"/>
                </a:lnTo>
                <a:lnTo>
                  <a:pt x="3829075" y="7748420"/>
                </a:lnTo>
                <a:lnTo>
                  <a:pt x="3862042" y="7711350"/>
                </a:lnTo>
                <a:lnTo>
                  <a:pt x="3894682" y="7673928"/>
                </a:lnTo>
                <a:lnTo>
                  <a:pt x="3926991" y="7636155"/>
                </a:lnTo>
                <a:lnTo>
                  <a:pt x="3958967" y="7598032"/>
                </a:lnTo>
                <a:lnTo>
                  <a:pt x="3990607" y="7559561"/>
                </a:lnTo>
                <a:lnTo>
                  <a:pt x="4021907" y="7520744"/>
                </a:lnTo>
                <a:lnTo>
                  <a:pt x="4052865" y="7481582"/>
                </a:lnTo>
                <a:lnTo>
                  <a:pt x="4083478" y="7442077"/>
                </a:lnTo>
                <a:lnTo>
                  <a:pt x="8022311" y="2307814"/>
                </a:lnTo>
                <a:lnTo>
                  <a:pt x="8052902" y="2268285"/>
                </a:lnTo>
                <a:lnTo>
                  <a:pt x="8083796" y="2229056"/>
                </a:lnTo>
                <a:lnTo>
                  <a:pt x="8114989" y="2190127"/>
                </a:lnTo>
                <a:lnTo>
                  <a:pt x="8146479" y="2151500"/>
                </a:lnTo>
                <a:lnTo>
                  <a:pt x="8178264" y="2113176"/>
                </a:lnTo>
                <a:lnTo>
                  <a:pt x="8210341" y="2075157"/>
                </a:lnTo>
                <a:lnTo>
                  <a:pt x="8242709" y="2037442"/>
                </a:lnTo>
                <a:lnTo>
                  <a:pt x="8275365" y="2000034"/>
                </a:lnTo>
                <a:lnTo>
                  <a:pt x="8308307" y="1962934"/>
                </a:lnTo>
                <a:lnTo>
                  <a:pt x="8341532" y="1926142"/>
                </a:lnTo>
                <a:lnTo>
                  <a:pt x="8375038" y="1889660"/>
                </a:lnTo>
                <a:lnTo>
                  <a:pt x="8408823" y="1853489"/>
                </a:lnTo>
                <a:lnTo>
                  <a:pt x="8442885" y="1817630"/>
                </a:lnTo>
                <a:lnTo>
                  <a:pt x="8477221" y="1782084"/>
                </a:lnTo>
                <a:lnTo>
                  <a:pt x="8511829" y="1746853"/>
                </a:lnTo>
                <a:lnTo>
                  <a:pt x="8546706" y="1711937"/>
                </a:lnTo>
                <a:lnTo>
                  <a:pt x="8581851" y="1677337"/>
                </a:lnTo>
                <a:lnTo>
                  <a:pt x="8617261" y="1643056"/>
                </a:lnTo>
                <a:lnTo>
                  <a:pt x="8652934" y="1609093"/>
                </a:lnTo>
                <a:lnTo>
                  <a:pt x="8688867" y="1575450"/>
                </a:lnTo>
                <a:lnTo>
                  <a:pt x="8725058" y="1542128"/>
                </a:lnTo>
                <a:lnTo>
                  <a:pt x="8761506" y="1509129"/>
                </a:lnTo>
                <a:lnTo>
                  <a:pt x="8798207" y="1476452"/>
                </a:lnTo>
                <a:lnTo>
                  <a:pt x="8835159" y="1444101"/>
                </a:lnTo>
                <a:lnTo>
                  <a:pt x="8872360" y="1412075"/>
                </a:lnTo>
                <a:lnTo>
                  <a:pt x="8909808" y="1380375"/>
                </a:lnTo>
                <a:lnTo>
                  <a:pt x="8947501" y="1349004"/>
                </a:lnTo>
                <a:lnTo>
                  <a:pt x="8985435" y="1317962"/>
                </a:lnTo>
                <a:lnTo>
                  <a:pt x="9023610" y="1287250"/>
                </a:lnTo>
                <a:lnTo>
                  <a:pt x="9062022" y="1256869"/>
                </a:lnTo>
                <a:lnTo>
                  <a:pt x="9100669" y="1226820"/>
                </a:lnTo>
                <a:lnTo>
                  <a:pt x="9139549" y="1197105"/>
                </a:lnTo>
                <a:lnTo>
                  <a:pt x="9178660" y="1167725"/>
                </a:lnTo>
                <a:lnTo>
                  <a:pt x="9217999" y="1138681"/>
                </a:lnTo>
                <a:lnTo>
                  <a:pt x="9257564" y="1109974"/>
                </a:lnTo>
                <a:lnTo>
                  <a:pt x="9297353" y="1081604"/>
                </a:lnTo>
                <a:lnTo>
                  <a:pt x="9337364" y="1053574"/>
                </a:lnTo>
                <a:lnTo>
                  <a:pt x="9377594" y="1025884"/>
                </a:lnTo>
                <a:lnTo>
                  <a:pt x="9418040" y="998536"/>
                </a:lnTo>
                <a:lnTo>
                  <a:pt x="9458702" y="971530"/>
                </a:lnTo>
                <a:lnTo>
                  <a:pt x="9499575" y="944868"/>
                </a:lnTo>
                <a:lnTo>
                  <a:pt x="9540659" y="918551"/>
                </a:lnTo>
                <a:lnTo>
                  <a:pt x="9581950" y="892580"/>
                </a:lnTo>
                <a:lnTo>
                  <a:pt x="9623447" y="866956"/>
                </a:lnTo>
                <a:lnTo>
                  <a:pt x="9665147" y="841681"/>
                </a:lnTo>
                <a:lnTo>
                  <a:pt x="9707048" y="816754"/>
                </a:lnTo>
                <a:lnTo>
                  <a:pt x="9749147" y="792179"/>
                </a:lnTo>
                <a:lnTo>
                  <a:pt x="9791443" y="767955"/>
                </a:lnTo>
                <a:lnTo>
                  <a:pt x="9833932" y="744083"/>
                </a:lnTo>
                <a:lnTo>
                  <a:pt x="9876613" y="720566"/>
                </a:lnTo>
                <a:lnTo>
                  <a:pt x="9919484" y="697404"/>
                </a:lnTo>
                <a:lnTo>
                  <a:pt x="9962542" y="674598"/>
                </a:lnTo>
                <a:lnTo>
                  <a:pt x="10005784" y="652149"/>
                </a:lnTo>
                <a:lnTo>
                  <a:pt x="10049209" y="630059"/>
                </a:lnTo>
                <a:lnTo>
                  <a:pt x="10092814" y="608328"/>
                </a:lnTo>
                <a:lnTo>
                  <a:pt x="10136597" y="586958"/>
                </a:lnTo>
                <a:lnTo>
                  <a:pt x="10180556" y="565950"/>
                </a:lnTo>
                <a:lnTo>
                  <a:pt x="10224688" y="545304"/>
                </a:lnTo>
                <a:lnTo>
                  <a:pt x="10268991" y="525023"/>
                </a:lnTo>
                <a:lnTo>
                  <a:pt x="10313463" y="505107"/>
                </a:lnTo>
                <a:lnTo>
                  <a:pt x="10358101" y="485558"/>
                </a:lnTo>
                <a:lnTo>
                  <a:pt x="10402903" y="466376"/>
                </a:lnTo>
                <a:lnTo>
                  <a:pt x="10447868" y="447563"/>
                </a:lnTo>
                <a:lnTo>
                  <a:pt x="10492991" y="429119"/>
                </a:lnTo>
                <a:lnTo>
                  <a:pt x="10538272" y="411046"/>
                </a:lnTo>
                <a:lnTo>
                  <a:pt x="10583708" y="393346"/>
                </a:lnTo>
                <a:lnTo>
                  <a:pt x="10629297" y="376018"/>
                </a:lnTo>
                <a:lnTo>
                  <a:pt x="10675036" y="359065"/>
                </a:lnTo>
                <a:lnTo>
                  <a:pt x="10720923" y="342487"/>
                </a:lnTo>
                <a:lnTo>
                  <a:pt x="10766956" y="326286"/>
                </a:lnTo>
                <a:lnTo>
                  <a:pt x="10813132" y="310462"/>
                </a:lnTo>
                <a:lnTo>
                  <a:pt x="10859450" y="295018"/>
                </a:lnTo>
                <a:lnTo>
                  <a:pt x="10905907" y="279953"/>
                </a:lnTo>
                <a:lnTo>
                  <a:pt x="10952500" y="265269"/>
                </a:lnTo>
                <a:lnTo>
                  <a:pt x="10999227" y="250968"/>
                </a:lnTo>
                <a:lnTo>
                  <a:pt x="11046087" y="237049"/>
                </a:lnTo>
                <a:lnTo>
                  <a:pt x="11093076" y="223516"/>
                </a:lnTo>
                <a:lnTo>
                  <a:pt x="11140193" y="210368"/>
                </a:lnTo>
                <a:lnTo>
                  <a:pt x="11187434" y="197606"/>
                </a:lnTo>
                <a:lnTo>
                  <a:pt x="11234799" y="185233"/>
                </a:lnTo>
                <a:lnTo>
                  <a:pt x="11282284" y="173248"/>
                </a:lnTo>
                <a:lnTo>
                  <a:pt x="11329888" y="161654"/>
                </a:lnTo>
                <a:lnTo>
                  <a:pt x="11377607" y="150451"/>
                </a:lnTo>
                <a:lnTo>
                  <a:pt x="11425440" y="139640"/>
                </a:lnTo>
                <a:lnTo>
                  <a:pt x="11473385" y="129223"/>
                </a:lnTo>
                <a:lnTo>
                  <a:pt x="11521439" y="119201"/>
                </a:lnTo>
                <a:lnTo>
                  <a:pt x="11569599" y="109574"/>
                </a:lnTo>
                <a:lnTo>
                  <a:pt x="11617864" y="100344"/>
                </a:lnTo>
                <a:lnTo>
                  <a:pt x="11666231" y="91512"/>
                </a:lnTo>
                <a:lnTo>
                  <a:pt x="11714698" y="83080"/>
                </a:lnTo>
                <a:lnTo>
                  <a:pt x="11763263" y="75047"/>
                </a:lnTo>
                <a:lnTo>
                  <a:pt x="11811923" y="67417"/>
                </a:lnTo>
                <a:lnTo>
                  <a:pt x="11860676" y="60188"/>
                </a:lnTo>
                <a:lnTo>
                  <a:pt x="11909519" y="53364"/>
                </a:lnTo>
                <a:lnTo>
                  <a:pt x="11958451" y="46944"/>
                </a:lnTo>
                <a:lnTo>
                  <a:pt x="12007470" y="40931"/>
                </a:lnTo>
                <a:lnTo>
                  <a:pt x="12056572" y="35324"/>
                </a:lnTo>
                <a:lnTo>
                  <a:pt x="12105756" y="30126"/>
                </a:lnTo>
                <a:lnTo>
                  <a:pt x="12155019" y="25337"/>
                </a:lnTo>
                <a:lnTo>
                  <a:pt x="12204359" y="20958"/>
                </a:lnTo>
                <a:lnTo>
                  <a:pt x="12253773" y="16991"/>
                </a:lnTo>
                <a:lnTo>
                  <a:pt x="12303260" y="13437"/>
                </a:lnTo>
                <a:lnTo>
                  <a:pt x="12352818" y="10297"/>
                </a:lnTo>
                <a:lnTo>
                  <a:pt x="12402443" y="7572"/>
                </a:lnTo>
                <a:lnTo>
                  <a:pt x="12452133" y="5263"/>
                </a:lnTo>
                <a:lnTo>
                  <a:pt x="12501887" y="3371"/>
                </a:lnTo>
                <a:lnTo>
                  <a:pt x="12551701" y="1898"/>
                </a:lnTo>
                <a:lnTo>
                  <a:pt x="12601574" y="844"/>
                </a:lnTo>
                <a:lnTo>
                  <a:pt x="12651504" y="211"/>
                </a:lnTo>
                <a:lnTo>
                  <a:pt x="12701487" y="0"/>
                </a:lnTo>
                <a:lnTo>
                  <a:pt x="13158798" y="0"/>
                </a:lnTo>
              </a:path>
            </a:pathLst>
          </a:custGeom>
          <a:ln w="19050">
            <a:gradFill>
              <a:gsLst>
                <a:gs pos="15000">
                  <a:schemeClr val="tx2"/>
                </a:gs>
                <a:gs pos="0">
                  <a:schemeClr val="bg1">
                    <a:alpha val="0"/>
                  </a:schemeClr>
                </a:gs>
              </a:gsLst>
              <a:lin ang="5400000" scaled="0"/>
            </a:gradFill>
          </a:ln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1F00413E-B619-B34F-57AB-0D37CAFD8EF8}"/>
              </a:ext>
            </a:extLst>
          </p:cNvPr>
          <p:cNvCxnSpPr>
            <a:cxnSpLocks/>
          </p:cNvCxnSpPr>
          <p:nvPr/>
        </p:nvCxnSpPr>
        <p:spPr>
          <a:xfrm flipH="1">
            <a:off x="334962" y="6678798"/>
            <a:ext cx="10980001" cy="0"/>
          </a:xfrm>
          <a:prstGeom prst="line">
            <a:avLst/>
          </a:prstGeom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86341826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065">
          <p15:clr>
            <a:srgbClr val="FBAE40"/>
          </p15:clr>
        </p15:guide>
        <p15:guide id="2" pos="211">
          <p15:clr>
            <a:srgbClr val="FBAE40"/>
          </p15:clr>
        </p15:guide>
        <p15:guide id="3" orient="horz" pos="3997">
          <p15:clr>
            <a:srgbClr val="FBAE40"/>
          </p15:clr>
        </p15:guide>
        <p15:guide id="4" pos="7469">
          <p15:clr>
            <a:srgbClr val="FBAE40"/>
          </p15:clr>
        </p15:guide>
        <p15:guide id="5" orient="horz" pos="232">
          <p15:clr>
            <a:srgbClr val="FBAE40"/>
          </p15:clr>
        </p15:guide>
        <p15:guide id="6" orient="horz" pos="504">
          <p15:clr>
            <a:srgbClr val="FBAE40"/>
          </p15:clr>
        </p15:guide>
        <p15:guide id="7" orient="horz" pos="799">
          <p15:clr>
            <a:srgbClr val="FBAE40"/>
          </p15:clr>
        </p15:guide>
      </p15:sldGuideLst>
    </p:ext>
  </p:extLst>
</p:sldLayout>
</file>

<file path=ppt/slideLayouts/slideLayout10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Índice | Padrão - Escuro">
    <p:bg>
      <p:bgPr>
        <a:gradFill>
          <a:gsLst>
            <a:gs pos="67000">
              <a:schemeClr val="tx1"/>
            </a:gs>
            <a:gs pos="100000">
              <a:schemeClr val="tx1"/>
            </a:gs>
            <a:gs pos="0">
              <a:srgbClr val="161B21"/>
            </a:gs>
          </a:gsLst>
          <a:lin ang="84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Espaço Reservado para Número de Slide 5">
            <a:extLst>
              <a:ext uri="{FF2B5EF4-FFF2-40B4-BE49-F238E27FC236}">
                <a16:creationId xmlns:a16="http://schemas.microsoft.com/office/drawing/2014/main" id="{1C9AF77E-9895-4AC7-A1DF-EE12ACB0EE6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12" name="Text Placeholder 3">
            <a:extLst>
              <a:ext uri="{FF2B5EF4-FFF2-40B4-BE49-F238E27FC236}">
                <a16:creationId xmlns:a16="http://schemas.microsoft.com/office/drawing/2014/main" id="{050BAD04-1FFE-3E42-A1B1-BDD8FE7DA82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Índice</a:t>
            </a:r>
            <a:r>
              <a:rPr lang="en-US"/>
              <a:t> - </a:t>
            </a:r>
            <a:r>
              <a:rPr lang="en-US" err="1"/>
              <a:t>Padrão</a:t>
            </a:r>
            <a:endParaRPr lang="en-US"/>
          </a:p>
        </p:txBody>
      </p:sp>
      <p:sp>
        <p:nvSpPr>
          <p:cNvPr id="14" name="Text Placeholder 10">
            <a:extLst>
              <a:ext uri="{FF2B5EF4-FFF2-40B4-BE49-F238E27FC236}">
                <a16:creationId xmlns:a16="http://schemas.microsoft.com/office/drawing/2014/main" id="{27D03C84-7D32-1C70-A8E9-63EA0F348C1F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defRPr sz="900" baseline="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2" name="Text Placeholder 8">
            <a:extLst>
              <a:ext uri="{FF2B5EF4-FFF2-40B4-BE49-F238E27FC236}">
                <a16:creationId xmlns:a16="http://schemas.microsoft.com/office/drawing/2014/main" id="{9D8C61F7-2206-D64F-31E1-979FA329DE03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334963" y="1268414"/>
            <a:ext cx="11522075" cy="5076824"/>
          </a:xfrm>
          <a:prstGeom prst="rect">
            <a:avLst/>
          </a:prstGeom>
        </p:spPr>
        <p:txBody>
          <a:bodyPr wrap="square" lIns="0" tIns="0" rIns="0" bIns="0" numCol="2">
            <a:noAutofit/>
          </a:bodyPr>
          <a:lstStyle>
            <a:lvl1pPr marL="36000" indent="0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endParaRPr lang="en-US"/>
          </a:p>
          <a:p>
            <a:pPr lvl="0"/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endParaRPr lang="en-US"/>
          </a:p>
          <a:p>
            <a:pPr lvl="0"/>
            <a:endParaRPr lang="en-US"/>
          </a:p>
        </p:txBody>
      </p:sp>
      <p:sp>
        <p:nvSpPr>
          <p:cNvPr id="4" name="Picture 8">
            <a:extLst>
              <a:ext uri="{FF2B5EF4-FFF2-40B4-BE49-F238E27FC236}">
                <a16:creationId xmlns:a16="http://schemas.microsoft.com/office/drawing/2014/main" id="{783D2061-084A-94F3-C296-418296966C6B}"/>
              </a:ext>
            </a:extLst>
          </p:cNvPr>
          <p:cNvSpPr/>
          <p:nvPr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/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F065698B-521D-DD6F-BD6E-C11EA0C73942}"/>
              </a:ext>
            </a:extLst>
          </p:cNvPr>
          <p:cNvCxnSpPr>
            <a:cxnSpLocks/>
          </p:cNvCxnSpPr>
          <p:nvPr/>
        </p:nvCxnSpPr>
        <p:spPr>
          <a:xfrm>
            <a:off x="0" y="169333"/>
            <a:ext cx="12229571" cy="0"/>
          </a:xfrm>
          <a:prstGeom prst="line">
            <a:avLst/>
          </a:prstGeom>
          <a:ln w="1905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object 4">
            <a:extLst>
              <a:ext uri="{FF2B5EF4-FFF2-40B4-BE49-F238E27FC236}">
                <a16:creationId xmlns:a16="http://schemas.microsoft.com/office/drawing/2014/main" id="{4FA54AF8-53F1-9EE0-3CB8-1F854D32CA0E}"/>
              </a:ext>
            </a:extLst>
          </p:cNvPr>
          <p:cNvSpPr/>
          <p:nvPr/>
        </p:nvSpPr>
        <p:spPr>
          <a:xfrm rot="10247908" flipH="1">
            <a:off x="4106509" y="-4146683"/>
            <a:ext cx="8001039" cy="5749648"/>
          </a:xfrm>
          <a:custGeom>
            <a:avLst/>
            <a:gdLst>
              <a:gd name="connsiteX0" fmla="*/ 0 w 13940157"/>
              <a:gd name="connsiteY0" fmla="*/ 9200719 h 9456078"/>
              <a:gd name="connsiteX1" fmla="*/ 781360 w 13940157"/>
              <a:gd name="connsiteY1" fmla="*/ 9456078 h 9456078"/>
              <a:gd name="connsiteX2" fmla="*/ 831337 w 13940157"/>
              <a:gd name="connsiteY2" fmla="*/ 9455836 h 9456078"/>
              <a:gd name="connsiteX3" fmla="*/ 881253 w 13940157"/>
              <a:gd name="connsiteY3" fmla="*/ 9455111 h 9456078"/>
              <a:gd name="connsiteX4" fmla="*/ 931102 w 13940157"/>
              <a:gd name="connsiteY4" fmla="*/ 9453904 h 9456078"/>
              <a:gd name="connsiteX5" fmla="*/ 980884 w 13940157"/>
              <a:gd name="connsiteY5" fmla="*/ 9452217 h 9456078"/>
              <a:gd name="connsiteX6" fmla="*/ 1030594 w 13940157"/>
              <a:gd name="connsiteY6" fmla="*/ 9450052 h 9456078"/>
              <a:gd name="connsiteX7" fmla="*/ 1080230 w 13940157"/>
              <a:gd name="connsiteY7" fmla="*/ 9447409 h 9456078"/>
              <a:gd name="connsiteX8" fmla="*/ 1129789 w 13940157"/>
              <a:gd name="connsiteY8" fmla="*/ 9444290 h 9456078"/>
              <a:gd name="connsiteX9" fmla="*/ 1179267 w 13940157"/>
              <a:gd name="connsiteY9" fmla="*/ 9440698 h 9456078"/>
              <a:gd name="connsiteX10" fmla="*/ 1228662 w 13940157"/>
              <a:gd name="connsiteY10" fmla="*/ 9436632 h 9456078"/>
              <a:gd name="connsiteX11" fmla="*/ 1277970 w 13940157"/>
              <a:gd name="connsiteY11" fmla="*/ 9432096 h 9456078"/>
              <a:gd name="connsiteX12" fmla="*/ 1327189 w 13940157"/>
              <a:gd name="connsiteY12" fmla="*/ 9427089 h 9456078"/>
              <a:gd name="connsiteX13" fmla="*/ 1376316 w 13940157"/>
              <a:gd name="connsiteY13" fmla="*/ 9421615 h 9456078"/>
              <a:gd name="connsiteX14" fmla="*/ 1425347 w 13940157"/>
              <a:gd name="connsiteY14" fmla="*/ 9415673 h 9456078"/>
              <a:gd name="connsiteX15" fmla="*/ 1474280 w 13940157"/>
              <a:gd name="connsiteY15" fmla="*/ 9409267 h 9456078"/>
              <a:gd name="connsiteX16" fmla="*/ 1523111 w 13940157"/>
              <a:gd name="connsiteY16" fmla="*/ 9402396 h 9456078"/>
              <a:gd name="connsiteX17" fmla="*/ 1571838 w 13940157"/>
              <a:gd name="connsiteY17" fmla="*/ 9395063 h 9456078"/>
              <a:gd name="connsiteX18" fmla="*/ 1620458 w 13940157"/>
              <a:gd name="connsiteY18" fmla="*/ 9387270 h 9456078"/>
              <a:gd name="connsiteX19" fmla="*/ 1668967 w 13940157"/>
              <a:gd name="connsiteY19" fmla="*/ 9379017 h 9456078"/>
              <a:gd name="connsiteX20" fmla="*/ 1717362 w 13940157"/>
              <a:gd name="connsiteY20" fmla="*/ 9370306 h 9456078"/>
              <a:gd name="connsiteX21" fmla="*/ 1765641 w 13940157"/>
              <a:gd name="connsiteY21" fmla="*/ 9361139 h 9456078"/>
              <a:gd name="connsiteX22" fmla="*/ 1813800 w 13940157"/>
              <a:gd name="connsiteY22" fmla="*/ 9351517 h 9456078"/>
              <a:gd name="connsiteX23" fmla="*/ 1861837 w 13940157"/>
              <a:gd name="connsiteY23" fmla="*/ 9341441 h 9456078"/>
              <a:gd name="connsiteX24" fmla="*/ 1909749 w 13940157"/>
              <a:gd name="connsiteY24" fmla="*/ 9330914 h 9456078"/>
              <a:gd name="connsiteX25" fmla="*/ 1957532 w 13940157"/>
              <a:gd name="connsiteY25" fmla="*/ 9319936 h 9456078"/>
              <a:gd name="connsiteX26" fmla="*/ 2005183 w 13940157"/>
              <a:gd name="connsiteY26" fmla="*/ 9308509 h 9456078"/>
              <a:gd name="connsiteX27" fmla="*/ 2052699 w 13940157"/>
              <a:gd name="connsiteY27" fmla="*/ 9296635 h 9456078"/>
              <a:gd name="connsiteX28" fmla="*/ 2100079 w 13940157"/>
              <a:gd name="connsiteY28" fmla="*/ 9284315 h 9456078"/>
              <a:gd name="connsiteX29" fmla="*/ 2147317 w 13940157"/>
              <a:gd name="connsiteY29" fmla="*/ 9271550 h 9456078"/>
              <a:gd name="connsiteX30" fmla="*/ 2194412 w 13940157"/>
              <a:gd name="connsiteY30" fmla="*/ 9258342 h 9456078"/>
              <a:gd name="connsiteX31" fmla="*/ 2241360 w 13940157"/>
              <a:gd name="connsiteY31" fmla="*/ 9244693 h 9456078"/>
              <a:gd name="connsiteX32" fmla="*/ 2288159 w 13940157"/>
              <a:gd name="connsiteY32" fmla="*/ 9230604 h 9456078"/>
              <a:gd name="connsiteX33" fmla="*/ 2334805 w 13940157"/>
              <a:gd name="connsiteY33" fmla="*/ 9216076 h 9456078"/>
              <a:gd name="connsiteX34" fmla="*/ 2381295 w 13940157"/>
              <a:gd name="connsiteY34" fmla="*/ 9201111 h 9456078"/>
              <a:gd name="connsiteX35" fmla="*/ 2427627 w 13940157"/>
              <a:gd name="connsiteY35" fmla="*/ 9185710 h 9456078"/>
              <a:gd name="connsiteX36" fmla="*/ 2473797 w 13940157"/>
              <a:gd name="connsiteY36" fmla="*/ 9169876 h 9456078"/>
              <a:gd name="connsiteX37" fmla="*/ 2519802 w 13940157"/>
              <a:gd name="connsiteY37" fmla="*/ 9153608 h 9456078"/>
              <a:gd name="connsiteX38" fmla="*/ 2565640 w 13940157"/>
              <a:gd name="connsiteY38" fmla="*/ 9136910 h 9456078"/>
              <a:gd name="connsiteX39" fmla="*/ 2611307 w 13940157"/>
              <a:gd name="connsiteY39" fmla="*/ 9119782 h 9456078"/>
              <a:gd name="connsiteX40" fmla="*/ 2656800 w 13940157"/>
              <a:gd name="connsiteY40" fmla="*/ 9102226 h 9456078"/>
              <a:gd name="connsiteX41" fmla="*/ 2702116 w 13940157"/>
              <a:gd name="connsiteY41" fmla="*/ 9084243 h 9456078"/>
              <a:gd name="connsiteX42" fmla="*/ 2747253 w 13940157"/>
              <a:gd name="connsiteY42" fmla="*/ 9065835 h 9456078"/>
              <a:gd name="connsiteX43" fmla="*/ 2792207 w 13940157"/>
              <a:gd name="connsiteY43" fmla="*/ 9047004 h 9456078"/>
              <a:gd name="connsiteX44" fmla="*/ 2836975 w 13940157"/>
              <a:gd name="connsiteY44" fmla="*/ 9027750 h 9456078"/>
              <a:gd name="connsiteX45" fmla="*/ 2881555 w 13940157"/>
              <a:gd name="connsiteY45" fmla="*/ 9008075 h 9456078"/>
              <a:gd name="connsiteX46" fmla="*/ 2925942 w 13940157"/>
              <a:gd name="connsiteY46" fmla="*/ 8987981 h 9456078"/>
              <a:gd name="connsiteX47" fmla="*/ 2970135 w 13940157"/>
              <a:gd name="connsiteY47" fmla="*/ 8967470 h 9456078"/>
              <a:gd name="connsiteX48" fmla="*/ 3014130 w 13940157"/>
              <a:gd name="connsiteY48" fmla="*/ 8946542 h 9456078"/>
              <a:gd name="connsiteX49" fmla="*/ 3057924 w 13940157"/>
              <a:gd name="connsiteY49" fmla="*/ 8925199 h 9456078"/>
              <a:gd name="connsiteX50" fmla="*/ 3101514 w 13940157"/>
              <a:gd name="connsiteY50" fmla="*/ 8903443 h 9456078"/>
              <a:gd name="connsiteX51" fmla="*/ 3144898 w 13940157"/>
              <a:gd name="connsiteY51" fmla="*/ 8881275 h 9456078"/>
              <a:gd name="connsiteX52" fmla="*/ 3188071 w 13940157"/>
              <a:gd name="connsiteY52" fmla="*/ 8858697 h 9456078"/>
              <a:gd name="connsiteX53" fmla="*/ 3231032 w 13940157"/>
              <a:gd name="connsiteY53" fmla="*/ 8835710 h 9456078"/>
              <a:gd name="connsiteX54" fmla="*/ 3273777 w 13940157"/>
              <a:gd name="connsiteY54" fmla="*/ 8812316 h 9456078"/>
              <a:gd name="connsiteX55" fmla="*/ 3316303 w 13940157"/>
              <a:gd name="connsiteY55" fmla="*/ 8788516 h 9456078"/>
              <a:gd name="connsiteX56" fmla="*/ 3358607 w 13940157"/>
              <a:gd name="connsiteY56" fmla="*/ 8764311 h 9456078"/>
              <a:gd name="connsiteX57" fmla="*/ 3400686 w 13940157"/>
              <a:gd name="connsiteY57" fmla="*/ 8739704 h 9456078"/>
              <a:gd name="connsiteX58" fmla="*/ 3442537 w 13940157"/>
              <a:gd name="connsiteY58" fmla="*/ 8714695 h 9456078"/>
              <a:gd name="connsiteX59" fmla="*/ 3484157 w 13940157"/>
              <a:gd name="connsiteY59" fmla="*/ 8689286 h 9456078"/>
              <a:gd name="connsiteX60" fmla="*/ 3525543 w 13940157"/>
              <a:gd name="connsiteY60" fmla="*/ 8663479 h 9456078"/>
              <a:gd name="connsiteX61" fmla="*/ 3566693 w 13940157"/>
              <a:gd name="connsiteY61" fmla="*/ 8637274 h 9456078"/>
              <a:gd name="connsiteX62" fmla="*/ 3607602 w 13940157"/>
              <a:gd name="connsiteY62" fmla="*/ 8610675 h 9456078"/>
              <a:gd name="connsiteX63" fmla="*/ 3648268 w 13940157"/>
              <a:gd name="connsiteY63" fmla="*/ 8583681 h 9456078"/>
              <a:gd name="connsiteX64" fmla="*/ 3688689 w 13940157"/>
              <a:gd name="connsiteY64" fmla="*/ 8556295 h 9456078"/>
              <a:gd name="connsiteX65" fmla="*/ 3728860 w 13940157"/>
              <a:gd name="connsiteY65" fmla="*/ 8528517 h 9456078"/>
              <a:gd name="connsiteX66" fmla="*/ 3768779 w 13940157"/>
              <a:gd name="connsiteY66" fmla="*/ 8500351 h 9456078"/>
              <a:gd name="connsiteX67" fmla="*/ 3808443 w 13940157"/>
              <a:gd name="connsiteY67" fmla="*/ 8471796 h 9456078"/>
              <a:gd name="connsiteX68" fmla="*/ 3847849 w 13940157"/>
              <a:gd name="connsiteY68" fmla="*/ 8442854 h 9456078"/>
              <a:gd name="connsiteX69" fmla="*/ 3886994 w 13940157"/>
              <a:gd name="connsiteY69" fmla="*/ 8413528 h 9456078"/>
              <a:gd name="connsiteX70" fmla="*/ 3925875 w 13940157"/>
              <a:gd name="connsiteY70" fmla="*/ 8383818 h 9456078"/>
              <a:gd name="connsiteX71" fmla="*/ 3964489 w 13940157"/>
              <a:gd name="connsiteY71" fmla="*/ 8353726 h 9456078"/>
              <a:gd name="connsiteX72" fmla="*/ 4002833 w 13940157"/>
              <a:gd name="connsiteY72" fmla="*/ 8323253 h 9456078"/>
              <a:gd name="connsiteX73" fmla="*/ 4040904 w 13940157"/>
              <a:gd name="connsiteY73" fmla="*/ 8292401 h 9456078"/>
              <a:gd name="connsiteX74" fmla="*/ 4078699 w 13940157"/>
              <a:gd name="connsiteY74" fmla="*/ 8261172 h 9456078"/>
              <a:gd name="connsiteX75" fmla="*/ 4116214 w 13940157"/>
              <a:gd name="connsiteY75" fmla="*/ 8229566 h 9456078"/>
              <a:gd name="connsiteX76" fmla="*/ 4153447 w 13940157"/>
              <a:gd name="connsiteY76" fmla="*/ 8197585 h 9456078"/>
              <a:gd name="connsiteX77" fmla="*/ 4190395 w 13940157"/>
              <a:gd name="connsiteY77" fmla="*/ 8165232 h 9456078"/>
              <a:gd name="connsiteX78" fmla="*/ 4227055 w 13940157"/>
              <a:gd name="connsiteY78" fmla="*/ 8132507 h 9456078"/>
              <a:gd name="connsiteX79" fmla="*/ 4263424 w 13940157"/>
              <a:gd name="connsiteY79" fmla="*/ 8099411 h 9456078"/>
              <a:gd name="connsiteX80" fmla="*/ 4299499 w 13940157"/>
              <a:gd name="connsiteY80" fmla="*/ 8065947 h 9456078"/>
              <a:gd name="connsiteX81" fmla="*/ 4335276 w 13940157"/>
              <a:gd name="connsiteY81" fmla="*/ 8032115 h 9456078"/>
              <a:gd name="connsiteX82" fmla="*/ 4370753 w 13940157"/>
              <a:gd name="connsiteY82" fmla="*/ 7997918 h 9456078"/>
              <a:gd name="connsiteX83" fmla="*/ 4405927 w 13940157"/>
              <a:gd name="connsiteY83" fmla="*/ 7963356 h 9456078"/>
              <a:gd name="connsiteX84" fmla="*/ 4440795 w 13940157"/>
              <a:gd name="connsiteY84" fmla="*/ 7928432 h 9456078"/>
              <a:gd name="connsiteX85" fmla="*/ 4475354 w 13940157"/>
              <a:gd name="connsiteY85" fmla="*/ 7893146 h 9456078"/>
              <a:gd name="connsiteX86" fmla="*/ 4509600 w 13940157"/>
              <a:gd name="connsiteY86" fmla="*/ 7857501 h 9456078"/>
              <a:gd name="connsiteX87" fmla="*/ 4543531 w 13940157"/>
              <a:gd name="connsiteY87" fmla="*/ 7821497 h 9456078"/>
              <a:gd name="connsiteX88" fmla="*/ 4577143 w 13940157"/>
              <a:gd name="connsiteY88" fmla="*/ 7785136 h 9456078"/>
              <a:gd name="connsiteX89" fmla="*/ 4610435 w 13940157"/>
              <a:gd name="connsiteY89" fmla="*/ 7748420 h 9456078"/>
              <a:gd name="connsiteX90" fmla="*/ 4643402 w 13940157"/>
              <a:gd name="connsiteY90" fmla="*/ 7711350 h 9456078"/>
              <a:gd name="connsiteX91" fmla="*/ 4676042 w 13940157"/>
              <a:gd name="connsiteY91" fmla="*/ 7673928 h 9456078"/>
              <a:gd name="connsiteX92" fmla="*/ 4708351 w 13940157"/>
              <a:gd name="connsiteY92" fmla="*/ 7636155 h 9456078"/>
              <a:gd name="connsiteX93" fmla="*/ 4740327 w 13940157"/>
              <a:gd name="connsiteY93" fmla="*/ 7598032 h 9456078"/>
              <a:gd name="connsiteX94" fmla="*/ 4771967 w 13940157"/>
              <a:gd name="connsiteY94" fmla="*/ 7559561 h 9456078"/>
              <a:gd name="connsiteX95" fmla="*/ 4803267 w 13940157"/>
              <a:gd name="connsiteY95" fmla="*/ 7520744 h 9456078"/>
              <a:gd name="connsiteX96" fmla="*/ 4834225 w 13940157"/>
              <a:gd name="connsiteY96" fmla="*/ 7481582 h 9456078"/>
              <a:gd name="connsiteX97" fmla="*/ 4864838 w 13940157"/>
              <a:gd name="connsiteY97" fmla="*/ 7442077 h 9456078"/>
              <a:gd name="connsiteX98" fmla="*/ 8803671 w 13940157"/>
              <a:gd name="connsiteY98" fmla="*/ 2307814 h 9456078"/>
              <a:gd name="connsiteX99" fmla="*/ 8834262 w 13940157"/>
              <a:gd name="connsiteY99" fmla="*/ 2268285 h 9456078"/>
              <a:gd name="connsiteX100" fmla="*/ 8865156 w 13940157"/>
              <a:gd name="connsiteY100" fmla="*/ 2229056 h 9456078"/>
              <a:gd name="connsiteX101" fmla="*/ 8896349 w 13940157"/>
              <a:gd name="connsiteY101" fmla="*/ 2190127 h 9456078"/>
              <a:gd name="connsiteX102" fmla="*/ 8927839 w 13940157"/>
              <a:gd name="connsiteY102" fmla="*/ 2151500 h 9456078"/>
              <a:gd name="connsiteX103" fmla="*/ 8959624 w 13940157"/>
              <a:gd name="connsiteY103" fmla="*/ 2113176 h 9456078"/>
              <a:gd name="connsiteX104" fmla="*/ 8991701 w 13940157"/>
              <a:gd name="connsiteY104" fmla="*/ 2075157 h 9456078"/>
              <a:gd name="connsiteX105" fmla="*/ 9024069 w 13940157"/>
              <a:gd name="connsiteY105" fmla="*/ 2037442 h 9456078"/>
              <a:gd name="connsiteX106" fmla="*/ 9056725 w 13940157"/>
              <a:gd name="connsiteY106" fmla="*/ 2000034 h 9456078"/>
              <a:gd name="connsiteX107" fmla="*/ 9089667 w 13940157"/>
              <a:gd name="connsiteY107" fmla="*/ 1962934 h 9456078"/>
              <a:gd name="connsiteX108" fmla="*/ 9122892 w 13940157"/>
              <a:gd name="connsiteY108" fmla="*/ 1926142 h 9456078"/>
              <a:gd name="connsiteX109" fmla="*/ 9156398 w 13940157"/>
              <a:gd name="connsiteY109" fmla="*/ 1889660 h 9456078"/>
              <a:gd name="connsiteX110" fmla="*/ 9190183 w 13940157"/>
              <a:gd name="connsiteY110" fmla="*/ 1853489 h 9456078"/>
              <a:gd name="connsiteX111" fmla="*/ 9224245 w 13940157"/>
              <a:gd name="connsiteY111" fmla="*/ 1817630 h 9456078"/>
              <a:gd name="connsiteX112" fmla="*/ 9258581 w 13940157"/>
              <a:gd name="connsiteY112" fmla="*/ 1782084 h 9456078"/>
              <a:gd name="connsiteX113" fmla="*/ 9293189 w 13940157"/>
              <a:gd name="connsiteY113" fmla="*/ 1746853 h 9456078"/>
              <a:gd name="connsiteX114" fmla="*/ 9328066 w 13940157"/>
              <a:gd name="connsiteY114" fmla="*/ 1711937 h 9456078"/>
              <a:gd name="connsiteX115" fmla="*/ 9363211 w 13940157"/>
              <a:gd name="connsiteY115" fmla="*/ 1677337 h 9456078"/>
              <a:gd name="connsiteX116" fmla="*/ 9398621 w 13940157"/>
              <a:gd name="connsiteY116" fmla="*/ 1643056 h 9456078"/>
              <a:gd name="connsiteX117" fmla="*/ 9434294 w 13940157"/>
              <a:gd name="connsiteY117" fmla="*/ 1609093 h 9456078"/>
              <a:gd name="connsiteX118" fmla="*/ 9470227 w 13940157"/>
              <a:gd name="connsiteY118" fmla="*/ 1575450 h 9456078"/>
              <a:gd name="connsiteX119" fmla="*/ 9506418 w 13940157"/>
              <a:gd name="connsiteY119" fmla="*/ 1542128 h 9456078"/>
              <a:gd name="connsiteX120" fmla="*/ 9542866 w 13940157"/>
              <a:gd name="connsiteY120" fmla="*/ 1509129 h 9456078"/>
              <a:gd name="connsiteX121" fmla="*/ 9579567 w 13940157"/>
              <a:gd name="connsiteY121" fmla="*/ 1476452 h 9456078"/>
              <a:gd name="connsiteX122" fmla="*/ 9616519 w 13940157"/>
              <a:gd name="connsiteY122" fmla="*/ 1444101 h 9456078"/>
              <a:gd name="connsiteX123" fmla="*/ 9653720 w 13940157"/>
              <a:gd name="connsiteY123" fmla="*/ 1412075 h 9456078"/>
              <a:gd name="connsiteX124" fmla="*/ 9691168 w 13940157"/>
              <a:gd name="connsiteY124" fmla="*/ 1380375 h 9456078"/>
              <a:gd name="connsiteX125" fmla="*/ 9728861 w 13940157"/>
              <a:gd name="connsiteY125" fmla="*/ 1349004 h 9456078"/>
              <a:gd name="connsiteX126" fmla="*/ 9766795 w 13940157"/>
              <a:gd name="connsiteY126" fmla="*/ 1317962 h 9456078"/>
              <a:gd name="connsiteX127" fmla="*/ 9804970 w 13940157"/>
              <a:gd name="connsiteY127" fmla="*/ 1287250 h 9456078"/>
              <a:gd name="connsiteX128" fmla="*/ 9843382 w 13940157"/>
              <a:gd name="connsiteY128" fmla="*/ 1256869 h 9456078"/>
              <a:gd name="connsiteX129" fmla="*/ 9882029 w 13940157"/>
              <a:gd name="connsiteY129" fmla="*/ 1226820 h 9456078"/>
              <a:gd name="connsiteX130" fmla="*/ 9920909 w 13940157"/>
              <a:gd name="connsiteY130" fmla="*/ 1197105 h 9456078"/>
              <a:gd name="connsiteX131" fmla="*/ 9960020 w 13940157"/>
              <a:gd name="connsiteY131" fmla="*/ 1167725 h 9456078"/>
              <a:gd name="connsiteX132" fmla="*/ 9999359 w 13940157"/>
              <a:gd name="connsiteY132" fmla="*/ 1138681 h 9456078"/>
              <a:gd name="connsiteX133" fmla="*/ 10038924 w 13940157"/>
              <a:gd name="connsiteY133" fmla="*/ 1109974 h 9456078"/>
              <a:gd name="connsiteX134" fmla="*/ 10078713 w 13940157"/>
              <a:gd name="connsiteY134" fmla="*/ 1081604 h 9456078"/>
              <a:gd name="connsiteX135" fmla="*/ 10118724 w 13940157"/>
              <a:gd name="connsiteY135" fmla="*/ 1053574 h 9456078"/>
              <a:gd name="connsiteX136" fmla="*/ 10158954 w 13940157"/>
              <a:gd name="connsiteY136" fmla="*/ 1025884 h 9456078"/>
              <a:gd name="connsiteX137" fmla="*/ 10199400 w 13940157"/>
              <a:gd name="connsiteY137" fmla="*/ 998536 h 9456078"/>
              <a:gd name="connsiteX138" fmla="*/ 10240062 w 13940157"/>
              <a:gd name="connsiteY138" fmla="*/ 971530 h 9456078"/>
              <a:gd name="connsiteX139" fmla="*/ 10280935 w 13940157"/>
              <a:gd name="connsiteY139" fmla="*/ 944868 h 9456078"/>
              <a:gd name="connsiteX140" fmla="*/ 10322019 w 13940157"/>
              <a:gd name="connsiteY140" fmla="*/ 918551 h 9456078"/>
              <a:gd name="connsiteX141" fmla="*/ 10363310 w 13940157"/>
              <a:gd name="connsiteY141" fmla="*/ 892580 h 9456078"/>
              <a:gd name="connsiteX142" fmla="*/ 10404807 w 13940157"/>
              <a:gd name="connsiteY142" fmla="*/ 866956 h 9456078"/>
              <a:gd name="connsiteX143" fmla="*/ 10446507 w 13940157"/>
              <a:gd name="connsiteY143" fmla="*/ 841681 h 9456078"/>
              <a:gd name="connsiteX144" fmla="*/ 10488408 w 13940157"/>
              <a:gd name="connsiteY144" fmla="*/ 816754 h 9456078"/>
              <a:gd name="connsiteX145" fmla="*/ 10530507 w 13940157"/>
              <a:gd name="connsiteY145" fmla="*/ 792179 h 9456078"/>
              <a:gd name="connsiteX146" fmla="*/ 10572803 w 13940157"/>
              <a:gd name="connsiteY146" fmla="*/ 767955 h 9456078"/>
              <a:gd name="connsiteX147" fmla="*/ 10615292 w 13940157"/>
              <a:gd name="connsiteY147" fmla="*/ 744083 h 9456078"/>
              <a:gd name="connsiteX148" fmla="*/ 10657973 w 13940157"/>
              <a:gd name="connsiteY148" fmla="*/ 720566 h 9456078"/>
              <a:gd name="connsiteX149" fmla="*/ 10700844 w 13940157"/>
              <a:gd name="connsiteY149" fmla="*/ 697404 h 9456078"/>
              <a:gd name="connsiteX150" fmla="*/ 10743902 w 13940157"/>
              <a:gd name="connsiteY150" fmla="*/ 674598 h 9456078"/>
              <a:gd name="connsiteX151" fmla="*/ 10787144 w 13940157"/>
              <a:gd name="connsiteY151" fmla="*/ 652149 h 9456078"/>
              <a:gd name="connsiteX152" fmla="*/ 10830569 w 13940157"/>
              <a:gd name="connsiteY152" fmla="*/ 630059 h 9456078"/>
              <a:gd name="connsiteX153" fmla="*/ 10874174 w 13940157"/>
              <a:gd name="connsiteY153" fmla="*/ 608328 h 9456078"/>
              <a:gd name="connsiteX154" fmla="*/ 10917957 w 13940157"/>
              <a:gd name="connsiteY154" fmla="*/ 586958 h 9456078"/>
              <a:gd name="connsiteX155" fmla="*/ 10961916 w 13940157"/>
              <a:gd name="connsiteY155" fmla="*/ 565950 h 9456078"/>
              <a:gd name="connsiteX156" fmla="*/ 11006048 w 13940157"/>
              <a:gd name="connsiteY156" fmla="*/ 545304 h 9456078"/>
              <a:gd name="connsiteX157" fmla="*/ 11050351 w 13940157"/>
              <a:gd name="connsiteY157" fmla="*/ 525023 h 9456078"/>
              <a:gd name="connsiteX158" fmla="*/ 11094823 w 13940157"/>
              <a:gd name="connsiteY158" fmla="*/ 505107 h 9456078"/>
              <a:gd name="connsiteX159" fmla="*/ 11139461 w 13940157"/>
              <a:gd name="connsiteY159" fmla="*/ 485558 h 9456078"/>
              <a:gd name="connsiteX160" fmla="*/ 11184263 w 13940157"/>
              <a:gd name="connsiteY160" fmla="*/ 466376 h 9456078"/>
              <a:gd name="connsiteX161" fmla="*/ 11229228 w 13940157"/>
              <a:gd name="connsiteY161" fmla="*/ 447563 h 9456078"/>
              <a:gd name="connsiteX162" fmla="*/ 11274351 w 13940157"/>
              <a:gd name="connsiteY162" fmla="*/ 429119 h 9456078"/>
              <a:gd name="connsiteX163" fmla="*/ 11319632 w 13940157"/>
              <a:gd name="connsiteY163" fmla="*/ 411046 h 9456078"/>
              <a:gd name="connsiteX164" fmla="*/ 11365068 w 13940157"/>
              <a:gd name="connsiteY164" fmla="*/ 393346 h 9456078"/>
              <a:gd name="connsiteX165" fmla="*/ 11410657 w 13940157"/>
              <a:gd name="connsiteY165" fmla="*/ 376018 h 9456078"/>
              <a:gd name="connsiteX166" fmla="*/ 11456396 w 13940157"/>
              <a:gd name="connsiteY166" fmla="*/ 359065 h 9456078"/>
              <a:gd name="connsiteX167" fmla="*/ 11502283 w 13940157"/>
              <a:gd name="connsiteY167" fmla="*/ 342487 h 9456078"/>
              <a:gd name="connsiteX168" fmla="*/ 11548316 w 13940157"/>
              <a:gd name="connsiteY168" fmla="*/ 326286 h 9456078"/>
              <a:gd name="connsiteX169" fmla="*/ 11594492 w 13940157"/>
              <a:gd name="connsiteY169" fmla="*/ 310462 h 9456078"/>
              <a:gd name="connsiteX170" fmla="*/ 11640810 w 13940157"/>
              <a:gd name="connsiteY170" fmla="*/ 295018 h 9456078"/>
              <a:gd name="connsiteX171" fmla="*/ 11687267 w 13940157"/>
              <a:gd name="connsiteY171" fmla="*/ 279953 h 9456078"/>
              <a:gd name="connsiteX172" fmla="*/ 11733860 w 13940157"/>
              <a:gd name="connsiteY172" fmla="*/ 265269 h 9456078"/>
              <a:gd name="connsiteX173" fmla="*/ 11780587 w 13940157"/>
              <a:gd name="connsiteY173" fmla="*/ 250968 h 9456078"/>
              <a:gd name="connsiteX174" fmla="*/ 11827447 w 13940157"/>
              <a:gd name="connsiteY174" fmla="*/ 237049 h 9456078"/>
              <a:gd name="connsiteX175" fmla="*/ 11874436 w 13940157"/>
              <a:gd name="connsiteY175" fmla="*/ 223516 h 9456078"/>
              <a:gd name="connsiteX176" fmla="*/ 11921553 w 13940157"/>
              <a:gd name="connsiteY176" fmla="*/ 210368 h 9456078"/>
              <a:gd name="connsiteX177" fmla="*/ 11968794 w 13940157"/>
              <a:gd name="connsiteY177" fmla="*/ 197606 h 9456078"/>
              <a:gd name="connsiteX178" fmla="*/ 12016159 w 13940157"/>
              <a:gd name="connsiteY178" fmla="*/ 185233 h 9456078"/>
              <a:gd name="connsiteX179" fmla="*/ 12063644 w 13940157"/>
              <a:gd name="connsiteY179" fmla="*/ 173248 h 9456078"/>
              <a:gd name="connsiteX180" fmla="*/ 12111248 w 13940157"/>
              <a:gd name="connsiteY180" fmla="*/ 161654 h 9456078"/>
              <a:gd name="connsiteX181" fmla="*/ 12158967 w 13940157"/>
              <a:gd name="connsiteY181" fmla="*/ 150451 h 9456078"/>
              <a:gd name="connsiteX182" fmla="*/ 12206800 w 13940157"/>
              <a:gd name="connsiteY182" fmla="*/ 139640 h 9456078"/>
              <a:gd name="connsiteX183" fmla="*/ 12254745 w 13940157"/>
              <a:gd name="connsiteY183" fmla="*/ 129223 h 9456078"/>
              <a:gd name="connsiteX184" fmla="*/ 12302799 w 13940157"/>
              <a:gd name="connsiteY184" fmla="*/ 119201 h 9456078"/>
              <a:gd name="connsiteX185" fmla="*/ 12350959 w 13940157"/>
              <a:gd name="connsiteY185" fmla="*/ 109574 h 9456078"/>
              <a:gd name="connsiteX186" fmla="*/ 12399224 w 13940157"/>
              <a:gd name="connsiteY186" fmla="*/ 100344 h 9456078"/>
              <a:gd name="connsiteX187" fmla="*/ 12447591 w 13940157"/>
              <a:gd name="connsiteY187" fmla="*/ 91512 h 9456078"/>
              <a:gd name="connsiteX188" fmla="*/ 12496058 w 13940157"/>
              <a:gd name="connsiteY188" fmla="*/ 83080 h 9456078"/>
              <a:gd name="connsiteX189" fmla="*/ 12544623 w 13940157"/>
              <a:gd name="connsiteY189" fmla="*/ 75047 h 9456078"/>
              <a:gd name="connsiteX190" fmla="*/ 12593283 w 13940157"/>
              <a:gd name="connsiteY190" fmla="*/ 67417 h 9456078"/>
              <a:gd name="connsiteX191" fmla="*/ 12642036 w 13940157"/>
              <a:gd name="connsiteY191" fmla="*/ 60188 h 9456078"/>
              <a:gd name="connsiteX192" fmla="*/ 12690879 w 13940157"/>
              <a:gd name="connsiteY192" fmla="*/ 53364 h 9456078"/>
              <a:gd name="connsiteX193" fmla="*/ 12739811 w 13940157"/>
              <a:gd name="connsiteY193" fmla="*/ 46944 h 9456078"/>
              <a:gd name="connsiteX194" fmla="*/ 12788830 w 13940157"/>
              <a:gd name="connsiteY194" fmla="*/ 40931 h 9456078"/>
              <a:gd name="connsiteX195" fmla="*/ 12837932 w 13940157"/>
              <a:gd name="connsiteY195" fmla="*/ 35324 h 9456078"/>
              <a:gd name="connsiteX196" fmla="*/ 12887116 w 13940157"/>
              <a:gd name="connsiteY196" fmla="*/ 30126 h 9456078"/>
              <a:gd name="connsiteX197" fmla="*/ 12936379 w 13940157"/>
              <a:gd name="connsiteY197" fmla="*/ 25337 h 9456078"/>
              <a:gd name="connsiteX198" fmla="*/ 12985719 w 13940157"/>
              <a:gd name="connsiteY198" fmla="*/ 20958 h 9456078"/>
              <a:gd name="connsiteX199" fmla="*/ 13035133 w 13940157"/>
              <a:gd name="connsiteY199" fmla="*/ 16991 h 9456078"/>
              <a:gd name="connsiteX200" fmla="*/ 13084620 w 13940157"/>
              <a:gd name="connsiteY200" fmla="*/ 13437 h 9456078"/>
              <a:gd name="connsiteX201" fmla="*/ 13134178 w 13940157"/>
              <a:gd name="connsiteY201" fmla="*/ 10297 h 9456078"/>
              <a:gd name="connsiteX202" fmla="*/ 13183803 w 13940157"/>
              <a:gd name="connsiteY202" fmla="*/ 7572 h 9456078"/>
              <a:gd name="connsiteX203" fmla="*/ 13233493 w 13940157"/>
              <a:gd name="connsiteY203" fmla="*/ 5263 h 9456078"/>
              <a:gd name="connsiteX204" fmla="*/ 13283247 w 13940157"/>
              <a:gd name="connsiteY204" fmla="*/ 3371 h 9456078"/>
              <a:gd name="connsiteX205" fmla="*/ 13333061 w 13940157"/>
              <a:gd name="connsiteY205" fmla="*/ 1898 h 9456078"/>
              <a:gd name="connsiteX206" fmla="*/ 13382934 w 13940157"/>
              <a:gd name="connsiteY206" fmla="*/ 844 h 9456078"/>
              <a:gd name="connsiteX207" fmla="*/ 13432864 w 13940157"/>
              <a:gd name="connsiteY207" fmla="*/ 211 h 9456078"/>
              <a:gd name="connsiteX208" fmla="*/ 13482847 w 13940157"/>
              <a:gd name="connsiteY208" fmla="*/ 0 h 9456078"/>
              <a:gd name="connsiteX209" fmla="*/ 13940158 w 13940157"/>
              <a:gd name="connsiteY209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49234 w 13158799"/>
              <a:gd name="connsiteY5" fmla="*/ 9450052 h 9456078"/>
              <a:gd name="connsiteX6" fmla="*/ 298870 w 13158799"/>
              <a:gd name="connsiteY6" fmla="*/ 9447409 h 9456078"/>
              <a:gd name="connsiteX7" fmla="*/ 348429 w 13158799"/>
              <a:gd name="connsiteY7" fmla="*/ 9444290 h 9456078"/>
              <a:gd name="connsiteX8" fmla="*/ 397907 w 13158799"/>
              <a:gd name="connsiteY8" fmla="*/ 9440698 h 9456078"/>
              <a:gd name="connsiteX9" fmla="*/ 447302 w 13158799"/>
              <a:gd name="connsiteY9" fmla="*/ 9436632 h 9456078"/>
              <a:gd name="connsiteX10" fmla="*/ 496610 w 13158799"/>
              <a:gd name="connsiteY10" fmla="*/ 9432096 h 9456078"/>
              <a:gd name="connsiteX11" fmla="*/ 545829 w 13158799"/>
              <a:gd name="connsiteY11" fmla="*/ 9427089 h 9456078"/>
              <a:gd name="connsiteX12" fmla="*/ 594956 w 13158799"/>
              <a:gd name="connsiteY12" fmla="*/ 9421615 h 9456078"/>
              <a:gd name="connsiteX13" fmla="*/ 643987 w 13158799"/>
              <a:gd name="connsiteY13" fmla="*/ 9415673 h 9456078"/>
              <a:gd name="connsiteX14" fmla="*/ 692920 w 13158799"/>
              <a:gd name="connsiteY14" fmla="*/ 9409267 h 9456078"/>
              <a:gd name="connsiteX15" fmla="*/ 741751 w 13158799"/>
              <a:gd name="connsiteY15" fmla="*/ 9402396 h 9456078"/>
              <a:gd name="connsiteX16" fmla="*/ 790478 w 13158799"/>
              <a:gd name="connsiteY16" fmla="*/ 9395063 h 9456078"/>
              <a:gd name="connsiteX17" fmla="*/ 839098 w 13158799"/>
              <a:gd name="connsiteY17" fmla="*/ 9387270 h 9456078"/>
              <a:gd name="connsiteX18" fmla="*/ 887607 w 13158799"/>
              <a:gd name="connsiteY18" fmla="*/ 9379017 h 9456078"/>
              <a:gd name="connsiteX19" fmla="*/ 936002 w 13158799"/>
              <a:gd name="connsiteY19" fmla="*/ 9370306 h 9456078"/>
              <a:gd name="connsiteX20" fmla="*/ 984281 w 13158799"/>
              <a:gd name="connsiteY20" fmla="*/ 9361139 h 9456078"/>
              <a:gd name="connsiteX21" fmla="*/ 1032440 w 13158799"/>
              <a:gd name="connsiteY21" fmla="*/ 9351517 h 9456078"/>
              <a:gd name="connsiteX22" fmla="*/ 1080477 w 13158799"/>
              <a:gd name="connsiteY22" fmla="*/ 9341441 h 9456078"/>
              <a:gd name="connsiteX23" fmla="*/ 1128389 w 13158799"/>
              <a:gd name="connsiteY23" fmla="*/ 9330914 h 9456078"/>
              <a:gd name="connsiteX24" fmla="*/ 1176172 w 13158799"/>
              <a:gd name="connsiteY24" fmla="*/ 9319936 h 9456078"/>
              <a:gd name="connsiteX25" fmla="*/ 1223823 w 13158799"/>
              <a:gd name="connsiteY25" fmla="*/ 9308509 h 9456078"/>
              <a:gd name="connsiteX26" fmla="*/ 1271339 w 13158799"/>
              <a:gd name="connsiteY26" fmla="*/ 9296635 h 9456078"/>
              <a:gd name="connsiteX27" fmla="*/ 1318719 w 13158799"/>
              <a:gd name="connsiteY27" fmla="*/ 9284315 h 9456078"/>
              <a:gd name="connsiteX28" fmla="*/ 1365957 w 13158799"/>
              <a:gd name="connsiteY28" fmla="*/ 9271550 h 9456078"/>
              <a:gd name="connsiteX29" fmla="*/ 1413052 w 13158799"/>
              <a:gd name="connsiteY29" fmla="*/ 9258342 h 9456078"/>
              <a:gd name="connsiteX30" fmla="*/ 1460000 w 13158799"/>
              <a:gd name="connsiteY30" fmla="*/ 9244693 h 9456078"/>
              <a:gd name="connsiteX31" fmla="*/ 1506799 w 13158799"/>
              <a:gd name="connsiteY31" fmla="*/ 9230604 h 9456078"/>
              <a:gd name="connsiteX32" fmla="*/ 1553445 w 13158799"/>
              <a:gd name="connsiteY32" fmla="*/ 9216076 h 9456078"/>
              <a:gd name="connsiteX33" fmla="*/ 1599935 w 13158799"/>
              <a:gd name="connsiteY33" fmla="*/ 9201111 h 9456078"/>
              <a:gd name="connsiteX34" fmla="*/ 1646267 w 13158799"/>
              <a:gd name="connsiteY34" fmla="*/ 9185710 h 9456078"/>
              <a:gd name="connsiteX35" fmla="*/ 1692437 w 13158799"/>
              <a:gd name="connsiteY35" fmla="*/ 9169876 h 9456078"/>
              <a:gd name="connsiteX36" fmla="*/ 1738442 w 13158799"/>
              <a:gd name="connsiteY36" fmla="*/ 9153608 h 9456078"/>
              <a:gd name="connsiteX37" fmla="*/ 1784280 w 13158799"/>
              <a:gd name="connsiteY37" fmla="*/ 9136910 h 9456078"/>
              <a:gd name="connsiteX38" fmla="*/ 1829947 w 13158799"/>
              <a:gd name="connsiteY38" fmla="*/ 9119782 h 9456078"/>
              <a:gd name="connsiteX39" fmla="*/ 1875440 w 13158799"/>
              <a:gd name="connsiteY39" fmla="*/ 9102226 h 9456078"/>
              <a:gd name="connsiteX40" fmla="*/ 1920756 w 13158799"/>
              <a:gd name="connsiteY40" fmla="*/ 9084243 h 9456078"/>
              <a:gd name="connsiteX41" fmla="*/ 1965893 w 13158799"/>
              <a:gd name="connsiteY41" fmla="*/ 9065835 h 9456078"/>
              <a:gd name="connsiteX42" fmla="*/ 2010847 w 13158799"/>
              <a:gd name="connsiteY42" fmla="*/ 9047004 h 9456078"/>
              <a:gd name="connsiteX43" fmla="*/ 2055615 w 13158799"/>
              <a:gd name="connsiteY43" fmla="*/ 9027750 h 9456078"/>
              <a:gd name="connsiteX44" fmla="*/ 2100195 w 13158799"/>
              <a:gd name="connsiteY44" fmla="*/ 9008075 h 9456078"/>
              <a:gd name="connsiteX45" fmla="*/ 2144582 w 13158799"/>
              <a:gd name="connsiteY45" fmla="*/ 8987981 h 9456078"/>
              <a:gd name="connsiteX46" fmla="*/ 2188775 w 13158799"/>
              <a:gd name="connsiteY46" fmla="*/ 8967470 h 9456078"/>
              <a:gd name="connsiteX47" fmla="*/ 2232770 w 13158799"/>
              <a:gd name="connsiteY47" fmla="*/ 8946542 h 9456078"/>
              <a:gd name="connsiteX48" fmla="*/ 2276564 w 13158799"/>
              <a:gd name="connsiteY48" fmla="*/ 8925199 h 9456078"/>
              <a:gd name="connsiteX49" fmla="*/ 2320154 w 13158799"/>
              <a:gd name="connsiteY49" fmla="*/ 8903443 h 9456078"/>
              <a:gd name="connsiteX50" fmla="*/ 2363538 w 13158799"/>
              <a:gd name="connsiteY50" fmla="*/ 8881275 h 9456078"/>
              <a:gd name="connsiteX51" fmla="*/ 2406711 w 13158799"/>
              <a:gd name="connsiteY51" fmla="*/ 8858697 h 9456078"/>
              <a:gd name="connsiteX52" fmla="*/ 2449672 w 13158799"/>
              <a:gd name="connsiteY52" fmla="*/ 8835710 h 9456078"/>
              <a:gd name="connsiteX53" fmla="*/ 2492417 w 13158799"/>
              <a:gd name="connsiteY53" fmla="*/ 8812316 h 9456078"/>
              <a:gd name="connsiteX54" fmla="*/ 2534943 w 13158799"/>
              <a:gd name="connsiteY54" fmla="*/ 8788516 h 9456078"/>
              <a:gd name="connsiteX55" fmla="*/ 2577247 w 13158799"/>
              <a:gd name="connsiteY55" fmla="*/ 8764311 h 9456078"/>
              <a:gd name="connsiteX56" fmla="*/ 2619326 w 13158799"/>
              <a:gd name="connsiteY56" fmla="*/ 8739704 h 9456078"/>
              <a:gd name="connsiteX57" fmla="*/ 2661177 w 13158799"/>
              <a:gd name="connsiteY57" fmla="*/ 8714695 h 9456078"/>
              <a:gd name="connsiteX58" fmla="*/ 2702797 w 13158799"/>
              <a:gd name="connsiteY58" fmla="*/ 8689286 h 9456078"/>
              <a:gd name="connsiteX59" fmla="*/ 2744183 w 13158799"/>
              <a:gd name="connsiteY59" fmla="*/ 8663479 h 9456078"/>
              <a:gd name="connsiteX60" fmla="*/ 2785333 w 13158799"/>
              <a:gd name="connsiteY60" fmla="*/ 8637274 h 9456078"/>
              <a:gd name="connsiteX61" fmla="*/ 2826242 w 13158799"/>
              <a:gd name="connsiteY61" fmla="*/ 8610675 h 9456078"/>
              <a:gd name="connsiteX62" fmla="*/ 2866908 w 13158799"/>
              <a:gd name="connsiteY62" fmla="*/ 8583681 h 9456078"/>
              <a:gd name="connsiteX63" fmla="*/ 2907329 w 13158799"/>
              <a:gd name="connsiteY63" fmla="*/ 8556295 h 9456078"/>
              <a:gd name="connsiteX64" fmla="*/ 2947500 w 13158799"/>
              <a:gd name="connsiteY64" fmla="*/ 8528517 h 9456078"/>
              <a:gd name="connsiteX65" fmla="*/ 2987419 w 13158799"/>
              <a:gd name="connsiteY65" fmla="*/ 8500351 h 9456078"/>
              <a:gd name="connsiteX66" fmla="*/ 3027083 w 13158799"/>
              <a:gd name="connsiteY66" fmla="*/ 8471796 h 9456078"/>
              <a:gd name="connsiteX67" fmla="*/ 3066489 w 13158799"/>
              <a:gd name="connsiteY67" fmla="*/ 8442854 h 9456078"/>
              <a:gd name="connsiteX68" fmla="*/ 3105634 w 13158799"/>
              <a:gd name="connsiteY68" fmla="*/ 8413528 h 9456078"/>
              <a:gd name="connsiteX69" fmla="*/ 3144515 w 13158799"/>
              <a:gd name="connsiteY69" fmla="*/ 8383818 h 9456078"/>
              <a:gd name="connsiteX70" fmla="*/ 3183129 w 13158799"/>
              <a:gd name="connsiteY70" fmla="*/ 8353726 h 9456078"/>
              <a:gd name="connsiteX71" fmla="*/ 3221473 w 13158799"/>
              <a:gd name="connsiteY71" fmla="*/ 8323253 h 9456078"/>
              <a:gd name="connsiteX72" fmla="*/ 3259544 w 13158799"/>
              <a:gd name="connsiteY72" fmla="*/ 8292401 h 9456078"/>
              <a:gd name="connsiteX73" fmla="*/ 3297339 w 13158799"/>
              <a:gd name="connsiteY73" fmla="*/ 8261172 h 9456078"/>
              <a:gd name="connsiteX74" fmla="*/ 3334854 w 13158799"/>
              <a:gd name="connsiteY74" fmla="*/ 8229566 h 9456078"/>
              <a:gd name="connsiteX75" fmla="*/ 3372087 w 13158799"/>
              <a:gd name="connsiteY75" fmla="*/ 8197585 h 9456078"/>
              <a:gd name="connsiteX76" fmla="*/ 3409035 w 13158799"/>
              <a:gd name="connsiteY76" fmla="*/ 8165232 h 9456078"/>
              <a:gd name="connsiteX77" fmla="*/ 3445695 w 13158799"/>
              <a:gd name="connsiteY77" fmla="*/ 8132507 h 9456078"/>
              <a:gd name="connsiteX78" fmla="*/ 3482064 w 13158799"/>
              <a:gd name="connsiteY78" fmla="*/ 8099411 h 9456078"/>
              <a:gd name="connsiteX79" fmla="*/ 3518139 w 13158799"/>
              <a:gd name="connsiteY79" fmla="*/ 8065947 h 9456078"/>
              <a:gd name="connsiteX80" fmla="*/ 3553916 w 13158799"/>
              <a:gd name="connsiteY80" fmla="*/ 8032115 h 9456078"/>
              <a:gd name="connsiteX81" fmla="*/ 3589393 w 13158799"/>
              <a:gd name="connsiteY81" fmla="*/ 7997918 h 9456078"/>
              <a:gd name="connsiteX82" fmla="*/ 3624567 w 13158799"/>
              <a:gd name="connsiteY82" fmla="*/ 7963356 h 9456078"/>
              <a:gd name="connsiteX83" fmla="*/ 3659435 w 13158799"/>
              <a:gd name="connsiteY83" fmla="*/ 7928432 h 9456078"/>
              <a:gd name="connsiteX84" fmla="*/ 3693994 w 13158799"/>
              <a:gd name="connsiteY84" fmla="*/ 7893146 h 9456078"/>
              <a:gd name="connsiteX85" fmla="*/ 3728240 w 13158799"/>
              <a:gd name="connsiteY85" fmla="*/ 7857501 h 9456078"/>
              <a:gd name="connsiteX86" fmla="*/ 3762171 w 13158799"/>
              <a:gd name="connsiteY86" fmla="*/ 7821497 h 9456078"/>
              <a:gd name="connsiteX87" fmla="*/ 3795783 w 13158799"/>
              <a:gd name="connsiteY87" fmla="*/ 7785136 h 9456078"/>
              <a:gd name="connsiteX88" fmla="*/ 3829075 w 13158799"/>
              <a:gd name="connsiteY88" fmla="*/ 7748420 h 9456078"/>
              <a:gd name="connsiteX89" fmla="*/ 3862042 w 13158799"/>
              <a:gd name="connsiteY89" fmla="*/ 7711350 h 9456078"/>
              <a:gd name="connsiteX90" fmla="*/ 3894682 w 13158799"/>
              <a:gd name="connsiteY90" fmla="*/ 7673928 h 9456078"/>
              <a:gd name="connsiteX91" fmla="*/ 3926991 w 13158799"/>
              <a:gd name="connsiteY91" fmla="*/ 7636155 h 9456078"/>
              <a:gd name="connsiteX92" fmla="*/ 3958967 w 13158799"/>
              <a:gd name="connsiteY92" fmla="*/ 7598032 h 9456078"/>
              <a:gd name="connsiteX93" fmla="*/ 3990607 w 13158799"/>
              <a:gd name="connsiteY93" fmla="*/ 7559561 h 9456078"/>
              <a:gd name="connsiteX94" fmla="*/ 4021907 w 13158799"/>
              <a:gd name="connsiteY94" fmla="*/ 7520744 h 9456078"/>
              <a:gd name="connsiteX95" fmla="*/ 4052865 w 13158799"/>
              <a:gd name="connsiteY95" fmla="*/ 7481582 h 9456078"/>
              <a:gd name="connsiteX96" fmla="*/ 4083478 w 13158799"/>
              <a:gd name="connsiteY96" fmla="*/ 7442077 h 9456078"/>
              <a:gd name="connsiteX97" fmla="*/ 8022311 w 13158799"/>
              <a:gd name="connsiteY97" fmla="*/ 2307814 h 9456078"/>
              <a:gd name="connsiteX98" fmla="*/ 8052902 w 13158799"/>
              <a:gd name="connsiteY98" fmla="*/ 2268285 h 9456078"/>
              <a:gd name="connsiteX99" fmla="*/ 8083796 w 13158799"/>
              <a:gd name="connsiteY99" fmla="*/ 2229056 h 9456078"/>
              <a:gd name="connsiteX100" fmla="*/ 8114989 w 13158799"/>
              <a:gd name="connsiteY100" fmla="*/ 2190127 h 9456078"/>
              <a:gd name="connsiteX101" fmla="*/ 8146479 w 13158799"/>
              <a:gd name="connsiteY101" fmla="*/ 2151500 h 9456078"/>
              <a:gd name="connsiteX102" fmla="*/ 8178264 w 13158799"/>
              <a:gd name="connsiteY102" fmla="*/ 2113176 h 9456078"/>
              <a:gd name="connsiteX103" fmla="*/ 8210341 w 13158799"/>
              <a:gd name="connsiteY103" fmla="*/ 2075157 h 9456078"/>
              <a:gd name="connsiteX104" fmla="*/ 8242709 w 13158799"/>
              <a:gd name="connsiteY104" fmla="*/ 2037442 h 9456078"/>
              <a:gd name="connsiteX105" fmla="*/ 8275365 w 13158799"/>
              <a:gd name="connsiteY105" fmla="*/ 2000034 h 9456078"/>
              <a:gd name="connsiteX106" fmla="*/ 8308307 w 13158799"/>
              <a:gd name="connsiteY106" fmla="*/ 1962934 h 9456078"/>
              <a:gd name="connsiteX107" fmla="*/ 8341532 w 13158799"/>
              <a:gd name="connsiteY107" fmla="*/ 1926142 h 9456078"/>
              <a:gd name="connsiteX108" fmla="*/ 8375038 w 13158799"/>
              <a:gd name="connsiteY108" fmla="*/ 1889660 h 9456078"/>
              <a:gd name="connsiteX109" fmla="*/ 8408823 w 13158799"/>
              <a:gd name="connsiteY109" fmla="*/ 1853489 h 9456078"/>
              <a:gd name="connsiteX110" fmla="*/ 8442885 w 13158799"/>
              <a:gd name="connsiteY110" fmla="*/ 1817630 h 9456078"/>
              <a:gd name="connsiteX111" fmla="*/ 8477221 w 13158799"/>
              <a:gd name="connsiteY111" fmla="*/ 1782084 h 9456078"/>
              <a:gd name="connsiteX112" fmla="*/ 8511829 w 13158799"/>
              <a:gd name="connsiteY112" fmla="*/ 1746853 h 9456078"/>
              <a:gd name="connsiteX113" fmla="*/ 8546706 w 13158799"/>
              <a:gd name="connsiteY113" fmla="*/ 1711937 h 9456078"/>
              <a:gd name="connsiteX114" fmla="*/ 8581851 w 13158799"/>
              <a:gd name="connsiteY114" fmla="*/ 1677337 h 9456078"/>
              <a:gd name="connsiteX115" fmla="*/ 8617261 w 13158799"/>
              <a:gd name="connsiteY115" fmla="*/ 1643056 h 9456078"/>
              <a:gd name="connsiteX116" fmla="*/ 8652934 w 13158799"/>
              <a:gd name="connsiteY116" fmla="*/ 1609093 h 9456078"/>
              <a:gd name="connsiteX117" fmla="*/ 8688867 w 13158799"/>
              <a:gd name="connsiteY117" fmla="*/ 1575450 h 9456078"/>
              <a:gd name="connsiteX118" fmla="*/ 8725058 w 13158799"/>
              <a:gd name="connsiteY118" fmla="*/ 1542128 h 9456078"/>
              <a:gd name="connsiteX119" fmla="*/ 8761506 w 13158799"/>
              <a:gd name="connsiteY119" fmla="*/ 1509129 h 9456078"/>
              <a:gd name="connsiteX120" fmla="*/ 8798207 w 13158799"/>
              <a:gd name="connsiteY120" fmla="*/ 1476452 h 9456078"/>
              <a:gd name="connsiteX121" fmla="*/ 8835159 w 13158799"/>
              <a:gd name="connsiteY121" fmla="*/ 1444101 h 9456078"/>
              <a:gd name="connsiteX122" fmla="*/ 8872360 w 13158799"/>
              <a:gd name="connsiteY122" fmla="*/ 1412075 h 9456078"/>
              <a:gd name="connsiteX123" fmla="*/ 8909808 w 13158799"/>
              <a:gd name="connsiteY123" fmla="*/ 1380375 h 9456078"/>
              <a:gd name="connsiteX124" fmla="*/ 8947501 w 13158799"/>
              <a:gd name="connsiteY124" fmla="*/ 1349004 h 9456078"/>
              <a:gd name="connsiteX125" fmla="*/ 8985435 w 13158799"/>
              <a:gd name="connsiteY125" fmla="*/ 1317962 h 9456078"/>
              <a:gd name="connsiteX126" fmla="*/ 9023610 w 13158799"/>
              <a:gd name="connsiteY126" fmla="*/ 1287250 h 9456078"/>
              <a:gd name="connsiteX127" fmla="*/ 9062022 w 13158799"/>
              <a:gd name="connsiteY127" fmla="*/ 1256869 h 9456078"/>
              <a:gd name="connsiteX128" fmla="*/ 9100669 w 13158799"/>
              <a:gd name="connsiteY128" fmla="*/ 1226820 h 9456078"/>
              <a:gd name="connsiteX129" fmla="*/ 9139549 w 13158799"/>
              <a:gd name="connsiteY129" fmla="*/ 1197105 h 9456078"/>
              <a:gd name="connsiteX130" fmla="*/ 9178660 w 13158799"/>
              <a:gd name="connsiteY130" fmla="*/ 1167725 h 9456078"/>
              <a:gd name="connsiteX131" fmla="*/ 9217999 w 13158799"/>
              <a:gd name="connsiteY131" fmla="*/ 1138681 h 9456078"/>
              <a:gd name="connsiteX132" fmla="*/ 9257564 w 13158799"/>
              <a:gd name="connsiteY132" fmla="*/ 1109974 h 9456078"/>
              <a:gd name="connsiteX133" fmla="*/ 9297353 w 13158799"/>
              <a:gd name="connsiteY133" fmla="*/ 1081604 h 9456078"/>
              <a:gd name="connsiteX134" fmla="*/ 9337364 w 13158799"/>
              <a:gd name="connsiteY134" fmla="*/ 1053574 h 9456078"/>
              <a:gd name="connsiteX135" fmla="*/ 9377594 w 13158799"/>
              <a:gd name="connsiteY135" fmla="*/ 1025884 h 9456078"/>
              <a:gd name="connsiteX136" fmla="*/ 9418040 w 13158799"/>
              <a:gd name="connsiteY136" fmla="*/ 998536 h 9456078"/>
              <a:gd name="connsiteX137" fmla="*/ 9458702 w 13158799"/>
              <a:gd name="connsiteY137" fmla="*/ 971530 h 9456078"/>
              <a:gd name="connsiteX138" fmla="*/ 9499575 w 13158799"/>
              <a:gd name="connsiteY138" fmla="*/ 944868 h 9456078"/>
              <a:gd name="connsiteX139" fmla="*/ 9540659 w 13158799"/>
              <a:gd name="connsiteY139" fmla="*/ 918551 h 9456078"/>
              <a:gd name="connsiteX140" fmla="*/ 9581950 w 13158799"/>
              <a:gd name="connsiteY140" fmla="*/ 892580 h 9456078"/>
              <a:gd name="connsiteX141" fmla="*/ 9623447 w 13158799"/>
              <a:gd name="connsiteY141" fmla="*/ 866956 h 9456078"/>
              <a:gd name="connsiteX142" fmla="*/ 9665147 w 13158799"/>
              <a:gd name="connsiteY142" fmla="*/ 841681 h 9456078"/>
              <a:gd name="connsiteX143" fmla="*/ 9707048 w 13158799"/>
              <a:gd name="connsiteY143" fmla="*/ 816754 h 9456078"/>
              <a:gd name="connsiteX144" fmla="*/ 9749147 w 13158799"/>
              <a:gd name="connsiteY144" fmla="*/ 792179 h 9456078"/>
              <a:gd name="connsiteX145" fmla="*/ 9791443 w 13158799"/>
              <a:gd name="connsiteY145" fmla="*/ 767955 h 9456078"/>
              <a:gd name="connsiteX146" fmla="*/ 9833932 w 13158799"/>
              <a:gd name="connsiteY146" fmla="*/ 744083 h 9456078"/>
              <a:gd name="connsiteX147" fmla="*/ 9876613 w 13158799"/>
              <a:gd name="connsiteY147" fmla="*/ 720566 h 9456078"/>
              <a:gd name="connsiteX148" fmla="*/ 9919484 w 13158799"/>
              <a:gd name="connsiteY148" fmla="*/ 697404 h 9456078"/>
              <a:gd name="connsiteX149" fmla="*/ 9962542 w 13158799"/>
              <a:gd name="connsiteY149" fmla="*/ 674598 h 9456078"/>
              <a:gd name="connsiteX150" fmla="*/ 10005784 w 13158799"/>
              <a:gd name="connsiteY150" fmla="*/ 652149 h 9456078"/>
              <a:gd name="connsiteX151" fmla="*/ 10049209 w 13158799"/>
              <a:gd name="connsiteY151" fmla="*/ 630059 h 9456078"/>
              <a:gd name="connsiteX152" fmla="*/ 10092814 w 13158799"/>
              <a:gd name="connsiteY152" fmla="*/ 608328 h 9456078"/>
              <a:gd name="connsiteX153" fmla="*/ 10136597 w 13158799"/>
              <a:gd name="connsiteY153" fmla="*/ 586958 h 9456078"/>
              <a:gd name="connsiteX154" fmla="*/ 10180556 w 13158799"/>
              <a:gd name="connsiteY154" fmla="*/ 565950 h 9456078"/>
              <a:gd name="connsiteX155" fmla="*/ 10224688 w 13158799"/>
              <a:gd name="connsiteY155" fmla="*/ 545304 h 9456078"/>
              <a:gd name="connsiteX156" fmla="*/ 10268991 w 13158799"/>
              <a:gd name="connsiteY156" fmla="*/ 525023 h 9456078"/>
              <a:gd name="connsiteX157" fmla="*/ 10313463 w 13158799"/>
              <a:gd name="connsiteY157" fmla="*/ 505107 h 9456078"/>
              <a:gd name="connsiteX158" fmla="*/ 10358101 w 13158799"/>
              <a:gd name="connsiteY158" fmla="*/ 485558 h 9456078"/>
              <a:gd name="connsiteX159" fmla="*/ 10402903 w 13158799"/>
              <a:gd name="connsiteY159" fmla="*/ 466376 h 9456078"/>
              <a:gd name="connsiteX160" fmla="*/ 10447868 w 13158799"/>
              <a:gd name="connsiteY160" fmla="*/ 447563 h 9456078"/>
              <a:gd name="connsiteX161" fmla="*/ 10492991 w 13158799"/>
              <a:gd name="connsiteY161" fmla="*/ 429119 h 9456078"/>
              <a:gd name="connsiteX162" fmla="*/ 10538272 w 13158799"/>
              <a:gd name="connsiteY162" fmla="*/ 411046 h 9456078"/>
              <a:gd name="connsiteX163" fmla="*/ 10583708 w 13158799"/>
              <a:gd name="connsiteY163" fmla="*/ 393346 h 9456078"/>
              <a:gd name="connsiteX164" fmla="*/ 10629297 w 13158799"/>
              <a:gd name="connsiteY164" fmla="*/ 376018 h 9456078"/>
              <a:gd name="connsiteX165" fmla="*/ 10675036 w 13158799"/>
              <a:gd name="connsiteY165" fmla="*/ 359065 h 9456078"/>
              <a:gd name="connsiteX166" fmla="*/ 10720923 w 13158799"/>
              <a:gd name="connsiteY166" fmla="*/ 342487 h 9456078"/>
              <a:gd name="connsiteX167" fmla="*/ 10766956 w 13158799"/>
              <a:gd name="connsiteY167" fmla="*/ 326286 h 9456078"/>
              <a:gd name="connsiteX168" fmla="*/ 10813132 w 13158799"/>
              <a:gd name="connsiteY168" fmla="*/ 310462 h 9456078"/>
              <a:gd name="connsiteX169" fmla="*/ 10859450 w 13158799"/>
              <a:gd name="connsiteY169" fmla="*/ 295018 h 9456078"/>
              <a:gd name="connsiteX170" fmla="*/ 10905907 w 13158799"/>
              <a:gd name="connsiteY170" fmla="*/ 279953 h 9456078"/>
              <a:gd name="connsiteX171" fmla="*/ 10952500 w 13158799"/>
              <a:gd name="connsiteY171" fmla="*/ 265269 h 9456078"/>
              <a:gd name="connsiteX172" fmla="*/ 10999227 w 13158799"/>
              <a:gd name="connsiteY172" fmla="*/ 250968 h 9456078"/>
              <a:gd name="connsiteX173" fmla="*/ 11046087 w 13158799"/>
              <a:gd name="connsiteY173" fmla="*/ 237049 h 9456078"/>
              <a:gd name="connsiteX174" fmla="*/ 11093076 w 13158799"/>
              <a:gd name="connsiteY174" fmla="*/ 223516 h 9456078"/>
              <a:gd name="connsiteX175" fmla="*/ 11140193 w 13158799"/>
              <a:gd name="connsiteY175" fmla="*/ 210368 h 9456078"/>
              <a:gd name="connsiteX176" fmla="*/ 11187434 w 13158799"/>
              <a:gd name="connsiteY176" fmla="*/ 197606 h 9456078"/>
              <a:gd name="connsiteX177" fmla="*/ 11234799 w 13158799"/>
              <a:gd name="connsiteY177" fmla="*/ 185233 h 9456078"/>
              <a:gd name="connsiteX178" fmla="*/ 11282284 w 13158799"/>
              <a:gd name="connsiteY178" fmla="*/ 173248 h 9456078"/>
              <a:gd name="connsiteX179" fmla="*/ 11329888 w 13158799"/>
              <a:gd name="connsiteY179" fmla="*/ 161654 h 9456078"/>
              <a:gd name="connsiteX180" fmla="*/ 11377607 w 13158799"/>
              <a:gd name="connsiteY180" fmla="*/ 150451 h 9456078"/>
              <a:gd name="connsiteX181" fmla="*/ 11425440 w 13158799"/>
              <a:gd name="connsiteY181" fmla="*/ 139640 h 9456078"/>
              <a:gd name="connsiteX182" fmla="*/ 11473385 w 13158799"/>
              <a:gd name="connsiteY182" fmla="*/ 129223 h 9456078"/>
              <a:gd name="connsiteX183" fmla="*/ 11521439 w 13158799"/>
              <a:gd name="connsiteY183" fmla="*/ 119201 h 9456078"/>
              <a:gd name="connsiteX184" fmla="*/ 11569599 w 13158799"/>
              <a:gd name="connsiteY184" fmla="*/ 109574 h 9456078"/>
              <a:gd name="connsiteX185" fmla="*/ 11617864 w 13158799"/>
              <a:gd name="connsiteY185" fmla="*/ 100344 h 9456078"/>
              <a:gd name="connsiteX186" fmla="*/ 11666231 w 13158799"/>
              <a:gd name="connsiteY186" fmla="*/ 91512 h 9456078"/>
              <a:gd name="connsiteX187" fmla="*/ 11714698 w 13158799"/>
              <a:gd name="connsiteY187" fmla="*/ 83080 h 9456078"/>
              <a:gd name="connsiteX188" fmla="*/ 11763263 w 13158799"/>
              <a:gd name="connsiteY188" fmla="*/ 75047 h 9456078"/>
              <a:gd name="connsiteX189" fmla="*/ 11811923 w 13158799"/>
              <a:gd name="connsiteY189" fmla="*/ 67417 h 9456078"/>
              <a:gd name="connsiteX190" fmla="*/ 11860676 w 13158799"/>
              <a:gd name="connsiteY190" fmla="*/ 60188 h 9456078"/>
              <a:gd name="connsiteX191" fmla="*/ 11909519 w 13158799"/>
              <a:gd name="connsiteY191" fmla="*/ 53364 h 9456078"/>
              <a:gd name="connsiteX192" fmla="*/ 11958451 w 13158799"/>
              <a:gd name="connsiteY192" fmla="*/ 46944 h 9456078"/>
              <a:gd name="connsiteX193" fmla="*/ 12007470 w 13158799"/>
              <a:gd name="connsiteY193" fmla="*/ 40931 h 9456078"/>
              <a:gd name="connsiteX194" fmla="*/ 12056572 w 13158799"/>
              <a:gd name="connsiteY194" fmla="*/ 35324 h 9456078"/>
              <a:gd name="connsiteX195" fmla="*/ 12105756 w 13158799"/>
              <a:gd name="connsiteY195" fmla="*/ 30126 h 9456078"/>
              <a:gd name="connsiteX196" fmla="*/ 12155019 w 13158799"/>
              <a:gd name="connsiteY196" fmla="*/ 25337 h 9456078"/>
              <a:gd name="connsiteX197" fmla="*/ 12204359 w 13158799"/>
              <a:gd name="connsiteY197" fmla="*/ 20958 h 9456078"/>
              <a:gd name="connsiteX198" fmla="*/ 12253773 w 13158799"/>
              <a:gd name="connsiteY198" fmla="*/ 16991 h 9456078"/>
              <a:gd name="connsiteX199" fmla="*/ 12303260 w 13158799"/>
              <a:gd name="connsiteY199" fmla="*/ 13437 h 9456078"/>
              <a:gd name="connsiteX200" fmla="*/ 12352818 w 13158799"/>
              <a:gd name="connsiteY200" fmla="*/ 10297 h 9456078"/>
              <a:gd name="connsiteX201" fmla="*/ 12402443 w 13158799"/>
              <a:gd name="connsiteY201" fmla="*/ 7572 h 9456078"/>
              <a:gd name="connsiteX202" fmla="*/ 12452133 w 13158799"/>
              <a:gd name="connsiteY202" fmla="*/ 5263 h 9456078"/>
              <a:gd name="connsiteX203" fmla="*/ 12501887 w 13158799"/>
              <a:gd name="connsiteY203" fmla="*/ 3371 h 9456078"/>
              <a:gd name="connsiteX204" fmla="*/ 12551701 w 13158799"/>
              <a:gd name="connsiteY204" fmla="*/ 1898 h 9456078"/>
              <a:gd name="connsiteX205" fmla="*/ 12601574 w 13158799"/>
              <a:gd name="connsiteY205" fmla="*/ 844 h 9456078"/>
              <a:gd name="connsiteX206" fmla="*/ 12651504 w 13158799"/>
              <a:gd name="connsiteY206" fmla="*/ 211 h 9456078"/>
              <a:gd name="connsiteX207" fmla="*/ 12701487 w 13158799"/>
              <a:gd name="connsiteY207" fmla="*/ 0 h 9456078"/>
              <a:gd name="connsiteX208" fmla="*/ 13158798 w 13158799"/>
              <a:gd name="connsiteY208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28389 w 13158797"/>
              <a:gd name="connsiteY22" fmla="*/ 9330914 h 9456078"/>
              <a:gd name="connsiteX23" fmla="*/ 1176172 w 13158797"/>
              <a:gd name="connsiteY23" fmla="*/ 9319936 h 9456078"/>
              <a:gd name="connsiteX24" fmla="*/ 1223823 w 13158797"/>
              <a:gd name="connsiteY24" fmla="*/ 9308509 h 9456078"/>
              <a:gd name="connsiteX25" fmla="*/ 1271339 w 13158797"/>
              <a:gd name="connsiteY25" fmla="*/ 9296635 h 9456078"/>
              <a:gd name="connsiteX26" fmla="*/ 1318719 w 13158797"/>
              <a:gd name="connsiteY26" fmla="*/ 9284315 h 9456078"/>
              <a:gd name="connsiteX27" fmla="*/ 1365957 w 13158797"/>
              <a:gd name="connsiteY27" fmla="*/ 9271550 h 9456078"/>
              <a:gd name="connsiteX28" fmla="*/ 1413052 w 13158797"/>
              <a:gd name="connsiteY28" fmla="*/ 9258342 h 9456078"/>
              <a:gd name="connsiteX29" fmla="*/ 1460000 w 13158797"/>
              <a:gd name="connsiteY29" fmla="*/ 9244693 h 9456078"/>
              <a:gd name="connsiteX30" fmla="*/ 1506799 w 13158797"/>
              <a:gd name="connsiteY30" fmla="*/ 9230604 h 9456078"/>
              <a:gd name="connsiteX31" fmla="*/ 1553445 w 13158797"/>
              <a:gd name="connsiteY31" fmla="*/ 9216076 h 9456078"/>
              <a:gd name="connsiteX32" fmla="*/ 1599935 w 13158797"/>
              <a:gd name="connsiteY32" fmla="*/ 9201111 h 9456078"/>
              <a:gd name="connsiteX33" fmla="*/ 1646267 w 13158797"/>
              <a:gd name="connsiteY33" fmla="*/ 9185710 h 9456078"/>
              <a:gd name="connsiteX34" fmla="*/ 1692437 w 13158797"/>
              <a:gd name="connsiteY34" fmla="*/ 9169876 h 9456078"/>
              <a:gd name="connsiteX35" fmla="*/ 1738442 w 13158797"/>
              <a:gd name="connsiteY35" fmla="*/ 9153608 h 9456078"/>
              <a:gd name="connsiteX36" fmla="*/ 1784280 w 13158797"/>
              <a:gd name="connsiteY36" fmla="*/ 9136910 h 9456078"/>
              <a:gd name="connsiteX37" fmla="*/ 1829947 w 13158797"/>
              <a:gd name="connsiteY37" fmla="*/ 9119782 h 9456078"/>
              <a:gd name="connsiteX38" fmla="*/ 1875440 w 13158797"/>
              <a:gd name="connsiteY38" fmla="*/ 9102226 h 9456078"/>
              <a:gd name="connsiteX39" fmla="*/ 1920756 w 13158797"/>
              <a:gd name="connsiteY39" fmla="*/ 9084243 h 9456078"/>
              <a:gd name="connsiteX40" fmla="*/ 1965893 w 13158797"/>
              <a:gd name="connsiteY40" fmla="*/ 9065835 h 9456078"/>
              <a:gd name="connsiteX41" fmla="*/ 2010847 w 13158797"/>
              <a:gd name="connsiteY41" fmla="*/ 9047004 h 9456078"/>
              <a:gd name="connsiteX42" fmla="*/ 2055615 w 13158797"/>
              <a:gd name="connsiteY42" fmla="*/ 9027750 h 9456078"/>
              <a:gd name="connsiteX43" fmla="*/ 2100195 w 13158797"/>
              <a:gd name="connsiteY43" fmla="*/ 9008075 h 9456078"/>
              <a:gd name="connsiteX44" fmla="*/ 2144582 w 13158797"/>
              <a:gd name="connsiteY44" fmla="*/ 8987981 h 9456078"/>
              <a:gd name="connsiteX45" fmla="*/ 2188775 w 13158797"/>
              <a:gd name="connsiteY45" fmla="*/ 8967470 h 9456078"/>
              <a:gd name="connsiteX46" fmla="*/ 2232770 w 13158797"/>
              <a:gd name="connsiteY46" fmla="*/ 8946542 h 9456078"/>
              <a:gd name="connsiteX47" fmla="*/ 2276564 w 13158797"/>
              <a:gd name="connsiteY47" fmla="*/ 8925199 h 9456078"/>
              <a:gd name="connsiteX48" fmla="*/ 2320154 w 13158797"/>
              <a:gd name="connsiteY48" fmla="*/ 8903443 h 9456078"/>
              <a:gd name="connsiteX49" fmla="*/ 2363538 w 13158797"/>
              <a:gd name="connsiteY49" fmla="*/ 8881275 h 9456078"/>
              <a:gd name="connsiteX50" fmla="*/ 2406711 w 13158797"/>
              <a:gd name="connsiteY50" fmla="*/ 8858697 h 9456078"/>
              <a:gd name="connsiteX51" fmla="*/ 2449672 w 13158797"/>
              <a:gd name="connsiteY51" fmla="*/ 8835710 h 9456078"/>
              <a:gd name="connsiteX52" fmla="*/ 2492417 w 13158797"/>
              <a:gd name="connsiteY52" fmla="*/ 8812316 h 9456078"/>
              <a:gd name="connsiteX53" fmla="*/ 2534943 w 13158797"/>
              <a:gd name="connsiteY53" fmla="*/ 8788516 h 9456078"/>
              <a:gd name="connsiteX54" fmla="*/ 2577247 w 13158797"/>
              <a:gd name="connsiteY54" fmla="*/ 8764311 h 9456078"/>
              <a:gd name="connsiteX55" fmla="*/ 2619326 w 13158797"/>
              <a:gd name="connsiteY55" fmla="*/ 8739704 h 9456078"/>
              <a:gd name="connsiteX56" fmla="*/ 2661177 w 13158797"/>
              <a:gd name="connsiteY56" fmla="*/ 8714695 h 9456078"/>
              <a:gd name="connsiteX57" fmla="*/ 2702797 w 13158797"/>
              <a:gd name="connsiteY57" fmla="*/ 8689286 h 9456078"/>
              <a:gd name="connsiteX58" fmla="*/ 2744183 w 13158797"/>
              <a:gd name="connsiteY58" fmla="*/ 8663479 h 9456078"/>
              <a:gd name="connsiteX59" fmla="*/ 2785333 w 13158797"/>
              <a:gd name="connsiteY59" fmla="*/ 8637274 h 9456078"/>
              <a:gd name="connsiteX60" fmla="*/ 2826242 w 13158797"/>
              <a:gd name="connsiteY60" fmla="*/ 8610675 h 9456078"/>
              <a:gd name="connsiteX61" fmla="*/ 2866908 w 13158797"/>
              <a:gd name="connsiteY61" fmla="*/ 8583681 h 9456078"/>
              <a:gd name="connsiteX62" fmla="*/ 2907329 w 13158797"/>
              <a:gd name="connsiteY62" fmla="*/ 8556295 h 9456078"/>
              <a:gd name="connsiteX63" fmla="*/ 2947500 w 13158797"/>
              <a:gd name="connsiteY63" fmla="*/ 8528517 h 9456078"/>
              <a:gd name="connsiteX64" fmla="*/ 2987419 w 13158797"/>
              <a:gd name="connsiteY64" fmla="*/ 8500351 h 9456078"/>
              <a:gd name="connsiteX65" fmla="*/ 3027083 w 13158797"/>
              <a:gd name="connsiteY65" fmla="*/ 8471796 h 9456078"/>
              <a:gd name="connsiteX66" fmla="*/ 3066489 w 13158797"/>
              <a:gd name="connsiteY66" fmla="*/ 8442854 h 9456078"/>
              <a:gd name="connsiteX67" fmla="*/ 3105634 w 13158797"/>
              <a:gd name="connsiteY67" fmla="*/ 8413528 h 9456078"/>
              <a:gd name="connsiteX68" fmla="*/ 3144515 w 13158797"/>
              <a:gd name="connsiteY68" fmla="*/ 8383818 h 9456078"/>
              <a:gd name="connsiteX69" fmla="*/ 3183129 w 13158797"/>
              <a:gd name="connsiteY69" fmla="*/ 8353726 h 9456078"/>
              <a:gd name="connsiteX70" fmla="*/ 3221473 w 13158797"/>
              <a:gd name="connsiteY70" fmla="*/ 8323253 h 9456078"/>
              <a:gd name="connsiteX71" fmla="*/ 3259544 w 13158797"/>
              <a:gd name="connsiteY71" fmla="*/ 8292401 h 9456078"/>
              <a:gd name="connsiteX72" fmla="*/ 3297339 w 13158797"/>
              <a:gd name="connsiteY72" fmla="*/ 8261172 h 9456078"/>
              <a:gd name="connsiteX73" fmla="*/ 3334854 w 13158797"/>
              <a:gd name="connsiteY73" fmla="*/ 8229566 h 9456078"/>
              <a:gd name="connsiteX74" fmla="*/ 3372087 w 13158797"/>
              <a:gd name="connsiteY74" fmla="*/ 8197585 h 9456078"/>
              <a:gd name="connsiteX75" fmla="*/ 3409035 w 13158797"/>
              <a:gd name="connsiteY75" fmla="*/ 8165232 h 9456078"/>
              <a:gd name="connsiteX76" fmla="*/ 3445695 w 13158797"/>
              <a:gd name="connsiteY76" fmla="*/ 8132507 h 9456078"/>
              <a:gd name="connsiteX77" fmla="*/ 3482064 w 13158797"/>
              <a:gd name="connsiteY77" fmla="*/ 8099411 h 9456078"/>
              <a:gd name="connsiteX78" fmla="*/ 3518139 w 13158797"/>
              <a:gd name="connsiteY78" fmla="*/ 8065947 h 9456078"/>
              <a:gd name="connsiteX79" fmla="*/ 3553916 w 13158797"/>
              <a:gd name="connsiteY79" fmla="*/ 8032115 h 9456078"/>
              <a:gd name="connsiteX80" fmla="*/ 3589393 w 13158797"/>
              <a:gd name="connsiteY80" fmla="*/ 7997918 h 9456078"/>
              <a:gd name="connsiteX81" fmla="*/ 3624567 w 13158797"/>
              <a:gd name="connsiteY81" fmla="*/ 7963356 h 9456078"/>
              <a:gd name="connsiteX82" fmla="*/ 3659435 w 13158797"/>
              <a:gd name="connsiteY82" fmla="*/ 7928432 h 9456078"/>
              <a:gd name="connsiteX83" fmla="*/ 3693994 w 13158797"/>
              <a:gd name="connsiteY83" fmla="*/ 7893146 h 9456078"/>
              <a:gd name="connsiteX84" fmla="*/ 3728240 w 13158797"/>
              <a:gd name="connsiteY84" fmla="*/ 7857501 h 9456078"/>
              <a:gd name="connsiteX85" fmla="*/ 3762171 w 13158797"/>
              <a:gd name="connsiteY85" fmla="*/ 7821497 h 9456078"/>
              <a:gd name="connsiteX86" fmla="*/ 3795783 w 13158797"/>
              <a:gd name="connsiteY86" fmla="*/ 7785136 h 9456078"/>
              <a:gd name="connsiteX87" fmla="*/ 3829075 w 13158797"/>
              <a:gd name="connsiteY87" fmla="*/ 7748420 h 9456078"/>
              <a:gd name="connsiteX88" fmla="*/ 3862042 w 13158797"/>
              <a:gd name="connsiteY88" fmla="*/ 7711350 h 9456078"/>
              <a:gd name="connsiteX89" fmla="*/ 3894682 w 13158797"/>
              <a:gd name="connsiteY89" fmla="*/ 7673928 h 9456078"/>
              <a:gd name="connsiteX90" fmla="*/ 3926991 w 13158797"/>
              <a:gd name="connsiteY90" fmla="*/ 7636155 h 9456078"/>
              <a:gd name="connsiteX91" fmla="*/ 3958967 w 13158797"/>
              <a:gd name="connsiteY91" fmla="*/ 7598032 h 9456078"/>
              <a:gd name="connsiteX92" fmla="*/ 3990607 w 13158797"/>
              <a:gd name="connsiteY92" fmla="*/ 7559561 h 9456078"/>
              <a:gd name="connsiteX93" fmla="*/ 4021907 w 13158797"/>
              <a:gd name="connsiteY93" fmla="*/ 7520744 h 9456078"/>
              <a:gd name="connsiteX94" fmla="*/ 4052865 w 13158797"/>
              <a:gd name="connsiteY94" fmla="*/ 7481582 h 9456078"/>
              <a:gd name="connsiteX95" fmla="*/ 4083478 w 13158797"/>
              <a:gd name="connsiteY95" fmla="*/ 7442077 h 9456078"/>
              <a:gd name="connsiteX96" fmla="*/ 8022311 w 13158797"/>
              <a:gd name="connsiteY96" fmla="*/ 2307814 h 9456078"/>
              <a:gd name="connsiteX97" fmla="*/ 8052902 w 13158797"/>
              <a:gd name="connsiteY97" fmla="*/ 2268285 h 9456078"/>
              <a:gd name="connsiteX98" fmla="*/ 8083796 w 13158797"/>
              <a:gd name="connsiteY98" fmla="*/ 2229056 h 9456078"/>
              <a:gd name="connsiteX99" fmla="*/ 8114989 w 13158797"/>
              <a:gd name="connsiteY99" fmla="*/ 2190127 h 9456078"/>
              <a:gd name="connsiteX100" fmla="*/ 8146479 w 13158797"/>
              <a:gd name="connsiteY100" fmla="*/ 2151500 h 9456078"/>
              <a:gd name="connsiteX101" fmla="*/ 8178264 w 13158797"/>
              <a:gd name="connsiteY101" fmla="*/ 2113176 h 9456078"/>
              <a:gd name="connsiteX102" fmla="*/ 8210341 w 13158797"/>
              <a:gd name="connsiteY102" fmla="*/ 2075157 h 9456078"/>
              <a:gd name="connsiteX103" fmla="*/ 8242709 w 13158797"/>
              <a:gd name="connsiteY103" fmla="*/ 2037442 h 9456078"/>
              <a:gd name="connsiteX104" fmla="*/ 8275365 w 13158797"/>
              <a:gd name="connsiteY104" fmla="*/ 2000034 h 9456078"/>
              <a:gd name="connsiteX105" fmla="*/ 8308307 w 13158797"/>
              <a:gd name="connsiteY105" fmla="*/ 1962934 h 9456078"/>
              <a:gd name="connsiteX106" fmla="*/ 8341532 w 13158797"/>
              <a:gd name="connsiteY106" fmla="*/ 1926142 h 9456078"/>
              <a:gd name="connsiteX107" fmla="*/ 8375038 w 13158797"/>
              <a:gd name="connsiteY107" fmla="*/ 1889660 h 9456078"/>
              <a:gd name="connsiteX108" fmla="*/ 8408823 w 13158797"/>
              <a:gd name="connsiteY108" fmla="*/ 1853489 h 9456078"/>
              <a:gd name="connsiteX109" fmla="*/ 8442885 w 13158797"/>
              <a:gd name="connsiteY109" fmla="*/ 1817630 h 9456078"/>
              <a:gd name="connsiteX110" fmla="*/ 8477221 w 13158797"/>
              <a:gd name="connsiteY110" fmla="*/ 1782084 h 9456078"/>
              <a:gd name="connsiteX111" fmla="*/ 8511829 w 13158797"/>
              <a:gd name="connsiteY111" fmla="*/ 1746853 h 9456078"/>
              <a:gd name="connsiteX112" fmla="*/ 8546706 w 13158797"/>
              <a:gd name="connsiteY112" fmla="*/ 1711937 h 9456078"/>
              <a:gd name="connsiteX113" fmla="*/ 8581851 w 13158797"/>
              <a:gd name="connsiteY113" fmla="*/ 1677337 h 9456078"/>
              <a:gd name="connsiteX114" fmla="*/ 8617261 w 13158797"/>
              <a:gd name="connsiteY114" fmla="*/ 1643056 h 9456078"/>
              <a:gd name="connsiteX115" fmla="*/ 8652934 w 13158797"/>
              <a:gd name="connsiteY115" fmla="*/ 1609093 h 9456078"/>
              <a:gd name="connsiteX116" fmla="*/ 8688867 w 13158797"/>
              <a:gd name="connsiteY116" fmla="*/ 1575450 h 9456078"/>
              <a:gd name="connsiteX117" fmla="*/ 8725058 w 13158797"/>
              <a:gd name="connsiteY117" fmla="*/ 1542128 h 9456078"/>
              <a:gd name="connsiteX118" fmla="*/ 8761506 w 13158797"/>
              <a:gd name="connsiteY118" fmla="*/ 1509129 h 9456078"/>
              <a:gd name="connsiteX119" fmla="*/ 8798207 w 13158797"/>
              <a:gd name="connsiteY119" fmla="*/ 1476452 h 9456078"/>
              <a:gd name="connsiteX120" fmla="*/ 8835159 w 13158797"/>
              <a:gd name="connsiteY120" fmla="*/ 1444101 h 9456078"/>
              <a:gd name="connsiteX121" fmla="*/ 8872360 w 13158797"/>
              <a:gd name="connsiteY121" fmla="*/ 1412075 h 9456078"/>
              <a:gd name="connsiteX122" fmla="*/ 8909808 w 13158797"/>
              <a:gd name="connsiteY122" fmla="*/ 1380375 h 9456078"/>
              <a:gd name="connsiteX123" fmla="*/ 8947501 w 13158797"/>
              <a:gd name="connsiteY123" fmla="*/ 1349004 h 9456078"/>
              <a:gd name="connsiteX124" fmla="*/ 8985435 w 13158797"/>
              <a:gd name="connsiteY124" fmla="*/ 1317962 h 9456078"/>
              <a:gd name="connsiteX125" fmla="*/ 9023610 w 13158797"/>
              <a:gd name="connsiteY125" fmla="*/ 1287250 h 9456078"/>
              <a:gd name="connsiteX126" fmla="*/ 9062022 w 13158797"/>
              <a:gd name="connsiteY126" fmla="*/ 1256869 h 9456078"/>
              <a:gd name="connsiteX127" fmla="*/ 9100669 w 13158797"/>
              <a:gd name="connsiteY127" fmla="*/ 1226820 h 9456078"/>
              <a:gd name="connsiteX128" fmla="*/ 9139549 w 13158797"/>
              <a:gd name="connsiteY128" fmla="*/ 1197105 h 9456078"/>
              <a:gd name="connsiteX129" fmla="*/ 9178660 w 13158797"/>
              <a:gd name="connsiteY129" fmla="*/ 1167725 h 9456078"/>
              <a:gd name="connsiteX130" fmla="*/ 9217999 w 13158797"/>
              <a:gd name="connsiteY130" fmla="*/ 1138681 h 9456078"/>
              <a:gd name="connsiteX131" fmla="*/ 9257564 w 13158797"/>
              <a:gd name="connsiteY131" fmla="*/ 1109974 h 9456078"/>
              <a:gd name="connsiteX132" fmla="*/ 9297353 w 13158797"/>
              <a:gd name="connsiteY132" fmla="*/ 1081604 h 9456078"/>
              <a:gd name="connsiteX133" fmla="*/ 9337364 w 13158797"/>
              <a:gd name="connsiteY133" fmla="*/ 1053574 h 9456078"/>
              <a:gd name="connsiteX134" fmla="*/ 9377594 w 13158797"/>
              <a:gd name="connsiteY134" fmla="*/ 1025884 h 9456078"/>
              <a:gd name="connsiteX135" fmla="*/ 9418040 w 13158797"/>
              <a:gd name="connsiteY135" fmla="*/ 998536 h 9456078"/>
              <a:gd name="connsiteX136" fmla="*/ 9458702 w 13158797"/>
              <a:gd name="connsiteY136" fmla="*/ 971530 h 9456078"/>
              <a:gd name="connsiteX137" fmla="*/ 9499575 w 13158797"/>
              <a:gd name="connsiteY137" fmla="*/ 944868 h 9456078"/>
              <a:gd name="connsiteX138" fmla="*/ 9540659 w 13158797"/>
              <a:gd name="connsiteY138" fmla="*/ 918551 h 9456078"/>
              <a:gd name="connsiteX139" fmla="*/ 9581950 w 13158797"/>
              <a:gd name="connsiteY139" fmla="*/ 892580 h 9456078"/>
              <a:gd name="connsiteX140" fmla="*/ 9623447 w 13158797"/>
              <a:gd name="connsiteY140" fmla="*/ 866956 h 9456078"/>
              <a:gd name="connsiteX141" fmla="*/ 9665147 w 13158797"/>
              <a:gd name="connsiteY141" fmla="*/ 841681 h 9456078"/>
              <a:gd name="connsiteX142" fmla="*/ 9707048 w 13158797"/>
              <a:gd name="connsiteY142" fmla="*/ 816754 h 9456078"/>
              <a:gd name="connsiteX143" fmla="*/ 9749147 w 13158797"/>
              <a:gd name="connsiteY143" fmla="*/ 792179 h 9456078"/>
              <a:gd name="connsiteX144" fmla="*/ 9791443 w 13158797"/>
              <a:gd name="connsiteY144" fmla="*/ 767955 h 9456078"/>
              <a:gd name="connsiteX145" fmla="*/ 9833932 w 13158797"/>
              <a:gd name="connsiteY145" fmla="*/ 744083 h 9456078"/>
              <a:gd name="connsiteX146" fmla="*/ 9876613 w 13158797"/>
              <a:gd name="connsiteY146" fmla="*/ 720566 h 9456078"/>
              <a:gd name="connsiteX147" fmla="*/ 9919484 w 13158797"/>
              <a:gd name="connsiteY147" fmla="*/ 697404 h 9456078"/>
              <a:gd name="connsiteX148" fmla="*/ 9962542 w 13158797"/>
              <a:gd name="connsiteY148" fmla="*/ 674598 h 9456078"/>
              <a:gd name="connsiteX149" fmla="*/ 10005784 w 13158797"/>
              <a:gd name="connsiteY149" fmla="*/ 652149 h 9456078"/>
              <a:gd name="connsiteX150" fmla="*/ 10049209 w 13158797"/>
              <a:gd name="connsiteY150" fmla="*/ 630059 h 9456078"/>
              <a:gd name="connsiteX151" fmla="*/ 10092814 w 13158797"/>
              <a:gd name="connsiteY151" fmla="*/ 608328 h 9456078"/>
              <a:gd name="connsiteX152" fmla="*/ 10136597 w 13158797"/>
              <a:gd name="connsiteY152" fmla="*/ 586958 h 9456078"/>
              <a:gd name="connsiteX153" fmla="*/ 10180556 w 13158797"/>
              <a:gd name="connsiteY153" fmla="*/ 565950 h 9456078"/>
              <a:gd name="connsiteX154" fmla="*/ 10224688 w 13158797"/>
              <a:gd name="connsiteY154" fmla="*/ 545304 h 9456078"/>
              <a:gd name="connsiteX155" fmla="*/ 10268991 w 13158797"/>
              <a:gd name="connsiteY155" fmla="*/ 525023 h 9456078"/>
              <a:gd name="connsiteX156" fmla="*/ 10313463 w 13158797"/>
              <a:gd name="connsiteY156" fmla="*/ 505107 h 9456078"/>
              <a:gd name="connsiteX157" fmla="*/ 10358101 w 13158797"/>
              <a:gd name="connsiteY157" fmla="*/ 485558 h 9456078"/>
              <a:gd name="connsiteX158" fmla="*/ 10402903 w 13158797"/>
              <a:gd name="connsiteY158" fmla="*/ 466376 h 9456078"/>
              <a:gd name="connsiteX159" fmla="*/ 10447868 w 13158797"/>
              <a:gd name="connsiteY159" fmla="*/ 447563 h 9456078"/>
              <a:gd name="connsiteX160" fmla="*/ 10492991 w 13158797"/>
              <a:gd name="connsiteY160" fmla="*/ 429119 h 9456078"/>
              <a:gd name="connsiteX161" fmla="*/ 10538272 w 13158797"/>
              <a:gd name="connsiteY161" fmla="*/ 411046 h 9456078"/>
              <a:gd name="connsiteX162" fmla="*/ 10583708 w 13158797"/>
              <a:gd name="connsiteY162" fmla="*/ 393346 h 9456078"/>
              <a:gd name="connsiteX163" fmla="*/ 10629297 w 13158797"/>
              <a:gd name="connsiteY163" fmla="*/ 376018 h 9456078"/>
              <a:gd name="connsiteX164" fmla="*/ 10675036 w 13158797"/>
              <a:gd name="connsiteY164" fmla="*/ 359065 h 9456078"/>
              <a:gd name="connsiteX165" fmla="*/ 10720923 w 13158797"/>
              <a:gd name="connsiteY165" fmla="*/ 342487 h 9456078"/>
              <a:gd name="connsiteX166" fmla="*/ 10766956 w 13158797"/>
              <a:gd name="connsiteY166" fmla="*/ 326286 h 9456078"/>
              <a:gd name="connsiteX167" fmla="*/ 10813132 w 13158797"/>
              <a:gd name="connsiteY167" fmla="*/ 310462 h 9456078"/>
              <a:gd name="connsiteX168" fmla="*/ 10859450 w 13158797"/>
              <a:gd name="connsiteY168" fmla="*/ 295018 h 9456078"/>
              <a:gd name="connsiteX169" fmla="*/ 10905907 w 13158797"/>
              <a:gd name="connsiteY169" fmla="*/ 279953 h 9456078"/>
              <a:gd name="connsiteX170" fmla="*/ 10952500 w 13158797"/>
              <a:gd name="connsiteY170" fmla="*/ 265269 h 9456078"/>
              <a:gd name="connsiteX171" fmla="*/ 10999227 w 13158797"/>
              <a:gd name="connsiteY171" fmla="*/ 250968 h 9456078"/>
              <a:gd name="connsiteX172" fmla="*/ 11046087 w 13158797"/>
              <a:gd name="connsiteY172" fmla="*/ 237049 h 9456078"/>
              <a:gd name="connsiteX173" fmla="*/ 11093076 w 13158797"/>
              <a:gd name="connsiteY173" fmla="*/ 223516 h 9456078"/>
              <a:gd name="connsiteX174" fmla="*/ 11140193 w 13158797"/>
              <a:gd name="connsiteY174" fmla="*/ 210368 h 9456078"/>
              <a:gd name="connsiteX175" fmla="*/ 11187434 w 13158797"/>
              <a:gd name="connsiteY175" fmla="*/ 197606 h 9456078"/>
              <a:gd name="connsiteX176" fmla="*/ 11234799 w 13158797"/>
              <a:gd name="connsiteY176" fmla="*/ 185233 h 9456078"/>
              <a:gd name="connsiteX177" fmla="*/ 11282284 w 13158797"/>
              <a:gd name="connsiteY177" fmla="*/ 173248 h 9456078"/>
              <a:gd name="connsiteX178" fmla="*/ 11329888 w 13158797"/>
              <a:gd name="connsiteY178" fmla="*/ 161654 h 9456078"/>
              <a:gd name="connsiteX179" fmla="*/ 11377607 w 13158797"/>
              <a:gd name="connsiteY179" fmla="*/ 150451 h 9456078"/>
              <a:gd name="connsiteX180" fmla="*/ 11425440 w 13158797"/>
              <a:gd name="connsiteY180" fmla="*/ 139640 h 9456078"/>
              <a:gd name="connsiteX181" fmla="*/ 11473385 w 13158797"/>
              <a:gd name="connsiteY181" fmla="*/ 129223 h 9456078"/>
              <a:gd name="connsiteX182" fmla="*/ 11521439 w 13158797"/>
              <a:gd name="connsiteY182" fmla="*/ 119201 h 9456078"/>
              <a:gd name="connsiteX183" fmla="*/ 11569599 w 13158797"/>
              <a:gd name="connsiteY183" fmla="*/ 109574 h 9456078"/>
              <a:gd name="connsiteX184" fmla="*/ 11617864 w 13158797"/>
              <a:gd name="connsiteY184" fmla="*/ 100344 h 9456078"/>
              <a:gd name="connsiteX185" fmla="*/ 11666231 w 13158797"/>
              <a:gd name="connsiteY185" fmla="*/ 91512 h 9456078"/>
              <a:gd name="connsiteX186" fmla="*/ 11714698 w 13158797"/>
              <a:gd name="connsiteY186" fmla="*/ 83080 h 9456078"/>
              <a:gd name="connsiteX187" fmla="*/ 11763263 w 13158797"/>
              <a:gd name="connsiteY187" fmla="*/ 75047 h 9456078"/>
              <a:gd name="connsiteX188" fmla="*/ 11811923 w 13158797"/>
              <a:gd name="connsiteY188" fmla="*/ 67417 h 9456078"/>
              <a:gd name="connsiteX189" fmla="*/ 11860676 w 13158797"/>
              <a:gd name="connsiteY189" fmla="*/ 60188 h 9456078"/>
              <a:gd name="connsiteX190" fmla="*/ 11909519 w 13158797"/>
              <a:gd name="connsiteY190" fmla="*/ 53364 h 9456078"/>
              <a:gd name="connsiteX191" fmla="*/ 11958451 w 13158797"/>
              <a:gd name="connsiteY191" fmla="*/ 46944 h 9456078"/>
              <a:gd name="connsiteX192" fmla="*/ 12007470 w 13158797"/>
              <a:gd name="connsiteY192" fmla="*/ 40931 h 9456078"/>
              <a:gd name="connsiteX193" fmla="*/ 12056572 w 13158797"/>
              <a:gd name="connsiteY193" fmla="*/ 35324 h 9456078"/>
              <a:gd name="connsiteX194" fmla="*/ 12105756 w 13158797"/>
              <a:gd name="connsiteY194" fmla="*/ 30126 h 9456078"/>
              <a:gd name="connsiteX195" fmla="*/ 12155019 w 13158797"/>
              <a:gd name="connsiteY195" fmla="*/ 25337 h 9456078"/>
              <a:gd name="connsiteX196" fmla="*/ 12204359 w 13158797"/>
              <a:gd name="connsiteY196" fmla="*/ 20958 h 9456078"/>
              <a:gd name="connsiteX197" fmla="*/ 12253773 w 13158797"/>
              <a:gd name="connsiteY197" fmla="*/ 16991 h 9456078"/>
              <a:gd name="connsiteX198" fmla="*/ 12303260 w 13158797"/>
              <a:gd name="connsiteY198" fmla="*/ 13437 h 9456078"/>
              <a:gd name="connsiteX199" fmla="*/ 12352818 w 13158797"/>
              <a:gd name="connsiteY199" fmla="*/ 10297 h 9456078"/>
              <a:gd name="connsiteX200" fmla="*/ 12402443 w 13158797"/>
              <a:gd name="connsiteY200" fmla="*/ 7572 h 9456078"/>
              <a:gd name="connsiteX201" fmla="*/ 12452133 w 13158797"/>
              <a:gd name="connsiteY201" fmla="*/ 5263 h 9456078"/>
              <a:gd name="connsiteX202" fmla="*/ 12501887 w 13158797"/>
              <a:gd name="connsiteY202" fmla="*/ 3371 h 9456078"/>
              <a:gd name="connsiteX203" fmla="*/ 12551701 w 13158797"/>
              <a:gd name="connsiteY203" fmla="*/ 1898 h 9456078"/>
              <a:gd name="connsiteX204" fmla="*/ 12601574 w 13158797"/>
              <a:gd name="connsiteY204" fmla="*/ 844 h 9456078"/>
              <a:gd name="connsiteX205" fmla="*/ 12651504 w 13158797"/>
              <a:gd name="connsiteY205" fmla="*/ 211 h 9456078"/>
              <a:gd name="connsiteX206" fmla="*/ 12701487 w 13158797"/>
              <a:gd name="connsiteY206" fmla="*/ 0 h 9456078"/>
              <a:gd name="connsiteX207" fmla="*/ 13158798 w 13158797"/>
              <a:gd name="connsiteY207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98870 w 13158799"/>
              <a:gd name="connsiteY5" fmla="*/ 9447409 h 9456078"/>
              <a:gd name="connsiteX6" fmla="*/ 348429 w 13158799"/>
              <a:gd name="connsiteY6" fmla="*/ 9444290 h 9456078"/>
              <a:gd name="connsiteX7" fmla="*/ 397907 w 13158799"/>
              <a:gd name="connsiteY7" fmla="*/ 9440698 h 9456078"/>
              <a:gd name="connsiteX8" fmla="*/ 447302 w 13158799"/>
              <a:gd name="connsiteY8" fmla="*/ 9436632 h 9456078"/>
              <a:gd name="connsiteX9" fmla="*/ 496610 w 13158799"/>
              <a:gd name="connsiteY9" fmla="*/ 9432096 h 9456078"/>
              <a:gd name="connsiteX10" fmla="*/ 545829 w 13158799"/>
              <a:gd name="connsiteY10" fmla="*/ 9427089 h 9456078"/>
              <a:gd name="connsiteX11" fmla="*/ 594956 w 13158799"/>
              <a:gd name="connsiteY11" fmla="*/ 9421615 h 9456078"/>
              <a:gd name="connsiteX12" fmla="*/ 643987 w 13158799"/>
              <a:gd name="connsiteY12" fmla="*/ 9415673 h 9456078"/>
              <a:gd name="connsiteX13" fmla="*/ 692920 w 13158799"/>
              <a:gd name="connsiteY13" fmla="*/ 9409267 h 9456078"/>
              <a:gd name="connsiteX14" fmla="*/ 741751 w 13158799"/>
              <a:gd name="connsiteY14" fmla="*/ 9402396 h 9456078"/>
              <a:gd name="connsiteX15" fmla="*/ 790478 w 13158799"/>
              <a:gd name="connsiteY15" fmla="*/ 9395063 h 9456078"/>
              <a:gd name="connsiteX16" fmla="*/ 839098 w 13158799"/>
              <a:gd name="connsiteY16" fmla="*/ 9387270 h 9456078"/>
              <a:gd name="connsiteX17" fmla="*/ 887607 w 13158799"/>
              <a:gd name="connsiteY17" fmla="*/ 9379017 h 9456078"/>
              <a:gd name="connsiteX18" fmla="*/ 936002 w 13158799"/>
              <a:gd name="connsiteY18" fmla="*/ 9370306 h 9456078"/>
              <a:gd name="connsiteX19" fmla="*/ 984281 w 13158799"/>
              <a:gd name="connsiteY19" fmla="*/ 9361139 h 9456078"/>
              <a:gd name="connsiteX20" fmla="*/ 1032440 w 13158799"/>
              <a:gd name="connsiteY20" fmla="*/ 9351517 h 9456078"/>
              <a:gd name="connsiteX21" fmla="*/ 1080477 w 13158799"/>
              <a:gd name="connsiteY21" fmla="*/ 9341441 h 9456078"/>
              <a:gd name="connsiteX22" fmla="*/ 1176172 w 13158799"/>
              <a:gd name="connsiteY22" fmla="*/ 9319936 h 9456078"/>
              <a:gd name="connsiteX23" fmla="*/ 1223823 w 13158799"/>
              <a:gd name="connsiteY23" fmla="*/ 9308509 h 9456078"/>
              <a:gd name="connsiteX24" fmla="*/ 1271339 w 13158799"/>
              <a:gd name="connsiteY24" fmla="*/ 9296635 h 9456078"/>
              <a:gd name="connsiteX25" fmla="*/ 1318719 w 13158799"/>
              <a:gd name="connsiteY25" fmla="*/ 9284315 h 9456078"/>
              <a:gd name="connsiteX26" fmla="*/ 1365957 w 13158799"/>
              <a:gd name="connsiteY26" fmla="*/ 9271550 h 9456078"/>
              <a:gd name="connsiteX27" fmla="*/ 1413052 w 13158799"/>
              <a:gd name="connsiteY27" fmla="*/ 9258342 h 9456078"/>
              <a:gd name="connsiteX28" fmla="*/ 1460000 w 13158799"/>
              <a:gd name="connsiteY28" fmla="*/ 9244693 h 9456078"/>
              <a:gd name="connsiteX29" fmla="*/ 1506799 w 13158799"/>
              <a:gd name="connsiteY29" fmla="*/ 9230604 h 9456078"/>
              <a:gd name="connsiteX30" fmla="*/ 1553445 w 13158799"/>
              <a:gd name="connsiteY30" fmla="*/ 9216076 h 9456078"/>
              <a:gd name="connsiteX31" fmla="*/ 1599935 w 13158799"/>
              <a:gd name="connsiteY31" fmla="*/ 9201111 h 9456078"/>
              <a:gd name="connsiteX32" fmla="*/ 1646267 w 13158799"/>
              <a:gd name="connsiteY32" fmla="*/ 9185710 h 9456078"/>
              <a:gd name="connsiteX33" fmla="*/ 1692437 w 13158799"/>
              <a:gd name="connsiteY33" fmla="*/ 9169876 h 9456078"/>
              <a:gd name="connsiteX34" fmla="*/ 1738442 w 13158799"/>
              <a:gd name="connsiteY34" fmla="*/ 9153608 h 9456078"/>
              <a:gd name="connsiteX35" fmla="*/ 1784280 w 13158799"/>
              <a:gd name="connsiteY35" fmla="*/ 9136910 h 9456078"/>
              <a:gd name="connsiteX36" fmla="*/ 1829947 w 13158799"/>
              <a:gd name="connsiteY36" fmla="*/ 9119782 h 9456078"/>
              <a:gd name="connsiteX37" fmla="*/ 1875440 w 13158799"/>
              <a:gd name="connsiteY37" fmla="*/ 9102226 h 9456078"/>
              <a:gd name="connsiteX38" fmla="*/ 1920756 w 13158799"/>
              <a:gd name="connsiteY38" fmla="*/ 9084243 h 9456078"/>
              <a:gd name="connsiteX39" fmla="*/ 1965893 w 13158799"/>
              <a:gd name="connsiteY39" fmla="*/ 9065835 h 9456078"/>
              <a:gd name="connsiteX40" fmla="*/ 2010847 w 13158799"/>
              <a:gd name="connsiteY40" fmla="*/ 9047004 h 9456078"/>
              <a:gd name="connsiteX41" fmla="*/ 2055615 w 13158799"/>
              <a:gd name="connsiteY41" fmla="*/ 9027750 h 9456078"/>
              <a:gd name="connsiteX42" fmla="*/ 2100195 w 13158799"/>
              <a:gd name="connsiteY42" fmla="*/ 9008075 h 9456078"/>
              <a:gd name="connsiteX43" fmla="*/ 2144582 w 13158799"/>
              <a:gd name="connsiteY43" fmla="*/ 8987981 h 9456078"/>
              <a:gd name="connsiteX44" fmla="*/ 2188775 w 13158799"/>
              <a:gd name="connsiteY44" fmla="*/ 8967470 h 9456078"/>
              <a:gd name="connsiteX45" fmla="*/ 2232770 w 13158799"/>
              <a:gd name="connsiteY45" fmla="*/ 8946542 h 9456078"/>
              <a:gd name="connsiteX46" fmla="*/ 2276564 w 13158799"/>
              <a:gd name="connsiteY46" fmla="*/ 8925199 h 9456078"/>
              <a:gd name="connsiteX47" fmla="*/ 2320154 w 13158799"/>
              <a:gd name="connsiteY47" fmla="*/ 8903443 h 9456078"/>
              <a:gd name="connsiteX48" fmla="*/ 2363538 w 13158799"/>
              <a:gd name="connsiteY48" fmla="*/ 8881275 h 9456078"/>
              <a:gd name="connsiteX49" fmla="*/ 2406711 w 13158799"/>
              <a:gd name="connsiteY49" fmla="*/ 8858697 h 9456078"/>
              <a:gd name="connsiteX50" fmla="*/ 2449672 w 13158799"/>
              <a:gd name="connsiteY50" fmla="*/ 8835710 h 9456078"/>
              <a:gd name="connsiteX51" fmla="*/ 2492417 w 13158799"/>
              <a:gd name="connsiteY51" fmla="*/ 8812316 h 9456078"/>
              <a:gd name="connsiteX52" fmla="*/ 2534943 w 13158799"/>
              <a:gd name="connsiteY52" fmla="*/ 8788516 h 9456078"/>
              <a:gd name="connsiteX53" fmla="*/ 2577247 w 13158799"/>
              <a:gd name="connsiteY53" fmla="*/ 8764311 h 9456078"/>
              <a:gd name="connsiteX54" fmla="*/ 2619326 w 13158799"/>
              <a:gd name="connsiteY54" fmla="*/ 8739704 h 9456078"/>
              <a:gd name="connsiteX55" fmla="*/ 2661177 w 13158799"/>
              <a:gd name="connsiteY55" fmla="*/ 8714695 h 9456078"/>
              <a:gd name="connsiteX56" fmla="*/ 2702797 w 13158799"/>
              <a:gd name="connsiteY56" fmla="*/ 8689286 h 9456078"/>
              <a:gd name="connsiteX57" fmla="*/ 2744183 w 13158799"/>
              <a:gd name="connsiteY57" fmla="*/ 8663479 h 9456078"/>
              <a:gd name="connsiteX58" fmla="*/ 2785333 w 13158799"/>
              <a:gd name="connsiteY58" fmla="*/ 8637274 h 9456078"/>
              <a:gd name="connsiteX59" fmla="*/ 2826242 w 13158799"/>
              <a:gd name="connsiteY59" fmla="*/ 8610675 h 9456078"/>
              <a:gd name="connsiteX60" fmla="*/ 2866908 w 13158799"/>
              <a:gd name="connsiteY60" fmla="*/ 8583681 h 9456078"/>
              <a:gd name="connsiteX61" fmla="*/ 2907329 w 13158799"/>
              <a:gd name="connsiteY61" fmla="*/ 8556295 h 9456078"/>
              <a:gd name="connsiteX62" fmla="*/ 2947500 w 13158799"/>
              <a:gd name="connsiteY62" fmla="*/ 8528517 h 9456078"/>
              <a:gd name="connsiteX63" fmla="*/ 2987419 w 13158799"/>
              <a:gd name="connsiteY63" fmla="*/ 8500351 h 9456078"/>
              <a:gd name="connsiteX64" fmla="*/ 3027083 w 13158799"/>
              <a:gd name="connsiteY64" fmla="*/ 8471796 h 9456078"/>
              <a:gd name="connsiteX65" fmla="*/ 3066489 w 13158799"/>
              <a:gd name="connsiteY65" fmla="*/ 8442854 h 9456078"/>
              <a:gd name="connsiteX66" fmla="*/ 3105634 w 13158799"/>
              <a:gd name="connsiteY66" fmla="*/ 8413528 h 9456078"/>
              <a:gd name="connsiteX67" fmla="*/ 3144515 w 13158799"/>
              <a:gd name="connsiteY67" fmla="*/ 8383818 h 9456078"/>
              <a:gd name="connsiteX68" fmla="*/ 3183129 w 13158799"/>
              <a:gd name="connsiteY68" fmla="*/ 8353726 h 9456078"/>
              <a:gd name="connsiteX69" fmla="*/ 3221473 w 13158799"/>
              <a:gd name="connsiteY69" fmla="*/ 8323253 h 9456078"/>
              <a:gd name="connsiteX70" fmla="*/ 3259544 w 13158799"/>
              <a:gd name="connsiteY70" fmla="*/ 8292401 h 9456078"/>
              <a:gd name="connsiteX71" fmla="*/ 3297339 w 13158799"/>
              <a:gd name="connsiteY71" fmla="*/ 8261172 h 9456078"/>
              <a:gd name="connsiteX72" fmla="*/ 3334854 w 13158799"/>
              <a:gd name="connsiteY72" fmla="*/ 8229566 h 9456078"/>
              <a:gd name="connsiteX73" fmla="*/ 3372087 w 13158799"/>
              <a:gd name="connsiteY73" fmla="*/ 8197585 h 9456078"/>
              <a:gd name="connsiteX74" fmla="*/ 3409035 w 13158799"/>
              <a:gd name="connsiteY74" fmla="*/ 8165232 h 9456078"/>
              <a:gd name="connsiteX75" fmla="*/ 3445695 w 13158799"/>
              <a:gd name="connsiteY75" fmla="*/ 8132507 h 9456078"/>
              <a:gd name="connsiteX76" fmla="*/ 3482064 w 13158799"/>
              <a:gd name="connsiteY76" fmla="*/ 8099411 h 9456078"/>
              <a:gd name="connsiteX77" fmla="*/ 3518139 w 13158799"/>
              <a:gd name="connsiteY77" fmla="*/ 8065947 h 9456078"/>
              <a:gd name="connsiteX78" fmla="*/ 3553916 w 13158799"/>
              <a:gd name="connsiteY78" fmla="*/ 8032115 h 9456078"/>
              <a:gd name="connsiteX79" fmla="*/ 3589393 w 13158799"/>
              <a:gd name="connsiteY79" fmla="*/ 7997918 h 9456078"/>
              <a:gd name="connsiteX80" fmla="*/ 3624567 w 13158799"/>
              <a:gd name="connsiteY80" fmla="*/ 7963356 h 9456078"/>
              <a:gd name="connsiteX81" fmla="*/ 3659435 w 13158799"/>
              <a:gd name="connsiteY81" fmla="*/ 7928432 h 9456078"/>
              <a:gd name="connsiteX82" fmla="*/ 3693994 w 13158799"/>
              <a:gd name="connsiteY82" fmla="*/ 7893146 h 9456078"/>
              <a:gd name="connsiteX83" fmla="*/ 3728240 w 13158799"/>
              <a:gd name="connsiteY83" fmla="*/ 7857501 h 9456078"/>
              <a:gd name="connsiteX84" fmla="*/ 3762171 w 13158799"/>
              <a:gd name="connsiteY84" fmla="*/ 7821497 h 9456078"/>
              <a:gd name="connsiteX85" fmla="*/ 3795783 w 13158799"/>
              <a:gd name="connsiteY85" fmla="*/ 7785136 h 9456078"/>
              <a:gd name="connsiteX86" fmla="*/ 3829075 w 13158799"/>
              <a:gd name="connsiteY86" fmla="*/ 7748420 h 9456078"/>
              <a:gd name="connsiteX87" fmla="*/ 3862042 w 13158799"/>
              <a:gd name="connsiteY87" fmla="*/ 7711350 h 9456078"/>
              <a:gd name="connsiteX88" fmla="*/ 3894682 w 13158799"/>
              <a:gd name="connsiteY88" fmla="*/ 7673928 h 9456078"/>
              <a:gd name="connsiteX89" fmla="*/ 3926991 w 13158799"/>
              <a:gd name="connsiteY89" fmla="*/ 7636155 h 9456078"/>
              <a:gd name="connsiteX90" fmla="*/ 3958967 w 13158799"/>
              <a:gd name="connsiteY90" fmla="*/ 7598032 h 9456078"/>
              <a:gd name="connsiteX91" fmla="*/ 3990607 w 13158799"/>
              <a:gd name="connsiteY91" fmla="*/ 7559561 h 9456078"/>
              <a:gd name="connsiteX92" fmla="*/ 4021907 w 13158799"/>
              <a:gd name="connsiteY92" fmla="*/ 7520744 h 9456078"/>
              <a:gd name="connsiteX93" fmla="*/ 4052865 w 13158799"/>
              <a:gd name="connsiteY93" fmla="*/ 7481582 h 9456078"/>
              <a:gd name="connsiteX94" fmla="*/ 4083478 w 13158799"/>
              <a:gd name="connsiteY94" fmla="*/ 7442077 h 9456078"/>
              <a:gd name="connsiteX95" fmla="*/ 8022311 w 13158799"/>
              <a:gd name="connsiteY95" fmla="*/ 2307814 h 9456078"/>
              <a:gd name="connsiteX96" fmla="*/ 8052902 w 13158799"/>
              <a:gd name="connsiteY96" fmla="*/ 2268285 h 9456078"/>
              <a:gd name="connsiteX97" fmla="*/ 8083796 w 13158799"/>
              <a:gd name="connsiteY97" fmla="*/ 2229056 h 9456078"/>
              <a:gd name="connsiteX98" fmla="*/ 8114989 w 13158799"/>
              <a:gd name="connsiteY98" fmla="*/ 2190127 h 9456078"/>
              <a:gd name="connsiteX99" fmla="*/ 8146479 w 13158799"/>
              <a:gd name="connsiteY99" fmla="*/ 2151500 h 9456078"/>
              <a:gd name="connsiteX100" fmla="*/ 8178264 w 13158799"/>
              <a:gd name="connsiteY100" fmla="*/ 2113176 h 9456078"/>
              <a:gd name="connsiteX101" fmla="*/ 8210341 w 13158799"/>
              <a:gd name="connsiteY101" fmla="*/ 2075157 h 9456078"/>
              <a:gd name="connsiteX102" fmla="*/ 8242709 w 13158799"/>
              <a:gd name="connsiteY102" fmla="*/ 2037442 h 9456078"/>
              <a:gd name="connsiteX103" fmla="*/ 8275365 w 13158799"/>
              <a:gd name="connsiteY103" fmla="*/ 2000034 h 9456078"/>
              <a:gd name="connsiteX104" fmla="*/ 8308307 w 13158799"/>
              <a:gd name="connsiteY104" fmla="*/ 1962934 h 9456078"/>
              <a:gd name="connsiteX105" fmla="*/ 8341532 w 13158799"/>
              <a:gd name="connsiteY105" fmla="*/ 1926142 h 9456078"/>
              <a:gd name="connsiteX106" fmla="*/ 8375038 w 13158799"/>
              <a:gd name="connsiteY106" fmla="*/ 1889660 h 9456078"/>
              <a:gd name="connsiteX107" fmla="*/ 8408823 w 13158799"/>
              <a:gd name="connsiteY107" fmla="*/ 1853489 h 9456078"/>
              <a:gd name="connsiteX108" fmla="*/ 8442885 w 13158799"/>
              <a:gd name="connsiteY108" fmla="*/ 1817630 h 9456078"/>
              <a:gd name="connsiteX109" fmla="*/ 8477221 w 13158799"/>
              <a:gd name="connsiteY109" fmla="*/ 1782084 h 9456078"/>
              <a:gd name="connsiteX110" fmla="*/ 8511829 w 13158799"/>
              <a:gd name="connsiteY110" fmla="*/ 1746853 h 9456078"/>
              <a:gd name="connsiteX111" fmla="*/ 8546706 w 13158799"/>
              <a:gd name="connsiteY111" fmla="*/ 1711937 h 9456078"/>
              <a:gd name="connsiteX112" fmla="*/ 8581851 w 13158799"/>
              <a:gd name="connsiteY112" fmla="*/ 1677337 h 9456078"/>
              <a:gd name="connsiteX113" fmla="*/ 8617261 w 13158799"/>
              <a:gd name="connsiteY113" fmla="*/ 1643056 h 9456078"/>
              <a:gd name="connsiteX114" fmla="*/ 8652934 w 13158799"/>
              <a:gd name="connsiteY114" fmla="*/ 1609093 h 9456078"/>
              <a:gd name="connsiteX115" fmla="*/ 8688867 w 13158799"/>
              <a:gd name="connsiteY115" fmla="*/ 1575450 h 9456078"/>
              <a:gd name="connsiteX116" fmla="*/ 8725058 w 13158799"/>
              <a:gd name="connsiteY116" fmla="*/ 1542128 h 9456078"/>
              <a:gd name="connsiteX117" fmla="*/ 8761506 w 13158799"/>
              <a:gd name="connsiteY117" fmla="*/ 1509129 h 9456078"/>
              <a:gd name="connsiteX118" fmla="*/ 8798207 w 13158799"/>
              <a:gd name="connsiteY118" fmla="*/ 1476452 h 9456078"/>
              <a:gd name="connsiteX119" fmla="*/ 8835159 w 13158799"/>
              <a:gd name="connsiteY119" fmla="*/ 1444101 h 9456078"/>
              <a:gd name="connsiteX120" fmla="*/ 8872360 w 13158799"/>
              <a:gd name="connsiteY120" fmla="*/ 1412075 h 9456078"/>
              <a:gd name="connsiteX121" fmla="*/ 8909808 w 13158799"/>
              <a:gd name="connsiteY121" fmla="*/ 1380375 h 9456078"/>
              <a:gd name="connsiteX122" fmla="*/ 8947501 w 13158799"/>
              <a:gd name="connsiteY122" fmla="*/ 1349004 h 9456078"/>
              <a:gd name="connsiteX123" fmla="*/ 8985435 w 13158799"/>
              <a:gd name="connsiteY123" fmla="*/ 1317962 h 9456078"/>
              <a:gd name="connsiteX124" fmla="*/ 9023610 w 13158799"/>
              <a:gd name="connsiteY124" fmla="*/ 1287250 h 9456078"/>
              <a:gd name="connsiteX125" fmla="*/ 9062022 w 13158799"/>
              <a:gd name="connsiteY125" fmla="*/ 1256869 h 9456078"/>
              <a:gd name="connsiteX126" fmla="*/ 9100669 w 13158799"/>
              <a:gd name="connsiteY126" fmla="*/ 1226820 h 9456078"/>
              <a:gd name="connsiteX127" fmla="*/ 9139549 w 13158799"/>
              <a:gd name="connsiteY127" fmla="*/ 1197105 h 9456078"/>
              <a:gd name="connsiteX128" fmla="*/ 9178660 w 13158799"/>
              <a:gd name="connsiteY128" fmla="*/ 1167725 h 9456078"/>
              <a:gd name="connsiteX129" fmla="*/ 9217999 w 13158799"/>
              <a:gd name="connsiteY129" fmla="*/ 1138681 h 9456078"/>
              <a:gd name="connsiteX130" fmla="*/ 9257564 w 13158799"/>
              <a:gd name="connsiteY130" fmla="*/ 1109974 h 9456078"/>
              <a:gd name="connsiteX131" fmla="*/ 9297353 w 13158799"/>
              <a:gd name="connsiteY131" fmla="*/ 1081604 h 9456078"/>
              <a:gd name="connsiteX132" fmla="*/ 9337364 w 13158799"/>
              <a:gd name="connsiteY132" fmla="*/ 1053574 h 9456078"/>
              <a:gd name="connsiteX133" fmla="*/ 9377594 w 13158799"/>
              <a:gd name="connsiteY133" fmla="*/ 1025884 h 9456078"/>
              <a:gd name="connsiteX134" fmla="*/ 9418040 w 13158799"/>
              <a:gd name="connsiteY134" fmla="*/ 998536 h 9456078"/>
              <a:gd name="connsiteX135" fmla="*/ 9458702 w 13158799"/>
              <a:gd name="connsiteY135" fmla="*/ 971530 h 9456078"/>
              <a:gd name="connsiteX136" fmla="*/ 9499575 w 13158799"/>
              <a:gd name="connsiteY136" fmla="*/ 944868 h 9456078"/>
              <a:gd name="connsiteX137" fmla="*/ 9540659 w 13158799"/>
              <a:gd name="connsiteY137" fmla="*/ 918551 h 9456078"/>
              <a:gd name="connsiteX138" fmla="*/ 9581950 w 13158799"/>
              <a:gd name="connsiteY138" fmla="*/ 892580 h 9456078"/>
              <a:gd name="connsiteX139" fmla="*/ 9623447 w 13158799"/>
              <a:gd name="connsiteY139" fmla="*/ 866956 h 9456078"/>
              <a:gd name="connsiteX140" fmla="*/ 9665147 w 13158799"/>
              <a:gd name="connsiteY140" fmla="*/ 841681 h 9456078"/>
              <a:gd name="connsiteX141" fmla="*/ 9707048 w 13158799"/>
              <a:gd name="connsiteY141" fmla="*/ 816754 h 9456078"/>
              <a:gd name="connsiteX142" fmla="*/ 9749147 w 13158799"/>
              <a:gd name="connsiteY142" fmla="*/ 792179 h 9456078"/>
              <a:gd name="connsiteX143" fmla="*/ 9791443 w 13158799"/>
              <a:gd name="connsiteY143" fmla="*/ 767955 h 9456078"/>
              <a:gd name="connsiteX144" fmla="*/ 9833932 w 13158799"/>
              <a:gd name="connsiteY144" fmla="*/ 744083 h 9456078"/>
              <a:gd name="connsiteX145" fmla="*/ 9876613 w 13158799"/>
              <a:gd name="connsiteY145" fmla="*/ 720566 h 9456078"/>
              <a:gd name="connsiteX146" fmla="*/ 9919484 w 13158799"/>
              <a:gd name="connsiteY146" fmla="*/ 697404 h 9456078"/>
              <a:gd name="connsiteX147" fmla="*/ 9962542 w 13158799"/>
              <a:gd name="connsiteY147" fmla="*/ 674598 h 9456078"/>
              <a:gd name="connsiteX148" fmla="*/ 10005784 w 13158799"/>
              <a:gd name="connsiteY148" fmla="*/ 652149 h 9456078"/>
              <a:gd name="connsiteX149" fmla="*/ 10049209 w 13158799"/>
              <a:gd name="connsiteY149" fmla="*/ 630059 h 9456078"/>
              <a:gd name="connsiteX150" fmla="*/ 10092814 w 13158799"/>
              <a:gd name="connsiteY150" fmla="*/ 608328 h 9456078"/>
              <a:gd name="connsiteX151" fmla="*/ 10136597 w 13158799"/>
              <a:gd name="connsiteY151" fmla="*/ 586958 h 9456078"/>
              <a:gd name="connsiteX152" fmla="*/ 10180556 w 13158799"/>
              <a:gd name="connsiteY152" fmla="*/ 565950 h 9456078"/>
              <a:gd name="connsiteX153" fmla="*/ 10224688 w 13158799"/>
              <a:gd name="connsiteY153" fmla="*/ 545304 h 9456078"/>
              <a:gd name="connsiteX154" fmla="*/ 10268991 w 13158799"/>
              <a:gd name="connsiteY154" fmla="*/ 525023 h 9456078"/>
              <a:gd name="connsiteX155" fmla="*/ 10313463 w 13158799"/>
              <a:gd name="connsiteY155" fmla="*/ 505107 h 9456078"/>
              <a:gd name="connsiteX156" fmla="*/ 10358101 w 13158799"/>
              <a:gd name="connsiteY156" fmla="*/ 485558 h 9456078"/>
              <a:gd name="connsiteX157" fmla="*/ 10402903 w 13158799"/>
              <a:gd name="connsiteY157" fmla="*/ 466376 h 9456078"/>
              <a:gd name="connsiteX158" fmla="*/ 10447868 w 13158799"/>
              <a:gd name="connsiteY158" fmla="*/ 447563 h 9456078"/>
              <a:gd name="connsiteX159" fmla="*/ 10492991 w 13158799"/>
              <a:gd name="connsiteY159" fmla="*/ 429119 h 9456078"/>
              <a:gd name="connsiteX160" fmla="*/ 10538272 w 13158799"/>
              <a:gd name="connsiteY160" fmla="*/ 411046 h 9456078"/>
              <a:gd name="connsiteX161" fmla="*/ 10583708 w 13158799"/>
              <a:gd name="connsiteY161" fmla="*/ 393346 h 9456078"/>
              <a:gd name="connsiteX162" fmla="*/ 10629297 w 13158799"/>
              <a:gd name="connsiteY162" fmla="*/ 376018 h 9456078"/>
              <a:gd name="connsiteX163" fmla="*/ 10675036 w 13158799"/>
              <a:gd name="connsiteY163" fmla="*/ 359065 h 9456078"/>
              <a:gd name="connsiteX164" fmla="*/ 10720923 w 13158799"/>
              <a:gd name="connsiteY164" fmla="*/ 342487 h 9456078"/>
              <a:gd name="connsiteX165" fmla="*/ 10766956 w 13158799"/>
              <a:gd name="connsiteY165" fmla="*/ 326286 h 9456078"/>
              <a:gd name="connsiteX166" fmla="*/ 10813132 w 13158799"/>
              <a:gd name="connsiteY166" fmla="*/ 310462 h 9456078"/>
              <a:gd name="connsiteX167" fmla="*/ 10859450 w 13158799"/>
              <a:gd name="connsiteY167" fmla="*/ 295018 h 9456078"/>
              <a:gd name="connsiteX168" fmla="*/ 10905907 w 13158799"/>
              <a:gd name="connsiteY168" fmla="*/ 279953 h 9456078"/>
              <a:gd name="connsiteX169" fmla="*/ 10952500 w 13158799"/>
              <a:gd name="connsiteY169" fmla="*/ 265269 h 9456078"/>
              <a:gd name="connsiteX170" fmla="*/ 10999227 w 13158799"/>
              <a:gd name="connsiteY170" fmla="*/ 250968 h 9456078"/>
              <a:gd name="connsiteX171" fmla="*/ 11046087 w 13158799"/>
              <a:gd name="connsiteY171" fmla="*/ 237049 h 9456078"/>
              <a:gd name="connsiteX172" fmla="*/ 11093076 w 13158799"/>
              <a:gd name="connsiteY172" fmla="*/ 223516 h 9456078"/>
              <a:gd name="connsiteX173" fmla="*/ 11140193 w 13158799"/>
              <a:gd name="connsiteY173" fmla="*/ 210368 h 9456078"/>
              <a:gd name="connsiteX174" fmla="*/ 11187434 w 13158799"/>
              <a:gd name="connsiteY174" fmla="*/ 197606 h 9456078"/>
              <a:gd name="connsiteX175" fmla="*/ 11234799 w 13158799"/>
              <a:gd name="connsiteY175" fmla="*/ 185233 h 9456078"/>
              <a:gd name="connsiteX176" fmla="*/ 11282284 w 13158799"/>
              <a:gd name="connsiteY176" fmla="*/ 173248 h 9456078"/>
              <a:gd name="connsiteX177" fmla="*/ 11329888 w 13158799"/>
              <a:gd name="connsiteY177" fmla="*/ 161654 h 9456078"/>
              <a:gd name="connsiteX178" fmla="*/ 11377607 w 13158799"/>
              <a:gd name="connsiteY178" fmla="*/ 150451 h 9456078"/>
              <a:gd name="connsiteX179" fmla="*/ 11425440 w 13158799"/>
              <a:gd name="connsiteY179" fmla="*/ 139640 h 9456078"/>
              <a:gd name="connsiteX180" fmla="*/ 11473385 w 13158799"/>
              <a:gd name="connsiteY180" fmla="*/ 129223 h 9456078"/>
              <a:gd name="connsiteX181" fmla="*/ 11521439 w 13158799"/>
              <a:gd name="connsiteY181" fmla="*/ 119201 h 9456078"/>
              <a:gd name="connsiteX182" fmla="*/ 11569599 w 13158799"/>
              <a:gd name="connsiteY182" fmla="*/ 109574 h 9456078"/>
              <a:gd name="connsiteX183" fmla="*/ 11617864 w 13158799"/>
              <a:gd name="connsiteY183" fmla="*/ 100344 h 9456078"/>
              <a:gd name="connsiteX184" fmla="*/ 11666231 w 13158799"/>
              <a:gd name="connsiteY184" fmla="*/ 91512 h 9456078"/>
              <a:gd name="connsiteX185" fmla="*/ 11714698 w 13158799"/>
              <a:gd name="connsiteY185" fmla="*/ 83080 h 9456078"/>
              <a:gd name="connsiteX186" fmla="*/ 11763263 w 13158799"/>
              <a:gd name="connsiteY186" fmla="*/ 75047 h 9456078"/>
              <a:gd name="connsiteX187" fmla="*/ 11811923 w 13158799"/>
              <a:gd name="connsiteY187" fmla="*/ 67417 h 9456078"/>
              <a:gd name="connsiteX188" fmla="*/ 11860676 w 13158799"/>
              <a:gd name="connsiteY188" fmla="*/ 60188 h 9456078"/>
              <a:gd name="connsiteX189" fmla="*/ 11909519 w 13158799"/>
              <a:gd name="connsiteY189" fmla="*/ 53364 h 9456078"/>
              <a:gd name="connsiteX190" fmla="*/ 11958451 w 13158799"/>
              <a:gd name="connsiteY190" fmla="*/ 46944 h 9456078"/>
              <a:gd name="connsiteX191" fmla="*/ 12007470 w 13158799"/>
              <a:gd name="connsiteY191" fmla="*/ 40931 h 9456078"/>
              <a:gd name="connsiteX192" fmla="*/ 12056572 w 13158799"/>
              <a:gd name="connsiteY192" fmla="*/ 35324 h 9456078"/>
              <a:gd name="connsiteX193" fmla="*/ 12105756 w 13158799"/>
              <a:gd name="connsiteY193" fmla="*/ 30126 h 9456078"/>
              <a:gd name="connsiteX194" fmla="*/ 12155019 w 13158799"/>
              <a:gd name="connsiteY194" fmla="*/ 25337 h 9456078"/>
              <a:gd name="connsiteX195" fmla="*/ 12204359 w 13158799"/>
              <a:gd name="connsiteY195" fmla="*/ 20958 h 9456078"/>
              <a:gd name="connsiteX196" fmla="*/ 12253773 w 13158799"/>
              <a:gd name="connsiteY196" fmla="*/ 16991 h 9456078"/>
              <a:gd name="connsiteX197" fmla="*/ 12303260 w 13158799"/>
              <a:gd name="connsiteY197" fmla="*/ 13437 h 9456078"/>
              <a:gd name="connsiteX198" fmla="*/ 12352818 w 13158799"/>
              <a:gd name="connsiteY198" fmla="*/ 10297 h 9456078"/>
              <a:gd name="connsiteX199" fmla="*/ 12402443 w 13158799"/>
              <a:gd name="connsiteY199" fmla="*/ 7572 h 9456078"/>
              <a:gd name="connsiteX200" fmla="*/ 12452133 w 13158799"/>
              <a:gd name="connsiteY200" fmla="*/ 5263 h 9456078"/>
              <a:gd name="connsiteX201" fmla="*/ 12501887 w 13158799"/>
              <a:gd name="connsiteY201" fmla="*/ 3371 h 9456078"/>
              <a:gd name="connsiteX202" fmla="*/ 12551701 w 13158799"/>
              <a:gd name="connsiteY202" fmla="*/ 1898 h 9456078"/>
              <a:gd name="connsiteX203" fmla="*/ 12601574 w 13158799"/>
              <a:gd name="connsiteY203" fmla="*/ 844 h 9456078"/>
              <a:gd name="connsiteX204" fmla="*/ 12651504 w 13158799"/>
              <a:gd name="connsiteY204" fmla="*/ 211 h 9456078"/>
              <a:gd name="connsiteX205" fmla="*/ 12701487 w 13158799"/>
              <a:gd name="connsiteY205" fmla="*/ 0 h 9456078"/>
              <a:gd name="connsiteX206" fmla="*/ 13158798 w 13158799"/>
              <a:gd name="connsiteY206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76172 w 13158797"/>
              <a:gd name="connsiteY22" fmla="*/ 9319936 h 9456078"/>
              <a:gd name="connsiteX23" fmla="*/ 1223823 w 13158797"/>
              <a:gd name="connsiteY23" fmla="*/ 9308509 h 9456078"/>
              <a:gd name="connsiteX24" fmla="*/ 1271339 w 13158797"/>
              <a:gd name="connsiteY24" fmla="*/ 9296635 h 9456078"/>
              <a:gd name="connsiteX25" fmla="*/ 1318719 w 13158797"/>
              <a:gd name="connsiteY25" fmla="*/ 9284315 h 9456078"/>
              <a:gd name="connsiteX26" fmla="*/ 1365957 w 13158797"/>
              <a:gd name="connsiteY26" fmla="*/ 9271550 h 9456078"/>
              <a:gd name="connsiteX27" fmla="*/ 1413052 w 13158797"/>
              <a:gd name="connsiteY27" fmla="*/ 9258342 h 9456078"/>
              <a:gd name="connsiteX28" fmla="*/ 1460000 w 13158797"/>
              <a:gd name="connsiteY28" fmla="*/ 9244693 h 9456078"/>
              <a:gd name="connsiteX29" fmla="*/ 1506799 w 13158797"/>
              <a:gd name="connsiteY29" fmla="*/ 9230604 h 9456078"/>
              <a:gd name="connsiteX30" fmla="*/ 1553445 w 13158797"/>
              <a:gd name="connsiteY30" fmla="*/ 9216076 h 9456078"/>
              <a:gd name="connsiteX31" fmla="*/ 1599935 w 13158797"/>
              <a:gd name="connsiteY31" fmla="*/ 9201111 h 9456078"/>
              <a:gd name="connsiteX32" fmla="*/ 1646267 w 13158797"/>
              <a:gd name="connsiteY32" fmla="*/ 9185710 h 9456078"/>
              <a:gd name="connsiteX33" fmla="*/ 1692437 w 13158797"/>
              <a:gd name="connsiteY33" fmla="*/ 9169876 h 9456078"/>
              <a:gd name="connsiteX34" fmla="*/ 1738442 w 13158797"/>
              <a:gd name="connsiteY34" fmla="*/ 9153608 h 9456078"/>
              <a:gd name="connsiteX35" fmla="*/ 1784280 w 13158797"/>
              <a:gd name="connsiteY35" fmla="*/ 9136910 h 9456078"/>
              <a:gd name="connsiteX36" fmla="*/ 1829947 w 13158797"/>
              <a:gd name="connsiteY36" fmla="*/ 9119782 h 9456078"/>
              <a:gd name="connsiteX37" fmla="*/ 1875440 w 13158797"/>
              <a:gd name="connsiteY37" fmla="*/ 9102226 h 9456078"/>
              <a:gd name="connsiteX38" fmla="*/ 1920756 w 13158797"/>
              <a:gd name="connsiteY38" fmla="*/ 9084243 h 9456078"/>
              <a:gd name="connsiteX39" fmla="*/ 1965893 w 13158797"/>
              <a:gd name="connsiteY39" fmla="*/ 9065835 h 9456078"/>
              <a:gd name="connsiteX40" fmla="*/ 2055615 w 13158797"/>
              <a:gd name="connsiteY40" fmla="*/ 9027750 h 9456078"/>
              <a:gd name="connsiteX41" fmla="*/ 2100195 w 13158797"/>
              <a:gd name="connsiteY41" fmla="*/ 9008075 h 9456078"/>
              <a:gd name="connsiteX42" fmla="*/ 2144582 w 13158797"/>
              <a:gd name="connsiteY42" fmla="*/ 8987981 h 9456078"/>
              <a:gd name="connsiteX43" fmla="*/ 2188775 w 13158797"/>
              <a:gd name="connsiteY43" fmla="*/ 8967470 h 9456078"/>
              <a:gd name="connsiteX44" fmla="*/ 2232770 w 13158797"/>
              <a:gd name="connsiteY44" fmla="*/ 8946542 h 9456078"/>
              <a:gd name="connsiteX45" fmla="*/ 2276564 w 13158797"/>
              <a:gd name="connsiteY45" fmla="*/ 8925199 h 9456078"/>
              <a:gd name="connsiteX46" fmla="*/ 2320154 w 13158797"/>
              <a:gd name="connsiteY46" fmla="*/ 8903443 h 9456078"/>
              <a:gd name="connsiteX47" fmla="*/ 2363538 w 13158797"/>
              <a:gd name="connsiteY47" fmla="*/ 8881275 h 9456078"/>
              <a:gd name="connsiteX48" fmla="*/ 2406711 w 13158797"/>
              <a:gd name="connsiteY48" fmla="*/ 8858697 h 9456078"/>
              <a:gd name="connsiteX49" fmla="*/ 2449672 w 13158797"/>
              <a:gd name="connsiteY49" fmla="*/ 8835710 h 9456078"/>
              <a:gd name="connsiteX50" fmla="*/ 2492417 w 13158797"/>
              <a:gd name="connsiteY50" fmla="*/ 8812316 h 9456078"/>
              <a:gd name="connsiteX51" fmla="*/ 2534943 w 13158797"/>
              <a:gd name="connsiteY51" fmla="*/ 8788516 h 9456078"/>
              <a:gd name="connsiteX52" fmla="*/ 2577247 w 13158797"/>
              <a:gd name="connsiteY52" fmla="*/ 8764311 h 9456078"/>
              <a:gd name="connsiteX53" fmla="*/ 2619326 w 13158797"/>
              <a:gd name="connsiteY53" fmla="*/ 8739704 h 9456078"/>
              <a:gd name="connsiteX54" fmla="*/ 2661177 w 13158797"/>
              <a:gd name="connsiteY54" fmla="*/ 8714695 h 9456078"/>
              <a:gd name="connsiteX55" fmla="*/ 2702797 w 13158797"/>
              <a:gd name="connsiteY55" fmla="*/ 8689286 h 9456078"/>
              <a:gd name="connsiteX56" fmla="*/ 2744183 w 13158797"/>
              <a:gd name="connsiteY56" fmla="*/ 8663479 h 9456078"/>
              <a:gd name="connsiteX57" fmla="*/ 2785333 w 13158797"/>
              <a:gd name="connsiteY57" fmla="*/ 8637274 h 9456078"/>
              <a:gd name="connsiteX58" fmla="*/ 2826242 w 13158797"/>
              <a:gd name="connsiteY58" fmla="*/ 8610675 h 9456078"/>
              <a:gd name="connsiteX59" fmla="*/ 2866908 w 13158797"/>
              <a:gd name="connsiteY59" fmla="*/ 8583681 h 9456078"/>
              <a:gd name="connsiteX60" fmla="*/ 2907329 w 13158797"/>
              <a:gd name="connsiteY60" fmla="*/ 8556295 h 9456078"/>
              <a:gd name="connsiteX61" fmla="*/ 2947500 w 13158797"/>
              <a:gd name="connsiteY61" fmla="*/ 8528517 h 9456078"/>
              <a:gd name="connsiteX62" fmla="*/ 2987419 w 13158797"/>
              <a:gd name="connsiteY62" fmla="*/ 8500351 h 9456078"/>
              <a:gd name="connsiteX63" fmla="*/ 3027083 w 13158797"/>
              <a:gd name="connsiteY63" fmla="*/ 8471796 h 9456078"/>
              <a:gd name="connsiteX64" fmla="*/ 3066489 w 13158797"/>
              <a:gd name="connsiteY64" fmla="*/ 8442854 h 9456078"/>
              <a:gd name="connsiteX65" fmla="*/ 3105634 w 13158797"/>
              <a:gd name="connsiteY65" fmla="*/ 8413528 h 9456078"/>
              <a:gd name="connsiteX66" fmla="*/ 3144515 w 13158797"/>
              <a:gd name="connsiteY66" fmla="*/ 8383818 h 9456078"/>
              <a:gd name="connsiteX67" fmla="*/ 3183129 w 13158797"/>
              <a:gd name="connsiteY67" fmla="*/ 8353726 h 9456078"/>
              <a:gd name="connsiteX68" fmla="*/ 3221473 w 13158797"/>
              <a:gd name="connsiteY68" fmla="*/ 8323253 h 9456078"/>
              <a:gd name="connsiteX69" fmla="*/ 3259544 w 13158797"/>
              <a:gd name="connsiteY69" fmla="*/ 8292401 h 9456078"/>
              <a:gd name="connsiteX70" fmla="*/ 3297339 w 13158797"/>
              <a:gd name="connsiteY70" fmla="*/ 8261172 h 9456078"/>
              <a:gd name="connsiteX71" fmla="*/ 3334854 w 13158797"/>
              <a:gd name="connsiteY71" fmla="*/ 8229566 h 9456078"/>
              <a:gd name="connsiteX72" fmla="*/ 3372087 w 13158797"/>
              <a:gd name="connsiteY72" fmla="*/ 8197585 h 9456078"/>
              <a:gd name="connsiteX73" fmla="*/ 3409035 w 13158797"/>
              <a:gd name="connsiteY73" fmla="*/ 8165232 h 9456078"/>
              <a:gd name="connsiteX74" fmla="*/ 3445695 w 13158797"/>
              <a:gd name="connsiteY74" fmla="*/ 8132507 h 9456078"/>
              <a:gd name="connsiteX75" fmla="*/ 3482064 w 13158797"/>
              <a:gd name="connsiteY75" fmla="*/ 8099411 h 9456078"/>
              <a:gd name="connsiteX76" fmla="*/ 3518139 w 13158797"/>
              <a:gd name="connsiteY76" fmla="*/ 8065947 h 9456078"/>
              <a:gd name="connsiteX77" fmla="*/ 3553916 w 13158797"/>
              <a:gd name="connsiteY77" fmla="*/ 8032115 h 9456078"/>
              <a:gd name="connsiteX78" fmla="*/ 3589393 w 13158797"/>
              <a:gd name="connsiteY78" fmla="*/ 7997918 h 9456078"/>
              <a:gd name="connsiteX79" fmla="*/ 3624567 w 13158797"/>
              <a:gd name="connsiteY79" fmla="*/ 7963356 h 9456078"/>
              <a:gd name="connsiteX80" fmla="*/ 3659435 w 13158797"/>
              <a:gd name="connsiteY80" fmla="*/ 7928432 h 9456078"/>
              <a:gd name="connsiteX81" fmla="*/ 3693994 w 13158797"/>
              <a:gd name="connsiteY81" fmla="*/ 7893146 h 9456078"/>
              <a:gd name="connsiteX82" fmla="*/ 3728240 w 13158797"/>
              <a:gd name="connsiteY82" fmla="*/ 7857501 h 9456078"/>
              <a:gd name="connsiteX83" fmla="*/ 3762171 w 13158797"/>
              <a:gd name="connsiteY83" fmla="*/ 7821497 h 9456078"/>
              <a:gd name="connsiteX84" fmla="*/ 3795783 w 13158797"/>
              <a:gd name="connsiteY84" fmla="*/ 7785136 h 9456078"/>
              <a:gd name="connsiteX85" fmla="*/ 3829075 w 13158797"/>
              <a:gd name="connsiteY85" fmla="*/ 7748420 h 9456078"/>
              <a:gd name="connsiteX86" fmla="*/ 3862042 w 13158797"/>
              <a:gd name="connsiteY86" fmla="*/ 7711350 h 9456078"/>
              <a:gd name="connsiteX87" fmla="*/ 3894682 w 13158797"/>
              <a:gd name="connsiteY87" fmla="*/ 7673928 h 9456078"/>
              <a:gd name="connsiteX88" fmla="*/ 3926991 w 13158797"/>
              <a:gd name="connsiteY88" fmla="*/ 7636155 h 9456078"/>
              <a:gd name="connsiteX89" fmla="*/ 3958967 w 13158797"/>
              <a:gd name="connsiteY89" fmla="*/ 7598032 h 9456078"/>
              <a:gd name="connsiteX90" fmla="*/ 3990607 w 13158797"/>
              <a:gd name="connsiteY90" fmla="*/ 7559561 h 9456078"/>
              <a:gd name="connsiteX91" fmla="*/ 4021907 w 13158797"/>
              <a:gd name="connsiteY91" fmla="*/ 7520744 h 9456078"/>
              <a:gd name="connsiteX92" fmla="*/ 4052865 w 13158797"/>
              <a:gd name="connsiteY92" fmla="*/ 7481582 h 9456078"/>
              <a:gd name="connsiteX93" fmla="*/ 4083478 w 13158797"/>
              <a:gd name="connsiteY93" fmla="*/ 7442077 h 9456078"/>
              <a:gd name="connsiteX94" fmla="*/ 8022311 w 13158797"/>
              <a:gd name="connsiteY94" fmla="*/ 2307814 h 9456078"/>
              <a:gd name="connsiteX95" fmla="*/ 8052902 w 13158797"/>
              <a:gd name="connsiteY95" fmla="*/ 2268285 h 9456078"/>
              <a:gd name="connsiteX96" fmla="*/ 8083796 w 13158797"/>
              <a:gd name="connsiteY96" fmla="*/ 2229056 h 9456078"/>
              <a:gd name="connsiteX97" fmla="*/ 8114989 w 13158797"/>
              <a:gd name="connsiteY97" fmla="*/ 2190127 h 9456078"/>
              <a:gd name="connsiteX98" fmla="*/ 8146479 w 13158797"/>
              <a:gd name="connsiteY98" fmla="*/ 2151500 h 9456078"/>
              <a:gd name="connsiteX99" fmla="*/ 8178264 w 13158797"/>
              <a:gd name="connsiteY99" fmla="*/ 2113176 h 9456078"/>
              <a:gd name="connsiteX100" fmla="*/ 8210341 w 13158797"/>
              <a:gd name="connsiteY100" fmla="*/ 2075157 h 9456078"/>
              <a:gd name="connsiteX101" fmla="*/ 8242709 w 13158797"/>
              <a:gd name="connsiteY101" fmla="*/ 2037442 h 9456078"/>
              <a:gd name="connsiteX102" fmla="*/ 8275365 w 13158797"/>
              <a:gd name="connsiteY102" fmla="*/ 2000034 h 9456078"/>
              <a:gd name="connsiteX103" fmla="*/ 8308307 w 13158797"/>
              <a:gd name="connsiteY103" fmla="*/ 1962934 h 9456078"/>
              <a:gd name="connsiteX104" fmla="*/ 8341532 w 13158797"/>
              <a:gd name="connsiteY104" fmla="*/ 1926142 h 9456078"/>
              <a:gd name="connsiteX105" fmla="*/ 8375038 w 13158797"/>
              <a:gd name="connsiteY105" fmla="*/ 1889660 h 9456078"/>
              <a:gd name="connsiteX106" fmla="*/ 8408823 w 13158797"/>
              <a:gd name="connsiteY106" fmla="*/ 1853489 h 9456078"/>
              <a:gd name="connsiteX107" fmla="*/ 8442885 w 13158797"/>
              <a:gd name="connsiteY107" fmla="*/ 1817630 h 9456078"/>
              <a:gd name="connsiteX108" fmla="*/ 8477221 w 13158797"/>
              <a:gd name="connsiteY108" fmla="*/ 1782084 h 9456078"/>
              <a:gd name="connsiteX109" fmla="*/ 8511829 w 13158797"/>
              <a:gd name="connsiteY109" fmla="*/ 1746853 h 9456078"/>
              <a:gd name="connsiteX110" fmla="*/ 8546706 w 13158797"/>
              <a:gd name="connsiteY110" fmla="*/ 1711937 h 9456078"/>
              <a:gd name="connsiteX111" fmla="*/ 8581851 w 13158797"/>
              <a:gd name="connsiteY111" fmla="*/ 1677337 h 9456078"/>
              <a:gd name="connsiteX112" fmla="*/ 8617261 w 13158797"/>
              <a:gd name="connsiteY112" fmla="*/ 1643056 h 9456078"/>
              <a:gd name="connsiteX113" fmla="*/ 8652934 w 13158797"/>
              <a:gd name="connsiteY113" fmla="*/ 1609093 h 9456078"/>
              <a:gd name="connsiteX114" fmla="*/ 8688867 w 13158797"/>
              <a:gd name="connsiteY114" fmla="*/ 1575450 h 9456078"/>
              <a:gd name="connsiteX115" fmla="*/ 8725058 w 13158797"/>
              <a:gd name="connsiteY115" fmla="*/ 1542128 h 9456078"/>
              <a:gd name="connsiteX116" fmla="*/ 8761506 w 13158797"/>
              <a:gd name="connsiteY116" fmla="*/ 1509129 h 9456078"/>
              <a:gd name="connsiteX117" fmla="*/ 8798207 w 13158797"/>
              <a:gd name="connsiteY117" fmla="*/ 1476452 h 9456078"/>
              <a:gd name="connsiteX118" fmla="*/ 8835159 w 13158797"/>
              <a:gd name="connsiteY118" fmla="*/ 1444101 h 9456078"/>
              <a:gd name="connsiteX119" fmla="*/ 8872360 w 13158797"/>
              <a:gd name="connsiteY119" fmla="*/ 1412075 h 9456078"/>
              <a:gd name="connsiteX120" fmla="*/ 8909808 w 13158797"/>
              <a:gd name="connsiteY120" fmla="*/ 1380375 h 9456078"/>
              <a:gd name="connsiteX121" fmla="*/ 8947501 w 13158797"/>
              <a:gd name="connsiteY121" fmla="*/ 1349004 h 9456078"/>
              <a:gd name="connsiteX122" fmla="*/ 8985435 w 13158797"/>
              <a:gd name="connsiteY122" fmla="*/ 1317962 h 9456078"/>
              <a:gd name="connsiteX123" fmla="*/ 9023610 w 13158797"/>
              <a:gd name="connsiteY123" fmla="*/ 1287250 h 9456078"/>
              <a:gd name="connsiteX124" fmla="*/ 9062022 w 13158797"/>
              <a:gd name="connsiteY124" fmla="*/ 1256869 h 9456078"/>
              <a:gd name="connsiteX125" fmla="*/ 9100669 w 13158797"/>
              <a:gd name="connsiteY125" fmla="*/ 1226820 h 9456078"/>
              <a:gd name="connsiteX126" fmla="*/ 9139549 w 13158797"/>
              <a:gd name="connsiteY126" fmla="*/ 1197105 h 9456078"/>
              <a:gd name="connsiteX127" fmla="*/ 9178660 w 13158797"/>
              <a:gd name="connsiteY127" fmla="*/ 1167725 h 9456078"/>
              <a:gd name="connsiteX128" fmla="*/ 9217999 w 13158797"/>
              <a:gd name="connsiteY128" fmla="*/ 1138681 h 9456078"/>
              <a:gd name="connsiteX129" fmla="*/ 9257564 w 13158797"/>
              <a:gd name="connsiteY129" fmla="*/ 1109974 h 9456078"/>
              <a:gd name="connsiteX130" fmla="*/ 9297353 w 13158797"/>
              <a:gd name="connsiteY130" fmla="*/ 1081604 h 9456078"/>
              <a:gd name="connsiteX131" fmla="*/ 9337364 w 13158797"/>
              <a:gd name="connsiteY131" fmla="*/ 1053574 h 9456078"/>
              <a:gd name="connsiteX132" fmla="*/ 9377594 w 13158797"/>
              <a:gd name="connsiteY132" fmla="*/ 1025884 h 9456078"/>
              <a:gd name="connsiteX133" fmla="*/ 9418040 w 13158797"/>
              <a:gd name="connsiteY133" fmla="*/ 998536 h 9456078"/>
              <a:gd name="connsiteX134" fmla="*/ 9458702 w 13158797"/>
              <a:gd name="connsiteY134" fmla="*/ 971530 h 9456078"/>
              <a:gd name="connsiteX135" fmla="*/ 9499575 w 13158797"/>
              <a:gd name="connsiteY135" fmla="*/ 944868 h 9456078"/>
              <a:gd name="connsiteX136" fmla="*/ 9540659 w 13158797"/>
              <a:gd name="connsiteY136" fmla="*/ 918551 h 9456078"/>
              <a:gd name="connsiteX137" fmla="*/ 9581950 w 13158797"/>
              <a:gd name="connsiteY137" fmla="*/ 892580 h 9456078"/>
              <a:gd name="connsiteX138" fmla="*/ 9623447 w 13158797"/>
              <a:gd name="connsiteY138" fmla="*/ 866956 h 9456078"/>
              <a:gd name="connsiteX139" fmla="*/ 9665147 w 13158797"/>
              <a:gd name="connsiteY139" fmla="*/ 841681 h 9456078"/>
              <a:gd name="connsiteX140" fmla="*/ 9707048 w 13158797"/>
              <a:gd name="connsiteY140" fmla="*/ 816754 h 9456078"/>
              <a:gd name="connsiteX141" fmla="*/ 9749147 w 13158797"/>
              <a:gd name="connsiteY141" fmla="*/ 792179 h 9456078"/>
              <a:gd name="connsiteX142" fmla="*/ 9791443 w 13158797"/>
              <a:gd name="connsiteY142" fmla="*/ 767955 h 9456078"/>
              <a:gd name="connsiteX143" fmla="*/ 9833932 w 13158797"/>
              <a:gd name="connsiteY143" fmla="*/ 744083 h 9456078"/>
              <a:gd name="connsiteX144" fmla="*/ 9876613 w 13158797"/>
              <a:gd name="connsiteY144" fmla="*/ 720566 h 9456078"/>
              <a:gd name="connsiteX145" fmla="*/ 9919484 w 13158797"/>
              <a:gd name="connsiteY145" fmla="*/ 697404 h 9456078"/>
              <a:gd name="connsiteX146" fmla="*/ 9962542 w 13158797"/>
              <a:gd name="connsiteY146" fmla="*/ 674598 h 9456078"/>
              <a:gd name="connsiteX147" fmla="*/ 10005784 w 13158797"/>
              <a:gd name="connsiteY147" fmla="*/ 652149 h 9456078"/>
              <a:gd name="connsiteX148" fmla="*/ 10049209 w 13158797"/>
              <a:gd name="connsiteY148" fmla="*/ 630059 h 9456078"/>
              <a:gd name="connsiteX149" fmla="*/ 10092814 w 13158797"/>
              <a:gd name="connsiteY149" fmla="*/ 608328 h 9456078"/>
              <a:gd name="connsiteX150" fmla="*/ 10136597 w 13158797"/>
              <a:gd name="connsiteY150" fmla="*/ 586958 h 9456078"/>
              <a:gd name="connsiteX151" fmla="*/ 10180556 w 13158797"/>
              <a:gd name="connsiteY151" fmla="*/ 565950 h 9456078"/>
              <a:gd name="connsiteX152" fmla="*/ 10224688 w 13158797"/>
              <a:gd name="connsiteY152" fmla="*/ 545304 h 9456078"/>
              <a:gd name="connsiteX153" fmla="*/ 10268991 w 13158797"/>
              <a:gd name="connsiteY153" fmla="*/ 525023 h 9456078"/>
              <a:gd name="connsiteX154" fmla="*/ 10313463 w 13158797"/>
              <a:gd name="connsiteY154" fmla="*/ 505107 h 9456078"/>
              <a:gd name="connsiteX155" fmla="*/ 10358101 w 13158797"/>
              <a:gd name="connsiteY155" fmla="*/ 485558 h 9456078"/>
              <a:gd name="connsiteX156" fmla="*/ 10402903 w 13158797"/>
              <a:gd name="connsiteY156" fmla="*/ 466376 h 9456078"/>
              <a:gd name="connsiteX157" fmla="*/ 10447868 w 13158797"/>
              <a:gd name="connsiteY157" fmla="*/ 447563 h 9456078"/>
              <a:gd name="connsiteX158" fmla="*/ 10492991 w 13158797"/>
              <a:gd name="connsiteY158" fmla="*/ 429119 h 9456078"/>
              <a:gd name="connsiteX159" fmla="*/ 10538272 w 13158797"/>
              <a:gd name="connsiteY159" fmla="*/ 411046 h 9456078"/>
              <a:gd name="connsiteX160" fmla="*/ 10583708 w 13158797"/>
              <a:gd name="connsiteY160" fmla="*/ 393346 h 9456078"/>
              <a:gd name="connsiteX161" fmla="*/ 10629297 w 13158797"/>
              <a:gd name="connsiteY161" fmla="*/ 376018 h 9456078"/>
              <a:gd name="connsiteX162" fmla="*/ 10675036 w 13158797"/>
              <a:gd name="connsiteY162" fmla="*/ 359065 h 9456078"/>
              <a:gd name="connsiteX163" fmla="*/ 10720923 w 13158797"/>
              <a:gd name="connsiteY163" fmla="*/ 342487 h 9456078"/>
              <a:gd name="connsiteX164" fmla="*/ 10766956 w 13158797"/>
              <a:gd name="connsiteY164" fmla="*/ 326286 h 9456078"/>
              <a:gd name="connsiteX165" fmla="*/ 10813132 w 13158797"/>
              <a:gd name="connsiteY165" fmla="*/ 310462 h 9456078"/>
              <a:gd name="connsiteX166" fmla="*/ 10859450 w 13158797"/>
              <a:gd name="connsiteY166" fmla="*/ 295018 h 9456078"/>
              <a:gd name="connsiteX167" fmla="*/ 10905907 w 13158797"/>
              <a:gd name="connsiteY167" fmla="*/ 279953 h 9456078"/>
              <a:gd name="connsiteX168" fmla="*/ 10952500 w 13158797"/>
              <a:gd name="connsiteY168" fmla="*/ 265269 h 9456078"/>
              <a:gd name="connsiteX169" fmla="*/ 10999227 w 13158797"/>
              <a:gd name="connsiteY169" fmla="*/ 250968 h 9456078"/>
              <a:gd name="connsiteX170" fmla="*/ 11046087 w 13158797"/>
              <a:gd name="connsiteY170" fmla="*/ 237049 h 9456078"/>
              <a:gd name="connsiteX171" fmla="*/ 11093076 w 13158797"/>
              <a:gd name="connsiteY171" fmla="*/ 223516 h 9456078"/>
              <a:gd name="connsiteX172" fmla="*/ 11140193 w 13158797"/>
              <a:gd name="connsiteY172" fmla="*/ 210368 h 9456078"/>
              <a:gd name="connsiteX173" fmla="*/ 11187434 w 13158797"/>
              <a:gd name="connsiteY173" fmla="*/ 197606 h 9456078"/>
              <a:gd name="connsiteX174" fmla="*/ 11234799 w 13158797"/>
              <a:gd name="connsiteY174" fmla="*/ 185233 h 9456078"/>
              <a:gd name="connsiteX175" fmla="*/ 11282284 w 13158797"/>
              <a:gd name="connsiteY175" fmla="*/ 173248 h 9456078"/>
              <a:gd name="connsiteX176" fmla="*/ 11329888 w 13158797"/>
              <a:gd name="connsiteY176" fmla="*/ 161654 h 9456078"/>
              <a:gd name="connsiteX177" fmla="*/ 11377607 w 13158797"/>
              <a:gd name="connsiteY177" fmla="*/ 150451 h 9456078"/>
              <a:gd name="connsiteX178" fmla="*/ 11425440 w 13158797"/>
              <a:gd name="connsiteY178" fmla="*/ 139640 h 9456078"/>
              <a:gd name="connsiteX179" fmla="*/ 11473385 w 13158797"/>
              <a:gd name="connsiteY179" fmla="*/ 129223 h 9456078"/>
              <a:gd name="connsiteX180" fmla="*/ 11521439 w 13158797"/>
              <a:gd name="connsiteY180" fmla="*/ 119201 h 9456078"/>
              <a:gd name="connsiteX181" fmla="*/ 11569599 w 13158797"/>
              <a:gd name="connsiteY181" fmla="*/ 109574 h 9456078"/>
              <a:gd name="connsiteX182" fmla="*/ 11617864 w 13158797"/>
              <a:gd name="connsiteY182" fmla="*/ 100344 h 9456078"/>
              <a:gd name="connsiteX183" fmla="*/ 11666231 w 13158797"/>
              <a:gd name="connsiteY183" fmla="*/ 91512 h 9456078"/>
              <a:gd name="connsiteX184" fmla="*/ 11714698 w 13158797"/>
              <a:gd name="connsiteY184" fmla="*/ 83080 h 9456078"/>
              <a:gd name="connsiteX185" fmla="*/ 11763263 w 13158797"/>
              <a:gd name="connsiteY185" fmla="*/ 75047 h 9456078"/>
              <a:gd name="connsiteX186" fmla="*/ 11811923 w 13158797"/>
              <a:gd name="connsiteY186" fmla="*/ 67417 h 9456078"/>
              <a:gd name="connsiteX187" fmla="*/ 11860676 w 13158797"/>
              <a:gd name="connsiteY187" fmla="*/ 60188 h 9456078"/>
              <a:gd name="connsiteX188" fmla="*/ 11909519 w 13158797"/>
              <a:gd name="connsiteY188" fmla="*/ 53364 h 9456078"/>
              <a:gd name="connsiteX189" fmla="*/ 11958451 w 13158797"/>
              <a:gd name="connsiteY189" fmla="*/ 46944 h 9456078"/>
              <a:gd name="connsiteX190" fmla="*/ 12007470 w 13158797"/>
              <a:gd name="connsiteY190" fmla="*/ 40931 h 9456078"/>
              <a:gd name="connsiteX191" fmla="*/ 12056572 w 13158797"/>
              <a:gd name="connsiteY191" fmla="*/ 35324 h 9456078"/>
              <a:gd name="connsiteX192" fmla="*/ 12105756 w 13158797"/>
              <a:gd name="connsiteY192" fmla="*/ 30126 h 9456078"/>
              <a:gd name="connsiteX193" fmla="*/ 12155019 w 13158797"/>
              <a:gd name="connsiteY193" fmla="*/ 25337 h 9456078"/>
              <a:gd name="connsiteX194" fmla="*/ 12204359 w 13158797"/>
              <a:gd name="connsiteY194" fmla="*/ 20958 h 9456078"/>
              <a:gd name="connsiteX195" fmla="*/ 12253773 w 13158797"/>
              <a:gd name="connsiteY195" fmla="*/ 16991 h 9456078"/>
              <a:gd name="connsiteX196" fmla="*/ 12303260 w 13158797"/>
              <a:gd name="connsiteY196" fmla="*/ 13437 h 9456078"/>
              <a:gd name="connsiteX197" fmla="*/ 12352818 w 13158797"/>
              <a:gd name="connsiteY197" fmla="*/ 10297 h 9456078"/>
              <a:gd name="connsiteX198" fmla="*/ 12402443 w 13158797"/>
              <a:gd name="connsiteY198" fmla="*/ 7572 h 9456078"/>
              <a:gd name="connsiteX199" fmla="*/ 12452133 w 13158797"/>
              <a:gd name="connsiteY199" fmla="*/ 5263 h 9456078"/>
              <a:gd name="connsiteX200" fmla="*/ 12501887 w 13158797"/>
              <a:gd name="connsiteY200" fmla="*/ 3371 h 9456078"/>
              <a:gd name="connsiteX201" fmla="*/ 12551701 w 13158797"/>
              <a:gd name="connsiteY201" fmla="*/ 1898 h 9456078"/>
              <a:gd name="connsiteX202" fmla="*/ 12601574 w 13158797"/>
              <a:gd name="connsiteY202" fmla="*/ 844 h 9456078"/>
              <a:gd name="connsiteX203" fmla="*/ 12651504 w 13158797"/>
              <a:gd name="connsiteY203" fmla="*/ 211 h 9456078"/>
              <a:gd name="connsiteX204" fmla="*/ 12701487 w 13158797"/>
              <a:gd name="connsiteY204" fmla="*/ 0 h 9456078"/>
              <a:gd name="connsiteX205" fmla="*/ 13158798 w 13158797"/>
              <a:gd name="connsiteY205" fmla="*/ 0 h 94560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</a:cxnLst>
            <a:rect l="l" t="t" r="r" b="b"/>
            <a:pathLst>
              <a:path w="13158797" h="9456078">
                <a:moveTo>
                  <a:pt x="0" y="9456078"/>
                </a:moveTo>
                <a:lnTo>
                  <a:pt x="49977" y="9455836"/>
                </a:lnTo>
                <a:lnTo>
                  <a:pt x="99893" y="9455111"/>
                </a:lnTo>
                <a:lnTo>
                  <a:pt x="149742" y="9453904"/>
                </a:lnTo>
                <a:lnTo>
                  <a:pt x="199524" y="9452217"/>
                </a:lnTo>
                <a:lnTo>
                  <a:pt x="298870" y="9447409"/>
                </a:lnTo>
                <a:lnTo>
                  <a:pt x="348429" y="9444290"/>
                </a:lnTo>
                <a:lnTo>
                  <a:pt x="397907" y="9440698"/>
                </a:lnTo>
                <a:lnTo>
                  <a:pt x="447302" y="9436632"/>
                </a:lnTo>
                <a:lnTo>
                  <a:pt x="496610" y="9432096"/>
                </a:lnTo>
                <a:lnTo>
                  <a:pt x="545829" y="9427089"/>
                </a:lnTo>
                <a:lnTo>
                  <a:pt x="594956" y="9421615"/>
                </a:lnTo>
                <a:lnTo>
                  <a:pt x="643987" y="9415673"/>
                </a:lnTo>
                <a:lnTo>
                  <a:pt x="692920" y="9409267"/>
                </a:lnTo>
                <a:lnTo>
                  <a:pt x="741751" y="9402396"/>
                </a:lnTo>
                <a:lnTo>
                  <a:pt x="790478" y="9395063"/>
                </a:lnTo>
                <a:lnTo>
                  <a:pt x="839098" y="9387270"/>
                </a:lnTo>
                <a:lnTo>
                  <a:pt x="887607" y="9379017"/>
                </a:lnTo>
                <a:lnTo>
                  <a:pt x="936002" y="9370306"/>
                </a:lnTo>
                <a:lnTo>
                  <a:pt x="984281" y="9361139"/>
                </a:lnTo>
                <a:lnTo>
                  <a:pt x="1032440" y="9351517"/>
                </a:lnTo>
                <a:lnTo>
                  <a:pt x="1080477" y="9341441"/>
                </a:lnTo>
                <a:lnTo>
                  <a:pt x="1176172" y="9319936"/>
                </a:lnTo>
                <a:lnTo>
                  <a:pt x="1223823" y="9308509"/>
                </a:lnTo>
                <a:lnTo>
                  <a:pt x="1271339" y="9296635"/>
                </a:lnTo>
                <a:lnTo>
                  <a:pt x="1318719" y="9284315"/>
                </a:lnTo>
                <a:lnTo>
                  <a:pt x="1365957" y="9271550"/>
                </a:lnTo>
                <a:lnTo>
                  <a:pt x="1413052" y="9258342"/>
                </a:lnTo>
                <a:lnTo>
                  <a:pt x="1460000" y="9244693"/>
                </a:lnTo>
                <a:lnTo>
                  <a:pt x="1506799" y="9230604"/>
                </a:lnTo>
                <a:lnTo>
                  <a:pt x="1553445" y="9216076"/>
                </a:lnTo>
                <a:lnTo>
                  <a:pt x="1599935" y="9201111"/>
                </a:lnTo>
                <a:lnTo>
                  <a:pt x="1646267" y="9185710"/>
                </a:lnTo>
                <a:lnTo>
                  <a:pt x="1692437" y="9169876"/>
                </a:lnTo>
                <a:lnTo>
                  <a:pt x="1738442" y="9153608"/>
                </a:lnTo>
                <a:lnTo>
                  <a:pt x="1784280" y="9136910"/>
                </a:lnTo>
                <a:lnTo>
                  <a:pt x="1829947" y="9119782"/>
                </a:lnTo>
                <a:lnTo>
                  <a:pt x="1875440" y="9102226"/>
                </a:lnTo>
                <a:lnTo>
                  <a:pt x="1920756" y="9084243"/>
                </a:lnTo>
                <a:lnTo>
                  <a:pt x="1965893" y="9065835"/>
                </a:lnTo>
                <a:lnTo>
                  <a:pt x="2055615" y="9027750"/>
                </a:lnTo>
                <a:lnTo>
                  <a:pt x="2100195" y="9008075"/>
                </a:lnTo>
                <a:lnTo>
                  <a:pt x="2144582" y="8987981"/>
                </a:lnTo>
                <a:lnTo>
                  <a:pt x="2188775" y="8967470"/>
                </a:lnTo>
                <a:lnTo>
                  <a:pt x="2232770" y="8946542"/>
                </a:lnTo>
                <a:lnTo>
                  <a:pt x="2276564" y="8925199"/>
                </a:lnTo>
                <a:lnTo>
                  <a:pt x="2320154" y="8903443"/>
                </a:lnTo>
                <a:lnTo>
                  <a:pt x="2363538" y="8881275"/>
                </a:lnTo>
                <a:lnTo>
                  <a:pt x="2406711" y="8858697"/>
                </a:lnTo>
                <a:lnTo>
                  <a:pt x="2449672" y="8835710"/>
                </a:lnTo>
                <a:lnTo>
                  <a:pt x="2492417" y="8812316"/>
                </a:lnTo>
                <a:lnTo>
                  <a:pt x="2534943" y="8788516"/>
                </a:lnTo>
                <a:lnTo>
                  <a:pt x="2577247" y="8764311"/>
                </a:lnTo>
                <a:lnTo>
                  <a:pt x="2619326" y="8739704"/>
                </a:lnTo>
                <a:lnTo>
                  <a:pt x="2661177" y="8714695"/>
                </a:lnTo>
                <a:lnTo>
                  <a:pt x="2702797" y="8689286"/>
                </a:lnTo>
                <a:lnTo>
                  <a:pt x="2744183" y="8663479"/>
                </a:lnTo>
                <a:lnTo>
                  <a:pt x="2785333" y="8637274"/>
                </a:lnTo>
                <a:lnTo>
                  <a:pt x="2826242" y="8610675"/>
                </a:lnTo>
                <a:lnTo>
                  <a:pt x="2866908" y="8583681"/>
                </a:lnTo>
                <a:lnTo>
                  <a:pt x="2907329" y="8556295"/>
                </a:lnTo>
                <a:lnTo>
                  <a:pt x="2947500" y="8528517"/>
                </a:lnTo>
                <a:lnTo>
                  <a:pt x="2987419" y="8500351"/>
                </a:lnTo>
                <a:lnTo>
                  <a:pt x="3027083" y="8471796"/>
                </a:lnTo>
                <a:lnTo>
                  <a:pt x="3066489" y="8442854"/>
                </a:lnTo>
                <a:lnTo>
                  <a:pt x="3105634" y="8413528"/>
                </a:lnTo>
                <a:lnTo>
                  <a:pt x="3144515" y="8383818"/>
                </a:lnTo>
                <a:lnTo>
                  <a:pt x="3183129" y="8353726"/>
                </a:lnTo>
                <a:lnTo>
                  <a:pt x="3221473" y="8323253"/>
                </a:lnTo>
                <a:lnTo>
                  <a:pt x="3259544" y="8292401"/>
                </a:lnTo>
                <a:lnTo>
                  <a:pt x="3297339" y="8261172"/>
                </a:lnTo>
                <a:lnTo>
                  <a:pt x="3334854" y="8229566"/>
                </a:lnTo>
                <a:lnTo>
                  <a:pt x="3372087" y="8197585"/>
                </a:lnTo>
                <a:lnTo>
                  <a:pt x="3409035" y="8165232"/>
                </a:lnTo>
                <a:lnTo>
                  <a:pt x="3445695" y="8132507"/>
                </a:lnTo>
                <a:lnTo>
                  <a:pt x="3482064" y="8099411"/>
                </a:lnTo>
                <a:lnTo>
                  <a:pt x="3518139" y="8065947"/>
                </a:lnTo>
                <a:lnTo>
                  <a:pt x="3553916" y="8032115"/>
                </a:lnTo>
                <a:lnTo>
                  <a:pt x="3589393" y="7997918"/>
                </a:lnTo>
                <a:lnTo>
                  <a:pt x="3624567" y="7963356"/>
                </a:lnTo>
                <a:lnTo>
                  <a:pt x="3659435" y="7928432"/>
                </a:lnTo>
                <a:lnTo>
                  <a:pt x="3693994" y="7893146"/>
                </a:lnTo>
                <a:lnTo>
                  <a:pt x="3728240" y="7857501"/>
                </a:lnTo>
                <a:lnTo>
                  <a:pt x="3762171" y="7821497"/>
                </a:lnTo>
                <a:lnTo>
                  <a:pt x="3795783" y="7785136"/>
                </a:lnTo>
                <a:lnTo>
                  <a:pt x="3829075" y="7748420"/>
                </a:lnTo>
                <a:lnTo>
                  <a:pt x="3862042" y="7711350"/>
                </a:lnTo>
                <a:lnTo>
                  <a:pt x="3894682" y="7673928"/>
                </a:lnTo>
                <a:lnTo>
                  <a:pt x="3926991" y="7636155"/>
                </a:lnTo>
                <a:lnTo>
                  <a:pt x="3958967" y="7598032"/>
                </a:lnTo>
                <a:lnTo>
                  <a:pt x="3990607" y="7559561"/>
                </a:lnTo>
                <a:lnTo>
                  <a:pt x="4021907" y="7520744"/>
                </a:lnTo>
                <a:lnTo>
                  <a:pt x="4052865" y="7481582"/>
                </a:lnTo>
                <a:lnTo>
                  <a:pt x="4083478" y="7442077"/>
                </a:lnTo>
                <a:lnTo>
                  <a:pt x="8022311" y="2307814"/>
                </a:lnTo>
                <a:lnTo>
                  <a:pt x="8052902" y="2268285"/>
                </a:lnTo>
                <a:lnTo>
                  <a:pt x="8083796" y="2229056"/>
                </a:lnTo>
                <a:lnTo>
                  <a:pt x="8114989" y="2190127"/>
                </a:lnTo>
                <a:lnTo>
                  <a:pt x="8146479" y="2151500"/>
                </a:lnTo>
                <a:lnTo>
                  <a:pt x="8178264" y="2113176"/>
                </a:lnTo>
                <a:lnTo>
                  <a:pt x="8210341" y="2075157"/>
                </a:lnTo>
                <a:lnTo>
                  <a:pt x="8242709" y="2037442"/>
                </a:lnTo>
                <a:lnTo>
                  <a:pt x="8275365" y="2000034"/>
                </a:lnTo>
                <a:lnTo>
                  <a:pt x="8308307" y="1962934"/>
                </a:lnTo>
                <a:lnTo>
                  <a:pt x="8341532" y="1926142"/>
                </a:lnTo>
                <a:lnTo>
                  <a:pt x="8375038" y="1889660"/>
                </a:lnTo>
                <a:lnTo>
                  <a:pt x="8408823" y="1853489"/>
                </a:lnTo>
                <a:lnTo>
                  <a:pt x="8442885" y="1817630"/>
                </a:lnTo>
                <a:lnTo>
                  <a:pt x="8477221" y="1782084"/>
                </a:lnTo>
                <a:lnTo>
                  <a:pt x="8511829" y="1746853"/>
                </a:lnTo>
                <a:lnTo>
                  <a:pt x="8546706" y="1711937"/>
                </a:lnTo>
                <a:lnTo>
                  <a:pt x="8581851" y="1677337"/>
                </a:lnTo>
                <a:lnTo>
                  <a:pt x="8617261" y="1643056"/>
                </a:lnTo>
                <a:lnTo>
                  <a:pt x="8652934" y="1609093"/>
                </a:lnTo>
                <a:lnTo>
                  <a:pt x="8688867" y="1575450"/>
                </a:lnTo>
                <a:lnTo>
                  <a:pt x="8725058" y="1542128"/>
                </a:lnTo>
                <a:lnTo>
                  <a:pt x="8761506" y="1509129"/>
                </a:lnTo>
                <a:lnTo>
                  <a:pt x="8798207" y="1476452"/>
                </a:lnTo>
                <a:lnTo>
                  <a:pt x="8835159" y="1444101"/>
                </a:lnTo>
                <a:lnTo>
                  <a:pt x="8872360" y="1412075"/>
                </a:lnTo>
                <a:lnTo>
                  <a:pt x="8909808" y="1380375"/>
                </a:lnTo>
                <a:lnTo>
                  <a:pt x="8947501" y="1349004"/>
                </a:lnTo>
                <a:lnTo>
                  <a:pt x="8985435" y="1317962"/>
                </a:lnTo>
                <a:lnTo>
                  <a:pt x="9023610" y="1287250"/>
                </a:lnTo>
                <a:lnTo>
                  <a:pt x="9062022" y="1256869"/>
                </a:lnTo>
                <a:lnTo>
                  <a:pt x="9100669" y="1226820"/>
                </a:lnTo>
                <a:lnTo>
                  <a:pt x="9139549" y="1197105"/>
                </a:lnTo>
                <a:lnTo>
                  <a:pt x="9178660" y="1167725"/>
                </a:lnTo>
                <a:lnTo>
                  <a:pt x="9217999" y="1138681"/>
                </a:lnTo>
                <a:lnTo>
                  <a:pt x="9257564" y="1109974"/>
                </a:lnTo>
                <a:lnTo>
                  <a:pt x="9297353" y="1081604"/>
                </a:lnTo>
                <a:lnTo>
                  <a:pt x="9337364" y="1053574"/>
                </a:lnTo>
                <a:lnTo>
                  <a:pt x="9377594" y="1025884"/>
                </a:lnTo>
                <a:lnTo>
                  <a:pt x="9418040" y="998536"/>
                </a:lnTo>
                <a:lnTo>
                  <a:pt x="9458702" y="971530"/>
                </a:lnTo>
                <a:lnTo>
                  <a:pt x="9499575" y="944868"/>
                </a:lnTo>
                <a:lnTo>
                  <a:pt x="9540659" y="918551"/>
                </a:lnTo>
                <a:lnTo>
                  <a:pt x="9581950" y="892580"/>
                </a:lnTo>
                <a:lnTo>
                  <a:pt x="9623447" y="866956"/>
                </a:lnTo>
                <a:lnTo>
                  <a:pt x="9665147" y="841681"/>
                </a:lnTo>
                <a:lnTo>
                  <a:pt x="9707048" y="816754"/>
                </a:lnTo>
                <a:lnTo>
                  <a:pt x="9749147" y="792179"/>
                </a:lnTo>
                <a:lnTo>
                  <a:pt x="9791443" y="767955"/>
                </a:lnTo>
                <a:lnTo>
                  <a:pt x="9833932" y="744083"/>
                </a:lnTo>
                <a:lnTo>
                  <a:pt x="9876613" y="720566"/>
                </a:lnTo>
                <a:lnTo>
                  <a:pt x="9919484" y="697404"/>
                </a:lnTo>
                <a:lnTo>
                  <a:pt x="9962542" y="674598"/>
                </a:lnTo>
                <a:lnTo>
                  <a:pt x="10005784" y="652149"/>
                </a:lnTo>
                <a:lnTo>
                  <a:pt x="10049209" y="630059"/>
                </a:lnTo>
                <a:lnTo>
                  <a:pt x="10092814" y="608328"/>
                </a:lnTo>
                <a:lnTo>
                  <a:pt x="10136597" y="586958"/>
                </a:lnTo>
                <a:lnTo>
                  <a:pt x="10180556" y="565950"/>
                </a:lnTo>
                <a:lnTo>
                  <a:pt x="10224688" y="545304"/>
                </a:lnTo>
                <a:lnTo>
                  <a:pt x="10268991" y="525023"/>
                </a:lnTo>
                <a:lnTo>
                  <a:pt x="10313463" y="505107"/>
                </a:lnTo>
                <a:lnTo>
                  <a:pt x="10358101" y="485558"/>
                </a:lnTo>
                <a:lnTo>
                  <a:pt x="10402903" y="466376"/>
                </a:lnTo>
                <a:lnTo>
                  <a:pt x="10447868" y="447563"/>
                </a:lnTo>
                <a:lnTo>
                  <a:pt x="10492991" y="429119"/>
                </a:lnTo>
                <a:lnTo>
                  <a:pt x="10538272" y="411046"/>
                </a:lnTo>
                <a:lnTo>
                  <a:pt x="10583708" y="393346"/>
                </a:lnTo>
                <a:lnTo>
                  <a:pt x="10629297" y="376018"/>
                </a:lnTo>
                <a:lnTo>
                  <a:pt x="10675036" y="359065"/>
                </a:lnTo>
                <a:lnTo>
                  <a:pt x="10720923" y="342487"/>
                </a:lnTo>
                <a:lnTo>
                  <a:pt x="10766956" y="326286"/>
                </a:lnTo>
                <a:lnTo>
                  <a:pt x="10813132" y="310462"/>
                </a:lnTo>
                <a:lnTo>
                  <a:pt x="10859450" y="295018"/>
                </a:lnTo>
                <a:lnTo>
                  <a:pt x="10905907" y="279953"/>
                </a:lnTo>
                <a:lnTo>
                  <a:pt x="10952500" y="265269"/>
                </a:lnTo>
                <a:lnTo>
                  <a:pt x="10999227" y="250968"/>
                </a:lnTo>
                <a:lnTo>
                  <a:pt x="11046087" y="237049"/>
                </a:lnTo>
                <a:lnTo>
                  <a:pt x="11093076" y="223516"/>
                </a:lnTo>
                <a:lnTo>
                  <a:pt x="11140193" y="210368"/>
                </a:lnTo>
                <a:lnTo>
                  <a:pt x="11187434" y="197606"/>
                </a:lnTo>
                <a:lnTo>
                  <a:pt x="11234799" y="185233"/>
                </a:lnTo>
                <a:lnTo>
                  <a:pt x="11282284" y="173248"/>
                </a:lnTo>
                <a:lnTo>
                  <a:pt x="11329888" y="161654"/>
                </a:lnTo>
                <a:lnTo>
                  <a:pt x="11377607" y="150451"/>
                </a:lnTo>
                <a:lnTo>
                  <a:pt x="11425440" y="139640"/>
                </a:lnTo>
                <a:lnTo>
                  <a:pt x="11473385" y="129223"/>
                </a:lnTo>
                <a:lnTo>
                  <a:pt x="11521439" y="119201"/>
                </a:lnTo>
                <a:lnTo>
                  <a:pt x="11569599" y="109574"/>
                </a:lnTo>
                <a:lnTo>
                  <a:pt x="11617864" y="100344"/>
                </a:lnTo>
                <a:lnTo>
                  <a:pt x="11666231" y="91512"/>
                </a:lnTo>
                <a:lnTo>
                  <a:pt x="11714698" y="83080"/>
                </a:lnTo>
                <a:lnTo>
                  <a:pt x="11763263" y="75047"/>
                </a:lnTo>
                <a:lnTo>
                  <a:pt x="11811923" y="67417"/>
                </a:lnTo>
                <a:lnTo>
                  <a:pt x="11860676" y="60188"/>
                </a:lnTo>
                <a:lnTo>
                  <a:pt x="11909519" y="53364"/>
                </a:lnTo>
                <a:lnTo>
                  <a:pt x="11958451" y="46944"/>
                </a:lnTo>
                <a:lnTo>
                  <a:pt x="12007470" y="40931"/>
                </a:lnTo>
                <a:lnTo>
                  <a:pt x="12056572" y="35324"/>
                </a:lnTo>
                <a:lnTo>
                  <a:pt x="12105756" y="30126"/>
                </a:lnTo>
                <a:lnTo>
                  <a:pt x="12155019" y="25337"/>
                </a:lnTo>
                <a:lnTo>
                  <a:pt x="12204359" y="20958"/>
                </a:lnTo>
                <a:lnTo>
                  <a:pt x="12253773" y="16991"/>
                </a:lnTo>
                <a:lnTo>
                  <a:pt x="12303260" y="13437"/>
                </a:lnTo>
                <a:lnTo>
                  <a:pt x="12352818" y="10297"/>
                </a:lnTo>
                <a:lnTo>
                  <a:pt x="12402443" y="7572"/>
                </a:lnTo>
                <a:lnTo>
                  <a:pt x="12452133" y="5263"/>
                </a:lnTo>
                <a:lnTo>
                  <a:pt x="12501887" y="3371"/>
                </a:lnTo>
                <a:lnTo>
                  <a:pt x="12551701" y="1898"/>
                </a:lnTo>
                <a:lnTo>
                  <a:pt x="12601574" y="844"/>
                </a:lnTo>
                <a:lnTo>
                  <a:pt x="12651504" y="211"/>
                </a:lnTo>
                <a:lnTo>
                  <a:pt x="12701487" y="0"/>
                </a:lnTo>
                <a:lnTo>
                  <a:pt x="13158798" y="0"/>
                </a:lnTo>
              </a:path>
            </a:pathLst>
          </a:custGeom>
          <a:ln w="19050">
            <a:gradFill>
              <a:gsLst>
                <a:gs pos="18000">
                  <a:schemeClr val="accent2"/>
                </a:gs>
                <a:gs pos="0">
                  <a:schemeClr val="bg1">
                    <a:alpha val="0"/>
                  </a:schemeClr>
                </a:gs>
              </a:gsLst>
              <a:lin ang="5400000" scaled="0"/>
            </a:gradFill>
          </a:ln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147355C3-E565-CD06-62D4-5A5093D7D7B3}"/>
              </a:ext>
            </a:extLst>
          </p:cNvPr>
          <p:cNvCxnSpPr>
            <a:cxnSpLocks/>
          </p:cNvCxnSpPr>
          <p:nvPr/>
        </p:nvCxnSpPr>
        <p:spPr>
          <a:xfrm flipH="1">
            <a:off x="334962" y="6678798"/>
            <a:ext cx="10980001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63601034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065">
          <p15:clr>
            <a:srgbClr val="FBAE40"/>
          </p15:clr>
        </p15:guide>
        <p15:guide id="2" pos="211">
          <p15:clr>
            <a:srgbClr val="FBAE40"/>
          </p15:clr>
        </p15:guide>
        <p15:guide id="3" orient="horz" pos="3997">
          <p15:clr>
            <a:srgbClr val="FBAE40"/>
          </p15:clr>
        </p15:guide>
        <p15:guide id="4" pos="7469">
          <p15:clr>
            <a:srgbClr val="FBAE40"/>
          </p15:clr>
        </p15:guide>
        <p15:guide id="5" orient="horz" pos="232">
          <p15:clr>
            <a:srgbClr val="FBAE40"/>
          </p15:clr>
        </p15:guide>
        <p15:guide id="6" orient="horz" pos="504">
          <p15:clr>
            <a:srgbClr val="FBAE40"/>
          </p15:clr>
        </p15:guide>
        <p15:guide id="7" orient="horz" pos="799">
          <p15:clr>
            <a:srgbClr val="FBAE40"/>
          </p15:clr>
        </p15:guide>
      </p15:sldGuideLst>
    </p:ext>
  </p:extLst>
</p:sldLayout>
</file>

<file path=ppt/slideLayouts/slideLayout1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Índice - Offwhite - 10 títulos">
    <p:bg>
      <p:bgPr>
        <a:gradFill>
          <a:gsLst>
            <a:gs pos="67000">
              <a:schemeClr val="tx1"/>
            </a:gs>
            <a:gs pos="100000">
              <a:schemeClr val="tx1"/>
            </a:gs>
            <a:gs pos="0">
              <a:srgbClr val="161B21"/>
            </a:gs>
          </a:gsLst>
          <a:lin ang="84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" name="Espaço Reservado para Número de Slide 5">
            <a:extLst>
              <a:ext uri="{FF2B5EF4-FFF2-40B4-BE49-F238E27FC236}">
                <a16:creationId xmlns:a16="http://schemas.microsoft.com/office/drawing/2014/main" id="{8B43B5D6-9411-2916-3463-C0BBC4CE3A6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95" name="Text Placeholder 3">
            <a:extLst>
              <a:ext uri="{FF2B5EF4-FFF2-40B4-BE49-F238E27FC236}">
                <a16:creationId xmlns:a16="http://schemas.microsoft.com/office/drawing/2014/main" id="{1F9E0DEB-08E9-5248-44F9-9916F0925C87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pt-BR"/>
              <a:t>Índice | Até 10 títulos</a:t>
            </a:r>
            <a:endParaRPr lang="en-US"/>
          </a:p>
        </p:txBody>
      </p:sp>
      <p:sp>
        <p:nvSpPr>
          <p:cNvPr id="96" name="Text Placeholder 10">
            <a:extLst>
              <a:ext uri="{FF2B5EF4-FFF2-40B4-BE49-F238E27FC236}">
                <a16:creationId xmlns:a16="http://schemas.microsoft.com/office/drawing/2014/main" id="{86EE135B-8461-A8E5-B808-1CCC5F3ABF32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defRPr sz="900" baseline="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7" name="Text Placeholder 21">
            <a:extLst>
              <a:ext uri="{FF2B5EF4-FFF2-40B4-BE49-F238E27FC236}">
                <a16:creationId xmlns:a16="http://schemas.microsoft.com/office/drawing/2014/main" id="{C68EECD8-4868-C403-065A-798C94914B21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1217549" y="1232282"/>
            <a:ext cx="4304945" cy="58564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98" name="Text Placeholder 21">
            <a:extLst>
              <a:ext uri="{FF2B5EF4-FFF2-40B4-BE49-F238E27FC236}">
                <a16:creationId xmlns:a16="http://schemas.microsoft.com/office/drawing/2014/main" id="{377F7479-B5E7-D307-06B9-71E3BA37F3EF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1217549" y="2153417"/>
            <a:ext cx="4304945" cy="595341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99" name="Text Placeholder 21">
            <a:extLst>
              <a:ext uri="{FF2B5EF4-FFF2-40B4-BE49-F238E27FC236}">
                <a16:creationId xmlns:a16="http://schemas.microsoft.com/office/drawing/2014/main" id="{A9CB3A34-F081-C677-A00F-67C1873C062A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1217549" y="3163685"/>
            <a:ext cx="4304945" cy="60135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0" name="Text Placeholder 21">
            <a:extLst>
              <a:ext uri="{FF2B5EF4-FFF2-40B4-BE49-F238E27FC236}">
                <a16:creationId xmlns:a16="http://schemas.microsoft.com/office/drawing/2014/main" id="{66627ED0-3A46-8737-6897-D3BDDB091302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1217549" y="4182010"/>
            <a:ext cx="4304945" cy="60135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1" name="Text Placeholder 21">
            <a:extLst>
              <a:ext uri="{FF2B5EF4-FFF2-40B4-BE49-F238E27FC236}">
                <a16:creationId xmlns:a16="http://schemas.microsoft.com/office/drawing/2014/main" id="{4A98C90D-F543-2D3A-9F32-FF02504B384D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6978587" y="1232282"/>
            <a:ext cx="4304945" cy="581956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2" name="Text Placeholder 21">
            <a:extLst>
              <a:ext uri="{FF2B5EF4-FFF2-40B4-BE49-F238E27FC236}">
                <a16:creationId xmlns:a16="http://schemas.microsoft.com/office/drawing/2014/main" id="{02D303FD-4338-9202-3742-445CFAC544F9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6978587" y="2153417"/>
            <a:ext cx="4304945" cy="591654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3" name="Text Placeholder 21">
            <a:extLst>
              <a:ext uri="{FF2B5EF4-FFF2-40B4-BE49-F238E27FC236}">
                <a16:creationId xmlns:a16="http://schemas.microsoft.com/office/drawing/2014/main" id="{DAB51C54-4BA1-024C-8F1D-E61343BFAC42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978587" y="3163685"/>
            <a:ext cx="4304945" cy="591654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4" name="Text Placeholder 21">
            <a:extLst>
              <a:ext uri="{FF2B5EF4-FFF2-40B4-BE49-F238E27FC236}">
                <a16:creationId xmlns:a16="http://schemas.microsoft.com/office/drawing/2014/main" id="{31C27C31-0117-4C41-7DD9-9A95AE01F9D5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6978587" y="4182010"/>
            <a:ext cx="4304945" cy="597666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5" name="Text Placeholder 21">
            <a:extLst>
              <a:ext uri="{FF2B5EF4-FFF2-40B4-BE49-F238E27FC236}">
                <a16:creationId xmlns:a16="http://schemas.microsoft.com/office/drawing/2014/main" id="{305C7304-230E-F6CE-A76D-99DF1E692F08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334964" y="1232282"/>
            <a:ext cx="666897" cy="666897"/>
          </a:xfrm>
          <a:prstGeom prst="rect">
            <a:avLst/>
          </a:prstGeom>
          <a:noFill/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1.</a:t>
            </a:r>
            <a:endParaRPr lang="pt-BR"/>
          </a:p>
        </p:txBody>
      </p:sp>
      <p:sp>
        <p:nvSpPr>
          <p:cNvPr id="106" name="Text Placeholder 21">
            <a:extLst>
              <a:ext uri="{FF2B5EF4-FFF2-40B4-BE49-F238E27FC236}">
                <a16:creationId xmlns:a16="http://schemas.microsoft.com/office/drawing/2014/main" id="{646BD931-2CC9-4B26-938C-C6A9327B317A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334964" y="2153417"/>
            <a:ext cx="666897" cy="666897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2.</a:t>
            </a:r>
            <a:endParaRPr lang="pt-BR"/>
          </a:p>
        </p:txBody>
      </p:sp>
      <p:sp>
        <p:nvSpPr>
          <p:cNvPr id="107" name="Text Placeholder 21">
            <a:extLst>
              <a:ext uri="{FF2B5EF4-FFF2-40B4-BE49-F238E27FC236}">
                <a16:creationId xmlns:a16="http://schemas.microsoft.com/office/drawing/2014/main" id="{7EF60F9A-51DE-3649-80E7-711C186485AA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334964" y="3163685"/>
            <a:ext cx="666897" cy="666897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3.</a:t>
            </a:r>
            <a:endParaRPr lang="pt-BR"/>
          </a:p>
        </p:txBody>
      </p:sp>
      <p:sp>
        <p:nvSpPr>
          <p:cNvPr id="108" name="Text Placeholder 21">
            <a:extLst>
              <a:ext uri="{FF2B5EF4-FFF2-40B4-BE49-F238E27FC236}">
                <a16:creationId xmlns:a16="http://schemas.microsoft.com/office/drawing/2014/main" id="{454FB385-5582-984D-3BEC-2409DCFBBEA7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334964" y="4182010"/>
            <a:ext cx="666897" cy="666897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4.</a:t>
            </a:r>
            <a:endParaRPr lang="pt-BR"/>
          </a:p>
        </p:txBody>
      </p:sp>
      <p:sp>
        <p:nvSpPr>
          <p:cNvPr id="109" name="Text Placeholder 21">
            <a:extLst>
              <a:ext uri="{FF2B5EF4-FFF2-40B4-BE49-F238E27FC236}">
                <a16:creationId xmlns:a16="http://schemas.microsoft.com/office/drawing/2014/main" id="{48AFB4A3-A713-3B36-5C4C-116B17982407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6096002" y="1232282"/>
            <a:ext cx="666897" cy="666897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6.</a:t>
            </a:r>
            <a:endParaRPr lang="pt-BR"/>
          </a:p>
        </p:txBody>
      </p:sp>
      <p:sp>
        <p:nvSpPr>
          <p:cNvPr id="110" name="Text Placeholder 21">
            <a:extLst>
              <a:ext uri="{FF2B5EF4-FFF2-40B4-BE49-F238E27FC236}">
                <a16:creationId xmlns:a16="http://schemas.microsoft.com/office/drawing/2014/main" id="{455A5A6A-C346-A345-7676-47650852DEC5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6096002" y="2153417"/>
            <a:ext cx="666897" cy="666897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7.</a:t>
            </a:r>
            <a:endParaRPr lang="pt-BR"/>
          </a:p>
        </p:txBody>
      </p:sp>
      <p:sp>
        <p:nvSpPr>
          <p:cNvPr id="111" name="Text Placeholder 21">
            <a:extLst>
              <a:ext uri="{FF2B5EF4-FFF2-40B4-BE49-F238E27FC236}">
                <a16:creationId xmlns:a16="http://schemas.microsoft.com/office/drawing/2014/main" id="{C9036724-53EE-61EA-4F36-0647670CC647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6096002" y="3163685"/>
            <a:ext cx="666897" cy="666897"/>
          </a:xfrm>
          <a:prstGeom prst="rect">
            <a:avLst/>
          </a:prstGeom>
          <a:noFill/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8.</a:t>
            </a:r>
            <a:endParaRPr lang="pt-BR"/>
          </a:p>
        </p:txBody>
      </p:sp>
      <p:sp>
        <p:nvSpPr>
          <p:cNvPr id="112" name="Text Placeholder 21">
            <a:extLst>
              <a:ext uri="{FF2B5EF4-FFF2-40B4-BE49-F238E27FC236}">
                <a16:creationId xmlns:a16="http://schemas.microsoft.com/office/drawing/2014/main" id="{59FC8DE1-DA8C-E6FC-0074-C1233AE33862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6096002" y="4182010"/>
            <a:ext cx="666897" cy="666897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9.</a:t>
            </a:r>
            <a:endParaRPr lang="pt-BR"/>
          </a:p>
        </p:txBody>
      </p:sp>
      <p:sp>
        <p:nvSpPr>
          <p:cNvPr id="113" name="Text Placeholder 21">
            <a:extLst>
              <a:ext uri="{FF2B5EF4-FFF2-40B4-BE49-F238E27FC236}">
                <a16:creationId xmlns:a16="http://schemas.microsoft.com/office/drawing/2014/main" id="{CD7EC131-607A-502B-D5DB-EACD3848C447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1217549" y="5195931"/>
            <a:ext cx="4304945" cy="60135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14" name="Text Placeholder 21">
            <a:extLst>
              <a:ext uri="{FF2B5EF4-FFF2-40B4-BE49-F238E27FC236}">
                <a16:creationId xmlns:a16="http://schemas.microsoft.com/office/drawing/2014/main" id="{39366CD8-736E-E9F0-1631-408CE9342B73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6978587" y="5195931"/>
            <a:ext cx="4304945" cy="597666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15" name="Text Placeholder 21">
            <a:extLst>
              <a:ext uri="{FF2B5EF4-FFF2-40B4-BE49-F238E27FC236}">
                <a16:creationId xmlns:a16="http://schemas.microsoft.com/office/drawing/2014/main" id="{A36BD412-4DD9-0776-5A73-B5939ACF9185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334964" y="5195931"/>
            <a:ext cx="666897" cy="666897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5.</a:t>
            </a:r>
            <a:endParaRPr lang="pt-BR"/>
          </a:p>
        </p:txBody>
      </p:sp>
      <p:sp>
        <p:nvSpPr>
          <p:cNvPr id="116" name="Text Placeholder 21">
            <a:extLst>
              <a:ext uri="{FF2B5EF4-FFF2-40B4-BE49-F238E27FC236}">
                <a16:creationId xmlns:a16="http://schemas.microsoft.com/office/drawing/2014/main" id="{0D56432C-F90B-BE78-9849-16EDFA25EDF3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6096002" y="5195931"/>
            <a:ext cx="666897" cy="666897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10.</a:t>
            </a:r>
            <a:endParaRPr lang="pt-BR"/>
          </a:p>
        </p:txBody>
      </p:sp>
      <p:sp>
        <p:nvSpPr>
          <p:cNvPr id="3" name="Picture 8">
            <a:extLst>
              <a:ext uri="{FF2B5EF4-FFF2-40B4-BE49-F238E27FC236}">
                <a16:creationId xmlns:a16="http://schemas.microsoft.com/office/drawing/2014/main" id="{15C4B308-9A73-C952-BC94-A59F0C0C9921}"/>
              </a:ext>
            </a:extLst>
          </p:cNvPr>
          <p:cNvSpPr/>
          <p:nvPr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/>
          </a:p>
        </p:txBody>
      </p:sp>
      <p:cxnSp>
        <p:nvCxnSpPr>
          <p:cNvPr id="2" name="Straight Connector 1">
            <a:extLst>
              <a:ext uri="{FF2B5EF4-FFF2-40B4-BE49-F238E27FC236}">
                <a16:creationId xmlns:a16="http://schemas.microsoft.com/office/drawing/2014/main" id="{CE520D13-0977-0020-E843-B1F49AD9DBB4}"/>
              </a:ext>
            </a:extLst>
          </p:cNvPr>
          <p:cNvCxnSpPr>
            <a:cxnSpLocks/>
          </p:cNvCxnSpPr>
          <p:nvPr/>
        </p:nvCxnSpPr>
        <p:spPr>
          <a:xfrm>
            <a:off x="0" y="169333"/>
            <a:ext cx="12229571" cy="0"/>
          </a:xfrm>
          <a:prstGeom prst="line">
            <a:avLst/>
          </a:prstGeom>
          <a:ln w="1905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object 4">
            <a:extLst>
              <a:ext uri="{FF2B5EF4-FFF2-40B4-BE49-F238E27FC236}">
                <a16:creationId xmlns:a16="http://schemas.microsoft.com/office/drawing/2014/main" id="{C3E900F5-D2B5-DCE6-DEB6-07FA9585743D}"/>
              </a:ext>
            </a:extLst>
          </p:cNvPr>
          <p:cNvSpPr/>
          <p:nvPr/>
        </p:nvSpPr>
        <p:spPr>
          <a:xfrm rot="10247908" flipH="1">
            <a:off x="4106509" y="-4146683"/>
            <a:ext cx="8001039" cy="5749648"/>
          </a:xfrm>
          <a:custGeom>
            <a:avLst/>
            <a:gdLst>
              <a:gd name="connsiteX0" fmla="*/ 0 w 13940157"/>
              <a:gd name="connsiteY0" fmla="*/ 9200719 h 9456078"/>
              <a:gd name="connsiteX1" fmla="*/ 781360 w 13940157"/>
              <a:gd name="connsiteY1" fmla="*/ 9456078 h 9456078"/>
              <a:gd name="connsiteX2" fmla="*/ 831337 w 13940157"/>
              <a:gd name="connsiteY2" fmla="*/ 9455836 h 9456078"/>
              <a:gd name="connsiteX3" fmla="*/ 881253 w 13940157"/>
              <a:gd name="connsiteY3" fmla="*/ 9455111 h 9456078"/>
              <a:gd name="connsiteX4" fmla="*/ 931102 w 13940157"/>
              <a:gd name="connsiteY4" fmla="*/ 9453904 h 9456078"/>
              <a:gd name="connsiteX5" fmla="*/ 980884 w 13940157"/>
              <a:gd name="connsiteY5" fmla="*/ 9452217 h 9456078"/>
              <a:gd name="connsiteX6" fmla="*/ 1030594 w 13940157"/>
              <a:gd name="connsiteY6" fmla="*/ 9450052 h 9456078"/>
              <a:gd name="connsiteX7" fmla="*/ 1080230 w 13940157"/>
              <a:gd name="connsiteY7" fmla="*/ 9447409 h 9456078"/>
              <a:gd name="connsiteX8" fmla="*/ 1129789 w 13940157"/>
              <a:gd name="connsiteY8" fmla="*/ 9444290 h 9456078"/>
              <a:gd name="connsiteX9" fmla="*/ 1179267 w 13940157"/>
              <a:gd name="connsiteY9" fmla="*/ 9440698 h 9456078"/>
              <a:gd name="connsiteX10" fmla="*/ 1228662 w 13940157"/>
              <a:gd name="connsiteY10" fmla="*/ 9436632 h 9456078"/>
              <a:gd name="connsiteX11" fmla="*/ 1277970 w 13940157"/>
              <a:gd name="connsiteY11" fmla="*/ 9432096 h 9456078"/>
              <a:gd name="connsiteX12" fmla="*/ 1327189 w 13940157"/>
              <a:gd name="connsiteY12" fmla="*/ 9427089 h 9456078"/>
              <a:gd name="connsiteX13" fmla="*/ 1376316 w 13940157"/>
              <a:gd name="connsiteY13" fmla="*/ 9421615 h 9456078"/>
              <a:gd name="connsiteX14" fmla="*/ 1425347 w 13940157"/>
              <a:gd name="connsiteY14" fmla="*/ 9415673 h 9456078"/>
              <a:gd name="connsiteX15" fmla="*/ 1474280 w 13940157"/>
              <a:gd name="connsiteY15" fmla="*/ 9409267 h 9456078"/>
              <a:gd name="connsiteX16" fmla="*/ 1523111 w 13940157"/>
              <a:gd name="connsiteY16" fmla="*/ 9402396 h 9456078"/>
              <a:gd name="connsiteX17" fmla="*/ 1571838 w 13940157"/>
              <a:gd name="connsiteY17" fmla="*/ 9395063 h 9456078"/>
              <a:gd name="connsiteX18" fmla="*/ 1620458 w 13940157"/>
              <a:gd name="connsiteY18" fmla="*/ 9387270 h 9456078"/>
              <a:gd name="connsiteX19" fmla="*/ 1668967 w 13940157"/>
              <a:gd name="connsiteY19" fmla="*/ 9379017 h 9456078"/>
              <a:gd name="connsiteX20" fmla="*/ 1717362 w 13940157"/>
              <a:gd name="connsiteY20" fmla="*/ 9370306 h 9456078"/>
              <a:gd name="connsiteX21" fmla="*/ 1765641 w 13940157"/>
              <a:gd name="connsiteY21" fmla="*/ 9361139 h 9456078"/>
              <a:gd name="connsiteX22" fmla="*/ 1813800 w 13940157"/>
              <a:gd name="connsiteY22" fmla="*/ 9351517 h 9456078"/>
              <a:gd name="connsiteX23" fmla="*/ 1861837 w 13940157"/>
              <a:gd name="connsiteY23" fmla="*/ 9341441 h 9456078"/>
              <a:gd name="connsiteX24" fmla="*/ 1909749 w 13940157"/>
              <a:gd name="connsiteY24" fmla="*/ 9330914 h 9456078"/>
              <a:gd name="connsiteX25" fmla="*/ 1957532 w 13940157"/>
              <a:gd name="connsiteY25" fmla="*/ 9319936 h 9456078"/>
              <a:gd name="connsiteX26" fmla="*/ 2005183 w 13940157"/>
              <a:gd name="connsiteY26" fmla="*/ 9308509 h 9456078"/>
              <a:gd name="connsiteX27" fmla="*/ 2052699 w 13940157"/>
              <a:gd name="connsiteY27" fmla="*/ 9296635 h 9456078"/>
              <a:gd name="connsiteX28" fmla="*/ 2100079 w 13940157"/>
              <a:gd name="connsiteY28" fmla="*/ 9284315 h 9456078"/>
              <a:gd name="connsiteX29" fmla="*/ 2147317 w 13940157"/>
              <a:gd name="connsiteY29" fmla="*/ 9271550 h 9456078"/>
              <a:gd name="connsiteX30" fmla="*/ 2194412 w 13940157"/>
              <a:gd name="connsiteY30" fmla="*/ 9258342 h 9456078"/>
              <a:gd name="connsiteX31" fmla="*/ 2241360 w 13940157"/>
              <a:gd name="connsiteY31" fmla="*/ 9244693 h 9456078"/>
              <a:gd name="connsiteX32" fmla="*/ 2288159 w 13940157"/>
              <a:gd name="connsiteY32" fmla="*/ 9230604 h 9456078"/>
              <a:gd name="connsiteX33" fmla="*/ 2334805 w 13940157"/>
              <a:gd name="connsiteY33" fmla="*/ 9216076 h 9456078"/>
              <a:gd name="connsiteX34" fmla="*/ 2381295 w 13940157"/>
              <a:gd name="connsiteY34" fmla="*/ 9201111 h 9456078"/>
              <a:gd name="connsiteX35" fmla="*/ 2427627 w 13940157"/>
              <a:gd name="connsiteY35" fmla="*/ 9185710 h 9456078"/>
              <a:gd name="connsiteX36" fmla="*/ 2473797 w 13940157"/>
              <a:gd name="connsiteY36" fmla="*/ 9169876 h 9456078"/>
              <a:gd name="connsiteX37" fmla="*/ 2519802 w 13940157"/>
              <a:gd name="connsiteY37" fmla="*/ 9153608 h 9456078"/>
              <a:gd name="connsiteX38" fmla="*/ 2565640 w 13940157"/>
              <a:gd name="connsiteY38" fmla="*/ 9136910 h 9456078"/>
              <a:gd name="connsiteX39" fmla="*/ 2611307 w 13940157"/>
              <a:gd name="connsiteY39" fmla="*/ 9119782 h 9456078"/>
              <a:gd name="connsiteX40" fmla="*/ 2656800 w 13940157"/>
              <a:gd name="connsiteY40" fmla="*/ 9102226 h 9456078"/>
              <a:gd name="connsiteX41" fmla="*/ 2702116 w 13940157"/>
              <a:gd name="connsiteY41" fmla="*/ 9084243 h 9456078"/>
              <a:gd name="connsiteX42" fmla="*/ 2747253 w 13940157"/>
              <a:gd name="connsiteY42" fmla="*/ 9065835 h 9456078"/>
              <a:gd name="connsiteX43" fmla="*/ 2792207 w 13940157"/>
              <a:gd name="connsiteY43" fmla="*/ 9047004 h 9456078"/>
              <a:gd name="connsiteX44" fmla="*/ 2836975 w 13940157"/>
              <a:gd name="connsiteY44" fmla="*/ 9027750 h 9456078"/>
              <a:gd name="connsiteX45" fmla="*/ 2881555 w 13940157"/>
              <a:gd name="connsiteY45" fmla="*/ 9008075 h 9456078"/>
              <a:gd name="connsiteX46" fmla="*/ 2925942 w 13940157"/>
              <a:gd name="connsiteY46" fmla="*/ 8987981 h 9456078"/>
              <a:gd name="connsiteX47" fmla="*/ 2970135 w 13940157"/>
              <a:gd name="connsiteY47" fmla="*/ 8967470 h 9456078"/>
              <a:gd name="connsiteX48" fmla="*/ 3014130 w 13940157"/>
              <a:gd name="connsiteY48" fmla="*/ 8946542 h 9456078"/>
              <a:gd name="connsiteX49" fmla="*/ 3057924 w 13940157"/>
              <a:gd name="connsiteY49" fmla="*/ 8925199 h 9456078"/>
              <a:gd name="connsiteX50" fmla="*/ 3101514 w 13940157"/>
              <a:gd name="connsiteY50" fmla="*/ 8903443 h 9456078"/>
              <a:gd name="connsiteX51" fmla="*/ 3144898 w 13940157"/>
              <a:gd name="connsiteY51" fmla="*/ 8881275 h 9456078"/>
              <a:gd name="connsiteX52" fmla="*/ 3188071 w 13940157"/>
              <a:gd name="connsiteY52" fmla="*/ 8858697 h 9456078"/>
              <a:gd name="connsiteX53" fmla="*/ 3231032 w 13940157"/>
              <a:gd name="connsiteY53" fmla="*/ 8835710 h 9456078"/>
              <a:gd name="connsiteX54" fmla="*/ 3273777 w 13940157"/>
              <a:gd name="connsiteY54" fmla="*/ 8812316 h 9456078"/>
              <a:gd name="connsiteX55" fmla="*/ 3316303 w 13940157"/>
              <a:gd name="connsiteY55" fmla="*/ 8788516 h 9456078"/>
              <a:gd name="connsiteX56" fmla="*/ 3358607 w 13940157"/>
              <a:gd name="connsiteY56" fmla="*/ 8764311 h 9456078"/>
              <a:gd name="connsiteX57" fmla="*/ 3400686 w 13940157"/>
              <a:gd name="connsiteY57" fmla="*/ 8739704 h 9456078"/>
              <a:gd name="connsiteX58" fmla="*/ 3442537 w 13940157"/>
              <a:gd name="connsiteY58" fmla="*/ 8714695 h 9456078"/>
              <a:gd name="connsiteX59" fmla="*/ 3484157 w 13940157"/>
              <a:gd name="connsiteY59" fmla="*/ 8689286 h 9456078"/>
              <a:gd name="connsiteX60" fmla="*/ 3525543 w 13940157"/>
              <a:gd name="connsiteY60" fmla="*/ 8663479 h 9456078"/>
              <a:gd name="connsiteX61" fmla="*/ 3566693 w 13940157"/>
              <a:gd name="connsiteY61" fmla="*/ 8637274 h 9456078"/>
              <a:gd name="connsiteX62" fmla="*/ 3607602 w 13940157"/>
              <a:gd name="connsiteY62" fmla="*/ 8610675 h 9456078"/>
              <a:gd name="connsiteX63" fmla="*/ 3648268 w 13940157"/>
              <a:gd name="connsiteY63" fmla="*/ 8583681 h 9456078"/>
              <a:gd name="connsiteX64" fmla="*/ 3688689 w 13940157"/>
              <a:gd name="connsiteY64" fmla="*/ 8556295 h 9456078"/>
              <a:gd name="connsiteX65" fmla="*/ 3728860 w 13940157"/>
              <a:gd name="connsiteY65" fmla="*/ 8528517 h 9456078"/>
              <a:gd name="connsiteX66" fmla="*/ 3768779 w 13940157"/>
              <a:gd name="connsiteY66" fmla="*/ 8500351 h 9456078"/>
              <a:gd name="connsiteX67" fmla="*/ 3808443 w 13940157"/>
              <a:gd name="connsiteY67" fmla="*/ 8471796 h 9456078"/>
              <a:gd name="connsiteX68" fmla="*/ 3847849 w 13940157"/>
              <a:gd name="connsiteY68" fmla="*/ 8442854 h 9456078"/>
              <a:gd name="connsiteX69" fmla="*/ 3886994 w 13940157"/>
              <a:gd name="connsiteY69" fmla="*/ 8413528 h 9456078"/>
              <a:gd name="connsiteX70" fmla="*/ 3925875 w 13940157"/>
              <a:gd name="connsiteY70" fmla="*/ 8383818 h 9456078"/>
              <a:gd name="connsiteX71" fmla="*/ 3964489 w 13940157"/>
              <a:gd name="connsiteY71" fmla="*/ 8353726 h 9456078"/>
              <a:gd name="connsiteX72" fmla="*/ 4002833 w 13940157"/>
              <a:gd name="connsiteY72" fmla="*/ 8323253 h 9456078"/>
              <a:gd name="connsiteX73" fmla="*/ 4040904 w 13940157"/>
              <a:gd name="connsiteY73" fmla="*/ 8292401 h 9456078"/>
              <a:gd name="connsiteX74" fmla="*/ 4078699 w 13940157"/>
              <a:gd name="connsiteY74" fmla="*/ 8261172 h 9456078"/>
              <a:gd name="connsiteX75" fmla="*/ 4116214 w 13940157"/>
              <a:gd name="connsiteY75" fmla="*/ 8229566 h 9456078"/>
              <a:gd name="connsiteX76" fmla="*/ 4153447 w 13940157"/>
              <a:gd name="connsiteY76" fmla="*/ 8197585 h 9456078"/>
              <a:gd name="connsiteX77" fmla="*/ 4190395 w 13940157"/>
              <a:gd name="connsiteY77" fmla="*/ 8165232 h 9456078"/>
              <a:gd name="connsiteX78" fmla="*/ 4227055 w 13940157"/>
              <a:gd name="connsiteY78" fmla="*/ 8132507 h 9456078"/>
              <a:gd name="connsiteX79" fmla="*/ 4263424 w 13940157"/>
              <a:gd name="connsiteY79" fmla="*/ 8099411 h 9456078"/>
              <a:gd name="connsiteX80" fmla="*/ 4299499 w 13940157"/>
              <a:gd name="connsiteY80" fmla="*/ 8065947 h 9456078"/>
              <a:gd name="connsiteX81" fmla="*/ 4335276 w 13940157"/>
              <a:gd name="connsiteY81" fmla="*/ 8032115 h 9456078"/>
              <a:gd name="connsiteX82" fmla="*/ 4370753 w 13940157"/>
              <a:gd name="connsiteY82" fmla="*/ 7997918 h 9456078"/>
              <a:gd name="connsiteX83" fmla="*/ 4405927 w 13940157"/>
              <a:gd name="connsiteY83" fmla="*/ 7963356 h 9456078"/>
              <a:gd name="connsiteX84" fmla="*/ 4440795 w 13940157"/>
              <a:gd name="connsiteY84" fmla="*/ 7928432 h 9456078"/>
              <a:gd name="connsiteX85" fmla="*/ 4475354 w 13940157"/>
              <a:gd name="connsiteY85" fmla="*/ 7893146 h 9456078"/>
              <a:gd name="connsiteX86" fmla="*/ 4509600 w 13940157"/>
              <a:gd name="connsiteY86" fmla="*/ 7857501 h 9456078"/>
              <a:gd name="connsiteX87" fmla="*/ 4543531 w 13940157"/>
              <a:gd name="connsiteY87" fmla="*/ 7821497 h 9456078"/>
              <a:gd name="connsiteX88" fmla="*/ 4577143 w 13940157"/>
              <a:gd name="connsiteY88" fmla="*/ 7785136 h 9456078"/>
              <a:gd name="connsiteX89" fmla="*/ 4610435 w 13940157"/>
              <a:gd name="connsiteY89" fmla="*/ 7748420 h 9456078"/>
              <a:gd name="connsiteX90" fmla="*/ 4643402 w 13940157"/>
              <a:gd name="connsiteY90" fmla="*/ 7711350 h 9456078"/>
              <a:gd name="connsiteX91" fmla="*/ 4676042 w 13940157"/>
              <a:gd name="connsiteY91" fmla="*/ 7673928 h 9456078"/>
              <a:gd name="connsiteX92" fmla="*/ 4708351 w 13940157"/>
              <a:gd name="connsiteY92" fmla="*/ 7636155 h 9456078"/>
              <a:gd name="connsiteX93" fmla="*/ 4740327 w 13940157"/>
              <a:gd name="connsiteY93" fmla="*/ 7598032 h 9456078"/>
              <a:gd name="connsiteX94" fmla="*/ 4771967 w 13940157"/>
              <a:gd name="connsiteY94" fmla="*/ 7559561 h 9456078"/>
              <a:gd name="connsiteX95" fmla="*/ 4803267 w 13940157"/>
              <a:gd name="connsiteY95" fmla="*/ 7520744 h 9456078"/>
              <a:gd name="connsiteX96" fmla="*/ 4834225 w 13940157"/>
              <a:gd name="connsiteY96" fmla="*/ 7481582 h 9456078"/>
              <a:gd name="connsiteX97" fmla="*/ 4864838 w 13940157"/>
              <a:gd name="connsiteY97" fmla="*/ 7442077 h 9456078"/>
              <a:gd name="connsiteX98" fmla="*/ 8803671 w 13940157"/>
              <a:gd name="connsiteY98" fmla="*/ 2307814 h 9456078"/>
              <a:gd name="connsiteX99" fmla="*/ 8834262 w 13940157"/>
              <a:gd name="connsiteY99" fmla="*/ 2268285 h 9456078"/>
              <a:gd name="connsiteX100" fmla="*/ 8865156 w 13940157"/>
              <a:gd name="connsiteY100" fmla="*/ 2229056 h 9456078"/>
              <a:gd name="connsiteX101" fmla="*/ 8896349 w 13940157"/>
              <a:gd name="connsiteY101" fmla="*/ 2190127 h 9456078"/>
              <a:gd name="connsiteX102" fmla="*/ 8927839 w 13940157"/>
              <a:gd name="connsiteY102" fmla="*/ 2151500 h 9456078"/>
              <a:gd name="connsiteX103" fmla="*/ 8959624 w 13940157"/>
              <a:gd name="connsiteY103" fmla="*/ 2113176 h 9456078"/>
              <a:gd name="connsiteX104" fmla="*/ 8991701 w 13940157"/>
              <a:gd name="connsiteY104" fmla="*/ 2075157 h 9456078"/>
              <a:gd name="connsiteX105" fmla="*/ 9024069 w 13940157"/>
              <a:gd name="connsiteY105" fmla="*/ 2037442 h 9456078"/>
              <a:gd name="connsiteX106" fmla="*/ 9056725 w 13940157"/>
              <a:gd name="connsiteY106" fmla="*/ 2000034 h 9456078"/>
              <a:gd name="connsiteX107" fmla="*/ 9089667 w 13940157"/>
              <a:gd name="connsiteY107" fmla="*/ 1962934 h 9456078"/>
              <a:gd name="connsiteX108" fmla="*/ 9122892 w 13940157"/>
              <a:gd name="connsiteY108" fmla="*/ 1926142 h 9456078"/>
              <a:gd name="connsiteX109" fmla="*/ 9156398 w 13940157"/>
              <a:gd name="connsiteY109" fmla="*/ 1889660 h 9456078"/>
              <a:gd name="connsiteX110" fmla="*/ 9190183 w 13940157"/>
              <a:gd name="connsiteY110" fmla="*/ 1853489 h 9456078"/>
              <a:gd name="connsiteX111" fmla="*/ 9224245 w 13940157"/>
              <a:gd name="connsiteY111" fmla="*/ 1817630 h 9456078"/>
              <a:gd name="connsiteX112" fmla="*/ 9258581 w 13940157"/>
              <a:gd name="connsiteY112" fmla="*/ 1782084 h 9456078"/>
              <a:gd name="connsiteX113" fmla="*/ 9293189 w 13940157"/>
              <a:gd name="connsiteY113" fmla="*/ 1746853 h 9456078"/>
              <a:gd name="connsiteX114" fmla="*/ 9328066 w 13940157"/>
              <a:gd name="connsiteY114" fmla="*/ 1711937 h 9456078"/>
              <a:gd name="connsiteX115" fmla="*/ 9363211 w 13940157"/>
              <a:gd name="connsiteY115" fmla="*/ 1677337 h 9456078"/>
              <a:gd name="connsiteX116" fmla="*/ 9398621 w 13940157"/>
              <a:gd name="connsiteY116" fmla="*/ 1643056 h 9456078"/>
              <a:gd name="connsiteX117" fmla="*/ 9434294 w 13940157"/>
              <a:gd name="connsiteY117" fmla="*/ 1609093 h 9456078"/>
              <a:gd name="connsiteX118" fmla="*/ 9470227 w 13940157"/>
              <a:gd name="connsiteY118" fmla="*/ 1575450 h 9456078"/>
              <a:gd name="connsiteX119" fmla="*/ 9506418 w 13940157"/>
              <a:gd name="connsiteY119" fmla="*/ 1542128 h 9456078"/>
              <a:gd name="connsiteX120" fmla="*/ 9542866 w 13940157"/>
              <a:gd name="connsiteY120" fmla="*/ 1509129 h 9456078"/>
              <a:gd name="connsiteX121" fmla="*/ 9579567 w 13940157"/>
              <a:gd name="connsiteY121" fmla="*/ 1476452 h 9456078"/>
              <a:gd name="connsiteX122" fmla="*/ 9616519 w 13940157"/>
              <a:gd name="connsiteY122" fmla="*/ 1444101 h 9456078"/>
              <a:gd name="connsiteX123" fmla="*/ 9653720 w 13940157"/>
              <a:gd name="connsiteY123" fmla="*/ 1412075 h 9456078"/>
              <a:gd name="connsiteX124" fmla="*/ 9691168 w 13940157"/>
              <a:gd name="connsiteY124" fmla="*/ 1380375 h 9456078"/>
              <a:gd name="connsiteX125" fmla="*/ 9728861 w 13940157"/>
              <a:gd name="connsiteY125" fmla="*/ 1349004 h 9456078"/>
              <a:gd name="connsiteX126" fmla="*/ 9766795 w 13940157"/>
              <a:gd name="connsiteY126" fmla="*/ 1317962 h 9456078"/>
              <a:gd name="connsiteX127" fmla="*/ 9804970 w 13940157"/>
              <a:gd name="connsiteY127" fmla="*/ 1287250 h 9456078"/>
              <a:gd name="connsiteX128" fmla="*/ 9843382 w 13940157"/>
              <a:gd name="connsiteY128" fmla="*/ 1256869 h 9456078"/>
              <a:gd name="connsiteX129" fmla="*/ 9882029 w 13940157"/>
              <a:gd name="connsiteY129" fmla="*/ 1226820 h 9456078"/>
              <a:gd name="connsiteX130" fmla="*/ 9920909 w 13940157"/>
              <a:gd name="connsiteY130" fmla="*/ 1197105 h 9456078"/>
              <a:gd name="connsiteX131" fmla="*/ 9960020 w 13940157"/>
              <a:gd name="connsiteY131" fmla="*/ 1167725 h 9456078"/>
              <a:gd name="connsiteX132" fmla="*/ 9999359 w 13940157"/>
              <a:gd name="connsiteY132" fmla="*/ 1138681 h 9456078"/>
              <a:gd name="connsiteX133" fmla="*/ 10038924 w 13940157"/>
              <a:gd name="connsiteY133" fmla="*/ 1109974 h 9456078"/>
              <a:gd name="connsiteX134" fmla="*/ 10078713 w 13940157"/>
              <a:gd name="connsiteY134" fmla="*/ 1081604 h 9456078"/>
              <a:gd name="connsiteX135" fmla="*/ 10118724 w 13940157"/>
              <a:gd name="connsiteY135" fmla="*/ 1053574 h 9456078"/>
              <a:gd name="connsiteX136" fmla="*/ 10158954 w 13940157"/>
              <a:gd name="connsiteY136" fmla="*/ 1025884 h 9456078"/>
              <a:gd name="connsiteX137" fmla="*/ 10199400 w 13940157"/>
              <a:gd name="connsiteY137" fmla="*/ 998536 h 9456078"/>
              <a:gd name="connsiteX138" fmla="*/ 10240062 w 13940157"/>
              <a:gd name="connsiteY138" fmla="*/ 971530 h 9456078"/>
              <a:gd name="connsiteX139" fmla="*/ 10280935 w 13940157"/>
              <a:gd name="connsiteY139" fmla="*/ 944868 h 9456078"/>
              <a:gd name="connsiteX140" fmla="*/ 10322019 w 13940157"/>
              <a:gd name="connsiteY140" fmla="*/ 918551 h 9456078"/>
              <a:gd name="connsiteX141" fmla="*/ 10363310 w 13940157"/>
              <a:gd name="connsiteY141" fmla="*/ 892580 h 9456078"/>
              <a:gd name="connsiteX142" fmla="*/ 10404807 w 13940157"/>
              <a:gd name="connsiteY142" fmla="*/ 866956 h 9456078"/>
              <a:gd name="connsiteX143" fmla="*/ 10446507 w 13940157"/>
              <a:gd name="connsiteY143" fmla="*/ 841681 h 9456078"/>
              <a:gd name="connsiteX144" fmla="*/ 10488408 w 13940157"/>
              <a:gd name="connsiteY144" fmla="*/ 816754 h 9456078"/>
              <a:gd name="connsiteX145" fmla="*/ 10530507 w 13940157"/>
              <a:gd name="connsiteY145" fmla="*/ 792179 h 9456078"/>
              <a:gd name="connsiteX146" fmla="*/ 10572803 w 13940157"/>
              <a:gd name="connsiteY146" fmla="*/ 767955 h 9456078"/>
              <a:gd name="connsiteX147" fmla="*/ 10615292 w 13940157"/>
              <a:gd name="connsiteY147" fmla="*/ 744083 h 9456078"/>
              <a:gd name="connsiteX148" fmla="*/ 10657973 w 13940157"/>
              <a:gd name="connsiteY148" fmla="*/ 720566 h 9456078"/>
              <a:gd name="connsiteX149" fmla="*/ 10700844 w 13940157"/>
              <a:gd name="connsiteY149" fmla="*/ 697404 h 9456078"/>
              <a:gd name="connsiteX150" fmla="*/ 10743902 w 13940157"/>
              <a:gd name="connsiteY150" fmla="*/ 674598 h 9456078"/>
              <a:gd name="connsiteX151" fmla="*/ 10787144 w 13940157"/>
              <a:gd name="connsiteY151" fmla="*/ 652149 h 9456078"/>
              <a:gd name="connsiteX152" fmla="*/ 10830569 w 13940157"/>
              <a:gd name="connsiteY152" fmla="*/ 630059 h 9456078"/>
              <a:gd name="connsiteX153" fmla="*/ 10874174 w 13940157"/>
              <a:gd name="connsiteY153" fmla="*/ 608328 h 9456078"/>
              <a:gd name="connsiteX154" fmla="*/ 10917957 w 13940157"/>
              <a:gd name="connsiteY154" fmla="*/ 586958 h 9456078"/>
              <a:gd name="connsiteX155" fmla="*/ 10961916 w 13940157"/>
              <a:gd name="connsiteY155" fmla="*/ 565950 h 9456078"/>
              <a:gd name="connsiteX156" fmla="*/ 11006048 w 13940157"/>
              <a:gd name="connsiteY156" fmla="*/ 545304 h 9456078"/>
              <a:gd name="connsiteX157" fmla="*/ 11050351 w 13940157"/>
              <a:gd name="connsiteY157" fmla="*/ 525023 h 9456078"/>
              <a:gd name="connsiteX158" fmla="*/ 11094823 w 13940157"/>
              <a:gd name="connsiteY158" fmla="*/ 505107 h 9456078"/>
              <a:gd name="connsiteX159" fmla="*/ 11139461 w 13940157"/>
              <a:gd name="connsiteY159" fmla="*/ 485558 h 9456078"/>
              <a:gd name="connsiteX160" fmla="*/ 11184263 w 13940157"/>
              <a:gd name="connsiteY160" fmla="*/ 466376 h 9456078"/>
              <a:gd name="connsiteX161" fmla="*/ 11229228 w 13940157"/>
              <a:gd name="connsiteY161" fmla="*/ 447563 h 9456078"/>
              <a:gd name="connsiteX162" fmla="*/ 11274351 w 13940157"/>
              <a:gd name="connsiteY162" fmla="*/ 429119 h 9456078"/>
              <a:gd name="connsiteX163" fmla="*/ 11319632 w 13940157"/>
              <a:gd name="connsiteY163" fmla="*/ 411046 h 9456078"/>
              <a:gd name="connsiteX164" fmla="*/ 11365068 w 13940157"/>
              <a:gd name="connsiteY164" fmla="*/ 393346 h 9456078"/>
              <a:gd name="connsiteX165" fmla="*/ 11410657 w 13940157"/>
              <a:gd name="connsiteY165" fmla="*/ 376018 h 9456078"/>
              <a:gd name="connsiteX166" fmla="*/ 11456396 w 13940157"/>
              <a:gd name="connsiteY166" fmla="*/ 359065 h 9456078"/>
              <a:gd name="connsiteX167" fmla="*/ 11502283 w 13940157"/>
              <a:gd name="connsiteY167" fmla="*/ 342487 h 9456078"/>
              <a:gd name="connsiteX168" fmla="*/ 11548316 w 13940157"/>
              <a:gd name="connsiteY168" fmla="*/ 326286 h 9456078"/>
              <a:gd name="connsiteX169" fmla="*/ 11594492 w 13940157"/>
              <a:gd name="connsiteY169" fmla="*/ 310462 h 9456078"/>
              <a:gd name="connsiteX170" fmla="*/ 11640810 w 13940157"/>
              <a:gd name="connsiteY170" fmla="*/ 295018 h 9456078"/>
              <a:gd name="connsiteX171" fmla="*/ 11687267 w 13940157"/>
              <a:gd name="connsiteY171" fmla="*/ 279953 h 9456078"/>
              <a:gd name="connsiteX172" fmla="*/ 11733860 w 13940157"/>
              <a:gd name="connsiteY172" fmla="*/ 265269 h 9456078"/>
              <a:gd name="connsiteX173" fmla="*/ 11780587 w 13940157"/>
              <a:gd name="connsiteY173" fmla="*/ 250968 h 9456078"/>
              <a:gd name="connsiteX174" fmla="*/ 11827447 w 13940157"/>
              <a:gd name="connsiteY174" fmla="*/ 237049 h 9456078"/>
              <a:gd name="connsiteX175" fmla="*/ 11874436 w 13940157"/>
              <a:gd name="connsiteY175" fmla="*/ 223516 h 9456078"/>
              <a:gd name="connsiteX176" fmla="*/ 11921553 w 13940157"/>
              <a:gd name="connsiteY176" fmla="*/ 210368 h 9456078"/>
              <a:gd name="connsiteX177" fmla="*/ 11968794 w 13940157"/>
              <a:gd name="connsiteY177" fmla="*/ 197606 h 9456078"/>
              <a:gd name="connsiteX178" fmla="*/ 12016159 w 13940157"/>
              <a:gd name="connsiteY178" fmla="*/ 185233 h 9456078"/>
              <a:gd name="connsiteX179" fmla="*/ 12063644 w 13940157"/>
              <a:gd name="connsiteY179" fmla="*/ 173248 h 9456078"/>
              <a:gd name="connsiteX180" fmla="*/ 12111248 w 13940157"/>
              <a:gd name="connsiteY180" fmla="*/ 161654 h 9456078"/>
              <a:gd name="connsiteX181" fmla="*/ 12158967 w 13940157"/>
              <a:gd name="connsiteY181" fmla="*/ 150451 h 9456078"/>
              <a:gd name="connsiteX182" fmla="*/ 12206800 w 13940157"/>
              <a:gd name="connsiteY182" fmla="*/ 139640 h 9456078"/>
              <a:gd name="connsiteX183" fmla="*/ 12254745 w 13940157"/>
              <a:gd name="connsiteY183" fmla="*/ 129223 h 9456078"/>
              <a:gd name="connsiteX184" fmla="*/ 12302799 w 13940157"/>
              <a:gd name="connsiteY184" fmla="*/ 119201 h 9456078"/>
              <a:gd name="connsiteX185" fmla="*/ 12350959 w 13940157"/>
              <a:gd name="connsiteY185" fmla="*/ 109574 h 9456078"/>
              <a:gd name="connsiteX186" fmla="*/ 12399224 w 13940157"/>
              <a:gd name="connsiteY186" fmla="*/ 100344 h 9456078"/>
              <a:gd name="connsiteX187" fmla="*/ 12447591 w 13940157"/>
              <a:gd name="connsiteY187" fmla="*/ 91512 h 9456078"/>
              <a:gd name="connsiteX188" fmla="*/ 12496058 w 13940157"/>
              <a:gd name="connsiteY188" fmla="*/ 83080 h 9456078"/>
              <a:gd name="connsiteX189" fmla="*/ 12544623 w 13940157"/>
              <a:gd name="connsiteY189" fmla="*/ 75047 h 9456078"/>
              <a:gd name="connsiteX190" fmla="*/ 12593283 w 13940157"/>
              <a:gd name="connsiteY190" fmla="*/ 67417 h 9456078"/>
              <a:gd name="connsiteX191" fmla="*/ 12642036 w 13940157"/>
              <a:gd name="connsiteY191" fmla="*/ 60188 h 9456078"/>
              <a:gd name="connsiteX192" fmla="*/ 12690879 w 13940157"/>
              <a:gd name="connsiteY192" fmla="*/ 53364 h 9456078"/>
              <a:gd name="connsiteX193" fmla="*/ 12739811 w 13940157"/>
              <a:gd name="connsiteY193" fmla="*/ 46944 h 9456078"/>
              <a:gd name="connsiteX194" fmla="*/ 12788830 w 13940157"/>
              <a:gd name="connsiteY194" fmla="*/ 40931 h 9456078"/>
              <a:gd name="connsiteX195" fmla="*/ 12837932 w 13940157"/>
              <a:gd name="connsiteY195" fmla="*/ 35324 h 9456078"/>
              <a:gd name="connsiteX196" fmla="*/ 12887116 w 13940157"/>
              <a:gd name="connsiteY196" fmla="*/ 30126 h 9456078"/>
              <a:gd name="connsiteX197" fmla="*/ 12936379 w 13940157"/>
              <a:gd name="connsiteY197" fmla="*/ 25337 h 9456078"/>
              <a:gd name="connsiteX198" fmla="*/ 12985719 w 13940157"/>
              <a:gd name="connsiteY198" fmla="*/ 20958 h 9456078"/>
              <a:gd name="connsiteX199" fmla="*/ 13035133 w 13940157"/>
              <a:gd name="connsiteY199" fmla="*/ 16991 h 9456078"/>
              <a:gd name="connsiteX200" fmla="*/ 13084620 w 13940157"/>
              <a:gd name="connsiteY200" fmla="*/ 13437 h 9456078"/>
              <a:gd name="connsiteX201" fmla="*/ 13134178 w 13940157"/>
              <a:gd name="connsiteY201" fmla="*/ 10297 h 9456078"/>
              <a:gd name="connsiteX202" fmla="*/ 13183803 w 13940157"/>
              <a:gd name="connsiteY202" fmla="*/ 7572 h 9456078"/>
              <a:gd name="connsiteX203" fmla="*/ 13233493 w 13940157"/>
              <a:gd name="connsiteY203" fmla="*/ 5263 h 9456078"/>
              <a:gd name="connsiteX204" fmla="*/ 13283247 w 13940157"/>
              <a:gd name="connsiteY204" fmla="*/ 3371 h 9456078"/>
              <a:gd name="connsiteX205" fmla="*/ 13333061 w 13940157"/>
              <a:gd name="connsiteY205" fmla="*/ 1898 h 9456078"/>
              <a:gd name="connsiteX206" fmla="*/ 13382934 w 13940157"/>
              <a:gd name="connsiteY206" fmla="*/ 844 h 9456078"/>
              <a:gd name="connsiteX207" fmla="*/ 13432864 w 13940157"/>
              <a:gd name="connsiteY207" fmla="*/ 211 h 9456078"/>
              <a:gd name="connsiteX208" fmla="*/ 13482847 w 13940157"/>
              <a:gd name="connsiteY208" fmla="*/ 0 h 9456078"/>
              <a:gd name="connsiteX209" fmla="*/ 13940158 w 13940157"/>
              <a:gd name="connsiteY209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49234 w 13158799"/>
              <a:gd name="connsiteY5" fmla="*/ 9450052 h 9456078"/>
              <a:gd name="connsiteX6" fmla="*/ 298870 w 13158799"/>
              <a:gd name="connsiteY6" fmla="*/ 9447409 h 9456078"/>
              <a:gd name="connsiteX7" fmla="*/ 348429 w 13158799"/>
              <a:gd name="connsiteY7" fmla="*/ 9444290 h 9456078"/>
              <a:gd name="connsiteX8" fmla="*/ 397907 w 13158799"/>
              <a:gd name="connsiteY8" fmla="*/ 9440698 h 9456078"/>
              <a:gd name="connsiteX9" fmla="*/ 447302 w 13158799"/>
              <a:gd name="connsiteY9" fmla="*/ 9436632 h 9456078"/>
              <a:gd name="connsiteX10" fmla="*/ 496610 w 13158799"/>
              <a:gd name="connsiteY10" fmla="*/ 9432096 h 9456078"/>
              <a:gd name="connsiteX11" fmla="*/ 545829 w 13158799"/>
              <a:gd name="connsiteY11" fmla="*/ 9427089 h 9456078"/>
              <a:gd name="connsiteX12" fmla="*/ 594956 w 13158799"/>
              <a:gd name="connsiteY12" fmla="*/ 9421615 h 9456078"/>
              <a:gd name="connsiteX13" fmla="*/ 643987 w 13158799"/>
              <a:gd name="connsiteY13" fmla="*/ 9415673 h 9456078"/>
              <a:gd name="connsiteX14" fmla="*/ 692920 w 13158799"/>
              <a:gd name="connsiteY14" fmla="*/ 9409267 h 9456078"/>
              <a:gd name="connsiteX15" fmla="*/ 741751 w 13158799"/>
              <a:gd name="connsiteY15" fmla="*/ 9402396 h 9456078"/>
              <a:gd name="connsiteX16" fmla="*/ 790478 w 13158799"/>
              <a:gd name="connsiteY16" fmla="*/ 9395063 h 9456078"/>
              <a:gd name="connsiteX17" fmla="*/ 839098 w 13158799"/>
              <a:gd name="connsiteY17" fmla="*/ 9387270 h 9456078"/>
              <a:gd name="connsiteX18" fmla="*/ 887607 w 13158799"/>
              <a:gd name="connsiteY18" fmla="*/ 9379017 h 9456078"/>
              <a:gd name="connsiteX19" fmla="*/ 936002 w 13158799"/>
              <a:gd name="connsiteY19" fmla="*/ 9370306 h 9456078"/>
              <a:gd name="connsiteX20" fmla="*/ 984281 w 13158799"/>
              <a:gd name="connsiteY20" fmla="*/ 9361139 h 9456078"/>
              <a:gd name="connsiteX21" fmla="*/ 1032440 w 13158799"/>
              <a:gd name="connsiteY21" fmla="*/ 9351517 h 9456078"/>
              <a:gd name="connsiteX22" fmla="*/ 1080477 w 13158799"/>
              <a:gd name="connsiteY22" fmla="*/ 9341441 h 9456078"/>
              <a:gd name="connsiteX23" fmla="*/ 1128389 w 13158799"/>
              <a:gd name="connsiteY23" fmla="*/ 9330914 h 9456078"/>
              <a:gd name="connsiteX24" fmla="*/ 1176172 w 13158799"/>
              <a:gd name="connsiteY24" fmla="*/ 9319936 h 9456078"/>
              <a:gd name="connsiteX25" fmla="*/ 1223823 w 13158799"/>
              <a:gd name="connsiteY25" fmla="*/ 9308509 h 9456078"/>
              <a:gd name="connsiteX26" fmla="*/ 1271339 w 13158799"/>
              <a:gd name="connsiteY26" fmla="*/ 9296635 h 9456078"/>
              <a:gd name="connsiteX27" fmla="*/ 1318719 w 13158799"/>
              <a:gd name="connsiteY27" fmla="*/ 9284315 h 9456078"/>
              <a:gd name="connsiteX28" fmla="*/ 1365957 w 13158799"/>
              <a:gd name="connsiteY28" fmla="*/ 9271550 h 9456078"/>
              <a:gd name="connsiteX29" fmla="*/ 1413052 w 13158799"/>
              <a:gd name="connsiteY29" fmla="*/ 9258342 h 9456078"/>
              <a:gd name="connsiteX30" fmla="*/ 1460000 w 13158799"/>
              <a:gd name="connsiteY30" fmla="*/ 9244693 h 9456078"/>
              <a:gd name="connsiteX31" fmla="*/ 1506799 w 13158799"/>
              <a:gd name="connsiteY31" fmla="*/ 9230604 h 9456078"/>
              <a:gd name="connsiteX32" fmla="*/ 1553445 w 13158799"/>
              <a:gd name="connsiteY32" fmla="*/ 9216076 h 9456078"/>
              <a:gd name="connsiteX33" fmla="*/ 1599935 w 13158799"/>
              <a:gd name="connsiteY33" fmla="*/ 9201111 h 9456078"/>
              <a:gd name="connsiteX34" fmla="*/ 1646267 w 13158799"/>
              <a:gd name="connsiteY34" fmla="*/ 9185710 h 9456078"/>
              <a:gd name="connsiteX35" fmla="*/ 1692437 w 13158799"/>
              <a:gd name="connsiteY35" fmla="*/ 9169876 h 9456078"/>
              <a:gd name="connsiteX36" fmla="*/ 1738442 w 13158799"/>
              <a:gd name="connsiteY36" fmla="*/ 9153608 h 9456078"/>
              <a:gd name="connsiteX37" fmla="*/ 1784280 w 13158799"/>
              <a:gd name="connsiteY37" fmla="*/ 9136910 h 9456078"/>
              <a:gd name="connsiteX38" fmla="*/ 1829947 w 13158799"/>
              <a:gd name="connsiteY38" fmla="*/ 9119782 h 9456078"/>
              <a:gd name="connsiteX39" fmla="*/ 1875440 w 13158799"/>
              <a:gd name="connsiteY39" fmla="*/ 9102226 h 9456078"/>
              <a:gd name="connsiteX40" fmla="*/ 1920756 w 13158799"/>
              <a:gd name="connsiteY40" fmla="*/ 9084243 h 9456078"/>
              <a:gd name="connsiteX41" fmla="*/ 1965893 w 13158799"/>
              <a:gd name="connsiteY41" fmla="*/ 9065835 h 9456078"/>
              <a:gd name="connsiteX42" fmla="*/ 2010847 w 13158799"/>
              <a:gd name="connsiteY42" fmla="*/ 9047004 h 9456078"/>
              <a:gd name="connsiteX43" fmla="*/ 2055615 w 13158799"/>
              <a:gd name="connsiteY43" fmla="*/ 9027750 h 9456078"/>
              <a:gd name="connsiteX44" fmla="*/ 2100195 w 13158799"/>
              <a:gd name="connsiteY44" fmla="*/ 9008075 h 9456078"/>
              <a:gd name="connsiteX45" fmla="*/ 2144582 w 13158799"/>
              <a:gd name="connsiteY45" fmla="*/ 8987981 h 9456078"/>
              <a:gd name="connsiteX46" fmla="*/ 2188775 w 13158799"/>
              <a:gd name="connsiteY46" fmla="*/ 8967470 h 9456078"/>
              <a:gd name="connsiteX47" fmla="*/ 2232770 w 13158799"/>
              <a:gd name="connsiteY47" fmla="*/ 8946542 h 9456078"/>
              <a:gd name="connsiteX48" fmla="*/ 2276564 w 13158799"/>
              <a:gd name="connsiteY48" fmla="*/ 8925199 h 9456078"/>
              <a:gd name="connsiteX49" fmla="*/ 2320154 w 13158799"/>
              <a:gd name="connsiteY49" fmla="*/ 8903443 h 9456078"/>
              <a:gd name="connsiteX50" fmla="*/ 2363538 w 13158799"/>
              <a:gd name="connsiteY50" fmla="*/ 8881275 h 9456078"/>
              <a:gd name="connsiteX51" fmla="*/ 2406711 w 13158799"/>
              <a:gd name="connsiteY51" fmla="*/ 8858697 h 9456078"/>
              <a:gd name="connsiteX52" fmla="*/ 2449672 w 13158799"/>
              <a:gd name="connsiteY52" fmla="*/ 8835710 h 9456078"/>
              <a:gd name="connsiteX53" fmla="*/ 2492417 w 13158799"/>
              <a:gd name="connsiteY53" fmla="*/ 8812316 h 9456078"/>
              <a:gd name="connsiteX54" fmla="*/ 2534943 w 13158799"/>
              <a:gd name="connsiteY54" fmla="*/ 8788516 h 9456078"/>
              <a:gd name="connsiteX55" fmla="*/ 2577247 w 13158799"/>
              <a:gd name="connsiteY55" fmla="*/ 8764311 h 9456078"/>
              <a:gd name="connsiteX56" fmla="*/ 2619326 w 13158799"/>
              <a:gd name="connsiteY56" fmla="*/ 8739704 h 9456078"/>
              <a:gd name="connsiteX57" fmla="*/ 2661177 w 13158799"/>
              <a:gd name="connsiteY57" fmla="*/ 8714695 h 9456078"/>
              <a:gd name="connsiteX58" fmla="*/ 2702797 w 13158799"/>
              <a:gd name="connsiteY58" fmla="*/ 8689286 h 9456078"/>
              <a:gd name="connsiteX59" fmla="*/ 2744183 w 13158799"/>
              <a:gd name="connsiteY59" fmla="*/ 8663479 h 9456078"/>
              <a:gd name="connsiteX60" fmla="*/ 2785333 w 13158799"/>
              <a:gd name="connsiteY60" fmla="*/ 8637274 h 9456078"/>
              <a:gd name="connsiteX61" fmla="*/ 2826242 w 13158799"/>
              <a:gd name="connsiteY61" fmla="*/ 8610675 h 9456078"/>
              <a:gd name="connsiteX62" fmla="*/ 2866908 w 13158799"/>
              <a:gd name="connsiteY62" fmla="*/ 8583681 h 9456078"/>
              <a:gd name="connsiteX63" fmla="*/ 2907329 w 13158799"/>
              <a:gd name="connsiteY63" fmla="*/ 8556295 h 9456078"/>
              <a:gd name="connsiteX64" fmla="*/ 2947500 w 13158799"/>
              <a:gd name="connsiteY64" fmla="*/ 8528517 h 9456078"/>
              <a:gd name="connsiteX65" fmla="*/ 2987419 w 13158799"/>
              <a:gd name="connsiteY65" fmla="*/ 8500351 h 9456078"/>
              <a:gd name="connsiteX66" fmla="*/ 3027083 w 13158799"/>
              <a:gd name="connsiteY66" fmla="*/ 8471796 h 9456078"/>
              <a:gd name="connsiteX67" fmla="*/ 3066489 w 13158799"/>
              <a:gd name="connsiteY67" fmla="*/ 8442854 h 9456078"/>
              <a:gd name="connsiteX68" fmla="*/ 3105634 w 13158799"/>
              <a:gd name="connsiteY68" fmla="*/ 8413528 h 9456078"/>
              <a:gd name="connsiteX69" fmla="*/ 3144515 w 13158799"/>
              <a:gd name="connsiteY69" fmla="*/ 8383818 h 9456078"/>
              <a:gd name="connsiteX70" fmla="*/ 3183129 w 13158799"/>
              <a:gd name="connsiteY70" fmla="*/ 8353726 h 9456078"/>
              <a:gd name="connsiteX71" fmla="*/ 3221473 w 13158799"/>
              <a:gd name="connsiteY71" fmla="*/ 8323253 h 9456078"/>
              <a:gd name="connsiteX72" fmla="*/ 3259544 w 13158799"/>
              <a:gd name="connsiteY72" fmla="*/ 8292401 h 9456078"/>
              <a:gd name="connsiteX73" fmla="*/ 3297339 w 13158799"/>
              <a:gd name="connsiteY73" fmla="*/ 8261172 h 9456078"/>
              <a:gd name="connsiteX74" fmla="*/ 3334854 w 13158799"/>
              <a:gd name="connsiteY74" fmla="*/ 8229566 h 9456078"/>
              <a:gd name="connsiteX75" fmla="*/ 3372087 w 13158799"/>
              <a:gd name="connsiteY75" fmla="*/ 8197585 h 9456078"/>
              <a:gd name="connsiteX76" fmla="*/ 3409035 w 13158799"/>
              <a:gd name="connsiteY76" fmla="*/ 8165232 h 9456078"/>
              <a:gd name="connsiteX77" fmla="*/ 3445695 w 13158799"/>
              <a:gd name="connsiteY77" fmla="*/ 8132507 h 9456078"/>
              <a:gd name="connsiteX78" fmla="*/ 3482064 w 13158799"/>
              <a:gd name="connsiteY78" fmla="*/ 8099411 h 9456078"/>
              <a:gd name="connsiteX79" fmla="*/ 3518139 w 13158799"/>
              <a:gd name="connsiteY79" fmla="*/ 8065947 h 9456078"/>
              <a:gd name="connsiteX80" fmla="*/ 3553916 w 13158799"/>
              <a:gd name="connsiteY80" fmla="*/ 8032115 h 9456078"/>
              <a:gd name="connsiteX81" fmla="*/ 3589393 w 13158799"/>
              <a:gd name="connsiteY81" fmla="*/ 7997918 h 9456078"/>
              <a:gd name="connsiteX82" fmla="*/ 3624567 w 13158799"/>
              <a:gd name="connsiteY82" fmla="*/ 7963356 h 9456078"/>
              <a:gd name="connsiteX83" fmla="*/ 3659435 w 13158799"/>
              <a:gd name="connsiteY83" fmla="*/ 7928432 h 9456078"/>
              <a:gd name="connsiteX84" fmla="*/ 3693994 w 13158799"/>
              <a:gd name="connsiteY84" fmla="*/ 7893146 h 9456078"/>
              <a:gd name="connsiteX85" fmla="*/ 3728240 w 13158799"/>
              <a:gd name="connsiteY85" fmla="*/ 7857501 h 9456078"/>
              <a:gd name="connsiteX86" fmla="*/ 3762171 w 13158799"/>
              <a:gd name="connsiteY86" fmla="*/ 7821497 h 9456078"/>
              <a:gd name="connsiteX87" fmla="*/ 3795783 w 13158799"/>
              <a:gd name="connsiteY87" fmla="*/ 7785136 h 9456078"/>
              <a:gd name="connsiteX88" fmla="*/ 3829075 w 13158799"/>
              <a:gd name="connsiteY88" fmla="*/ 7748420 h 9456078"/>
              <a:gd name="connsiteX89" fmla="*/ 3862042 w 13158799"/>
              <a:gd name="connsiteY89" fmla="*/ 7711350 h 9456078"/>
              <a:gd name="connsiteX90" fmla="*/ 3894682 w 13158799"/>
              <a:gd name="connsiteY90" fmla="*/ 7673928 h 9456078"/>
              <a:gd name="connsiteX91" fmla="*/ 3926991 w 13158799"/>
              <a:gd name="connsiteY91" fmla="*/ 7636155 h 9456078"/>
              <a:gd name="connsiteX92" fmla="*/ 3958967 w 13158799"/>
              <a:gd name="connsiteY92" fmla="*/ 7598032 h 9456078"/>
              <a:gd name="connsiteX93" fmla="*/ 3990607 w 13158799"/>
              <a:gd name="connsiteY93" fmla="*/ 7559561 h 9456078"/>
              <a:gd name="connsiteX94" fmla="*/ 4021907 w 13158799"/>
              <a:gd name="connsiteY94" fmla="*/ 7520744 h 9456078"/>
              <a:gd name="connsiteX95" fmla="*/ 4052865 w 13158799"/>
              <a:gd name="connsiteY95" fmla="*/ 7481582 h 9456078"/>
              <a:gd name="connsiteX96" fmla="*/ 4083478 w 13158799"/>
              <a:gd name="connsiteY96" fmla="*/ 7442077 h 9456078"/>
              <a:gd name="connsiteX97" fmla="*/ 8022311 w 13158799"/>
              <a:gd name="connsiteY97" fmla="*/ 2307814 h 9456078"/>
              <a:gd name="connsiteX98" fmla="*/ 8052902 w 13158799"/>
              <a:gd name="connsiteY98" fmla="*/ 2268285 h 9456078"/>
              <a:gd name="connsiteX99" fmla="*/ 8083796 w 13158799"/>
              <a:gd name="connsiteY99" fmla="*/ 2229056 h 9456078"/>
              <a:gd name="connsiteX100" fmla="*/ 8114989 w 13158799"/>
              <a:gd name="connsiteY100" fmla="*/ 2190127 h 9456078"/>
              <a:gd name="connsiteX101" fmla="*/ 8146479 w 13158799"/>
              <a:gd name="connsiteY101" fmla="*/ 2151500 h 9456078"/>
              <a:gd name="connsiteX102" fmla="*/ 8178264 w 13158799"/>
              <a:gd name="connsiteY102" fmla="*/ 2113176 h 9456078"/>
              <a:gd name="connsiteX103" fmla="*/ 8210341 w 13158799"/>
              <a:gd name="connsiteY103" fmla="*/ 2075157 h 9456078"/>
              <a:gd name="connsiteX104" fmla="*/ 8242709 w 13158799"/>
              <a:gd name="connsiteY104" fmla="*/ 2037442 h 9456078"/>
              <a:gd name="connsiteX105" fmla="*/ 8275365 w 13158799"/>
              <a:gd name="connsiteY105" fmla="*/ 2000034 h 9456078"/>
              <a:gd name="connsiteX106" fmla="*/ 8308307 w 13158799"/>
              <a:gd name="connsiteY106" fmla="*/ 1962934 h 9456078"/>
              <a:gd name="connsiteX107" fmla="*/ 8341532 w 13158799"/>
              <a:gd name="connsiteY107" fmla="*/ 1926142 h 9456078"/>
              <a:gd name="connsiteX108" fmla="*/ 8375038 w 13158799"/>
              <a:gd name="connsiteY108" fmla="*/ 1889660 h 9456078"/>
              <a:gd name="connsiteX109" fmla="*/ 8408823 w 13158799"/>
              <a:gd name="connsiteY109" fmla="*/ 1853489 h 9456078"/>
              <a:gd name="connsiteX110" fmla="*/ 8442885 w 13158799"/>
              <a:gd name="connsiteY110" fmla="*/ 1817630 h 9456078"/>
              <a:gd name="connsiteX111" fmla="*/ 8477221 w 13158799"/>
              <a:gd name="connsiteY111" fmla="*/ 1782084 h 9456078"/>
              <a:gd name="connsiteX112" fmla="*/ 8511829 w 13158799"/>
              <a:gd name="connsiteY112" fmla="*/ 1746853 h 9456078"/>
              <a:gd name="connsiteX113" fmla="*/ 8546706 w 13158799"/>
              <a:gd name="connsiteY113" fmla="*/ 1711937 h 9456078"/>
              <a:gd name="connsiteX114" fmla="*/ 8581851 w 13158799"/>
              <a:gd name="connsiteY114" fmla="*/ 1677337 h 9456078"/>
              <a:gd name="connsiteX115" fmla="*/ 8617261 w 13158799"/>
              <a:gd name="connsiteY115" fmla="*/ 1643056 h 9456078"/>
              <a:gd name="connsiteX116" fmla="*/ 8652934 w 13158799"/>
              <a:gd name="connsiteY116" fmla="*/ 1609093 h 9456078"/>
              <a:gd name="connsiteX117" fmla="*/ 8688867 w 13158799"/>
              <a:gd name="connsiteY117" fmla="*/ 1575450 h 9456078"/>
              <a:gd name="connsiteX118" fmla="*/ 8725058 w 13158799"/>
              <a:gd name="connsiteY118" fmla="*/ 1542128 h 9456078"/>
              <a:gd name="connsiteX119" fmla="*/ 8761506 w 13158799"/>
              <a:gd name="connsiteY119" fmla="*/ 1509129 h 9456078"/>
              <a:gd name="connsiteX120" fmla="*/ 8798207 w 13158799"/>
              <a:gd name="connsiteY120" fmla="*/ 1476452 h 9456078"/>
              <a:gd name="connsiteX121" fmla="*/ 8835159 w 13158799"/>
              <a:gd name="connsiteY121" fmla="*/ 1444101 h 9456078"/>
              <a:gd name="connsiteX122" fmla="*/ 8872360 w 13158799"/>
              <a:gd name="connsiteY122" fmla="*/ 1412075 h 9456078"/>
              <a:gd name="connsiteX123" fmla="*/ 8909808 w 13158799"/>
              <a:gd name="connsiteY123" fmla="*/ 1380375 h 9456078"/>
              <a:gd name="connsiteX124" fmla="*/ 8947501 w 13158799"/>
              <a:gd name="connsiteY124" fmla="*/ 1349004 h 9456078"/>
              <a:gd name="connsiteX125" fmla="*/ 8985435 w 13158799"/>
              <a:gd name="connsiteY125" fmla="*/ 1317962 h 9456078"/>
              <a:gd name="connsiteX126" fmla="*/ 9023610 w 13158799"/>
              <a:gd name="connsiteY126" fmla="*/ 1287250 h 9456078"/>
              <a:gd name="connsiteX127" fmla="*/ 9062022 w 13158799"/>
              <a:gd name="connsiteY127" fmla="*/ 1256869 h 9456078"/>
              <a:gd name="connsiteX128" fmla="*/ 9100669 w 13158799"/>
              <a:gd name="connsiteY128" fmla="*/ 1226820 h 9456078"/>
              <a:gd name="connsiteX129" fmla="*/ 9139549 w 13158799"/>
              <a:gd name="connsiteY129" fmla="*/ 1197105 h 9456078"/>
              <a:gd name="connsiteX130" fmla="*/ 9178660 w 13158799"/>
              <a:gd name="connsiteY130" fmla="*/ 1167725 h 9456078"/>
              <a:gd name="connsiteX131" fmla="*/ 9217999 w 13158799"/>
              <a:gd name="connsiteY131" fmla="*/ 1138681 h 9456078"/>
              <a:gd name="connsiteX132" fmla="*/ 9257564 w 13158799"/>
              <a:gd name="connsiteY132" fmla="*/ 1109974 h 9456078"/>
              <a:gd name="connsiteX133" fmla="*/ 9297353 w 13158799"/>
              <a:gd name="connsiteY133" fmla="*/ 1081604 h 9456078"/>
              <a:gd name="connsiteX134" fmla="*/ 9337364 w 13158799"/>
              <a:gd name="connsiteY134" fmla="*/ 1053574 h 9456078"/>
              <a:gd name="connsiteX135" fmla="*/ 9377594 w 13158799"/>
              <a:gd name="connsiteY135" fmla="*/ 1025884 h 9456078"/>
              <a:gd name="connsiteX136" fmla="*/ 9418040 w 13158799"/>
              <a:gd name="connsiteY136" fmla="*/ 998536 h 9456078"/>
              <a:gd name="connsiteX137" fmla="*/ 9458702 w 13158799"/>
              <a:gd name="connsiteY137" fmla="*/ 971530 h 9456078"/>
              <a:gd name="connsiteX138" fmla="*/ 9499575 w 13158799"/>
              <a:gd name="connsiteY138" fmla="*/ 944868 h 9456078"/>
              <a:gd name="connsiteX139" fmla="*/ 9540659 w 13158799"/>
              <a:gd name="connsiteY139" fmla="*/ 918551 h 9456078"/>
              <a:gd name="connsiteX140" fmla="*/ 9581950 w 13158799"/>
              <a:gd name="connsiteY140" fmla="*/ 892580 h 9456078"/>
              <a:gd name="connsiteX141" fmla="*/ 9623447 w 13158799"/>
              <a:gd name="connsiteY141" fmla="*/ 866956 h 9456078"/>
              <a:gd name="connsiteX142" fmla="*/ 9665147 w 13158799"/>
              <a:gd name="connsiteY142" fmla="*/ 841681 h 9456078"/>
              <a:gd name="connsiteX143" fmla="*/ 9707048 w 13158799"/>
              <a:gd name="connsiteY143" fmla="*/ 816754 h 9456078"/>
              <a:gd name="connsiteX144" fmla="*/ 9749147 w 13158799"/>
              <a:gd name="connsiteY144" fmla="*/ 792179 h 9456078"/>
              <a:gd name="connsiteX145" fmla="*/ 9791443 w 13158799"/>
              <a:gd name="connsiteY145" fmla="*/ 767955 h 9456078"/>
              <a:gd name="connsiteX146" fmla="*/ 9833932 w 13158799"/>
              <a:gd name="connsiteY146" fmla="*/ 744083 h 9456078"/>
              <a:gd name="connsiteX147" fmla="*/ 9876613 w 13158799"/>
              <a:gd name="connsiteY147" fmla="*/ 720566 h 9456078"/>
              <a:gd name="connsiteX148" fmla="*/ 9919484 w 13158799"/>
              <a:gd name="connsiteY148" fmla="*/ 697404 h 9456078"/>
              <a:gd name="connsiteX149" fmla="*/ 9962542 w 13158799"/>
              <a:gd name="connsiteY149" fmla="*/ 674598 h 9456078"/>
              <a:gd name="connsiteX150" fmla="*/ 10005784 w 13158799"/>
              <a:gd name="connsiteY150" fmla="*/ 652149 h 9456078"/>
              <a:gd name="connsiteX151" fmla="*/ 10049209 w 13158799"/>
              <a:gd name="connsiteY151" fmla="*/ 630059 h 9456078"/>
              <a:gd name="connsiteX152" fmla="*/ 10092814 w 13158799"/>
              <a:gd name="connsiteY152" fmla="*/ 608328 h 9456078"/>
              <a:gd name="connsiteX153" fmla="*/ 10136597 w 13158799"/>
              <a:gd name="connsiteY153" fmla="*/ 586958 h 9456078"/>
              <a:gd name="connsiteX154" fmla="*/ 10180556 w 13158799"/>
              <a:gd name="connsiteY154" fmla="*/ 565950 h 9456078"/>
              <a:gd name="connsiteX155" fmla="*/ 10224688 w 13158799"/>
              <a:gd name="connsiteY155" fmla="*/ 545304 h 9456078"/>
              <a:gd name="connsiteX156" fmla="*/ 10268991 w 13158799"/>
              <a:gd name="connsiteY156" fmla="*/ 525023 h 9456078"/>
              <a:gd name="connsiteX157" fmla="*/ 10313463 w 13158799"/>
              <a:gd name="connsiteY157" fmla="*/ 505107 h 9456078"/>
              <a:gd name="connsiteX158" fmla="*/ 10358101 w 13158799"/>
              <a:gd name="connsiteY158" fmla="*/ 485558 h 9456078"/>
              <a:gd name="connsiteX159" fmla="*/ 10402903 w 13158799"/>
              <a:gd name="connsiteY159" fmla="*/ 466376 h 9456078"/>
              <a:gd name="connsiteX160" fmla="*/ 10447868 w 13158799"/>
              <a:gd name="connsiteY160" fmla="*/ 447563 h 9456078"/>
              <a:gd name="connsiteX161" fmla="*/ 10492991 w 13158799"/>
              <a:gd name="connsiteY161" fmla="*/ 429119 h 9456078"/>
              <a:gd name="connsiteX162" fmla="*/ 10538272 w 13158799"/>
              <a:gd name="connsiteY162" fmla="*/ 411046 h 9456078"/>
              <a:gd name="connsiteX163" fmla="*/ 10583708 w 13158799"/>
              <a:gd name="connsiteY163" fmla="*/ 393346 h 9456078"/>
              <a:gd name="connsiteX164" fmla="*/ 10629297 w 13158799"/>
              <a:gd name="connsiteY164" fmla="*/ 376018 h 9456078"/>
              <a:gd name="connsiteX165" fmla="*/ 10675036 w 13158799"/>
              <a:gd name="connsiteY165" fmla="*/ 359065 h 9456078"/>
              <a:gd name="connsiteX166" fmla="*/ 10720923 w 13158799"/>
              <a:gd name="connsiteY166" fmla="*/ 342487 h 9456078"/>
              <a:gd name="connsiteX167" fmla="*/ 10766956 w 13158799"/>
              <a:gd name="connsiteY167" fmla="*/ 326286 h 9456078"/>
              <a:gd name="connsiteX168" fmla="*/ 10813132 w 13158799"/>
              <a:gd name="connsiteY168" fmla="*/ 310462 h 9456078"/>
              <a:gd name="connsiteX169" fmla="*/ 10859450 w 13158799"/>
              <a:gd name="connsiteY169" fmla="*/ 295018 h 9456078"/>
              <a:gd name="connsiteX170" fmla="*/ 10905907 w 13158799"/>
              <a:gd name="connsiteY170" fmla="*/ 279953 h 9456078"/>
              <a:gd name="connsiteX171" fmla="*/ 10952500 w 13158799"/>
              <a:gd name="connsiteY171" fmla="*/ 265269 h 9456078"/>
              <a:gd name="connsiteX172" fmla="*/ 10999227 w 13158799"/>
              <a:gd name="connsiteY172" fmla="*/ 250968 h 9456078"/>
              <a:gd name="connsiteX173" fmla="*/ 11046087 w 13158799"/>
              <a:gd name="connsiteY173" fmla="*/ 237049 h 9456078"/>
              <a:gd name="connsiteX174" fmla="*/ 11093076 w 13158799"/>
              <a:gd name="connsiteY174" fmla="*/ 223516 h 9456078"/>
              <a:gd name="connsiteX175" fmla="*/ 11140193 w 13158799"/>
              <a:gd name="connsiteY175" fmla="*/ 210368 h 9456078"/>
              <a:gd name="connsiteX176" fmla="*/ 11187434 w 13158799"/>
              <a:gd name="connsiteY176" fmla="*/ 197606 h 9456078"/>
              <a:gd name="connsiteX177" fmla="*/ 11234799 w 13158799"/>
              <a:gd name="connsiteY177" fmla="*/ 185233 h 9456078"/>
              <a:gd name="connsiteX178" fmla="*/ 11282284 w 13158799"/>
              <a:gd name="connsiteY178" fmla="*/ 173248 h 9456078"/>
              <a:gd name="connsiteX179" fmla="*/ 11329888 w 13158799"/>
              <a:gd name="connsiteY179" fmla="*/ 161654 h 9456078"/>
              <a:gd name="connsiteX180" fmla="*/ 11377607 w 13158799"/>
              <a:gd name="connsiteY180" fmla="*/ 150451 h 9456078"/>
              <a:gd name="connsiteX181" fmla="*/ 11425440 w 13158799"/>
              <a:gd name="connsiteY181" fmla="*/ 139640 h 9456078"/>
              <a:gd name="connsiteX182" fmla="*/ 11473385 w 13158799"/>
              <a:gd name="connsiteY182" fmla="*/ 129223 h 9456078"/>
              <a:gd name="connsiteX183" fmla="*/ 11521439 w 13158799"/>
              <a:gd name="connsiteY183" fmla="*/ 119201 h 9456078"/>
              <a:gd name="connsiteX184" fmla="*/ 11569599 w 13158799"/>
              <a:gd name="connsiteY184" fmla="*/ 109574 h 9456078"/>
              <a:gd name="connsiteX185" fmla="*/ 11617864 w 13158799"/>
              <a:gd name="connsiteY185" fmla="*/ 100344 h 9456078"/>
              <a:gd name="connsiteX186" fmla="*/ 11666231 w 13158799"/>
              <a:gd name="connsiteY186" fmla="*/ 91512 h 9456078"/>
              <a:gd name="connsiteX187" fmla="*/ 11714698 w 13158799"/>
              <a:gd name="connsiteY187" fmla="*/ 83080 h 9456078"/>
              <a:gd name="connsiteX188" fmla="*/ 11763263 w 13158799"/>
              <a:gd name="connsiteY188" fmla="*/ 75047 h 9456078"/>
              <a:gd name="connsiteX189" fmla="*/ 11811923 w 13158799"/>
              <a:gd name="connsiteY189" fmla="*/ 67417 h 9456078"/>
              <a:gd name="connsiteX190" fmla="*/ 11860676 w 13158799"/>
              <a:gd name="connsiteY190" fmla="*/ 60188 h 9456078"/>
              <a:gd name="connsiteX191" fmla="*/ 11909519 w 13158799"/>
              <a:gd name="connsiteY191" fmla="*/ 53364 h 9456078"/>
              <a:gd name="connsiteX192" fmla="*/ 11958451 w 13158799"/>
              <a:gd name="connsiteY192" fmla="*/ 46944 h 9456078"/>
              <a:gd name="connsiteX193" fmla="*/ 12007470 w 13158799"/>
              <a:gd name="connsiteY193" fmla="*/ 40931 h 9456078"/>
              <a:gd name="connsiteX194" fmla="*/ 12056572 w 13158799"/>
              <a:gd name="connsiteY194" fmla="*/ 35324 h 9456078"/>
              <a:gd name="connsiteX195" fmla="*/ 12105756 w 13158799"/>
              <a:gd name="connsiteY195" fmla="*/ 30126 h 9456078"/>
              <a:gd name="connsiteX196" fmla="*/ 12155019 w 13158799"/>
              <a:gd name="connsiteY196" fmla="*/ 25337 h 9456078"/>
              <a:gd name="connsiteX197" fmla="*/ 12204359 w 13158799"/>
              <a:gd name="connsiteY197" fmla="*/ 20958 h 9456078"/>
              <a:gd name="connsiteX198" fmla="*/ 12253773 w 13158799"/>
              <a:gd name="connsiteY198" fmla="*/ 16991 h 9456078"/>
              <a:gd name="connsiteX199" fmla="*/ 12303260 w 13158799"/>
              <a:gd name="connsiteY199" fmla="*/ 13437 h 9456078"/>
              <a:gd name="connsiteX200" fmla="*/ 12352818 w 13158799"/>
              <a:gd name="connsiteY200" fmla="*/ 10297 h 9456078"/>
              <a:gd name="connsiteX201" fmla="*/ 12402443 w 13158799"/>
              <a:gd name="connsiteY201" fmla="*/ 7572 h 9456078"/>
              <a:gd name="connsiteX202" fmla="*/ 12452133 w 13158799"/>
              <a:gd name="connsiteY202" fmla="*/ 5263 h 9456078"/>
              <a:gd name="connsiteX203" fmla="*/ 12501887 w 13158799"/>
              <a:gd name="connsiteY203" fmla="*/ 3371 h 9456078"/>
              <a:gd name="connsiteX204" fmla="*/ 12551701 w 13158799"/>
              <a:gd name="connsiteY204" fmla="*/ 1898 h 9456078"/>
              <a:gd name="connsiteX205" fmla="*/ 12601574 w 13158799"/>
              <a:gd name="connsiteY205" fmla="*/ 844 h 9456078"/>
              <a:gd name="connsiteX206" fmla="*/ 12651504 w 13158799"/>
              <a:gd name="connsiteY206" fmla="*/ 211 h 9456078"/>
              <a:gd name="connsiteX207" fmla="*/ 12701487 w 13158799"/>
              <a:gd name="connsiteY207" fmla="*/ 0 h 9456078"/>
              <a:gd name="connsiteX208" fmla="*/ 13158798 w 13158799"/>
              <a:gd name="connsiteY208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28389 w 13158797"/>
              <a:gd name="connsiteY22" fmla="*/ 9330914 h 9456078"/>
              <a:gd name="connsiteX23" fmla="*/ 1176172 w 13158797"/>
              <a:gd name="connsiteY23" fmla="*/ 9319936 h 9456078"/>
              <a:gd name="connsiteX24" fmla="*/ 1223823 w 13158797"/>
              <a:gd name="connsiteY24" fmla="*/ 9308509 h 9456078"/>
              <a:gd name="connsiteX25" fmla="*/ 1271339 w 13158797"/>
              <a:gd name="connsiteY25" fmla="*/ 9296635 h 9456078"/>
              <a:gd name="connsiteX26" fmla="*/ 1318719 w 13158797"/>
              <a:gd name="connsiteY26" fmla="*/ 9284315 h 9456078"/>
              <a:gd name="connsiteX27" fmla="*/ 1365957 w 13158797"/>
              <a:gd name="connsiteY27" fmla="*/ 9271550 h 9456078"/>
              <a:gd name="connsiteX28" fmla="*/ 1413052 w 13158797"/>
              <a:gd name="connsiteY28" fmla="*/ 9258342 h 9456078"/>
              <a:gd name="connsiteX29" fmla="*/ 1460000 w 13158797"/>
              <a:gd name="connsiteY29" fmla="*/ 9244693 h 9456078"/>
              <a:gd name="connsiteX30" fmla="*/ 1506799 w 13158797"/>
              <a:gd name="connsiteY30" fmla="*/ 9230604 h 9456078"/>
              <a:gd name="connsiteX31" fmla="*/ 1553445 w 13158797"/>
              <a:gd name="connsiteY31" fmla="*/ 9216076 h 9456078"/>
              <a:gd name="connsiteX32" fmla="*/ 1599935 w 13158797"/>
              <a:gd name="connsiteY32" fmla="*/ 9201111 h 9456078"/>
              <a:gd name="connsiteX33" fmla="*/ 1646267 w 13158797"/>
              <a:gd name="connsiteY33" fmla="*/ 9185710 h 9456078"/>
              <a:gd name="connsiteX34" fmla="*/ 1692437 w 13158797"/>
              <a:gd name="connsiteY34" fmla="*/ 9169876 h 9456078"/>
              <a:gd name="connsiteX35" fmla="*/ 1738442 w 13158797"/>
              <a:gd name="connsiteY35" fmla="*/ 9153608 h 9456078"/>
              <a:gd name="connsiteX36" fmla="*/ 1784280 w 13158797"/>
              <a:gd name="connsiteY36" fmla="*/ 9136910 h 9456078"/>
              <a:gd name="connsiteX37" fmla="*/ 1829947 w 13158797"/>
              <a:gd name="connsiteY37" fmla="*/ 9119782 h 9456078"/>
              <a:gd name="connsiteX38" fmla="*/ 1875440 w 13158797"/>
              <a:gd name="connsiteY38" fmla="*/ 9102226 h 9456078"/>
              <a:gd name="connsiteX39" fmla="*/ 1920756 w 13158797"/>
              <a:gd name="connsiteY39" fmla="*/ 9084243 h 9456078"/>
              <a:gd name="connsiteX40" fmla="*/ 1965893 w 13158797"/>
              <a:gd name="connsiteY40" fmla="*/ 9065835 h 9456078"/>
              <a:gd name="connsiteX41" fmla="*/ 2010847 w 13158797"/>
              <a:gd name="connsiteY41" fmla="*/ 9047004 h 9456078"/>
              <a:gd name="connsiteX42" fmla="*/ 2055615 w 13158797"/>
              <a:gd name="connsiteY42" fmla="*/ 9027750 h 9456078"/>
              <a:gd name="connsiteX43" fmla="*/ 2100195 w 13158797"/>
              <a:gd name="connsiteY43" fmla="*/ 9008075 h 9456078"/>
              <a:gd name="connsiteX44" fmla="*/ 2144582 w 13158797"/>
              <a:gd name="connsiteY44" fmla="*/ 8987981 h 9456078"/>
              <a:gd name="connsiteX45" fmla="*/ 2188775 w 13158797"/>
              <a:gd name="connsiteY45" fmla="*/ 8967470 h 9456078"/>
              <a:gd name="connsiteX46" fmla="*/ 2232770 w 13158797"/>
              <a:gd name="connsiteY46" fmla="*/ 8946542 h 9456078"/>
              <a:gd name="connsiteX47" fmla="*/ 2276564 w 13158797"/>
              <a:gd name="connsiteY47" fmla="*/ 8925199 h 9456078"/>
              <a:gd name="connsiteX48" fmla="*/ 2320154 w 13158797"/>
              <a:gd name="connsiteY48" fmla="*/ 8903443 h 9456078"/>
              <a:gd name="connsiteX49" fmla="*/ 2363538 w 13158797"/>
              <a:gd name="connsiteY49" fmla="*/ 8881275 h 9456078"/>
              <a:gd name="connsiteX50" fmla="*/ 2406711 w 13158797"/>
              <a:gd name="connsiteY50" fmla="*/ 8858697 h 9456078"/>
              <a:gd name="connsiteX51" fmla="*/ 2449672 w 13158797"/>
              <a:gd name="connsiteY51" fmla="*/ 8835710 h 9456078"/>
              <a:gd name="connsiteX52" fmla="*/ 2492417 w 13158797"/>
              <a:gd name="connsiteY52" fmla="*/ 8812316 h 9456078"/>
              <a:gd name="connsiteX53" fmla="*/ 2534943 w 13158797"/>
              <a:gd name="connsiteY53" fmla="*/ 8788516 h 9456078"/>
              <a:gd name="connsiteX54" fmla="*/ 2577247 w 13158797"/>
              <a:gd name="connsiteY54" fmla="*/ 8764311 h 9456078"/>
              <a:gd name="connsiteX55" fmla="*/ 2619326 w 13158797"/>
              <a:gd name="connsiteY55" fmla="*/ 8739704 h 9456078"/>
              <a:gd name="connsiteX56" fmla="*/ 2661177 w 13158797"/>
              <a:gd name="connsiteY56" fmla="*/ 8714695 h 9456078"/>
              <a:gd name="connsiteX57" fmla="*/ 2702797 w 13158797"/>
              <a:gd name="connsiteY57" fmla="*/ 8689286 h 9456078"/>
              <a:gd name="connsiteX58" fmla="*/ 2744183 w 13158797"/>
              <a:gd name="connsiteY58" fmla="*/ 8663479 h 9456078"/>
              <a:gd name="connsiteX59" fmla="*/ 2785333 w 13158797"/>
              <a:gd name="connsiteY59" fmla="*/ 8637274 h 9456078"/>
              <a:gd name="connsiteX60" fmla="*/ 2826242 w 13158797"/>
              <a:gd name="connsiteY60" fmla="*/ 8610675 h 9456078"/>
              <a:gd name="connsiteX61" fmla="*/ 2866908 w 13158797"/>
              <a:gd name="connsiteY61" fmla="*/ 8583681 h 9456078"/>
              <a:gd name="connsiteX62" fmla="*/ 2907329 w 13158797"/>
              <a:gd name="connsiteY62" fmla="*/ 8556295 h 9456078"/>
              <a:gd name="connsiteX63" fmla="*/ 2947500 w 13158797"/>
              <a:gd name="connsiteY63" fmla="*/ 8528517 h 9456078"/>
              <a:gd name="connsiteX64" fmla="*/ 2987419 w 13158797"/>
              <a:gd name="connsiteY64" fmla="*/ 8500351 h 9456078"/>
              <a:gd name="connsiteX65" fmla="*/ 3027083 w 13158797"/>
              <a:gd name="connsiteY65" fmla="*/ 8471796 h 9456078"/>
              <a:gd name="connsiteX66" fmla="*/ 3066489 w 13158797"/>
              <a:gd name="connsiteY66" fmla="*/ 8442854 h 9456078"/>
              <a:gd name="connsiteX67" fmla="*/ 3105634 w 13158797"/>
              <a:gd name="connsiteY67" fmla="*/ 8413528 h 9456078"/>
              <a:gd name="connsiteX68" fmla="*/ 3144515 w 13158797"/>
              <a:gd name="connsiteY68" fmla="*/ 8383818 h 9456078"/>
              <a:gd name="connsiteX69" fmla="*/ 3183129 w 13158797"/>
              <a:gd name="connsiteY69" fmla="*/ 8353726 h 9456078"/>
              <a:gd name="connsiteX70" fmla="*/ 3221473 w 13158797"/>
              <a:gd name="connsiteY70" fmla="*/ 8323253 h 9456078"/>
              <a:gd name="connsiteX71" fmla="*/ 3259544 w 13158797"/>
              <a:gd name="connsiteY71" fmla="*/ 8292401 h 9456078"/>
              <a:gd name="connsiteX72" fmla="*/ 3297339 w 13158797"/>
              <a:gd name="connsiteY72" fmla="*/ 8261172 h 9456078"/>
              <a:gd name="connsiteX73" fmla="*/ 3334854 w 13158797"/>
              <a:gd name="connsiteY73" fmla="*/ 8229566 h 9456078"/>
              <a:gd name="connsiteX74" fmla="*/ 3372087 w 13158797"/>
              <a:gd name="connsiteY74" fmla="*/ 8197585 h 9456078"/>
              <a:gd name="connsiteX75" fmla="*/ 3409035 w 13158797"/>
              <a:gd name="connsiteY75" fmla="*/ 8165232 h 9456078"/>
              <a:gd name="connsiteX76" fmla="*/ 3445695 w 13158797"/>
              <a:gd name="connsiteY76" fmla="*/ 8132507 h 9456078"/>
              <a:gd name="connsiteX77" fmla="*/ 3482064 w 13158797"/>
              <a:gd name="connsiteY77" fmla="*/ 8099411 h 9456078"/>
              <a:gd name="connsiteX78" fmla="*/ 3518139 w 13158797"/>
              <a:gd name="connsiteY78" fmla="*/ 8065947 h 9456078"/>
              <a:gd name="connsiteX79" fmla="*/ 3553916 w 13158797"/>
              <a:gd name="connsiteY79" fmla="*/ 8032115 h 9456078"/>
              <a:gd name="connsiteX80" fmla="*/ 3589393 w 13158797"/>
              <a:gd name="connsiteY80" fmla="*/ 7997918 h 9456078"/>
              <a:gd name="connsiteX81" fmla="*/ 3624567 w 13158797"/>
              <a:gd name="connsiteY81" fmla="*/ 7963356 h 9456078"/>
              <a:gd name="connsiteX82" fmla="*/ 3659435 w 13158797"/>
              <a:gd name="connsiteY82" fmla="*/ 7928432 h 9456078"/>
              <a:gd name="connsiteX83" fmla="*/ 3693994 w 13158797"/>
              <a:gd name="connsiteY83" fmla="*/ 7893146 h 9456078"/>
              <a:gd name="connsiteX84" fmla="*/ 3728240 w 13158797"/>
              <a:gd name="connsiteY84" fmla="*/ 7857501 h 9456078"/>
              <a:gd name="connsiteX85" fmla="*/ 3762171 w 13158797"/>
              <a:gd name="connsiteY85" fmla="*/ 7821497 h 9456078"/>
              <a:gd name="connsiteX86" fmla="*/ 3795783 w 13158797"/>
              <a:gd name="connsiteY86" fmla="*/ 7785136 h 9456078"/>
              <a:gd name="connsiteX87" fmla="*/ 3829075 w 13158797"/>
              <a:gd name="connsiteY87" fmla="*/ 7748420 h 9456078"/>
              <a:gd name="connsiteX88" fmla="*/ 3862042 w 13158797"/>
              <a:gd name="connsiteY88" fmla="*/ 7711350 h 9456078"/>
              <a:gd name="connsiteX89" fmla="*/ 3894682 w 13158797"/>
              <a:gd name="connsiteY89" fmla="*/ 7673928 h 9456078"/>
              <a:gd name="connsiteX90" fmla="*/ 3926991 w 13158797"/>
              <a:gd name="connsiteY90" fmla="*/ 7636155 h 9456078"/>
              <a:gd name="connsiteX91" fmla="*/ 3958967 w 13158797"/>
              <a:gd name="connsiteY91" fmla="*/ 7598032 h 9456078"/>
              <a:gd name="connsiteX92" fmla="*/ 3990607 w 13158797"/>
              <a:gd name="connsiteY92" fmla="*/ 7559561 h 9456078"/>
              <a:gd name="connsiteX93" fmla="*/ 4021907 w 13158797"/>
              <a:gd name="connsiteY93" fmla="*/ 7520744 h 9456078"/>
              <a:gd name="connsiteX94" fmla="*/ 4052865 w 13158797"/>
              <a:gd name="connsiteY94" fmla="*/ 7481582 h 9456078"/>
              <a:gd name="connsiteX95" fmla="*/ 4083478 w 13158797"/>
              <a:gd name="connsiteY95" fmla="*/ 7442077 h 9456078"/>
              <a:gd name="connsiteX96" fmla="*/ 8022311 w 13158797"/>
              <a:gd name="connsiteY96" fmla="*/ 2307814 h 9456078"/>
              <a:gd name="connsiteX97" fmla="*/ 8052902 w 13158797"/>
              <a:gd name="connsiteY97" fmla="*/ 2268285 h 9456078"/>
              <a:gd name="connsiteX98" fmla="*/ 8083796 w 13158797"/>
              <a:gd name="connsiteY98" fmla="*/ 2229056 h 9456078"/>
              <a:gd name="connsiteX99" fmla="*/ 8114989 w 13158797"/>
              <a:gd name="connsiteY99" fmla="*/ 2190127 h 9456078"/>
              <a:gd name="connsiteX100" fmla="*/ 8146479 w 13158797"/>
              <a:gd name="connsiteY100" fmla="*/ 2151500 h 9456078"/>
              <a:gd name="connsiteX101" fmla="*/ 8178264 w 13158797"/>
              <a:gd name="connsiteY101" fmla="*/ 2113176 h 9456078"/>
              <a:gd name="connsiteX102" fmla="*/ 8210341 w 13158797"/>
              <a:gd name="connsiteY102" fmla="*/ 2075157 h 9456078"/>
              <a:gd name="connsiteX103" fmla="*/ 8242709 w 13158797"/>
              <a:gd name="connsiteY103" fmla="*/ 2037442 h 9456078"/>
              <a:gd name="connsiteX104" fmla="*/ 8275365 w 13158797"/>
              <a:gd name="connsiteY104" fmla="*/ 2000034 h 9456078"/>
              <a:gd name="connsiteX105" fmla="*/ 8308307 w 13158797"/>
              <a:gd name="connsiteY105" fmla="*/ 1962934 h 9456078"/>
              <a:gd name="connsiteX106" fmla="*/ 8341532 w 13158797"/>
              <a:gd name="connsiteY106" fmla="*/ 1926142 h 9456078"/>
              <a:gd name="connsiteX107" fmla="*/ 8375038 w 13158797"/>
              <a:gd name="connsiteY107" fmla="*/ 1889660 h 9456078"/>
              <a:gd name="connsiteX108" fmla="*/ 8408823 w 13158797"/>
              <a:gd name="connsiteY108" fmla="*/ 1853489 h 9456078"/>
              <a:gd name="connsiteX109" fmla="*/ 8442885 w 13158797"/>
              <a:gd name="connsiteY109" fmla="*/ 1817630 h 9456078"/>
              <a:gd name="connsiteX110" fmla="*/ 8477221 w 13158797"/>
              <a:gd name="connsiteY110" fmla="*/ 1782084 h 9456078"/>
              <a:gd name="connsiteX111" fmla="*/ 8511829 w 13158797"/>
              <a:gd name="connsiteY111" fmla="*/ 1746853 h 9456078"/>
              <a:gd name="connsiteX112" fmla="*/ 8546706 w 13158797"/>
              <a:gd name="connsiteY112" fmla="*/ 1711937 h 9456078"/>
              <a:gd name="connsiteX113" fmla="*/ 8581851 w 13158797"/>
              <a:gd name="connsiteY113" fmla="*/ 1677337 h 9456078"/>
              <a:gd name="connsiteX114" fmla="*/ 8617261 w 13158797"/>
              <a:gd name="connsiteY114" fmla="*/ 1643056 h 9456078"/>
              <a:gd name="connsiteX115" fmla="*/ 8652934 w 13158797"/>
              <a:gd name="connsiteY115" fmla="*/ 1609093 h 9456078"/>
              <a:gd name="connsiteX116" fmla="*/ 8688867 w 13158797"/>
              <a:gd name="connsiteY116" fmla="*/ 1575450 h 9456078"/>
              <a:gd name="connsiteX117" fmla="*/ 8725058 w 13158797"/>
              <a:gd name="connsiteY117" fmla="*/ 1542128 h 9456078"/>
              <a:gd name="connsiteX118" fmla="*/ 8761506 w 13158797"/>
              <a:gd name="connsiteY118" fmla="*/ 1509129 h 9456078"/>
              <a:gd name="connsiteX119" fmla="*/ 8798207 w 13158797"/>
              <a:gd name="connsiteY119" fmla="*/ 1476452 h 9456078"/>
              <a:gd name="connsiteX120" fmla="*/ 8835159 w 13158797"/>
              <a:gd name="connsiteY120" fmla="*/ 1444101 h 9456078"/>
              <a:gd name="connsiteX121" fmla="*/ 8872360 w 13158797"/>
              <a:gd name="connsiteY121" fmla="*/ 1412075 h 9456078"/>
              <a:gd name="connsiteX122" fmla="*/ 8909808 w 13158797"/>
              <a:gd name="connsiteY122" fmla="*/ 1380375 h 9456078"/>
              <a:gd name="connsiteX123" fmla="*/ 8947501 w 13158797"/>
              <a:gd name="connsiteY123" fmla="*/ 1349004 h 9456078"/>
              <a:gd name="connsiteX124" fmla="*/ 8985435 w 13158797"/>
              <a:gd name="connsiteY124" fmla="*/ 1317962 h 9456078"/>
              <a:gd name="connsiteX125" fmla="*/ 9023610 w 13158797"/>
              <a:gd name="connsiteY125" fmla="*/ 1287250 h 9456078"/>
              <a:gd name="connsiteX126" fmla="*/ 9062022 w 13158797"/>
              <a:gd name="connsiteY126" fmla="*/ 1256869 h 9456078"/>
              <a:gd name="connsiteX127" fmla="*/ 9100669 w 13158797"/>
              <a:gd name="connsiteY127" fmla="*/ 1226820 h 9456078"/>
              <a:gd name="connsiteX128" fmla="*/ 9139549 w 13158797"/>
              <a:gd name="connsiteY128" fmla="*/ 1197105 h 9456078"/>
              <a:gd name="connsiteX129" fmla="*/ 9178660 w 13158797"/>
              <a:gd name="connsiteY129" fmla="*/ 1167725 h 9456078"/>
              <a:gd name="connsiteX130" fmla="*/ 9217999 w 13158797"/>
              <a:gd name="connsiteY130" fmla="*/ 1138681 h 9456078"/>
              <a:gd name="connsiteX131" fmla="*/ 9257564 w 13158797"/>
              <a:gd name="connsiteY131" fmla="*/ 1109974 h 9456078"/>
              <a:gd name="connsiteX132" fmla="*/ 9297353 w 13158797"/>
              <a:gd name="connsiteY132" fmla="*/ 1081604 h 9456078"/>
              <a:gd name="connsiteX133" fmla="*/ 9337364 w 13158797"/>
              <a:gd name="connsiteY133" fmla="*/ 1053574 h 9456078"/>
              <a:gd name="connsiteX134" fmla="*/ 9377594 w 13158797"/>
              <a:gd name="connsiteY134" fmla="*/ 1025884 h 9456078"/>
              <a:gd name="connsiteX135" fmla="*/ 9418040 w 13158797"/>
              <a:gd name="connsiteY135" fmla="*/ 998536 h 9456078"/>
              <a:gd name="connsiteX136" fmla="*/ 9458702 w 13158797"/>
              <a:gd name="connsiteY136" fmla="*/ 971530 h 9456078"/>
              <a:gd name="connsiteX137" fmla="*/ 9499575 w 13158797"/>
              <a:gd name="connsiteY137" fmla="*/ 944868 h 9456078"/>
              <a:gd name="connsiteX138" fmla="*/ 9540659 w 13158797"/>
              <a:gd name="connsiteY138" fmla="*/ 918551 h 9456078"/>
              <a:gd name="connsiteX139" fmla="*/ 9581950 w 13158797"/>
              <a:gd name="connsiteY139" fmla="*/ 892580 h 9456078"/>
              <a:gd name="connsiteX140" fmla="*/ 9623447 w 13158797"/>
              <a:gd name="connsiteY140" fmla="*/ 866956 h 9456078"/>
              <a:gd name="connsiteX141" fmla="*/ 9665147 w 13158797"/>
              <a:gd name="connsiteY141" fmla="*/ 841681 h 9456078"/>
              <a:gd name="connsiteX142" fmla="*/ 9707048 w 13158797"/>
              <a:gd name="connsiteY142" fmla="*/ 816754 h 9456078"/>
              <a:gd name="connsiteX143" fmla="*/ 9749147 w 13158797"/>
              <a:gd name="connsiteY143" fmla="*/ 792179 h 9456078"/>
              <a:gd name="connsiteX144" fmla="*/ 9791443 w 13158797"/>
              <a:gd name="connsiteY144" fmla="*/ 767955 h 9456078"/>
              <a:gd name="connsiteX145" fmla="*/ 9833932 w 13158797"/>
              <a:gd name="connsiteY145" fmla="*/ 744083 h 9456078"/>
              <a:gd name="connsiteX146" fmla="*/ 9876613 w 13158797"/>
              <a:gd name="connsiteY146" fmla="*/ 720566 h 9456078"/>
              <a:gd name="connsiteX147" fmla="*/ 9919484 w 13158797"/>
              <a:gd name="connsiteY147" fmla="*/ 697404 h 9456078"/>
              <a:gd name="connsiteX148" fmla="*/ 9962542 w 13158797"/>
              <a:gd name="connsiteY148" fmla="*/ 674598 h 9456078"/>
              <a:gd name="connsiteX149" fmla="*/ 10005784 w 13158797"/>
              <a:gd name="connsiteY149" fmla="*/ 652149 h 9456078"/>
              <a:gd name="connsiteX150" fmla="*/ 10049209 w 13158797"/>
              <a:gd name="connsiteY150" fmla="*/ 630059 h 9456078"/>
              <a:gd name="connsiteX151" fmla="*/ 10092814 w 13158797"/>
              <a:gd name="connsiteY151" fmla="*/ 608328 h 9456078"/>
              <a:gd name="connsiteX152" fmla="*/ 10136597 w 13158797"/>
              <a:gd name="connsiteY152" fmla="*/ 586958 h 9456078"/>
              <a:gd name="connsiteX153" fmla="*/ 10180556 w 13158797"/>
              <a:gd name="connsiteY153" fmla="*/ 565950 h 9456078"/>
              <a:gd name="connsiteX154" fmla="*/ 10224688 w 13158797"/>
              <a:gd name="connsiteY154" fmla="*/ 545304 h 9456078"/>
              <a:gd name="connsiteX155" fmla="*/ 10268991 w 13158797"/>
              <a:gd name="connsiteY155" fmla="*/ 525023 h 9456078"/>
              <a:gd name="connsiteX156" fmla="*/ 10313463 w 13158797"/>
              <a:gd name="connsiteY156" fmla="*/ 505107 h 9456078"/>
              <a:gd name="connsiteX157" fmla="*/ 10358101 w 13158797"/>
              <a:gd name="connsiteY157" fmla="*/ 485558 h 9456078"/>
              <a:gd name="connsiteX158" fmla="*/ 10402903 w 13158797"/>
              <a:gd name="connsiteY158" fmla="*/ 466376 h 9456078"/>
              <a:gd name="connsiteX159" fmla="*/ 10447868 w 13158797"/>
              <a:gd name="connsiteY159" fmla="*/ 447563 h 9456078"/>
              <a:gd name="connsiteX160" fmla="*/ 10492991 w 13158797"/>
              <a:gd name="connsiteY160" fmla="*/ 429119 h 9456078"/>
              <a:gd name="connsiteX161" fmla="*/ 10538272 w 13158797"/>
              <a:gd name="connsiteY161" fmla="*/ 411046 h 9456078"/>
              <a:gd name="connsiteX162" fmla="*/ 10583708 w 13158797"/>
              <a:gd name="connsiteY162" fmla="*/ 393346 h 9456078"/>
              <a:gd name="connsiteX163" fmla="*/ 10629297 w 13158797"/>
              <a:gd name="connsiteY163" fmla="*/ 376018 h 9456078"/>
              <a:gd name="connsiteX164" fmla="*/ 10675036 w 13158797"/>
              <a:gd name="connsiteY164" fmla="*/ 359065 h 9456078"/>
              <a:gd name="connsiteX165" fmla="*/ 10720923 w 13158797"/>
              <a:gd name="connsiteY165" fmla="*/ 342487 h 9456078"/>
              <a:gd name="connsiteX166" fmla="*/ 10766956 w 13158797"/>
              <a:gd name="connsiteY166" fmla="*/ 326286 h 9456078"/>
              <a:gd name="connsiteX167" fmla="*/ 10813132 w 13158797"/>
              <a:gd name="connsiteY167" fmla="*/ 310462 h 9456078"/>
              <a:gd name="connsiteX168" fmla="*/ 10859450 w 13158797"/>
              <a:gd name="connsiteY168" fmla="*/ 295018 h 9456078"/>
              <a:gd name="connsiteX169" fmla="*/ 10905907 w 13158797"/>
              <a:gd name="connsiteY169" fmla="*/ 279953 h 9456078"/>
              <a:gd name="connsiteX170" fmla="*/ 10952500 w 13158797"/>
              <a:gd name="connsiteY170" fmla="*/ 265269 h 9456078"/>
              <a:gd name="connsiteX171" fmla="*/ 10999227 w 13158797"/>
              <a:gd name="connsiteY171" fmla="*/ 250968 h 9456078"/>
              <a:gd name="connsiteX172" fmla="*/ 11046087 w 13158797"/>
              <a:gd name="connsiteY172" fmla="*/ 237049 h 9456078"/>
              <a:gd name="connsiteX173" fmla="*/ 11093076 w 13158797"/>
              <a:gd name="connsiteY173" fmla="*/ 223516 h 9456078"/>
              <a:gd name="connsiteX174" fmla="*/ 11140193 w 13158797"/>
              <a:gd name="connsiteY174" fmla="*/ 210368 h 9456078"/>
              <a:gd name="connsiteX175" fmla="*/ 11187434 w 13158797"/>
              <a:gd name="connsiteY175" fmla="*/ 197606 h 9456078"/>
              <a:gd name="connsiteX176" fmla="*/ 11234799 w 13158797"/>
              <a:gd name="connsiteY176" fmla="*/ 185233 h 9456078"/>
              <a:gd name="connsiteX177" fmla="*/ 11282284 w 13158797"/>
              <a:gd name="connsiteY177" fmla="*/ 173248 h 9456078"/>
              <a:gd name="connsiteX178" fmla="*/ 11329888 w 13158797"/>
              <a:gd name="connsiteY178" fmla="*/ 161654 h 9456078"/>
              <a:gd name="connsiteX179" fmla="*/ 11377607 w 13158797"/>
              <a:gd name="connsiteY179" fmla="*/ 150451 h 9456078"/>
              <a:gd name="connsiteX180" fmla="*/ 11425440 w 13158797"/>
              <a:gd name="connsiteY180" fmla="*/ 139640 h 9456078"/>
              <a:gd name="connsiteX181" fmla="*/ 11473385 w 13158797"/>
              <a:gd name="connsiteY181" fmla="*/ 129223 h 9456078"/>
              <a:gd name="connsiteX182" fmla="*/ 11521439 w 13158797"/>
              <a:gd name="connsiteY182" fmla="*/ 119201 h 9456078"/>
              <a:gd name="connsiteX183" fmla="*/ 11569599 w 13158797"/>
              <a:gd name="connsiteY183" fmla="*/ 109574 h 9456078"/>
              <a:gd name="connsiteX184" fmla="*/ 11617864 w 13158797"/>
              <a:gd name="connsiteY184" fmla="*/ 100344 h 9456078"/>
              <a:gd name="connsiteX185" fmla="*/ 11666231 w 13158797"/>
              <a:gd name="connsiteY185" fmla="*/ 91512 h 9456078"/>
              <a:gd name="connsiteX186" fmla="*/ 11714698 w 13158797"/>
              <a:gd name="connsiteY186" fmla="*/ 83080 h 9456078"/>
              <a:gd name="connsiteX187" fmla="*/ 11763263 w 13158797"/>
              <a:gd name="connsiteY187" fmla="*/ 75047 h 9456078"/>
              <a:gd name="connsiteX188" fmla="*/ 11811923 w 13158797"/>
              <a:gd name="connsiteY188" fmla="*/ 67417 h 9456078"/>
              <a:gd name="connsiteX189" fmla="*/ 11860676 w 13158797"/>
              <a:gd name="connsiteY189" fmla="*/ 60188 h 9456078"/>
              <a:gd name="connsiteX190" fmla="*/ 11909519 w 13158797"/>
              <a:gd name="connsiteY190" fmla="*/ 53364 h 9456078"/>
              <a:gd name="connsiteX191" fmla="*/ 11958451 w 13158797"/>
              <a:gd name="connsiteY191" fmla="*/ 46944 h 9456078"/>
              <a:gd name="connsiteX192" fmla="*/ 12007470 w 13158797"/>
              <a:gd name="connsiteY192" fmla="*/ 40931 h 9456078"/>
              <a:gd name="connsiteX193" fmla="*/ 12056572 w 13158797"/>
              <a:gd name="connsiteY193" fmla="*/ 35324 h 9456078"/>
              <a:gd name="connsiteX194" fmla="*/ 12105756 w 13158797"/>
              <a:gd name="connsiteY194" fmla="*/ 30126 h 9456078"/>
              <a:gd name="connsiteX195" fmla="*/ 12155019 w 13158797"/>
              <a:gd name="connsiteY195" fmla="*/ 25337 h 9456078"/>
              <a:gd name="connsiteX196" fmla="*/ 12204359 w 13158797"/>
              <a:gd name="connsiteY196" fmla="*/ 20958 h 9456078"/>
              <a:gd name="connsiteX197" fmla="*/ 12253773 w 13158797"/>
              <a:gd name="connsiteY197" fmla="*/ 16991 h 9456078"/>
              <a:gd name="connsiteX198" fmla="*/ 12303260 w 13158797"/>
              <a:gd name="connsiteY198" fmla="*/ 13437 h 9456078"/>
              <a:gd name="connsiteX199" fmla="*/ 12352818 w 13158797"/>
              <a:gd name="connsiteY199" fmla="*/ 10297 h 9456078"/>
              <a:gd name="connsiteX200" fmla="*/ 12402443 w 13158797"/>
              <a:gd name="connsiteY200" fmla="*/ 7572 h 9456078"/>
              <a:gd name="connsiteX201" fmla="*/ 12452133 w 13158797"/>
              <a:gd name="connsiteY201" fmla="*/ 5263 h 9456078"/>
              <a:gd name="connsiteX202" fmla="*/ 12501887 w 13158797"/>
              <a:gd name="connsiteY202" fmla="*/ 3371 h 9456078"/>
              <a:gd name="connsiteX203" fmla="*/ 12551701 w 13158797"/>
              <a:gd name="connsiteY203" fmla="*/ 1898 h 9456078"/>
              <a:gd name="connsiteX204" fmla="*/ 12601574 w 13158797"/>
              <a:gd name="connsiteY204" fmla="*/ 844 h 9456078"/>
              <a:gd name="connsiteX205" fmla="*/ 12651504 w 13158797"/>
              <a:gd name="connsiteY205" fmla="*/ 211 h 9456078"/>
              <a:gd name="connsiteX206" fmla="*/ 12701487 w 13158797"/>
              <a:gd name="connsiteY206" fmla="*/ 0 h 9456078"/>
              <a:gd name="connsiteX207" fmla="*/ 13158798 w 13158797"/>
              <a:gd name="connsiteY207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98870 w 13158799"/>
              <a:gd name="connsiteY5" fmla="*/ 9447409 h 9456078"/>
              <a:gd name="connsiteX6" fmla="*/ 348429 w 13158799"/>
              <a:gd name="connsiteY6" fmla="*/ 9444290 h 9456078"/>
              <a:gd name="connsiteX7" fmla="*/ 397907 w 13158799"/>
              <a:gd name="connsiteY7" fmla="*/ 9440698 h 9456078"/>
              <a:gd name="connsiteX8" fmla="*/ 447302 w 13158799"/>
              <a:gd name="connsiteY8" fmla="*/ 9436632 h 9456078"/>
              <a:gd name="connsiteX9" fmla="*/ 496610 w 13158799"/>
              <a:gd name="connsiteY9" fmla="*/ 9432096 h 9456078"/>
              <a:gd name="connsiteX10" fmla="*/ 545829 w 13158799"/>
              <a:gd name="connsiteY10" fmla="*/ 9427089 h 9456078"/>
              <a:gd name="connsiteX11" fmla="*/ 594956 w 13158799"/>
              <a:gd name="connsiteY11" fmla="*/ 9421615 h 9456078"/>
              <a:gd name="connsiteX12" fmla="*/ 643987 w 13158799"/>
              <a:gd name="connsiteY12" fmla="*/ 9415673 h 9456078"/>
              <a:gd name="connsiteX13" fmla="*/ 692920 w 13158799"/>
              <a:gd name="connsiteY13" fmla="*/ 9409267 h 9456078"/>
              <a:gd name="connsiteX14" fmla="*/ 741751 w 13158799"/>
              <a:gd name="connsiteY14" fmla="*/ 9402396 h 9456078"/>
              <a:gd name="connsiteX15" fmla="*/ 790478 w 13158799"/>
              <a:gd name="connsiteY15" fmla="*/ 9395063 h 9456078"/>
              <a:gd name="connsiteX16" fmla="*/ 839098 w 13158799"/>
              <a:gd name="connsiteY16" fmla="*/ 9387270 h 9456078"/>
              <a:gd name="connsiteX17" fmla="*/ 887607 w 13158799"/>
              <a:gd name="connsiteY17" fmla="*/ 9379017 h 9456078"/>
              <a:gd name="connsiteX18" fmla="*/ 936002 w 13158799"/>
              <a:gd name="connsiteY18" fmla="*/ 9370306 h 9456078"/>
              <a:gd name="connsiteX19" fmla="*/ 984281 w 13158799"/>
              <a:gd name="connsiteY19" fmla="*/ 9361139 h 9456078"/>
              <a:gd name="connsiteX20" fmla="*/ 1032440 w 13158799"/>
              <a:gd name="connsiteY20" fmla="*/ 9351517 h 9456078"/>
              <a:gd name="connsiteX21" fmla="*/ 1080477 w 13158799"/>
              <a:gd name="connsiteY21" fmla="*/ 9341441 h 9456078"/>
              <a:gd name="connsiteX22" fmla="*/ 1176172 w 13158799"/>
              <a:gd name="connsiteY22" fmla="*/ 9319936 h 9456078"/>
              <a:gd name="connsiteX23" fmla="*/ 1223823 w 13158799"/>
              <a:gd name="connsiteY23" fmla="*/ 9308509 h 9456078"/>
              <a:gd name="connsiteX24" fmla="*/ 1271339 w 13158799"/>
              <a:gd name="connsiteY24" fmla="*/ 9296635 h 9456078"/>
              <a:gd name="connsiteX25" fmla="*/ 1318719 w 13158799"/>
              <a:gd name="connsiteY25" fmla="*/ 9284315 h 9456078"/>
              <a:gd name="connsiteX26" fmla="*/ 1365957 w 13158799"/>
              <a:gd name="connsiteY26" fmla="*/ 9271550 h 9456078"/>
              <a:gd name="connsiteX27" fmla="*/ 1413052 w 13158799"/>
              <a:gd name="connsiteY27" fmla="*/ 9258342 h 9456078"/>
              <a:gd name="connsiteX28" fmla="*/ 1460000 w 13158799"/>
              <a:gd name="connsiteY28" fmla="*/ 9244693 h 9456078"/>
              <a:gd name="connsiteX29" fmla="*/ 1506799 w 13158799"/>
              <a:gd name="connsiteY29" fmla="*/ 9230604 h 9456078"/>
              <a:gd name="connsiteX30" fmla="*/ 1553445 w 13158799"/>
              <a:gd name="connsiteY30" fmla="*/ 9216076 h 9456078"/>
              <a:gd name="connsiteX31" fmla="*/ 1599935 w 13158799"/>
              <a:gd name="connsiteY31" fmla="*/ 9201111 h 9456078"/>
              <a:gd name="connsiteX32" fmla="*/ 1646267 w 13158799"/>
              <a:gd name="connsiteY32" fmla="*/ 9185710 h 9456078"/>
              <a:gd name="connsiteX33" fmla="*/ 1692437 w 13158799"/>
              <a:gd name="connsiteY33" fmla="*/ 9169876 h 9456078"/>
              <a:gd name="connsiteX34" fmla="*/ 1738442 w 13158799"/>
              <a:gd name="connsiteY34" fmla="*/ 9153608 h 9456078"/>
              <a:gd name="connsiteX35" fmla="*/ 1784280 w 13158799"/>
              <a:gd name="connsiteY35" fmla="*/ 9136910 h 9456078"/>
              <a:gd name="connsiteX36" fmla="*/ 1829947 w 13158799"/>
              <a:gd name="connsiteY36" fmla="*/ 9119782 h 9456078"/>
              <a:gd name="connsiteX37" fmla="*/ 1875440 w 13158799"/>
              <a:gd name="connsiteY37" fmla="*/ 9102226 h 9456078"/>
              <a:gd name="connsiteX38" fmla="*/ 1920756 w 13158799"/>
              <a:gd name="connsiteY38" fmla="*/ 9084243 h 9456078"/>
              <a:gd name="connsiteX39" fmla="*/ 1965893 w 13158799"/>
              <a:gd name="connsiteY39" fmla="*/ 9065835 h 9456078"/>
              <a:gd name="connsiteX40" fmla="*/ 2010847 w 13158799"/>
              <a:gd name="connsiteY40" fmla="*/ 9047004 h 9456078"/>
              <a:gd name="connsiteX41" fmla="*/ 2055615 w 13158799"/>
              <a:gd name="connsiteY41" fmla="*/ 9027750 h 9456078"/>
              <a:gd name="connsiteX42" fmla="*/ 2100195 w 13158799"/>
              <a:gd name="connsiteY42" fmla="*/ 9008075 h 9456078"/>
              <a:gd name="connsiteX43" fmla="*/ 2144582 w 13158799"/>
              <a:gd name="connsiteY43" fmla="*/ 8987981 h 9456078"/>
              <a:gd name="connsiteX44" fmla="*/ 2188775 w 13158799"/>
              <a:gd name="connsiteY44" fmla="*/ 8967470 h 9456078"/>
              <a:gd name="connsiteX45" fmla="*/ 2232770 w 13158799"/>
              <a:gd name="connsiteY45" fmla="*/ 8946542 h 9456078"/>
              <a:gd name="connsiteX46" fmla="*/ 2276564 w 13158799"/>
              <a:gd name="connsiteY46" fmla="*/ 8925199 h 9456078"/>
              <a:gd name="connsiteX47" fmla="*/ 2320154 w 13158799"/>
              <a:gd name="connsiteY47" fmla="*/ 8903443 h 9456078"/>
              <a:gd name="connsiteX48" fmla="*/ 2363538 w 13158799"/>
              <a:gd name="connsiteY48" fmla="*/ 8881275 h 9456078"/>
              <a:gd name="connsiteX49" fmla="*/ 2406711 w 13158799"/>
              <a:gd name="connsiteY49" fmla="*/ 8858697 h 9456078"/>
              <a:gd name="connsiteX50" fmla="*/ 2449672 w 13158799"/>
              <a:gd name="connsiteY50" fmla="*/ 8835710 h 9456078"/>
              <a:gd name="connsiteX51" fmla="*/ 2492417 w 13158799"/>
              <a:gd name="connsiteY51" fmla="*/ 8812316 h 9456078"/>
              <a:gd name="connsiteX52" fmla="*/ 2534943 w 13158799"/>
              <a:gd name="connsiteY52" fmla="*/ 8788516 h 9456078"/>
              <a:gd name="connsiteX53" fmla="*/ 2577247 w 13158799"/>
              <a:gd name="connsiteY53" fmla="*/ 8764311 h 9456078"/>
              <a:gd name="connsiteX54" fmla="*/ 2619326 w 13158799"/>
              <a:gd name="connsiteY54" fmla="*/ 8739704 h 9456078"/>
              <a:gd name="connsiteX55" fmla="*/ 2661177 w 13158799"/>
              <a:gd name="connsiteY55" fmla="*/ 8714695 h 9456078"/>
              <a:gd name="connsiteX56" fmla="*/ 2702797 w 13158799"/>
              <a:gd name="connsiteY56" fmla="*/ 8689286 h 9456078"/>
              <a:gd name="connsiteX57" fmla="*/ 2744183 w 13158799"/>
              <a:gd name="connsiteY57" fmla="*/ 8663479 h 9456078"/>
              <a:gd name="connsiteX58" fmla="*/ 2785333 w 13158799"/>
              <a:gd name="connsiteY58" fmla="*/ 8637274 h 9456078"/>
              <a:gd name="connsiteX59" fmla="*/ 2826242 w 13158799"/>
              <a:gd name="connsiteY59" fmla="*/ 8610675 h 9456078"/>
              <a:gd name="connsiteX60" fmla="*/ 2866908 w 13158799"/>
              <a:gd name="connsiteY60" fmla="*/ 8583681 h 9456078"/>
              <a:gd name="connsiteX61" fmla="*/ 2907329 w 13158799"/>
              <a:gd name="connsiteY61" fmla="*/ 8556295 h 9456078"/>
              <a:gd name="connsiteX62" fmla="*/ 2947500 w 13158799"/>
              <a:gd name="connsiteY62" fmla="*/ 8528517 h 9456078"/>
              <a:gd name="connsiteX63" fmla="*/ 2987419 w 13158799"/>
              <a:gd name="connsiteY63" fmla="*/ 8500351 h 9456078"/>
              <a:gd name="connsiteX64" fmla="*/ 3027083 w 13158799"/>
              <a:gd name="connsiteY64" fmla="*/ 8471796 h 9456078"/>
              <a:gd name="connsiteX65" fmla="*/ 3066489 w 13158799"/>
              <a:gd name="connsiteY65" fmla="*/ 8442854 h 9456078"/>
              <a:gd name="connsiteX66" fmla="*/ 3105634 w 13158799"/>
              <a:gd name="connsiteY66" fmla="*/ 8413528 h 9456078"/>
              <a:gd name="connsiteX67" fmla="*/ 3144515 w 13158799"/>
              <a:gd name="connsiteY67" fmla="*/ 8383818 h 9456078"/>
              <a:gd name="connsiteX68" fmla="*/ 3183129 w 13158799"/>
              <a:gd name="connsiteY68" fmla="*/ 8353726 h 9456078"/>
              <a:gd name="connsiteX69" fmla="*/ 3221473 w 13158799"/>
              <a:gd name="connsiteY69" fmla="*/ 8323253 h 9456078"/>
              <a:gd name="connsiteX70" fmla="*/ 3259544 w 13158799"/>
              <a:gd name="connsiteY70" fmla="*/ 8292401 h 9456078"/>
              <a:gd name="connsiteX71" fmla="*/ 3297339 w 13158799"/>
              <a:gd name="connsiteY71" fmla="*/ 8261172 h 9456078"/>
              <a:gd name="connsiteX72" fmla="*/ 3334854 w 13158799"/>
              <a:gd name="connsiteY72" fmla="*/ 8229566 h 9456078"/>
              <a:gd name="connsiteX73" fmla="*/ 3372087 w 13158799"/>
              <a:gd name="connsiteY73" fmla="*/ 8197585 h 9456078"/>
              <a:gd name="connsiteX74" fmla="*/ 3409035 w 13158799"/>
              <a:gd name="connsiteY74" fmla="*/ 8165232 h 9456078"/>
              <a:gd name="connsiteX75" fmla="*/ 3445695 w 13158799"/>
              <a:gd name="connsiteY75" fmla="*/ 8132507 h 9456078"/>
              <a:gd name="connsiteX76" fmla="*/ 3482064 w 13158799"/>
              <a:gd name="connsiteY76" fmla="*/ 8099411 h 9456078"/>
              <a:gd name="connsiteX77" fmla="*/ 3518139 w 13158799"/>
              <a:gd name="connsiteY77" fmla="*/ 8065947 h 9456078"/>
              <a:gd name="connsiteX78" fmla="*/ 3553916 w 13158799"/>
              <a:gd name="connsiteY78" fmla="*/ 8032115 h 9456078"/>
              <a:gd name="connsiteX79" fmla="*/ 3589393 w 13158799"/>
              <a:gd name="connsiteY79" fmla="*/ 7997918 h 9456078"/>
              <a:gd name="connsiteX80" fmla="*/ 3624567 w 13158799"/>
              <a:gd name="connsiteY80" fmla="*/ 7963356 h 9456078"/>
              <a:gd name="connsiteX81" fmla="*/ 3659435 w 13158799"/>
              <a:gd name="connsiteY81" fmla="*/ 7928432 h 9456078"/>
              <a:gd name="connsiteX82" fmla="*/ 3693994 w 13158799"/>
              <a:gd name="connsiteY82" fmla="*/ 7893146 h 9456078"/>
              <a:gd name="connsiteX83" fmla="*/ 3728240 w 13158799"/>
              <a:gd name="connsiteY83" fmla="*/ 7857501 h 9456078"/>
              <a:gd name="connsiteX84" fmla="*/ 3762171 w 13158799"/>
              <a:gd name="connsiteY84" fmla="*/ 7821497 h 9456078"/>
              <a:gd name="connsiteX85" fmla="*/ 3795783 w 13158799"/>
              <a:gd name="connsiteY85" fmla="*/ 7785136 h 9456078"/>
              <a:gd name="connsiteX86" fmla="*/ 3829075 w 13158799"/>
              <a:gd name="connsiteY86" fmla="*/ 7748420 h 9456078"/>
              <a:gd name="connsiteX87" fmla="*/ 3862042 w 13158799"/>
              <a:gd name="connsiteY87" fmla="*/ 7711350 h 9456078"/>
              <a:gd name="connsiteX88" fmla="*/ 3894682 w 13158799"/>
              <a:gd name="connsiteY88" fmla="*/ 7673928 h 9456078"/>
              <a:gd name="connsiteX89" fmla="*/ 3926991 w 13158799"/>
              <a:gd name="connsiteY89" fmla="*/ 7636155 h 9456078"/>
              <a:gd name="connsiteX90" fmla="*/ 3958967 w 13158799"/>
              <a:gd name="connsiteY90" fmla="*/ 7598032 h 9456078"/>
              <a:gd name="connsiteX91" fmla="*/ 3990607 w 13158799"/>
              <a:gd name="connsiteY91" fmla="*/ 7559561 h 9456078"/>
              <a:gd name="connsiteX92" fmla="*/ 4021907 w 13158799"/>
              <a:gd name="connsiteY92" fmla="*/ 7520744 h 9456078"/>
              <a:gd name="connsiteX93" fmla="*/ 4052865 w 13158799"/>
              <a:gd name="connsiteY93" fmla="*/ 7481582 h 9456078"/>
              <a:gd name="connsiteX94" fmla="*/ 4083478 w 13158799"/>
              <a:gd name="connsiteY94" fmla="*/ 7442077 h 9456078"/>
              <a:gd name="connsiteX95" fmla="*/ 8022311 w 13158799"/>
              <a:gd name="connsiteY95" fmla="*/ 2307814 h 9456078"/>
              <a:gd name="connsiteX96" fmla="*/ 8052902 w 13158799"/>
              <a:gd name="connsiteY96" fmla="*/ 2268285 h 9456078"/>
              <a:gd name="connsiteX97" fmla="*/ 8083796 w 13158799"/>
              <a:gd name="connsiteY97" fmla="*/ 2229056 h 9456078"/>
              <a:gd name="connsiteX98" fmla="*/ 8114989 w 13158799"/>
              <a:gd name="connsiteY98" fmla="*/ 2190127 h 9456078"/>
              <a:gd name="connsiteX99" fmla="*/ 8146479 w 13158799"/>
              <a:gd name="connsiteY99" fmla="*/ 2151500 h 9456078"/>
              <a:gd name="connsiteX100" fmla="*/ 8178264 w 13158799"/>
              <a:gd name="connsiteY100" fmla="*/ 2113176 h 9456078"/>
              <a:gd name="connsiteX101" fmla="*/ 8210341 w 13158799"/>
              <a:gd name="connsiteY101" fmla="*/ 2075157 h 9456078"/>
              <a:gd name="connsiteX102" fmla="*/ 8242709 w 13158799"/>
              <a:gd name="connsiteY102" fmla="*/ 2037442 h 9456078"/>
              <a:gd name="connsiteX103" fmla="*/ 8275365 w 13158799"/>
              <a:gd name="connsiteY103" fmla="*/ 2000034 h 9456078"/>
              <a:gd name="connsiteX104" fmla="*/ 8308307 w 13158799"/>
              <a:gd name="connsiteY104" fmla="*/ 1962934 h 9456078"/>
              <a:gd name="connsiteX105" fmla="*/ 8341532 w 13158799"/>
              <a:gd name="connsiteY105" fmla="*/ 1926142 h 9456078"/>
              <a:gd name="connsiteX106" fmla="*/ 8375038 w 13158799"/>
              <a:gd name="connsiteY106" fmla="*/ 1889660 h 9456078"/>
              <a:gd name="connsiteX107" fmla="*/ 8408823 w 13158799"/>
              <a:gd name="connsiteY107" fmla="*/ 1853489 h 9456078"/>
              <a:gd name="connsiteX108" fmla="*/ 8442885 w 13158799"/>
              <a:gd name="connsiteY108" fmla="*/ 1817630 h 9456078"/>
              <a:gd name="connsiteX109" fmla="*/ 8477221 w 13158799"/>
              <a:gd name="connsiteY109" fmla="*/ 1782084 h 9456078"/>
              <a:gd name="connsiteX110" fmla="*/ 8511829 w 13158799"/>
              <a:gd name="connsiteY110" fmla="*/ 1746853 h 9456078"/>
              <a:gd name="connsiteX111" fmla="*/ 8546706 w 13158799"/>
              <a:gd name="connsiteY111" fmla="*/ 1711937 h 9456078"/>
              <a:gd name="connsiteX112" fmla="*/ 8581851 w 13158799"/>
              <a:gd name="connsiteY112" fmla="*/ 1677337 h 9456078"/>
              <a:gd name="connsiteX113" fmla="*/ 8617261 w 13158799"/>
              <a:gd name="connsiteY113" fmla="*/ 1643056 h 9456078"/>
              <a:gd name="connsiteX114" fmla="*/ 8652934 w 13158799"/>
              <a:gd name="connsiteY114" fmla="*/ 1609093 h 9456078"/>
              <a:gd name="connsiteX115" fmla="*/ 8688867 w 13158799"/>
              <a:gd name="connsiteY115" fmla="*/ 1575450 h 9456078"/>
              <a:gd name="connsiteX116" fmla="*/ 8725058 w 13158799"/>
              <a:gd name="connsiteY116" fmla="*/ 1542128 h 9456078"/>
              <a:gd name="connsiteX117" fmla="*/ 8761506 w 13158799"/>
              <a:gd name="connsiteY117" fmla="*/ 1509129 h 9456078"/>
              <a:gd name="connsiteX118" fmla="*/ 8798207 w 13158799"/>
              <a:gd name="connsiteY118" fmla="*/ 1476452 h 9456078"/>
              <a:gd name="connsiteX119" fmla="*/ 8835159 w 13158799"/>
              <a:gd name="connsiteY119" fmla="*/ 1444101 h 9456078"/>
              <a:gd name="connsiteX120" fmla="*/ 8872360 w 13158799"/>
              <a:gd name="connsiteY120" fmla="*/ 1412075 h 9456078"/>
              <a:gd name="connsiteX121" fmla="*/ 8909808 w 13158799"/>
              <a:gd name="connsiteY121" fmla="*/ 1380375 h 9456078"/>
              <a:gd name="connsiteX122" fmla="*/ 8947501 w 13158799"/>
              <a:gd name="connsiteY122" fmla="*/ 1349004 h 9456078"/>
              <a:gd name="connsiteX123" fmla="*/ 8985435 w 13158799"/>
              <a:gd name="connsiteY123" fmla="*/ 1317962 h 9456078"/>
              <a:gd name="connsiteX124" fmla="*/ 9023610 w 13158799"/>
              <a:gd name="connsiteY124" fmla="*/ 1287250 h 9456078"/>
              <a:gd name="connsiteX125" fmla="*/ 9062022 w 13158799"/>
              <a:gd name="connsiteY125" fmla="*/ 1256869 h 9456078"/>
              <a:gd name="connsiteX126" fmla="*/ 9100669 w 13158799"/>
              <a:gd name="connsiteY126" fmla="*/ 1226820 h 9456078"/>
              <a:gd name="connsiteX127" fmla="*/ 9139549 w 13158799"/>
              <a:gd name="connsiteY127" fmla="*/ 1197105 h 9456078"/>
              <a:gd name="connsiteX128" fmla="*/ 9178660 w 13158799"/>
              <a:gd name="connsiteY128" fmla="*/ 1167725 h 9456078"/>
              <a:gd name="connsiteX129" fmla="*/ 9217999 w 13158799"/>
              <a:gd name="connsiteY129" fmla="*/ 1138681 h 9456078"/>
              <a:gd name="connsiteX130" fmla="*/ 9257564 w 13158799"/>
              <a:gd name="connsiteY130" fmla="*/ 1109974 h 9456078"/>
              <a:gd name="connsiteX131" fmla="*/ 9297353 w 13158799"/>
              <a:gd name="connsiteY131" fmla="*/ 1081604 h 9456078"/>
              <a:gd name="connsiteX132" fmla="*/ 9337364 w 13158799"/>
              <a:gd name="connsiteY132" fmla="*/ 1053574 h 9456078"/>
              <a:gd name="connsiteX133" fmla="*/ 9377594 w 13158799"/>
              <a:gd name="connsiteY133" fmla="*/ 1025884 h 9456078"/>
              <a:gd name="connsiteX134" fmla="*/ 9418040 w 13158799"/>
              <a:gd name="connsiteY134" fmla="*/ 998536 h 9456078"/>
              <a:gd name="connsiteX135" fmla="*/ 9458702 w 13158799"/>
              <a:gd name="connsiteY135" fmla="*/ 971530 h 9456078"/>
              <a:gd name="connsiteX136" fmla="*/ 9499575 w 13158799"/>
              <a:gd name="connsiteY136" fmla="*/ 944868 h 9456078"/>
              <a:gd name="connsiteX137" fmla="*/ 9540659 w 13158799"/>
              <a:gd name="connsiteY137" fmla="*/ 918551 h 9456078"/>
              <a:gd name="connsiteX138" fmla="*/ 9581950 w 13158799"/>
              <a:gd name="connsiteY138" fmla="*/ 892580 h 9456078"/>
              <a:gd name="connsiteX139" fmla="*/ 9623447 w 13158799"/>
              <a:gd name="connsiteY139" fmla="*/ 866956 h 9456078"/>
              <a:gd name="connsiteX140" fmla="*/ 9665147 w 13158799"/>
              <a:gd name="connsiteY140" fmla="*/ 841681 h 9456078"/>
              <a:gd name="connsiteX141" fmla="*/ 9707048 w 13158799"/>
              <a:gd name="connsiteY141" fmla="*/ 816754 h 9456078"/>
              <a:gd name="connsiteX142" fmla="*/ 9749147 w 13158799"/>
              <a:gd name="connsiteY142" fmla="*/ 792179 h 9456078"/>
              <a:gd name="connsiteX143" fmla="*/ 9791443 w 13158799"/>
              <a:gd name="connsiteY143" fmla="*/ 767955 h 9456078"/>
              <a:gd name="connsiteX144" fmla="*/ 9833932 w 13158799"/>
              <a:gd name="connsiteY144" fmla="*/ 744083 h 9456078"/>
              <a:gd name="connsiteX145" fmla="*/ 9876613 w 13158799"/>
              <a:gd name="connsiteY145" fmla="*/ 720566 h 9456078"/>
              <a:gd name="connsiteX146" fmla="*/ 9919484 w 13158799"/>
              <a:gd name="connsiteY146" fmla="*/ 697404 h 9456078"/>
              <a:gd name="connsiteX147" fmla="*/ 9962542 w 13158799"/>
              <a:gd name="connsiteY147" fmla="*/ 674598 h 9456078"/>
              <a:gd name="connsiteX148" fmla="*/ 10005784 w 13158799"/>
              <a:gd name="connsiteY148" fmla="*/ 652149 h 9456078"/>
              <a:gd name="connsiteX149" fmla="*/ 10049209 w 13158799"/>
              <a:gd name="connsiteY149" fmla="*/ 630059 h 9456078"/>
              <a:gd name="connsiteX150" fmla="*/ 10092814 w 13158799"/>
              <a:gd name="connsiteY150" fmla="*/ 608328 h 9456078"/>
              <a:gd name="connsiteX151" fmla="*/ 10136597 w 13158799"/>
              <a:gd name="connsiteY151" fmla="*/ 586958 h 9456078"/>
              <a:gd name="connsiteX152" fmla="*/ 10180556 w 13158799"/>
              <a:gd name="connsiteY152" fmla="*/ 565950 h 9456078"/>
              <a:gd name="connsiteX153" fmla="*/ 10224688 w 13158799"/>
              <a:gd name="connsiteY153" fmla="*/ 545304 h 9456078"/>
              <a:gd name="connsiteX154" fmla="*/ 10268991 w 13158799"/>
              <a:gd name="connsiteY154" fmla="*/ 525023 h 9456078"/>
              <a:gd name="connsiteX155" fmla="*/ 10313463 w 13158799"/>
              <a:gd name="connsiteY155" fmla="*/ 505107 h 9456078"/>
              <a:gd name="connsiteX156" fmla="*/ 10358101 w 13158799"/>
              <a:gd name="connsiteY156" fmla="*/ 485558 h 9456078"/>
              <a:gd name="connsiteX157" fmla="*/ 10402903 w 13158799"/>
              <a:gd name="connsiteY157" fmla="*/ 466376 h 9456078"/>
              <a:gd name="connsiteX158" fmla="*/ 10447868 w 13158799"/>
              <a:gd name="connsiteY158" fmla="*/ 447563 h 9456078"/>
              <a:gd name="connsiteX159" fmla="*/ 10492991 w 13158799"/>
              <a:gd name="connsiteY159" fmla="*/ 429119 h 9456078"/>
              <a:gd name="connsiteX160" fmla="*/ 10538272 w 13158799"/>
              <a:gd name="connsiteY160" fmla="*/ 411046 h 9456078"/>
              <a:gd name="connsiteX161" fmla="*/ 10583708 w 13158799"/>
              <a:gd name="connsiteY161" fmla="*/ 393346 h 9456078"/>
              <a:gd name="connsiteX162" fmla="*/ 10629297 w 13158799"/>
              <a:gd name="connsiteY162" fmla="*/ 376018 h 9456078"/>
              <a:gd name="connsiteX163" fmla="*/ 10675036 w 13158799"/>
              <a:gd name="connsiteY163" fmla="*/ 359065 h 9456078"/>
              <a:gd name="connsiteX164" fmla="*/ 10720923 w 13158799"/>
              <a:gd name="connsiteY164" fmla="*/ 342487 h 9456078"/>
              <a:gd name="connsiteX165" fmla="*/ 10766956 w 13158799"/>
              <a:gd name="connsiteY165" fmla="*/ 326286 h 9456078"/>
              <a:gd name="connsiteX166" fmla="*/ 10813132 w 13158799"/>
              <a:gd name="connsiteY166" fmla="*/ 310462 h 9456078"/>
              <a:gd name="connsiteX167" fmla="*/ 10859450 w 13158799"/>
              <a:gd name="connsiteY167" fmla="*/ 295018 h 9456078"/>
              <a:gd name="connsiteX168" fmla="*/ 10905907 w 13158799"/>
              <a:gd name="connsiteY168" fmla="*/ 279953 h 9456078"/>
              <a:gd name="connsiteX169" fmla="*/ 10952500 w 13158799"/>
              <a:gd name="connsiteY169" fmla="*/ 265269 h 9456078"/>
              <a:gd name="connsiteX170" fmla="*/ 10999227 w 13158799"/>
              <a:gd name="connsiteY170" fmla="*/ 250968 h 9456078"/>
              <a:gd name="connsiteX171" fmla="*/ 11046087 w 13158799"/>
              <a:gd name="connsiteY171" fmla="*/ 237049 h 9456078"/>
              <a:gd name="connsiteX172" fmla="*/ 11093076 w 13158799"/>
              <a:gd name="connsiteY172" fmla="*/ 223516 h 9456078"/>
              <a:gd name="connsiteX173" fmla="*/ 11140193 w 13158799"/>
              <a:gd name="connsiteY173" fmla="*/ 210368 h 9456078"/>
              <a:gd name="connsiteX174" fmla="*/ 11187434 w 13158799"/>
              <a:gd name="connsiteY174" fmla="*/ 197606 h 9456078"/>
              <a:gd name="connsiteX175" fmla="*/ 11234799 w 13158799"/>
              <a:gd name="connsiteY175" fmla="*/ 185233 h 9456078"/>
              <a:gd name="connsiteX176" fmla="*/ 11282284 w 13158799"/>
              <a:gd name="connsiteY176" fmla="*/ 173248 h 9456078"/>
              <a:gd name="connsiteX177" fmla="*/ 11329888 w 13158799"/>
              <a:gd name="connsiteY177" fmla="*/ 161654 h 9456078"/>
              <a:gd name="connsiteX178" fmla="*/ 11377607 w 13158799"/>
              <a:gd name="connsiteY178" fmla="*/ 150451 h 9456078"/>
              <a:gd name="connsiteX179" fmla="*/ 11425440 w 13158799"/>
              <a:gd name="connsiteY179" fmla="*/ 139640 h 9456078"/>
              <a:gd name="connsiteX180" fmla="*/ 11473385 w 13158799"/>
              <a:gd name="connsiteY180" fmla="*/ 129223 h 9456078"/>
              <a:gd name="connsiteX181" fmla="*/ 11521439 w 13158799"/>
              <a:gd name="connsiteY181" fmla="*/ 119201 h 9456078"/>
              <a:gd name="connsiteX182" fmla="*/ 11569599 w 13158799"/>
              <a:gd name="connsiteY182" fmla="*/ 109574 h 9456078"/>
              <a:gd name="connsiteX183" fmla="*/ 11617864 w 13158799"/>
              <a:gd name="connsiteY183" fmla="*/ 100344 h 9456078"/>
              <a:gd name="connsiteX184" fmla="*/ 11666231 w 13158799"/>
              <a:gd name="connsiteY184" fmla="*/ 91512 h 9456078"/>
              <a:gd name="connsiteX185" fmla="*/ 11714698 w 13158799"/>
              <a:gd name="connsiteY185" fmla="*/ 83080 h 9456078"/>
              <a:gd name="connsiteX186" fmla="*/ 11763263 w 13158799"/>
              <a:gd name="connsiteY186" fmla="*/ 75047 h 9456078"/>
              <a:gd name="connsiteX187" fmla="*/ 11811923 w 13158799"/>
              <a:gd name="connsiteY187" fmla="*/ 67417 h 9456078"/>
              <a:gd name="connsiteX188" fmla="*/ 11860676 w 13158799"/>
              <a:gd name="connsiteY188" fmla="*/ 60188 h 9456078"/>
              <a:gd name="connsiteX189" fmla="*/ 11909519 w 13158799"/>
              <a:gd name="connsiteY189" fmla="*/ 53364 h 9456078"/>
              <a:gd name="connsiteX190" fmla="*/ 11958451 w 13158799"/>
              <a:gd name="connsiteY190" fmla="*/ 46944 h 9456078"/>
              <a:gd name="connsiteX191" fmla="*/ 12007470 w 13158799"/>
              <a:gd name="connsiteY191" fmla="*/ 40931 h 9456078"/>
              <a:gd name="connsiteX192" fmla="*/ 12056572 w 13158799"/>
              <a:gd name="connsiteY192" fmla="*/ 35324 h 9456078"/>
              <a:gd name="connsiteX193" fmla="*/ 12105756 w 13158799"/>
              <a:gd name="connsiteY193" fmla="*/ 30126 h 9456078"/>
              <a:gd name="connsiteX194" fmla="*/ 12155019 w 13158799"/>
              <a:gd name="connsiteY194" fmla="*/ 25337 h 9456078"/>
              <a:gd name="connsiteX195" fmla="*/ 12204359 w 13158799"/>
              <a:gd name="connsiteY195" fmla="*/ 20958 h 9456078"/>
              <a:gd name="connsiteX196" fmla="*/ 12253773 w 13158799"/>
              <a:gd name="connsiteY196" fmla="*/ 16991 h 9456078"/>
              <a:gd name="connsiteX197" fmla="*/ 12303260 w 13158799"/>
              <a:gd name="connsiteY197" fmla="*/ 13437 h 9456078"/>
              <a:gd name="connsiteX198" fmla="*/ 12352818 w 13158799"/>
              <a:gd name="connsiteY198" fmla="*/ 10297 h 9456078"/>
              <a:gd name="connsiteX199" fmla="*/ 12402443 w 13158799"/>
              <a:gd name="connsiteY199" fmla="*/ 7572 h 9456078"/>
              <a:gd name="connsiteX200" fmla="*/ 12452133 w 13158799"/>
              <a:gd name="connsiteY200" fmla="*/ 5263 h 9456078"/>
              <a:gd name="connsiteX201" fmla="*/ 12501887 w 13158799"/>
              <a:gd name="connsiteY201" fmla="*/ 3371 h 9456078"/>
              <a:gd name="connsiteX202" fmla="*/ 12551701 w 13158799"/>
              <a:gd name="connsiteY202" fmla="*/ 1898 h 9456078"/>
              <a:gd name="connsiteX203" fmla="*/ 12601574 w 13158799"/>
              <a:gd name="connsiteY203" fmla="*/ 844 h 9456078"/>
              <a:gd name="connsiteX204" fmla="*/ 12651504 w 13158799"/>
              <a:gd name="connsiteY204" fmla="*/ 211 h 9456078"/>
              <a:gd name="connsiteX205" fmla="*/ 12701487 w 13158799"/>
              <a:gd name="connsiteY205" fmla="*/ 0 h 9456078"/>
              <a:gd name="connsiteX206" fmla="*/ 13158798 w 13158799"/>
              <a:gd name="connsiteY206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76172 w 13158797"/>
              <a:gd name="connsiteY22" fmla="*/ 9319936 h 9456078"/>
              <a:gd name="connsiteX23" fmla="*/ 1223823 w 13158797"/>
              <a:gd name="connsiteY23" fmla="*/ 9308509 h 9456078"/>
              <a:gd name="connsiteX24" fmla="*/ 1271339 w 13158797"/>
              <a:gd name="connsiteY24" fmla="*/ 9296635 h 9456078"/>
              <a:gd name="connsiteX25" fmla="*/ 1318719 w 13158797"/>
              <a:gd name="connsiteY25" fmla="*/ 9284315 h 9456078"/>
              <a:gd name="connsiteX26" fmla="*/ 1365957 w 13158797"/>
              <a:gd name="connsiteY26" fmla="*/ 9271550 h 9456078"/>
              <a:gd name="connsiteX27" fmla="*/ 1413052 w 13158797"/>
              <a:gd name="connsiteY27" fmla="*/ 9258342 h 9456078"/>
              <a:gd name="connsiteX28" fmla="*/ 1460000 w 13158797"/>
              <a:gd name="connsiteY28" fmla="*/ 9244693 h 9456078"/>
              <a:gd name="connsiteX29" fmla="*/ 1506799 w 13158797"/>
              <a:gd name="connsiteY29" fmla="*/ 9230604 h 9456078"/>
              <a:gd name="connsiteX30" fmla="*/ 1553445 w 13158797"/>
              <a:gd name="connsiteY30" fmla="*/ 9216076 h 9456078"/>
              <a:gd name="connsiteX31" fmla="*/ 1599935 w 13158797"/>
              <a:gd name="connsiteY31" fmla="*/ 9201111 h 9456078"/>
              <a:gd name="connsiteX32" fmla="*/ 1646267 w 13158797"/>
              <a:gd name="connsiteY32" fmla="*/ 9185710 h 9456078"/>
              <a:gd name="connsiteX33" fmla="*/ 1692437 w 13158797"/>
              <a:gd name="connsiteY33" fmla="*/ 9169876 h 9456078"/>
              <a:gd name="connsiteX34" fmla="*/ 1738442 w 13158797"/>
              <a:gd name="connsiteY34" fmla="*/ 9153608 h 9456078"/>
              <a:gd name="connsiteX35" fmla="*/ 1784280 w 13158797"/>
              <a:gd name="connsiteY35" fmla="*/ 9136910 h 9456078"/>
              <a:gd name="connsiteX36" fmla="*/ 1829947 w 13158797"/>
              <a:gd name="connsiteY36" fmla="*/ 9119782 h 9456078"/>
              <a:gd name="connsiteX37" fmla="*/ 1875440 w 13158797"/>
              <a:gd name="connsiteY37" fmla="*/ 9102226 h 9456078"/>
              <a:gd name="connsiteX38" fmla="*/ 1920756 w 13158797"/>
              <a:gd name="connsiteY38" fmla="*/ 9084243 h 9456078"/>
              <a:gd name="connsiteX39" fmla="*/ 1965893 w 13158797"/>
              <a:gd name="connsiteY39" fmla="*/ 9065835 h 9456078"/>
              <a:gd name="connsiteX40" fmla="*/ 2055615 w 13158797"/>
              <a:gd name="connsiteY40" fmla="*/ 9027750 h 9456078"/>
              <a:gd name="connsiteX41" fmla="*/ 2100195 w 13158797"/>
              <a:gd name="connsiteY41" fmla="*/ 9008075 h 9456078"/>
              <a:gd name="connsiteX42" fmla="*/ 2144582 w 13158797"/>
              <a:gd name="connsiteY42" fmla="*/ 8987981 h 9456078"/>
              <a:gd name="connsiteX43" fmla="*/ 2188775 w 13158797"/>
              <a:gd name="connsiteY43" fmla="*/ 8967470 h 9456078"/>
              <a:gd name="connsiteX44" fmla="*/ 2232770 w 13158797"/>
              <a:gd name="connsiteY44" fmla="*/ 8946542 h 9456078"/>
              <a:gd name="connsiteX45" fmla="*/ 2276564 w 13158797"/>
              <a:gd name="connsiteY45" fmla="*/ 8925199 h 9456078"/>
              <a:gd name="connsiteX46" fmla="*/ 2320154 w 13158797"/>
              <a:gd name="connsiteY46" fmla="*/ 8903443 h 9456078"/>
              <a:gd name="connsiteX47" fmla="*/ 2363538 w 13158797"/>
              <a:gd name="connsiteY47" fmla="*/ 8881275 h 9456078"/>
              <a:gd name="connsiteX48" fmla="*/ 2406711 w 13158797"/>
              <a:gd name="connsiteY48" fmla="*/ 8858697 h 9456078"/>
              <a:gd name="connsiteX49" fmla="*/ 2449672 w 13158797"/>
              <a:gd name="connsiteY49" fmla="*/ 8835710 h 9456078"/>
              <a:gd name="connsiteX50" fmla="*/ 2492417 w 13158797"/>
              <a:gd name="connsiteY50" fmla="*/ 8812316 h 9456078"/>
              <a:gd name="connsiteX51" fmla="*/ 2534943 w 13158797"/>
              <a:gd name="connsiteY51" fmla="*/ 8788516 h 9456078"/>
              <a:gd name="connsiteX52" fmla="*/ 2577247 w 13158797"/>
              <a:gd name="connsiteY52" fmla="*/ 8764311 h 9456078"/>
              <a:gd name="connsiteX53" fmla="*/ 2619326 w 13158797"/>
              <a:gd name="connsiteY53" fmla="*/ 8739704 h 9456078"/>
              <a:gd name="connsiteX54" fmla="*/ 2661177 w 13158797"/>
              <a:gd name="connsiteY54" fmla="*/ 8714695 h 9456078"/>
              <a:gd name="connsiteX55" fmla="*/ 2702797 w 13158797"/>
              <a:gd name="connsiteY55" fmla="*/ 8689286 h 9456078"/>
              <a:gd name="connsiteX56" fmla="*/ 2744183 w 13158797"/>
              <a:gd name="connsiteY56" fmla="*/ 8663479 h 9456078"/>
              <a:gd name="connsiteX57" fmla="*/ 2785333 w 13158797"/>
              <a:gd name="connsiteY57" fmla="*/ 8637274 h 9456078"/>
              <a:gd name="connsiteX58" fmla="*/ 2826242 w 13158797"/>
              <a:gd name="connsiteY58" fmla="*/ 8610675 h 9456078"/>
              <a:gd name="connsiteX59" fmla="*/ 2866908 w 13158797"/>
              <a:gd name="connsiteY59" fmla="*/ 8583681 h 9456078"/>
              <a:gd name="connsiteX60" fmla="*/ 2907329 w 13158797"/>
              <a:gd name="connsiteY60" fmla="*/ 8556295 h 9456078"/>
              <a:gd name="connsiteX61" fmla="*/ 2947500 w 13158797"/>
              <a:gd name="connsiteY61" fmla="*/ 8528517 h 9456078"/>
              <a:gd name="connsiteX62" fmla="*/ 2987419 w 13158797"/>
              <a:gd name="connsiteY62" fmla="*/ 8500351 h 9456078"/>
              <a:gd name="connsiteX63" fmla="*/ 3027083 w 13158797"/>
              <a:gd name="connsiteY63" fmla="*/ 8471796 h 9456078"/>
              <a:gd name="connsiteX64" fmla="*/ 3066489 w 13158797"/>
              <a:gd name="connsiteY64" fmla="*/ 8442854 h 9456078"/>
              <a:gd name="connsiteX65" fmla="*/ 3105634 w 13158797"/>
              <a:gd name="connsiteY65" fmla="*/ 8413528 h 9456078"/>
              <a:gd name="connsiteX66" fmla="*/ 3144515 w 13158797"/>
              <a:gd name="connsiteY66" fmla="*/ 8383818 h 9456078"/>
              <a:gd name="connsiteX67" fmla="*/ 3183129 w 13158797"/>
              <a:gd name="connsiteY67" fmla="*/ 8353726 h 9456078"/>
              <a:gd name="connsiteX68" fmla="*/ 3221473 w 13158797"/>
              <a:gd name="connsiteY68" fmla="*/ 8323253 h 9456078"/>
              <a:gd name="connsiteX69" fmla="*/ 3259544 w 13158797"/>
              <a:gd name="connsiteY69" fmla="*/ 8292401 h 9456078"/>
              <a:gd name="connsiteX70" fmla="*/ 3297339 w 13158797"/>
              <a:gd name="connsiteY70" fmla="*/ 8261172 h 9456078"/>
              <a:gd name="connsiteX71" fmla="*/ 3334854 w 13158797"/>
              <a:gd name="connsiteY71" fmla="*/ 8229566 h 9456078"/>
              <a:gd name="connsiteX72" fmla="*/ 3372087 w 13158797"/>
              <a:gd name="connsiteY72" fmla="*/ 8197585 h 9456078"/>
              <a:gd name="connsiteX73" fmla="*/ 3409035 w 13158797"/>
              <a:gd name="connsiteY73" fmla="*/ 8165232 h 9456078"/>
              <a:gd name="connsiteX74" fmla="*/ 3445695 w 13158797"/>
              <a:gd name="connsiteY74" fmla="*/ 8132507 h 9456078"/>
              <a:gd name="connsiteX75" fmla="*/ 3482064 w 13158797"/>
              <a:gd name="connsiteY75" fmla="*/ 8099411 h 9456078"/>
              <a:gd name="connsiteX76" fmla="*/ 3518139 w 13158797"/>
              <a:gd name="connsiteY76" fmla="*/ 8065947 h 9456078"/>
              <a:gd name="connsiteX77" fmla="*/ 3553916 w 13158797"/>
              <a:gd name="connsiteY77" fmla="*/ 8032115 h 9456078"/>
              <a:gd name="connsiteX78" fmla="*/ 3589393 w 13158797"/>
              <a:gd name="connsiteY78" fmla="*/ 7997918 h 9456078"/>
              <a:gd name="connsiteX79" fmla="*/ 3624567 w 13158797"/>
              <a:gd name="connsiteY79" fmla="*/ 7963356 h 9456078"/>
              <a:gd name="connsiteX80" fmla="*/ 3659435 w 13158797"/>
              <a:gd name="connsiteY80" fmla="*/ 7928432 h 9456078"/>
              <a:gd name="connsiteX81" fmla="*/ 3693994 w 13158797"/>
              <a:gd name="connsiteY81" fmla="*/ 7893146 h 9456078"/>
              <a:gd name="connsiteX82" fmla="*/ 3728240 w 13158797"/>
              <a:gd name="connsiteY82" fmla="*/ 7857501 h 9456078"/>
              <a:gd name="connsiteX83" fmla="*/ 3762171 w 13158797"/>
              <a:gd name="connsiteY83" fmla="*/ 7821497 h 9456078"/>
              <a:gd name="connsiteX84" fmla="*/ 3795783 w 13158797"/>
              <a:gd name="connsiteY84" fmla="*/ 7785136 h 9456078"/>
              <a:gd name="connsiteX85" fmla="*/ 3829075 w 13158797"/>
              <a:gd name="connsiteY85" fmla="*/ 7748420 h 9456078"/>
              <a:gd name="connsiteX86" fmla="*/ 3862042 w 13158797"/>
              <a:gd name="connsiteY86" fmla="*/ 7711350 h 9456078"/>
              <a:gd name="connsiteX87" fmla="*/ 3894682 w 13158797"/>
              <a:gd name="connsiteY87" fmla="*/ 7673928 h 9456078"/>
              <a:gd name="connsiteX88" fmla="*/ 3926991 w 13158797"/>
              <a:gd name="connsiteY88" fmla="*/ 7636155 h 9456078"/>
              <a:gd name="connsiteX89" fmla="*/ 3958967 w 13158797"/>
              <a:gd name="connsiteY89" fmla="*/ 7598032 h 9456078"/>
              <a:gd name="connsiteX90" fmla="*/ 3990607 w 13158797"/>
              <a:gd name="connsiteY90" fmla="*/ 7559561 h 9456078"/>
              <a:gd name="connsiteX91" fmla="*/ 4021907 w 13158797"/>
              <a:gd name="connsiteY91" fmla="*/ 7520744 h 9456078"/>
              <a:gd name="connsiteX92" fmla="*/ 4052865 w 13158797"/>
              <a:gd name="connsiteY92" fmla="*/ 7481582 h 9456078"/>
              <a:gd name="connsiteX93" fmla="*/ 4083478 w 13158797"/>
              <a:gd name="connsiteY93" fmla="*/ 7442077 h 9456078"/>
              <a:gd name="connsiteX94" fmla="*/ 8022311 w 13158797"/>
              <a:gd name="connsiteY94" fmla="*/ 2307814 h 9456078"/>
              <a:gd name="connsiteX95" fmla="*/ 8052902 w 13158797"/>
              <a:gd name="connsiteY95" fmla="*/ 2268285 h 9456078"/>
              <a:gd name="connsiteX96" fmla="*/ 8083796 w 13158797"/>
              <a:gd name="connsiteY96" fmla="*/ 2229056 h 9456078"/>
              <a:gd name="connsiteX97" fmla="*/ 8114989 w 13158797"/>
              <a:gd name="connsiteY97" fmla="*/ 2190127 h 9456078"/>
              <a:gd name="connsiteX98" fmla="*/ 8146479 w 13158797"/>
              <a:gd name="connsiteY98" fmla="*/ 2151500 h 9456078"/>
              <a:gd name="connsiteX99" fmla="*/ 8178264 w 13158797"/>
              <a:gd name="connsiteY99" fmla="*/ 2113176 h 9456078"/>
              <a:gd name="connsiteX100" fmla="*/ 8210341 w 13158797"/>
              <a:gd name="connsiteY100" fmla="*/ 2075157 h 9456078"/>
              <a:gd name="connsiteX101" fmla="*/ 8242709 w 13158797"/>
              <a:gd name="connsiteY101" fmla="*/ 2037442 h 9456078"/>
              <a:gd name="connsiteX102" fmla="*/ 8275365 w 13158797"/>
              <a:gd name="connsiteY102" fmla="*/ 2000034 h 9456078"/>
              <a:gd name="connsiteX103" fmla="*/ 8308307 w 13158797"/>
              <a:gd name="connsiteY103" fmla="*/ 1962934 h 9456078"/>
              <a:gd name="connsiteX104" fmla="*/ 8341532 w 13158797"/>
              <a:gd name="connsiteY104" fmla="*/ 1926142 h 9456078"/>
              <a:gd name="connsiteX105" fmla="*/ 8375038 w 13158797"/>
              <a:gd name="connsiteY105" fmla="*/ 1889660 h 9456078"/>
              <a:gd name="connsiteX106" fmla="*/ 8408823 w 13158797"/>
              <a:gd name="connsiteY106" fmla="*/ 1853489 h 9456078"/>
              <a:gd name="connsiteX107" fmla="*/ 8442885 w 13158797"/>
              <a:gd name="connsiteY107" fmla="*/ 1817630 h 9456078"/>
              <a:gd name="connsiteX108" fmla="*/ 8477221 w 13158797"/>
              <a:gd name="connsiteY108" fmla="*/ 1782084 h 9456078"/>
              <a:gd name="connsiteX109" fmla="*/ 8511829 w 13158797"/>
              <a:gd name="connsiteY109" fmla="*/ 1746853 h 9456078"/>
              <a:gd name="connsiteX110" fmla="*/ 8546706 w 13158797"/>
              <a:gd name="connsiteY110" fmla="*/ 1711937 h 9456078"/>
              <a:gd name="connsiteX111" fmla="*/ 8581851 w 13158797"/>
              <a:gd name="connsiteY111" fmla="*/ 1677337 h 9456078"/>
              <a:gd name="connsiteX112" fmla="*/ 8617261 w 13158797"/>
              <a:gd name="connsiteY112" fmla="*/ 1643056 h 9456078"/>
              <a:gd name="connsiteX113" fmla="*/ 8652934 w 13158797"/>
              <a:gd name="connsiteY113" fmla="*/ 1609093 h 9456078"/>
              <a:gd name="connsiteX114" fmla="*/ 8688867 w 13158797"/>
              <a:gd name="connsiteY114" fmla="*/ 1575450 h 9456078"/>
              <a:gd name="connsiteX115" fmla="*/ 8725058 w 13158797"/>
              <a:gd name="connsiteY115" fmla="*/ 1542128 h 9456078"/>
              <a:gd name="connsiteX116" fmla="*/ 8761506 w 13158797"/>
              <a:gd name="connsiteY116" fmla="*/ 1509129 h 9456078"/>
              <a:gd name="connsiteX117" fmla="*/ 8798207 w 13158797"/>
              <a:gd name="connsiteY117" fmla="*/ 1476452 h 9456078"/>
              <a:gd name="connsiteX118" fmla="*/ 8835159 w 13158797"/>
              <a:gd name="connsiteY118" fmla="*/ 1444101 h 9456078"/>
              <a:gd name="connsiteX119" fmla="*/ 8872360 w 13158797"/>
              <a:gd name="connsiteY119" fmla="*/ 1412075 h 9456078"/>
              <a:gd name="connsiteX120" fmla="*/ 8909808 w 13158797"/>
              <a:gd name="connsiteY120" fmla="*/ 1380375 h 9456078"/>
              <a:gd name="connsiteX121" fmla="*/ 8947501 w 13158797"/>
              <a:gd name="connsiteY121" fmla="*/ 1349004 h 9456078"/>
              <a:gd name="connsiteX122" fmla="*/ 8985435 w 13158797"/>
              <a:gd name="connsiteY122" fmla="*/ 1317962 h 9456078"/>
              <a:gd name="connsiteX123" fmla="*/ 9023610 w 13158797"/>
              <a:gd name="connsiteY123" fmla="*/ 1287250 h 9456078"/>
              <a:gd name="connsiteX124" fmla="*/ 9062022 w 13158797"/>
              <a:gd name="connsiteY124" fmla="*/ 1256869 h 9456078"/>
              <a:gd name="connsiteX125" fmla="*/ 9100669 w 13158797"/>
              <a:gd name="connsiteY125" fmla="*/ 1226820 h 9456078"/>
              <a:gd name="connsiteX126" fmla="*/ 9139549 w 13158797"/>
              <a:gd name="connsiteY126" fmla="*/ 1197105 h 9456078"/>
              <a:gd name="connsiteX127" fmla="*/ 9178660 w 13158797"/>
              <a:gd name="connsiteY127" fmla="*/ 1167725 h 9456078"/>
              <a:gd name="connsiteX128" fmla="*/ 9217999 w 13158797"/>
              <a:gd name="connsiteY128" fmla="*/ 1138681 h 9456078"/>
              <a:gd name="connsiteX129" fmla="*/ 9257564 w 13158797"/>
              <a:gd name="connsiteY129" fmla="*/ 1109974 h 9456078"/>
              <a:gd name="connsiteX130" fmla="*/ 9297353 w 13158797"/>
              <a:gd name="connsiteY130" fmla="*/ 1081604 h 9456078"/>
              <a:gd name="connsiteX131" fmla="*/ 9337364 w 13158797"/>
              <a:gd name="connsiteY131" fmla="*/ 1053574 h 9456078"/>
              <a:gd name="connsiteX132" fmla="*/ 9377594 w 13158797"/>
              <a:gd name="connsiteY132" fmla="*/ 1025884 h 9456078"/>
              <a:gd name="connsiteX133" fmla="*/ 9418040 w 13158797"/>
              <a:gd name="connsiteY133" fmla="*/ 998536 h 9456078"/>
              <a:gd name="connsiteX134" fmla="*/ 9458702 w 13158797"/>
              <a:gd name="connsiteY134" fmla="*/ 971530 h 9456078"/>
              <a:gd name="connsiteX135" fmla="*/ 9499575 w 13158797"/>
              <a:gd name="connsiteY135" fmla="*/ 944868 h 9456078"/>
              <a:gd name="connsiteX136" fmla="*/ 9540659 w 13158797"/>
              <a:gd name="connsiteY136" fmla="*/ 918551 h 9456078"/>
              <a:gd name="connsiteX137" fmla="*/ 9581950 w 13158797"/>
              <a:gd name="connsiteY137" fmla="*/ 892580 h 9456078"/>
              <a:gd name="connsiteX138" fmla="*/ 9623447 w 13158797"/>
              <a:gd name="connsiteY138" fmla="*/ 866956 h 9456078"/>
              <a:gd name="connsiteX139" fmla="*/ 9665147 w 13158797"/>
              <a:gd name="connsiteY139" fmla="*/ 841681 h 9456078"/>
              <a:gd name="connsiteX140" fmla="*/ 9707048 w 13158797"/>
              <a:gd name="connsiteY140" fmla="*/ 816754 h 9456078"/>
              <a:gd name="connsiteX141" fmla="*/ 9749147 w 13158797"/>
              <a:gd name="connsiteY141" fmla="*/ 792179 h 9456078"/>
              <a:gd name="connsiteX142" fmla="*/ 9791443 w 13158797"/>
              <a:gd name="connsiteY142" fmla="*/ 767955 h 9456078"/>
              <a:gd name="connsiteX143" fmla="*/ 9833932 w 13158797"/>
              <a:gd name="connsiteY143" fmla="*/ 744083 h 9456078"/>
              <a:gd name="connsiteX144" fmla="*/ 9876613 w 13158797"/>
              <a:gd name="connsiteY144" fmla="*/ 720566 h 9456078"/>
              <a:gd name="connsiteX145" fmla="*/ 9919484 w 13158797"/>
              <a:gd name="connsiteY145" fmla="*/ 697404 h 9456078"/>
              <a:gd name="connsiteX146" fmla="*/ 9962542 w 13158797"/>
              <a:gd name="connsiteY146" fmla="*/ 674598 h 9456078"/>
              <a:gd name="connsiteX147" fmla="*/ 10005784 w 13158797"/>
              <a:gd name="connsiteY147" fmla="*/ 652149 h 9456078"/>
              <a:gd name="connsiteX148" fmla="*/ 10049209 w 13158797"/>
              <a:gd name="connsiteY148" fmla="*/ 630059 h 9456078"/>
              <a:gd name="connsiteX149" fmla="*/ 10092814 w 13158797"/>
              <a:gd name="connsiteY149" fmla="*/ 608328 h 9456078"/>
              <a:gd name="connsiteX150" fmla="*/ 10136597 w 13158797"/>
              <a:gd name="connsiteY150" fmla="*/ 586958 h 9456078"/>
              <a:gd name="connsiteX151" fmla="*/ 10180556 w 13158797"/>
              <a:gd name="connsiteY151" fmla="*/ 565950 h 9456078"/>
              <a:gd name="connsiteX152" fmla="*/ 10224688 w 13158797"/>
              <a:gd name="connsiteY152" fmla="*/ 545304 h 9456078"/>
              <a:gd name="connsiteX153" fmla="*/ 10268991 w 13158797"/>
              <a:gd name="connsiteY153" fmla="*/ 525023 h 9456078"/>
              <a:gd name="connsiteX154" fmla="*/ 10313463 w 13158797"/>
              <a:gd name="connsiteY154" fmla="*/ 505107 h 9456078"/>
              <a:gd name="connsiteX155" fmla="*/ 10358101 w 13158797"/>
              <a:gd name="connsiteY155" fmla="*/ 485558 h 9456078"/>
              <a:gd name="connsiteX156" fmla="*/ 10402903 w 13158797"/>
              <a:gd name="connsiteY156" fmla="*/ 466376 h 9456078"/>
              <a:gd name="connsiteX157" fmla="*/ 10447868 w 13158797"/>
              <a:gd name="connsiteY157" fmla="*/ 447563 h 9456078"/>
              <a:gd name="connsiteX158" fmla="*/ 10492991 w 13158797"/>
              <a:gd name="connsiteY158" fmla="*/ 429119 h 9456078"/>
              <a:gd name="connsiteX159" fmla="*/ 10538272 w 13158797"/>
              <a:gd name="connsiteY159" fmla="*/ 411046 h 9456078"/>
              <a:gd name="connsiteX160" fmla="*/ 10583708 w 13158797"/>
              <a:gd name="connsiteY160" fmla="*/ 393346 h 9456078"/>
              <a:gd name="connsiteX161" fmla="*/ 10629297 w 13158797"/>
              <a:gd name="connsiteY161" fmla="*/ 376018 h 9456078"/>
              <a:gd name="connsiteX162" fmla="*/ 10675036 w 13158797"/>
              <a:gd name="connsiteY162" fmla="*/ 359065 h 9456078"/>
              <a:gd name="connsiteX163" fmla="*/ 10720923 w 13158797"/>
              <a:gd name="connsiteY163" fmla="*/ 342487 h 9456078"/>
              <a:gd name="connsiteX164" fmla="*/ 10766956 w 13158797"/>
              <a:gd name="connsiteY164" fmla="*/ 326286 h 9456078"/>
              <a:gd name="connsiteX165" fmla="*/ 10813132 w 13158797"/>
              <a:gd name="connsiteY165" fmla="*/ 310462 h 9456078"/>
              <a:gd name="connsiteX166" fmla="*/ 10859450 w 13158797"/>
              <a:gd name="connsiteY166" fmla="*/ 295018 h 9456078"/>
              <a:gd name="connsiteX167" fmla="*/ 10905907 w 13158797"/>
              <a:gd name="connsiteY167" fmla="*/ 279953 h 9456078"/>
              <a:gd name="connsiteX168" fmla="*/ 10952500 w 13158797"/>
              <a:gd name="connsiteY168" fmla="*/ 265269 h 9456078"/>
              <a:gd name="connsiteX169" fmla="*/ 10999227 w 13158797"/>
              <a:gd name="connsiteY169" fmla="*/ 250968 h 9456078"/>
              <a:gd name="connsiteX170" fmla="*/ 11046087 w 13158797"/>
              <a:gd name="connsiteY170" fmla="*/ 237049 h 9456078"/>
              <a:gd name="connsiteX171" fmla="*/ 11093076 w 13158797"/>
              <a:gd name="connsiteY171" fmla="*/ 223516 h 9456078"/>
              <a:gd name="connsiteX172" fmla="*/ 11140193 w 13158797"/>
              <a:gd name="connsiteY172" fmla="*/ 210368 h 9456078"/>
              <a:gd name="connsiteX173" fmla="*/ 11187434 w 13158797"/>
              <a:gd name="connsiteY173" fmla="*/ 197606 h 9456078"/>
              <a:gd name="connsiteX174" fmla="*/ 11234799 w 13158797"/>
              <a:gd name="connsiteY174" fmla="*/ 185233 h 9456078"/>
              <a:gd name="connsiteX175" fmla="*/ 11282284 w 13158797"/>
              <a:gd name="connsiteY175" fmla="*/ 173248 h 9456078"/>
              <a:gd name="connsiteX176" fmla="*/ 11329888 w 13158797"/>
              <a:gd name="connsiteY176" fmla="*/ 161654 h 9456078"/>
              <a:gd name="connsiteX177" fmla="*/ 11377607 w 13158797"/>
              <a:gd name="connsiteY177" fmla="*/ 150451 h 9456078"/>
              <a:gd name="connsiteX178" fmla="*/ 11425440 w 13158797"/>
              <a:gd name="connsiteY178" fmla="*/ 139640 h 9456078"/>
              <a:gd name="connsiteX179" fmla="*/ 11473385 w 13158797"/>
              <a:gd name="connsiteY179" fmla="*/ 129223 h 9456078"/>
              <a:gd name="connsiteX180" fmla="*/ 11521439 w 13158797"/>
              <a:gd name="connsiteY180" fmla="*/ 119201 h 9456078"/>
              <a:gd name="connsiteX181" fmla="*/ 11569599 w 13158797"/>
              <a:gd name="connsiteY181" fmla="*/ 109574 h 9456078"/>
              <a:gd name="connsiteX182" fmla="*/ 11617864 w 13158797"/>
              <a:gd name="connsiteY182" fmla="*/ 100344 h 9456078"/>
              <a:gd name="connsiteX183" fmla="*/ 11666231 w 13158797"/>
              <a:gd name="connsiteY183" fmla="*/ 91512 h 9456078"/>
              <a:gd name="connsiteX184" fmla="*/ 11714698 w 13158797"/>
              <a:gd name="connsiteY184" fmla="*/ 83080 h 9456078"/>
              <a:gd name="connsiteX185" fmla="*/ 11763263 w 13158797"/>
              <a:gd name="connsiteY185" fmla="*/ 75047 h 9456078"/>
              <a:gd name="connsiteX186" fmla="*/ 11811923 w 13158797"/>
              <a:gd name="connsiteY186" fmla="*/ 67417 h 9456078"/>
              <a:gd name="connsiteX187" fmla="*/ 11860676 w 13158797"/>
              <a:gd name="connsiteY187" fmla="*/ 60188 h 9456078"/>
              <a:gd name="connsiteX188" fmla="*/ 11909519 w 13158797"/>
              <a:gd name="connsiteY188" fmla="*/ 53364 h 9456078"/>
              <a:gd name="connsiteX189" fmla="*/ 11958451 w 13158797"/>
              <a:gd name="connsiteY189" fmla="*/ 46944 h 9456078"/>
              <a:gd name="connsiteX190" fmla="*/ 12007470 w 13158797"/>
              <a:gd name="connsiteY190" fmla="*/ 40931 h 9456078"/>
              <a:gd name="connsiteX191" fmla="*/ 12056572 w 13158797"/>
              <a:gd name="connsiteY191" fmla="*/ 35324 h 9456078"/>
              <a:gd name="connsiteX192" fmla="*/ 12105756 w 13158797"/>
              <a:gd name="connsiteY192" fmla="*/ 30126 h 9456078"/>
              <a:gd name="connsiteX193" fmla="*/ 12155019 w 13158797"/>
              <a:gd name="connsiteY193" fmla="*/ 25337 h 9456078"/>
              <a:gd name="connsiteX194" fmla="*/ 12204359 w 13158797"/>
              <a:gd name="connsiteY194" fmla="*/ 20958 h 9456078"/>
              <a:gd name="connsiteX195" fmla="*/ 12253773 w 13158797"/>
              <a:gd name="connsiteY195" fmla="*/ 16991 h 9456078"/>
              <a:gd name="connsiteX196" fmla="*/ 12303260 w 13158797"/>
              <a:gd name="connsiteY196" fmla="*/ 13437 h 9456078"/>
              <a:gd name="connsiteX197" fmla="*/ 12352818 w 13158797"/>
              <a:gd name="connsiteY197" fmla="*/ 10297 h 9456078"/>
              <a:gd name="connsiteX198" fmla="*/ 12402443 w 13158797"/>
              <a:gd name="connsiteY198" fmla="*/ 7572 h 9456078"/>
              <a:gd name="connsiteX199" fmla="*/ 12452133 w 13158797"/>
              <a:gd name="connsiteY199" fmla="*/ 5263 h 9456078"/>
              <a:gd name="connsiteX200" fmla="*/ 12501887 w 13158797"/>
              <a:gd name="connsiteY200" fmla="*/ 3371 h 9456078"/>
              <a:gd name="connsiteX201" fmla="*/ 12551701 w 13158797"/>
              <a:gd name="connsiteY201" fmla="*/ 1898 h 9456078"/>
              <a:gd name="connsiteX202" fmla="*/ 12601574 w 13158797"/>
              <a:gd name="connsiteY202" fmla="*/ 844 h 9456078"/>
              <a:gd name="connsiteX203" fmla="*/ 12651504 w 13158797"/>
              <a:gd name="connsiteY203" fmla="*/ 211 h 9456078"/>
              <a:gd name="connsiteX204" fmla="*/ 12701487 w 13158797"/>
              <a:gd name="connsiteY204" fmla="*/ 0 h 9456078"/>
              <a:gd name="connsiteX205" fmla="*/ 13158798 w 13158797"/>
              <a:gd name="connsiteY205" fmla="*/ 0 h 94560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</a:cxnLst>
            <a:rect l="l" t="t" r="r" b="b"/>
            <a:pathLst>
              <a:path w="13158797" h="9456078">
                <a:moveTo>
                  <a:pt x="0" y="9456078"/>
                </a:moveTo>
                <a:lnTo>
                  <a:pt x="49977" y="9455836"/>
                </a:lnTo>
                <a:lnTo>
                  <a:pt x="99893" y="9455111"/>
                </a:lnTo>
                <a:lnTo>
                  <a:pt x="149742" y="9453904"/>
                </a:lnTo>
                <a:lnTo>
                  <a:pt x="199524" y="9452217"/>
                </a:lnTo>
                <a:lnTo>
                  <a:pt x="298870" y="9447409"/>
                </a:lnTo>
                <a:lnTo>
                  <a:pt x="348429" y="9444290"/>
                </a:lnTo>
                <a:lnTo>
                  <a:pt x="397907" y="9440698"/>
                </a:lnTo>
                <a:lnTo>
                  <a:pt x="447302" y="9436632"/>
                </a:lnTo>
                <a:lnTo>
                  <a:pt x="496610" y="9432096"/>
                </a:lnTo>
                <a:lnTo>
                  <a:pt x="545829" y="9427089"/>
                </a:lnTo>
                <a:lnTo>
                  <a:pt x="594956" y="9421615"/>
                </a:lnTo>
                <a:lnTo>
                  <a:pt x="643987" y="9415673"/>
                </a:lnTo>
                <a:lnTo>
                  <a:pt x="692920" y="9409267"/>
                </a:lnTo>
                <a:lnTo>
                  <a:pt x="741751" y="9402396"/>
                </a:lnTo>
                <a:lnTo>
                  <a:pt x="790478" y="9395063"/>
                </a:lnTo>
                <a:lnTo>
                  <a:pt x="839098" y="9387270"/>
                </a:lnTo>
                <a:lnTo>
                  <a:pt x="887607" y="9379017"/>
                </a:lnTo>
                <a:lnTo>
                  <a:pt x="936002" y="9370306"/>
                </a:lnTo>
                <a:lnTo>
                  <a:pt x="984281" y="9361139"/>
                </a:lnTo>
                <a:lnTo>
                  <a:pt x="1032440" y="9351517"/>
                </a:lnTo>
                <a:lnTo>
                  <a:pt x="1080477" y="9341441"/>
                </a:lnTo>
                <a:lnTo>
                  <a:pt x="1176172" y="9319936"/>
                </a:lnTo>
                <a:lnTo>
                  <a:pt x="1223823" y="9308509"/>
                </a:lnTo>
                <a:lnTo>
                  <a:pt x="1271339" y="9296635"/>
                </a:lnTo>
                <a:lnTo>
                  <a:pt x="1318719" y="9284315"/>
                </a:lnTo>
                <a:lnTo>
                  <a:pt x="1365957" y="9271550"/>
                </a:lnTo>
                <a:lnTo>
                  <a:pt x="1413052" y="9258342"/>
                </a:lnTo>
                <a:lnTo>
                  <a:pt x="1460000" y="9244693"/>
                </a:lnTo>
                <a:lnTo>
                  <a:pt x="1506799" y="9230604"/>
                </a:lnTo>
                <a:lnTo>
                  <a:pt x="1553445" y="9216076"/>
                </a:lnTo>
                <a:lnTo>
                  <a:pt x="1599935" y="9201111"/>
                </a:lnTo>
                <a:lnTo>
                  <a:pt x="1646267" y="9185710"/>
                </a:lnTo>
                <a:lnTo>
                  <a:pt x="1692437" y="9169876"/>
                </a:lnTo>
                <a:lnTo>
                  <a:pt x="1738442" y="9153608"/>
                </a:lnTo>
                <a:lnTo>
                  <a:pt x="1784280" y="9136910"/>
                </a:lnTo>
                <a:lnTo>
                  <a:pt x="1829947" y="9119782"/>
                </a:lnTo>
                <a:lnTo>
                  <a:pt x="1875440" y="9102226"/>
                </a:lnTo>
                <a:lnTo>
                  <a:pt x="1920756" y="9084243"/>
                </a:lnTo>
                <a:lnTo>
                  <a:pt x="1965893" y="9065835"/>
                </a:lnTo>
                <a:lnTo>
                  <a:pt x="2055615" y="9027750"/>
                </a:lnTo>
                <a:lnTo>
                  <a:pt x="2100195" y="9008075"/>
                </a:lnTo>
                <a:lnTo>
                  <a:pt x="2144582" y="8987981"/>
                </a:lnTo>
                <a:lnTo>
                  <a:pt x="2188775" y="8967470"/>
                </a:lnTo>
                <a:lnTo>
                  <a:pt x="2232770" y="8946542"/>
                </a:lnTo>
                <a:lnTo>
                  <a:pt x="2276564" y="8925199"/>
                </a:lnTo>
                <a:lnTo>
                  <a:pt x="2320154" y="8903443"/>
                </a:lnTo>
                <a:lnTo>
                  <a:pt x="2363538" y="8881275"/>
                </a:lnTo>
                <a:lnTo>
                  <a:pt x="2406711" y="8858697"/>
                </a:lnTo>
                <a:lnTo>
                  <a:pt x="2449672" y="8835710"/>
                </a:lnTo>
                <a:lnTo>
                  <a:pt x="2492417" y="8812316"/>
                </a:lnTo>
                <a:lnTo>
                  <a:pt x="2534943" y="8788516"/>
                </a:lnTo>
                <a:lnTo>
                  <a:pt x="2577247" y="8764311"/>
                </a:lnTo>
                <a:lnTo>
                  <a:pt x="2619326" y="8739704"/>
                </a:lnTo>
                <a:lnTo>
                  <a:pt x="2661177" y="8714695"/>
                </a:lnTo>
                <a:lnTo>
                  <a:pt x="2702797" y="8689286"/>
                </a:lnTo>
                <a:lnTo>
                  <a:pt x="2744183" y="8663479"/>
                </a:lnTo>
                <a:lnTo>
                  <a:pt x="2785333" y="8637274"/>
                </a:lnTo>
                <a:lnTo>
                  <a:pt x="2826242" y="8610675"/>
                </a:lnTo>
                <a:lnTo>
                  <a:pt x="2866908" y="8583681"/>
                </a:lnTo>
                <a:lnTo>
                  <a:pt x="2907329" y="8556295"/>
                </a:lnTo>
                <a:lnTo>
                  <a:pt x="2947500" y="8528517"/>
                </a:lnTo>
                <a:lnTo>
                  <a:pt x="2987419" y="8500351"/>
                </a:lnTo>
                <a:lnTo>
                  <a:pt x="3027083" y="8471796"/>
                </a:lnTo>
                <a:lnTo>
                  <a:pt x="3066489" y="8442854"/>
                </a:lnTo>
                <a:lnTo>
                  <a:pt x="3105634" y="8413528"/>
                </a:lnTo>
                <a:lnTo>
                  <a:pt x="3144515" y="8383818"/>
                </a:lnTo>
                <a:lnTo>
                  <a:pt x="3183129" y="8353726"/>
                </a:lnTo>
                <a:lnTo>
                  <a:pt x="3221473" y="8323253"/>
                </a:lnTo>
                <a:lnTo>
                  <a:pt x="3259544" y="8292401"/>
                </a:lnTo>
                <a:lnTo>
                  <a:pt x="3297339" y="8261172"/>
                </a:lnTo>
                <a:lnTo>
                  <a:pt x="3334854" y="8229566"/>
                </a:lnTo>
                <a:lnTo>
                  <a:pt x="3372087" y="8197585"/>
                </a:lnTo>
                <a:lnTo>
                  <a:pt x="3409035" y="8165232"/>
                </a:lnTo>
                <a:lnTo>
                  <a:pt x="3445695" y="8132507"/>
                </a:lnTo>
                <a:lnTo>
                  <a:pt x="3482064" y="8099411"/>
                </a:lnTo>
                <a:lnTo>
                  <a:pt x="3518139" y="8065947"/>
                </a:lnTo>
                <a:lnTo>
                  <a:pt x="3553916" y="8032115"/>
                </a:lnTo>
                <a:lnTo>
                  <a:pt x="3589393" y="7997918"/>
                </a:lnTo>
                <a:lnTo>
                  <a:pt x="3624567" y="7963356"/>
                </a:lnTo>
                <a:lnTo>
                  <a:pt x="3659435" y="7928432"/>
                </a:lnTo>
                <a:lnTo>
                  <a:pt x="3693994" y="7893146"/>
                </a:lnTo>
                <a:lnTo>
                  <a:pt x="3728240" y="7857501"/>
                </a:lnTo>
                <a:lnTo>
                  <a:pt x="3762171" y="7821497"/>
                </a:lnTo>
                <a:lnTo>
                  <a:pt x="3795783" y="7785136"/>
                </a:lnTo>
                <a:lnTo>
                  <a:pt x="3829075" y="7748420"/>
                </a:lnTo>
                <a:lnTo>
                  <a:pt x="3862042" y="7711350"/>
                </a:lnTo>
                <a:lnTo>
                  <a:pt x="3894682" y="7673928"/>
                </a:lnTo>
                <a:lnTo>
                  <a:pt x="3926991" y="7636155"/>
                </a:lnTo>
                <a:lnTo>
                  <a:pt x="3958967" y="7598032"/>
                </a:lnTo>
                <a:lnTo>
                  <a:pt x="3990607" y="7559561"/>
                </a:lnTo>
                <a:lnTo>
                  <a:pt x="4021907" y="7520744"/>
                </a:lnTo>
                <a:lnTo>
                  <a:pt x="4052865" y="7481582"/>
                </a:lnTo>
                <a:lnTo>
                  <a:pt x="4083478" y="7442077"/>
                </a:lnTo>
                <a:lnTo>
                  <a:pt x="8022311" y="2307814"/>
                </a:lnTo>
                <a:lnTo>
                  <a:pt x="8052902" y="2268285"/>
                </a:lnTo>
                <a:lnTo>
                  <a:pt x="8083796" y="2229056"/>
                </a:lnTo>
                <a:lnTo>
                  <a:pt x="8114989" y="2190127"/>
                </a:lnTo>
                <a:lnTo>
                  <a:pt x="8146479" y="2151500"/>
                </a:lnTo>
                <a:lnTo>
                  <a:pt x="8178264" y="2113176"/>
                </a:lnTo>
                <a:lnTo>
                  <a:pt x="8210341" y="2075157"/>
                </a:lnTo>
                <a:lnTo>
                  <a:pt x="8242709" y="2037442"/>
                </a:lnTo>
                <a:lnTo>
                  <a:pt x="8275365" y="2000034"/>
                </a:lnTo>
                <a:lnTo>
                  <a:pt x="8308307" y="1962934"/>
                </a:lnTo>
                <a:lnTo>
                  <a:pt x="8341532" y="1926142"/>
                </a:lnTo>
                <a:lnTo>
                  <a:pt x="8375038" y="1889660"/>
                </a:lnTo>
                <a:lnTo>
                  <a:pt x="8408823" y="1853489"/>
                </a:lnTo>
                <a:lnTo>
                  <a:pt x="8442885" y="1817630"/>
                </a:lnTo>
                <a:lnTo>
                  <a:pt x="8477221" y="1782084"/>
                </a:lnTo>
                <a:lnTo>
                  <a:pt x="8511829" y="1746853"/>
                </a:lnTo>
                <a:lnTo>
                  <a:pt x="8546706" y="1711937"/>
                </a:lnTo>
                <a:lnTo>
                  <a:pt x="8581851" y="1677337"/>
                </a:lnTo>
                <a:lnTo>
                  <a:pt x="8617261" y="1643056"/>
                </a:lnTo>
                <a:lnTo>
                  <a:pt x="8652934" y="1609093"/>
                </a:lnTo>
                <a:lnTo>
                  <a:pt x="8688867" y="1575450"/>
                </a:lnTo>
                <a:lnTo>
                  <a:pt x="8725058" y="1542128"/>
                </a:lnTo>
                <a:lnTo>
                  <a:pt x="8761506" y="1509129"/>
                </a:lnTo>
                <a:lnTo>
                  <a:pt x="8798207" y="1476452"/>
                </a:lnTo>
                <a:lnTo>
                  <a:pt x="8835159" y="1444101"/>
                </a:lnTo>
                <a:lnTo>
                  <a:pt x="8872360" y="1412075"/>
                </a:lnTo>
                <a:lnTo>
                  <a:pt x="8909808" y="1380375"/>
                </a:lnTo>
                <a:lnTo>
                  <a:pt x="8947501" y="1349004"/>
                </a:lnTo>
                <a:lnTo>
                  <a:pt x="8985435" y="1317962"/>
                </a:lnTo>
                <a:lnTo>
                  <a:pt x="9023610" y="1287250"/>
                </a:lnTo>
                <a:lnTo>
                  <a:pt x="9062022" y="1256869"/>
                </a:lnTo>
                <a:lnTo>
                  <a:pt x="9100669" y="1226820"/>
                </a:lnTo>
                <a:lnTo>
                  <a:pt x="9139549" y="1197105"/>
                </a:lnTo>
                <a:lnTo>
                  <a:pt x="9178660" y="1167725"/>
                </a:lnTo>
                <a:lnTo>
                  <a:pt x="9217999" y="1138681"/>
                </a:lnTo>
                <a:lnTo>
                  <a:pt x="9257564" y="1109974"/>
                </a:lnTo>
                <a:lnTo>
                  <a:pt x="9297353" y="1081604"/>
                </a:lnTo>
                <a:lnTo>
                  <a:pt x="9337364" y="1053574"/>
                </a:lnTo>
                <a:lnTo>
                  <a:pt x="9377594" y="1025884"/>
                </a:lnTo>
                <a:lnTo>
                  <a:pt x="9418040" y="998536"/>
                </a:lnTo>
                <a:lnTo>
                  <a:pt x="9458702" y="971530"/>
                </a:lnTo>
                <a:lnTo>
                  <a:pt x="9499575" y="944868"/>
                </a:lnTo>
                <a:lnTo>
                  <a:pt x="9540659" y="918551"/>
                </a:lnTo>
                <a:lnTo>
                  <a:pt x="9581950" y="892580"/>
                </a:lnTo>
                <a:lnTo>
                  <a:pt x="9623447" y="866956"/>
                </a:lnTo>
                <a:lnTo>
                  <a:pt x="9665147" y="841681"/>
                </a:lnTo>
                <a:lnTo>
                  <a:pt x="9707048" y="816754"/>
                </a:lnTo>
                <a:lnTo>
                  <a:pt x="9749147" y="792179"/>
                </a:lnTo>
                <a:lnTo>
                  <a:pt x="9791443" y="767955"/>
                </a:lnTo>
                <a:lnTo>
                  <a:pt x="9833932" y="744083"/>
                </a:lnTo>
                <a:lnTo>
                  <a:pt x="9876613" y="720566"/>
                </a:lnTo>
                <a:lnTo>
                  <a:pt x="9919484" y="697404"/>
                </a:lnTo>
                <a:lnTo>
                  <a:pt x="9962542" y="674598"/>
                </a:lnTo>
                <a:lnTo>
                  <a:pt x="10005784" y="652149"/>
                </a:lnTo>
                <a:lnTo>
                  <a:pt x="10049209" y="630059"/>
                </a:lnTo>
                <a:lnTo>
                  <a:pt x="10092814" y="608328"/>
                </a:lnTo>
                <a:lnTo>
                  <a:pt x="10136597" y="586958"/>
                </a:lnTo>
                <a:lnTo>
                  <a:pt x="10180556" y="565950"/>
                </a:lnTo>
                <a:lnTo>
                  <a:pt x="10224688" y="545304"/>
                </a:lnTo>
                <a:lnTo>
                  <a:pt x="10268991" y="525023"/>
                </a:lnTo>
                <a:lnTo>
                  <a:pt x="10313463" y="505107"/>
                </a:lnTo>
                <a:lnTo>
                  <a:pt x="10358101" y="485558"/>
                </a:lnTo>
                <a:lnTo>
                  <a:pt x="10402903" y="466376"/>
                </a:lnTo>
                <a:lnTo>
                  <a:pt x="10447868" y="447563"/>
                </a:lnTo>
                <a:lnTo>
                  <a:pt x="10492991" y="429119"/>
                </a:lnTo>
                <a:lnTo>
                  <a:pt x="10538272" y="411046"/>
                </a:lnTo>
                <a:lnTo>
                  <a:pt x="10583708" y="393346"/>
                </a:lnTo>
                <a:lnTo>
                  <a:pt x="10629297" y="376018"/>
                </a:lnTo>
                <a:lnTo>
                  <a:pt x="10675036" y="359065"/>
                </a:lnTo>
                <a:lnTo>
                  <a:pt x="10720923" y="342487"/>
                </a:lnTo>
                <a:lnTo>
                  <a:pt x="10766956" y="326286"/>
                </a:lnTo>
                <a:lnTo>
                  <a:pt x="10813132" y="310462"/>
                </a:lnTo>
                <a:lnTo>
                  <a:pt x="10859450" y="295018"/>
                </a:lnTo>
                <a:lnTo>
                  <a:pt x="10905907" y="279953"/>
                </a:lnTo>
                <a:lnTo>
                  <a:pt x="10952500" y="265269"/>
                </a:lnTo>
                <a:lnTo>
                  <a:pt x="10999227" y="250968"/>
                </a:lnTo>
                <a:lnTo>
                  <a:pt x="11046087" y="237049"/>
                </a:lnTo>
                <a:lnTo>
                  <a:pt x="11093076" y="223516"/>
                </a:lnTo>
                <a:lnTo>
                  <a:pt x="11140193" y="210368"/>
                </a:lnTo>
                <a:lnTo>
                  <a:pt x="11187434" y="197606"/>
                </a:lnTo>
                <a:lnTo>
                  <a:pt x="11234799" y="185233"/>
                </a:lnTo>
                <a:lnTo>
                  <a:pt x="11282284" y="173248"/>
                </a:lnTo>
                <a:lnTo>
                  <a:pt x="11329888" y="161654"/>
                </a:lnTo>
                <a:lnTo>
                  <a:pt x="11377607" y="150451"/>
                </a:lnTo>
                <a:lnTo>
                  <a:pt x="11425440" y="139640"/>
                </a:lnTo>
                <a:lnTo>
                  <a:pt x="11473385" y="129223"/>
                </a:lnTo>
                <a:lnTo>
                  <a:pt x="11521439" y="119201"/>
                </a:lnTo>
                <a:lnTo>
                  <a:pt x="11569599" y="109574"/>
                </a:lnTo>
                <a:lnTo>
                  <a:pt x="11617864" y="100344"/>
                </a:lnTo>
                <a:lnTo>
                  <a:pt x="11666231" y="91512"/>
                </a:lnTo>
                <a:lnTo>
                  <a:pt x="11714698" y="83080"/>
                </a:lnTo>
                <a:lnTo>
                  <a:pt x="11763263" y="75047"/>
                </a:lnTo>
                <a:lnTo>
                  <a:pt x="11811923" y="67417"/>
                </a:lnTo>
                <a:lnTo>
                  <a:pt x="11860676" y="60188"/>
                </a:lnTo>
                <a:lnTo>
                  <a:pt x="11909519" y="53364"/>
                </a:lnTo>
                <a:lnTo>
                  <a:pt x="11958451" y="46944"/>
                </a:lnTo>
                <a:lnTo>
                  <a:pt x="12007470" y="40931"/>
                </a:lnTo>
                <a:lnTo>
                  <a:pt x="12056572" y="35324"/>
                </a:lnTo>
                <a:lnTo>
                  <a:pt x="12105756" y="30126"/>
                </a:lnTo>
                <a:lnTo>
                  <a:pt x="12155019" y="25337"/>
                </a:lnTo>
                <a:lnTo>
                  <a:pt x="12204359" y="20958"/>
                </a:lnTo>
                <a:lnTo>
                  <a:pt x="12253773" y="16991"/>
                </a:lnTo>
                <a:lnTo>
                  <a:pt x="12303260" y="13437"/>
                </a:lnTo>
                <a:lnTo>
                  <a:pt x="12352818" y="10297"/>
                </a:lnTo>
                <a:lnTo>
                  <a:pt x="12402443" y="7572"/>
                </a:lnTo>
                <a:lnTo>
                  <a:pt x="12452133" y="5263"/>
                </a:lnTo>
                <a:lnTo>
                  <a:pt x="12501887" y="3371"/>
                </a:lnTo>
                <a:lnTo>
                  <a:pt x="12551701" y="1898"/>
                </a:lnTo>
                <a:lnTo>
                  <a:pt x="12601574" y="844"/>
                </a:lnTo>
                <a:lnTo>
                  <a:pt x="12651504" y="211"/>
                </a:lnTo>
                <a:lnTo>
                  <a:pt x="12701487" y="0"/>
                </a:lnTo>
                <a:lnTo>
                  <a:pt x="13158798" y="0"/>
                </a:lnTo>
              </a:path>
            </a:pathLst>
          </a:custGeom>
          <a:ln w="19050">
            <a:gradFill>
              <a:gsLst>
                <a:gs pos="18000">
                  <a:schemeClr val="accent2"/>
                </a:gs>
                <a:gs pos="0">
                  <a:schemeClr val="bg1">
                    <a:alpha val="0"/>
                  </a:schemeClr>
                </a:gs>
              </a:gsLst>
              <a:lin ang="5400000" scaled="0"/>
            </a:gradFill>
          </a:ln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3D654237-7A8B-7549-A6FA-F7E001C96C03}"/>
              </a:ext>
            </a:extLst>
          </p:cNvPr>
          <p:cNvCxnSpPr>
            <a:cxnSpLocks/>
          </p:cNvCxnSpPr>
          <p:nvPr/>
        </p:nvCxnSpPr>
        <p:spPr>
          <a:xfrm flipH="1">
            <a:off x="334962" y="6678798"/>
            <a:ext cx="10980001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52036563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065">
          <p15:clr>
            <a:srgbClr val="FBAE40"/>
          </p15:clr>
        </p15:guide>
        <p15:guide id="2" pos="211">
          <p15:clr>
            <a:srgbClr val="FBAE40"/>
          </p15:clr>
        </p15:guide>
        <p15:guide id="3" orient="horz" pos="3997">
          <p15:clr>
            <a:srgbClr val="FBAE40"/>
          </p15:clr>
        </p15:guide>
        <p15:guide id="4" pos="7469">
          <p15:clr>
            <a:srgbClr val="FBAE40"/>
          </p15:clr>
        </p15:guide>
        <p15:guide id="5" orient="horz" pos="232">
          <p15:clr>
            <a:srgbClr val="FBAE40"/>
          </p15:clr>
        </p15:guide>
        <p15:guide id="6" orient="horz" pos="504">
          <p15:clr>
            <a:srgbClr val="FBAE40"/>
          </p15:clr>
        </p15:guide>
        <p15:guide id="7" orient="horz" pos="799">
          <p15:clr>
            <a:srgbClr val="FBAE40"/>
          </p15:clr>
        </p15:guide>
      </p15:sldGuideLst>
    </p:ext>
  </p:extLst>
</p:sldLayout>
</file>

<file path=ppt/slideLayouts/slideLayout1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_Índice - Offwhite - 14 títulos">
    <p:bg>
      <p:bgPr>
        <a:gradFill>
          <a:gsLst>
            <a:gs pos="67000">
              <a:schemeClr val="tx1"/>
            </a:gs>
            <a:gs pos="100000">
              <a:schemeClr val="tx1"/>
            </a:gs>
            <a:gs pos="0">
              <a:srgbClr val="161B21"/>
            </a:gs>
          </a:gsLst>
          <a:lin ang="84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" name="Espaço Reservado para Número de Slide 5">
            <a:extLst>
              <a:ext uri="{FF2B5EF4-FFF2-40B4-BE49-F238E27FC236}">
                <a16:creationId xmlns:a16="http://schemas.microsoft.com/office/drawing/2014/main" id="{8B43B5D6-9411-2916-3463-C0BBC4CE3A6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95" name="Text Placeholder 3">
            <a:extLst>
              <a:ext uri="{FF2B5EF4-FFF2-40B4-BE49-F238E27FC236}">
                <a16:creationId xmlns:a16="http://schemas.microsoft.com/office/drawing/2014/main" id="{1F9E0DEB-08E9-5248-44F9-9916F0925C87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pt-BR"/>
              <a:t>Índice | Até 14 títulos</a:t>
            </a:r>
            <a:endParaRPr lang="en-US"/>
          </a:p>
        </p:txBody>
      </p:sp>
      <p:sp>
        <p:nvSpPr>
          <p:cNvPr id="96" name="Text Placeholder 10">
            <a:extLst>
              <a:ext uri="{FF2B5EF4-FFF2-40B4-BE49-F238E27FC236}">
                <a16:creationId xmlns:a16="http://schemas.microsoft.com/office/drawing/2014/main" id="{86EE135B-8461-A8E5-B808-1CCC5F3ABF32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defRPr sz="900" baseline="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7" name="Text Placeholder 21">
            <a:extLst>
              <a:ext uri="{FF2B5EF4-FFF2-40B4-BE49-F238E27FC236}">
                <a16:creationId xmlns:a16="http://schemas.microsoft.com/office/drawing/2014/main" id="{C68EECD8-4868-C403-065A-798C94914B21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1112441" y="1232282"/>
            <a:ext cx="3633266" cy="494267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98" name="Text Placeholder 21">
            <a:extLst>
              <a:ext uri="{FF2B5EF4-FFF2-40B4-BE49-F238E27FC236}">
                <a16:creationId xmlns:a16="http://schemas.microsoft.com/office/drawing/2014/main" id="{377F7479-B5E7-D307-06B9-71E3BA37F3EF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1112441" y="1986612"/>
            <a:ext cx="3633266" cy="502453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99" name="Text Placeholder 21">
            <a:extLst>
              <a:ext uri="{FF2B5EF4-FFF2-40B4-BE49-F238E27FC236}">
                <a16:creationId xmlns:a16="http://schemas.microsoft.com/office/drawing/2014/main" id="{A9CB3A34-F081-C677-A00F-67C1873C062A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1112441" y="2743933"/>
            <a:ext cx="3633266" cy="507526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0" name="Text Placeholder 21">
            <a:extLst>
              <a:ext uri="{FF2B5EF4-FFF2-40B4-BE49-F238E27FC236}">
                <a16:creationId xmlns:a16="http://schemas.microsoft.com/office/drawing/2014/main" id="{66627ED0-3A46-8737-6897-D3BDDB091302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1112441" y="3509439"/>
            <a:ext cx="3633266" cy="507526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1" name="Text Placeholder 21">
            <a:extLst>
              <a:ext uri="{FF2B5EF4-FFF2-40B4-BE49-F238E27FC236}">
                <a16:creationId xmlns:a16="http://schemas.microsoft.com/office/drawing/2014/main" id="{4A98C90D-F543-2D3A-9F32-FF02504B384D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6873479" y="1237476"/>
            <a:ext cx="3633266" cy="491156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2" name="Text Placeholder 21">
            <a:extLst>
              <a:ext uri="{FF2B5EF4-FFF2-40B4-BE49-F238E27FC236}">
                <a16:creationId xmlns:a16="http://schemas.microsoft.com/office/drawing/2014/main" id="{02D303FD-4338-9202-3742-445CFAC544F9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6873479" y="1986612"/>
            <a:ext cx="3633266" cy="499341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3" name="Text Placeholder 21">
            <a:extLst>
              <a:ext uri="{FF2B5EF4-FFF2-40B4-BE49-F238E27FC236}">
                <a16:creationId xmlns:a16="http://schemas.microsoft.com/office/drawing/2014/main" id="{DAB51C54-4BA1-024C-8F1D-E61343BFAC42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873479" y="2743933"/>
            <a:ext cx="3633266" cy="499341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4" name="Text Placeholder 21">
            <a:extLst>
              <a:ext uri="{FF2B5EF4-FFF2-40B4-BE49-F238E27FC236}">
                <a16:creationId xmlns:a16="http://schemas.microsoft.com/office/drawing/2014/main" id="{31C27C31-0117-4C41-7DD9-9A95AE01F9D5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6873479" y="3509439"/>
            <a:ext cx="3633266" cy="504415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5" name="Text Placeholder 21">
            <a:extLst>
              <a:ext uri="{FF2B5EF4-FFF2-40B4-BE49-F238E27FC236}">
                <a16:creationId xmlns:a16="http://schemas.microsoft.com/office/drawing/2014/main" id="{305C7304-230E-F6CE-A76D-99DF1E692F08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334965" y="1237091"/>
            <a:ext cx="562844" cy="562844"/>
          </a:xfrm>
          <a:prstGeom prst="rect">
            <a:avLst/>
          </a:prstGeom>
          <a:noFill/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1.</a:t>
            </a:r>
            <a:endParaRPr lang="pt-BR"/>
          </a:p>
        </p:txBody>
      </p:sp>
      <p:sp>
        <p:nvSpPr>
          <p:cNvPr id="106" name="Text Placeholder 21">
            <a:extLst>
              <a:ext uri="{FF2B5EF4-FFF2-40B4-BE49-F238E27FC236}">
                <a16:creationId xmlns:a16="http://schemas.microsoft.com/office/drawing/2014/main" id="{646BD931-2CC9-4B26-938C-C6A9327B317A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334965" y="1986612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2.</a:t>
            </a:r>
            <a:endParaRPr lang="pt-BR"/>
          </a:p>
        </p:txBody>
      </p:sp>
      <p:sp>
        <p:nvSpPr>
          <p:cNvPr id="107" name="Text Placeholder 21">
            <a:extLst>
              <a:ext uri="{FF2B5EF4-FFF2-40B4-BE49-F238E27FC236}">
                <a16:creationId xmlns:a16="http://schemas.microsoft.com/office/drawing/2014/main" id="{7EF60F9A-51DE-3649-80E7-711C186485AA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334965" y="2743933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3.</a:t>
            </a:r>
            <a:endParaRPr lang="pt-BR"/>
          </a:p>
        </p:txBody>
      </p:sp>
      <p:sp>
        <p:nvSpPr>
          <p:cNvPr id="108" name="Text Placeholder 21">
            <a:extLst>
              <a:ext uri="{FF2B5EF4-FFF2-40B4-BE49-F238E27FC236}">
                <a16:creationId xmlns:a16="http://schemas.microsoft.com/office/drawing/2014/main" id="{454FB385-5582-984D-3BEC-2409DCFBBEA7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334965" y="3509439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4.</a:t>
            </a:r>
            <a:endParaRPr lang="pt-BR"/>
          </a:p>
        </p:txBody>
      </p:sp>
      <p:sp>
        <p:nvSpPr>
          <p:cNvPr id="109" name="Text Placeholder 21">
            <a:extLst>
              <a:ext uri="{FF2B5EF4-FFF2-40B4-BE49-F238E27FC236}">
                <a16:creationId xmlns:a16="http://schemas.microsoft.com/office/drawing/2014/main" id="{48AFB4A3-A713-3B36-5C4C-116B17982407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6096003" y="1242285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8.</a:t>
            </a:r>
            <a:endParaRPr lang="pt-BR"/>
          </a:p>
        </p:txBody>
      </p:sp>
      <p:sp>
        <p:nvSpPr>
          <p:cNvPr id="110" name="Text Placeholder 21">
            <a:extLst>
              <a:ext uri="{FF2B5EF4-FFF2-40B4-BE49-F238E27FC236}">
                <a16:creationId xmlns:a16="http://schemas.microsoft.com/office/drawing/2014/main" id="{455A5A6A-C346-A345-7676-47650852DEC5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6096003" y="1986612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9.</a:t>
            </a:r>
            <a:endParaRPr lang="pt-BR"/>
          </a:p>
        </p:txBody>
      </p:sp>
      <p:sp>
        <p:nvSpPr>
          <p:cNvPr id="111" name="Text Placeholder 21">
            <a:extLst>
              <a:ext uri="{FF2B5EF4-FFF2-40B4-BE49-F238E27FC236}">
                <a16:creationId xmlns:a16="http://schemas.microsoft.com/office/drawing/2014/main" id="{C9036724-53EE-61EA-4F36-0647670CC647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6096003" y="2743933"/>
            <a:ext cx="562844" cy="562844"/>
          </a:xfrm>
          <a:prstGeom prst="rect">
            <a:avLst/>
          </a:prstGeom>
          <a:noFill/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10.</a:t>
            </a:r>
            <a:endParaRPr lang="pt-BR"/>
          </a:p>
        </p:txBody>
      </p:sp>
      <p:sp>
        <p:nvSpPr>
          <p:cNvPr id="112" name="Text Placeholder 21">
            <a:extLst>
              <a:ext uri="{FF2B5EF4-FFF2-40B4-BE49-F238E27FC236}">
                <a16:creationId xmlns:a16="http://schemas.microsoft.com/office/drawing/2014/main" id="{59FC8DE1-DA8C-E6FC-0074-C1233AE33862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6096003" y="3509439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11.</a:t>
            </a:r>
            <a:endParaRPr lang="pt-BR"/>
          </a:p>
        </p:txBody>
      </p:sp>
      <p:sp>
        <p:nvSpPr>
          <p:cNvPr id="113" name="Text Placeholder 21">
            <a:extLst>
              <a:ext uri="{FF2B5EF4-FFF2-40B4-BE49-F238E27FC236}">
                <a16:creationId xmlns:a16="http://schemas.microsoft.com/office/drawing/2014/main" id="{CD7EC131-607A-502B-D5DB-EACD3848C447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1112441" y="4285152"/>
            <a:ext cx="3633266" cy="507526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14" name="Text Placeholder 21">
            <a:extLst>
              <a:ext uri="{FF2B5EF4-FFF2-40B4-BE49-F238E27FC236}">
                <a16:creationId xmlns:a16="http://schemas.microsoft.com/office/drawing/2014/main" id="{39366CD8-736E-E9F0-1631-408CE9342B73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6873479" y="4285152"/>
            <a:ext cx="3633266" cy="504415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15" name="Text Placeholder 21">
            <a:extLst>
              <a:ext uri="{FF2B5EF4-FFF2-40B4-BE49-F238E27FC236}">
                <a16:creationId xmlns:a16="http://schemas.microsoft.com/office/drawing/2014/main" id="{A36BD412-4DD9-0776-5A73-B5939ACF9185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334965" y="4285152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5.</a:t>
            </a:r>
            <a:endParaRPr lang="pt-BR"/>
          </a:p>
        </p:txBody>
      </p:sp>
      <p:sp>
        <p:nvSpPr>
          <p:cNvPr id="116" name="Text Placeholder 21">
            <a:extLst>
              <a:ext uri="{FF2B5EF4-FFF2-40B4-BE49-F238E27FC236}">
                <a16:creationId xmlns:a16="http://schemas.microsoft.com/office/drawing/2014/main" id="{0D56432C-F90B-BE78-9849-16EDFA25EDF3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6096003" y="4285152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12.</a:t>
            </a:r>
            <a:endParaRPr lang="pt-BR"/>
          </a:p>
        </p:txBody>
      </p:sp>
      <p:sp>
        <p:nvSpPr>
          <p:cNvPr id="26" name="Text Placeholder 21">
            <a:extLst>
              <a:ext uri="{FF2B5EF4-FFF2-40B4-BE49-F238E27FC236}">
                <a16:creationId xmlns:a16="http://schemas.microsoft.com/office/drawing/2014/main" id="{C5B1F338-8D07-6165-2984-C97D76B836F9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1112441" y="5064614"/>
            <a:ext cx="3633266" cy="507526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27" name="Text Placeholder 21">
            <a:extLst>
              <a:ext uri="{FF2B5EF4-FFF2-40B4-BE49-F238E27FC236}">
                <a16:creationId xmlns:a16="http://schemas.microsoft.com/office/drawing/2014/main" id="{6AC2D12D-986D-3DD5-FBFC-D384978B998E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6873479" y="5064614"/>
            <a:ext cx="3633266" cy="504415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28" name="Text Placeholder 21">
            <a:extLst>
              <a:ext uri="{FF2B5EF4-FFF2-40B4-BE49-F238E27FC236}">
                <a16:creationId xmlns:a16="http://schemas.microsoft.com/office/drawing/2014/main" id="{91E97FC2-9348-4E3B-00E5-76B9F5F34636}"/>
              </a:ext>
            </a:extLst>
          </p:cNvPr>
          <p:cNvSpPr>
            <a:spLocks noGrp="1"/>
          </p:cNvSpPr>
          <p:nvPr>
            <p:ph type="body" sz="quarter" idx="39" hasCustomPrompt="1"/>
          </p:nvPr>
        </p:nvSpPr>
        <p:spPr>
          <a:xfrm>
            <a:off x="334965" y="5064614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6.</a:t>
            </a:r>
            <a:endParaRPr lang="pt-BR"/>
          </a:p>
        </p:txBody>
      </p:sp>
      <p:sp>
        <p:nvSpPr>
          <p:cNvPr id="29" name="Text Placeholder 21">
            <a:extLst>
              <a:ext uri="{FF2B5EF4-FFF2-40B4-BE49-F238E27FC236}">
                <a16:creationId xmlns:a16="http://schemas.microsoft.com/office/drawing/2014/main" id="{10FCC27C-9F7B-60DD-448A-FA5C70190D61}"/>
              </a:ext>
            </a:extLst>
          </p:cNvPr>
          <p:cNvSpPr>
            <a:spLocks noGrp="1"/>
          </p:cNvSpPr>
          <p:nvPr>
            <p:ph type="body" sz="quarter" idx="40" hasCustomPrompt="1"/>
          </p:nvPr>
        </p:nvSpPr>
        <p:spPr>
          <a:xfrm>
            <a:off x="6096003" y="5064614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13.</a:t>
            </a:r>
            <a:endParaRPr lang="pt-BR"/>
          </a:p>
        </p:txBody>
      </p:sp>
      <p:sp>
        <p:nvSpPr>
          <p:cNvPr id="30" name="Text Placeholder 21">
            <a:extLst>
              <a:ext uri="{FF2B5EF4-FFF2-40B4-BE49-F238E27FC236}">
                <a16:creationId xmlns:a16="http://schemas.microsoft.com/office/drawing/2014/main" id="{647A3C75-F52C-9572-4AC8-DF3C9EC74895}"/>
              </a:ext>
            </a:extLst>
          </p:cNvPr>
          <p:cNvSpPr>
            <a:spLocks noGrp="1"/>
          </p:cNvSpPr>
          <p:nvPr>
            <p:ph type="body" sz="quarter" idx="41" hasCustomPrompt="1"/>
          </p:nvPr>
        </p:nvSpPr>
        <p:spPr>
          <a:xfrm>
            <a:off x="1112441" y="5840327"/>
            <a:ext cx="3633266" cy="507526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31" name="Text Placeholder 21">
            <a:extLst>
              <a:ext uri="{FF2B5EF4-FFF2-40B4-BE49-F238E27FC236}">
                <a16:creationId xmlns:a16="http://schemas.microsoft.com/office/drawing/2014/main" id="{CF181672-FCCE-ED51-44CD-B257A5102052}"/>
              </a:ext>
            </a:extLst>
          </p:cNvPr>
          <p:cNvSpPr>
            <a:spLocks noGrp="1"/>
          </p:cNvSpPr>
          <p:nvPr>
            <p:ph type="body" sz="quarter" idx="42" hasCustomPrompt="1"/>
          </p:nvPr>
        </p:nvSpPr>
        <p:spPr>
          <a:xfrm>
            <a:off x="6873479" y="5840327"/>
            <a:ext cx="3633266" cy="504415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32" name="Text Placeholder 21">
            <a:extLst>
              <a:ext uri="{FF2B5EF4-FFF2-40B4-BE49-F238E27FC236}">
                <a16:creationId xmlns:a16="http://schemas.microsoft.com/office/drawing/2014/main" id="{C4E37429-91F7-9872-16AB-E9D998B9B034}"/>
              </a:ext>
            </a:extLst>
          </p:cNvPr>
          <p:cNvSpPr>
            <a:spLocks noGrp="1"/>
          </p:cNvSpPr>
          <p:nvPr>
            <p:ph type="body" sz="quarter" idx="43" hasCustomPrompt="1"/>
          </p:nvPr>
        </p:nvSpPr>
        <p:spPr>
          <a:xfrm>
            <a:off x="334965" y="5840327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7.</a:t>
            </a:r>
            <a:endParaRPr lang="pt-BR"/>
          </a:p>
        </p:txBody>
      </p:sp>
      <p:sp>
        <p:nvSpPr>
          <p:cNvPr id="33" name="Text Placeholder 21">
            <a:extLst>
              <a:ext uri="{FF2B5EF4-FFF2-40B4-BE49-F238E27FC236}">
                <a16:creationId xmlns:a16="http://schemas.microsoft.com/office/drawing/2014/main" id="{996E1AEB-6FC0-93DB-7162-B62353FB6F67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6096003" y="5840327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14.</a:t>
            </a:r>
            <a:endParaRPr lang="pt-BR"/>
          </a:p>
        </p:txBody>
      </p:sp>
      <p:sp>
        <p:nvSpPr>
          <p:cNvPr id="3" name="Picture 8">
            <a:extLst>
              <a:ext uri="{FF2B5EF4-FFF2-40B4-BE49-F238E27FC236}">
                <a16:creationId xmlns:a16="http://schemas.microsoft.com/office/drawing/2014/main" id="{40D4B1AE-2876-9D52-23DD-7F3F7CBFA259}"/>
              </a:ext>
            </a:extLst>
          </p:cNvPr>
          <p:cNvSpPr/>
          <p:nvPr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/>
          </a:p>
        </p:txBody>
      </p:sp>
      <p:cxnSp>
        <p:nvCxnSpPr>
          <p:cNvPr id="2" name="Straight Connector 1">
            <a:extLst>
              <a:ext uri="{FF2B5EF4-FFF2-40B4-BE49-F238E27FC236}">
                <a16:creationId xmlns:a16="http://schemas.microsoft.com/office/drawing/2014/main" id="{17D24408-FB74-1089-B433-0DF2980CDC98}"/>
              </a:ext>
            </a:extLst>
          </p:cNvPr>
          <p:cNvCxnSpPr>
            <a:cxnSpLocks/>
          </p:cNvCxnSpPr>
          <p:nvPr/>
        </p:nvCxnSpPr>
        <p:spPr>
          <a:xfrm>
            <a:off x="0" y="169333"/>
            <a:ext cx="12229571" cy="0"/>
          </a:xfrm>
          <a:prstGeom prst="line">
            <a:avLst/>
          </a:prstGeom>
          <a:ln w="1905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object 4">
            <a:extLst>
              <a:ext uri="{FF2B5EF4-FFF2-40B4-BE49-F238E27FC236}">
                <a16:creationId xmlns:a16="http://schemas.microsoft.com/office/drawing/2014/main" id="{D7C5E417-B862-B520-5604-54C31C0F7237}"/>
              </a:ext>
            </a:extLst>
          </p:cNvPr>
          <p:cNvSpPr/>
          <p:nvPr/>
        </p:nvSpPr>
        <p:spPr>
          <a:xfrm rot="10247908" flipH="1">
            <a:off x="4106509" y="-4146683"/>
            <a:ext cx="8001039" cy="5749648"/>
          </a:xfrm>
          <a:custGeom>
            <a:avLst/>
            <a:gdLst>
              <a:gd name="connsiteX0" fmla="*/ 0 w 13940157"/>
              <a:gd name="connsiteY0" fmla="*/ 9200719 h 9456078"/>
              <a:gd name="connsiteX1" fmla="*/ 781360 w 13940157"/>
              <a:gd name="connsiteY1" fmla="*/ 9456078 h 9456078"/>
              <a:gd name="connsiteX2" fmla="*/ 831337 w 13940157"/>
              <a:gd name="connsiteY2" fmla="*/ 9455836 h 9456078"/>
              <a:gd name="connsiteX3" fmla="*/ 881253 w 13940157"/>
              <a:gd name="connsiteY3" fmla="*/ 9455111 h 9456078"/>
              <a:gd name="connsiteX4" fmla="*/ 931102 w 13940157"/>
              <a:gd name="connsiteY4" fmla="*/ 9453904 h 9456078"/>
              <a:gd name="connsiteX5" fmla="*/ 980884 w 13940157"/>
              <a:gd name="connsiteY5" fmla="*/ 9452217 h 9456078"/>
              <a:gd name="connsiteX6" fmla="*/ 1030594 w 13940157"/>
              <a:gd name="connsiteY6" fmla="*/ 9450052 h 9456078"/>
              <a:gd name="connsiteX7" fmla="*/ 1080230 w 13940157"/>
              <a:gd name="connsiteY7" fmla="*/ 9447409 h 9456078"/>
              <a:gd name="connsiteX8" fmla="*/ 1129789 w 13940157"/>
              <a:gd name="connsiteY8" fmla="*/ 9444290 h 9456078"/>
              <a:gd name="connsiteX9" fmla="*/ 1179267 w 13940157"/>
              <a:gd name="connsiteY9" fmla="*/ 9440698 h 9456078"/>
              <a:gd name="connsiteX10" fmla="*/ 1228662 w 13940157"/>
              <a:gd name="connsiteY10" fmla="*/ 9436632 h 9456078"/>
              <a:gd name="connsiteX11" fmla="*/ 1277970 w 13940157"/>
              <a:gd name="connsiteY11" fmla="*/ 9432096 h 9456078"/>
              <a:gd name="connsiteX12" fmla="*/ 1327189 w 13940157"/>
              <a:gd name="connsiteY12" fmla="*/ 9427089 h 9456078"/>
              <a:gd name="connsiteX13" fmla="*/ 1376316 w 13940157"/>
              <a:gd name="connsiteY13" fmla="*/ 9421615 h 9456078"/>
              <a:gd name="connsiteX14" fmla="*/ 1425347 w 13940157"/>
              <a:gd name="connsiteY14" fmla="*/ 9415673 h 9456078"/>
              <a:gd name="connsiteX15" fmla="*/ 1474280 w 13940157"/>
              <a:gd name="connsiteY15" fmla="*/ 9409267 h 9456078"/>
              <a:gd name="connsiteX16" fmla="*/ 1523111 w 13940157"/>
              <a:gd name="connsiteY16" fmla="*/ 9402396 h 9456078"/>
              <a:gd name="connsiteX17" fmla="*/ 1571838 w 13940157"/>
              <a:gd name="connsiteY17" fmla="*/ 9395063 h 9456078"/>
              <a:gd name="connsiteX18" fmla="*/ 1620458 w 13940157"/>
              <a:gd name="connsiteY18" fmla="*/ 9387270 h 9456078"/>
              <a:gd name="connsiteX19" fmla="*/ 1668967 w 13940157"/>
              <a:gd name="connsiteY19" fmla="*/ 9379017 h 9456078"/>
              <a:gd name="connsiteX20" fmla="*/ 1717362 w 13940157"/>
              <a:gd name="connsiteY20" fmla="*/ 9370306 h 9456078"/>
              <a:gd name="connsiteX21" fmla="*/ 1765641 w 13940157"/>
              <a:gd name="connsiteY21" fmla="*/ 9361139 h 9456078"/>
              <a:gd name="connsiteX22" fmla="*/ 1813800 w 13940157"/>
              <a:gd name="connsiteY22" fmla="*/ 9351517 h 9456078"/>
              <a:gd name="connsiteX23" fmla="*/ 1861837 w 13940157"/>
              <a:gd name="connsiteY23" fmla="*/ 9341441 h 9456078"/>
              <a:gd name="connsiteX24" fmla="*/ 1909749 w 13940157"/>
              <a:gd name="connsiteY24" fmla="*/ 9330914 h 9456078"/>
              <a:gd name="connsiteX25" fmla="*/ 1957532 w 13940157"/>
              <a:gd name="connsiteY25" fmla="*/ 9319936 h 9456078"/>
              <a:gd name="connsiteX26" fmla="*/ 2005183 w 13940157"/>
              <a:gd name="connsiteY26" fmla="*/ 9308509 h 9456078"/>
              <a:gd name="connsiteX27" fmla="*/ 2052699 w 13940157"/>
              <a:gd name="connsiteY27" fmla="*/ 9296635 h 9456078"/>
              <a:gd name="connsiteX28" fmla="*/ 2100079 w 13940157"/>
              <a:gd name="connsiteY28" fmla="*/ 9284315 h 9456078"/>
              <a:gd name="connsiteX29" fmla="*/ 2147317 w 13940157"/>
              <a:gd name="connsiteY29" fmla="*/ 9271550 h 9456078"/>
              <a:gd name="connsiteX30" fmla="*/ 2194412 w 13940157"/>
              <a:gd name="connsiteY30" fmla="*/ 9258342 h 9456078"/>
              <a:gd name="connsiteX31" fmla="*/ 2241360 w 13940157"/>
              <a:gd name="connsiteY31" fmla="*/ 9244693 h 9456078"/>
              <a:gd name="connsiteX32" fmla="*/ 2288159 w 13940157"/>
              <a:gd name="connsiteY32" fmla="*/ 9230604 h 9456078"/>
              <a:gd name="connsiteX33" fmla="*/ 2334805 w 13940157"/>
              <a:gd name="connsiteY33" fmla="*/ 9216076 h 9456078"/>
              <a:gd name="connsiteX34" fmla="*/ 2381295 w 13940157"/>
              <a:gd name="connsiteY34" fmla="*/ 9201111 h 9456078"/>
              <a:gd name="connsiteX35" fmla="*/ 2427627 w 13940157"/>
              <a:gd name="connsiteY35" fmla="*/ 9185710 h 9456078"/>
              <a:gd name="connsiteX36" fmla="*/ 2473797 w 13940157"/>
              <a:gd name="connsiteY36" fmla="*/ 9169876 h 9456078"/>
              <a:gd name="connsiteX37" fmla="*/ 2519802 w 13940157"/>
              <a:gd name="connsiteY37" fmla="*/ 9153608 h 9456078"/>
              <a:gd name="connsiteX38" fmla="*/ 2565640 w 13940157"/>
              <a:gd name="connsiteY38" fmla="*/ 9136910 h 9456078"/>
              <a:gd name="connsiteX39" fmla="*/ 2611307 w 13940157"/>
              <a:gd name="connsiteY39" fmla="*/ 9119782 h 9456078"/>
              <a:gd name="connsiteX40" fmla="*/ 2656800 w 13940157"/>
              <a:gd name="connsiteY40" fmla="*/ 9102226 h 9456078"/>
              <a:gd name="connsiteX41" fmla="*/ 2702116 w 13940157"/>
              <a:gd name="connsiteY41" fmla="*/ 9084243 h 9456078"/>
              <a:gd name="connsiteX42" fmla="*/ 2747253 w 13940157"/>
              <a:gd name="connsiteY42" fmla="*/ 9065835 h 9456078"/>
              <a:gd name="connsiteX43" fmla="*/ 2792207 w 13940157"/>
              <a:gd name="connsiteY43" fmla="*/ 9047004 h 9456078"/>
              <a:gd name="connsiteX44" fmla="*/ 2836975 w 13940157"/>
              <a:gd name="connsiteY44" fmla="*/ 9027750 h 9456078"/>
              <a:gd name="connsiteX45" fmla="*/ 2881555 w 13940157"/>
              <a:gd name="connsiteY45" fmla="*/ 9008075 h 9456078"/>
              <a:gd name="connsiteX46" fmla="*/ 2925942 w 13940157"/>
              <a:gd name="connsiteY46" fmla="*/ 8987981 h 9456078"/>
              <a:gd name="connsiteX47" fmla="*/ 2970135 w 13940157"/>
              <a:gd name="connsiteY47" fmla="*/ 8967470 h 9456078"/>
              <a:gd name="connsiteX48" fmla="*/ 3014130 w 13940157"/>
              <a:gd name="connsiteY48" fmla="*/ 8946542 h 9456078"/>
              <a:gd name="connsiteX49" fmla="*/ 3057924 w 13940157"/>
              <a:gd name="connsiteY49" fmla="*/ 8925199 h 9456078"/>
              <a:gd name="connsiteX50" fmla="*/ 3101514 w 13940157"/>
              <a:gd name="connsiteY50" fmla="*/ 8903443 h 9456078"/>
              <a:gd name="connsiteX51" fmla="*/ 3144898 w 13940157"/>
              <a:gd name="connsiteY51" fmla="*/ 8881275 h 9456078"/>
              <a:gd name="connsiteX52" fmla="*/ 3188071 w 13940157"/>
              <a:gd name="connsiteY52" fmla="*/ 8858697 h 9456078"/>
              <a:gd name="connsiteX53" fmla="*/ 3231032 w 13940157"/>
              <a:gd name="connsiteY53" fmla="*/ 8835710 h 9456078"/>
              <a:gd name="connsiteX54" fmla="*/ 3273777 w 13940157"/>
              <a:gd name="connsiteY54" fmla="*/ 8812316 h 9456078"/>
              <a:gd name="connsiteX55" fmla="*/ 3316303 w 13940157"/>
              <a:gd name="connsiteY55" fmla="*/ 8788516 h 9456078"/>
              <a:gd name="connsiteX56" fmla="*/ 3358607 w 13940157"/>
              <a:gd name="connsiteY56" fmla="*/ 8764311 h 9456078"/>
              <a:gd name="connsiteX57" fmla="*/ 3400686 w 13940157"/>
              <a:gd name="connsiteY57" fmla="*/ 8739704 h 9456078"/>
              <a:gd name="connsiteX58" fmla="*/ 3442537 w 13940157"/>
              <a:gd name="connsiteY58" fmla="*/ 8714695 h 9456078"/>
              <a:gd name="connsiteX59" fmla="*/ 3484157 w 13940157"/>
              <a:gd name="connsiteY59" fmla="*/ 8689286 h 9456078"/>
              <a:gd name="connsiteX60" fmla="*/ 3525543 w 13940157"/>
              <a:gd name="connsiteY60" fmla="*/ 8663479 h 9456078"/>
              <a:gd name="connsiteX61" fmla="*/ 3566693 w 13940157"/>
              <a:gd name="connsiteY61" fmla="*/ 8637274 h 9456078"/>
              <a:gd name="connsiteX62" fmla="*/ 3607602 w 13940157"/>
              <a:gd name="connsiteY62" fmla="*/ 8610675 h 9456078"/>
              <a:gd name="connsiteX63" fmla="*/ 3648268 w 13940157"/>
              <a:gd name="connsiteY63" fmla="*/ 8583681 h 9456078"/>
              <a:gd name="connsiteX64" fmla="*/ 3688689 w 13940157"/>
              <a:gd name="connsiteY64" fmla="*/ 8556295 h 9456078"/>
              <a:gd name="connsiteX65" fmla="*/ 3728860 w 13940157"/>
              <a:gd name="connsiteY65" fmla="*/ 8528517 h 9456078"/>
              <a:gd name="connsiteX66" fmla="*/ 3768779 w 13940157"/>
              <a:gd name="connsiteY66" fmla="*/ 8500351 h 9456078"/>
              <a:gd name="connsiteX67" fmla="*/ 3808443 w 13940157"/>
              <a:gd name="connsiteY67" fmla="*/ 8471796 h 9456078"/>
              <a:gd name="connsiteX68" fmla="*/ 3847849 w 13940157"/>
              <a:gd name="connsiteY68" fmla="*/ 8442854 h 9456078"/>
              <a:gd name="connsiteX69" fmla="*/ 3886994 w 13940157"/>
              <a:gd name="connsiteY69" fmla="*/ 8413528 h 9456078"/>
              <a:gd name="connsiteX70" fmla="*/ 3925875 w 13940157"/>
              <a:gd name="connsiteY70" fmla="*/ 8383818 h 9456078"/>
              <a:gd name="connsiteX71" fmla="*/ 3964489 w 13940157"/>
              <a:gd name="connsiteY71" fmla="*/ 8353726 h 9456078"/>
              <a:gd name="connsiteX72" fmla="*/ 4002833 w 13940157"/>
              <a:gd name="connsiteY72" fmla="*/ 8323253 h 9456078"/>
              <a:gd name="connsiteX73" fmla="*/ 4040904 w 13940157"/>
              <a:gd name="connsiteY73" fmla="*/ 8292401 h 9456078"/>
              <a:gd name="connsiteX74" fmla="*/ 4078699 w 13940157"/>
              <a:gd name="connsiteY74" fmla="*/ 8261172 h 9456078"/>
              <a:gd name="connsiteX75" fmla="*/ 4116214 w 13940157"/>
              <a:gd name="connsiteY75" fmla="*/ 8229566 h 9456078"/>
              <a:gd name="connsiteX76" fmla="*/ 4153447 w 13940157"/>
              <a:gd name="connsiteY76" fmla="*/ 8197585 h 9456078"/>
              <a:gd name="connsiteX77" fmla="*/ 4190395 w 13940157"/>
              <a:gd name="connsiteY77" fmla="*/ 8165232 h 9456078"/>
              <a:gd name="connsiteX78" fmla="*/ 4227055 w 13940157"/>
              <a:gd name="connsiteY78" fmla="*/ 8132507 h 9456078"/>
              <a:gd name="connsiteX79" fmla="*/ 4263424 w 13940157"/>
              <a:gd name="connsiteY79" fmla="*/ 8099411 h 9456078"/>
              <a:gd name="connsiteX80" fmla="*/ 4299499 w 13940157"/>
              <a:gd name="connsiteY80" fmla="*/ 8065947 h 9456078"/>
              <a:gd name="connsiteX81" fmla="*/ 4335276 w 13940157"/>
              <a:gd name="connsiteY81" fmla="*/ 8032115 h 9456078"/>
              <a:gd name="connsiteX82" fmla="*/ 4370753 w 13940157"/>
              <a:gd name="connsiteY82" fmla="*/ 7997918 h 9456078"/>
              <a:gd name="connsiteX83" fmla="*/ 4405927 w 13940157"/>
              <a:gd name="connsiteY83" fmla="*/ 7963356 h 9456078"/>
              <a:gd name="connsiteX84" fmla="*/ 4440795 w 13940157"/>
              <a:gd name="connsiteY84" fmla="*/ 7928432 h 9456078"/>
              <a:gd name="connsiteX85" fmla="*/ 4475354 w 13940157"/>
              <a:gd name="connsiteY85" fmla="*/ 7893146 h 9456078"/>
              <a:gd name="connsiteX86" fmla="*/ 4509600 w 13940157"/>
              <a:gd name="connsiteY86" fmla="*/ 7857501 h 9456078"/>
              <a:gd name="connsiteX87" fmla="*/ 4543531 w 13940157"/>
              <a:gd name="connsiteY87" fmla="*/ 7821497 h 9456078"/>
              <a:gd name="connsiteX88" fmla="*/ 4577143 w 13940157"/>
              <a:gd name="connsiteY88" fmla="*/ 7785136 h 9456078"/>
              <a:gd name="connsiteX89" fmla="*/ 4610435 w 13940157"/>
              <a:gd name="connsiteY89" fmla="*/ 7748420 h 9456078"/>
              <a:gd name="connsiteX90" fmla="*/ 4643402 w 13940157"/>
              <a:gd name="connsiteY90" fmla="*/ 7711350 h 9456078"/>
              <a:gd name="connsiteX91" fmla="*/ 4676042 w 13940157"/>
              <a:gd name="connsiteY91" fmla="*/ 7673928 h 9456078"/>
              <a:gd name="connsiteX92" fmla="*/ 4708351 w 13940157"/>
              <a:gd name="connsiteY92" fmla="*/ 7636155 h 9456078"/>
              <a:gd name="connsiteX93" fmla="*/ 4740327 w 13940157"/>
              <a:gd name="connsiteY93" fmla="*/ 7598032 h 9456078"/>
              <a:gd name="connsiteX94" fmla="*/ 4771967 w 13940157"/>
              <a:gd name="connsiteY94" fmla="*/ 7559561 h 9456078"/>
              <a:gd name="connsiteX95" fmla="*/ 4803267 w 13940157"/>
              <a:gd name="connsiteY95" fmla="*/ 7520744 h 9456078"/>
              <a:gd name="connsiteX96" fmla="*/ 4834225 w 13940157"/>
              <a:gd name="connsiteY96" fmla="*/ 7481582 h 9456078"/>
              <a:gd name="connsiteX97" fmla="*/ 4864838 w 13940157"/>
              <a:gd name="connsiteY97" fmla="*/ 7442077 h 9456078"/>
              <a:gd name="connsiteX98" fmla="*/ 8803671 w 13940157"/>
              <a:gd name="connsiteY98" fmla="*/ 2307814 h 9456078"/>
              <a:gd name="connsiteX99" fmla="*/ 8834262 w 13940157"/>
              <a:gd name="connsiteY99" fmla="*/ 2268285 h 9456078"/>
              <a:gd name="connsiteX100" fmla="*/ 8865156 w 13940157"/>
              <a:gd name="connsiteY100" fmla="*/ 2229056 h 9456078"/>
              <a:gd name="connsiteX101" fmla="*/ 8896349 w 13940157"/>
              <a:gd name="connsiteY101" fmla="*/ 2190127 h 9456078"/>
              <a:gd name="connsiteX102" fmla="*/ 8927839 w 13940157"/>
              <a:gd name="connsiteY102" fmla="*/ 2151500 h 9456078"/>
              <a:gd name="connsiteX103" fmla="*/ 8959624 w 13940157"/>
              <a:gd name="connsiteY103" fmla="*/ 2113176 h 9456078"/>
              <a:gd name="connsiteX104" fmla="*/ 8991701 w 13940157"/>
              <a:gd name="connsiteY104" fmla="*/ 2075157 h 9456078"/>
              <a:gd name="connsiteX105" fmla="*/ 9024069 w 13940157"/>
              <a:gd name="connsiteY105" fmla="*/ 2037442 h 9456078"/>
              <a:gd name="connsiteX106" fmla="*/ 9056725 w 13940157"/>
              <a:gd name="connsiteY106" fmla="*/ 2000034 h 9456078"/>
              <a:gd name="connsiteX107" fmla="*/ 9089667 w 13940157"/>
              <a:gd name="connsiteY107" fmla="*/ 1962934 h 9456078"/>
              <a:gd name="connsiteX108" fmla="*/ 9122892 w 13940157"/>
              <a:gd name="connsiteY108" fmla="*/ 1926142 h 9456078"/>
              <a:gd name="connsiteX109" fmla="*/ 9156398 w 13940157"/>
              <a:gd name="connsiteY109" fmla="*/ 1889660 h 9456078"/>
              <a:gd name="connsiteX110" fmla="*/ 9190183 w 13940157"/>
              <a:gd name="connsiteY110" fmla="*/ 1853489 h 9456078"/>
              <a:gd name="connsiteX111" fmla="*/ 9224245 w 13940157"/>
              <a:gd name="connsiteY111" fmla="*/ 1817630 h 9456078"/>
              <a:gd name="connsiteX112" fmla="*/ 9258581 w 13940157"/>
              <a:gd name="connsiteY112" fmla="*/ 1782084 h 9456078"/>
              <a:gd name="connsiteX113" fmla="*/ 9293189 w 13940157"/>
              <a:gd name="connsiteY113" fmla="*/ 1746853 h 9456078"/>
              <a:gd name="connsiteX114" fmla="*/ 9328066 w 13940157"/>
              <a:gd name="connsiteY114" fmla="*/ 1711937 h 9456078"/>
              <a:gd name="connsiteX115" fmla="*/ 9363211 w 13940157"/>
              <a:gd name="connsiteY115" fmla="*/ 1677337 h 9456078"/>
              <a:gd name="connsiteX116" fmla="*/ 9398621 w 13940157"/>
              <a:gd name="connsiteY116" fmla="*/ 1643056 h 9456078"/>
              <a:gd name="connsiteX117" fmla="*/ 9434294 w 13940157"/>
              <a:gd name="connsiteY117" fmla="*/ 1609093 h 9456078"/>
              <a:gd name="connsiteX118" fmla="*/ 9470227 w 13940157"/>
              <a:gd name="connsiteY118" fmla="*/ 1575450 h 9456078"/>
              <a:gd name="connsiteX119" fmla="*/ 9506418 w 13940157"/>
              <a:gd name="connsiteY119" fmla="*/ 1542128 h 9456078"/>
              <a:gd name="connsiteX120" fmla="*/ 9542866 w 13940157"/>
              <a:gd name="connsiteY120" fmla="*/ 1509129 h 9456078"/>
              <a:gd name="connsiteX121" fmla="*/ 9579567 w 13940157"/>
              <a:gd name="connsiteY121" fmla="*/ 1476452 h 9456078"/>
              <a:gd name="connsiteX122" fmla="*/ 9616519 w 13940157"/>
              <a:gd name="connsiteY122" fmla="*/ 1444101 h 9456078"/>
              <a:gd name="connsiteX123" fmla="*/ 9653720 w 13940157"/>
              <a:gd name="connsiteY123" fmla="*/ 1412075 h 9456078"/>
              <a:gd name="connsiteX124" fmla="*/ 9691168 w 13940157"/>
              <a:gd name="connsiteY124" fmla="*/ 1380375 h 9456078"/>
              <a:gd name="connsiteX125" fmla="*/ 9728861 w 13940157"/>
              <a:gd name="connsiteY125" fmla="*/ 1349004 h 9456078"/>
              <a:gd name="connsiteX126" fmla="*/ 9766795 w 13940157"/>
              <a:gd name="connsiteY126" fmla="*/ 1317962 h 9456078"/>
              <a:gd name="connsiteX127" fmla="*/ 9804970 w 13940157"/>
              <a:gd name="connsiteY127" fmla="*/ 1287250 h 9456078"/>
              <a:gd name="connsiteX128" fmla="*/ 9843382 w 13940157"/>
              <a:gd name="connsiteY128" fmla="*/ 1256869 h 9456078"/>
              <a:gd name="connsiteX129" fmla="*/ 9882029 w 13940157"/>
              <a:gd name="connsiteY129" fmla="*/ 1226820 h 9456078"/>
              <a:gd name="connsiteX130" fmla="*/ 9920909 w 13940157"/>
              <a:gd name="connsiteY130" fmla="*/ 1197105 h 9456078"/>
              <a:gd name="connsiteX131" fmla="*/ 9960020 w 13940157"/>
              <a:gd name="connsiteY131" fmla="*/ 1167725 h 9456078"/>
              <a:gd name="connsiteX132" fmla="*/ 9999359 w 13940157"/>
              <a:gd name="connsiteY132" fmla="*/ 1138681 h 9456078"/>
              <a:gd name="connsiteX133" fmla="*/ 10038924 w 13940157"/>
              <a:gd name="connsiteY133" fmla="*/ 1109974 h 9456078"/>
              <a:gd name="connsiteX134" fmla="*/ 10078713 w 13940157"/>
              <a:gd name="connsiteY134" fmla="*/ 1081604 h 9456078"/>
              <a:gd name="connsiteX135" fmla="*/ 10118724 w 13940157"/>
              <a:gd name="connsiteY135" fmla="*/ 1053574 h 9456078"/>
              <a:gd name="connsiteX136" fmla="*/ 10158954 w 13940157"/>
              <a:gd name="connsiteY136" fmla="*/ 1025884 h 9456078"/>
              <a:gd name="connsiteX137" fmla="*/ 10199400 w 13940157"/>
              <a:gd name="connsiteY137" fmla="*/ 998536 h 9456078"/>
              <a:gd name="connsiteX138" fmla="*/ 10240062 w 13940157"/>
              <a:gd name="connsiteY138" fmla="*/ 971530 h 9456078"/>
              <a:gd name="connsiteX139" fmla="*/ 10280935 w 13940157"/>
              <a:gd name="connsiteY139" fmla="*/ 944868 h 9456078"/>
              <a:gd name="connsiteX140" fmla="*/ 10322019 w 13940157"/>
              <a:gd name="connsiteY140" fmla="*/ 918551 h 9456078"/>
              <a:gd name="connsiteX141" fmla="*/ 10363310 w 13940157"/>
              <a:gd name="connsiteY141" fmla="*/ 892580 h 9456078"/>
              <a:gd name="connsiteX142" fmla="*/ 10404807 w 13940157"/>
              <a:gd name="connsiteY142" fmla="*/ 866956 h 9456078"/>
              <a:gd name="connsiteX143" fmla="*/ 10446507 w 13940157"/>
              <a:gd name="connsiteY143" fmla="*/ 841681 h 9456078"/>
              <a:gd name="connsiteX144" fmla="*/ 10488408 w 13940157"/>
              <a:gd name="connsiteY144" fmla="*/ 816754 h 9456078"/>
              <a:gd name="connsiteX145" fmla="*/ 10530507 w 13940157"/>
              <a:gd name="connsiteY145" fmla="*/ 792179 h 9456078"/>
              <a:gd name="connsiteX146" fmla="*/ 10572803 w 13940157"/>
              <a:gd name="connsiteY146" fmla="*/ 767955 h 9456078"/>
              <a:gd name="connsiteX147" fmla="*/ 10615292 w 13940157"/>
              <a:gd name="connsiteY147" fmla="*/ 744083 h 9456078"/>
              <a:gd name="connsiteX148" fmla="*/ 10657973 w 13940157"/>
              <a:gd name="connsiteY148" fmla="*/ 720566 h 9456078"/>
              <a:gd name="connsiteX149" fmla="*/ 10700844 w 13940157"/>
              <a:gd name="connsiteY149" fmla="*/ 697404 h 9456078"/>
              <a:gd name="connsiteX150" fmla="*/ 10743902 w 13940157"/>
              <a:gd name="connsiteY150" fmla="*/ 674598 h 9456078"/>
              <a:gd name="connsiteX151" fmla="*/ 10787144 w 13940157"/>
              <a:gd name="connsiteY151" fmla="*/ 652149 h 9456078"/>
              <a:gd name="connsiteX152" fmla="*/ 10830569 w 13940157"/>
              <a:gd name="connsiteY152" fmla="*/ 630059 h 9456078"/>
              <a:gd name="connsiteX153" fmla="*/ 10874174 w 13940157"/>
              <a:gd name="connsiteY153" fmla="*/ 608328 h 9456078"/>
              <a:gd name="connsiteX154" fmla="*/ 10917957 w 13940157"/>
              <a:gd name="connsiteY154" fmla="*/ 586958 h 9456078"/>
              <a:gd name="connsiteX155" fmla="*/ 10961916 w 13940157"/>
              <a:gd name="connsiteY155" fmla="*/ 565950 h 9456078"/>
              <a:gd name="connsiteX156" fmla="*/ 11006048 w 13940157"/>
              <a:gd name="connsiteY156" fmla="*/ 545304 h 9456078"/>
              <a:gd name="connsiteX157" fmla="*/ 11050351 w 13940157"/>
              <a:gd name="connsiteY157" fmla="*/ 525023 h 9456078"/>
              <a:gd name="connsiteX158" fmla="*/ 11094823 w 13940157"/>
              <a:gd name="connsiteY158" fmla="*/ 505107 h 9456078"/>
              <a:gd name="connsiteX159" fmla="*/ 11139461 w 13940157"/>
              <a:gd name="connsiteY159" fmla="*/ 485558 h 9456078"/>
              <a:gd name="connsiteX160" fmla="*/ 11184263 w 13940157"/>
              <a:gd name="connsiteY160" fmla="*/ 466376 h 9456078"/>
              <a:gd name="connsiteX161" fmla="*/ 11229228 w 13940157"/>
              <a:gd name="connsiteY161" fmla="*/ 447563 h 9456078"/>
              <a:gd name="connsiteX162" fmla="*/ 11274351 w 13940157"/>
              <a:gd name="connsiteY162" fmla="*/ 429119 h 9456078"/>
              <a:gd name="connsiteX163" fmla="*/ 11319632 w 13940157"/>
              <a:gd name="connsiteY163" fmla="*/ 411046 h 9456078"/>
              <a:gd name="connsiteX164" fmla="*/ 11365068 w 13940157"/>
              <a:gd name="connsiteY164" fmla="*/ 393346 h 9456078"/>
              <a:gd name="connsiteX165" fmla="*/ 11410657 w 13940157"/>
              <a:gd name="connsiteY165" fmla="*/ 376018 h 9456078"/>
              <a:gd name="connsiteX166" fmla="*/ 11456396 w 13940157"/>
              <a:gd name="connsiteY166" fmla="*/ 359065 h 9456078"/>
              <a:gd name="connsiteX167" fmla="*/ 11502283 w 13940157"/>
              <a:gd name="connsiteY167" fmla="*/ 342487 h 9456078"/>
              <a:gd name="connsiteX168" fmla="*/ 11548316 w 13940157"/>
              <a:gd name="connsiteY168" fmla="*/ 326286 h 9456078"/>
              <a:gd name="connsiteX169" fmla="*/ 11594492 w 13940157"/>
              <a:gd name="connsiteY169" fmla="*/ 310462 h 9456078"/>
              <a:gd name="connsiteX170" fmla="*/ 11640810 w 13940157"/>
              <a:gd name="connsiteY170" fmla="*/ 295018 h 9456078"/>
              <a:gd name="connsiteX171" fmla="*/ 11687267 w 13940157"/>
              <a:gd name="connsiteY171" fmla="*/ 279953 h 9456078"/>
              <a:gd name="connsiteX172" fmla="*/ 11733860 w 13940157"/>
              <a:gd name="connsiteY172" fmla="*/ 265269 h 9456078"/>
              <a:gd name="connsiteX173" fmla="*/ 11780587 w 13940157"/>
              <a:gd name="connsiteY173" fmla="*/ 250968 h 9456078"/>
              <a:gd name="connsiteX174" fmla="*/ 11827447 w 13940157"/>
              <a:gd name="connsiteY174" fmla="*/ 237049 h 9456078"/>
              <a:gd name="connsiteX175" fmla="*/ 11874436 w 13940157"/>
              <a:gd name="connsiteY175" fmla="*/ 223516 h 9456078"/>
              <a:gd name="connsiteX176" fmla="*/ 11921553 w 13940157"/>
              <a:gd name="connsiteY176" fmla="*/ 210368 h 9456078"/>
              <a:gd name="connsiteX177" fmla="*/ 11968794 w 13940157"/>
              <a:gd name="connsiteY177" fmla="*/ 197606 h 9456078"/>
              <a:gd name="connsiteX178" fmla="*/ 12016159 w 13940157"/>
              <a:gd name="connsiteY178" fmla="*/ 185233 h 9456078"/>
              <a:gd name="connsiteX179" fmla="*/ 12063644 w 13940157"/>
              <a:gd name="connsiteY179" fmla="*/ 173248 h 9456078"/>
              <a:gd name="connsiteX180" fmla="*/ 12111248 w 13940157"/>
              <a:gd name="connsiteY180" fmla="*/ 161654 h 9456078"/>
              <a:gd name="connsiteX181" fmla="*/ 12158967 w 13940157"/>
              <a:gd name="connsiteY181" fmla="*/ 150451 h 9456078"/>
              <a:gd name="connsiteX182" fmla="*/ 12206800 w 13940157"/>
              <a:gd name="connsiteY182" fmla="*/ 139640 h 9456078"/>
              <a:gd name="connsiteX183" fmla="*/ 12254745 w 13940157"/>
              <a:gd name="connsiteY183" fmla="*/ 129223 h 9456078"/>
              <a:gd name="connsiteX184" fmla="*/ 12302799 w 13940157"/>
              <a:gd name="connsiteY184" fmla="*/ 119201 h 9456078"/>
              <a:gd name="connsiteX185" fmla="*/ 12350959 w 13940157"/>
              <a:gd name="connsiteY185" fmla="*/ 109574 h 9456078"/>
              <a:gd name="connsiteX186" fmla="*/ 12399224 w 13940157"/>
              <a:gd name="connsiteY186" fmla="*/ 100344 h 9456078"/>
              <a:gd name="connsiteX187" fmla="*/ 12447591 w 13940157"/>
              <a:gd name="connsiteY187" fmla="*/ 91512 h 9456078"/>
              <a:gd name="connsiteX188" fmla="*/ 12496058 w 13940157"/>
              <a:gd name="connsiteY188" fmla="*/ 83080 h 9456078"/>
              <a:gd name="connsiteX189" fmla="*/ 12544623 w 13940157"/>
              <a:gd name="connsiteY189" fmla="*/ 75047 h 9456078"/>
              <a:gd name="connsiteX190" fmla="*/ 12593283 w 13940157"/>
              <a:gd name="connsiteY190" fmla="*/ 67417 h 9456078"/>
              <a:gd name="connsiteX191" fmla="*/ 12642036 w 13940157"/>
              <a:gd name="connsiteY191" fmla="*/ 60188 h 9456078"/>
              <a:gd name="connsiteX192" fmla="*/ 12690879 w 13940157"/>
              <a:gd name="connsiteY192" fmla="*/ 53364 h 9456078"/>
              <a:gd name="connsiteX193" fmla="*/ 12739811 w 13940157"/>
              <a:gd name="connsiteY193" fmla="*/ 46944 h 9456078"/>
              <a:gd name="connsiteX194" fmla="*/ 12788830 w 13940157"/>
              <a:gd name="connsiteY194" fmla="*/ 40931 h 9456078"/>
              <a:gd name="connsiteX195" fmla="*/ 12837932 w 13940157"/>
              <a:gd name="connsiteY195" fmla="*/ 35324 h 9456078"/>
              <a:gd name="connsiteX196" fmla="*/ 12887116 w 13940157"/>
              <a:gd name="connsiteY196" fmla="*/ 30126 h 9456078"/>
              <a:gd name="connsiteX197" fmla="*/ 12936379 w 13940157"/>
              <a:gd name="connsiteY197" fmla="*/ 25337 h 9456078"/>
              <a:gd name="connsiteX198" fmla="*/ 12985719 w 13940157"/>
              <a:gd name="connsiteY198" fmla="*/ 20958 h 9456078"/>
              <a:gd name="connsiteX199" fmla="*/ 13035133 w 13940157"/>
              <a:gd name="connsiteY199" fmla="*/ 16991 h 9456078"/>
              <a:gd name="connsiteX200" fmla="*/ 13084620 w 13940157"/>
              <a:gd name="connsiteY200" fmla="*/ 13437 h 9456078"/>
              <a:gd name="connsiteX201" fmla="*/ 13134178 w 13940157"/>
              <a:gd name="connsiteY201" fmla="*/ 10297 h 9456078"/>
              <a:gd name="connsiteX202" fmla="*/ 13183803 w 13940157"/>
              <a:gd name="connsiteY202" fmla="*/ 7572 h 9456078"/>
              <a:gd name="connsiteX203" fmla="*/ 13233493 w 13940157"/>
              <a:gd name="connsiteY203" fmla="*/ 5263 h 9456078"/>
              <a:gd name="connsiteX204" fmla="*/ 13283247 w 13940157"/>
              <a:gd name="connsiteY204" fmla="*/ 3371 h 9456078"/>
              <a:gd name="connsiteX205" fmla="*/ 13333061 w 13940157"/>
              <a:gd name="connsiteY205" fmla="*/ 1898 h 9456078"/>
              <a:gd name="connsiteX206" fmla="*/ 13382934 w 13940157"/>
              <a:gd name="connsiteY206" fmla="*/ 844 h 9456078"/>
              <a:gd name="connsiteX207" fmla="*/ 13432864 w 13940157"/>
              <a:gd name="connsiteY207" fmla="*/ 211 h 9456078"/>
              <a:gd name="connsiteX208" fmla="*/ 13482847 w 13940157"/>
              <a:gd name="connsiteY208" fmla="*/ 0 h 9456078"/>
              <a:gd name="connsiteX209" fmla="*/ 13940158 w 13940157"/>
              <a:gd name="connsiteY209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49234 w 13158799"/>
              <a:gd name="connsiteY5" fmla="*/ 9450052 h 9456078"/>
              <a:gd name="connsiteX6" fmla="*/ 298870 w 13158799"/>
              <a:gd name="connsiteY6" fmla="*/ 9447409 h 9456078"/>
              <a:gd name="connsiteX7" fmla="*/ 348429 w 13158799"/>
              <a:gd name="connsiteY7" fmla="*/ 9444290 h 9456078"/>
              <a:gd name="connsiteX8" fmla="*/ 397907 w 13158799"/>
              <a:gd name="connsiteY8" fmla="*/ 9440698 h 9456078"/>
              <a:gd name="connsiteX9" fmla="*/ 447302 w 13158799"/>
              <a:gd name="connsiteY9" fmla="*/ 9436632 h 9456078"/>
              <a:gd name="connsiteX10" fmla="*/ 496610 w 13158799"/>
              <a:gd name="connsiteY10" fmla="*/ 9432096 h 9456078"/>
              <a:gd name="connsiteX11" fmla="*/ 545829 w 13158799"/>
              <a:gd name="connsiteY11" fmla="*/ 9427089 h 9456078"/>
              <a:gd name="connsiteX12" fmla="*/ 594956 w 13158799"/>
              <a:gd name="connsiteY12" fmla="*/ 9421615 h 9456078"/>
              <a:gd name="connsiteX13" fmla="*/ 643987 w 13158799"/>
              <a:gd name="connsiteY13" fmla="*/ 9415673 h 9456078"/>
              <a:gd name="connsiteX14" fmla="*/ 692920 w 13158799"/>
              <a:gd name="connsiteY14" fmla="*/ 9409267 h 9456078"/>
              <a:gd name="connsiteX15" fmla="*/ 741751 w 13158799"/>
              <a:gd name="connsiteY15" fmla="*/ 9402396 h 9456078"/>
              <a:gd name="connsiteX16" fmla="*/ 790478 w 13158799"/>
              <a:gd name="connsiteY16" fmla="*/ 9395063 h 9456078"/>
              <a:gd name="connsiteX17" fmla="*/ 839098 w 13158799"/>
              <a:gd name="connsiteY17" fmla="*/ 9387270 h 9456078"/>
              <a:gd name="connsiteX18" fmla="*/ 887607 w 13158799"/>
              <a:gd name="connsiteY18" fmla="*/ 9379017 h 9456078"/>
              <a:gd name="connsiteX19" fmla="*/ 936002 w 13158799"/>
              <a:gd name="connsiteY19" fmla="*/ 9370306 h 9456078"/>
              <a:gd name="connsiteX20" fmla="*/ 984281 w 13158799"/>
              <a:gd name="connsiteY20" fmla="*/ 9361139 h 9456078"/>
              <a:gd name="connsiteX21" fmla="*/ 1032440 w 13158799"/>
              <a:gd name="connsiteY21" fmla="*/ 9351517 h 9456078"/>
              <a:gd name="connsiteX22" fmla="*/ 1080477 w 13158799"/>
              <a:gd name="connsiteY22" fmla="*/ 9341441 h 9456078"/>
              <a:gd name="connsiteX23" fmla="*/ 1128389 w 13158799"/>
              <a:gd name="connsiteY23" fmla="*/ 9330914 h 9456078"/>
              <a:gd name="connsiteX24" fmla="*/ 1176172 w 13158799"/>
              <a:gd name="connsiteY24" fmla="*/ 9319936 h 9456078"/>
              <a:gd name="connsiteX25" fmla="*/ 1223823 w 13158799"/>
              <a:gd name="connsiteY25" fmla="*/ 9308509 h 9456078"/>
              <a:gd name="connsiteX26" fmla="*/ 1271339 w 13158799"/>
              <a:gd name="connsiteY26" fmla="*/ 9296635 h 9456078"/>
              <a:gd name="connsiteX27" fmla="*/ 1318719 w 13158799"/>
              <a:gd name="connsiteY27" fmla="*/ 9284315 h 9456078"/>
              <a:gd name="connsiteX28" fmla="*/ 1365957 w 13158799"/>
              <a:gd name="connsiteY28" fmla="*/ 9271550 h 9456078"/>
              <a:gd name="connsiteX29" fmla="*/ 1413052 w 13158799"/>
              <a:gd name="connsiteY29" fmla="*/ 9258342 h 9456078"/>
              <a:gd name="connsiteX30" fmla="*/ 1460000 w 13158799"/>
              <a:gd name="connsiteY30" fmla="*/ 9244693 h 9456078"/>
              <a:gd name="connsiteX31" fmla="*/ 1506799 w 13158799"/>
              <a:gd name="connsiteY31" fmla="*/ 9230604 h 9456078"/>
              <a:gd name="connsiteX32" fmla="*/ 1553445 w 13158799"/>
              <a:gd name="connsiteY32" fmla="*/ 9216076 h 9456078"/>
              <a:gd name="connsiteX33" fmla="*/ 1599935 w 13158799"/>
              <a:gd name="connsiteY33" fmla="*/ 9201111 h 9456078"/>
              <a:gd name="connsiteX34" fmla="*/ 1646267 w 13158799"/>
              <a:gd name="connsiteY34" fmla="*/ 9185710 h 9456078"/>
              <a:gd name="connsiteX35" fmla="*/ 1692437 w 13158799"/>
              <a:gd name="connsiteY35" fmla="*/ 9169876 h 9456078"/>
              <a:gd name="connsiteX36" fmla="*/ 1738442 w 13158799"/>
              <a:gd name="connsiteY36" fmla="*/ 9153608 h 9456078"/>
              <a:gd name="connsiteX37" fmla="*/ 1784280 w 13158799"/>
              <a:gd name="connsiteY37" fmla="*/ 9136910 h 9456078"/>
              <a:gd name="connsiteX38" fmla="*/ 1829947 w 13158799"/>
              <a:gd name="connsiteY38" fmla="*/ 9119782 h 9456078"/>
              <a:gd name="connsiteX39" fmla="*/ 1875440 w 13158799"/>
              <a:gd name="connsiteY39" fmla="*/ 9102226 h 9456078"/>
              <a:gd name="connsiteX40" fmla="*/ 1920756 w 13158799"/>
              <a:gd name="connsiteY40" fmla="*/ 9084243 h 9456078"/>
              <a:gd name="connsiteX41" fmla="*/ 1965893 w 13158799"/>
              <a:gd name="connsiteY41" fmla="*/ 9065835 h 9456078"/>
              <a:gd name="connsiteX42" fmla="*/ 2010847 w 13158799"/>
              <a:gd name="connsiteY42" fmla="*/ 9047004 h 9456078"/>
              <a:gd name="connsiteX43" fmla="*/ 2055615 w 13158799"/>
              <a:gd name="connsiteY43" fmla="*/ 9027750 h 9456078"/>
              <a:gd name="connsiteX44" fmla="*/ 2100195 w 13158799"/>
              <a:gd name="connsiteY44" fmla="*/ 9008075 h 9456078"/>
              <a:gd name="connsiteX45" fmla="*/ 2144582 w 13158799"/>
              <a:gd name="connsiteY45" fmla="*/ 8987981 h 9456078"/>
              <a:gd name="connsiteX46" fmla="*/ 2188775 w 13158799"/>
              <a:gd name="connsiteY46" fmla="*/ 8967470 h 9456078"/>
              <a:gd name="connsiteX47" fmla="*/ 2232770 w 13158799"/>
              <a:gd name="connsiteY47" fmla="*/ 8946542 h 9456078"/>
              <a:gd name="connsiteX48" fmla="*/ 2276564 w 13158799"/>
              <a:gd name="connsiteY48" fmla="*/ 8925199 h 9456078"/>
              <a:gd name="connsiteX49" fmla="*/ 2320154 w 13158799"/>
              <a:gd name="connsiteY49" fmla="*/ 8903443 h 9456078"/>
              <a:gd name="connsiteX50" fmla="*/ 2363538 w 13158799"/>
              <a:gd name="connsiteY50" fmla="*/ 8881275 h 9456078"/>
              <a:gd name="connsiteX51" fmla="*/ 2406711 w 13158799"/>
              <a:gd name="connsiteY51" fmla="*/ 8858697 h 9456078"/>
              <a:gd name="connsiteX52" fmla="*/ 2449672 w 13158799"/>
              <a:gd name="connsiteY52" fmla="*/ 8835710 h 9456078"/>
              <a:gd name="connsiteX53" fmla="*/ 2492417 w 13158799"/>
              <a:gd name="connsiteY53" fmla="*/ 8812316 h 9456078"/>
              <a:gd name="connsiteX54" fmla="*/ 2534943 w 13158799"/>
              <a:gd name="connsiteY54" fmla="*/ 8788516 h 9456078"/>
              <a:gd name="connsiteX55" fmla="*/ 2577247 w 13158799"/>
              <a:gd name="connsiteY55" fmla="*/ 8764311 h 9456078"/>
              <a:gd name="connsiteX56" fmla="*/ 2619326 w 13158799"/>
              <a:gd name="connsiteY56" fmla="*/ 8739704 h 9456078"/>
              <a:gd name="connsiteX57" fmla="*/ 2661177 w 13158799"/>
              <a:gd name="connsiteY57" fmla="*/ 8714695 h 9456078"/>
              <a:gd name="connsiteX58" fmla="*/ 2702797 w 13158799"/>
              <a:gd name="connsiteY58" fmla="*/ 8689286 h 9456078"/>
              <a:gd name="connsiteX59" fmla="*/ 2744183 w 13158799"/>
              <a:gd name="connsiteY59" fmla="*/ 8663479 h 9456078"/>
              <a:gd name="connsiteX60" fmla="*/ 2785333 w 13158799"/>
              <a:gd name="connsiteY60" fmla="*/ 8637274 h 9456078"/>
              <a:gd name="connsiteX61" fmla="*/ 2826242 w 13158799"/>
              <a:gd name="connsiteY61" fmla="*/ 8610675 h 9456078"/>
              <a:gd name="connsiteX62" fmla="*/ 2866908 w 13158799"/>
              <a:gd name="connsiteY62" fmla="*/ 8583681 h 9456078"/>
              <a:gd name="connsiteX63" fmla="*/ 2907329 w 13158799"/>
              <a:gd name="connsiteY63" fmla="*/ 8556295 h 9456078"/>
              <a:gd name="connsiteX64" fmla="*/ 2947500 w 13158799"/>
              <a:gd name="connsiteY64" fmla="*/ 8528517 h 9456078"/>
              <a:gd name="connsiteX65" fmla="*/ 2987419 w 13158799"/>
              <a:gd name="connsiteY65" fmla="*/ 8500351 h 9456078"/>
              <a:gd name="connsiteX66" fmla="*/ 3027083 w 13158799"/>
              <a:gd name="connsiteY66" fmla="*/ 8471796 h 9456078"/>
              <a:gd name="connsiteX67" fmla="*/ 3066489 w 13158799"/>
              <a:gd name="connsiteY67" fmla="*/ 8442854 h 9456078"/>
              <a:gd name="connsiteX68" fmla="*/ 3105634 w 13158799"/>
              <a:gd name="connsiteY68" fmla="*/ 8413528 h 9456078"/>
              <a:gd name="connsiteX69" fmla="*/ 3144515 w 13158799"/>
              <a:gd name="connsiteY69" fmla="*/ 8383818 h 9456078"/>
              <a:gd name="connsiteX70" fmla="*/ 3183129 w 13158799"/>
              <a:gd name="connsiteY70" fmla="*/ 8353726 h 9456078"/>
              <a:gd name="connsiteX71" fmla="*/ 3221473 w 13158799"/>
              <a:gd name="connsiteY71" fmla="*/ 8323253 h 9456078"/>
              <a:gd name="connsiteX72" fmla="*/ 3259544 w 13158799"/>
              <a:gd name="connsiteY72" fmla="*/ 8292401 h 9456078"/>
              <a:gd name="connsiteX73" fmla="*/ 3297339 w 13158799"/>
              <a:gd name="connsiteY73" fmla="*/ 8261172 h 9456078"/>
              <a:gd name="connsiteX74" fmla="*/ 3334854 w 13158799"/>
              <a:gd name="connsiteY74" fmla="*/ 8229566 h 9456078"/>
              <a:gd name="connsiteX75" fmla="*/ 3372087 w 13158799"/>
              <a:gd name="connsiteY75" fmla="*/ 8197585 h 9456078"/>
              <a:gd name="connsiteX76" fmla="*/ 3409035 w 13158799"/>
              <a:gd name="connsiteY76" fmla="*/ 8165232 h 9456078"/>
              <a:gd name="connsiteX77" fmla="*/ 3445695 w 13158799"/>
              <a:gd name="connsiteY77" fmla="*/ 8132507 h 9456078"/>
              <a:gd name="connsiteX78" fmla="*/ 3482064 w 13158799"/>
              <a:gd name="connsiteY78" fmla="*/ 8099411 h 9456078"/>
              <a:gd name="connsiteX79" fmla="*/ 3518139 w 13158799"/>
              <a:gd name="connsiteY79" fmla="*/ 8065947 h 9456078"/>
              <a:gd name="connsiteX80" fmla="*/ 3553916 w 13158799"/>
              <a:gd name="connsiteY80" fmla="*/ 8032115 h 9456078"/>
              <a:gd name="connsiteX81" fmla="*/ 3589393 w 13158799"/>
              <a:gd name="connsiteY81" fmla="*/ 7997918 h 9456078"/>
              <a:gd name="connsiteX82" fmla="*/ 3624567 w 13158799"/>
              <a:gd name="connsiteY82" fmla="*/ 7963356 h 9456078"/>
              <a:gd name="connsiteX83" fmla="*/ 3659435 w 13158799"/>
              <a:gd name="connsiteY83" fmla="*/ 7928432 h 9456078"/>
              <a:gd name="connsiteX84" fmla="*/ 3693994 w 13158799"/>
              <a:gd name="connsiteY84" fmla="*/ 7893146 h 9456078"/>
              <a:gd name="connsiteX85" fmla="*/ 3728240 w 13158799"/>
              <a:gd name="connsiteY85" fmla="*/ 7857501 h 9456078"/>
              <a:gd name="connsiteX86" fmla="*/ 3762171 w 13158799"/>
              <a:gd name="connsiteY86" fmla="*/ 7821497 h 9456078"/>
              <a:gd name="connsiteX87" fmla="*/ 3795783 w 13158799"/>
              <a:gd name="connsiteY87" fmla="*/ 7785136 h 9456078"/>
              <a:gd name="connsiteX88" fmla="*/ 3829075 w 13158799"/>
              <a:gd name="connsiteY88" fmla="*/ 7748420 h 9456078"/>
              <a:gd name="connsiteX89" fmla="*/ 3862042 w 13158799"/>
              <a:gd name="connsiteY89" fmla="*/ 7711350 h 9456078"/>
              <a:gd name="connsiteX90" fmla="*/ 3894682 w 13158799"/>
              <a:gd name="connsiteY90" fmla="*/ 7673928 h 9456078"/>
              <a:gd name="connsiteX91" fmla="*/ 3926991 w 13158799"/>
              <a:gd name="connsiteY91" fmla="*/ 7636155 h 9456078"/>
              <a:gd name="connsiteX92" fmla="*/ 3958967 w 13158799"/>
              <a:gd name="connsiteY92" fmla="*/ 7598032 h 9456078"/>
              <a:gd name="connsiteX93" fmla="*/ 3990607 w 13158799"/>
              <a:gd name="connsiteY93" fmla="*/ 7559561 h 9456078"/>
              <a:gd name="connsiteX94" fmla="*/ 4021907 w 13158799"/>
              <a:gd name="connsiteY94" fmla="*/ 7520744 h 9456078"/>
              <a:gd name="connsiteX95" fmla="*/ 4052865 w 13158799"/>
              <a:gd name="connsiteY95" fmla="*/ 7481582 h 9456078"/>
              <a:gd name="connsiteX96" fmla="*/ 4083478 w 13158799"/>
              <a:gd name="connsiteY96" fmla="*/ 7442077 h 9456078"/>
              <a:gd name="connsiteX97" fmla="*/ 8022311 w 13158799"/>
              <a:gd name="connsiteY97" fmla="*/ 2307814 h 9456078"/>
              <a:gd name="connsiteX98" fmla="*/ 8052902 w 13158799"/>
              <a:gd name="connsiteY98" fmla="*/ 2268285 h 9456078"/>
              <a:gd name="connsiteX99" fmla="*/ 8083796 w 13158799"/>
              <a:gd name="connsiteY99" fmla="*/ 2229056 h 9456078"/>
              <a:gd name="connsiteX100" fmla="*/ 8114989 w 13158799"/>
              <a:gd name="connsiteY100" fmla="*/ 2190127 h 9456078"/>
              <a:gd name="connsiteX101" fmla="*/ 8146479 w 13158799"/>
              <a:gd name="connsiteY101" fmla="*/ 2151500 h 9456078"/>
              <a:gd name="connsiteX102" fmla="*/ 8178264 w 13158799"/>
              <a:gd name="connsiteY102" fmla="*/ 2113176 h 9456078"/>
              <a:gd name="connsiteX103" fmla="*/ 8210341 w 13158799"/>
              <a:gd name="connsiteY103" fmla="*/ 2075157 h 9456078"/>
              <a:gd name="connsiteX104" fmla="*/ 8242709 w 13158799"/>
              <a:gd name="connsiteY104" fmla="*/ 2037442 h 9456078"/>
              <a:gd name="connsiteX105" fmla="*/ 8275365 w 13158799"/>
              <a:gd name="connsiteY105" fmla="*/ 2000034 h 9456078"/>
              <a:gd name="connsiteX106" fmla="*/ 8308307 w 13158799"/>
              <a:gd name="connsiteY106" fmla="*/ 1962934 h 9456078"/>
              <a:gd name="connsiteX107" fmla="*/ 8341532 w 13158799"/>
              <a:gd name="connsiteY107" fmla="*/ 1926142 h 9456078"/>
              <a:gd name="connsiteX108" fmla="*/ 8375038 w 13158799"/>
              <a:gd name="connsiteY108" fmla="*/ 1889660 h 9456078"/>
              <a:gd name="connsiteX109" fmla="*/ 8408823 w 13158799"/>
              <a:gd name="connsiteY109" fmla="*/ 1853489 h 9456078"/>
              <a:gd name="connsiteX110" fmla="*/ 8442885 w 13158799"/>
              <a:gd name="connsiteY110" fmla="*/ 1817630 h 9456078"/>
              <a:gd name="connsiteX111" fmla="*/ 8477221 w 13158799"/>
              <a:gd name="connsiteY111" fmla="*/ 1782084 h 9456078"/>
              <a:gd name="connsiteX112" fmla="*/ 8511829 w 13158799"/>
              <a:gd name="connsiteY112" fmla="*/ 1746853 h 9456078"/>
              <a:gd name="connsiteX113" fmla="*/ 8546706 w 13158799"/>
              <a:gd name="connsiteY113" fmla="*/ 1711937 h 9456078"/>
              <a:gd name="connsiteX114" fmla="*/ 8581851 w 13158799"/>
              <a:gd name="connsiteY114" fmla="*/ 1677337 h 9456078"/>
              <a:gd name="connsiteX115" fmla="*/ 8617261 w 13158799"/>
              <a:gd name="connsiteY115" fmla="*/ 1643056 h 9456078"/>
              <a:gd name="connsiteX116" fmla="*/ 8652934 w 13158799"/>
              <a:gd name="connsiteY116" fmla="*/ 1609093 h 9456078"/>
              <a:gd name="connsiteX117" fmla="*/ 8688867 w 13158799"/>
              <a:gd name="connsiteY117" fmla="*/ 1575450 h 9456078"/>
              <a:gd name="connsiteX118" fmla="*/ 8725058 w 13158799"/>
              <a:gd name="connsiteY118" fmla="*/ 1542128 h 9456078"/>
              <a:gd name="connsiteX119" fmla="*/ 8761506 w 13158799"/>
              <a:gd name="connsiteY119" fmla="*/ 1509129 h 9456078"/>
              <a:gd name="connsiteX120" fmla="*/ 8798207 w 13158799"/>
              <a:gd name="connsiteY120" fmla="*/ 1476452 h 9456078"/>
              <a:gd name="connsiteX121" fmla="*/ 8835159 w 13158799"/>
              <a:gd name="connsiteY121" fmla="*/ 1444101 h 9456078"/>
              <a:gd name="connsiteX122" fmla="*/ 8872360 w 13158799"/>
              <a:gd name="connsiteY122" fmla="*/ 1412075 h 9456078"/>
              <a:gd name="connsiteX123" fmla="*/ 8909808 w 13158799"/>
              <a:gd name="connsiteY123" fmla="*/ 1380375 h 9456078"/>
              <a:gd name="connsiteX124" fmla="*/ 8947501 w 13158799"/>
              <a:gd name="connsiteY124" fmla="*/ 1349004 h 9456078"/>
              <a:gd name="connsiteX125" fmla="*/ 8985435 w 13158799"/>
              <a:gd name="connsiteY125" fmla="*/ 1317962 h 9456078"/>
              <a:gd name="connsiteX126" fmla="*/ 9023610 w 13158799"/>
              <a:gd name="connsiteY126" fmla="*/ 1287250 h 9456078"/>
              <a:gd name="connsiteX127" fmla="*/ 9062022 w 13158799"/>
              <a:gd name="connsiteY127" fmla="*/ 1256869 h 9456078"/>
              <a:gd name="connsiteX128" fmla="*/ 9100669 w 13158799"/>
              <a:gd name="connsiteY128" fmla="*/ 1226820 h 9456078"/>
              <a:gd name="connsiteX129" fmla="*/ 9139549 w 13158799"/>
              <a:gd name="connsiteY129" fmla="*/ 1197105 h 9456078"/>
              <a:gd name="connsiteX130" fmla="*/ 9178660 w 13158799"/>
              <a:gd name="connsiteY130" fmla="*/ 1167725 h 9456078"/>
              <a:gd name="connsiteX131" fmla="*/ 9217999 w 13158799"/>
              <a:gd name="connsiteY131" fmla="*/ 1138681 h 9456078"/>
              <a:gd name="connsiteX132" fmla="*/ 9257564 w 13158799"/>
              <a:gd name="connsiteY132" fmla="*/ 1109974 h 9456078"/>
              <a:gd name="connsiteX133" fmla="*/ 9297353 w 13158799"/>
              <a:gd name="connsiteY133" fmla="*/ 1081604 h 9456078"/>
              <a:gd name="connsiteX134" fmla="*/ 9337364 w 13158799"/>
              <a:gd name="connsiteY134" fmla="*/ 1053574 h 9456078"/>
              <a:gd name="connsiteX135" fmla="*/ 9377594 w 13158799"/>
              <a:gd name="connsiteY135" fmla="*/ 1025884 h 9456078"/>
              <a:gd name="connsiteX136" fmla="*/ 9418040 w 13158799"/>
              <a:gd name="connsiteY136" fmla="*/ 998536 h 9456078"/>
              <a:gd name="connsiteX137" fmla="*/ 9458702 w 13158799"/>
              <a:gd name="connsiteY137" fmla="*/ 971530 h 9456078"/>
              <a:gd name="connsiteX138" fmla="*/ 9499575 w 13158799"/>
              <a:gd name="connsiteY138" fmla="*/ 944868 h 9456078"/>
              <a:gd name="connsiteX139" fmla="*/ 9540659 w 13158799"/>
              <a:gd name="connsiteY139" fmla="*/ 918551 h 9456078"/>
              <a:gd name="connsiteX140" fmla="*/ 9581950 w 13158799"/>
              <a:gd name="connsiteY140" fmla="*/ 892580 h 9456078"/>
              <a:gd name="connsiteX141" fmla="*/ 9623447 w 13158799"/>
              <a:gd name="connsiteY141" fmla="*/ 866956 h 9456078"/>
              <a:gd name="connsiteX142" fmla="*/ 9665147 w 13158799"/>
              <a:gd name="connsiteY142" fmla="*/ 841681 h 9456078"/>
              <a:gd name="connsiteX143" fmla="*/ 9707048 w 13158799"/>
              <a:gd name="connsiteY143" fmla="*/ 816754 h 9456078"/>
              <a:gd name="connsiteX144" fmla="*/ 9749147 w 13158799"/>
              <a:gd name="connsiteY144" fmla="*/ 792179 h 9456078"/>
              <a:gd name="connsiteX145" fmla="*/ 9791443 w 13158799"/>
              <a:gd name="connsiteY145" fmla="*/ 767955 h 9456078"/>
              <a:gd name="connsiteX146" fmla="*/ 9833932 w 13158799"/>
              <a:gd name="connsiteY146" fmla="*/ 744083 h 9456078"/>
              <a:gd name="connsiteX147" fmla="*/ 9876613 w 13158799"/>
              <a:gd name="connsiteY147" fmla="*/ 720566 h 9456078"/>
              <a:gd name="connsiteX148" fmla="*/ 9919484 w 13158799"/>
              <a:gd name="connsiteY148" fmla="*/ 697404 h 9456078"/>
              <a:gd name="connsiteX149" fmla="*/ 9962542 w 13158799"/>
              <a:gd name="connsiteY149" fmla="*/ 674598 h 9456078"/>
              <a:gd name="connsiteX150" fmla="*/ 10005784 w 13158799"/>
              <a:gd name="connsiteY150" fmla="*/ 652149 h 9456078"/>
              <a:gd name="connsiteX151" fmla="*/ 10049209 w 13158799"/>
              <a:gd name="connsiteY151" fmla="*/ 630059 h 9456078"/>
              <a:gd name="connsiteX152" fmla="*/ 10092814 w 13158799"/>
              <a:gd name="connsiteY152" fmla="*/ 608328 h 9456078"/>
              <a:gd name="connsiteX153" fmla="*/ 10136597 w 13158799"/>
              <a:gd name="connsiteY153" fmla="*/ 586958 h 9456078"/>
              <a:gd name="connsiteX154" fmla="*/ 10180556 w 13158799"/>
              <a:gd name="connsiteY154" fmla="*/ 565950 h 9456078"/>
              <a:gd name="connsiteX155" fmla="*/ 10224688 w 13158799"/>
              <a:gd name="connsiteY155" fmla="*/ 545304 h 9456078"/>
              <a:gd name="connsiteX156" fmla="*/ 10268991 w 13158799"/>
              <a:gd name="connsiteY156" fmla="*/ 525023 h 9456078"/>
              <a:gd name="connsiteX157" fmla="*/ 10313463 w 13158799"/>
              <a:gd name="connsiteY157" fmla="*/ 505107 h 9456078"/>
              <a:gd name="connsiteX158" fmla="*/ 10358101 w 13158799"/>
              <a:gd name="connsiteY158" fmla="*/ 485558 h 9456078"/>
              <a:gd name="connsiteX159" fmla="*/ 10402903 w 13158799"/>
              <a:gd name="connsiteY159" fmla="*/ 466376 h 9456078"/>
              <a:gd name="connsiteX160" fmla="*/ 10447868 w 13158799"/>
              <a:gd name="connsiteY160" fmla="*/ 447563 h 9456078"/>
              <a:gd name="connsiteX161" fmla="*/ 10492991 w 13158799"/>
              <a:gd name="connsiteY161" fmla="*/ 429119 h 9456078"/>
              <a:gd name="connsiteX162" fmla="*/ 10538272 w 13158799"/>
              <a:gd name="connsiteY162" fmla="*/ 411046 h 9456078"/>
              <a:gd name="connsiteX163" fmla="*/ 10583708 w 13158799"/>
              <a:gd name="connsiteY163" fmla="*/ 393346 h 9456078"/>
              <a:gd name="connsiteX164" fmla="*/ 10629297 w 13158799"/>
              <a:gd name="connsiteY164" fmla="*/ 376018 h 9456078"/>
              <a:gd name="connsiteX165" fmla="*/ 10675036 w 13158799"/>
              <a:gd name="connsiteY165" fmla="*/ 359065 h 9456078"/>
              <a:gd name="connsiteX166" fmla="*/ 10720923 w 13158799"/>
              <a:gd name="connsiteY166" fmla="*/ 342487 h 9456078"/>
              <a:gd name="connsiteX167" fmla="*/ 10766956 w 13158799"/>
              <a:gd name="connsiteY167" fmla="*/ 326286 h 9456078"/>
              <a:gd name="connsiteX168" fmla="*/ 10813132 w 13158799"/>
              <a:gd name="connsiteY168" fmla="*/ 310462 h 9456078"/>
              <a:gd name="connsiteX169" fmla="*/ 10859450 w 13158799"/>
              <a:gd name="connsiteY169" fmla="*/ 295018 h 9456078"/>
              <a:gd name="connsiteX170" fmla="*/ 10905907 w 13158799"/>
              <a:gd name="connsiteY170" fmla="*/ 279953 h 9456078"/>
              <a:gd name="connsiteX171" fmla="*/ 10952500 w 13158799"/>
              <a:gd name="connsiteY171" fmla="*/ 265269 h 9456078"/>
              <a:gd name="connsiteX172" fmla="*/ 10999227 w 13158799"/>
              <a:gd name="connsiteY172" fmla="*/ 250968 h 9456078"/>
              <a:gd name="connsiteX173" fmla="*/ 11046087 w 13158799"/>
              <a:gd name="connsiteY173" fmla="*/ 237049 h 9456078"/>
              <a:gd name="connsiteX174" fmla="*/ 11093076 w 13158799"/>
              <a:gd name="connsiteY174" fmla="*/ 223516 h 9456078"/>
              <a:gd name="connsiteX175" fmla="*/ 11140193 w 13158799"/>
              <a:gd name="connsiteY175" fmla="*/ 210368 h 9456078"/>
              <a:gd name="connsiteX176" fmla="*/ 11187434 w 13158799"/>
              <a:gd name="connsiteY176" fmla="*/ 197606 h 9456078"/>
              <a:gd name="connsiteX177" fmla="*/ 11234799 w 13158799"/>
              <a:gd name="connsiteY177" fmla="*/ 185233 h 9456078"/>
              <a:gd name="connsiteX178" fmla="*/ 11282284 w 13158799"/>
              <a:gd name="connsiteY178" fmla="*/ 173248 h 9456078"/>
              <a:gd name="connsiteX179" fmla="*/ 11329888 w 13158799"/>
              <a:gd name="connsiteY179" fmla="*/ 161654 h 9456078"/>
              <a:gd name="connsiteX180" fmla="*/ 11377607 w 13158799"/>
              <a:gd name="connsiteY180" fmla="*/ 150451 h 9456078"/>
              <a:gd name="connsiteX181" fmla="*/ 11425440 w 13158799"/>
              <a:gd name="connsiteY181" fmla="*/ 139640 h 9456078"/>
              <a:gd name="connsiteX182" fmla="*/ 11473385 w 13158799"/>
              <a:gd name="connsiteY182" fmla="*/ 129223 h 9456078"/>
              <a:gd name="connsiteX183" fmla="*/ 11521439 w 13158799"/>
              <a:gd name="connsiteY183" fmla="*/ 119201 h 9456078"/>
              <a:gd name="connsiteX184" fmla="*/ 11569599 w 13158799"/>
              <a:gd name="connsiteY184" fmla="*/ 109574 h 9456078"/>
              <a:gd name="connsiteX185" fmla="*/ 11617864 w 13158799"/>
              <a:gd name="connsiteY185" fmla="*/ 100344 h 9456078"/>
              <a:gd name="connsiteX186" fmla="*/ 11666231 w 13158799"/>
              <a:gd name="connsiteY186" fmla="*/ 91512 h 9456078"/>
              <a:gd name="connsiteX187" fmla="*/ 11714698 w 13158799"/>
              <a:gd name="connsiteY187" fmla="*/ 83080 h 9456078"/>
              <a:gd name="connsiteX188" fmla="*/ 11763263 w 13158799"/>
              <a:gd name="connsiteY188" fmla="*/ 75047 h 9456078"/>
              <a:gd name="connsiteX189" fmla="*/ 11811923 w 13158799"/>
              <a:gd name="connsiteY189" fmla="*/ 67417 h 9456078"/>
              <a:gd name="connsiteX190" fmla="*/ 11860676 w 13158799"/>
              <a:gd name="connsiteY190" fmla="*/ 60188 h 9456078"/>
              <a:gd name="connsiteX191" fmla="*/ 11909519 w 13158799"/>
              <a:gd name="connsiteY191" fmla="*/ 53364 h 9456078"/>
              <a:gd name="connsiteX192" fmla="*/ 11958451 w 13158799"/>
              <a:gd name="connsiteY192" fmla="*/ 46944 h 9456078"/>
              <a:gd name="connsiteX193" fmla="*/ 12007470 w 13158799"/>
              <a:gd name="connsiteY193" fmla="*/ 40931 h 9456078"/>
              <a:gd name="connsiteX194" fmla="*/ 12056572 w 13158799"/>
              <a:gd name="connsiteY194" fmla="*/ 35324 h 9456078"/>
              <a:gd name="connsiteX195" fmla="*/ 12105756 w 13158799"/>
              <a:gd name="connsiteY195" fmla="*/ 30126 h 9456078"/>
              <a:gd name="connsiteX196" fmla="*/ 12155019 w 13158799"/>
              <a:gd name="connsiteY196" fmla="*/ 25337 h 9456078"/>
              <a:gd name="connsiteX197" fmla="*/ 12204359 w 13158799"/>
              <a:gd name="connsiteY197" fmla="*/ 20958 h 9456078"/>
              <a:gd name="connsiteX198" fmla="*/ 12253773 w 13158799"/>
              <a:gd name="connsiteY198" fmla="*/ 16991 h 9456078"/>
              <a:gd name="connsiteX199" fmla="*/ 12303260 w 13158799"/>
              <a:gd name="connsiteY199" fmla="*/ 13437 h 9456078"/>
              <a:gd name="connsiteX200" fmla="*/ 12352818 w 13158799"/>
              <a:gd name="connsiteY200" fmla="*/ 10297 h 9456078"/>
              <a:gd name="connsiteX201" fmla="*/ 12402443 w 13158799"/>
              <a:gd name="connsiteY201" fmla="*/ 7572 h 9456078"/>
              <a:gd name="connsiteX202" fmla="*/ 12452133 w 13158799"/>
              <a:gd name="connsiteY202" fmla="*/ 5263 h 9456078"/>
              <a:gd name="connsiteX203" fmla="*/ 12501887 w 13158799"/>
              <a:gd name="connsiteY203" fmla="*/ 3371 h 9456078"/>
              <a:gd name="connsiteX204" fmla="*/ 12551701 w 13158799"/>
              <a:gd name="connsiteY204" fmla="*/ 1898 h 9456078"/>
              <a:gd name="connsiteX205" fmla="*/ 12601574 w 13158799"/>
              <a:gd name="connsiteY205" fmla="*/ 844 h 9456078"/>
              <a:gd name="connsiteX206" fmla="*/ 12651504 w 13158799"/>
              <a:gd name="connsiteY206" fmla="*/ 211 h 9456078"/>
              <a:gd name="connsiteX207" fmla="*/ 12701487 w 13158799"/>
              <a:gd name="connsiteY207" fmla="*/ 0 h 9456078"/>
              <a:gd name="connsiteX208" fmla="*/ 13158798 w 13158799"/>
              <a:gd name="connsiteY208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28389 w 13158797"/>
              <a:gd name="connsiteY22" fmla="*/ 9330914 h 9456078"/>
              <a:gd name="connsiteX23" fmla="*/ 1176172 w 13158797"/>
              <a:gd name="connsiteY23" fmla="*/ 9319936 h 9456078"/>
              <a:gd name="connsiteX24" fmla="*/ 1223823 w 13158797"/>
              <a:gd name="connsiteY24" fmla="*/ 9308509 h 9456078"/>
              <a:gd name="connsiteX25" fmla="*/ 1271339 w 13158797"/>
              <a:gd name="connsiteY25" fmla="*/ 9296635 h 9456078"/>
              <a:gd name="connsiteX26" fmla="*/ 1318719 w 13158797"/>
              <a:gd name="connsiteY26" fmla="*/ 9284315 h 9456078"/>
              <a:gd name="connsiteX27" fmla="*/ 1365957 w 13158797"/>
              <a:gd name="connsiteY27" fmla="*/ 9271550 h 9456078"/>
              <a:gd name="connsiteX28" fmla="*/ 1413052 w 13158797"/>
              <a:gd name="connsiteY28" fmla="*/ 9258342 h 9456078"/>
              <a:gd name="connsiteX29" fmla="*/ 1460000 w 13158797"/>
              <a:gd name="connsiteY29" fmla="*/ 9244693 h 9456078"/>
              <a:gd name="connsiteX30" fmla="*/ 1506799 w 13158797"/>
              <a:gd name="connsiteY30" fmla="*/ 9230604 h 9456078"/>
              <a:gd name="connsiteX31" fmla="*/ 1553445 w 13158797"/>
              <a:gd name="connsiteY31" fmla="*/ 9216076 h 9456078"/>
              <a:gd name="connsiteX32" fmla="*/ 1599935 w 13158797"/>
              <a:gd name="connsiteY32" fmla="*/ 9201111 h 9456078"/>
              <a:gd name="connsiteX33" fmla="*/ 1646267 w 13158797"/>
              <a:gd name="connsiteY33" fmla="*/ 9185710 h 9456078"/>
              <a:gd name="connsiteX34" fmla="*/ 1692437 w 13158797"/>
              <a:gd name="connsiteY34" fmla="*/ 9169876 h 9456078"/>
              <a:gd name="connsiteX35" fmla="*/ 1738442 w 13158797"/>
              <a:gd name="connsiteY35" fmla="*/ 9153608 h 9456078"/>
              <a:gd name="connsiteX36" fmla="*/ 1784280 w 13158797"/>
              <a:gd name="connsiteY36" fmla="*/ 9136910 h 9456078"/>
              <a:gd name="connsiteX37" fmla="*/ 1829947 w 13158797"/>
              <a:gd name="connsiteY37" fmla="*/ 9119782 h 9456078"/>
              <a:gd name="connsiteX38" fmla="*/ 1875440 w 13158797"/>
              <a:gd name="connsiteY38" fmla="*/ 9102226 h 9456078"/>
              <a:gd name="connsiteX39" fmla="*/ 1920756 w 13158797"/>
              <a:gd name="connsiteY39" fmla="*/ 9084243 h 9456078"/>
              <a:gd name="connsiteX40" fmla="*/ 1965893 w 13158797"/>
              <a:gd name="connsiteY40" fmla="*/ 9065835 h 9456078"/>
              <a:gd name="connsiteX41" fmla="*/ 2010847 w 13158797"/>
              <a:gd name="connsiteY41" fmla="*/ 9047004 h 9456078"/>
              <a:gd name="connsiteX42" fmla="*/ 2055615 w 13158797"/>
              <a:gd name="connsiteY42" fmla="*/ 9027750 h 9456078"/>
              <a:gd name="connsiteX43" fmla="*/ 2100195 w 13158797"/>
              <a:gd name="connsiteY43" fmla="*/ 9008075 h 9456078"/>
              <a:gd name="connsiteX44" fmla="*/ 2144582 w 13158797"/>
              <a:gd name="connsiteY44" fmla="*/ 8987981 h 9456078"/>
              <a:gd name="connsiteX45" fmla="*/ 2188775 w 13158797"/>
              <a:gd name="connsiteY45" fmla="*/ 8967470 h 9456078"/>
              <a:gd name="connsiteX46" fmla="*/ 2232770 w 13158797"/>
              <a:gd name="connsiteY46" fmla="*/ 8946542 h 9456078"/>
              <a:gd name="connsiteX47" fmla="*/ 2276564 w 13158797"/>
              <a:gd name="connsiteY47" fmla="*/ 8925199 h 9456078"/>
              <a:gd name="connsiteX48" fmla="*/ 2320154 w 13158797"/>
              <a:gd name="connsiteY48" fmla="*/ 8903443 h 9456078"/>
              <a:gd name="connsiteX49" fmla="*/ 2363538 w 13158797"/>
              <a:gd name="connsiteY49" fmla="*/ 8881275 h 9456078"/>
              <a:gd name="connsiteX50" fmla="*/ 2406711 w 13158797"/>
              <a:gd name="connsiteY50" fmla="*/ 8858697 h 9456078"/>
              <a:gd name="connsiteX51" fmla="*/ 2449672 w 13158797"/>
              <a:gd name="connsiteY51" fmla="*/ 8835710 h 9456078"/>
              <a:gd name="connsiteX52" fmla="*/ 2492417 w 13158797"/>
              <a:gd name="connsiteY52" fmla="*/ 8812316 h 9456078"/>
              <a:gd name="connsiteX53" fmla="*/ 2534943 w 13158797"/>
              <a:gd name="connsiteY53" fmla="*/ 8788516 h 9456078"/>
              <a:gd name="connsiteX54" fmla="*/ 2577247 w 13158797"/>
              <a:gd name="connsiteY54" fmla="*/ 8764311 h 9456078"/>
              <a:gd name="connsiteX55" fmla="*/ 2619326 w 13158797"/>
              <a:gd name="connsiteY55" fmla="*/ 8739704 h 9456078"/>
              <a:gd name="connsiteX56" fmla="*/ 2661177 w 13158797"/>
              <a:gd name="connsiteY56" fmla="*/ 8714695 h 9456078"/>
              <a:gd name="connsiteX57" fmla="*/ 2702797 w 13158797"/>
              <a:gd name="connsiteY57" fmla="*/ 8689286 h 9456078"/>
              <a:gd name="connsiteX58" fmla="*/ 2744183 w 13158797"/>
              <a:gd name="connsiteY58" fmla="*/ 8663479 h 9456078"/>
              <a:gd name="connsiteX59" fmla="*/ 2785333 w 13158797"/>
              <a:gd name="connsiteY59" fmla="*/ 8637274 h 9456078"/>
              <a:gd name="connsiteX60" fmla="*/ 2826242 w 13158797"/>
              <a:gd name="connsiteY60" fmla="*/ 8610675 h 9456078"/>
              <a:gd name="connsiteX61" fmla="*/ 2866908 w 13158797"/>
              <a:gd name="connsiteY61" fmla="*/ 8583681 h 9456078"/>
              <a:gd name="connsiteX62" fmla="*/ 2907329 w 13158797"/>
              <a:gd name="connsiteY62" fmla="*/ 8556295 h 9456078"/>
              <a:gd name="connsiteX63" fmla="*/ 2947500 w 13158797"/>
              <a:gd name="connsiteY63" fmla="*/ 8528517 h 9456078"/>
              <a:gd name="connsiteX64" fmla="*/ 2987419 w 13158797"/>
              <a:gd name="connsiteY64" fmla="*/ 8500351 h 9456078"/>
              <a:gd name="connsiteX65" fmla="*/ 3027083 w 13158797"/>
              <a:gd name="connsiteY65" fmla="*/ 8471796 h 9456078"/>
              <a:gd name="connsiteX66" fmla="*/ 3066489 w 13158797"/>
              <a:gd name="connsiteY66" fmla="*/ 8442854 h 9456078"/>
              <a:gd name="connsiteX67" fmla="*/ 3105634 w 13158797"/>
              <a:gd name="connsiteY67" fmla="*/ 8413528 h 9456078"/>
              <a:gd name="connsiteX68" fmla="*/ 3144515 w 13158797"/>
              <a:gd name="connsiteY68" fmla="*/ 8383818 h 9456078"/>
              <a:gd name="connsiteX69" fmla="*/ 3183129 w 13158797"/>
              <a:gd name="connsiteY69" fmla="*/ 8353726 h 9456078"/>
              <a:gd name="connsiteX70" fmla="*/ 3221473 w 13158797"/>
              <a:gd name="connsiteY70" fmla="*/ 8323253 h 9456078"/>
              <a:gd name="connsiteX71" fmla="*/ 3259544 w 13158797"/>
              <a:gd name="connsiteY71" fmla="*/ 8292401 h 9456078"/>
              <a:gd name="connsiteX72" fmla="*/ 3297339 w 13158797"/>
              <a:gd name="connsiteY72" fmla="*/ 8261172 h 9456078"/>
              <a:gd name="connsiteX73" fmla="*/ 3334854 w 13158797"/>
              <a:gd name="connsiteY73" fmla="*/ 8229566 h 9456078"/>
              <a:gd name="connsiteX74" fmla="*/ 3372087 w 13158797"/>
              <a:gd name="connsiteY74" fmla="*/ 8197585 h 9456078"/>
              <a:gd name="connsiteX75" fmla="*/ 3409035 w 13158797"/>
              <a:gd name="connsiteY75" fmla="*/ 8165232 h 9456078"/>
              <a:gd name="connsiteX76" fmla="*/ 3445695 w 13158797"/>
              <a:gd name="connsiteY76" fmla="*/ 8132507 h 9456078"/>
              <a:gd name="connsiteX77" fmla="*/ 3482064 w 13158797"/>
              <a:gd name="connsiteY77" fmla="*/ 8099411 h 9456078"/>
              <a:gd name="connsiteX78" fmla="*/ 3518139 w 13158797"/>
              <a:gd name="connsiteY78" fmla="*/ 8065947 h 9456078"/>
              <a:gd name="connsiteX79" fmla="*/ 3553916 w 13158797"/>
              <a:gd name="connsiteY79" fmla="*/ 8032115 h 9456078"/>
              <a:gd name="connsiteX80" fmla="*/ 3589393 w 13158797"/>
              <a:gd name="connsiteY80" fmla="*/ 7997918 h 9456078"/>
              <a:gd name="connsiteX81" fmla="*/ 3624567 w 13158797"/>
              <a:gd name="connsiteY81" fmla="*/ 7963356 h 9456078"/>
              <a:gd name="connsiteX82" fmla="*/ 3659435 w 13158797"/>
              <a:gd name="connsiteY82" fmla="*/ 7928432 h 9456078"/>
              <a:gd name="connsiteX83" fmla="*/ 3693994 w 13158797"/>
              <a:gd name="connsiteY83" fmla="*/ 7893146 h 9456078"/>
              <a:gd name="connsiteX84" fmla="*/ 3728240 w 13158797"/>
              <a:gd name="connsiteY84" fmla="*/ 7857501 h 9456078"/>
              <a:gd name="connsiteX85" fmla="*/ 3762171 w 13158797"/>
              <a:gd name="connsiteY85" fmla="*/ 7821497 h 9456078"/>
              <a:gd name="connsiteX86" fmla="*/ 3795783 w 13158797"/>
              <a:gd name="connsiteY86" fmla="*/ 7785136 h 9456078"/>
              <a:gd name="connsiteX87" fmla="*/ 3829075 w 13158797"/>
              <a:gd name="connsiteY87" fmla="*/ 7748420 h 9456078"/>
              <a:gd name="connsiteX88" fmla="*/ 3862042 w 13158797"/>
              <a:gd name="connsiteY88" fmla="*/ 7711350 h 9456078"/>
              <a:gd name="connsiteX89" fmla="*/ 3894682 w 13158797"/>
              <a:gd name="connsiteY89" fmla="*/ 7673928 h 9456078"/>
              <a:gd name="connsiteX90" fmla="*/ 3926991 w 13158797"/>
              <a:gd name="connsiteY90" fmla="*/ 7636155 h 9456078"/>
              <a:gd name="connsiteX91" fmla="*/ 3958967 w 13158797"/>
              <a:gd name="connsiteY91" fmla="*/ 7598032 h 9456078"/>
              <a:gd name="connsiteX92" fmla="*/ 3990607 w 13158797"/>
              <a:gd name="connsiteY92" fmla="*/ 7559561 h 9456078"/>
              <a:gd name="connsiteX93" fmla="*/ 4021907 w 13158797"/>
              <a:gd name="connsiteY93" fmla="*/ 7520744 h 9456078"/>
              <a:gd name="connsiteX94" fmla="*/ 4052865 w 13158797"/>
              <a:gd name="connsiteY94" fmla="*/ 7481582 h 9456078"/>
              <a:gd name="connsiteX95" fmla="*/ 4083478 w 13158797"/>
              <a:gd name="connsiteY95" fmla="*/ 7442077 h 9456078"/>
              <a:gd name="connsiteX96" fmla="*/ 8022311 w 13158797"/>
              <a:gd name="connsiteY96" fmla="*/ 2307814 h 9456078"/>
              <a:gd name="connsiteX97" fmla="*/ 8052902 w 13158797"/>
              <a:gd name="connsiteY97" fmla="*/ 2268285 h 9456078"/>
              <a:gd name="connsiteX98" fmla="*/ 8083796 w 13158797"/>
              <a:gd name="connsiteY98" fmla="*/ 2229056 h 9456078"/>
              <a:gd name="connsiteX99" fmla="*/ 8114989 w 13158797"/>
              <a:gd name="connsiteY99" fmla="*/ 2190127 h 9456078"/>
              <a:gd name="connsiteX100" fmla="*/ 8146479 w 13158797"/>
              <a:gd name="connsiteY100" fmla="*/ 2151500 h 9456078"/>
              <a:gd name="connsiteX101" fmla="*/ 8178264 w 13158797"/>
              <a:gd name="connsiteY101" fmla="*/ 2113176 h 9456078"/>
              <a:gd name="connsiteX102" fmla="*/ 8210341 w 13158797"/>
              <a:gd name="connsiteY102" fmla="*/ 2075157 h 9456078"/>
              <a:gd name="connsiteX103" fmla="*/ 8242709 w 13158797"/>
              <a:gd name="connsiteY103" fmla="*/ 2037442 h 9456078"/>
              <a:gd name="connsiteX104" fmla="*/ 8275365 w 13158797"/>
              <a:gd name="connsiteY104" fmla="*/ 2000034 h 9456078"/>
              <a:gd name="connsiteX105" fmla="*/ 8308307 w 13158797"/>
              <a:gd name="connsiteY105" fmla="*/ 1962934 h 9456078"/>
              <a:gd name="connsiteX106" fmla="*/ 8341532 w 13158797"/>
              <a:gd name="connsiteY106" fmla="*/ 1926142 h 9456078"/>
              <a:gd name="connsiteX107" fmla="*/ 8375038 w 13158797"/>
              <a:gd name="connsiteY107" fmla="*/ 1889660 h 9456078"/>
              <a:gd name="connsiteX108" fmla="*/ 8408823 w 13158797"/>
              <a:gd name="connsiteY108" fmla="*/ 1853489 h 9456078"/>
              <a:gd name="connsiteX109" fmla="*/ 8442885 w 13158797"/>
              <a:gd name="connsiteY109" fmla="*/ 1817630 h 9456078"/>
              <a:gd name="connsiteX110" fmla="*/ 8477221 w 13158797"/>
              <a:gd name="connsiteY110" fmla="*/ 1782084 h 9456078"/>
              <a:gd name="connsiteX111" fmla="*/ 8511829 w 13158797"/>
              <a:gd name="connsiteY111" fmla="*/ 1746853 h 9456078"/>
              <a:gd name="connsiteX112" fmla="*/ 8546706 w 13158797"/>
              <a:gd name="connsiteY112" fmla="*/ 1711937 h 9456078"/>
              <a:gd name="connsiteX113" fmla="*/ 8581851 w 13158797"/>
              <a:gd name="connsiteY113" fmla="*/ 1677337 h 9456078"/>
              <a:gd name="connsiteX114" fmla="*/ 8617261 w 13158797"/>
              <a:gd name="connsiteY114" fmla="*/ 1643056 h 9456078"/>
              <a:gd name="connsiteX115" fmla="*/ 8652934 w 13158797"/>
              <a:gd name="connsiteY115" fmla="*/ 1609093 h 9456078"/>
              <a:gd name="connsiteX116" fmla="*/ 8688867 w 13158797"/>
              <a:gd name="connsiteY116" fmla="*/ 1575450 h 9456078"/>
              <a:gd name="connsiteX117" fmla="*/ 8725058 w 13158797"/>
              <a:gd name="connsiteY117" fmla="*/ 1542128 h 9456078"/>
              <a:gd name="connsiteX118" fmla="*/ 8761506 w 13158797"/>
              <a:gd name="connsiteY118" fmla="*/ 1509129 h 9456078"/>
              <a:gd name="connsiteX119" fmla="*/ 8798207 w 13158797"/>
              <a:gd name="connsiteY119" fmla="*/ 1476452 h 9456078"/>
              <a:gd name="connsiteX120" fmla="*/ 8835159 w 13158797"/>
              <a:gd name="connsiteY120" fmla="*/ 1444101 h 9456078"/>
              <a:gd name="connsiteX121" fmla="*/ 8872360 w 13158797"/>
              <a:gd name="connsiteY121" fmla="*/ 1412075 h 9456078"/>
              <a:gd name="connsiteX122" fmla="*/ 8909808 w 13158797"/>
              <a:gd name="connsiteY122" fmla="*/ 1380375 h 9456078"/>
              <a:gd name="connsiteX123" fmla="*/ 8947501 w 13158797"/>
              <a:gd name="connsiteY123" fmla="*/ 1349004 h 9456078"/>
              <a:gd name="connsiteX124" fmla="*/ 8985435 w 13158797"/>
              <a:gd name="connsiteY124" fmla="*/ 1317962 h 9456078"/>
              <a:gd name="connsiteX125" fmla="*/ 9023610 w 13158797"/>
              <a:gd name="connsiteY125" fmla="*/ 1287250 h 9456078"/>
              <a:gd name="connsiteX126" fmla="*/ 9062022 w 13158797"/>
              <a:gd name="connsiteY126" fmla="*/ 1256869 h 9456078"/>
              <a:gd name="connsiteX127" fmla="*/ 9100669 w 13158797"/>
              <a:gd name="connsiteY127" fmla="*/ 1226820 h 9456078"/>
              <a:gd name="connsiteX128" fmla="*/ 9139549 w 13158797"/>
              <a:gd name="connsiteY128" fmla="*/ 1197105 h 9456078"/>
              <a:gd name="connsiteX129" fmla="*/ 9178660 w 13158797"/>
              <a:gd name="connsiteY129" fmla="*/ 1167725 h 9456078"/>
              <a:gd name="connsiteX130" fmla="*/ 9217999 w 13158797"/>
              <a:gd name="connsiteY130" fmla="*/ 1138681 h 9456078"/>
              <a:gd name="connsiteX131" fmla="*/ 9257564 w 13158797"/>
              <a:gd name="connsiteY131" fmla="*/ 1109974 h 9456078"/>
              <a:gd name="connsiteX132" fmla="*/ 9297353 w 13158797"/>
              <a:gd name="connsiteY132" fmla="*/ 1081604 h 9456078"/>
              <a:gd name="connsiteX133" fmla="*/ 9337364 w 13158797"/>
              <a:gd name="connsiteY133" fmla="*/ 1053574 h 9456078"/>
              <a:gd name="connsiteX134" fmla="*/ 9377594 w 13158797"/>
              <a:gd name="connsiteY134" fmla="*/ 1025884 h 9456078"/>
              <a:gd name="connsiteX135" fmla="*/ 9418040 w 13158797"/>
              <a:gd name="connsiteY135" fmla="*/ 998536 h 9456078"/>
              <a:gd name="connsiteX136" fmla="*/ 9458702 w 13158797"/>
              <a:gd name="connsiteY136" fmla="*/ 971530 h 9456078"/>
              <a:gd name="connsiteX137" fmla="*/ 9499575 w 13158797"/>
              <a:gd name="connsiteY137" fmla="*/ 944868 h 9456078"/>
              <a:gd name="connsiteX138" fmla="*/ 9540659 w 13158797"/>
              <a:gd name="connsiteY138" fmla="*/ 918551 h 9456078"/>
              <a:gd name="connsiteX139" fmla="*/ 9581950 w 13158797"/>
              <a:gd name="connsiteY139" fmla="*/ 892580 h 9456078"/>
              <a:gd name="connsiteX140" fmla="*/ 9623447 w 13158797"/>
              <a:gd name="connsiteY140" fmla="*/ 866956 h 9456078"/>
              <a:gd name="connsiteX141" fmla="*/ 9665147 w 13158797"/>
              <a:gd name="connsiteY141" fmla="*/ 841681 h 9456078"/>
              <a:gd name="connsiteX142" fmla="*/ 9707048 w 13158797"/>
              <a:gd name="connsiteY142" fmla="*/ 816754 h 9456078"/>
              <a:gd name="connsiteX143" fmla="*/ 9749147 w 13158797"/>
              <a:gd name="connsiteY143" fmla="*/ 792179 h 9456078"/>
              <a:gd name="connsiteX144" fmla="*/ 9791443 w 13158797"/>
              <a:gd name="connsiteY144" fmla="*/ 767955 h 9456078"/>
              <a:gd name="connsiteX145" fmla="*/ 9833932 w 13158797"/>
              <a:gd name="connsiteY145" fmla="*/ 744083 h 9456078"/>
              <a:gd name="connsiteX146" fmla="*/ 9876613 w 13158797"/>
              <a:gd name="connsiteY146" fmla="*/ 720566 h 9456078"/>
              <a:gd name="connsiteX147" fmla="*/ 9919484 w 13158797"/>
              <a:gd name="connsiteY147" fmla="*/ 697404 h 9456078"/>
              <a:gd name="connsiteX148" fmla="*/ 9962542 w 13158797"/>
              <a:gd name="connsiteY148" fmla="*/ 674598 h 9456078"/>
              <a:gd name="connsiteX149" fmla="*/ 10005784 w 13158797"/>
              <a:gd name="connsiteY149" fmla="*/ 652149 h 9456078"/>
              <a:gd name="connsiteX150" fmla="*/ 10049209 w 13158797"/>
              <a:gd name="connsiteY150" fmla="*/ 630059 h 9456078"/>
              <a:gd name="connsiteX151" fmla="*/ 10092814 w 13158797"/>
              <a:gd name="connsiteY151" fmla="*/ 608328 h 9456078"/>
              <a:gd name="connsiteX152" fmla="*/ 10136597 w 13158797"/>
              <a:gd name="connsiteY152" fmla="*/ 586958 h 9456078"/>
              <a:gd name="connsiteX153" fmla="*/ 10180556 w 13158797"/>
              <a:gd name="connsiteY153" fmla="*/ 565950 h 9456078"/>
              <a:gd name="connsiteX154" fmla="*/ 10224688 w 13158797"/>
              <a:gd name="connsiteY154" fmla="*/ 545304 h 9456078"/>
              <a:gd name="connsiteX155" fmla="*/ 10268991 w 13158797"/>
              <a:gd name="connsiteY155" fmla="*/ 525023 h 9456078"/>
              <a:gd name="connsiteX156" fmla="*/ 10313463 w 13158797"/>
              <a:gd name="connsiteY156" fmla="*/ 505107 h 9456078"/>
              <a:gd name="connsiteX157" fmla="*/ 10358101 w 13158797"/>
              <a:gd name="connsiteY157" fmla="*/ 485558 h 9456078"/>
              <a:gd name="connsiteX158" fmla="*/ 10402903 w 13158797"/>
              <a:gd name="connsiteY158" fmla="*/ 466376 h 9456078"/>
              <a:gd name="connsiteX159" fmla="*/ 10447868 w 13158797"/>
              <a:gd name="connsiteY159" fmla="*/ 447563 h 9456078"/>
              <a:gd name="connsiteX160" fmla="*/ 10492991 w 13158797"/>
              <a:gd name="connsiteY160" fmla="*/ 429119 h 9456078"/>
              <a:gd name="connsiteX161" fmla="*/ 10538272 w 13158797"/>
              <a:gd name="connsiteY161" fmla="*/ 411046 h 9456078"/>
              <a:gd name="connsiteX162" fmla="*/ 10583708 w 13158797"/>
              <a:gd name="connsiteY162" fmla="*/ 393346 h 9456078"/>
              <a:gd name="connsiteX163" fmla="*/ 10629297 w 13158797"/>
              <a:gd name="connsiteY163" fmla="*/ 376018 h 9456078"/>
              <a:gd name="connsiteX164" fmla="*/ 10675036 w 13158797"/>
              <a:gd name="connsiteY164" fmla="*/ 359065 h 9456078"/>
              <a:gd name="connsiteX165" fmla="*/ 10720923 w 13158797"/>
              <a:gd name="connsiteY165" fmla="*/ 342487 h 9456078"/>
              <a:gd name="connsiteX166" fmla="*/ 10766956 w 13158797"/>
              <a:gd name="connsiteY166" fmla="*/ 326286 h 9456078"/>
              <a:gd name="connsiteX167" fmla="*/ 10813132 w 13158797"/>
              <a:gd name="connsiteY167" fmla="*/ 310462 h 9456078"/>
              <a:gd name="connsiteX168" fmla="*/ 10859450 w 13158797"/>
              <a:gd name="connsiteY168" fmla="*/ 295018 h 9456078"/>
              <a:gd name="connsiteX169" fmla="*/ 10905907 w 13158797"/>
              <a:gd name="connsiteY169" fmla="*/ 279953 h 9456078"/>
              <a:gd name="connsiteX170" fmla="*/ 10952500 w 13158797"/>
              <a:gd name="connsiteY170" fmla="*/ 265269 h 9456078"/>
              <a:gd name="connsiteX171" fmla="*/ 10999227 w 13158797"/>
              <a:gd name="connsiteY171" fmla="*/ 250968 h 9456078"/>
              <a:gd name="connsiteX172" fmla="*/ 11046087 w 13158797"/>
              <a:gd name="connsiteY172" fmla="*/ 237049 h 9456078"/>
              <a:gd name="connsiteX173" fmla="*/ 11093076 w 13158797"/>
              <a:gd name="connsiteY173" fmla="*/ 223516 h 9456078"/>
              <a:gd name="connsiteX174" fmla="*/ 11140193 w 13158797"/>
              <a:gd name="connsiteY174" fmla="*/ 210368 h 9456078"/>
              <a:gd name="connsiteX175" fmla="*/ 11187434 w 13158797"/>
              <a:gd name="connsiteY175" fmla="*/ 197606 h 9456078"/>
              <a:gd name="connsiteX176" fmla="*/ 11234799 w 13158797"/>
              <a:gd name="connsiteY176" fmla="*/ 185233 h 9456078"/>
              <a:gd name="connsiteX177" fmla="*/ 11282284 w 13158797"/>
              <a:gd name="connsiteY177" fmla="*/ 173248 h 9456078"/>
              <a:gd name="connsiteX178" fmla="*/ 11329888 w 13158797"/>
              <a:gd name="connsiteY178" fmla="*/ 161654 h 9456078"/>
              <a:gd name="connsiteX179" fmla="*/ 11377607 w 13158797"/>
              <a:gd name="connsiteY179" fmla="*/ 150451 h 9456078"/>
              <a:gd name="connsiteX180" fmla="*/ 11425440 w 13158797"/>
              <a:gd name="connsiteY180" fmla="*/ 139640 h 9456078"/>
              <a:gd name="connsiteX181" fmla="*/ 11473385 w 13158797"/>
              <a:gd name="connsiteY181" fmla="*/ 129223 h 9456078"/>
              <a:gd name="connsiteX182" fmla="*/ 11521439 w 13158797"/>
              <a:gd name="connsiteY182" fmla="*/ 119201 h 9456078"/>
              <a:gd name="connsiteX183" fmla="*/ 11569599 w 13158797"/>
              <a:gd name="connsiteY183" fmla="*/ 109574 h 9456078"/>
              <a:gd name="connsiteX184" fmla="*/ 11617864 w 13158797"/>
              <a:gd name="connsiteY184" fmla="*/ 100344 h 9456078"/>
              <a:gd name="connsiteX185" fmla="*/ 11666231 w 13158797"/>
              <a:gd name="connsiteY185" fmla="*/ 91512 h 9456078"/>
              <a:gd name="connsiteX186" fmla="*/ 11714698 w 13158797"/>
              <a:gd name="connsiteY186" fmla="*/ 83080 h 9456078"/>
              <a:gd name="connsiteX187" fmla="*/ 11763263 w 13158797"/>
              <a:gd name="connsiteY187" fmla="*/ 75047 h 9456078"/>
              <a:gd name="connsiteX188" fmla="*/ 11811923 w 13158797"/>
              <a:gd name="connsiteY188" fmla="*/ 67417 h 9456078"/>
              <a:gd name="connsiteX189" fmla="*/ 11860676 w 13158797"/>
              <a:gd name="connsiteY189" fmla="*/ 60188 h 9456078"/>
              <a:gd name="connsiteX190" fmla="*/ 11909519 w 13158797"/>
              <a:gd name="connsiteY190" fmla="*/ 53364 h 9456078"/>
              <a:gd name="connsiteX191" fmla="*/ 11958451 w 13158797"/>
              <a:gd name="connsiteY191" fmla="*/ 46944 h 9456078"/>
              <a:gd name="connsiteX192" fmla="*/ 12007470 w 13158797"/>
              <a:gd name="connsiteY192" fmla="*/ 40931 h 9456078"/>
              <a:gd name="connsiteX193" fmla="*/ 12056572 w 13158797"/>
              <a:gd name="connsiteY193" fmla="*/ 35324 h 9456078"/>
              <a:gd name="connsiteX194" fmla="*/ 12105756 w 13158797"/>
              <a:gd name="connsiteY194" fmla="*/ 30126 h 9456078"/>
              <a:gd name="connsiteX195" fmla="*/ 12155019 w 13158797"/>
              <a:gd name="connsiteY195" fmla="*/ 25337 h 9456078"/>
              <a:gd name="connsiteX196" fmla="*/ 12204359 w 13158797"/>
              <a:gd name="connsiteY196" fmla="*/ 20958 h 9456078"/>
              <a:gd name="connsiteX197" fmla="*/ 12253773 w 13158797"/>
              <a:gd name="connsiteY197" fmla="*/ 16991 h 9456078"/>
              <a:gd name="connsiteX198" fmla="*/ 12303260 w 13158797"/>
              <a:gd name="connsiteY198" fmla="*/ 13437 h 9456078"/>
              <a:gd name="connsiteX199" fmla="*/ 12352818 w 13158797"/>
              <a:gd name="connsiteY199" fmla="*/ 10297 h 9456078"/>
              <a:gd name="connsiteX200" fmla="*/ 12402443 w 13158797"/>
              <a:gd name="connsiteY200" fmla="*/ 7572 h 9456078"/>
              <a:gd name="connsiteX201" fmla="*/ 12452133 w 13158797"/>
              <a:gd name="connsiteY201" fmla="*/ 5263 h 9456078"/>
              <a:gd name="connsiteX202" fmla="*/ 12501887 w 13158797"/>
              <a:gd name="connsiteY202" fmla="*/ 3371 h 9456078"/>
              <a:gd name="connsiteX203" fmla="*/ 12551701 w 13158797"/>
              <a:gd name="connsiteY203" fmla="*/ 1898 h 9456078"/>
              <a:gd name="connsiteX204" fmla="*/ 12601574 w 13158797"/>
              <a:gd name="connsiteY204" fmla="*/ 844 h 9456078"/>
              <a:gd name="connsiteX205" fmla="*/ 12651504 w 13158797"/>
              <a:gd name="connsiteY205" fmla="*/ 211 h 9456078"/>
              <a:gd name="connsiteX206" fmla="*/ 12701487 w 13158797"/>
              <a:gd name="connsiteY206" fmla="*/ 0 h 9456078"/>
              <a:gd name="connsiteX207" fmla="*/ 13158798 w 13158797"/>
              <a:gd name="connsiteY207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98870 w 13158799"/>
              <a:gd name="connsiteY5" fmla="*/ 9447409 h 9456078"/>
              <a:gd name="connsiteX6" fmla="*/ 348429 w 13158799"/>
              <a:gd name="connsiteY6" fmla="*/ 9444290 h 9456078"/>
              <a:gd name="connsiteX7" fmla="*/ 397907 w 13158799"/>
              <a:gd name="connsiteY7" fmla="*/ 9440698 h 9456078"/>
              <a:gd name="connsiteX8" fmla="*/ 447302 w 13158799"/>
              <a:gd name="connsiteY8" fmla="*/ 9436632 h 9456078"/>
              <a:gd name="connsiteX9" fmla="*/ 496610 w 13158799"/>
              <a:gd name="connsiteY9" fmla="*/ 9432096 h 9456078"/>
              <a:gd name="connsiteX10" fmla="*/ 545829 w 13158799"/>
              <a:gd name="connsiteY10" fmla="*/ 9427089 h 9456078"/>
              <a:gd name="connsiteX11" fmla="*/ 594956 w 13158799"/>
              <a:gd name="connsiteY11" fmla="*/ 9421615 h 9456078"/>
              <a:gd name="connsiteX12" fmla="*/ 643987 w 13158799"/>
              <a:gd name="connsiteY12" fmla="*/ 9415673 h 9456078"/>
              <a:gd name="connsiteX13" fmla="*/ 692920 w 13158799"/>
              <a:gd name="connsiteY13" fmla="*/ 9409267 h 9456078"/>
              <a:gd name="connsiteX14" fmla="*/ 741751 w 13158799"/>
              <a:gd name="connsiteY14" fmla="*/ 9402396 h 9456078"/>
              <a:gd name="connsiteX15" fmla="*/ 790478 w 13158799"/>
              <a:gd name="connsiteY15" fmla="*/ 9395063 h 9456078"/>
              <a:gd name="connsiteX16" fmla="*/ 839098 w 13158799"/>
              <a:gd name="connsiteY16" fmla="*/ 9387270 h 9456078"/>
              <a:gd name="connsiteX17" fmla="*/ 887607 w 13158799"/>
              <a:gd name="connsiteY17" fmla="*/ 9379017 h 9456078"/>
              <a:gd name="connsiteX18" fmla="*/ 936002 w 13158799"/>
              <a:gd name="connsiteY18" fmla="*/ 9370306 h 9456078"/>
              <a:gd name="connsiteX19" fmla="*/ 984281 w 13158799"/>
              <a:gd name="connsiteY19" fmla="*/ 9361139 h 9456078"/>
              <a:gd name="connsiteX20" fmla="*/ 1032440 w 13158799"/>
              <a:gd name="connsiteY20" fmla="*/ 9351517 h 9456078"/>
              <a:gd name="connsiteX21" fmla="*/ 1080477 w 13158799"/>
              <a:gd name="connsiteY21" fmla="*/ 9341441 h 9456078"/>
              <a:gd name="connsiteX22" fmla="*/ 1176172 w 13158799"/>
              <a:gd name="connsiteY22" fmla="*/ 9319936 h 9456078"/>
              <a:gd name="connsiteX23" fmla="*/ 1223823 w 13158799"/>
              <a:gd name="connsiteY23" fmla="*/ 9308509 h 9456078"/>
              <a:gd name="connsiteX24" fmla="*/ 1271339 w 13158799"/>
              <a:gd name="connsiteY24" fmla="*/ 9296635 h 9456078"/>
              <a:gd name="connsiteX25" fmla="*/ 1318719 w 13158799"/>
              <a:gd name="connsiteY25" fmla="*/ 9284315 h 9456078"/>
              <a:gd name="connsiteX26" fmla="*/ 1365957 w 13158799"/>
              <a:gd name="connsiteY26" fmla="*/ 9271550 h 9456078"/>
              <a:gd name="connsiteX27" fmla="*/ 1413052 w 13158799"/>
              <a:gd name="connsiteY27" fmla="*/ 9258342 h 9456078"/>
              <a:gd name="connsiteX28" fmla="*/ 1460000 w 13158799"/>
              <a:gd name="connsiteY28" fmla="*/ 9244693 h 9456078"/>
              <a:gd name="connsiteX29" fmla="*/ 1506799 w 13158799"/>
              <a:gd name="connsiteY29" fmla="*/ 9230604 h 9456078"/>
              <a:gd name="connsiteX30" fmla="*/ 1553445 w 13158799"/>
              <a:gd name="connsiteY30" fmla="*/ 9216076 h 9456078"/>
              <a:gd name="connsiteX31" fmla="*/ 1599935 w 13158799"/>
              <a:gd name="connsiteY31" fmla="*/ 9201111 h 9456078"/>
              <a:gd name="connsiteX32" fmla="*/ 1646267 w 13158799"/>
              <a:gd name="connsiteY32" fmla="*/ 9185710 h 9456078"/>
              <a:gd name="connsiteX33" fmla="*/ 1692437 w 13158799"/>
              <a:gd name="connsiteY33" fmla="*/ 9169876 h 9456078"/>
              <a:gd name="connsiteX34" fmla="*/ 1738442 w 13158799"/>
              <a:gd name="connsiteY34" fmla="*/ 9153608 h 9456078"/>
              <a:gd name="connsiteX35" fmla="*/ 1784280 w 13158799"/>
              <a:gd name="connsiteY35" fmla="*/ 9136910 h 9456078"/>
              <a:gd name="connsiteX36" fmla="*/ 1829947 w 13158799"/>
              <a:gd name="connsiteY36" fmla="*/ 9119782 h 9456078"/>
              <a:gd name="connsiteX37" fmla="*/ 1875440 w 13158799"/>
              <a:gd name="connsiteY37" fmla="*/ 9102226 h 9456078"/>
              <a:gd name="connsiteX38" fmla="*/ 1920756 w 13158799"/>
              <a:gd name="connsiteY38" fmla="*/ 9084243 h 9456078"/>
              <a:gd name="connsiteX39" fmla="*/ 1965893 w 13158799"/>
              <a:gd name="connsiteY39" fmla="*/ 9065835 h 9456078"/>
              <a:gd name="connsiteX40" fmla="*/ 2010847 w 13158799"/>
              <a:gd name="connsiteY40" fmla="*/ 9047004 h 9456078"/>
              <a:gd name="connsiteX41" fmla="*/ 2055615 w 13158799"/>
              <a:gd name="connsiteY41" fmla="*/ 9027750 h 9456078"/>
              <a:gd name="connsiteX42" fmla="*/ 2100195 w 13158799"/>
              <a:gd name="connsiteY42" fmla="*/ 9008075 h 9456078"/>
              <a:gd name="connsiteX43" fmla="*/ 2144582 w 13158799"/>
              <a:gd name="connsiteY43" fmla="*/ 8987981 h 9456078"/>
              <a:gd name="connsiteX44" fmla="*/ 2188775 w 13158799"/>
              <a:gd name="connsiteY44" fmla="*/ 8967470 h 9456078"/>
              <a:gd name="connsiteX45" fmla="*/ 2232770 w 13158799"/>
              <a:gd name="connsiteY45" fmla="*/ 8946542 h 9456078"/>
              <a:gd name="connsiteX46" fmla="*/ 2276564 w 13158799"/>
              <a:gd name="connsiteY46" fmla="*/ 8925199 h 9456078"/>
              <a:gd name="connsiteX47" fmla="*/ 2320154 w 13158799"/>
              <a:gd name="connsiteY47" fmla="*/ 8903443 h 9456078"/>
              <a:gd name="connsiteX48" fmla="*/ 2363538 w 13158799"/>
              <a:gd name="connsiteY48" fmla="*/ 8881275 h 9456078"/>
              <a:gd name="connsiteX49" fmla="*/ 2406711 w 13158799"/>
              <a:gd name="connsiteY49" fmla="*/ 8858697 h 9456078"/>
              <a:gd name="connsiteX50" fmla="*/ 2449672 w 13158799"/>
              <a:gd name="connsiteY50" fmla="*/ 8835710 h 9456078"/>
              <a:gd name="connsiteX51" fmla="*/ 2492417 w 13158799"/>
              <a:gd name="connsiteY51" fmla="*/ 8812316 h 9456078"/>
              <a:gd name="connsiteX52" fmla="*/ 2534943 w 13158799"/>
              <a:gd name="connsiteY52" fmla="*/ 8788516 h 9456078"/>
              <a:gd name="connsiteX53" fmla="*/ 2577247 w 13158799"/>
              <a:gd name="connsiteY53" fmla="*/ 8764311 h 9456078"/>
              <a:gd name="connsiteX54" fmla="*/ 2619326 w 13158799"/>
              <a:gd name="connsiteY54" fmla="*/ 8739704 h 9456078"/>
              <a:gd name="connsiteX55" fmla="*/ 2661177 w 13158799"/>
              <a:gd name="connsiteY55" fmla="*/ 8714695 h 9456078"/>
              <a:gd name="connsiteX56" fmla="*/ 2702797 w 13158799"/>
              <a:gd name="connsiteY56" fmla="*/ 8689286 h 9456078"/>
              <a:gd name="connsiteX57" fmla="*/ 2744183 w 13158799"/>
              <a:gd name="connsiteY57" fmla="*/ 8663479 h 9456078"/>
              <a:gd name="connsiteX58" fmla="*/ 2785333 w 13158799"/>
              <a:gd name="connsiteY58" fmla="*/ 8637274 h 9456078"/>
              <a:gd name="connsiteX59" fmla="*/ 2826242 w 13158799"/>
              <a:gd name="connsiteY59" fmla="*/ 8610675 h 9456078"/>
              <a:gd name="connsiteX60" fmla="*/ 2866908 w 13158799"/>
              <a:gd name="connsiteY60" fmla="*/ 8583681 h 9456078"/>
              <a:gd name="connsiteX61" fmla="*/ 2907329 w 13158799"/>
              <a:gd name="connsiteY61" fmla="*/ 8556295 h 9456078"/>
              <a:gd name="connsiteX62" fmla="*/ 2947500 w 13158799"/>
              <a:gd name="connsiteY62" fmla="*/ 8528517 h 9456078"/>
              <a:gd name="connsiteX63" fmla="*/ 2987419 w 13158799"/>
              <a:gd name="connsiteY63" fmla="*/ 8500351 h 9456078"/>
              <a:gd name="connsiteX64" fmla="*/ 3027083 w 13158799"/>
              <a:gd name="connsiteY64" fmla="*/ 8471796 h 9456078"/>
              <a:gd name="connsiteX65" fmla="*/ 3066489 w 13158799"/>
              <a:gd name="connsiteY65" fmla="*/ 8442854 h 9456078"/>
              <a:gd name="connsiteX66" fmla="*/ 3105634 w 13158799"/>
              <a:gd name="connsiteY66" fmla="*/ 8413528 h 9456078"/>
              <a:gd name="connsiteX67" fmla="*/ 3144515 w 13158799"/>
              <a:gd name="connsiteY67" fmla="*/ 8383818 h 9456078"/>
              <a:gd name="connsiteX68" fmla="*/ 3183129 w 13158799"/>
              <a:gd name="connsiteY68" fmla="*/ 8353726 h 9456078"/>
              <a:gd name="connsiteX69" fmla="*/ 3221473 w 13158799"/>
              <a:gd name="connsiteY69" fmla="*/ 8323253 h 9456078"/>
              <a:gd name="connsiteX70" fmla="*/ 3259544 w 13158799"/>
              <a:gd name="connsiteY70" fmla="*/ 8292401 h 9456078"/>
              <a:gd name="connsiteX71" fmla="*/ 3297339 w 13158799"/>
              <a:gd name="connsiteY71" fmla="*/ 8261172 h 9456078"/>
              <a:gd name="connsiteX72" fmla="*/ 3334854 w 13158799"/>
              <a:gd name="connsiteY72" fmla="*/ 8229566 h 9456078"/>
              <a:gd name="connsiteX73" fmla="*/ 3372087 w 13158799"/>
              <a:gd name="connsiteY73" fmla="*/ 8197585 h 9456078"/>
              <a:gd name="connsiteX74" fmla="*/ 3409035 w 13158799"/>
              <a:gd name="connsiteY74" fmla="*/ 8165232 h 9456078"/>
              <a:gd name="connsiteX75" fmla="*/ 3445695 w 13158799"/>
              <a:gd name="connsiteY75" fmla="*/ 8132507 h 9456078"/>
              <a:gd name="connsiteX76" fmla="*/ 3482064 w 13158799"/>
              <a:gd name="connsiteY76" fmla="*/ 8099411 h 9456078"/>
              <a:gd name="connsiteX77" fmla="*/ 3518139 w 13158799"/>
              <a:gd name="connsiteY77" fmla="*/ 8065947 h 9456078"/>
              <a:gd name="connsiteX78" fmla="*/ 3553916 w 13158799"/>
              <a:gd name="connsiteY78" fmla="*/ 8032115 h 9456078"/>
              <a:gd name="connsiteX79" fmla="*/ 3589393 w 13158799"/>
              <a:gd name="connsiteY79" fmla="*/ 7997918 h 9456078"/>
              <a:gd name="connsiteX80" fmla="*/ 3624567 w 13158799"/>
              <a:gd name="connsiteY80" fmla="*/ 7963356 h 9456078"/>
              <a:gd name="connsiteX81" fmla="*/ 3659435 w 13158799"/>
              <a:gd name="connsiteY81" fmla="*/ 7928432 h 9456078"/>
              <a:gd name="connsiteX82" fmla="*/ 3693994 w 13158799"/>
              <a:gd name="connsiteY82" fmla="*/ 7893146 h 9456078"/>
              <a:gd name="connsiteX83" fmla="*/ 3728240 w 13158799"/>
              <a:gd name="connsiteY83" fmla="*/ 7857501 h 9456078"/>
              <a:gd name="connsiteX84" fmla="*/ 3762171 w 13158799"/>
              <a:gd name="connsiteY84" fmla="*/ 7821497 h 9456078"/>
              <a:gd name="connsiteX85" fmla="*/ 3795783 w 13158799"/>
              <a:gd name="connsiteY85" fmla="*/ 7785136 h 9456078"/>
              <a:gd name="connsiteX86" fmla="*/ 3829075 w 13158799"/>
              <a:gd name="connsiteY86" fmla="*/ 7748420 h 9456078"/>
              <a:gd name="connsiteX87" fmla="*/ 3862042 w 13158799"/>
              <a:gd name="connsiteY87" fmla="*/ 7711350 h 9456078"/>
              <a:gd name="connsiteX88" fmla="*/ 3894682 w 13158799"/>
              <a:gd name="connsiteY88" fmla="*/ 7673928 h 9456078"/>
              <a:gd name="connsiteX89" fmla="*/ 3926991 w 13158799"/>
              <a:gd name="connsiteY89" fmla="*/ 7636155 h 9456078"/>
              <a:gd name="connsiteX90" fmla="*/ 3958967 w 13158799"/>
              <a:gd name="connsiteY90" fmla="*/ 7598032 h 9456078"/>
              <a:gd name="connsiteX91" fmla="*/ 3990607 w 13158799"/>
              <a:gd name="connsiteY91" fmla="*/ 7559561 h 9456078"/>
              <a:gd name="connsiteX92" fmla="*/ 4021907 w 13158799"/>
              <a:gd name="connsiteY92" fmla="*/ 7520744 h 9456078"/>
              <a:gd name="connsiteX93" fmla="*/ 4052865 w 13158799"/>
              <a:gd name="connsiteY93" fmla="*/ 7481582 h 9456078"/>
              <a:gd name="connsiteX94" fmla="*/ 4083478 w 13158799"/>
              <a:gd name="connsiteY94" fmla="*/ 7442077 h 9456078"/>
              <a:gd name="connsiteX95" fmla="*/ 8022311 w 13158799"/>
              <a:gd name="connsiteY95" fmla="*/ 2307814 h 9456078"/>
              <a:gd name="connsiteX96" fmla="*/ 8052902 w 13158799"/>
              <a:gd name="connsiteY96" fmla="*/ 2268285 h 9456078"/>
              <a:gd name="connsiteX97" fmla="*/ 8083796 w 13158799"/>
              <a:gd name="connsiteY97" fmla="*/ 2229056 h 9456078"/>
              <a:gd name="connsiteX98" fmla="*/ 8114989 w 13158799"/>
              <a:gd name="connsiteY98" fmla="*/ 2190127 h 9456078"/>
              <a:gd name="connsiteX99" fmla="*/ 8146479 w 13158799"/>
              <a:gd name="connsiteY99" fmla="*/ 2151500 h 9456078"/>
              <a:gd name="connsiteX100" fmla="*/ 8178264 w 13158799"/>
              <a:gd name="connsiteY100" fmla="*/ 2113176 h 9456078"/>
              <a:gd name="connsiteX101" fmla="*/ 8210341 w 13158799"/>
              <a:gd name="connsiteY101" fmla="*/ 2075157 h 9456078"/>
              <a:gd name="connsiteX102" fmla="*/ 8242709 w 13158799"/>
              <a:gd name="connsiteY102" fmla="*/ 2037442 h 9456078"/>
              <a:gd name="connsiteX103" fmla="*/ 8275365 w 13158799"/>
              <a:gd name="connsiteY103" fmla="*/ 2000034 h 9456078"/>
              <a:gd name="connsiteX104" fmla="*/ 8308307 w 13158799"/>
              <a:gd name="connsiteY104" fmla="*/ 1962934 h 9456078"/>
              <a:gd name="connsiteX105" fmla="*/ 8341532 w 13158799"/>
              <a:gd name="connsiteY105" fmla="*/ 1926142 h 9456078"/>
              <a:gd name="connsiteX106" fmla="*/ 8375038 w 13158799"/>
              <a:gd name="connsiteY106" fmla="*/ 1889660 h 9456078"/>
              <a:gd name="connsiteX107" fmla="*/ 8408823 w 13158799"/>
              <a:gd name="connsiteY107" fmla="*/ 1853489 h 9456078"/>
              <a:gd name="connsiteX108" fmla="*/ 8442885 w 13158799"/>
              <a:gd name="connsiteY108" fmla="*/ 1817630 h 9456078"/>
              <a:gd name="connsiteX109" fmla="*/ 8477221 w 13158799"/>
              <a:gd name="connsiteY109" fmla="*/ 1782084 h 9456078"/>
              <a:gd name="connsiteX110" fmla="*/ 8511829 w 13158799"/>
              <a:gd name="connsiteY110" fmla="*/ 1746853 h 9456078"/>
              <a:gd name="connsiteX111" fmla="*/ 8546706 w 13158799"/>
              <a:gd name="connsiteY111" fmla="*/ 1711937 h 9456078"/>
              <a:gd name="connsiteX112" fmla="*/ 8581851 w 13158799"/>
              <a:gd name="connsiteY112" fmla="*/ 1677337 h 9456078"/>
              <a:gd name="connsiteX113" fmla="*/ 8617261 w 13158799"/>
              <a:gd name="connsiteY113" fmla="*/ 1643056 h 9456078"/>
              <a:gd name="connsiteX114" fmla="*/ 8652934 w 13158799"/>
              <a:gd name="connsiteY114" fmla="*/ 1609093 h 9456078"/>
              <a:gd name="connsiteX115" fmla="*/ 8688867 w 13158799"/>
              <a:gd name="connsiteY115" fmla="*/ 1575450 h 9456078"/>
              <a:gd name="connsiteX116" fmla="*/ 8725058 w 13158799"/>
              <a:gd name="connsiteY116" fmla="*/ 1542128 h 9456078"/>
              <a:gd name="connsiteX117" fmla="*/ 8761506 w 13158799"/>
              <a:gd name="connsiteY117" fmla="*/ 1509129 h 9456078"/>
              <a:gd name="connsiteX118" fmla="*/ 8798207 w 13158799"/>
              <a:gd name="connsiteY118" fmla="*/ 1476452 h 9456078"/>
              <a:gd name="connsiteX119" fmla="*/ 8835159 w 13158799"/>
              <a:gd name="connsiteY119" fmla="*/ 1444101 h 9456078"/>
              <a:gd name="connsiteX120" fmla="*/ 8872360 w 13158799"/>
              <a:gd name="connsiteY120" fmla="*/ 1412075 h 9456078"/>
              <a:gd name="connsiteX121" fmla="*/ 8909808 w 13158799"/>
              <a:gd name="connsiteY121" fmla="*/ 1380375 h 9456078"/>
              <a:gd name="connsiteX122" fmla="*/ 8947501 w 13158799"/>
              <a:gd name="connsiteY122" fmla="*/ 1349004 h 9456078"/>
              <a:gd name="connsiteX123" fmla="*/ 8985435 w 13158799"/>
              <a:gd name="connsiteY123" fmla="*/ 1317962 h 9456078"/>
              <a:gd name="connsiteX124" fmla="*/ 9023610 w 13158799"/>
              <a:gd name="connsiteY124" fmla="*/ 1287250 h 9456078"/>
              <a:gd name="connsiteX125" fmla="*/ 9062022 w 13158799"/>
              <a:gd name="connsiteY125" fmla="*/ 1256869 h 9456078"/>
              <a:gd name="connsiteX126" fmla="*/ 9100669 w 13158799"/>
              <a:gd name="connsiteY126" fmla="*/ 1226820 h 9456078"/>
              <a:gd name="connsiteX127" fmla="*/ 9139549 w 13158799"/>
              <a:gd name="connsiteY127" fmla="*/ 1197105 h 9456078"/>
              <a:gd name="connsiteX128" fmla="*/ 9178660 w 13158799"/>
              <a:gd name="connsiteY128" fmla="*/ 1167725 h 9456078"/>
              <a:gd name="connsiteX129" fmla="*/ 9217999 w 13158799"/>
              <a:gd name="connsiteY129" fmla="*/ 1138681 h 9456078"/>
              <a:gd name="connsiteX130" fmla="*/ 9257564 w 13158799"/>
              <a:gd name="connsiteY130" fmla="*/ 1109974 h 9456078"/>
              <a:gd name="connsiteX131" fmla="*/ 9297353 w 13158799"/>
              <a:gd name="connsiteY131" fmla="*/ 1081604 h 9456078"/>
              <a:gd name="connsiteX132" fmla="*/ 9337364 w 13158799"/>
              <a:gd name="connsiteY132" fmla="*/ 1053574 h 9456078"/>
              <a:gd name="connsiteX133" fmla="*/ 9377594 w 13158799"/>
              <a:gd name="connsiteY133" fmla="*/ 1025884 h 9456078"/>
              <a:gd name="connsiteX134" fmla="*/ 9418040 w 13158799"/>
              <a:gd name="connsiteY134" fmla="*/ 998536 h 9456078"/>
              <a:gd name="connsiteX135" fmla="*/ 9458702 w 13158799"/>
              <a:gd name="connsiteY135" fmla="*/ 971530 h 9456078"/>
              <a:gd name="connsiteX136" fmla="*/ 9499575 w 13158799"/>
              <a:gd name="connsiteY136" fmla="*/ 944868 h 9456078"/>
              <a:gd name="connsiteX137" fmla="*/ 9540659 w 13158799"/>
              <a:gd name="connsiteY137" fmla="*/ 918551 h 9456078"/>
              <a:gd name="connsiteX138" fmla="*/ 9581950 w 13158799"/>
              <a:gd name="connsiteY138" fmla="*/ 892580 h 9456078"/>
              <a:gd name="connsiteX139" fmla="*/ 9623447 w 13158799"/>
              <a:gd name="connsiteY139" fmla="*/ 866956 h 9456078"/>
              <a:gd name="connsiteX140" fmla="*/ 9665147 w 13158799"/>
              <a:gd name="connsiteY140" fmla="*/ 841681 h 9456078"/>
              <a:gd name="connsiteX141" fmla="*/ 9707048 w 13158799"/>
              <a:gd name="connsiteY141" fmla="*/ 816754 h 9456078"/>
              <a:gd name="connsiteX142" fmla="*/ 9749147 w 13158799"/>
              <a:gd name="connsiteY142" fmla="*/ 792179 h 9456078"/>
              <a:gd name="connsiteX143" fmla="*/ 9791443 w 13158799"/>
              <a:gd name="connsiteY143" fmla="*/ 767955 h 9456078"/>
              <a:gd name="connsiteX144" fmla="*/ 9833932 w 13158799"/>
              <a:gd name="connsiteY144" fmla="*/ 744083 h 9456078"/>
              <a:gd name="connsiteX145" fmla="*/ 9876613 w 13158799"/>
              <a:gd name="connsiteY145" fmla="*/ 720566 h 9456078"/>
              <a:gd name="connsiteX146" fmla="*/ 9919484 w 13158799"/>
              <a:gd name="connsiteY146" fmla="*/ 697404 h 9456078"/>
              <a:gd name="connsiteX147" fmla="*/ 9962542 w 13158799"/>
              <a:gd name="connsiteY147" fmla="*/ 674598 h 9456078"/>
              <a:gd name="connsiteX148" fmla="*/ 10005784 w 13158799"/>
              <a:gd name="connsiteY148" fmla="*/ 652149 h 9456078"/>
              <a:gd name="connsiteX149" fmla="*/ 10049209 w 13158799"/>
              <a:gd name="connsiteY149" fmla="*/ 630059 h 9456078"/>
              <a:gd name="connsiteX150" fmla="*/ 10092814 w 13158799"/>
              <a:gd name="connsiteY150" fmla="*/ 608328 h 9456078"/>
              <a:gd name="connsiteX151" fmla="*/ 10136597 w 13158799"/>
              <a:gd name="connsiteY151" fmla="*/ 586958 h 9456078"/>
              <a:gd name="connsiteX152" fmla="*/ 10180556 w 13158799"/>
              <a:gd name="connsiteY152" fmla="*/ 565950 h 9456078"/>
              <a:gd name="connsiteX153" fmla="*/ 10224688 w 13158799"/>
              <a:gd name="connsiteY153" fmla="*/ 545304 h 9456078"/>
              <a:gd name="connsiteX154" fmla="*/ 10268991 w 13158799"/>
              <a:gd name="connsiteY154" fmla="*/ 525023 h 9456078"/>
              <a:gd name="connsiteX155" fmla="*/ 10313463 w 13158799"/>
              <a:gd name="connsiteY155" fmla="*/ 505107 h 9456078"/>
              <a:gd name="connsiteX156" fmla="*/ 10358101 w 13158799"/>
              <a:gd name="connsiteY156" fmla="*/ 485558 h 9456078"/>
              <a:gd name="connsiteX157" fmla="*/ 10402903 w 13158799"/>
              <a:gd name="connsiteY157" fmla="*/ 466376 h 9456078"/>
              <a:gd name="connsiteX158" fmla="*/ 10447868 w 13158799"/>
              <a:gd name="connsiteY158" fmla="*/ 447563 h 9456078"/>
              <a:gd name="connsiteX159" fmla="*/ 10492991 w 13158799"/>
              <a:gd name="connsiteY159" fmla="*/ 429119 h 9456078"/>
              <a:gd name="connsiteX160" fmla="*/ 10538272 w 13158799"/>
              <a:gd name="connsiteY160" fmla="*/ 411046 h 9456078"/>
              <a:gd name="connsiteX161" fmla="*/ 10583708 w 13158799"/>
              <a:gd name="connsiteY161" fmla="*/ 393346 h 9456078"/>
              <a:gd name="connsiteX162" fmla="*/ 10629297 w 13158799"/>
              <a:gd name="connsiteY162" fmla="*/ 376018 h 9456078"/>
              <a:gd name="connsiteX163" fmla="*/ 10675036 w 13158799"/>
              <a:gd name="connsiteY163" fmla="*/ 359065 h 9456078"/>
              <a:gd name="connsiteX164" fmla="*/ 10720923 w 13158799"/>
              <a:gd name="connsiteY164" fmla="*/ 342487 h 9456078"/>
              <a:gd name="connsiteX165" fmla="*/ 10766956 w 13158799"/>
              <a:gd name="connsiteY165" fmla="*/ 326286 h 9456078"/>
              <a:gd name="connsiteX166" fmla="*/ 10813132 w 13158799"/>
              <a:gd name="connsiteY166" fmla="*/ 310462 h 9456078"/>
              <a:gd name="connsiteX167" fmla="*/ 10859450 w 13158799"/>
              <a:gd name="connsiteY167" fmla="*/ 295018 h 9456078"/>
              <a:gd name="connsiteX168" fmla="*/ 10905907 w 13158799"/>
              <a:gd name="connsiteY168" fmla="*/ 279953 h 9456078"/>
              <a:gd name="connsiteX169" fmla="*/ 10952500 w 13158799"/>
              <a:gd name="connsiteY169" fmla="*/ 265269 h 9456078"/>
              <a:gd name="connsiteX170" fmla="*/ 10999227 w 13158799"/>
              <a:gd name="connsiteY170" fmla="*/ 250968 h 9456078"/>
              <a:gd name="connsiteX171" fmla="*/ 11046087 w 13158799"/>
              <a:gd name="connsiteY171" fmla="*/ 237049 h 9456078"/>
              <a:gd name="connsiteX172" fmla="*/ 11093076 w 13158799"/>
              <a:gd name="connsiteY172" fmla="*/ 223516 h 9456078"/>
              <a:gd name="connsiteX173" fmla="*/ 11140193 w 13158799"/>
              <a:gd name="connsiteY173" fmla="*/ 210368 h 9456078"/>
              <a:gd name="connsiteX174" fmla="*/ 11187434 w 13158799"/>
              <a:gd name="connsiteY174" fmla="*/ 197606 h 9456078"/>
              <a:gd name="connsiteX175" fmla="*/ 11234799 w 13158799"/>
              <a:gd name="connsiteY175" fmla="*/ 185233 h 9456078"/>
              <a:gd name="connsiteX176" fmla="*/ 11282284 w 13158799"/>
              <a:gd name="connsiteY176" fmla="*/ 173248 h 9456078"/>
              <a:gd name="connsiteX177" fmla="*/ 11329888 w 13158799"/>
              <a:gd name="connsiteY177" fmla="*/ 161654 h 9456078"/>
              <a:gd name="connsiteX178" fmla="*/ 11377607 w 13158799"/>
              <a:gd name="connsiteY178" fmla="*/ 150451 h 9456078"/>
              <a:gd name="connsiteX179" fmla="*/ 11425440 w 13158799"/>
              <a:gd name="connsiteY179" fmla="*/ 139640 h 9456078"/>
              <a:gd name="connsiteX180" fmla="*/ 11473385 w 13158799"/>
              <a:gd name="connsiteY180" fmla="*/ 129223 h 9456078"/>
              <a:gd name="connsiteX181" fmla="*/ 11521439 w 13158799"/>
              <a:gd name="connsiteY181" fmla="*/ 119201 h 9456078"/>
              <a:gd name="connsiteX182" fmla="*/ 11569599 w 13158799"/>
              <a:gd name="connsiteY182" fmla="*/ 109574 h 9456078"/>
              <a:gd name="connsiteX183" fmla="*/ 11617864 w 13158799"/>
              <a:gd name="connsiteY183" fmla="*/ 100344 h 9456078"/>
              <a:gd name="connsiteX184" fmla="*/ 11666231 w 13158799"/>
              <a:gd name="connsiteY184" fmla="*/ 91512 h 9456078"/>
              <a:gd name="connsiteX185" fmla="*/ 11714698 w 13158799"/>
              <a:gd name="connsiteY185" fmla="*/ 83080 h 9456078"/>
              <a:gd name="connsiteX186" fmla="*/ 11763263 w 13158799"/>
              <a:gd name="connsiteY186" fmla="*/ 75047 h 9456078"/>
              <a:gd name="connsiteX187" fmla="*/ 11811923 w 13158799"/>
              <a:gd name="connsiteY187" fmla="*/ 67417 h 9456078"/>
              <a:gd name="connsiteX188" fmla="*/ 11860676 w 13158799"/>
              <a:gd name="connsiteY188" fmla="*/ 60188 h 9456078"/>
              <a:gd name="connsiteX189" fmla="*/ 11909519 w 13158799"/>
              <a:gd name="connsiteY189" fmla="*/ 53364 h 9456078"/>
              <a:gd name="connsiteX190" fmla="*/ 11958451 w 13158799"/>
              <a:gd name="connsiteY190" fmla="*/ 46944 h 9456078"/>
              <a:gd name="connsiteX191" fmla="*/ 12007470 w 13158799"/>
              <a:gd name="connsiteY191" fmla="*/ 40931 h 9456078"/>
              <a:gd name="connsiteX192" fmla="*/ 12056572 w 13158799"/>
              <a:gd name="connsiteY192" fmla="*/ 35324 h 9456078"/>
              <a:gd name="connsiteX193" fmla="*/ 12105756 w 13158799"/>
              <a:gd name="connsiteY193" fmla="*/ 30126 h 9456078"/>
              <a:gd name="connsiteX194" fmla="*/ 12155019 w 13158799"/>
              <a:gd name="connsiteY194" fmla="*/ 25337 h 9456078"/>
              <a:gd name="connsiteX195" fmla="*/ 12204359 w 13158799"/>
              <a:gd name="connsiteY195" fmla="*/ 20958 h 9456078"/>
              <a:gd name="connsiteX196" fmla="*/ 12253773 w 13158799"/>
              <a:gd name="connsiteY196" fmla="*/ 16991 h 9456078"/>
              <a:gd name="connsiteX197" fmla="*/ 12303260 w 13158799"/>
              <a:gd name="connsiteY197" fmla="*/ 13437 h 9456078"/>
              <a:gd name="connsiteX198" fmla="*/ 12352818 w 13158799"/>
              <a:gd name="connsiteY198" fmla="*/ 10297 h 9456078"/>
              <a:gd name="connsiteX199" fmla="*/ 12402443 w 13158799"/>
              <a:gd name="connsiteY199" fmla="*/ 7572 h 9456078"/>
              <a:gd name="connsiteX200" fmla="*/ 12452133 w 13158799"/>
              <a:gd name="connsiteY200" fmla="*/ 5263 h 9456078"/>
              <a:gd name="connsiteX201" fmla="*/ 12501887 w 13158799"/>
              <a:gd name="connsiteY201" fmla="*/ 3371 h 9456078"/>
              <a:gd name="connsiteX202" fmla="*/ 12551701 w 13158799"/>
              <a:gd name="connsiteY202" fmla="*/ 1898 h 9456078"/>
              <a:gd name="connsiteX203" fmla="*/ 12601574 w 13158799"/>
              <a:gd name="connsiteY203" fmla="*/ 844 h 9456078"/>
              <a:gd name="connsiteX204" fmla="*/ 12651504 w 13158799"/>
              <a:gd name="connsiteY204" fmla="*/ 211 h 9456078"/>
              <a:gd name="connsiteX205" fmla="*/ 12701487 w 13158799"/>
              <a:gd name="connsiteY205" fmla="*/ 0 h 9456078"/>
              <a:gd name="connsiteX206" fmla="*/ 13158798 w 13158799"/>
              <a:gd name="connsiteY206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76172 w 13158797"/>
              <a:gd name="connsiteY22" fmla="*/ 9319936 h 9456078"/>
              <a:gd name="connsiteX23" fmla="*/ 1223823 w 13158797"/>
              <a:gd name="connsiteY23" fmla="*/ 9308509 h 9456078"/>
              <a:gd name="connsiteX24" fmla="*/ 1271339 w 13158797"/>
              <a:gd name="connsiteY24" fmla="*/ 9296635 h 9456078"/>
              <a:gd name="connsiteX25" fmla="*/ 1318719 w 13158797"/>
              <a:gd name="connsiteY25" fmla="*/ 9284315 h 9456078"/>
              <a:gd name="connsiteX26" fmla="*/ 1365957 w 13158797"/>
              <a:gd name="connsiteY26" fmla="*/ 9271550 h 9456078"/>
              <a:gd name="connsiteX27" fmla="*/ 1413052 w 13158797"/>
              <a:gd name="connsiteY27" fmla="*/ 9258342 h 9456078"/>
              <a:gd name="connsiteX28" fmla="*/ 1460000 w 13158797"/>
              <a:gd name="connsiteY28" fmla="*/ 9244693 h 9456078"/>
              <a:gd name="connsiteX29" fmla="*/ 1506799 w 13158797"/>
              <a:gd name="connsiteY29" fmla="*/ 9230604 h 9456078"/>
              <a:gd name="connsiteX30" fmla="*/ 1553445 w 13158797"/>
              <a:gd name="connsiteY30" fmla="*/ 9216076 h 9456078"/>
              <a:gd name="connsiteX31" fmla="*/ 1599935 w 13158797"/>
              <a:gd name="connsiteY31" fmla="*/ 9201111 h 9456078"/>
              <a:gd name="connsiteX32" fmla="*/ 1646267 w 13158797"/>
              <a:gd name="connsiteY32" fmla="*/ 9185710 h 9456078"/>
              <a:gd name="connsiteX33" fmla="*/ 1692437 w 13158797"/>
              <a:gd name="connsiteY33" fmla="*/ 9169876 h 9456078"/>
              <a:gd name="connsiteX34" fmla="*/ 1738442 w 13158797"/>
              <a:gd name="connsiteY34" fmla="*/ 9153608 h 9456078"/>
              <a:gd name="connsiteX35" fmla="*/ 1784280 w 13158797"/>
              <a:gd name="connsiteY35" fmla="*/ 9136910 h 9456078"/>
              <a:gd name="connsiteX36" fmla="*/ 1829947 w 13158797"/>
              <a:gd name="connsiteY36" fmla="*/ 9119782 h 9456078"/>
              <a:gd name="connsiteX37" fmla="*/ 1875440 w 13158797"/>
              <a:gd name="connsiteY37" fmla="*/ 9102226 h 9456078"/>
              <a:gd name="connsiteX38" fmla="*/ 1920756 w 13158797"/>
              <a:gd name="connsiteY38" fmla="*/ 9084243 h 9456078"/>
              <a:gd name="connsiteX39" fmla="*/ 1965893 w 13158797"/>
              <a:gd name="connsiteY39" fmla="*/ 9065835 h 9456078"/>
              <a:gd name="connsiteX40" fmla="*/ 2055615 w 13158797"/>
              <a:gd name="connsiteY40" fmla="*/ 9027750 h 9456078"/>
              <a:gd name="connsiteX41" fmla="*/ 2100195 w 13158797"/>
              <a:gd name="connsiteY41" fmla="*/ 9008075 h 9456078"/>
              <a:gd name="connsiteX42" fmla="*/ 2144582 w 13158797"/>
              <a:gd name="connsiteY42" fmla="*/ 8987981 h 9456078"/>
              <a:gd name="connsiteX43" fmla="*/ 2188775 w 13158797"/>
              <a:gd name="connsiteY43" fmla="*/ 8967470 h 9456078"/>
              <a:gd name="connsiteX44" fmla="*/ 2232770 w 13158797"/>
              <a:gd name="connsiteY44" fmla="*/ 8946542 h 9456078"/>
              <a:gd name="connsiteX45" fmla="*/ 2276564 w 13158797"/>
              <a:gd name="connsiteY45" fmla="*/ 8925199 h 9456078"/>
              <a:gd name="connsiteX46" fmla="*/ 2320154 w 13158797"/>
              <a:gd name="connsiteY46" fmla="*/ 8903443 h 9456078"/>
              <a:gd name="connsiteX47" fmla="*/ 2363538 w 13158797"/>
              <a:gd name="connsiteY47" fmla="*/ 8881275 h 9456078"/>
              <a:gd name="connsiteX48" fmla="*/ 2406711 w 13158797"/>
              <a:gd name="connsiteY48" fmla="*/ 8858697 h 9456078"/>
              <a:gd name="connsiteX49" fmla="*/ 2449672 w 13158797"/>
              <a:gd name="connsiteY49" fmla="*/ 8835710 h 9456078"/>
              <a:gd name="connsiteX50" fmla="*/ 2492417 w 13158797"/>
              <a:gd name="connsiteY50" fmla="*/ 8812316 h 9456078"/>
              <a:gd name="connsiteX51" fmla="*/ 2534943 w 13158797"/>
              <a:gd name="connsiteY51" fmla="*/ 8788516 h 9456078"/>
              <a:gd name="connsiteX52" fmla="*/ 2577247 w 13158797"/>
              <a:gd name="connsiteY52" fmla="*/ 8764311 h 9456078"/>
              <a:gd name="connsiteX53" fmla="*/ 2619326 w 13158797"/>
              <a:gd name="connsiteY53" fmla="*/ 8739704 h 9456078"/>
              <a:gd name="connsiteX54" fmla="*/ 2661177 w 13158797"/>
              <a:gd name="connsiteY54" fmla="*/ 8714695 h 9456078"/>
              <a:gd name="connsiteX55" fmla="*/ 2702797 w 13158797"/>
              <a:gd name="connsiteY55" fmla="*/ 8689286 h 9456078"/>
              <a:gd name="connsiteX56" fmla="*/ 2744183 w 13158797"/>
              <a:gd name="connsiteY56" fmla="*/ 8663479 h 9456078"/>
              <a:gd name="connsiteX57" fmla="*/ 2785333 w 13158797"/>
              <a:gd name="connsiteY57" fmla="*/ 8637274 h 9456078"/>
              <a:gd name="connsiteX58" fmla="*/ 2826242 w 13158797"/>
              <a:gd name="connsiteY58" fmla="*/ 8610675 h 9456078"/>
              <a:gd name="connsiteX59" fmla="*/ 2866908 w 13158797"/>
              <a:gd name="connsiteY59" fmla="*/ 8583681 h 9456078"/>
              <a:gd name="connsiteX60" fmla="*/ 2907329 w 13158797"/>
              <a:gd name="connsiteY60" fmla="*/ 8556295 h 9456078"/>
              <a:gd name="connsiteX61" fmla="*/ 2947500 w 13158797"/>
              <a:gd name="connsiteY61" fmla="*/ 8528517 h 9456078"/>
              <a:gd name="connsiteX62" fmla="*/ 2987419 w 13158797"/>
              <a:gd name="connsiteY62" fmla="*/ 8500351 h 9456078"/>
              <a:gd name="connsiteX63" fmla="*/ 3027083 w 13158797"/>
              <a:gd name="connsiteY63" fmla="*/ 8471796 h 9456078"/>
              <a:gd name="connsiteX64" fmla="*/ 3066489 w 13158797"/>
              <a:gd name="connsiteY64" fmla="*/ 8442854 h 9456078"/>
              <a:gd name="connsiteX65" fmla="*/ 3105634 w 13158797"/>
              <a:gd name="connsiteY65" fmla="*/ 8413528 h 9456078"/>
              <a:gd name="connsiteX66" fmla="*/ 3144515 w 13158797"/>
              <a:gd name="connsiteY66" fmla="*/ 8383818 h 9456078"/>
              <a:gd name="connsiteX67" fmla="*/ 3183129 w 13158797"/>
              <a:gd name="connsiteY67" fmla="*/ 8353726 h 9456078"/>
              <a:gd name="connsiteX68" fmla="*/ 3221473 w 13158797"/>
              <a:gd name="connsiteY68" fmla="*/ 8323253 h 9456078"/>
              <a:gd name="connsiteX69" fmla="*/ 3259544 w 13158797"/>
              <a:gd name="connsiteY69" fmla="*/ 8292401 h 9456078"/>
              <a:gd name="connsiteX70" fmla="*/ 3297339 w 13158797"/>
              <a:gd name="connsiteY70" fmla="*/ 8261172 h 9456078"/>
              <a:gd name="connsiteX71" fmla="*/ 3334854 w 13158797"/>
              <a:gd name="connsiteY71" fmla="*/ 8229566 h 9456078"/>
              <a:gd name="connsiteX72" fmla="*/ 3372087 w 13158797"/>
              <a:gd name="connsiteY72" fmla="*/ 8197585 h 9456078"/>
              <a:gd name="connsiteX73" fmla="*/ 3409035 w 13158797"/>
              <a:gd name="connsiteY73" fmla="*/ 8165232 h 9456078"/>
              <a:gd name="connsiteX74" fmla="*/ 3445695 w 13158797"/>
              <a:gd name="connsiteY74" fmla="*/ 8132507 h 9456078"/>
              <a:gd name="connsiteX75" fmla="*/ 3482064 w 13158797"/>
              <a:gd name="connsiteY75" fmla="*/ 8099411 h 9456078"/>
              <a:gd name="connsiteX76" fmla="*/ 3518139 w 13158797"/>
              <a:gd name="connsiteY76" fmla="*/ 8065947 h 9456078"/>
              <a:gd name="connsiteX77" fmla="*/ 3553916 w 13158797"/>
              <a:gd name="connsiteY77" fmla="*/ 8032115 h 9456078"/>
              <a:gd name="connsiteX78" fmla="*/ 3589393 w 13158797"/>
              <a:gd name="connsiteY78" fmla="*/ 7997918 h 9456078"/>
              <a:gd name="connsiteX79" fmla="*/ 3624567 w 13158797"/>
              <a:gd name="connsiteY79" fmla="*/ 7963356 h 9456078"/>
              <a:gd name="connsiteX80" fmla="*/ 3659435 w 13158797"/>
              <a:gd name="connsiteY80" fmla="*/ 7928432 h 9456078"/>
              <a:gd name="connsiteX81" fmla="*/ 3693994 w 13158797"/>
              <a:gd name="connsiteY81" fmla="*/ 7893146 h 9456078"/>
              <a:gd name="connsiteX82" fmla="*/ 3728240 w 13158797"/>
              <a:gd name="connsiteY82" fmla="*/ 7857501 h 9456078"/>
              <a:gd name="connsiteX83" fmla="*/ 3762171 w 13158797"/>
              <a:gd name="connsiteY83" fmla="*/ 7821497 h 9456078"/>
              <a:gd name="connsiteX84" fmla="*/ 3795783 w 13158797"/>
              <a:gd name="connsiteY84" fmla="*/ 7785136 h 9456078"/>
              <a:gd name="connsiteX85" fmla="*/ 3829075 w 13158797"/>
              <a:gd name="connsiteY85" fmla="*/ 7748420 h 9456078"/>
              <a:gd name="connsiteX86" fmla="*/ 3862042 w 13158797"/>
              <a:gd name="connsiteY86" fmla="*/ 7711350 h 9456078"/>
              <a:gd name="connsiteX87" fmla="*/ 3894682 w 13158797"/>
              <a:gd name="connsiteY87" fmla="*/ 7673928 h 9456078"/>
              <a:gd name="connsiteX88" fmla="*/ 3926991 w 13158797"/>
              <a:gd name="connsiteY88" fmla="*/ 7636155 h 9456078"/>
              <a:gd name="connsiteX89" fmla="*/ 3958967 w 13158797"/>
              <a:gd name="connsiteY89" fmla="*/ 7598032 h 9456078"/>
              <a:gd name="connsiteX90" fmla="*/ 3990607 w 13158797"/>
              <a:gd name="connsiteY90" fmla="*/ 7559561 h 9456078"/>
              <a:gd name="connsiteX91" fmla="*/ 4021907 w 13158797"/>
              <a:gd name="connsiteY91" fmla="*/ 7520744 h 9456078"/>
              <a:gd name="connsiteX92" fmla="*/ 4052865 w 13158797"/>
              <a:gd name="connsiteY92" fmla="*/ 7481582 h 9456078"/>
              <a:gd name="connsiteX93" fmla="*/ 4083478 w 13158797"/>
              <a:gd name="connsiteY93" fmla="*/ 7442077 h 9456078"/>
              <a:gd name="connsiteX94" fmla="*/ 8022311 w 13158797"/>
              <a:gd name="connsiteY94" fmla="*/ 2307814 h 9456078"/>
              <a:gd name="connsiteX95" fmla="*/ 8052902 w 13158797"/>
              <a:gd name="connsiteY95" fmla="*/ 2268285 h 9456078"/>
              <a:gd name="connsiteX96" fmla="*/ 8083796 w 13158797"/>
              <a:gd name="connsiteY96" fmla="*/ 2229056 h 9456078"/>
              <a:gd name="connsiteX97" fmla="*/ 8114989 w 13158797"/>
              <a:gd name="connsiteY97" fmla="*/ 2190127 h 9456078"/>
              <a:gd name="connsiteX98" fmla="*/ 8146479 w 13158797"/>
              <a:gd name="connsiteY98" fmla="*/ 2151500 h 9456078"/>
              <a:gd name="connsiteX99" fmla="*/ 8178264 w 13158797"/>
              <a:gd name="connsiteY99" fmla="*/ 2113176 h 9456078"/>
              <a:gd name="connsiteX100" fmla="*/ 8210341 w 13158797"/>
              <a:gd name="connsiteY100" fmla="*/ 2075157 h 9456078"/>
              <a:gd name="connsiteX101" fmla="*/ 8242709 w 13158797"/>
              <a:gd name="connsiteY101" fmla="*/ 2037442 h 9456078"/>
              <a:gd name="connsiteX102" fmla="*/ 8275365 w 13158797"/>
              <a:gd name="connsiteY102" fmla="*/ 2000034 h 9456078"/>
              <a:gd name="connsiteX103" fmla="*/ 8308307 w 13158797"/>
              <a:gd name="connsiteY103" fmla="*/ 1962934 h 9456078"/>
              <a:gd name="connsiteX104" fmla="*/ 8341532 w 13158797"/>
              <a:gd name="connsiteY104" fmla="*/ 1926142 h 9456078"/>
              <a:gd name="connsiteX105" fmla="*/ 8375038 w 13158797"/>
              <a:gd name="connsiteY105" fmla="*/ 1889660 h 9456078"/>
              <a:gd name="connsiteX106" fmla="*/ 8408823 w 13158797"/>
              <a:gd name="connsiteY106" fmla="*/ 1853489 h 9456078"/>
              <a:gd name="connsiteX107" fmla="*/ 8442885 w 13158797"/>
              <a:gd name="connsiteY107" fmla="*/ 1817630 h 9456078"/>
              <a:gd name="connsiteX108" fmla="*/ 8477221 w 13158797"/>
              <a:gd name="connsiteY108" fmla="*/ 1782084 h 9456078"/>
              <a:gd name="connsiteX109" fmla="*/ 8511829 w 13158797"/>
              <a:gd name="connsiteY109" fmla="*/ 1746853 h 9456078"/>
              <a:gd name="connsiteX110" fmla="*/ 8546706 w 13158797"/>
              <a:gd name="connsiteY110" fmla="*/ 1711937 h 9456078"/>
              <a:gd name="connsiteX111" fmla="*/ 8581851 w 13158797"/>
              <a:gd name="connsiteY111" fmla="*/ 1677337 h 9456078"/>
              <a:gd name="connsiteX112" fmla="*/ 8617261 w 13158797"/>
              <a:gd name="connsiteY112" fmla="*/ 1643056 h 9456078"/>
              <a:gd name="connsiteX113" fmla="*/ 8652934 w 13158797"/>
              <a:gd name="connsiteY113" fmla="*/ 1609093 h 9456078"/>
              <a:gd name="connsiteX114" fmla="*/ 8688867 w 13158797"/>
              <a:gd name="connsiteY114" fmla="*/ 1575450 h 9456078"/>
              <a:gd name="connsiteX115" fmla="*/ 8725058 w 13158797"/>
              <a:gd name="connsiteY115" fmla="*/ 1542128 h 9456078"/>
              <a:gd name="connsiteX116" fmla="*/ 8761506 w 13158797"/>
              <a:gd name="connsiteY116" fmla="*/ 1509129 h 9456078"/>
              <a:gd name="connsiteX117" fmla="*/ 8798207 w 13158797"/>
              <a:gd name="connsiteY117" fmla="*/ 1476452 h 9456078"/>
              <a:gd name="connsiteX118" fmla="*/ 8835159 w 13158797"/>
              <a:gd name="connsiteY118" fmla="*/ 1444101 h 9456078"/>
              <a:gd name="connsiteX119" fmla="*/ 8872360 w 13158797"/>
              <a:gd name="connsiteY119" fmla="*/ 1412075 h 9456078"/>
              <a:gd name="connsiteX120" fmla="*/ 8909808 w 13158797"/>
              <a:gd name="connsiteY120" fmla="*/ 1380375 h 9456078"/>
              <a:gd name="connsiteX121" fmla="*/ 8947501 w 13158797"/>
              <a:gd name="connsiteY121" fmla="*/ 1349004 h 9456078"/>
              <a:gd name="connsiteX122" fmla="*/ 8985435 w 13158797"/>
              <a:gd name="connsiteY122" fmla="*/ 1317962 h 9456078"/>
              <a:gd name="connsiteX123" fmla="*/ 9023610 w 13158797"/>
              <a:gd name="connsiteY123" fmla="*/ 1287250 h 9456078"/>
              <a:gd name="connsiteX124" fmla="*/ 9062022 w 13158797"/>
              <a:gd name="connsiteY124" fmla="*/ 1256869 h 9456078"/>
              <a:gd name="connsiteX125" fmla="*/ 9100669 w 13158797"/>
              <a:gd name="connsiteY125" fmla="*/ 1226820 h 9456078"/>
              <a:gd name="connsiteX126" fmla="*/ 9139549 w 13158797"/>
              <a:gd name="connsiteY126" fmla="*/ 1197105 h 9456078"/>
              <a:gd name="connsiteX127" fmla="*/ 9178660 w 13158797"/>
              <a:gd name="connsiteY127" fmla="*/ 1167725 h 9456078"/>
              <a:gd name="connsiteX128" fmla="*/ 9217999 w 13158797"/>
              <a:gd name="connsiteY128" fmla="*/ 1138681 h 9456078"/>
              <a:gd name="connsiteX129" fmla="*/ 9257564 w 13158797"/>
              <a:gd name="connsiteY129" fmla="*/ 1109974 h 9456078"/>
              <a:gd name="connsiteX130" fmla="*/ 9297353 w 13158797"/>
              <a:gd name="connsiteY130" fmla="*/ 1081604 h 9456078"/>
              <a:gd name="connsiteX131" fmla="*/ 9337364 w 13158797"/>
              <a:gd name="connsiteY131" fmla="*/ 1053574 h 9456078"/>
              <a:gd name="connsiteX132" fmla="*/ 9377594 w 13158797"/>
              <a:gd name="connsiteY132" fmla="*/ 1025884 h 9456078"/>
              <a:gd name="connsiteX133" fmla="*/ 9418040 w 13158797"/>
              <a:gd name="connsiteY133" fmla="*/ 998536 h 9456078"/>
              <a:gd name="connsiteX134" fmla="*/ 9458702 w 13158797"/>
              <a:gd name="connsiteY134" fmla="*/ 971530 h 9456078"/>
              <a:gd name="connsiteX135" fmla="*/ 9499575 w 13158797"/>
              <a:gd name="connsiteY135" fmla="*/ 944868 h 9456078"/>
              <a:gd name="connsiteX136" fmla="*/ 9540659 w 13158797"/>
              <a:gd name="connsiteY136" fmla="*/ 918551 h 9456078"/>
              <a:gd name="connsiteX137" fmla="*/ 9581950 w 13158797"/>
              <a:gd name="connsiteY137" fmla="*/ 892580 h 9456078"/>
              <a:gd name="connsiteX138" fmla="*/ 9623447 w 13158797"/>
              <a:gd name="connsiteY138" fmla="*/ 866956 h 9456078"/>
              <a:gd name="connsiteX139" fmla="*/ 9665147 w 13158797"/>
              <a:gd name="connsiteY139" fmla="*/ 841681 h 9456078"/>
              <a:gd name="connsiteX140" fmla="*/ 9707048 w 13158797"/>
              <a:gd name="connsiteY140" fmla="*/ 816754 h 9456078"/>
              <a:gd name="connsiteX141" fmla="*/ 9749147 w 13158797"/>
              <a:gd name="connsiteY141" fmla="*/ 792179 h 9456078"/>
              <a:gd name="connsiteX142" fmla="*/ 9791443 w 13158797"/>
              <a:gd name="connsiteY142" fmla="*/ 767955 h 9456078"/>
              <a:gd name="connsiteX143" fmla="*/ 9833932 w 13158797"/>
              <a:gd name="connsiteY143" fmla="*/ 744083 h 9456078"/>
              <a:gd name="connsiteX144" fmla="*/ 9876613 w 13158797"/>
              <a:gd name="connsiteY144" fmla="*/ 720566 h 9456078"/>
              <a:gd name="connsiteX145" fmla="*/ 9919484 w 13158797"/>
              <a:gd name="connsiteY145" fmla="*/ 697404 h 9456078"/>
              <a:gd name="connsiteX146" fmla="*/ 9962542 w 13158797"/>
              <a:gd name="connsiteY146" fmla="*/ 674598 h 9456078"/>
              <a:gd name="connsiteX147" fmla="*/ 10005784 w 13158797"/>
              <a:gd name="connsiteY147" fmla="*/ 652149 h 9456078"/>
              <a:gd name="connsiteX148" fmla="*/ 10049209 w 13158797"/>
              <a:gd name="connsiteY148" fmla="*/ 630059 h 9456078"/>
              <a:gd name="connsiteX149" fmla="*/ 10092814 w 13158797"/>
              <a:gd name="connsiteY149" fmla="*/ 608328 h 9456078"/>
              <a:gd name="connsiteX150" fmla="*/ 10136597 w 13158797"/>
              <a:gd name="connsiteY150" fmla="*/ 586958 h 9456078"/>
              <a:gd name="connsiteX151" fmla="*/ 10180556 w 13158797"/>
              <a:gd name="connsiteY151" fmla="*/ 565950 h 9456078"/>
              <a:gd name="connsiteX152" fmla="*/ 10224688 w 13158797"/>
              <a:gd name="connsiteY152" fmla="*/ 545304 h 9456078"/>
              <a:gd name="connsiteX153" fmla="*/ 10268991 w 13158797"/>
              <a:gd name="connsiteY153" fmla="*/ 525023 h 9456078"/>
              <a:gd name="connsiteX154" fmla="*/ 10313463 w 13158797"/>
              <a:gd name="connsiteY154" fmla="*/ 505107 h 9456078"/>
              <a:gd name="connsiteX155" fmla="*/ 10358101 w 13158797"/>
              <a:gd name="connsiteY155" fmla="*/ 485558 h 9456078"/>
              <a:gd name="connsiteX156" fmla="*/ 10402903 w 13158797"/>
              <a:gd name="connsiteY156" fmla="*/ 466376 h 9456078"/>
              <a:gd name="connsiteX157" fmla="*/ 10447868 w 13158797"/>
              <a:gd name="connsiteY157" fmla="*/ 447563 h 9456078"/>
              <a:gd name="connsiteX158" fmla="*/ 10492991 w 13158797"/>
              <a:gd name="connsiteY158" fmla="*/ 429119 h 9456078"/>
              <a:gd name="connsiteX159" fmla="*/ 10538272 w 13158797"/>
              <a:gd name="connsiteY159" fmla="*/ 411046 h 9456078"/>
              <a:gd name="connsiteX160" fmla="*/ 10583708 w 13158797"/>
              <a:gd name="connsiteY160" fmla="*/ 393346 h 9456078"/>
              <a:gd name="connsiteX161" fmla="*/ 10629297 w 13158797"/>
              <a:gd name="connsiteY161" fmla="*/ 376018 h 9456078"/>
              <a:gd name="connsiteX162" fmla="*/ 10675036 w 13158797"/>
              <a:gd name="connsiteY162" fmla="*/ 359065 h 9456078"/>
              <a:gd name="connsiteX163" fmla="*/ 10720923 w 13158797"/>
              <a:gd name="connsiteY163" fmla="*/ 342487 h 9456078"/>
              <a:gd name="connsiteX164" fmla="*/ 10766956 w 13158797"/>
              <a:gd name="connsiteY164" fmla="*/ 326286 h 9456078"/>
              <a:gd name="connsiteX165" fmla="*/ 10813132 w 13158797"/>
              <a:gd name="connsiteY165" fmla="*/ 310462 h 9456078"/>
              <a:gd name="connsiteX166" fmla="*/ 10859450 w 13158797"/>
              <a:gd name="connsiteY166" fmla="*/ 295018 h 9456078"/>
              <a:gd name="connsiteX167" fmla="*/ 10905907 w 13158797"/>
              <a:gd name="connsiteY167" fmla="*/ 279953 h 9456078"/>
              <a:gd name="connsiteX168" fmla="*/ 10952500 w 13158797"/>
              <a:gd name="connsiteY168" fmla="*/ 265269 h 9456078"/>
              <a:gd name="connsiteX169" fmla="*/ 10999227 w 13158797"/>
              <a:gd name="connsiteY169" fmla="*/ 250968 h 9456078"/>
              <a:gd name="connsiteX170" fmla="*/ 11046087 w 13158797"/>
              <a:gd name="connsiteY170" fmla="*/ 237049 h 9456078"/>
              <a:gd name="connsiteX171" fmla="*/ 11093076 w 13158797"/>
              <a:gd name="connsiteY171" fmla="*/ 223516 h 9456078"/>
              <a:gd name="connsiteX172" fmla="*/ 11140193 w 13158797"/>
              <a:gd name="connsiteY172" fmla="*/ 210368 h 9456078"/>
              <a:gd name="connsiteX173" fmla="*/ 11187434 w 13158797"/>
              <a:gd name="connsiteY173" fmla="*/ 197606 h 9456078"/>
              <a:gd name="connsiteX174" fmla="*/ 11234799 w 13158797"/>
              <a:gd name="connsiteY174" fmla="*/ 185233 h 9456078"/>
              <a:gd name="connsiteX175" fmla="*/ 11282284 w 13158797"/>
              <a:gd name="connsiteY175" fmla="*/ 173248 h 9456078"/>
              <a:gd name="connsiteX176" fmla="*/ 11329888 w 13158797"/>
              <a:gd name="connsiteY176" fmla="*/ 161654 h 9456078"/>
              <a:gd name="connsiteX177" fmla="*/ 11377607 w 13158797"/>
              <a:gd name="connsiteY177" fmla="*/ 150451 h 9456078"/>
              <a:gd name="connsiteX178" fmla="*/ 11425440 w 13158797"/>
              <a:gd name="connsiteY178" fmla="*/ 139640 h 9456078"/>
              <a:gd name="connsiteX179" fmla="*/ 11473385 w 13158797"/>
              <a:gd name="connsiteY179" fmla="*/ 129223 h 9456078"/>
              <a:gd name="connsiteX180" fmla="*/ 11521439 w 13158797"/>
              <a:gd name="connsiteY180" fmla="*/ 119201 h 9456078"/>
              <a:gd name="connsiteX181" fmla="*/ 11569599 w 13158797"/>
              <a:gd name="connsiteY181" fmla="*/ 109574 h 9456078"/>
              <a:gd name="connsiteX182" fmla="*/ 11617864 w 13158797"/>
              <a:gd name="connsiteY182" fmla="*/ 100344 h 9456078"/>
              <a:gd name="connsiteX183" fmla="*/ 11666231 w 13158797"/>
              <a:gd name="connsiteY183" fmla="*/ 91512 h 9456078"/>
              <a:gd name="connsiteX184" fmla="*/ 11714698 w 13158797"/>
              <a:gd name="connsiteY184" fmla="*/ 83080 h 9456078"/>
              <a:gd name="connsiteX185" fmla="*/ 11763263 w 13158797"/>
              <a:gd name="connsiteY185" fmla="*/ 75047 h 9456078"/>
              <a:gd name="connsiteX186" fmla="*/ 11811923 w 13158797"/>
              <a:gd name="connsiteY186" fmla="*/ 67417 h 9456078"/>
              <a:gd name="connsiteX187" fmla="*/ 11860676 w 13158797"/>
              <a:gd name="connsiteY187" fmla="*/ 60188 h 9456078"/>
              <a:gd name="connsiteX188" fmla="*/ 11909519 w 13158797"/>
              <a:gd name="connsiteY188" fmla="*/ 53364 h 9456078"/>
              <a:gd name="connsiteX189" fmla="*/ 11958451 w 13158797"/>
              <a:gd name="connsiteY189" fmla="*/ 46944 h 9456078"/>
              <a:gd name="connsiteX190" fmla="*/ 12007470 w 13158797"/>
              <a:gd name="connsiteY190" fmla="*/ 40931 h 9456078"/>
              <a:gd name="connsiteX191" fmla="*/ 12056572 w 13158797"/>
              <a:gd name="connsiteY191" fmla="*/ 35324 h 9456078"/>
              <a:gd name="connsiteX192" fmla="*/ 12105756 w 13158797"/>
              <a:gd name="connsiteY192" fmla="*/ 30126 h 9456078"/>
              <a:gd name="connsiteX193" fmla="*/ 12155019 w 13158797"/>
              <a:gd name="connsiteY193" fmla="*/ 25337 h 9456078"/>
              <a:gd name="connsiteX194" fmla="*/ 12204359 w 13158797"/>
              <a:gd name="connsiteY194" fmla="*/ 20958 h 9456078"/>
              <a:gd name="connsiteX195" fmla="*/ 12253773 w 13158797"/>
              <a:gd name="connsiteY195" fmla="*/ 16991 h 9456078"/>
              <a:gd name="connsiteX196" fmla="*/ 12303260 w 13158797"/>
              <a:gd name="connsiteY196" fmla="*/ 13437 h 9456078"/>
              <a:gd name="connsiteX197" fmla="*/ 12352818 w 13158797"/>
              <a:gd name="connsiteY197" fmla="*/ 10297 h 9456078"/>
              <a:gd name="connsiteX198" fmla="*/ 12402443 w 13158797"/>
              <a:gd name="connsiteY198" fmla="*/ 7572 h 9456078"/>
              <a:gd name="connsiteX199" fmla="*/ 12452133 w 13158797"/>
              <a:gd name="connsiteY199" fmla="*/ 5263 h 9456078"/>
              <a:gd name="connsiteX200" fmla="*/ 12501887 w 13158797"/>
              <a:gd name="connsiteY200" fmla="*/ 3371 h 9456078"/>
              <a:gd name="connsiteX201" fmla="*/ 12551701 w 13158797"/>
              <a:gd name="connsiteY201" fmla="*/ 1898 h 9456078"/>
              <a:gd name="connsiteX202" fmla="*/ 12601574 w 13158797"/>
              <a:gd name="connsiteY202" fmla="*/ 844 h 9456078"/>
              <a:gd name="connsiteX203" fmla="*/ 12651504 w 13158797"/>
              <a:gd name="connsiteY203" fmla="*/ 211 h 9456078"/>
              <a:gd name="connsiteX204" fmla="*/ 12701487 w 13158797"/>
              <a:gd name="connsiteY204" fmla="*/ 0 h 9456078"/>
              <a:gd name="connsiteX205" fmla="*/ 13158798 w 13158797"/>
              <a:gd name="connsiteY205" fmla="*/ 0 h 94560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</a:cxnLst>
            <a:rect l="l" t="t" r="r" b="b"/>
            <a:pathLst>
              <a:path w="13158797" h="9456078">
                <a:moveTo>
                  <a:pt x="0" y="9456078"/>
                </a:moveTo>
                <a:lnTo>
                  <a:pt x="49977" y="9455836"/>
                </a:lnTo>
                <a:lnTo>
                  <a:pt x="99893" y="9455111"/>
                </a:lnTo>
                <a:lnTo>
                  <a:pt x="149742" y="9453904"/>
                </a:lnTo>
                <a:lnTo>
                  <a:pt x="199524" y="9452217"/>
                </a:lnTo>
                <a:lnTo>
                  <a:pt x="298870" y="9447409"/>
                </a:lnTo>
                <a:lnTo>
                  <a:pt x="348429" y="9444290"/>
                </a:lnTo>
                <a:lnTo>
                  <a:pt x="397907" y="9440698"/>
                </a:lnTo>
                <a:lnTo>
                  <a:pt x="447302" y="9436632"/>
                </a:lnTo>
                <a:lnTo>
                  <a:pt x="496610" y="9432096"/>
                </a:lnTo>
                <a:lnTo>
                  <a:pt x="545829" y="9427089"/>
                </a:lnTo>
                <a:lnTo>
                  <a:pt x="594956" y="9421615"/>
                </a:lnTo>
                <a:lnTo>
                  <a:pt x="643987" y="9415673"/>
                </a:lnTo>
                <a:lnTo>
                  <a:pt x="692920" y="9409267"/>
                </a:lnTo>
                <a:lnTo>
                  <a:pt x="741751" y="9402396"/>
                </a:lnTo>
                <a:lnTo>
                  <a:pt x="790478" y="9395063"/>
                </a:lnTo>
                <a:lnTo>
                  <a:pt x="839098" y="9387270"/>
                </a:lnTo>
                <a:lnTo>
                  <a:pt x="887607" y="9379017"/>
                </a:lnTo>
                <a:lnTo>
                  <a:pt x="936002" y="9370306"/>
                </a:lnTo>
                <a:lnTo>
                  <a:pt x="984281" y="9361139"/>
                </a:lnTo>
                <a:lnTo>
                  <a:pt x="1032440" y="9351517"/>
                </a:lnTo>
                <a:lnTo>
                  <a:pt x="1080477" y="9341441"/>
                </a:lnTo>
                <a:lnTo>
                  <a:pt x="1176172" y="9319936"/>
                </a:lnTo>
                <a:lnTo>
                  <a:pt x="1223823" y="9308509"/>
                </a:lnTo>
                <a:lnTo>
                  <a:pt x="1271339" y="9296635"/>
                </a:lnTo>
                <a:lnTo>
                  <a:pt x="1318719" y="9284315"/>
                </a:lnTo>
                <a:lnTo>
                  <a:pt x="1365957" y="9271550"/>
                </a:lnTo>
                <a:lnTo>
                  <a:pt x="1413052" y="9258342"/>
                </a:lnTo>
                <a:lnTo>
                  <a:pt x="1460000" y="9244693"/>
                </a:lnTo>
                <a:lnTo>
                  <a:pt x="1506799" y="9230604"/>
                </a:lnTo>
                <a:lnTo>
                  <a:pt x="1553445" y="9216076"/>
                </a:lnTo>
                <a:lnTo>
                  <a:pt x="1599935" y="9201111"/>
                </a:lnTo>
                <a:lnTo>
                  <a:pt x="1646267" y="9185710"/>
                </a:lnTo>
                <a:lnTo>
                  <a:pt x="1692437" y="9169876"/>
                </a:lnTo>
                <a:lnTo>
                  <a:pt x="1738442" y="9153608"/>
                </a:lnTo>
                <a:lnTo>
                  <a:pt x="1784280" y="9136910"/>
                </a:lnTo>
                <a:lnTo>
                  <a:pt x="1829947" y="9119782"/>
                </a:lnTo>
                <a:lnTo>
                  <a:pt x="1875440" y="9102226"/>
                </a:lnTo>
                <a:lnTo>
                  <a:pt x="1920756" y="9084243"/>
                </a:lnTo>
                <a:lnTo>
                  <a:pt x="1965893" y="9065835"/>
                </a:lnTo>
                <a:lnTo>
                  <a:pt x="2055615" y="9027750"/>
                </a:lnTo>
                <a:lnTo>
                  <a:pt x="2100195" y="9008075"/>
                </a:lnTo>
                <a:lnTo>
                  <a:pt x="2144582" y="8987981"/>
                </a:lnTo>
                <a:lnTo>
                  <a:pt x="2188775" y="8967470"/>
                </a:lnTo>
                <a:lnTo>
                  <a:pt x="2232770" y="8946542"/>
                </a:lnTo>
                <a:lnTo>
                  <a:pt x="2276564" y="8925199"/>
                </a:lnTo>
                <a:lnTo>
                  <a:pt x="2320154" y="8903443"/>
                </a:lnTo>
                <a:lnTo>
                  <a:pt x="2363538" y="8881275"/>
                </a:lnTo>
                <a:lnTo>
                  <a:pt x="2406711" y="8858697"/>
                </a:lnTo>
                <a:lnTo>
                  <a:pt x="2449672" y="8835710"/>
                </a:lnTo>
                <a:lnTo>
                  <a:pt x="2492417" y="8812316"/>
                </a:lnTo>
                <a:lnTo>
                  <a:pt x="2534943" y="8788516"/>
                </a:lnTo>
                <a:lnTo>
                  <a:pt x="2577247" y="8764311"/>
                </a:lnTo>
                <a:lnTo>
                  <a:pt x="2619326" y="8739704"/>
                </a:lnTo>
                <a:lnTo>
                  <a:pt x="2661177" y="8714695"/>
                </a:lnTo>
                <a:lnTo>
                  <a:pt x="2702797" y="8689286"/>
                </a:lnTo>
                <a:lnTo>
                  <a:pt x="2744183" y="8663479"/>
                </a:lnTo>
                <a:lnTo>
                  <a:pt x="2785333" y="8637274"/>
                </a:lnTo>
                <a:lnTo>
                  <a:pt x="2826242" y="8610675"/>
                </a:lnTo>
                <a:lnTo>
                  <a:pt x="2866908" y="8583681"/>
                </a:lnTo>
                <a:lnTo>
                  <a:pt x="2907329" y="8556295"/>
                </a:lnTo>
                <a:lnTo>
                  <a:pt x="2947500" y="8528517"/>
                </a:lnTo>
                <a:lnTo>
                  <a:pt x="2987419" y="8500351"/>
                </a:lnTo>
                <a:lnTo>
                  <a:pt x="3027083" y="8471796"/>
                </a:lnTo>
                <a:lnTo>
                  <a:pt x="3066489" y="8442854"/>
                </a:lnTo>
                <a:lnTo>
                  <a:pt x="3105634" y="8413528"/>
                </a:lnTo>
                <a:lnTo>
                  <a:pt x="3144515" y="8383818"/>
                </a:lnTo>
                <a:lnTo>
                  <a:pt x="3183129" y="8353726"/>
                </a:lnTo>
                <a:lnTo>
                  <a:pt x="3221473" y="8323253"/>
                </a:lnTo>
                <a:lnTo>
                  <a:pt x="3259544" y="8292401"/>
                </a:lnTo>
                <a:lnTo>
                  <a:pt x="3297339" y="8261172"/>
                </a:lnTo>
                <a:lnTo>
                  <a:pt x="3334854" y="8229566"/>
                </a:lnTo>
                <a:lnTo>
                  <a:pt x="3372087" y="8197585"/>
                </a:lnTo>
                <a:lnTo>
                  <a:pt x="3409035" y="8165232"/>
                </a:lnTo>
                <a:lnTo>
                  <a:pt x="3445695" y="8132507"/>
                </a:lnTo>
                <a:lnTo>
                  <a:pt x="3482064" y="8099411"/>
                </a:lnTo>
                <a:lnTo>
                  <a:pt x="3518139" y="8065947"/>
                </a:lnTo>
                <a:lnTo>
                  <a:pt x="3553916" y="8032115"/>
                </a:lnTo>
                <a:lnTo>
                  <a:pt x="3589393" y="7997918"/>
                </a:lnTo>
                <a:lnTo>
                  <a:pt x="3624567" y="7963356"/>
                </a:lnTo>
                <a:lnTo>
                  <a:pt x="3659435" y="7928432"/>
                </a:lnTo>
                <a:lnTo>
                  <a:pt x="3693994" y="7893146"/>
                </a:lnTo>
                <a:lnTo>
                  <a:pt x="3728240" y="7857501"/>
                </a:lnTo>
                <a:lnTo>
                  <a:pt x="3762171" y="7821497"/>
                </a:lnTo>
                <a:lnTo>
                  <a:pt x="3795783" y="7785136"/>
                </a:lnTo>
                <a:lnTo>
                  <a:pt x="3829075" y="7748420"/>
                </a:lnTo>
                <a:lnTo>
                  <a:pt x="3862042" y="7711350"/>
                </a:lnTo>
                <a:lnTo>
                  <a:pt x="3894682" y="7673928"/>
                </a:lnTo>
                <a:lnTo>
                  <a:pt x="3926991" y="7636155"/>
                </a:lnTo>
                <a:lnTo>
                  <a:pt x="3958967" y="7598032"/>
                </a:lnTo>
                <a:lnTo>
                  <a:pt x="3990607" y="7559561"/>
                </a:lnTo>
                <a:lnTo>
                  <a:pt x="4021907" y="7520744"/>
                </a:lnTo>
                <a:lnTo>
                  <a:pt x="4052865" y="7481582"/>
                </a:lnTo>
                <a:lnTo>
                  <a:pt x="4083478" y="7442077"/>
                </a:lnTo>
                <a:lnTo>
                  <a:pt x="8022311" y="2307814"/>
                </a:lnTo>
                <a:lnTo>
                  <a:pt x="8052902" y="2268285"/>
                </a:lnTo>
                <a:lnTo>
                  <a:pt x="8083796" y="2229056"/>
                </a:lnTo>
                <a:lnTo>
                  <a:pt x="8114989" y="2190127"/>
                </a:lnTo>
                <a:lnTo>
                  <a:pt x="8146479" y="2151500"/>
                </a:lnTo>
                <a:lnTo>
                  <a:pt x="8178264" y="2113176"/>
                </a:lnTo>
                <a:lnTo>
                  <a:pt x="8210341" y="2075157"/>
                </a:lnTo>
                <a:lnTo>
                  <a:pt x="8242709" y="2037442"/>
                </a:lnTo>
                <a:lnTo>
                  <a:pt x="8275365" y="2000034"/>
                </a:lnTo>
                <a:lnTo>
                  <a:pt x="8308307" y="1962934"/>
                </a:lnTo>
                <a:lnTo>
                  <a:pt x="8341532" y="1926142"/>
                </a:lnTo>
                <a:lnTo>
                  <a:pt x="8375038" y="1889660"/>
                </a:lnTo>
                <a:lnTo>
                  <a:pt x="8408823" y="1853489"/>
                </a:lnTo>
                <a:lnTo>
                  <a:pt x="8442885" y="1817630"/>
                </a:lnTo>
                <a:lnTo>
                  <a:pt x="8477221" y="1782084"/>
                </a:lnTo>
                <a:lnTo>
                  <a:pt x="8511829" y="1746853"/>
                </a:lnTo>
                <a:lnTo>
                  <a:pt x="8546706" y="1711937"/>
                </a:lnTo>
                <a:lnTo>
                  <a:pt x="8581851" y="1677337"/>
                </a:lnTo>
                <a:lnTo>
                  <a:pt x="8617261" y="1643056"/>
                </a:lnTo>
                <a:lnTo>
                  <a:pt x="8652934" y="1609093"/>
                </a:lnTo>
                <a:lnTo>
                  <a:pt x="8688867" y="1575450"/>
                </a:lnTo>
                <a:lnTo>
                  <a:pt x="8725058" y="1542128"/>
                </a:lnTo>
                <a:lnTo>
                  <a:pt x="8761506" y="1509129"/>
                </a:lnTo>
                <a:lnTo>
                  <a:pt x="8798207" y="1476452"/>
                </a:lnTo>
                <a:lnTo>
                  <a:pt x="8835159" y="1444101"/>
                </a:lnTo>
                <a:lnTo>
                  <a:pt x="8872360" y="1412075"/>
                </a:lnTo>
                <a:lnTo>
                  <a:pt x="8909808" y="1380375"/>
                </a:lnTo>
                <a:lnTo>
                  <a:pt x="8947501" y="1349004"/>
                </a:lnTo>
                <a:lnTo>
                  <a:pt x="8985435" y="1317962"/>
                </a:lnTo>
                <a:lnTo>
                  <a:pt x="9023610" y="1287250"/>
                </a:lnTo>
                <a:lnTo>
                  <a:pt x="9062022" y="1256869"/>
                </a:lnTo>
                <a:lnTo>
                  <a:pt x="9100669" y="1226820"/>
                </a:lnTo>
                <a:lnTo>
                  <a:pt x="9139549" y="1197105"/>
                </a:lnTo>
                <a:lnTo>
                  <a:pt x="9178660" y="1167725"/>
                </a:lnTo>
                <a:lnTo>
                  <a:pt x="9217999" y="1138681"/>
                </a:lnTo>
                <a:lnTo>
                  <a:pt x="9257564" y="1109974"/>
                </a:lnTo>
                <a:lnTo>
                  <a:pt x="9297353" y="1081604"/>
                </a:lnTo>
                <a:lnTo>
                  <a:pt x="9337364" y="1053574"/>
                </a:lnTo>
                <a:lnTo>
                  <a:pt x="9377594" y="1025884"/>
                </a:lnTo>
                <a:lnTo>
                  <a:pt x="9418040" y="998536"/>
                </a:lnTo>
                <a:lnTo>
                  <a:pt x="9458702" y="971530"/>
                </a:lnTo>
                <a:lnTo>
                  <a:pt x="9499575" y="944868"/>
                </a:lnTo>
                <a:lnTo>
                  <a:pt x="9540659" y="918551"/>
                </a:lnTo>
                <a:lnTo>
                  <a:pt x="9581950" y="892580"/>
                </a:lnTo>
                <a:lnTo>
                  <a:pt x="9623447" y="866956"/>
                </a:lnTo>
                <a:lnTo>
                  <a:pt x="9665147" y="841681"/>
                </a:lnTo>
                <a:lnTo>
                  <a:pt x="9707048" y="816754"/>
                </a:lnTo>
                <a:lnTo>
                  <a:pt x="9749147" y="792179"/>
                </a:lnTo>
                <a:lnTo>
                  <a:pt x="9791443" y="767955"/>
                </a:lnTo>
                <a:lnTo>
                  <a:pt x="9833932" y="744083"/>
                </a:lnTo>
                <a:lnTo>
                  <a:pt x="9876613" y="720566"/>
                </a:lnTo>
                <a:lnTo>
                  <a:pt x="9919484" y="697404"/>
                </a:lnTo>
                <a:lnTo>
                  <a:pt x="9962542" y="674598"/>
                </a:lnTo>
                <a:lnTo>
                  <a:pt x="10005784" y="652149"/>
                </a:lnTo>
                <a:lnTo>
                  <a:pt x="10049209" y="630059"/>
                </a:lnTo>
                <a:lnTo>
                  <a:pt x="10092814" y="608328"/>
                </a:lnTo>
                <a:lnTo>
                  <a:pt x="10136597" y="586958"/>
                </a:lnTo>
                <a:lnTo>
                  <a:pt x="10180556" y="565950"/>
                </a:lnTo>
                <a:lnTo>
                  <a:pt x="10224688" y="545304"/>
                </a:lnTo>
                <a:lnTo>
                  <a:pt x="10268991" y="525023"/>
                </a:lnTo>
                <a:lnTo>
                  <a:pt x="10313463" y="505107"/>
                </a:lnTo>
                <a:lnTo>
                  <a:pt x="10358101" y="485558"/>
                </a:lnTo>
                <a:lnTo>
                  <a:pt x="10402903" y="466376"/>
                </a:lnTo>
                <a:lnTo>
                  <a:pt x="10447868" y="447563"/>
                </a:lnTo>
                <a:lnTo>
                  <a:pt x="10492991" y="429119"/>
                </a:lnTo>
                <a:lnTo>
                  <a:pt x="10538272" y="411046"/>
                </a:lnTo>
                <a:lnTo>
                  <a:pt x="10583708" y="393346"/>
                </a:lnTo>
                <a:lnTo>
                  <a:pt x="10629297" y="376018"/>
                </a:lnTo>
                <a:lnTo>
                  <a:pt x="10675036" y="359065"/>
                </a:lnTo>
                <a:lnTo>
                  <a:pt x="10720923" y="342487"/>
                </a:lnTo>
                <a:lnTo>
                  <a:pt x="10766956" y="326286"/>
                </a:lnTo>
                <a:lnTo>
                  <a:pt x="10813132" y="310462"/>
                </a:lnTo>
                <a:lnTo>
                  <a:pt x="10859450" y="295018"/>
                </a:lnTo>
                <a:lnTo>
                  <a:pt x="10905907" y="279953"/>
                </a:lnTo>
                <a:lnTo>
                  <a:pt x="10952500" y="265269"/>
                </a:lnTo>
                <a:lnTo>
                  <a:pt x="10999227" y="250968"/>
                </a:lnTo>
                <a:lnTo>
                  <a:pt x="11046087" y="237049"/>
                </a:lnTo>
                <a:lnTo>
                  <a:pt x="11093076" y="223516"/>
                </a:lnTo>
                <a:lnTo>
                  <a:pt x="11140193" y="210368"/>
                </a:lnTo>
                <a:lnTo>
                  <a:pt x="11187434" y="197606"/>
                </a:lnTo>
                <a:lnTo>
                  <a:pt x="11234799" y="185233"/>
                </a:lnTo>
                <a:lnTo>
                  <a:pt x="11282284" y="173248"/>
                </a:lnTo>
                <a:lnTo>
                  <a:pt x="11329888" y="161654"/>
                </a:lnTo>
                <a:lnTo>
                  <a:pt x="11377607" y="150451"/>
                </a:lnTo>
                <a:lnTo>
                  <a:pt x="11425440" y="139640"/>
                </a:lnTo>
                <a:lnTo>
                  <a:pt x="11473385" y="129223"/>
                </a:lnTo>
                <a:lnTo>
                  <a:pt x="11521439" y="119201"/>
                </a:lnTo>
                <a:lnTo>
                  <a:pt x="11569599" y="109574"/>
                </a:lnTo>
                <a:lnTo>
                  <a:pt x="11617864" y="100344"/>
                </a:lnTo>
                <a:lnTo>
                  <a:pt x="11666231" y="91512"/>
                </a:lnTo>
                <a:lnTo>
                  <a:pt x="11714698" y="83080"/>
                </a:lnTo>
                <a:lnTo>
                  <a:pt x="11763263" y="75047"/>
                </a:lnTo>
                <a:lnTo>
                  <a:pt x="11811923" y="67417"/>
                </a:lnTo>
                <a:lnTo>
                  <a:pt x="11860676" y="60188"/>
                </a:lnTo>
                <a:lnTo>
                  <a:pt x="11909519" y="53364"/>
                </a:lnTo>
                <a:lnTo>
                  <a:pt x="11958451" y="46944"/>
                </a:lnTo>
                <a:lnTo>
                  <a:pt x="12007470" y="40931"/>
                </a:lnTo>
                <a:lnTo>
                  <a:pt x="12056572" y="35324"/>
                </a:lnTo>
                <a:lnTo>
                  <a:pt x="12105756" y="30126"/>
                </a:lnTo>
                <a:lnTo>
                  <a:pt x="12155019" y="25337"/>
                </a:lnTo>
                <a:lnTo>
                  <a:pt x="12204359" y="20958"/>
                </a:lnTo>
                <a:lnTo>
                  <a:pt x="12253773" y="16991"/>
                </a:lnTo>
                <a:lnTo>
                  <a:pt x="12303260" y="13437"/>
                </a:lnTo>
                <a:lnTo>
                  <a:pt x="12352818" y="10297"/>
                </a:lnTo>
                <a:lnTo>
                  <a:pt x="12402443" y="7572"/>
                </a:lnTo>
                <a:lnTo>
                  <a:pt x="12452133" y="5263"/>
                </a:lnTo>
                <a:lnTo>
                  <a:pt x="12501887" y="3371"/>
                </a:lnTo>
                <a:lnTo>
                  <a:pt x="12551701" y="1898"/>
                </a:lnTo>
                <a:lnTo>
                  <a:pt x="12601574" y="844"/>
                </a:lnTo>
                <a:lnTo>
                  <a:pt x="12651504" y="211"/>
                </a:lnTo>
                <a:lnTo>
                  <a:pt x="12701487" y="0"/>
                </a:lnTo>
                <a:lnTo>
                  <a:pt x="13158798" y="0"/>
                </a:lnTo>
              </a:path>
            </a:pathLst>
          </a:custGeom>
          <a:ln w="19050">
            <a:gradFill>
              <a:gsLst>
                <a:gs pos="18000">
                  <a:schemeClr val="accent2"/>
                </a:gs>
                <a:gs pos="0">
                  <a:schemeClr val="bg1">
                    <a:alpha val="0"/>
                  </a:schemeClr>
                </a:gs>
              </a:gsLst>
              <a:lin ang="5400000" scaled="0"/>
            </a:gradFill>
          </a:ln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4658A386-52FA-00C7-C721-432D2FB1ADAA}"/>
              </a:ext>
            </a:extLst>
          </p:cNvPr>
          <p:cNvCxnSpPr>
            <a:cxnSpLocks/>
          </p:cNvCxnSpPr>
          <p:nvPr/>
        </p:nvCxnSpPr>
        <p:spPr>
          <a:xfrm flipH="1">
            <a:off x="334962" y="6678798"/>
            <a:ext cx="10980001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09019341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065">
          <p15:clr>
            <a:srgbClr val="FBAE40"/>
          </p15:clr>
        </p15:guide>
        <p15:guide id="2" pos="211">
          <p15:clr>
            <a:srgbClr val="FBAE40"/>
          </p15:clr>
        </p15:guide>
        <p15:guide id="3" orient="horz" pos="3997">
          <p15:clr>
            <a:srgbClr val="FBAE40"/>
          </p15:clr>
        </p15:guide>
        <p15:guide id="4" pos="7469">
          <p15:clr>
            <a:srgbClr val="FBAE40"/>
          </p15:clr>
        </p15:guide>
        <p15:guide id="5" orient="horz" pos="232">
          <p15:clr>
            <a:srgbClr val="FBAE40"/>
          </p15:clr>
        </p15:guide>
        <p15:guide id="6" orient="horz" pos="504">
          <p15:clr>
            <a:srgbClr val="FBAE40"/>
          </p15:clr>
        </p15:guide>
        <p15:guide id="7" orient="horz" pos="799">
          <p15:clr>
            <a:srgbClr val="FBAE40"/>
          </p15:clr>
        </p15:guide>
      </p15:sldGuideLst>
    </p:ext>
  </p:extLst>
</p:sldLayout>
</file>

<file path=ppt/slideLayouts/slideLayout110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1_Título | 1 linha - Branco 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509521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defRPr sz="11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tx1">
                    <a:lumMod val="85000"/>
                    <a:lumOff val="15000"/>
                  </a:schemeClr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defRPr sz="900" baseline="0">
                <a:solidFill>
                  <a:schemeClr val="tx1">
                    <a:lumMod val="85000"/>
                    <a:lumOff val="15000"/>
                  </a:schemeClr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2" name="Text Placeholder 8">
            <a:extLst>
              <a:ext uri="{FF2B5EF4-FFF2-40B4-BE49-F238E27FC236}">
                <a16:creationId xmlns:a16="http://schemas.microsoft.com/office/drawing/2014/main" id="{7A7A9582-3614-801A-785B-273FCD3E092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3" y="1949414"/>
            <a:ext cx="11522075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tx1">
                    <a:lumMod val="85000"/>
                    <a:lumOff val="15000"/>
                  </a:schemeClr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2" y="1518527"/>
            <a:ext cx="11522585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Picture 8">
            <a:extLst>
              <a:ext uri="{FF2B5EF4-FFF2-40B4-BE49-F238E27FC236}">
                <a16:creationId xmlns:a16="http://schemas.microsoft.com/office/drawing/2014/main" id="{9429EAB7-9C7C-DB55-2137-57D6FB3CA32A}"/>
              </a:ext>
            </a:extLst>
          </p:cNvPr>
          <p:cNvSpPr/>
          <p:nvPr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tx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/>
          </a:p>
        </p:txBody>
      </p: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39C03017-6CEE-FFFF-8135-D661C0DBBC37}"/>
              </a:ext>
            </a:extLst>
          </p:cNvPr>
          <p:cNvCxnSpPr>
            <a:cxnSpLocks/>
          </p:cNvCxnSpPr>
          <p:nvPr/>
        </p:nvCxnSpPr>
        <p:spPr>
          <a:xfrm>
            <a:off x="0" y="169333"/>
            <a:ext cx="12229571" cy="0"/>
          </a:xfrm>
          <a:prstGeom prst="line">
            <a:avLst/>
          </a:prstGeom>
          <a:ln w="190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object 4">
            <a:extLst>
              <a:ext uri="{FF2B5EF4-FFF2-40B4-BE49-F238E27FC236}">
                <a16:creationId xmlns:a16="http://schemas.microsoft.com/office/drawing/2014/main" id="{364C00B2-B10F-B792-45F6-A57A8A301C42}"/>
              </a:ext>
            </a:extLst>
          </p:cNvPr>
          <p:cNvSpPr/>
          <p:nvPr/>
        </p:nvSpPr>
        <p:spPr>
          <a:xfrm rot="10247908" flipH="1">
            <a:off x="4106509" y="-4146683"/>
            <a:ext cx="8001039" cy="5749648"/>
          </a:xfrm>
          <a:custGeom>
            <a:avLst/>
            <a:gdLst>
              <a:gd name="connsiteX0" fmla="*/ 0 w 13940157"/>
              <a:gd name="connsiteY0" fmla="*/ 9200719 h 9456078"/>
              <a:gd name="connsiteX1" fmla="*/ 781360 w 13940157"/>
              <a:gd name="connsiteY1" fmla="*/ 9456078 h 9456078"/>
              <a:gd name="connsiteX2" fmla="*/ 831337 w 13940157"/>
              <a:gd name="connsiteY2" fmla="*/ 9455836 h 9456078"/>
              <a:gd name="connsiteX3" fmla="*/ 881253 w 13940157"/>
              <a:gd name="connsiteY3" fmla="*/ 9455111 h 9456078"/>
              <a:gd name="connsiteX4" fmla="*/ 931102 w 13940157"/>
              <a:gd name="connsiteY4" fmla="*/ 9453904 h 9456078"/>
              <a:gd name="connsiteX5" fmla="*/ 980884 w 13940157"/>
              <a:gd name="connsiteY5" fmla="*/ 9452217 h 9456078"/>
              <a:gd name="connsiteX6" fmla="*/ 1030594 w 13940157"/>
              <a:gd name="connsiteY6" fmla="*/ 9450052 h 9456078"/>
              <a:gd name="connsiteX7" fmla="*/ 1080230 w 13940157"/>
              <a:gd name="connsiteY7" fmla="*/ 9447409 h 9456078"/>
              <a:gd name="connsiteX8" fmla="*/ 1129789 w 13940157"/>
              <a:gd name="connsiteY8" fmla="*/ 9444290 h 9456078"/>
              <a:gd name="connsiteX9" fmla="*/ 1179267 w 13940157"/>
              <a:gd name="connsiteY9" fmla="*/ 9440698 h 9456078"/>
              <a:gd name="connsiteX10" fmla="*/ 1228662 w 13940157"/>
              <a:gd name="connsiteY10" fmla="*/ 9436632 h 9456078"/>
              <a:gd name="connsiteX11" fmla="*/ 1277970 w 13940157"/>
              <a:gd name="connsiteY11" fmla="*/ 9432096 h 9456078"/>
              <a:gd name="connsiteX12" fmla="*/ 1327189 w 13940157"/>
              <a:gd name="connsiteY12" fmla="*/ 9427089 h 9456078"/>
              <a:gd name="connsiteX13" fmla="*/ 1376316 w 13940157"/>
              <a:gd name="connsiteY13" fmla="*/ 9421615 h 9456078"/>
              <a:gd name="connsiteX14" fmla="*/ 1425347 w 13940157"/>
              <a:gd name="connsiteY14" fmla="*/ 9415673 h 9456078"/>
              <a:gd name="connsiteX15" fmla="*/ 1474280 w 13940157"/>
              <a:gd name="connsiteY15" fmla="*/ 9409267 h 9456078"/>
              <a:gd name="connsiteX16" fmla="*/ 1523111 w 13940157"/>
              <a:gd name="connsiteY16" fmla="*/ 9402396 h 9456078"/>
              <a:gd name="connsiteX17" fmla="*/ 1571838 w 13940157"/>
              <a:gd name="connsiteY17" fmla="*/ 9395063 h 9456078"/>
              <a:gd name="connsiteX18" fmla="*/ 1620458 w 13940157"/>
              <a:gd name="connsiteY18" fmla="*/ 9387270 h 9456078"/>
              <a:gd name="connsiteX19" fmla="*/ 1668967 w 13940157"/>
              <a:gd name="connsiteY19" fmla="*/ 9379017 h 9456078"/>
              <a:gd name="connsiteX20" fmla="*/ 1717362 w 13940157"/>
              <a:gd name="connsiteY20" fmla="*/ 9370306 h 9456078"/>
              <a:gd name="connsiteX21" fmla="*/ 1765641 w 13940157"/>
              <a:gd name="connsiteY21" fmla="*/ 9361139 h 9456078"/>
              <a:gd name="connsiteX22" fmla="*/ 1813800 w 13940157"/>
              <a:gd name="connsiteY22" fmla="*/ 9351517 h 9456078"/>
              <a:gd name="connsiteX23" fmla="*/ 1861837 w 13940157"/>
              <a:gd name="connsiteY23" fmla="*/ 9341441 h 9456078"/>
              <a:gd name="connsiteX24" fmla="*/ 1909749 w 13940157"/>
              <a:gd name="connsiteY24" fmla="*/ 9330914 h 9456078"/>
              <a:gd name="connsiteX25" fmla="*/ 1957532 w 13940157"/>
              <a:gd name="connsiteY25" fmla="*/ 9319936 h 9456078"/>
              <a:gd name="connsiteX26" fmla="*/ 2005183 w 13940157"/>
              <a:gd name="connsiteY26" fmla="*/ 9308509 h 9456078"/>
              <a:gd name="connsiteX27" fmla="*/ 2052699 w 13940157"/>
              <a:gd name="connsiteY27" fmla="*/ 9296635 h 9456078"/>
              <a:gd name="connsiteX28" fmla="*/ 2100079 w 13940157"/>
              <a:gd name="connsiteY28" fmla="*/ 9284315 h 9456078"/>
              <a:gd name="connsiteX29" fmla="*/ 2147317 w 13940157"/>
              <a:gd name="connsiteY29" fmla="*/ 9271550 h 9456078"/>
              <a:gd name="connsiteX30" fmla="*/ 2194412 w 13940157"/>
              <a:gd name="connsiteY30" fmla="*/ 9258342 h 9456078"/>
              <a:gd name="connsiteX31" fmla="*/ 2241360 w 13940157"/>
              <a:gd name="connsiteY31" fmla="*/ 9244693 h 9456078"/>
              <a:gd name="connsiteX32" fmla="*/ 2288159 w 13940157"/>
              <a:gd name="connsiteY32" fmla="*/ 9230604 h 9456078"/>
              <a:gd name="connsiteX33" fmla="*/ 2334805 w 13940157"/>
              <a:gd name="connsiteY33" fmla="*/ 9216076 h 9456078"/>
              <a:gd name="connsiteX34" fmla="*/ 2381295 w 13940157"/>
              <a:gd name="connsiteY34" fmla="*/ 9201111 h 9456078"/>
              <a:gd name="connsiteX35" fmla="*/ 2427627 w 13940157"/>
              <a:gd name="connsiteY35" fmla="*/ 9185710 h 9456078"/>
              <a:gd name="connsiteX36" fmla="*/ 2473797 w 13940157"/>
              <a:gd name="connsiteY36" fmla="*/ 9169876 h 9456078"/>
              <a:gd name="connsiteX37" fmla="*/ 2519802 w 13940157"/>
              <a:gd name="connsiteY37" fmla="*/ 9153608 h 9456078"/>
              <a:gd name="connsiteX38" fmla="*/ 2565640 w 13940157"/>
              <a:gd name="connsiteY38" fmla="*/ 9136910 h 9456078"/>
              <a:gd name="connsiteX39" fmla="*/ 2611307 w 13940157"/>
              <a:gd name="connsiteY39" fmla="*/ 9119782 h 9456078"/>
              <a:gd name="connsiteX40" fmla="*/ 2656800 w 13940157"/>
              <a:gd name="connsiteY40" fmla="*/ 9102226 h 9456078"/>
              <a:gd name="connsiteX41" fmla="*/ 2702116 w 13940157"/>
              <a:gd name="connsiteY41" fmla="*/ 9084243 h 9456078"/>
              <a:gd name="connsiteX42" fmla="*/ 2747253 w 13940157"/>
              <a:gd name="connsiteY42" fmla="*/ 9065835 h 9456078"/>
              <a:gd name="connsiteX43" fmla="*/ 2792207 w 13940157"/>
              <a:gd name="connsiteY43" fmla="*/ 9047004 h 9456078"/>
              <a:gd name="connsiteX44" fmla="*/ 2836975 w 13940157"/>
              <a:gd name="connsiteY44" fmla="*/ 9027750 h 9456078"/>
              <a:gd name="connsiteX45" fmla="*/ 2881555 w 13940157"/>
              <a:gd name="connsiteY45" fmla="*/ 9008075 h 9456078"/>
              <a:gd name="connsiteX46" fmla="*/ 2925942 w 13940157"/>
              <a:gd name="connsiteY46" fmla="*/ 8987981 h 9456078"/>
              <a:gd name="connsiteX47" fmla="*/ 2970135 w 13940157"/>
              <a:gd name="connsiteY47" fmla="*/ 8967470 h 9456078"/>
              <a:gd name="connsiteX48" fmla="*/ 3014130 w 13940157"/>
              <a:gd name="connsiteY48" fmla="*/ 8946542 h 9456078"/>
              <a:gd name="connsiteX49" fmla="*/ 3057924 w 13940157"/>
              <a:gd name="connsiteY49" fmla="*/ 8925199 h 9456078"/>
              <a:gd name="connsiteX50" fmla="*/ 3101514 w 13940157"/>
              <a:gd name="connsiteY50" fmla="*/ 8903443 h 9456078"/>
              <a:gd name="connsiteX51" fmla="*/ 3144898 w 13940157"/>
              <a:gd name="connsiteY51" fmla="*/ 8881275 h 9456078"/>
              <a:gd name="connsiteX52" fmla="*/ 3188071 w 13940157"/>
              <a:gd name="connsiteY52" fmla="*/ 8858697 h 9456078"/>
              <a:gd name="connsiteX53" fmla="*/ 3231032 w 13940157"/>
              <a:gd name="connsiteY53" fmla="*/ 8835710 h 9456078"/>
              <a:gd name="connsiteX54" fmla="*/ 3273777 w 13940157"/>
              <a:gd name="connsiteY54" fmla="*/ 8812316 h 9456078"/>
              <a:gd name="connsiteX55" fmla="*/ 3316303 w 13940157"/>
              <a:gd name="connsiteY55" fmla="*/ 8788516 h 9456078"/>
              <a:gd name="connsiteX56" fmla="*/ 3358607 w 13940157"/>
              <a:gd name="connsiteY56" fmla="*/ 8764311 h 9456078"/>
              <a:gd name="connsiteX57" fmla="*/ 3400686 w 13940157"/>
              <a:gd name="connsiteY57" fmla="*/ 8739704 h 9456078"/>
              <a:gd name="connsiteX58" fmla="*/ 3442537 w 13940157"/>
              <a:gd name="connsiteY58" fmla="*/ 8714695 h 9456078"/>
              <a:gd name="connsiteX59" fmla="*/ 3484157 w 13940157"/>
              <a:gd name="connsiteY59" fmla="*/ 8689286 h 9456078"/>
              <a:gd name="connsiteX60" fmla="*/ 3525543 w 13940157"/>
              <a:gd name="connsiteY60" fmla="*/ 8663479 h 9456078"/>
              <a:gd name="connsiteX61" fmla="*/ 3566693 w 13940157"/>
              <a:gd name="connsiteY61" fmla="*/ 8637274 h 9456078"/>
              <a:gd name="connsiteX62" fmla="*/ 3607602 w 13940157"/>
              <a:gd name="connsiteY62" fmla="*/ 8610675 h 9456078"/>
              <a:gd name="connsiteX63" fmla="*/ 3648268 w 13940157"/>
              <a:gd name="connsiteY63" fmla="*/ 8583681 h 9456078"/>
              <a:gd name="connsiteX64" fmla="*/ 3688689 w 13940157"/>
              <a:gd name="connsiteY64" fmla="*/ 8556295 h 9456078"/>
              <a:gd name="connsiteX65" fmla="*/ 3728860 w 13940157"/>
              <a:gd name="connsiteY65" fmla="*/ 8528517 h 9456078"/>
              <a:gd name="connsiteX66" fmla="*/ 3768779 w 13940157"/>
              <a:gd name="connsiteY66" fmla="*/ 8500351 h 9456078"/>
              <a:gd name="connsiteX67" fmla="*/ 3808443 w 13940157"/>
              <a:gd name="connsiteY67" fmla="*/ 8471796 h 9456078"/>
              <a:gd name="connsiteX68" fmla="*/ 3847849 w 13940157"/>
              <a:gd name="connsiteY68" fmla="*/ 8442854 h 9456078"/>
              <a:gd name="connsiteX69" fmla="*/ 3886994 w 13940157"/>
              <a:gd name="connsiteY69" fmla="*/ 8413528 h 9456078"/>
              <a:gd name="connsiteX70" fmla="*/ 3925875 w 13940157"/>
              <a:gd name="connsiteY70" fmla="*/ 8383818 h 9456078"/>
              <a:gd name="connsiteX71" fmla="*/ 3964489 w 13940157"/>
              <a:gd name="connsiteY71" fmla="*/ 8353726 h 9456078"/>
              <a:gd name="connsiteX72" fmla="*/ 4002833 w 13940157"/>
              <a:gd name="connsiteY72" fmla="*/ 8323253 h 9456078"/>
              <a:gd name="connsiteX73" fmla="*/ 4040904 w 13940157"/>
              <a:gd name="connsiteY73" fmla="*/ 8292401 h 9456078"/>
              <a:gd name="connsiteX74" fmla="*/ 4078699 w 13940157"/>
              <a:gd name="connsiteY74" fmla="*/ 8261172 h 9456078"/>
              <a:gd name="connsiteX75" fmla="*/ 4116214 w 13940157"/>
              <a:gd name="connsiteY75" fmla="*/ 8229566 h 9456078"/>
              <a:gd name="connsiteX76" fmla="*/ 4153447 w 13940157"/>
              <a:gd name="connsiteY76" fmla="*/ 8197585 h 9456078"/>
              <a:gd name="connsiteX77" fmla="*/ 4190395 w 13940157"/>
              <a:gd name="connsiteY77" fmla="*/ 8165232 h 9456078"/>
              <a:gd name="connsiteX78" fmla="*/ 4227055 w 13940157"/>
              <a:gd name="connsiteY78" fmla="*/ 8132507 h 9456078"/>
              <a:gd name="connsiteX79" fmla="*/ 4263424 w 13940157"/>
              <a:gd name="connsiteY79" fmla="*/ 8099411 h 9456078"/>
              <a:gd name="connsiteX80" fmla="*/ 4299499 w 13940157"/>
              <a:gd name="connsiteY80" fmla="*/ 8065947 h 9456078"/>
              <a:gd name="connsiteX81" fmla="*/ 4335276 w 13940157"/>
              <a:gd name="connsiteY81" fmla="*/ 8032115 h 9456078"/>
              <a:gd name="connsiteX82" fmla="*/ 4370753 w 13940157"/>
              <a:gd name="connsiteY82" fmla="*/ 7997918 h 9456078"/>
              <a:gd name="connsiteX83" fmla="*/ 4405927 w 13940157"/>
              <a:gd name="connsiteY83" fmla="*/ 7963356 h 9456078"/>
              <a:gd name="connsiteX84" fmla="*/ 4440795 w 13940157"/>
              <a:gd name="connsiteY84" fmla="*/ 7928432 h 9456078"/>
              <a:gd name="connsiteX85" fmla="*/ 4475354 w 13940157"/>
              <a:gd name="connsiteY85" fmla="*/ 7893146 h 9456078"/>
              <a:gd name="connsiteX86" fmla="*/ 4509600 w 13940157"/>
              <a:gd name="connsiteY86" fmla="*/ 7857501 h 9456078"/>
              <a:gd name="connsiteX87" fmla="*/ 4543531 w 13940157"/>
              <a:gd name="connsiteY87" fmla="*/ 7821497 h 9456078"/>
              <a:gd name="connsiteX88" fmla="*/ 4577143 w 13940157"/>
              <a:gd name="connsiteY88" fmla="*/ 7785136 h 9456078"/>
              <a:gd name="connsiteX89" fmla="*/ 4610435 w 13940157"/>
              <a:gd name="connsiteY89" fmla="*/ 7748420 h 9456078"/>
              <a:gd name="connsiteX90" fmla="*/ 4643402 w 13940157"/>
              <a:gd name="connsiteY90" fmla="*/ 7711350 h 9456078"/>
              <a:gd name="connsiteX91" fmla="*/ 4676042 w 13940157"/>
              <a:gd name="connsiteY91" fmla="*/ 7673928 h 9456078"/>
              <a:gd name="connsiteX92" fmla="*/ 4708351 w 13940157"/>
              <a:gd name="connsiteY92" fmla="*/ 7636155 h 9456078"/>
              <a:gd name="connsiteX93" fmla="*/ 4740327 w 13940157"/>
              <a:gd name="connsiteY93" fmla="*/ 7598032 h 9456078"/>
              <a:gd name="connsiteX94" fmla="*/ 4771967 w 13940157"/>
              <a:gd name="connsiteY94" fmla="*/ 7559561 h 9456078"/>
              <a:gd name="connsiteX95" fmla="*/ 4803267 w 13940157"/>
              <a:gd name="connsiteY95" fmla="*/ 7520744 h 9456078"/>
              <a:gd name="connsiteX96" fmla="*/ 4834225 w 13940157"/>
              <a:gd name="connsiteY96" fmla="*/ 7481582 h 9456078"/>
              <a:gd name="connsiteX97" fmla="*/ 4864838 w 13940157"/>
              <a:gd name="connsiteY97" fmla="*/ 7442077 h 9456078"/>
              <a:gd name="connsiteX98" fmla="*/ 8803671 w 13940157"/>
              <a:gd name="connsiteY98" fmla="*/ 2307814 h 9456078"/>
              <a:gd name="connsiteX99" fmla="*/ 8834262 w 13940157"/>
              <a:gd name="connsiteY99" fmla="*/ 2268285 h 9456078"/>
              <a:gd name="connsiteX100" fmla="*/ 8865156 w 13940157"/>
              <a:gd name="connsiteY100" fmla="*/ 2229056 h 9456078"/>
              <a:gd name="connsiteX101" fmla="*/ 8896349 w 13940157"/>
              <a:gd name="connsiteY101" fmla="*/ 2190127 h 9456078"/>
              <a:gd name="connsiteX102" fmla="*/ 8927839 w 13940157"/>
              <a:gd name="connsiteY102" fmla="*/ 2151500 h 9456078"/>
              <a:gd name="connsiteX103" fmla="*/ 8959624 w 13940157"/>
              <a:gd name="connsiteY103" fmla="*/ 2113176 h 9456078"/>
              <a:gd name="connsiteX104" fmla="*/ 8991701 w 13940157"/>
              <a:gd name="connsiteY104" fmla="*/ 2075157 h 9456078"/>
              <a:gd name="connsiteX105" fmla="*/ 9024069 w 13940157"/>
              <a:gd name="connsiteY105" fmla="*/ 2037442 h 9456078"/>
              <a:gd name="connsiteX106" fmla="*/ 9056725 w 13940157"/>
              <a:gd name="connsiteY106" fmla="*/ 2000034 h 9456078"/>
              <a:gd name="connsiteX107" fmla="*/ 9089667 w 13940157"/>
              <a:gd name="connsiteY107" fmla="*/ 1962934 h 9456078"/>
              <a:gd name="connsiteX108" fmla="*/ 9122892 w 13940157"/>
              <a:gd name="connsiteY108" fmla="*/ 1926142 h 9456078"/>
              <a:gd name="connsiteX109" fmla="*/ 9156398 w 13940157"/>
              <a:gd name="connsiteY109" fmla="*/ 1889660 h 9456078"/>
              <a:gd name="connsiteX110" fmla="*/ 9190183 w 13940157"/>
              <a:gd name="connsiteY110" fmla="*/ 1853489 h 9456078"/>
              <a:gd name="connsiteX111" fmla="*/ 9224245 w 13940157"/>
              <a:gd name="connsiteY111" fmla="*/ 1817630 h 9456078"/>
              <a:gd name="connsiteX112" fmla="*/ 9258581 w 13940157"/>
              <a:gd name="connsiteY112" fmla="*/ 1782084 h 9456078"/>
              <a:gd name="connsiteX113" fmla="*/ 9293189 w 13940157"/>
              <a:gd name="connsiteY113" fmla="*/ 1746853 h 9456078"/>
              <a:gd name="connsiteX114" fmla="*/ 9328066 w 13940157"/>
              <a:gd name="connsiteY114" fmla="*/ 1711937 h 9456078"/>
              <a:gd name="connsiteX115" fmla="*/ 9363211 w 13940157"/>
              <a:gd name="connsiteY115" fmla="*/ 1677337 h 9456078"/>
              <a:gd name="connsiteX116" fmla="*/ 9398621 w 13940157"/>
              <a:gd name="connsiteY116" fmla="*/ 1643056 h 9456078"/>
              <a:gd name="connsiteX117" fmla="*/ 9434294 w 13940157"/>
              <a:gd name="connsiteY117" fmla="*/ 1609093 h 9456078"/>
              <a:gd name="connsiteX118" fmla="*/ 9470227 w 13940157"/>
              <a:gd name="connsiteY118" fmla="*/ 1575450 h 9456078"/>
              <a:gd name="connsiteX119" fmla="*/ 9506418 w 13940157"/>
              <a:gd name="connsiteY119" fmla="*/ 1542128 h 9456078"/>
              <a:gd name="connsiteX120" fmla="*/ 9542866 w 13940157"/>
              <a:gd name="connsiteY120" fmla="*/ 1509129 h 9456078"/>
              <a:gd name="connsiteX121" fmla="*/ 9579567 w 13940157"/>
              <a:gd name="connsiteY121" fmla="*/ 1476452 h 9456078"/>
              <a:gd name="connsiteX122" fmla="*/ 9616519 w 13940157"/>
              <a:gd name="connsiteY122" fmla="*/ 1444101 h 9456078"/>
              <a:gd name="connsiteX123" fmla="*/ 9653720 w 13940157"/>
              <a:gd name="connsiteY123" fmla="*/ 1412075 h 9456078"/>
              <a:gd name="connsiteX124" fmla="*/ 9691168 w 13940157"/>
              <a:gd name="connsiteY124" fmla="*/ 1380375 h 9456078"/>
              <a:gd name="connsiteX125" fmla="*/ 9728861 w 13940157"/>
              <a:gd name="connsiteY125" fmla="*/ 1349004 h 9456078"/>
              <a:gd name="connsiteX126" fmla="*/ 9766795 w 13940157"/>
              <a:gd name="connsiteY126" fmla="*/ 1317962 h 9456078"/>
              <a:gd name="connsiteX127" fmla="*/ 9804970 w 13940157"/>
              <a:gd name="connsiteY127" fmla="*/ 1287250 h 9456078"/>
              <a:gd name="connsiteX128" fmla="*/ 9843382 w 13940157"/>
              <a:gd name="connsiteY128" fmla="*/ 1256869 h 9456078"/>
              <a:gd name="connsiteX129" fmla="*/ 9882029 w 13940157"/>
              <a:gd name="connsiteY129" fmla="*/ 1226820 h 9456078"/>
              <a:gd name="connsiteX130" fmla="*/ 9920909 w 13940157"/>
              <a:gd name="connsiteY130" fmla="*/ 1197105 h 9456078"/>
              <a:gd name="connsiteX131" fmla="*/ 9960020 w 13940157"/>
              <a:gd name="connsiteY131" fmla="*/ 1167725 h 9456078"/>
              <a:gd name="connsiteX132" fmla="*/ 9999359 w 13940157"/>
              <a:gd name="connsiteY132" fmla="*/ 1138681 h 9456078"/>
              <a:gd name="connsiteX133" fmla="*/ 10038924 w 13940157"/>
              <a:gd name="connsiteY133" fmla="*/ 1109974 h 9456078"/>
              <a:gd name="connsiteX134" fmla="*/ 10078713 w 13940157"/>
              <a:gd name="connsiteY134" fmla="*/ 1081604 h 9456078"/>
              <a:gd name="connsiteX135" fmla="*/ 10118724 w 13940157"/>
              <a:gd name="connsiteY135" fmla="*/ 1053574 h 9456078"/>
              <a:gd name="connsiteX136" fmla="*/ 10158954 w 13940157"/>
              <a:gd name="connsiteY136" fmla="*/ 1025884 h 9456078"/>
              <a:gd name="connsiteX137" fmla="*/ 10199400 w 13940157"/>
              <a:gd name="connsiteY137" fmla="*/ 998536 h 9456078"/>
              <a:gd name="connsiteX138" fmla="*/ 10240062 w 13940157"/>
              <a:gd name="connsiteY138" fmla="*/ 971530 h 9456078"/>
              <a:gd name="connsiteX139" fmla="*/ 10280935 w 13940157"/>
              <a:gd name="connsiteY139" fmla="*/ 944868 h 9456078"/>
              <a:gd name="connsiteX140" fmla="*/ 10322019 w 13940157"/>
              <a:gd name="connsiteY140" fmla="*/ 918551 h 9456078"/>
              <a:gd name="connsiteX141" fmla="*/ 10363310 w 13940157"/>
              <a:gd name="connsiteY141" fmla="*/ 892580 h 9456078"/>
              <a:gd name="connsiteX142" fmla="*/ 10404807 w 13940157"/>
              <a:gd name="connsiteY142" fmla="*/ 866956 h 9456078"/>
              <a:gd name="connsiteX143" fmla="*/ 10446507 w 13940157"/>
              <a:gd name="connsiteY143" fmla="*/ 841681 h 9456078"/>
              <a:gd name="connsiteX144" fmla="*/ 10488408 w 13940157"/>
              <a:gd name="connsiteY144" fmla="*/ 816754 h 9456078"/>
              <a:gd name="connsiteX145" fmla="*/ 10530507 w 13940157"/>
              <a:gd name="connsiteY145" fmla="*/ 792179 h 9456078"/>
              <a:gd name="connsiteX146" fmla="*/ 10572803 w 13940157"/>
              <a:gd name="connsiteY146" fmla="*/ 767955 h 9456078"/>
              <a:gd name="connsiteX147" fmla="*/ 10615292 w 13940157"/>
              <a:gd name="connsiteY147" fmla="*/ 744083 h 9456078"/>
              <a:gd name="connsiteX148" fmla="*/ 10657973 w 13940157"/>
              <a:gd name="connsiteY148" fmla="*/ 720566 h 9456078"/>
              <a:gd name="connsiteX149" fmla="*/ 10700844 w 13940157"/>
              <a:gd name="connsiteY149" fmla="*/ 697404 h 9456078"/>
              <a:gd name="connsiteX150" fmla="*/ 10743902 w 13940157"/>
              <a:gd name="connsiteY150" fmla="*/ 674598 h 9456078"/>
              <a:gd name="connsiteX151" fmla="*/ 10787144 w 13940157"/>
              <a:gd name="connsiteY151" fmla="*/ 652149 h 9456078"/>
              <a:gd name="connsiteX152" fmla="*/ 10830569 w 13940157"/>
              <a:gd name="connsiteY152" fmla="*/ 630059 h 9456078"/>
              <a:gd name="connsiteX153" fmla="*/ 10874174 w 13940157"/>
              <a:gd name="connsiteY153" fmla="*/ 608328 h 9456078"/>
              <a:gd name="connsiteX154" fmla="*/ 10917957 w 13940157"/>
              <a:gd name="connsiteY154" fmla="*/ 586958 h 9456078"/>
              <a:gd name="connsiteX155" fmla="*/ 10961916 w 13940157"/>
              <a:gd name="connsiteY155" fmla="*/ 565950 h 9456078"/>
              <a:gd name="connsiteX156" fmla="*/ 11006048 w 13940157"/>
              <a:gd name="connsiteY156" fmla="*/ 545304 h 9456078"/>
              <a:gd name="connsiteX157" fmla="*/ 11050351 w 13940157"/>
              <a:gd name="connsiteY157" fmla="*/ 525023 h 9456078"/>
              <a:gd name="connsiteX158" fmla="*/ 11094823 w 13940157"/>
              <a:gd name="connsiteY158" fmla="*/ 505107 h 9456078"/>
              <a:gd name="connsiteX159" fmla="*/ 11139461 w 13940157"/>
              <a:gd name="connsiteY159" fmla="*/ 485558 h 9456078"/>
              <a:gd name="connsiteX160" fmla="*/ 11184263 w 13940157"/>
              <a:gd name="connsiteY160" fmla="*/ 466376 h 9456078"/>
              <a:gd name="connsiteX161" fmla="*/ 11229228 w 13940157"/>
              <a:gd name="connsiteY161" fmla="*/ 447563 h 9456078"/>
              <a:gd name="connsiteX162" fmla="*/ 11274351 w 13940157"/>
              <a:gd name="connsiteY162" fmla="*/ 429119 h 9456078"/>
              <a:gd name="connsiteX163" fmla="*/ 11319632 w 13940157"/>
              <a:gd name="connsiteY163" fmla="*/ 411046 h 9456078"/>
              <a:gd name="connsiteX164" fmla="*/ 11365068 w 13940157"/>
              <a:gd name="connsiteY164" fmla="*/ 393346 h 9456078"/>
              <a:gd name="connsiteX165" fmla="*/ 11410657 w 13940157"/>
              <a:gd name="connsiteY165" fmla="*/ 376018 h 9456078"/>
              <a:gd name="connsiteX166" fmla="*/ 11456396 w 13940157"/>
              <a:gd name="connsiteY166" fmla="*/ 359065 h 9456078"/>
              <a:gd name="connsiteX167" fmla="*/ 11502283 w 13940157"/>
              <a:gd name="connsiteY167" fmla="*/ 342487 h 9456078"/>
              <a:gd name="connsiteX168" fmla="*/ 11548316 w 13940157"/>
              <a:gd name="connsiteY168" fmla="*/ 326286 h 9456078"/>
              <a:gd name="connsiteX169" fmla="*/ 11594492 w 13940157"/>
              <a:gd name="connsiteY169" fmla="*/ 310462 h 9456078"/>
              <a:gd name="connsiteX170" fmla="*/ 11640810 w 13940157"/>
              <a:gd name="connsiteY170" fmla="*/ 295018 h 9456078"/>
              <a:gd name="connsiteX171" fmla="*/ 11687267 w 13940157"/>
              <a:gd name="connsiteY171" fmla="*/ 279953 h 9456078"/>
              <a:gd name="connsiteX172" fmla="*/ 11733860 w 13940157"/>
              <a:gd name="connsiteY172" fmla="*/ 265269 h 9456078"/>
              <a:gd name="connsiteX173" fmla="*/ 11780587 w 13940157"/>
              <a:gd name="connsiteY173" fmla="*/ 250968 h 9456078"/>
              <a:gd name="connsiteX174" fmla="*/ 11827447 w 13940157"/>
              <a:gd name="connsiteY174" fmla="*/ 237049 h 9456078"/>
              <a:gd name="connsiteX175" fmla="*/ 11874436 w 13940157"/>
              <a:gd name="connsiteY175" fmla="*/ 223516 h 9456078"/>
              <a:gd name="connsiteX176" fmla="*/ 11921553 w 13940157"/>
              <a:gd name="connsiteY176" fmla="*/ 210368 h 9456078"/>
              <a:gd name="connsiteX177" fmla="*/ 11968794 w 13940157"/>
              <a:gd name="connsiteY177" fmla="*/ 197606 h 9456078"/>
              <a:gd name="connsiteX178" fmla="*/ 12016159 w 13940157"/>
              <a:gd name="connsiteY178" fmla="*/ 185233 h 9456078"/>
              <a:gd name="connsiteX179" fmla="*/ 12063644 w 13940157"/>
              <a:gd name="connsiteY179" fmla="*/ 173248 h 9456078"/>
              <a:gd name="connsiteX180" fmla="*/ 12111248 w 13940157"/>
              <a:gd name="connsiteY180" fmla="*/ 161654 h 9456078"/>
              <a:gd name="connsiteX181" fmla="*/ 12158967 w 13940157"/>
              <a:gd name="connsiteY181" fmla="*/ 150451 h 9456078"/>
              <a:gd name="connsiteX182" fmla="*/ 12206800 w 13940157"/>
              <a:gd name="connsiteY182" fmla="*/ 139640 h 9456078"/>
              <a:gd name="connsiteX183" fmla="*/ 12254745 w 13940157"/>
              <a:gd name="connsiteY183" fmla="*/ 129223 h 9456078"/>
              <a:gd name="connsiteX184" fmla="*/ 12302799 w 13940157"/>
              <a:gd name="connsiteY184" fmla="*/ 119201 h 9456078"/>
              <a:gd name="connsiteX185" fmla="*/ 12350959 w 13940157"/>
              <a:gd name="connsiteY185" fmla="*/ 109574 h 9456078"/>
              <a:gd name="connsiteX186" fmla="*/ 12399224 w 13940157"/>
              <a:gd name="connsiteY186" fmla="*/ 100344 h 9456078"/>
              <a:gd name="connsiteX187" fmla="*/ 12447591 w 13940157"/>
              <a:gd name="connsiteY187" fmla="*/ 91512 h 9456078"/>
              <a:gd name="connsiteX188" fmla="*/ 12496058 w 13940157"/>
              <a:gd name="connsiteY188" fmla="*/ 83080 h 9456078"/>
              <a:gd name="connsiteX189" fmla="*/ 12544623 w 13940157"/>
              <a:gd name="connsiteY189" fmla="*/ 75047 h 9456078"/>
              <a:gd name="connsiteX190" fmla="*/ 12593283 w 13940157"/>
              <a:gd name="connsiteY190" fmla="*/ 67417 h 9456078"/>
              <a:gd name="connsiteX191" fmla="*/ 12642036 w 13940157"/>
              <a:gd name="connsiteY191" fmla="*/ 60188 h 9456078"/>
              <a:gd name="connsiteX192" fmla="*/ 12690879 w 13940157"/>
              <a:gd name="connsiteY192" fmla="*/ 53364 h 9456078"/>
              <a:gd name="connsiteX193" fmla="*/ 12739811 w 13940157"/>
              <a:gd name="connsiteY193" fmla="*/ 46944 h 9456078"/>
              <a:gd name="connsiteX194" fmla="*/ 12788830 w 13940157"/>
              <a:gd name="connsiteY194" fmla="*/ 40931 h 9456078"/>
              <a:gd name="connsiteX195" fmla="*/ 12837932 w 13940157"/>
              <a:gd name="connsiteY195" fmla="*/ 35324 h 9456078"/>
              <a:gd name="connsiteX196" fmla="*/ 12887116 w 13940157"/>
              <a:gd name="connsiteY196" fmla="*/ 30126 h 9456078"/>
              <a:gd name="connsiteX197" fmla="*/ 12936379 w 13940157"/>
              <a:gd name="connsiteY197" fmla="*/ 25337 h 9456078"/>
              <a:gd name="connsiteX198" fmla="*/ 12985719 w 13940157"/>
              <a:gd name="connsiteY198" fmla="*/ 20958 h 9456078"/>
              <a:gd name="connsiteX199" fmla="*/ 13035133 w 13940157"/>
              <a:gd name="connsiteY199" fmla="*/ 16991 h 9456078"/>
              <a:gd name="connsiteX200" fmla="*/ 13084620 w 13940157"/>
              <a:gd name="connsiteY200" fmla="*/ 13437 h 9456078"/>
              <a:gd name="connsiteX201" fmla="*/ 13134178 w 13940157"/>
              <a:gd name="connsiteY201" fmla="*/ 10297 h 9456078"/>
              <a:gd name="connsiteX202" fmla="*/ 13183803 w 13940157"/>
              <a:gd name="connsiteY202" fmla="*/ 7572 h 9456078"/>
              <a:gd name="connsiteX203" fmla="*/ 13233493 w 13940157"/>
              <a:gd name="connsiteY203" fmla="*/ 5263 h 9456078"/>
              <a:gd name="connsiteX204" fmla="*/ 13283247 w 13940157"/>
              <a:gd name="connsiteY204" fmla="*/ 3371 h 9456078"/>
              <a:gd name="connsiteX205" fmla="*/ 13333061 w 13940157"/>
              <a:gd name="connsiteY205" fmla="*/ 1898 h 9456078"/>
              <a:gd name="connsiteX206" fmla="*/ 13382934 w 13940157"/>
              <a:gd name="connsiteY206" fmla="*/ 844 h 9456078"/>
              <a:gd name="connsiteX207" fmla="*/ 13432864 w 13940157"/>
              <a:gd name="connsiteY207" fmla="*/ 211 h 9456078"/>
              <a:gd name="connsiteX208" fmla="*/ 13482847 w 13940157"/>
              <a:gd name="connsiteY208" fmla="*/ 0 h 9456078"/>
              <a:gd name="connsiteX209" fmla="*/ 13940158 w 13940157"/>
              <a:gd name="connsiteY209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49234 w 13158799"/>
              <a:gd name="connsiteY5" fmla="*/ 9450052 h 9456078"/>
              <a:gd name="connsiteX6" fmla="*/ 298870 w 13158799"/>
              <a:gd name="connsiteY6" fmla="*/ 9447409 h 9456078"/>
              <a:gd name="connsiteX7" fmla="*/ 348429 w 13158799"/>
              <a:gd name="connsiteY7" fmla="*/ 9444290 h 9456078"/>
              <a:gd name="connsiteX8" fmla="*/ 397907 w 13158799"/>
              <a:gd name="connsiteY8" fmla="*/ 9440698 h 9456078"/>
              <a:gd name="connsiteX9" fmla="*/ 447302 w 13158799"/>
              <a:gd name="connsiteY9" fmla="*/ 9436632 h 9456078"/>
              <a:gd name="connsiteX10" fmla="*/ 496610 w 13158799"/>
              <a:gd name="connsiteY10" fmla="*/ 9432096 h 9456078"/>
              <a:gd name="connsiteX11" fmla="*/ 545829 w 13158799"/>
              <a:gd name="connsiteY11" fmla="*/ 9427089 h 9456078"/>
              <a:gd name="connsiteX12" fmla="*/ 594956 w 13158799"/>
              <a:gd name="connsiteY12" fmla="*/ 9421615 h 9456078"/>
              <a:gd name="connsiteX13" fmla="*/ 643987 w 13158799"/>
              <a:gd name="connsiteY13" fmla="*/ 9415673 h 9456078"/>
              <a:gd name="connsiteX14" fmla="*/ 692920 w 13158799"/>
              <a:gd name="connsiteY14" fmla="*/ 9409267 h 9456078"/>
              <a:gd name="connsiteX15" fmla="*/ 741751 w 13158799"/>
              <a:gd name="connsiteY15" fmla="*/ 9402396 h 9456078"/>
              <a:gd name="connsiteX16" fmla="*/ 790478 w 13158799"/>
              <a:gd name="connsiteY16" fmla="*/ 9395063 h 9456078"/>
              <a:gd name="connsiteX17" fmla="*/ 839098 w 13158799"/>
              <a:gd name="connsiteY17" fmla="*/ 9387270 h 9456078"/>
              <a:gd name="connsiteX18" fmla="*/ 887607 w 13158799"/>
              <a:gd name="connsiteY18" fmla="*/ 9379017 h 9456078"/>
              <a:gd name="connsiteX19" fmla="*/ 936002 w 13158799"/>
              <a:gd name="connsiteY19" fmla="*/ 9370306 h 9456078"/>
              <a:gd name="connsiteX20" fmla="*/ 984281 w 13158799"/>
              <a:gd name="connsiteY20" fmla="*/ 9361139 h 9456078"/>
              <a:gd name="connsiteX21" fmla="*/ 1032440 w 13158799"/>
              <a:gd name="connsiteY21" fmla="*/ 9351517 h 9456078"/>
              <a:gd name="connsiteX22" fmla="*/ 1080477 w 13158799"/>
              <a:gd name="connsiteY22" fmla="*/ 9341441 h 9456078"/>
              <a:gd name="connsiteX23" fmla="*/ 1128389 w 13158799"/>
              <a:gd name="connsiteY23" fmla="*/ 9330914 h 9456078"/>
              <a:gd name="connsiteX24" fmla="*/ 1176172 w 13158799"/>
              <a:gd name="connsiteY24" fmla="*/ 9319936 h 9456078"/>
              <a:gd name="connsiteX25" fmla="*/ 1223823 w 13158799"/>
              <a:gd name="connsiteY25" fmla="*/ 9308509 h 9456078"/>
              <a:gd name="connsiteX26" fmla="*/ 1271339 w 13158799"/>
              <a:gd name="connsiteY26" fmla="*/ 9296635 h 9456078"/>
              <a:gd name="connsiteX27" fmla="*/ 1318719 w 13158799"/>
              <a:gd name="connsiteY27" fmla="*/ 9284315 h 9456078"/>
              <a:gd name="connsiteX28" fmla="*/ 1365957 w 13158799"/>
              <a:gd name="connsiteY28" fmla="*/ 9271550 h 9456078"/>
              <a:gd name="connsiteX29" fmla="*/ 1413052 w 13158799"/>
              <a:gd name="connsiteY29" fmla="*/ 9258342 h 9456078"/>
              <a:gd name="connsiteX30" fmla="*/ 1460000 w 13158799"/>
              <a:gd name="connsiteY30" fmla="*/ 9244693 h 9456078"/>
              <a:gd name="connsiteX31" fmla="*/ 1506799 w 13158799"/>
              <a:gd name="connsiteY31" fmla="*/ 9230604 h 9456078"/>
              <a:gd name="connsiteX32" fmla="*/ 1553445 w 13158799"/>
              <a:gd name="connsiteY32" fmla="*/ 9216076 h 9456078"/>
              <a:gd name="connsiteX33" fmla="*/ 1599935 w 13158799"/>
              <a:gd name="connsiteY33" fmla="*/ 9201111 h 9456078"/>
              <a:gd name="connsiteX34" fmla="*/ 1646267 w 13158799"/>
              <a:gd name="connsiteY34" fmla="*/ 9185710 h 9456078"/>
              <a:gd name="connsiteX35" fmla="*/ 1692437 w 13158799"/>
              <a:gd name="connsiteY35" fmla="*/ 9169876 h 9456078"/>
              <a:gd name="connsiteX36" fmla="*/ 1738442 w 13158799"/>
              <a:gd name="connsiteY36" fmla="*/ 9153608 h 9456078"/>
              <a:gd name="connsiteX37" fmla="*/ 1784280 w 13158799"/>
              <a:gd name="connsiteY37" fmla="*/ 9136910 h 9456078"/>
              <a:gd name="connsiteX38" fmla="*/ 1829947 w 13158799"/>
              <a:gd name="connsiteY38" fmla="*/ 9119782 h 9456078"/>
              <a:gd name="connsiteX39" fmla="*/ 1875440 w 13158799"/>
              <a:gd name="connsiteY39" fmla="*/ 9102226 h 9456078"/>
              <a:gd name="connsiteX40" fmla="*/ 1920756 w 13158799"/>
              <a:gd name="connsiteY40" fmla="*/ 9084243 h 9456078"/>
              <a:gd name="connsiteX41" fmla="*/ 1965893 w 13158799"/>
              <a:gd name="connsiteY41" fmla="*/ 9065835 h 9456078"/>
              <a:gd name="connsiteX42" fmla="*/ 2010847 w 13158799"/>
              <a:gd name="connsiteY42" fmla="*/ 9047004 h 9456078"/>
              <a:gd name="connsiteX43" fmla="*/ 2055615 w 13158799"/>
              <a:gd name="connsiteY43" fmla="*/ 9027750 h 9456078"/>
              <a:gd name="connsiteX44" fmla="*/ 2100195 w 13158799"/>
              <a:gd name="connsiteY44" fmla="*/ 9008075 h 9456078"/>
              <a:gd name="connsiteX45" fmla="*/ 2144582 w 13158799"/>
              <a:gd name="connsiteY45" fmla="*/ 8987981 h 9456078"/>
              <a:gd name="connsiteX46" fmla="*/ 2188775 w 13158799"/>
              <a:gd name="connsiteY46" fmla="*/ 8967470 h 9456078"/>
              <a:gd name="connsiteX47" fmla="*/ 2232770 w 13158799"/>
              <a:gd name="connsiteY47" fmla="*/ 8946542 h 9456078"/>
              <a:gd name="connsiteX48" fmla="*/ 2276564 w 13158799"/>
              <a:gd name="connsiteY48" fmla="*/ 8925199 h 9456078"/>
              <a:gd name="connsiteX49" fmla="*/ 2320154 w 13158799"/>
              <a:gd name="connsiteY49" fmla="*/ 8903443 h 9456078"/>
              <a:gd name="connsiteX50" fmla="*/ 2363538 w 13158799"/>
              <a:gd name="connsiteY50" fmla="*/ 8881275 h 9456078"/>
              <a:gd name="connsiteX51" fmla="*/ 2406711 w 13158799"/>
              <a:gd name="connsiteY51" fmla="*/ 8858697 h 9456078"/>
              <a:gd name="connsiteX52" fmla="*/ 2449672 w 13158799"/>
              <a:gd name="connsiteY52" fmla="*/ 8835710 h 9456078"/>
              <a:gd name="connsiteX53" fmla="*/ 2492417 w 13158799"/>
              <a:gd name="connsiteY53" fmla="*/ 8812316 h 9456078"/>
              <a:gd name="connsiteX54" fmla="*/ 2534943 w 13158799"/>
              <a:gd name="connsiteY54" fmla="*/ 8788516 h 9456078"/>
              <a:gd name="connsiteX55" fmla="*/ 2577247 w 13158799"/>
              <a:gd name="connsiteY55" fmla="*/ 8764311 h 9456078"/>
              <a:gd name="connsiteX56" fmla="*/ 2619326 w 13158799"/>
              <a:gd name="connsiteY56" fmla="*/ 8739704 h 9456078"/>
              <a:gd name="connsiteX57" fmla="*/ 2661177 w 13158799"/>
              <a:gd name="connsiteY57" fmla="*/ 8714695 h 9456078"/>
              <a:gd name="connsiteX58" fmla="*/ 2702797 w 13158799"/>
              <a:gd name="connsiteY58" fmla="*/ 8689286 h 9456078"/>
              <a:gd name="connsiteX59" fmla="*/ 2744183 w 13158799"/>
              <a:gd name="connsiteY59" fmla="*/ 8663479 h 9456078"/>
              <a:gd name="connsiteX60" fmla="*/ 2785333 w 13158799"/>
              <a:gd name="connsiteY60" fmla="*/ 8637274 h 9456078"/>
              <a:gd name="connsiteX61" fmla="*/ 2826242 w 13158799"/>
              <a:gd name="connsiteY61" fmla="*/ 8610675 h 9456078"/>
              <a:gd name="connsiteX62" fmla="*/ 2866908 w 13158799"/>
              <a:gd name="connsiteY62" fmla="*/ 8583681 h 9456078"/>
              <a:gd name="connsiteX63" fmla="*/ 2907329 w 13158799"/>
              <a:gd name="connsiteY63" fmla="*/ 8556295 h 9456078"/>
              <a:gd name="connsiteX64" fmla="*/ 2947500 w 13158799"/>
              <a:gd name="connsiteY64" fmla="*/ 8528517 h 9456078"/>
              <a:gd name="connsiteX65" fmla="*/ 2987419 w 13158799"/>
              <a:gd name="connsiteY65" fmla="*/ 8500351 h 9456078"/>
              <a:gd name="connsiteX66" fmla="*/ 3027083 w 13158799"/>
              <a:gd name="connsiteY66" fmla="*/ 8471796 h 9456078"/>
              <a:gd name="connsiteX67" fmla="*/ 3066489 w 13158799"/>
              <a:gd name="connsiteY67" fmla="*/ 8442854 h 9456078"/>
              <a:gd name="connsiteX68" fmla="*/ 3105634 w 13158799"/>
              <a:gd name="connsiteY68" fmla="*/ 8413528 h 9456078"/>
              <a:gd name="connsiteX69" fmla="*/ 3144515 w 13158799"/>
              <a:gd name="connsiteY69" fmla="*/ 8383818 h 9456078"/>
              <a:gd name="connsiteX70" fmla="*/ 3183129 w 13158799"/>
              <a:gd name="connsiteY70" fmla="*/ 8353726 h 9456078"/>
              <a:gd name="connsiteX71" fmla="*/ 3221473 w 13158799"/>
              <a:gd name="connsiteY71" fmla="*/ 8323253 h 9456078"/>
              <a:gd name="connsiteX72" fmla="*/ 3259544 w 13158799"/>
              <a:gd name="connsiteY72" fmla="*/ 8292401 h 9456078"/>
              <a:gd name="connsiteX73" fmla="*/ 3297339 w 13158799"/>
              <a:gd name="connsiteY73" fmla="*/ 8261172 h 9456078"/>
              <a:gd name="connsiteX74" fmla="*/ 3334854 w 13158799"/>
              <a:gd name="connsiteY74" fmla="*/ 8229566 h 9456078"/>
              <a:gd name="connsiteX75" fmla="*/ 3372087 w 13158799"/>
              <a:gd name="connsiteY75" fmla="*/ 8197585 h 9456078"/>
              <a:gd name="connsiteX76" fmla="*/ 3409035 w 13158799"/>
              <a:gd name="connsiteY76" fmla="*/ 8165232 h 9456078"/>
              <a:gd name="connsiteX77" fmla="*/ 3445695 w 13158799"/>
              <a:gd name="connsiteY77" fmla="*/ 8132507 h 9456078"/>
              <a:gd name="connsiteX78" fmla="*/ 3482064 w 13158799"/>
              <a:gd name="connsiteY78" fmla="*/ 8099411 h 9456078"/>
              <a:gd name="connsiteX79" fmla="*/ 3518139 w 13158799"/>
              <a:gd name="connsiteY79" fmla="*/ 8065947 h 9456078"/>
              <a:gd name="connsiteX80" fmla="*/ 3553916 w 13158799"/>
              <a:gd name="connsiteY80" fmla="*/ 8032115 h 9456078"/>
              <a:gd name="connsiteX81" fmla="*/ 3589393 w 13158799"/>
              <a:gd name="connsiteY81" fmla="*/ 7997918 h 9456078"/>
              <a:gd name="connsiteX82" fmla="*/ 3624567 w 13158799"/>
              <a:gd name="connsiteY82" fmla="*/ 7963356 h 9456078"/>
              <a:gd name="connsiteX83" fmla="*/ 3659435 w 13158799"/>
              <a:gd name="connsiteY83" fmla="*/ 7928432 h 9456078"/>
              <a:gd name="connsiteX84" fmla="*/ 3693994 w 13158799"/>
              <a:gd name="connsiteY84" fmla="*/ 7893146 h 9456078"/>
              <a:gd name="connsiteX85" fmla="*/ 3728240 w 13158799"/>
              <a:gd name="connsiteY85" fmla="*/ 7857501 h 9456078"/>
              <a:gd name="connsiteX86" fmla="*/ 3762171 w 13158799"/>
              <a:gd name="connsiteY86" fmla="*/ 7821497 h 9456078"/>
              <a:gd name="connsiteX87" fmla="*/ 3795783 w 13158799"/>
              <a:gd name="connsiteY87" fmla="*/ 7785136 h 9456078"/>
              <a:gd name="connsiteX88" fmla="*/ 3829075 w 13158799"/>
              <a:gd name="connsiteY88" fmla="*/ 7748420 h 9456078"/>
              <a:gd name="connsiteX89" fmla="*/ 3862042 w 13158799"/>
              <a:gd name="connsiteY89" fmla="*/ 7711350 h 9456078"/>
              <a:gd name="connsiteX90" fmla="*/ 3894682 w 13158799"/>
              <a:gd name="connsiteY90" fmla="*/ 7673928 h 9456078"/>
              <a:gd name="connsiteX91" fmla="*/ 3926991 w 13158799"/>
              <a:gd name="connsiteY91" fmla="*/ 7636155 h 9456078"/>
              <a:gd name="connsiteX92" fmla="*/ 3958967 w 13158799"/>
              <a:gd name="connsiteY92" fmla="*/ 7598032 h 9456078"/>
              <a:gd name="connsiteX93" fmla="*/ 3990607 w 13158799"/>
              <a:gd name="connsiteY93" fmla="*/ 7559561 h 9456078"/>
              <a:gd name="connsiteX94" fmla="*/ 4021907 w 13158799"/>
              <a:gd name="connsiteY94" fmla="*/ 7520744 h 9456078"/>
              <a:gd name="connsiteX95" fmla="*/ 4052865 w 13158799"/>
              <a:gd name="connsiteY95" fmla="*/ 7481582 h 9456078"/>
              <a:gd name="connsiteX96" fmla="*/ 4083478 w 13158799"/>
              <a:gd name="connsiteY96" fmla="*/ 7442077 h 9456078"/>
              <a:gd name="connsiteX97" fmla="*/ 8022311 w 13158799"/>
              <a:gd name="connsiteY97" fmla="*/ 2307814 h 9456078"/>
              <a:gd name="connsiteX98" fmla="*/ 8052902 w 13158799"/>
              <a:gd name="connsiteY98" fmla="*/ 2268285 h 9456078"/>
              <a:gd name="connsiteX99" fmla="*/ 8083796 w 13158799"/>
              <a:gd name="connsiteY99" fmla="*/ 2229056 h 9456078"/>
              <a:gd name="connsiteX100" fmla="*/ 8114989 w 13158799"/>
              <a:gd name="connsiteY100" fmla="*/ 2190127 h 9456078"/>
              <a:gd name="connsiteX101" fmla="*/ 8146479 w 13158799"/>
              <a:gd name="connsiteY101" fmla="*/ 2151500 h 9456078"/>
              <a:gd name="connsiteX102" fmla="*/ 8178264 w 13158799"/>
              <a:gd name="connsiteY102" fmla="*/ 2113176 h 9456078"/>
              <a:gd name="connsiteX103" fmla="*/ 8210341 w 13158799"/>
              <a:gd name="connsiteY103" fmla="*/ 2075157 h 9456078"/>
              <a:gd name="connsiteX104" fmla="*/ 8242709 w 13158799"/>
              <a:gd name="connsiteY104" fmla="*/ 2037442 h 9456078"/>
              <a:gd name="connsiteX105" fmla="*/ 8275365 w 13158799"/>
              <a:gd name="connsiteY105" fmla="*/ 2000034 h 9456078"/>
              <a:gd name="connsiteX106" fmla="*/ 8308307 w 13158799"/>
              <a:gd name="connsiteY106" fmla="*/ 1962934 h 9456078"/>
              <a:gd name="connsiteX107" fmla="*/ 8341532 w 13158799"/>
              <a:gd name="connsiteY107" fmla="*/ 1926142 h 9456078"/>
              <a:gd name="connsiteX108" fmla="*/ 8375038 w 13158799"/>
              <a:gd name="connsiteY108" fmla="*/ 1889660 h 9456078"/>
              <a:gd name="connsiteX109" fmla="*/ 8408823 w 13158799"/>
              <a:gd name="connsiteY109" fmla="*/ 1853489 h 9456078"/>
              <a:gd name="connsiteX110" fmla="*/ 8442885 w 13158799"/>
              <a:gd name="connsiteY110" fmla="*/ 1817630 h 9456078"/>
              <a:gd name="connsiteX111" fmla="*/ 8477221 w 13158799"/>
              <a:gd name="connsiteY111" fmla="*/ 1782084 h 9456078"/>
              <a:gd name="connsiteX112" fmla="*/ 8511829 w 13158799"/>
              <a:gd name="connsiteY112" fmla="*/ 1746853 h 9456078"/>
              <a:gd name="connsiteX113" fmla="*/ 8546706 w 13158799"/>
              <a:gd name="connsiteY113" fmla="*/ 1711937 h 9456078"/>
              <a:gd name="connsiteX114" fmla="*/ 8581851 w 13158799"/>
              <a:gd name="connsiteY114" fmla="*/ 1677337 h 9456078"/>
              <a:gd name="connsiteX115" fmla="*/ 8617261 w 13158799"/>
              <a:gd name="connsiteY115" fmla="*/ 1643056 h 9456078"/>
              <a:gd name="connsiteX116" fmla="*/ 8652934 w 13158799"/>
              <a:gd name="connsiteY116" fmla="*/ 1609093 h 9456078"/>
              <a:gd name="connsiteX117" fmla="*/ 8688867 w 13158799"/>
              <a:gd name="connsiteY117" fmla="*/ 1575450 h 9456078"/>
              <a:gd name="connsiteX118" fmla="*/ 8725058 w 13158799"/>
              <a:gd name="connsiteY118" fmla="*/ 1542128 h 9456078"/>
              <a:gd name="connsiteX119" fmla="*/ 8761506 w 13158799"/>
              <a:gd name="connsiteY119" fmla="*/ 1509129 h 9456078"/>
              <a:gd name="connsiteX120" fmla="*/ 8798207 w 13158799"/>
              <a:gd name="connsiteY120" fmla="*/ 1476452 h 9456078"/>
              <a:gd name="connsiteX121" fmla="*/ 8835159 w 13158799"/>
              <a:gd name="connsiteY121" fmla="*/ 1444101 h 9456078"/>
              <a:gd name="connsiteX122" fmla="*/ 8872360 w 13158799"/>
              <a:gd name="connsiteY122" fmla="*/ 1412075 h 9456078"/>
              <a:gd name="connsiteX123" fmla="*/ 8909808 w 13158799"/>
              <a:gd name="connsiteY123" fmla="*/ 1380375 h 9456078"/>
              <a:gd name="connsiteX124" fmla="*/ 8947501 w 13158799"/>
              <a:gd name="connsiteY124" fmla="*/ 1349004 h 9456078"/>
              <a:gd name="connsiteX125" fmla="*/ 8985435 w 13158799"/>
              <a:gd name="connsiteY125" fmla="*/ 1317962 h 9456078"/>
              <a:gd name="connsiteX126" fmla="*/ 9023610 w 13158799"/>
              <a:gd name="connsiteY126" fmla="*/ 1287250 h 9456078"/>
              <a:gd name="connsiteX127" fmla="*/ 9062022 w 13158799"/>
              <a:gd name="connsiteY127" fmla="*/ 1256869 h 9456078"/>
              <a:gd name="connsiteX128" fmla="*/ 9100669 w 13158799"/>
              <a:gd name="connsiteY128" fmla="*/ 1226820 h 9456078"/>
              <a:gd name="connsiteX129" fmla="*/ 9139549 w 13158799"/>
              <a:gd name="connsiteY129" fmla="*/ 1197105 h 9456078"/>
              <a:gd name="connsiteX130" fmla="*/ 9178660 w 13158799"/>
              <a:gd name="connsiteY130" fmla="*/ 1167725 h 9456078"/>
              <a:gd name="connsiteX131" fmla="*/ 9217999 w 13158799"/>
              <a:gd name="connsiteY131" fmla="*/ 1138681 h 9456078"/>
              <a:gd name="connsiteX132" fmla="*/ 9257564 w 13158799"/>
              <a:gd name="connsiteY132" fmla="*/ 1109974 h 9456078"/>
              <a:gd name="connsiteX133" fmla="*/ 9297353 w 13158799"/>
              <a:gd name="connsiteY133" fmla="*/ 1081604 h 9456078"/>
              <a:gd name="connsiteX134" fmla="*/ 9337364 w 13158799"/>
              <a:gd name="connsiteY134" fmla="*/ 1053574 h 9456078"/>
              <a:gd name="connsiteX135" fmla="*/ 9377594 w 13158799"/>
              <a:gd name="connsiteY135" fmla="*/ 1025884 h 9456078"/>
              <a:gd name="connsiteX136" fmla="*/ 9418040 w 13158799"/>
              <a:gd name="connsiteY136" fmla="*/ 998536 h 9456078"/>
              <a:gd name="connsiteX137" fmla="*/ 9458702 w 13158799"/>
              <a:gd name="connsiteY137" fmla="*/ 971530 h 9456078"/>
              <a:gd name="connsiteX138" fmla="*/ 9499575 w 13158799"/>
              <a:gd name="connsiteY138" fmla="*/ 944868 h 9456078"/>
              <a:gd name="connsiteX139" fmla="*/ 9540659 w 13158799"/>
              <a:gd name="connsiteY139" fmla="*/ 918551 h 9456078"/>
              <a:gd name="connsiteX140" fmla="*/ 9581950 w 13158799"/>
              <a:gd name="connsiteY140" fmla="*/ 892580 h 9456078"/>
              <a:gd name="connsiteX141" fmla="*/ 9623447 w 13158799"/>
              <a:gd name="connsiteY141" fmla="*/ 866956 h 9456078"/>
              <a:gd name="connsiteX142" fmla="*/ 9665147 w 13158799"/>
              <a:gd name="connsiteY142" fmla="*/ 841681 h 9456078"/>
              <a:gd name="connsiteX143" fmla="*/ 9707048 w 13158799"/>
              <a:gd name="connsiteY143" fmla="*/ 816754 h 9456078"/>
              <a:gd name="connsiteX144" fmla="*/ 9749147 w 13158799"/>
              <a:gd name="connsiteY144" fmla="*/ 792179 h 9456078"/>
              <a:gd name="connsiteX145" fmla="*/ 9791443 w 13158799"/>
              <a:gd name="connsiteY145" fmla="*/ 767955 h 9456078"/>
              <a:gd name="connsiteX146" fmla="*/ 9833932 w 13158799"/>
              <a:gd name="connsiteY146" fmla="*/ 744083 h 9456078"/>
              <a:gd name="connsiteX147" fmla="*/ 9876613 w 13158799"/>
              <a:gd name="connsiteY147" fmla="*/ 720566 h 9456078"/>
              <a:gd name="connsiteX148" fmla="*/ 9919484 w 13158799"/>
              <a:gd name="connsiteY148" fmla="*/ 697404 h 9456078"/>
              <a:gd name="connsiteX149" fmla="*/ 9962542 w 13158799"/>
              <a:gd name="connsiteY149" fmla="*/ 674598 h 9456078"/>
              <a:gd name="connsiteX150" fmla="*/ 10005784 w 13158799"/>
              <a:gd name="connsiteY150" fmla="*/ 652149 h 9456078"/>
              <a:gd name="connsiteX151" fmla="*/ 10049209 w 13158799"/>
              <a:gd name="connsiteY151" fmla="*/ 630059 h 9456078"/>
              <a:gd name="connsiteX152" fmla="*/ 10092814 w 13158799"/>
              <a:gd name="connsiteY152" fmla="*/ 608328 h 9456078"/>
              <a:gd name="connsiteX153" fmla="*/ 10136597 w 13158799"/>
              <a:gd name="connsiteY153" fmla="*/ 586958 h 9456078"/>
              <a:gd name="connsiteX154" fmla="*/ 10180556 w 13158799"/>
              <a:gd name="connsiteY154" fmla="*/ 565950 h 9456078"/>
              <a:gd name="connsiteX155" fmla="*/ 10224688 w 13158799"/>
              <a:gd name="connsiteY155" fmla="*/ 545304 h 9456078"/>
              <a:gd name="connsiteX156" fmla="*/ 10268991 w 13158799"/>
              <a:gd name="connsiteY156" fmla="*/ 525023 h 9456078"/>
              <a:gd name="connsiteX157" fmla="*/ 10313463 w 13158799"/>
              <a:gd name="connsiteY157" fmla="*/ 505107 h 9456078"/>
              <a:gd name="connsiteX158" fmla="*/ 10358101 w 13158799"/>
              <a:gd name="connsiteY158" fmla="*/ 485558 h 9456078"/>
              <a:gd name="connsiteX159" fmla="*/ 10402903 w 13158799"/>
              <a:gd name="connsiteY159" fmla="*/ 466376 h 9456078"/>
              <a:gd name="connsiteX160" fmla="*/ 10447868 w 13158799"/>
              <a:gd name="connsiteY160" fmla="*/ 447563 h 9456078"/>
              <a:gd name="connsiteX161" fmla="*/ 10492991 w 13158799"/>
              <a:gd name="connsiteY161" fmla="*/ 429119 h 9456078"/>
              <a:gd name="connsiteX162" fmla="*/ 10538272 w 13158799"/>
              <a:gd name="connsiteY162" fmla="*/ 411046 h 9456078"/>
              <a:gd name="connsiteX163" fmla="*/ 10583708 w 13158799"/>
              <a:gd name="connsiteY163" fmla="*/ 393346 h 9456078"/>
              <a:gd name="connsiteX164" fmla="*/ 10629297 w 13158799"/>
              <a:gd name="connsiteY164" fmla="*/ 376018 h 9456078"/>
              <a:gd name="connsiteX165" fmla="*/ 10675036 w 13158799"/>
              <a:gd name="connsiteY165" fmla="*/ 359065 h 9456078"/>
              <a:gd name="connsiteX166" fmla="*/ 10720923 w 13158799"/>
              <a:gd name="connsiteY166" fmla="*/ 342487 h 9456078"/>
              <a:gd name="connsiteX167" fmla="*/ 10766956 w 13158799"/>
              <a:gd name="connsiteY167" fmla="*/ 326286 h 9456078"/>
              <a:gd name="connsiteX168" fmla="*/ 10813132 w 13158799"/>
              <a:gd name="connsiteY168" fmla="*/ 310462 h 9456078"/>
              <a:gd name="connsiteX169" fmla="*/ 10859450 w 13158799"/>
              <a:gd name="connsiteY169" fmla="*/ 295018 h 9456078"/>
              <a:gd name="connsiteX170" fmla="*/ 10905907 w 13158799"/>
              <a:gd name="connsiteY170" fmla="*/ 279953 h 9456078"/>
              <a:gd name="connsiteX171" fmla="*/ 10952500 w 13158799"/>
              <a:gd name="connsiteY171" fmla="*/ 265269 h 9456078"/>
              <a:gd name="connsiteX172" fmla="*/ 10999227 w 13158799"/>
              <a:gd name="connsiteY172" fmla="*/ 250968 h 9456078"/>
              <a:gd name="connsiteX173" fmla="*/ 11046087 w 13158799"/>
              <a:gd name="connsiteY173" fmla="*/ 237049 h 9456078"/>
              <a:gd name="connsiteX174" fmla="*/ 11093076 w 13158799"/>
              <a:gd name="connsiteY174" fmla="*/ 223516 h 9456078"/>
              <a:gd name="connsiteX175" fmla="*/ 11140193 w 13158799"/>
              <a:gd name="connsiteY175" fmla="*/ 210368 h 9456078"/>
              <a:gd name="connsiteX176" fmla="*/ 11187434 w 13158799"/>
              <a:gd name="connsiteY176" fmla="*/ 197606 h 9456078"/>
              <a:gd name="connsiteX177" fmla="*/ 11234799 w 13158799"/>
              <a:gd name="connsiteY177" fmla="*/ 185233 h 9456078"/>
              <a:gd name="connsiteX178" fmla="*/ 11282284 w 13158799"/>
              <a:gd name="connsiteY178" fmla="*/ 173248 h 9456078"/>
              <a:gd name="connsiteX179" fmla="*/ 11329888 w 13158799"/>
              <a:gd name="connsiteY179" fmla="*/ 161654 h 9456078"/>
              <a:gd name="connsiteX180" fmla="*/ 11377607 w 13158799"/>
              <a:gd name="connsiteY180" fmla="*/ 150451 h 9456078"/>
              <a:gd name="connsiteX181" fmla="*/ 11425440 w 13158799"/>
              <a:gd name="connsiteY181" fmla="*/ 139640 h 9456078"/>
              <a:gd name="connsiteX182" fmla="*/ 11473385 w 13158799"/>
              <a:gd name="connsiteY182" fmla="*/ 129223 h 9456078"/>
              <a:gd name="connsiteX183" fmla="*/ 11521439 w 13158799"/>
              <a:gd name="connsiteY183" fmla="*/ 119201 h 9456078"/>
              <a:gd name="connsiteX184" fmla="*/ 11569599 w 13158799"/>
              <a:gd name="connsiteY184" fmla="*/ 109574 h 9456078"/>
              <a:gd name="connsiteX185" fmla="*/ 11617864 w 13158799"/>
              <a:gd name="connsiteY185" fmla="*/ 100344 h 9456078"/>
              <a:gd name="connsiteX186" fmla="*/ 11666231 w 13158799"/>
              <a:gd name="connsiteY186" fmla="*/ 91512 h 9456078"/>
              <a:gd name="connsiteX187" fmla="*/ 11714698 w 13158799"/>
              <a:gd name="connsiteY187" fmla="*/ 83080 h 9456078"/>
              <a:gd name="connsiteX188" fmla="*/ 11763263 w 13158799"/>
              <a:gd name="connsiteY188" fmla="*/ 75047 h 9456078"/>
              <a:gd name="connsiteX189" fmla="*/ 11811923 w 13158799"/>
              <a:gd name="connsiteY189" fmla="*/ 67417 h 9456078"/>
              <a:gd name="connsiteX190" fmla="*/ 11860676 w 13158799"/>
              <a:gd name="connsiteY190" fmla="*/ 60188 h 9456078"/>
              <a:gd name="connsiteX191" fmla="*/ 11909519 w 13158799"/>
              <a:gd name="connsiteY191" fmla="*/ 53364 h 9456078"/>
              <a:gd name="connsiteX192" fmla="*/ 11958451 w 13158799"/>
              <a:gd name="connsiteY192" fmla="*/ 46944 h 9456078"/>
              <a:gd name="connsiteX193" fmla="*/ 12007470 w 13158799"/>
              <a:gd name="connsiteY193" fmla="*/ 40931 h 9456078"/>
              <a:gd name="connsiteX194" fmla="*/ 12056572 w 13158799"/>
              <a:gd name="connsiteY194" fmla="*/ 35324 h 9456078"/>
              <a:gd name="connsiteX195" fmla="*/ 12105756 w 13158799"/>
              <a:gd name="connsiteY195" fmla="*/ 30126 h 9456078"/>
              <a:gd name="connsiteX196" fmla="*/ 12155019 w 13158799"/>
              <a:gd name="connsiteY196" fmla="*/ 25337 h 9456078"/>
              <a:gd name="connsiteX197" fmla="*/ 12204359 w 13158799"/>
              <a:gd name="connsiteY197" fmla="*/ 20958 h 9456078"/>
              <a:gd name="connsiteX198" fmla="*/ 12253773 w 13158799"/>
              <a:gd name="connsiteY198" fmla="*/ 16991 h 9456078"/>
              <a:gd name="connsiteX199" fmla="*/ 12303260 w 13158799"/>
              <a:gd name="connsiteY199" fmla="*/ 13437 h 9456078"/>
              <a:gd name="connsiteX200" fmla="*/ 12352818 w 13158799"/>
              <a:gd name="connsiteY200" fmla="*/ 10297 h 9456078"/>
              <a:gd name="connsiteX201" fmla="*/ 12402443 w 13158799"/>
              <a:gd name="connsiteY201" fmla="*/ 7572 h 9456078"/>
              <a:gd name="connsiteX202" fmla="*/ 12452133 w 13158799"/>
              <a:gd name="connsiteY202" fmla="*/ 5263 h 9456078"/>
              <a:gd name="connsiteX203" fmla="*/ 12501887 w 13158799"/>
              <a:gd name="connsiteY203" fmla="*/ 3371 h 9456078"/>
              <a:gd name="connsiteX204" fmla="*/ 12551701 w 13158799"/>
              <a:gd name="connsiteY204" fmla="*/ 1898 h 9456078"/>
              <a:gd name="connsiteX205" fmla="*/ 12601574 w 13158799"/>
              <a:gd name="connsiteY205" fmla="*/ 844 h 9456078"/>
              <a:gd name="connsiteX206" fmla="*/ 12651504 w 13158799"/>
              <a:gd name="connsiteY206" fmla="*/ 211 h 9456078"/>
              <a:gd name="connsiteX207" fmla="*/ 12701487 w 13158799"/>
              <a:gd name="connsiteY207" fmla="*/ 0 h 9456078"/>
              <a:gd name="connsiteX208" fmla="*/ 13158798 w 13158799"/>
              <a:gd name="connsiteY208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28389 w 13158797"/>
              <a:gd name="connsiteY22" fmla="*/ 9330914 h 9456078"/>
              <a:gd name="connsiteX23" fmla="*/ 1176172 w 13158797"/>
              <a:gd name="connsiteY23" fmla="*/ 9319936 h 9456078"/>
              <a:gd name="connsiteX24" fmla="*/ 1223823 w 13158797"/>
              <a:gd name="connsiteY24" fmla="*/ 9308509 h 9456078"/>
              <a:gd name="connsiteX25" fmla="*/ 1271339 w 13158797"/>
              <a:gd name="connsiteY25" fmla="*/ 9296635 h 9456078"/>
              <a:gd name="connsiteX26" fmla="*/ 1318719 w 13158797"/>
              <a:gd name="connsiteY26" fmla="*/ 9284315 h 9456078"/>
              <a:gd name="connsiteX27" fmla="*/ 1365957 w 13158797"/>
              <a:gd name="connsiteY27" fmla="*/ 9271550 h 9456078"/>
              <a:gd name="connsiteX28" fmla="*/ 1413052 w 13158797"/>
              <a:gd name="connsiteY28" fmla="*/ 9258342 h 9456078"/>
              <a:gd name="connsiteX29" fmla="*/ 1460000 w 13158797"/>
              <a:gd name="connsiteY29" fmla="*/ 9244693 h 9456078"/>
              <a:gd name="connsiteX30" fmla="*/ 1506799 w 13158797"/>
              <a:gd name="connsiteY30" fmla="*/ 9230604 h 9456078"/>
              <a:gd name="connsiteX31" fmla="*/ 1553445 w 13158797"/>
              <a:gd name="connsiteY31" fmla="*/ 9216076 h 9456078"/>
              <a:gd name="connsiteX32" fmla="*/ 1599935 w 13158797"/>
              <a:gd name="connsiteY32" fmla="*/ 9201111 h 9456078"/>
              <a:gd name="connsiteX33" fmla="*/ 1646267 w 13158797"/>
              <a:gd name="connsiteY33" fmla="*/ 9185710 h 9456078"/>
              <a:gd name="connsiteX34" fmla="*/ 1692437 w 13158797"/>
              <a:gd name="connsiteY34" fmla="*/ 9169876 h 9456078"/>
              <a:gd name="connsiteX35" fmla="*/ 1738442 w 13158797"/>
              <a:gd name="connsiteY35" fmla="*/ 9153608 h 9456078"/>
              <a:gd name="connsiteX36" fmla="*/ 1784280 w 13158797"/>
              <a:gd name="connsiteY36" fmla="*/ 9136910 h 9456078"/>
              <a:gd name="connsiteX37" fmla="*/ 1829947 w 13158797"/>
              <a:gd name="connsiteY37" fmla="*/ 9119782 h 9456078"/>
              <a:gd name="connsiteX38" fmla="*/ 1875440 w 13158797"/>
              <a:gd name="connsiteY38" fmla="*/ 9102226 h 9456078"/>
              <a:gd name="connsiteX39" fmla="*/ 1920756 w 13158797"/>
              <a:gd name="connsiteY39" fmla="*/ 9084243 h 9456078"/>
              <a:gd name="connsiteX40" fmla="*/ 1965893 w 13158797"/>
              <a:gd name="connsiteY40" fmla="*/ 9065835 h 9456078"/>
              <a:gd name="connsiteX41" fmla="*/ 2010847 w 13158797"/>
              <a:gd name="connsiteY41" fmla="*/ 9047004 h 9456078"/>
              <a:gd name="connsiteX42" fmla="*/ 2055615 w 13158797"/>
              <a:gd name="connsiteY42" fmla="*/ 9027750 h 9456078"/>
              <a:gd name="connsiteX43" fmla="*/ 2100195 w 13158797"/>
              <a:gd name="connsiteY43" fmla="*/ 9008075 h 9456078"/>
              <a:gd name="connsiteX44" fmla="*/ 2144582 w 13158797"/>
              <a:gd name="connsiteY44" fmla="*/ 8987981 h 9456078"/>
              <a:gd name="connsiteX45" fmla="*/ 2188775 w 13158797"/>
              <a:gd name="connsiteY45" fmla="*/ 8967470 h 9456078"/>
              <a:gd name="connsiteX46" fmla="*/ 2232770 w 13158797"/>
              <a:gd name="connsiteY46" fmla="*/ 8946542 h 9456078"/>
              <a:gd name="connsiteX47" fmla="*/ 2276564 w 13158797"/>
              <a:gd name="connsiteY47" fmla="*/ 8925199 h 9456078"/>
              <a:gd name="connsiteX48" fmla="*/ 2320154 w 13158797"/>
              <a:gd name="connsiteY48" fmla="*/ 8903443 h 9456078"/>
              <a:gd name="connsiteX49" fmla="*/ 2363538 w 13158797"/>
              <a:gd name="connsiteY49" fmla="*/ 8881275 h 9456078"/>
              <a:gd name="connsiteX50" fmla="*/ 2406711 w 13158797"/>
              <a:gd name="connsiteY50" fmla="*/ 8858697 h 9456078"/>
              <a:gd name="connsiteX51" fmla="*/ 2449672 w 13158797"/>
              <a:gd name="connsiteY51" fmla="*/ 8835710 h 9456078"/>
              <a:gd name="connsiteX52" fmla="*/ 2492417 w 13158797"/>
              <a:gd name="connsiteY52" fmla="*/ 8812316 h 9456078"/>
              <a:gd name="connsiteX53" fmla="*/ 2534943 w 13158797"/>
              <a:gd name="connsiteY53" fmla="*/ 8788516 h 9456078"/>
              <a:gd name="connsiteX54" fmla="*/ 2577247 w 13158797"/>
              <a:gd name="connsiteY54" fmla="*/ 8764311 h 9456078"/>
              <a:gd name="connsiteX55" fmla="*/ 2619326 w 13158797"/>
              <a:gd name="connsiteY55" fmla="*/ 8739704 h 9456078"/>
              <a:gd name="connsiteX56" fmla="*/ 2661177 w 13158797"/>
              <a:gd name="connsiteY56" fmla="*/ 8714695 h 9456078"/>
              <a:gd name="connsiteX57" fmla="*/ 2702797 w 13158797"/>
              <a:gd name="connsiteY57" fmla="*/ 8689286 h 9456078"/>
              <a:gd name="connsiteX58" fmla="*/ 2744183 w 13158797"/>
              <a:gd name="connsiteY58" fmla="*/ 8663479 h 9456078"/>
              <a:gd name="connsiteX59" fmla="*/ 2785333 w 13158797"/>
              <a:gd name="connsiteY59" fmla="*/ 8637274 h 9456078"/>
              <a:gd name="connsiteX60" fmla="*/ 2826242 w 13158797"/>
              <a:gd name="connsiteY60" fmla="*/ 8610675 h 9456078"/>
              <a:gd name="connsiteX61" fmla="*/ 2866908 w 13158797"/>
              <a:gd name="connsiteY61" fmla="*/ 8583681 h 9456078"/>
              <a:gd name="connsiteX62" fmla="*/ 2907329 w 13158797"/>
              <a:gd name="connsiteY62" fmla="*/ 8556295 h 9456078"/>
              <a:gd name="connsiteX63" fmla="*/ 2947500 w 13158797"/>
              <a:gd name="connsiteY63" fmla="*/ 8528517 h 9456078"/>
              <a:gd name="connsiteX64" fmla="*/ 2987419 w 13158797"/>
              <a:gd name="connsiteY64" fmla="*/ 8500351 h 9456078"/>
              <a:gd name="connsiteX65" fmla="*/ 3027083 w 13158797"/>
              <a:gd name="connsiteY65" fmla="*/ 8471796 h 9456078"/>
              <a:gd name="connsiteX66" fmla="*/ 3066489 w 13158797"/>
              <a:gd name="connsiteY66" fmla="*/ 8442854 h 9456078"/>
              <a:gd name="connsiteX67" fmla="*/ 3105634 w 13158797"/>
              <a:gd name="connsiteY67" fmla="*/ 8413528 h 9456078"/>
              <a:gd name="connsiteX68" fmla="*/ 3144515 w 13158797"/>
              <a:gd name="connsiteY68" fmla="*/ 8383818 h 9456078"/>
              <a:gd name="connsiteX69" fmla="*/ 3183129 w 13158797"/>
              <a:gd name="connsiteY69" fmla="*/ 8353726 h 9456078"/>
              <a:gd name="connsiteX70" fmla="*/ 3221473 w 13158797"/>
              <a:gd name="connsiteY70" fmla="*/ 8323253 h 9456078"/>
              <a:gd name="connsiteX71" fmla="*/ 3259544 w 13158797"/>
              <a:gd name="connsiteY71" fmla="*/ 8292401 h 9456078"/>
              <a:gd name="connsiteX72" fmla="*/ 3297339 w 13158797"/>
              <a:gd name="connsiteY72" fmla="*/ 8261172 h 9456078"/>
              <a:gd name="connsiteX73" fmla="*/ 3334854 w 13158797"/>
              <a:gd name="connsiteY73" fmla="*/ 8229566 h 9456078"/>
              <a:gd name="connsiteX74" fmla="*/ 3372087 w 13158797"/>
              <a:gd name="connsiteY74" fmla="*/ 8197585 h 9456078"/>
              <a:gd name="connsiteX75" fmla="*/ 3409035 w 13158797"/>
              <a:gd name="connsiteY75" fmla="*/ 8165232 h 9456078"/>
              <a:gd name="connsiteX76" fmla="*/ 3445695 w 13158797"/>
              <a:gd name="connsiteY76" fmla="*/ 8132507 h 9456078"/>
              <a:gd name="connsiteX77" fmla="*/ 3482064 w 13158797"/>
              <a:gd name="connsiteY77" fmla="*/ 8099411 h 9456078"/>
              <a:gd name="connsiteX78" fmla="*/ 3518139 w 13158797"/>
              <a:gd name="connsiteY78" fmla="*/ 8065947 h 9456078"/>
              <a:gd name="connsiteX79" fmla="*/ 3553916 w 13158797"/>
              <a:gd name="connsiteY79" fmla="*/ 8032115 h 9456078"/>
              <a:gd name="connsiteX80" fmla="*/ 3589393 w 13158797"/>
              <a:gd name="connsiteY80" fmla="*/ 7997918 h 9456078"/>
              <a:gd name="connsiteX81" fmla="*/ 3624567 w 13158797"/>
              <a:gd name="connsiteY81" fmla="*/ 7963356 h 9456078"/>
              <a:gd name="connsiteX82" fmla="*/ 3659435 w 13158797"/>
              <a:gd name="connsiteY82" fmla="*/ 7928432 h 9456078"/>
              <a:gd name="connsiteX83" fmla="*/ 3693994 w 13158797"/>
              <a:gd name="connsiteY83" fmla="*/ 7893146 h 9456078"/>
              <a:gd name="connsiteX84" fmla="*/ 3728240 w 13158797"/>
              <a:gd name="connsiteY84" fmla="*/ 7857501 h 9456078"/>
              <a:gd name="connsiteX85" fmla="*/ 3762171 w 13158797"/>
              <a:gd name="connsiteY85" fmla="*/ 7821497 h 9456078"/>
              <a:gd name="connsiteX86" fmla="*/ 3795783 w 13158797"/>
              <a:gd name="connsiteY86" fmla="*/ 7785136 h 9456078"/>
              <a:gd name="connsiteX87" fmla="*/ 3829075 w 13158797"/>
              <a:gd name="connsiteY87" fmla="*/ 7748420 h 9456078"/>
              <a:gd name="connsiteX88" fmla="*/ 3862042 w 13158797"/>
              <a:gd name="connsiteY88" fmla="*/ 7711350 h 9456078"/>
              <a:gd name="connsiteX89" fmla="*/ 3894682 w 13158797"/>
              <a:gd name="connsiteY89" fmla="*/ 7673928 h 9456078"/>
              <a:gd name="connsiteX90" fmla="*/ 3926991 w 13158797"/>
              <a:gd name="connsiteY90" fmla="*/ 7636155 h 9456078"/>
              <a:gd name="connsiteX91" fmla="*/ 3958967 w 13158797"/>
              <a:gd name="connsiteY91" fmla="*/ 7598032 h 9456078"/>
              <a:gd name="connsiteX92" fmla="*/ 3990607 w 13158797"/>
              <a:gd name="connsiteY92" fmla="*/ 7559561 h 9456078"/>
              <a:gd name="connsiteX93" fmla="*/ 4021907 w 13158797"/>
              <a:gd name="connsiteY93" fmla="*/ 7520744 h 9456078"/>
              <a:gd name="connsiteX94" fmla="*/ 4052865 w 13158797"/>
              <a:gd name="connsiteY94" fmla="*/ 7481582 h 9456078"/>
              <a:gd name="connsiteX95" fmla="*/ 4083478 w 13158797"/>
              <a:gd name="connsiteY95" fmla="*/ 7442077 h 9456078"/>
              <a:gd name="connsiteX96" fmla="*/ 8022311 w 13158797"/>
              <a:gd name="connsiteY96" fmla="*/ 2307814 h 9456078"/>
              <a:gd name="connsiteX97" fmla="*/ 8052902 w 13158797"/>
              <a:gd name="connsiteY97" fmla="*/ 2268285 h 9456078"/>
              <a:gd name="connsiteX98" fmla="*/ 8083796 w 13158797"/>
              <a:gd name="connsiteY98" fmla="*/ 2229056 h 9456078"/>
              <a:gd name="connsiteX99" fmla="*/ 8114989 w 13158797"/>
              <a:gd name="connsiteY99" fmla="*/ 2190127 h 9456078"/>
              <a:gd name="connsiteX100" fmla="*/ 8146479 w 13158797"/>
              <a:gd name="connsiteY100" fmla="*/ 2151500 h 9456078"/>
              <a:gd name="connsiteX101" fmla="*/ 8178264 w 13158797"/>
              <a:gd name="connsiteY101" fmla="*/ 2113176 h 9456078"/>
              <a:gd name="connsiteX102" fmla="*/ 8210341 w 13158797"/>
              <a:gd name="connsiteY102" fmla="*/ 2075157 h 9456078"/>
              <a:gd name="connsiteX103" fmla="*/ 8242709 w 13158797"/>
              <a:gd name="connsiteY103" fmla="*/ 2037442 h 9456078"/>
              <a:gd name="connsiteX104" fmla="*/ 8275365 w 13158797"/>
              <a:gd name="connsiteY104" fmla="*/ 2000034 h 9456078"/>
              <a:gd name="connsiteX105" fmla="*/ 8308307 w 13158797"/>
              <a:gd name="connsiteY105" fmla="*/ 1962934 h 9456078"/>
              <a:gd name="connsiteX106" fmla="*/ 8341532 w 13158797"/>
              <a:gd name="connsiteY106" fmla="*/ 1926142 h 9456078"/>
              <a:gd name="connsiteX107" fmla="*/ 8375038 w 13158797"/>
              <a:gd name="connsiteY107" fmla="*/ 1889660 h 9456078"/>
              <a:gd name="connsiteX108" fmla="*/ 8408823 w 13158797"/>
              <a:gd name="connsiteY108" fmla="*/ 1853489 h 9456078"/>
              <a:gd name="connsiteX109" fmla="*/ 8442885 w 13158797"/>
              <a:gd name="connsiteY109" fmla="*/ 1817630 h 9456078"/>
              <a:gd name="connsiteX110" fmla="*/ 8477221 w 13158797"/>
              <a:gd name="connsiteY110" fmla="*/ 1782084 h 9456078"/>
              <a:gd name="connsiteX111" fmla="*/ 8511829 w 13158797"/>
              <a:gd name="connsiteY111" fmla="*/ 1746853 h 9456078"/>
              <a:gd name="connsiteX112" fmla="*/ 8546706 w 13158797"/>
              <a:gd name="connsiteY112" fmla="*/ 1711937 h 9456078"/>
              <a:gd name="connsiteX113" fmla="*/ 8581851 w 13158797"/>
              <a:gd name="connsiteY113" fmla="*/ 1677337 h 9456078"/>
              <a:gd name="connsiteX114" fmla="*/ 8617261 w 13158797"/>
              <a:gd name="connsiteY114" fmla="*/ 1643056 h 9456078"/>
              <a:gd name="connsiteX115" fmla="*/ 8652934 w 13158797"/>
              <a:gd name="connsiteY115" fmla="*/ 1609093 h 9456078"/>
              <a:gd name="connsiteX116" fmla="*/ 8688867 w 13158797"/>
              <a:gd name="connsiteY116" fmla="*/ 1575450 h 9456078"/>
              <a:gd name="connsiteX117" fmla="*/ 8725058 w 13158797"/>
              <a:gd name="connsiteY117" fmla="*/ 1542128 h 9456078"/>
              <a:gd name="connsiteX118" fmla="*/ 8761506 w 13158797"/>
              <a:gd name="connsiteY118" fmla="*/ 1509129 h 9456078"/>
              <a:gd name="connsiteX119" fmla="*/ 8798207 w 13158797"/>
              <a:gd name="connsiteY119" fmla="*/ 1476452 h 9456078"/>
              <a:gd name="connsiteX120" fmla="*/ 8835159 w 13158797"/>
              <a:gd name="connsiteY120" fmla="*/ 1444101 h 9456078"/>
              <a:gd name="connsiteX121" fmla="*/ 8872360 w 13158797"/>
              <a:gd name="connsiteY121" fmla="*/ 1412075 h 9456078"/>
              <a:gd name="connsiteX122" fmla="*/ 8909808 w 13158797"/>
              <a:gd name="connsiteY122" fmla="*/ 1380375 h 9456078"/>
              <a:gd name="connsiteX123" fmla="*/ 8947501 w 13158797"/>
              <a:gd name="connsiteY123" fmla="*/ 1349004 h 9456078"/>
              <a:gd name="connsiteX124" fmla="*/ 8985435 w 13158797"/>
              <a:gd name="connsiteY124" fmla="*/ 1317962 h 9456078"/>
              <a:gd name="connsiteX125" fmla="*/ 9023610 w 13158797"/>
              <a:gd name="connsiteY125" fmla="*/ 1287250 h 9456078"/>
              <a:gd name="connsiteX126" fmla="*/ 9062022 w 13158797"/>
              <a:gd name="connsiteY126" fmla="*/ 1256869 h 9456078"/>
              <a:gd name="connsiteX127" fmla="*/ 9100669 w 13158797"/>
              <a:gd name="connsiteY127" fmla="*/ 1226820 h 9456078"/>
              <a:gd name="connsiteX128" fmla="*/ 9139549 w 13158797"/>
              <a:gd name="connsiteY128" fmla="*/ 1197105 h 9456078"/>
              <a:gd name="connsiteX129" fmla="*/ 9178660 w 13158797"/>
              <a:gd name="connsiteY129" fmla="*/ 1167725 h 9456078"/>
              <a:gd name="connsiteX130" fmla="*/ 9217999 w 13158797"/>
              <a:gd name="connsiteY130" fmla="*/ 1138681 h 9456078"/>
              <a:gd name="connsiteX131" fmla="*/ 9257564 w 13158797"/>
              <a:gd name="connsiteY131" fmla="*/ 1109974 h 9456078"/>
              <a:gd name="connsiteX132" fmla="*/ 9297353 w 13158797"/>
              <a:gd name="connsiteY132" fmla="*/ 1081604 h 9456078"/>
              <a:gd name="connsiteX133" fmla="*/ 9337364 w 13158797"/>
              <a:gd name="connsiteY133" fmla="*/ 1053574 h 9456078"/>
              <a:gd name="connsiteX134" fmla="*/ 9377594 w 13158797"/>
              <a:gd name="connsiteY134" fmla="*/ 1025884 h 9456078"/>
              <a:gd name="connsiteX135" fmla="*/ 9418040 w 13158797"/>
              <a:gd name="connsiteY135" fmla="*/ 998536 h 9456078"/>
              <a:gd name="connsiteX136" fmla="*/ 9458702 w 13158797"/>
              <a:gd name="connsiteY136" fmla="*/ 971530 h 9456078"/>
              <a:gd name="connsiteX137" fmla="*/ 9499575 w 13158797"/>
              <a:gd name="connsiteY137" fmla="*/ 944868 h 9456078"/>
              <a:gd name="connsiteX138" fmla="*/ 9540659 w 13158797"/>
              <a:gd name="connsiteY138" fmla="*/ 918551 h 9456078"/>
              <a:gd name="connsiteX139" fmla="*/ 9581950 w 13158797"/>
              <a:gd name="connsiteY139" fmla="*/ 892580 h 9456078"/>
              <a:gd name="connsiteX140" fmla="*/ 9623447 w 13158797"/>
              <a:gd name="connsiteY140" fmla="*/ 866956 h 9456078"/>
              <a:gd name="connsiteX141" fmla="*/ 9665147 w 13158797"/>
              <a:gd name="connsiteY141" fmla="*/ 841681 h 9456078"/>
              <a:gd name="connsiteX142" fmla="*/ 9707048 w 13158797"/>
              <a:gd name="connsiteY142" fmla="*/ 816754 h 9456078"/>
              <a:gd name="connsiteX143" fmla="*/ 9749147 w 13158797"/>
              <a:gd name="connsiteY143" fmla="*/ 792179 h 9456078"/>
              <a:gd name="connsiteX144" fmla="*/ 9791443 w 13158797"/>
              <a:gd name="connsiteY144" fmla="*/ 767955 h 9456078"/>
              <a:gd name="connsiteX145" fmla="*/ 9833932 w 13158797"/>
              <a:gd name="connsiteY145" fmla="*/ 744083 h 9456078"/>
              <a:gd name="connsiteX146" fmla="*/ 9876613 w 13158797"/>
              <a:gd name="connsiteY146" fmla="*/ 720566 h 9456078"/>
              <a:gd name="connsiteX147" fmla="*/ 9919484 w 13158797"/>
              <a:gd name="connsiteY147" fmla="*/ 697404 h 9456078"/>
              <a:gd name="connsiteX148" fmla="*/ 9962542 w 13158797"/>
              <a:gd name="connsiteY148" fmla="*/ 674598 h 9456078"/>
              <a:gd name="connsiteX149" fmla="*/ 10005784 w 13158797"/>
              <a:gd name="connsiteY149" fmla="*/ 652149 h 9456078"/>
              <a:gd name="connsiteX150" fmla="*/ 10049209 w 13158797"/>
              <a:gd name="connsiteY150" fmla="*/ 630059 h 9456078"/>
              <a:gd name="connsiteX151" fmla="*/ 10092814 w 13158797"/>
              <a:gd name="connsiteY151" fmla="*/ 608328 h 9456078"/>
              <a:gd name="connsiteX152" fmla="*/ 10136597 w 13158797"/>
              <a:gd name="connsiteY152" fmla="*/ 586958 h 9456078"/>
              <a:gd name="connsiteX153" fmla="*/ 10180556 w 13158797"/>
              <a:gd name="connsiteY153" fmla="*/ 565950 h 9456078"/>
              <a:gd name="connsiteX154" fmla="*/ 10224688 w 13158797"/>
              <a:gd name="connsiteY154" fmla="*/ 545304 h 9456078"/>
              <a:gd name="connsiteX155" fmla="*/ 10268991 w 13158797"/>
              <a:gd name="connsiteY155" fmla="*/ 525023 h 9456078"/>
              <a:gd name="connsiteX156" fmla="*/ 10313463 w 13158797"/>
              <a:gd name="connsiteY156" fmla="*/ 505107 h 9456078"/>
              <a:gd name="connsiteX157" fmla="*/ 10358101 w 13158797"/>
              <a:gd name="connsiteY157" fmla="*/ 485558 h 9456078"/>
              <a:gd name="connsiteX158" fmla="*/ 10402903 w 13158797"/>
              <a:gd name="connsiteY158" fmla="*/ 466376 h 9456078"/>
              <a:gd name="connsiteX159" fmla="*/ 10447868 w 13158797"/>
              <a:gd name="connsiteY159" fmla="*/ 447563 h 9456078"/>
              <a:gd name="connsiteX160" fmla="*/ 10492991 w 13158797"/>
              <a:gd name="connsiteY160" fmla="*/ 429119 h 9456078"/>
              <a:gd name="connsiteX161" fmla="*/ 10538272 w 13158797"/>
              <a:gd name="connsiteY161" fmla="*/ 411046 h 9456078"/>
              <a:gd name="connsiteX162" fmla="*/ 10583708 w 13158797"/>
              <a:gd name="connsiteY162" fmla="*/ 393346 h 9456078"/>
              <a:gd name="connsiteX163" fmla="*/ 10629297 w 13158797"/>
              <a:gd name="connsiteY163" fmla="*/ 376018 h 9456078"/>
              <a:gd name="connsiteX164" fmla="*/ 10675036 w 13158797"/>
              <a:gd name="connsiteY164" fmla="*/ 359065 h 9456078"/>
              <a:gd name="connsiteX165" fmla="*/ 10720923 w 13158797"/>
              <a:gd name="connsiteY165" fmla="*/ 342487 h 9456078"/>
              <a:gd name="connsiteX166" fmla="*/ 10766956 w 13158797"/>
              <a:gd name="connsiteY166" fmla="*/ 326286 h 9456078"/>
              <a:gd name="connsiteX167" fmla="*/ 10813132 w 13158797"/>
              <a:gd name="connsiteY167" fmla="*/ 310462 h 9456078"/>
              <a:gd name="connsiteX168" fmla="*/ 10859450 w 13158797"/>
              <a:gd name="connsiteY168" fmla="*/ 295018 h 9456078"/>
              <a:gd name="connsiteX169" fmla="*/ 10905907 w 13158797"/>
              <a:gd name="connsiteY169" fmla="*/ 279953 h 9456078"/>
              <a:gd name="connsiteX170" fmla="*/ 10952500 w 13158797"/>
              <a:gd name="connsiteY170" fmla="*/ 265269 h 9456078"/>
              <a:gd name="connsiteX171" fmla="*/ 10999227 w 13158797"/>
              <a:gd name="connsiteY171" fmla="*/ 250968 h 9456078"/>
              <a:gd name="connsiteX172" fmla="*/ 11046087 w 13158797"/>
              <a:gd name="connsiteY172" fmla="*/ 237049 h 9456078"/>
              <a:gd name="connsiteX173" fmla="*/ 11093076 w 13158797"/>
              <a:gd name="connsiteY173" fmla="*/ 223516 h 9456078"/>
              <a:gd name="connsiteX174" fmla="*/ 11140193 w 13158797"/>
              <a:gd name="connsiteY174" fmla="*/ 210368 h 9456078"/>
              <a:gd name="connsiteX175" fmla="*/ 11187434 w 13158797"/>
              <a:gd name="connsiteY175" fmla="*/ 197606 h 9456078"/>
              <a:gd name="connsiteX176" fmla="*/ 11234799 w 13158797"/>
              <a:gd name="connsiteY176" fmla="*/ 185233 h 9456078"/>
              <a:gd name="connsiteX177" fmla="*/ 11282284 w 13158797"/>
              <a:gd name="connsiteY177" fmla="*/ 173248 h 9456078"/>
              <a:gd name="connsiteX178" fmla="*/ 11329888 w 13158797"/>
              <a:gd name="connsiteY178" fmla="*/ 161654 h 9456078"/>
              <a:gd name="connsiteX179" fmla="*/ 11377607 w 13158797"/>
              <a:gd name="connsiteY179" fmla="*/ 150451 h 9456078"/>
              <a:gd name="connsiteX180" fmla="*/ 11425440 w 13158797"/>
              <a:gd name="connsiteY180" fmla="*/ 139640 h 9456078"/>
              <a:gd name="connsiteX181" fmla="*/ 11473385 w 13158797"/>
              <a:gd name="connsiteY181" fmla="*/ 129223 h 9456078"/>
              <a:gd name="connsiteX182" fmla="*/ 11521439 w 13158797"/>
              <a:gd name="connsiteY182" fmla="*/ 119201 h 9456078"/>
              <a:gd name="connsiteX183" fmla="*/ 11569599 w 13158797"/>
              <a:gd name="connsiteY183" fmla="*/ 109574 h 9456078"/>
              <a:gd name="connsiteX184" fmla="*/ 11617864 w 13158797"/>
              <a:gd name="connsiteY184" fmla="*/ 100344 h 9456078"/>
              <a:gd name="connsiteX185" fmla="*/ 11666231 w 13158797"/>
              <a:gd name="connsiteY185" fmla="*/ 91512 h 9456078"/>
              <a:gd name="connsiteX186" fmla="*/ 11714698 w 13158797"/>
              <a:gd name="connsiteY186" fmla="*/ 83080 h 9456078"/>
              <a:gd name="connsiteX187" fmla="*/ 11763263 w 13158797"/>
              <a:gd name="connsiteY187" fmla="*/ 75047 h 9456078"/>
              <a:gd name="connsiteX188" fmla="*/ 11811923 w 13158797"/>
              <a:gd name="connsiteY188" fmla="*/ 67417 h 9456078"/>
              <a:gd name="connsiteX189" fmla="*/ 11860676 w 13158797"/>
              <a:gd name="connsiteY189" fmla="*/ 60188 h 9456078"/>
              <a:gd name="connsiteX190" fmla="*/ 11909519 w 13158797"/>
              <a:gd name="connsiteY190" fmla="*/ 53364 h 9456078"/>
              <a:gd name="connsiteX191" fmla="*/ 11958451 w 13158797"/>
              <a:gd name="connsiteY191" fmla="*/ 46944 h 9456078"/>
              <a:gd name="connsiteX192" fmla="*/ 12007470 w 13158797"/>
              <a:gd name="connsiteY192" fmla="*/ 40931 h 9456078"/>
              <a:gd name="connsiteX193" fmla="*/ 12056572 w 13158797"/>
              <a:gd name="connsiteY193" fmla="*/ 35324 h 9456078"/>
              <a:gd name="connsiteX194" fmla="*/ 12105756 w 13158797"/>
              <a:gd name="connsiteY194" fmla="*/ 30126 h 9456078"/>
              <a:gd name="connsiteX195" fmla="*/ 12155019 w 13158797"/>
              <a:gd name="connsiteY195" fmla="*/ 25337 h 9456078"/>
              <a:gd name="connsiteX196" fmla="*/ 12204359 w 13158797"/>
              <a:gd name="connsiteY196" fmla="*/ 20958 h 9456078"/>
              <a:gd name="connsiteX197" fmla="*/ 12253773 w 13158797"/>
              <a:gd name="connsiteY197" fmla="*/ 16991 h 9456078"/>
              <a:gd name="connsiteX198" fmla="*/ 12303260 w 13158797"/>
              <a:gd name="connsiteY198" fmla="*/ 13437 h 9456078"/>
              <a:gd name="connsiteX199" fmla="*/ 12352818 w 13158797"/>
              <a:gd name="connsiteY199" fmla="*/ 10297 h 9456078"/>
              <a:gd name="connsiteX200" fmla="*/ 12402443 w 13158797"/>
              <a:gd name="connsiteY200" fmla="*/ 7572 h 9456078"/>
              <a:gd name="connsiteX201" fmla="*/ 12452133 w 13158797"/>
              <a:gd name="connsiteY201" fmla="*/ 5263 h 9456078"/>
              <a:gd name="connsiteX202" fmla="*/ 12501887 w 13158797"/>
              <a:gd name="connsiteY202" fmla="*/ 3371 h 9456078"/>
              <a:gd name="connsiteX203" fmla="*/ 12551701 w 13158797"/>
              <a:gd name="connsiteY203" fmla="*/ 1898 h 9456078"/>
              <a:gd name="connsiteX204" fmla="*/ 12601574 w 13158797"/>
              <a:gd name="connsiteY204" fmla="*/ 844 h 9456078"/>
              <a:gd name="connsiteX205" fmla="*/ 12651504 w 13158797"/>
              <a:gd name="connsiteY205" fmla="*/ 211 h 9456078"/>
              <a:gd name="connsiteX206" fmla="*/ 12701487 w 13158797"/>
              <a:gd name="connsiteY206" fmla="*/ 0 h 9456078"/>
              <a:gd name="connsiteX207" fmla="*/ 13158798 w 13158797"/>
              <a:gd name="connsiteY207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98870 w 13158799"/>
              <a:gd name="connsiteY5" fmla="*/ 9447409 h 9456078"/>
              <a:gd name="connsiteX6" fmla="*/ 348429 w 13158799"/>
              <a:gd name="connsiteY6" fmla="*/ 9444290 h 9456078"/>
              <a:gd name="connsiteX7" fmla="*/ 397907 w 13158799"/>
              <a:gd name="connsiteY7" fmla="*/ 9440698 h 9456078"/>
              <a:gd name="connsiteX8" fmla="*/ 447302 w 13158799"/>
              <a:gd name="connsiteY8" fmla="*/ 9436632 h 9456078"/>
              <a:gd name="connsiteX9" fmla="*/ 496610 w 13158799"/>
              <a:gd name="connsiteY9" fmla="*/ 9432096 h 9456078"/>
              <a:gd name="connsiteX10" fmla="*/ 545829 w 13158799"/>
              <a:gd name="connsiteY10" fmla="*/ 9427089 h 9456078"/>
              <a:gd name="connsiteX11" fmla="*/ 594956 w 13158799"/>
              <a:gd name="connsiteY11" fmla="*/ 9421615 h 9456078"/>
              <a:gd name="connsiteX12" fmla="*/ 643987 w 13158799"/>
              <a:gd name="connsiteY12" fmla="*/ 9415673 h 9456078"/>
              <a:gd name="connsiteX13" fmla="*/ 692920 w 13158799"/>
              <a:gd name="connsiteY13" fmla="*/ 9409267 h 9456078"/>
              <a:gd name="connsiteX14" fmla="*/ 741751 w 13158799"/>
              <a:gd name="connsiteY14" fmla="*/ 9402396 h 9456078"/>
              <a:gd name="connsiteX15" fmla="*/ 790478 w 13158799"/>
              <a:gd name="connsiteY15" fmla="*/ 9395063 h 9456078"/>
              <a:gd name="connsiteX16" fmla="*/ 839098 w 13158799"/>
              <a:gd name="connsiteY16" fmla="*/ 9387270 h 9456078"/>
              <a:gd name="connsiteX17" fmla="*/ 887607 w 13158799"/>
              <a:gd name="connsiteY17" fmla="*/ 9379017 h 9456078"/>
              <a:gd name="connsiteX18" fmla="*/ 936002 w 13158799"/>
              <a:gd name="connsiteY18" fmla="*/ 9370306 h 9456078"/>
              <a:gd name="connsiteX19" fmla="*/ 984281 w 13158799"/>
              <a:gd name="connsiteY19" fmla="*/ 9361139 h 9456078"/>
              <a:gd name="connsiteX20" fmla="*/ 1032440 w 13158799"/>
              <a:gd name="connsiteY20" fmla="*/ 9351517 h 9456078"/>
              <a:gd name="connsiteX21" fmla="*/ 1080477 w 13158799"/>
              <a:gd name="connsiteY21" fmla="*/ 9341441 h 9456078"/>
              <a:gd name="connsiteX22" fmla="*/ 1176172 w 13158799"/>
              <a:gd name="connsiteY22" fmla="*/ 9319936 h 9456078"/>
              <a:gd name="connsiteX23" fmla="*/ 1223823 w 13158799"/>
              <a:gd name="connsiteY23" fmla="*/ 9308509 h 9456078"/>
              <a:gd name="connsiteX24" fmla="*/ 1271339 w 13158799"/>
              <a:gd name="connsiteY24" fmla="*/ 9296635 h 9456078"/>
              <a:gd name="connsiteX25" fmla="*/ 1318719 w 13158799"/>
              <a:gd name="connsiteY25" fmla="*/ 9284315 h 9456078"/>
              <a:gd name="connsiteX26" fmla="*/ 1365957 w 13158799"/>
              <a:gd name="connsiteY26" fmla="*/ 9271550 h 9456078"/>
              <a:gd name="connsiteX27" fmla="*/ 1413052 w 13158799"/>
              <a:gd name="connsiteY27" fmla="*/ 9258342 h 9456078"/>
              <a:gd name="connsiteX28" fmla="*/ 1460000 w 13158799"/>
              <a:gd name="connsiteY28" fmla="*/ 9244693 h 9456078"/>
              <a:gd name="connsiteX29" fmla="*/ 1506799 w 13158799"/>
              <a:gd name="connsiteY29" fmla="*/ 9230604 h 9456078"/>
              <a:gd name="connsiteX30" fmla="*/ 1553445 w 13158799"/>
              <a:gd name="connsiteY30" fmla="*/ 9216076 h 9456078"/>
              <a:gd name="connsiteX31" fmla="*/ 1599935 w 13158799"/>
              <a:gd name="connsiteY31" fmla="*/ 9201111 h 9456078"/>
              <a:gd name="connsiteX32" fmla="*/ 1646267 w 13158799"/>
              <a:gd name="connsiteY32" fmla="*/ 9185710 h 9456078"/>
              <a:gd name="connsiteX33" fmla="*/ 1692437 w 13158799"/>
              <a:gd name="connsiteY33" fmla="*/ 9169876 h 9456078"/>
              <a:gd name="connsiteX34" fmla="*/ 1738442 w 13158799"/>
              <a:gd name="connsiteY34" fmla="*/ 9153608 h 9456078"/>
              <a:gd name="connsiteX35" fmla="*/ 1784280 w 13158799"/>
              <a:gd name="connsiteY35" fmla="*/ 9136910 h 9456078"/>
              <a:gd name="connsiteX36" fmla="*/ 1829947 w 13158799"/>
              <a:gd name="connsiteY36" fmla="*/ 9119782 h 9456078"/>
              <a:gd name="connsiteX37" fmla="*/ 1875440 w 13158799"/>
              <a:gd name="connsiteY37" fmla="*/ 9102226 h 9456078"/>
              <a:gd name="connsiteX38" fmla="*/ 1920756 w 13158799"/>
              <a:gd name="connsiteY38" fmla="*/ 9084243 h 9456078"/>
              <a:gd name="connsiteX39" fmla="*/ 1965893 w 13158799"/>
              <a:gd name="connsiteY39" fmla="*/ 9065835 h 9456078"/>
              <a:gd name="connsiteX40" fmla="*/ 2010847 w 13158799"/>
              <a:gd name="connsiteY40" fmla="*/ 9047004 h 9456078"/>
              <a:gd name="connsiteX41" fmla="*/ 2055615 w 13158799"/>
              <a:gd name="connsiteY41" fmla="*/ 9027750 h 9456078"/>
              <a:gd name="connsiteX42" fmla="*/ 2100195 w 13158799"/>
              <a:gd name="connsiteY42" fmla="*/ 9008075 h 9456078"/>
              <a:gd name="connsiteX43" fmla="*/ 2144582 w 13158799"/>
              <a:gd name="connsiteY43" fmla="*/ 8987981 h 9456078"/>
              <a:gd name="connsiteX44" fmla="*/ 2188775 w 13158799"/>
              <a:gd name="connsiteY44" fmla="*/ 8967470 h 9456078"/>
              <a:gd name="connsiteX45" fmla="*/ 2232770 w 13158799"/>
              <a:gd name="connsiteY45" fmla="*/ 8946542 h 9456078"/>
              <a:gd name="connsiteX46" fmla="*/ 2276564 w 13158799"/>
              <a:gd name="connsiteY46" fmla="*/ 8925199 h 9456078"/>
              <a:gd name="connsiteX47" fmla="*/ 2320154 w 13158799"/>
              <a:gd name="connsiteY47" fmla="*/ 8903443 h 9456078"/>
              <a:gd name="connsiteX48" fmla="*/ 2363538 w 13158799"/>
              <a:gd name="connsiteY48" fmla="*/ 8881275 h 9456078"/>
              <a:gd name="connsiteX49" fmla="*/ 2406711 w 13158799"/>
              <a:gd name="connsiteY49" fmla="*/ 8858697 h 9456078"/>
              <a:gd name="connsiteX50" fmla="*/ 2449672 w 13158799"/>
              <a:gd name="connsiteY50" fmla="*/ 8835710 h 9456078"/>
              <a:gd name="connsiteX51" fmla="*/ 2492417 w 13158799"/>
              <a:gd name="connsiteY51" fmla="*/ 8812316 h 9456078"/>
              <a:gd name="connsiteX52" fmla="*/ 2534943 w 13158799"/>
              <a:gd name="connsiteY52" fmla="*/ 8788516 h 9456078"/>
              <a:gd name="connsiteX53" fmla="*/ 2577247 w 13158799"/>
              <a:gd name="connsiteY53" fmla="*/ 8764311 h 9456078"/>
              <a:gd name="connsiteX54" fmla="*/ 2619326 w 13158799"/>
              <a:gd name="connsiteY54" fmla="*/ 8739704 h 9456078"/>
              <a:gd name="connsiteX55" fmla="*/ 2661177 w 13158799"/>
              <a:gd name="connsiteY55" fmla="*/ 8714695 h 9456078"/>
              <a:gd name="connsiteX56" fmla="*/ 2702797 w 13158799"/>
              <a:gd name="connsiteY56" fmla="*/ 8689286 h 9456078"/>
              <a:gd name="connsiteX57" fmla="*/ 2744183 w 13158799"/>
              <a:gd name="connsiteY57" fmla="*/ 8663479 h 9456078"/>
              <a:gd name="connsiteX58" fmla="*/ 2785333 w 13158799"/>
              <a:gd name="connsiteY58" fmla="*/ 8637274 h 9456078"/>
              <a:gd name="connsiteX59" fmla="*/ 2826242 w 13158799"/>
              <a:gd name="connsiteY59" fmla="*/ 8610675 h 9456078"/>
              <a:gd name="connsiteX60" fmla="*/ 2866908 w 13158799"/>
              <a:gd name="connsiteY60" fmla="*/ 8583681 h 9456078"/>
              <a:gd name="connsiteX61" fmla="*/ 2907329 w 13158799"/>
              <a:gd name="connsiteY61" fmla="*/ 8556295 h 9456078"/>
              <a:gd name="connsiteX62" fmla="*/ 2947500 w 13158799"/>
              <a:gd name="connsiteY62" fmla="*/ 8528517 h 9456078"/>
              <a:gd name="connsiteX63" fmla="*/ 2987419 w 13158799"/>
              <a:gd name="connsiteY63" fmla="*/ 8500351 h 9456078"/>
              <a:gd name="connsiteX64" fmla="*/ 3027083 w 13158799"/>
              <a:gd name="connsiteY64" fmla="*/ 8471796 h 9456078"/>
              <a:gd name="connsiteX65" fmla="*/ 3066489 w 13158799"/>
              <a:gd name="connsiteY65" fmla="*/ 8442854 h 9456078"/>
              <a:gd name="connsiteX66" fmla="*/ 3105634 w 13158799"/>
              <a:gd name="connsiteY66" fmla="*/ 8413528 h 9456078"/>
              <a:gd name="connsiteX67" fmla="*/ 3144515 w 13158799"/>
              <a:gd name="connsiteY67" fmla="*/ 8383818 h 9456078"/>
              <a:gd name="connsiteX68" fmla="*/ 3183129 w 13158799"/>
              <a:gd name="connsiteY68" fmla="*/ 8353726 h 9456078"/>
              <a:gd name="connsiteX69" fmla="*/ 3221473 w 13158799"/>
              <a:gd name="connsiteY69" fmla="*/ 8323253 h 9456078"/>
              <a:gd name="connsiteX70" fmla="*/ 3259544 w 13158799"/>
              <a:gd name="connsiteY70" fmla="*/ 8292401 h 9456078"/>
              <a:gd name="connsiteX71" fmla="*/ 3297339 w 13158799"/>
              <a:gd name="connsiteY71" fmla="*/ 8261172 h 9456078"/>
              <a:gd name="connsiteX72" fmla="*/ 3334854 w 13158799"/>
              <a:gd name="connsiteY72" fmla="*/ 8229566 h 9456078"/>
              <a:gd name="connsiteX73" fmla="*/ 3372087 w 13158799"/>
              <a:gd name="connsiteY73" fmla="*/ 8197585 h 9456078"/>
              <a:gd name="connsiteX74" fmla="*/ 3409035 w 13158799"/>
              <a:gd name="connsiteY74" fmla="*/ 8165232 h 9456078"/>
              <a:gd name="connsiteX75" fmla="*/ 3445695 w 13158799"/>
              <a:gd name="connsiteY75" fmla="*/ 8132507 h 9456078"/>
              <a:gd name="connsiteX76" fmla="*/ 3482064 w 13158799"/>
              <a:gd name="connsiteY76" fmla="*/ 8099411 h 9456078"/>
              <a:gd name="connsiteX77" fmla="*/ 3518139 w 13158799"/>
              <a:gd name="connsiteY77" fmla="*/ 8065947 h 9456078"/>
              <a:gd name="connsiteX78" fmla="*/ 3553916 w 13158799"/>
              <a:gd name="connsiteY78" fmla="*/ 8032115 h 9456078"/>
              <a:gd name="connsiteX79" fmla="*/ 3589393 w 13158799"/>
              <a:gd name="connsiteY79" fmla="*/ 7997918 h 9456078"/>
              <a:gd name="connsiteX80" fmla="*/ 3624567 w 13158799"/>
              <a:gd name="connsiteY80" fmla="*/ 7963356 h 9456078"/>
              <a:gd name="connsiteX81" fmla="*/ 3659435 w 13158799"/>
              <a:gd name="connsiteY81" fmla="*/ 7928432 h 9456078"/>
              <a:gd name="connsiteX82" fmla="*/ 3693994 w 13158799"/>
              <a:gd name="connsiteY82" fmla="*/ 7893146 h 9456078"/>
              <a:gd name="connsiteX83" fmla="*/ 3728240 w 13158799"/>
              <a:gd name="connsiteY83" fmla="*/ 7857501 h 9456078"/>
              <a:gd name="connsiteX84" fmla="*/ 3762171 w 13158799"/>
              <a:gd name="connsiteY84" fmla="*/ 7821497 h 9456078"/>
              <a:gd name="connsiteX85" fmla="*/ 3795783 w 13158799"/>
              <a:gd name="connsiteY85" fmla="*/ 7785136 h 9456078"/>
              <a:gd name="connsiteX86" fmla="*/ 3829075 w 13158799"/>
              <a:gd name="connsiteY86" fmla="*/ 7748420 h 9456078"/>
              <a:gd name="connsiteX87" fmla="*/ 3862042 w 13158799"/>
              <a:gd name="connsiteY87" fmla="*/ 7711350 h 9456078"/>
              <a:gd name="connsiteX88" fmla="*/ 3894682 w 13158799"/>
              <a:gd name="connsiteY88" fmla="*/ 7673928 h 9456078"/>
              <a:gd name="connsiteX89" fmla="*/ 3926991 w 13158799"/>
              <a:gd name="connsiteY89" fmla="*/ 7636155 h 9456078"/>
              <a:gd name="connsiteX90" fmla="*/ 3958967 w 13158799"/>
              <a:gd name="connsiteY90" fmla="*/ 7598032 h 9456078"/>
              <a:gd name="connsiteX91" fmla="*/ 3990607 w 13158799"/>
              <a:gd name="connsiteY91" fmla="*/ 7559561 h 9456078"/>
              <a:gd name="connsiteX92" fmla="*/ 4021907 w 13158799"/>
              <a:gd name="connsiteY92" fmla="*/ 7520744 h 9456078"/>
              <a:gd name="connsiteX93" fmla="*/ 4052865 w 13158799"/>
              <a:gd name="connsiteY93" fmla="*/ 7481582 h 9456078"/>
              <a:gd name="connsiteX94" fmla="*/ 4083478 w 13158799"/>
              <a:gd name="connsiteY94" fmla="*/ 7442077 h 9456078"/>
              <a:gd name="connsiteX95" fmla="*/ 8022311 w 13158799"/>
              <a:gd name="connsiteY95" fmla="*/ 2307814 h 9456078"/>
              <a:gd name="connsiteX96" fmla="*/ 8052902 w 13158799"/>
              <a:gd name="connsiteY96" fmla="*/ 2268285 h 9456078"/>
              <a:gd name="connsiteX97" fmla="*/ 8083796 w 13158799"/>
              <a:gd name="connsiteY97" fmla="*/ 2229056 h 9456078"/>
              <a:gd name="connsiteX98" fmla="*/ 8114989 w 13158799"/>
              <a:gd name="connsiteY98" fmla="*/ 2190127 h 9456078"/>
              <a:gd name="connsiteX99" fmla="*/ 8146479 w 13158799"/>
              <a:gd name="connsiteY99" fmla="*/ 2151500 h 9456078"/>
              <a:gd name="connsiteX100" fmla="*/ 8178264 w 13158799"/>
              <a:gd name="connsiteY100" fmla="*/ 2113176 h 9456078"/>
              <a:gd name="connsiteX101" fmla="*/ 8210341 w 13158799"/>
              <a:gd name="connsiteY101" fmla="*/ 2075157 h 9456078"/>
              <a:gd name="connsiteX102" fmla="*/ 8242709 w 13158799"/>
              <a:gd name="connsiteY102" fmla="*/ 2037442 h 9456078"/>
              <a:gd name="connsiteX103" fmla="*/ 8275365 w 13158799"/>
              <a:gd name="connsiteY103" fmla="*/ 2000034 h 9456078"/>
              <a:gd name="connsiteX104" fmla="*/ 8308307 w 13158799"/>
              <a:gd name="connsiteY104" fmla="*/ 1962934 h 9456078"/>
              <a:gd name="connsiteX105" fmla="*/ 8341532 w 13158799"/>
              <a:gd name="connsiteY105" fmla="*/ 1926142 h 9456078"/>
              <a:gd name="connsiteX106" fmla="*/ 8375038 w 13158799"/>
              <a:gd name="connsiteY106" fmla="*/ 1889660 h 9456078"/>
              <a:gd name="connsiteX107" fmla="*/ 8408823 w 13158799"/>
              <a:gd name="connsiteY107" fmla="*/ 1853489 h 9456078"/>
              <a:gd name="connsiteX108" fmla="*/ 8442885 w 13158799"/>
              <a:gd name="connsiteY108" fmla="*/ 1817630 h 9456078"/>
              <a:gd name="connsiteX109" fmla="*/ 8477221 w 13158799"/>
              <a:gd name="connsiteY109" fmla="*/ 1782084 h 9456078"/>
              <a:gd name="connsiteX110" fmla="*/ 8511829 w 13158799"/>
              <a:gd name="connsiteY110" fmla="*/ 1746853 h 9456078"/>
              <a:gd name="connsiteX111" fmla="*/ 8546706 w 13158799"/>
              <a:gd name="connsiteY111" fmla="*/ 1711937 h 9456078"/>
              <a:gd name="connsiteX112" fmla="*/ 8581851 w 13158799"/>
              <a:gd name="connsiteY112" fmla="*/ 1677337 h 9456078"/>
              <a:gd name="connsiteX113" fmla="*/ 8617261 w 13158799"/>
              <a:gd name="connsiteY113" fmla="*/ 1643056 h 9456078"/>
              <a:gd name="connsiteX114" fmla="*/ 8652934 w 13158799"/>
              <a:gd name="connsiteY114" fmla="*/ 1609093 h 9456078"/>
              <a:gd name="connsiteX115" fmla="*/ 8688867 w 13158799"/>
              <a:gd name="connsiteY115" fmla="*/ 1575450 h 9456078"/>
              <a:gd name="connsiteX116" fmla="*/ 8725058 w 13158799"/>
              <a:gd name="connsiteY116" fmla="*/ 1542128 h 9456078"/>
              <a:gd name="connsiteX117" fmla="*/ 8761506 w 13158799"/>
              <a:gd name="connsiteY117" fmla="*/ 1509129 h 9456078"/>
              <a:gd name="connsiteX118" fmla="*/ 8798207 w 13158799"/>
              <a:gd name="connsiteY118" fmla="*/ 1476452 h 9456078"/>
              <a:gd name="connsiteX119" fmla="*/ 8835159 w 13158799"/>
              <a:gd name="connsiteY119" fmla="*/ 1444101 h 9456078"/>
              <a:gd name="connsiteX120" fmla="*/ 8872360 w 13158799"/>
              <a:gd name="connsiteY120" fmla="*/ 1412075 h 9456078"/>
              <a:gd name="connsiteX121" fmla="*/ 8909808 w 13158799"/>
              <a:gd name="connsiteY121" fmla="*/ 1380375 h 9456078"/>
              <a:gd name="connsiteX122" fmla="*/ 8947501 w 13158799"/>
              <a:gd name="connsiteY122" fmla="*/ 1349004 h 9456078"/>
              <a:gd name="connsiteX123" fmla="*/ 8985435 w 13158799"/>
              <a:gd name="connsiteY123" fmla="*/ 1317962 h 9456078"/>
              <a:gd name="connsiteX124" fmla="*/ 9023610 w 13158799"/>
              <a:gd name="connsiteY124" fmla="*/ 1287250 h 9456078"/>
              <a:gd name="connsiteX125" fmla="*/ 9062022 w 13158799"/>
              <a:gd name="connsiteY125" fmla="*/ 1256869 h 9456078"/>
              <a:gd name="connsiteX126" fmla="*/ 9100669 w 13158799"/>
              <a:gd name="connsiteY126" fmla="*/ 1226820 h 9456078"/>
              <a:gd name="connsiteX127" fmla="*/ 9139549 w 13158799"/>
              <a:gd name="connsiteY127" fmla="*/ 1197105 h 9456078"/>
              <a:gd name="connsiteX128" fmla="*/ 9178660 w 13158799"/>
              <a:gd name="connsiteY128" fmla="*/ 1167725 h 9456078"/>
              <a:gd name="connsiteX129" fmla="*/ 9217999 w 13158799"/>
              <a:gd name="connsiteY129" fmla="*/ 1138681 h 9456078"/>
              <a:gd name="connsiteX130" fmla="*/ 9257564 w 13158799"/>
              <a:gd name="connsiteY130" fmla="*/ 1109974 h 9456078"/>
              <a:gd name="connsiteX131" fmla="*/ 9297353 w 13158799"/>
              <a:gd name="connsiteY131" fmla="*/ 1081604 h 9456078"/>
              <a:gd name="connsiteX132" fmla="*/ 9337364 w 13158799"/>
              <a:gd name="connsiteY132" fmla="*/ 1053574 h 9456078"/>
              <a:gd name="connsiteX133" fmla="*/ 9377594 w 13158799"/>
              <a:gd name="connsiteY133" fmla="*/ 1025884 h 9456078"/>
              <a:gd name="connsiteX134" fmla="*/ 9418040 w 13158799"/>
              <a:gd name="connsiteY134" fmla="*/ 998536 h 9456078"/>
              <a:gd name="connsiteX135" fmla="*/ 9458702 w 13158799"/>
              <a:gd name="connsiteY135" fmla="*/ 971530 h 9456078"/>
              <a:gd name="connsiteX136" fmla="*/ 9499575 w 13158799"/>
              <a:gd name="connsiteY136" fmla="*/ 944868 h 9456078"/>
              <a:gd name="connsiteX137" fmla="*/ 9540659 w 13158799"/>
              <a:gd name="connsiteY137" fmla="*/ 918551 h 9456078"/>
              <a:gd name="connsiteX138" fmla="*/ 9581950 w 13158799"/>
              <a:gd name="connsiteY138" fmla="*/ 892580 h 9456078"/>
              <a:gd name="connsiteX139" fmla="*/ 9623447 w 13158799"/>
              <a:gd name="connsiteY139" fmla="*/ 866956 h 9456078"/>
              <a:gd name="connsiteX140" fmla="*/ 9665147 w 13158799"/>
              <a:gd name="connsiteY140" fmla="*/ 841681 h 9456078"/>
              <a:gd name="connsiteX141" fmla="*/ 9707048 w 13158799"/>
              <a:gd name="connsiteY141" fmla="*/ 816754 h 9456078"/>
              <a:gd name="connsiteX142" fmla="*/ 9749147 w 13158799"/>
              <a:gd name="connsiteY142" fmla="*/ 792179 h 9456078"/>
              <a:gd name="connsiteX143" fmla="*/ 9791443 w 13158799"/>
              <a:gd name="connsiteY143" fmla="*/ 767955 h 9456078"/>
              <a:gd name="connsiteX144" fmla="*/ 9833932 w 13158799"/>
              <a:gd name="connsiteY144" fmla="*/ 744083 h 9456078"/>
              <a:gd name="connsiteX145" fmla="*/ 9876613 w 13158799"/>
              <a:gd name="connsiteY145" fmla="*/ 720566 h 9456078"/>
              <a:gd name="connsiteX146" fmla="*/ 9919484 w 13158799"/>
              <a:gd name="connsiteY146" fmla="*/ 697404 h 9456078"/>
              <a:gd name="connsiteX147" fmla="*/ 9962542 w 13158799"/>
              <a:gd name="connsiteY147" fmla="*/ 674598 h 9456078"/>
              <a:gd name="connsiteX148" fmla="*/ 10005784 w 13158799"/>
              <a:gd name="connsiteY148" fmla="*/ 652149 h 9456078"/>
              <a:gd name="connsiteX149" fmla="*/ 10049209 w 13158799"/>
              <a:gd name="connsiteY149" fmla="*/ 630059 h 9456078"/>
              <a:gd name="connsiteX150" fmla="*/ 10092814 w 13158799"/>
              <a:gd name="connsiteY150" fmla="*/ 608328 h 9456078"/>
              <a:gd name="connsiteX151" fmla="*/ 10136597 w 13158799"/>
              <a:gd name="connsiteY151" fmla="*/ 586958 h 9456078"/>
              <a:gd name="connsiteX152" fmla="*/ 10180556 w 13158799"/>
              <a:gd name="connsiteY152" fmla="*/ 565950 h 9456078"/>
              <a:gd name="connsiteX153" fmla="*/ 10224688 w 13158799"/>
              <a:gd name="connsiteY153" fmla="*/ 545304 h 9456078"/>
              <a:gd name="connsiteX154" fmla="*/ 10268991 w 13158799"/>
              <a:gd name="connsiteY154" fmla="*/ 525023 h 9456078"/>
              <a:gd name="connsiteX155" fmla="*/ 10313463 w 13158799"/>
              <a:gd name="connsiteY155" fmla="*/ 505107 h 9456078"/>
              <a:gd name="connsiteX156" fmla="*/ 10358101 w 13158799"/>
              <a:gd name="connsiteY156" fmla="*/ 485558 h 9456078"/>
              <a:gd name="connsiteX157" fmla="*/ 10402903 w 13158799"/>
              <a:gd name="connsiteY157" fmla="*/ 466376 h 9456078"/>
              <a:gd name="connsiteX158" fmla="*/ 10447868 w 13158799"/>
              <a:gd name="connsiteY158" fmla="*/ 447563 h 9456078"/>
              <a:gd name="connsiteX159" fmla="*/ 10492991 w 13158799"/>
              <a:gd name="connsiteY159" fmla="*/ 429119 h 9456078"/>
              <a:gd name="connsiteX160" fmla="*/ 10538272 w 13158799"/>
              <a:gd name="connsiteY160" fmla="*/ 411046 h 9456078"/>
              <a:gd name="connsiteX161" fmla="*/ 10583708 w 13158799"/>
              <a:gd name="connsiteY161" fmla="*/ 393346 h 9456078"/>
              <a:gd name="connsiteX162" fmla="*/ 10629297 w 13158799"/>
              <a:gd name="connsiteY162" fmla="*/ 376018 h 9456078"/>
              <a:gd name="connsiteX163" fmla="*/ 10675036 w 13158799"/>
              <a:gd name="connsiteY163" fmla="*/ 359065 h 9456078"/>
              <a:gd name="connsiteX164" fmla="*/ 10720923 w 13158799"/>
              <a:gd name="connsiteY164" fmla="*/ 342487 h 9456078"/>
              <a:gd name="connsiteX165" fmla="*/ 10766956 w 13158799"/>
              <a:gd name="connsiteY165" fmla="*/ 326286 h 9456078"/>
              <a:gd name="connsiteX166" fmla="*/ 10813132 w 13158799"/>
              <a:gd name="connsiteY166" fmla="*/ 310462 h 9456078"/>
              <a:gd name="connsiteX167" fmla="*/ 10859450 w 13158799"/>
              <a:gd name="connsiteY167" fmla="*/ 295018 h 9456078"/>
              <a:gd name="connsiteX168" fmla="*/ 10905907 w 13158799"/>
              <a:gd name="connsiteY168" fmla="*/ 279953 h 9456078"/>
              <a:gd name="connsiteX169" fmla="*/ 10952500 w 13158799"/>
              <a:gd name="connsiteY169" fmla="*/ 265269 h 9456078"/>
              <a:gd name="connsiteX170" fmla="*/ 10999227 w 13158799"/>
              <a:gd name="connsiteY170" fmla="*/ 250968 h 9456078"/>
              <a:gd name="connsiteX171" fmla="*/ 11046087 w 13158799"/>
              <a:gd name="connsiteY171" fmla="*/ 237049 h 9456078"/>
              <a:gd name="connsiteX172" fmla="*/ 11093076 w 13158799"/>
              <a:gd name="connsiteY172" fmla="*/ 223516 h 9456078"/>
              <a:gd name="connsiteX173" fmla="*/ 11140193 w 13158799"/>
              <a:gd name="connsiteY173" fmla="*/ 210368 h 9456078"/>
              <a:gd name="connsiteX174" fmla="*/ 11187434 w 13158799"/>
              <a:gd name="connsiteY174" fmla="*/ 197606 h 9456078"/>
              <a:gd name="connsiteX175" fmla="*/ 11234799 w 13158799"/>
              <a:gd name="connsiteY175" fmla="*/ 185233 h 9456078"/>
              <a:gd name="connsiteX176" fmla="*/ 11282284 w 13158799"/>
              <a:gd name="connsiteY176" fmla="*/ 173248 h 9456078"/>
              <a:gd name="connsiteX177" fmla="*/ 11329888 w 13158799"/>
              <a:gd name="connsiteY177" fmla="*/ 161654 h 9456078"/>
              <a:gd name="connsiteX178" fmla="*/ 11377607 w 13158799"/>
              <a:gd name="connsiteY178" fmla="*/ 150451 h 9456078"/>
              <a:gd name="connsiteX179" fmla="*/ 11425440 w 13158799"/>
              <a:gd name="connsiteY179" fmla="*/ 139640 h 9456078"/>
              <a:gd name="connsiteX180" fmla="*/ 11473385 w 13158799"/>
              <a:gd name="connsiteY180" fmla="*/ 129223 h 9456078"/>
              <a:gd name="connsiteX181" fmla="*/ 11521439 w 13158799"/>
              <a:gd name="connsiteY181" fmla="*/ 119201 h 9456078"/>
              <a:gd name="connsiteX182" fmla="*/ 11569599 w 13158799"/>
              <a:gd name="connsiteY182" fmla="*/ 109574 h 9456078"/>
              <a:gd name="connsiteX183" fmla="*/ 11617864 w 13158799"/>
              <a:gd name="connsiteY183" fmla="*/ 100344 h 9456078"/>
              <a:gd name="connsiteX184" fmla="*/ 11666231 w 13158799"/>
              <a:gd name="connsiteY184" fmla="*/ 91512 h 9456078"/>
              <a:gd name="connsiteX185" fmla="*/ 11714698 w 13158799"/>
              <a:gd name="connsiteY185" fmla="*/ 83080 h 9456078"/>
              <a:gd name="connsiteX186" fmla="*/ 11763263 w 13158799"/>
              <a:gd name="connsiteY186" fmla="*/ 75047 h 9456078"/>
              <a:gd name="connsiteX187" fmla="*/ 11811923 w 13158799"/>
              <a:gd name="connsiteY187" fmla="*/ 67417 h 9456078"/>
              <a:gd name="connsiteX188" fmla="*/ 11860676 w 13158799"/>
              <a:gd name="connsiteY188" fmla="*/ 60188 h 9456078"/>
              <a:gd name="connsiteX189" fmla="*/ 11909519 w 13158799"/>
              <a:gd name="connsiteY189" fmla="*/ 53364 h 9456078"/>
              <a:gd name="connsiteX190" fmla="*/ 11958451 w 13158799"/>
              <a:gd name="connsiteY190" fmla="*/ 46944 h 9456078"/>
              <a:gd name="connsiteX191" fmla="*/ 12007470 w 13158799"/>
              <a:gd name="connsiteY191" fmla="*/ 40931 h 9456078"/>
              <a:gd name="connsiteX192" fmla="*/ 12056572 w 13158799"/>
              <a:gd name="connsiteY192" fmla="*/ 35324 h 9456078"/>
              <a:gd name="connsiteX193" fmla="*/ 12105756 w 13158799"/>
              <a:gd name="connsiteY193" fmla="*/ 30126 h 9456078"/>
              <a:gd name="connsiteX194" fmla="*/ 12155019 w 13158799"/>
              <a:gd name="connsiteY194" fmla="*/ 25337 h 9456078"/>
              <a:gd name="connsiteX195" fmla="*/ 12204359 w 13158799"/>
              <a:gd name="connsiteY195" fmla="*/ 20958 h 9456078"/>
              <a:gd name="connsiteX196" fmla="*/ 12253773 w 13158799"/>
              <a:gd name="connsiteY196" fmla="*/ 16991 h 9456078"/>
              <a:gd name="connsiteX197" fmla="*/ 12303260 w 13158799"/>
              <a:gd name="connsiteY197" fmla="*/ 13437 h 9456078"/>
              <a:gd name="connsiteX198" fmla="*/ 12352818 w 13158799"/>
              <a:gd name="connsiteY198" fmla="*/ 10297 h 9456078"/>
              <a:gd name="connsiteX199" fmla="*/ 12402443 w 13158799"/>
              <a:gd name="connsiteY199" fmla="*/ 7572 h 9456078"/>
              <a:gd name="connsiteX200" fmla="*/ 12452133 w 13158799"/>
              <a:gd name="connsiteY200" fmla="*/ 5263 h 9456078"/>
              <a:gd name="connsiteX201" fmla="*/ 12501887 w 13158799"/>
              <a:gd name="connsiteY201" fmla="*/ 3371 h 9456078"/>
              <a:gd name="connsiteX202" fmla="*/ 12551701 w 13158799"/>
              <a:gd name="connsiteY202" fmla="*/ 1898 h 9456078"/>
              <a:gd name="connsiteX203" fmla="*/ 12601574 w 13158799"/>
              <a:gd name="connsiteY203" fmla="*/ 844 h 9456078"/>
              <a:gd name="connsiteX204" fmla="*/ 12651504 w 13158799"/>
              <a:gd name="connsiteY204" fmla="*/ 211 h 9456078"/>
              <a:gd name="connsiteX205" fmla="*/ 12701487 w 13158799"/>
              <a:gd name="connsiteY205" fmla="*/ 0 h 9456078"/>
              <a:gd name="connsiteX206" fmla="*/ 13158798 w 13158799"/>
              <a:gd name="connsiteY206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76172 w 13158797"/>
              <a:gd name="connsiteY22" fmla="*/ 9319936 h 9456078"/>
              <a:gd name="connsiteX23" fmla="*/ 1223823 w 13158797"/>
              <a:gd name="connsiteY23" fmla="*/ 9308509 h 9456078"/>
              <a:gd name="connsiteX24" fmla="*/ 1271339 w 13158797"/>
              <a:gd name="connsiteY24" fmla="*/ 9296635 h 9456078"/>
              <a:gd name="connsiteX25" fmla="*/ 1318719 w 13158797"/>
              <a:gd name="connsiteY25" fmla="*/ 9284315 h 9456078"/>
              <a:gd name="connsiteX26" fmla="*/ 1365957 w 13158797"/>
              <a:gd name="connsiteY26" fmla="*/ 9271550 h 9456078"/>
              <a:gd name="connsiteX27" fmla="*/ 1413052 w 13158797"/>
              <a:gd name="connsiteY27" fmla="*/ 9258342 h 9456078"/>
              <a:gd name="connsiteX28" fmla="*/ 1460000 w 13158797"/>
              <a:gd name="connsiteY28" fmla="*/ 9244693 h 9456078"/>
              <a:gd name="connsiteX29" fmla="*/ 1506799 w 13158797"/>
              <a:gd name="connsiteY29" fmla="*/ 9230604 h 9456078"/>
              <a:gd name="connsiteX30" fmla="*/ 1553445 w 13158797"/>
              <a:gd name="connsiteY30" fmla="*/ 9216076 h 9456078"/>
              <a:gd name="connsiteX31" fmla="*/ 1599935 w 13158797"/>
              <a:gd name="connsiteY31" fmla="*/ 9201111 h 9456078"/>
              <a:gd name="connsiteX32" fmla="*/ 1646267 w 13158797"/>
              <a:gd name="connsiteY32" fmla="*/ 9185710 h 9456078"/>
              <a:gd name="connsiteX33" fmla="*/ 1692437 w 13158797"/>
              <a:gd name="connsiteY33" fmla="*/ 9169876 h 9456078"/>
              <a:gd name="connsiteX34" fmla="*/ 1738442 w 13158797"/>
              <a:gd name="connsiteY34" fmla="*/ 9153608 h 9456078"/>
              <a:gd name="connsiteX35" fmla="*/ 1784280 w 13158797"/>
              <a:gd name="connsiteY35" fmla="*/ 9136910 h 9456078"/>
              <a:gd name="connsiteX36" fmla="*/ 1829947 w 13158797"/>
              <a:gd name="connsiteY36" fmla="*/ 9119782 h 9456078"/>
              <a:gd name="connsiteX37" fmla="*/ 1875440 w 13158797"/>
              <a:gd name="connsiteY37" fmla="*/ 9102226 h 9456078"/>
              <a:gd name="connsiteX38" fmla="*/ 1920756 w 13158797"/>
              <a:gd name="connsiteY38" fmla="*/ 9084243 h 9456078"/>
              <a:gd name="connsiteX39" fmla="*/ 1965893 w 13158797"/>
              <a:gd name="connsiteY39" fmla="*/ 9065835 h 9456078"/>
              <a:gd name="connsiteX40" fmla="*/ 2055615 w 13158797"/>
              <a:gd name="connsiteY40" fmla="*/ 9027750 h 9456078"/>
              <a:gd name="connsiteX41" fmla="*/ 2100195 w 13158797"/>
              <a:gd name="connsiteY41" fmla="*/ 9008075 h 9456078"/>
              <a:gd name="connsiteX42" fmla="*/ 2144582 w 13158797"/>
              <a:gd name="connsiteY42" fmla="*/ 8987981 h 9456078"/>
              <a:gd name="connsiteX43" fmla="*/ 2188775 w 13158797"/>
              <a:gd name="connsiteY43" fmla="*/ 8967470 h 9456078"/>
              <a:gd name="connsiteX44" fmla="*/ 2232770 w 13158797"/>
              <a:gd name="connsiteY44" fmla="*/ 8946542 h 9456078"/>
              <a:gd name="connsiteX45" fmla="*/ 2276564 w 13158797"/>
              <a:gd name="connsiteY45" fmla="*/ 8925199 h 9456078"/>
              <a:gd name="connsiteX46" fmla="*/ 2320154 w 13158797"/>
              <a:gd name="connsiteY46" fmla="*/ 8903443 h 9456078"/>
              <a:gd name="connsiteX47" fmla="*/ 2363538 w 13158797"/>
              <a:gd name="connsiteY47" fmla="*/ 8881275 h 9456078"/>
              <a:gd name="connsiteX48" fmla="*/ 2406711 w 13158797"/>
              <a:gd name="connsiteY48" fmla="*/ 8858697 h 9456078"/>
              <a:gd name="connsiteX49" fmla="*/ 2449672 w 13158797"/>
              <a:gd name="connsiteY49" fmla="*/ 8835710 h 9456078"/>
              <a:gd name="connsiteX50" fmla="*/ 2492417 w 13158797"/>
              <a:gd name="connsiteY50" fmla="*/ 8812316 h 9456078"/>
              <a:gd name="connsiteX51" fmla="*/ 2534943 w 13158797"/>
              <a:gd name="connsiteY51" fmla="*/ 8788516 h 9456078"/>
              <a:gd name="connsiteX52" fmla="*/ 2577247 w 13158797"/>
              <a:gd name="connsiteY52" fmla="*/ 8764311 h 9456078"/>
              <a:gd name="connsiteX53" fmla="*/ 2619326 w 13158797"/>
              <a:gd name="connsiteY53" fmla="*/ 8739704 h 9456078"/>
              <a:gd name="connsiteX54" fmla="*/ 2661177 w 13158797"/>
              <a:gd name="connsiteY54" fmla="*/ 8714695 h 9456078"/>
              <a:gd name="connsiteX55" fmla="*/ 2702797 w 13158797"/>
              <a:gd name="connsiteY55" fmla="*/ 8689286 h 9456078"/>
              <a:gd name="connsiteX56" fmla="*/ 2744183 w 13158797"/>
              <a:gd name="connsiteY56" fmla="*/ 8663479 h 9456078"/>
              <a:gd name="connsiteX57" fmla="*/ 2785333 w 13158797"/>
              <a:gd name="connsiteY57" fmla="*/ 8637274 h 9456078"/>
              <a:gd name="connsiteX58" fmla="*/ 2826242 w 13158797"/>
              <a:gd name="connsiteY58" fmla="*/ 8610675 h 9456078"/>
              <a:gd name="connsiteX59" fmla="*/ 2866908 w 13158797"/>
              <a:gd name="connsiteY59" fmla="*/ 8583681 h 9456078"/>
              <a:gd name="connsiteX60" fmla="*/ 2907329 w 13158797"/>
              <a:gd name="connsiteY60" fmla="*/ 8556295 h 9456078"/>
              <a:gd name="connsiteX61" fmla="*/ 2947500 w 13158797"/>
              <a:gd name="connsiteY61" fmla="*/ 8528517 h 9456078"/>
              <a:gd name="connsiteX62" fmla="*/ 2987419 w 13158797"/>
              <a:gd name="connsiteY62" fmla="*/ 8500351 h 9456078"/>
              <a:gd name="connsiteX63" fmla="*/ 3027083 w 13158797"/>
              <a:gd name="connsiteY63" fmla="*/ 8471796 h 9456078"/>
              <a:gd name="connsiteX64" fmla="*/ 3066489 w 13158797"/>
              <a:gd name="connsiteY64" fmla="*/ 8442854 h 9456078"/>
              <a:gd name="connsiteX65" fmla="*/ 3105634 w 13158797"/>
              <a:gd name="connsiteY65" fmla="*/ 8413528 h 9456078"/>
              <a:gd name="connsiteX66" fmla="*/ 3144515 w 13158797"/>
              <a:gd name="connsiteY66" fmla="*/ 8383818 h 9456078"/>
              <a:gd name="connsiteX67" fmla="*/ 3183129 w 13158797"/>
              <a:gd name="connsiteY67" fmla="*/ 8353726 h 9456078"/>
              <a:gd name="connsiteX68" fmla="*/ 3221473 w 13158797"/>
              <a:gd name="connsiteY68" fmla="*/ 8323253 h 9456078"/>
              <a:gd name="connsiteX69" fmla="*/ 3259544 w 13158797"/>
              <a:gd name="connsiteY69" fmla="*/ 8292401 h 9456078"/>
              <a:gd name="connsiteX70" fmla="*/ 3297339 w 13158797"/>
              <a:gd name="connsiteY70" fmla="*/ 8261172 h 9456078"/>
              <a:gd name="connsiteX71" fmla="*/ 3334854 w 13158797"/>
              <a:gd name="connsiteY71" fmla="*/ 8229566 h 9456078"/>
              <a:gd name="connsiteX72" fmla="*/ 3372087 w 13158797"/>
              <a:gd name="connsiteY72" fmla="*/ 8197585 h 9456078"/>
              <a:gd name="connsiteX73" fmla="*/ 3409035 w 13158797"/>
              <a:gd name="connsiteY73" fmla="*/ 8165232 h 9456078"/>
              <a:gd name="connsiteX74" fmla="*/ 3445695 w 13158797"/>
              <a:gd name="connsiteY74" fmla="*/ 8132507 h 9456078"/>
              <a:gd name="connsiteX75" fmla="*/ 3482064 w 13158797"/>
              <a:gd name="connsiteY75" fmla="*/ 8099411 h 9456078"/>
              <a:gd name="connsiteX76" fmla="*/ 3518139 w 13158797"/>
              <a:gd name="connsiteY76" fmla="*/ 8065947 h 9456078"/>
              <a:gd name="connsiteX77" fmla="*/ 3553916 w 13158797"/>
              <a:gd name="connsiteY77" fmla="*/ 8032115 h 9456078"/>
              <a:gd name="connsiteX78" fmla="*/ 3589393 w 13158797"/>
              <a:gd name="connsiteY78" fmla="*/ 7997918 h 9456078"/>
              <a:gd name="connsiteX79" fmla="*/ 3624567 w 13158797"/>
              <a:gd name="connsiteY79" fmla="*/ 7963356 h 9456078"/>
              <a:gd name="connsiteX80" fmla="*/ 3659435 w 13158797"/>
              <a:gd name="connsiteY80" fmla="*/ 7928432 h 9456078"/>
              <a:gd name="connsiteX81" fmla="*/ 3693994 w 13158797"/>
              <a:gd name="connsiteY81" fmla="*/ 7893146 h 9456078"/>
              <a:gd name="connsiteX82" fmla="*/ 3728240 w 13158797"/>
              <a:gd name="connsiteY82" fmla="*/ 7857501 h 9456078"/>
              <a:gd name="connsiteX83" fmla="*/ 3762171 w 13158797"/>
              <a:gd name="connsiteY83" fmla="*/ 7821497 h 9456078"/>
              <a:gd name="connsiteX84" fmla="*/ 3795783 w 13158797"/>
              <a:gd name="connsiteY84" fmla="*/ 7785136 h 9456078"/>
              <a:gd name="connsiteX85" fmla="*/ 3829075 w 13158797"/>
              <a:gd name="connsiteY85" fmla="*/ 7748420 h 9456078"/>
              <a:gd name="connsiteX86" fmla="*/ 3862042 w 13158797"/>
              <a:gd name="connsiteY86" fmla="*/ 7711350 h 9456078"/>
              <a:gd name="connsiteX87" fmla="*/ 3894682 w 13158797"/>
              <a:gd name="connsiteY87" fmla="*/ 7673928 h 9456078"/>
              <a:gd name="connsiteX88" fmla="*/ 3926991 w 13158797"/>
              <a:gd name="connsiteY88" fmla="*/ 7636155 h 9456078"/>
              <a:gd name="connsiteX89" fmla="*/ 3958967 w 13158797"/>
              <a:gd name="connsiteY89" fmla="*/ 7598032 h 9456078"/>
              <a:gd name="connsiteX90" fmla="*/ 3990607 w 13158797"/>
              <a:gd name="connsiteY90" fmla="*/ 7559561 h 9456078"/>
              <a:gd name="connsiteX91" fmla="*/ 4021907 w 13158797"/>
              <a:gd name="connsiteY91" fmla="*/ 7520744 h 9456078"/>
              <a:gd name="connsiteX92" fmla="*/ 4052865 w 13158797"/>
              <a:gd name="connsiteY92" fmla="*/ 7481582 h 9456078"/>
              <a:gd name="connsiteX93" fmla="*/ 4083478 w 13158797"/>
              <a:gd name="connsiteY93" fmla="*/ 7442077 h 9456078"/>
              <a:gd name="connsiteX94" fmla="*/ 8022311 w 13158797"/>
              <a:gd name="connsiteY94" fmla="*/ 2307814 h 9456078"/>
              <a:gd name="connsiteX95" fmla="*/ 8052902 w 13158797"/>
              <a:gd name="connsiteY95" fmla="*/ 2268285 h 9456078"/>
              <a:gd name="connsiteX96" fmla="*/ 8083796 w 13158797"/>
              <a:gd name="connsiteY96" fmla="*/ 2229056 h 9456078"/>
              <a:gd name="connsiteX97" fmla="*/ 8114989 w 13158797"/>
              <a:gd name="connsiteY97" fmla="*/ 2190127 h 9456078"/>
              <a:gd name="connsiteX98" fmla="*/ 8146479 w 13158797"/>
              <a:gd name="connsiteY98" fmla="*/ 2151500 h 9456078"/>
              <a:gd name="connsiteX99" fmla="*/ 8178264 w 13158797"/>
              <a:gd name="connsiteY99" fmla="*/ 2113176 h 9456078"/>
              <a:gd name="connsiteX100" fmla="*/ 8210341 w 13158797"/>
              <a:gd name="connsiteY100" fmla="*/ 2075157 h 9456078"/>
              <a:gd name="connsiteX101" fmla="*/ 8242709 w 13158797"/>
              <a:gd name="connsiteY101" fmla="*/ 2037442 h 9456078"/>
              <a:gd name="connsiteX102" fmla="*/ 8275365 w 13158797"/>
              <a:gd name="connsiteY102" fmla="*/ 2000034 h 9456078"/>
              <a:gd name="connsiteX103" fmla="*/ 8308307 w 13158797"/>
              <a:gd name="connsiteY103" fmla="*/ 1962934 h 9456078"/>
              <a:gd name="connsiteX104" fmla="*/ 8341532 w 13158797"/>
              <a:gd name="connsiteY104" fmla="*/ 1926142 h 9456078"/>
              <a:gd name="connsiteX105" fmla="*/ 8375038 w 13158797"/>
              <a:gd name="connsiteY105" fmla="*/ 1889660 h 9456078"/>
              <a:gd name="connsiteX106" fmla="*/ 8408823 w 13158797"/>
              <a:gd name="connsiteY106" fmla="*/ 1853489 h 9456078"/>
              <a:gd name="connsiteX107" fmla="*/ 8442885 w 13158797"/>
              <a:gd name="connsiteY107" fmla="*/ 1817630 h 9456078"/>
              <a:gd name="connsiteX108" fmla="*/ 8477221 w 13158797"/>
              <a:gd name="connsiteY108" fmla="*/ 1782084 h 9456078"/>
              <a:gd name="connsiteX109" fmla="*/ 8511829 w 13158797"/>
              <a:gd name="connsiteY109" fmla="*/ 1746853 h 9456078"/>
              <a:gd name="connsiteX110" fmla="*/ 8546706 w 13158797"/>
              <a:gd name="connsiteY110" fmla="*/ 1711937 h 9456078"/>
              <a:gd name="connsiteX111" fmla="*/ 8581851 w 13158797"/>
              <a:gd name="connsiteY111" fmla="*/ 1677337 h 9456078"/>
              <a:gd name="connsiteX112" fmla="*/ 8617261 w 13158797"/>
              <a:gd name="connsiteY112" fmla="*/ 1643056 h 9456078"/>
              <a:gd name="connsiteX113" fmla="*/ 8652934 w 13158797"/>
              <a:gd name="connsiteY113" fmla="*/ 1609093 h 9456078"/>
              <a:gd name="connsiteX114" fmla="*/ 8688867 w 13158797"/>
              <a:gd name="connsiteY114" fmla="*/ 1575450 h 9456078"/>
              <a:gd name="connsiteX115" fmla="*/ 8725058 w 13158797"/>
              <a:gd name="connsiteY115" fmla="*/ 1542128 h 9456078"/>
              <a:gd name="connsiteX116" fmla="*/ 8761506 w 13158797"/>
              <a:gd name="connsiteY116" fmla="*/ 1509129 h 9456078"/>
              <a:gd name="connsiteX117" fmla="*/ 8798207 w 13158797"/>
              <a:gd name="connsiteY117" fmla="*/ 1476452 h 9456078"/>
              <a:gd name="connsiteX118" fmla="*/ 8835159 w 13158797"/>
              <a:gd name="connsiteY118" fmla="*/ 1444101 h 9456078"/>
              <a:gd name="connsiteX119" fmla="*/ 8872360 w 13158797"/>
              <a:gd name="connsiteY119" fmla="*/ 1412075 h 9456078"/>
              <a:gd name="connsiteX120" fmla="*/ 8909808 w 13158797"/>
              <a:gd name="connsiteY120" fmla="*/ 1380375 h 9456078"/>
              <a:gd name="connsiteX121" fmla="*/ 8947501 w 13158797"/>
              <a:gd name="connsiteY121" fmla="*/ 1349004 h 9456078"/>
              <a:gd name="connsiteX122" fmla="*/ 8985435 w 13158797"/>
              <a:gd name="connsiteY122" fmla="*/ 1317962 h 9456078"/>
              <a:gd name="connsiteX123" fmla="*/ 9023610 w 13158797"/>
              <a:gd name="connsiteY123" fmla="*/ 1287250 h 9456078"/>
              <a:gd name="connsiteX124" fmla="*/ 9062022 w 13158797"/>
              <a:gd name="connsiteY124" fmla="*/ 1256869 h 9456078"/>
              <a:gd name="connsiteX125" fmla="*/ 9100669 w 13158797"/>
              <a:gd name="connsiteY125" fmla="*/ 1226820 h 9456078"/>
              <a:gd name="connsiteX126" fmla="*/ 9139549 w 13158797"/>
              <a:gd name="connsiteY126" fmla="*/ 1197105 h 9456078"/>
              <a:gd name="connsiteX127" fmla="*/ 9178660 w 13158797"/>
              <a:gd name="connsiteY127" fmla="*/ 1167725 h 9456078"/>
              <a:gd name="connsiteX128" fmla="*/ 9217999 w 13158797"/>
              <a:gd name="connsiteY128" fmla="*/ 1138681 h 9456078"/>
              <a:gd name="connsiteX129" fmla="*/ 9257564 w 13158797"/>
              <a:gd name="connsiteY129" fmla="*/ 1109974 h 9456078"/>
              <a:gd name="connsiteX130" fmla="*/ 9297353 w 13158797"/>
              <a:gd name="connsiteY130" fmla="*/ 1081604 h 9456078"/>
              <a:gd name="connsiteX131" fmla="*/ 9337364 w 13158797"/>
              <a:gd name="connsiteY131" fmla="*/ 1053574 h 9456078"/>
              <a:gd name="connsiteX132" fmla="*/ 9377594 w 13158797"/>
              <a:gd name="connsiteY132" fmla="*/ 1025884 h 9456078"/>
              <a:gd name="connsiteX133" fmla="*/ 9418040 w 13158797"/>
              <a:gd name="connsiteY133" fmla="*/ 998536 h 9456078"/>
              <a:gd name="connsiteX134" fmla="*/ 9458702 w 13158797"/>
              <a:gd name="connsiteY134" fmla="*/ 971530 h 9456078"/>
              <a:gd name="connsiteX135" fmla="*/ 9499575 w 13158797"/>
              <a:gd name="connsiteY135" fmla="*/ 944868 h 9456078"/>
              <a:gd name="connsiteX136" fmla="*/ 9540659 w 13158797"/>
              <a:gd name="connsiteY136" fmla="*/ 918551 h 9456078"/>
              <a:gd name="connsiteX137" fmla="*/ 9581950 w 13158797"/>
              <a:gd name="connsiteY137" fmla="*/ 892580 h 9456078"/>
              <a:gd name="connsiteX138" fmla="*/ 9623447 w 13158797"/>
              <a:gd name="connsiteY138" fmla="*/ 866956 h 9456078"/>
              <a:gd name="connsiteX139" fmla="*/ 9665147 w 13158797"/>
              <a:gd name="connsiteY139" fmla="*/ 841681 h 9456078"/>
              <a:gd name="connsiteX140" fmla="*/ 9707048 w 13158797"/>
              <a:gd name="connsiteY140" fmla="*/ 816754 h 9456078"/>
              <a:gd name="connsiteX141" fmla="*/ 9749147 w 13158797"/>
              <a:gd name="connsiteY141" fmla="*/ 792179 h 9456078"/>
              <a:gd name="connsiteX142" fmla="*/ 9791443 w 13158797"/>
              <a:gd name="connsiteY142" fmla="*/ 767955 h 9456078"/>
              <a:gd name="connsiteX143" fmla="*/ 9833932 w 13158797"/>
              <a:gd name="connsiteY143" fmla="*/ 744083 h 9456078"/>
              <a:gd name="connsiteX144" fmla="*/ 9876613 w 13158797"/>
              <a:gd name="connsiteY144" fmla="*/ 720566 h 9456078"/>
              <a:gd name="connsiteX145" fmla="*/ 9919484 w 13158797"/>
              <a:gd name="connsiteY145" fmla="*/ 697404 h 9456078"/>
              <a:gd name="connsiteX146" fmla="*/ 9962542 w 13158797"/>
              <a:gd name="connsiteY146" fmla="*/ 674598 h 9456078"/>
              <a:gd name="connsiteX147" fmla="*/ 10005784 w 13158797"/>
              <a:gd name="connsiteY147" fmla="*/ 652149 h 9456078"/>
              <a:gd name="connsiteX148" fmla="*/ 10049209 w 13158797"/>
              <a:gd name="connsiteY148" fmla="*/ 630059 h 9456078"/>
              <a:gd name="connsiteX149" fmla="*/ 10092814 w 13158797"/>
              <a:gd name="connsiteY149" fmla="*/ 608328 h 9456078"/>
              <a:gd name="connsiteX150" fmla="*/ 10136597 w 13158797"/>
              <a:gd name="connsiteY150" fmla="*/ 586958 h 9456078"/>
              <a:gd name="connsiteX151" fmla="*/ 10180556 w 13158797"/>
              <a:gd name="connsiteY151" fmla="*/ 565950 h 9456078"/>
              <a:gd name="connsiteX152" fmla="*/ 10224688 w 13158797"/>
              <a:gd name="connsiteY152" fmla="*/ 545304 h 9456078"/>
              <a:gd name="connsiteX153" fmla="*/ 10268991 w 13158797"/>
              <a:gd name="connsiteY153" fmla="*/ 525023 h 9456078"/>
              <a:gd name="connsiteX154" fmla="*/ 10313463 w 13158797"/>
              <a:gd name="connsiteY154" fmla="*/ 505107 h 9456078"/>
              <a:gd name="connsiteX155" fmla="*/ 10358101 w 13158797"/>
              <a:gd name="connsiteY155" fmla="*/ 485558 h 9456078"/>
              <a:gd name="connsiteX156" fmla="*/ 10402903 w 13158797"/>
              <a:gd name="connsiteY156" fmla="*/ 466376 h 9456078"/>
              <a:gd name="connsiteX157" fmla="*/ 10447868 w 13158797"/>
              <a:gd name="connsiteY157" fmla="*/ 447563 h 9456078"/>
              <a:gd name="connsiteX158" fmla="*/ 10492991 w 13158797"/>
              <a:gd name="connsiteY158" fmla="*/ 429119 h 9456078"/>
              <a:gd name="connsiteX159" fmla="*/ 10538272 w 13158797"/>
              <a:gd name="connsiteY159" fmla="*/ 411046 h 9456078"/>
              <a:gd name="connsiteX160" fmla="*/ 10583708 w 13158797"/>
              <a:gd name="connsiteY160" fmla="*/ 393346 h 9456078"/>
              <a:gd name="connsiteX161" fmla="*/ 10629297 w 13158797"/>
              <a:gd name="connsiteY161" fmla="*/ 376018 h 9456078"/>
              <a:gd name="connsiteX162" fmla="*/ 10675036 w 13158797"/>
              <a:gd name="connsiteY162" fmla="*/ 359065 h 9456078"/>
              <a:gd name="connsiteX163" fmla="*/ 10720923 w 13158797"/>
              <a:gd name="connsiteY163" fmla="*/ 342487 h 9456078"/>
              <a:gd name="connsiteX164" fmla="*/ 10766956 w 13158797"/>
              <a:gd name="connsiteY164" fmla="*/ 326286 h 9456078"/>
              <a:gd name="connsiteX165" fmla="*/ 10813132 w 13158797"/>
              <a:gd name="connsiteY165" fmla="*/ 310462 h 9456078"/>
              <a:gd name="connsiteX166" fmla="*/ 10859450 w 13158797"/>
              <a:gd name="connsiteY166" fmla="*/ 295018 h 9456078"/>
              <a:gd name="connsiteX167" fmla="*/ 10905907 w 13158797"/>
              <a:gd name="connsiteY167" fmla="*/ 279953 h 9456078"/>
              <a:gd name="connsiteX168" fmla="*/ 10952500 w 13158797"/>
              <a:gd name="connsiteY168" fmla="*/ 265269 h 9456078"/>
              <a:gd name="connsiteX169" fmla="*/ 10999227 w 13158797"/>
              <a:gd name="connsiteY169" fmla="*/ 250968 h 9456078"/>
              <a:gd name="connsiteX170" fmla="*/ 11046087 w 13158797"/>
              <a:gd name="connsiteY170" fmla="*/ 237049 h 9456078"/>
              <a:gd name="connsiteX171" fmla="*/ 11093076 w 13158797"/>
              <a:gd name="connsiteY171" fmla="*/ 223516 h 9456078"/>
              <a:gd name="connsiteX172" fmla="*/ 11140193 w 13158797"/>
              <a:gd name="connsiteY172" fmla="*/ 210368 h 9456078"/>
              <a:gd name="connsiteX173" fmla="*/ 11187434 w 13158797"/>
              <a:gd name="connsiteY173" fmla="*/ 197606 h 9456078"/>
              <a:gd name="connsiteX174" fmla="*/ 11234799 w 13158797"/>
              <a:gd name="connsiteY174" fmla="*/ 185233 h 9456078"/>
              <a:gd name="connsiteX175" fmla="*/ 11282284 w 13158797"/>
              <a:gd name="connsiteY175" fmla="*/ 173248 h 9456078"/>
              <a:gd name="connsiteX176" fmla="*/ 11329888 w 13158797"/>
              <a:gd name="connsiteY176" fmla="*/ 161654 h 9456078"/>
              <a:gd name="connsiteX177" fmla="*/ 11377607 w 13158797"/>
              <a:gd name="connsiteY177" fmla="*/ 150451 h 9456078"/>
              <a:gd name="connsiteX178" fmla="*/ 11425440 w 13158797"/>
              <a:gd name="connsiteY178" fmla="*/ 139640 h 9456078"/>
              <a:gd name="connsiteX179" fmla="*/ 11473385 w 13158797"/>
              <a:gd name="connsiteY179" fmla="*/ 129223 h 9456078"/>
              <a:gd name="connsiteX180" fmla="*/ 11521439 w 13158797"/>
              <a:gd name="connsiteY180" fmla="*/ 119201 h 9456078"/>
              <a:gd name="connsiteX181" fmla="*/ 11569599 w 13158797"/>
              <a:gd name="connsiteY181" fmla="*/ 109574 h 9456078"/>
              <a:gd name="connsiteX182" fmla="*/ 11617864 w 13158797"/>
              <a:gd name="connsiteY182" fmla="*/ 100344 h 9456078"/>
              <a:gd name="connsiteX183" fmla="*/ 11666231 w 13158797"/>
              <a:gd name="connsiteY183" fmla="*/ 91512 h 9456078"/>
              <a:gd name="connsiteX184" fmla="*/ 11714698 w 13158797"/>
              <a:gd name="connsiteY184" fmla="*/ 83080 h 9456078"/>
              <a:gd name="connsiteX185" fmla="*/ 11763263 w 13158797"/>
              <a:gd name="connsiteY185" fmla="*/ 75047 h 9456078"/>
              <a:gd name="connsiteX186" fmla="*/ 11811923 w 13158797"/>
              <a:gd name="connsiteY186" fmla="*/ 67417 h 9456078"/>
              <a:gd name="connsiteX187" fmla="*/ 11860676 w 13158797"/>
              <a:gd name="connsiteY187" fmla="*/ 60188 h 9456078"/>
              <a:gd name="connsiteX188" fmla="*/ 11909519 w 13158797"/>
              <a:gd name="connsiteY188" fmla="*/ 53364 h 9456078"/>
              <a:gd name="connsiteX189" fmla="*/ 11958451 w 13158797"/>
              <a:gd name="connsiteY189" fmla="*/ 46944 h 9456078"/>
              <a:gd name="connsiteX190" fmla="*/ 12007470 w 13158797"/>
              <a:gd name="connsiteY190" fmla="*/ 40931 h 9456078"/>
              <a:gd name="connsiteX191" fmla="*/ 12056572 w 13158797"/>
              <a:gd name="connsiteY191" fmla="*/ 35324 h 9456078"/>
              <a:gd name="connsiteX192" fmla="*/ 12105756 w 13158797"/>
              <a:gd name="connsiteY192" fmla="*/ 30126 h 9456078"/>
              <a:gd name="connsiteX193" fmla="*/ 12155019 w 13158797"/>
              <a:gd name="connsiteY193" fmla="*/ 25337 h 9456078"/>
              <a:gd name="connsiteX194" fmla="*/ 12204359 w 13158797"/>
              <a:gd name="connsiteY194" fmla="*/ 20958 h 9456078"/>
              <a:gd name="connsiteX195" fmla="*/ 12253773 w 13158797"/>
              <a:gd name="connsiteY195" fmla="*/ 16991 h 9456078"/>
              <a:gd name="connsiteX196" fmla="*/ 12303260 w 13158797"/>
              <a:gd name="connsiteY196" fmla="*/ 13437 h 9456078"/>
              <a:gd name="connsiteX197" fmla="*/ 12352818 w 13158797"/>
              <a:gd name="connsiteY197" fmla="*/ 10297 h 9456078"/>
              <a:gd name="connsiteX198" fmla="*/ 12402443 w 13158797"/>
              <a:gd name="connsiteY198" fmla="*/ 7572 h 9456078"/>
              <a:gd name="connsiteX199" fmla="*/ 12452133 w 13158797"/>
              <a:gd name="connsiteY199" fmla="*/ 5263 h 9456078"/>
              <a:gd name="connsiteX200" fmla="*/ 12501887 w 13158797"/>
              <a:gd name="connsiteY200" fmla="*/ 3371 h 9456078"/>
              <a:gd name="connsiteX201" fmla="*/ 12551701 w 13158797"/>
              <a:gd name="connsiteY201" fmla="*/ 1898 h 9456078"/>
              <a:gd name="connsiteX202" fmla="*/ 12601574 w 13158797"/>
              <a:gd name="connsiteY202" fmla="*/ 844 h 9456078"/>
              <a:gd name="connsiteX203" fmla="*/ 12651504 w 13158797"/>
              <a:gd name="connsiteY203" fmla="*/ 211 h 9456078"/>
              <a:gd name="connsiteX204" fmla="*/ 12701487 w 13158797"/>
              <a:gd name="connsiteY204" fmla="*/ 0 h 9456078"/>
              <a:gd name="connsiteX205" fmla="*/ 13158798 w 13158797"/>
              <a:gd name="connsiteY205" fmla="*/ 0 h 94560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</a:cxnLst>
            <a:rect l="l" t="t" r="r" b="b"/>
            <a:pathLst>
              <a:path w="13158797" h="9456078">
                <a:moveTo>
                  <a:pt x="0" y="9456078"/>
                </a:moveTo>
                <a:lnTo>
                  <a:pt x="49977" y="9455836"/>
                </a:lnTo>
                <a:lnTo>
                  <a:pt x="99893" y="9455111"/>
                </a:lnTo>
                <a:lnTo>
                  <a:pt x="149742" y="9453904"/>
                </a:lnTo>
                <a:lnTo>
                  <a:pt x="199524" y="9452217"/>
                </a:lnTo>
                <a:lnTo>
                  <a:pt x="298870" y="9447409"/>
                </a:lnTo>
                <a:lnTo>
                  <a:pt x="348429" y="9444290"/>
                </a:lnTo>
                <a:lnTo>
                  <a:pt x="397907" y="9440698"/>
                </a:lnTo>
                <a:lnTo>
                  <a:pt x="447302" y="9436632"/>
                </a:lnTo>
                <a:lnTo>
                  <a:pt x="496610" y="9432096"/>
                </a:lnTo>
                <a:lnTo>
                  <a:pt x="545829" y="9427089"/>
                </a:lnTo>
                <a:lnTo>
                  <a:pt x="594956" y="9421615"/>
                </a:lnTo>
                <a:lnTo>
                  <a:pt x="643987" y="9415673"/>
                </a:lnTo>
                <a:lnTo>
                  <a:pt x="692920" y="9409267"/>
                </a:lnTo>
                <a:lnTo>
                  <a:pt x="741751" y="9402396"/>
                </a:lnTo>
                <a:lnTo>
                  <a:pt x="790478" y="9395063"/>
                </a:lnTo>
                <a:lnTo>
                  <a:pt x="839098" y="9387270"/>
                </a:lnTo>
                <a:lnTo>
                  <a:pt x="887607" y="9379017"/>
                </a:lnTo>
                <a:lnTo>
                  <a:pt x="936002" y="9370306"/>
                </a:lnTo>
                <a:lnTo>
                  <a:pt x="984281" y="9361139"/>
                </a:lnTo>
                <a:lnTo>
                  <a:pt x="1032440" y="9351517"/>
                </a:lnTo>
                <a:lnTo>
                  <a:pt x="1080477" y="9341441"/>
                </a:lnTo>
                <a:lnTo>
                  <a:pt x="1176172" y="9319936"/>
                </a:lnTo>
                <a:lnTo>
                  <a:pt x="1223823" y="9308509"/>
                </a:lnTo>
                <a:lnTo>
                  <a:pt x="1271339" y="9296635"/>
                </a:lnTo>
                <a:lnTo>
                  <a:pt x="1318719" y="9284315"/>
                </a:lnTo>
                <a:lnTo>
                  <a:pt x="1365957" y="9271550"/>
                </a:lnTo>
                <a:lnTo>
                  <a:pt x="1413052" y="9258342"/>
                </a:lnTo>
                <a:lnTo>
                  <a:pt x="1460000" y="9244693"/>
                </a:lnTo>
                <a:lnTo>
                  <a:pt x="1506799" y="9230604"/>
                </a:lnTo>
                <a:lnTo>
                  <a:pt x="1553445" y="9216076"/>
                </a:lnTo>
                <a:lnTo>
                  <a:pt x="1599935" y="9201111"/>
                </a:lnTo>
                <a:lnTo>
                  <a:pt x="1646267" y="9185710"/>
                </a:lnTo>
                <a:lnTo>
                  <a:pt x="1692437" y="9169876"/>
                </a:lnTo>
                <a:lnTo>
                  <a:pt x="1738442" y="9153608"/>
                </a:lnTo>
                <a:lnTo>
                  <a:pt x="1784280" y="9136910"/>
                </a:lnTo>
                <a:lnTo>
                  <a:pt x="1829947" y="9119782"/>
                </a:lnTo>
                <a:lnTo>
                  <a:pt x="1875440" y="9102226"/>
                </a:lnTo>
                <a:lnTo>
                  <a:pt x="1920756" y="9084243"/>
                </a:lnTo>
                <a:lnTo>
                  <a:pt x="1965893" y="9065835"/>
                </a:lnTo>
                <a:lnTo>
                  <a:pt x="2055615" y="9027750"/>
                </a:lnTo>
                <a:lnTo>
                  <a:pt x="2100195" y="9008075"/>
                </a:lnTo>
                <a:lnTo>
                  <a:pt x="2144582" y="8987981"/>
                </a:lnTo>
                <a:lnTo>
                  <a:pt x="2188775" y="8967470"/>
                </a:lnTo>
                <a:lnTo>
                  <a:pt x="2232770" y="8946542"/>
                </a:lnTo>
                <a:lnTo>
                  <a:pt x="2276564" y="8925199"/>
                </a:lnTo>
                <a:lnTo>
                  <a:pt x="2320154" y="8903443"/>
                </a:lnTo>
                <a:lnTo>
                  <a:pt x="2363538" y="8881275"/>
                </a:lnTo>
                <a:lnTo>
                  <a:pt x="2406711" y="8858697"/>
                </a:lnTo>
                <a:lnTo>
                  <a:pt x="2449672" y="8835710"/>
                </a:lnTo>
                <a:lnTo>
                  <a:pt x="2492417" y="8812316"/>
                </a:lnTo>
                <a:lnTo>
                  <a:pt x="2534943" y="8788516"/>
                </a:lnTo>
                <a:lnTo>
                  <a:pt x="2577247" y="8764311"/>
                </a:lnTo>
                <a:lnTo>
                  <a:pt x="2619326" y="8739704"/>
                </a:lnTo>
                <a:lnTo>
                  <a:pt x="2661177" y="8714695"/>
                </a:lnTo>
                <a:lnTo>
                  <a:pt x="2702797" y="8689286"/>
                </a:lnTo>
                <a:lnTo>
                  <a:pt x="2744183" y="8663479"/>
                </a:lnTo>
                <a:lnTo>
                  <a:pt x="2785333" y="8637274"/>
                </a:lnTo>
                <a:lnTo>
                  <a:pt x="2826242" y="8610675"/>
                </a:lnTo>
                <a:lnTo>
                  <a:pt x="2866908" y="8583681"/>
                </a:lnTo>
                <a:lnTo>
                  <a:pt x="2907329" y="8556295"/>
                </a:lnTo>
                <a:lnTo>
                  <a:pt x="2947500" y="8528517"/>
                </a:lnTo>
                <a:lnTo>
                  <a:pt x="2987419" y="8500351"/>
                </a:lnTo>
                <a:lnTo>
                  <a:pt x="3027083" y="8471796"/>
                </a:lnTo>
                <a:lnTo>
                  <a:pt x="3066489" y="8442854"/>
                </a:lnTo>
                <a:lnTo>
                  <a:pt x="3105634" y="8413528"/>
                </a:lnTo>
                <a:lnTo>
                  <a:pt x="3144515" y="8383818"/>
                </a:lnTo>
                <a:lnTo>
                  <a:pt x="3183129" y="8353726"/>
                </a:lnTo>
                <a:lnTo>
                  <a:pt x="3221473" y="8323253"/>
                </a:lnTo>
                <a:lnTo>
                  <a:pt x="3259544" y="8292401"/>
                </a:lnTo>
                <a:lnTo>
                  <a:pt x="3297339" y="8261172"/>
                </a:lnTo>
                <a:lnTo>
                  <a:pt x="3334854" y="8229566"/>
                </a:lnTo>
                <a:lnTo>
                  <a:pt x="3372087" y="8197585"/>
                </a:lnTo>
                <a:lnTo>
                  <a:pt x="3409035" y="8165232"/>
                </a:lnTo>
                <a:lnTo>
                  <a:pt x="3445695" y="8132507"/>
                </a:lnTo>
                <a:lnTo>
                  <a:pt x="3482064" y="8099411"/>
                </a:lnTo>
                <a:lnTo>
                  <a:pt x="3518139" y="8065947"/>
                </a:lnTo>
                <a:lnTo>
                  <a:pt x="3553916" y="8032115"/>
                </a:lnTo>
                <a:lnTo>
                  <a:pt x="3589393" y="7997918"/>
                </a:lnTo>
                <a:lnTo>
                  <a:pt x="3624567" y="7963356"/>
                </a:lnTo>
                <a:lnTo>
                  <a:pt x="3659435" y="7928432"/>
                </a:lnTo>
                <a:lnTo>
                  <a:pt x="3693994" y="7893146"/>
                </a:lnTo>
                <a:lnTo>
                  <a:pt x="3728240" y="7857501"/>
                </a:lnTo>
                <a:lnTo>
                  <a:pt x="3762171" y="7821497"/>
                </a:lnTo>
                <a:lnTo>
                  <a:pt x="3795783" y="7785136"/>
                </a:lnTo>
                <a:lnTo>
                  <a:pt x="3829075" y="7748420"/>
                </a:lnTo>
                <a:lnTo>
                  <a:pt x="3862042" y="7711350"/>
                </a:lnTo>
                <a:lnTo>
                  <a:pt x="3894682" y="7673928"/>
                </a:lnTo>
                <a:lnTo>
                  <a:pt x="3926991" y="7636155"/>
                </a:lnTo>
                <a:lnTo>
                  <a:pt x="3958967" y="7598032"/>
                </a:lnTo>
                <a:lnTo>
                  <a:pt x="3990607" y="7559561"/>
                </a:lnTo>
                <a:lnTo>
                  <a:pt x="4021907" y="7520744"/>
                </a:lnTo>
                <a:lnTo>
                  <a:pt x="4052865" y="7481582"/>
                </a:lnTo>
                <a:lnTo>
                  <a:pt x="4083478" y="7442077"/>
                </a:lnTo>
                <a:lnTo>
                  <a:pt x="8022311" y="2307814"/>
                </a:lnTo>
                <a:lnTo>
                  <a:pt x="8052902" y="2268285"/>
                </a:lnTo>
                <a:lnTo>
                  <a:pt x="8083796" y="2229056"/>
                </a:lnTo>
                <a:lnTo>
                  <a:pt x="8114989" y="2190127"/>
                </a:lnTo>
                <a:lnTo>
                  <a:pt x="8146479" y="2151500"/>
                </a:lnTo>
                <a:lnTo>
                  <a:pt x="8178264" y="2113176"/>
                </a:lnTo>
                <a:lnTo>
                  <a:pt x="8210341" y="2075157"/>
                </a:lnTo>
                <a:lnTo>
                  <a:pt x="8242709" y="2037442"/>
                </a:lnTo>
                <a:lnTo>
                  <a:pt x="8275365" y="2000034"/>
                </a:lnTo>
                <a:lnTo>
                  <a:pt x="8308307" y="1962934"/>
                </a:lnTo>
                <a:lnTo>
                  <a:pt x="8341532" y="1926142"/>
                </a:lnTo>
                <a:lnTo>
                  <a:pt x="8375038" y="1889660"/>
                </a:lnTo>
                <a:lnTo>
                  <a:pt x="8408823" y="1853489"/>
                </a:lnTo>
                <a:lnTo>
                  <a:pt x="8442885" y="1817630"/>
                </a:lnTo>
                <a:lnTo>
                  <a:pt x="8477221" y="1782084"/>
                </a:lnTo>
                <a:lnTo>
                  <a:pt x="8511829" y="1746853"/>
                </a:lnTo>
                <a:lnTo>
                  <a:pt x="8546706" y="1711937"/>
                </a:lnTo>
                <a:lnTo>
                  <a:pt x="8581851" y="1677337"/>
                </a:lnTo>
                <a:lnTo>
                  <a:pt x="8617261" y="1643056"/>
                </a:lnTo>
                <a:lnTo>
                  <a:pt x="8652934" y="1609093"/>
                </a:lnTo>
                <a:lnTo>
                  <a:pt x="8688867" y="1575450"/>
                </a:lnTo>
                <a:lnTo>
                  <a:pt x="8725058" y="1542128"/>
                </a:lnTo>
                <a:lnTo>
                  <a:pt x="8761506" y="1509129"/>
                </a:lnTo>
                <a:lnTo>
                  <a:pt x="8798207" y="1476452"/>
                </a:lnTo>
                <a:lnTo>
                  <a:pt x="8835159" y="1444101"/>
                </a:lnTo>
                <a:lnTo>
                  <a:pt x="8872360" y="1412075"/>
                </a:lnTo>
                <a:lnTo>
                  <a:pt x="8909808" y="1380375"/>
                </a:lnTo>
                <a:lnTo>
                  <a:pt x="8947501" y="1349004"/>
                </a:lnTo>
                <a:lnTo>
                  <a:pt x="8985435" y="1317962"/>
                </a:lnTo>
                <a:lnTo>
                  <a:pt x="9023610" y="1287250"/>
                </a:lnTo>
                <a:lnTo>
                  <a:pt x="9062022" y="1256869"/>
                </a:lnTo>
                <a:lnTo>
                  <a:pt x="9100669" y="1226820"/>
                </a:lnTo>
                <a:lnTo>
                  <a:pt x="9139549" y="1197105"/>
                </a:lnTo>
                <a:lnTo>
                  <a:pt x="9178660" y="1167725"/>
                </a:lnTo>
                <a:lnTo>
                  <a:pt x="9217999" y="1138681"/>
                </a:lnTo>
                <a:lnTo>
                  <a:pt x="9257564" y="1109974"/>
                </a:lnTo>
                <a:lnTo>
                  <a:pt x="9297353" y="1081604"/>
                </a:lnTo>
                <a:lnTo>
                  <a:pt x="9337364" y="1053574"/>
                </a:lnTo>
                <a:lnTo>
                  <a:pt x="9377594" y="1025884"/>
                </a:lnTo>
                <a:lnTo>
                  <a:pt x="9418040" y="998536"/>
                </a:lnTo>
                <a:lnTo>
                  <a:pt x="9458702" y="971530"/>
                </a:lnTo>
                <a:lnTo>
                  <a:pt x="9499575" y="944868"/>
                </a:lnTo>
                <a:lnTo>
                  <a:pt x="9540659" y="918551"/>
                </a:lnTo>
                <a:lnTo>
                  <a:pt x="9581950" y="892580"/>
                </a:lnTo>
                <a:lnTo>
                  <a:pt x="9623447" y="866956"/>
                </a:lnTo>
                <a:lnTo>
                  <a:pt x="9665147" y="841681"/>
                </a:lnTo>
                <a:lnTo>
                  <a:pt x="9707048" y="816754"/>
                </a:lnTo>
                <a:lnTo>
                  <a:pt x="9749147" y="792179"/>
                </a:lnTo>
                <a:lnTo>
                  <a:pt x="9791443" y="767955"/>
                </a:lnTo>
                <a:lnTo>
                  <a:pt x="9833932" y="744083"/>
                </a:lnTo>
                <a:lnTo>
                  <a:pt x="9876613" y="720566"/>
                </a:lnTo>
                <a:lnTo>
                  <a:pt x="9919484" y="697404"/>
                </a:lnTo>
                <a:lnTo>
                  <a:pt x="9962542" y="674598"/>
                </a:lnTo>
                <a:lnTo>
                  <a:pt x="10005784" y="652149"/>
                </a:lnTo>
                <a:lnTo>
                  <a:pt x="10049209" y="630059"/>
                </a:lnTo>
                <a:lnTo>
                  <a:pt x="10092814" y="608328"/>
                </a:lnTo>
                <a:lnTo>
                  <a:pt x="10136597" y="586958"/>
                </a:lnTo>
                <a:lnTo>
                  <a:pt x="10180556" y="565950"/>
                </a:lnTo>
                <a:lnTo>
                  <a:pt x="10224688" y="545304"/>
                </a:lnTo>
                <a:lnTo>
                  <a:pt x="10268991" y="525023"/>
                </a:lnTo>
                <a:lnTo>
                  <a:pt x="10313463" y="505107"/>
                </a:lnTo>
                <a:lnTo>
                  <a:pt x="10358101" y="485558"/>
                </a:lnTo>
                <a:lnTo>
                  <a:pt x="10402903" y="466376"/>
                </a:lnTo>
                <a:lnTo>
                  <a:pt x="10447868" y="447563"/>
                </a:lnTo>
                <a:lnTo>
                  <a:pt x="10492991" y="429119"/>
                </a:lnTo>
                <a:lnTo>
                  <a:pt x="10538272" y="411046"/>
                </a:lnTo>
                <a:lnTo>
                  <a:pt x="10583708" y="393346"/>
                </a:lnTo>
                <a:lnTo>
                  <a:pt x="10629297" y="376018"/>
                </a:lnTo>
                <a:lnTo>
                  <a:pt x="10675036" y="359065"/>
                </a:lnTo>
                <a:lnTo>
                  <a:pt x="10720923" y="342487"/>
                </a:lnTo>
                <a:lnTo>
                  <a:pt x="10766956" y="326286"/>
                </a:lnTo>
                <a:lnTo>
                  <a:pt x="10813132" y="310462"/>
                </a:lnTo>
                <a:lnTo>
                  <a:pt x="10859450" y="295018"/>
                </a:lnTo>
                <a:lnTo>
                  <a:pt x="10905907" y="279953"/>
                </a:lnTo>
                <a:lnTo>
                  <a:pt x="10952500" y="265269"/>
                </a:lnTo>
                <a:lnTo>
                  <a:pt x="10999227" y="250968"/>
                </a:lnTo>
                <a:lnTo>
                  <a:pt x="11046087" y="237049"/>
                </a:lnTo>
                <a:lnTo>
                  <a:pt x="11093076" y="223516"/>
                </a:lnTo>
                <a:lnTo>
                  <a:pt x="11140193" y="210368"/>
                </a:lnTo>
                <a:lnTo>
                  <a:pt x="11187434" y="197606"/>
                </a:lnTo>
                <a:lnTo>
                  <a:pt x="11234799" y="185233"/>
                </a:lnTo>
                <a:lnTo>
                  <a:pt x="11282284" y="173248"/>
                </a:lnTo>
                <a:lnTo>
                  <a:pt x="11329888" y="161654"/>
                </a:lnTo>
                <a:lnTo>
                  <a:pt x="11377607" y="150451"/>
                </a:lnTo>
                <a:lnTo>
                  <a:pt x="11425440" y="139640"/>
                </a:lnTo>
                <a:lnTo>
                  <a:pt x="11473385" y="129223"/>
                </a:lnTo>
                <a:lnTo>
                  <a:pt x="11521439" y="119201"/>
                </a:lnTo>
                <a:lnTo>
                  <a:pt x="11569599" y="109574"/>
                </a:lnTo>
                <a:lnTo>
                  <a:pt x="11617864" y="100344"/>
                </a:lnTo>
                <a:lnTo>
                  <a:pt x="11666231" y="91512"/>
                </a:lnTo>
                <a:lnTo>
                  <a:pt x="11714698" y="83080"/>
                </a:lnTo>
                <a:lnTo>
                  <a:pt x="11763263" y="75047"/>
                </a:lnTo>
                <a:lnTo>
                  <a:pt x="11811923" y="67417"/>
                </a:lnTo>
                <a:lnTo>
                  <a:pt x="11860676" y="60188"/>
                </a:lnTo>
                <a:lnTo>
                  <a:pt x="11909519" y="53364"/>
                </a:lnTo>
                <a:lnTo>
                  <a:pt x="11958451" y="46944"/>
                </a:lnTo>
                <a:lnTo>
                  <a:pt x="12007470" y="40931"/>
                </a:lnTo>
                <a:lnTo>
                  <a:pt x="12056572" y="35324"/>
                </a:lnTo>
                <a:lnTo>
                  <a:pt x="12105756" y="30126"/>
                </a:lnTo>
                <a:lnTo>
                  <a:pt x="12155019" y="25337"/>
                </a:lnTo>
                <a:lnTo>
                  <a:pt x="12204359" y="20958"/>
                </a:lnTo>
                <a:lnTo>
                  <a:pt x="12253773" y="16991"/>
                </a:lnTo>
                <a:lnTo>
                  <a:pt x="12303260" y="13437"/>
                </a:lnTo>
                <a:lnTo>
                  <a:pt x="12352818" y="10297"/>
                </a:lnTo>
                <a:lnTo>
                  <a:pt x="12402443" y="7572"/>
                </a:lnTo>
                <a:lnTo>
                  <a:pt x="12452133" y="5263"/>
                </a:lnTo>
                <a:lnTo>
                  <a:pt x="12501887" y="3371"/>
                </a:lnTo>
                <a:lnTo>
                  <a:pt x="12551701" y="1898"/>
                </a:lnTo>
                <a:lnTo>
                  <a:pt x="12601574" y="844"/>
                </a:lnTo>
                <a:lnTo>
                  <a:pt x="12651504" y="211"/>
                </a:lnTo>
                <a:lnTo>
                  <a:pt x="12701487" y="0"/>
                </a:lnTo>
                <a:lnTo>
                  <a:pt x="13158798" y="0"/>
                </a:lnTo>
              </a:path>
            </a:pathLst>
          </a:custGeom>
          <a:ln w="19050">
            <a:gradFill>
              <a:gsLst>
                <a:gs pos="15000">
                  <a:schemeClr val="tx2"/>
                </a:gs>
                <a:gs pos="0">
                  <a:schemeClr val="bg1">
                    <a:alpha val="0"/>
                  </a:schemeClr>
                </a:gs>
              </a:gsLst>
              <a:lin ang="5400000" scaled="0"/>
            </a:gradFill>
          </a:ln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7386E73B-247A-53EE-BBDF-E29641B5F9E0}"/>
              </a:ext>
            </a:extLst>
          </p:cNvPr>
          <p:cNvCxnSpPr>
            <a:cxnSpLocks/>
          </p:cNvCxnSpPr>
          <p:nvPr/>
        </p:nvCxnSpPr>
        <p:spPr>
          <a:xfrm flipH="1">
            <a:off x="334962" y="6678798"/>
            <a:ext cx="10980001" cy="0"/>
          </a:xfrm>
          <a:prstGeom prst="line">
            <a:avLst/>
          </a:prstGeom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95120893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11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1_Título | 2 linhas - Branco 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509521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tx1">
                    <a:lumMod val="85000"/>
                    <a:lumOff val="15000"/>
                  </a:schemeClr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3" y="1949414"/>
            <a:ext cx="5648397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>
                    <a:lumMod val="85000"/>
                    <a:lumOff val="15000"/>
                  </a:schemeClr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tx1">
                    <a:lumMod val="85000"/>
                    <a:lumOff val="15000"/>
                  </a:schemeClr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2" name="Text Placeholder 8">
            <a:extLst>
              <a:ext uri="{FF2B5EF4-FFF2-40B4-BE49-F238E27FC236}">
                <a16:creationId xmlns:a16="http://schemas.microsoft.com/office/drawing/2014/main" id="{A0F307EA-4C29-0128-C5F3-1EC020414CC8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208640" y="1949414"/>
            <a:ext cx="5648397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>
                    <a:lumMod val="85000"/>
                    <a:lumOff val="15000"/>
                  </a:schemeClr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FC74B37E-4911-072A-7204-9C9ACA9A1C80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7"/>
            <a:ext cx="5648397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8" name="Text Placeholder 8">
            <a:extLst>
              <a:ext uri="{FF2B5EF4-FFF2-40B4-BE49-F238E27FC236}">
                <a16:creationId xmlns:a16="http://schemas.microsoft.com/office/drawing/2014/main" id="{75ABF0D0-FF53-6AFF-585A-B5197E38DF03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208640" y="1518527"/>
            <a:ext cx="5648397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Picture 8">
            <a:extLst>
              <a:ext uri="{FF2B5EF4-FFF2-40B4-BE49-F238E27FC236}">
                <a16:creationId xmlns:a16="http://schemas.microsoft.com/office/drawing/2014/main" id="{1943F4AD-5909-A027-AB7E-4B0B0CAB4873}"/>
              </a:ext>
            </a:extLst>
          </p:cNvPr>
          <p:cNvSpPr/>
          <p:nvPr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tx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/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3616412D-DE90-817B-54BB-23F888952ABC}"/>
              </a:ext>
            </a:extLst>
          </p:cNvPr>
          <p:cNvCxnSpPr>
            <a:cxnSpLocks/>
          </p:cNvCxnSpPr>
          <p:nvPr/>
        </p:nvCxnSpPr>
        <p:spPr>
          <a:xfrm>
            <a:off x="0" y="169333"/>
            <a:ext cx="12229571" cy="0"/>
          </a:xfrm>
          <a:prstGeom prst="line">
            <a:avLst/>
          </a:prstGeom>
          <a:ln w="190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object 4">
            <a:extLst>
              <a:ext uri="{FF2B5EF4-FFF2-40B4-BE49-F238E27FC236}">
                <a16:creationId xmlns:a16="http://schemas.microsoft.com/office/drawing/2014/main" id="{C5004964-A8D5-62D5-7847-D18DE5CAFF49}"/>
              </a:ext>
            </a:extLst>
          </p:cNvPr>
          <p:cNvSpPr/>
          <p:nvPr/>
        </p:nvSpPr>
        <p:spPr>
          <a:xfrm rot="10247908" flipH="1">
            <a:off x="4106509" y="-4146683"/>
            <a:ext cx="8001039" cy="5749648"/>
          </a:xfrm>
          <a:custGeom>
            <a:avLst/>
            <a:gdLst>
              <a:gd name="connsiteX0" fmla="*/ 0 w 13940157"/>
              <a:gd name="connsiteY0" fmla="*/ 9200719 h 9456078"/>
              <a:gd name="connsiteX1" fmla="*/ 781360 w 13940157"/>
              <a:gd name="connsiteY1" fmla="*/ 9456078 h 9456078"/>
              <a:gd name="connsiteX2" fmla="*/ 831337 w 13940157"/>
              <a:gd name="connsiteY2" fmla="*/ 9455836 h 9456078"/>
              <a:gd name="connsiteX3" fmla="*/ 881253 w 13940157"/>
              <a:gd name="connsiteY3" fmla="*/ 9455111 h 9456078"/>
              <a:gd name="connsiteX4" fmla="*/ 931102 w 13940157"/>
              <a:gd name="connsiteY4" fmla="*/ 9453904 h 9456078"/>
              <a:gd name="connsiteX5" fmla="*/ 980884 w 13940157"/>
              <a:gd name="connsiteY5" fmla="*/ 9452217 h 9456078"/>
              <a:gd name="connsiteX6" fmla="*/ 1030594 w 13940157"/>
              <a:gd name="connsiteY6" fmla="*/ 9450052 h 9456078"/>
              <a:gd name="connsiteX7" fmla="*/ 1080230 w 13940157"/>
              <a:gd name="connsiteY7" fmla="*/ 9447409 h 9456078"/>
              <a:gd name="connsiteX8" fmla="*/ 1129789 w 13940157"/>
              <a:gd name="connsiteY8" fmla="*/ 9444290 h 9456078"/>
              <a:gd name="connsiteX9" fmla="*/ 1179267 w 13940157"/>
              <a:gd name="connsiteY9" fmla="*/ 9440698 h 9456078"/>
              <a:gd name="connsiteX10" fmla="*/ 1228662 w 13940157"/>
              <a:gd name="connsiteY10" fmla="*/ 9436632 h 9456078"/>
              <a:gd name="connsiteX11" fmla="*/ 1277970 w 13940157"/>
              <a:gd name="connsiteY11" fmla="*/ 9432096 h 9456078"/>
              <a:gd name="connsiteX12" fmla="*/ 1327189 w 13940157"/>
              <a:gd name="connsiteY12" fmla="*/ 9427089 h 9456078"/>
              <a:gd name="connsiteX13" fmla="*/ 1376316 w 13940157"/>
              <a:gd name="connsiteY13" fmla="*/ 9421615 h 9456078"/>
              <a:gd name="connsiteX14" fmla="*/ 1425347 w 13940157"/>
              <a:gd name="connsiteY14" fmla="*/ 9415673 h 9456078"/>
              <a:gd name="connsiteX15" fmla="*/ 1474280 w 13940157"/>
              <a:gd name="connsiteY15" fmla="*/ 9409267 h 9456078"/>
              <a:gd name="connsiteX16" fmla="*/ 1523111 w 13940157"/>
              <a:gd name="connsiteY16" fmla="*/ 9402396 h 9456078"/>
              <a:gd name="connsiteX17" fmla="*/ 1571838 w 13940157"/>
              <a:gd name="connsiteY17" fmla="*/ 9395063 h 9456078"/>
              <a:gd name="connsiteX18" fmla="*/ 1620458 w 13940157"/>
              <a:gd name="connsiteY18" fmla="*/ 9387270 h 9456078"/>
              <a:gd name="connsiteX19" fmla="*/ 1668967 w 13940157"/>
              <a:gd name="connsiteY19" fmla="*/ 9379017 h 9456078"/>
              <a:gd name="connsiteX20" fmla="*/ 1717362 w 13940157"/>
              <a:gd name="connsiteY20" fmla="*/ 9370306 h 9456078"/>
              <a:gd name="connsiteX21" fmla="*/ 1765641 w 13940157"/>
              <a:gd name="connsiteY21" fmla="*/ 9361139 h 9456078"/>
              <a:gd name="connsiteX22" fmla="*/ 1813800 w 13940157"/>
              <a:gd name="connsiteY22" fmla="*/ 9351517 h 9456078"/>
              <a:gd name="connsiteX23" fmla="*/ 1861837 w 13940157"/>
              <a:gd name="connsiteY23" fmla="*/ 9341441 h 9456078"/>
              <a:gd name="connsiteX24" fmla="*/ 1909749 w 13940157"/>
              <a:gd name="connsiteY24" fmla="*/ 9330914 h 9456078"/>
              <a:gd name="connsiteX25" fmla="*/ 1957532 w 13940157"/>
              <a:gd name="connsiteY25" fmla="*/ 9319936 h 9456078"/>
              <a:gd name="connsiteX26" fmla="*/ 2005183 w 13940157"/>
              <a:gd name="connsiteY26" fmla="*/ 9308509 h 9456078"/>
              <a:gd name="connsiteX27" fmla="*/ 2052699 w 13940157"/>
              <a:gd name="connsiteY27" fmla="*/ 9296635 h 9456078"/>
              <a:gd name="connsiteX28" fmla="*/ 2100079 w 13940157"/>
              <a:gd name="connsiteY28" fmla="*/ 9284315 h 9456078"/>
              <a:gd name="connsiteX29" fmla="*/ 2147317 w 13940157"/>
              <a:gd name="connsiteY29" fmla="*/ 9271550 h 9456078"/>
              <a:gd name="connsiteX30" fmla="*/ 2194412 w 13940157"/>
              <a:gd name="connsiteY30" fmla="*/ 9258342 h 9456078"/>
              <a:gd name="connsiteX31" fmla="*/ 2241360 w 13940157"/>
              <a:gd name="connsiteY31" fmla="*/ 9244693 h 9456078"/>
              <a:gd name="connsiteX32" fmla="*/ 2288159 w 13940157"/>
              <a:gd name="connsiteY32" fmla="*/ 9230604 h 9456078"/>
              <a:gd name="connsiteX33" fmla="*/ 2334805 w 13940157"/>
              <a:gd name="connsiteY33" fmla="*/ 9216076 h 9456078"/>
              <a:gd name="connsiteX34" fmla="*/ 2381295 w 13940157"/>
              <a:gd name="connsiteY34" fmla="*/ 9201111 h 9456078"/>
              <a:gd name="connsiteX35" fmla="*/ 2427627 w 13940157"/>
              <a:gd name="connsiteY35" fmla="*/ 9185710 h 9456078"/>
              <a:gd name="connsiteX36" fmla="*/ 2473797 w 13940157"/>
              <a:gd name="connsiteY36" fmla="*/ 9169876 h 9456078"/>
              <a:gd name="connsiteX37" fmla="*/ 2519802 w 13940157"/>
              <a:gd name="connsiteY37" fmla="*/ 9153608 h 9456078"/>
              <a:gd name="connsiteX38" fmla="*/ 2565640 w 13940157"/>
              <a:gd name="connsiteY38" fmla="*/ 9136910 h 9456078"/>
              <a:gd name="connsiteX39" fmla="*/ 2611307 w 13940157"/>
              <a:gd name="connsiteY39" fmla="*/ 9119782 h 9456078"/>
              <a:gd name="connsiteX40" fmla="*/ 2656800 w 13940157"/>
              <a:gd name="connsiteY40" fmla="*/ 9102226 h 9456078"/>
              <a:gd name="connsiteX41" fmla="*/ 2702116 w 13940157"/>
              <a:gd name="connsiteY41" fmla="*/ 9084243 h 9456078"/>
              <a:gd name="connsiteX42" fmla="*/ 2747253 w 13940157"/>
              <a:gd name="connsiteY42" fmla="*/ 9065835 h 9456078"/>
              <a:gd name="connsiteX43" fmla="*/ 2792207 w 13940157"/>
              <a:gd name="connsiteY43" fmla="*/ 9047004 h 9456078"/>
              <a:gd name="connsiteX44" fmla="*/ 2836975 w 13940157"/>
              <a:gd name="connsiteY44" fmla="*/ 9027750 h 9456078"/>
              <a:gd name="connsiteX45" fmla="*/ 2881555 w 13940157"/>
              <a:gd name="connsiteY45" fmla="*/ 9008075 h 9456078"/>
              <a:gd name="connsiteX46" fmla="*/ 2925942 w 13940157"/>
              <a:gd name="connsiteY46" fmla="*/ 8987981 h 9456078"/>
              <a:gd name="connsiteX47" fmla="*/ 2970135 w 13940157"/>
              <a:gd name="connsiteY47" fmla="*/ 8967470 h 9456078"/>
              <a:gd name="connsiteX48" fmla="*/ 3014130 w 13940157"/>
              <a:gd name="connsiteY48" fmla="*/ 8946542 h 9456078"/>
              <a:gd name="connsiteX49" fmla="*/ 3057924 w 13940157"/>
              <a:gd name="connsiteY49" fmla="*/ 8925199 h 9456078"/>
              <a:gd name="connsiteX50" fmla="*/ 3101514 w 13940157"/>
              <a:gd name="connsiteY50" fmla="*/ 8903443 h 9456078"/>
              <a:gd name="connsiteX51" fmla="*/ 3144898 w 13940157"/>
              <a:gd name="connsiteY51" fmla="*/ 8881275 h 9456078"/>
              <a:gd name="connsiteX52" fmla="*/ 3188071 w 13940157"/>
              <a:gd name="connsiteY52" fmla="*/ 8858697 h 9456078"/>
              <a:gd name="connsiteX53" fmla="*/ 3231032 w 13940157"/>
              <a:gd name="connsiteY53" fmla="*/ 8835710 h 9456078"/>
              <a:gd name="connsiteX54" fmla="*/ 3273777 w 13940157"/>
              <a:gd name="connsiteY54" fmla="*/ 8812316 h 9456078"/>
              <a:gd name="connsiteX55" fmla="*/ 3316303 w 13940157"/>
              <a:gd name="connsiteY55" fmla="*/ 8788516 h 9456078"/>
              <a:gd name="connsiteX56" fmla="*/ 3358607 w 13940157"/>
              <a:gd name="connsiteY56" fmla="*/ 8764311 h 9456078"/>
              <a:gd name="connsiteX57" fmla="*/ 3400686 w 13940157"/>
              <a:gd name="connsiteY57" fmla="*/ 8739704 h 9456078"/>
              <a:gd name="connsiteX58" fmla="*/ 3442537 w 13940157"/>
              <a:gd name="connsiteY58" fmla="*/ 8714695 h 9456078"/>
              <a:gd name="connsiteX59" fmla="*/ 3484157 w 13940157"/>
              <a:gd name="connsiteY59" fmla="*/ 8689286 h 9456078"/>
              <a:gd name="connsiteX60" fmla="*/ 3525543 w 13940157"/>
              <a:gd name="connsiteY60" fmla="*/ 8663479 h 9456078"/>
              <a:gd name="connsiteX61" fmla="*/ 3566693 w 13940157"/>
              <a:gd name="connsiteY61" fmla="*/ 8637274 h 9456078"/>
              <a:gd name="connsiteX62" fmla="*/ 3607602 w 13940157"/>
              <a:gd name="connsiteY62" fmla="*/ 8610675 h 9456078"/>
              <a:gd name="connsiteX63" fmla="*/ 3648268 w 13940157"/>
              <a:gd name="connsiteY63" fmla="*/ 8583681 h 9456078"/>
              <a:gd name="connsiteX64" fmla="*/ 3688689 w 13940157"/>
              <a:gd name="connsiteY64" fmla="*/ 8556295 h 9456078"/>
              <a:gd name="connsiteX65" fmla="*/ 3728860 w 13940157"/>
              <a:gd name="connsiteY65" fmla="*/ 8528517 h 9456078"/>
              <a:gd name="connsiteX66" fmla="*/ 3768779 w 13940157"/>
              <a:gd name="connsiteY66" fmla="*/ 8500351 h 9456078"/>
              <a:gd name="connsiteX67" fmla="*/ 3808443 w 13940157"/>
              <a:gd name="connsiteY67" fmla="*/ 8471796 h 9456078"/>
              <a:gd name="connsiteX68" fmla="*/ 3847849 w 13940157"/>
              <a:gd name="connsiteY68" fmla="*/ 8442854 h 9456078"/>
              <a:gd name="connsiteX69" fmla="*/ 3886994 w 13940157"/>
              <a:gd name="connsiteY69" fmla="*/ 8413528 h 9456078"/>
              <a:gd name="connsiteX70" fmla="*/ 3925875 w 13940157"/>
              <a:gd name="connsiteY70" fmla="*/ 8383818 h 9456078"/>
              <a:gd name="connsiteX71" fmla="*/ 3964489 w 13940157"/>
              <a:gd name="connsiteY71" fmla="*/ 8353726 h 9456078"/>
              <a:gd name="connsiteX72" fmla="*/ 4002833 w 13940157"/>
              <a:gd name="connsiteY72" fmla="*/ 8323253 h 9456078"/>
              <a:gd name="connsiteX73" fmla="*/ 4040904 w 13940157"/>
              <a:gd name="connsiteY73" fmla="*/ 8292401 h 9456078"/>
              <a:gd name="connsiteX74" fmla="*/ 4078699 w 13940157"/>
              <a:gd name="connsiteY74" fmla="*/ 8261172 h 9456078"/>
              <a:gd name="connsiteX75" fmla="*/ 4116214 w 13940157"/>
              <a:gd name="connsiteY75" fmla="*/ 8229566 h 9456078"/>
              <a:gd name="connsiteX76" fmla="*/ 4153447 w 13940157"/>
              <a:gd name="connsiteY76" fmla="*/ 8197585 h 9456078"/>
              <a:gd name="connsiteX77" fmla="*/ 4190395 w 13940157"/>
              <a:gd name="connsiteY77" fmla="*/ 8165232 h 9456078"/>
              <a:gd name="connsiteX78" fmla="*/ 4227055 w 13940157"/>
              <a:gd name="connsiteY78" fmla="*/ 8132507 h 9456078"/>
              <a:gd name="connsiteX79" fmla="*/ 4263424 w 13940157"/>
              <a:gd name="connsiteY79" fmla="*/ 8099411 h 9456078"/>
              <a:gd name="connsiteX80" fmla="*/ 4299499 w 13940157"/>
              <a:gd name="connsiteY80" fmla="*/ 8065947 h 9456078"/>
              <a:gd name="connsiteX81" fmla="*/ 4335276 w 13940157"/>
              <a:gd name="connsiteY81" fmla="*/ 8032115 h 9456078"/>
              <a:gd name="connsiteX82" fmla="*/ 4370753 w 13940157"/>
              <a:gd name="connsiteY82" fmla="*/ 7997918 h 9456078"/>
              <a:gd name="connsiteX83" fmla="*/ 4405927 w 13940157"/>
              <a:gd name="connsiteY83" fmla="*/ 7963356 h 9456078"/>
              <a:gd name="connsiteX84" fmla="*/ 4440795 w 13940157"/>
              <a:gd name="connsiteY84" fmla="*/ 7928432 h 9456078"/>
              <a:gd name="connsiteX85" fmla="*/ 4475354 w 13940157"/>
              <a:gd name="connsiteY85" fmla="*/ 7893146 h 9456078"/>
              <a:gd name="connsiteX86" fmla="*/ 4509600 w 13940157"/>
              <a:gd name="connsiteY86" fmla="*/ 7857501 h 9456078"/>
              <a:gd name="connsiteX87" fmla="*/ 4543531 w 13940157"/>
              <a:gd name="connsiteY87" fmla="*/ 7821497 h 9456078"/>
              <a:gd name="connsiteX88" fmla="*/ 4577143 w 13940157"/>
              <a:gd name="connsiteY88" fmla="*/ 7785136 h 9456078"/>
              <a:gd name="connsiteX89" fmla="*/ 4610435 w 13940157"/>
              <a:gd name="connsiteY89" fmla="*/ 7748420 h 9456078"/>
              <a:gd name="connsiteX90" fmla="*/ 4643402 w 13940157"/>
              <a:gd name="connsiteY90" fmla="*/ 7711350 h 9456078"/>
              <a:gd name="connsiteX91" fmla="*/ 4676042 w 13940157"/>
              <a:gd name="connsiteY91" fmla="*/ 7673928 h 9456078"/>
              <a:gd name="connsiteX92" fmla="*/ 4708351 w 13940157"/>
              <a:gd name="connsiteY92" fmla="*/ 7636155 h 9456078"/>
              <a:gd name="connsiteX93" fmla="*/ 4740327 w 13940157"/>
              <a:gd name="connsiteY93" fmla="*/ 7598032 h 9456078"/>
              <a:gd name="connsiteX94" fmla="*/ 4771967 w 13940157"/>
              <a:gd name="connsiteY94" fmla="*/ 7559561 h 9456078"/>
              <a:gd name="connsiteX95" fmla="*/ 4803267 w 13940157"/>
              <a:gd name="connsiteY95" fmla="*/ 7520744 h 9456078"/>
              <a:gd name="connsiteX96" fmla="*/ 4834225 w 13940157"/>
              <a:gd name="connsiteY96" fmla="*/ 7481582 h 9456078"/>
              <a:gd name="connsiteX97" fmla="*/ 4864838 w 13940157"/>
              <a:gd name="connsiteY97" fmla="*/ 7442077 h 9456078"/>
              <a:gd name="connsiteX98" fmla="*/ 8803671 w 13940157"/>
              <a:gd name="connsiteY98" fmla="*/ 2307814 h 9456078"/>
              <a:gd name="connsiteX99" fmla="*/ 8834262 w 13940157"/>
              <a:gd name="connsiteY99" fmla="*/ 2268285 h 9456078"/>
              <a:gd name="connsiteX100" fmla="*/ 8865156 w 13940157"/>
              <a:gd name="connsiteY100" fmla="*/ 2229056 h 9456078"/>
              <a:gd name="connsiteX101" fmla="*/ 8896349 w 13940157"/>
              <a:gd name="connsiteY101" fmla="*/ 2190127 h 9456078"/>
              <a:gd name="connsiteX102" fmla="*/ 8927839 w 13940157"/>
              <a:gd name="connsiteY102" fmla="*/ 2151500 h 9456078"/>
              <a:gd name="connsiteX103" fmla="*/ 8959624 w 13940157"/>
              <a:gd name="connsiteY103" fmla="*/ 2113176 h 9456078"/>
              <a:gd name="connsiteX104" fmla="*/ 8991701 w 13940157"/>
              <a:gd name="connsiteY104" fmla="*/ 2075157 h 9456078"/>
              <a:gd name="connsiteX105" fmla="*/ 9024069 w 13940157"/>
              <a:gd name="connsiteY105" fmla="*/ 2037442 h 9456078"/>
              <a:gd name="connsiteX106" fmla="*/ 9056725 w 13940157"/>
              <a:gd name="connsiteY106" fmla="*/ 2000034 h 9456078"/>
              <a:gd name="connsiteX107" fmla="*/ 9089667 w 13940157"/>
              <a:gd name="connsiteY107" fmla="*/ 1962934 h 9456078"/>
              <a:gd name="connsiteX108" fmla="*/ 9122892 w 13940157"/>
              <a:gd name="connsiteY108" fmla="*/ 1926142 h 9456078"/>
              <a:gd name="connsiteX109" fmla="*/ 9156398 w 13940157"/>
              <a:gd name="connsiteY109" fmla="*/ 1889660 h 9456078"/>
              <a:gd name="connsiteX110" fmla="*/ 9190183 w 13940157"/>
              <a:gd name="connsiteY110" fmla="*/ 1853489 h 9456078"/>
              <a:gd name="connsiteX111" fmla="*/ 9224245 w 13940157"/>
              <a:gd name="connsiteY111" fmla="*/ 1817630 h 9456078"/>
              <a:gd name="connsiteX112" fmla="*/ 9258581 w 13940157"/>
              <a:gd name="connsiteY112" fmla="*/ 1782084 h 9456078"/>
              <a:gd name="connsiteX113" fmla="*/ 9293189 w 13940157"/>
              <a:gd name="connsiteY113" fmla="*/ 1746853 h 9456078"/>
              <a:gd name="connsiteX114" fmla="*/ 9328066 w 13940157"/>
              <a:gd name="connsiteY114" fmla="*/ 1711937 h 9456078"/>
              <a:gd name="connsiteX115" fmla="*/ 9363211 w 13940157"/>
              <a:gd name="connsiteY115" fmla="*/ 1677337 h 9456078"/>
              <a:gd name="connsiteX116" fmla="*/ 9398621 w 13940157"/>
              <a:gd name="connsiteY116" fmla="*/ 1643056 h 9456078"/>
              <a:gd name="connsiteX117" fmla="*/ 9434294 w 13940157"/>
              <a:gd name="connsiteY117" fmla="*/ 1609093 h 9456078"/>
              <a:gd name="connsiteX118" fmla="*/ 9470227 w 13940157"/>
              <a:gd name="connsiteY118" fmla="*/ 1575450 h 9456078"/>
              <a:gd name="connsiteX119" fmla="*/ 9506418 w 13940157"/>
              <a:gd name="connsiteY119" fmla="*/ 1542128 h 9456078"/>
              <a:gd name="connsiteX120" fmla="*/ 9542866 w 13940157"/>
              <a:gd name="connsiteY120" fmla="*/ 1509129 h 9456078"/>
              <a:gd name="connsiteX121" fmla="*/ 9579567 w 13940157"/>
              <a:gd name="connsiteY121" fmla="*/ 1476452 h 9456078"/>
              <a:gd name="connsiteX122" fmla="*/ 9616519 w 13940157"/>
              <a:gd name="connsiteY122" fmla="*/ 1444101 h 9456078"/>
              <a:gd name="connsiteX123" fmla="*/ 9653720 w 13940157"/>
              <a:gd name="connsiteY123" fmla="*/ 1412075 h 9456078"/>
              <a:gd name="connsiteX124" fmla="*/ 9691168 w 13940157"/>
              <a:gd name="connsiteY124" fmla="*/ 1380375 h 9456078"/>
              <a:gd name="connsiteX125" fmla="*/ 9728861 w 13940157"/>
              <a:gd name="connsiteY125" fmla="*/ 1349004 h 9456078"/>
              <a:gd name="connsiteX126" fmla="*/ 9766795 w 13940157"/>
              <a:gd name="connsiteY126" fmla="*/ 1317962 h 9456078"/>
              <a:gd name="connsiteX127" fmla="*/ 9804970 w 13940157"/>
              <a:gd name="connsiteY127" fmla="*/ 1287250 h 9456078"/>
              <a:gd name="connsiteX128" fmla="*/ 9843382 w 13940157"/>
              <a:gd name="connsiteY128" fmla="*/ 1256869 h 9456078"/>
              <a:gd name="connsiteX129" fmla="*/ 9882029 w 13940157"/>
              <a:gd name="connsiteY129" fmla="*/ 1226820 h 9456078"/>
              <a:gd name="connsiteX130" fmla="*/ 9920909 w 13940157"/>
              <a:gd name="connsiteY130" fmla="*/ 1197105 h 9456078"/>
              <a:gd name="connsiteX131" fmla="*/ 9960020 w 13940157"/>
              <a:gd name="connsiteY131" fmla="*/ 1167725 h 9456078"/>
              <a:gd name="connsiteX132" fmla="*/ 9999359 w 13940157"/>
              <a:gd name="connsiteY132" fmla="*/ 1138681 h 9456078"/>
              <a:gd name="connsiteX133" fmla="*/ 10038924 w 13940157"/>
              <a:gd name="connsiteY133" fmla="*/ 1109974 h 9456078"/>
              <a:gd name="connsiteX134" fmla="*/ 10078713 w 13940157"/>
              <a:gd name="connsiteY134" fmla="*/ 1081604 h 9456078"/>
              <a:gd name="connsiteX135" fmla="*/ 10118724 w 13940157"/>
              <a:gd name="connsiteY135" fmla="*/ 1053574 h 9456078"/>
              <a:gd name="connsiteX136" fmla="*/ 10158954 w 13940157"/>
              <a:gd name="connsiteY136" fmla="*/ 1025884 h 9456078"/>
              <a:gd name="connsiteX137" fmla="*/ 10199400 w 13940157"/>
              <a:gd name="connsiteY137" fmla="*/ 998536 h 9456078"/>
              <a:gd name="connsiteX138" fmla="*/ 10240062 w 13940157"/>
              <a:gd name="connsiteY138" fmla="*/ 971530 h 9456078"/>
              <a:gd name="connsiteX139" fmla="*/ 10280935 w 13940157"/>
              <a:gd name="connsiteY139" fmla="*/ 944868 h 9456078"/>
              <a:gd name="connsiteX140" fmla="*/ 10322019 w 13940157"/>
              <a:gd name="connsiteY140" fmla="*/ 918551 h 9456078"/>
              <a:gd name="connsiteX141" fmla="*/ 10363310 w 13940157"/>
              <a:gd name="connsiteY141" fmla="*/ 892580 h 9456078"/>
              <a:gd name="connsiteX142" fmla="*/ 10404807 w 13940157"/>
              <a:gd name="connsiteY142" fmla="*/ 866956 h 9456078"/>
              <a:gd name="connsiteX143" fmla="*/ 10446507 w 13940157"/>
              <a:gd name="connsiteY143" fmla="*/ 841681 h 9456078"/>
              <a:gd name="connsiteX144" fmla="*/ 10488408 w 13940157"/>
              <a:gd name="connsiteY144" fmla="*/ 816754 h 9456078"/>
              <a:gd name="connsiteX145" fmla="*/ 10530507 w 13940157"/>
              <a:gd name="connsiteY145" fmla="*/ 792179 h 9456078"/>
              <a:gd name="connsiteX146" fmla="*/ 10572803 w 13940157"/>
              <a:gd name="connsiteY146" fmla="*/ 767955 h 9456078"/>
              <a:gd name="connsiteX147" fmla="*/ 10615292 w 13940157"/>
              <a:gd name="connsiteY147" fmla="*/ 744083 h 9456078"/>
              <a:gd name="connsiteX148" fmla="*/ 10657973 w 13940157"/>
              <a:gd name="connsiteY148" fmla="*/ 720566 h 9456078"/>
              <a:gd name="connsiteX149" fmla="*/ 10700844 w 13940157"/>
              <a:gd name="connsiteY149" fmla="*/ 697404 h 9456078"/>
              <a:gd name="connsiteX150" fmla="*/ 10743902 w 13940157"/>
              <a:gd name="connsiteY150" fmla="*/ 674598 h 9456078"/>
              <a:gd name="connsiteX151" fmla="*/ 10787144 w 13940157"/>
              <a:gd name="connsiteY151" fmla="*/ 652149 h 9456078"/>
              <a:gd name="connsiteX152" fmla="*/ 10830569 w 13940157"/>
              <a:gd name="connsiteY152" fmla="*/ 630059 h 9456078"/>
              <a:gd name="connsiteX153" fmla="*/ 10874174 w 13940157"/>
              <a:gd name="connsiteY153" fmla="*/ 608328 h 9456078"/>
              <a:gd name="connsiteX154" fmla="*/ 10917957 w 13940157"/>
              <a:gd name="connsiteY154" fmla="*/ 586958 h 9456078"/>
              <a:gd name="connsiteX155" fmla="*/ 10961916 w 13940157"/>
              <a:gd name="connsiteY155" fmla="*/ 565950 h 9456078"/>
              <a:gd name="connsiteX156" fmla="*/ 11006048 w 13940157"/>
              <a:gd name="connsiteY156" fmla="*/ 545304 h 9456078"/>
              <a:gd name="connsiteX157" fmla="*/ 11050351 w 13940157"/>
              <a:gd name="connsiteY157" fmla="*/ 525023 h 9456078"/>
              <a:gd name="connsiteX158" fmla="*/ 11094823 w 13940157"/>
              <a:gd name="connsiteY158" fmla="*/ 505107 h 9456078"/>
              <a:gd name="connsiteX159" fmla="*/ 11139461 w 13940157"/>
              <a:gd name="connsiteY159" fmla="*/ 485558 h 9456078"/>
              <a:gd name="connsiteX160" fmla="*/ 11184263 w 13940157"/>
              <a:gd name="connsiteY160" fmla="*/ 466376 h 9456078"/>
              <a:gd name="connsiteX161" fmla="*/ 11229228 w 13940157"/>
              <a:gd name="connsiteY161" fmla="*/ 447563 h 9456078"/>
              <a:gd name="connsiteX162" fmla="*/ 11274351 w 13940157"/>
              <a:gd name="connsiteY162" fmla="*/ 429119 h 9456078"/>
              <a:gd name="connsiteX163" fmla="*/ 11319632 w 13940157"/>
              <a:gd name="connsiteY163" fmla="*/ 411046 h 9456078"/>
              <a:gd name="connsiteX164" fmla="*/ 11365068 w 13940157"/>
              <a:gd name="connsiteY164" fmla="*/ 393346 h 9456078"/>
              <a:gd name="connsiteX165" fmla="*/ 11410657 w 13940157"/>
              <a:gd name="connsiteY165" fmla="*/ 376018 h 9456078"/>
              <a:gd name="connsiteX166" fmla="*/ 11456396 w 13940157"/>
              <a:gd name="connsiteY166" fmla="*/ 359065 h 9456078"/>
              <a:gd name="connsiteX167" fmla="*/ 11502283 w 13940157"/>
              <a:gd name="connsiteY167" fmla="*/ 342487 h 9456078"/>
              <a:gd name="connsiteX168" fmla="*/ 11548316 w 13940157"/>
              <a:gd name="connsiteY168" fmla="*/ 326286 h 9456078"/>
              <a:gd name="connsiteX169" fmla="*/ 11594492 w 13940157"/>
              <a:gd name="connsiteY169" fmla="*/ 310462 h 9456078"/>
              <a:gd name="connsiteX170" fmla="*/ 11640810 w 13940157"/>
              <a:gd name="connsiteY170" fmla="*/ 295018 h 9456078"/>
              <a:gd name="connsiteX171" fmla="*/ 11687267 w 13940157"/>
              <a:gd name="connsiteY171" fmla="*/ 279953 h 9456078"/>
              <a:gd name="connsiteX172" fmla="*/ 11733860 w 13940157"/>
              <a:gd name="connsiteY172" fmla="*/ 265269 h 9456078"/>
              <a:gd name="connsiteX173" fmla="*/ 11780587 w 13940157"/>
              <a:gd name="connsiteY173" fmla="*/ 250968 h 9456078"/>
              <a:gd name="connsiteX174" fmla="*/ 11827447 w 13940157"/>
              <a:gd name="connsiteY174" fmla="*/ 237049 h 9456078"/>
              <a:gd name="connsiteX175" fmla="*/ 11874436 w 13940157"/>
              <a:gd name="connsiteY175" fmla="*/ 223516 h 9456078"/>
              <a:gd name="connsiteX176" fmla="*/ 11921553 w 13940157"/>
              <a:gd name="connsiteY176" fmla="*/ 210368 h 9456078"/>
              <a:gd name="connsiteX177" fmla="*/ 11968794 w 13940157"/>
              <a:gd name="connsiteY177" fmla="*/ 197606 h 9456078"/>
              <a:gd name="connsiteX178" fmla="*/ 12016159 w 13940157"/>
              <a:gd name="connsiteY178" fmla="*/ 185233 h 9456078"/>
              <a:gd name="connsiteX179" fmla="*/ 12063644 w 13940157"/>
              <a:gd name="connsiteY179" fmla="*/ 173248 h 9456078"/>
              <a:gd name="connsiteX180" fmla="*/ 12111248 w 13940157"/>
              <a:gd name="connsiteY180" fmla="*/ 161654 h 9456078"/>
              <a:gd name="connsiteX181" fmla="*/ 12158967 w 13940157"/>
              <a:gd name="connsiteY181" fmla="*/ 150451 h 9456078"/>
              <a:gd name="connsiteX182" fmla="*/ 12206800 w 13940157"/>
              <a:gd name="connsiteY182" fmla="*/ 139640 h 9456078"/>
              <a:gd name="connsiteX183" fmla="*/ 12254745 w 13940157"/>
              <a:gd name="connsiteY183" fmla="*/ 129223 h 9456078"/>
              <a:gd name="connsiteX184" fmla="*/ 12302799 w 13940157"/>
              <a:gd name="connsiteY184" fmla="*/ 119201 h 9456078"/>
              <a:gd name="connsiteX185" fmla="*/ 12350959 w 13940157"/>
              <a:gd name="connsiteY185" fmla="*/ 109574 h 9456078"/>
              <a:gd name="connsiteX186" fmla="*/ 12399224 w 13940157"/>
              <a:gd name="connsiteY186" fmla="*/ 100344 h 9456078"/>
              <a:gd name="connsiteX187" fmla="*/ 12447591 w 13940157"/>
              <a:gd name="connsiteY187" fmla="*/ 91512 h 9456078"/>
              <a:gd name="connsiteX188" fmla="*/ 12496058 w 13940157"/>
              <a:gd name="connsiteY188" fmla="*/ 83080 h 9456078"/>
              <a:gd name="connsiteX189" fmla="*/ 12544623 w 13940157"/>
              <a:gd name="connsiteY189" fmla="*/ 75047 h 9456078"/>
              <a:gd name="connsiteX190" fmla="*/ 12593283 w 13940157"/>
              <a:gd name="connsiteY190" fmla="*/ 67417 h 9456078"/>
              <a:gd name="connsiteX191" fmla="*/ 12642036 w 13940157"/>
              <a:gd name="connsiteY191" fmla="*/ 60188 h 9456078"/>
              <a:gd name="connsiteX192" fmla="*/ 12690879 w 13940157"/>
              <a:gd name="connsiteY192" fmla="*/ 53364 h 9456078"/>
              <a:gd name="connsiteX193" fmla="*/ 12739811 w 13940157"/>
              <a:gd name="connsiteY193" fmla="*/ 46944 h 9456078"/>
              <a:gd name="connsiteX194" fmla="*/ 12788830 w 13940157"/>
              <a:gd name="connsiteY194" fmla="*/ 40931 h 9456078"/>
              <a:gd name="connsiteX195" fmla="*/ 12837932 w 13940157"/>
              <a:gd name="connsiteY195" fmla="*/ 35324 h 9456078"/>
              <a:gd name="connsiteX196" fmla="*/ 12887116 w 13940157"/>
              <a:gd name="connsiteY196" fmla="*/ 30126 h 9456078"/>
              <a:gd name="connsiteX197" fmla="*/ 12936379 w 13940157"/>
              <a:gd name="connsiteY197" fmla="*/ 25337 h 9456078"/>
              <a:gd name="connsiteX198" fmla="*/ 12985719 w 13940157"/>
              <a:gd name="connsiteY198" fmla="*/ 20958 h 9456078"/>
              <a:gd name="connsiteX199" fmla="*/ 13035133 w 13940157"/>
              <a:gd name="connsiteY199" fmla="*/ 16991 h 9456078"/>
              <a:gd name="connsiteX200" fmla="*/ 13084620 w 13940157"/>
              <a:gd name="connsiteY200" fmla="*/ 13437 h 9456078"/>
              <a:gd name="connsiteX201" fmla="*/ 13134178 w 13940157"/>
              <a:gd name="connsiteY201" fmla="*/ 10297 h 9456078"/>
              <a:gd name="connsiteX202" fmla="*/ 13183803 w 13940157"/>
              <a:gd name="connsiteY202" fmla="*/ 7572 h 9456078"/>
              <a:gd name="connsiteX203" fmla="*/ 13233493 w 13940157"/>
              <a:gd name="connsiteY203" fmla="*/ 5263 h 9456078"/>
              <a:gd name="connsiteX204" fmla="*/ 13283247 w 13940157"/>
              <a:gd name="connsiteY204" fmla="*/ 3371 h 9456078"/>
              <a:gd name="connsiteX205" fmla="*/ 13333061 w 13940157"/>
              <a:gd name="connsiteY205" fmla="*/ 1898 h 9456078"/>
              <a:gd name="connsiteX206" fmla="*/ 13382934 w 13940157"/>
              <a:gd name="connsiteY206" fmla="*/ 844 h 9456078"/>
              <a:gd name="connsiteX207" fmla="*/ 13432864 w 13940157"/>
              <a:gd name="connsiteY207" fmla="*/ 211 h 9456078"/>
              <a:gd name="connsiteX208" fmla="*/ 13482847 w 13940157"/>
              <a:gd name="connsiteY208" fmla="*/ 0 h 9456078"/>
              <a:gd name="connsiteX209" fmla="*/ 13940158 w 13940157"/>
              <a:gd name="connsiteY209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49234 w 13158799"/>
              <a:gd name="connsiteY5" fmla="*/ 9450052 h 9456078"/>
              <a:gd name="connsiteX6" fmla="*/ 298870 w 13158799"/>
              <a:gd name="connsiteY6" fmla="*/ 9447409 h 9456078"/>
              <a:gd name="connsiteX7" fmla="*/ 348429 w 13158799"/>
              <a:gd name="connsiteY7" fmla="*/ 9444290 h 9456078"/>
              <a:gd name="connsiteX8" fmla="*/ 397907 w 13158799"/>
              <a:gd name="connsiteY8" fmla="*/ 9440698 h 9456078"/>
              <a:gd name="connsiteX9" fmla="*/ 447302 w 13158799"/>
              <a:gd name="connsiteY9" fmla="*/ 9436632 h 9456078"/>
              <a:gd name="connsiteX10" fmla="*/ 496610 w 13158799"/>
              <a:gd name="connsiteY10" fmla="*/ 9432096 h 9456078"/>
              <a:gd name="connsiteX11" fmla="*/ 545829 w 13158799"/>
              <a:gd name="connsiteY11" fmla="*/ 9427089 h 9456078"/>
              <a:gd name="connsiteX12" fmla="*/ 594956 w 13158799"/>
              <a:gd name="connsiteY12" fmla="*/ 9421615 h 9456078"/>
              <a:gd name="connsiteX13" fmla="*/ 643987 w 13158799"/>
              <a:gd name="connsiteY13" fmla="*/ 9415673 h 9456078"/>
              <a:gd name="connsiteX14" fmla="*/ 692920 w 13158799"/>
              <a:gd name="connsiteY14" fmla="*/ 9409267 h 9456078"/>
              <a:gd name="connsiteX15" fmla="*/ 741751 w 13158799"/>
              <a:gd name="connsiteY15" fmla="*/ 9402396 h 9456078"/>
              <a:gd name="connsiteX16" fmla="*/ 790478 w 13158799"/>
              <a:gd name="connsiteY16" fmla="*/ 9395063 h 9456078"/>
              <a:gd name="connsiteX17" fmla="*/ 839098 w 13158799"/>
              <a:gd name="connsiteY17" fmla="*/ 9387270 h 9456078"/>
              <a:gd name="connsiteX18" fmla="*/ 887607 w 13158799"/>
              <a:gd name="connsiteY18" fmla="*/ 9379017 h 9456078"/>
              <a:gd name="connsiteX19" fmla="*/ 936002 w 13158799"/>
              <a:gd name="connsiteY19" fmla="*/ 9370306 h 9456078"/>
              <a:gd name="connsiteX20" fmla="*/ 984281 w 13158799"/>
              <a:gd name="connsiteY20" fmla="*/ 9361139 h 9456078"/>
              <a:gd name="connsiteX21" fmla="*/ 1032440 w 13158799"/>
              <a:gd name="connsiteY21" fmla="*/ 9351517 h 9456078"/>
              <a:gd name="connsiteX22" fmla="*/ 1080477 w 13158799"/>
              <a:gd name="connsiteY22" fmla="*/ 9341441 h 9456078"/>
              <a:gd name="connsiteX23" fmla="*/ 1128389 w 13158799"/>
              <a:gd name="connsiteY23" fmla="*/ 9330914 h 9456078"/>
              <a:gd name="connsiteX24" fmla="*/ 1176172 w 13158799"/>
              <a:gd name="connsiteY24" fmla="*/ 9319936 h 9456078"/>
              <a:gd name="connsiteX25" fmla="*/ 1223823 w 13158799"/>
              <a:gd name="connsiteY25" fmla="*/ 9308509 h 9456078"/>
              <a:gd name="connsiteX26" fmla="*/ 1271339 w 13158799"/>
              <a:gd name="connsiteY26" fmla="*/ 9296635 h 9456078"/>
              <a:gd name="connsiteX27" fmla="*/ 1318719 w 13158799"/>
              <a:gd name="connsiteY27" fmla="*/ 9284315 h 9456078"/>
              <a:gd name="connsiteX28" fmla="*/ 1365957 w 13158799"/>
              <a:gd name="connsiteY28" fmla="*/ 9271550 h 9456078"/>
              <a:gd name="connsiteX29" fmla="*/ 1413052 w 13158799"/>
              <a:gd name="connsiteY29" fmla="*/ 9258342 h 9456078"/>
              <a:gd name="connsiteX30" fmla="*/ 1460000 w 13158799"/>
              <a:gd name="connsiteY30" fmla="*/ 9244693 h 9456078"/>
              <a:gd name="connsiteX31" fmla="*/ 1506799 w 13158799"/>
              <a:gd name="connsiteY31" fmla="*/ 9230604 h 9456078"/>
              <a:gd name="connsiteX32" fmla="*/ 1553445 w 13158799"/>
              <a:gd name="connsiteY32" fmla="*/ 9216076 h 9456078"/>
              <a:gd name="connsiteX33" fmla="*/ 1599935 w 13158799"/>
              <a:gd name="connsiteY33" fmla="*/ 9201111 h 9456078"/>
              <a:gd name="connsiteX34" fmla="*/ 1646267 w 13158799"/>
              <a:gd name="connsiteY34" fmla="*/ 9185710 h 9456078"/>
              <a:gd name="connsiteX35" fmla="*/ 1692437 w 13158799"/>
              <a:gd name="connsiteY35" fmla="*/ 9169876 h 9456078"/>
              <a:gd name="connsiteX36" fmla="*/ 1738442 w 13158799"/>
              <a:gd name="connsiteY36" fmla="*/ 9153608 h 9456078"/>
              <a:gd name="connsiteX37" fmla="*/ 1784280 w 13158799"/>
              <a:gd name="connsiteY37" fmla="*/ 9136910 h 9456078"/>
              <a:gd name="connsiteX38" fmla="*/ 1829947 w 13158799"/>
              <a:gd name="connsiteY38" fmla="*/ 9119782 h 9456078"/>
              <a:gd name="connsiteX39" fmla="*/ 1875440 w 13158799"/>
              <a:gd name="connsiteY39" fmla="*/ 9102226 h 9456078"/>
              <a:gd name="connsiteX40" fmla="*/ 1920756 w 13158799"/>
              <a:gd name="connsiteY40" fmla="*/ 9084243 h 9456078"/>
              <a:gd name="connsiteX41" fmla="*/ 1965893 w 13158799"/>
              <a:gd name="connsiteY41" fmla="*/ 9065835 h 9456078"/>
              <a:gd name="connsiteX42" fmla="*/ 2010847 w 13158799"/>
              <a:gd name="connsiteY42" fmla="*/ 9047004 h 9456078"/>
              <a:gd name="connsiteX43" fmla="*/ 2055615 w 13158799"/>
              <a:gd name="connsiteY43" fmla="*/ 9027750 h 9456078"/>
              <a:gd name="connsiteX44" fmla="*/ 2100195 w 13158799"/>
              <a:gd name="connsiteY44" fmla="*/ 9008075 h 9456078"/>
              <a:gd name="connsiteX45" fmla="*/ 2144582 w 13158799"/>
              <a:gd name="connsiteY45" fmla="*/ 8987981 h 9456078"/>
              <a:gd name="connsiteX46" fmla="*/ 2188775 w 13158799"/>
              <a:gd name="connsiteY46" fmla="*/ 8967470 h 9456078"/>
              <a:gd name="connsiteX47" fmla="*/ 2232770 w 13158799"/>
              <a:gd name="connsiteY47" fmla="*/ 8946542 h 9456078"/>
              <a:gd name="connsiteX48" fmla="*/ 2276564 w 13158799"/>
              <a:gd name="connsiteY48" fmla="*/ 8925199 h 9456078"/>
              <a:gd name="connsiteX49" fmla="*/ 2320154 w 13158799"/>
              <a:gd name="connsiteY49" fmla="*/ 8903443 h 9456078"/>
              <a:gd name="connsiteX50" fmla="*/ 2363538 w 13158799"/>
              <a:gd name="connsiteY50" fmla="*/ 8881275 h 9456078"/>
              <a:gd name="connsiteX51" fmla="*/ 2406711 w 13158799"/>
              <a:gd name="connsiteY51" fmla="*/ 8858697 h 9456078"/>
              <a:gd name="connsiteX52" fmla="*/ 2449672 w 13158799"/>
              <a:gd name="connsiteY52" fmla="*/ 8835710 h 9456078"/>
              <a:gd name="connsiteX53" fmla="*/ 2492417 w 13158799"/>
              <a:gd name="connsiteY53" fmla="*/ 8812316 h 9456078"/>
              <a:gd name="connsiteX54" fmla="*/ 2534943 w 13158799"/>
              <a:gd name="connsiteY54" fmla="*/ 8788516 h 9456078"/>
              <a:gd name="connsiteX55" fmla="*/ 2577247 w 13158799"/>
              <a:gd name="connsiteY55" fmla="*/ 8764311 h 9456078"/>
              <a:gd name="connsiteX56" fmla="*/ 2619326 w 13158799"/>
              <a:gd name="connsiteY56" fmla="*/ 8739704 h 9456078"/>
              <a:gd name="connsiteX57" fmla="*/ 2661177 w 13158799"/>
              <a:gd name="connsiteY57" fmla="*/ 8714695 h 9456078"/>
              <a:gd name="connsiteX58" fmla="*/ 2702797 w 13158799"/>
              <a:gd name="connsiteY58" fmla="*/ 8689286 h 9456078"/>
              <a:gd name="connsiteX59" fmla="*/ 2744183 w 13158799"/>
              <a:gd name="connsiteY59" fmla="*/ 8663479 h 9456078"/>
              <a:gd name="connsiteX60" fmla="*/ 2785333 w 13158799"/>
              <a:gd name="connsiteY60" fmla="*/ 8637274 h 9456078"/>
              <a:gd name="connsiteX61" fmla="*/ 2826242 w 13158799"/>
              <a:gd name="connsiteY61" fmla="*/ 8610675 h 9456078"/>
              <a:gd name="connsiteX62" fmla="*/ 2866908 w 13158799"/>
              <a:gd name="connsiteY62" fmla="*/ 8583681 h 9456078"/>
              <a:gd name="connsiteX63" fmla="*/ 2907329 w 13158799"/>
              <a:gd name="connsiteY63" fmla="*/ 8556295 h 9456078"/>
              <a:gd name="connsiteX64" fmla="*/ 2947500 w 13158799"/>
              <a:gd name="connsiteY64" fmla="*/ 8528517 h 9456078"/>
              <a:gd name="connsiteX65" fmla="*/ 2987419 w 13158799"/>
              <a:gd name="connsiteY65" fmla="*/ 8500351 h 9456078"/>
              <a:gd name="connsiteX66" fmla="*/ 3027083 w 13158799"/>
              <a:gd name="connsiteY66" fmla="*/ 8471796 h 9456078"/>
              <a:gd name="connsiteX67" fmla="*/ 3066489 w 13158799"/>
              <a:gd name="connsiteY67" fmla="*/ 8442854 h 9456078"/>
              <a:gd name="connsiteX68" fmla="*/ 3105634 w 13158799"/>
              <a:gd name="connsiteY68" fmla="*/ 8413528 h 9456078"/>
              <a:gd name="connsiteX69" fmla="*/ 3144515 w 13158799"/>
              <a:gd name="connsiteY69" fmla="*/ 8383818 h 9456078"/>
              <a:gd name="connsiteX70" fmla="*/ 3183129 w 13158799"/>
              <a:gd name="connsiteY70" fmla="*/ 8353726 h 9456078"/>
              <a:gd name="connsiteX71" fmla="*/ 3221473 w 13158799"/>
              <a:gd name="connsiteY71" fmla="*/ 8323253 h 9456078"/>
              <a:gd name="connsiteX72" fmla="*/ 3259544 w 13158799"/>
              <a:gd name="connsiteY72" fmla="*/ 8292401 h 9456078"/>
              <a:gd name="connsiteX73" fmla="*/ 3297339 w 13158799"/>
              <a:gd name="connsiteY73" fmla="*/ 8261172 h 9456078"/>
              <a:gd name="connsiteX74" fmla="*/ 3334854 w 13158799"/>
              <a:gd name="connsiteY74" fmla="*/ 8229566 h 9456078"/>
              <a:gd name="connsiteX75" fmla="*/ 3372087 w 13158799"/>
              <a:gd name="connsiteY75" fmla="*/ 8197585 h 9456078"/>
              <a:gd name="connsiteX76" fmla="*/ 3409035 w 13158799"/>
              <a:gd name="connsiteY76" fmla="*/ 8165232 h 9456078"/>
              <a:gd name="connsiteX77" fmla="*/ 3445695 w 13158799"/>
              <a:gd name="connsiteY77" fmla="*/ 8132507 h 9456078"/>
              <a:gd name="connsiteX78" fmla="*/ 3482064 w 13158799"/>
              <a:gd name="connsiteY78" fmla="*/ 8099411 h 9456078"/>
              <a:gd name="connsiteX79" fmla="*/ 3518139 w 13158799"/>
              <a:gd name="connsiteY79" fmla="*/ 8065947 h 9456078"/>
              <a:gd name="connsiteX80" fmla="*/ 3553916 w 13158799"/>
              <a:gd name="connsiteY80" fmla="*/ 8032115 h 9456078"/>
              <a:gd name="connsiteX81" fmla="*/ 3589393 w 13158799"/>
              <a:gd name="connsiteY81" fmla="*/ 7997918 h 9456078"/>
              <a:gd name="connsiteX82" fmla="*/ 3624567 w 13158799"/>
              <a:gd name="connsiteY82" fmla="*/ 7963356 h 9456078"/>
              <a:gd name="connsiteX83" fmla="*/ 3659435 w 13158799"/>
              <a:gd name="connsiteY83" fmla="*/ 7928432 h 9456078"/>
              <a:gd name="connsiteX84" fmla="*/ 3693994 w 13158799"/>
              <a:gd name="connsiteY84" fmla="*/ 7893146 h 9456078"/>
              <a:gd name="connsiteX85" fmla="*/ 3728240 w 13158799"/>
              <a:gd name="connsiteY85" fmla="*/ 7857501 h 9456078"/>
              <a:gd name="connsiteX86" fmla="*/ 3762171 w 13158799"/>
              <a:gd name="connsiteY86" fmla="*/ 7821497 h 9456078"/>
              <a:gd name="connsiteX87" fmla="*/ 3795783 w 13158799"/>
              <a:gd name="connsiteY87" fmla="*/ 7785136 h 9456078"/>
              <a:gd name="connsiteX88" fmla="*/ 3829075 w 13158799"/>
              <a:gd name="connsiteY88" fmla="*/ 7748420 h 9456078"/>
              <a:gd name="connsiteX89" fmla="*/ 3862042 w 13158799"/>
              <a:gd name="connsiteY89" fmla="*/ 7711350 h 9456078"/>
              <a:gd name="connsiteX90" fmla="*/ 3894682 w 13158799"/>
              <a:gd name="connsiteY90" fmla="*/ 7673928 h 9456078"/>
              <a:gd name="connsiteX91" fmla="*/ 3926991 w 13158799"/>
              <a:gd name="connsiteY91" fmla="*/ 7636155 h 9456078"/>
              <a:gd name="connsiteX92" fmla="*/ 3958967 w 13158799"/>
              <a:gd name="connsiteY92" fmla="*/ 7598032 h 9456078"/>
              <a:gd name="connsiteX93" fmla="*/ 3990607 w 13158799"/>
              <a:gd name="connsiteY93" fmla="*/ 7559561 h 9456078"/>
              <a:gd name="connsiteX94" fmla="*/ 4021907 w 13158799"/>
              <a:gd name="connsiteY94" fmla="*/ 7520744 h 9456078"/>
              <a:gd name="connsiteX95" fmla="*/ 4052865 w 13158799"/>
              <a:gd name="connsiteY95" fmla="*/ 7481582 h 9456078"/>
              <a:gd name="connsiteX96" fmla="*/ 4083478 w 13158799"/>
              <a:gd name="connsiteY96" fmla="*/ 7442077 h 9456078"/>
              <a:gd name="connsiteX97" fmla="*/ 8022311 w 13158799"/>
              <a:gd name="connsiteY97" fmla="*/ 2307814 h 9456078"/>
              <a:gd name="connsiteX98" fmla="*/ 8052902 w 13158799"/>
              <a:gd name="connsiteY98" fmla="*/ 2268285 h 9456078"/>
              <a:gd name="connsiteX99" fmla="*/ 8083796 w 13158799"/>
              <a:gd name="connsiteY99" fmla="*/ 2229056 h 9456078"/>
              <a:gd name="connsiteX100" fmla="*/ 8114989 w 13158799"/>
              <a:gd name="connsiteY100" fmla="*/ 2190127 h 9456078"/>
              <a:gd name="connsiteX101" fmla="*/ 8146479 w 13158799"/>
              <a:gd name="connsiteY101" fmla="*/ 2151500 h 9456078"/>
              <a:gd name="connsiteX102" fmla="*/ 8178264 w 13158799"/>
              <a:gd name="connsiteY102" fmla="*/ 2113176 h 9456078"/>
              <a:gd name="connsiteX103" fmla="*/ 8210341 w 13158799"/>
              <a:gd name="connsiteY103" fmla="*/ 2075157 h 9456078"/>
              <a:gd name="connsiteX104" fmla="*/ 8242709 w 13158799"/>
              <a:gd name="connsiteY104" fmla="*/ 2037442 h 9456078"/>
              <a:gd name="connsiteX105" fmla="*/ 8275365 w 13158799"/>
              <a:gd name="connsiteY105" fmla="*/ 2000034 h 9456078"/>
              <a:gd name="connsiteX106" fmla="*/ 8308307 w 13158799"/>
              <a:gd name="connsiteY106" fmla="*/ 1962934 h 9456078"/>
              <a:gd name="connsiteX107" fmla="*/ 8341532 w 13158799"/>
              <a:gd name="connsiteY107" fmla="*/ 1926142 h 9456078"/>
              <a:gd name="connsiteX108" fmla="*/ 8375038 w 13158799"/>
              <a:gd name="connsiteY108" fmla="*/ 1889660 h 9456078"/>
              <a:gd name="connsiteX109" fmla="*/ 8408823 w 13158799"/>
              <a:gd name="connsiteY109" fmla="*/ 1853489 h 9456078"/>
              <a:gd name="connsiteX110" fmla="*/ 8442885 w 13158799"/>
              <a:gd name="connsiteY110" fmla="*/ 1817630 h 9456078"/>
              <a:gd name="connsiteX111" fmla="*/ 8477221 w 13158799"/>
              <a:gd name="connsiteY111" fmla="*/ 1782084 h 9456078"/>
              <a:gd name="connsiteX112" fmla="*/ 8511829 w 13158799"/>
              <a:gd name="connsiteY112" fmla="*/ 1746853 h 9456078"/>
              <a:gd name="connsiteX113" fmla="*/ 8546706 w 13158799"/>
              <a:gd name="connsiteY113" fmla="*/ 1711937 h 9456078"/>
              <a:gd name="connsiteX114" fmla="*/ 8581851 w 13158799"/>
              <a:gd name="connsiteY114" fmla="*/ 1677337 h 9456078"/>
              <a:gd name="connsiteX115" fmla="*/ 8617261 w 13158799"/>
              <a:gd name="connsiteY115" fmla="*/ 1643056 h 9456078"/>
              <a:gd name="connsiteX116" fmla="*/ 8652934 w 13158799"/>
              <a:gd name="connsiteY116" fmla="*/ 1609093 h 9456078"/>
              <a:gd name="connsiteX117" fmla="*/ 8688867 w 13158799"/>
              <a:gd name="connsiteY117" fmla="*/ 1575450 h 9456078"/>
              <a:gd name="connsiteX118" fmla="*/ 8725058 w 13158799"/>
              <a:gd name="connsiteY118" fmla="*/ 1542128 h 9456078"/>
              <a:gd name="connsiteX119" fmla="*/ 8761506 w 13158799"/>
              <a:gd name="connsiteY119" fmla="*/ 1509129 h 9456078"/>
              <a:gd name="connsiteX120" fmla="*/ 8798207 w 13158799"/>
              <a:gd name="connsiteY120" fmla="*/ 1476452 h 9456078"/>
              <a:gd name="connsiteX121" fmla="*/ 8835159 w 13158799"/>
              <a:gd name="connsiteY121" fmla="*/ 1444101 h 9456078"/>
              <a:gd name="connsiteX122" fmla="*/ 8872360 w 13158799"/>
              <a:gd name="connsiteY122" fmla="*/ 1412075 h 9456078"/>
              <a:gd name="connsiteX123" fmla="*/ 8909808 w 13158799"/>
              <a:gd name="connsiteY123" fmla="*/ 1380375 h 9456078"/>
              <a:gd name="connsiteX124" fmla="*/ 8947501 w 13158799"/>
              <a:gd name="connsiteY124" fmla="*/ 1349004 h 9456078"/>
              <a:gd name="connsiteX125" fmla="*/ 8985435 w 13158799"/>
              <a:gd name="connsiteY125" fmla="*/ 1317962 h 9456078"/>
              <a:gd name="connsiteX126" fmla="*/ 9023610 w 13158799"/>
              <a:gd name="connsiteY126" fmla="*/ 1287250 h 9456078"/>
              <a:gd name="connsiteX127" fmla="*/ 9062022 w 13158799"/>
              <a:gd name="connsiteY127" fmla="*/ 1256869 h 9456078"/>
              <a:gd name="connsiteX128" fmla="*/ 9100669 w 13158799"/>
              <a:gd name="connsiteY128" fmla="*/ 1226820 h 9456078"/>
              <a:gd name="connsiteX129" fmla="*/ 9139549 w 13158799"/>
              <a:gd name="connsiteY129" fmla="*/ 1197105 h 9456078"/>
              <a:gd name="connsiteX130" fmla="*/ 9178660 w 13158799"/>
              <a:gd name="connsiteY130" fmla="*/ 1167725 h 9456078"/>
              <a:gd name="connsiteX131" fmla="*/ 9217999 w 13158799"/>
              <a:gd name="connsiteY131" fmla="*/ 1138681 h 9456078"/>
              <a:gd name="connsiteX132" fmla="*/ 9257564 w 13158799"/>
              <a:gd name="connsiteY132" fmla="*/ 1109974 h 9456078"/>
              <a:gd name="connsiteX133" fmla="*/ 9297353 w 13158799"/>
              <a:gd name="connsiteY133" fmla="*/ 1081604 h 9456078"/>
              <a:gd name="connsiteX134" fmla="*/ 9337364 w 13158799"/>
              <a:gd name="connsiteY134" fmla="*/ 1053574 h 9456078"/>
              <a:gd name="connsiteX135" fmla="*/ 9377594 w 13158799"/>
              <a:gd name="connsiteY135" fmla="*/ 1025884 h 9456078"/>
              <a:gd name="connsiteX136" fmla="*/ 9418040 w 13158799"/>
              <a:gd name="connsiteY136" fmla="*/ 998536 h 9456078"/>
              <a:gd name="connsiteX137" fmla="*/ 9458702 w 13158799"/>
              <a:gd name="connsiteY137" fmla="*/ 971530 h 9456078"/>
              <a:gd name="connsiteX138" fmla="*/ 9499575 w 13158799"/>
              <a:gd name="connsiteY138" fmla="*/ 944868 h 9456078"/>
              <a:gd name="connsiteX139" fmla="*/ 9540659 w 13158799"/>
              <a:gd name="connsiteY139" fmla="*/ 918551 h 9456078"/>
              <a:gd name="connsiteX140" fmla="*/ 9581950 w 13158799"/>
              <a:gd name="connsiteY140" fmla="*/ 892580 h 9456078"/>
              <a:gd name="connsiteX141" fmla="*/ 9623447 w 13158799"/>
              <a:gd name="connsiteY141" fmla="*/ 866956 h 9456078"/>
              <a:gd name="connsiteX142" fmla="*/ 9665147 w 13158799"/>
              <a:gd name="connsiteY142" fmla="*/ 841681 h 9456078"/>
              <a:gd name="connsiteX143" fmla="*/ 9707048 w 13158799"/>
              <a:gd name="connsiteY143" fmla="*/ 816754 h 9456078"/>
              <a:gd name="connsiteX144" fmla="*/ 9749147 w 13158799"/>
              <a:gd name="connsiteY144" fmla="*/ 792179 h 9456078"/>
              <a:gd name="connsiteX145" fmla="*/ 9791443 w 13158799"/>
              <a:gd name="connsiteY145" fmla="*/ 767955 h 9456078"/>
              <a:gd name="connsiteX146" fmla="*/ 9833932 w 13158799"/>
              <a:gd name="connsiteY146" fmla="*/ 744083 h 9456078"/>
              <a:gd name="connsiteX147" fmla="*/ 9876613 w 13158799"/>
              <a:gd name="connsiteY147" fmla="*/ 720566 h 9456078"/>
              <a:gd name="connsiteX148" fmla="*/ 9919484 w 13158799"/>
              <a:gd name="connsiteY148" fmla="*/ 697404 h 9456078"/>
              <a:gd name="connsiteX149" fmla="*/ 9962542 w 13158799"/>
              <a:gd name="connsiteY149" fmla="*/ 674598 h 9456078"/>
              <a:gd name="connsiteX150" fmla="*/ 10005784 w 13158799"/>
              <a:gd name="connsiteY150" fmla="*/ 652149 h 9456078"/>
              <a:gd name="connsiteX151" fmla="*/ 10049209 w 13158799"/>
              <a:gd name="connsiteY151" fmla="*/ 630059 h 9456078"/>
              <a:gd name="connsiteX152" fmla="*/ 10092814 w 13158799"/>
              <a:gd name="connsiteY152" fmla="*/ 608328 h 9456078"/>
              <a:gd name="connsiteX153" fmla="*/ 10136597 w 13158799"/>
              <a:gd name="connsiteY153" fmla="*/ 586958 h 9456078"/>
              <a:gd name="connsiteX154" fmla="*/ 10180556 w 13158799"/>
              <a:gd name="connsiteY154" fmla="*/ 565950 h 9456078"/>
              <a:gd name="connsiteX155" fmla="*/ 10224688 w 13158799"/>
              <a:gd name="connsiteY155" fmla="*/ 545304 h 9456078"/>
              <a:gd name="connsiteX156" fmla="*/ 10268991 w 13158799"/>
              <a:gd name="connsiteY156" fmla="*/ 525023 h 9456078"/>
              <a:gd name="connsiteX157" fmla="*/ 10313463 w 13158799"/>
              <a:gd name="connsiteY157" fmla="*/ 505107 h 9456078"/>
              <a:gd name="connsiteX158" fmla="*/ 10358101 w 13158799"/>
              <a:gd name="connsiteY158" fmla="*/ 485558 h 9456078"/>
              <a:gd name="connsiteX159" fmla="*/ 10402903 w 13158799"/>
              <a:gd name="connsiteY159" fmla="*/ 466376 h 9456078"/>
              <a:gd name="connsiteX160" fmla="*/ 10447868 w 13158799"/>
              <a:gd name="connsiteY160" fmla="*/ 447563 h 9456078"/>
              <a:gd name="connsiteX161" fmla="*/ 10492991 w 13158799"/>
              <a:gd name="connsiteY161" fmla="*/ 429119 h 9456078"/>
              <a:gd name="connsiteX162" fmla="*/ 10538272 w 13158799"/>
              <a:gd name="connsiteY162" fmla="*/ 411046 h 9456078"/>
              <a:gd name="connsiteX163" fmla="*/ 10583708 w 13158799"/>
              <a:gd name="connsiteY163" fmla="*/ 393346 h 9456078"/>
              <a:gd name="connsiteX164" fmla="*/ 10629297 w 13158799"/>
              <a:gd name="connsiteY164" fmla="*/ 376018 h 9456078"/>
              <a:gd name="connsiteX165" fmla="*/ 10675036 w 13158799"/>
              <a:gd name="connsiteY165" fmla="*/ 359065 h 9456078"/>
              <a:gd name="connsiteX166" fmla="*/ 10720923 w 13158799"/>
              <a:gd name="connsiteY166" fmla="*/ 342487 h 9456078"/>
              <a:gd name="connsiteX167" fmla="*/ 10766956 w 13158799"/>
              <a:gd name="connsiteY167" fmla="*/ 326286 h 9456078"/>
              <a:gd name="connsiteX168" fmla="*/ 10813132 w 13158799"/>
              <a:gd name="connsiteY168" fmla="*/ 310462 h 9456078"/>
              <a:gd name="connsiteX169" fmla="*/ 10859450 w 13158799"/>
              <a:gd name="connsiteY169" fmla="*/ 295018 h 9456078"/>
              <a:gd name="connsiteX170" fmla="*/ 10905907 w 13158799"/>
              <a:gd name="connsiteY170" fmla="*/ 279953 h 9456078"/>
              <a:gd name="connsiteX171" fmla="*/ 10952500 w 13158799"/>
              <a:gd name="connsiteY171" fmla="*/ 265269 h 9456078"/>
              <a:gd name="connsiteX172" fmla="*/ 10999227 w 13158799"/>
              <a:gd name="connsiteY172" fmla="*/ 250968 h 9456078"/>
              <a:gd name="connsiteX173" fmla="*/ 11046087 w 13158799"/>
              <a:gd name="connsiteY173" fmla="*/ 237049 h 9456078"/>
              <a:gd name="connsiteX174" fmla="*/ 11093076 w 13158799"/>
              <a:gd name="connsiteY174" fmla="*/ 223516 h 9456078"/>
              <a:gd name="connsiteX175" fmla="*/ 11140193 w 13158799"/>
              <a:gd name="connsiteY175" fmla="*/ 210368 h 9456078"/>
              <a:gd name="connsiteX176" fmla="*/ 11187434 w 13158799"/>
              <a:gd name="connsiteY176" fmla="*/ 197606 h 9456078"/>
              <a:gd name="connsiteX177" fmla="*/ 11234799 w 13158799"/>
              <a:gd name="connsiteY177" fmla="*/ 185233 h 9456078"/>
              <a:gd name="connsiteX178" fmla="*/ 11282284 w 13158799"/>
              <a:gd name="connsiteY178" fmla="*/ 173248 h 9456078"/>
              <a:gd name="connsiteX179" fmla="*/ 11329888 w 13158799"/>
              <a:gd name="connsiteY179" fmla="*/ 161654 h 9456078"/>
              <a:gd name="connsiteX180" fmla="*/ 11377607 w 13158799"/>
              <a:gd name="connsiteY180" fmla="*/ 150451 h 9456078"/>
              <a:gd name="connsiteX181" fmla="*/ 11425440 w 13158799"/>
              <a:gd name="connsiteY181" fmla="*/ 139640 h 9456078"/>
              <a:gd name="connsiteX182" fmla="*/ 11473385 w 13158799"/>
              <a:gd name="connsiteY182" fmla="*/ 129223 h 9456078"/>
              <a:gd name="connsiteX183" fmla="*/ 11521439 w 13158799"/>
              <a:gd name="connsiteY183" fmla="*/ 119201 h 9456078"/>
              <a:gd name="connsiteX184" fmla="*/ 11569599 w 13158799"/>
              <a:gd name="connsiteY184" fmla="*/ 109574 h 9456078"/>
              <a:gd name="connsiteX185" fmla="*/ 11617864 w 13158799"/>
              <a:gd name="connsiteY185" fmla="*/ 100344 h 9456078"/>
              <a:gd name="connsiteX186" fmla="*/ 11666231 w 13158799"/>
              <a:gd name="connsiteY186" fmla="*/ 91512 h 9456078"/>
              <a:gd name="connsiteX187" fmla="*/ 11714698 w 13158799"/>
              <a:gd name="connsiteY187" fmla="*/ 83080 h 9456078"/>
              <a:gd name="connsiteX188" fmla="*/ 11763263 w 13158799"/>
              <a:gd name="connsiteY188" fmla="*/ 75047 h 9456078"/>
              <a:gd name="connsiteX189" fmla="*/ 11811923 w 13158799"/>
              <a:gd name="connsiteY189" fmla="*/ 67417 h 9456078"/>
              <a:gd name="connsiteX190" fmla="*/ 11860676 w 13158799"/>
              <a:gd name="connsiteY190" fmla="*/ 60188 h 9456078"/>
              <a:gd name="connsiteX191" fmla="*/ 11909519 w 13158799"/>
              <a:gd name="connsiteY191" fmla="*/ 53364 h 9456078"/>
              <a:gd name="connsiteX192" fmla="*/ 11958451 w 13158799"/>
              <a:gd name="connsiteY192" fmla="*/ 46944 h 9456078"/>
              <a:gd name="connsiteX193" fmla="*/ 12007470 w 13158799"/>
              <a:gd name="connsiteY193" fmla="*/ 40931 h 9456078"/>
              <a:gd name="connsiteX194" fmla="*/ 12056572 w 13158799"/>
              <a:gd name="connsiteY194" fmla="*/ 35324 h 9456078"/>
              <a:gd name="connsiteX195" fmla="*/ 12105756 w 13158799"/>
              <a:gd name="connsiteY195" fmla="*/ 30126 h 9456078"/>
              <a:gd name="connsiteX196" fmla="*/ 12155019 w 13158799"/>
              <a:gd name="connsiteY196" fmla="*/ 25337 h 9456078"/>
              <a:gd name="connsiteX197" fmla="*/ 12204359 w 13158799"/>
              <a:gd name="connsiteY197" fmla="*/ 20958 h 9456078"/>
              <a:gd name="connsiteX198" fmla="*/ 12253773 w 13158799"/>
              <a:gd name="connsiteY198" fmla="*/ 16991 h 9456078"/>
              <a:gd name="connsiteX199" fmla="*/ 12303260 w 13158799"/>
              <a:gd name="connsiteY199" fmla="*/ 13437 h 9456078"/>
              <a:gd name="connsiteX200" fmla="*/ 12352818 w 13158799"/>
              <a:gd name="connsiteY200" fmla="*/ 10297 h 9456078"/>
              <a:gd name="connsiteX201" fmla="*/ 12402443 w 13158799"/>
              <a:gd name="connsiteY201" fmla="*/ 7572 h 9456078"/>
              <a:gd name="connsiteX202" fmla="*/ 12452133 w 13158799"/>
              <a:gd name="connsiteY202" fmla="*/ 5263 h 9456078"/>
              <a:gd name="connsiteX203" fmla="*/ 12501887 w 13158799"/>
              <a:gd name="connsiteY203" fmla="*/ 3371 h 9456078"/>
              <a:gd name="connsiteX204" fmla="*/ 12551701 w 13158799"/>
              <a:gd name="connsiteY204" fmla="*/ 1898 h 9456078"/>
              <a:gd name="connsiteX205" fmla="*/ 12601574 w 13158799"/>
              <a:gd name="connsiteY205" fmla="*/ 844 h 9456078"/>
              <a:gd name="connsiteX206" fmla="*/ 12651504 w 13158799"/>
              <a:gd name="connsiteY206" fmla="*/ 211 h 9456078"/>
              <a:gd name="connsiteX207" fmla="*/ 12701487 w 13158799"/>
              <a:gd name="connsiteY207" fmla="*/ 0 h 9456078"/>
              <a:gd name="connsiteX208" fmla="*/ 13158798 w 13158799"/>
              <a:gd name="connsiteY208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28389 w 13158797"/>
              <a:gd name="connsiteY22" fmla="*/ 9330914 h 9456078"/>
              <a:gd name="connsiteX23" fmla="*/ 1176172 w 13158797"/>
              <a:gd name="connsiteY23" fmla="*/ 9319936 h 9456078"/>
              <a:gd name="connsiteX24" fmla="*/ 1223823 w 13158797"/>
              <a:gd name="connsiteY24" fmla="*/ 9308509 h 9456078"/>
              <a:gd name="connsiteX25" fmla="*/ 1271339 w 13158797"/>
              <a:gd name="connsiteY25" fmla="*/ 9296635 h 9456078"/>
              <a:gd name="connsiteX26" fmla="*/ 1318719 w 13158797"/>
              <a:gd name="connsiteY26" fmla="*/ 9284315 h 9456078"/>
              <a:gd name="connsiteX27" fmla="*/ 1365957 w 13158797"/>
              <a:gd name="connsiteY27" fmla="*/ 9271550 h 9456078"/>
              <a:gd name="connsiteX28" fmla="*/ 1413052 w 13158797"/>
              <a:gd name="connsiteY28" fmla="*/ 9258342 h 9456078"/>
              <a:gd name="connsiteX29" fmla="*/ 1460000 w 13158797"/>
              <a:gd name="connsiteY29" fmla="*/ 9244693 h 9456078"/>
              <a:gd name="connsiteX30" fmla="*/ 1506799 w 13158797"/>
              <a:gd name="connsiteY30" fmla="*/ 9230604 h 9456078"/>
              <a:gd name="connsiteX31" fmla="*/ 1553445 w 13158797"/>
              <a:gd name="connsiteY31" fmla="*/ 9216076 h 9456078"/>
              <a:gd name="connsiteX32" fmla="*/ 1599935 w 13158797"/>
              <a:gd name="connsiteY32" fmla="*/ 9201111 h 9456078"/>
              <a:gd name="connsiteX33" fmla="*/ 1646267 w 13158797"/>
              <a:gd name="connsiteY33" fmla="*/ 9185710 h 9456078"/>
              <a:gd name="connsiteX34" fmla="*/ 1692437 w 13158797"/>
              <a:gd name="connsiteY34" fmla="*/ 9169876 h 9456078"/>
              <a:gd name="connsiteX35" fmla="*/ 1738442 w 13158797"/>
              <a:gd name="connsiteY35" fmla="*/ 9153608 h 9456078"/>
              <a:gd name="connsiteX36" fmla="*/ 1784280 w 13158797"/>
              <a:gd name="connsiteY36" fmla="*/ 9136910 h 9456078"/>
              <a:gd name="connsiteX37" fmla="*/ 1829947 w 13158797"/>
              <a:gd name="connsiteY37" fmla="*/ 9119782 h 9456078"/>
              <a:gd name="connsiteX38" fmla="*/ 1875440 w 13158797"/>
              <a:gd name="connsiteY38" fmla="*/ 9102226 h 9456078"/>
              <a:gd name="connsiteX39" fmla="*/ 1920756 w 13158797"/>
              <a:gd name="connsiteY39" fmla="*/ 9084243 h 9456078"/>
              <a:gd name="connsiteX40" fmla="*/ 1965893 w 13158797"/>
              <a:gd name="connsiteY40" fmla="*/ 9065835 h 9456078"/>
              <a:gd name="connsiteX41" fmla="*/ 2010847 w 13158797"/>
              <a:gd name="connsiteY41" fmla="*/ 9047004 h 9456078"/>
              <a:gd name="connsiteX42" fmla="*/ 2055615 w 13158797"/>
              <a:gd name="connsiteY42" fmla="*/ 9027750 h 9456078"/>
              <a:gd name="connsiteX43" fmla="*/ 2100195 w 13158797"/>
              <a:gd name="connsiteY43" fmla="*/ 9008075 h 9456078"/>
              <a:gd name="connsiteX44" fmla="*/ 2144582 w 13158797"/>
              <a:gd name="connsiteY44" fmla="*/ 8987981 h 9456078"/>
              <a:gd name="connsiteX45" fmla="*/ 2188775 w 13158797"/>
              <a:gd name="connsiteY45" fmla="*/ 8967470 h 9456078"/>
              <a:gd name="connsiteX46" fmla="*/ 2232770 w 13158797"/>
              <a:gd name="connsiteY46" fmla="*/ 8946542 h 9456078"/>
              <a:gd name="connsiteX47" fmla="*/ 2276564 w 13158797"/>
              <a:gd name="connsiteY47" fmla="*/ 8925199 h 9456078"/>
              <a:gd name="connsiteX48" fmla="*/ 2320154 w 13158797"/>
              <a:gd name="connsiteY48" fmla="*/ 8903443 h 9456078"/>
              <a:gd name="connsiteX49" fmla="*/ 2363538 w 13158797"/>
              <a:gd name="connsiteY49" fmla="*/ 8881275 h 9456078"/>
              <a:gd name="connsiteX50" fmla="*/ 2406711 w 13158797"/>
              <a:gd name="connsiteY50" fmla="*/ 8858697 h 9456078"/>
              <a:gd name="connsiteX51" fmla="*/ 2449672 w 13158797"/>
              <a:gd name="connsiteY51" fmla="*/ 8835710 h 9456078"/>
              <a:gd name="connsiteX52" fmla="*/ 2492417 w 13158797"/>
              <a:gd name="connsiteY52" fmla="*/ 8812316 h 9456078"/>
              <a:gd name="connsiteX53" fmla="*/ 2534943 w 13158797"/>
              <a:gd name="connsiteY53" fmla="*/ 8788516 h 9456078"/>
              <a:gd name="connsiteX54" fmla="*/ 2577247 w 13158797"/>
              <a:gd name="connsiteY54" fmla="*/ 8764311 h 9456078"/>
              <a:gd name="connsiteX55" fmla="*/ 2619326 w 13158797"/>
              <a:gd name="connsiteY55" fmla="*/ 8739704 h 9456078"/>
              <a:gd name="connsiteX56" fmla="*/ 2661177 w 13158797"/>
              <a:gd name="connsiteY56" fmla="*/ 8714695 h 9456078"/>
              <a:gd name="connsiteX57" fmla="*/ 2702797 w 13158797"/>
              <a:gd name="connsiteY57" fmla="*/ 8689286 h 9456078"/>
              <a:gd name="connsiteX58" fmla="*/ 2744183 w 13158797"/>
              <a:gd name="connsiteY58" fmla="*/ 8663479 h 9456078"/>
              <a:gd name="connsiteX59" fmla="*/ 2785333 w 13158797"/>
              <a:gd name="connsiteY59" fmla="*/ 8637274 h 9456078"/>
              <a:gd name="connsiteX60" fmla="*/ 2826242 w 13158797"/>
              <a:gd name="connsiteY60" fmla="*/ 8610675 h 9456078"/>
              <a:gd name="connsiteX61" fmla="*/ 2866908 w 13158797"/>
              <a:gd name="connsiteY61" fmla="*/ 8583681 h 9456078"/>
              <a:gd name="connsiteX62" fmla="*/ 2907329 w 13158797"/>
              <a:gd name="connsiteY62" fmla="*/ 8556295 h 9456078"/>
              <a:gd name="connsiteX63" fmla="*/ 2947500 w 13158797"/>
              <a:gd name="connsiteY63" fmla="*/ 8528517 h 9456078"/>
              <a:gd name="connsiteX64" fmla="*/ 2987419 w 13158797"/>
              <a:gd name="connsiteY64" fmla="*/ 8500351 h 9456078"/>
              <a:gd name="connsiteX65" fmla="*/ 3027083 w 13158797"/>
              <a:gd name="connsiteY65" fmla="*/ 8471796 h 9456078"/>
              <a:gd name="connsiteX66" fmla="*/ 3066489 w 13158797"/>
              <a:gd name="connsiteY66" fmla="*/ 8442854 h 9456078"/>
              <a:gd name="connsiteX67" fmla="*/ 3105634 w 13158797"/>
              <a:gd name="connsiteY67" fmla="*/ 8413528 h 9456078"/>
              <a:gd name="connsiteX68" fmla="*/ 3144515 w 13158797"/>
              <a:gd name="connsiteY68" fmla="*/ 8383818 h 9456078"/>
              <a:gd name="connsiteX69" fmla="*/ 3183129 w 13158797"/>
              <a:gd name="connsiteY69" fmla="*/ 8353726 h 9456078"/>
              <a:gd name="connsiteX70" fmla="*/ 3221473 w 13158797"/>
              <a:gd name="connsiteY70" fmla="*/ 8323253 h 9456078"/>
              <a:gd name="connsiteX71" fmla="*/ 3259544 w 13158797"/>
              <a:gd name="connsiteY71" fmla="*/ 8292401 h 9456078"/>
              <a:gd name="connsiteX72" fmla="*/ 3297339 w 13158797"/>
              <a:gd name="connsiteY72" fmla="*/ 8261172 h 9456078"/>
              <a:gd name="connsiteX73" fmla="*/ 3334854 w 13158797"/>
              <a:gd name="connsiteY73" fmla="*/ 8229566 h 9456078"/>
              <a:gd name="connsiteX74" fmla="*/ 3372087 w 13158797"/>
              <a:gd name="connsiteY74" fmla="*/ 8197585 h 9456078"/>
              <a:gd name="connsiteX75" fmla="*/ 3409035 w 13158797"/>
              <a:gd name="connsiteY75" fmla="*/ 8165232 h 9456078"/>
              <a:gd name="connsiteX76" fmla="*/ 3445695 w 13158797"/>
              <a:gd name="connsiteY76" fmla="*/ 8132507 h 9456078"/>
              <a:gd name="connsiteX77" fmla="*/ 3482064 w 13158797"/>
              <a:gd name="connsiteY77" fmla="*/ 8099411 h 9456078"/>
              <a:gd name="connsiteX78" fmla="*/ 3518139 w 13158797"/>
              <a:gd name="connsiteY78" fmla="*/ 8065947 h 9456078"/>
              <a:gd name="connsiteX79" fmla="*/ 3553916 w 13158797"/>
              <a:gd name="connsiteY79" fmla="*/ 8032115 h 9456078"/>
              <a:gd name="connsiteX80" fmla="*/ 3589393 w 13158797"/>
              <a:gd name="connsiteY80" fmla="*/ 7997918 h 9456078"/>
              <a:gd name="connsiteX81" fmla="*/ 3624567 w 13158797"/>
              <a:gd name="connsiteY81" fmla="*/ 7963356 h 9456078"/>
              <a:gd name="connsiteX82" fmla="*/ 3659435 w 13158797"/>
              <a:gd name="connsiteY82" fmla="*/ 7928432 h 9456078"/>
              <a:gd name="connsiteX83" fmla="*/ 3693994 w 13158797"/>
              <a:gd name="connsiteY83" fmla="*/ 7893146 h 9456078"/>
              <a:gd name="connsiteX84" fmla="*/ 3728240 w 13158797"/>
              <a:gd name="connsiteY84" fmla="*/ 7857501 h 9456078"/>
              <a:gd name="connsiteX85" fmla="*/ 3762171 w 13158797"/>
              <a:gd name="connsiteY85" fmla="*/ 7821497 h 9456078"/>
              <a:gd name="connsiteX86" fmla="*/ 3795783 w 13158797"/>
              <a:gd name="connsiteY86" fmla="*/ 7785136 h 9456078"/>
              <a:gd name="connsiteX87" fmla="*/ 3829075 w 13158797"/>
              <a:gd name="connsiteY87" fmla="*/ 7748420 h 9456078"/>
              <a:gd name="connsiteX88" fmla="*/ 3862042 w 13158797"/>
              <a:gd name="connsiteY88" fmla="*/ 7711350 h 9456078"/>
              <a:gd name="connsiteX89" fmla="*/ 3894682 w 13158797"/>
              <a:gd name="connsiteY89" fmla="*/ 7673928 h 9456078"/>
              <a:gd name="connsiteX90" fmla="*/ 3926991 w 13158797"/>
              <a:gd name="connsiteY90" fmla="*/ 7636155 h 9456078"/>
              <a:gd name="connsiteX91" fmla="*/ 3958967 w 13158797"/>
              <a:gd name="connsiteY91" fmla="*/ 7598032 h 9456078"/>
              <a:gd name="connsiteX92" fmla="*/ 3990607 w 13158797"/>
              <a:gd name="connsiteY92" fmla="*/ 7559561 h 9456078"/>
              <a:gd name="connsiteX93" fmla="*/ 4021907 w 13158797"/>
              <a:gd name="connsiteY93" fmla="*/ 7520744 h 9456078"/>
              <a:gd name="connsiteX94" fmla="*/ 4052865 w 13158797"/>
              <a:gd name="connsiteY94" fmla="*/ 7481582 h 9456078"/>
              <a:gd name="connsiteX95" fmla="*/ 4083478 w 13158797"/>
              <a:gd name="connsiteY95" fmla="*/ 7442077 h 9456078"/>
              <a:gd name="connsiteX96" fmla="*/ 8022311 w 13158797"/>
              <a:gd name="connsiteY96" fmla="*/ 2307814 h 9456078"/>
              <a:gd name="connsiteX97" fmla="*/ 8052902 w 13158797"/>
              <a:gd name="connsiteY97" fmla="*/ 2268285 h 9456078"/>
              <a:gd name="connsiteX98" fmla="*/ 8083796 w 13158797"/>
              <a:gd name="connsiteY98" fmla="*/ 2229056 h 9456078"/>
              <a:gd name="connsiteX99" fmla="*/ 8114989 w 13158797"/>
              <a:gd name="connsiteY99" fmla="*/ 2190127 h 9456078"/>
              <a:gd name="connsiteX100" fmla="*/ 8146479 w 13158797"/>
              <a:gd name="connsiteY100" fmla="*/ 2151500 h 9456078"/>
              <a:gd name="connsiteX101" fmla="*/ 8178264 w 13158797"/>
              <a:gd name="connsiteY101" fmla="*/ 2113176 h 9456078"/>
              <a:gd name="connsiteX102" fmla="*/ 8210341 w 13158797"/>
              <a:gd name="connsiteY102" fmla="*/ 2075157 h 9456078"/>
              <a:gd name="connsiteX103" fmla="*/ 8242709 w 13158797"/>
              <a:gd name="connsiteY103" fmla="*/ 2037442 h 9456078"/>
              <a:gd name="connsiteX104" fmla="*/ 8275365 w 13158797"/>
              <a:gd name="connsiteY104" fmla="*/ 2000034 h 9456078"/>
              <a:gd name="connsiteX105" fmla="*/ 8308307 w 13158797"/>
              <a:gd name="connsiteY105" fmla="*/ 1962934 h 9456078"/>
              <a:gd name="connsiteX106" fmla="*/ 8341532 w 13158797"/>
              <a:gd name="connsiteY106" fmla="*/ 1926142 h 9456078"/>
              <a:gd name="connsiteX107" fmla="*/ 8375038 w 13158797"/>
              <a:gd name="connsiteY107" fmla="*/ 1889660 h 9456078"/>
              <a:gd name="connsiteX108" fmla="*/ 8408823 w 13158797"/>
              <a:gd name="connsiteY108" fmla="*/ 1853489 h 9456078"/>
              <a:gd name="connsiteX109" fmla="*/ 8442885 w 13158797"/>
              <a:gd name="connsiteY109" fmla="*/ 1817630 h 9456078"/>
              <a:gd name="connsiteX110" fmla="*/ 8477221 w 13158797"/>
              <a:gd name="connsiteY110" fmla="*/ 1782084 h 9456078"/>
              <a:gd name="connsiteX111" fmla="*/ 8511829 w 13158797"/>
              <a:gd name="connsiteY111" fmla="*/ 1746853 h 9456078"/>
              <a:gd name="connsiteX112" fmla="*/ 8546706 w 13158797"/>
              <a:gd name="connsiteY112" fmla="*/ 1711937 h 9456078"/>
              <a:gd name="connsiteX113" fmla="*/ 8581851 w 13158797"/>
              <a:gd name="connsiteY113" fmla="*/ 1677337 h 9456078"/>
              <a:gd name="connsiteX114" fmla="*/ 8617261 w 13158797"/>
              <a:gd name="connsiteY114" fmla="*/ 1643056 h 9456078"/>
              <a:gd name="connsiteX115" fmla="*/ 8652934 w 13158797"/>
              <a:gd name="connsiteY115" fmla="*/ 1609093 h 9456078"/>
              <a:gd name="connsiteX116" fmla="*/ 8688867 w 13158797"/>
              <a:gd name="connsiteY116" fmla="*/ 1575450 h 9456078"/>
              <a:gd name="connsiteX117" fmla="*/ 8725058 w 13158797"/>
              <a:gd name="connsiteY117" fmla="*/ 1542128 h 9456078"/>
              <a:gd name="connsiteX118" fmla="*/ 8761506 w 13158797"/>
              <a:gd name="connsiteY118" fmla="*/ 1509129 h 9456078"/>
              <a:gd name="connsiteX119" fmla="*/ 8798207 w 13158797"/>
              <a:gd name="connsiteY119" fmla="*/ 1476452 h 9456078"/>
              <a:gd name="connsiteX120" fmla="*/ 8835159 w 13158797"/>
              <a:gd name="connsiteY120" fmla="*/ 1444101 h 9456078"/>
              <a:gd name="connsiteX121" fmla="*/ 8872360 w 13158797"/>
              <a:gd name="connsiteY121" fmla="*/ 1412075 h 9456078"/>
              <a:gd name="connsiteX122" fmla="*/ 8909808 w 13158797"/>
              <a:gd name="connsiteY122" fmla="*/ 1380375 h 9456078"/>
              <a:gd name="connsiteX123" fmla="*/ 8947501 w 13158797"/>
              <a:gd name="connsiteY123" fmla="*/ 1349004 h 9456078"/>
              <a:gd name="connsiteX124" fmla="*/ 8985435 w 13158797"/>
              <a:gd name="connsiteY124" fmla="*/ 1317962 h 9456078"/>
              <a:gd name="connsiteX125" fmla="*/ 9023610 w 13158797"/>
              <a:gd name="connsiteY125" fmla="*/ 1287250 h 9456078"/>
              <a:gd name="connsiteX126" fmla="*/ 9062022 w 13158797"/>
              <a:gd name="connsiteY126" fmla="*/ 1256869 h 9456078"/>
              <a:gd name="connsiteX127" fmla="*/ 9100669 w 13158797"/>
              <a:gd name="connsiteY127" fmla="*/ 1226820 h 9456078"/>
              <a:gd name="connsiteX128" fmla="*/ 9139549 w 13158797"/>
              <a:gd name="connsiteY128" fmla="*/ 1197105 h 9456078"/>
              <a:gd name="connsiteX129" fmla="*/ 9178660 w 13158797"/>
              <a:gd name="connsiteY129" fmla="*/ 1167725 h 9456078"/>
              <a:gd name="connsiteX130" fmla="*/ 9217999 w 13158797"/>
              <a:gd name="connsiteY130" fmla="*/ 1138681 h 9456078"/>
              <a:gd name="connsiteX131" fmla="*/ 9257564 w 13158797"/>
              <a:gd name="connsiteY131" fmla="*/ 1109974 h 9456078"/>
              <a:gd name="connsiteX132" fmla="*/ 9297353 w 13158797"/>
              <a:gd name="connsiteY132" fmla="*/ 1081604 h 9456078"/>
              <a:gd name="connsiteX133" fmla="*/ 9337364 w 13158797"/>
              <a:gd name="connsiteY133" fmla="*/ 1053574 h 9456078"/>
              <a:gd name="connsiteX134" fmla="*/ 9377594 w 13158797"/>
              <a:gd name="connsiteY134" fmla="*/ 1025884 h 9456078"/>
              <a:gd name="connsiteX135" fmla="*/ 9418040 w 13158797"/>
              <a:gd name="connsiteY135" fmla="*/ 998536 h 9456078"/>
              <a:gd name="connsiteX136" fmla="*/ 9458702 w 13158797"/>
              <a:gd name="connsiteY136" fmla="*/ 971530 h 9456078"/>
              <a:gd name="connsiteX137" fmla="*/ 9499575 w 13158797"/>
              <a:gd name="connsiteY137" fmla="*/ 944868 h 9456078"/>
              <a:gd name="connsiteX138" fmla="*/ 9540659 w 13158797"/>
              <a:gd name="connsiteY138" fmla="*/ 918551 h 9456078"/>
              <a:gd name="connsiteX139" fmla="*/ 9581950 w 13158797"/>
              <a:gd name="connsiteY139" fmla="*/ 892580 h 9456078"/>
              <a:gd name="connsiteX140" fmla="*/ 9623447 w 13158797"/>
              <a:gd name="connsiteY140" fmla="*/ 866956 h 9456078"/>
              <a:gd name="connsiteX141" fmla="*/ 9665147 w 13158797"/>
              <a:gd name="connsiteY141" fmla="*/ 841681 h 9456078"/>
              <a:gd name="connsiteX142" fmla="*/ 9707048 w 13158797"/>
              <a:gd name="connsiteY142" fmla="*/ 816754 h 9456078"/>
              <a:gd name="connsiteX143" fmla="*/ 9749147 w 13158797"/>
              <a:gd name="connsiteY143" fmla="*/ 792179 h 9456078"/>
              <a:gd name="connsiteX144" fmla="*/ 9791443 w 13158797"/>
              <a:gd name="connsiteY144" fmla="*/ 767955 h 9456078"/>
              <a:gd name="connsiteX145" fmla="*/ 9833932 w 13158797"/>
              <a:gd name="connsiteY145" fmla="*/ 744083 h 9456078"/>
              <a:gd name="connsiteX146" fmla="*/ 9876613 w 13158797"/>
              <a:gd name="connsiteY146" fmla="*/ 720566 h 9456078"/>
              <a:gd name="connsiteX147" fmla="*/ 9919484 w 13158797"/>
              <a:gd name="connsiteY147" fmla="*/ 697404 h 9456078"/>
              <a:gd name="connsiteX148" fmla="*/ 9962542 w 13158797"/>
              <a:gd name="connsiteY148" fmla="*/ 674598 h 9456078"/>
              <a:gd name="connsiteX149" fmla="*/ 10005784 w 13158797"/>
              <a:gd name="connsiteY149" fmla="*/ 652149 h 9456078"/>
              <a:gd name="connsiteX150" fmla="*/ 10049209 w 13158797"/>
              <a:gd name="connsiteY150" fmla="*/ 630059 h 9456078"/>
              <a:gd name="connsiteX151" fmla="*/ 10092814 w 13158797"/>
              <a:gd name="connsiteY151" fmla="*/ 608328 h 9456078"/>
              <a:gd name="connsiteX152" fmla="*/ 10136597 w 13158797"/>
              <a:gd name="connsiteY152" fmla="*/ 586958 h 9456078"/>
              <a:gd name="connsiteX153" fmla="*/ 10180556 w 13158797"/>
              <a:gd name="connsiteY153" fmla="*/ 565950 h 9456078"/>
              <a:gd name="connsiteX154" fmla="*/ 10224688 w 13158797"/>
              <a:gd name="connsiteY154" fmla="*/ 545304 h 9456078"/>
              <a:gd name="connsiteX155" fmla="*/ 10268991 w 13158797"/>
              <a:gd name="connsiteY155" fmla="*/ 525023 h 9456078"/>
              <a:gd name="connsiteX156" fmla="*/ 10313463 w 13158797"/>
              <a:gd name="connsiteY156" fmla="*/ 505107 h 9456078"/>
              <a:gd name="connsiteX157" fmla="*/ 10358101 w 13158797"/>
              <a:gd name="connsiteY157" fmla="*/ 485558 h 9456078"/>
              <a:gd name="connsiteX158" fmla="*/ 10402903 w 13158797"/>
              <a:gd name="connsiteY158" fmla="*/ 466376 h 9456078"/>
              <a:gd name="connsiteX159" fmla="*/ 10447868 w 13158797"/>
              <a:gd name="connsiteY159" fmla="*/ 447563 h 9456078"/>
              <a:gd name="connsiteX160" fmla="*/ 10492991 w 13158797"/>
              <a:gd name="connsiteY160" fmla="*/ 429119 h 9456078"/>
              <a:gd name="connsiteX161" fmla="*/ 10538272 w 13158797"/>
              <a:gd name="connsiteY161" fmla="*/ 411046 h 9456078"/>
              <a:gd name="connsiteX162" fmla="*/ 10583708 w 13158797"/>
              <a:gd name="connsiteY162" fmla="*/ 393346 h 9456078"/>
              <a:gd name="connsiteX163" fmla="*/ 10629297 w 13158797"/>
              <a:gd name="connsiteY163" fmla="*/ 376018 h 9456078"/>
              <a:gd name="connsiteX164" fmla="*/ 10675036 w 13158797"/>
              <a:gd name="connsiteY164" fmla="*/ 359065 h 9456078"/>
              <a:gd name="connsiteX165" fmla="*/ 10720923 w 13158797"/>
              <a:gd name="connsiteY165" fmla="*/ 342487 h 9456078"/>
              <a:gd name="connsiteX166" fmla="*/ 10766956 w 13158797"/>
              <a:gd name="connsiteY166" fmla="*/ 326286 h 9456078"/>
              <a:gd name="connsiteX167" fmla="*/ 10813132 w 13158797"/>
              <a:gd name="connsiteY167" fmla="*/ 310462 h 9456078"/>
              <a:gd name="connsiteX168" fmla="*/ 10859450 w 13158797"/>
              <a:gd name="connsiteY168" fmla="*/ 295018 h 9456078"/>
              <a:gd name="connsiteX169" fmla="*/ 10905907 w 13158797"/>
              <a:gd name="connsiteY169" fmla="*/ 279953 h 9456078"/>
              <a:gd name="connsiteX170" fmla="*/ 10952500 w 13158797"/>
              <a:gd name="connsiteY170" fmla="*/ 265269 h 9456078"/>
              <a:gd name="connsiteX171" fmla="*/ 10999227 w 13158797"/>
              <a:gd name="connsiteY171" fmla="*/ 250968 h 9456078"/>
              <a:gd name="connsiteX172" fmla="*/ 11046087 w 13158797"/>
              <a:gd name="connsiteY172" fmla="*/ 237049 h 9456078"/>
              <a:gd name="connsiteX173" fmla="*/ 11093076 w 13158797"/>
              <a:gd name="connsiteY173" fmla="*/ 223516 h 9456078"/>
              <a:gd name="connsiteX174" fmla="*/ 11140193 w 13158797"/>
              <a:gd name="connsiteY174" fmla="*/ 210368 h 9456078"/>
              <a:gd name="connsiteX175" fmla="*/ 11187434 w 13158797"/>
              <a:gd name="connsiteY175" fmla="*/ 197606 h 9456078"/>
              <a:gd name="connsiteX176" fmla="*/ 11234799 w 13158797"/>
              <a:gd name="connsiteY176" fmla="*/ 185233 h 9456078"/>
              <a:gd name="connsiteX177" fmla="*/ 11282284 w 13158797"/>
              <a:gd name="connsiteY177" fmla="*/ 173248 h 9456078"/>
              <a:gd name="connsiteX178" fmla="*/ 11329888 w 13158797"/>
              <a:gd name="connsiteY178" fmla="*/ 161654 h 9456078"/>
              <a:gd name="connsiteX179" fmla="*/ 11377607 w 13158797"/>
              <a:gd name="connsiteY179" fmla="*/ 150451 h 9456078"/>
              <a:gd name="connsiteX180" fmla="*/ 11425440 w 13158797"/>
              <a:gd name="connsiteY180" fmla="*/ 139640 h 9456078"/>
              <a:gd name="connsiteX181" fmla="*/ 11473385 w 13158797"/>
              <a:gd name="connsiteY181" fmla="*/ 129223 h 9456078"/>
              <a:gd name="connsiteX182" fmla="*/ 11521439 w 13158797"/>
              <a:gd name="connsiteY182" fmla="*/ 119201 h 9456078"/>
              <a:gd name="connsiteX183" fmla="*/ 11569599 w 13158797"/>
              <a:gd name="connsiteY183" fmla="*/ 109574 h 9456078"/>
              <a:gd name="connsiteX184" fmla="*/ 11617864 w 13158797"/>
              <a:gd name="connsiteY184" fmla="*/ 100344 h 9456078"/>
              <a:gd name="connsiteX185" fmla="*/ 11666231 w 13158797"/>
              <a:gd name="connsiteY185" fmla="*/ 91512 h 9456078"/>
              <a:gd name="connsiteX186" fmla="*/ 11714698 w 13158797"/>
              <a:gd name="connsiteY186" fmla="*/ 83080 h 9456078"/>
              <a:gd name="connsiteX187" fmla="*/ 11763263 w 13158797"/>
              <a:gd name="connsiteY187" fmla="*/ 75047 h 9456078"/>
              <a:gd name="connsiteX188" fmla="*/ 11811923 w 13158797"/>
              <a:gd name="connsiteY188" fmla="*/ 67417 h 9456078"/>
              <a:gd name="connsiteX189" fmla="*/ 11860676 w 13158797"/>
              <a:gd name="connsiteY189" fmla="*/ 60188 h 9456078"/>
              <a:gd name="connsiteX190" fmla="*/ 11909519 w 13158797"/>
              <a:gd name="connsiteY190" fmla="*/ 53364 h 9456078"/>
              <a:gd name="connsiteX191" fmla="*/ 11958451 w 13158797"/>
              <a:gd name="connsiteY191" fmla="*/ 46944 h 9456078"/>
              <a:gd name="connsiteX192" fmla="*/ 12007470 w 13158797"/>
              <a:gd name="connsiteY192" fmla="*/ 40931 h 9456078"/>
              <a:gd name="connsiteX193" fmla="*/ 12056572 w 13158797"/>
              <a:gd name="connsiteY193" fmla="*/ 35324 h 9456078"/>
              <a:gd name="connsiteX194" fmla="*/ 12105756 w 13158797"/>
              <a:gd name="connsiteY194" fmla="*/ 30126 h 9456078"/>
              <a:gd name="connsiteX195" fmla="*/ 12155019 w 13158797"/>
              <a:gd name="connsiteY195" fmla="*/ 25337 h 9456078"/>
              <a:gd name="connsiteX196" fmla="*/ 12204359 w 13158797"/>
              <a:gd name="connsiteY196" fmla="*/ 20958 h 9456078"/>
              <a:gd name="connsiteX197" fmla="*/ 12253773 w 13158797"/>
              <a:gd name="connsiteY197" fmla="*/ 16991 h 9456078"/>
              <a:gd name="connsiteX198" fmla="*/ 12303260 w 13158797"/>
              <a:gd name="connsiteY198" fmla="*/ 13437 h 9456078"/>
              <a:gd name="connsiteX199" fmla="*/ 12352818 w 13158797"/>
              <a:gd name="connsiteY199" fmla="*/ 10297 h 9456078"/>
              <a:gd name="connsiteX200" fmla="*/ 12402443 w 13158797"/>
              <a:gd name="connsiteY200" fmla="*/ 7572 h 9456078"/>
              <a:gd name="connsiteX201" fmla="*/ 12452133 w 13158797"/>
              <a:gd name="connsiteY201" fmla="*/ 5263 h 9456078"/>
              <a:gd name="connsiteX202" fmla="*/ 12501887 w 13158797"/>
              <a:gd name="connsiteY202" fmla="*/ 3371 h 9456078"/>
              <a:gd name="connsiteX203" fmla="*/ 12551701 w 13158797"/>
              <a:gd name="connsiteY203" fmla="*/ 1898 h 9456078"/>
              <a:gd name="connsiteX204" fmla="*/ 12601574 w 13158797"/>
              <a:gd name="connsiteY204" fmla="*/ 844 h 9456078"/>
              <a:gd name="connsiteX205" fmla="*/ 12651504 w 13158797"/>
              <a:gd name="connsiteY205" fmla="*/ 211 h 9456078"/>
              <a:gd name="connsiteX206" fmla="*/ 12701487 w 13158797"/>
              <a:gd name="connsiteY206" fmla="*/ 0 h 9456078"/>
              <a:gd name="connsiteX207" fmla="*/ 13158798 w 13158797"/>
              <a:gd name="connsiteY207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98870 w 13158799"/>
              <a:gd name="connsiteY5" fmla="*/ 9447409 h 9456078"/>
              <a:gd name="connsiteX6" fmla="*/ 348429 w 13158799"/>
              <a:gd name="connsiteY6" fmla="*/ 9444290 h 9456078"/>
              <a:gd name="connsiteX7" fmla="*/ 397907 w 13158799"/>
              <a:gd name="connsiteY7" fmla="*/ 9440698 h 9456078"/>
              <a:gd name="connsiteX8" fmla="*/ 447302 w 13158799"/>
              <a:gd name="connsiteY8" fmla="*/ 9436632 h 9456078"/>
              <a:gd name="connsiteX9" fmla="*/ 496610 w 13158799"/>
              <a:gd name="connsiteY9" fmla="*/ 9432096 h 9456078"/>
              <a:gd name="connsiteX10" fmla="*/ 545829 w 13158799"/>
              <a:gd name="connsiteY10" fmla="*/ 9427089 h 9456078"/>
              <a:gd name="connsiteX11" fmla="*/ 594956 w 13158799"/>
              <a:gd name="connsiteY11" fmla="*/ 9421615 h 9456078"/>
              <a:gd name="connsiteX12" fmla="*/ 643987 w 13158799"/>
              <a:gd name="connsiteY12" fmla="*/ 9415673 h 9456078"/>
              <a:gd name="connsiteX13" fmla="*/ 692920 w 13158799"/>
              <a:gd name="connsiteY13" fmla="*/ 9409267 h 9456078"/>
              <a:gd name="connsiteX14" fmla="*/ 741751 w 13158799"/>
              <a:gd name="connsiteY14" fmla="*/ 9402396 h 9456078"/>
              <a:gd name="connsiteX15" fmla="*/ 790478 w 13158799"/>
              <a:gd name="connsiteY15" fmla="*/ 9395063 h 9456078"/>
              <a:gd name="connsiteX16" fmla="*/ 839098 w 13158799"/>
              <a:gd name="connsiteY16" fmla="*/ 9387270 h 9456078"/>
              <a:gd name="connsiteX17" fmla="*/ 887607 w 13158799"/>
              <a:gd name="connsiteY17" fmla="*/ 9379017 h 9456078"/>
              <a:gd name="connsiteX18" fmla="*/ 936002 w 13158799"/>
              <a:gd name="connsiteY18" fmla="*/ 9370306 h 9456078"/>
              <a:gd name="connsiteX19" fmla="*/ 984281 w 13158799"/>
              <a:gd name="connsiteY19" fmla="*/ 9361139 h 9456078"/>
              <a:gd name="connsiteX20" fmla="*/ 1032440 w 13158799"/>
              <a:gd name="connsiteY20" fmla="*/ 9351517 h 9456078"/>
              <a:gd name="connsiteX21" fmla="*/ 1080477 w 13158799"/>
              <a:gd name="connsiteY21" fmla="*/ 9341441 h 9456078"/>
              <a:gd name="connsiteX22" fmla="*/ 1176172 w 13158799"/>
              <a:gd name="connsiteY22" fmla="*/ 9319936 h 9456078"/>
              <a:gd name="connsiteX23" fmla="*/ 1223823 w 13158799"/>
              <a:gd name="connsiteY23" fmla="*/ 9308509 h 9456078"/>
              <a:gd name="connsiteX24" fmla="*/ 1271339 w 13158799"/>
              <a:gd name="connsiteY24" fmla="*/ 9296635 h 9456078"/>
              <a:gd name="connsiteX25" fmla="*/ 1318719 w 13158799"/>
              <a:gd name="connsiteY25" fmla="*/ 9284315 h 9456078"/>
              <a:gd name="connsiteX26" fmla="*/ 1365957 w 13158799"/>
              <a:gd name="connsiteY26" fmla="*/ 9271550 h 9456078"/>
              <a:gd name="connsiteX27" fmla="*/ 1413052 w 13158799"/>
              <a:gd name="connsiteY27" fmla="*/ 9258342 h 9456078"/>
              <a:gd name="connsiteX28" fmla="*/ 1460000 w 13158799"/>
              <a:gd name="connsiteY28" fmla="*/ 9244693 h 9456078"/>
              <a:gd name="connsiteX29" fmla="*/ 1506799 w 13158799"/>
              <a:gd name="connsiteY29" fmla="*/ 9230604 h 9456078"/>
              <a:gd name="connsiteX30" fmla="*/ 1553445 w 13158799"/>
              <a:gd name="connsiteY30" fmla="*/ 9216076 h 9456078"/>
              <a:gd name="connsiteX31" fmla="*/ 1599935 w 13158799"/>
              <a:gd name="connsiteY31" fmla="*/ 9201111 h 9456078"/>
              <a:gd name="connsiteX32" fmla="*/ 1646267 w 13158799"/>
              <a:gd name="connsiteY32" fmla="*/ 9185710 h 9456078"/>
              <a:gd name="connsiteX33" fmla="*/ 1692437 w 13158799"/>
              <a:gd name="connsiteY33" fmla="*/ 9169876 h 9456078"/>
              <a:gd name="connsiteX34" fmla="*/ 1738442 w 13158799"/>
              <a:gd name="connsiteY34" fmla="*/ 9153608 h 9456078"/>
              <a:gd name="connsiteX35" fmla="*/ 1784280 w 13158799"/>
              <a:gd name="connsiteY35" fmla="*/ 9136910 h 9456078"/>
              <a:gd name="connsiteX36" fmla="*/ 1829947 w 13158799"/>
              <a:gd name="connsiteY36" fmla="*/ 9119782 h 9456078"/>
              <a:gd name="connsiteX37" fmla="*/ 1875440 w 13158799"/>
              <a:gd name="connsiteY37" fmla="*/ 9102226 h 9456078"/>
              <a:gd name="connsiteX38" fmla="*/ 1920756 w 13158799"/>
              <a:gd name="connsiteY38" fmla="*/ 9084243 h 9456078"/>
              <a:gd name="connsiteX39" fmla="*/ 1965893 w 13158799"/>
              <a:gd name="connsiteY39" fmla="*/ 9065835 h 9456078"/>
              <a:gd name="connsiteX40" fmla="*/ 2010847 w 13158799"/>
              <a:gd name="connsiteY40" fmla="*/ 9047004 h 9456078"/>
              <a:gd name="connsiteX41" fmla="*/ 2055615 w 13158799"/>
              <a:gd name="connsiteY41" fmla="*/ 9027750 h 9456078"/>
              <a:gd name="connsiteX42" fmla="*/ 2100195 w 13158799"/>
              <a:gd name="connsiteY42" fmla="*/ 9008075 h 9456078"/>
              <a:gd name="connsiteX43" fmla="*/ 2144582 w 13158799"/>
              <a:gd name="connsiteY43" fmla="*/ 8987981 h 9456078"/>
              <a:gd name="connsiteX44" fmla="*/ 2188775 w 13158799"/>
              <a:gd name="connsiteY44" fmla="*/ 8967470 h 9456078"/>
              <a:gd name="connsiteX45" fmla="*/ 2232770 w 13158799"/>
              <a:gd name="connsiteY45" fmla="*/ 8946542 h 9456078"/>
              <a:gd name="connsiteX46" fmla="*/ 2276564 w 13158799"/>
              <a:gd name="connsiteY46" fmla="*/ 8925199 h 9456078"/>
              <a:gd name="connsiteX47" fmla="*/ 2320154 w 13158799"/>
              <a:gd name="connsiteY47" fmla="*/ 8903443 h 9456078"/>
              <a:gd name="connsiteX48" fmla="*/ 2363538 w 13158799"/>
              <a:gd name="connsiteY48" fmla="*/ 8881275 h 9456078"/>
              <a:gd name="connsiteX49" fmla="*/ 2406711 w 13158799"/>
              <a:gd name="connsiteY49" fmla="*/ 8858697 h 9456078"/>
              <a:gd name="connsiteX50" fmla="*/ 2449672 w 13158799"/>
              <a:gd name="connsiteY50" fmla="*/ 8835710 h 9456078"/>
              <a:gd name="connsiteX51" fmla="*/ 2492417 w 13158799"/>
              <a:gd name="connsiteY51" fmla="*/ 8812316 h 9456078"/>
              <a:gd name="connsiteX52" fmla="*/ 2534943 w 13158799"/>
              <a:gd name="connsiteY52" fmla="*/ 8788516 h 9456078"/>
              <a:gd name="connsiteX53" fmla="*/ 2577247 w 13158799"/>
              <a:gd name="connsiteY53" fmla="*/ 8764311 h 9456078"/>
              <a:gd name="connsiteX54" fmla="*/ 2619326 w 13158799"/>
              <a:gd name="connsiteY54" fmla="*/ 8739704 h 9456078"/>
              <a:gd name="connsiteX55" fmla="*/ 2661177 w 13158799"/>
              <a:gd name="connsiteY55" fmla="*/ 8714695 h 9456078"/>
              <a:gd name="connsiteX56" fmla="*/ 2702797 w 13158799"/>
              <a:gd name="connsiteY56" fmla="*/ 8689286 h 9456078"/>
              <a:gd name="connsiteX57" fmla="*/ 2744183 w 13158799"/>
              <a:gd name="connsiteY57" fmla="*/ 8663479 h 9456078"/>
              <a:gd name="connsiteX58" fmla="*/ 2785333 w 13158799"/>
              <a:gd name="connsiteY58" fmla="*/ 8637274 h 9456078"/>
              <a:gd name="connsiteX59" fmla="*/ 2826242 w 13158799"/>
              <a:gd name="connsiteY59" fmla="*/ 8610675 h 9456078"/>
              <a:gd name="connsiteX60" fmla="*/ 2866908 w 13158799"/>
              <a:gd name="connsiteY60" fmla="*/ 8583681 h 9456078"/>
              <a:gd name="connsiteX61" fmla="*/ 2907329 w 13158799"/>
              <a:gd name="connsiteY61" fmla="*/ 8556295 h 9456078"/>
              <a:gd name="connsiteX62" fmla="*/ 2947500 w 13158799"/>
              <a:gd name="connsiteY62" fmla="*/ 8528517 h 9456078"/>
              <a:gd name="connsiteX63" fmla="*/ 2987419 w 13158799"/>
              <a:gd name="connsiteY63" fmla="*/ 8500351 h 9456078"/>
              <a:gd name="connsiteX64" fmla="*/ 3027083 w 13158799"/>
              <a:gd name="connsiteY64" fmla="*/ 8471796 h 9456078"/>
              <a:gd name="connsiteX65" fmla="*/ 3066489 w 13158799"/>
              <a:gd name="connsiteY65" fmla="*/ 8442854 h 9456078"/>
              <a:gd name="connsiteX66" fmla="*/ 3105634 w 13158799"/>
              <a:gd name="connsiteY66" fmla="*/ 8413528 h 9456078"/>
              <a:gd name="connsiteX67" fmla="*/ 3144515 w 13158799"/>
              <a:gd name="connsiteY67" fmla="*/ 8383818 h 9456078"/>
              <a:gd name="connsiteX68" fmla="*/ 3183129 w 13158799"/>
              <a:gd name="connsiteY68" fmla="*/ 8353726 h 9456078"/>
              <a:gd name="connsiteX69" fmla="*/ 3221473 w 13158799"/>
              <a:gd name="connsiteY69" fmla="*/ 8323253 h 9456078"/>
              <a:gd name="connsiteX70" fmla="*/ 3259544 w 13158799"/>
              <a:gd name="connsiteY70" fmla="*/ 8292401 h 9456078"/>
              <a:gd name="connsiteX71" fmla="*/ 3297339 w 13158799"/>
              <a:gd name="connsiteY71" fmla="*/ 8261172 h 9456078"/>
              <a:gd name="connsiteX72" fmla="*/ 3334854 w 13158799"/>
              <a:gd name="connsiteY72" fmla="*/ 8229566 h 9456078"/>
              <a:gd name="connsiteX73" fmla="*/ 3372087 w 13158799"/>
              <a:gd name="connsiteY73" fmla="*/ 8197585 h 9456078"/>
              <a:gd name="connsiteX74" fmla="*/ 3409035 w 13158799"/>
              <a:gd name="connsiteY74" fmla="*/ 8165232 h 9456078"/>
              <a:gd name="connsiteX75" fmla="*/ 3445695 w 13158799"/>
              <a:gd name="connsiteY75" fmla="*/ 8132507 h 9456078"/>
              <a:gd name="connsiteX76" fmla="*/ 3482064 w 13158799"/>
              <a:gd name="connsiteY76" fmla="*/ 8099411 h 9456078"/>
              <a:gd name="connsiteX77" fmla="*/ 3518139 w 13158799"/>
              <a:gd name="connsiteY77" fmla="*/ 8065947 h 9456078"/>
              <a:gd name="connsiteX78" fmla="*/ 3553916 w 13158799"/>
              <a:gd name="connsiteY78" fmla="*/ 8032115 h 9456078"/>
              <a:gd name="connsiteX79" fmla="*/ 3589393 w 13158799"/>
              <a:gd name="connsiteY79" fmla="*/ 7997918 h 9456078"/>
              <a:gd name="connsiteX80" fmla="*/ 3624567 w 13158799"/>
              <a:gd name="connsiteY80" fmla="*/ 7963356 h 9456078"/>
              <a:gd name="connsiteX81" fmla="*/ 3659435 w 13158799"/>
              <a:gd name="connsiteY81" fmla="*/ 7928432 h 9456078"/>
              <a:gd name="connsiteX82" fmla="*/ 3693994 w 13158799"/>
              <a:gd name="connsiteY82" fmla="*/ 7893146 h 9456078"/>
              <a:gd name="connsiteX83" fmla="*/ 3728240 w 13158799"/>
              <a:gd name="connsiteY83" fmla="*/ 7857501 h 9456078"/>
              <a:gd name="connsiteX84" fmla="*/ 3762171 w 13158799"/>
              <a:gd name="connsiteY84" fmla="*/ 7821497 h 9456078"/>
              <a:gd name="connsiteX85" fmla="*/ 3795783 w 13158799"/>
              <a:gd name="connsiteY85" fmla="*/ 7785136 h 9456078"/>
              <a:gd name="connsiteX86" fmla="*/ 3829075 w 13158799"/>
              <a:gd name="connsiteY86" fmla="*/ 7748420 h 9456078"/>
              <a:gd name="connsiteX87" fmla="*/ 3862042 w 13158799"/>
              <a:gd name="connsiteY87" fmla="*/ 7711350 h 9456078"/>
              <a:gd name="connsiteX88" fmla="*/ 3894682 w 13158799"/>
              <a:gd name="connsiteY88" fmla="*/ 7673928 h 9456078"/>
              <a:gd name="connsiteX89" fmla="*/ 3926991 w 13158799"/>
              <a:gd name="connsiteY89" fmla="*/ 7636155 h 9456078"/>
              <a:gd name="connsiteX90" fmla="*/ 3958967 w 13158799"/>
              <a:gd name="connsiteY90" fmla="*/ 7598032 h 9456078"/>
              <a:gd name="connsiteX91" fmla="*/ 3990607 w 13158799"/>
              <a:gd name="connsiteY91" fmla="*/ 7559561 h 9456078"/>
              <a:gd name="connsiteX92" fmla="*/ 4021907 w 13158799"/>
              <a:gd name="connsiteY92" fmla="*/ 7520744 h 9456078"/>
              <a:gd name="connsiteX93" fmla="*/ 4052865 w 13158799"/>
              <a:gd name="connsiteY93" fmla="*/ 7481582 h 9456078"/>
              <a:gd name="connsiteX94" fmla="*/ 4083478 w 13158799"/>
              <a:gd name="connsiteY94" fmla="*/ 7442077 h 9456078"/>
              <a:gd name="connsiteX95" fmla="*/ 8022311 w 13158799"/>
              <a:gd name="connsiteY95" fmla="*/ 2307814 h 9456078"/>
              <a:gd name="connsiteX96" fmla="*/ 8052902 w 13158799"/>
              <a:gd name="connsiteY96" fmla="*/ 2268285 h 9456078"/>
              <a:gd name="connsiteX97" fmla="*/ 8083796 w 13158799"/>
              <a:gd name="connsiteY97" fmla="*/ 2229056 h 9456078"/>
              <a:gd name="connsiteX98" fmla="*/ 8114989 w 13158799"/>
              <a:gd name="connsiteY98" fmla="*/ 2190127 h 9456078"/>
              <a:gd name="connsiteX99" fmla="*/ 8146479 w 13158799"/>
              <a:gd name="connsiteY99" fmla="*/ 2151500 h 9456078"/>
              <a:gd name="connsiteX100" fmla="*/ 8178264 w 13158799"/>
              <a:gd name="connsiteY100" fmla="*/ 2113176 h 9456078"/>
              <a:gd name="connsiteX101" fmla="*/ 8210341 w 13158799"/>
              <a:gd name="connsiteY101" fmla="*/ 2075157 h 9456078"/>
              <a:gd name="connsiteX102" fmla="*/ 8242709 w 13158799"/>
              <a:gd name="connsiteY102" fmla="*/ 2037442 h 9456078"/>
              <a:gd name="connsiteX103" fmla="*/ 8275365 w 13158799"/>
              <a:gd name="connsiteY103" fmla="*/ 2000034 h 9456078"/>
              <a:gd name="connsiteX104" fmla="*/ 8308307 w 13158799"/>
              <a:gd name="connsiteY104" fmla="*/ 1962934 h 9456078"/>
              <a:gd name="connsiteX105" fmla="*/ 8341532 w 13158799"/>
              <a:gd name="connsiteY105" fmla="*/ 1926142 h 9456078"/>
              <a:gd name="connsiteX106" fmla="*/ 8375038 w 13158799"/>
              <a:gd name="connsiteY106" fmla="*/ 1889660 h 9456078"/>
              <a:gd name="connsiteX107" fmla="*/ 8408823 w 13158799"/>
              <a:gd name="connsiteY107" fmla="*/ 1853489 h 9456078"/>
              <a:gd name="connsiteX108" fmla="*/ 8442885 w 13158799"/>
              <a:gd name="connsiteY108" fmla="*/ 1817630 h 9456078"/>
              <a:gd name="connsiteX109" fmla="*/ 8477221 w 13158799"/>
              <a:gd name="connsiteY109" fmla="*/ 1782084 h 9456078"/>
              <a:gd name="connsiteX110" fmla="*/ 8511829 w 13158799"/>
              <a:gd name="connsiteY110" fmla="*/ 1746853 h 9456078"/>
              <a:gd name="connsiteX111" fmla="*/ 8546706 w 13158799"/>
              <a:gd name="connsiteY111" fmla="*/ 1711937 h 9456078"/>
              <a:gd name="connsiteX112" fmla="*/ 8581851 w 13158799"/>
              <a:gd name="connsiteY112" fmla="*/ 1677337 h 9456078"/>
              <a:gd name="connsiteX113" fmla="*/ 8617261 w 13158799"/>
              <a:gd name="connsiteY113" fmla="*/ 1643056 h 9456078"/>
              <a:gd name="connsiteX114" fmla="*/ 8652934 w 13158799"/>
              <a:gd name="connsiteY114" fmla="*/ 1609093 h 9456078"/>
              <a:gd name="connsiteX115" fmla="*/ 8688867 w 13158799"/>
              <a:gd name="connsiteY115" fmla="*/ 1575450 h 9456078"/>
              <a:gd name="connsiteX116" fmla="*/ 8725058 w 13158799"/>
              <a:gd name="connsiteY116" fmla="*/ 1542128 h 9456078"/>
              <a:gd name="connsiteX117" fmla="*/ 8761506 w 13158799"/>
              <a:gd name="connsiteY117" fmla="*/ 1509129 h 9456078"/>
              <a:gd name="connsiteX118" fmla="*/ 8798207 w 13158799"/>
              <a:gd name="connsiteY118" fmla="*/ 1476452 h 9456078"/>
              <a:gd name="connsiteX119" fmla="*/ 8835159 w 13158799"/>
              <a:gd name="connsiteY119" fmla="*/ 1444101 h 9456078"/>
              <a:gd name="connsiteX120" fmla="*/ 8872360 w 13158799"/>
              <a:gd name="connsiteY120" fmla="*/ 1412075 h 9456078"/>
              <a:gd name="connsiteX121" fmla="*/ 8909808 w 13158799"/>
              <a:gd name="connsiteY121" fmla="*/ 1380375 h 9456078"/>
              <a:gd name="connsiteX122" fmla="*/ 8947501 w 13158799"/>
              <a:gd name="connsiteY122" fmla="*/ 1349004 h 9456078"/>
              <a:gd name="connsiteX123" fmla="*/ 8985435 w 13158799"/>
              <a:gd name="connsiteY123" fmla="*/ 1317962 h 9456078"/>
              <a:gd name="connsiteX124" fmla="*/ 9023610 w 13158799"/>
              <a:gd name="connsiteY124" fmla="*/ 1287250 h 9456078"/>
              <a:gd name="connsiteX125" fmla="*/ 9062022 w 13158799"/>
              <a:gd name="connsiteY125" fmla="*/ 1256869 h 9456078"/>
              <a:gd name="connsiteX126" fmla="*/ 9100669 w 13158799"/>
              <a:gd name="connsiteY126" fmla="*/ 1226820 h 9456078"/>
              <a:gd name="connsiteX127" fmla="*/ 9139549 w 13158799"/>
              <a:gd name="connsiteY127" fmla="*/ 1197105 h 9456078"/>
              <a:gd name="connsiteX128" fmla="*/ 9178660 w 13158799"/>
              <a:gd name="connsiteY128" fmla="*/ 1167725 h 9456078"/>
              <a:gd name="connsiteX129" fmla="*/ 9217999 w 13158799"/>
              <a:gd name="connsiteY129" fmla="*/ 1138681 h 9456078"/>
              <a:gd name="connsiteX130" fmla="*/ 9257564 w 13158799"/>
              <a:gd name="connsiteY130" fmla="*/ 1109974 h 9456078"/>
              <a:gd name="connsiteX131" fmla="*/ 9297353 w 13158799"/>
              <a:gd name="connsiteY131" fmla="*/ 1081604 h 9456078"/>
              <a:gd name="connsiteX132" fmla="*/ 9337364 w 13158799"/>
              <a:gd name="connsiteY132" fmla="*/ 1053574 h 9456078"/>
              <a:gd name="connsiteX133" fmla="*/ 9377594 w 13158799"/>
              <a:gd name="connsiteY133" fmla="*/ 1025884 h 9456078"/>
              <a:gd name="connsiteX134" fmla="*/ 9418040 w 13158799"/>
              <a:gd name="connsiteY134" fmla="*/ 998536 h 9456078"/>
              <a:gd name="connsiteX135" fmla="*/ 9458702 w 13158799"/>
              <a:gd name="connsiteY135" fmla="*/ 971530 h 9456078"/>
              <a:gd name="connsiteX136" fmla="*/ 9499575 w 13158799"/>
              <a:gd name="connsiteY136" fmla="*/ 944868 h 9456078"/>
              <a:gd name="connsiteX137" fmla="*/ 9540659 w 13158799"/>
              <a:gd name="connsiteY137" fmla="*/ 918551 h 9456078"/>
              <a:gd name="connsiteX138" fmla="*/ 9581950 w 13158799"/>
              <a:gd name="connsiteY138" fmla="*/ 892580 h 9456078"/>
              <a:gd name="connsiteX139" fmla="*/ 9623447 w 13158799"/>
              <a:gd name="connsiteY139" fmla="*/ 866956 h 9456078"/>
              <a:gd name="connsiteX140" fmla="*/ 9665147 w 13158799"/>
              <a:gd name="connsiteY140" fmla="*/ 841681 h 9456078"/>
              <a:gd name="connsiteX141" fmla="*/ 9707048 w 13158799"/>
              <a:gd name="connsiteY141" fmla="*/ 816754 h 9456078"/>
              <a:gd name="connsiteX142" fmla="*/ 9749147 w 13158799"/>
              <a:gd name="connsiteY142" fmla="*/ 792179 h 9456078"/>
              <a:gd name="connsiteX143" fmla="*/ 9791443 w 13158799"/>
              <a:gd name="connsiteY143" fmla="*/ 767955 h 9456078"/>
              <a:gd name="connsiteX144" fmla="*/ 9833932 w 13158799"/>
              <a:gd name="connsiteY144" fmla="*/ 744083 h 9456078"/>
              <a:gd name="connsiteX145" fmla="*/ 9876613 w 13158799"/>
              <a:gd name="connsiteY145" fmla="*/ 720566 h 9456078"/>
              <a:gd name="connsiteX146" fmla="*/ 9919484 w 13158799"/>
              <a:gd name="connsiteY146" fmla="*/ 697404 h 9456078"/>
              <a:gd name="connsiteX147" fmla="*/ 9962542 w 13158799"/>
              <a:gd name="connsiteY147" fmla="*/ 674598 h 9456078"/>
              <a:gd name="connsiteX148" fmla="*/ 10005784 w 13158799"/>
              <a:gd name="connsiteY148" fmla="*/ 652149 h 9456078"/>
              <a:gd name="connsiteX149" fmla="*/ 10049209 w 13158799"/>
              <a:gd name="connsiteY149" fmla="*/ 630059 h 9456078"/>
              <a:gd name="connsiteX150" fmla="*/ 10092814 w 13158799"/>
              <a:gd name="connsiteY150" fmla="*/ 608328 h 9456078"/>
              <a:gd name="connsiteX151" fmla="*/ 10136597 w 13158799"/>
              <a:gd name="connsiteY151" fmla="*/ 586958 h 9456078"/>
              <a:gd name="connsiteX152" fmla="*/ 10180556 w 13158799"/>
              <a:gd name="connsiteY152" fmla="*/ 565950 h 9456078"/>
              <a:gd name="connsiteX153" fmla="*/ 10224688 w 13158799"/>
              <a:gd name="connsiteY153" fmla="*/ 545304 h 9456078"/>
              <a:gd name="connsiteX154" fmla="*/ 10268991 w 13158799"/>
              <a:gd name="connsiteY154" fmla="*/ 525023 h 9456078"/>
              <a:gd name="connsiteX155" fmla="*/ 10313463 w 13158799"/>
              <a:gd name="connsiteY155" fmla="*/ 505107 h 9456078"/>
              <a:gd name="connsiteX156" fmla="*/ 10358101 w 13158799"/>
              <a:gd name="connsiteY156" fmla="*/ 485558 h 9456078"/>
              <a:gd name="connsiteX157" fmla="*/ 10402903 w 13158799"/>
              <a:gd name="connsiteY157" fmla="*/ 466376 h 9456078"/>
              <a:gd name="connsiteX158" fmla="*/ 10447868 w 13158799"/>
              <a:gd name="connsiteY158" fmla="*/ 447563 h 9456078"/>
              <a:gd name="connsiteX159" fmla="*/ 10492991 w 13158799"/>
              <a:gd name="connsiteY159" fmla="*/ 429119 h 9456078"/>
              <a:gd name="connsiteX160" fmla="*/ 10538272 w 13158799"/>
              <a:gd name="connsiteY160" fmla="*/ 411046 h 9456078"/>
              <a:gd name="connsiteX161" fmla="*/ 10583708 w 13158799"/>
              <a:gd name="connsiteY161" fmla="*/ 393346 h 9456078"/>
              <a:gd name="connsiteX162" fmla="*/ 10629297 w 13158799"/>
              <a:gd name="connsiteY162" fmla="*/ 376018 h 9456078"/>
              <a:gd name="connsiteX163" fmla="*/ 10675036 w 13158799"/>
              <a:gd name="connsiteY163" fmla="*/ 359065 h 9456078"/>
              <a:gd name="connsiteX164" fmla="*/ 10720923 w 13158799"/>
              <a:gd name="connsiteY164" fmla="*/ 342487 h 9456078"/>
              <a:gd name="connsiteX165" fmla="*/ 10766956 w 13158799"/>
              <a:gd name="connsiteY165" fmla="*/ 326286 h 9456078"/>
              <a:gd name="connsiteX166" fmla="*/ 10813132 w 13158799"/>
              <a:gd name="connsiteY166" fmla="*/ 310462 h 9456078"/>
              <a:gd name="connsiteX167" fmla="*/ 10859450 w 13158799"/>
              <a:gd name="connsiteY167" fmla="*/ 295018 h 9456078"/>
              <a:gd name="connsiteX168" fmla="*/ 10905907 w 13158799"/>
              <a:gd name="connsiteY168" fmla="*/ 279953 h 9456078"/>
              <a:gd name="connsiteX169" fmla="*/ 10952500 w 13158799"/>
              <a:gd name="connsiteY169" fmla="*/ 265269 h 9456078"/>
              <a:gd name="connsiteX170" fmla="*/ 10999227 w 13158799"/>
              <a:gd name="connsiteY170" fmla="*/ 250968 h 9456078"/>
              <a:gd name="connsiteX171" fmla="*/ 11046087 w 13158799"/>
              <a:gd name="connsiteY171" fmla="*/ 237049 h 9456078"/>
              <a:gd name="connsiteX172" fmla="*/ 11093076 w 13158799"/>
              <a:gd name="connsiteY172" fmla="*/ 223516 h 9456078"/>
              <a:gd name="connsiteX173" fmla="*/ 11140193 w 13158799"/>
              <a:gd name="connsiteY173" fmla="*/ 210368 h 9456078"/>
              <a:gd name="connsiteX174" fmla="*/ 11187434 w 13158799"/>
              <a:gd name="connsiteY174" fmla="*/ 197606 h 9456078"/>
              <a:gd name="connsiteX175" fmla="*/ 11234799 w 13158799"/>
              <a:gd name="connsiteY175" fmla="*/ 185233 h 9456078"/>
              <a:gd name="connsiteX176" fmla="*/ 11282284 w 13158799"/>
              <a:gd name="connsiteY176" fmla="*/ 173248 h 9456078"/>
              <a:gd name="connsiteX177" fmla="*/ 11329888 w 13158799"/>
              <a:gd name="connsiteY177" fmla="*/ 161654 h 9456078"/>
              <a:gd name="connsiteX178" fmla="*/ 11377607 w 13158799"/>
              <a:gd name="connsiteY178" fmla="*/ 150451 h 9456078"/>
              <a:gd name="connsiteX179" fmla="*/ 11425440 w 13158799"/>
              <a:gd name="connsiteY179" fmla="*/ 139640 h 9456078"/>
              <a:gd name="connsiteX180" fmla="*/ 11473385 w 13158799"/>
              <a:gd name="connsiteY180" fmla="*/ 129223 h 9456078"/>
              <a:gd name="connsiteX181" fmla="*/ 11521439 w 13158799"/>
              <a:gd name="connsiteY181" fmla="*/ 119201 h 9456078"/>
              <a:gd name="connsiteX182" fmla="*/ 11569599 w 13158799"/>
              <a:gd name="connsiteY182" fmla="*/ 109574 h 9456078"/>
              <a:gd name="connsiteX183" fmla="*/ 11617864 w 13158799"/>
              <a:gd name="connsiteY183" fmla="*/ 100344 h 9456078"/>
              <a:gd name="connsiteX184" fmla="*/ 11666231 w 13158799"/>
              <a:gd name="connsiteY184" fmla="*/ 91512 h 9456078"/>
              <a:gd name="connsiteX185" fmla="*/ 11714698 w 13158799"/>
              <a:gd name="connsiteY185" fmla="*/ 83080 h 9456078"/>
              <a:gd name="connsiteX186" fmla="*/ 11763263 w 13158799"/>
              <a:gd name="connsiteY186" fmla="*/ 75047 h 9456078"/>
              <a:gd name="connsiteX187" fmla="*/ 11811923 w 13158799"/>
              <a:gd name="connsiteY187" fmla="*/ 67417 h 9456078"/>
              <a:gd name="connsiteX188" fmla="*/ 11860676 w 13158799"/>
              <a:gd name="connsiteY188" fmla="*/ 60188 h 9456078"/>
              <a:gd name="connsiteX189" fmla="*/ 11909519 w 13158799"/>
              <a:gd name="connsiteY189" fmla="*/ 53364 h 9456078"/>
              <a:gd name="connsiteX190" fmla="*/ 11958451 w 13158799"/>
              <a:gd name="connsiteY190" fmla="*/ 46944 h 9456078"/>
              <a:gd name="connsiteX191" fmla="*/ 12007470 w 13158799"/>
              <a:gd name="connsiteY191" fmla="*/ 40931 h 9456078"/>
              <a:gd name="connsiteX192" fmla="*/ 12056572 w 13158799"/>
              <a:gd name="connsiteY192" fmla="*/ 35324 h 9456078"/>
              <a:gd name="connsiteX193" fmla="*/ 12105756 w 13158799"/>
              <a:gd name="connsiteY193" fmla="*/ 30126 h 9456078"/>
              <a:gd name="connsiteX194" fmla="*/ 12155019 w 13158799"/>
              <a:gd name="connsiteY194" fmla="*/ 25337 h 9456078"/>
              <a:gd name="connsiteX195" fmla="*/ 12204359 w 13158799"/>
              <a:gd name="connsiteY195" fmla="*/ 20958 h 9456078"/>
              <a:gd name="connsiteX196" fmla="*/ 12253773 w 13158799"/>
              <a:gd name="connsiteY196" fmla="*/ 16991 h 9456078"/>
              <a:gd name="connsiteX197" fmla="*/ 12303260 w 13158799"/>
              <a:gd name="connsiteY197" fmla="*/ 13437 h 9456078"/>
              <a:gd name="connsiteX198" fmla="*/ 12352818 w 13158799"/>
              <a:gd name="connsiteY198" fmla="*/ 10297 h 9456078"/>
              <a:gd name="connsiteX199" fmla="*/ 12402443 w 13158799"/>
              <a:gd name="connsiteY199" fmla="*/ 7572 h 9456078"/>
              <a:gd name="connsiteX200" fmla="*/ 12452133 w 13158799"/>
              <a:gd name="connsiteY200" fmla="*/ 5263 h 9456078"/>
              <a:gd name="connsiteX201" fmla="*/ 12501887 w 13158799"/>
              <a:gd name="connsiteY201" fmla="*/ 3371 h 9456078"/>
              <a:gd name="connsiteX202" fmla="*/ 12551701 w 13158799"/>
              <a:gd name="connsiteY202" fmla="*/ 1898 h 9456078"/>
              <a:gd name="connsiteX203" fmla="*/ 12601574 w 13158799"/>
              <a:gd name="connsiteY203" fmla="*/ 844 h 9456078"/>
              <a:gd name="connsiteX204" fmla="*/ 12651504 w 13158799"/>
              <a:gd name="connsiteY204" fmla="*/ 211 h 9456078"/>
              <a:gd name="connsiteX205" fmla="*/ 12701487 w 13158799"/>
              <a:gd name="connsiteY205" fmla="*/ 0 h 9456078"/>
              <a:gd name="connsiteX206" fmla="*/ 13158798 w 13158799"/>
              <a:gd name="connsiteY206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76172 w 13158797"/>
              <a:gd name="connsiteY22" fmla="*/ 9319936 h 9456078"/>
              <a:gd name="connsiteX23" fmla="*/ 1223823 w 13158797"/>
              <a:gd name="connsiteY23" fmla="*/ 9308509 h 9456078"/>
              <a:gd name="connsiteX24" fmla="*/ 1271339 w 13158797"/>
              <a:gd name="connsiteY24" fmla="*/ 9296635 h 9456078"/>
              <a:gd name="connsiteX25" fmla="*/ 1318719 w 13158797"/>
              <a:gd name="connsiteY25" fmla="*/ 9284315 h 9456078"/>
              <a:gd name="connsiteX26" fmla="*/ 1365957 w 13158797"/>
              <a:gd name="connsiteY26" fmla="*/ 9271550 h 9456078"/>
              <a:gd name="connsiteX27" fmla="*/ 1413052 w 13158797"/>
              <a:gd name="connsiteY27" fmla="*/ 9258342 h 9456078"/>
              <a:gd name="connsiteX28" fmla="*/ 1460000 w 13158797"/>
              <a:gd name="connsiteY28" fmla="*/ 9244693 h 9456078"/>
              <a:gd name="connsiteX29" fmla="*/ 1506799 w 13158797"/>
              <a:gd name="connsiteY29" fmla="*/ 9230604 h 9456078"/>
              <a:gd name="connsiteX30" fmla="*/ 1553445 w 13158797"/>
              <a:gd name="connsiteY30" fmla="*/ 9216076 h 9456078"/>
              <a:gd name="connsiteX31" fmla="*/ 1599935 w 13158797"/>
              <a:gd name="connsiteY31" fmla="*/ 9201111 h 9456078"/>
              <a:gd name="connsiteX32" fmla="*/ 1646267 w 13158797"/>
              <a:gd name="connsiteY32" fmla="*/ 9185710 h 9456078"/>
              <a:gd name="connsiteX33" fmla="*/ 1692437 w 13158797"/>
              <a:gd name="connsiteY33" fmla="*/ 9169876 h 9456078"/>
              <a:gd name="connsiteX34" fmla="*/ 1738442 w 13158797"/>
              <a:gd name="connsiteY34" fmla="*/ 9153608 h 9456078"/>
              <a:gd name="connsiteX35" fmla="*/ 1784280 w 13158797"/>
              <a:gd name="connsiteY35" fmla="*/ 9136910 h 9456078"/>
              <a:gd name="connsiteX36" fmla="*/ 1829947 w 13158797"/>
              <a:gd name="connsiteY36" fmla="*/ 9119782 h 9456078"/>
              <a:gd name="connsiteX37" fmla="*/ 1875440 w 13158797"/>
              <a:gd name="connsiteY37" fmla="*/ 9102226 h 9456078"/>
              <a:gd name="connsiteX38" fmla="*/ 1920756 w 13158797"/>
              <a:gd name="connsiteY38" fmla="*/ 9084243 h 9456078"/>
              <a:gd name="connsiteX39" fmla="*/ 1965893 w 13158797"/>
              <a:gd name="connsiteY39" fmla="*/ 9065835 h 9456078"/>
              <a:gd name="connsiteX40" fmla="*/ 2055615 w 13158797"/>
              <a:gd name="connsiteY40" fmla="*/ 9027750 h 9456078"/>
              <a:gd name="connsiteX41" fmla="*/ 2100195 w 13158797"/>
              <a:gd name="connsiteY41" fmla="*/ 9008075 h 9456078"/>
              <a:gd name="connsiteX42" fmla="*/ 2144582 w 13158797"/>
              <a:gd name="connsiteY42" fmla="*/ 8987981 h 9456078"/>
              <a:gd name="connsiteX43" fmla="*/ 2188775 w 13158797"/>
              <a:gd name="connsiteY43" fmla="*/ 8967470 h 9456078"/>
              <a:gd name="connsiteX44" fmla="*/ 2232770 w 13158797"/>
              <a:gd name="connsiteY44" fmla="*/ 8946542 h 9456078"/>
              <a:gd name="connsiteX45" fmla="*/ 2276564 w 13158797"/>
              <a:gd name="connsiteY45" fmla="*/ 8925199 h 9456078"/>
              <a:gd name="connsiteX46" fmla="*/ 2320154 w 13158797"/>
              <a:gd name="connsiteY46" fmla="*/ 8903443 h 9456078"/>
              <a:gd name="connsiteX47" fmla="*/ 2363538 w 13158797"/>
              <a:gd name="connsiteY47" fmla="*/ 8881275 h 9456078"/>
              <a:gd name="connsiteX48" fmla="*/ 2406711 w 13158797"/>
              <a:gd name="connsiteY48" fmla="*/ 8858697 h 9456078"/>
              <a:gd name="connsiteX49" fmla="*/ 2449672 w 13158797"/>
              <a:gd name="connsiteY49" fmla="*/ 8835710 h 9456078"/>
              <a:gd name="connsiteX50" fmla="*/ 2492417 w 13158797"/>
              <a:gd name="connsiteY50" fmla="*/ 8812316 h 9456078"/>
              <a:gd name="connsiteX51" fmla="*/ 2534943 w 13158797"/>
              <a:gd name="connsiteY51" fmla="*/ 8788516 h 9456078"/>
              <a:gd name="connsiteX52" fmla="*/ 2577247 w 13158797"/>
              <a:gd name="connsiteY52" fmla="*/ 8764311 h 9456078"/>
              <a:gd name="connsiteX53" fmla="*/ 2619326 w 13158797"/>
              <a:gd name="connsiteY53" fmla="*/ 8739704 h 9456078"/>
              <a:gd name="connsiteX54" fmla="*/ 2661177 w 13158797"/>
              <a:gd name="connsiteY54" fmla="*/ 8714695 h 9456078"/>
              <a:gd name="connsiteX55" fmla="*/ 2702797 w 13158797"/>
              <a:gd name="connsiteY55" fmla="*/ 8689286 h 9456078"/>
              <a:gd name="connsiteX56" fmla="*/ 2744183 w 13158797"/>
              <a:gd name="connsiteY56" fmla="*/ 8663479 h 9456078"/>
              <a:gd name="connsiteX57" fmla="*/ 2785333 w 13158797"/>
              <a:gd name="connsiteY57" fmla="*/ 8637274 h 9456078"/>
              <a:gd name="connsiteX58" fmla="*/ 2826242 w 13158797"/>
              <a:gd name="connsiteY58" fmla="*/ 8610675 h 9456078"/>
              <a:gd name="connsiteX59" fmla="*/ 2866908 w 13158797"/>
              <a:gd name="connsiteY59" fmla="*/ 8583681 h 9456078"/>
              <a:gd name="connsiteX60" fmla="*/ 2907329 w 13158797"/>
              <a:gd name="connsiteY60" fmla="*/ 8556295 h 9456078"/>
              <a:gd name="connsiteX61" fmla="*/ 2947500 w 13158797"/>
              <a:gd name="connsiteY61" fmla="*/ 8528517 h 9456078"/>
              <a:gd name="connsiteX62" fmla="*/ 2987419 w 13158797"/>
              <a:gd name="connsiteY62" fmla="*/ 8500351 h 9456078"/>
              <a:gd name="connsiteX63" fmla="*/ 3027083 w 13158797"/>
              <a:gd name="connsiteY63" fmla="*/ 8471796 h 9456078"/>
              <a:gd name="connsiteX64" fmla="*/ 3066489 w 13158797"/>
              <a:gd name="connsiteY64" fmla="*/ 8442854 h 9456078"/>
              <a:gd name="connsiteX65" fmla="*/ 3105634 w 13158797"/>
              <a:gd name="connsiteY65" fmla="*/ 8413528 h 9456078"/>
              <a:gd name="connsiteX66" fmla="*/ 3144515 w 13158797"/>
              <a:gd name="connsiteY66" fmla="*/ 8383818 h 9456078"/>
              <a:gd name="connsiteX67" fmla="*/ 3183129 w 13158797"/>
              <a:gd name="connsiteY67" fmla="*/ 8353726 h 9456078"/>
              <a:gd name="connsiteX68" fmla="*/ 3221473 w 13158797"/>
              <a:gd name="connsiteY68" fmla="*/ 8323253 h 9456078"/>
              <a:gd name="connsiteX69" fmla="*/ 3259544 w 13158797"/>
              <a:gd name="connsiteY69" fmla="*/ 8292401 h 9456078"/>
              <a:gd name="connsiteX70" fmla="*/ 3297339 w 13158797"/>
              <a:gd name="connsiteY70" fmla="*/ 8261172 h 9456078"/>
              <a:gd name="connsiteX71" fmla="*/ 3334854 w 13158797"/>
              <a:gd name="connsiteY71" fmla="*/ 8229566 h 9456078"/>
              <a:gd name="connsiteX72" fmla="*/ 3372087 w 13158797"/>
              <a:gd name="connsiteY72" fmla="*/ 8197585 h 9456078"/>
              <a:gd name="connsiteX73" fmla="*/ 3409035 w 13158797"/>
              <a:gd name="connsiteY73" fmla="*/ 8165232 h 9456078"/>
              <a:gd name="connsiteX74" fmla="*/ 3445695 w 13158797"/>
              <a:gd name="connsiteY74" fmla="*/ 8132507 h 9456078"/>
              <a:gd name="connsiteX75" fmla="*/ 3482064 w 13158797"/>
              <a:gd name="connsiteY75" fmla="*/ 8099411 h 9456078"/>
              <a:gd name="connsiteX76" fmla="*/ 3518139 w 13158797"/>
              <a:gd name="connsiteY76" fmla="*/ 8065947 h 9456078"/>
              <a:gd name="connsiteX77" fmla="*/ 3553916 w 13158797"/>
              <a:gd name="connsiteY77" fmla="*/ 8032115 h 9456078"/>
              <a:gd name="connsiteX78" fmla="*/ 3589393 w 13158797"/>
              <a:gd name="connsiteY78" fmla="*/ 7997918 h 9456078"/>
              <a:gd name="connsiteX79" fmla="*/ 3624567 w 13158797"/>
              <a:gd name="connsiteY79" fmla="*/ 7963356 h 9456078"/>
              <a:gd name="connsiteX80" fmla="*/ 3659435 w 13158797"/>
              <a:gd name="connsiteY80" fmla="*/ 7928432 h 9456078"/>
              <a:gd name="connsiteX81" fmla="*/ 3693994 w 13158797"/>
              <a:gd name="connsiteY81" fmla="*/ 7893146 h 9456078"/>
              <a:gd name="connsiteX82" fmla="*/ 3728240 w 13158797"/>
              <a:gd name="connsiteY82" fmla="*/ 7857501 h 9456078"/>
              <a:gd name="connsiteX83" fmla="*/ 3762171 w 13158797"/>
              <a:gd name="connsiteY83" fmla="*/ 7821497 h 9456078"/>
              <a:gd name="connsiteX84" fmla="*/ 3795783 w 13158797"/>
              <a:gd name="connsiteY84" fmla="*/ 7785136 h 9456078"/>
              <a:gd name="connsiteX85" fmla="*/ 3829075 w 13158797"/>
              <a:gd name="connsiteY85" fmla="*/ 7748420 h 9456078"/>
              <a:gd name="connsiteX86" fmla="*/ 3862042 w 13158797"/>
              <a:gd name="connsiteY86" fmla="*/ 7711350 h 9456078"/>
              <a:gd name="connsiteX87" fmla="*/ 3894682 w 13158797"/>
              <a:gd name="connsiteY87" fmla="*/ 7673928 h 9456078"/>
              <a:gd name="connsiteX88" fmla="*/ 3926991 w 13158797"/>
              <a:gd name="connsiteY88" fmla="*/ 7636155 h 9456078"/>
              <a:gd name="connsiteX89" fmla="*/ 3958967 w 13158797"/>
              <a:gd name="connsiteY89" fmla="*/ 7598032 h 9456078"/>
              <a:gd name="connsiteX90" fmla="*/ 3990607 w 13158797"/>
              <a:gd name="connsiteY90" fmla="*/ 7559561 h 9456078"/>
              <a:gd name="connsiteX91" fmla="*/ 4021907 w 13158797"/>
              <a:gd name="connsiteY91" fmla="*/ 7520744 h 9456078"/>
              <a:gd name="connsiteX92" fmla="*/ 4052865 w 13158797"/>
              <a:gd name="connsiteY92" fmla="*/ 7481582 h 9456078"/>
              <a:gd name="connsiteX93" fmla="*/ 4083478 w 13158797"/>
              <a:gd name="connsiteY93" fmla="*/ 7442077 h 9456078"/>
              <a:gd name="connsiteX94" fmla="*/ 8022311 w 13158797"/>
              <a:gd name="connsiteY94" fmla="*/ 2307814 h 9456078"/>
              <a:gd name="connsiteX95" fmla="*/ 8052902 w 13158797"/>
              <a:gd name="connsiteY95" fmla="*/ 2268285 h 9456078"/>
              <a:gd name="connsiteX96" fmla="*/ 8083796 w 13158797"/>
              <a:gd name="connsiteY96" fmla="*/ 2229056 h 9456078"/>
              <a:gd name="connsiteX97" fmla="*/ 8114989 w 13158797"/>
              <a:gd name="connsiteY97" fmla="*/ 2190127 h 9456078"/>
              <a:gd name="connsiteX98" fmla="*/ 8146479 w 13158797"/>
              <a:gd name="connsiteY98" fmla="*/ 2151500 h 9456078"/>
              <a:gd name="connsiteX99" fmla="*/ 8178264 w 13158797"/>
              <a:gd name="connsiteY99" fmla="*/ 2113176 h 9456078"/>
              <a:gd name="connsiteX100" fmla="*/ 8210341 w 13158797"/>
              <a:gd name="connsiteY100" fmla="*/ 2075157 h 9456078"/>
              <a:gd name="connsiteX101" fmla="*/ 8242709 w 13158797"/>
              <a:gd name="connsiteY101" fmla="*/ 2037442 h 9456078"/>
              <a:gd name="connsiteX102" fmla="*/ 8275365 w 13158797"/>
              <a:gd name="connsiteY102" fmla="*/ 2000034 h 9456078"/>
              <a:gd name="connsiteX103" fmla="*/ 8308307 w 13158797"/>
              <a:gd name="connsiteY103" fmla="*/ 1962934 h 9456078"/>
              <a:gd name="connsiteX104" fmla="*/ 8341532 w 13158797"/>
              <a:gd name="connsiteY104" fmla="*/ 1926142 h 9456078"/>
              <a:gd name="connsiteX105" fmla="*/ 8375038 w 13158797"/>
              <a:gd name="connsiteY105" fmla="*/ 1889660 h 9456078"/>
              <a:gd name="connsiteX106" fmla="*/ 8408823 w 13158797"/>
              <a:gd name="connsiteY106" fmla="*/ 1853489 h 9456078"/>
              <a:gd name="connsiteX107" fmla="*/ 8442885 w 13158797"/>
              <a:gd name="connsiteY107" fmla="*/ 1817630 h 9456078"/>
              <a:gd name="connsiteX108" fmla="*/ 8477221 w 13158797"/>
              <a:gd name="connsiteY108" fmla="*/ 1782084 h 9456078"/>
              <a:gd name="connsiteX109" fmla="*/ 8511829 w 13158797"/>
              <a:gd name="connsiteY109" fmla="*/ 1746853 h 9456078"/>
              <a:gd name="connsiteX110" fmla="*/ 8546706 w 13158797"/>
              <a:gd name="connsiteY110" fmla="*/ 1711937 h 9456078"/>
              <a:gd name="connsiteX111" fmla="*/ 8581851 w 13158797"/>
              <a:gd name="connsiteY111" fmla="*/ 1677337 h 9456078"/>
              <a:gd name="connsiteX112" fmla="*/ 8617261 w 13158797"/>
              <a:gd name="connsiteY112" fmla="*/ 1643056 h 9456078"/>
              <a:gd name="connsiteX113" fmla="*/ 8652934 w 13158797"/>
              <a:gd name="connsiteY113" fmla="*/ 1609093 h 9456078"/>
              <a:gd name="connsiteX114" fmla="*/ 8688867 w 13158797"/>
              <a:gd name="connsiteY114" fmla="*/ 1575450 h 9456078"/>
              <a:gd name="connsiteX115" fmla="*/ 8725058 w 13158797"/>
              <a:gd name="connsiteY115" fmla="*/ 1542128 h 9456078"/>
              <a:gd name="connsiteX116" fmla="*/ 8761506 w 13158797"/>
              <a:gd name="connsiteY116" fmla="*/ 1509129 h 9456078"/>
              <a:gd name="connsiteX117" fmla="*/ 8798207 w 13158797"/>
              <a:gd name="connsiteY117" fmla="*/ 1476452 h 9456078"/>
              <a:gd name="connsiteX118" fmla="*/ 8835159 w 13158797"/>
              <a:gd name="connsiteY118" fmla="*/ 1444101 h 9456078"/>
              <a:gd name="connsiteX119" fmla="*/ 8872360 w 13158797"/>
              <a:gd name="connsiteY119" fmla="*/ 1412075 h 9456078"/>
              <a:gd name="connsiteX120" fmla="*/ 8909808 w 13158797"/>
              <a:gd name="connsiteY120" fmla="*/ 1380375 h 9456078"/>
              <a:gd name="connsiteX121" fmla="*/ 8947501 w 13158797"/>
              <a:gd name="connsiteY121" fmla="*/ 1349004 h 9456078"/>
              <a:gd name="connsiteX122" fmla="*/ 8985435 w 13158797"/>
              <a:gd name="connsiteY122" fmla="*/ 1317962 h 9456078"/>
              <a:gd name="connsiteX123" fmla="*/ 9023610 w 13158797"/>
              <a:gd name="connsiteY123" fmla="*/ 1287250 h 9456078"/>
              <a:gd name="connsiteX124" fmla="*/ 9062022 w 13158797"/>
              <a:gd name="connsiteY124" fmla="*/ 1256869 h 9456078"/>
              <a:gd name="connsiteX125" fmla="*/ 9100669 w 13158797"/>
              <a:gd name="connsiteY125" fmla="*/ 1226820 h 9456078"/>
              <a:gd name="connsiteX126" fmla="*/ 9139549 w 13158797"/>
              <a:gd name="connsiteY126" fmla="*/ 1197105 h 9456078"/>
              <a:gd name="connsiteX127" fmla="*/ 9178660 w 13158797"/>
              <a:gd name="connsiteY127" fmla="*/ 1167725 h 9456078"/>
              <a:gd name="connsiteX128" fmla="*/ 9217999 w 13158797"/>
              <a:gd name="connsiteY128" fmla="*/ 1138681 h 9456078"/>
              <a:gd name="connsiteX129" fmla="*/ 9257564 w 13158797"/>
              <a:gd name="connsiteY129" fmla="*/ 1109974 h 9456078"/>
              <a:gd name="connsiteX130" fmla="*/ 9297353 w 13158797"/>
              <a:gd name="connsiteY130" fmla="*/ 1081604 h 9456078"/>
              <a:gd name="connsiteX131" fmla="*/ 9337364 w 13158797"/>
              <a:gd name="connsiteY131" fmla="*/ 1053574 h 9456078"/>
              <a:gd name="connsiteX132" fmla="*/ 9377594 w 13158797"/>
              <a:gd name="connsiteY132" fmla="*/ 1025884 h 9456078"/>
              <a:gd name="connsiteX133" fmla="*/ 9418040 w 13158797"/>
              <a:gd name="connsiteY133" fmla="*/ 998536 h 9456078"/>
              <a:gd name="connsiteX134" fmla="*/ 9458702 w 13158797"/>
              <a:gd name="connsiteY134" fmla="*/ 971530 h 9456078"/>
              <a:gd name="connsiteX135" fmla="*/ 9499575 w 13158797"/>
              <a:gd name="connsiteY135" fmla="*/ 944868 h 9456078"/>
              <a:gd name="connsiteX136" fmla="*/ 9540659 w 13158797"/>
              <a:gd name="connsiteY136" fmla="*/ 918551 h 9456078"/>
              <a:gd name="connsiteX137" fmla="*/ 9581950 w 13158797"/>
              <a:gd name="connsiteY137" fmla="*/ 892580 h 9456078"/>
              <a:gd name="connsiteX138" fmla="*/ 9623447 w 13158797"/>
              <a:gd name="connsiteY138" fmla="*/ 866956 h 9456078"/>
              <a:gd name="connsiteX139" fmla="*/ 9665147 w 13158797"/>
              <a:gd name="connsiteY139" fmla="*/ 841681 h 9456078"/>
              <a:gd name="connsiteX140" fmla="*/ 9707048 w 13158797"/>
              <a:gd name="connsiteY140" fmla="*/ 816754 h 9456078"/>
              <a:gd name="connsiteX141" fmla="*/ 9749147 w 13158797"/>
              <a:gd name="connsiteY141" fmla="*/ 792179 h 9456078"/>
              <a:gd name="connsiteX142" fmla="*/ 9791443 w 13158797"/>
              <a:gd name="connsiteY142" fmla="*/ 767955 h 9456078"/>
              <a:gd name="connsiteX143" fmla="*/ 9833932 w 13158797"/>
              <a:gd name="connsiteY143" fmla="*/ 744083 h 9456078"/>
              <a:gd name="connsiteX144" fmla="*/ 9876613 w 13158797"/>
              <a:gd name="connsiteY144" fmla="*/ 720566 h 9456078"/>
              <a:gd name="connsiteX145" fmla="*/ 9919484 w 13158797"/>
              <a:gd name="connsiteY145" fmla="*/ 697404 h 9456078"/>
              <a:gd name="connsiteX146" fmla="*/ 9962542 w 13158797"/>
              <a:gd name="connsiteY146" fmla="*/ 674598 h 9456078"/>
              <a:gd name="connsiteX147" fmla="*/ 10005784 w 13158797"/>
              <a:gd name="connsiteY147" fmla="*/ 652149 h 9456078"/>
              <a:gd name="connsiteX148" fmla="*/ 10049209 w 13158797"/>
              <a:gd name="connsiteY148" fmla="*/ 630059 h 9456078"/>
              <a:gd name="connsiteX149" fmla="*/ 10092814 w 13158797"/>
              <a:gd name="connsiteY149" fmla="*/ 608328 h 9456078"/>
              <a:gd name="connsiteX150" fmla="*/ 10136597 w 13158797"/>
              <a:gd name="connsiteY150" fmla="*/ 586958 h 9456078"/>
              <a:gd name="connsiteX151" fmla="*/ 10180556 w 13158797"/>
              <a:gd name="connsiteY151" fmla="*/ 565950 h 9456078"/>
              <a:gd name="connsiteX152" fmla="*/ 10224688 w 13158797"/>
              <a:gd name="connsiteY152" fmla="*/ 545304 h 9456078"/>
              <a:gd name="connsiteX153" fmla="*/ 10268991 w 13158797"/>
              <a:gd name="connsiteY153" fmla="*/ 525023 h 9456078"/>
              <a:gd name="connsiteX154" fmla="*/ 10313463 w 13158797"/>
              <a:gd name="connsiteY154" fmla="*/ 505107 h 9456078"/>
              <a:gd name="connsiteX155" fmla="*/ 10358101 w 13158797"/>
              <a:gd name="connsiteY155" fmla="*/ 485558 h 9456078"/>
              <a:gd name="connsiteX156" fmla="*/ 10402903 w 13158797"/>
              <a:gd name="connsiteY156" fmla="*/ 466376 h 9456078"/>
              <a:gd name="connsiteX157" fmla="*/ 10447868 w 13158797"/>
              <a:gd name="connsiteY157" fmla="*/ 447563 h 9456078"/>
              <a:gd name="connsiteX158" fmla="*/ 10492991 w 13158797"/>
              <a:gd name="connsiteY158" fmla="*/ 429119 h 9456078"/>
              <a:gd name="connsiteX159" fmla="*/ 10538272 w 13158797"/>
              <a:gd name="connsiteY159" fmla="*/ 411046 h 9456078"/>
              <a:gd name="connsiteX160" fmla="*/ 10583708 w 13158797"/>
              <a:gd name="connsiteY160" fmla="*/ 393346 h 9456078"/>
              <a:gd name="connsiteX161" fmla="*/ 10629297 w 13158797"/>
              <a:gd name="connsiteY161" fmla="*/ 376018 h 9456078"/>
              <a:gd name="connsiteX162" fmla="*/ 10675036 w 13158797"/>
              <a:gd name="connsiteY162" fmla="*/ 359065 h 9456078"/>
              <a:gd name="connsiteX163" fmla="*/ 10720923 w 13158797"/>
              <a:gd name="connsiteY163" fmla="*/ 342487 h 9456078"/>
              <a:gd name="connsiteX164" fmla="*/ 10766956 w 13158797"/>
              <a:gd name="connsiteY164" fmla="*/ 326286 h 9456078"/>
              <a:gd name="connsiteX165" fmla="*/ 10813132 w 13158797"/>
              <a:gd name="connsiteY165" fmla="*/ 310462 h 9456078"/>
              <a:gd name="connsiteX166" fmla="*/ 10859450 w 13158797"/>
              <a:gd name="connsiteY166" fmla="*/ 295018 h 9456078"/>
              <a:gd name="connsiteX167" fmla="*/ 10905907 w 13158797"/>
              <a:gd name="connsiteY167" fmla="*/ 279953 h 9456078"/>
              <a:gd name="connsiteX168" fmla="*/ 10952500 w 13158797"/>
              <a:gd name="connsiteY168" fmla="*/ 265269 h 9456078"/>
              <a:gd name="connsiteX169" fmla="*/ 10999227 w 13158797"/>
              <a:gd name="connsiteY169" fmla="*/ 250968 h 9456078"/>
              <a:gd name="connsiteX170" fmla="*/ 11046087 w 13158797"/>
              <a:gd name="connsiteY170" fmla="*/ 237049 h 9456078"/>
              <a:gd name="connsiteX171" fmla="*/ 11093076 w 13158797"/>
              <a:gd name="connsiteY171" fmla="*/ 223516 h 9456078"/>
              <a:gd name="connsiteX172" fmla="*/ 11140193 w 13158797"/>
              <a:gd name="connsiteY172" fmla="*/ 210368 h 9456078"/>
              <a:gd name="connsiteX173" fmla="*/ 11187434 w 13158797"/>
              <a:gd name="connsiteY173" fmla="*/ 197606 h 9456078"/>
              <a:gd name="connsiteX174" fmla="*/ 11234799 w 13158797"/>
              <a:gd name="connsiteY174" fmla="*/ 185233 h 9456078"/>
              <a:gd name="connsiteX175" fmla="*/ 11282284 w 13158797"/>
              <a:gd name="connsiteY175" fmla="*/ 173248 h 9456078"/>
              <a:gd name="connsiteX176" fmla="*/ 11329888 w 13158797"/>
              <a:gd name="connsiteY176" fmla="*/ 161654 h 9456078"/>
              <a:gd name="connsiteX177" fmla="*/ 11377607 w 13158797"/>
              <a:gd name="connsiteY177" fmla="*/ 150451 h 9456078"/>
              <a:gd name="connsiteX178" fmla="*/ 11425440 w 13158797"/>
              <a:gd name="connsiteY178" fmla="*/ 139640 h 9456078"/>
              <a:gd name="connsiteX179" fmla="*/ 11473385 w 13158797"/>
              <a:gd name="connsiteY179" fmla="*/ 129223 h 9456078"/>
              <a:gd name="connsiteX180" fmla="*/ 11521439 w 13158797"/>
              <a:gd name="connsiteY180" fmla="*/ 119201 h 9456078"/>
              <a:gd name="connsiteX181" fmla="*/ 11569599 w 13158797"/>
              <a:gd name="connsiteY181" fmla="*/ 109574 h 9456078"/>
              <a:gd name="connsiteX182" fmla="*/ 11617864 w 13158797"/>
              <a:gd name="connsiteY182" fmla="*/ 100344 h 9456078"/>
              <a:gd name="connsiteX183" fmla="*/ 11666231 w 13158797"/>
              <a:gd name="connsiteY183" fmla="*/ 91512 h 9456078"/>
              <a:gd name="connsiteX184" fmla="*/ 11714698 w 13158797"/>
              <a:gd name="connsiteY184" fmla="*/ 83080 h 9456078"/>
              <a:gd name="connsiteX185" fmla="*/ 11763263 w 13158797"/>
              <a:gd name="connsiteY185" fmla="*/ 75047 h 9456078"/>
              <a:gd name="connsiteX186" fmla="*/ 11811923 w 13158797"/>
              <a:gd name="connsiteY186" fmla="*/ 67417 h 9456078"/>
              <a:gd name="connsiteX187" fmla="*/ 11860676 w 13158797"/>
              <a:gd name="connsiteY187" fmla="*/ 60188 h 9456078"/>
              <a:gd name="connsiteX188" fmla="*/ 11909519 w 13158797"/>
              <a:gd name="connsiteY188" fmla="*/ 53364 h 9456078"/>
              <a:gd name="connsiteX189" fmla="*/ 11958451 w 13158797"/>
              <a:gd name="connsiteY189" fmla="*/ 46944 h 9456078"/>
              <a:gd name="connsiteX190" fmla="*/ 12007470 w 13158797"/>
              <a:gd name="connsiteY190" fmla="*/ 40931 h 9456078"/>
              <a:gd name="connsiteX191" fmla="*/ 12056572 w 13158797"/>
              <a:gd name="connsiteY191" fmla="*/ 35324 h 9456078"/>
              <a:gd name="connsiteX192" fmla="*/ 12105756 w 13158797"/>
              <a:gd name="connsiteY192" fmla="*/ 30126 h 9456078"/>
              <a:gd name="connsiteX193" fmla="*/ 12155019 w 13158797"/>
              <a:gd name="connsiteY193" fmla="*/ 25337 h 9456078"/>
              <a:gd name="connsiteX194" fmla="*/ 12204359 w 13158797"/>
              <a:gd name="connsiteY194" fmla="*/ 20958 h 9456078"/>
              <a:gd name="connsiteX195" fmla="*/ 12253773 w 13158797"/>
              <a:gd name="connsiteY195" fmla="*/ 16991 h 9456078"/>
              <a:gd name="connsiteX196" fmla="*/ 12303260 w 13158797"/>
              <a:gd name="connsiteY196" fmla="*/ 13437 h 9456078"/>
              <a:gd name="connsiteX197" fmla="*/ 12352818 w 13158797"/>
              <a:gd name="connsiteY197" fmla="*/ 10297 h 9456078"/>
              <a:gd name="connsiteX198" fmla="*/ 12402443 w 13158797"/>
              <a:gd name="connsiteY198" fmla="*/ 7572 h 9456078"/>
              <a:gd name="connsiteX199" fmla="*/ 12452133 w 13158797"/>
              <a:gd name="connsiteY199" fmla="*/ 5263 h 9456078"/>
              <a:gd name="connsiteX200" fmla="*/ 12501887 w 13158797"/>
              <a:gd name="connsiteY200" fmla="*/ 3371 h 9456078"/>
              <a:gd name="connsiteX201" fmla="*/ 12551701 w 13158797"/>
              <a:gd name="connsiteY201" fmla="*/ 1898 h 9456078"/>
              <a:gd name="connsiteX202" fmla="*/ 12601574 w 13158797"/>
              <a:gd name="connsiteY202" fmla="*/ 844 h 9456078"/>
              <a:gd name="connsiteX203" fmla="*/ 12651504 w 13158797"/>
              <a:gd name="connsiteY203" fmla="*/ 211 h 9456078"/>
              <a:gd name="connsiteX204" fmla="*/ 12701487 w 13158797"/>
              <a:gd name="connsiteY204" fmla="*/ 0 h 9456078"/>
              <a:gd name="connsiteX205" fmla="*/ 13158798 w 13158797"/>
              <a:gd name="connsiteY205" fmla="*/ 0 h 94560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</a:cxnLst>
            <a:rect l="l" t="t" r="r" b="b"/>
            <a:pathLst>
              <a:path w="13158797" h="9456078">
                <a:moveTo>
                  <a:pt x="0" y="9456078"/>
                </a:moveTo>
                <a:lnTo>
                  <a:pt x="49977" y="9455836"/>
                </a:lnTo>
                <a:lnTo>
                  <a:pt x="99893" y="9455111"/>
                </a:lnTo>
                <a:lnTo>
                  <a:pt x="149742" y="9453904"/>
                </a:lnTo>
                <a:lnTo>
                  <a:pt x="199524" y="9452217"/>
                </a:lnTo>
                <a:lnTo>
                  <a:pt x="298870" y="9447409"/>
                </a:lnTo>
                <a:lnTo>
                  <a:pt x="348429" y="9444290"/>
                </a:lnTo>
                <a:lnTo>
                  <a:pt x="397907" y="9440698"/>
                </a:lnTo>
                <a:lnTo>
                  <a:pt x="447302" y="9436632"/>
                </a:lnTo>
                <a:lnTo>
                  <a:pt x="496610" y="9432096"/>
                </a:lnTo>
                <a:lnTo>
                  <a:pt x="545829" y="9427089"/>
                </a:lnTo>
                <a:lnTo>
                  <a:pt x="594956" y="9421615"/>
                </a:lnTo>
                <a:lnTo>
                  <a:pt x="643987" y="9415673"/>
                </a:lnTo>
                <a:lnTo>
                  <a:pt x="692920" y="9409267"/>
                </a:lnTo>
                <a:lnTo>
                  <a:pt x="741751" y="9402396"/>
                </a:lnTo>
                <a:lnTo>
                  <a:pt x="790478" y="9395063"/>
                </a:lnTo>
                <a:lnTo>
                  <a:pt x="839098" y="9387270"/>
                </a:lnTo>
                <a:lnTo>
                  <a:pt x="887607" y="9379017"/>
                </a:lnTo>
                <a:lnTo>
                  <a:pt x="936002" y="9370306"/>
                </a:lnTo>
                <a:lnTo>
                  <a:pt x="984281" y="9361139"/>
                </a:lnTo>
                <a:lnTo>
                  <a:pt x="1032440" y="9351517"/>
                </a:lnTo>
                <a:lnTo>
                  <a:pt x="1080477" y="9341441"/>
                </a:lnTo>
                <a:lnTo>
                  <a:pt x="1176172" y="9319936"/>
                </a:lnTo>
                <a:lnTo>
                  <a:pt x="1223823" y="9308509"/>
                </a:lnTo>
                <a:lnTo>
                  <a:pt x="1271339" y="9296635"/>
                </a:lnTo>
                <a:lnTo>
                  <a:pt x="1318719" y="9284315"/>
                </a:lnTo>
                <a:lnTo>
                  <a:pt x="1365957" y="9271550"/>
                </a:lnTo>
                <a:lnTo>
                  <a:pt x="1413052" y="9258342"/>
                </a:lnTo>
                <a:lnTo>
                  <a:pt x="1460000" y="9244693"/>
                </a:lnTo>
                <a:lnTo>
                  <a:pt x="1506799" y="9230604"/>
                </a:lnTo>
                <a:lnTo>
                  <a:pt x="1553445" y="9216076"/>
                </a:lnTo>
                <a:lnTo>
                  <a:pt x="1599935" y="9201111"/>
                </a:lnTo>
                <a:lnTo>
                  <a:pt x="1646267" y="9185710"/>
                </a:lnTo>
                <a:lnTo>
                  <a:pt x="1692437" y="9169876"/>
                </a:lnTo>
                <a:lnTo>
                  <a:pt x="1738442" y="9153608"/>
                </a:lnTo>
                <a:lnTo>
                  <a:pt x="1784280" y="9136910"/>
                </a:lnTo>
                <a:lnTo>
                  <a:pt x="1829947" y="9119782"/>
                </a:lnTo>
                <a:lnTo>
                  <a:pt x="1875440" y="9102226"/>
                </a:lnTo>
                <a:lnTo>
                  <a:pt x="1920756" y="9084243"/>
                </a:lnTo>
                <a:lnTo>
                  <a:pt x="1965893" y="9065835"/>
                </a:lnTo>
                <a:lnTo>
                  <a:pt x="2055615" y="9027750"/>
                </a:lnTo>
                <a:lnTo>
                  <a:pt x="2100195" y="9008075"/>
                </a:lnTo>
                <a:lnTo>
                  <a:pt x="2144582" y="8987981"/>
                </a:lnTo>
                <a:lnTo>
                  <a:pt x="2188775" y="8967470"/>
                </a:lnTo>
                <a:lnTo>
                  <a:pt x="2232770" y="8946542"/>
                </a:lnTo>
                <a:lnTo>
                  <a:pt x="2276564" y="8925199"/>
                </a:lnTo>
                <a:lnTo>
                  <a:pt x="2320154" y="8903443"/>
                </a:lnTo>
                <a:lnTo>
                  <a:pt x="2363538" y="8881275"/>
                </a:lnTo>
                <a:lnTo>
                  <a:pt x="2406711" y="8858697"/>
                </a:lnTo>
                <a:lnTo>
                  <a:pt x="2449672" y="8835710"/>
                </a:lnTo>
                <a:lnTo>
                  <a:pt x="2492417" y="8812316"/>
                </a:lnTo>
                <a:lnTo>
                  <a:pt x="2534943" y="8788516"/>
                </a:lnTo>
                <a:lnTo>
                  <a:pt x="2577247" y="8764311"/>
                </a:lnTo>
                <a:lnTo>
                  <a:pt x="2619326" y="8739704"/>
                </a:lnTo>
                <a:lnTo>
                  <a:pt x="2661177" y="8714695"/>
                </a:lnTo>
                <a:lnTo>
                  <a:pt x="2702797" y="8689286"/>
                </a:lnTo>
                <a:lnTo>
                  <a:pt x="2744183" y="8663479"/>
                </a:lnTo>
                <a:lnTo>
                  <a:pt x="2785333" y="8637274"/>
                </a:lnTo>
                <a:lnTo>
                  <a:pt x="2826242" y="8610675"/>
                </a:lnTo>
                <a:lnTo>
                  <a:pt x="2866908" y="8583681"/>
                </a:lnTo>
                <a:lnTo>
                  <a:pt x="2907329" y="8556295"/>
                </a:lnTo>
                <a:lnTo>
                  <a:pt x="2947500" y="8528517"/>
                </a:lnTo>
                <a:lnTo>
                  <a:pt x="2987419" y="8500351"/>
                </a:lnTo>
                <a:lnTo>
                  <a:pt x="3027083" y="8471796"/>
                </a:lnTo>
                <a:lnTo>
                  <a:pt x="3066489" y="8442854"/>
                </a:lnTo>
                <a:lnTo>
                  <a:pt x="3105634" y="8413528"/>
                </a:lnTo>
                <a:lnTo>
                  <a:pt x="3144515" y="8383818"/>
                </a:lnTo>
                <a:lnTo>
                  <a:pt x="3183129" y="8353726"/>
                </a:lnTo>
                <a:lnTo>
                  <a:pt x="3221473" y="8323253"/>
                </a:lnTo>
                <a:lnTo>
                  <a:pt x="3259544" y="8292401"/>
                </a:lnTo>
                <a:lnTo>
                  <a:pt x="3297339" y="8261172"/>
                </a:lnTo>
                <a:lnTo>
                  <a:pt x="3334854" y="8229566"/>
                </a:lnTo>
                <a:lnTo>
                  <a:pt x="3372087" y="8197585"/>
                </a:lnTo>
                <a:lnTo>
                  <a:pt x="3409035" y="8165232"/>
                </a:lnTo>
                <a:lnTo>
                  <a:pt x="3445695" y="8132507"/>
                </a:lnTo>
                <a:lnTo>
                  <a:pt x="3482064" y="8099411"/>
                </a:lnTo>
                <a:lnTo>
                  <a:pt x="3518139" y="8065947"/>
                </a:lnTo>
                <a:lnTo>
                  <a:pt x="3553916" y="8032115"/>
                </a:lnTo>
                <a:lnTo>
                  <a:pt x="3589393" y="7997918"/>
                </a:lnTo>
                <a:lnTo>
                  <a:pt x="3624567" y="7963356"/>
                </a:lnTo>
                <a:lnTo>
                  <a:pt x="3659435" y="7928432"/>
                </a:lnTo>
                <a:lnTo>
                  <a:pt x="3693994" y="7893146"/>
                </a:lnTo>
                <a:lnTo>
                  <a:pt x="3728240" y="7857501"/>
                </a:lnTo>
                <a:lnTo>
                  <a:pt x="3762171" y="7821497"/>
                </a:lnTo>
                <a:lnTo>
                  <a:pt x="3795783" y="7785136"/>
                </a:lnTo>
                <a:lnTo>
                  <a:pt x="3829075" y="7748420"/>
                </a:lnTo>
                <a:lnTo>
                  <a:pt x="3862042" y="7711350"/>
                </a:lnTo>
                <a:lnTo>
                  <a:pt x="3894682" y="7673928"/>
                </a:lnTo>
                <a:lnTo>
                  <a:pt x="3926991" y="7636155"/>
                </a:lnTo>
                <a:lnTo>
                  <a:pt x="3958967" y="7598032"/>
                </a:lnTo>
                <a:lnTo>
                  <a:pt x="3990607" y="7559561"/>
                </a:lnTo>
                <a:lnTo>
                  <a:pt x="4021907" y="7520744"/>
                </a:lnTo>
                <a:lnTo>
                  <a:pt x="4052865" y="7481582"/>
                </a:lnTo>
                <a:lnTo>
                  <a:pt x="4083478" y="7442077"/>
                </a:lnTo>
                <a:lnTo>
                  <a:pt x="8022311" y="2307814"/>
                </a:lnTo>
                <a:lnTo>
                  <a:pt x="8052902" y="2268285"/>
                </a:lnTo>
                <a:lnTo>
                  <a:pt x="8083796" y="2229056"/>
                </a:lnTo>
                <a:lnTo>
                  <a:pt x="8114989" y="2190127"/>
                </a:lnTo>
                <a:lnTo>
                  <a:pt x="8146479" y="2151500"/>
                </a:lnTo>
                <a:lnTo>
                  <a:pt x="8178264" y="2113176"/>
                </a:lnTo>
                <a:lnTo>
                  <a:pt x="8210341" y="2075157"/>
                </a:lnTo>
                <a:lnTo>
                  <a:pt x="8242709" y="2037442"/>
                </a:lnTo>
                <a:lnTo>
                  <a:pt x="8275365" y="2000034"/>
                </a:lnTo>
                <a:lnTo>
                  <a:pt x="8308307" y="1962934"/>
                </a:lnTo>
                <a:lnTo>
                  <a:pt x="8341532" y="1926142"/>
                </a:lnTo>
                <a:lnTo>
                  <a:pt x="8375038" y="1889660"/>
                </a:lnTo>
                <a:lnTo>
                  <a:pt x="8408823" y="1853489"/>
                </a:lnTo>
                <a:lnTo>
                  <a:pt x="8442885" y="1817630"/>
                </a:lnTo>
                <a:lnTo>
                  <a:pt x="8477221" y="1782084"/>
                </a:lnTo>
                <a:lnTo>
                  <a:pt x="8511829" y="1746853"/>
                </a:lnTo>
                <a:lnTo>
                  <a:pt x="8546706" y="1711937"/>
                </a:lnTo>
                <a:lnTo>
                  <a:pt x="8581851" y="1677337"/>
                </a:lnTo>
                <a:lnTo>
                  <a:pt x="8617261" y="1643056"/>
                </a:lnTo>
                <a:lnTo>
                  <a:pt x="8652934" y="1609093"/>
                </a:lnTo>
                <a:lnTo>
                  <a:pt x="8688867" y="1575450"/>
                </a:lnTo>
                <a:lnTo>
                  <a:pt x="8725058" y="1542128"/>
                </a:lnTo>
                <a:lnTo>
                  <a:pt x="8761506" y="1509129"/>
                </a:lnTo>
                <a:lnTo>
                  <a:pt x="8798207" y="1476452"/>
                </a:lnTo>
                <a:lnTo>
                  <a:pt x="8835159" y="1444101"/>
                </a:lnTo>
                <a:lnTo>
                  <a:pt x="8872360" y="1412075"/>
                </a:lnTo>
                <a:lnTo>
                  <a:pt x="8909808" y="1380375"/>
                </a:lnTo>
                <a:lnTo>
                  <a:pt x="8947501" y="1349004"/>
                </a:lnTo>
                <a:lnTo>
                  <a:pt x="8985435" y="1317962"/>
                </a:lnTo>
                <a:lnTo>
                  <a:pt x="9023610" y="1287250"/>
                </a:lnTo>
                <a:lnTo>
                  <a:pt x="9062022" y="1256869"/>
                </a:lnTo>
                <a:lnTo>
                  <a:pt x="9100669" y="1226820"/>
                </a:lnTo>
                <a:lnTo>
                  <a:pt x="9139549" y="1197105"/>
                </a:lnTo>
                <a:lnTo>
                  <a:pt x="9178660" y="1167725"/>
                </a:lnTo>
                <a:lnTo>
                  <a:pt x="9217999" y="1138681"/>
                </a:lnTo>
                <a:lnTo>
                  <a:pt x="9257564" y="1109974"/>
                </a:lnTo>
                <a:lnTo>
                  <a:pt x="9297353" y="1081604"/>
                </a:lnTo>
                <a:lnTo>
                  <a:pt x="9337364" y="1053574"/>
                </a:lnTo>
                <a:lnTo>
                  <a:pt x="9377594" y="1025884"/>
                </a:lnTo>
                <a:lnTo>
                  <a:pt x="9418040" y="998536"/>
                </a:lnTo>
                <a:lnTo>
                  <a:pt x="9458702" y="971530"/>
                </a:lnTo>
                <a:lnTo>
                  <a:pt x="9499575" y="944868"/>
                </a:lnTo>
                <a:lnTo>
                  <a:pt x="9540659" y="918551"/>
                </a:lnTo>
                <a:lnTo>
                  <a:pt x="9581950" y="892580"/>
                </a:lnTo>
                <a:lnTo>
                  <a:pt x="9623447" y="866956"/>
                </a:lnTo>
                <a:lnTo>
                  <a:pt x="9665147" y="841681"/>
                </a:lnTo>
                <a:lnTo>
                  <a:pt x="9707048" y="816754"/>
                </a:lnTo>
                <a:lnTo>
                  <a:pt x="9749147" y="792179"/>
                </a:lnTo>
                <a:lnTo>
                  <a:pt x="9791443" y="767955"/>
                </a:lnTo>
                <a:lnTo>
                  <a:pt x="9833932" y="744083"/>
                </a:lnTo>
                <a:lnTo>
                  <a:pt x="9876613" y="720566"/>
                </a:lnTo>
                <a:lnTo>
                  <a:pt x="9919484" y="697404"/>
                </a:lnTo>
                <a:lnTo>
                  <a:pt x="9962542" y="674598"/>
                </a:lnTo>
                <a:lnTo>
                  <a:pt x="10005784" y="652149"/>
                </a:lnTo>
                <a:lnTo>
                  <a:pt x="10049209" y="630059"/>
                </a:lnTo>
                <a:lnTo>
                  <a:pt x="10092814" y="608328"/>
                </a:lnTo>
                <a:lnTo>
                  <a:pt x="10136597" y="586958"/>
                </a:lnTo>
                <a:lnTo>
                  <a:pt x="10180556" y="565950"/>
                </a:lnTo>
                <a:lnTo>
                  <a:pt x="10224688" y="545304"/>
                </a:lnTo>
                <a:lnTo>
                  <a:pt x="10268991" y="525023"/>
                </a:lnTo>
                <a:lnTo>
                  <a:pt x="10313463" y="505107"/>
                </a:lnTo>
                <a:lnTo>
                  <a:pt x="10358101" y="485558"/>
                </a:lnTo>
                <a:lnTo>
                  <a:pt x="10402903" y="466376"/>
                </a:lnTo>
                <a:lnTo>
                  <a:pt x="10447868" y="447563"/>
                </a:lnTo>
                <a:lnTo>
                  <a:pt x="10492991" y="429119"/>
                </a:lnTo>
                <a:lnTo>
                  <a:pt x="10538272" y="411046"/>
                </a:lnTo>
                <a:lnTo>
                  <a:pt x="10583708" y="393346"/>
                </a:lnTo>
                <a:lnTo>
                  <a:pt x="10629297" y="376018"/>
                </a:lnTo>
                <a:lnTo>
                  <a:pt x="10675036" y="359065"/>
                </a:lnTo>
                <a:lnTo>
                  <a:pt x="10720923" y="342487"/>
                </a:lnTo>
                <a:lnTo>
                  <a:pt x="10766956" y="326286"/>
                </a:lnTo>
                <a:lnTo>
                  <a:pt x="10813132" y="310462"/>
                </a:lnTo>
                <a:lnTo>
                  <a:pt x="10859450" y="295018"/>
                </a:lnTo>
                <a:lnTo>
                  <a:pt x="10905907" y="279953"/>
                </a:lnTo>
                <a:lnTo>
                  <a:pt x="10952500" y="265269"/>
                </a:lnTo>
                <a:lnTo>
                  <a:pt x="10999227" y="250968"/>
                </a:lnTo>
                <a:lnTo>
                  <a:pt x="11046087" y="237049"/>
                </a:lnTo>
                <a:lnTo>
                  <a:pt x="11093076" y="223516"/>
                </a:lnTo>
                <a:lnTo>
                  <a:pt x="11140193" y="210368"/>
                </a:lnTo>
                <a:lnTo>
                  <a:pt x="11187434" y="197606"/>
                </a:lnTo>
                <a:lnTo>
                  <a:pt x="11234799" y="185233"/>
                </a:lnTo>
                <a:lnTo>
                  <a:pt x="11282284" y="173248"/>
                </a:lnTo>
                <a:lnTo>
                  <a:pt x="11329888" y="161654"/>
                </a:lnTo>
                <a:lnTo>
                  <a:pt x="11377607" y="150451"/>
                </a:lnTo>
                <a:lnTo>
                  <a:pt x="11425440" y="139640"/>
                </a:lnTo>
                <a:lnTo>
                  <a:pt x="11473385" y="129223"/>
                </a:lnTo>
                <a:lnTo>
                  <a:pt x="11521439" y="119201"/>
                </a:lnTo>
                <a:lnTo>
                  <a:pt x="11569599" y="109574"/>
                </a:lnTo>
                <a:lnTo>
                  <a:pt x="11617864" y="100344"/>
                </a:lnTo>
                <a:lnTo>
                  <a:pt x="11666231" y="91512"/>
                </a:lnTo>
                <a:lnTo>
                  <a:pt x="11714698" y="83080"/>
                </a:lnTo>
                <a:lnTo>
                  <a:pt x="11763263" y="75047"/>
                </a:lnTo>
                <a:lnTo>
                  <a:pt x="11811923" y="67417"/>
                </a:lnTo>
                <a:lnTo>
                  <a:pt x="11860676" y="60188"/>
                </a:lnTo>
                <a:lnTo>
                  <a:pt x="11909519" y="53364"/>
                </a:lnTo>
                <a:lnTo>
                  <a:pt x="11958451" y="46944"/>
                </a:lnTo>
                <a:lnTo>
                  <a:pt x="12007470" y="40931"/>
                </a:lnTo>
                <a:lnTo>
                  <a:pt x="12056572" y="35324"/>
                </a:lnTo>
                <a:lnTo>
                  <a:pt x="12105756" y="30126"/>
                </a:lnTo>
                <a:lnTo>
                  <a:pt x="12155019" y="25337"/>
                </a:lnTo>
                <a:lnTo>
                  <a:pt x="12204359" y="20958"/>
                </a:lnTo>
                <a:lnTo>
                  <a:pt x="12253773" y="16991"/>
                </a:lnTo>
                <a:lnTo>
                  <a:pt x="12303260" y="13437"/>
                </a:lnTo>
                <a:lnTo>
                  <a:pt x="12352818" y="10297"/>
                </a:lnTo>
                <a:lnTo>
                  <a:pt x="12402443" y="7572"/>
                </a:lnTo>
                <a:lnTo>
                  <a:pt x="12452133" y="5263"/>
                </a:lnTo>
                <a:lnTo>
                  <a:pt x="12501887" y="3371"/>
                </a:lnTo>
                <a:lnTo>
                  <a:pt x="12551701" y="1898"/>
                </a:lnTo>
                <a:lnTo>
                  <a:pt x="12601574" y="844"/>
                </a:lnTo>
                <a:lnTo>
                  <a:pt x="12651504" y="211"/>
                </a:lnTo>
                <a:lnTo>
                  <a:pt x="12701487" y="0"/>
                </a:lnTo>
                <a:lnTo>
                  <a:pt x="13158798" y="0"/>
                </a:lnTo>
              </a:path>
            </a:pathLst>
          </a:custGeom>
          <a:ln w="19050">
            <a:gradFill>
              <a:gsLst>
                <a:gs pos="15000">
                  <a:schemeClr val="tx2"/>
                </a:gs>
                <a:gs pos="0">
                  <a:schemeClr val="bg1">
                    <a:alpha val="0"/>
                  </a:schemeClr>
                </a:gs>
              </a:gsLst>
              <a:lin ang="5400000" scaled="0"/>
            </a:gradFill>
          </a:ln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6F5D9E45-CD14-A20E-A4B7-7B03E55383DE}"/>
              </a:ext>
            </a:extLst>
          </p:cNvPr>
          <p:cNvCxnSpPr>
            <a:cxnSpLocks/>
          </p:cNvCxnSpPr>
          <p:nvPr/>
        </p:nvCxnSpPr>
        <p:spPr>
          <a:xfrm flipH="1">
            <a:off x="334962" y="6678798"/>
            <a:ext cx="10980001" cy="0"/>
          </a:xfrm>
          <a:prstGeom prst="line">
            <a:avLst/>
          </a:prstGeom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6536120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12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1_Título | Box superior - Branco 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509521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tx1">
                    <a:lumMod val="85000"/>
                    <a:lumOff val="15000"/>
                  </a:schemeClr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tx1">
                    <a:lumMod val="85000"/>
                    <a:lumOff val="15000"/>
                  </a:schemeClr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0" name="Retângulo 5">
            <a:extLst>
              <a:ext uri="{FF2B5EF4-FFF2-40B4-BE49-F238E27FC236}">
                <a16:creationId xmlns:a16="http://schemas.microsoft.com/office/drawing/2014/main" id="{7D36360D-ABDB-2B93-AA05-C90BA9D483DB}"/>
              </a:ext>
            </a:extLst>
          </p:cNvPr>
          <p:cNvSpPr/>
          <p:nvPr/>
        </p:nvSpPr>
        <p:spPr>
          <a:xfrm>
            <a:off x="0" y="807794"/>
            <a:ext cx="11857038" cy="2091184"/>
          </a:xfrm>
          <a:prstGeom prst="round1Rect">
            <a:avLst>
              <a:gd name="adj" fmla="val 50000"/>
            </a:avLst>
          </a:prstGeom>
          <a:gradFill>
            <a:gsLst>
              <a:gs pos="0">
                <a:schemeClr val="tx1"/>
              </a:gs>
              <a:gs pos="23000">
                <a:schemeClr val="tx1"/>
              </a:gs>
              <a:gs pos="55000">
                <a:srgbClr val="161B21"/>
              </a:gs>
            </a:gsLst>
            <a:lin ang="8400000" scaled="0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>
              <a:latin typeface="Versos" panose="020B0503020204030204" pitchFamily="34" charset="0"/>
            </a:endParaRP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683427" y="1045525"/>
            <a:ext cx="5421301" cy="156104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12" name="Conector Reto 6">
            <a:extLst>
              <a:ext uri="{FF2B5EF4-FFF2-40B4-BE49-F238E27FC236}">
                <a16:creationId xmlns:a16="http://schemas.microsoft.com/office/drawing/2014/main" id="{93D24C85-FAB3-23B7-3282-C0255DE4BF50}"/>
              </a:ext>
            </a:extLst>
          </p:cNvPr>
          <p:cNvCxnSpPr/>
          <p:nvPr/>
        </p:nvCxnSpPr>
        <p:spPr>
          <a:xfrm>
            <a:off x="583096" y="1364974"/>
            <a:ext cx="0" cy="1562116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Conector Reto 7">
            <a:extLst>
              <a:ext uri="{FF2B5EF4-FFF2-40B4-BE49-F238E27FC236}">
                <a16:creationId xmlns:a16="http://schemas.microsoft.com/office/drawing/2014/main" id="{A040BC7F-4356-241E-DE98-A14572A424F9}"/>
              </a:ext>
            </a:extLst>
          </p:cNvPr>
          <p:cNvCxnSpPr>
            <a:cxnSpLocks/>
          </p:cNvCxnSpPr>
          <p:nvPr/>
        </p:nvCxnSpPr>
        <p:spPr>
          <a:xfrm>
            <a:off x="6336683" y="1364974"/>
            <a:ext cx="0" cy="1562116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3D29ABC6-2275-8D02-5D8F-6C312831087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437014" y="1045525"/>
            <a:ext cx="5420023" cy="158838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7" name="Text Placeholder 8">
            <a:extLst>
              <a:ext uri="{FF2B5EF4-FFF2-40B4-BE49-F238E27FC236}">
                <a16:creationId xmlns:a16="http://schemas.microsoft.com/office/drawing/2014/main" id="{D0831873-076C-11EE-AA1E-02508B9C5655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686447" y="3021651"/>
            <a:ext cx="5296913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:a16="http://schemas.microsoft.com/office/drawing/2014/main" id="{89936DB2-1144-3AFC-1BBA-E1BDEB5020C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435706" y="3021651"/>
            <a:ext cx="5421332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Picture 8">
            <a:extLst>
              <a:ext uri="{FF2B5EF4-FFF2-40B4-BE49-F238E27FC236}">
                <a16:creationId xmlns:a16="http://schemas.microsoft.com/office/drawing/2014/main" id="{20669646-0E31-B58E-25E0-8DB70B50D5BD}"/>
              </a:ext>
            </a:extLst>
          </p:cNvPr>
          <p:cNvSpPr/>
          <p:nvPr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tx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/>
          </a:p>
        </p:txBody>
      </p:sp>
      <p:cxnSp>
        <p:nvCxnSpPr>
          <p:cNvPr id="2" name="Straight Connector 1">
            <a:extLst>
              <a:ext uri="{FF2B5EF4-FFF2-40B4-BE49-F238E27FC236}">
                <a16:creationId xmlns:a16="http://schemas.microsoft.com/office/drawing/2014/main" id="{404BD73C-8E0E-436E-C0F7-D9B20EDD3A87}"/>
              </a:ext>
            </a:extLst>
          </p:cNvPr>
          <p:cNvCxnSpPr>
            <a:cxnSpLocks/>
          </p:cNvCxnSpPr>
          <p:nvPr/>
        </p:nvCxnSpPr>
        <p:spPr>
          <a:xfrm>
            <a:off x="0" y="169333"/>
            <a:ext cx="12229571" cy="0"/>
          </a:xfrm>
          <a:prstGeom prst="line">
            <a:avLst/>
          </a:prstGeom>
          <a:ln w="190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5C8223C8-B19C-406A-0E1A-412B531D226A}"/>
              </a:ext>
            </a:extLst>
          </p:cNvPr>
          <p:cNvCxnSpPr>
            <a:cxnSpLocks/>
          </p:cNvCxnSpPr>
          <p:nvPr/>
        </p:nvCxnSpPr>
        <p:spPr>
          <a:xfrm flipH="1">
            <a:off x="334962" y="6678798"/>
            <a:ext cx="10980001" cy="0"/>
          </a:xfrm>
          <a:prstGeom prst="line">
            <a:avLst/>
          </a:prstGeom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6613258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13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1_Título | Box lateral - Branco 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tângulo 1">
            <a:extLst>
              <a:ext uri="{FF2B5EF4-FFF2-40B4-BE49-F238E27FC236}">
                <a16:creationId xmlns:a16="http://schemas.microsoft.com/office/drawing/2014/main" id="{0B0E7351-5252-E626-42EB-CDCE7C083C49}"/>
              </a:ext>
            </a:extLst>
          </p:cNvPr>
          <p:cNvSpPr/>
          <p:nvPr/>
        </p:nvSpPr>
        <p:spPr>
          <a:xfrm>
            <a:off x="0" y="1"/>
            <a:ext cx="5420020" cy="6858000"/>
          </a:xfrm>
          <a:prstGeom prst="rect">
            <a:avLst/>
          </a:prstGeom>
          <a:gradFill>
            <a:gsLst>
              <a:gs pos="0">
                <a:schemeClr val="tx1"/>
              </a:gs>
              <a:gs pos="23000">
                <a:schemeClr val="tx1"/>
              </a:gs>
              <a:gs pos="55000">
                <a:srgbClr val="161B21"/>
              </a:gs>
            </a:gsLst>
            <a:lin ang="8400000" scaled="0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509521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5085057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47026" y="1751285"/>
            <a:ext cx="4369353" cy="156104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3D29ABC6-2275-8D02-5D8F-6C312831087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333166" y="3849328"/>
            <a:ext cx="4383213" cy="158838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:a16="http://schemas.microsoft.com/office/drawing/2014/main" id="{89936DB2-1144-3AFC-1BBA-E1BDEB5020C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5767046" y="1484313"/>
            <a:ext cx="6077927" cy="445872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2" name="Conector Reto 2">
            <a:extLst>
              <a:ext uri="{FF2B5EF4-FFF2-40B4-BE49-F238E27FC236}">
                <a16:creationId xmlns:a16="http://schemas.microsoft.com/office/drawing/2014/main" id="{D24BE17E-F6B3-8EAE-EC30-BB9C725FC11E}"/>
              </a:ext>
            </a:extLst>
          </p:cNvPr>
          <p:cNvCxnSpPr>
            <a:cxnSpLocks/>
          </p:cNvCxnSpPr>
          <p:nvPr/>
        </p:nvCxnSpPr>
        <p:spPr>
          <a:xfrm flipH="1">
            <a:off x="0" y="1482784"/>
            <a:ext cx="1457739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Conector Reto 7">
            <a:extLst>
              <a:ext uri="{FF2B5EF4-FFF2-40B4-BE49-F238E27FC236}">
                <a16:creationId xmlns:a16="http://schemas.microsoft.com/office/drawing/2014/main" id="{0D6EA7A2-501E-AE25-217B-771E1489503C}"/>
              </a:ext>
            </a:extLst>
          </p:cNvPr>
          <p:cNvCxnSpPr>
            <a:cxnSpLocks/>
          </p:cNvCxnSpPr>
          <p:nvPr/>
        </p:nvCxnSpPr>
        <p:spPr>
          <a:xfrm flipH="1">
            <a:off x="0" y="3580828"/>
            <a:ext cx="1457739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Picture 8">
            <a:extLst>
              <a:ext uri="{FF2B5EF4-FFF2-40B4-BE49-F238E27FC236}">
                <a16:creationId xmlns:a16="http://schemas.microsoft.com/office/drawing/2014/main" id="{17E4CCC7-1929-43B7-5053-E4687D9CD03C}"/>
              </a:ext>
            </a:extLst>
          </p:cNvPr>
          <p:cNvSpPr/>
          <p:nvPr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tx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/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AA4C09E7-58F7-D1C0-7F9D-8BDE6540D76F}"/>
              </a:ext>
            </a:extLst>
          </p:cNvPr>
          <p:cNvCxnSpPr>
            <a:cxnSpLocks/>
          </p:cNvCxnSpPr>
          <p:nvPr/>
        </p:nvCxnSpPr>
        <p:spPr>
          <a:xfrm>
            <a:off x="5529943" y="169333"/>
            <a:ext cx="6699628" cy="0"/>
          </a:xfrm>
          <a:prstGeom prst="line">
            <a:avLst/>
          </a:prstGeom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object 4">
            <a:extLst>
              <a:ext uri="{FF2B5EF4-FFF2-40B4-BE49-F238E27FC236}">
                <a16:creationId xmlns:a16="http://schemas.microsoft.com/office/drawing/2014/main" id="{3326D04B-5317-36B2-D8FC-7DA9E201E8D9}"/>
              </a:ext>
            </a:extLst>
          </p:cNvPr>
          <p:cNvSpPr/>
          <p:nvPr/>
        </p:nvSpPr>
        <p:spPr>
          <a:xfrm rot="10247908" flipH="1">
            <a:off x="4106509" y="-4146683"/>
            <a:ext cx="8001039" cy="5749648"/>
          </a:xfrm>
          <a:custGeom>
            <a:avLst/>
            <a:gdLst>
              <a:gd name="connsiteX0" fmla="*/ 0 w 13940157"/>
              <a:gd name="connsiteY0" fmla="*/ 9200719 h 9456078"/>
              <a:gd name="connsiteX1" fmla="*/ 781360 w 13940157"/>
              <a:gd name="connsiteY1" fmla="*/ 9456078 h 9456078"/>
              <a:gd name="connsiteX2" fmla="*/ 831337 w 13940157"/>
              <a:gd name="connsiteY2" fmla="*/ 9455836 h 9456078"/>
              <a:gd name="connsiteX3" fmla="*/ 881253 w 13940157"/>
              <a:gd name="connsiteY3" fmla="*/ 9455111 h 9456078"/>
              <a:gd name="connsiteX4" fmla="*/ 931102 w 13940157"/>
              <a:gd name="connsiteY4" fmla="*/ 9453904 h 9456078"/>
              <a:gd name="connsiteX5" fmla="*/ 980884 w 13940157"/>
              <a:gd name="connsiteY5" fmla="*/ 9452217 h 9456078"/>
              <a:gd name="connsiteX6" fmla="*/ 1030594 w 13940157"/>
              <a:gd name="connsiteY6" fmla="*/ 9450052 h 9456078"/>
              <a:gd name="connsiteX7" fmla="*/ 1080230 w 13940157"/>
              <a:gd name="connsiteY7" fmla="*/ 9447409 h 9456078"/>
              <a:gd name="connsiteX8" fmla="*/ 1129789 w 13940157"/>
              <a:gd name="connsiteY8" fmla="*/ 9444290 h 9456078"/>
              <a:gd name="connsiteX9" fmla="*/ 1179267 w 13940157"/>
              <a:gd name="connsiteY9" fmla="*/ 9440698 h 9456078"/>
              <a:gd name="connsiteX10" fmla="*/ 1228662 w 13940157"/>
              <a:gd name="connsiteY10" fmla="*/ 9436632 h 9456078"/>
              <a:gd name="connsiteX11" fmla="*/ 1277970 w 13940157"/>
              <a:gd name="connsiteY11" fmla="*/ 9432096 h 9456078"/>
              <a:gd name="connsiteX12" fmla="*/ 1327189 w 13940157"/>
              <a:gd name="connsiteY12" fmla="*/ 9427089 h 9456078"/>
              <a:gd name="connsiteX13" fmla="*/ 1376316 w 13940157"/>
              <a:gd name="connsiteY13" fmla="*/ 9421615 h 9456078"/>
              <a:gd name="connsiteX14" fmla="*/ 1425347 w 13940157"/>
              <a:gd name="connsiteY14" fmla="*/ 9415673 h 9456078"/>
              <a:gd name="connsiteX15" fmla="*/ 1474280 w 13940157"/>
              <a:gd name="connsiteY15" fmla="*/ 9409267 h 9456078"/>
              <a:gd name="connsiteX16" fmla="*/ 1523111 w 13940157"/>
              <a:gd name="connsiteY16" fmla="*/ 9402396 h 9456078"/>
              <a:gd name="connsiteX17" fmla="*/ 1571838 w 13940157"/>
              <a:gd name="connsiteY17" fmla="*/ 9395063 h 9456078"/>
              <a:gd name="connsiteX18" fmla="*/ 1620458 w 13940157"/>
              <a:gd name="connsiteY18" fmla="*/ 9387270 h 9456078"/>
              <a:gd name="connsiteX19" fmla="*/ 1668967 w 13940157"/>
              <a:gd name="connsiteY19" fmla="*/ 9379017 h 9456078"/>
              <a:gd name="connsiteX20" fmla="*/ 1717362 w 13940157"/>
              <a:gd name="connsiteY20" fmla="*/ 9370306 h 9456078"/>
              <a:gd name="connsiteX21" fmla="*/ 1765641 w 13940157"/>
              <a:gd name="connsiteY21" fmla="*/ 9361139 h 9456078"/>
              <a:gd name="connsiteX22" fmla="*/ 1813800 w 13940157"/>
              <a:gd name="connsiteY22" fmla="*/ 9351517 h 9456078"/>
              <a:gd name="connsiteX23" fmla="*/ 1861837 w 13940157"/>
              <a:gd name="connsiteY23" fmla="*/ 9341441 h 9456078"/>
              <a:gd name="connsiteX24" fmla="*/ 1909749 w 13940157"/>
              <a:gd name="connsiteY24" fmla="*/ 9330914 h 9456078"/>
              <a:gd name="connsiteX25" fmla="*/ 1957532 w 13940157"/>
              <a:gd name="connsiteY25" fmla="*/ 9319936 h 9456078"/>
              <a:gd name="connsiteX26" fmla="*/ 2005183 w 13940157"/>
              <a:gd name="connsiteY26" fmla="*/ 9308509 h 9456078"/>
              <a:gd name="connsiteX27" fmla="*/ 2052699 w 13940157"/>
              <a:gd name="connsiteY27" fmla="*/ 9296635 h 9456078"/>
              <a:gd name="connsiteX28" fmla="*/ 2100079 w 13940157"/>
              <a:gd name="connsiteY28" fmla="*/ 9284315 h 9456078"/>
              <a:gd name="connsiteX29" fmla="*/ 2147317 w 13940157"/>
              <a:gd name="connsiteY29" fmla="*/ 9271550 h 9456078"/>
              <a:gd name="connsiteX30" fmla="*/ 2194412 w 13940157"/>
              <a:gd name="connsiteY30" fmla="*/ 9258342 h 9456078"/>
              <a:gd name="connsiteX31" fmla="*/ 2241360 w 13940157"/>
              <a:gd name="connsiteY31" fmla="*/ 9244693 h 9456078"/>
              <a:gd name="connsiteX32" fmla="*/ 2288159 w 13940157"/>
              <a:gd name="connsiteY32" fmla="*/ 9230604 h 9456078"/>
              <a:gd name="connsiteX33" fmla="*/ 2334805 w 13940157"/>
              <a:gd name="connsiteY33" fmla="*/ 9216076 h 9456078"/>
              <a:gd name="connsiteX34" fmla="*/ 2381295 w 13940157"/>
              <a:gd name="connsiteY34" fmla="*/ 9201111 h 9456078"/>
              <a:gd name="connsiteX35" fmla="*/ 2427627 w 13940157"/>
              <a:gd name="connsiteY35" fmla="*/ 9185710 h 9456078"/>
              <a:gd name="connsiteX36" fmla="*/ 2473797 w 13940157"/>
              <a:gd name="connsiteY36" fmla="*/ 9169876 h 9456078"/>
              <a:gd name="connsiteX37" fmla="*/ 2519802 w 13940157"/>
              <a:gd name="connsiteY37" fmla="*/ 9153608 h 9456078"/>
              <a:gd name="connsiteX38" fmla="*/ 2565640 w 13940157"/>
              <a:gd name="connsiteY38" fmla="*/ 9136910 h 9456078"/>
              <a:gd name="connsiteX39" fmla="*/ 2611307 w 13940157"/>
              <a:gd name="connsiteY39" fmla="*/ 9119782 h 9456078"/>
              <a:gd name="connsiteX40" fmla="*/ 2656800 w 13940157"/>
              <a:gd name="connsiteY40" fmla="*/ 9102226 h 9456078"/>
              <a:gd name="connsiteX41" fmla="*/ 2702116 w 13940157"/>
              <a:gd name="connsiteY41" fmla="*/ 9084243 h 9456078"/>
              <a:gd name="connsiteX42" fmla="*/ 2747253 w 13940157"/>
              <a:gd name="connsiteY42" fmla="*/ 9065835 h 9456078"/>
              <a:gd name="connsiteX43" fmla="*/ 2792207 w 13940157"/>
              <a:gd name="connsiteY43" fmla="*/ 9047004 h 9456078"/>
              <a:gd name="connsiteX44" fmla="*/ 2836975 w 13940157"/>
              <a:gd name="connsiteY44" fmla="*/ 9027750 h 9456078"/>
              <a:gd name="connsiteX45" fmla="*/ 2881555 w 13940157"/>
              <a:gd name="connsiteY45" fmla="*/ 9008075 h 9456078"/>
              <a:gd name="connsiteX46" fmla="*/ 2925942 w 13940157"/>
              <a:gd name="connsiteY46" fmla="*/ 8987981 h 9456078"/>
              <a:gd name="connsiteX47" fmla="*/ 2970135 w 13940157"/>
              <a:gd name="connsiteY47" fmla="*/ 8967470 h 9456078"/>
              <a:gd name="connsiteX48" fmla="*/ 3014130 w 13940157"/>
              <a:gd name="connsiteY48" fmla="*/ 8946542 h 9456078"/>
              <a:gd name="connsiteX49" fmla="*/ 3057924 w 13940157"/>
              <a:gd name="connsiteY49" fmla="*/ 8925199 h 9456078"/>
              <a:gd name="connsiteX50" fmla="*/ 3101514 w 13940157"/>
              <a:gd name="connsiteY50" fmla="*/ 8903443 h 9456078"/>
              <a:gd name="connsiteX51" fmla="*/ 3144898 w 13940157"/>
              <a:gd name="connsiteY51" fmla="*/ 8881275 h 9456078"/>
              <a:gd name="connsiteX52" fmla="*/ 3188071 w 13940157"/>
              <a:gd name="connsiteY52" fmla="*/ 8858697 h 9456078"/>
              <a:gd name="connsiteX53" fmla="*/ 3231032 w 13940157"/>
              <a:gd name="connsiteY53" fmla="*/ 8835710 h 9456078"/>
              <a:gd name="connsiteX54" fmla="*/ 3273777 w 13940157"/>
              <a:gd name="connsiteY54" fmla="*/ 8812316 h 9456078"/>
              <a:gd name="connsiteX55" fmla="*/ 3316303 w 13940157"/>
              <a:gd name="connsiteY55" fmla="*/ 8788516 h 9456078"/>
              <a:gd name="connsiteX56" fmla="*/ 3358607 w 13940157"/>
              <a:gd name="connsiteY56" fmla="*/ 8764311 h 9456078"/>
              <a:gd name="connsiteX57" fmla="*/ 3400686 w 13940157"/>
              <a:gd name="connsiteY57" fmla="*/ 8739704 h 9456078"/>
              <a:gd name="connsiteX58" fmla="*/ 3442537 w 13940157"/>
              <a:gd name="connsiteY58" fmla="*/ 8714695 h 9456078"/>
              <a:gd name="connsiteX59" fmla="*/ 3484157 w 13940157"/>
              <a:gd name="connsiteY59" fmla="*/ 8689286 h 9456078"/>
              <a:gd name="connsiteX60" fmla="*/ 3525543 w 13940157"/>
              <a:gd name="connsiteY60" fmla="*/ 8663479 h 9456078"/>
              <a:gd name="connsiteX61" fmla="*/ 3566693 w 13940157"/>
              <a:gd name="connsiteY61" fmla="*/ 8637274 h 9456078"/>
              <a:gd name="connsiteX62" fmla="*/ 3607602 w 13940157"/>
              <a:gd name="connsiteY62" fmla="*/ 8610675 h 9456078"/>
              <a:gd name="connsiteX63" fmla="*/ 3648268 w 13940157"/>
              <a:gd name="connsiteY63" fmla="*/ 8583681 h 9456078"/>
              <a:gd name="connsiteX64" fmla="*/ 3688689 w 13940157"/>
              <a:gd name="connsiteY64" fmla="*/ 8556295 h 9456078"/>
              <a:gd name="connsiteX65" fmla="*/ 3728860 w 13940157"/>
              <a:gd name="connsiteY65" fmla="*/ 8528517 h 9456078"/>
              <a:gd name="connsiteX66" fmla="*/ 3768779 w 13940157"/>
              <a:gd name="connsiteY66" fmla="*/ 8500351 h 9456078"/>
              <a:gd name="connsiteX67" fmla="*/ 3808443 w 13940157"/>
              <a:gd name="connsiteY67" fmla="*/ 8471796 h 9456078"/>
              <a:gd name="connsiteX68" fmla="*/ 3847849 w 13940157"/>
              <a:gd name="connsiteY68" fmla="*/ 8442854 h 9456078"/>
              <a:gd name="connsiteX69" fmla="*/ 3886994 w 13940157"/>
              <a:gd name="connsiteY69" fmla="*/ 8413528 h 9456078"/>
              <a:gd name="connsiteX70" fmla="*/ 3925875 w 13940157"/>
              <a:gd name="connsiteY70" fmla="*/ 8383818 h 9456078"/>
              <a:gd name="connsiteX71" fmla="*/ 3964489 w 13940157"/>
              <a:gd name="connsiteY71" fmla="*/ 8353726 h 9456078"/>
              <a:gd name="connsiteX72" fmla="*/ 4002833 w 13940157"/>
              <a:gd name="connsiteY72" fmla="*/ 8323253 h 9456078"/>
              <a:gd name="connsiteX73" fmla="*/ 4040904 w 13940157"/>
              <a:gd name="connsiteY73" fmla="*/ 8292401 h 9456078"/>
              <a:gd name="connsiteX74" fmla="*/ 4078699 w 13940157"/>
              <a:gd name="connsiteY74" fmla="*/ 8261172 h 9456078"/>
              <a:gd name="connsiteX75" fmla="*/ 4116214 w 13940157"/>
              <a:gd name="connsiteY75" fmla="*/ 8229566 h 9456078"/>
              <a:gd name="connsiteX76" fmla="*/ 4153447 w 13940157"/>
              <a:gd name="connsiteY76" fmla="*/ 8197585 h 9456078"/>
              <a:gd name="connsiteX77" fmla="*/ 4190395 w 13940157"/>
              <a:gd name="connsiteY77" fmla="*/ 8165232 h 9456078"/>
              <a:gd name="connsiteX78" fmla="*/ 4227055 w 13940157"/>
              <a:gd name="connsiteY78" fmla="*/ 8132507 h 9456078"/>
              <a:gd name="connsiteX79" fmla="*/ 4263424 w 13940157"/>
              <a:gd name="connsiteY79" fmla="*/ 8099411 h 9456078"/>
              <a:gd name="connsiteX80" fmla="*/ 4299499 w 13940157"/>
              <a:gd name="connsiteY80" fmla="*/ 8065947 h 9456078"/>
              <a:gd name="connsiteX81" fmla="*/ 4335276 w 13940157"/>
              <a:gd name="connsiteY81" fmla="*/ 8032115 h 9456078"/>
              <a:gd name="connsiteX82" fmla="*/ 4370753 w 13940157"/>
              <a:gd name="connsiteY82" fmla="*/ 7997918 h 9456078"/>
              <a:gd name="connsiteX83" fmla="*/ 4405927 w 13940157"/>
              <a:gd name="connsiteY83" fmla="*/ 7963356 h 9456078"/>
              <a:gd name="connsiteX84" fmla="*/ 4440795 w 13940157"/>
              <a:gd name="connsiteY84" fmla="*/ 7928432 h 9456078"/>
              <a:gd name="connsiteX85" fmla="*/ 4475354 w 13940157"/>
              <a:gd name="connsiteY85" fmla="*/ 7893146 h 9456078"/>
              <a:gd name="connsiteX86" fmla="*/ 4509600 w 13940157"/>
              <a:gd name="connsiteY86" fmla="*/ 7857501 h 9456078"/>
              <a:gd name="connsiteX87" fmla="*/ 4543531 w 13940157"/>
              <a:gd name="connsiteY87" fmla="*/ 7821497 h 9456078"/>
              <a:gd name="connsiteX88" fmla="*/ 4577143 w 13940157"/>
              <a:gd name="connsiteY88" fmla="*/ 7785136 h 9456078"/>
              <a:gd name="connsiteX89" fmla="*/ 4610435 w 13940157"/>
              <a:gd name="connsiteY89" fmla="*/ 7748420 h 9456078"/>
              <a:gd name="connsiteX90" fmla="*/ 4643402 w 13940157"/>
              <a:gd name="connsiteY90" fmla="*/ 7711350 h 9456078"/>
              <a:gd name="connsiteX91" fmla="*/ 4676042 w 13940157"/>
              <a:gd name="connsiteY91" fmla="*/ 7673928 h 9456078"/>
              <a:gd name="connsiteX92" fmla="*/ 4708351 w 13940157"/>
              <a:gd name="connsiteY92" fmla="*/ 7636155 h 9456078"/>
              <a:gd name="connsiteX93" fmla="*/ 4740327 w 13940157"/>
              <a:gd name="connsiteY93" fmla="*/ 7598032 h 9456078"/>
              <a:gd name="connsiteX94" fmla="*/ 4771967 w 13940157"/>
              <a:gd name="connsiteY94" fmla="*/ 7559561 h 9456078"/>
              <a:gd name="connsiteX95" fmla="*/ 4803267 w 13940157"/>
              <a:gd name="connsiteY95" fmla="*/ 7520744 h 9456078"/>
              <a:gd name="connsiteX96" fmla="*/ 4834225 w 13940157"/>
              <a:gd name="connsiteY96" fmla="*/ 7481582 h 9456078"/>
              <a:gd name="connsiteX97" fmla="*/ 4864838 w 13940157"/>
              <a:gd name="connsiteY97" fmla="*/ 7442077 h 9456078"/>
              <a:gd name="connsiteX98" fmla="*/ 8803671 w 13940157"/>
              <a:gd name="connsiteY98" fmla="*/ 2307814 h 9456078"/>
              <a:gd name="connsiteX99" fmla="*/ 8834262 w 13940157"/>
              <a:gd name="connsiteY99" fmla="*/ 2268285 h 9456078"/>
              <a:gd name="connsiteX100" fmla="*/ 8865156 w 13940157"/>
              <a:gd name="connsiteY100" fmla="*/ 2229056 h 9456078"/>
              <a:gd name="connsiteX101" fmla="*/ 8896349 w 13940157"/>
              <a:gd name="connsiteY101" fmla="*/ 2190127 h 9456078"/>
              <a:gd name="connsiteX102" fmla="*/ 8927839 w 13940157"/>
              <a:gd name="connsiteY102" fmla="*/ 2151500 h 9456078"/>
              <a:gd name="connsiteX103" fmla="*/ 8959624 w 13940157"/>
              <a:gd name="connsiteY103" fmla="*/ 2113176 h 9456078"/>
              <a:gd name="connsiteX104" fmla="*/ 8991701 w 13940157"/>
              <a:gd name="connsiteY104" fmla="*/ 2075157 h 9456078"/>
              <a:gd name="connsiteX105" fmla="*/ 9024069 w 13940157"/>
              <a:gd name="connsiteY105" fmla="*/ 2037442 h 9456078"/>
              <a:gd name="connsiteX106" fmla="*/ 9056725 w 13940157"/>
              <a:gd name="connsiteY106" fmla="*/ 2000034 h 9456078"/>
              <a:gd name="connsiteX107" fmla="*/ 9089667 w 13940157"/>
              <a:gd name="connsiteY107" fmla="*/ 1962934 h 9456078"/>
              <a:gd name="connsiteX108" fmla="*/ 9122892 w 13940157"/>
              <a:gd name="connsiteY108" fmla="*/ 1926142 h 9456078"/>
              <a:gd name="connsiteX109" fmla="*/ 9156398 w 13940157"/>
              <a:gd name="connsiteY109" fmla="*/ 1889660 h 9456078"/>
              <a:gd name="connsiteX110" fmla="*/ 9190183 w 13940157"/>
              <a:gd name="connsiteY110" fmla="*/ 1853489 h 9456078"/>
              <a:gd name="connsiteX111" fmla="*/ 9224245 w 13940157"/>
              <a:gd name="connsiteY111" fmla="*/ 1817630 h 9456078"/>
              <a:gd name="connsiteX112" fmla="*/ 9258581 w 13940157"/>
              <a:gd name="connsiteY112" fmla="*/ 1782084 h 9456078"/>
              <a:gd name="connsiteX113" fmla="*/ 9293189 w 13940157"/>
              <a:gd name="connsiteY113" fmla="*/ 1746853 h 9456078"/>
              <a:gd name="connsiteX114" fmla="*/ 9328066 w 13940157"/>
              <a:gd name="connsiteY114" fmla="*/ 1711937 h 9456078"/>
              <a:gd name="connsiteX115" fmla="*/ 9363211 w 13940157"/>
              <a:gd name="connsiteY115" fmla="*/ 1677337 h 9456078"/>
              <a:gd name="connsiteX116" fmla="*/ 9398621 w 13940157"/>
              <a:gd name="connsiteY116" fmla="*/ 1643056 h 9456078"/>
              <a:gd name="connsiteX117" fmla="*/ 9434294 w 13940157"/>
              <a:gd name="connsiteY117" fmla="*/ 1609093 h 9456078"/>
              <a:gd name="connsiteX118" fmla="*/ 9470227 w 13940157"/>
              <a:gd name="connsiteY118" fmla="*/ 1575450 h 9456078"/>
              <a:gd name="connsiteX119" fmla="*/ 9506418 w 13940157"/>
              <a:gd name="connsiteY119" fmla="*/ 1542128 h 9456078"/>
              <a:gd name="connsiteX120" fmla="*/ 9542866 w 13940157"/>
              <a:gd name="connsiteY120" fmla="*/ 1509129 h 9456078"/>
              <a:gd name="connsiteX121" fmla="*/ 9579567 w 13940157"/>
              <a:gd name="connsiteY121" fmla="*/ 1476452 h 9456078"/>
              <a:gd name="connsiteX122" fmla="*/ 9616519 w 13940157"/>
              <a:gd name="connsiteY122" fmla="*/ 1444101 h 9456078"/>
              <a:gd name="connsiteX123" fmla="*/ 9653720 w 13940157"/>
              <a:gd name="connsiteY123" fmla="*/ 1412075 h 9456078"/>
              <a:gd name="connsiteX124" fmla="*/ 9691168 w 13940157"/>
              <a:gd name="connsiteY124" fmla="*/ 1380375 h 9456078"/>
              <a:gd name="connsiteX125" fmla="*/ 9728861 w 13940157"/>
              <a:gd name="connsiteY125" fmla="*/ 1349004 h 9456078"/>
              <a:gd name="connsiteX126" fmla="*/ 9766795 w 13940157"/>
              <a:gd name="connsiteY126" fmla="*/ 1317962 h 9456078"/>
              <a:gd name="connsiteX127" fmla="*/ 9804970 w 13940157"/>
              <a:gd name="connsiteY127" fmla="*/ 1287250 h 9456078"/>
              <a:gd name="connsiteX128" fmla="*/ 9843382 w 13940157"/>
              <a:gd name="connsiteY128" fmla="*/ 1256869 h 9456078"/>
              <a:gd name="connsiteX129" fmla="*/ 9882029 w 13940157"/>
              <a:gd name="connsiteY129" fmla="*/ 1226820 h 9456078"/>
              <a:gd name="connsiteX130" fmla="*/ 9920909 w 13940157"/>
              <a:gd name="connsiteY130" fmla="*/ 1197105 h 9456078"/>
              <a:gd name="connsiteX131" fmla="*/ 9960020 w 13940157"/>
              <a:gd name="connsiteY131" fmla="*/ 1167725 h 9456078"/>
              <a:gd name="connsiteX132" fmla="*/ 9999359 w 13940157"/>
              <a:gd name="connsiteY132" fmla="*/ 1138681 h 9456078"/>
              <a:gd name="connsiteX133" fmla="*/ 10038924 w 13940157"/>
              <a:gd name="connsiteY133" fmla="*/ 1109974 h 9456078"/>
              <a:gd name="connsiteX134" fmla="*/ 10078713 w 13940157"/>
              <a:gd name="connsiteY134" fmla="*/ 1081604 h 9456078"/>
              <a:gd name="connsiteX135" fmla="*/ 10118724 w 13940157"/>
              <a:gd name="connsiteY135" fmla="*/ 1053574 h 9456078"/>
              <a:gd name="connsiteX136" fmla="*/ 10158954 w 13940157"/>
              <a:gd name="connsiteY136" fmla="*/ 1025884 h 9456078"/>
              <a:gd name="connsiteX137" fmla="*/ 10199400 w 13940157"/>
              <a:gd name="connsiteY137" fmla="*/ 998536 h 9456078"/>
              <a:gd name="connsiteX138" fmla="*/ 10240062 w 13940157"/>
              <a:gd name="connsiteY138" fmla="*/ 971530 h 9456078"/>
              <a:gd name="connsiteX139" fmla="*/ 10280935 w 13940157"/>
              <a:gd name="connsiteY139" fmla="*/ 944868 h 9456078"/>
              <a:gd name="connsiteX140" fmla="*/ 10322019 w 13940157"/>
              <a:gd name="connsiteY140" fmla="*/ 918551 h 9456078"/>
              <a:gd name="connsiteX141" fmla="*/ 10363310 w 13940157"/>
              <a:gd name="connsiteY141" fmla="*/ 892580 h 9456078"/>
              <a:gd name="connsiteX142" fmla="*/ 10404807 w 13940157"/>
              <a:gd name="connsiteY142" fmla="*/ 866956 h 9456078"/>
              <a:gd name="connsiteX143" fmla="*/ 10446507 w 13940157"/>
              <a:gd name="connsiteY143" fmla="*/ 841681 h 9456078"/>
              <a:gd name="connsiteX144" fmla="*/ 10488408 w 13940157"/>
              <a:gd name="connsiteY144" fmla="*/ 816754 h 9456078"/>
              <a:gd name="connsiteX145" fmla="*/ 10530507 w 13940157"/>
              <a:gd name="connsiteY145" fmla="*/ 792179 h 9456078"/>
              <a:gd name="connsiteX146" fmla="*/ 10572803 w 13940157"/>
              <a:gd name="connsiteY146" fmla="*/ 767955 h 9456078"/>
              <a:gd name="connsiteX147" fmla="*/ 10615292 w 13940157"/>
              <a:gd name="connsiteY147" fmla="*/ 744083 h 9456078"/>
              <a:gd name="connsiteX148" fmla="*/ 10657973 w 13940157"/>
              <a:gd name="connsiteY148" fmla="*/ 720566 h 9456078"/>
              <a:gd name="connsiteX149" fmla="*/ 10700844 w 13940157"/>
              <a:gd name="connsiteY149" fmla="*/ 697404 h 9456078"/>
              <a:gd name="connsiteX150" fmla="*/ 10743902 w 13940157"/>
              <a:gd name="connsiteY150" fmla="*/ 674598 h 9456078"/>
              <a:gd name="connsiteX151" fmla="*/ 10787144 w 13940157"/>
              <a:gd name="connsiteY151" fmla="*/ 652149 h 9456078"/>
              <a:gd name="connsiteX152" fmla="*/ 10830569 w 13940157"/>
              <a:gd name="connsiteY152" fmla="*/ 630059 h 9456078"/>
              <a:gd name="connsiteX153" fmla="*/ 10874174 w 13940157"/>
              <a:gd name="connsiteY153" fmla="*/ 608328 h 9456078"/>
              <a:gd name="connsiteX154" fmla="*/ 10917957 w 13940157"/>
              <a:gd name="connsiteY154" fmla="*/ 586958 h 9456078"/>
              <a:gd name="connsiteX155" fmla="*/ 10961916 w 13940157"/>
              <a:gd name="connsiteY155" fmla="*/ 565950 h 9456078"/>
              <a:gd name="connsiteX156" fmla="*/ 11006048 w 13940157"/>
              <a:gd name="connsiteY156" fmla="*/ 545304 h 9456078"/>
              <a:gd name="connsiteX157" fmla="*/ 11050351 w 13940157"/>
              <a:gd name="connsiteY157" fmla="*/ 525023 h 9456078"/>
              <a:gd name="connsiteX158" fmla="*/ 11094823 w 13940157"/>
              <a:gd name="connsiteY158" fmla="*/ 505107 h 9456078"/>
              <a:gd name="connsiteX159" fmla="*/ 11139461 w 13940157"/>
              <a:gd name="connsiteY159" fmla="*/ 485558 h 9456078"/>
              <a:gd name="connsiteX160" fmla="*/ 11184263 w 13940157"/>
              <a:gd name="connsiteY160" fmla="*/ 466376 h 9456078"/>
              <a:gd name="connsiteX161" fmla="*/ 11229228 w 13940157"/>
              <a:gd name="connsiteY161" fmla="*/ 447563 h 9456078"/>
              <a:gd name="connsiteX162" fmla="*/ 11274351 w 13940157"/>
              <a:gd name="connsiteY162" fmla="*/ 429119 h 9456078"/>
              <a:gd name="connsiteX163" fmla="*/ 11319632 w 13940157"/>
              <a:gd name="connsiteY163" fmla="*/ 411046 h 9456078"/>
              <a:gd name="connsiteX164" fmla="*/ 11365068 w 13940157"/>
              <a:gd name="connsiteY164" fmla="*/ 393346 h 9456078"/>
              <a:gd name="connsiteX165" fmla="*/ 11410657 w 13940157"/>
              <a:gd name="connsiteY165" fmla="*/ 376018 h 9456078"/>
              <a:gd name="connsiteX166" fmla="*/ 11456396 w 13940157"/>
              <a:gd name="connsiteY166" fmla="*/ 359065 h 9456078"/>
              <a:gd name="connsiteX167" fmla="*/ 11502283 w 13940157"/>
              <a:gd name="connsiteY167" fmla="*/ 342487 h 9456078"/>
              <a:gd name="connsiteX168" fmla="*/ 11548316 w 13940157"/>
              <a:gd name="connsiteY168" fmla="*/ 326286 h 9456078"/>
              <a:gd name="connsiteX169" fmla="*/ 11594492 w 13940157"/>
              <a:gd name="connsiteY169" fmla="*/ 310462 h 9456078"/>
              <a:gd name="connsiteX170" fmla="*/ 11640810 w 13940157"/>
              <a:gd name="connsiteY170" fmla="*/ 295018 h 9456078"/>
              <a:gd name="connsiteX171" fmla="*/ 11687267 w 13940157"/>
              <a:gd name="connsiteY171" fmla="*/ 279953 h 9456078"/>
              <a:gd name="connsiteX172" fmla="*/ 11733860 w 13940157"/>
              <a:gd name="connsiteY172" fmla="*/ 265269 h 9456078"/>
              <a:gd name="connsiteX173" fmla="*/ 11780587 w 13940157"/>
              <a:gd name="connsiteY173" fmla="*/ 250968 h 9456078"/>
              <a:gd name="connsiteX174" fmla="*/ 11827447 w 13940157"/>
              <a:gd name="connsiteY174" fmla="*/ 237049 h 9456078"/>
              <a:gd name="connsiteX175" fmla="*/ 11874436 w 13940157"/>
              <a:gd name="connsiteY175" fmla="*/ 223516 h 9456078"/>
              <a:gd name="connsiteX176" fmla="*/ 11921553 w 13940157"/>
              <a:gd name="connsiteY176" fmla="*/ 210368 h 9456078"/>
              <a:gd name="connsiteX177" fmla="*/ 11968794 w 13940157"/>
              <a:gd name="connsiteY177" fmla="*/ 197606 h 9456078"/>
              <a:gd name="connsiteX178" fmla="*/ 12016159 w 13940157"/>
              <a:gd name="connsiteY178" fmla="*/ 185233 h 9456078"/>
              <a:gd name="connsiteX179" fmla="*/ 12063644 w 13940157"/>
              <a:gd name="connsiteY179" fmla="*/ 173248 h 9456078"/>
              <a:gd name="connsiteX180" fmla="*/ 12111248 w 13940157"/>
              <a:gd name="connsiteY180" fmla="*/ 161654 h 9456078"/>
              <a:gd name="connsiteX181" fmla="*/ 12158967 w 13940157"/>
              <a:gd name="connsiteY181" fmla="*/ 150451 h 9456078"/>
              <a:gd name="connsiteX182" fmla="*/ 12206800 w 13940157"/>
              <a:gd name="connsiteY182" fmla="*/ 139640 h 9456078"/>
              <a:gd name="connsiteX183" fmla="*/ 12254745 w 13940157"/>
              <a:gd name="connsiteY183" fmla="*/ 129223 h 9456078"/>
              <a:gd name="connsiteX184" fmla="*/ 12302799 w 13940157"/>
              <a:gd name="connsiteY184" fmla="*/ 119201 h 9456078"/>
              <a:gd name="connsiteX185" fmla="*/ 12350959 w 13940157"/>
              <a:gd name="connsiteY185" fmla="*/ 109574 h 9456078"/>
              <a:gd name="connsiteX186" fmla="*/ 12399224 w 13940157"/>
              <a:gd name="connsiteY186" fmla="*/ 100344 h 9456078"/>
              <a:gd name="connsiteX187" fmla="*/ 12447591 w 13940157"/>
              <a:gd name="connsiteY187" fmla="*/ 91512 h 9456078"/>
              <a:gd name="connsiteX188" fmla="*/ 12496058 w 13940157"/>
              <a:gd name="connsiteY188" fmla="*/ 83080 h 9456078"/>
              <a:gd name="connsiteX189" fmla="*/ 12544623 w 13940157"/>
              <a:gd name="connsiteY189" fmla="*/ 75047 h 9456078"/>
              <a:gd name="connsiteX190" fmla="*/ 12593283 w 13940157"/>
              <a:gd name="connsiteY190" fmla="*/ 67417 h 9456078"/>
              <a:gd name="connsiteX191" fmla="*/ 12642036 w 13940157"/>
              <a:gd name="connsiteY191" fmla="*/ 60188 h 9456078"/>
              <a:gd name="connsiteX192" fmla="*/ 12690879 w 13940157"/>
              <a:gd name="connsiteY192" fmla="*/ 53364 h 9456078"/>
              <a:gd name="connsiteX193" fmla="*/ 12739811 w 13940157"/>
              <a:gd name="connsiteY193" fmla="*/ 46944 h 9456078"/>
              <a:gd name="connsiteX194" fmla="*/ 12788830 w 13940157"/>
              <a:gd name="connsiteY194" fmla="*/ 40931 h 9456078"/>
              <a:gd name="connsiteX195" fmla="*/ 12837932 w 13940157"/>
              <a:gd name="connsiteY195" fmla="*/ 35324 h 9456078"/>
              <a:gd name="connsiteX196" fmla="*/ 12887116 w 13940157"/>
              <a:gd name="connsiteY196" fmla="*/ 30126 h 9456078"/>
              <a:gd name="connsiteX197" fmla="*/ 12936379 w 13940157"/>
              <a:gd name="connsiteY197" fmla="*/ 25337 h 9456078"/>
              <a:gd name="connsiteX198" fmla="*/ 12985719 w 13940157"/>
              <a:gd name="connsiteY198" fmla="*/ 20958 h 9456078"/>
              <a:gd name="connsiteX199" fmla="*/ 13035133 w 13940157"/>
              <a:gd name="connsiteY199" fmla="*/ 16991 h 9456078"/>
              <a:gd name="connsiteX200" fmla="*/ 13084620 w 13940157"/>
              <a:gd name="connsiteY200" fmla="*/ 13437 h 9456078"/>
              <a:gd name="connsiteX201" fmla="*/ 13134178 w 13940157"/>
              <a:gd name="connsiteY201" fmla="*/ 10297 h 9456078"/>
              <a:gd name="connsiteX202" fmla="*/ 13183803 w 13940157"/>
              <a:gd name="connsiteY202" fmla="*/ 7572 h 9456078"/>
              <a:gd name="connsiteX203" fmla="*/ 13233493 w 13940157"/>
              <a:gd name="connsiteY203" fmla="*/ 5263 h 9456078"/>
              <a:gd name="connsiteX204" fmla="*/ 13283247 w 13940157"/>
              <a:gd name="connsiteY204" fmla="*/ 3371 h 9456078"/>
              <a:gd name="connsiteX205" fmla="*/ 13333061 w 13940157"/>
              <a:gd name="connsiteY205" fmla="*/ 1898 h 9456078"/>
              <a:gd name="connsiteX206" fmla="*/ 13382934 w 13940157"/>
              <a:gd name="connsiteY206" fmla="*/ 844 h 9456078"/>
              <a:gd name="connsiteX207" fmla="*/ 13432864 w 13940157"/>
              <a:gd name="connsiteY207" fmla="*/ 211 h 9456078"/>
              <a:gd name="connsiteX208" fmla="*/ 13482847 w 13940157"/>
              <a:gd name="connsiteY208" fmla="*/ 0 h 9456078"/>
              <a:gd name="connsiteX209" fmla="*/ 13940158 w 13940157"/>
              <a:gd name="connsiteY209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49234 w 13158799"/>
              <a:gd name="connsiteY5" fmla="*/ 9450052 h 9456078"/>
              <a:gd name="connsiteX6" fmla="*/ 298870 w 13158799"/>
              <a:gd name="connsiteY6" fmla="*/ 9447409 h 9456078"/>
              <a:gd name="connsiteX7" fmla="*/ 348429 w 13158799"/>
              <a:gd name="connsiteY7" fmla="*/ 9444290 h 9456078"/>
              <a:gd name="connsiteX8" fmla="*/ 397907 w 13158799"/>
              <a:gd name="connsiteY8" fmla="*/ 9440698 h 9456078"/>
              <a:gd name="connsiteX9" fmla="*/ 447302 w 13158799"/>
              <a:gd name="connsiteY9" fmla="*/ 9436632 h 9456078"/>
              <a:gd name="connsiteX10" fmla="*/ 496610 w 13158799"/>
              <a:gd name="connsiteY10" fmla="*/ 9432096 h 9456078"/>
              <a:gd name="connsiteX11" fmla="*/ 545829 w 13158799"/>
              <a:gd name="connsiteY11" fmla="*/ 9427089 h 9456078"/>
              <a:gd name="connsiteX12" fmla="*/ 594956 w 13158799"/>
              <a:gd name="connsiteY12" fmla="*/ 9421615 h 9456078"/>
              <a:gd name="connsiteX13" fmla="*/ 643987 w 13158799"/>
              <a:gd name="connsiteY13" fmla="*/ 9415673 h 9456078"/>
              <a:gd name="connsiteX14" fmla="*/ 692920 w 13158799"/>
              <a:gd name="connsiteY14" fmla="*/ 9409267 h 9456078"/>
              <a:gd name="connsiteX15" fmla="*/ 741751 w 13158799"/>
              <a:gd name="connsiteY15" fmla="*/ 9402396 h 9456078"/>
              <a:gd name="connsiteX16" fmla="*/ 790478 w 13158799"/>
              <a:gd name="connsiteY16" fmla="*/ 9395063 h 9456078"/>
              <a:gd name="connsiteX17" fmla="*/ 839098 w 13158799"/>
              <a:gd name="connsiteY17" fmla="*/ 9387270 h 9456078"/>
              <a:gd name="connsiteX18" fmla="*/ 887607 w 13158799"/>
              <a:gd name="connsiteY18" fmla="*/ 9379017 h 9456078"/>
              <a:gd name="connsiteX19" fmla="*/ 936002 w 13158799"/>
              <a:gd name="connsiteY19" fmla="*/ 9370306 h 9456078"/>
              <a:gd name="connsiteX20" fmla="*/ 984281 w 13158799"/>
              <a:gd name="connsiteY20" fmla="*/ 9361139 h 9456078"/>
              <a:gd name="connsiteX21" fmla="*/ 1032440 w 13158799"/>
              <a:gd name="connsiteY21" fmla="*/ 9351517 h 9456078"/>
              <a:gd name="connsiteX22" fmla="*/ 1080477 w 13158799"/>
              <a:gd name="connsiteY22" fmla="*/ 9341441 h 9456078"/>
              <a:gd name="connsiteX23" fmla="*/ 1128389 w 13158799"/>
              <a:gd name="connsiteY23" fmla="*/ 9330914 h 9456078"/>
              <a:gd name="connsiteX24" fmla="*/ 1176172 w 13158799"/>
              <a:gd name="connsiteY24" fmla="*/ 9319936 h 9456078"/>
              <a:gd name="connsiteX25" fmla="*/ 1223823 w 13158799"/>
              <a:gd name="connsiteY25" fmla="*/ 9308509 h 9456078"/>
              <a:gd name="connsiteX26" fmla="*/ 1271339 w 13158799"/>
              <a:gd name="connsiteY26" fmla="*/ 9296635 h 9456078"/>
              <a:gd name="connsiteX27" fmla="*/ 1318719 w 13158799"/>
              <a:gd name="connsiteY27" fmla="*/ 9284315 h 9456078"/>
              <a:gd name="connsiteX28" fmla="*/ 1365957 w 13158799"/>
              <a:gd name="connsiteY28" fmla="*/ 9271550 h 9456078"/>
              <a:gd name="connsiteX29" fmla="*/ 1413052 w 13158799"/>
              <a:gd name="connsiteY29" fmla="*/ 9258342 h 9456078"/>
              <a:gd name="connsiteX30" fmla="*/ 1460000 w 13158799"/>
              <a:gd name="connsiteY30" fmla="*/ 9244693 h 9456078"/>
              <a:gd name="connsiteX31" fmla="*/ 1506799 w 13158799"/>
              <a:gd name="connsiteY31" fmla="*/ 9230604 h 9456078"/>
              <a:gd name="connsiteX32" fmla="*/ 1553445 w 13158799"/>
              <a:gd name="connsiteY32" fmla="*/ 9216076 h 9456078"/>
              <a:gd name="connsiteX33" fmla="*/ 1599935 w 13158799"/>
              <a:gd name="connsiteY33" fmla="*/ 9201111 h 9456078"/>
              <a:gd name="connsiteX34" fmla="*/ 1646267 w 13158799"/>
              <a:gd name="connsiteY34" fmla="*/ 9185710 h 9456078"/>
              <a:gd name="connsiteX35" fmla="*/ 1692437 w 13158799"/>
              <a:gd name="connsiteY35" fmla="*/ 9169876 h 9456078"/>
              <a:gd name="connsiteX36" fmla="*/ 1738442 w 13158799"/>
              <a:gd name="connsiteY36" fmla="*/ 9153608 h 9456078"/>
              <a:gd name="connsiteX37" fmla="*/ 1784280 w 13158799"/>
              <a:gd name="connsiteY37" fmla="*/ 9136910 h 9456078"/>
              <a:gd name="connsiteX38" fmla="*/ 1829947 w 13158799"/>
              <a:gd name="connsiteY38" fmla="*/ 9119782 h 9456078"/>
              <a:gd name="connsiteX39" fmla="*/ 1875440 w 13158799"/>
              <a:gd name="connsiteY39" fmla="*/ 9102226 h 9456078"/>
              <a:gd name="connsiteX40" fmla="*/ 1920756 w 13158799"/>
              <a:gd name="connsiteY40" fmla="*/ 9084243 h 9456078"/>
              <a:gd name="connsiteX41" fmla="*/ 1965893 w 13158799"/>
              <a:gd name="connsiteY41" fmla="*/ 9065835 h 9456078"/>
              <a:gd name="connsiteX42" fmla="*/ 2010847 w 13158799"/>
              <a:gd name="connsiteY42" fmla="*/ 9047004 h 9456078"/>
              <a:gd name="connsiteX43" fmla="*/ 2055615 w 13158799"/>
              <a:gd name="connsiteY43" fmla="*/ 9027750 h 9456078"/>
              <a:gd name="connsiteX44" fmla="*/ 2100195 w 13158799"/>
              <a:gd name="connsiteY44" fmla="*/ 9008075 h 9456078"/>
              <a:gd name="connsiteX45" fmla="*/ 2144582 w 13158799"/>
              <a:gd name="connsiteY45" fmla="*/ 8987981 h 9456078"/>
              <a:gd name="connsiteX46" fmla="*/ 2188775 w 13158799"/>
              <a:gd name="connsiteY46" fmla="*/ 8967470 h 9456078"/>
              <a:gd name="connsiteX47" fmla="*/ 2232770 w 13158799"/>
              <a:gd name="connsiteY47" fmla="*/ 8946542 h 9456078"/>
              <a:gd name="connsiteX48" fmla="*/ 2276564 w 13158799"/>
              <a:gd name="connsiteY48" fmla="*/ 8925199 h 9456078"/>
              <a:gd name="connsiteX49" fmla="*/ 2320154 w 13158799"/>
              <a:gd name="connsiteY49" fmla="*/ 8903443 h 9456078"/>
              <a:gd name="connsiteX50" fmla="*/ 2363538 w 13158799"/>
              <a:gd name="connsiteY50" fmla="*/ 8881275 h 9456078"/>
              <a:gd name="connsiteX51" fmla="*/ 2406711 w 13158799"/>
              <a:gd name="connsiteY51" fmla="*/ 8858697 h 9456078"/>
              <a:gd name="connsiteX52" fmla="*/ 2449672 w 13158799"/>
              <a:gd name="connsiteY52" fmla="*/ 8835710 h 9456078"/>
              <a:gd name="connsiteX53" fmla="*/ 2492417 w 13158799"/>
              <a:gd name="connsiteY53" fmla="*/ 8812316 h 9456078"/>
              <a:gd name="connsiteX54" fmla="*/ 2534943 w 13158799"/>
              <a:gd name="connsiteY54" fmla="*/ 8788516 h 9456078"/>
              <a:gd name="connsiteX55" fmla="*/ 2577247 w 13158799"/>
              <a:gd name="connsiteY55" fmla="*/ 8764311 h 9456078"/>
              <a:gd name="connsiteX56" fmla="*/ 2619326 w 13158799"/>
              <a:gd name="connsiteY56" fmla="*/ 8739704 h 9456078"/>
              <a:gd name="connsiteX57" fmla="*/ 2661177 w 13158799"/>
              <a:gd name="connsiteY57" fmla="*/ 8714695 h 9456078"/>
              <a:gd name="connsiteX58" fmla="*/ 2702797 w 13158799"/>
              <a:gd name="connsiteY58" fmla="*/ 8689286 h 9456078"/>
              <a:gd name="connsiteX59" fmla="*/ 2744183 w 13158799"/>
              <a:gd name="connsiteY59" fmla="*/ 8663479 h 9456078"/>
              <a:gd name="connsiteX60" fmla="*/ 2785333 w 13158799"/>
              <a:gd name="connsiteY60" fmla="*/ 8637274 h 9456078"/>
              <a:gd name="connsiteX61" fmla="*/ 2826242 w 13158799"/>
              <a:gd name="connsiteY61" fmla="*/ 8610675 h 9456078"/>
              <a:gd name="connsiteX62" fmla="*/ 2866908 w 13158799"/>
              <a:gd name="connsiteY62" fmla="*/ 8583681 h 9456078"/>
              <a:gd name="connsiteX63" fmla="*/ 2907329 w 13158799"/>
              <a:gd name="connsiteY63" fmla="*/ 8556295 h 9456078"/>
              <a:gd name="connsiteX64" fmla="*/ 2947500 w 13158799"/>
              <a:gd name="connsiteY64" fmla="*/ 8528517 h 9456078"/>
              <a:gd name="connsiteX65" fmla="*/ 2987419 w 13158799"/>
              <a:gd name="connsiteY65" fmla="*/ 8500351 h 9456078"/>
              <a:gd name="connsiteX66" fmla="*/ 3027083 w 13158799"/>
              <a:gd name="connsiteY66" fmla="*/ 8471796 h 9456078"/>
              <a:gd name="connsiteX67" fmla="*/ 3066489 w 13158799"/>
              <a:gd name="connsiteY67" fmla="*/ 8442854 h 9456078"/>
              <a:gd name="connsiteX68" fmla="*/ 3105634 w 13158799"/>
              <a:gd name="connsiteY68" fmla="*/ 8413528 h 9456078"/>
              <a:gd name="connsiteX69" fmla="*/ 3144515 w 13158799"/>
              <a:gd name="connsiteY69" fmla="*/ 8383818 h 9456078"/>
              <a:gd name="connsiteX70" fmla="*/ 3183129 w 13158799"/>
              <a:gd name="connsiteY70" fmla="*/ 8353726 h 9456078"/>
              <a:gd name="connsiteX71" fmla="*/ 3221473 w 13158799"/>
              <a:gd name="connsiteY71" fmla="*/ 8323253 h 9456078"/>
              <a:gd name="connsiteX72" fmla="*/ 3259544 w 13158799"/>
              <a:gd name="connsiteY72" fmla="*/ 8292401 h 9456078"/>
              <a:gd name="connsiteX73" fmla="*/ 3297339 w 13158799"/>
              <a:gd name="connsiteY73" fmla="*/ 8261172 h 9456078"/>
              <a:gd name="connsiteX74" fmla="*/ 3334854 w 13158799"/>
              <a:gd name="connsiteY74" fmla="*/ 8229566 h 9456078"/>
              <a:gd name="connsiteX75" fmla="*/ 3372087 w 13158799"/>
              <a:gd name="connsiteY75" fmla="*/ 8197585 h 9456078"/>
              <a:gd name="connsiteX76" fmla="*/ 3409035 w 13158799"/>
              <a:gd name="connsiteY76" fmla="*/ 8165232 h 9456078"/>
              <a:gd name="connsiteX77" fmla="*/ 3445695 w 13158799"/>
              <a:gd name="connsiteY77" fmla="*/ 8132507 h 9456078"/>
              <a:gd name="connsiteX78" fmla="*/ 3482064 w 13158799"/>
              <a:gd name="connsiteY78" fmla="*/ 8099411 h 9456078"/>
              <a:gd name="connsiteX79" fmla="*/ 3518139 w 13158799"/>
              <a:gd name="connsiteY79" fmla="*/ 8065947 h 9456078"/>
              <a:gd name="connsiteX80" fmla="*/ 3553916 w 13158799"/>
              <a:gd name="connsiteY80" fmla="*/ 8032115 h 9456078"/>
              <a:gd name="connsiteX81" fmla="*/ 3589393 w 13158799"/>
              <a:gd name="connsiteY81" fmla="*/ 7997918 h 9456078"/>
              <a:gd name="connsiteX82" fmla="*/ 3624567 w 13158799"/>
              <a:gd name="connsiteY82" fmla="*/ 7963356 h 9456078"/>
              <a:gd name="connsiteX83" fmla="*/ 3659435 w 13158799"/>
              <a:gd name="connsiteY83" fmla="*/ 7928432 h 9456078"/>
              <a:gd name="connsiteX84" fmla="*/ 3693994 w 13158799"/>
              <a:gd name="connsiteY84" fmla="*/ 7893146 h 9456078"/>
              <a:gd name="connsiteX85" fmla="*/ 3728240 w 13158799"/>
              <a:gd name="connsiteY85" fmla="*/ 7857501 h 9456078"/>
              <a:gd name="connsiteX86" fmla="*/ 3762171 w 13158799"/>
              <a:gd name="connsiteY86" fmla="*/ 7821497 h 9456078"/>
              <a:gd name="connsiteX87" fmla="*/ 3795783 w 13158799"/>
              <a:gd name="connsiteY87" fmla="*/ 7785136 h 9456078"/>
              <a:gd name="connsiteX88" fmla="*/ 3829075 w 13158799"/>
              <a:gd name="connsiteY88" fmla="*/ 7748420 h 9456078"/>
              <a:gd name="connsiteX89" fmla="*/ 3862042 w 13158799"/>
              <a:gd name="connsiteY89" fmla="*/ 7711350 h 9456078"/>
              <a:gd name="connsiteX90" fmla="*/ 3894682 w 13158799"/>
              <a:gd name="connsiteY90" fmla="*/ 7673928 h 9456078"/>
              <a:gd name="connsiteX91" fmla="*/ 3926991 w 13158799"/>
              <a:gd name="connsiteY91" fmla="*/ 7636155 h 9456078"/>
              <a:gd name="connsiteX92" fmla="*/ 3958967 w 13158799"/>
              <a:gd name="connsiteY92" fmla="*/ 7598032 h 9456078"/>
              <a:gd name="connsiteX93" fmla="*/ 3990607 w 13158799"/>
              <a:gd name="connsiteY93" fmla="*/ 7559561 h 9456078"/>
              <a:gd name="connsiteX94" fmla="*/ 4021907 w 13158799"/>
              <a:gd name="connsiteY94" fmla="*/ 7520744 h 9456078"/>
              <a:gd name="connsiteX95" fmla="*/ 4052865 w 13158799"/>
              <a:gd name="connsiteY95" fmla="*/ 7481582 h 9456078"/>
              <a:gd name="connsiteX96" fmla="*/ 4083478 w 13158799"/>
              <a:gd name="connsiteY96" fmla="*/ 7442077 h 9456078"/>
              <a:gd name="connsiteX97" fmla="*/ 8022311 w 13158799"/>
              <a:gd name="connsiteY97" fmla="*/ 2307814 h 9456078"/>
              <a:gd name="connsiteX98" fmla="*/ 8052902 w 13158799"/>
              <a:gd name="connsiteY98" fmla="*/ 2268285 h 9456078"/>
              <a:gd name="connsiteX99" fmla="*/ 8083796 w 13158799"/>
              <a:gd name="connsiteY99" fmla="*/ 2229056 h 9456078"/>
              <a:gd name="connsiteX100" fmla="*/ 8114989 w 13158799"/>
              <a:gd name="connsiteY100" fmla="*/ 2190127 h 9456078"/>
              <a:gd name="connsiteX101" fmla="*/ 8146479 w 13158799"/>
              <a:gd name="connsiteY101" fmla="*/ 2151500 h 9456078"/>
              <a:gd name="connsiteX102" fmla="*/ 8178264 w 13158799"/>
              <a:gd name="connsiteY102" fmla="*/ 2113176 h 9456078"/>
              <a:gd name="connsiteX103" fmla="*/ 8210341 w 13158799"/>
              <a:gd name="connsiteY103" fmla="*/ 2075157 h 9456078"/>
              <a:gd name="connsiteX104" fmla="*/ 8242709 w 13158799"/>
              <a:gd name="connsiteY104" fmla="*/ 2037442 h 9456078"/>
              <a:gd name="connsiteX105" fmla="*/ 8275365 w 13158799"/>
              <a:gd name="connsiteY105" fmla="*/ 2000034 h 9456078"/>
              <a:gd name="connsiteX106" fmla="*/ 8308307 w 13158799"/>
              <a:gd name="connsiteY106" fmla="*/ 1962934 h 9456078"/>
              <a:gd name="connsiteX107" fmla="*/ 8341532 w 13158799"/>
              <a:gd name="connsiteY107" fmla="*/ 1926142 h 9456078"/>
              <a:gd name="connsiteX108" fmla="*/ 8375038 w 13158799"/>
              <a:gd name="connsiteY108" fmla="*/ 1889660 h 9456078"/>
              <a:gd name="connsiteX109" fmla="*/ 8408823 w 13158799"/>
              <a:gd name="connsiteY109" fmla="*/ 1853489 h 9456078"/>
              <a:gd name="connsiteX110" fmla="*/ 8442885 w 13158799"/>
              <a:gd name="connsiteY110" fmla="*/ 1817630 h 9456078"/>
              <a:gd name="connsiteX111" fmla="*/ 8477221 w 13158799"/>
              <a:gd name="connsiteY111" fmla="*/ 1782084 h 9456078"/>
              <a:gd name="connsiteX112" fmla="*/ 8511829 w 13158799"/>
              <a:gd name="connsiteY112" fmla="*/ 1746853 h 9456078"/>
              <a:gd name="connsiteX113" fmla="*/ 8546706 w 13158799"/>
              <a:gd name="connsiteY113" fmla="*/ 1711937 h 9456078"/>
              <a:gd name="connsiteX114" fmla="*/ 8581851 w 13158799"/>
              <a:gd name="connsiteY114" fmla="*/ 1677337 h 9456078"/>
              <a:gd name="connsiteX115" fmla="*/ 8617261 w 13158799"/>
              <a:gd name="connsiteY115" fmla="*/ 1643056 h 9456078"/>
              <a:gd name="connsiteX116" fmla="*/ 8652934 w 13158799"/>
              <a:gd name="connsiteY116" fmla="*/ 1609093 h 9456078"/>
              <a:gd name="connsiteX117" fmla="*/ 8688867 w 13158799"/>
              <a:gd name="connsiteY117" fmla="*/ 1575450 h 9456078"/>
              <a:gd name="connsiteX118" fmla="*/ 8725058 w 13158799"/>
              <a:gd name="connsiteY118" fmla="*/ 1542128 h 9456078"/>
              <a:gd name="connsiteX119" fmla="*/ 8761506 w 13158799"/>
              <a:gd name="connsiteY119" fmla="*/ 1509129 h 9456078"/>
              <a:gd name="connsiteX120" fmla="*/ 8798207 w 13158799"/>
              <a:gd name="connsiteY120" fmla="*/ 1476452 h 9456078"/>
              <a:gd name="connsiteX121" fmla="*/ 8835159 w 13158799"/>
              <a:gd name="connsiteY121" fmla="*/ 1444101 h 9456078"/>
              <a:gd name="connsiteX122" fmla="*/ 8872360 w 13158799"/>
              <a:gd name="connsiteY122" fmla="*/ 1412075 h 9456078"/>
              <a:gd name="connsiteX123" fmla="*/ 8909808 w 13158799"/>
              <a:gd name="connsiteY123" fmla="*/ 1380375 h 9456078"/>
              <a:gd name="connsiteX124" fmla="*/ 8947501 w 13158799"/>
              <a:gd name="connsiteY124" fmla="*/ 1349004 h 9456078"/>
              <a:gd name="connsiteX125" fmla="*/ 8985435 w 13158799"/>
              <a:gd name="connsiteY125" fmla="*/ 1317962 h 9456078"/>
              <a:gd name="connsiteX126" fmla="*/ 9023610 w 13158799"/>
              <a:gd name="connsiteY126" fmla="*/ 1287250 h 9456078"/>
              <a:gd name="connsiteX127" fmla="*/ 9062022 w 13158799"/>
              <a:gd name="connsiteY127" fmla="*/ 1256869 h 9456078"/>
              <a:gd name="connsiteX128" fmla="*/ 9100669 w 13158799"/>
              <a:gd name="connsiteY128" fmla="*/ 1226820 h 9456078"/>
              <a:gd name="connsiteX129" fmla="*/ 9139549 w 13158799"/>
              <a:gd name="connsiteY129" fmla="*/ 1197105 h 9456078"/>
              <a:gd name="connsiteX130" fmla="*/ 9178660 w 13158799"/>
              <a:gd name="connsiteY130" fmla="*/ 1167725 h 9456078"/>
              <a:gd name="connsiteX131" fmla="*/ 9217999 w 13158799"/>
              <a:gd name="connsiteY131" fmla="*/ 1138681 h 9456078"/>
              <a:gd name="connsiteX132" fmla="*/ 9257564 w 13158799"/>
              <a:gd name="connsiteY132" fmla="*/ 1109974 h 9456078"/>
              <a:gd name="connsiteX133" fmla="*/ 9297353 w 13158799"/>
              <a:gd name="connsiteY133" fmla="*/ 1081604 h 9456078"/>
              <a:gd name="connsiteX134" fmla="*/ 9337364 w 13158799"/>
              <a:gd name="connsiteY134" fmla="*/ 1053574 h 9456078"/>
              <a:gd name="connsiteX135" fmla="*/ 9377594 w 13158799"/>
              <a:gd name="connsiteY135" fmla="*/ 1025884 h 9456078"/>
              <a:gd name="connsiteX136" fmla="*/ 9418040 w 13158799"/>
              <a:gd name="connsiteY136" fmla="*/ 998536 h 9456078"/>
              <a:gd name="connsiteX137" fmla="*/ 9458702 w 13158799"/>
              <a:gd name="connsiteY137" fmla="*/ 971530 h 9456078"/>
              <a:gd name="connsiteX138" fmla="*/ 9499575 w 13158799"/>
              <a:gd name="connsiteY138" fmla="*/ 944868 h 9456078"/>
              <a:gd name="connsiteX139" fmla="*/ 9540659 w 13158799"/>
              <a:gd name="connsiteY139" fmla="*/ 918551 h 9456078"/>
              <a:gd name="connsiteX140" fmla="*/ 9581950 w 13158799"/>
              <a:gd name="connsiteY140" fmla="*/ 892580 h 9456078"/>
              <a:gd name="connsiteX141" fmla="*/ 9623447 w 13158799"/>
              <a:gd name="connsiteY141" fmla="*/ 866956 h 9456078"/>
              <a:gd name="connsiteX142" fmla="*/ 9665147 w 13158799"/>
              <a:gd name="connsiteY142" fmla="*/ 841681 h 9456078"/>
              <a:gd name="connsiteX143" fmla="*/ 9707048 w 13158799"/>
              <a:gd name="connsiteY143" fmla="*/ 816754 h 9456078"/>
              <a:gd name="connsiteX144" fmla="*/ 9749147 w 13158799"/>
              <a:gd name="connsiteY144" fmla="*/ 792179 h 9456078"/>
              <a:gd name="connsiteX145" fmla="*/ 9791443 w 13158799"/>
              <a:gd name="connsiteY145" fmla="*/ 767955 h 9456078"/>
              <a:gd name="connsiteX146" fmla="*/ 9833932 w 13158799"/>
              <a:gd name="connsiteY146" fmla="*/ 744083 h 9456078"/>
              <a:gd name="connsiteX147" fmla="*/ 9876613 w 13158799"/>
              <a:gd name="connsiteY147" fmla="*/ 720566 h 9456078"/>
              <a:gd name="connsiteX148" fmla="*/ 9919484 w 13158799"/>
              <a:gd name="connsiteY148" fmla="*/ 697404 h 9456078"/>
              <a:gd name="connsiteX149" fmla="*/ 9962542 w 13158799"/>
              <a:gd name="connsiteY149" fmla="*/ 674598 h 9456078"/>
              <a:gd name="connsiteX150" fmla="*/ 10005784 w 13158799"/>
              <a:gd name="connsiteY150" fmla="*/ 652149 h 9456078"/>
              <a:gd name="connsiteX151" fmla="*/ 10049209 w 13158799"/>
              <a:gd name="connsiteY151" fmla="*/ 630059 h 9456078"/>
              <a:gd name="connsiteX152" fmla="*/ 10092814 w 13158799"/>
              <a:gd name="connsiteY152" fmla="*/ 608328 h 9456078"/>
              <a:gd name="connsiteX153" fmla="*/ 10136597 w 13158799"/>
              <a:gd name="connsiteY153" fmla="*/ 586958 h 9456078"/>
              <a:gd name="connsiteX154" fmla="*/ 10180556 w 13158799"/>
              <a:gd name="connsiteY154" fmla="*/ 565950 h 9456078"/>
              <a:gd name="connsiteX155" fmla="*/ 10224688 w 13158799"/>
              <a:gd name="connsiteY155" fmla="*/ 545304 h 9456078"/>
              <a:gd name="connsiteX156" fmla="*/ 10268991 w 13158799"/>
              <a:gd name="connsiteY156" fmla="*/ 525023 h 9456078"/>
              <a:gd name="connsiteX157" fmla="*/ 10313463 w 13158799"/>
              <a:gd name="connsiteY157" fmla="*/ 505107 h 9456078"/>
              <a:gd name="connsiteX158" fmla="*/ 10358101 w 13158799"/>
              <a:gd name="connsiteY158" fmla="*/ 485558 h 9456078"/>
              <a:gd name="connsiteX159" fmla="*/ 10402903 w 13158799"/>
              <a:gd name="connsiteY159" fmla="*/ 466376 h 9456078"/>
              <a:gd name="connsiteX160" fmla="*/ 10447868 w 13158799"/>
              <a:gd name="connsiteY160" fmla="*/ 447563 h 9456078"/>
              <a:gd name="connsiteX161" fmla="*/ 10492991 w 13158799"/>
              <a:gd name="connsiteY161" fmla="*/ 429119 h 9456078"/>
              <a:gd name="connsiteX162" fmla="*/ 10538272 w 13158799"/>
              <a:gd name="connsiteY162" fmla="*/ 411046 h 9456078"/>
              <a:gd name="connsiteX163" fmla="*/ 10583708 w 13158799"/>
              <a:gd name="connsiteY163" fmla="*/ 393346 h 9456078"/>
              <a:gd name="connsiteX164" fmla="*/ 10629297 w 13158799"/>
              <a:gd name="connsiteY164" fmla="*/ 376018 h 9456078"/>
              <a:gd name="connsiteX165" fmla="*/ 10675036 w 13158799"/>
              <a:gd name="connsiteY165" fmla="*/ 359065 h 9456078"/>
              <a:gd name="connsiteX166" fmla="*/ 10720923 w 13158799"/>
              <a:gd name="connsiteY166" fmla="*/ 342487 h 9456078"/>
              <a:gd name="connsiteX167" fmla="*/ 10766956 w 13158799"/>
              <a:gd name="connsiteY167" fmla="*/ 326286 h 9456078"/>
              <a:gd name="connsiteX168" fmla="*/ 10813132 w 13158799"/>
              <a:gd name="connsiteY168" fmla="*/ 310462 h 9456078"/>
              <a:gd name="connsiteX169" fmla="*/ 10859450 w 13158799"/>
              <a:gd name="connsiteY169" fmla="*/ 295018 h 9456078"/>
              <a:gd name="connsiteX170" fmla="*/ 10905907 w 13158799"/>
              <a:gd name="connsiteY170" fmla="*/ 279953 h 9456078"/>
              <a:gd name="connsiteX171" fmla="*/ 10952500 w 13158799"/>
              <a:gd name="connsiteY171" fmla="*/ 265269 h 9456078"/>
              <a:gd name="connsiteX172" fmla="*/ 10999227 w 13158799"/>
              <a:gd name="connsiteY172" fmla="*/ 250968 h 9456078"/>
              <a:gd name="connsiteX173" fmla="*/ 11046087 w 13158799"/>
              <a:gd name="connsiteY173" fmla="*/ 237049 h 9456078"/>
              <a:gd name="connsiteX174" fmla="*/ 11093076 w 13158799"/>
              <a:gd name="connsiteY174" fmla="*/ 223516 h 9456078"/>
              <a:gd name="connsiteX175" fmla="*/ 11140193 w 13158799"/>
              <a:gd name="connsiteY175" fmla="*/ 210368 h 9456078"/>
              <a:gd name="connsiteX176" fmla="*/ 11187434 w 13158799"/>
              <a:gd name="connsiteY176" fmla="*/ 197606 h 9456078"/>
              <a:gd name="connsiteX177" fmla="*/ 11234799 w 13158799"/>
              <a:gd name="connsiteY177" fmla="*/ 185233 h 9456078"/>
              <a:gd name="connsiteX178" fmla="*/ 11282284 w 13158799"/>
              <a:gd name="connsiteY178" fmla="*/ 173248 h 9456078"/>
              <a:gd name="connsiteX179" fmla="*/ 11329888 w 13158799"/>
              <a:gd name="connsiteY179" fmla="*/ 161654 h 9456078"/>
              <a:gd name="connsiteX180" fmla="*/ 11377607 w 13158799"/>
              <a:gd name="connsiteY180" fmla="*/ 150451 h 9456078"/>
              <a:gd name="connsiteX181" fmla="*/ 11425440 w 13158799"/>
              <a:gd name="connsiteY181" fmla="*/ 139640 h 9456078"/>
              <a:gd name="connsiteX182" fmla="*/ 11473385 w 13158799"/>
              <a:gd name="connsiteY182" fmla="*/ 129223 h 9456078"/>
              <a:gd name="connsiteX183" fmla="*/ 11521439 w 13158799"/>
              <a:gd name="connsiteY183" fmla="*/ 119201 h 9456078"/>
              <a:gd name="connsiteX184" fmla="*/ 11569599 w 13158799"/>
              <a:gd name="connsiteY184" fmla="*/ 109574 h 9456078"/>
              <a:gd name="connsiteX185" fmla="*/ 11617864 w 13158799"/>
              <a:gd name="connsiteY185" fmla="*/ 100344 h 9456078"/>
              <a:gd name="connsiteX186" fmla="*/ 11666231 w 13158799"/>
              <a:gd name="connsiteY186" fmla="*/ 91512 h 9456078"/>
              <a:gd name="connsiteX187" fmla="*/ 11714698 w 13158799"/>
              <a:gd name="connsiteY187" fmla="*/ 83080 h 9456078"/>
              <a:gd name="connsiteX188" fmla="*/ 11763263 w 13158799"/>
              <a:gd name="connsiteY188" fmla="*/ 75047 h 9456078"/>
              <a:gd name="connsiteX189" fmla="*/ 11811923 w 13158799"/>
              <a:gd name="connsiteY189" fmla="*/ 67417 h 9456078"/>
              <a:gd name="connsiteX190" fmla="*/ 11860676 w 13158799"/>
              <a:gd name="connsiteY190" fmla="*/ 60188 h 9456078"/>
              <a:gd name="connsiteX191" fmla="*/ 11909519 w 13158799"/>
              <a:gd name="connsiteY191" fmla="*/ 53364 h 9456078"/>
              <a:gd name="connsiteX192" fmla="*/ 11958451 w 13158799"/>
              <a:gd name="connsiteY192" fmla="*/ 46944 h 9456078"/>
              <a:gd name="connsiteX193" fmla="*/ 12007470 w 13158799"/>
              <a:gd name="connsiteY193" fmla="*/ 40931 h 9456078"/>
              <a:gd name="connsiteX194" fmla="*/ 12056572 w 13158799"/>
              <a:gd name="connsiteY194" fmla="*/ 35324 h 9456078"/>
              <a:gd name="connsiteX195" fmla="*/ 12105756 w 13158799"/>
              <a:gd name="connsiteY195" fmla="*/ 30126 h 9456078"/>
              <a:gd name="connsiteX196" fmla="*/ 12155019 w 13158799"/>
              <a:gd name="connsiteY196" fmla="*/ 25337 h 9456078"/>
              <a:gd name="connsiteX197" fmla="*/ 12204359 w 13158799"/>
              <a:gd name="connsiteY197" fmla="*/ 20958 h 9456078"/>
              <a:gd name="connsiteX198" fmla="*/ 12253773 w 13158799"/>
              <a:gd name="connsiteY198" fmla="*/ 16991 h 9456078"/>
              <a:gd name="connsiteX199" fmla="*/ 12303260 w 13158799"/>
              <a:gd name="connsiteY199" fmla="*/ 13437 h 9456078"/>
              <a:gd name="connsiteX200" fmla="*/ 12352818 w 13158799"/>
              <a:gd name="connsiteY200" fmla="*/ 10297 h 9456078"/>
              <a:gd name="connsiteX201" fmla="*/ 12402443 w 13158799"/>
              <a:gd name="connsiteY201" fmla="*/ 7572 h 9456078"/>
              <a:gd name="connsiteX202" fmla="*/ 12452133 w 13158799"/>
              <a:gd name="connsiteY202" fmla="*/ 5263 h 9456078"/>
              <a:gd name="connsiteX203" fmla="*/ 12501887 w 13158799"/>
              <a:gd name="connsiteY203" fmla="*/ 3371 h 9456078"/>
              <a:gd name="connsiteX204" fmla="*/ 12551701 w 13158799"/>
              <a:gd name="connsiteY204" fmla="*/ 1898 h 9456078"/>
              <a:gd name="connsiteX205" fmla="*/ 12601574 w 13158799"/>
              <a:gd name="connsiteY205" fmla="*/ 844 h 9456078"/>
              <a:gd name="connsiteX206" fmla="*/ 12651504 w 13158799"/>
              <a:gd name="connsiteY206" fmla="*/ 211 h 9456078"/>
              <a:gd name="connsiteX207" fmla="*/ 12701487 w 13158799"/>
              <a:gd name="connsiteY207" fmla="*/ 0 h 9456078"/>
              <a:gd name="connsiteX208" fmla="*/ 13158798 w 13158799"/>
              <a:gd name="connsiteY208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28389 w 13158797"/>
              <a:gd name="connsiteY22" fmla="*/ 9330914 h 9456078"/>
              <a:gd name="connsiteX23" fmla="*/ 1176172 w 13158797"/>
              <a:gd name="connsiteY23" fmla="*/ 9319936 h 9456078"/>
              <a:gd name="connsiteX24" fmla="*/ 1223823 w 13158797"/>
              <a:gd name="connsiteY24" fmla="*/ 9308509 h 9456078"/>
              <a:gd name="connsiteX25" fmla="*/ 1271339 w 13158797"/>
              <a:gd name="connsiteY25" fmla="*/ 9296635 h 9456078"/>
              <a:gd name="connsiteX26" fmla="*/ 1318719 w 13158797"/>
              <a:gd name="connsiteY26" fmla="*/ 9284315 h 9456078"/>
              <a:gd name="connsiteX27" fmla="*/ 1365957 w 13158797"/>
              <a:gd name="connsiteY27" fmla="*/ 9271550 h 9456078"/>
              <a:gd name="connsiteX28" fmla="*/ 1413052 w 13158797"/>
              <a:gd name="connsiteY28" fmla="*/ 9258342 h 9456078"/>
              <a:gd name="connsiteX29" fmla="*/ 1460000 w 13158797"/>
              <a:gd name="connsiteY29" fmla="*/ 9244693 h 9456078"/>
              <a:gd name="connsiteX30" fmla="*/ 1506799 w 13158797"/>
              <a:gd name="connsiteY30" fmla="*/ 9230604 h 9456078"/>
              <a:gd name="connsiteX31" fmla="*/ 1553445 w 13158797"/>
              <a:gd name="connsiteY31" fmla="*/ 9216076 h 9456078"/>
              <a:gd name="connsiteX32" fmla="*/ 1599935 w 13158797"/>
              <a:gd name="connsiteY32" fmla="*/ 9201111 h 9456078"/>
              <a:gd name="connsiteX33" fmla="*/ 1646267 w 13158797"/>
              <a:gd name="connsiteY33" fmla="*/ 9185710 h 9456078"/>
              <a:gd name="connsiteX34" fmla="*/ 1692437 w 13158797"/>
              <a:gd name="connsiteY34" fmla="*/ 9169876 h 9456078"/>
              <a:gd name="connsiteX35" fmla="*/ 1738442 w 13158797"/>
              <a:gd name="connsiteY35" fmla="*/ 9153608 h 9456078"/>
              <a:gd name="connsiteX36" fmla="*/ 1784280 w 13158797"/>
              <a:gd name="connsiteY36" fmla="*/ 9136910 h 9456078"/>
              <a:gd name="connsiteX37" fmla="*/ 1829947 w 13158797"/>
              <a:gd name="connsiteY37" fmla="*/ 9119782 h 9456078"/>
              <a:gd name="connsiteX38" fmla="*/ 1875440 w 13158797"/>
              <a:gd name="connsiteY38" fmla="*/ 9102226 h 9456078"/>
              <a:gd name="connsiteX39" fmla="*/ 1920756 w 13158797"/>
              <a:gd name="connsiteY39" fmla="*/ 9084243 h 9456078"/>
              <a:gd name="connsiteX40" fmla="*/ 1965893 w 13158797"/>
              <a:gd name="connsiteY40" fmla="*/ 9065835 h 9456078"/>
              <a:gd name="connsiteX41" fmla="*/ 2010847 w 13158797"/>
              <a:gd name="connsiteY41" fmla="*/ 9047004 h 9456078"/>
              <a:gd name="connsiteX42" fmla="*/ 2055615 w 13158797"/>
              <a:gd name="connsiteY42" fmla="*/ 9027750 h 9456078"/>
              <a:gd name="connsiteX43" fmla="*/ 2100195 w 13158797"/>
              <a:gd name="connsiteY43" fmla="*/ 9008075 h 9456078"/>
              <a:gd name="connsiteX44" fmla="*/ 2144582 w 13158797"/>
              <a:gd name="connsiteY44" fmla="*/ 8987981 h 9456078"/>
              <a:gd name="connsiteX45" fmla="*/ 2188775 w 13158797"/>
              <a:gd name="connsiteY45" fmla="*/ 8967470 h 9456078"/>
              <a:gd name="connsiteX46" fmla="*/ 2232770 w 13158797"/>
              <a:gd name="connsiteY46" fmla="*/ 8946542 h 9456078"/>
              <a:gd name="connsiteX47" fmla="*/ 2276564 w 13158797"/>
              <a:gd name="connsiteY47" fmla="*/ 8925199 h 9456078"/>
              <a:gd name="connsiteX48" fmla="*/ 2320154 w 13158797"/>
              <a:gd name="connsiteY48" fmla="*/ 8903443 h 9456078"/>
              <a:gd name="connsiteX49" fmla="*/ 2363538 w 13158797"/>
              <a:gd name="connsiteY49" fmla="*/ 8881275 h 9456078"/>
              <a:gd name="connsiteX50" fmla="*/ 2406711 w 13158797"/>
              <a:gd name="connsiteY50" fmla="*/ 8858697 h 9456078"/>
              <a:gd name="connsiteX51" fmla="*/ 2449672 w 13158797"/>
              <a:gd name="connsiteY51" fmla="*/ 8835710 h 9456078"/>
              <a:gd name="connsiteX52" fmla="*/ 2492417 w 13158797"/>
              <a:gd name="connsiteY52" fmla="*/ 8812316 h 9456078"/>
              <a:gd name="connsiteX53" fmla="*/ 2534943 w 13158797"/>
              <a:gd name="connsiteY53" fmla="*/ 8788516 h 9456078"/>
              <a:gd name="connsiteX54" fmla="*/ 2577247 w 13158797"/>
              <a:gd name="connsiteY54" fmla="*/ 8764311 h 9456078"/>
              <a:gd name="connsiteX55" fmla="*/ 2619326 w 13158797"/>
              <a:gd name="connsiteY55" fmla="*/ 8739704 h 9456078"/>
              <a:gd name="connsiteX56" fmla="*/ 2661177 w 13158797"/>
              <a:gd name="connsiteY56" fmla="*/ 8714695 h 9456078"/>
              <a:gd name="connsiteX57" fmla="*/ 2702797 w 13158797"/>
              <a:gd name="connsiteY57" fmla="*/ 8689286 h 9456078"/>
              <a:gd name="connsiteX58" fmla="*/ 2744183 w 13158797"/>
              <a:gd name="connsiteY58" fmla="*/ 8663479 h 9456078"/>
              <a:gd name="connsiteX59" fmla="*/ 2785333 w 13158797"/>
              <a:gd name="connsiteY59" fmla="*/ 8637274 h 9456078"/>
              <a:gd name="connsiteX60" fmla="*/ 2826242 w 13158797"/>
              <a:gd name="connsiteY60" fmla="*/ 8610675 h 9456078"/>
              <a:gd name="connsiteX61" fmla="*/ 2866908 w 13158797"/>
              <a:gd name="connsiteY61" fmla="*/ 8583681 h 9456078"/>
              <a:gd name="connsiteX62" fmla="*/ 2907329 w 13158797"/>
              <a:gd name="connsiteY62" fmla="*/ 8556295 h 9456078"/>
              <a:gd name="connsiteX63" fmla="*/ 2947500 w 13158797"/>
              <a:gd name="connsiteY63" fmla="*/ 8528517 h 9456078"/>
              <a:gd name="connsiteX64" fmla="*/ 2987419 w 13158797"/>
              <a:gd name="connsiteY64" fmla="*/ 8500351 h 9456078"/>
              <a:gd name="connsiteX65" fmla="*/ 3027083 w 13158797"/>
              <a:gd name="connsiteY65" fmla="*/ 8471796 h 9456078"/>
              <a:gd name="connsiteX66" fmla="*/ 3066489 w 13158797"/>
              <a:gd name="connsiteY66" fmla="*/ 8442854 h 9456078"/>
              <a:gd name="connsiteX67" fmla="*/ 3105634 w 13158797"/>
              <a:gd name="connsiteY67" fmla="*/ 8413528 h 9456078"/>
              <a:gd name="connsiteX68" fmla="*/ 3144515 w 13158797"/>
              <a:gd name="connsiteY68" fmla="*/ 8383818 h 9456078"/>
              <a:gd name="connsiteX69" fmla="*/ 3183129 w 13158797"/>
              <a:gd name="connsiteY69" fmla="*/ 8353726 h 9456078"/>
              <a:gd name="connsiteX70" fmla="*/ 3221473 w 13158797"/>
              <a:gd name="connsiteY70" fmla="*/ 8323253 h 9456078"/>
              <a:gd name="connsiteX71" fmla="*/ 3259544 w 13158797"/>
              <a:gd name="connsiteY71" fmla="*/ 8292401 h 9456078"/>
              <a:gd name="connsiteX72" fmla="*/ 3297339 w 13158797"/>
              <a:gd name="connsiteY72" fmla="*/ 8261172 h 9456078"/>
              <a:gd name="connsiteX73" fmla="*/ 3334854 w 13158797"/>
              <a:gd name="connsiteY73" fmla="*/ 8229566 h 9456078"/>
              <a:gd name="connsiteX74" fmla="*/ 3372087 w 13158797"/>
              <a:gd name="connsiteY74" fmla="*/ 8197585 h 9456078"/>
              <a:gd name="connsiteX75" fmla="*/ 3409035 w 13158797"/>
              <a:gd name="connsiteY75" fmla="*/ 8165232 h 9456078"/>
              <a:gd name="connsiteX76" fmla="*/ 3445695 w 13158797"/>
              <a:gd name="connsiteY76" fmla="*/ 8132507 h 9456078"/>
              <a:gd name="connsiteX77" fmla="*/ 3482064 w 13158797"/>
              <a:gd name="connsiteY77" fmla="*/ 8099411 h 9456078"/>
              <a:gd name="connsiteX78" fmla="*/ 3518139 w 13158797"/>
              <a:gd name="connsiteY78" fmla="*/ 8065947 h 9456078"/>
              <a:gd name="connsiteX79" fmla="*/ 3553916 w 13158797"/>
              <a:gd name="connsiteY79" fmla="*/ 8032115 h 9456078"/>
              <a:gd name="connsiteX80" fmla="*/ 3589393 w 13158797"/>
              <a:gd name="connsiteY80" fmla="*/ 7997918 h 9456078"/>
              <a:gd name="connsiteX81" fmla="*/ 3624567 w 13158797"/>
              <a:gd name="connsiteY81" fmla="*/ 7963356 h 9456078"/>
              <a:gd name="connsiteX82" fmla="*/ 3659435 w 13158797"/>
              <a:gd name="connsiteY82" fmla="*/ 7928432 h 9456078"/>
              <a:gd name="connsiteX83" fmla="*/ 3693994 w 13158797"/>
              <a:gd name="connsiteY83" fmla="*/ 7893146 h 9456078"/>
              <a:gd name="connsiteX84" fmla="*/ 3728240 w 13158797"/>
              <a:gd name="connsiteY84" fmla="*/ 7857501 h 9456078"/>
              <a:gd name="connsiteX85" fmla="*/ 3762171 w 13158797"/>
              <a:gd name="connsiteY85" fmla="*/ 7821497 h 9456078"/>
              <a:gd name="connsiteX86" fmla="*/ 3795783 w 13158797"/>
              <a:gd name="connsiteY86" fmla="*/ 7785136 h 9456078"/>
              <a:gd name="connsiteX87" fmla="*/ 3829075 w 13158797"/>
              <a:gd name="connsiteY87" fmla="*/ 7748420 h 9456078"/>
              <a:gd name="connsiteX88" fmla="*/ 3862042 w 13158797"/>
              <a:gd name="connsiteY88" fmla="*/ 7711350 h 9456078"/>
              <a:gd name="connsiteX89" fmla="*/ 3894682 w 13158797"/>
              <a:gd name="connsiteY89" fmla="*/ 7673928 h 9456078"/>
              <a:gd name="connsiteX90" fmla="*/ 3926991 w 13158797"/>
              <a:gd name="connsiteY90" fmla="*/ 7636155 h 9456078"/>
              <a:gd name="connsiteX91" fmla="*/ 3958967 w 13158797"/>
              <a:gd name="connsiteY91" fmla="*/ 7598032 h 9456078"/>
              <a:gd name="connsiteX92" fmla="*/ 3990607 w 13158797"/>
              <a:gd name="connsiteY92" fmla="*/ 7559561 h 9456078"/>
              <a:gd name="connsiteX93" fmla="*/ 4021907 w 13158797"/>
              <a:gd name="connsiteY93" fmla="*/ 7520744 h 9456078"/>
              <a:gd name="connsiteX94" fmla="*/ 4052865 w 13158797"/>
              <a:gd name="connsiteY94" fmla="*/ 7481582 h 9456078"/>
              <a:gd name="connsiteX95" fmla="*/ 4083478 w 13158797"/>
              <a:gd name="connsiteY95" fmla="*/ 7442077 h 9456078"/>
              <a:gd name="connsiteX96" fmla="*/ 8022311 w 13158797"/>
              <a:gd name="connsiteY96" fmla="*/ 2307814 h 9456078"/>
              <a:gd name="connsiteX97" fmla="*/ 8052902 w 13158797"/>
              <a:gd name="connsiteY97" fmla="*/ 2268285 h 9456078"/>
              <a:gd name="connsiteX98" fmla="*/ 8083796 w 13158797"/>
              <a:gd name="connsiteY98" fmla="*/ 2229056 h 9456078"/>
              <a:gd name="connsiteX99" fmla="*/ 8114989 w 13158797"/>
              <a:gd name="connsiteY99" fmla="*/ 2190127 h 9456078"/>
              <a:gd name="connsiteX100" fmla="*/ 8146479 w 13158797"/>
              <a:gd name="connsiteY100" fmla="*/ 2151500 h 9456078"/>
              <a:gd name="connsiteX101" fmla="*/ 8178264 w 13158797"/>
              <a:gd name="connsiteY101" fmla="*/ 2113176 h 9456078"/>
              <a:gd name="connsiteX102" fmla="*/ 8210341 w 13158797"/>
              <a:gd name="connsiteY102" fmla="*/ 2075157 h 9456078"/>
              <a:gd name="connsiteX103" fmla="*/ 8242709 w 13158797"/>
              <a:gd name="connsiteY103" fmla="*/ 2037442 h 9456078"/>
              <a:gd name="connsiteX104" fmla="*/ 8275365 w 13158797"/>
              <a:gd name="connsiteY104" fmla="*/ 2000034 h 9456078"/>
              <a:gd name="connsiteX105" fmla="*/ 8308307 w 13158797"/>
              <a:gd name="connsiteY105" fmla="*/ 1962934 h 9456078"/>
              <a:gd name="connsiteX106" fmla="*/ 8341532 w 13158797"/>
              <a:gd name="connsiteY106" fmla="*/ 1926142 h 9456078"/>
              <a:gd name="connsiteX107" fmla="*/ 8375038 w 13158797"/>
              <a:gd name="connsiteY107" fmla="*/ 1889660 h 9456078"/>
              <a:gd name="connsiteX108" fmla="*/ 8408823 w 13158797"/>
              <a:gd name="connsiteY108" fmla="*/ 1853489 h 9456078"/>
              <a:gd name="connsiteX109" fmla="*/ 8442885 w 13158797"/>
              <a:gd name="connsiteY109" fmla="*/ 1817630 h 9456078"/>
              <a:gd name="connsiteX110" fmla="*/ 8477221 w 13158797"/>
              <a:gd name="connsiteY110" fmla="*/ 1782084 h 9456078"/>
              <a:gd name="connsiteX111" fmla="*/ 8511829 w 13158797"/>
              <a:gd name="connsiteY111" fmla="*/ 1746853 h 9456078"/>
              <a:gd name="connsiteX112" fmla="*/ 8546706 w 13158797"/>
              <a:gd name="connsiteY112" fmla="*/ 1711937 h 9456078"/>
              <a:gd name="connsiteX113" fmla="*/ 8581851 w 13158797"/>
              <a:gd name="connsiteY113" fmla="*/ 1677337 h 9456078"/>
              <a:gd name="connsiteX114" fmla="*/ 8617261 w 13158797"/>
              <a:gd name="connsiteY114" fmla="*/ 1643056 h 9456078"/>
              <a:gd name="connsiteX115" fmla="*/ 8652934 w 13158797"/>
              <a:gd name="connsiteY115" fmla="*/ 1609093 h 9456078"/>
              <a:gd name="connsiteX116" fmla="*/ 8688867 w 13158797"/>
              <a:gd name="connsiteY116" fmla="*/ 1575450 h 9456078"/>
              <a:gd name="connsiteX117" fmla="*/ 8725058 w 13158797"/>
              <a:gd name="connsiteY117" fmla="*/ 1542128 h 9456078"/>
              <a:gd name="connsiteX118" fmla="*/ 8761506 w 13158797"/>
              <a:gd name="connsiteY118" fmla="*/ 1509129 h 9456078"/>
              <a:gd name="connsiteX119" fmla="*/ 8798207 w 13158797"/>
              <a:gd name="connsiteY119" fmla="*/ 1476452 h 9456078"/>
              <a:gd name="connsiteX120" fmla="*/ 8835159 w 13158797"/>
              <a:gd name="connsiteY120" fmla="*/ 1444101 h 9456078"/>
              <a:gd name="connsiteX121" fmla="*/ 8872360 w 13158797"/>
              <a:gd name="connsiteY121" fmla="*/ 1412075 h 9456078"/>
              <a:gd name="connsiteX122" fmla="*/ 8909808 w 13158797"/>
              <a:gd name="connsiteY122" fmla="*/ 1380375 h 9456078"/>
              <a:gd name="connsiteX123" fmla="*/ 8947501 w 13158797"/>
              <a:gd name="connsiteY123" fmla="*/ 1349004 h 9456078"/>
              <a:gd name="connsiteX124" fmla="*/ 8985435 w 13158797"/>
              <a:gd name="connsiteY124" fmla="*/ 1317962 h 9456078"/>
              <a:gd name="connsiteX125" fmla="*/ 9023610 w 13158797"/>
              <a:gd name="connsiteY125" fmla="*/ 1287250 h 9456078"/>
              <a:gd name="connsiteX126" fmla="*/ 9062022 w 13158797"/>
              <a:gd name="connsiteY126" fmla="*/ 1256869 h 9456078"/>
              <a:gd name="connsiteX127" fmla="*/ 9100669 w 13158797"/>
              <a:gd name="connsiteY127" fmla="*/ 1226820 h 9456078"/>
              <a:gd name="connsiteX128" fmla="*/ 9139549 w 13158797"/>
              <a:gd name="connsiteY128" fmla="*/ 1197105 h 9456078"/>
              <a:gd name="connsiteX129" fmla="*/ 9178660 w 13158797"/>
              <a:gd name="connsiteY129" fmla="*/ 1167725 h 9456078"/>
              <a:gd name="connsiteX130" fmla="*/ 9217999 w 13158797"/>
              <a:gd name="connsiteY130" fmla="*/ 1138681 h 9456078"/>
              <a:gd name="connsiteX131" fmla="*/ 9257564 w 13158797"/>
              <a:gd name="connsiteY131" fmla="*/ 1109974 h 9456078"/>
              <a:gd name="connsiteX132" fmla="*/ 9297353 w 13158797"/>
              <a:gd name="connsiteY132" fmla="*/ 1081604 h 9456078"/>
              <a:gd name="connsiteX133" fmla="*/ 9337364 w 13158797"/>
              <a:gd name="connsiteY133" fmla="*/ 1053574 h 9456078"/>
              <a:gd name="connsiteX134" fmla="*/ 9377594 w 13158797"/>
              <a:gd name="connsiteY134" fmla="*/ 1025884 h 9456078"/>
              <a:gd name="connsiteX135" fmla="*/ 9418040 w 13158797"/>
              <a:gd name="connsiteY135" fmla="*/ 998536 h 9456078"/>
              <a:gd name="connsiteX136" fmla="*/ 9458702 w 13158797"/>
              <a:gd name="connsiteY136" fmla="*/ 971530 h 9456078"/>
              <a:gd name="connsiteX137" fmla="*/ 9499575 w 13158797"/>
              <a:gd name="connsiteY137" fmla="*/ 944868 h 9456078"/>
              <a:gd name="connsiteX138" fmla="*/ 9540659 w 13158797"/>
              <a:gd name="connsiteY138" fmla="*/ 918551 h 9456078"/>
              <a:gd name="connsiteX139" fmla="*/ 9581950 w 13158797"/>
              <a:gd name="connsiteY139" fmla="*/ 892580 h 9456078"/>
              <a:gd name="connsiteX140" fmla="*/ 9623447 w 13158797"/>
              <a:gd name="connsiteY140" fmla="*/ 866956 h 9456078"/>
              <a:gd name="connsiteX141" fmla="*/ 9665147 w 13158797"/>
              <a:gd name="connsiteY141" fmla="*/ 841681 h 9456078"/>
              <a:gd name="connsiteX142" fmla="*/ 9707048 w 13158797"/>
              <a:gd name="connsiteY142" fmla="*/ 816754 h 9456078"/>
              <a:gd name="connsiteX143" fmla="*/ 9749147 w 13158797"/>
              <a:gd name="connsiteY143" fmla="*/ 792179 h 9456078"/>
              <a:gd name="connsiteX144" fmla="*/ 9791443 w 13158797"/>
              <a:gd name="connsiteY144" fmla="*/ 767955 h 9456078"/>
              <a:gd name="connsiteX145" fmla="*/ 9833932 w 13158797"/>
              <a:gd name="connsiteY145" fmla="*/ 744083 h 9456078"/>
              <a:gd name="connsiteX146" fmla="*/ 9876613 w 13158797"/>
              <a:gd name="connsiteY146" fmla="*/ 720566 h 9456078"/>
              <a:gd name="connsiteX147" fmla="*/ 9919484 w 13158797"/>
              <a:gd name="connsiteY147" fmla="*/ 697404 h 9456078"/>
              <a:gd name="connsiteX148" fmla="*/ 9962542 w 13158797"/>
              <a:gd name="connsiteY148" fmla="*/ 674598 h 9456078"/>
              <a:gd name="connsiteX149" fmla="*/ 10005784 w 13158797"/>
              <a:gd name="connsiteY149" fmla="*/ 652149 h 9456078"/>
              <a:gd name="connsiteX150" fmla="*/ 10049209 w 13158797"/>
              <a:gd name="connsiteY150" fmla="*/ 630059 h 9456078"/>
              <a:gd name="connsiteX151" fmla="*/ 10092814 w 13158797"/>
              <a:gd name="connsiteY151" fmla="*/ 608328 h 9456078"/>
              <a:gd name="connsiteX152" fmla="*/ 10136597 w 13158797"/>
              <a:gd name="connsiteY152" fmla="*/ 586958 h 9456078"/>
              <a:gd name="connsiteX153" fmla="*/ 10180556 w 13158797"/>
              <a:gd name="connsiteY153" fmla="*/ 565950 h 9456078"/>
              <a:gd name="connsiteX154" fmla="*/ 10224688 w 13158797"/>
              <a:gd name="connsiteY154" fmla="*/ 545304 h 9456078"/>
              <a:gd name="connsiteX155" fmla="*/ 10268991 w 13158797"/>
              <a:gd name="connsiteY155" fmla="*/ 525023 h 9456078"/>
              <a:gd name="connsiteX156" fmla="*/ 10313463 w 13158797"/>
              <a:gd name="connsiteY156" fmla="*/ 505107 h 9456078"/>
              <a:gd name="connsiteX157" fmla="*/ 10358101 w 13158797"/>
              <a:gd name="connsiteY157" fmla="*/ 485558 h 9456078"/>
              <a:gd name="connsiteX158" fmla="*/ 10402903 w 13158797"/>
              <a:gd name="connsiteY158" fmla="*/ 466376 h 9456078"/>
              <a:gd name="connsiteX159" fmla="*/ 10447868 w 13158797"/>
              <a:gd name="connsiteY159" fmla="*/ 447563 h 9456078"/>
              <a:gd name="connsiteX160" fmla="*/ 10492991 w 13158797"/>
              <a:gd name="connsiteY160" fmla="*/ 429119 h 9456078"/>
              <a:gd name="connsiteX161" fmla="*/ 10538272 w 13158797"/>
              <a:gd name="connsiteY161" fmla="*/ 411046 h 9456078"/>
              <a:gd name="connsiteX162" fmla="*/ 10583708 w 13158797"/>
              <a:gd name="connsiteY162" fmla="*/ 393346 h 9456078"/>
              <a:gd name="connsiteX163" fmla="*/ 10629297 w 13158797"/>
              <a:gd name="connsiteY163" fmla="*/ 376018 h 9456078"/>
              <a:gd name="connsiteX164" fmla="*/ 10675036 w 13158797"/>
              <a:gd name="connsiteY164" fmla="*/ 359065 h 9456078"/>
              <a:gd name="connsiteX165" fmla="*/ 10720923 w 13158797"/>
              <a:gd name="connsiteY165" fmla="*/ 342487 h 9456078"/>
              <a:gd name="connsiteX166" fmla="*/ 10766956 w 13158797"/>
              <a:gd name="connsiteY166" fmla="*/ 326286 h 9456078"/>
              <a:gd name="connsiteX167" fmla="*/ 10813132 w 13158797"/>
              <a:gd name="connsiteY167" fmla="*/ 310462 h 9456078"/>
              <a:gd name="connsiteX168" fmla="*/ 10859450 w 13158797"/>
              <a:gd name="connsiteY168" fmla="*/ 295018 h 9456078"/>
              <a:gd name="connsiteX169" fmla="*/ 10905907 w 13158797"/>
              <a:gd name="connsiteY169" fmla="*/ 279953 h 9456078"/>
              <a:gd name="connsiteX170" fmla="*/ 10952500 w 13158797"/>
              <a:gd name="connsiteY170" fmla="*/ 265269 h 9456078"/>
              <a:gd name="connsiteX171" fmla="*/ 10999227 w 13158797"/>
              <a:gd name="connsiteY171" fmla="*/ 250968 h 9456078"/>
              <a:gd name="connsiteX172" fmla="*/ 11046087 w 13158797"/>
              <a:gd name="connsiteY172" fmla="*/ 237049 h 9456078"/>
              <a:gd name="connsiteX173" fmla="*/ 11093076 w 13158797"/>
              <a:gd name="connsiteY173" fmla="*/ 223516 h 9456078"/>
              <a:gd name="connsiteX174" fmla="*/ 11140193 w 13158797"/>
              <a:gd name="connsiteY174" fmla="*/ 210368 h 9456078"/>
              <a:gd name="connsiteX175" fmla="*/ 11187434 w 13158797"/>
              <a:gd name="connsiteY175" fmla="*/ 197606 h 9456078"/>
              <a:gd name="connsiteX176" fmla="*/ 11234799 w 13158797"/>
              <a:gd name="connsiteY176" fmla="*/ 185233 h 9456078"/>
              <a:gd name="connsiteX177" fmla="*/ 11282284 w 13158797"/>
              <a:gd name="connsiteY177" fmla="*/ 173248 h 9456078"/>
              <a:gd name="connsiteX178" fmla="*/ 11329888 w 13158797"/>
              <a:gd name="connsiteY178" fmla="*/ 161654 h 9456078"/>
              <a:gd name="connsiteX179" fmla="*/ 11377607 w 13158797"/>
              <a:gd name="connsiteY179" fmla="*/ 150451 h 9456078"/>
              <a:gd name="connsiteX180" fmla="*/ 11425440 w 13158797"/>
              <a:gd name="connsiteY180" fmla="*/ 139640 h 9456078"/>
              <a:gd name="connsiteX181" fmla="*/ 11473385 w 13158797"/>
              <a:gd name="connsiteY181" fmla="*/ 129223 h 9456078"/>
              <a:gd name="connsiteX182" fmla="*/ 11521439 w 13158797"/>
              <a:gd name="connsiteY182" fmla="*/ 119201 h 9456078"/>
              <a:gd name="connsiteX183" fmla="*/ 11569599 w 13158797"/>
              <a:gd name="connsiteY183" fmla="*/ 109574 h 9456078"/>
              <a:gd name="connsiteX184" fmla="*/ 11617864 w 13158797"/>
              <a:gd name="connsiteY184" fmla="*/ 100344 h 9456078"/>
              <a:gd name="connsiteX185" fmla="*/ 11666231 w 13158797"/>
              <a:gd name="connsiteY185" fmla="*/ 91512 h 9456078"/>
              <a:gd name="connsiteX186" fmla="*/ 11714698 w 13158797"/>
              <a:gd name="connsiteY186" fmla="*/ 83080 h 9456078"/>
              <a:gd name="connsiteX187" fmla="*/ 11763263 w 13158797"/>
              <a:gd name="connsiteY187" fmla="*/ 75047 h 9456078"/>
              <a:gd name="connsiteX188" fmla="*/ 11811923 w 13158797"/>
              <a:gd name="connsiteY188" fmla="*/ 67417 h 9456078"/>
              <a:gd name="connsiteX189" fmla="*/ 11860676 w 13158797"/>
              <a:gd name="connsiteY189" fmla="*/ 60188 h 9456078"/>
              <a:gd name="connsiteX190" fmla="*/ 11909519 w 13158797"/>
              <a:gd name="connsiteY190" fmla="*/ 53364 h 9456078"/>
              <a:gd name="connsiteX191" fmla="*/ 11958451 w 13158797"/>
              <a:gd name="connsiteY191" fmla="*/ 46944 h 9456078"/>
              <a:gd name="connsiteX192" fmla="*/ 12007470 w 13158797"/>
              <a:gd name="connsiteY192" fmla="*/ 40931 h 9456078"/>
              <a:gd name="connsiteX193" fmla="*/ 12056572 w 13158797"/>
              <a:gd name="connsiteY193" fmla="*/ 35324 h 9456078"/>
              <a:gd name="connsiteX194" fmla="*/ 12105756 w 13158797"/>
              <a:gd name="connsiteY194" fmla="*/ 30126 h 9456078"/>
              <a:gd name="connsiteX195" fmla="*/ 12155019 w 13158797"/>
              <a:gd name="connsiteY195" fmla="*/ 25337 h 9456078"/>
              <a:gd name="connsiteX196" fmla="*/ 12204359 w 13158797"/>
              <a:gd name="connsiteY196" fmla="*/ 20958 h 9456078"/>
              <a:gd name="connsiteX197" fmla="*/ 12253773 w 13158797"/>
              <a:gd name="connsiteY197" fmla="*/ 16991 h 9456078"/>
              <a:gd name="connsiteX198" fmla="*/ 12303260 w 13158797"/>
              <a:gd name="connsiteY198" fmla="*/ 13437 h 9456078"/>
              <a:gd name="connsiteX199" fmla="*/ 12352818 w 13158797"/>
              <a:gd name="connsiteY199" fmla="*/ 10297 h 9456078"/>
              <a:gd name="connsiteX200" fmla="*/ 12402443 w 13158797"/>
              <a:gd name="connsiteY200" fmla="*/ 7572 h 9456078"/>
              <a:gd name="connsiteX201" fmla="*/ 12452133 w 13158797"/>
              <a:gd name="connsiteY201" fmla="*/ 5263 h 9456078"/>
              <a:gd name="connsiteX202" fmla="*/ 12501887 w 13158797"/>
              <a:gd name="connsiteY202" fmla="*/ 3371 h 9456078"/>
              <a:gd name="connsiteX203" fmla="*/ 12551701 w 13158797"/>
              <a:gd name="connsiteY203" fmla="*/ 1898 h 9456078"/>
              <a:gd name="connsiteX204" fmla="*/ 12601574 w 13158797"/>
              <a:gd name="connsiteY204" fmla="*/ 844 h 9456078"/>
              <a:gd name="connsiteX205" fmla="*/ 12651504 w 13158797"/>
              <a:gd name="connsiteY205" fmla="*/ 211 h 9456078"/>
              <a:gd name="connsiteX206" fmla="*/ 12701487 w 13158797"/>
              <a:gd name="connsiteY206" fmla="*/ 0 h 9456078"/>
              <a:gd name="connsiteX207" fmla="*/ 13158798 w 13158797"/>
              <a:gd name="connsiteY207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98870 w 13158799"/>
              <a:gd name="connsiteY5" fmla="*/ 9447409 h 9456078"/>
              <a:gd name="connsiteX6" fmla="*/ 348429 w 13158799"/>
              <a:gd name="connsiteY6" fmla="*/ 9444290 h 9456078"/>
              <a:gd name="connsiteX7" fmla="*/ 397907 w 13158799"/>
              <a:gd name="connsiteY7" fmla="*/ 9440698 h 9456078"/>
              <a:gd name="connsiteX8" fmla="*/ 447302 w 13158799"/>
              <a:gd name="connsiteY8" fmla="*/ 9436632 h 9456078"/>
              <a:gd name="connsiteX9" fmla="*/ 496610 w 13158799"/>
              <a:gd name="connsiteY9" fmla="*/ 9432096 h 9456078"/>
              <a:gd name="connsiteX10" fmla="*/ 545829 w 13158799"/>
              <a:gd name="connsiteY10" fmla="*/ 9427089 h 9456078"/>
              <a:gd name="connsiteX11" fmla="*/ 594956 w 13158799"/>
              <a:gd name="connsiteY11" fmla="*/ 9421615 h 9456078"/>
              <a:gd name="connsiteX12" fmla="*/ 643987 w 13158799"/>
              <a:gd name="connsiteY12" fmla="*/ 9415673 h 9456078"/>
              <a:gd name="connsiteX13" fmla="*/ 692920 w 13158799"/>
              <a:gd name="connsiteY13" fmla="*/ 9409267 h 9456078"/>
              <a:gd name="connsiteX14" fmla="*/ 741751 w 13158799"/>
              <a:gd name="connsiteY14" fmla="*/ 9402396 h 9456078"/>
              <a:gd name="connsiteX15" fmla="*/ 790478 w 13158799"/>
              <a:gd name="connsiteY15" fmla="*/ 9395063 h 9456078"/>
              <a:gd name="connsiteX16" fmla="*/ 839098 w 13158799"/>
              <a:gd name="connsiteY16" fmla="*/ 9387270 h 9456078"/>
              <a:gd name="connsiteX17" fmla="*/ 887607 w 13158799"/>
              <a:gd name="connsiteY17" fmla="*/ 9379017 h 9456078"/>
              <a:gd name="connsiteX18" fmla="*/ 936002 w 13158799"/>
              <a:gd name="connsiteY18" fmla="*/ 9370306 h 9456078"/>
              <a:gd name="connsiteX19" fmla="*/ 984281 w 13158799"/>
              <a:gd name="connsiteY19" fmla="*/ 9361139 h 9456078"/>
              <a:gd name="connsiteX20" fmla="*/ 1032440 w 13158799"/>
              <a:gd name="connsiteY20" fmla="*/ 9351517 h 9456078"/>
              <a:gd name="connsiteX21" fmla="*/ 1080477 w 13158799"/>
              <a:gd name="connsiteY21" fmla="*/ 9341441 h 9456078"/>
              <a:gd name="connsiteX22" fmla="*/ 1176172 w 13158799"/>
              <a:gd name="connsiteY22" fmla="*/ 9319936 h 9456078"/>
              <a:gd name="connsiteX23" fmla="*/ 1223823 w 13158799"/>
              <a:gd name="connsiteY23" fmla="*/ 9308509 h 9456078"/>
              <a:gd name="connsiteX24" fmla="*/ 1271339 w 13158799"/>
              <a:gd name="connsiteY24" fmla="*/ 9296635 h 9456078"/>
              <a:gd name="connsiteX25" fmla="*/ 1318719 w 13158799"/>
              <a:gd name="connsiteY25" fmla="*/ 9284315 h 9456078"/>
              <a:gd name="connsiteX26" fmla="*/ 1365957 w 13158799"/>
              <a:gd name="connsiteY26" fmla="*/ 9271550 h 9456078"/>
              <a:gd name="connsiteX27" fmla="*/ 1413052 w 13158799"/>
              <a:gd name="connsiteY27" fmla="*/ 9258342 h 9456078"/>
              <a:gd name="connsiteX28" fmla="*/ 1460000 w 13158799"/>
              <a:gd name="connsiteY28" fmla="*/ 9244693 h 9456078"/>
              <a:gd name="connsiteX29" fmla="*/ 1506799 w 13158799"/>
              <a:gd name="connsiteY29" fmla="*/ 9230604 h 9456078"/>
              <a:gd name="connsiteX30" fmla="*/ 1553445 w 13158799"/>
              <a:gd name="connsiteY30" fmla="*/ 9216076 h 9456078"/>
              <a:gd name="connsiteX31" fmla="*/ 1599935 w 13158799"/>
              <a:gd name="connsiteY31" fmla="*/ 9201111 h 9456078"/>
              <a:gd name="connsiteX32" fmla="*/ 1646267 w 13158799"/>
              <a:gd name="connsiteY32" fmla="*/ 9185710 h 9456078"/>
              <a:gd name="connsiteX33" fmla="*/ 1692437 w 13158799"/>
              <a:gd name="connsiteY33" fmla="*/ 9169876 h 9456078"/>
              <a:gd name="connsiteX34" fmla="*/ 1738442 w 13158799"/>
              <a:gd name="connsiteY34" fmla="*/ 9153608 h 9456078"/>
              <a:gd name="connsiteX35" fmla="*/ 1784280 w 13158799"/>
              <a:gd name="connsiteY35" fmla="*/ 9136910 h 9456078"/>
              <a:gd name="connsiteX36" fmla="*/ 1829947 w 13158799"/>
              <a:gd name="connsiteY36" fmla="*/ 9119782 h 9456078"/>
              <a:gd name="connsiteX37" fmla="*/ 1875440 w 13158799"/>
              <a:gd name="connsiteY37" fmla="*/ 9102226 h 9456078"/>
              <a:gd name="connsiteX38" fmla="*/ 1920756 w 13158799"/>
              <a:gd name="connsiteY38" fmla="*/ 9084243 h 9456078"/>
              <a:gd name="connsiteX39" fmla="*/ 1965893 w 13158799"/>
              <a:gd name="connsiteY39" fmla="*/ 9065835 h 9456078"/>
              <a:gd name="connsiteX40" fmla="*/ 2010847 w 13158799"/>
              <a:gd name="connsiteY40" fmla="*/ 9047004 h 9456078"/>
              <a:gd name="connsiteX41" fmla="*/ 2055615 w 13158799"/>
              <a:gd name="connsiteY41" fmla="*/ 9027750 h 9456078"/>
              <a:gd name="connsiteX42" fmla="*/ 2100195 w 13158799"/>
              <a:gd name="connsiteY42" fmla="*/ 9008075 h 9456078"/>
              <a:gd name="connsiteX43" fmla="*/ 2144582 w 13158799"/>
              <a:gd name="connsiteY43" fmla="*/ 8987981 h 9456078"/>
              <a:gd name="connsiteX44" fmla="*/ 2188775 w 13158799"/>
              <a:gd name="connsiteY44" fmla="*/ 8967470 h 9456078"/>
              <a:gd name="connsiteX45" fmla="*/ 2232770 w 13158799"/>
              <a:gd name="connsiteY45" fmla="*/ 8946542 h 9456078"/>
              <a:gd name="connsiteX46" fmla="*/ 2276564 w 13158799"/>
              <a:gd name="connsiteY46" fmla="*/ 8925199 h 9456078"/>
              <a:gd name="connsiteX47" fmla="*/ 2320154 w 13158799"/>
              <a:gd name="connsiteY47" fmla="*/ 8903443 h 9456078"/>
              <a:gd name="connsiteX48" fmla="*/ 2363538 w 13158799"/>
              <a:gd name="connsiteY48" fmla="*/ 8881275 h 9456078"/>
              <a:gd name="connsiteX49" fmla="*/ 2406711 w 13158799"/>
              <a:gd name="connsiteY49" fmla="*/ 8858697 h 9456078"/>
              <a:gd name="connsiteX50" fmla="*/ 2449672 w 13158799"/>
              <a:gd name="connsiteY50" fmla="*/ 8835710 h 9456078"/>
              <a:gd name="connsiteX51" fmla="*/ 2492417 w 13158799"/>
              <a:gd name="connsiteY51" fmla="*/ 8812316 h 9456078"/>
              <a:gd name="connsiteX52" fmla="*/ 2534943 w 13158799"/>
              <a:gd name="connsiteY52" fmla="*/ 8788516 h 9456078"/>
              <a:gd name="connsiteX53" fmla="*/ 2577247 w 13158799"/>
              <a:gd name="connsiteY53" fmla="*/ 8764311 h 9456078"/>
              <a:gd name="connsiteX54" fmla="*/ 2619326 w 13158799"/>
              <a:gd name="connsiteY54" fmla="*/ 8739704 h 9456078"/>
              <a:gd name="connsiteX55" fmla="*/ 2661177 w 13158799"/>
              <a:gd name="connsiteY55" fmla="*/ 8714695 h 9456078"/>
              <a:gd name="connsiteX56" fmla="*/ 2702797 w 13158799"/>
              <a:gd name="connsiteY56" fmla="*/ 8689286 h 9456078"/>
              <a:gd name="connsiteX57" fmla="*/ 2744183 w 13158799"/>
              <a:gd name="connsiteY57" fmla="*/ 8663479 h 9456078"/>
              <a:gd name="connsiteX58" fmla="*/ 2785333 w 13158799"/>
              <a:gd name="connsiteY58" fmla="*/ 8637274 h 9456078"/>
              <a:gd name="connsiteX59" fmla="*/ 2826242 w 13158799"/>
              <a:gd name="connsiteY59" fmla="*/ 8610675 h 9456078"/>
              <a:gd name="connsiteX60" fmla="*/ 2866908 w 13158799"/>
              <a:gd name="connsiteY60" fmla="*/ 8583681 h 9456078"/>
              <a:gd name="connsiteX61" fmla="*/ 2907329 w 13158799"/>
              <a:gd name="connsiteY61" fmla="*/ 8556295 h 9456078"/>
              <a:gd name="connsiteX62" fmla="*/ 2947500 w 13158799"/>
              <a:gd name="connsiteY62" fmla="*/ 8528517 h 9456078"/>
              <a:gd name="connsiteX63" fmla="*/ 2987419 w 13158799"/>
              <a:gd name="connsiteY63" fmla="*/ 8500351 h 9456078"/>
              <a:gd name="connsiteX64" fmla="*/ 3027083 w 13158799"/>
              <a:gd name="connsiteY64" fmla="*/ 8471796 h 9456078"/>
              <a:gd name="connsiteX65" fmla="*/ 3066489 w 13158799"/>
              <a:gd name="connsiteY65" fmla="*/ 8442854 h 9456078"/>
              <a:gd name="connsiteX66" fmla="*/ 3105634 w 13158799"/>
              <a:gd name="connsiteY66" fmla="*/ 8413528 h 9456078"/>
              <a:gd name="connsiteX67" fmla="*/ 3144515 w 13158799"/>
              <a:gd name="connsiteY67" fmla="*/ 8383818 h 9456078"/>
              <a:gd name="connsiteX68" fmla="*/ 3183129 w 13158799"/>
              <a:gd name="connsiteY68" fmla="*/ 8353726 h 9456078"/>
              <a:gd name="connsiteX69" fmla="*/ 3221473 w 13158799"/>
              <a:gd name="connsiteY69" fmla="*/ 8323253 h 9456078"/>
              <a:gd name="connsiteX70" fmla="*/ 3259544 w 13158799"/>
              <a:gd name="connsiteY70" fmla="*/ 8292401 h 9456078"/>
              <a:gd name="connsiteX71" fmla="*/ 3297339 w 13158799"/>
              <a:gd name="connsiteY71" fmla="*/ 8261172 h 9456078"/>
              <a:gd name="connsiteX72" fmla="*/ 3334854 w 13158799"/>
              <a:gd name="connsiteY72" fmla="*/ 8229566 h 9456078"/>
              <a:gd name="connsiteX73" fmla="*/ 3372087 w 13158799"/>
              <a:gd name="connsiteY73" fmla="*/ 8197585 h 9456078"/>
              <a:gd name="connsiteX74" fmla="*/ 3409035 w 13158799"/>
              <a:gd name="connsiteY74" fmla="*/ 8165232 h 9456078"/>
              <a:gd name="connsiteX75" fmla="*/ 3445695 w 13158799"/>
              <a:gd name="connsiteY75" fmla="*/ 8132507 h 9456078"/>
              <a:gd name="connsiteX76" fmla="*/ 3482064 w 13158799"/>
              <a:gd name="connsiteY76" fmla="*/ 8099411 h 9456078"/>
              <a:gd name="connsiteX77" fmla="*/ 3518139 w 13158799"/>
              <a:gd name="connsiteY77" fmla="*/ 8065947 h 9456078"/>
              <a:gd name="connsiteX78" fmla="*/ 3553916 w 13158799"/>
              <a:gd name="connsiteY78" fmla="*/ 8032115 h 9456078"/>
              <a:gd name="connsiteX79" fmla="*/ 3589393 w 13158799"/>
              <a:gd name="connsiteY79" fmla="*/ 7997918 h 9456078"/>
              <a:gd name="connsiteX80" fmla="*/ 3624567 w 13158799"/>
              <a:gd name="connsiteY80" fmla="*/ 7963356 h 9456078"/>
              <a:gd name="connsiteX81" fmla="*/ 3659435 w 13158799"/>
              <a:gd name="connsiteY81" fmla="*/ 7928432 h 9456078"/>
              <a:gd name="connsiteX82" fmla="*/ 3693994 w 13158799"/>
              <a:gd name="connsiteY82" fmla="*/ 7893146 h 9456078"/>
              <a:gd name="connsiteX83" fmla="*/ 3728240 w 13158799"/>
              <a:gd name="connsiteY83" fmla="*/ 7857501 h 9456078"/>
              <a:gd name="connsiteX84" fmla="*/ 3762171 w 13158799"/>
              <a:gd name="connsiteY84" fmla="*/ 7821497 h 9456078"/>
              <a:gd name="connsiteX85" fmla="*/ 3795783 w 13158799"/>
              <a:gd name="connsiteY85" fmla="*/ 7785136 h 9456078"/>
              <a:gd name="connsiteX86" fmla="*/ 3829075 w 13158799"/>
              <a:gd name="connsiteY86" fmla="*/ 7748420 h 9456078"/>
              <a:gd name="connsiteX87" fmla="*/ 3862042 w 13158799"/>
              <a:gd name="connsiteY87" fmla="*/ 7711350 h 9456078"/>
              <a:gd name="connsiteX88" fmla="*/ 3894682 w 13158799"/>
              <a:gd name="connsiteY88" fmla="*/ 7673928 h 9456078"/>
              <a:gd name="connsiteX89" fmla="*/ 3926991 w 13158799"/>
              <a:gd name="connsiteY89" fmla="*/ 7636155 h 9456078"/>
              <a:gd name="connsiteX90" fmla="*/ 3958967 w 13158799"/>
              <a:gd name="connsiteY90" fmla="*/ 7598032 h 9456078"/>
              <a:gd name="connsiteX91" fmla="*/ 3990607 w 13158799"/>
              <a:gd name="connsiteY91" fmla="*/ 7559561 h 9456078"/>
              <a:gd name="connsiteX92" fmla="*/ 4021907 w 13158799"/>
              <a:gd name="connsiteY92" fmla="*/ 7520744 h 9456078"/>
              <a:gd name="connsiteX93" fmla="*/ 4052865 w 13158799"/>
              <a:gd name="connsiteY93" fmla="*/ 7481582 h 9456078"/>
              <a:gd name="connsiteX94" fmla="*/ 4083478 w 13158799"/>
              <a:gd name="connsiteY94" fmla="*/ 7442077 h 9456078"/>
              <a:gd name="connsiteX95" fmla="*/ 8022311 w 13158799"/>
              <a:gd name="connsiteY95" fmla="*/ 2307814 h 9456078"/>
              <a:gd name="connsiteX96" fmla="*/ 8052902 w 13158799"/>
              <a:gd name="connsiteY96" fmla="*/ 2268285 h 9456078"/>
              <a:gd name="connsiteX97" fmla="*/ 8083796 w 13158799"/>
              <a:gd name="connsiteY97" fmla="*/ 2229056 h 9456078"/>
              <a:gd name="connsiteX98" fmla="*/ 8114989 w 13158799"/>
              <a:gd name="connsiteY98" fmla="*/ 2190127 h 9456078"/>
              <a:gd name="connsiteX99" fmla="*/ 8146479 w 13158799"/>
              <a:gd name="connsiteY99" fmla="*/ 2151500 h 9456078"/>
              <a:gd name="connsiteX100" fmla="*/ 8178264 w 13158799"/>
              <a:gd name="connsiteY100" fmla="*/ 2113176 h 9456078"/>
              <a:gd name="connsiteX101" fmla="*/ 8210341 w 13158799"/>
              <a:gd name="connsiteY101" fmla="*/ 2075157 h 9456078"/>
              <a:gd name="connsiteX102" fmla="*/ 8242709 w 13158799"/>
              <a:gd name="connsiteY102" fmla="*/ 2037442 h 9456078"/>
              <a:gd name="connsiteX103" fmla="*/ 8275365 w 13158799"/>
              <a:gd name="connsiteY103" fmla="*/ 2000034 h 9456078"/>
              <a:gd name="connsiteX104" fmla="*/ 8308307 w 13158799"/>
              <a:gd name="connsiteY104" fmla="*/ 1962934 h 9456078"/>
              <a:gd name="connsiteX105" fmla="*/ 8341532 w 13158799"/>
              <a:gd name="connsiteY105" fmla="*/ 1926142 h 9456078"/>
              <a:gd name="connsiteX106" fmla="*/ 8375038 w 13158799"/>
              <a:gd name="connsiteY106" fmla="*/ 1889660 h 9456078"/>
              <a:gd name="connsiteX107" fmla="*/ 8408823 w 13158799"/>
              <a:gd name="connsiteY107" fmla="*/ 1853489 h 9456078"/>
              <a:gd name="connsiteX108" fmla="*/ 8442885 w 13158799"/>
              <a:gd name="connsiteY108" fmla="*/ 1817630 h 9456078"/>
              <a:gd name="connsiteX109" fmla="*/ 8477221 w 13158799"/>
              <a:gd name="connsiteY109" fmla="*/ 1782084 h 9456078"/>
              <a:gd name="connsiteX110" fmla="*/ 8511829 w 13158799"/>
              <a:gd name="connsiteY110" fmla="*/ 1746853 h 9456078"/>
              <a:gd name="connsiteX111" fmla="*/ 8546706 w 13158799"/>
              <a:gd name="connsiteY111" fmla="*/ 1711937 h 9456078"/>
              <a:gd name="connsiteX112" fmla="*/ 8581851 w 13158799"/>
              <a:gd name="connsiteY112" fmla="*/ 1677337 h 9456078"/>
              <a:gd name="connsiteX113" fmla="*/ 8617261 w 13158799"/>
              <a:gd name="connsiteY113" fmla="*/ 1643056 h 9456078"/>
              <a:gd name="connsiteX114" fmla="*/ 8652934 w 13158799"/>
              <a:gd name="connsiteY114" fmla="*/ 1609093 h 9456078"/>
              <a:gd name="connsiteX115" fmla="*/ 8688867 w 13158799"/>
              <a:gd name="connsiteY115" fmla="*/ 1575450 h 9456078"/>
              <a:gd name="connsiteX116" fmla="*/ 8725058 w 13158799"/>
              <a:gd name="connsiteY116" fmla="*/ 1542128 h 9456078"/>
              <a:gd name="connsiteX117" fmla="*/ 8761506 w 13158799"/>
              <a:gd name="connsiteY117" fmla="*/ 1509129 h 9456078"/>
              <a:gd name="connsiteX118" fmla="*/ 8798207 w 13158799"/>
              <a:gd name="connsiteY118" fmla="*/ 1476452 h 9456078"/>
              <a:gd name="connsiteX119" fmla="*/ 8835159 w 13158799"/>
              <a:gd name="connsiteY119" fmla="*/ 1444101 h 9456078"/>
              <a:gd name="connsiteX120" fmla="*/ 8872360 w 13158799"/>
              <a:gd name="connsiteY120" fmla="*/ 1412075 h 9456078"/>
              <a:gd name="connsiteX121" fmla="*/ 8909808 w 13158799"/>
              <a:gd name="connsiteY121" fmla="*/ 1380375 h 9456078"/>
              <a:gd name="connsiteX122" fmla="*/ 8947501 w 13158799"/>
              <a:gd name="connsiteY122" fmla="*/ 1349004 h 9456078"/>
              <a:gd name="connsiteX123" fmla="*/ 8985435 w 13158799"/>
              <a:gd name="connsiteY123" fmla="*/ 1317962 h 9456078"/>
              <a:gd name="connsiteX124" fmla="*/ 9023610 w 13158799"/>
              <a:gd name="connsiteY124" fmla="*/ 1287250 h 9456078"/>
              <a:gd name="connsiteX125" fmla="*/ 9062022 w 13158799"/>
              <a:gd name="connsiteY125" fmla="*/ 1256869 h 9456078"/>
              <a:gd name="connsiteX126" fmla="*/ 9100669 w 13158799"/>
              <a:gd name="connsiteY126" fmla="*/ 1226820 h 9456078"/>
              <a:gd name="connsiteX127" fmla="*/ 9139549 w 13158799"/>
              <a:gd name="connsiteY127" fmla="*/ 1197105 h 9456078"/>
              <a:gd name="connsiteX128" fmla="*/ 9178660 w 13158799"/>
              <a:gd name="connsiteY128" fmla="*/ 1167725 h 9456078"/>
              <a:gd name="connsiteX129" fmla="*/ 9217999 w 13158799"/>
              <a:gd name="connsiteY129" fmla="*/ 1138681 h 9456078"/>
              <a:gd name="connsiteX130" fmla="*/ 9257564 w 13158799"/>
              <a:gd name="connsiteY130" fmla="*/ 1109974 h 9456078"/>
              <a:gd name="connsiteX131" fmla="*/ 9297353 w 13158799"/>
              <a:gd name="connsiteY131" fmla="*/ 1081604 h 9456078"/>
              <a:gd name="connsiteX132" fmla="*/ 9337364 w 13158799"/>
              <a:gd name="connsiteY132" fmla="*/ 1053574 h 9456078"/>
              <a:gd name="connsiteX133" fmla="*/ 9377594 w 13158799"/>
              <a:gd name="connsiteY133" fmla="*/ 1025884 h 9456078"/>
              <a:gd name="connsiteX134" fmla="*/ 9418040 w 13158799"/>
              <a:gd name="connsiteY134" fmla="*/ 998536 h 9456078"/>
              <a:gd name="connsiteX135" fmla="*/ 9458702 w 13158799"/>
              <a:gd name="connsiteY135" fmla="*/ 971530 h 9456078"/>
              <a:gd name="connsiteX136" fmla="*/ 9499575 w 13158799"/>
              <a:gd name="connsiteY136" fmla="*/ 944868 h 9456078"/>
              <a:gd name="connsiteX137" fmla="*/ 9540659 w 13158799"/>
              <a:gd name="connsiteY137" fmla="*/ 918551 h 9456078"/>
              <a:gd name="connsiteX138" fmla="*/ 9581950 w 13158799"/>
              <a:gd name="connsiteY138" fmla="*/ 892580 h 9456078"/>
              <a:gd name="connsiteX139" fmla="*/ 9623447 w 13158799"/>
              <a:gd name="connsiteY139" fmla="*/ 866956 h 9456078"/>
              <a:gd name="connsiteX140" fmla="*/ 9665147 w 13158799"/>
              <a:gd name="connsiteY140" fmla="*/ 841681 h 9456078"/>
              <a:gd name="connsiteX141" fmla="*/ 9707048 w 13158799"/>
              <a:gd name="connsiteY141" fmla="*/ 816754 h 9456078"/>
              <a:gd name="connsiteX142" fmla="*/ 9749147 w 13158799"/>
              <a:gd name="connsiteY142" fmla="*/ 792179 h 9456078"/>
              <a:gd name="connsiteX143" fmla="*/ 9791443 w 13158799"/>
              <a:gd name="connsiteY143" fmla="*/ 767955 h 9456078"/>
              <a:gd name="connsiteX144" fmla="*/ 9833932 w 13158799"/>
              <a:gd name="connsiteY144" fmla="*/ 744083 h 9456078"/>
              <a:gd name="connsiteX145" fmla="*/ 9876613 w 13158799"/>
              <a:gd name="connsiteY145" fmla="*/ 720566 h 9456078"/>
              <a:gd name="connsiteX146" fmla="*/ 9919484 w 13158799"/>
              <a:gd name="connsiteY146" fmla="*/ 697404 h 9456078"/>
              <a:gd name="connsiteX147" fmla="*/ 9962542 w 13158799"/>
              <a:gd name="connsiteY147" fmla="*/ 674598 h 9456078"/>
              <a:gd name="connsiteX148" fmla="*/ 10005784 w 13158799"/>
              <a:gd name="connsiteY148" fmla="*/ 652149 h 9456078"/>
              <a:gd name="connsiteX149" fmla="*/ 10049209 w 13158799"/>
              <a:gd name="connsiteY149" fmla="*/ 630059 h 9456078"/>
              <a:gd name="connsiteX150" fmla="*/ 10092814 w 13158799"/>
              <a:gd name="connsiteY150" fmla="*/ 608328 h 9456078"/>
              <a:gd name="connsiteX151" fmla="*/ 10136597 w 13158799"/>
              <a:gd name="connsiteY151" fmla="*/ 586958 h 9456078"/>
              <a:gd name="connsiteX152" fmla="*/ 10180556 w 13158799"/>
              <a:gd name="connsiteY152" fmla="*/ 565950 h 9456078"/>
              <a:gd name="connsiteX153" fmla="*/ 10224688 w 13158799"/>
              <a:gd name="connsiteY153" fmla="*/ 545304 h 9456078"/>
              <a:gd name="connsiteX154" fmla="*/ 10268991 w 13158799"/>
              <a:gd name="connsiteY154" fmla="*/ 525023 h 9456078"/>
              <a:gd name="connsiteX155" fmla="*/ 10313463 w 13158799"/>
              <a:gd name="connsiteY155" fmla="*/ 505107 h 9456078"/>
              <a:gd name="connsiteX156" fmla="*/ 10358101 w 13158799"/>
              <a:gd name="connsiteY156" fmla="*/ 485558 h 9456078"/>
              <a:gd name="connsiteX157" fmla="*/ 10402903 w 13158799"/>
              <a:gd name="connsiteY157" fmla="*/ 466376 h 9456078"/>
              <a:gd name="connsiteX158" fmla="*/ 10447868 w 13158799"/>
              <a:gd name="connsiteY158" fmla="*/ 447563 h 9456078"/>
              <a:gd name="connsiteX159" fmla="*/ 10492991 w 13158799"/>
              <a:gd name="connsiteY159" fmla="*/ 429119 h 9456078"/>
              <a:gd name="connsiteX160" fmla="*/ 10538272 w 13158799"/>
              <a:gd name="connsiteY160" fmla="*/ 411046 h 9456078"/>
              <a:gd name="connsiteX161" fmla="*/ 10583708 w 13158799"/>
              <a:gd name="connsiteY161" fmla="*/ 393346 h 9456078"/>
              <a:gd name="connsiteX162" fmla="*/ 10629297 w 13158799"/>
              <a:gd name="connsiteY162" fmla="*/ 376018 h 9456078"/>
              <a:gd name="connsiteX163" fmla="*/ 10675036 w 13158799"/>
              <a:gd name="connsiteY163" fmla="*/ 359065 h 9456078"/>
              <a:gd name="connsiteX164" fmla="*/ 10720923 w 13158799"/>
              <a:gd name="connsiteY164" fmla="*/ 342487 h 9456078"/>
              <a:gd name="connsiteX165" fmla="*/ 10766956 w 13158799"/>
              <a:gd name="connsiteY165" fmla="*/ 326286 h 9456078"/>
              <a:gd name="connsiteX166" fmla="*/ 10813132 w 13158799"/>
              <a:gd name="connsiteY166" fmla="*/ 310462 h 9456078"/>
              <a:gd name="connsiteX167" fmla="*/ 10859450 w 13158799"/>
              <a:gd name="connsiteY167" fmla="*/ 295018 h 9456078"/>
              <a:gd name="connsiteX168" fmla="*/ 10905907 w 13158799"/>
              <a:gd name="connsiteY168" fmla="*/ 279953 h 9456078"/>
              <a:gd name="connsiteX169" fmla="*/ 10952500 w 13158799"/>
              <a:gd name="connsiteY169" fmla="*/ 265269 h 9456078"/>
              <a:gd name="connsiteX170" fmla="*/ 10999227 w 13158799"/>
              <a:gd name="connsiteY170" fmla="*/ 250968 h 9456078"/>
              <a:gd name="connsiteX171" fmla="*/ 11046087 w 13158799"/>
              <a:gd name="connsiteY171" fmla="*/ 237049 h 9456078"/>
              <a:gd name="connsiteX172" fmla="*/ 11093076 w 13158799"/>
              <a:gd name="connsiteY172" fmla="*/ 223516 h 9456078"/>
              <a:gd name="connsiteX173" fmla="*/ 11140193 w 13158799"/>
              <a:gd name="connsiteY173" fmla="*/ 210368 h 9456078"/>
              <a:gd name="connsiteX174" fmla="*/ 11187434 w 13158799"/>
              <a:gd name="connsiteY174" fmla="*/ 197606 h 9456078"/>
              <a:gd name="connsiteX175" fmla="*/ 11234799 w 13158799"/>
              <a:gd name="connsiteY175" fmla="*/ 185233 h 9456078"/>
              <a:gd name="connsiteX176" fmla="*/ 11282284 w 13158799"/>
              <a:gd name="connsiteY176" fmla="*/ 173248 h 9456078"/>
              <a:gd name="connsiteX177" fmla="*/ 11329888 w 13158799"/>
              <a:gd name="connsiteY177" fmla="*/ 161654 h 9456078"/>
              <a:gd name="connsiteX178" fmla="*/ 11377607 w 13158799"/>
              <a:gd name="connsiteY178" fmla="*/ 150451 h 9456078"/>
              <a:gd name="connsiteX179" fmla="*/ 11425440 w 13158799"/>
              <a:gd name="connsiteY179" fmla="*/ 139640 h 9456078"/>
              <a:gd name="connsiteX180" fmla="*/ 11473385 w 13158799"/>
              <a:gd name="connsiteY180" fmla="*/ 129223 h 9456078"/>
              <a:gd name="connsiteX181" fmla="*/ 11521439 w 13158799"/>
              <a:gd name="connsiteY181" fmla="*/ 119201 h 9456078"/>
              <a:gd name="connsiteX182" fmla="*/ 11569599 w 13158799"/>
              <a:gd name="connsiteY182" fmla="*/ 109574 h 9456078"/>
              <a:gd name="connsiteX183" fmla="*/ 11617864 w 13158799"/>
              <a:gd name="connsiteY183" fmla="*/ 100344 h 9456078"/>
              <a:gd name="connsiteX184" fmla="*/ 11666231 w 13158799"/>
              <a:gd name="connsiteY184" fmla="*/ 91512 h 9456078"/>
              <a:gd name="connsiteX185" fmla="*/ 11714698 w 13158799"/>
              <a:gd name="connsiteY185" fmla="*/ 83080 h 9456078"/>
              <a:gd name="connsiteX186" fmla="*/ 11763263 w 13158799"/>
              <a:gd name="connsiteY186" fmla="*/ 75047 h 9456078"/>
              <a:gd name="connsiteX187" fmla="*/ 11811923 w 13158799"/>
              <a:gd name="connsiteY187" fmla="*/ 67417 h 9456078"/>
              <a:gd name="connsiteX188" fmla="*/ 11860676 w 13158799"/>
              <a:gd name="connsiteY188" fmla="*/ 60188 h 9456078"/>
              <a:gd name="connsiteX189" fmla="*/ 11909519 w 13158799"/>
              <a:gd name="connsiteY189" fmla="*/ 53364 h 9456078"/>
              <a:gd name="connsiteX190" fmla="*/ 11958451 w 13158799"/>
              <a:gd name="connsiteY190" fmla="*/ 46944 h 9456078"/>
              <a:gd name="connsiteX191" fmla="*/ 12007470 w 13158799"/>
              <a:gd name="connsiteY191" fmla="*/ 40931 h 9456078"/>
              <a:gd name="connsiteX192" fmla="*/ 12056572 w 13158799"/>
              <a:gd name="connsiteY192" fmla="*/ 35324 h 9456078"/>
              <a:gd name="connsiteX193" fmla="*/ 12105756 w 13158799"/>
              <a:gd name="connsiteY193" fmla="*/ 30126 h 9456078"/>
              <a:gd name="connsiteX194" fmla="*/ 12155019 w 13158799"/>
              <a:gd name="connsiteY194" fmla="*/ 25337 h 9456078"/>
              <a:gd name="connsiteX195" fmla="*/ 12204359 w 13158799"/>
              <a:gd name="connsiteY195" fmla="*/ 20958 h 9456078"/>
              <a:gd name="connsiteX196" fmla="*/ 12253773 w 13158799"/>
              <a:gd name="connsiteY196" fmla="*/ 16991 h 9456078"/>
              <a:gd name="connsiteX197" fmla="*/ 12303260 w 13158799"/>
              <a:gd name="connsiteY197" fmla="*/ 13437 h 9456078"/>
              <a:gd name="connsiteX198" fmla="*/ 12352818 w 13158799"/>
              <a:gd name="connsiteY198" fmla="*/ 10297 h 9456078"/>
              <a:gd name="connsiteX199" fmla="*/ 12402443 w 13158799"/>
              <a:gd name="connsiteY199" fmla="*/ 7572 h 9456078"/>
              <a:gd name="connsiteX200" fmla="*/ 12452133 w 13158799"/>
              <a:gd name="connsiteY200" fmla="*/ 5263 h 9456078"/>
              <a:gd name="connsiteX201" fmla="*/ 12501887 w 13158799"/>
              <a:gd name="connsiteY201" fmla="*/ 3371 h 9456078"/>
              <a:gd name="connsiteX202" fmla="*/ 12551701 w 13158799"/>
              <a:gd name="connsiteY202" fmla="*/ 1898 h 9456078"/>
              <a:gd name="connsiteX203" fmla="*/ 12601574 w 13158799"/>
              <a:gd name="connsiteY203" fmla="*/ 844 h 9456078"/>
              <a:gd name="connsiteX204" fmla="*/ 12651504 w 13158799"/>
              <a:gd name="connsiteY204" fmla="*/ 211 h 9456078"/>
              <a:gd name="connsiteX205" fmla="*/ 12701487 w 13158799"/>
              <a:gd name="connsiteY205" fmla="*/ 0 h 9456078"/>
              <a:gd name="connsiteX206" fmla="*/ 13158798 w 13158799"/>
              <a:gd name="connsiteY206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76172 w 13158797"/>
              <a:gd name="connsiteY22" fmla="*/ 9319936 h 9456078"/>
              <a:gd name="connsiteX23" fmla="*/ 1223823 w 13158797"/>
              <a:gd name="connsiteY23" fmla="*/ 9308509 h 9456078"/>
              <a:gd name="connsiteX24" fmla="*/ 1271339 w 13158797"/>
              <a:gd name="connsiteY24" fmla="*/ 9296635 h 9456078"/>
              <a:gd name="connsiteX25" fmla="*/ 1318719 w 13158797"/>
              <a:gd name="connsiteY25" fmla="*/ 9284315 h 9456078"/>
              <a:gd name="connsiteX26" fmla="*/ 1365957 w 13158797"/>
              <a:gd name="connsiteY26" fmla="*/ 9271550 h 9456078"/>
              <a:gd name="connsiteX27" fmla="*/ 1413052 w 13158797"/>
              <a:gd name="connsiteY27" fmla="*/ 9258342 h 9456078"/>
              <a:gd name="connsiteX28" fmla="*/ 1460000 w 13158797"/>
              <a:gd name="connsiteY28" fmla="*/ 9244693 h 9456078"/>
              <a:gd name="connsiteX29" fmla="*/ 1506799 w 13158797"/>
              <a:gd name="connsiteY29" fmla="*/ 9230604 h 9456078"/>
              <a:gd name="connsiteX30" fmla="*/ 1553445 w 13158797"/>
              <a:gd name="connsiteY30" fmla="*/ 9216076 h 9456078"/>
              <a:gd name="connsiteX31" fmla="*/ 1599935 w 13158797"/>
              <a:gd name="connsiteY31" fmla="*/ 9201111 h 9456078"/>
              <a:gd name="connsiteX32" fmla="*/ 1646267 w 13158797"/>
              <a:gd name="connsiteY32" fmla="*/ 9185710 h 9456078"/>
              <a:gd name="connsiteX33" fmla="*/ 1692437 w 13158797"/>
              <a:gd name="connsiteY33" fmla="*/ 9169876 h 9456078"/>
              <a:gd name="connsiteX34" fmla="*/ 1738442 w 13158797"/>
              <a:gd name="connsiteY34" fmla="*/ 9153608 h 9456078"/>
              <a:gd name="connsiteX35" fmla="*/ 1784280 w 13158797"/>
              <a:gd name="connsiteY35" fmla="*/ 9136910 h 9456078"/>
              <a:gd name="connsiteX36" fmla="*/ 1829947 w 13158797"/>
              <a:gd name="connsiteY36" fmla="*/ 9119782 h 9456078"/>
              <a:gd name="connsiteX37" fmla="*/ 1875440 w 13158797"/>
              <a:gd name="connsiteY37" fmla="*/ 9102226 h 9456078"/>
              <a:gd name="connsiteX38" fmla="*/ 1920756 w 13158797"/>
              <a:gd name="connsiteY38" fmla="*/ 9084243 h 9456078"/>
              <a:gd name="connsiteX39" fmla="*/ 1965893 w 13158797"/>
              <a:gd name="connsiteY39" fmla="*/ 9065835 h 9456078"/>
              <a:gd name="connsiteX40" fmla="*/ 2055615 w 13158797"/>
              <a:gd name="connsiteY40" fmla="*/ 9027750 h 9456078"/>
              <a:gd name="connsiteX41" fmla="*/ 2100195 w 13158797"/>
              <a:gd name="connsiteY41" fmla="*/ 9008075 h 9456078"/>
              <a:gd name="connsiteX42" fmla="*/ 2144582 w 13158797"/>
              <a:gd name="connsiteY42" fmla="*/ 8987981 h 9456078"/>
              <a:gd name="connsiteX43" fmla="*/ 2188775 w 13158797"/>
              <a:gd name="connsiteY43" fmla="*/ 8967470 h 9456078"/>
              <a:gd name="connsiteX44" fmla="*/ 2232770 w 13158797"/>
              <a:gd name="connsiteY44" fmla="*/ 8946542 h 9456078"/>
              <a:gd name="connsiteX45" fmla="*/ 2276564 w 13158797"/>
              <a:gd name="connsiteY45" fmla="*/ 8925199 h 9456078"/>
              <a:gd name="connsiteX46" fmla="*/ 2320154 w 13158797"/>
              <a:gd name="connsiteY46" fmla="*/ 8903443 h 9456078"/>
              <a:gd name="connsiteX47" fmla="*/ 2363538 w 13158797"/>
              <a:gd name="connsiteY47" fmla="*/ 8881275 h 9456078"/>
              <a:gd name="connsiteX48" fmla="*/ 2406711 w 13158797"/>
              <a:gd name="connsiteY48" fmla="*/ 8858697 h 9456078"/>
              <a:gd name="connsiteX49" fmla="*/ 2449672 w 13158797"/>
              <a:gd name="connsiteY49" fmla="*/ 8835710 h 9456078"/>
              <a:gd name="connsiteX50" fmla="*/ 2492417 w 13158797"/>
              <a:gd name="connsiteY50" fmla="*/ 8812316 h 9456078"/>
              <a:gd name="connsiteX51" fmla="*/ 2534943 w 13158797"/>
              <a:gd name="connsiteY51" fmla="*/ 8788516 h 9456078"/>
              <a:gd name="connsiteX52" fmla="*/ 2577247 w 13158797"/>
              <a:gd name="connsiteY52" fmla="*/ 8764311 h 9456078"/>
              <a:gd name="connsiteX53" fmla="*/ 2619326 w 13158797"/>
              <a:gd name="connsiteY53" fmla="*/ 8739704 h 9456078"/>
              <a:gd name="connsiteX54" fmla="*/ 2661177 w 13158797"/>
              <a:gd name="connsiteY54" fmla="*/ 8714695 h 9456078"/>
              <a:gd name="connsiteX55" fmla="*/ 2702797 w 13158797"/>
              <a:gd name="connsiteY55" fmla="*/ 8689286 h 9456078"/>
              <a:gd name="connsiteX56" fmla="*/ 2744183 w 13158797"/>
              <a:gd name="connsiteY56" fmla="*/ 8663479 h 9456078"/>
              <a:gd name="connsiteX57" fmla="*/ 2785333 w 13158797"/>
              <a:gd name="connsiteY57" fmla="*/ 8637274 h 9456078"/>
              <a:gd name="connsiteX58" fmla="*/ 2826242 w 13158797"/>
              <a:gd name="connsiteY58" fmla="*/ 8610675 h 9456078"/>
              <a:gd name="connsiteX59" fmla="*/ 2866908 w 13158797"/>
              <a:gd name="connsiteY59" fmla="*/ 8583681 h 9456078"/>
              <a:gd name="connsiteX60" fmla="*/ 2907329 w 13158797"/>
              <a:gd name="connsiteY60" fmla="*/ 8556295 h 9456078"/>
              <a:gd name="connsiteX61" fmla="*/ 2947500 w 13158797"/>
              <a:gd name="connsiteY61" fmla="*/ 8528517 h 9456078"/>
              <a:gd name="connsiteX62" fmla="*/ 2987419 w 13158797"/>
              <a:gd name="connsiteY62" fmla="*/ 8500351 h 9456078"/>
              <a:gd name="connsiteX63" fmla="*/ 3027083 w 13158797"/>
              <a:gd name="connsiteY63" fmla="*/ 8471796 h 9456078"/>
              <a:gd name="connsiteX64" fmla="*/ 3066489 w 13158797"/>
              <a:gd name="connsiteY64" fmla="*/ 8442854 h 9456078"/>
              <a:gd name="connsiteX65" fmla="*/ 3105634 w 13158797"/>
              <a:gd name="connsiteY65" fmla="*/ 8413528 h 9456078"/>
              <a:gd name="connsiteX66" fmla="*/ 3144515 w 13158797"/>
              <a:gd name="connsiteY66" fmla="*/ 8383818 h 9456078"/>
              <a:gd name="connsiteX67" fmla="*/ 3183129 w 13158797"/>
              <a:gd name="connsiteY67" fmla="*/ 8353726 h 9456078"/>
              <a:gd name="connsiteX68" fmla="*/ 3221473 w 13158797"/>
              <a:gd name="connsiteY68" fmla="*/ 8323253 h 9456078"/>
              <a:gd name="connsiteX69" fmla="*/ 3259544 w 13158797"/>
              <a:gd name="connsiteY69" fmla="*/ 8292401 h 9456078"/>
              <a:gd name="connsiteX70" fmla="*/ 3297339 w 13158797"/>
              <a:gd name="connsiteY70" fmla="*/ 8261172 h 9456078"/>
              <a:gd name="connsiteX71" fmla="*/ 3334854 w 13158797"/>
              <a:gd name="connsiteY71" fmla="*/ 8229566 h 9456078"/>
              <a:gd name="connsiteX72" fmla="*/ 3372087 w 13158797"/>
              <a:gd name="connsiteY72" fmla="*/ 8197585 h 9456078"/>
              <a:gd name="connsiteX73" fmla="*/ 3409035 w 13158797"/>
              <a:gd name="connsiteY73" fmla="*/ 8165232 h 9456078"/>
              <a:gd name="connsiteX74" fmla="*/ 3445695 w 13158797"/>
              <a:gd name="connsiteY74" fmla="*/ 8132507 h 9456078"/>
              <a:gd name="connsiteX75" fmla="*/ 3482064 w 13158797"/>
              <a:gd name="connsiteY75" fmla="*/ 8099411 h 9456078"/>
              <a:gd name="connsiteX76" fmla="*/ 3518139 w 13158797"/>
              <a:gd name="connsiteY76" fmla="*/ 8065947 h 9456078"/>
              <a:gd name="connsiteX77" fmla="*/ 3553916 w 13158797"/>
              <a:gd name="connsiteY77" fmla="*/ 8032115 h 9456078"/>
              <a:gd name="connsiteX78" fmla="*/ 3589393 w 13158797"/>
              <a:gd name="connsiteY78" fmla="*/ 7997918 h 9456078"/>
              <a:gd name="connsiteX79" fmla="*/ 3624567 w 13158797"/>
              <a:gd name="connsiteY79" fmla="*/ 7963356 h 9456078"/>
              <a:gd name="connsiteX80" fmla="*/ 3659435 w 13158797"/>
              <a:gd name="connsiteY80" fmla="*/ 7928432 h 9456078"/>
              <a:gd name="connsiteX81" fmla="*/ 3693994 w 13158797"/>
              <a:gd name="connsiteY81" fmla="*/ 7893146 h 9456078"/>
              <a:gd name="connsiteX82" fmla="*/ 3728240 w 13158797"/>
              <a:gd name="connsiteY82" fmla="*/ 7857501 h 9456078"/>
              <a:gd name="connsiteX83" fmla="*/ 3762171 w 13158797"/>
              <a:gd name="connsiteY83" fmla="*/ 7821497 h 9456078"/>
              <a:gd name="connsiteX84" fmla="*/ 3795783 w 13158797"/>
              <a:gd name="connsiteY84" fmla="*/ 7785136 h 9456078"/>
              <a:gd name="connsiteX85" fmla="*/ 3829075 w 13158797"/>
              <a:gd name="connsiteY85" fmla="*/ 7748420 h 9456078"/>
              <a:gd name="connsiteX86" fmla="*/ 3862042 w 13158797"/>
              <a:gd name="connsiteY86" fmla="*/ 7711350 h 9456078"/>
              <a:gd name="connsiteX87" fmla="*/ 3894682 w 13158797"/>
              <a:gd name="connsiteY87" fmla="*/ 7673928 h 9456078"/>
              <a:gd name="connsiteX88" fmla="*/ 3926991 w 13158797"/>
              <a:gd name="connsiteY88" fmla="*/ 7636155 h 9456078"/>
              <a:gd name="connsiteX89" fmla="*/ 3958967 w 13158797"/>
              <a:gd name="connsiteY89" fmla="*/ 7598032 h 9456078"/>
              <a:gd name="connsiteX90" fmla="*/ 3990607 w 13158797"/>
              <a:gd name="connsiteY90" fmla="*/ 7559561 h 9456078"/>
              <a:gd name="connsiteX91" fmla="*/ 4021907 w 13158797"/>
              <a:gd name="connsiteY91" fmla="*/ 7520744 h 9456078"/>
              <a:gd name="connsiteX92" fmla="*/ 4052865 w 13158797"/>
              <a:gd name="connsiteY92" fmla="*/ 7481582 h 9456078"/>
              <a:gd name="connsiteX93" fmla="*/ 4083478 w 13158797"/>
              <a:gd name="connsiteY93" fmla="*/ 7442077 h 9456078"/>
              <a:gd name="connsiteX94" fmla="*/ 8022311 w 13158797"/>
              <a:gd name="connsiteY94" fmla="*/ 2307814 h 9456078"/>
              <a:gd name="connsiteX95" fmla="*/ 8052902 w 13158797"/>
              <a:gd name="connsiteY95" fmla="*/ 2268285 h 9456078"/>
              <a:gd name="connsiteX96" fmla="*/ 8083796 w 13158797"/>
              <a:gd name="connsiteY96" fmla="*/ 2229056 h 9456078"/>
              <a:gd name="connsiteX97" fmla="*/ 8114989 w 13158797"/>
              <a:gd name="connsiteY97" fmla="*/ 2190127 h 9456078"/>
              <a:gd name="connsiteX98" fmla="*/ 8146479 w 13158797"/>
              <a:gd name="connsiteY98" fmla="*/ 2151500 h 9456078"/>
              <a:gd name="connsiteX99" fmla="*/ 8178264 w 13158797"/>
              <a:gd name="connsiteY99" fmla="*/ 2113176 h 9456078"/>
              <a:gd name="connsiteX100" fmla="*/ 8210341 w 13158797"/>
              <a:gd name="connsiteY100" fmla="*/ 2075157 h 9456078"/>
              <a:gd name="connsiteX101" fmla="*/ 8242709 w 13158797"/>
              <a:gd name="connsiteY101" fmla="*/ 2037442 h 9456078"/>
              <a:gd name="connsiteX102" fmla="*/ 8275365 w 13158797"/>
              <a:gd name="connsiteY102" fmla="*/ 2000034 h 9456078"/>
              <a:gd name="connsiteX103" fmla="*/ 8308307 w 13158797"/>
              <a:gd name="connsiteY103" fmla="*/ 1962934 h 9456078"/>
              <a:gd name="connsiteX104" fmla="*/ 8341532 w 13158797"/>
              <a:gd name="connsiteY104" fmla="*/ 1926142 h 9456078"/>
              <a:gd name="connsiteX105" fmla="*/ 8375038 w 13158797"/>
              <a:gd name="connsiteY105" fmla="*/ 1889660 h 9456078"/>
              <a:gd name="connsiteX106" fmla="*/ 8408823 w 13158797"/>
              <a:gd name="connsiteY106" fmla="*/ 1853489 h 9456078"/>
              <a:gd name="connsiteX107" fmla="*/ 8442885 w 13158797"/>
              <a:gd name="connsiteY107" fmla="*/ 1817630 h 9456078"/>
              <a:gd name="connsiteX108" fmla="*/ 8477221 w 13158797"/>
              <a:gd name="connsiteY108" fmla="*/ 1782084 h 9456078"/>
              <a:gd name="connsiteX109" fmla="*/ 8511829 w 13158797"/>
              <a:gd name="connsiteY109" fmla="*/ 1746853 h 9456078"/>
              <a:gd name="connsiteX110" fmla="*/ 8546706 w 13158797"/>
              <a:gd name="connsiteY110" fmla="*/ 1711937 h 9456078"/>
              <a:gd name="connsiteX111" fmla="*/ 8581851 w 13158797"/>
              <a:gd name="connsiteY111" fmla="*/ 1677337 h 9456078"/>
              <a:gd name="connsiteX112" fmla="*/ 8617261 w 13158797"/>
              <a:gd name="connsiteY112" fmla="*/ 1643056 h 9456078"/>
              <a:gd name="connsiteX113" fmla="*/ 8652934 w 13158797"/>
              <a:gd name="connsiteY113" fmla="*/ 1609093 h 9456078"/>
              <a:gd name="connsiteX114" fmla="*/ 8688867 w 13158797"/>
              <a:gd name="connsiteY114" fmla="*/ 1575450 h 9456078"/>
              <a:gd name="connsiteX115" fmla="*/ 8725058 w 13158797"/>
              <a:gd name="connsiteY115" fmla="*/ 1542128 h 9456078"/>
              <a:gd name="connsiteX116" fmla="*/ 8761506 w 13158797"/>
              <a:gd name="connsiteY116" fmla="*/ 1509129 h 9456078"/>
              <a:gd name="connsiteX117" fmla="*/ 8798207 w 13158797"/>
              <a:gd name="connsiteY117" fmla="*/ 1476452 h 9456078"/>
              <a:gd name="connsiteX118" fmla="*/ 8835159 w 13158797"/>
              <a:gd name="connsiteY118" fmla="*/ 1444101 h 9456078"/>
              <a:gd name="connsiteX119" fmla="*/ 8872360 w 13158797"/>
              <a:gd name="connsiteY119" fmla="*/ 1412075 h 9456078"/>
              <a:gd name="connsiteX120" fmla="*/ 8909808 w 13158797"/>
              <a:gd name="connsiteY120" fmla="*/ 1380375 h 9456078"/>
              <a:gd name="connsiteX121" fmla="*/ 8947501 w 13158797"/>
              <a:gd name="connsiteY121" fmla="*/ 1349004 h 9456078"/>
              <a:gd name="connsiteX122" fmla="*/ 8985435 w 13158797"/>
              <a:gd name="connsiteY122" fmla="*/ 1317962 h 9456078"/>
              <a:gd name="connsiteX123" fmla="*/ 9023610 w 13158797"/>
              <a:gd name="connsiteY123" fmla="*/ 1287250 h 9456078"/>
              <a:gd name="connsiteX124" fmla="*/ 9062022 w 13158797"/>
              <a:gd name="connsiteY124" fmla="*/ 1256869 h 9456078"/>
              <a:gd name="connsiteX125" fmla="*/ 9100669 w 13158797"/>
              <a:gd name="connsiteY125" fmla="*/ 1226820 h 9456078"/>
              <a:gd name="connsiteX126" fmla="*/ 9139549 w 13158797"/>
              <a:gd name="connsiteY126" fmla="*/ 1197105 h 9456078"/>
              <a:gd name="connsiteX127" fmla="*/ 9178660 w 13158797"/>
              <a:gd name="connsiteY127" fmla="*/ 1167725 h 9456078"/>
              <a:gd name="connsiteX128" fmla="*/ 9217999 w 13158797"/>
              <a:gd name="connsiteY128" fmla="*/ 1138681 h 9456078"/>
              <a:gd name="connsiteX129" fmla="*/ 9257564 w 13158797"/>
              <a:gd name="connsiteY129" fmla="*/ 1109974 h 9456078"/>
              <a:gd name="connsiteX130" fmla="*/ 9297353 w 13158797"/>
              <a:gd name="connsiteY130" fmla="*/ 1081604 h 9456078"/>
              <a:gd name="connsiteX131" fmla="*/ 9337364 w 13158797"/>
              <a:gd name="connsiteY131" fmla="*/ 1053574 h 9456078"/>
              <a:gd name="connsiteX132" fmla="*/ 9377594 w 13158797"/>
              <a:gd name="connsiteY132" fmla="*/ 1025884 h 9456078"/>
              <a:gd name="connsiteX133" fmla="*/ 9418040 w 13158797"/>
              <a:gd name="connsiteY133" fmla="*/ 998536 h 9456078"/>
              <a:gd name="connsiteX134" fmla="*/ 9458702 w 13158797"/>
              <a:gd name="connsiteY134" fmla="*/ 971530 h 9456078"/>
              <a:gd name="connsiteX135" fmla="*/ 9499575 w 13158797"/>
              <a:gd name="connsiteY135" fmla="*/ 944868 h 9456078"/>
              <a:gd name="connsiteX136" fmla="*/ 9540659 w 13158797"/>
              <a:gd name="connsiteY136" fmla="*/ 918551 h 9456078"/>
              <a:gd name="connsiteX137" fmla="*/ 9581950 w 13158797"/>
              <a:gd name="connsiteY137" fmla="*/ 892580 h 9456078"/>
              <a:gd name="connsiteX138" fmla="*/ 9623447 w 13158797"/>
              <a:gd name="connsiteY138" fmla="*/ 866956 h 9456078"/>
              <a:gd name="connsiteX139" fmla="*/ 9665147 w 13158797"/>
              <a:gd name="connsiteY139" fmla="*/ 841681 h 9456078"/>
              <a:gd name="connsiteX140" fmla="*/ 9707048 w 13158797"/>
              <a:gd name="connsiteY140" fmla="*/ 816754 h 9456078"/>
              <a:gd name="connsiteX141" fmla="*/ 9749147 w 13158797"/>
              <a:gd name="connsiteY141" fmla="*/ 792179 h 9456078"/>
              <a:gd name="connsiteX142" fmla="*/ 9791443 w 13158797"/>
              <a:gd name="connsiteY142" fmla="*/ 767955 h 9456078"/>
              <a:gd name="connsiteX143" fmla="*/ 9833932 w 13158797"/>
              <a:gd name="connsiteY143" fmla="*/ 744083 h 9456078"/>
              <a:gd name="connsiteX144" fmla="*/ 9876613 w 13158797"/>
              <a:gd name="connsiteY144" fmla="*/ 720566 h 9456078"/>
              <a:gd name="connsiteX145" fmla="*/ 9919484 w 13158797"/>
              <a:gd name="connsiteY145" fmla="*/ 697404 h 9456078"/>
              <a:gd name="connsiteX146" fmla="*/ 9962542 w 13158797"/>
              <a:gd name="connsiteY146" fmla="*/ 674598 h 9456078"/>
              <a:gd name="connsiteX147" fmla="*/ 10005784 w 13158797"/>
              <a:gd name="connsiteY147" fmla="*/ 652149 h 9456078"/>
              <a:gd name="connsiteX148" fmla="*/ 10049209 w 13158797"/>
              <a:gd name="connsiteY148" fmla="*/ 630059 h 9456078"/>
              <a:gd name="connsiteX149" fmla="*/ 10092814 w 13158797"/>
              <a:gd name="connsiteY149" fmla="*/ 608328 h 9456078"/>
              <a:gd name="connsiteX150" fmla="*/ 10136597 w 13158797"/>
              <a:gd name="connsiteY150" fmla="*/ 586958 h 9456078"/>
              <a:gd name="connsiteX151" fmla="*/ 10180556 w 13158797"/>
              <a:gd name="connsiteY151" fmla="*/ 565950 h 9456078"/>
              <a:gd name="connsiteX152" fmla="*/ 10224688 w 13158797"/>
              <a:gd name="connsiteY152" fmla="*/ 545304 h 9456078"/>
              <a:gd name="connsiteX153" fmla="*/ 10268991 w 13158797"/>
              <a:gd name="connsiteY153" fmla="*/ 525023 h 9456078"/>
              <a:gd name="connsiteX154" fmla="*/ 10313463 w 13158797"/>
              <a:gd name="connsiteY154" fmla="*/ 505107 h 9456078"/>
              <a:gd name="connsiteX155" fmla="*/ 10358101 w 13158797"/>
              <a:gd name="connsiteY155" fmla="*/ 485558 h 9456078"/>
              <a:gd name="connsiteX156" fmla="*/ 10402903 w 13158797"/>
              <a:gd name="connsiteY156" fmla="*/ 466376 h 9456078"/>
              <a:gd name="connsiteX157" fmla="*/ 10447868 w 13158797"/>
              <a:gd name="connsiteY157" fmla="*/ 447563 h 9456078"/>
              <a:gd name="connsiteX158" fmla="*/ 10492991 w 13158797"/>
              <a:gd name="connsiteY158" fmla="*/ 429119 h 9456078"/>
              <a:gd name="connsiteX159" fmla="*/ 10538272 w 13158797"/>
              <a:gd name="connsiteY159" fmla="*/ 411046 h 9456078"/>
              <a:gd name="connsiteX160" fmla="*/ 10583708 w 13158797"/>
              <a:gd name="connsiteY160" fmla="*/ 393346 h 9456078"/>
              <a:gd name="connsiteX161" fmla="*/ 10629297 w 13158797"/>
              <a:gd name="connsiteY161" fmla="*/ 376018 h 9456078"/>
              <a:gd name="connsiteX162" fmla="*/ 10675036 w 13158797"/>
              <a:gd name="connsiteY162" fmla="*/ 359065 h 9456078"/>
              <a:gd name="connsiteX163" fmla="*/ 10720923 w 13158797"/>
              <a:gd name="connsiteY163" fmla="*/ 342487 h 9456078"/>
              <a:gd name="connsiteX164" fmla="*/ 10766956 w 13158797"/>
              <a:gd name="connsiteY164" fmla="*/ 326286 h 9456078"/>
              <a:gd name="connsiteX165" fmla="*/ 10813132 w 13158797"/>
              <a:gd name="connsiteY165" fmla="*/ 310462 h 9456078"/>
              <a:gd name="connsiteX166" fmla="*/ 10859450 w 13158797"/>
              <a:gd name="connsiteY166" fmla="*/ 295018 h 9456078"/>
              <a:gd name="connsiteX167" fmla="*/ 10905907 w 13158797"/>
              <a:gd name="connsiteY167" fmla="*/ 279953 h 9456078"/>
              <a:gd name="connsiteX168" fmla="*/ 10952500 w 13158797"/>
              <a:gd name="connsiteY168" fmla="*/ 265269 h 9456078"/>
              <a:gd name="connsiteX169" fmla="*/ 10999227 w 13158797"/>
              <a:gd name="connsiteY169" fmla="*/ 250968 h 9456078"/>
              <a:gd name="connsiteX170" fmla="*/ 11046087 w 13158797"/>
              <a:gd name="connsiteY170" fmla="*/ 237049 h 9456078"/>
              <a:gd name="connsiteX171" fmla="*/ 11093076 w 13158797"/>
              <a:gd name="connsiteY171" fmla="*/ 223516 h 9456078"/>
              <a:gd name="connsiteX172" fmla="*/ 11140193 w 13158797"/>
              <a:gd name="connsiteY172" fmla="*/ 210368 h 9456078"/>
              <a:gd name="connsiteX173" fmla="*/ 11187434 w 13158797"/>
              <a:gd name="connsiteY173" fmla="*/ 197606 h 9456078"/>
              <a:gd name="connsiteX174" fmla="*/ 11234799 w 13158797"/>
              <a:gd name="connsiteY174" fmla="*/ 185233 h 9456078"/>
              <a:gd name="connsiteX175" fmla="*/ 11282284 w 13158797"/>
              <a:gd name="connsiteY175" fmla="*/ 173248 h 9456078"/>
              <a:gd name="connsiteX176" fmla="*/ 11329888 w 13158797"/>
              <a:gd name="connsiteY176" fmla="*/ 161654 h 9456078"/>
              <a:gd name="connsiteX177" fmla="*/ 11377607 w 13158797"/>
              <a:gd name="connsiteY177" fmla="*/ 150451 h 9456078"/>
              <a:gd name="connsiteX178" fmla="*/ 11425440 w 13158797"/>
              <a:gd name="connsiteY178" fmla="*/ 139640 h 9456078"/>
              <a:gd name="connsiteX179" fmla="*/ 11473385 w 13158797"/>
              <a:gd name="connsiteY179" fmla="*/ 129223 h 9456078"/>
              <a:gd name="connsiteX180" fmla="*/ 11521439 w 13158797"/>
              <a:gd name="connsiteY180" fmla="*/ 119201 h 9456078"/>
              <a:gd name="connsiteX181" fmla="*/ 11569599 w 13158797"/>
              <a:gd name="connsiteY181" fmla="*/ 109574 h 9456078"/>
              <a:gd name="connsiteX182" fmla="*/ 11617864 w 13158797"/>
              <a:gd name="connsiteY182" fmla="*/ 100344 h 9456078"/>
              <a:gd name="connsiteX183" fmla="*/ 11666231 w 13158797"/>
              <a:gd name="connsiteY183" fmla="*/ 91512 h 9456078"/>
              <a:gd name="connsiteX184" fmla="*/ 11714698 w 13158797"/>
              <a:gd name="connsiteY184" fmla="*/ 83080 h 9456078"/>
              <a:gd name="connsiteX185" fmla="*/ 11763263 w 13158797"/>
              <a:gd name="connsiteY185" fmla="*/ 75047 h 9456078"/>
              <a:gd name="connsiteX186" fmla="*/ 11811923 w 13158797"/>
              <a:gd name="connsiteY186" fmla="*/ 67417 h 9456078"/>
              <a:gd name="connsiteX187" fmla="*/ 11860676 w 13158797"/>
              <a:gd name="connsiteY187" fmla="*/ 60188 h 9456078"/>
              <a:gd name="connsiteX188" fmla="*/ 11909519 w 13158797"/>
              <a:gd name="connsiteY188" fmla="*/ 53364 h 9456078"/>
              <a:gd name="connsiteX189" fmla="*/ 11958451 w 13158797"/>
              <a:gd name="connsiteY189" fmla="*/ 46944 h 9456078"/>
              <a:gd name="connsiteX190" fmla="*/ 12007470 w 13158797"/>
              <a:gd name="connsiteY190" fmla="*/ 40931 h 9456078"/>
              <a:gd name="connsiteX191" fmla="*/ 12056572 w 13158797"/>
              <a:gd name="connsiteY191" fmla="*/ 35324 h 9456078"/>
              <a:gd name="connsiteX192" fmla="*/ 12105756 w 13158797"/>
              <a:gd name="connsiteY192" fmla="*/ 30126 h 9456078"/>
              <a:gd name="connsiteX193" fmla="*/ 12155019 w 13158797"/>
              <a:gd name="connsiteY193" fmla="*/ 25337 h 9456078"/>
              <a:gd name="connsiteX194" fmla="*/ 12204359 w 13158797"/>
              <a:gd name="connsiteY194" fmla="*/ 20958 h 9456078"/>
              <a:gd name="connsiteX195" fmla="*/ 12253773 w 13158797"/>
              <a:gd name="connsiteY195" fmla="*/ 16991 h 9456078"/>
              <a:gd name="connsiteX196" fmla="*/ 12303260 w 13158797"/>
              <a:gd name="connsiteY196" fmla="*/ 13437 h 9456078"/>
              <a:gd name="connsiteX197" fmla="*/ 12352818 w 13158797"/>
              <a:gd name="connsiteY197" fmla="*/ 10297 h 9456078"/>
              <a:gd name="connsiteX198" fmla="*/ 12402443 w 13158797"/>
              <a:gd name="connsiteY198" fmla="*/ 7572 h 9456078"/>
              <a:gd name="connsiteX199" fmla="*/ 12452133 w 13158797"/>
              <a:gd name="connsiteY199" fmla="*/ 5263 h 9456078"/>
              <a:gd name="connsiteX200" fmla="*/ 12501887 w 13158797"/>
              <a:gd name="connsiteY200" fmla="*/ 3371 h 9456078"/>
              <a:gd name="connsiteX201" fmla="*/ 12551701 w 13158797"/>
              <a:gd name="connsiteY201" fmla="*/ 1898 h 9456078"/>
              <a:gd name="connsiteX202" fmla="*/ 12601574 w 13158797"/>
              <a:gd name="connsiteY202" fmla="*/ 844 h 9456078"/>
              <a:gd name="connsiteX203" fmla="*/ 12651504 w 13158797"/>
              <a:gd name="connsiteY203" fmla="*/ 211 h 9456078"/>
              <a:gd name="connsiteX204" fmla="*/ 12701487 w 13158797"/>
              <a:gd name="connsiteY204" fmla="*/ 0 h 9456078"/>
              <a:gd name="connsiteX205" fmla="*/ 13158798 w 13158797"/>
              <a:gd name="connsiteY205" fmla="*/ 0 h 94560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</a:cxnLst>
            <a:rect l="l" t="t" r="r" b="b"/>
            <a:pathLst>
              <a:path w="13158797" h="9456078">
                <a:moveTo>
                  <a:pt x="0" y="9456078"/>
                </a:moveTo>
                <a:lnTo>
                  <a:pt x="49977" y="9455836"/>
                </a:lnTo>
                <a:lnTo>
                  <a:pt x="99893" y="9455111"/>
                </a:lnTo>
                <a:lnTo>
                  <a:pt x="149742" y="9453904"/>
                </a:lnTo>
                <a:lnTo>
                  <a:pt x="199524" y="9452217"/>
                </a:lnTo>
                <a:lnTo>
                  <a:pt x="298870" y="9447409"/>
                </a:lnTo>
                <a:lnTo>
                  <a:pt x="348429" y="9444290"/>
                </a:lnTo>
                <a:lnTo>
                  <a:pt x="397907" y="9440698"/>
                </a:lnTo>
                <a:lnTo>
                  <a:pt x="447302" y="9436632"/>
                </a:lnTo>
                <a:lnTo>
                  <a:pt x="496610" y="9432096"/>
                </a:lnTo>
                <a:lnTo>
                  <a:pt x="545829" y="9427089"/>
                </a:lnTo>
                <a:lnTo>
                  <a:pt x="594956" y="9421615"/>
                </a:lnTo>
                <a:lnTo>
                  <a:pt x="643987" y="9415673"/>
                </a:lnTo>
                <a:lnTo>
                  <a:pt x="692920" y="9409267"/>
                </a:lnTo>
                <a:lnTo>
                  <a:pt x="741751" y="9402396"/>
                </a:lnTo>
                <a:lnTo>
                  <a:pt x="790478" y="9395063"/>
                </a:lnTo>
                <a:lnTo>
                  <a:pt x="839098" y="9387270"/>
                </a:lnTo>
                <a:lnTo>
                  <a:pt x="887607" y="9379017"/>
                </a:lnTo>
                <a:lnTo>
                  <a:pt x="936002" y="9370306"/>
                </a:lnTo>
                <a:lnTo>
                  <a:pt x="984281" y="9361139"/>
                </a:lnTo>
                <a:lnTo>
                  <a:pt x="1032440" y="9351517"/>
                </a:lnTo>
                <a:lnTo>
                  <a:pt x="1080477" y="9341441"/>
                </a:lnTo>
                <a:lnTo>
                  <a:pt x="1176172" y="9319936"/>
                </a:lnTo>
                <a:lnTo>
                  <a:pt x="1223823" y="9308509"/>
                </a:lnTo>
                <a:lnTo>
                  <a:pt x="1271339" y="9296635"/>
                </a:lnTo>
                <a:lnTo>
                  <a:pt x="1318719" y="9284315"/>
                </a:lnTo>
                <a:lnTo>
                  <a:pt x="1365957" y="9271550"/>
                </a:lnTo>
                <a:lnTo>
                  <a:pt x="1413052" y="9258342"/>
                </a:lnTo>
                <a:lnTo>
                  <a:pt x="1460000" y="9244693"/>
                </a:lnTo>
                <a:lnTo>
                  <a:pt x="1506799" y="9230604"/>
                </a:lnTo>
                <a:lnTo>
                  <a:pt x="1553445" y="9216076"/>
                </a:lnTo>
                <a:lnTo>
                  <a:pt x="1599935" y="9201111"/>
                </a:lnTo>
                <a:lnTo>
                  <a:pt x="1646267" y="9185710"/>
                </a:lnTo>
                <a:lnTo>
                  <a:pt x="1692437" y="9169876"/>
                </a:lnTo>
                <a:lnTo>
                  <a:pt x="1738442" y="9153608"/>
                </a:lnTo>
                <a:lnTo>
                  <a:pt x="1784280" y="9136910"/>
                </a:lnTo>
                <a:lnTo>
                  <a:pt x="1829947" y="9119782"/>
                </a:lnTo>
                <a:lnTo>
                  <a:pt x="1875440" y="9102226"/>
                </a:lnTo>
                <a:lnTo>
                  <a:pt x="1920756" y="9084243"/>
                </a:lnTo>
                <a:lnTo>
                  <a:pt x="1965893" y="9065835"/>
                </a:lnTo>
                <a:lnTo>
                  <a:pt x="2055615" y="9027750"/>
                </a:lnTo>
                <a:lnTo>
                  <a:pt x="2100195" y="9008075"/>
                </a:lnTo>
                <a:lnTo>
                  <a:pt x="2144582" y="8987981"/>
                </a:lnTo>
                <a:lnTo>
                  <a:pt x="2188775" y="8967470"/>
                </a:lnTo>
                <a:lnTo>
                  <a:pt x="2232770" y="8946542"/>
                </a:lnTo>
                <a:lnTo>
                  <a:pt x="2276564" y="8925199"/>
                </a:lnTo>
                <a:lnTo>
                  <a:pt x="2320154" y="8903443"/>
                </a:lnTo>
                <a:lnTo>
                  <a:pt x="2363538" y="8881275"/>
                </a:lnTo>
                <a:lnTo>
                  <a:pt x="2406711" y="8858697"/>
                </a:lnTo>
                <a:lnTo>
                  <a:pt x="2449672" y="8835710"/>
                </a:lnTo>
                <a:lnTo>
                  <a:pt x="2492417" y="8812316"/>
                </a:lnTo>
                <a:lnTo>
                  <a:pt x="2534943" y="8788516"/>
                </a:lnTo>
                <a:lnTo>
                  <a:pt x="2577247" y="8764311"/>
                </a:lnTo>
                <a:lnTo>
                  <a:pt x="2619326" y="8739704"/>
                </a:lnTo>
                <a:lnTo>
                  <a:pt x="2661177" y="8714695"/>
                </a:lnTo>
                <a:lnTo>
                  <a:pt x="2702797" y="8689286"/>
                </a:lnTo>
                <a:lnTo>
                  <a:pt x="2744183" y="8663479"/>
                </a:lnTo>
                <a:lnTo>
                  <a:pt x="2785333" y="8637274"/>
                </a:lnTo>
                <a:lnTo>
                  <a:pt x="2826242" y="8610675"/>
                </a:lnTo>
                <a:lnTo>
                  <a:pt x="2866908" y="8583681"/>
                </a:lnTo>
                <a:lnTo>
                  <a:pt x="2907329" y="8556295"/>
                </a:lnTo>
                <a:lnTo>
                  <a:pt x="2947500" y="8528517"/>
                </a:lnTo>
                <a:lnTo>
                  <a:pt x="2987419" y="8500351"/>
                </a:lnTo>
                <a:lnTo>
                  <a:pt x="3027083" y="8471796"/>
                </a:lnTo>
                <a:lnTo>
                  <a:pt x="3066489" y="8442854"/>
                </a:lnTo>
                <a:lnTo>
                  <a:pt x="3105634" y="8413528"/>
                </a:lnTo>
                <a:lnTo>
                  <a:pt x="3144515" y="8383818"/>
                </a:lnTo>
                <a:lnTo>
                  <a:pt x="3183129" y="8353726"/>
                </a:lnTo>
                <a:lnTo>
                  <a:pt x="3221473" y="8323253"/>
                </a:lnTo>
                <a:lnTo>
                  <a:pt x="3259544" y="8292401"/>
                </a:lnTo>
                <a:lnTo>
                  <a:pt x="3297339" y="8261172"/>
                </a:lnTo>
                <a:lnTo>
                  <a:pt x="3334854" y="8229566"/>
                </a:lnTo>
                <a:lnTo>
                  <a:pt x="3372087" y="8197585"/>
                </a:lnTo>
                <a:lnTo>
                  <a:pt x="3409035" y="8165232"/>
                </a:lnTo>
                <a:lnTo>
                  <a:pt x="3445695" y="8132507"/>
                </a:lnTo>
                <a:lnTo>
                  <a:pt x="3482064" y="8099411"/>
                </a:lnTo>
                <a:lnTo>
                  <a:pt x="3518139" y="8065947"/>
                </a:lnTo>
                <a:lnTo>
                  <a:pt x="3553916" y="8032115"/>
                </a:lnTo>
                <a:lnTo>
                  <a:pt x="3589393" y="7997918"/>
                </a:lnTo>
                <a:lnTo>
                  <a:pt x="3624567" y="7963356"/>
                </a:lnTo>
                <a:lnTo>
                  <a:pt x="3659435" y="7928432"/>
                </a:lnTo>
                <a:lnTo>
                  <a:pt x="3693994" y="7893146"/>
                </a:lnTo>
                <a:lnTo>
                  <a:pt x="3728240" y="7857501"/>
                </a:lnTo>
                <a:lnTo>
                  <a:pt x="3762171" y="7821497"/>
                </a:lnTo>
                <a:lnTo>
                  <a:pt x="3795783" y="7785136"/>
                </a:lnTo>
                <a:lnTo>
                  <a:pt x="3829075" y="7748420"/>
                </a:lnTo>
                <a:lnTo>
                  <a:pt x="3862042" y="7711350"/>
                </a:lnTo>
                <a:lnTo>
                  <a:pt x="3894682" y="7673928"/>
                </a:lnTo>
                <a:lnTo>
                  <a:pt x="3926991" y="7636155"/>
                </a:lnTo>
                <a:lnTo>
                  <a:pt x="3958967" y="7598032"/>
                </a:lnTo>
                <a:lnTo>
                  <a:pt x="3990607" y="7559561"/>
                </a:lnTo>
                <a:lnTo>
                  <a:pt x="4021907" y="7520744"/>
                </a:lnTo>
                <a:lnTo>
                  <a:pt x="4052865" y="7481582"/>
                </a:lnTo>
                <a:lnTo>
                  <a:pt x="4083478" y="7442077"/>
                </a:lnTo>
                <a:lnTo>
                  <a:pt x="8022311" y="2307814"/>
                </a:lnTo>
                <a:lnTo>
                  <a:pt x="8052902" y="2268285"/>
                </a:lnTo>
                <a:lnTo>
                  <a:pt x="8083796" y="2229056"/>
                </a:lnTo>
                <a:lnTo>
                  <a:pt x="8114989" y="2190127"/>
                </a:lnTo>
                <a:lnTo>
                  <a:pt x="8146479" y="2151500"/>
                </a:lnTo>
                <a:lnTo>
                  <a:pt x="8178264" y="2113176"/>
                </a:lnTo>
                <a:lnTo>
                  <a:pt x="8210341" y="2075157"/>
                </a:lnTo>
                <a:lnTo>
                  <a:pt x="8242709" y="2037442"/>
                </a:lnTo>
                <a:lnTo>
                  <a:pt x="8275365" y="2000034"/>
                </a:lnTo>
                <a:lnTo>
                  <a:pt x="8308307" y="1962934"/>
                </a:lnTo>
                <a:lnTo>
                  <a:pt x="8341532" y="1926142"/>
                </a:lnTo>
                <a:lnTo>
                  <a:pt x="8375038" y="1889660"/>
                </a:lnTo>
                <a:lnTo>
                  <a:pt x="8408823" y="1853489"/>
                </a:lnTo>
                <a:lnTo>
                  <a:pt x="8442885" y="1817630"/>
                </a:lnTo>
                <a:lnTo>
                  <a:pt x="8477221" y="1782084"/>
                </a:lnTo>
                <a:lnTo>
                  <a:pt x="8511829" y="1746853"/>
                </a:lnTo>
                <a:lnTo>
                  <a:pt x="8546706" y="1711937"/>
                </a:lnTo>
                <a:lnTo>
                  <a:pt x="8581851" y="1677337"/>
                </a:lnTo>
                <a:lnTo>
                  <a:pt x="8617261" y="1643056"/>
                </a:lnTo>
                <a:lnTo>
                  <a:pt x="8652934" y="1609093"/>
                </a:lnTo>
                <a:lnTo>
                  <a:pt x="8688867" y="1575450"/>
                </a:lnTo>
                <a:lnTo>
                  <a:pt x="8725058" y="1542128"/>
                </a:lnTo>
                <a:lnTo>
                  <a:pt x="8761506" y="1509129"/>
                </a:lnTo>
                <a:lnTo>
                  <a:pt x="8798207" y="1476452"/>
                </a:lnTo>
                <a:lnTo>
                  <a:pt x="8835159" y="1444101"/>
                </a:lnTo>
                <a:lnTo>
                  <a:pt x="8872360" y="1412075"/>
                </a:lnTo>
                <a:lnTo>
                  <a:pt x="8909808" y="1380375"/>
                </a:lnTo>
                <a:lnTo>
                  <a:pt x="8947501" y="1349004"/>
                </a:lnTo>
                <a:lnTo>
                  <a:pt x="8985435" y="1317962"/>
                </a:lnTo>
                <a:lnTo>
                  <a:pt x="9023610" y="1287250"/>
                </a:lnTo>
                <a:lnTo>
                  <a:pt x="9062022" y="1256869"/>
                </a:lnTo>
                <a:lnTo>
                  <a:pt x="9100669" y="1226820"/>
                </a:lnTo>
                <a:lnTo>
                  <a:pt x="9139549" y="1197105"/>
                </a:lnTo>
                <a:lnTo>
                  <a:pt x="9178660" y="1167725"/>
                </a:lnTo>
                <a:lnTo>
                  <a:pt x="9217999" y="1138681"/>
                </a:lnTo>
                <a:lnTo>
                  <a:pt x="9257564" y="1109974"/>
                </a:lnTo>
                <a:lnTo>
                  <a:pt x="9297353" y="1081604"/>
                </a:lnTo>
                <a:lnTo>
                  <a:pt x="9337364" y="1053574"/>
                </a:lnTo>
                <a:lnTo>
                  <a:pt x="9377594" y="1025884"/>
                </a:lnTo>
                <a:lnTo>
                  <a:pt x="9418040" y="998536"/>
                </a:lnTo>
                <a:lnTo>
                  <a:pt x="9458702" y="971530"/>
                </a:lnTo>
                <a:lnTo>
                  <a:pt x="9499575" y="944868"/>
                </a:lnTo>
                <a:lnTo>
                  <a:pt x="9540659" y="918551"/>
                </a:lnTo>
                <a:lnTo>
                  <a:pt x="9581950" y="892580"/>
                </a:lnTo>
                <a:lnTo>
                  <a:pt x="9623447" y="866956"/>
                </a:lnTo>
                <a:lnTo>
                  <a:pt x="9665147" y="841681"/>
                </a:lnTo>
                <a:lnTo>
                  <a:pt x="9707048" y="816754"/>
                </a:lnTo>
                <a:lnTo>
                  <a:pt x="9749147" y="792179"/>
                </a:lnTo>
                <a:lnTo>
                  <a:pt x="9791443" y="767955"/>
                </a:lnTo>
                <a:lnTo>
                  <a:pt x="9833932" y="744083"/>
                </a:lnTo>
                <a:lnTo>
                  <a:pt x="9876613" y="720566"/>
                </a:lnTo>
                <a:lnTo>
                  <a:pt x="9919484" y="697404"/>
                </a:lnTo>
                <a:lnTo>
                  <a:pt x="9962542" y="674598"/>
                </a:lnTo>
                <a:lnTo>
                  <a:pt x="10005784" y="652149"/>
                </a:lnTo>
                <a:lnTo>
                  <a:pt x="10049209" y="630059"/>
                </a:lnTo>
                <a:lnTo>
                  <a:pt x="10092814" y="608328"/>
                </a:lnTo>
                <a:lnTo>
                  <a:pt x="10136597" y="586958"/>
                </a:lnTo>
                <a:lnTo>
                  <a:pt x="10180556" y="565950"/>
                </a:lnTo>
                <a:lnTo>
                  <a:pt x="10224688" y="545304"/>
                </a:lnTo>
                <a:lnTo>
                  <a:pt x="10268991" y="525023"/>
                </a:lnTo>
                <a:lnTo>
                  <a:pt x="10313463" y="505107"/>
                </a:lnTo>
                <a:lnTo>
                  <a:pt x="10358101" y="485558"/>
                </a:lnTo>
                <a:lnTo>
                  <a:pt x="10402903" y="466376"/>
                </a:lnTo>
                <a:lnTo>
                  <a:pt x="10447868" y="447563"/>
                </a:lnTo>
                <a:lnTo>
                  <a:pt x="10492991" y="429119"/>
                </a:lnTo>
                <a:lnTo>
                  <a:pt x="10538272" y="411046"/>
                </a:lnTo>
                <a:lnTo>
                  <a:pt x="10583708" y="393346"/>
                </a:lnTo>
                <a:lnTo>
                  <a:pt x="10629297" y="376018"/>
                </a:lnTo>
                <a:lnTo>
                  <a:pt x="10675036" y="359065"/>
                </a:lnTo>
                <a:lnTo>
                  <a:pt x="10720923" y="342487"/>
                </a:lnTo>
                <a:lnTo>
                  <a:pt x="10766956" y="326286"/>
                </a:lnTo>
                <a:lnTo>
                  <a:pt x="10813132" y="310462"/>
                </a:lnTo>
                <a:lnTo>
                  <a:pt x="10859450" y="295018"/>
                </a:lnTo>
                <a:lnTo>
                  <a:pt x="10905907" y="279953"/>
                </a:lnTo>
                <a:lnTo>
                  <a:pt x="10952500" y="265269"/>
                </a:lnTo>
                <a:lnTo>
                  <a:pt x="10999227" y="250968"/>
                </a:lnTo>
                <a:lnTo>
                  <a:pt x="11046087" y="237049"/>
                </a:lnTo>
                <a:lnTo>
                  <a:pt x="11093076" y="223516"/>
                </a:lnTo>
                <a:lnTo>
                  <a:pt x="11140193" y="210368"/>
                </a:lnTo>
                <a:lnTo>
                  <a:pt x="11187434" y="197606"/>
                </a:lnTo>
                <a:lnTo>
                  <a:pt x="11234799" y="185233"/>
                </a:lnTo>
                <a:lnTo>
                  <a:pt x="11282284" y="173248"/>
                </a:lnTo>
                <a:lnTo>
                  <a:pt x="11329888" y="161654"/>
                </a:lnTo>
                <a:lnTo>
                  <a:pt x="11377607" y="150451"/>
                </a:lnTo>
                <a:lnTo>
                  <a:pt x="11425440" y="139640"/>
                </a:lnTo>
                <a:lnTo>
                  <a:pt x="11473385" y="129223"/>
                </a:lnTo>
                <a:lnTo>
                  <a:pt x="11521439" y="119201"/>
                </a:lnTo>
                <a:lnTo>
                  <a:pt x="11569599" y="109574"/>
                </a:lnTo>
                <a:lnTo>
                  <a:pt x="11617864" y="100344"/>
                </a:lnTo>
                <a:lnTo>
                  <a:pt x="11666231" y="91512"/>
                </a:lnTo>
                <a:lnTo>
                  <a:pt x="11714698" y="83080"/>
                </a:lnTo>
                <a:lnTo>
                  <a:pt x="11763263" y="75047"/>
                </a:lnTo>
                <a:lnTo>
                  <a:pt x="11811923" y="67417"/>
                </a:lnTo>
                <a:lnTo>
                  <a:pt x="11860676" y="60188"/>
                </a:lnTo>
                <a:lnTo>
                  <a:pt x="11909519" y="53364"/>
                </a:lnTo>
                <a:lnTo>
                  <a:pt x="11958451" y="46944"/>
                </a:lnTo>
                <a:lnTo>
                  <a:pt x="12007470" y="40931"/>
                </a:lnTo>
                <a:lnTo>
                  <a:pt x="12056572" y="35324"/>
                </a:lnTo>
                <a:lnTo>
                  <a:pt x="12105756" y="30126"/>
                </a:lnTo>
                <a:lnTo>
                  <a:pt x="12155019" y="25337"/>
                </a:lnTo>
                <a:lnTo>
                  <a:pt x="12204359" y="20958"/>
                </a:lnTo>
                <a:lnTo>
                  <a:pt x="12253773" y="16991"/>
                </a:lnTo>
                <a:lnTo>
                  <a:pt x="12303260" y="13437"/>
                </a:lnTo>
                <a:lnTo>
                  <a:pt x="12352818" y="10297"/>
                </a:lnTo>
                <a:lnTo>
                  <a:pt x="12402443" y="7572"/>
                </a:lnTo>
                <a:lnTo>
                  <a:pt x="12452133" y="5263"/>
                </a:lnTo>
                <a:lnTo>
                  <a:pt x="12501887" y="3371"/>
                </a:lnTo>
                <a:lnTo>
                  <a:pt x="12551701" y="1898"/>
                </a:lnTo>
                <a:lnTo>
                  <a:pt x="12601574" y="844"/>
                </a:lnTo>
                <a:lnTo>
                  <a:pt x="12651504" y="211"/>
                </a:lnTo>
                <a:lnTo>
                  <a:pt x="12701487" y="0"/>
                </a:lnTo>
                <a:lnTo>
                  <a:pt x="13158798" y="0"/>
                </a:lnTo>
              </a:path>
            </a:pathLst>
          </a:custGeom>
          <a:ln w="19050">
            <a:gradFill>
              <a:gsLst>
                <a:gs pos="14000">
                  <a:schemeClr val="tx2"/>
                </a:gs>
                <a:gs pos="0">
                  <a:schemeClr val="bg1">
                    <a:alpha val="0"/>
                  </a:schemeClr>
                </a:gs>
              </a:gsLst>
              <a:lin ang="5400000" scaled="0"/>
            </a:gradFill>
          </a:ln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16EA7F2F-F9FB-1505-1D7F-4808F02B5E7E}"/>
              </a:ext>
            </a:extLst>
          </p:cNvPr>
          <p:cNvCxnSpPr>
            <a:cxnSpLocks/>
          </p:cNvCxnSpPr>
          <p:nvPr/>
        </p:nvCxnSpPr>
        <p:spPr>
          <a:xfrm flipH="1">
            <a:off x="5529943" y="6678798"/>
            <a:ext cx="5785020" cy="0"/>
          </a:xfrm>
          <a:prstGeom prst="line">
            <a:avLst/>
          </a:prstGeom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10484887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77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14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Título | 1 linha - Escuro">
    <p:bg>
      <p:bgPr>
        <a:gradFill>
          <a:gsLst>
            <a:gs pos="67000">
              <a:schemeClr val="tx1"/>
            </a:gs>
            <a:gs pos="100000">
              <a:schemeClr val="tx1"/>
            </a:gs>
            <a:gs pos="0">
              <a:srgbClr val="161B21"/>
            </a:gs>
          </a:gsLst>
          <a:lin ang="84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2" name="Text Placeholder 8">
            <a:extLst>
              <a:ext uri="{FF2B5EF4-FFF2-40B4-BE49-F238E27FC236}">
                <a16:creationId xmlns:a16="http://schemas.microsoft.com/office/drawing/2014/main" id="{7A7A9582-3614-801A-785B-273FCD3E092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3" y="1949413"/>
            <a:ext cx="11522075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2" y="1518527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Picture 8">
            <a:extLst>
              <a:ext uri="{FF2B5EF4-FFF2-40B4-BE49-F238E27FC236}">
                <a16:creationId xmlns:a16="http://schemas.microsoft.com/office/drawing/2014/main" id="{1C5A9D77-5042-AFA2-4029-92F3B694460A}"/>
              </a:ext>
            </a:extLst>
          </p:cNvPr>
          <p:cNvSpPr/>
          <p:nvPr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/>
          </a:p>
        </p:txBody>
      </p:sp>
      <p:sp>
        <p:nvSpPr>
          <p:cNvPr id="7" name="Espaço Reservado para Número de Slide 5">
            <a:extLst>
              <a:ext uri="{FF2B5EF4-FFF2-40B4-BE49-F238E27FC236}">
                <a16:creationId xmlns:a16="http://schemas.microsoft.com/office/drawing/2014/main" id="{EB4D65AC-7989-8C37-9085-177EBF9A6EE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509521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cxnSp>
        <p:nvCxnSpPr>
          <p:cNvPr id="2" name="Straight Connector 1">
            <a:extLst>
              <a:ext uri="{FF2B5EF4-FFF2-40B4-BE49-F238E27FC236}">
                <a16:creationId xmlns:a16="http://schemas.microsoft.com/office/drawing/2014/main" id="{9F414ABE-979A-334B-B993-143CC35E6443}"/>
              </a:ext>
            </a:extLst>
          </p:cNvPr>
          <p:cNvCxnSpPr>
            <a:cxnSpLocks/>
          </p:cNvCxnSpPr>
          <p:nvPr/>
        </p:nvCxnSpPr>
        <p:spPr>
          <a:xfrm>
            <a:off x="0" y="169333"/>
            <a:ext cx="12229571" cy="0"/>
          </a:xfrm>
          <a:prstGeom prst="line">
            <a:avLst/>
          </a:prstGeom>
          <a:ln w="1905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object 4">
            <a:extLst>
              <a:ext uri="{FF2B5EF4-FFF2-40B4-BE49-F238E27FC236}">
                <a16:creationId xmlns:a16="http://schemas.microsoft.com/office/drawing/2014/main" id="{F2BDA728-2C53-64B2-EFB2-4861130E9B8A}"/>
              </a:ext>
            </a:extLst>
          </p:cNvPr>
          <p:cNvSpPr/>
          <p:nvPr/>
        </p:nvSpPr>
        <p:spPr>
          <a:xfrm rot="10247908" flipH="1">
            <a:off x="4106509" y="-4146683"/>
            <a:ext cx="8001039" cy="5749648"/>
          </a:xfrm>
          <a:custGeom>
            <a:avLst/>
            <a:gdLst>
              <a:gd name="connsiteX0" fmla="*/ 0 w 13940157"/>
              <a:gd name="connsiteY0" fmla="*/ 9200719 h 9456078"/>
              <a:gd name="connsiteX1" fmla="*/ 781360 w 13940157"/>
              <a:gd name="connsiteY1" fmla="*/ 9456078 h 9456078"/>
              <a:gd name="connsiteX2" fmla="*/ 831337 w 13940157"/>
              <a:gd name="connsiteY2" fmla="*/ 9455836 h 9456078"/>
              <a:gd name="connsiteX3" fmla="*/ 881253 w 13940157"/>
              <a:gd name="connsiteY3" fmla="*/ 9455111 h 9456078"/>
              <a:gd name="connsiteX4" fmla="*/ 931102 w 13940157"/>
              <a:gd name="connsiteY4" fmla="*/ 9453904 h 9456078"/>
              <a:gd name="connsiteX5" fmla="*/ 980884 w 13940157"/>
              <a:gd name="connsiteY5" fmla="*/ 9452217 h 9456078"/>
              <a:gd name="connsiteX6" fmla="*/ 1030594 w 13940157"/>
              <a:gd name="connsiteY6" fmla="*/ 9450052 h 9456078"/>
              <a:gd name="connsiteX7" fmla="*/ 1080230 w 13940157"/>
              <a:gd name="connsiteY7" fmla="*/ 9447409 h 9456078"/>
              <a:gd name="connsiteX8" fmla="*/ 1129789 w 13940157"/>
              <a:gd name="connsiteY8" fmla="*/ 9444290 h 9456078"/>
              <a:gd name="connsiteX9" fmla="*/ 1179267 w 13940157"/>
              <a:gd name="connsiteY9" fmla="*/ 9440698 h 9456078"/>
              <a:gd name="connsiteX10" fmla="*/ 1228662 w 13940157"/>
              <a:gd name="connsiteY10" fmla="*/ 9436632 h 9456078"/>
              <a:gd name="connsiteX11" fmla="*/ 1277970 w 13940157"/>
              <a:gd name="connsiteY11" fmla="*/ 9432096 h 9456078"/>
              <a:gd name="connsiteX12" fmla="*/ 1327189 w 13940157"/>
              <a:gd name="connsiteY12" fmla="*/ 9427089 h 9456078"/>
              <a:gd name="connsiteX13" fmla="*/ 1376316 w 13940157"/>
              <a:gd name="connsiteY13" fmla="*/ 9421615 h 9456078"/>
              <a:gd name="connsiteX14" fmla="*/ 1425347 w 13940157"/>
              <a:gd name="connsiteY14" fmla="*/ 9415673 h 9456078"/>
              <a:gd name="connsiteX15" fmla="*/ 1474280 w 13940157"/>
              <a:gd name="connsiteY15" fmla="*/ 9409267 h 9456078"/>
              <a:gd name="connsiteX16" fmla="*/ 1523111 w 13940157"/>
              <a:gd name="connsiteY16" fmla="*/ 9402396 h 9456078"/>
              <a:gd name="connsiteX17" fmla="*/ 1571838 w 13940157"/>
              <a:gd name="connsiteY17" fmla="*/ 9395063 h 9456078"/>
              <a:gd name="connsiteX18" fmla="*/ 1620458 w 13940157"/>
              <a:gd name="connsiteY18" fmla="*/ 9387270 h 9456078"/>
              <a:gd name="connsiteX19" fmla="*/ 1668967 w 13940157"/>
              <a:gd name="connsiteY19" fmla="*/ 9379017 h 9456078"/>
              <a:gd name="connsiteX20" fmla="*/ 1717362 w 13940157"/>
              <a:gd name="connsiteY20" fmla="*/ 9370306 h 9456078"/>
              <a:gd name="connsiteX21" fmla="*/ 1765641 w 13940157"/>
              <a:gd name="connsiteY21" fmla="*/ 9361139 h 9456078"/>
              <a:gd name="connsiteX22" fmla="*/ 1813800 w 13940157"/>
              <a:gd name="connsiteY22" fmla="*/ 9351517 h 9456078"/>
              <a:gd name="connsiteX23" fmla="*/ 1861837 w 13940157"/>
              <a:gd name="connsiteY23" fmla="*/ 9341441 h 9456078"/>
              <a:gd name="connsiteX24" fmla="*/ 1909749 w 13940157"/>
              <a:gd name="connsiteY24" fmla="*/ 9330914 h 9456078"/>
              <a:gd name="connsiteX25" fmla="*/ 1957532 w 13940157"/>
              <a:gd name="connsiteY25" fmla="*/ 9319936 h 9456078"/>
              <a:gd name="connsiteX26" fmla="*/ 2005183 w 13940157"/>
              <a:gd name="connsiteY26" fmla="*/ 9308509 h 9456078"/>
              <a:gd name="connsiteX27" fmla="*/ 2052699 w 13940157"/>
              <a:gd name="connsiteY27" fmla="*/ 9296635 h 9456078"/>
              <a:gd name="connsiteX28" fmla="*/ 2100079 w 13940157"/>
              <a:gd name="connsiteY28" fmla="*/ 9284315 h 9456078"/>
              <a:gd name="connsiteX29" fmla="*/ 2147317 w 13940157"/>
              <a:gd name="connsiteY29" fmla="*/ 9271550 h 9456078"/>
              <a:gd name="connsiteX30" fmla="*/ 2194412 w 13940157"/>
              <a:gd name="connsiteY30" fmla="*/ 9258342 h 9456078"/>
              <a:gd name="connsiteX31" fmla="*/ 2241360 w 13940157"/>
              <a:gd name="connsiteY31" fmla="*/ 9244693 h 9456078"/>
              <a:gd name="connsiteX32" fmla="*/ 2288159 w 13940157"/>
              <a:gd name="connsiteY32" fmla="*/ 9230604 h 9456078"/>
              <a:gd name="connsiteX33" fmla="*/ 2334805 w 13940157"/>
              <a:gd name="connsiteY33" fmla="*/ 9216076 h 9456078"/>
              <a:gd name="connsiteX34" fmla="*/ 2381295 w 13940157"/>
              <a:gd name="connsiteY34" fmla="*/ 9201111 h 9456078"/>
              <a:gd name="connsiteX35" fmla="*/ 2427627 w 13940157"/>
              <a:gd name="connsiteY35" fmla="*/ 9185710 h 9456078"/>
              <a:gd name="connsiteX36" fmla="*/ 2473797 w 13940157"/>
              <a:gd name="connsiteY36" fmla="*/ 9169876 h 9456078"/>
              <a:gd name="connsiteX37" fmla="*/ 2519802 w 13940157"/>
              <a:gd name="connsiteY37" fmla="*/ 9153608 h 9456078"/>
              <a:gd name="connsiteX38" fmla="*/ 2565640 w 13940157"/>
              <a:gd name="connsiteY38" fmla="*/ 9136910 h 9456078"/>
              <a:gd name="connsiteX39" fmla="*/ 2611307 w 13940157"/>
              <a:gd name="connsiteY39" fmla="*/ 9119782 h 9456078"/>
              <a:gd name="connsiteX40" fmla="*/ 2656800 w 13940157"/>
              <a:gd name="connsiteY40" fmla="*/ 9102226 h 9456078"/>
              <a:gd name="connsiteX41" fmla="*/ 2702116 w 13940157"/>
              <a:gd name="connsiteY41" fmla="*/ 9084243 h 9456078"/>
              <a:gd name="connsiteX42" fmla="*/ 2747253 w 13940157"/>
              <a:gd name="connsiteY42" fmla="*/ 9065835 h 9456078"/>
              <a:gd name="connsiteX43" fmla="*/ 2792207 w 13940157"/>
              <a:gd name="connsiteY43" fmla="*/ 9047004 h 9456078"/>
              <a:gd name="connsiteX44" fmla="*/ 2836975 w 13940157"/>
              <a:gd name="connsiteY44" fmla="*/ 9027750 h 9456078"/>
              <a:gd name="connsiteX45" fmla="*/ 2881555 w 13940157"/>
              <a:gd name="connsiteY45" fmla="*/ 9008075 h 9456078"/>
              <a:gd name="connsiteX46" fmla="*/ 2925942 w 13940157"/>
              <a:gd name="connsiteY46" fmla="*/ 8987981 h 9456078"/>
              <a:gd name="connsiteX47" fmla="*/ 2970135 w 13940157"/>
              <a:gd name="connsiteY47" fmla="*/ 8967470 h 9456078"/>
              <a:gd name="connsiteX48" fmla="*/ 3014130 w 13940157"/>
              <a:gd name="connsiteY48" fmla="*/ 8946542 h 9456078"/>
              <a:gd name="connsiteX49" fmla="*/ 3057924 w 13940157"/>
              <a:gd name="connsiteY49" fmla="*/ 8925199 h 9456078"/>
              <a:gd name="connsiteX50" fmla="*/ 3101514 w 13940157"/>
              <a:gd name="connsiteY50" fmla="*/ 8903443 h 9456078"/>
              <a:gd name="connsiteX51" fmla="*/ 3144898 w 13940157"/>
              <a:gd name="connsiteY51" fmla="*/ 8881275 h 9456078"/>
              <a:gd name="connsiteX52" fmla="*/ 3188071 w 13940157"/>
              <a:gd name="connsiteY52" fmla="*/ 8858697 h 9456078"/>
              <a:gd name="connsiteX53" fmla="*/ 3231032 w 13940157"/>
              <a:gd name="connsiteY53" fmla="*/ 8835710 h 9456078"/>
              <a:gd name="connsiteX54" fmla="*/ 3273777 w 13940157"/>
              <a:gd name="connsiteY54" fmla="*/ 8812316 h 9456078"/>
              <a:gd name="connsiteX55" fmla="*/ 3316303 w 13940157"/>
              <a:gd name="connsiteY55" fmla="*/ 8788516 h 9456078"/>
              <a:gd name="connsiteX56" fmla="*/ 3358607 w 13940157"/>
              <a:gd name="connsiteY56" fmla="*/ 8764311 h 9456078"/>
              <a:gd name="connsiteX57" fmla="*/ 3400686 w 13940157"/>
              <a:gd name="connsiteY57" fmla="*/ 8739704 h 9456078"/>
              <a:gd name="connsiteX58" fmla="*/ 3442537 w 13940157"/>
              <a:gd name="connsiteY58" fmla="*/ 8714695 h 9456078"/>
              <a:gd name="connsiteX59" fmla="*/ 3484157 w 13940157"/>
              <a:gd name="connsiteY59" fmla="*/ 8689286 h 9456078"/>
              <a:gd name="connsiteX60" fmla="*/ 3525543 w 13940157"/>
              <a:gd name="connsiteY60" fmla="*/ 8663479 h 9456078"/>
              <a:gd name="connsiteX61" fmla="*/ 3566693 w 13940157"/>
              <a:gd name="connsiteY61" fmla="*/ 8637274 h 9456078"/>
              <a:gd name="connsiteX62" fmla="*/ 3607602 w 13940157"/>
              <a:gd name="connsiteY62" fmla="*/ 8610675 h 9456078"/>
              <a:gd name="connsiteX63" fmla="*/ 3648268 w 13940157"/>
              <a:gd name="connsiteY63" fmla="*/ 8583681 h 9456078"/>
              <a:gd name="connsiteX64" fmla="*/ 3688689 w 13940157"/>
              <a:gd name="connsiteY64" fmla="*/ 8556295 h 9456078"/>
              <a:gd name="connsiteX65" fmla="*/ 3728860 w 13940157"/>
              <a:gd name="connsiteY65" fmla="*/ 8528517 h 9456078"/>
              <a:gd name="connsiteX66" fmla="*/ 3768779 w 13940157"/>
              <a:gd name="connsiteY66" fmla="*/ 8500351 h 9456078"/>
              <a:gd name="connsiteX67" fmla="*/ 3808443 w 13940157"/>
              <a:gd name="connsiteY67" fmla="*/ 8471796 h 9456078"/>
              <a:gd name="connsiteX68" fmla="*/ 3847849 w 13940157"/>
              <a:gd name="connsiteY68" fmla="*/ 8442854 h 9456078"/>
              <a:gd name="connsiteX69" fmla="*/ 3886994 w 13940157"/>
              <a:gd name="connsiteY69" fmla="*/ 8413528 h 9456078"/>
              <a:gd name="connsiteX70" fmla="*/ 3925875 w 13940157"/>
              <a:gd name="connsiteY70" fmla="*/ 8383818 h 9456078"/>
              <a:gd name="connsiteX71" fmla="*/ 3964489 w 13940157"/>
              <a:gd name="connsiteY71" fmla="*/ 8353726 h 9456078"/>
              <a:gd name="connsiteX72" fmla="*/ 4002833 w 13940157"/>
              <a:gd name="connsiteY72" fmla="*/ 8323253 h 9456078"/>
              <a:gd name="connsiteX73" fmla="*/ 4040904 w 13940157"/>
              <a:gd name="connsiteY73" fmla="*/ 8292401 h 9456078"/>
              <a:gd name="connsiteX74" fmla="*/ 4078699 w 13940157"/>
              <a:gd name="connsiteY74" fmla="*/ 8261172 h 9456078"/>
              <a:gd name="connsiteX75" fmla="*/ 4116214 w 13940157"/>
              <a:gd name="connsiteY75" fmla="*/ 8229566 h 9456078"/>
              <a:gd name="connsiteX76" fmla="*/ 4153447 w 13940157"/>
              <a:gd name="connsiteY76" fmla="*/ 8197585 h 9456078"/>
              <a:gd name="connsiteX77" fmla="*/ 4190395 w 13940157"/>
              <a:gd name="connsiteY77" fmla="*/ 8165232 h 9456078"/>
              <a:gd name="connsiteX78" fmla="*/ 4227055 w 13940157"/>
              <a:gd name="connsiteY78" fmla="*/ 8132507 h 9456078"/>
              <a:gd name="connsiteX79" fmla="*/ 4263424 w 13940157"/>
              <a:gd name="connsiteY79" fmla="*/ 8099411 h 9456078"/>
              <a:gd name="connsiteX80" fmla="*/ 4299499 w 13940157"/>
              <a:gd name="connsiteY80" fmla="*/ 8065947 h 9456078"/>
              <a:gd name="connsiteX81" fmla="*/ 4335276 w 13940157"/>
              <a:gd name="connsiteY81" fmla="*/ 8032115 h 9456078"/>
              <a:gd name="connsiteX82" fmla="*/ 4370753 w 13940157"/>
              <a:gd name="connsiteY82" fmla="*/ 7997918 h 9456078"/>
              <a:gd name="connsiteX83" fmla="*/ 4405927 w 13940157"/>
              <a:gd name="connsiteY83" fmla="*/ 7963356 h 9456078"/>
              <a:gd name="connsiteX84" fmla="*/ 4440795 w 13940157"/>
              <a:gd name="connsiteY84" fmla="*/ 7928432 h 9456078"/>
              <a:gd name="connsiteX85" fmla="*/ 4475354 w 13940157"/>
              <a:gd name="connsiteY85" fmla="*/ 7893146 h 9456078"/>
              <a:gd name="connsiteX86" fmla="*/ 4509600 w 13940157"/>
              <a:gd name="connsiteY86" fmla="*/ 7857501 h 9456078"/>
              <a:gd name="connsiteX87" fmla="*/ 4543531 w 13940157"/>
              <a:gd name="connsiteY87" fmla="*/ 7821497 h 9456078"/>
              <a:gd name="connsiteX88" fmla="*/ 4577143 w 13940157"/>
              <a:gd name="connsiteY88" fmla="*/ 7785136 h 9456078"/>
              <a:gd name="connsiteX89" fmla="*/ 4610435 w 13940157"/>
              <a:gd name="connsiteY89" fmla="*/ 7748420 h 9456078"/>
              <a:gd name="connsiteX90" fmla="*/ 4643402 w 13940157"/>
              <a:gd name="connsiteY90" fmla="*/ 7711350 h 9456078"/>
              <a:gd name="connsiteX91" fmla="*/ 4676042 w 13940157"/>
              <a:gd name="connsiteY91" fmla="*/ 7673928 h 9456078"/>
              <a:gd name="connsiteX92" fmla="*/ 4708351 w 13940157"/>
              <a:gd name="connsiteY92" fmla="*/ 7636155 h 9456078"/>
              <a:gd name="connsiteX93" fmla="*/ 4740327 w 13940157"/>
              <a:gd name="connsiteY93" fmla="*/ 7598032 h 9456078"/>
              <a:gd name="connsiteX94" fmla="*/ 4771967 w 13940157"/>
              <a:gd name="connsiteY94" fmla="*/ 7559561 h 9456078"/>
              <a:gd name="connsiteX95" fmla="*/ 4803267 w 13940157"/>
              <a:gd name="connsiteY95" fmla="*/ 7520744 h 9456078"/>
              <a:gd name="connsiteX96" fmla="*/ 4834225 w 13940157"/>
              <a:gd name="connsiteY96" fmla="*/ 7481582 h 9456078"/>
              <a:gd name="connsiteX97" fmla="*/ 4864838 w 13940157"/>
              <a:gd name="connsiteY97" fmla="*/ 7442077 h 9456078"/>
              <a:gd name="connsiteX98" fmla="*/ 8803671 w 13940157"/>
              <a:gd name="connsiteY98" fmla="*/ 2307814 h 9456078"/>
              <a:gd name="connsiteX99" fmla="*/ 8834262 w 13940157"/>
              <a:gd name="connsiteY99" fmla="*/ 2268285 h 9456078"/>
              <a:gd name="connsiteX100" fmla="*/ 8865156 w 13940157"/>
              <a:gd name="connsiteY100" fmla="*/ 2229056 h 9456078"/>
              <a:gd name="connsiteX101" fmla="*/ 8896349 w 13940157"/>
              <a:gd name="connsiteY101" fmla="*/ 2190127 h 9456078"/>
              <a:gd name="connsiteX102" fmla="*/ 8927839 w 13940157"/>
              <a:gd name="connsiteY102" fmla="*/ 2151500 h 9456078"/>
              <a:gd name="connsiteX103" fmla="*/ 8959624 w 13940157"/>
              <a:gd name="connsiteY103" fmla="*/ 2113176 h 9456078"/>
              <a:gd name="connsiteX104" fmla="*/ 8991701 w 13940157"/>
              <a:gd name="connsiteY104" fmla="*/ 2075157 h 9456078"/>
              <a:gd name="connsiteX105" fmla="*/ 9024069 w 13940157"/>
              <a:gd name="connsiteY105" fmla="*/ 2037442 h 9456078"/>
              <a:gd name="connsiteX106" fmla="*/ 9056725 w 13940157"/>
              <a:gd name="connsiteY106" fmla="*/ 2000034 h 9456078"/>
              <a:gd name="connsiteX107" fmla="*/ 9089667 w 13940157"/>
              <a:gd name="connsiteY107" fmla="*/ 1962934 h 9456078"/>
              <a:gd name="connsiteX108" fmla="*/ 9122892 w 13940157"/>
              <a:gd name="connsiteY108" fmla="*/ 1926142 h 9456078"/>
              <a:gd name="connsiteX109" fmla="*/ 9156398 w 13940157"/>
              <a:gd name="connsiteY109" fmla="*/ 1889660 h 9456078"/>
              <a:gd name="connsiteX110" fmla="*/ 9190183 w 13940157"/>
              <a:gd name="connsiteY110" fmla="*/ 1853489 h 9456078"/>
              <a:gd name="connsiteX111" fmla="*/ 9224245 w 13940157"/>
              <a:gd name="connsiteY111" fmla="*/ 1817630 h 9456078"/>
              <a:gd name="connsiteX112" fmla="*/ 9258581 w 13940157"/>
              <a:gd name="connsiteY112" fmla="*/ 1782084 h 9456078"/>
              <a:gd name="connsiteX113" fmla="*/ 9293189 w 13940157"/>
              <a:gd name="connsiteY113" fmla="*/ 1746853 h 9456078"/>
              <a:gd name="connsiteX114" fmla="*/ 9328066 w 13940157"/>
              <a:gd name="connsiteY114" fmla="*/ 1711937 h 9456078"/>
              <a:gd name="connsiteX115" fmla="*/ 9363211 w 13940157"/>
              <a:gd name="connsiteY115" fmla="*/ 1677337 h 9456078"/>
              <a:gd name="connsiteX116" fmla="*/ 9398621 w 13940157"/>
              <a:gd name="connsiteY116" fmla="*/ 1643056 h 9456078"/>
              <a:gd name="connsiteX117" fmla="*/ 9434294 w 13940157"/>
              <a:gd name="connsiteY117" fmla="*/ 1609093 h 9456078"/>
              <a:gd name="connsiteX118" fmla="*/ 9470227 w 13940157"/>
              <a:gd name="connsiteY118" fmla="*/ 1575450 h 9456078"/>
              <a:gd name="connsiteX119" fmla="*/ 9506418 w 13940157"/>
              <a:gd name="connsiteY119" fmla="*/ 1542128 h 9456078"/>
              <a:gd name="connsiteX120" fmla="*/ 9542866 w 13940157"/>
              <a:gd name="connsiteY120" fmla="*/ 1509129 h 9456078"/>
              <a:gd name="connsiteX121" fmla="*/ 9579567 w 13940157"/>
              <a:gd name="connsiteY121" fmla="*/ 1476452 h 9456078"/>
              <a:gd name="connsiteX122" fmla="*/ 9616519 w 13940157"/>
              <a:gd name="connsiteY122" fmla="*/ 1444101 h 9456078"/>
              <a:gd name="connsiteX123" fmla="*/ 9653720 w 13940157"/>
              <a:gd name="connsiteY123" fmla="*/ 1412075 h 9456078"/>
              <a:gd name="connsiteX124" fmla="*/ 9691168 w 13940157"/>
              <a:gd name="connsiteY124" fmla="*/ 1380375 h 9456078"/>
              <a:gd name="connsiteX125" fmla="*/ 9728861 w 13940157"/>
              <a:gd name="connsiteY125" fmla="*/ 1349004 h 9456078"/>
              <a:gd name="connsiteX126" fmla="*/ 9766795 w 13940157"/>
              <a:gd name="connsiteY126" fmla="*/ 1317962 h 9456078"/>
              <a:gd name="connsiteX127" fmla="*/ 9804970 w 13940157"/>
              <a:gd name="connsiteY127" fmla="*/ 1287250 h 9456078"/>
              <a:gd name="connsiteX128" fmla="*/ 9843382 w 13940157"/>
              <a:gd name="connsiteY128" fmla="*/ 1256869 h 9456078"/>
              <a:gd name="connsiteX129" fmla="*/ 9882029 w 13940157"/>
              <a:gd name="connsiteY129" fmla="*/ 1226820 h 9456078"/>
              <a:gd name="connsiteX130" fmla="*/ 9920909 w 13940157"/>
              <a:gd name="connsiteY130" fmla="*/ 1197105 h 9456078"/>
              <a:gd name="connsiteX131" fmla="*/ 9960020 w 13940157"/>
              <a:gd name="connsiteY131" fmla="*/ 1167725 h 9456078"/>
              <a:gd name="connsiteX132" fmla="*/ 9999359 w 13940157"/>
              <a:gd name="connsiteY132" fmla="*/ 1138681 h 9456078"/>
              <a:gd name="connsiteX133" fmla="*/ 10038924 w 13940157"/>
              <a:gd name="connsiteY133" fmla="*/ 1109974 h 9456078"/>
              <a:gd name="connsiteX134" fmla="*/ 10078713 w 13940157"/>
              <a:gd name="connsiteY134" fmla="*/ 1081604 h 9456078"/>
              <a:gd name="connsiteX135" fmla="*/ 10118724 w 13940157"/>
              <a:gd name="connsiteY135" fmla="*/ 1053574 h 9456078"/>
              <a:gd name="connsiteX136" fmla="*/ 10158954 w 13940157"/>
              <a:gd name="connsiteY136" fmla="*/ 1025884 h 9456078"/>
              <a:gd name="connsiteX137" fmla="*/ 10199400 w 13940157"/>
              <a:gd name="connsiteY137" fmla="*/ 998536 h 9456078"/>
              <a:gd name="connsiteX138" fmla="*/ 10240062 w 13940157"/>
              <a:gd name="connsiteY138" fmla="*/ 971530 h 9456078"/>
              <a:gd name="connsiteX139" fmla="*/ 10280935 w 13940157"/>
              <a:gd name="connsiteY139" fmla="*/ 944868 h 9456078"/>
              <a:gd name="connsiteX140" fmla="*/ 10322019 w 13940157"/>
              <a:gd name="connsiteY140" fmla="*/ 918551 h 9456078"/>
              <a:gd name="connsiteX141" fmla="*/ 10363310 w 13940157"/>
              <a:gd name="connsiteY141" fmla="*/ 892580 h 9456078"/>
              <a:gd name="connsiteX142" fmla="*/ 10404807 w 13940157"/>
              <a:gd name="connsiteY142" fmla="*/ 866956 h 9456078"/>
              <a:gd name="connsiteX143" fmla="*/ 10446507 w 13940157"/>
              <a:gd name="connsiteY143" fmla="*/ 841681 h 9456078"/>
              <a:gd name="connsiteX144" fmla="*/ 10488408 w 13940157"/>
              <a:gd name="connsiteY144" fmla="*/ 816754 h 9456078"/>
              <a:gd name="connsiteX145" fmla="*/ 10530507 w 13940157"/>
              <a:gd name="connsiteY145" fmla="*/ 792179 h 9456078"/>
              <a:gd name="connsiteX146" fmla="*/ 10572803 w 13940157"/>
              <a:gd name="connsiteY146" fmla="*/ 767955 h 9456078"/>
              <a:gd name="connsiteX147" fmla="*/ 10615292 w 13940157"/>
              <a:gd name="connsiteY147" fmla="*/ 744083 h 9456078"/>
              <a:gd name="connsiteX148" fmla="*/ 10657973 w 13940157"/>
              <a:gd name="connsiteY148" fmla="*/ 720566 h 9456078"/>
              <a:gd name="connsiteX149" fmla="*/ 10700844 w 13940157"/>
              <a:gd name="connsiteY149" fmla="*/ 697404 h 9456078"/>
              <a:gd name="connsiteX150" fmla="*/ 10743902 w 13940157"/>
              <a:gd name="connsiteY150" fmla="*/ 674598 h 9456078"/>
              <a:gd name="connsiteX151" fmla="*/ 10787144 w 13940157"/>
              <a:gd name="connsiteY151" fmla="*/ 652149 h 9456078"/>
              <a:gd name="connsiteX152" fmla="*/ 10830569 w 13940157"/>
              <a:gd name="connsiteY152" fmla="*/ 630059 h 9456078"/>
              <a:gd name="connsiteX153" fmla="*/ 10874174 w 13940157"/>
              <a:gd name="connsiteY153" fmla="*/ 608328 h 9456078"/>
              <a:gd name="connsiteX154" fmla="*/ 10917957 w 13940157"/>
              <a:gd name="connsiteY154" fmla="*/ 586958 h 9456078"/>
              <a:gd name="connsiteX155" fmla="*/ 10961916 w 13940157"/>
              <a:gd name="connsiteY155" fmla="*/ 565950 h 9456078"/>
              <a:gd name="connsiteX156" fmla="*/ 11006048 w 13940157"/>
              <a:gd name="connsiteY156" fmla="*/ 545304 h 9456078"/>
              <a:gd name="connsiteX157" fmla="*/ 11050351 w 13940157"/>
              <a:gd name="connsiteY157" fmla="*/ 525023 h 9456078"/>
              <a:gd name="connsiteX158" fmla="*/ 11094823 w 13940157"/>
              <a:gd name="connsiteY158" fmla="*/ 505107 h 9456078"/>
              <a:gd name="connsiteX159" fmla="*/ 11139461 w 13940157"/>
              <a:gd name="connsiteY159" fmla="*/ 485558 h 9456078"/>
              <a:gd name="connsiteX160" fmla="*/ 11184263 w 13940157"/>
              <a:gd name="connsiteY160" fmla="*/ 466376 h 9456078"/>
              <a:gd name="connsiteX161" fmla="*/ 11229228 w 13940157"/>
              <a:gd name="connsiteY161" fmla="*/ 447563 h 9456078"/>
              <a:gd name="connsiteX162" fmla="*/ 11274351 w 13940157"/>
              <a:gd name="connsiteY162" fmla="*/ 429119 h 9456078"/>
              <a:gd name="connsiteX163" fmla="*/ 11319632 w 13940157"/>
              <a:gd name="connsiteY163" fmla="*/ 411046 h 9456078"/>
              <a:gd name="connsiteX164" fmla="*/ 11365068 w 13940157"/>
              <a:gd name="connsiteY164" fmla="*/ 393346 h 9456078"/>
              <a:gd name="connsiteX165" fmla="*/ 11410657 w 13940157"/>
              <a:gd name="connsiteY165" fmla="*/ 376018 h 9456078"/>
              <a:gd name="connsiteX166" fmla="*/ 11456396 w 13940157"/>
              <a:gd name="connsiteY166" fmla="*/ 359065 h 9456078"/>
              <a:gd name="connsiteX167" fmla="*/ 11502283 w 13940157"/>
              <a:gd name="connsiteY167" fmla="*/ 342487 h 9456078"/>
              <a:gd name="connsiteX168" fmla="*/ 11548316 w 13940157"/>
              <a:gd name="connsiteY168" fmla="*/ 326286 h 9456078"/>
              <a:gd name="connsiteX169" fmla="*/ 11594492 w 13940157"/>
              <a:gd name="connsiteY169" fmla="*/ 310462 h 9456078"/>
              <a:gd name="connsiteX170" fmla="*/ 11640810 w 13940157"/>
              <a:gd name="connsiteY170" fmla="*/ 295018 h 9456078"/>
              <a:gd name="connsiteX171" fmla="*/ 11687267 w 13940157"/>
              <a:gd name="connsiteY171" fmla="*/ 279953 h 9456078"/>
              <a:gd name="connsiteX172" fmla="*/ 11733860 w 13940157"/>
              <a:gd name="connsiteY172" fmla="*/ 265269 h 9456078"/>
              <a:gd name="connsiteX173" fmla="*/ 11780587 w 13940157"/>
              <a:gd name="connsiteY173" fmla="*/ 250968 h 9456078"/>
              <a:gd name="connsiteX174" fmla="*/ 11827447 w 13940157"/>
              <a:gd name="connsiteY174" fmla="*/ 237049 h 9456078"/>
              <a:gd name="connsiteX175" fmla="*/ 11874436 w 13940157"/>
              <a:gd name="connsiteY175" fmla="*/ 223516 h 9456078"/>
              <a:gd name="connsiteX176" fmla="*/ 11921553 w 13940157"/>
              <a:gd name="connsiteY176" fmla="*/ 210368 h 9456078"/>
              <a:gd name="connsiteX177" fmla="*/ 11968794 w 13940157"/>
              <a:gd name="connsiteY177" fmla="*/ 197606 h 9456078"/>
              <a:gd name="connsiteX178" fmla="*/ 12016159 w 13940157"/>
              <a:gd name="connsiteY178" fmla="*/ 185233 h 9456078"/>
              <a:gd name="connsiteX179" fmla="*/ 12063644 w 13940157"/>
              <a:gd name="connsiteY179" fmla="*/ 173248 h 9456078"/>
              <a:gd name="connsiteX180" fmla="*/ 12111248 w 13940157"/>
              <a:gd name="connsiteY180" fmla="*/ 161654 h 9456078"/>
              <a:gd name="connsiteX181" fmla="*/ 12158967 w 13940157"/>
              <a:gd name="connsiteY181" fmla="*/ 150451 h 9456078"/>
              <a:gd name="connsiteX182" fmla="*/ 12206800 w 13940157"/>
              <a:gd name="connsiteY182" fmla="*/ 139640 h 9456078"/>
              <a:gd name="connsiteX183" fmla="*/ 12254745 w 13940157"/>
              <a:gd name="connsiteY183" fmla="*/ 129223 h 9456078"/>
              <a:gd name="connsiteX184" fmla="*/ 12302799 w 13940157"/>
              <a:gd name="connsiteY184" fmla="*/ 119201 h 9456078"/>
              <a:gd name="connsiteX185" fmla="*/ 12350959 w 13940157"/>
              <a:gd name="connsiteY185" fmla="*/ 109574 h 9456078"/>
              <a:gd name="connsiteX186" fmla="*/ 12399224 w 13940157"/>
              <a:gd name="connsiteY186" fmla="*/ 100344 h 9456078"/>
              <a:gd name="connsiteX187" fmla="*/ 12447591 w 13940157"/>
              <a:gd name="connsiteY187" fmla="*/ 91512 h 9456078"/>
              <a:gd name="connsiteX188" fmla="*/ 12496058 w 13940157"/>
              <a:gd name="connsiteY188" fmla="*/ 83080 h 9456078"/>
              <a:gd name="connsiteX189" fmla="*/ 12544623 w 13940157"/>
              <a:gd name="connsiteY189" fmla="*/ 75047 h 9456078"/>
              <a:gd name="connsiteX190" fmla="*/ 12593283 w 13940157"/>
              <a:gd name="connsiteY190" fmla="*/ 67417 h 9456078"/>
              <a:gd name="connsiteX191" fmla="*/ 12642036 w 13940157"/>
              <a:gd name="connsiteY191" fmla="*/ 60188 h 9456078"/>
              <a:gd name="connsiteX192" fmla="*/ 12690879 w 13940157"/>
              <a:gd name="connsiteY192" fmla="*/ 53364 h 9456078"/>
              <a:gd name="connsiteX193" fmla="*/ 12739811 w 13940157"/>
              <a:gd name="connsiteY193" fmla="*/ 46944 h 9456078"/>
              <a:gd name="connsiteX194" fmla="*/ 12788830 w 13940157"/>
              <a:gd name="connsiteY194" fmla="*/ 40931 h 9456078"/>
              <a:gd name="connsiteX195" fmla="*/ 12837932 w 13940157"/>
              <a:gd name="connsiteY195" fmla="*/ 35324 h 9456078"/>
              <a:gd name="connsiteX196" fmla="*/ 12887116 w 13940157"/>
              <a:gd name="connsiteY196" fmla="*/ 30126 h 9456078"/>
              <a:gd name="connsiteX197" fmla="*/ 12936379 w 13940157"/>
              <a:gd name="connsiteY197" fmla="*/ 25337 h 9456078"/>
              <a:gd name="connsiteX198" fmla="*/ 12985719 w 13940157"/>
              <a:gd name="connsiteY198" fmla="*/ 20958 h 9456078"/>
              <a:gd name="connsiteX199" fmla="*/ 13035133 w 13940157"/>
              <a:gd name="connsiteY199" fmla="*/ 16991 h 9456078"/>
              <a:gd name="connsiteX200" fmla="*/ 13084620 w 13940157"/>
              <a:gd name="connsiteY200" fmla="*/ 13437 h 9456078"/>
              <a:gd name="connsiteX201" fmla="*/ 13134178 w 13940157"/>
              <a:gd name="connsiteY201" fmla="*/ 10297 h 9456078"/>
              <a:gd name="connsiteX202" fmla="*/ 13183803 w 13940157"/>
              <a:gd name="connsiteY202" fmla="*/ 7572 h 9456078"/>
              <a:gd name="connsiteX203" fmla="*/ 13233493 w 13940157"/>
              <a:gd name="connsiteY203" fmla="*/ 5263 h 9456078"/>
              <a:gd name="connsiteX204" fmla="*/ 13283247 w 13940157"/>
              <a:gd name="connsiteY204" fmla="*/ 3371 h 9456078"/>
              <a:gd name="connsiteX205" fmla="*/ 13333061 w 13940157"/>
              <a:gd name="connsiteY205" fmla="*/ 1898 h 9456078"/>
              <a:gd name="connsiteX206" fmla="*/ 13382934 w 13940157"/>
              <a:gd name="connsiteY206" fmla="*/ 844 h 9456078"/>
              <a:gd name="connsiteX207" fmla="*/ 13432864 w 13940157"/>
              <a:gd name="connsiteY207" fmla="*/ 211 h 9456078"/>
              <a:gd name="connsiteX208" fmla="*/ 13482847 w 13940157"/>
              <a:gd name="connsiteY208" fmla="*/ 0 h 9456078"/>
              <a:gd name="connsiteX209" fmla="*/ 13940158 w 13940157"/>
              <a:gd name="connsiteY209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49234 w 13158799"/>
              <a:gd name="connsiteY5" fmla="*/ 9450052 h 9456078"/>
              <a:gd name="connsiteX6" fmla="*/ 298870 w 13158799"/>
              <a:gd name="connsiteY6" fmla="*/ 9447409 h 9456078"/>
              <a:gd name="connsiteX7" fmla="*/ 348429 w 13158799"/>
              <a:gd name="connsiteY7" fmla="*/ 9444290 h 9456078"/>
              <a:gd name="connsiteX8" fmla="*/ 397907 w 13158799"/>
              <a:gd name="connsiteY8" fmla="*/ 9440698 h 9456078"/>
              <a:gd name="connsiteX9" fmla="*/ 447302 w 13158799"/>
              <a:gd name="connsiteY9" fmla="*/ 9436632 h 9456078"/>
              <a:gd name="connsiteX10" fmla="*/ 496610 w 13158799"/>
              <a:gd name="connsiteY10" fmla="*/ 9432096 h 9456078"/>
              <a:gd name="connsiteX11" fmla="*/ 545829 w 13158799"/>
              <a:gd name="connsiteY11" fmla="*/ 9427089 h 9456078"/>
              <a:gd name="connsiteX12" fmla="*/ 594956 w 13158799"/>
              <a:gd name="connsiteY12" fmla="*/ 9421615 h 9456078"/>
              <a:gd name="connsiteX13" fmla="*/ 643987 w 13158799"/>
              <a:gd name="connsiteY13" fmla="*/ 9415673 h 9456078"/>
              <a:gd name="connsiteX14" fmla="*/ 692920 w 13158799"/>
              <a:gd name="connsiteY14" fmla="*/ 9409267 h 9456078"/>
              <a:gd name="connsiteX15" fmla="*/ 741751 w 13158799"/>
              <a:gd name="connsiteY15" fmla="*/ 9402396 h 9456078"/>
              <a:gd name="connsiteX16" fmla="*/ 790478 w 13158799"/>
              <a:gd name="connsiteY16" fmla="*/ 9395063 h 9456078"/>
              <a:gd name="connsiteX17" fmla="*/ 839098 w 13158799"/>
              <a:gd name="connsiteY17" fmla="*/ 9387270 h 9456078"/>
              <a:gd name="connsiteX18" fmla="*/ 887607 w 13158799"/>
              <a:gd name="connsiteY18" fmla="*/ 9379017 h 9456078"/>
              <a:gd name="connsiteX19" fmla="*/ 936002 w 13158799"/>
              <a:gd name="connsiteY19" fmla="*/ 9370306 h 9456078"/>
              <a:gd name="connsiteX20" fmla="*/ 984281 w 13158799"/>
              <a:gd name="connsiteY20" fmla="*/ 9361139 h 9456078"/>
              <a:gd name="connsiteX21" fmla="*/ 1032440 w 13158799"/>
              <a:gd name="connsiteY21" fmla="*/ 9351517 h 9456078"/>
              <a:gd name="connsiteX22" fmla="*/ 1080477 w 13158799"/>
              <a:gd name="connsiteY22" fmla="*/ 9341441 h 9456078"/>
              <a:gd name="connsiteX23" fmla="*/ 1128389 w 13158799"/>
              <a:gd name="connsiteY23" fmla="*/ 9330914 h 9456078"/>
              <a:gd name="connsiteX24" fmla="*/ 1176172 w 13158799"/>
              <a:gd name="connsiteY24" fmla="*/ 9319936 h 9456078"/>
              <a:gd name="connsiteX25" fmla="*/ 1223823 w 13158799"/>
              <a:gd name="connsiteY25" fmla="*/ 9308509 h 9456078"/>
              <a:gd name="connsiteX26" fmla="*/ 1271339 w 13158799"/>
              <a:gd name="connsiteY26" fmla="*/ 9296635 h 9456078"/>
              <a:gd name="connsiteX27" fmla="*/ 1318719 w 13158799"/>
              <a:gd name="connsiteY27" fmla="*/ 9284315 h 9456078"/>
              <a:gd name="connsiteX28" fmla="*/ 1365957 w 13158799"/>
              <a:gd name="connsiteY28" fmla="*/ 9271550 h 9456078"/>
              <a:gd name="connsiteX29" fmla="*/ 1413052 w 13158799"/>
              <a:gd name="connsiteY29" fmla="*/ 9258342 h 9456078"/>
              <a:gd name="connsiteX30" fmla="*/ 1460000 w 13158799"/>
              <a:gd name="connsiteY30" fmla="*/ 9244693 h 9456078"/>
              <a:gd name="connsiteX31" fmla="*/ 1506799 w 13158799"/>
              <a:gd name="connsiteY31" fmla="*/ 9230604 h 9456078"/>
              <a:gd name="connsiteX32" fmla="*/ 1553445 w 13158799"/>
              <a:gd name="connsiteY32" fmla="*/ 9216076 h 9456078"/>
              <a:gd name="connsiteX33" fmla="*/ 1599935 w 13158799"/>
              <a:gd name="connsiteY33" fmla="*/ 9201111 h 9456078"/>
              <a:gd name="connsiteX34" fmla="*/ 1646267 w 13158799"/>
              <a:gd name="connsiteY34" fmla="*/ 9185710 h 9456078"/>
              <a:gd name="connsiteX35" fmla="*/ 1692437 w 13158799"/>
              <a:gd name="connsiteY35" fmla="*/ 9169876 h 9456078"/>
              <a:gd name="connsiteX36" fmla="*/ 1738442 w 13158799"/>
              <a:gd name="connsiteY36" fmla="*/ 9153608 h 9456078"/>
              <a:gd name="connsiteX37" fmla="*/ 1784280 w 13158799"/>
              <a:gd name="connsiteY37" fmla="*/ 9136910 h 9456078"/>
              <a:gd name="connsiteX38" fmla="*/ 1829947 w 13158799"/>
              <a:gd name="connsiteY38" fmla="*/ 9119782 h 9456078"/>
              <a:gd name="connsiteX39" fmla="*/ 1875440 w 13158799"/>
              <a:gd name="connsiteY39" fmla="*/ 9102226 h 9456078"/>
              <a:gd name="connsiteX40" fmla="*/ 1920756 w 13158799"/>
              <a:gd name="connsiteY40" fmla="*/ 9084243 h 9456078"/>
              <a:gd name="connsiteX41" fmla="*/ 1965893 w 13158799"/>
              <a:gd name="connsiteY41" fmla="*/ 9065835 h 9456078"/>
              <a:gd name="connsiteX42" fmla="*/ 2010847 w 13158799"/>
              <a:gd name="connsiteY42" fmla="*/ 9047004 h 9456078"/>
              <a:gd name="connsiteX43" fmla="*/ 2055615 w 13158799"/>
              <a:gd name="connsiteY43" fmla="*/ 9027750 h 9456078"/>
              <a:gd name="connsiteX44" fmla="*/ 2100195 w 13158799"/>
              <a:gd name="connsiteY44" fmla="*/ 9008075 h 9456078"/>
              <a:gd name="connsiteX45" fmla="*/ 2144582 w 13158799"/>
              <a:gd name="connsiteY45" fmla="*/ 8987981 h 9456078"/>
              <a:gd name="connsiteX46" fmla="*/ 2188775 w 13158799"/>
              <a:gd name="connsiteY46" fmla="*/ 8967470 h 9456078"/>
              <a:gd name="connsiteX47" fmla="*/ 2232770 w 13158799"/>
              <a:gd name="connsiteY47" fmla="*/ 8946542 h 9456078"/>
              <a:gd name="connsiteX48" fmla="*/ 2276564 w 13158799"/>
              <a:gd name="connsiteY48" fmla="*/ 8925199 h 9456078"/>
              <a:gd name="connsiteX49" fmla="*/ 2320154 w 13158799"/>
              <a:gd name="connsiteY49" fmla="*/ 8903443 h 9456078"/>
              <a:gd name="connsiteX50" fmla="*/ 2363538 w 13158799"/>
              <a:gd name="connsiteY50" fmla="*/ 8881275 h 9456078"/>
              <a:gd name="connsiteX51" fmla="*/ 2406711 w 13158799"/>
              <a:gd name="connsiteY51" fmla="*/ 8858697 h 9456078"/>
              <a:gd name="connsiteX52" fmla="*/ 2449672 w 13158799"/>
              <a:gd name="connsiteY52" fmla="*/ 8835710 h 9456078"/>
              <a:gd name="connsiteX53" fmla="*/ 2492417 w 13158799"/>
              <a:gd name="connsiteY53" fmla="*/ 8812316 h 9456078"/>
              <a:gd name="connsiteX54" fmla="*/ 2534943 w 13158799"/>
              <a:gd name="connsiteY54" fmla="*/ 8788516 h 9456078"/>
              <a:gd name="connsiteX55" fmla="*/ 2577247 w 13158799"/>
              <a:gd name="connsiteY55" fmla="*/ 8764311 h 9456078"/>
              <a:gd name="connsiteX56" fmla="*/ 2619326 w 13158799"/>
              <a:gd name="connsiteY56" fmla="*/ 8739704 h 9456078"/>
              <a:gd name="connsiteX57" fmla="*/ 2661177 w 13158799"/>
              <a:gd name="connsiteY57" fmla="*/ 8714695 h 9456078"/>
              <a:gd name="connsiteX58" fmla="*/ 2702797 w 13158799"/>
              <a:gd name="connsiteY58" fmla="*/ 8689286 h 9456078"/>
              <a:gd name="connsiteX59" fmla="*/ 2744183 w 13158799"/>
              <a:gd name="connsiteY59" fmla="*/ 8663479 h 9456078"/>
              <a:gd name="connsiteX60" fmla="*/ 2785333 w 13158799"/>
              <a:gd name="connsiteY60" fmla="*/ 8637274 h 9456078"/>
              <a:gd name="connsiteX61" fmla="*/ 2826242 w 13158799"/>
              <a:gd name="connsiteY61" fmla="*/ 8610675 h 9456078"/>
              <a:gd name="connsiteX62" fmla="*/ 2866908 w 13158799"/>
              <a:gd name="connsiteY62" fmla="*/ 8583681 h 9456078"/>
              <a:gd name="connsiteX63" fmla="*/ 2907329 w 13158799"/>
              <a:gd name="connsiteY63" fmla="*/ 8556295 h 9456078"/>
              <a:gd name="connsiteX64" fmla="*/ 2947500 w 13158799"/>
              <a:gd name="connsiteY64" fmla="*/ 8528517 h 9456078"/>
              <a:gd name="connsiteX65" fmla="*/ 2987419 w 13158799"/>
              <a:gd name="connsiteY65" fmla="*/ 8500351 h 9456078"/>
              <a:gd name="connsiteX66" fmla="*/ 3027083 w 13158799"/>
              <a:gd name="connsiteY66" fmla="*/ 8471796 h 9456078"/>
              <a:gd name="connsiteX67" fmla="*/ 3066489 w 13158799"/>
              <a:gd name="connsiteY67" fmla="*/ 8442854 h 9456078"/>
              <a:gd name="connsiteX68" fmla="*/ 3105634 w 13158799"/>
              <a:gd name="connsiteY68" fmla="*/ 8413528 h 9456078"/>
              <a:gd name="connsiteX69" fmla="*/ 3144515 w 13158799"/>
              <a:gd name="connsiteY69" fmla="*/ 8383818 h 9456078"/>
              <a:gd name="connsiteX70" fmla="*/ 3183129 w 13158799"/>
              <a:gd name="connsiteY70" fmla="*/ 8353726 h 9456078"/>
              <a:gd name="connsiteX71" fmla="*/ 3221473 w 13158799"/>
              <a:gd name="connsiteY71" fmla="*/ 8323253 h 9456078"/>
              <a:gd name="connsiteX72" fmla="*/ 3259544 w 13158799"/>
              <a:gd name="connsiteY72" fmla="*/ 8292401 h 9456078"/>
              <a:gd name="connsiteX73" fmla="*/ 3297339 w 13158799"/>
              <a:gd name="connsiteY73" fmla="*/ 8261172 h 9456078"/>
              <a:gd name="connsiteX74" fmla="*/ 3334854 w 13158799"/>
              <a:gd name="connsiteY74" fmla="*/ 8229566 h 9456078"/>
              <a:gd name="connsiteX75" fmla="*/ 3372087 w 13158799"/>
              <a:gd name="connsiteY75" fmla="*/ 8197585 h 9456078"/>
              <a:gd name="connsiteX76" fmla="*/ 3409035 w 13158799"/>
              <a:gd name="connsiteY76" fmla="*/ 8165232 h 9456078"/>
              <a:gd name="connsiteX77" fmla="*/ 3445695 w 13158799"/>
              <a:gd name="connsiteY77" fmla="*/ 8132507 h 9456078"/>
              <a:gd name="connsiteX78" fmla="*/ 3482064 w 13158799"/>
              <a:gd name="connsiteY78" fmla="*/ 8099411 h 9456078"/>
              <a:gd name="connsiteX79" fmla="*/ 3518139 w 13158799"/>
              <a:gd name="connsiteY79" fmla="*/ 8065947 h 9456078"/>
              <a:gd name="connsiteX80" fmla="*/ 3553916 w 13158799"/>
              <a:gd name="connsiteY80" fmla="*/ 8032115 h 9456078"/>
              <a:gd name="connsiteX81" fmla="*/ 3589393 w 13158799"/>
              <a:gd name="connsiteY81" fmla="*/ 7997918 h 9456078"/>
              <a:gd name="connsiteX82" fmla="*/ 3624567 w 13158799"/>
              <a:gd name="connsiteY82" fmla="*/ 7963356 h 9456078"/>
              <a:gd name="connsiteX83" fmla="*/ 3659435 w 13158799"/>
              <a:gd name="connsiteY83" fmla="*/ 7928432 h 9456078"/>
              <a:gd name="connsiteX84" fmla="*/ 3693994 w 13158799"/>
              <a:gd name="connsiteY84" fmla="*/ 7893146 h 9456078"/>
              <a:gd name="connsiteX85" fmla="*/ 3728240 w 13158799"/>
              <a:gd name="connsiteY85" fmla="*/ 7857501 h 9456078"/>
              <a:gd name="connsiteX86" fmla="*/ 3762171 w 13158799"/>
              <a:gd name="connsiteY86" fmla="*/ 7821497 h 9456078"/>
              <a:gd name="connsiteX87" fmla="*/ 3795783 w 13158799"/>
              <a:gd name="connsiteY87" fmla="*/ 7785136 h 9456078"/>
              <a:gd name="connsiteX88" fmla="*/ 3829075 w 13158799"/>
              <a:gd name="connsiteY88" fmla="*/ 7748420 h 9456078"/>
              <a:gd name="connsiteX89" fmla="*/ 3862042 w 13158799"/>
              <a:gd name="connsiteY89" fmla="*/ 7711350 h 9456078"/>
              <a:gd name="connsiteX90" fmla="*/ 3894682 w 13158799"/>
              <a:gd name="connsiteY90" fmla="*/ 7673928 h 9456078"/>
              <a:gd name="connsiteX91" fmla="*/ 3926991 w 13158799"/>
              <a:gd name="connsiteY91" fmla="*/ 7636155 h 9456078"/>
              <a:gd name="connsiteX92" fmla="*/ 3958967 w 13158799"/>
              <a:gd name="connsiteY92" fmla="*/ 7598032 h 9456078"/>
              <a:gd name="connsiteX93" fmla="*/ 3990607 w 13158799"/>
              <a:gd name="connsiteY93" fmla="*/ 7559561 h 9456078"/>
              <a:gd name="connsiteX94" fmla="*/ 4021907 w 13158799"/>
              <a:gd name="connsiteY94" fmla="*/ 7520744 h 9456078"/>
              <a:gd name="connsiteX95" fmla="*/ 4052865 w 13158799"/>
              <a:gd name="connsiteY95" fmla="*/ 7481582 h 9456078"/>
              <a:gd name="connsiteX96" fmla="*/ 4083478 w 13158799"/>
              <a:gd name="connsiteY96" fmla="*/ 7442077 h 9456078"/>
              <a:gd name="connsiteX97" fmla="*/ 8022311 w 13158799"/>
              <a:gd name="connsiteY97" fmla="*/ 2307814 h 9456078"/>
              <a:gd name="connsiteX98" fmla="*/ 8052902 w 13158799"/>
              <a:gd name="connsiteY98" fmla="*/ 2268285 h 9456078"/>
              <a:gd name="connsiteX99" fmla="*/ 8083796 w 13158799"/>
              <a:gd name="connsiteY99" fmla="*/ 2229056 h 9456078"/>
              <a:gd name="connsiteX100" fmla="*/ 8114989 w 13158799"/>
              <a:gd name="connsiteY100" fmla="*/ 2190127 h 9456078"/>
              <a:gd name="connsiteX101" fmla="*/ 8146479 w 13158799"/>
              <a:gd name="connsiteY101" fmla="*/ 2151500 h 9456078"/>
              <a:gd name="connsiteX102" fmla="*/ 8178264 w 13158799"/>
              <a:gd name="connsiteY102" fmla="*/ 2113176 h 9456078"/>
              <a:gd name="connsiteX103" fmla="*/ 8210341 w 13158799"/>
              <a:gd name="connsiteY103" fmla="*/ 2075157 h 9456078"/>
              <a:gd name="connsiteX104" fmla="*/ 8242709 w 13158799"/>
              <a:gd name="connsiteY104" fmla="*/ 2037442 h 9456078"/>
              <a:gd name="connsiteX105" fmla="*/ 8275365 w 13158799"/>
              <a:gd name="connsiteY105" fmla="*/ 2000034 h 9456078"/>
              <a:gd name="connsiteX106" fmla="*/ 8308307 w 13158799"/>
              <a:gd name="connsiteY106" fmla="*/ 1962934 h 9456078"/>
              <a:gd name="connsiteX107" fmla="*/ 8341532 w 13158799"/>
              <a:gd name="connsiteY107" fmla="*/ 1926142 h 9456078"/>
              <a:gd name="connsiteX108" fmla="*/ 8375038 w 13158799"/>
              <a:gd name="connsiteY108" fmla="*/ 1889660 h 9456078"/>
              <a:gd name="connsiteX109" fmla="*/ 8408823 w 13158799"/>
              <a:gd name="connsiteY109" fmla="*/ 1853489 h 9456078"/>
              <a:gd name="connsiteX110" fmla="*/ 8442885 w 13158799"/>
              <a:gd name="connsiteY110" fmla="*/ 1817630 h 9456078"/>
              <a:gd name="connsiteX111" fmla="*/ 8477221 w 13158799"/>
              <a:gd name="connsiteY111" fmla="*/ 1782084 h 9456078"/>
              <a:gd name="connsiteX112" fmla="*/ 8511829 w 13158799"/>
              <a:gd name="connsiteY112" fmla="*/ 1746853 h 9456078"/>
              <a:gd name="connsiteX113" fmla="*/ 8546706 w 13158799"/>
              <a:gd name="connsiteY113" fmla="*/ 1711937 h 9456078"/>
              <a:gd name="connsiteX114" fmla="*/ 8581851 w 13158799"/>
              <a:gd name="connsiteY114" fmla="*/ 1677337 h 9456078"/>
              <a:gd name="connsiteX115" fmla="*/ 8617261 w 13158799"/>
              <a:gd name="connsiteY115" fmla="*/ 1643056 h 9456078"/>
              <a:gd name="connsiteX116" fmla="*/ 8652934 w 13158799"/>
              <a:gd name="connsiteY116" fmla="*/ 1609093 h 9456078"/>
              <a:gd name="connsiteX117" fmla="*/ 8688867 w 13158799"/>
              <a:gd name="connsiteY117" fmla="*/ 1575450 h 9456078"/>
              <a:gd name="connsiteX118" fmla="*/ 8725058 w 13158799"/>
              <a:gd name="connsiteY118" fmla="*/ 1542128 h 9456078"/>
              <a:gd name="connsiteX119" fmla="*/ 8761506 w 13158799"/>
              <a:gd name="connsiteY119" fmla="*/ 1509129 h 9456078"/>
              <a:gd name="connsiteX120" fmla="*/ 8798207 w 13158799"/>
              <a:gd name="connsiteY120" fmla="*/ 1476452 h 9456078"/>
              <a:gd name="connsiteX121" fmla="*/ 8835159 w 13158799"/>
              <a:gd name="connsiteY121" fmla="*/ 1444101 h 9456078"/>
              <a:gd name="connsiteX122" fmla="*/ 8872360 w 13158799"/>
              <a:gd name="connsiteY122" fmla="*/ 1412075 h 9456078"/>
              <a:gd name="connsiteX123" fmla="*/ 8909808 w 13158799"/>
              <a:gd name="connsiteY123" fmla="*/ 1380375 h 9456078"/>
              <a:gd name="connsiteX124" fmla="*/ 8947501 w 13158799"/>
              <a:gd name="connsiteY124" fmla="*/ 1349004 h 9456078"/>
              <a:gd name="connsiteX125" fmla="*/ 8985435 w 13158799"/>
              <a:gd name="connsiteY125" fmla="*/ 1317962 h 9456078"/>
              <a:gd name="connsiteX126" fmla="*/ 9023610 w 13158799"/>
              <a:gd name="connsiteY126" fmla="*/ 1287250 h 9456078"/>
              <a:gd name="connsiteX127" fmla="*/ 9062022 w 13158799"/>
              <a:gd name="connsiteY127" fmla="*/ 1256869 h 9456078"/>
              <a:gd name="connsiteX128" fmla="*/ 9100669 w 13158799"/>
              <a:gd name="connsiteY128" fmla="*/ 1226820 h 9456078"/>
              <a:gd name="connsiteX129" fmla="*/ 9139549 w 13158799"/>
              <a:gd name="connsiteY129" fmla="*/ 1197105 h 9456078"/>
              <a:gd name="connsiteX130" fmla="*/ 9178660 w 13158799"/>
              <a:gd name="connsiteY130" fmla="*/ 1167725 h 9456078"/>
              <a:gd name="connsiteX131" fmla="*/ 9217999 w 13158799"/>
              <a:gd name="connsiteY131" fmla="*/ 1138681 h 9456078"/>
              <a:gd name="connsiteX132" fmla="*/ 9257564 w 13158799"/>
              <a:gd name="connsiteY132" fmla="*/ 1109974 h 9456078"/>
              <a:gd name="connsiteX133" fmla="*/ 9297353 w 13158799"/>
              <a:gd name="connsiteY133" fmla="*/ 1081604 h 9456078"/>
              <a:gd name="connsiteX134" fmla="*/ 9337364 w 13158799"/>
              <a:gd name="connsiteY134" fmla="*/ 1053574 h 9456078"/>
              <a:gd name="connsiteX135" fmla="*/ 9377594 w 13158799"/>
              <a:gd name="connsiteY135" fmla="*/ 1025884 h 9456078"/>
              <a:gd name="connsiteX136" fmla="*/ 9418040 w 13158799"/>
              <a:gd name="connsiteY136" fmla="*/ 998536 h 9456078"/>
              <a:gd name="connsiteX137" fmla="*/ 9458702 w 13158799"/>
              <a:gd name="connsiteY137" fmla="*/ 971530 h 9456078"/>
              <a:gd name="connsiteX138" fmla="*/ 9499575 w 13158799"/>
              <a:gd name="connsiteY138" fmla="*/ 944868 h 9456078"/>
              <a:gd name="connsiteX139" fmla="*/ 9540659 w 13158799"/>
              <a:gd name="connsiteY139" fmla="*/ 918551 h 9456078"/>
              <a:gd name="connsiteX140" fmla="*/ 9581950 w 13158799"/>
              <a:gd name="connsiteY140" fmla="*/ 892580 h 9456078"/>
              <a:gd name="connsiteX141" fmla="*/ 9623447 w 13158799"/>
              <a:gd name="connsiteY141" fmla="*/ 866956 h 9456078"/>
              <a:gd name="connsiteX142" fmla="*/ 9665147 w 13158799"/>
              <a:gd name="connsiteY142" fmla="*/ 841681 h 9456078"/>
              <a:gd name="connsiteX143" fmla="*/ 9707048 w 13158799"/>
              <a:gd name="connsiteY143" fmla="*/ 816754 h 9456078"/>
              <a:gd name="connsiteX144" fmla="*/ 9749147 w 13158799"/>
              <a:gd name="connsiteY144" fmla="*/ 792179 h 9456078"/>
              <a:gd name="connsiteX145" fmla="*/ 9791443 w 13158799"/>
              <a:gd name="connsiteY145" fmla="*/ 767955 h 9456078"/>
              <a:gd name="connsiteX146" fmla="*/ 9833932 w 13158799"/>
              <a:gd name="connsiteY146" fmla="*/ 744083 h 9456078"/>
              <a:gd name="connsiteX147" fmla="*/ 9876613 w 13158799"/>
              <a:gd name="connsiteY147" fmla="*/ 720566 h 9456078"/>
              <a:gd name="connsiteX148" fmla="*/ 9919484 w 13158799"/>
              <a:gd name="connsiteY148" fmla="*/ 697404 h 9456078"/>
              <a:gd name="connsiteX149" fmla="*/ 9962542 w 13158799"/>
              <a:gd name="connsiteY149" fmla="*/ 674598 h 9456078"/>
              <a:gd name="connsiteX150" fmla="*/ 10005784 w 13158799"/>
              <a:gd name="connsiteY150" fmla="*/ 652149 h 9456078"/>
              <a:gd name="connsiteX151" fmla="*/ 10049209 w 13158799"/>
              <a:gd name="connsiteY151" fmla="*/ 630059 h 9456078"/>
              <a:gd name="connsiteX152" fmla="*/ 10092814 w 13158799"/>
              <a:gd name="connsiteY152" fmla="*/ 608328 h 9456078"/>
              <a:gd name="connsiteX153" fmla="*/ 10136597 w 13158799"/>
              <a:gd name="connsiteY153" fmla="*/ 586958 h 9456078"/>
              <a:gd name="connsiteX154" fmla="*/ 10180556 w 13158799"/>
              <a:gd name="connsiteY154" fmla="*/ 565950 h 9456078"/>
              <a:gd name="connsiteX155" fmla="*/ 10224688 w 13158799"/>
              <a:gd name="connsiteY155" fmla="*/ 545304 h 9456078"/>
              <a:gd name="connsiteX156" fmla="*/ 10268991 w 13158799"/>
              <a:gd name="connsiteY156" fmla="*/ 525023 h 9456078"/>
              <a:gd name="connsiteX157" fmla="*/ 10313463 w 13158799"/>
              <a:gd name="connsiteY157" fmla="*/ 505107 h 9456078"/>
              <a:gd name="connsiteX158" fmla="*/ 10358101 w 13158799"/>
              <a:gd name="connsiteY158" fmla="*/ 485558 h 9456078"/>
              <a:gd name="connsiteX159" fmla="*/ 10402903 w 13158799"/>
              <a:gd name="connsiteY159" fmla="*/ 466376 h 9456078"/>
              <a:gd name="connsiteX160" fmla="*/ 10447868 w 13158799"/>
              <a:gd name="connsiteY160" fmla="*/ 447563 h 9456078"/>
              <a:gd name="connsiteX161" fmla="*/ 10492991 w 13158799"/>
              <a:gd name="connsiteY161" fmla="*/ 429119 h 9456078"/>
              <a:gd name="connsiteX162" fmla="*/ 10538272 w 13158799"/>
              <a:gd name="connsiteY162" fmla="*/ 411046 h 9456078"/>
              <a:gd name="connsiteX163" fmla="*/ 10583708 w 13158799"/>
              <a:gd name="connsiteY163" fmla="*/ 393346 h 9456078"/>
              <a:gd name="connsiteX164" fmla="*/ 10629297 w 13158799"/>
              <a:gd name="connsiteY164" fmla="*/ 376018 h 9456078"/>
              <a:gd name="connsiteX165" fmla="*/ 10675036 w 13158799"/>
              <a:gd name="connsiteY165" fmla="*/ 359065 h 9456078"/>
              <a:gd name="connsiteX166" fmla="*/ 10720923 w 13158799"/>
              <a:gd name="connsiteY166" fmla="*/ 342487 h 9456078"/>
              <a:gd name="connsiteX167" fmla="*/ 10766956 w 13158799"/>
              <a:gd name="connsiteY167" fmla="*/ 326286 h 9456078"/>
              <a:gd name="connsiteX168" fmla="*/ 10813132 w 13158799"/>
              <a:gd name="connsiteY168" fmla="*/ 310462 h 9456078"/>
              <a:gd name="connsiteX169" fmla="*/ 10859450 w 13158799"/>
              <a:gd name="connsiteY169" fmla="*/ 295018 h 9456078"/>
              <a:gd name="connsiteX170" fmla="*/ 10905907 w 13158799"/>
              <a:gd name="connsiteY170" fmla="*/ 279953 h 9456078"/>
              <a:gd name="connsiteX171" fmla="*/ 10952500 w 13158799"/>
              <a:gd name="connsiteY171" fmla="*/ 265269 h 9456078"/>
              <a:gd name="connsiteX172" fmla="*/ 10999227 w 13158799"/>
              <a:gd name="connsiteY172" fmla="*/ 250968 h 9456078"/>
              <a:gd name="connsiteX173" fmla="*/ 11046087 w 13158799"/>
              <a:gd name="connsiteY173" fmla="*/ 237049 h 9456078"/>
              <a:gd name="connsiteX174" fmla="*/ 11093076 w 13158799"/>
              <a:gd name="connsiteY174" fmla="*/ 223516 h 9456078"/>
              <a:gd name="connsiteX175" fmla="*/ 11140193 w 13158799"/>
              <a:gd name="connsiteY175" fmla="*/ 210368 h 9456078"/>
              <a:gd name="connsiteX176" fmla="*/ 11187434 w 13158799"/>
              <a:gd name="connsiteY176" fmla="*/ 197606 h 9456078"/>
              <a:gd name="connsiteX177" fmla="*/ 11234799 w 13158799"/>
              <a:gd name="connsiteY177" fmla="*/ 185233 h 9456078"/>
              <a:gd name="connsiteX178" fmla="*/ 11282284 w 13158799"/>
              <a:gd name="connsiteY178" fmla="*/ 173248 h 9456078"/>
              <a:gd name="connsiteX179" fmla="*/ 11329888 w 13158799"/>
              <a:gd name="connsiteY179" fmla="*/ 161654 h 9456078"/>
              <a:gd name="connsiteX180" fmla="*/ 11377607 w 13158799"/>
              <a:gd name="connsiteY180" fmla="*/ 150451 h 9456078"/>
              <a:gd name="connsiteX181" fmla="*/ 11425440 w 13158799"/>
              <a:gd name="connsiteY181" fmla="*/ 139640 h 9456078"/>
              <a:gd name="connsiteX182" fmla="*/ 11473385 w 13158799"/>
              <a:gd name="connsiteY182" fmla="*/ 129223 h 9456078"/>
              <a:gd name="connsiteX183" fmla="*/ 11521439 w 13158799"/>
              <a:gd name="connsiteY183" fmla="*/ 119201 h 9456078"/>
              <a:gd name="connsiteX184" fmla="*/ 11569599 w 13158799"/>
              <a:gd name="connsiteY184" fmla="*/ 109574 h 9456078"/>
              <a:gd name="connsiteX185" fmla="*/ 11617864 w 13158799"/>
              <a:gd name="connsiteY185" fmla="*/ 100344 h 9456078"/>
              <a:gd name="connsiteX186" fmla="*/ 11666231 w 13158799"/>
              <a:gd name="connsiteY186" fmla="*/ 91512 h 9456078"/>
              <a:gd name="connsiteX187" fmla="*/ 11714698 w 13158799"/>
              <a:gd name="connsiteY187" fmla="*/ 83080 h 9456078"/>
              <a:gd name="connsiteX188" fmla="*/ 11763263 w 13158799"/>
              <a:gd name="connsiteY188" fmla="*/ 75047 h 9456078"/>
              <a:gd name="connsiteX189" fmla="*/ 11811923 w 13158799"/>
              <a:gd name="connsiteY189" fmla="*/ 67417 h 9456078"/>
              <a:gd name="connsiteX190" fmla="*/ 11860676 w 13158799"/>
              <a:gd name="connsiteY190" fmla="*/ 60188 h 9456078"/>
              <a:gd name="connsiteX191" fmla="*/ 11909519 w 13158799"/>
              <a:gd name="connsiteY191" fmla="*/ 53364 h 9456078"/>
              <a:gd name="connsiteX192" fmla="*/ 11958451 w 13158799"/>
              <a:gd name="connsiteY192" fmla="*/ 46944 h 9456078"/>
              <a:gd name="connsiteX193" fmla="*/ 12007470 w 13158799"/>
              <a:gd name="connsiteY193" fmla="*/ 40931 h 9456078"/>
              <a:gd name="connsiteX194" fmla="*/ 12056572 w 13158799"/>
              <a:gd name="connsiteY194" fmla="*/ 35324 h 9456078"/>
              <a:gd name="connsiteX195" fmla="*/ 12105756 w 13158799"/>
              <a:gd name="connsiteY195" fmla="*/ 30126 h 9456078"/>
              <a:gd name="connsiteX196" fmla="*/ 12155019 w 13158799"/>
              <a:gd name="connsiteY196" fmla="*/ 25337 h 9456078"/>
              <a:gd name="connsiteX197" fmla="*/ 12204359 w 13158799"/>
              <a:gd name="connsiteY197" fmla="*/ 20958 h 9456078"/>
              <a:gd name="connsiteX198" fmla="*/ 12253773 w 13158799"/>
              <a:gd name="connsiteY198" fmla="*/ 16991 h 9456078"/>
              <a:gd name="connsiteX199" fmla="*/ 12303260 w 13158799"/>
              <a:gd name="connsiteY199" fmla="*/ 13437 h 9456078"/>
              <a:gd name="connsiteX200" fmla="*/ 12352818 w 13158799"/>
              <a:gd name="connsiteY200" fmla="*/ 10297 h 9456078"/>
              <a:gd name="connsiteX201" fmla="*/ 12402443 w 13158799"/>
              <a:gd name="connsiteY201" fmla="*/ 7572 h 9456078"/>
              <a:gd name="connsiteX202" fmla="*/ 12452133 w 13158799"/>
              <a:gd name="connsiteY202" fmla="*/ 5263 h 9456078"/>
              <a:gd name="connsiteX203" fmla="*/ 12501887 w 13158799"/>
              <a:gd name="connsiteY203" fmla="*/ 3371 h 9456078"/>
              <a:gd name="connsiteX204" fmla="*/ 12551701 w 13158799"/>
              <a:gd name="connsiteY204" fmla="*/ 1898 h 9456078"/>
              <a:gd name="connsiteX205" fmla="*/ 12601574 w 13158799"/>
              <a:gd name="connsiteY205" fmla="*/ 844 h 9456078"/>
              <a:gd name="connsiteX206" fmla="*/ 12651504 w 13158799"/>
              <a:gd name="connsiteY206" fmla="*/ 211 h 9456078"/>
              <a:gd name="connsiteX207" fmla="*/ 12701487 w 13158799"/>
              <a:gd name="connsiteY207" fmla="*/ 0 h 9456078"/>
              <a:gd name="connsiteX208" fmla="*/ 13158798 w 13158799"/>
              <a:gd name="connsiteY208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28389 w 13158797"/>
              <a:gd name="connsiteY22" fmla="*/ 9330914 h 9456078"/>
              <a:gd name="connsiteX23" fmla="*/ 1176172 w 13158797"/>
              <a:gd name="connsiteY23" fmla="*/ 9319936 h 9456078"/>
              <a:gd name="connsiteX24" fmla="*/ 1223823 w 13158797"/>
              <a:gd name="connsiteY24" fmla="*/ 9308509 h 9456078"/>
              <a:gd name="connsiteX25" fmla="*/ 1271339 w 13158797"/>
              <a:gd name="connsiteY25" fmla="*/ 9296635 h 9456078"/>
              <a:gd name="connsiteX26" fmla="*/ 1318719 w 13158797"/>
              <a:gd name="connsiteY26" fmla="*/ 9284315 h 9456078"/>
              <a:gd name="connsiteX27" fmla="*/ 1365957 w 13158797"/>
              <a:gd name="connsiteY27" fmla="*/ 9271550 h 9456078"/>
              <a:gd name="connsiteX28" fmla="*/ 1413052 w 13158797"/>
              <a:gd name="connsiteY28" fmla="*/ 9258342 h 9456078"/>
              <a:gd name="connsiteX29" fmla="*/ 1460000 w 13158797"/>
              <a:gd name="connsiteY29" fmla="*/ 9244693 h 9456078"/>
              <a:gd name="connsiteX30" fmla="*/ 1506799 w 13158797"/>
              <a:gd name="connsiteY30" fmla="*/ 9230604 h 9456078"/>
              <a:gd name="connsiteX31" fmla="*/ 1553445 w 13158797"/>
              <a:gd name="connsiteY31" fmla="*/ 9216076 h 9456078"/>
              <a:gd name="connsiteX32" fmla="*/ 1599935 w 13158797"/>
              <a:gd name="connsiteY32" fmla="*/ 9201111 h 9456078"/>
              <a:gd name="connsiteX33" fmla="*/ 1646267 w 13158797"/>
              <a:gd name="connsiteY33" fmla="*/ 9185710 h 9456078"/>
              <a:gd name="connsiteX34" fmla="*/ 1692437 w 13158797"/>
              <a:gd name="connsiteY34" fmla="*/ 9169876 h 9456078"/>
              <a:gd name="connsiteX35" fmla="*/ 1738442 w 13158797"/>
              <a:gd name="connsiteY35" fmla="*/ 9153608 h 9456078"/>
              <a:gd name="connsiteX36" fmla="*/ 1784280 w 13158797"/>
              <a:gd name="connsiteY36" fmla="*/ 9136910 h 9456078"/>
              <a:gd name="connsiteX37" fmla="*/ 1829947 w 13158797"/>
              <a:gd name="connsiteY37" fmla="*/ 9119782 h 9456078"/>
              <a:gd name="connsiteX38" fmla="*/ 1875440 w 13158797"/>
              <a:gd name="connsiteY38" fmla="*/ 9102226 h 9456078"/>
              <a:gd name="connsiteX39" fmla="*/ 1920756 w 13158797"/>
              <a:gd name="connsiteY39" fmla="*/ 9084243 h 9456078"/>
              <a:gd name="connsiteX40" fmla="*/ 1965893 w 13158797"/>
              <a:gd name="connsiteY40" fmla="*/ 9065835 h 9456078"/>
              <a:gd name="connsiteX41" fmla="*/ 2010847 w 13158797"/>
              <a:gd name="connsiteY41" fmla="*/ 9047004 h 9456078"/>
              <a:gd name="connsiteX42" fmla="*/ 2055615 w 13158797"/>
              <a:gd name="connsiteY42" fmla="*/ 9027750 h 9456078"/>
              <a:gd name="connsiteX43" fmla="*/ 2100195 w 13158797"/>
              <a:gd name="connsiteY43" fmla="*/ 9008075 h 9456078"/>
              <a:gd name="connsiteX44" fmla="*/ 2144582 w 13158797"/>
              <a:gd name="connsiteY44" fmla="*/ 8987981 h 9456078"/>
              <a:gd name="connsiteX45" fmla="*/ 2188775 w 13158797"/>
              <a:gd name="connsiteY45" fmla="*/ 8967470 h 9456078"/>
              <a:gd name="connsiteX46" fmla="*/ 2232770 w 13158797"/>
              <a:gd name="connsiteY46" fmla="*/ 8946542 h 9456078"/>
              <a:gd name="connsiteX47" fmla="*/ 2276564 w 13158797"/>
              <a:gd name="connsiteY47" fmla="*/ 8925199 h 9456078"/>
              <a:gd name="connsiteX48" fmla="*/ 2320154 w 13158797"/>
              <a:gd name="connsiteY48" fmla="*/ 8903443 h 9456078"/>
              <a:gd name="connsiteX49" fmla="*/ 2363538 w 13158797"/>
              <a:gd name="connsiteY49" fmla="*/ 8881275 h 9456078"/>
              <a:gd name="connsiteX50" fmla="*/ 2406711 w 13158797"/>
              <a:gd name="connsiteY50" fmla="*/ 8858697 h 9456078"/>
              <a:gd name="connsiteX51" fmla="*/ 2449672 w 13158797"/>
              <a:gd name="connsiteY51" fmla="*/ 8835710 h 9456078"/>
              <a:gd name="connsiteX52" fmla="*/ 2492417 w 13158797"/>
              <a:gd name="connsiteY52" fmla="*/ 8812316 h 9456078"/>
              <a:gd name="connsiteX53" fmla="*/ 2534943 w 13158797"/>
              <a:gd name="connsiteY53" fmla="*/ 8788516 h 9456078"/>
              <a:gd name="connsiteX54" fmla="*/ 2577247 w 13158797"/>
              <a:gd name="connsiteY54" fmla="*/ 8764311 h 9456078"/>
              <a:gd name="connsiteX55" fmla="*/ 2619326 w 13158797"/>
              <a:gd name="connsiteY55" fmla="*/ 8739704 h 9456078"/>
              <a:gd name="connsiteX56" fmla="*/ 2661177 w 13158797"/>
              <a:gd name="connsiteY56" fmla="*/ 8714695 h 9456078"/>
              <a:gd name="connsiteX57" fmla="*/ 2702797 w 13158797"/>
              <a:gd name="connsiteY57" fmla="*/ 8689286 h 9456078"/>
              <a:gd name="connsiteX58" fmla="*/ 2744183 w 13158797"/>
              <a:gd name="connsiteY58" fmla="*/ 8663479 h 9456078"/>
              <a:gd name="connsiteX59" fmla="*/ 2785333 w 13158797"/>
              <a:gd name="connsiteY59" fmla="*/ 8637274 h 9456078"/>
              <a:gd name="connsiteX60" fmla="*/ 2826242 w 13158797"/>
              <a:gd name="connsiteY60" fmla="*/ 8610675 h 9456078"/>
              <a:gd name="connsiteX61" fmla="*/ 2866908 w 13158797"/>
              <a:gd name="connsiteY61" fmla="*/ 8583681 h 9456078"/>
              <a:gd name="connsiteX62" fmla="*/ 2907329 w 13158797"/>
              <a:gd name="connsiteY62" fmla="*/ 8556295 h 9456078"/>
              <a:gd name="connsiteX63" fmla="*/ 2947500 w 13158797"/>
              <a:gd name="connsiteY63" fmla="*/ 8528517 h 9456078"/>
              <a:gd name="connsiteX64" fmla="*/ 2987419 w 13158797"/>
              <a:gd name="connsiteY64" fmla="*/ 8500351 h 9456078"/>
              <a:gd name="connsiteX65" fmla="*/ 3027083 w 13158797"/>
              <a:gd name="connsiteY65" fmla="*/ 8471796 h 9456078"/>
              <a:gd name="connsiteX66" fmla="*/ 3066489 w 13158797"/>
              <a:gd name="connsiteY66" fmla="*/ 8442854 h 9456078"/>
              <a:gd name="connsiteX67" fmla="*/ 3105634 w 13158797"/>
              <a:gd name="connsiteY67" fmla="*/ 8413528 h 9456078"/>
              <a:gd name="connsiteX68" fmla="*/ 3144515 w 13158797"/>
              <a:gd name="connsiteY68" fmla="*/ 8383818 h 9456078"/>
              <a:gd name="connsiteX69" fmla="*/ 3183129 w 13158797"/>
              <a:gd name="connsiteY69" fmla="*/ 8353726 h 9456078"/>
              <a:gd name="connsiteX70" fmla="*/ 3221473 w 13158797"/>
              <a:gd name="connsiteY70" fmla="*/ 8323253 h 9456078"/>
              <a:gd name="connsiteX71" fmla="*/ 3259544 w 13158797"/>
              <a:gd name="connsiteY71" fmla="*/ 8292401 h 9456078"/>
              <a:gd name="connsiteX72" fmla="*/ 3297339 w 13158797"/>
              <a:gd name="connsiteY72" fmla="*/ 8261172 h 9456078"/>
              <a:gd name="connsiteX73" fmla="*/ 3334854 w 13158797"/>
              <a:gd name="connsiteY73" fmla="*/ 8229566 h 9456078"/>
              <a:gd name="connsiteX74" fmla="*/ 3372087 w 13158797"/>
              <a:gd name="connsiteY74" fmla="*/ 8197585 h 9456078"/>
              <a:gd name="connsiteX75" fmla="*/ 3409035 w 13158797"/>
              <a:gd name="connsiteY75" fmla="*/ 8165232 h 9456078"/>
              <a:gd name="connsiteX76" fmla="*/ 3445695 w 13158797"/>
              <a:gd name="connsiteY76" fmla="*/ 8132507 h 9456078"/>
              <a:gd name="connsiteX77" fmla="*/ 3482064 w 13158797"/>
              <a:gd name="connsiteY77" fmla="*/ 8099411 h 9456078"/>
              <a:gd name="connsiteX78" fmla="*/ 3518139 w 13158797"/>
              <a:gd name="connsiteY78" fmla="*/ 8065947 h 9456078"/>
              <a:gd name="connsiteX79" fmla="*/ 3553916 w 13158797"/>
              <a:gd name="connsiteY79" fmla="*/ 8032115 h 9456078"/>
              <a:gd name="connsiteX80" fmla="*/ 3589393 w 13158797"/>
              <a:gd name="connsiteY80" fmla="*/ 7997918 h 9456078"/>
              <a:gd name="connsiteX81" fmla="*/ 3624567 w 13158797"/>
              <a:gd name="connsiteY81" fmla="*/ 7963356 h 9456078"/>
              <a:gd name="connsiteX82" fmla="*/ 3659435 w 13158797"/>
              <a:gd name="connsiteY82" fmla="*/ 7928432 h 9456078"/>
              <a:gd name="connsiteX83" fmla="*/ 3693994 w 13158797"/>
              <a:gd name="connsiteY83" fmla="*/ 7893146 h 9456078"/>
              <a:gd name="connsiteX84" fmla="*/ 3728240 w 13158797"/>
              <a:gd name="connsiteY84" fmla="*/ 7857501 h 9456078"/>
              <a:gd name="connsiteX85" fmla="*/ 3762171 w 13158797"/>
              <a:gd name="connsiteY85" fmla="*/ 7821497 h 9456078"/>
              <a:gd name="connsiteX86" fmla="*/ 3795783 w 13158797"/>
              <a:gd name="connsiteY86" fmla="*/ 7785136 h 9456078"/>
              <a:gd name="connsiteX87" fmla="*/ 3829075 w 13158797"/>
              <a:gd name="connsiteY87" fmla="*/ 7748420 h 9456078"/>
              <a:gd name="connsiteX88" fmla="*/ 3862042 w 13158797"/>
              <a:gd name="connsiteY88" fmla="*/ 7711350 h 9456078"/>
              <a:gd name="connsiteX89" fmla="*/ 3894682 w 13158797"/>
              <a:gd name="connsiteY89" fmla="*/ 7673928 h 9456078"/>
              <a:gd name="connsiteX90" fmla="*/ 3926991 w 13158797"/>
              <a:gd name="connsiteY90" fmla="*/ 7636155 h 9456078"/>
              <a:gd name="connsiteX91" fmla="*/ 3958967 w 13158797"/>
              <a:gd name="connsiteY91" fmla="*/ 7598032 h 9456078"/>
              <a:gd name="connsiteX92" fmla="*/ 3990607 w 13158797"/>
              <a:gd name="connsiteY92" fmla="*/ 7559561 h 9456078"/>
              <a:gd name="connsiteX93" fmla="*/ 4021907 w 13158797"/>
              <a:gd name="connsiteY93" fmla="*/ 7520744 h 9456078"/>
              <a:gd name="connsiteX94" fmla="*/ 4052865 w 13158797"/>
              <a:gd name="connsiteY94" fmla="*/ 7481582 h 9456078"/>
              <a:gd name="connsiteX95" fmla="*/ 4083478 w 13158797"/>
              <a:gd name="connsiteY95" fmla="*/ 7442077 h 9456078"/>
              <a:gd name="connsiteX96" fmla="*/ 8022311 w 13158797"/>
              <a:gd name="connsiteY96" fmla="*/ 2307814 h 9456078"/>
              <a:gd name="connsiteX97" fmla="*/ 8052902 w 13158797"/>
              <a:gd name="connsiteY97" fmla="*/ 2268285 h 9456078"/>
              <a:gd name="connsiteX98" fmla="*/ 8083796 w 13158797"/>
              <a:gd name="connsiteY98" fmla="*/ 2229056 h 9456078"/>
              <a:gd name="connsiteX99" fmla="*/ 8114989 w 13158797"/>
              <a:gd name="connsiteY99" fmla="*/ 2190127 h 9456078"/>
              <a:gd name="connsiteX100" fmla="*/ 8146479 w 13158797"/>
              <a:gd name="connsiteY100" fmla="*/ 2151500 h 9456078"/>
              <a:gd name="connsiteX101" fmla="*/ 8178264 w 13158797"/>
              <a:gd name="connsiteY101" fmla="*/ 2113176 h 9456078"/>
              <a:gd name="connsiteX102" fmla="*/ 8210341 w 13158797"/>
              <a:gd name="connsiteY102" fmla="*/ 2075157 h 9456078"/>
              <a:gd name="connsiteX103" fmla="*/ 8242709 w 13158797"/>
              <a:gd name="connsiteY103" fmla="*/ 2037442 h 9456078"/>
              <a:gd name="connsiteX104" fmla="*/ 8275365 w 13158797"/>
              <a:gd name="connsiteY104" fmla="*/ 2000034 h 9456078"/>
              <a:gd name="connsiteX105" fmla="*/ 8308307 w 13158797"/>
              <a:gd name="connsiteY105" fmla="*/ 1962934 h 9456078"/>
              <a:gd name="connsiteX106" fmla="*/ 8341532 w 13158797"/>
              <a:gd name="connsiteY106" fmla="*/ 1926142 h 9456078"/>
              <a:gd name="connsiteX107" fmla="*/ 8375038 w 13158797"/>
              <a:gd name="connsiteY107" fmla="*/ 1889660 h 9456078"/>
              <a:gd name="connsiteX108" fmla="*/ 8408823 w 13158797"/>
              <a:gd name="connsiteY108" fmla="*/ 1853489 h 9456078"/>
              <a:gd name="connsiteX109" fmla="*/ 8442885 w 13158797"/>
              <a:gd name="connsiteY109" fmla="*/ 1817630 h 9456078"/>
              <a:gd name="connsiteX110" fmla="*/ 8477221 w 13158797"/>
              <a:gd name="connsiteY110" fmla="*/ 1782084 h 9456078"/>
              <a:gd name="connsiteX111" fmla="*/ 8511829 w 13158797"/>
              <a:gd name="connsiteY111" fmla="*/ 1746853 h 9456078"/>
              <a:gd name="connsiteX112" fmla="*/ 8546706 w 13158797"/>
              <a:gd name="connsiteY112" fmla="*/ 1711937 h 9456078"/>
              <a:gd name="connsiteX113" fmla="*/ 8581851 w 13158797"/>
              <a:gd name="connsiteY113" fmla="*/ 1677337 h 9456078"/>
              <a:gd name="connsiteX114" fmla="*/ 8617261 w 13158797"/>
              <a:gd name="connsiteY114" fmla="*/ 1643056 h 9456078"/>
              <a:gd name="connsiteX115" fmla="*/ 8652934 w 13158797"/>
              <a:gd name="connsiteY115" fmla="*/ 1609093 h 9456078"/>
              <a:gd name="connsiteX116" fmla="*/ 8688867 w 13158797"/>
              <a:gd name="connsiteY116" fmla="*/ 1575450 h 9456078"/>
              <a:gd name="connsiteX117" fmla="*/ 8725058 w 13158797"/>
              <a:gd name="connsiteY117" fmla="*/ 1542128 h 9456078"/>
              <a:gd name="connsiteX118" fmla="*/ 8761506 w 13158797"/>
              <a:gd name="connsiteY118" fmla="*/ 1509129 h 9456078"/>
              <a:gd name="connsiteX119" fmla="*/ 8798207 w 13158797"/>
              <a:gd name="connsiteY119" fmla="*/ 1476452 h 9456078"/>
              <a:gd name="connsiteX120" fmla="*/ 8835159 w 13158797"/>
              <a:gd name="connsiteY120" fmla="*/ 1444101 h 9456078"/>
              <a:gd name="connsiteX121" fmla="*/ 8872360 w 13158797"/>
              <a:gd name="connsiteY121" fmla="*/ 1412075 h 9456078"/>
              <a:gd name="connsiteX122" fmla="*/ 8909808 w 13158797"/>
              <a:gd name="connsiteY122" fmla="*/ 1380375 h 9456078"/>
              <a:gd name="connsiteX123" fmla="*/ 8947501 w 13158797"/>
              <a:gd name="connsiteY123" fmla="*/ 1349004 h 9456078"/>
              <a:gd name="connsiteX124" fmla="*/ 8985435 w 13158797"/>
              <a:gd name="connsiteY124" fmla="*/ 1317962 h 9456078"/>
              <a:gd name="connsiteX125" fmla="*/ 9023610 w 13158797"/>
              <a:gd name="connsiteY125" fmla="*/ 1287250 h 9456078"/>
              <a:gd name="connsiteX126" fmla="*/ 9062022 w 13158797"/>
              <a:gd name="connsiteY126" fmla="*/ 1256869 h 9456078"/>
              <a:gd name="connsiteX127" fmla="*/ 9100669 w 13158797"/>
              <a:gd name="connsiteY127" fmla="*/ 1226820 h 9456078"/>
              <a:gd name="connsiteX128" fmla="*/ 9139549 w 13158797"/>
              <a:gd name="connsiteY128" fmla="*/ 1197105 h 9456078"/>
              <a:gd name="connsiteX129" fmla="*/ 9178660 w 13158797"/>
              <a:gd name="connsiteY129" fmla="*/ 1167725 h 9456078"/>
              <a:gd name="connsiteX130" fmla="*/ 9217999 w 13158797"/>
              <a:gd name="connsiteY130" fmla="*/ 1138681 h 9456078"/>
              <a:gd name="connsiteX131" fmla="*/ 9257564 w 13158797"/>
              <a:gd name="connsiteY131" fmla="*/ 1109974 h 9456078"/>
              <a:gd name="connsiteX132" fmla="*/ 9297353 w 13158797"/>
              <a:gd name="connsiteY132" fmla="*/ 1081604 h 9456078"/>
              <a:gd name="connsiteX133" fmla="*/ 9337364 w 13158797"/>
              <a:gd name="connsiteY133" fmla="*/ 1053574 h 9456078"/>
              <a:gd name="connsiteX134" fmla="*/ 9377594 w 13158797"/>
              <a:gd name="connsiteY134" fmla="*/ 1025884 h 9456078"/>
              <a:gd name="connsiteX135" fmla="*/ 9418040 w 13158797"/>
              <a:gd name="connsiteY135" fmla="*/ 998536 h 9456078"/>
              <a:gd name="connsiteX136" fmla="*/ 9458702 w 13158797"/>
              <a:gd name="connsiteY136" fmla="*/ 971530 h 9456078"/>
              <a:gd name="connsiteX137" fmla="*/ 9499575 w 13158797"/>
              <a:gd name="connsiteY137" fmla="*/ 944868 h 9456078"/>
              <a:gd name="connsiteX138" fmla="*/ 9540659 w 13158797"/>
              <a:gd name="connsiteY138" fmla="*/ 918551 h 9456078"/>
              <a:gd name="connsiteX139" fmla="*/ 9581950 w 13158797"/>
              <a:gd name="connsiteY139" fmla="*/ 892580 h 9456078"/>
              <a:gd name="connsiteX140" fmla="*/ 9623447 w 13158797"/>
              <a:gd name="connsiteY140" fmla="*/ 866956 h 9456078"/>
              <a:gd name="connsiteX141" fmla="*/ 9665147 w 13158797"/>
              <a:gd name="connsiteY141" fmla="*/ 841681 h 9456078"/>
              <a:gd name="connsiteX142" fmla="*/ 9707048 w 13158797"/>
              <a:gd name="connsiteY142" fmla="*/ 816754 h 9456078"/>
              <a:gd name="connsiteX143" fmla="*/ 9749147 w 13158797"/>
              <a:gd name="connsiteY143" fmla="*/ 792179 h 9456078"/>
              <a:gd name="connsiteX144" fmla="*/ 9791443 w 13158797"/>
              <a:gd name="connsiteY144" fmla="*/ 767955 h 9456078"/>
              <a:gd name="connsiteX145" fmla="*/ 9833932 w 13158797"/>
              <a:gd name="connsiteY145" fmla="*/ 744083 h 9456078"/>
              <a:gd name="connsiteX146" fmla="*/ 9876613 w 13158797"/>
              <a:gd name="connsiteY146" fmla="*/ 720566 h 9456078"/>
              <a:gd name="connsiteX147" fmla="*/ 9919484 w 13158797"/>
              <a:gd name="connsiteY147" fmla="*/ 697404 h 9456078"/>
              <a:gd name="connsiteX148" fmla="*/ 9962542 w 13158797"/>
              <a:gd name="connsiteY148" fmla="*/ 674598 h 9456078"/>
              <a:gd name="connsiteX149" fmla="*/ 10005784 w 13158797"/>
              <a:gd name="connsiteY149" fmla="*/ 652149 h 9456078"/>
              <a:gd name="connsiteX150" fmla="*/ 10049209 w 13158797"/>
              <a:gd name="connsiteY150" fmla="*/ 630059 h 9456078"/>
              <a:gd name="connsiteX151" fmla="*/ 10092814 w 13158797"/>
              <a:gd name="connsiteY151" fmla="*/ 608328 h 9456078"/>
              <a:gd name="connsiteX152" fmla="*/ 10136597 w 13158797"/>
              <a:gd name="connsiteY152" fmla="*/ 586958 h 9456078"/>
              <a:gd name="connsiteX153" fmla="*/ 10180556 w 13158797"/>
              <a:gd name="connsiteY153" fmla="*/ 565950 h 9456078"/>
              <a:gd name="connsiteX154" fmla="*/ 10224688 w 13158797"/>
              <a:gd name="connsiteY154" fmla="*/ 545304 h 9456078"/>
              <a:gd name="connsiteX155" fmla="*/ 10268991 w 13158797"/>
              <a:gd name="connsiteY155" fmla="*/ 525023 h 9456078"/>
              <a:gd name="connsiteX156" fmla="*/ 10313463 w 13158797"/>
              <a:gd name="connsiteY156" fmla="*/ 505107 h 9456078"/>
              <a:gd name="connsiteX157" fmla="*/ 10358101 w 13158797"/>
              <a:gd name="connsiteY157" fmla="*/ 485558 h 9456078"/>
              <a:gd name="connsiteX158" fmla="*/ 10402903 w 13158797"/>
              <a:gd name="connsiteY158" fmla="*/ 466376 h 9456078"/>
              <a:gd name="connsiteX159" fmla="*/ 10447868 w 13158797"/>
              <a:gd name="connsiteY159" fmla="*/ 447563 h 9456078"/>
              <a:gd name="connsiteX160" fmla="*/ 10492991 w 13158797"/>
              <a:gd name="connsiteY160" fmla="*/ 429119 h 9456078"/>
              <a:gd name="connsiteX161" fmla="*/ 10538272 w 13158797"/>
              <a:gd name="connsiteY161" fmla="*/ 411046 h 9456078"/>
              <a:gd name="connsiteX162" fmla="*/ 10583708 w 13158797"/>
              <a:gd name="connsiteY162" fmla="*/ 393346 h 9456078"/>
              <a:gd name="connsiteX163" fmla="*/ 10629297 w 13158797"/>
              <a:gd name="connsiteY163" fmla="*/ 376018 h 9456078"/>
              <a:gd name="connsiteX164" fmla="*/ 10675036 w 13158797"/>
              <a:gd name="connsiteY164" fmla="*/ 359065 h 9456078"/>
              <a:gd name="connsiteX165" fmla="*/ 10720923 w 13158797"/>
              <a:gd name="connsiteY165" fmla="*/ 342487 h 9456078"/>
              <a:gd name="connsiteX166" fmla="*/ 10766956 w 13158797"/>
              <a:gd name="connsiteY166" fmla="*/ 326286 h 9456078"/>
              <a:gd name="connsiteX167" fmla="*/ 10813132 w 13158797"/>
              <a:gd name="connsiteY167" fmla="*/ 310462 h 9456078"/>
              <a:gd name="connsiteX168" fmla="*/ 10859450 w 13158797"/>
              <a:gd name="connsiteY168" fmla="*/ 295018 h 9456078"/>
              <a:gd name="connsiteX169" fmla="*/ 10905907 w 13158797"/>
              <a:gd name="connsiteY169" fmla="*/ 279953 h 9456078"/>
              <a:gd name="connsiteX170" fmla="*/ 10952500 w 13158797"/>
              <a:gd name="connsiteY170" fmla="*/ 265269 h 9456078"/>
              <a:gd name="connsiteX171" fmla="*/ 10999227 w 13158797"/>
              <a:gd name="connsiteY171" fmla="*/ 250968 h 9456078"/>
              <a:gd name="connsiteX172" fmla="*/ 11046087 w 13158797"/>
              <a:gd name="connsiteY172" fmla="*/ 237049 h 9456078"/>
              <a:gd name="connsiteX173" fmla="*/ 11093076 w 13158797"/>
              <a:gd name="connsiteY173" fmla="*/ 223516 h 9456078"/>
              <a:gd name="connsiteX174" fmla="*/ 11140193 w 13158797"/>
              <a:gd name="connsiteY174" fmla="*/ 210368 h 9456078"/>
              <a:gd name="connsiteX175" fmla="*/ 11187434 w 13158797"/>
              <a:gd name="connsiteY175" fmla="*/ 197606 h 9456078"/>
              <a:gd name="connsiteX176" fmla="*/ 11234799 w 13158797"/>
              <a:gd name="connsiteY176" fmla="*/ 185233 h 9456078"/>
              <a:gd name="connsiteX177" fmla="*/ 11282284 w 13158797"/>
              <a:gd name="connsiteY177" fmla="*/ 173248 h 9456078"/>
              <a:gd name="connsiteX178" fmla="*/ 11329888 w 13158797"/>
              <a:gd name="connsiteY178" fmla="*/ 161654 h 9456078"/>
              <a:gd name="connsiteX179" fmla="*/ 11377607 w 13158797"/>
              <a:gd name="connsiteY179" fmla="*/ 150451 h 9456078"/>
              <a:gd name="connsiteX180" fmla="*/ 11425440 w 13158797"/>
              <a:gd name="connsiteY180" fmla="*/ 139640 h 9456078"/>
              <a:gd name="connsiteX181" fmla="*/ 11473385 w 13158797"/>
              <a:gd name="connsiteY181" fmla="*/ 129223 h 9456078"/>
              <a:gd name="connsiteX182" fmla="*/ 11521439 w 13158797"/>
              <a:gd name="connsiteY182" fmla="*/ 119201 h 9456078"/>
              <a:gd name="connsiteX183" fmla="*/ 11569599 w 13158797"/>
              <a:gd name="connsiteY183" fmla="*/ 109574 h 9456078"/>
              <a:gd name="connsiteX184" fmla="*/ 11617864 w 13158797"/>
              <a:gd name="connsiteY184" fmla="*/ 100344 h 9456078"/>
              <a:gd name="connsiteX185" fmla="*/ 11666231 w 13158797"/>
              <a:gd name="connsiteY185" fmla="*/ 91512 h 9456078"/>
              <a:gd name="connsiteX186" fmla="*/ 11714698 w 13158797"/>
              <a:gd name="connsiteY186" fmla="*/ 83080 h 9456078"/>
              <a:gd name="connsiteX187" fmla="*/ 11763263 w 13158797"/>
              <a:gd name="connsiteY187" fmla="*/ 75047 h 9456078"/>
              <a:gd name="connsiteX188" fmla="*/ 11811923 w 13158797"/>
              <a:gd name="connsiteY188" fmla="*/ 67417 h 9456078"/>
              <a:gd name="connsiteX189" fmla="*/ 11860676 w 13158797"/>
              <a:gd name="connsiteY189" fmla="*/ 60188 h 9456078"/>
              <a:gd name="connsiteX190" fmla="*/ 11909519 w 13158797"/>
              <a:gd name="connsiteY190" fmla="*/ 53364 h 9456078"/>
              <a:gd name="connsiteX191" fmla="*/ 11958451 w 13158797"/>
              <a:gd name="connsiteY191" fmla="*/ 46944 h 9456078"/>
              <a:gd name="connsiteX192" fmla="*/ 12007470 w 13158797"/>
              <a:gd name="connsiteY192" fmla="*/ 40931 h 9456078"/>
              <a:gd name="connsiteX193" fmla="*/ 12056572 w 13158797"/>
              <a:gd name="connsiteY193" fmla="*/ 35324 h 9456078"/>
              <a:gd name="connsiteX194" fmla="*/ 12105756 w 13158797"/>
              <a:gd name="connsiteY194" fmla="*/ 30126 h 9456078"/>
              <a:gd name="connsiteX195" fmla="*/ 12155019 w 13158797"/>
              <a:gd name="connsiteY195" fmla="*/ 25337 h 9456078"/>
              <a:gd name="connsiteX196" fmla="*/ 12204359 w 13158797"/>
              <a:gd name="connsiteY196" fmla="*/ 20958 h 9456078"/>
              <a:gd name="connsiteX197" fmla="*/ 12253773 w 13158797"/>
              <a:gd name="connsiteY197" fmla="*/ 16991 h 9456078"/>
              <a:gd name="connsiteX198" fmla="*/ 12303260 w 13158797"/>
              <a:gd name="connsiteY198" fmla="*/ 13437 h 9456078"/>
              <a:gd name="connsiteX199" fmla="*/ 12352818 w 13158797"/>
              <a:gd name="connsiteY199" fmla="*/ 10297 h 9456078"/>
              <a:gd name="connsiteX200" fmla="*/ 12402443 w 13158797"/>
              <a:gd name="connsiteY200" fmla="*/ 7572 h 9456078"/>
              <a:gd name="connsiteX201" fmla="*/ 12452133 w 13158797"/>
              <a:gd name="connsiteY201" fmla="*/ 5263 h 9456078"/>
              <a:gd name="connsiteX202" fmla="*/ 12501887 w 13158797"/>
              <a:gd name="connsiteY202" fmla="*/ 3371 h 9456078"/>
              <a:gd name="connsiteX203" fmla="*/ 12551701 w 13158797"/>
              <a:gd name="connsiteY203" fmla="*/ 1898 h 9456078"/>
              <a:gd name="connsiteX204" fmla="*/ 12601574 w 13158797"/>
              <a:gd name="connsiteY204" fmla="*/ 844 h 9456078"/>
              <a:gd name="connsiteX205" fmla="*/ 12651504 w 13158797"/>
              <a:gd name="connsiteY205" fmla="*/ 211 h 9456078"/>
              <a:gd name="connsiteX206" fmla="*/ 12701487 w 13158797"/>
              <a:gd name="connsiteY206" fmla="*/ 0 h 9456078"/>
              <a:gd name="connsiteX207" fmla="*/ 13158798 w 13158797"/>
              <a:gd name="connsiteY207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98870 w 13158799"/>
              <a:gd name="connsiteY5" fmla="*/ 9447409 h 9456078"/>
              <a:gd name="connsiteX6" fmla="*/ 348429 w 13158799"/>
              <a:gd name="connsiteY6" fmla="*/ 9444290 h 9456078"/>
              <a:gd name="connsiteX7" fmla="*/ 397907 w 13158799"/>
              <a:gd name="connsiteY7" fmla="*/ 9440698 h 9456078"/>
              <a:gd name="connsiteX8" fmla="*/ 447302 w 13158799"/>
              <a:gd name="connsiteY8" fmla="*/ 9436632 h 9456078"/>
              <a:gd name="connsiteX9" fmla="*/ 496610 w 13158799"/>
              <a:gd name="connsiteY9" fmla="*/ 9432096 h 9456078"/>
              <a:gd name="connsiteX10" fmla="*/ 545829 w 13158799"/>
              <a:gd name="connsiteY10" fmla="*/ 9427089 h 9456078"/>
              <a:gd name="connsiteX11" fmla="*/ 594956 w 13158799"/>
              <a:gd name="connsiteY11" fmla="*/ 9421615 h 9456078"/>
              <a:gd name="connsiteX12" fmla="*/ 643987 w 13158799"/>
              <a:gd name="connsiteY12" fmla="*/ 9415673 h 9456078"/>
              <a:gd name="connsiteX13" fmla="*/ 692920 w 13158799"/>
              <a:gd name="connsiteY13" fmla="*/ 9409267 h 9456078"/>
              <a:gd name="connsiteX14" fmla="*/ 741751 w 13158799"/>
              <a:gd name="connsiteY14" fmla="*/ 9402396 h 9456078"/>
              <a:gd name="connsiteX15" fmla="*/ 790478 w 13158799"/>
              <a:gd name="connsiteY15" fmla="*/ 9395063 h 9456078"/>
              <a:gd name="connsiteX16" fmla="*/ 839098 w 13158799"/>
              <a:gd name="connsiteY16" fmla="*/ 9387270 h 9456078"/>
              <a:gd name="connsiteX17" fmla="*/ 887607 w 13158799"/>
              <a:gd name="connsiteY17" fmla="*/ 9379017 h 9456078"/>
              <a:gd name="connsiteX18" fmla="*/ 936002 w 13158799"/>
              <a:gd name="connsiteY18" fmla="*/ 9370306 h 9456078"/>
              <a:gd name="connsiteX19" fmla="*/ 984281 w 13158799"/>
              <a:gd name="connsiteY19" fmla="*/ 9361139 h 9456078"/>
              <a:gd name="connsiteX20" fmla="*/ 1032440 w 13158799"/>
              <a:gd name="connsiteY20" fmla="*/ 9351517 h 9456078"/>
              <a:gd name="connsiteX21" fmla="*/ 1080477 w 13158799"/>
              <a:gd name="connsiteY21" fmla="*/ 9341441 h 9456078"/>
              <a:gd name="connsiteX22" fmla="*/ 1176172 w 13158799"/>
              <a:gd name="connsiteY22" fmla="*/ 9319936 h 9456078"/>
              <a:gd name="connsiteX23" fmla="*/ 1223823 w 13158799"/>
              <a:gd name="connsiteY23" fmla="*/ 9308509 h 9456078"/>
              <a:gd name="connsiteX24" fmla="*/ 1271339 w 13158799"/>
              <a:gd name="connsiteY24" fmla="*/ 9296635 h 9456078"/>
              <a:gd name="connsiteX25" fmla="*/ 1318719 w 13158799"/>
              <a:gd name="connsiteY25" fmla="*/ 9284315 h 9456078"/>
              <a:gd name="connsiteX26" fmla="*/ 1365957 w 13158799"/>
              <a:gd name="connsiteY26" fmla="*/ 9271550 h 9456078"/>
              <a:gd name="connsiteX27" fmla="*/ 1413052 w 13158799"/>
              <a:gd name="connsiteY27" fmla="*/ 9258342 h 9456078"/>
              <a:gd name="connsiteX28" fmla="*/ 1460000 w 13158799"/>
              <a:gd name="connsiteY28" fmla="*/ 9244693 h 9456078"/>
              <a:gd name="connsiteX29" fmla="*/ 1506799 w 13158799"/>
              <a:gd name="connsiteY29" fmla="*/ 9230604 h 9456078"/>
              <a:gd name="connsiteX30" fmla="*/ 1553445 w 13158799"/>
              <a:gd name="connsiteY30" fmla="*/ 9216076 h 9456078"/>
              <a:gd name="connsiteX31" fmla="*/ 1599935 w 13158799"/>
              <a:gd name="connsiteY31" fmla="*/ 9201111 h 9456078"/>
              <a:gd name="connsiteX32" fmla="*/ 1646267 w 13158799"/>
              <a:gd name="connsiteY32" fmla="*/ 9185710 h 9456078"/>
              <a:gd name="connsiteX33" fmla="*/ 1692437 w 13158799"/>
              <a:gd name="connsiteY33" fmla="*/ 9169876 h 9456078"/>
              <a:gd name="connsiteX34" fmla="*/ 1738442 w 13158799"/>
              <a:gd name="connsiteY34" fmla="*/ 9153608 h 9456078"/>
              <a:gd name="connsiteX35" fmla="*/ 1784280 w 13158799"/>
              <a:gd name="connsiteY35" fmla="*/ 9136910 h 9456078"/>
              <a:gd name="connsiteX36" fmla="*/ 1829947 w 13158799"/>
              <a:gd name="connsiteY36" fmla="*/ 9119782 h 9456078"/>
              <a:gd name="connsiteX37" fmla="*/ 1875440 w 13158799"/>
              <a:gd name="connsiteY37" fmla="*/ 9102226 h 9456078"/>
              <a:gd name="connsiteX38" fmla="*/ 1920756 w 13158799"/>
              <a:gd name="connsiteY38" fmla="*/ 9084243 h 9456078"/>
              <a:gd name="connsiteX39" fmla="*/ 1965893 w 13158799"/>
              <a:gd name="connsiteY39" fmla="*/ 9065835 h 9456078"/>
              <a:gd name="connsiteX40" fmla="*/ 2010847 w 13158799"/>
              <a:gd name="connsiteY40" fmla="*/ 9047004 h 9456078"/>
              <a:gd name="connsiteX41" fmla="*/ 2055615 w 13158799"/>
              <a:gd name="connsiteY41" fmla="*/ 9027750 h 9456078"/>
              <a:gd name="connsiteX42" fmla="*/ 2100195 w 13158799"/>
              <a:gd name="connsiteY42" fmla="*/ 9008075 h 9456078"/>
              <a:gd name="connsiteX43" fmla="*/ 2144582 w 13158799"/>
              <a:gd name="connsiteY43" fmla="*/ 8987981 h 9456078"/>
              <a:gd name="connsiteX44" fmla="*/ 2188775 w 13158799"/>
              <a:gd name="connsiteY44" fmla="*/ 8967470 h 9456078"/>
              <a:gd name="connsiteX45" fmla="*/ 2232770 w 13158799"/>
              <a:gd name="connsiteY45" fmla="*/ 8946542 h 9456078"/>
              <a:gd name="connsiteX46" fmla="*/ 2276564 w 13158799"/>
              <a:gd name="connsiteY46" fmla="*/ 8925199 h 9456078"/>
              <a:gd name="connsiteX47" fmla="*/ 2320154 w 13158799"/>
              <a:gd name="connsiteY47" fmla="*/ 8903443 h 9456078"/>
              <a:gd name="connsiteX48" fmla="*/ 2363538 w 13158799"/>
              <a:gd name="connsiteY48" fmla="*/ 8881275 h 9456078"/>
              <a:gd name="connsiteX49" fmla="*/ 2406711 w 13158799"/>
              <a:gd name="connsiteY49" fmla="*/ 8858697 h 9456078"/>
              <a:gd name="connsiteX50" fmla="*/ 2449672 w 13158799"/>
              <a:gd name="connsiteY50" fmla="*/ 8835710 h 9456078"/>
              <a:gd name="connsiteX51" fmla="*/ 2492417 w 13158799"/>
              <a:gd name="connsiteY51" fmla="*/ 8812316 h 9456078"/>
              <a:gd name="connsiteX52" fmla="*/ 2534943 w 13158799"/>
              <a:gd name="connsiteY52" fmla="*/ 8788516 h 9456078"/>
              <a:gd name="connsiteX53" fmla="*/ 2577247 w 13158799"/>
              <a:gd name="connsiteY53" fmla="*/ 8764311 h 9456078"/>
              <a:gd name="connsiteX54" fmla="*/ 2619326 w 13158799"/>
              <a:gd name="connsiteY54" fmla="*/ 8739704 h 9456078"/>
              <a:gd name="connsiteX55" fmla="*/ 2661177 w 13158799"/>
              <a:gd name="connsiteY55" fmla="*/ 8714695 h 9456078"/>
              <a:gd name="connsiteX56" fmla="*/ 2702797 w 13158799"/>
              <a:gd name="connsiteY56" fmla="*/ 8689286 h 9456078"/>
              <a:gd name="connsiteX57" fmla="*/ 2744183 w 13158799"/>
              <a:gd name="connsiteY57" fmla="*/ 8663479 h 9456078"/>
              <a:gd name="connsiteX58" fmla="*/ 2785333 w 13158799"/>
              <a:gd name="connsiteY58" fmla="*/ 8637274 h 9456078"/>
              <a:gd name="connsiteX59" fmla="*/ 2826242 w 13158799"/>
              <a:gd name="connsiteY59" fmla="*/ 8610675 h 9456078"/>
              <a:gd name="connsiteX60" fmla="*/ 2866908 w 13158799"/>
              <a:gd name="connsiteY60" fmla="*/ 8583681 h 9456078"/>
              <a:gd name="connsiteX61" fmla="*/ 2907329 w 13158799"/>
              <a:gd name="connsiteY61" fmla="*/ 8556295 h 9456078"/>
              <a:gd name="connsiteX62" fmla="*/ 2947500 w 13158799"/>
              <a:gd name="connsiteY62" fmla="*/ 8528517 h 9456078"/>
              <a:gd name="connsiteX63" fmla="*/ 2987419 w 13158799"/>
              <a:gd name="connsiteY63" fmla="*/ 8500351 h 9456078"/>
              <a:gd name="connsiteX64" fmla="*/ 3027083 w 13158799"/>
              <a:gd name="connsiteY64" fmla="*/ 8471796 h 9456078"/>
              <a:gd name="connsiteX65" fmla="*/ 3066489 w 13158799"/>
              <a:gd name="connsiteY65" fmla="*/ 8442854 h 9456078"/>
              <a:gd name="connsiteX66" fmla="*/ 3105634 w 13158799"/>
              <a:gd name="connsiteY66" fmla="*/ 8413528 h 9456078"/>
              <a:gd name="connsiteX67" fmla="*/ 3144515 w 13158799"/>
              <a:gd name="connsiteY67" fmla="*/ 8383818 h 9456078"/>
              <a:gd name="connsiteX68" fmla="*/ 3183129 w 13158799"/>
              <a:gd name="connsiteY68" fmla="*/ 8353726 h 9456078"/>
              <a:gd name="connsiteX69" fmla="*/ 3221473 w 13158799"/>
              <a:gd name="connsiteY69" fmla="*/ 8323253 h 9456078"/>
              <a:gd name="connsiteX70" fmla="*/ 3259544 w 13158799"/>
              <a:gd name="connsiteY70" fmla="*/ 8292401 h 9456078"/>
              <a:gd name="connsiteX71" fmla="*/ 3297339 w 13158799"/>
              <a:gd name="connsiteY71" fmla="*/ 8261172 h 9456078"/>
              <a:gd name="connsiteX72" fmla="*/ 3334854 w 13158799"/>
              <a:gd name="connsiteY72" fmla="*/ 8229566 h 9456078"/>
              <a:gd name="connsiteX73" fmla="*/ 3372087 w 13158799"/>
              <a:gd name="connsiteY73" fmla="*/ 8197585 h 9456078"/>
              <a:gd name="connsiteX74" fmla="*/ 3409035 w 13158799"/>
              <a:gd name="connsiteY74" fmla="*/ 8165232 h 9456078"/>
              <a:gd name="connsiteX75" fmla="*/ 3445695 w 13158799"/>
              <a:gd name="connsiteY75" fmla="*/ 8132507 h 9456078"/>
              <a:gd name="connsiteX76" fmla="*/ 3482064 w 13158799"/>
              <a:gd name="connsiteY76" fmla="*/ 8099411 h 9456078"/>
              <a:gd name="connsiteX77" fmla="*/ 3518139 w 13158799"/>
              <a:gd name="connsiteY77" fmla="*/ 8065947 h 9456078"/>
              <a:gd name="connsiteX78" fmla="*/ 3553916 w 13158799"/>
              <a:gd name="connsiteY78" fmla="*/ 8032115 h 9456078"/>
              <a:gd name="connsiteX79" fmla="*/ 3589393 w 13158799"/>
              <a:gd name="connsiteY79" fmla="*/ 7997918 h 9456078"/>
              <a:gd name="connsiteX80" fmla="*/ 3624567 w 13158799"/>
              <a:gd name="connsiteY80" fmla="*/ 7963356 h 9456078"/>
              <a:gd name="connsiteX81" fmla="*/ 3659435 w 13158799"/>
              <a:gd name="connsiteY81" fmla="*/ 7928432 h 9456078"/>
              <a:gd name="connsiteX82" fmla="*/ 3693994 w 13158799"/>
              <a:gd name="connsiteY82" fmla="*/ 7893146 h 9456078"/>
              <a:gd name="connsiteX83" fmla="*/ 3728240 w 13158799"/>
              <a:gd name="connsiteY83" fmla="*/ 7857501 h 9456078"/>
              <a:gd name="connsiteX84" fmla="*/ 3762171 w 13158799"/>
              <a:gd name="connsiteY84" fmla="*/ 7821497 h 9456078"/>
              <a:gd name="connsiteX85" fmla="*/ 3795783 w 13158799"/>
              <a:gd name="connsiteY85" fmla="*/ 7785136 h 9456078"/>
              <a:gd name="connsiteX86" fmla="*/ 3829075 w 13158799"/>
              <a:gd name="connsiteY86" fmla="*/ 7748420 h 9456078"/>
              <a:gd name="connsiteX87" fmla="*/ 3862042 w 13158799"/>
              <a:gd name="connsiteY87" fmla="*/ 7711350 h 9456078"/>
              <a:gd name="connsiteX88" fmla="*/ 3894682 w 13158799"/>
              <a:gd name="connsiteY88" fmla="*/ 7673928 h 9456078"/>
              <a:gd name="connsiteX89" fmla="*/ 3926991 w 13158799"/>
              <a:gd name="connsiteY89" fmla="*/ 7636155 h 9456078"/>
              <a:gd name="connsiteX90" fmla="*/ 3958967 w 13158799"/>
              <a:gd name="connsiteY90" fmla="*/ 7598032 h 9456078"/>
              <a:gd name="connsiteX91" fmla="*/ 3990607 w 13158799"/>
              <a:gd name="connsiteY91" fmla="*/ 7559561 h 9456078"/>
              <a:gd name="connsiteX92" fmla="*/ 4021907 w 13158799"/>
              <a:gd name="connsiteY92" fmla="*/ 7520744 h 9456078"/>
              <a:gd name="connsiteX93" fmla="*/ 4052865 w 13158799"/>
              <a:gd name="connsiteY93" fmla="*/ 7481582 h 9456078"/>
              <a:gd name="connsiteX94" fmla="*/ 4083478 w 13158799"/>
              <a:gd name="connsiteY94" fmla="*/ 7442077 h 9456078"/>
              <a:gd name="connsiteX95" fmla="*/ 8022311 w 13158799"/>
              <a:gd name="connsiteY95" fmla="*/ 2307814 h 9456078"/>
              <a:gd name="connsiteX96" fmla="*/ 8052902 w 13158799"/>
              <a:gd name="connsiteY96" fmla="*/ 2268285 h 9456078"/>
              <a:gd name="connsiteX97" fmla="*/ 8083796 w 13158799"/>
              <a:gd name="connsiteY97" fmla="*/ 2229056 h 9456078"/>
              <a:gd name="connsiteX98" fmla="*/ 8114989 w 13158799"/>
              <a:gd name="connsiteY98" fmla="*/ 2190127 h 9456078"/>
              <a:gd name="connsiteX99" fmla="*/ 8146479 w 13158799"/>
              <a:gd name="connsiteY99" fmla="*/ 2151500 h 9456078"/>
              <a:gd name="connsiteX100" fmla="*/ 8178264 w 13158799"/>
              <a:gd name="connsiteY100" fmla="*/ 2113176 h 9456078"/>
              <a:gd name="connsiteX101" fmla="*/ 8210341 w 13158799"/>
              <a:gd name="connsiteY101" fmla="*/ 2075157 h 9456078"/>
              <a:gd name="connsiteX102" fmla="*/ 8242709 w 13158799"/>
              <a:gd name="connsiteY102" fmla="*/ 2037442 h 9456078"/>
              <a:gd name="connsiteX103" fmla="*/ 8275365 w 13158799"/>
              <a:gd name="connsiteY103" fmla="*/ 2000034 h 9456078"/>
              <a:gd name="connsiteX104" fmla="*/ 8308307 w 13158799"/>
              <a:gd name="connsiteY104" fmla="*/ 1962934 h 9456078"/>
              <a:gd name="connsiteX105" fmla="*/ 8341532 w 13158799"/>
              <a:gd name="connsiteY105" fmla="*/ 1926142 h 9456078"/>
              <a:gd name="connsiteX106" fmla="*/ 8375038 w 13158799"/>
              <a:gd name="connsiteY106" fmla="*/ 1889660 h 9456078"/>
              <a:gd name="connsiteX107" fmla="*/ 8408823 w 13158799"/>
              <a:gd name="connsiteY107" fmla="*/ 1853489 h 9456078"/>
              <a:gd name="connsiteX108" fmla="*/ 8442885 w 13158799"/>
              <a:gd name="connsiteY108" fmla="*/ 1817630 h 9456078"/>
              <a:gd name="connsiteX109" fmla="*/ 8477221 w 13158799"/>
              <a:gd name="connsiteY109" fmla="*/ 1782084 h 9456078"/>
              <a:gd name="connsiteX110" fmla="*/ 8511829 w 13158799"/>
              <a:gd name="connsiteY110" fmla="*/ 1746853 h 9456078"/>
              <a:gd name="connsiteX111" fmla="*/ 8546706 w 13158799"/>
              <a:gd name="connsiteY111" fmla="*/ 1711937 h 9456078"/>
              <a:gd name="connsiteX112" fmla="*/ 8581851 w 13158799"/>
              <a:gd name="connsiteY112" fmla="*/ 1677337 h 9456078"/>
              <a:gd name="connsiteX113" fmla="*/ 8617261 w 13158799"/>
              <a:gd name="connsiteY113" fmla="*/ 1643056 h 9456078"/>
              <a:gd name="connsiteX114" fmla="*/ 8652934 w 13158799"/>
              <a:gd name="connsiteY114" fmla="*/ 1609093 h 9456078"/>
              <a:gd name="connsiteX115" fmla="*/ 8688867 w 13158799"/>
              <a:gd name="connsiteY115" fmla="*/ 1575450 h 9456078"/>
              <a:gd name="connsiteX116" fmla="*/ 8725058 w 13158799"/>
              <a:gd name="connsiteY116" fmla="*/ 1542128 h 9456078"/>
              <a:gd name="connsiteX117" fmla="*/ 8761506 w 13158799"/>
              <a:gd name="connsiteY117" fmla="*/ 1509129 h 9456078"/>
              <a:gd name="connsiteX118" fmla="*/ 8798207 w 13158799"/>
              <a:gd name="connsiteY118" fmla="*/ 1476452 h 9456078"/>
              <a:gd name="connsiteX119" fmla="*/ 8835159 w 13158799"/>
              <a:gd name="connsiteY119" fmla="*/ 1444101 h 9456078"/>
              <a:gd name="connsiteX120" fmla="*/ 8872360 w 13158799"/>
              <a:gd name="connsiteY120" fmla="*/ 1412075 h 9456078"/>
              <a:gd name="connsiteX121" fmla="*/ 8909808 w 13158799"/>
              <a:gd name="connsiteY121" fmla="*/ 1380375 h 9456078"/>
              <a:gd name="connsiteX122" fmla="*/ 8947501 w 13158799"/>
              <a:gd name="connsiteY122" fmla="*/ 1349004 h 9456078"/>
              <a:gd name="connsiteX123" fmla="*/ 8985435 w 13158799"/>
              <a:gd name="connsiteY123" fmla="*/ 1317962 h 9456078"/>
              <a:gd name="connsiteX124" fmla="*/ 9023610 w 13158799"/>
              <a:gd name="connsiteY124" fmla="*/ 1287250 h 9456078"/>
              <a:gd name="connsiteX125" fmla="*/ 9062022 w 13158799"/>
              <a:gd name="connsiteY125" fmla="*/ 1256869 h 9456078"/>
              <a:gd name="connsiteX126" fmla="*/ 9100669 w 13158799"/>
              <a:gd name="connsiteY126" fmla="*/ 1226820 h 9456078"/>
              <a:gd name="connsiteX127" fmla="*/ 9139549 w 13158799"/>
              <a:gd name="connsiteY127" fmla="*/ 1197105 h 9456078"/>
              <a:gd name="connsiteX128" fmla="*/ 9178660 w 13158799"/>
              <a:gd name="connsiteY128" fmla="*/ 1167725 h 9456078"/>
              <a:gd name="connsiteX129" fmla="*/ 9217999 w 13158799"/>
              <a:gd name="connsiteY129" fmla="*/ 1138681 h 9456078"/>
              <a:gd name="connsiteX130" fmla="*/ 9257564 w 13158799"/>
              <a:gd name="connsiteY130" fmla="*/ 1109974 h 9456078"/>
              <a:gd name="connsiteX131" fmla="*/ 9297353 w 13158799"/>
              <a:gd name="connsiteY131" fmla="*/ 1081604 h 9456078"/>
              <a:gd name="connsiteX132" fmla="*/ 9337364 w 13158799"/>
              <a:gd name="connsiteY132" fmla="*/ 1053574 h 9456078"/>
              <a:gd name="connsiteX133" fmla="*/ 9377594 w 13158799"/>
              <a:gd name="connsiteY133" fmla="*/ 1025884 h 9456078"/>
              <a:gd name="connsiteX134" fmla="*/ 9418040 w 13158799"/>
              <a:gd name="connsiteY134" fmla="*/ 998536 h 9456078"/>
              <a:gd name="connsiteX135" fmla="*/ 9458702 w 13158799"/>
              <a:gd name="connsiteY135" fmla="*/ 971530 h 9456078"/>
              <a:gd name="connsiteX136" fmla="*/ 9499575 w 13158799"/>
              <a:gd name="connsiteY136" fmla="*/ 944868 h 9456078"/>
              <a:gd name="connsiteX137" fmla="*/ 9540659 w 13158799"/>
              <a:gd name="connsiteY137" fmla="*/ 918551 h 9456078"/>
              <a:gd name="connsiteX138" fmla="*/ 9581950 w 13158799"/>
              <a:gd name="connsiteY138" fmla="*/ 892580 h 9456078"/>
              <a:gd name="connsiteX139" fmla="*/ 9623447 w 13158799"/>
              <a:gd name="connsiteY139" fmla="*/ 866956 h 9456078"/>
              <a:gd name="connsiteX140" fmla="*/ 9665147 w 13158799"/>
              <a:gd name="connsiteY140" fmla="*/ 841681 h 9456078"/>
              <a:gd name="connsiteX141" fmla="*/ 9707048 w 13158799"/>
              <a:gd name="connsiteY141" fmla="*/ 816754 h 9456078"/>
              <a:gd name="connsiteX142" fmla="*/ 9749147 w 13158799"/>
              <a:gd name="connsiteY142" fmla="*/ 792179 h 9456078"/>
              <a:gd name="connsiteX143" fmla="*/ 9791443 w 13158799"/>
              <a:gd name="connsiteY143" fmla="*/ 767955 h 9456078"/>
              <a:gd name="connsiteX144" fmla="*/ 9833932 w 13158799"/>
              <a:gd name="connsiteY144" fmla="*/ 744083 h 9456078"/>
              <a:gd name="connsiteX145" fmla="*/ 9876613 w 13158799"/>
              <a:gd name="connsiteY145" fmla="*/ 720566 h 9456078"/>
              <a:gd name="connsiteX146" fmla="*/ 9919484 w 13158799"/>
              <a:gd name="connsiteY146" fmla="*/ 697404 h 9456078"/>
              <a:gd name="connsiteX147" fmla="*/ 9962542 w 13158799"/>
              <a:gd name="connsiteY147" fmla="*/ 674598 h 9456078"/>
              <a:gd name="connsiteX148" fmla="*/ 10005784 w 13158799"/>
              <a:gd name="connsiteY148" fmla="*/ 652149 h 9456078"/>
              <a:gd name="connsiteX149" fmla="*/ 10049209 w 13158799"/>
              <a:gd name="connsiteY149" fmla="*/ 630059 h 9456078"/>
              <a:gd name="connsiteX150" fmla="*/ 10092814 w 13158799"/>
              <a:gd name="connsiteY150" fmla="*/ 608328 h 9456078"/>
              <a:gd name="connsiteX151" fmla="*/ 10136597 w 13158799"/>
              <a:gd name="connsiteY151" fmla="*/ 586958 h 9456078"/>
              <a:gd name="connsiteX152" fmla="*/ 10180556 w 13158799"/>
              <a:gd name="connsiteY152" fmla="*/ 565950 h 9456078"/>
              <a:gd name="connsiteX153" fmla="*/ 10224688 w 13158799"/>
              <a:gd name="connsiteY153" fmla="*/ 545304 h 9456078"/>
              <a:gd name="connsiteX154" fmla="*/ 10268991 w 13158799"/>
              <a:gd name="connsiteY154" fmla="*/ 525023 h 9456078"/>
              <a:gd name="connsiteX155" fmla="*/ 10313463 w 13158799"/>
              <a:gd name="connsiteY155" fmla="*/ 505107 h 9456078"/>
              <a:gd name="connsiteX156" fmla="*/ 10358101 w 13158799"/>
              <a:gd name="connsiteY156" fmla="*/ 485558 h 9456078"/>
              <a:gd name="connsiteX157" fmla="*/ 10402903 w 13158799"/>
              <a:gd name="connsiteY157" fmla="*/ 466376 h 9456078"/>
              <a:gd name="connsiteX158" fmla="*/ 10447868 w 13158799"/>
              <a:gd name="connsiteY158" fmla="*/ 447563 h 9456078"/>
              <a:gd name="connsiteX159" fmla="*/ 10492991 w 13158799"/>
              <a:gd name="connsiteY159" fmla="*/ 429119 h 9456078"/>
              <a:gd name="connsiteX160" fmla="*/ 10538272 w 13158799"/>
              <a:gd name="connsiteY160" fmla="*/ 411046 h 9456078"/>
              <a:gd name="connsiteX161" fmla="*/ 10583708 w 13158799"/>
              <a:gd name="connsiteY161" fmla="*/ 393346 h 9456078"/>
              <a:gd name="connsiteX162" fmla="*/ 10629297 w 13158799"/>
              <a:gd name="connsiteY162" fmla="*/ 376018 h 9456078"/>
              <a:gd name="connsiteX163" fmla="*/ 10675036 w 13158799"/>
              <a:gd name="connsiteY163" fmla="*/ 359065 h 9456078"/>
              <a:gd name="connsiteX164" fmla="*/ 10720923 w 13158799"/>
              <a:gd name="connsiteY164" fmla="*/ 342487 h 9456078"/>
              <a:gd name="connsiteX165" fmla="*/ 10766956 w 13158799"/>
              <a:gd name="connsiteY165" fmla="*/ 326286 h 9456078"/>
              <a:gd name="connsiteX166" fmla="*/ 10813132 w 13158799"/>
              <a:gd name="connsiteY166" fmla="*/ 310462 h 9456078"/>
              <a:gd name="connsiteX167" fmla="*/ 10859450 w 13158799"/>
              <a:gd name="connsiteY167" fmla="*/ 295018 h 9456078"/>
              <a:gd name="connsiteX168" fmla="*/ 10905907 w 13158799"/>
              <a:gd name="connsiteY168" fmla="*/ 279953 h 9456078"/>
              <a:gd name="connsiteX169" fmla="*/ 10952500 w 13158799"/>
              <a:gd name="connsiteY169" fmla="*/ 265269 h 9456078"/>
              <a:gd name="connsiteX170" fmla="*/ 10999227 w 13158799"/>
              <a:gd name="connsiteY170" fmla="*/ 250968 h 9456078"/>
              <a:gd name="connsiteX171" fmla="*/ 11046087 w 13158799"/>
              <a:gd name="connsiteY171" fmla="*/ 237049 h 9456078"/>
              <a:gd name="connsiteX172" fmla="*/ 11093076 w 13158799"/>
              <a:gd name="connsiteY172" fmla="*/ 223516 h 9456078"/>
              <a:gd name="connsiteX173" fmla="*/ 11140193 w 13158799"/>
              <a:gd name="connsiteY173" fmla="*/ 210368 h 9456078"/>
              <a:gd name="connsiteX174" fmla="*/ 11187434 w 13158799"/>
              <a:gd name="connsiteY174" fmla="*/ 197606 h 9456078"/>
              <a:gd name="connsiteX175" fmla="*/ 11234799 w 13158799"/>
              <a:gd name="connsiteY175" fmla="*/ 185233 h 9456078"/>
              <a:gd name="connsiteX176" fmla="*/ 11282284 w 13158799"/>
              <a:gd name="connsiteY176" fmla="*/ 173248 h 9456078"/>
              <a:gd name="connsiteX177" fmla="*/ 11329888 w 13158799"/>
              <a:gd name="connsiteY177" fmla="*/ 161654 h 9456078"/>
              <a:gd name="connsiteX178" fmla="*/ 11377607 w 13158799"/>
              <a:gd name="connsiteY178" fmla="*/ 150451 h 9456078"/>
              <a:gd name="connsiteX179" fmla="*/ 11425440 w 13158799"/>
              <a:gd name="connsiteY179" fmla="*/ 139640 h 9456078"/>
              <a:gd name="connsiteX180" fmla="*/ 11473385 w 13158799"/>
              <a:gd name="connsiteY180" fmla="*/ 129223 h 9456078"/>
              <a:gd name="connsiteX181" fmla="*/ 11521439 w 13158799"/>
              <a:gd name="connsiteY181" fmla="*/ 119201 h 9456078"/>
              <a:gd name="connsiteX182" fmla="*/ 11569599 w 13158799"/>
              <a:gd name="connsiteY182" fmla="*/ 109574 h 9456078"/>
              <a:gd name="connsiteX183" fmla="*/ 11617864 w 13158799"/>
              <a:gd name="connsiteY183" fmla="*/ 100344 h 9456078"/>
              <a:gd name="connsiteX184" fmla="*/ 11666231 w 13158799"/>
              <a:gd name="connsiteY184" fmla="*/ 91512 h 9456078"/>
              <a:gd name="connsiteX185" fmla="*/ 11714698 w 13158799"/>
              <a:gd name="connsiteY185" fmla="*/ 83080 h 9456078"/>
              <a:gd name="connsiteX186" fmla="*/ 11763263 w 13158799"/>
              <a:gd name="connsiteY186" fmla="*/ 75047 h 9456078"/>
              <a:gd name="connsiteX187" fmla="*/ 11811923 w 13158799"/>
              <a:gd name="connsiteY187" fmla="*/ 67417 h 9456078"/>
              <a:gd name="connsiteX188" fmla="*/ 11860676 w 13158799"/>
              <a:gd name="connsiteY188" fmla="*/ 60188 h 9456078"/>
              <a:gd name="connsiteX189" fmla="*/ 11909519 w 13158799"/>
              <a:gd name="connsiteY189" fmla="*/ 53364 h 9456078"/>
              <a:gd name="connsiteX190" fmla="*/ 11958451 w 13158799"/>
              <a:gd name="connsiteY190" fmla="*/ 46944 h 9456078"/>
              <a:gd name="connsiteX191" fmla="*/ 12007470 w 13158799"/>
              <a:gd name="connsiteY191" fmla="*/ 40931 h 9456078"/>
              <a:gd name="connsiteX192" fmla="*/ 12056572 w 13158799"/>
              <a:gd name="connsiteY192" fmla="*/ 35324 h 9456078"/>
              <a:gd name="connsiteX193" fmla="*/ 12105756 w 13158799"/>
              <a:gd name="connsiteY193" fmla="*/ 30126 h 9456078"/>
              <a:gd name="connsiteX194" fmla="*/ 12155019 w 13158799"/>
              <a:gd name="connsiteY194" fmla="*/ 25337 h 9456078"/>
              <a:gd name="connsiteX195" fmla="*/ 12204359 w 13158799"/>
              <a:gd name="connsiteY195" fmla="*/ 20958 h 9456078"/>
              <a:gd name="connsiteX196" fmla="*/ 12253773 w 13158799"/>
              <a:gd name="connsiteY196" fmla="*/ 16991 h 9456078"/>
              <a:gd name="connsiteX197" fmla="*/ 12303260 w 13158799"/>
              <a:gd name="connsiteY197" fmla="*/ 13437 h 9456078"/>
              <a:gd name="connsiteX198" fmla="*/ 12352818 w 13158799"/>
              <a:gd name="connsiteY198" fmla="*/ 10297 h 9456078"/>
              <a:gd name="connsiteX199" fmla="*/ 12402443 w 13158799"/>
              <a:gd name="connsiteY199" fmla="*/ 7572 h 9456078"/>
              <a:gd name="connsiteX200" fmla="*/ 12452133 w 13158799"/>
              <a:gd name="connsiteY200" fmla="*/ 5263 h 9456078"/>
              <a:gd name="connsiteX201" fmla="*/ 12501887 w 13158799"/>
              <a:gd name="connsiteY201" fmla="*/ 3371 h 9456078"/>
              <a:gd name="connsiteX202" fmla="*/ 12551701 w 13158799"/>
              <a:gd name="connsiteY202" fmla="*/ 1898 h 9456078"/>
              <a:gd name="connsiteX203" fmla="*/ 12601574 w 13158799"/>
              <a:gd name="connsiteY203" fmla="*/ 844 h 9456078"/>
              <a:gd name="connsiteX204" fmla="*/ 12651504 w 13158799"/>
              <a:gd name="connsiteY204" fmla="*/ 211 h 9456078"/>
              <a:gd name="connsiteX205" fmla="*/ 12701487 w 13158799"/>
              <a:gd name="connsiteY205" fmla="*/ 0 h 9456078"/>
              <a:gd name="connsiteX206" fmla="*/ 13158798 w 13158799"/>
              <a:gd name="connsiteY206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76172 w 13158797"/>
              <a:gd name="connsiteY22" fmla="*/ 9319936 h 9456078"/>
              <a:gd name="connsiteX23" fmla="*/ 1223823 w 13158797"/>
              <a:gd name="connsiteY23" fmla="*/ 9308509 h 9456078"/>
              <a:gd name="connsiteX24" fmla="*/ 1271339 w 13158797"/>
              <a:gd name="connsiteY24" fmla="*/ 9296635 h 9456078"/>
              <a:gd name="connsiteX25" fmla="*/ 1318719 w 13158797"/>
              <a:gd name="connsiteY25" fmla="*/ 9284315 h 9456078"/>
              <a:gd name="connsiteX26" fmla="*/ 1365957 w 13158797"/>
              <a:gd name="connsiteY26" fmla="*/ 9271550 h 9456078"/>
              <a:gd name="connsiteX27" fmla="*/ 1413052 w 13158797"/>
              <a:gd name="connsiteY27" fmla="*/ 9258342 h 9456078"/>
              <a:gd name="connsiteX28" fmla="*/ 1460000 w 13158797"/>
              <a:gd name="connsiteY28" fmla="*/ 9244693 h 9456078"/>
              <a:gd name="connsiteX29" fmla="*/ 1506799 w 13158797"/>
              <a:gd name="connsiteY29" fmla="*/ 9230604 h 9456078"/>
              <a:gd name="connsiteX30" fmla="*/ 1553445 w 13158797"/>
              <a:gd name="connsiteY30" fmla="*/ 9216076 h 9456078"/>
              <a:gd name="connsiteX31" fmla="*/ 1599935 w 13158797"/>
              <a:gd name="connsiteY31" fmla="*/ 9201111 h 9456078"/>
              <a:gd name="connsiteX32" fmla="*/ 1646267 w 13158797"/>
              <a:gd name="connsiteY32" fmla="*/ 9185710 h 9456078"/>
              <a:gd name="connsiteX33" fmla="*/ 1692437 w 13158797"/>
              <a:gd name="connsiteY33" fmla="*/ 9169876 h 9456078"/>
              <a:gd name="connsiteX34" fmla="*/ 1738442 w 13158797"/>
              <a:gd name="connsiteY34" fmla="*/ 9153608 h 9456078"/>
              <a:gd name="connsiteX35" fmla="*/ 1784280 w 13158797"/>
              <a:gd name="connsiteY35" fmla="*/ 9136910 h 9456078"/>
              <a:gd name="connsiteX36" fmla="*/ 1829947 w 13158797"/>
              <a:gd name="connsiteY36" fmla="*/ 9119782 h 9456078"/>
              <a:gd name="connsiteX37" fmla="*/ 1875440 w 13158797"/>
              <a:gd name="connsiteY37" fmla="*/ 9102226 h 9456078"/>
              <a:gd name="connsiteX38" fmla="*/ 1920756 w 13158797"/>
              <a:gd name="connsiteY38" fmla="*/ 9084243 h 9456078"/>
              <a:gd name="connsiteX39" fmla="*/ 1965893 w 13158797"/>
              <a:gd name="connsiteY39" fmla="*/ 9065835 h 9456078"/>
              <a:gd name="connsiteX40" fmla="*/ 2055615 w 13158797"/>
              <a:gd name="connsiteY40" fmla="*/ 9027750 h 9456078"/>
              <a:gd name="connsiteX41" fmla="*/ 2100195 w 13158797"/>
              <a:gd name="connsiteY41" fmla="*/ 9008075 h 9456078"/>
              <a:gd name="connsiteX42" fmla="*/ 2144582 w 13158797"/>
              <a:gd name="connsiteY42" fmla="*/ 8987981 h 9456078"/>
              <a:gd name="connsiteX43" fmla="*/ 2188775 w 13158797"/>
              <a:gd name="connsiteY43" fmla="*/ 8967470 h 9456078"/>
              <a:gd name="connsiteX44" fmla="*/ 2232770 w 13158797"/>
              <a:gd name="connsiteY44" fmla="*/ 8946542 h 9456078"/>
              <a:gd name="connsiteX45" fmla="*/ 2276564 w 13158797"/>
              <a:gd name="connsiteY45" fmla="*/ 8925199 h 9456078"/>
              <a:gd name="connsiteX46" fmla="*/ 2320154 w 13158797"/>
              <a:gd name="connsiteY46" fmla="*/ 8903443 h 9456078"/>
              <a:gd name="connsiteX47" fmla="*/ 2363538 w 13158797"/>
              <a:gd name="connsiteY47" fmla="*/ 8881275 h 9456078"/>
              <a:gd name="connsiteX48" fmla="*/ 2406711 w 13158797"/>
              <a:gd name="connsiteY48" fmla="*/ 8858697 h 9456078"/>
              <a:gd name="connsiteX49" fmla="*/ 2449672 w 13158797"/>
              <a:gd name="connsiteY49" fmla="*/ 8835710 h 9456078"/>
              <a:gd name="connsiteX50" fmla="*/ 2492417 w 13158797"/>
              <a:gd name="connsiteY50" fmla="*/ 8812316 h 9456078"/>
              <a:gd name="connsiteX51" fmla="*/ 2534943 w 13158797"/>
              <a:gd name="connsiteY51" fmla="*/ 8788516 h 9456078"/>
              <a:gd name="connsiteX52" fmla="*/ 2577247 w 13158797"/>
              <a:gd name="connsiteY52" fmla="*/ 8764311 h 9456078"/>
              <a:gd name="connsiteX53" fmla="*/ 2619326 w 13158797"/>
              <a:gd name="connsiteY53" fmla="*/ 8739704 h 9456078"/>
              <a:gd name="connsiteX54" fmla="*/ 2661177 w 13158797"/>
              <a:gd name="connsiteY54" fmla="*/ 8714695 h 9456078"/>
              <a:gd name="connsiteX55" fmla="*/ 2702797 w 13158797"/>
              <a:gd name="connsiteY55" fmla="*/ 8689286 h 9456078"/>
              <a:gd name="connsiteX56" fmla="*/ 2744183 w 13158797"/>
              <a:gd name="connsiteY56" fmla="*/ 8663479 h 9456078"/>
              <a:gd name="connsiteX57" fmla="*/ 2785333 w 13158797"/>
              <a:gd name="connsiteY57" fmla="*/ 8637274 h 9456078"/>
              <a:gd name="connsiteX58" fmla="*/ 2826242 w 13158797"/>
              <a:gd name="connsiteY58" fmla="*/ 8610675 h 9456078"/>
              <a:gd name="connsiteX59" fmla="*/ 2866908 w 13158797"/>
              <a:gd name="connsiteY59" fmla="*/ 8583681 h 9456078"/>
              <a:gd name="connsiteX60" fmla="*/ 2907329 w 13158797"/>
              <a:gd name="connsiteY60" fmla="*/ 8556295 h 9456078"/>
              <a:gd name="connsiteX61" fmla="*/ 2947500 w 13158797"/>
              <a:gd name="connsiteY61" fmla="*/ 8528517 h 9456078"/>
              <a:gd name="connsiteX62" fmla="*/ 2987419 w 13158797"/>
              <a:gd name="connsiteY62" fmla="*/ 8500351 h 9456078"/>
              <a:gd name="connsiteX63" fmla="*/ 3027083 w 13158797"/>
              <a:gd name="connsiteY63" fmla="*/ 8471796 h 9456078"/>
              <a:gd name="connsiteX64" fmla="*/ 3066489 w 13158797"/>
              <a:gd name="connsiteY64" fmla="*/ 8442854 h 9456078"/>
              <a:gd name="connsiteX65" fmla="*/ 3105634 w 13158797"/>
              <a:gd name="connsiteY65" fmla="*/ 8413528 h 9456078"/>
              <a:gd name="connsiteX66" fmla="*/ 3144515 w 13158797"/>
              <a:gd name="connsiteY66" fmla="*/ 8383818 h 9456078"/>
              <a:gd name="connsiteX67" fmla="*/ 3183129 w 13158797"/>
              <a:gd name="connsiteY67" fmla="*/ 8353726 h 9456078"/>
              <a:gd name="connsiteX68" fmla="*/ 3221473 w 13158797"/>
              <a:gd name="connsiteY68" fmla="*/ 8323253 h 9456078"/>
              <a:gd name="connsiteX69" fmla="*/ 3259544 w 13158797"/>
              <a:gd name="connsiteY69" fmla="*/ 8292401 h 9456078"/>
              <a:gd name="connsiteX70" fmla="*/ 3297339 w 13158797"/>
              <a:gd name="connsiteY70" fmla="*/ 8261172 h 9456078"/>
              <a:gd name="connsiteX71" fmla="*/ 3334854 w 13158797"/>
              <a:gd name="connsiteY71" fmla="*/ 8229566 h 9456078"/>
              <a:gd name="connsiteX72" fmla="*/ 3372087 w 13158797"/>
              <a:gd name="connsiteY72" fmla="*/ 8197585 h 9456078"/>
              <a:gd name="connsiteX73" fmla="*/ 3409035 w 13158797"/>
              <a:gd name="connsiteY73" fmla="*/ 8165232 h 9456078"/>
              <a:gd name="connsiteX74" fmla="*/ 3445695 w 13158797"/>
              <a:gd name="connsiteY74" fmla="*/ 8132507 h 9456078"/>
              <a:gd name="connsiteX75" fmla="*/ 3482064 w 13158797"/>
              <a:gd name="connsiteY75" fmla="*/ 8099411 h 9456078"/>
              <a:gd name="connsiteX76" fmla="*/ 3518139 w 13158797"/>
              <a:gd name="connsiteY76" fmla="*/ 8065947 h 9456078"/>
              <a:gd name="connsiteX77" fmla="*/ 3553916 w 13158797"/>
              <a:gd name="connsiteY77" fmla="*/ 8032115 h 9456078"/>
              <a:gd name="connsiteX78" fmla="*/ 3589393 w 13158797"/>
              <a:gd name="connsiteY78" fmla="*/ 7997918 h 9456078"/>
              <a:gd name="connsiteX79" fmla="*/ 3624567 w 13158797"/>
              <a:gd name="connsiteY79" fmla="*/ 7963356 h 9456078"/>
              <a:gd name="connsiteX80" fmla="*/ 3659435 w 13158797"/>
              <a:gd name="connsiteY80" fmla="*/ 7928432 h 9456078"/>
              <a:gd name="connsiteX81" fmla="*/ 3693994 w 13158797"/>
              <a:gd name="connsiteY81" fmla="*/ 7893146 h 9456078"/>
              <a:gd name="connsiteX82" fmla="*/ 3728240 w 13158797"/>
              <a:gd name="connsiteY82" fmla="*/ 7857501 h 9456078"/>
              <a:gd name="connsiteX83" fmla="*/ 3762171 w 13158797"/>
              <a:gd name="connsiteY83" fmla="*/ 7821497 h 9456078"/>
              <a:gd name="connsiteX84" fmla="*/ 3795783 w 13158797"/>
              <a:gd name="connsiteY84" fmla="*/ 7785136 h 9456078"/>
              <a:gd name="connsiteX85" fmla="*/ 3829075 w 13158797"/>
              <a:gd name="connsiteY85" fmla="*/ 7748420 h 9456078"/>
              <a:gd name="connsiteX86" fmla="*/ 3862042 w 13158797"/>
              <a:gd name="connsiteY86" fmla="*/ 7711350 h 9456078"/>
              <a:gd name="connsiteX87" fmla="*/ 3894682 w 13158797"/>
              <a:gd name="connsiteY87" fmla="*/ 7673928 h 9456078"/>
              <a:gd name="connsiteX88" fmla="*/ 3926991 w 13158797"/>
              <a:gd name="connsiteY88" fmla="*/ 7636155 h 9456078"/>
              <a:gd name="connsiteX89" fmla="*/ 3958967 w 13158797"/>
              <a:gd name="connsiteY89" fmla="*/ 7598032 h 9456078"/>
              <a:gd name="connsiteX90" fmla="*/ 3990607 w 13158797"/>
              <a:gd name="connsiteY90" fmla="*/ 7559561 h 9456078"/>
              <a:gd name="connsiteX91" fmla="*/ 4021907 w 13158797"/>
              <a:gd name="connsiteY91" fmla="*/ 7520744 h 9456078"/>
              <a:gd name="connsiteX92" fmla="*/ 4052865 w 13158797"/>
              <a:gd name="connsiteY92" fmla="*/ 7481582 h 9456078"/>
              <a:gd name="connsiteX93" fmla="*/ 4083478 w 13158797"/>
              <a:gd name="connsiteY93" fmla="*/ 7442077 h 9456078"/>
              <a:gd name="connsiteX94" fmla="*/ 8022311 w 13158797"/>
              <a:gd name="connsiteY94" fmla="*/ 2307814 h 9456078"/>
              <a:gd name="connsiteX95" fmla="*/ 8052902 w 13158797"/>
              <a:gd name="connsiteY95" fmla="*/ 2268285 h 9456078"/>
              <a:gd name="connsiteX96" fmla="*/ 8083796 w 13158797"/>
              <a:gd name="connsiteY96" fmla="*/ 2229056 h 9456078"/>
              <a:gd name="connsiteX97" fmla="*/ 8114989 w 13158797"/>
              <a:gd name="connsiteY97" fmla="*/ 2190127 h 9456078"/>
              <a:gd name="connsiteX98" fmla="*/ 8146479 w 13158797"/>
              <a:gd name="connsiteY98" fmla="*/ 2151500 h 9456078"/>
              <a:gd name="connsiteX99" fmla="*/ 8178264 w 13158797"/>
              <a:gd name="connsiteY99" fmla="*/ 2113176 h 9456078"/>
              <a:gd name="connsiteX100" fmla="*/ 8210341 w 13158797"/>
              <a:gd name="connsiteY100" fmla="*/ 2075157 h 9456078"/>
              <a:gd name="connsiteX101" fmla="*/ 8242709 w 13158797"/>
              <a:gd name="connsiteY101" fmla="*/ 2037442 h 9456078"/>
              <a:gd name="connsiteX102" fmla="*/ 8275365 w 13158797"/>
              <a:gd name="connsiteY102" fmla="*/ 2000034 h 9456078"/>
              <a:gd name="connsiteX103" fmla="*/ 8308307 w 13158797"/>
              <a:gd name="connsiteY103" fmla="*/ 1962934 h 9456078"/>
              <a:gd name="connsiteX104" fmla="*/ 8341532 w 13158797"/>
              <a:gd name="connsiteY104" fmla="*/ 1926142 h 9456078"/>
              <a:gd name="connsiteX105" fmla="*/ 8375038 w 13158797"/>
              <a:gd name="connsiteY105" fmla="*/ 1889660 h 9456078"/>
              <a:gd name="connsiteX106" fmla="*/ 8408823 w 13158797"/>
              <a:gd name="connsiteY106" fmla="*/ 1853489 h 9456078"/>
              <a:gd name="connsiteX107" fmla="*/ 8442885 w 13158797"/>
              <a:gd name="connsiteY107" fmla="*/ 1817630 h 9456078"/>
              <a:gd name="connsiteX108" fmla="*/ 8477221 w 13158797"/>
              <a:gd name="connsiteY108" fmla="*/ 1782084 h 9456078"/>
              <a:gd name="connsiteX109" fmla="*/ 8511829 w 13158797"/>
              <a:gd name="connsiteY109" fmla="*/ 1746853 h 9456078"/>
              <a:gd name="connsiteX110" fmla="*/ 8546706 w 13158797"/>
              <a:gd name="connsiteY110" fmla="*/ 1711937 h 9456078"/>
              <a:gd name="connsiteX111" fmla="*/ 8581851 w 13158797"/>
              <a:gd name="connsiteY111" fmla="*/ 1677337 h 9456078"/>
              <a:gd name="connsiteX112" fmla="*/ 8617261 w 13158797"/>
              <a:gd name="connsiteY112" fmla="*/ 1643056 h 9456078"/>
              <a:gd name="connsiteX113" fmla="*/ 8652934 w 13158797"/>
              <a:gd name="connsiteY113" fmla="*/ 1609093 h 9456078"/>
              <a:gd name="connsiteX114" fmla="*/ 8688867 w 13158797"/>
              <a:gd name="connsiteY114" fmla="*/ 1575450 h 9456078"/>
              <a:gd name="connsiteX115" fmla="*/ 8725058 w 13158797"/>
              <a:gd name="connsiteY115" fmla="*/ 1542128 h 9456078"/>
              <a:gd name="connsiteX116" fmla="*/ 8761506 w 13158797"/>
              <a:gd name="connsiteY116" fmla="*/ 1509129 h 9456078"/>
              <a:gd name="connsiteX117" fmla="*/ 8798207 w 13158797"/>
              <a:gd name="connsiteY117" fmla="*/ 1476452 h 9456078"/>
              <a:gd name="connsiteX118" fmla="*/ 8835159 w 13158797"/>
              <a:gd name="connsiteY118" fmla="*/ 1444101 h 9456078"/>
              <a:gd name="connsiteX119" fmla="*/ 8872360 w 13158797"/>
              <a:gd name="connsiteY119" fmla="*/ 1412075 h 9456078"/>
              <a:gd name="connsiteX120" fmla="*/ 8909808 w 13158797"/>
              <a:gd name="connsiteY120" fmla="*/ 1380375 h 9456078"/>
              <a:gd name="connsiteX121" fmla="*/ 8947501 w 13158797"/>
              <a:gd name="connsiteY121" fmla="*/ 1349004 h 9456078"/>
              <a:gd name="connsiteX122" fmla="*/ 8985435 w 13158797"/>
              <a:gd name="connsiteY122" fmla="*/ 1317962 h 9456078"/>
              <a:gd name="connsiteX123" fmla="*/ 9023610 w 13158797"/>
              <a:gd name="connsiteY123" fmla="*/ 1287250 h 9456078"/>
              <a:gd name="connsiteX124" fmla="*/ 9062022 w 13158797"/>
              <a:gd name="connsiteY124" fmla="*/ 1256869 h 9456078"/>
              <a:gd name="connsiteX125" fmla="*/ 9100669 w 13158797"/>
              <a:gd name="connsiteY125" fmla="*/ 1226820 h 9456078"/>
              <a:gd name="connsiteX126" fmla="*/ 9139549 w 13158797"/>
              <a:gd name="connsiteY126" fmla="*/ 1197105 h 9456078"/>
              <a:gd name="connsiteX127" fmla="*/ 9178660 w 13158797"/>
              <a:gd name="connsiteY127" fmla="*/ 1167725 h 9456078"/>
              <a:gd name="connsiteX128" fmla="*/ 9217999 w 13158797"/>
              <a:gd name="connsiteY128" fmla="*/ 1138681 h 9456078"/>
              <a:gd name="connsiteX129" fmla="*/ 9257564 w 13158797"/>
              <a:gd name="connsiteY129" fmla="*/ 1109974 h 9456078"/>
              <a:gd name="connsiteX130" fmla="*/ 9297353 w 13158797"/>
              <a:gd name="connsiteY130" fmla="*/ 1081604 h 9456078"/>
              <a:gd name="connsiteX131" fmla="*/ 9337364 w 13158797"/>
              <a:gd name="connsiteY131" fmla="*/ 1053574 h 9456078"/>
              <a:gd name="connsiteX132" fmla="*/ 9377594 w 13158797"/>
              <a:gd name="connsiteY132" fmla="*/ 1025884 h 9456078"/>
              <a:gd name="connsiteX133" fmla="*/ 9418040 w 13158797"/>
              <a:gd name="connsiteY133" fmla="*/ 998536 h 9456078"/>
              <a:gd name="connsiteX134" fmla="*/ 9458702 w 13158797"/>
              <a:gd name="connsiteY134" fmla="*/ 971530 h 9456078"/>
              <a:gd name="connsiteX135" fmla="*/ 9499575 w 13158797"/>
              <a:gd name="connsiteY135" fmla="*/ 944868 h 9456078"/>
              <a:gd name="connsiteX136" fmla="*/ 9540659 w 13158797"/>
              <a:gd name="connsiteY136" fmla="*/ 918551 h 9456078"/>
              <a:gd name="connsiteX137" fmla="*/ 9581950 w 13158797"/>
              <a:gd name="connsiteY137" fmla="*/ 892580 h 9456078"/>
              <a:gd name="connsiteX138" fmla="*/ 9623447 w 13158797"/>
              <a:gd name="connsiteY138" fmla="*/ 866956 h 9456078"/>
              <a:gd name="connsiteX139" fmla="*/ 9665147 w 13158797"/>
              <a:gd name="connsiteY139" fmla="*/ 841681 h 9456078"/>
              <a:gd name="connsiteX140" fmla="*/ 9707048 w 13158797"/>
              <a:gd name="connsiteY140" fmla="*/ 816754 h 9456078"/>
              <a:gd name="connsiteX141" fmla="*/ 9749147 w 13158797"/>
              <a:gd name="connsiteY141" fmla="*/ 792179 h 9456078"/>
              <a:gd name="connsiteX142" fmla="*/ 9791443 w 13158797"/>
              <a:gd name="connsiteY142" fmla="*/ 767955 h 9456078"/>
              <a:gd name="connsiteX143" fmla="*/ 9833932 w 13158797"/>
              <a:gd name="connsiteY143" fmla="*/ 744083 h 9456078"/>
              <a:gd name="connsiteX144" fmla="*/ 9876613 w 13158797"/>
              <a:gd name="connsiteY144" fmla="*/ 720566 h 9456078"/>
              <a:gd name="connsiteX145" fmla="*/ 9919484 w 13158797"/>
              <a:gd name="connsiteY145" fmla="*/ 697404 h 9456078"/>
              <a:gd name="connsiteX146" fmla="*/ 9962542 w 13158797"/>
              <a:gd name="connsiteY146" fmla="*/ 674598 h 9456078"/>
              <a:gd name="connsiteX147" fmla="*/ 10005784 w 13158797"/>
              <a:gd name="connsiteY147" fmla="*/ 652149 h 9456078"/>
              <a:gd name="connsiteX148" fmla="*/ 10049209 w 13158797"/>
              <a:gd name="connsiteY148" fmla="*/ 630059 h 9456078"/>
              <a:gd name="connsiteX149" fmla="*/ 10092814 w 13158797"/>
              <a:gd name="connsiteY149" fmla="*/ 608328 h 9456078"/>
              <a:gd name="connsiteX150" fmla="*/ 10136597 w 13158797"/>
              <a:gd name="connsiteY150" fmla="*/ 586958 h 9456078"/>
              <a:gd name="connsiteX151" fmla="*/ 10180556 w 13158797"/>
              <a:gd name="connsiteY151" fmla="*/ 565950 h 9456078"/>
              <a:gd name="connsiteX152" fmla="*/ 10224688 w 13158797"/>
              <a:gd name="connsiteY152" fmla="*/ 545304 h 9456078"/>
              <a:gd name="connsiteX153" fmla="*/ 10268991 w 13158797"/>
              <a:gd name="connsiteY153" fmla="*/ 525023 h 9456078"/>
              <a:gd name="connsiteX154" fmla="*/ 10313463 w 13158797"/>
              <a:gd name="connsiteY154" fmla="*/ 505107 h 9456078"/>
              <a:gd name="connsiteX155" fmla="*/ 10358101 w 13158797"/>
              <a:gd name="connsiteY155" fmla="*/ 485558 h 9456078"/>
              <a:gd name="connsiteX156" fmla="*/ 10402903 w 13158797"/>
              <a:gd name="connsiteY156" fmla="*/ 466376 h 9456078"/>
              <a:gd name="connsiteX157" fmla="*/ 10447868 w 13158797"/>
              <a:gd name="connsiteY157" fmla="*/ 447563 h 9456078"/>
              <a:gd name="connsiteX158" fmla="*/ 10492991 w 13158797"/>
              <a:gd name="connsiteY158" fmla="*/ 429119 h 9456078"/>
              <a:gd name="connsiteX159" fmla="*/ 10538272 w 13158797"/>
              <a:gd name="connsiteY159" fmla="*/ 411046 h 9456078"/>
              <a:gd name="connsiteX160" fmla="*/ 10583708 w 13158797"/>
              <a:gd name="connsiteY160" fmla="*/ 393346 h 9456078"/>
              <a:gd name="connsiteX161" fmla="*/ 10629297 w 13158797"/>
              <a:gd name="connsiteY161" fmla="*/ 376018 h 9456078"/>
              <a:gd name="connsiteX162" fmla="*/ 10675036 w 13158797"/>
              <a:gd name="connsiteY162" fmla="*/ 359065 h 9456078"/>
              <a:gd name="connsiteX163" fmla="*/ 10720923 w 13158797"/>
              <a:gd name="connsiteY163" fmla="*/ 342487 h 9456078"/>
              <a:gd name="connsiteX164" fmla="*/ 10766956 w 13158797"/>
              <a:gd name="connsiteY164" fmla="*/ 326286 h 9456078"/>
              <a:gd name="connsiteX165" fmla="*/ 10813132 w 13158797"/>
              <a:gd name="connsiteY165" fmla="*/ 310462 h 9456078"/>
              <a:gd name="connsiteX166" fmla="*/ 10859450 w 13158797"/>
              <a:gd name="connsiteY166" fmla="*/ 295018 h 9456078"/>
              <a:gd name="connsiteX167" fmla="*/ 10905907 w 13158797"/>
              <a:gd name="connsiteY167" fmla="*/ 279953 h 9456078"/>
              <a:gd name="connsiteX168" fmla="*/ 10952500 w 13158797"/>
              <a:gd name="connsiteY168" fmla="*/ 265269 h 9456078"/>
              <a:gd name="connsiteX169" fmla="*/ 10999227 w 13158797"/>
              <a:gd name="connsiteY169" fmla="*/ 250968 h 9456078"/>
              <a:gd name="connsiteX170" fmla="*/ 11046087 w 13158797"/>
              <a:gd name="connsiteY170" fmla="*/ 237049 h 9456078"/>
              <a:gd name="connsiteX171" fmla="*/ 11093076 w 13158797"/>
              <a:gd name="connsiteY171" fmla="*/ 223516 h 9456078"/>
              <a:gd name="connsiteX172" fmla="*/ 11140193 w 13158797"/>
              <a:gd name="connsiteY172" fmla="*/ 210368 h 9456078"/>
              <a:gd name="connsiteX173" fmla="*/ 11187434 w 13158797"/>
              <a:gd name="connsiteY173" fmla="*/ 197606 h 9456078"/>
              <a:gd name="connsiteX174" fmla="*/ 11234799 w 13158797"/>
              <a:gd name="connsiteY174" fmla="*/ 185233 h 9456078"/>
              <a:gd name="connsiteX175" fmla="*/ 11282284 w 13158797"/>
              <a:gd name="connsiteY175" fmla="*/ 173248 h 9456078"/>
              <a:gd name="connsiteX176" fmla="*/ 11329888 w 13158797"/>
              <a:gd name="connsiteY176" fmla="*/ 161654 h 9456078"/>
              <a:gd name="connsiteX177" fmla="*/ 11377607 w 13158797"/>
              <a:gd name="connsiteY177" fmla="*/ 150451 h 9456078"/>
              <a:gd name="connsiteX178" fmla="*/ 11425440 w 13158797"/>
              <a:gd name="connsiteY178" fmla="*/ 139640 h 9456078"/>
              <a:gd name="connsiteX179" fmla="*/ 11473385 w 13158797"/>
              <a:gd name="connsiteY179" fmla="*/ 129223 h 9456078"/>
              <a:gd name="connsiteX180" fmla="*/ 11521439 w 13158797"/>
              <a:gd name="connsiteY180" fmla="*/ 119201 h 9456078"/>
              <a:gd name="connsiteX181" fmla="*/ 11569599 w 13158797"/>
              <a:gd name="connsiteY181" fmla="*/ 109574 h 9456078"/>
              <a:gd name="connsiteX182" fmla="*/ 11617864 w 13158797"/>
              <a:gd name="connsiteY182" fmla="*/ 100344 h 9456078"/>
              <a:gd name="connsiteX183" fmla="*/ 11666231 w 13158797"/>
              <a:gd name="connsiteY183" fmla="*/ 91512 h 9456078"/>
              <a:gd name="connsiteX184" fmla="*/ 11714698 w 13158797"/>
              <a:gd name="connsiteY184" fmla="*/ 83080 h 9456078"/>
              <a:gd name="connsiteX185" fmla="*/ 11763263 w 13158797"/>
              <a:gd name="connsiteY185" fmla="*/ 75047 h 9456078"/>
              <a:gd name="connsiteX186" fmla="*/ 11811923 w 13158797"/>
              <a:gd name="connsiteY186" fmla="*/ 67417 h 9456078"/>
              <a:gd name="connsiteX187" fmla="*/ 11860676 w 13158797"/>
              <a:gd name="connsiteY187" fmla="*/ 60188 h 9456078"/>
              <a:gd name="connsiteX188" fmla="*/ 11909519 w 13158797"/>
              <a:gd name="connsiteY188" fmla="*/ 53364 h 9456078"/>
              <a:gd name="connsiteX189" fmla="*/ 11958451 w 13158797"/>
              <a:gd name="connsiteY189" fmla="*/ 46944 h 9456078"/>
              <a:gd name="connsiteX190" fmla="*/ 12007470 w 13158797"/>
              <a:gd name="connsiteY190" fmla="*/ 40931 h 9456078"/>
              <a:gd name="connsiteX191" fmla="*/ 12056572 w 13158797"/>
              <a:gd name="connsiteY191" fmla="*/ 35324 h 9456078"/>
              <a:gd name="connsiteX192" fmla="*/ 12105756 w 13158797"/>
              <a:gd name="connsiteY192" fmla="*/ 30126 h 9456078"/>
              <a:gd name="connsiteX193" fmla="*/ 12155019 w 13158797"/>
              <a:gd name="connsiteY193" fmla="*/ 25337 h 9456078"/>
              <a:gd name="connsiteX194" fmla="*/ 12204359 w 13158797"/>
              <a:gd name="connsiteY194" fmla="*/ 20958 h 9456078"/>
              <a:gd name="connsiteX195" fmla="*/ 12253773 w 13158797"/>
              <a:gd name="connsiteY195" fmla="*/ 16991 h 9456078"/>
              <a:gd name="connsiteX196" fmla="*/ 12303260 w 13158797"/>
              <a:gd name="connsiteY196" fmla="*/ 13437 h 9456078"/>
              <a:gd name="connsiteX197" fmla="*/ 12352818 w 13158797"/>
              <a:gd name="connsiteY197" fmla="*/ 10297 h 9456078"/>
              <a:gd name="connsiteX198" fmla="*/ 12402443 w 13158797"/>
              <a:gd name="connsiteY198" fmla="*/ 7572 h 9456078"/>
              <a:gd name="connsiteX199" fmla="*/ 12452133 w 13158797"/>
              <a:gd name="connsiteY199" fmla="*/ 5263 h 9456078"/>
              <a:gd name="connsiteX200" fmla="*/ 12501887 w 13158797"/>
              <a:gd name="connsiteY200" fmla="*/ 3371 h 9456078"/>
              <a:gd name="connsiteX201" fmla="*/ 12551701 w 13158797"/>
              <a:gd name="connsiteY201" fmla="*/ 1898 h 9456078"/>
              <a:gd name="connsiteX202" fmla="*/ 12601574 w 13158797"/>
              <a:gd name="connsiteY202" fmla="*/ 844 h 9456078"/>
              <a:gd name="connsiteX203" fmla="*/ 12651504 w 13158797"/>
              <a:gd name="connsiteY203" fmla="*/ 211 h 9456078"/>
              <a:gd name="connsiteX204" fmla="*/ 12701487 w 13158797"/>
              <a:gd name="connsiteY204" fmla="*/ 0 h 9456078"/>
              <a:gd name="connsiteX205" fmla="*/ 13158798 w 13158797"/>
              <a:gd name="connsiteY205" fmla="*/ 0 h 94560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</a:cxnLst>
            <a:rect l="l" t="t" r="r" b="b"/>
            <a:pathLst>
              <a:path w="13158797" h="9456078">
                <a:moveTo>
                  <a:pt x="0" y="9456078"/>
                </a:moveTo>
                <a:lnTo>
                  <a:pt x="49977" y="9455836"/>
                </a:lnTo>
                <a:lnTo>
                  <a:pt x="99893" y="9455111"/>
                </a:lnTo>
                <a:lnTo>
                  <a:pt x="149742" y="9453904"/>
                </a:lnTo>
                <a:lnTo>
                  <a:pt x="199524" y="9452217"/>
                </a:lnTo>
                <a:lnTo>
                  <a:pt x="298870" y="9447409"/>
                </a:lnTo>
                <a:lnTo>
                  <a:pt x="348429" y="9444290"/>
                </a:lnTo>
                <a:lnTo>
                  <a:pt x="397907" y="9440698"/>
                </a:lnTo>
                <a:lnTo>
                  <a:pt x="447302" y="9436632"/>
                </a:lnTo>
                <a:lnTo>
                  <a:pt x="496610" y="9432096"/>
                </a:lnTo>
                <a:lnTo>
                  <a:pt x="545829" y="9427089"/>
                </a:lnTo>
                <a:lnTo>
                  <a:pt x="594956" y="9421615"/>
                </a:lnTo>
                <a:lnTo>
                  <a:pt x="643987" y="9415673"/>
                </a:lnTo>
                <a:lnTo>
                  <a:pt x="692920" y="9409267"/>
                </a:lnTo>
                <a:lnTo>
                  <a:pt x="741751" y="9402396"/>
                </a:lnTo>
                <a:lnTo>
                  <a:pt x="790478" y="9395063"/>
                </a:lnTo>
                <a:lnTo>
                  <a:pt x="839098" y="9387270"/>
                </a:lnTo>
                <a:lnTo>
                  <a:pt x="887607" y="9379017"/>
                </a:lnTo>
                <a:lnTo>
                  <a:pt x="936002" y="9370306"/>
                </a:lnTo>
                <a:lnTo>
                  <a:pt x="984281" y="9361139"/>
                </a:lnTo>
                <a:lnTo>
                  <a:pt x="1032440" y="9351517"/>
                </a:lnTo>
                <a:lnTo>
                  <a:pt x="1080477" y="9341441"/>
                </a:lnTo>
                <a:lnTo>
                  <a:pt x="1176172" y="9319936"/>
                </a:lnTo>
                <a:lnTo>
                  <a:pt x="1223823" y="9308509"/>
                </a:lnTo>
                <a:lnTo>
                  <a:pt x="1271339" y="9296635"/>
                </a:lnTo>
                <a:lnTo>
                  <a:pt x="1318719" y="9284315"/>
                </a:lnTo>
                <a:lnTo>
                  <a:pt x="1365957" y="9271550"/>
                </a:lnTo>
                <a:lnTo>
                  <a:pt x="1413052" y="9258342"/>
                </a:lnTo>
                <a:lnTo>
                  <a:pt x="1460000" y="9244693"/>
                </a:lnTo>
                <a:lnTo>
                  <a:pt x="1506799" y="9230604"/>
                </a:lnTo>
                <a:lnTo>
                  <a:pt x="1553445" y="9216076"/>
                </a:lnTo>
                <a:lnTo>
                  <a:pt x="1599935" y="9201111"/>
                </a:lnTo>
                <a:lnTo>
                  <a:pt x="1646267" y="9185710"/>
                </a:lnTo>
                <a:lnTo>
                  <a:pt x="1692437" y="9169876"/>
                </a:lnTo>
                <a:lnTo>
                  <a:pt x="1738442" y="9153608"/>
                </a:lnTo>
                <a:lnTo>
                  <a:pt x="1784280" y="9136910"/>
                </a:lnTo>
                <a:lnTo>
                  <a:pt x="1829947" y="9119782"/>
                </a:lnTo>
                <a:lnTo>
                  <a:pt x="1875440" y="9102226"/>
                </a:lnTo>
                <a:lnTo>
                  <a:pt x="1920756" y="9084243"/>
                </a:lnTo>
                <a:lnTo>
                  <a:pt x="1965893" y="9065835"/>
                </a:lnTo>
                <a:lnTo>
                  <a:pt x="2055615" y="9027750"/>
                </a:lnTo>
                <a:lnTo>
                  <a:pt x="2100195" y="9008075"/>
                </a:lnTo>
                <a:lnTo>
                  <a:pt x="2144582" y="8987981"/>
                </a:lnTo>
                <a:lnTo>
                  <a:pt x="2188775" y="8967470"/>
                </a:lnTo>
                <a:lnTo>
                  <a:pt x="2232770" y="8946542"/>
                </a:lnTo>
                <a:lnTo>
                  <a:pt x="2276564" y="8925199"/>
                </a:lnTo>
                <a:lnTo>
                  <a:pt x="2320154" y="8903443"/>
                </a:lnTo>
                <a:lnTo>
                  <a:pt x="2363538" y="8881275"/>
                </a:lnTo>
                <a:lnTo>
                  <a:pt x="2406711" y="8858697"/>
                </a:lnTo>
                <a:lnTo>
                  <a:pt x="2449672" y="8835710"/>
                </a:lnTo>
                <a:lnTo>
                  <a:pt x="2492417" y="8812316"/>
                </a:lnTo>
                <a:lnTo>
                  <a:pt x="2534943" y="8788516"/>
                </a:lnTo>
                <a:lnTo>
                  <a:pt x="2577247" y="8764311"/>
                </a:lnTo>
                <a:lnTo>
                  <a:pt x="2619326" y="8739704"/>
                </a:lnTo>
                <a:lnTo>
                  <a:pt x="2661177" y="8714695"/>
                </a:lnTo>
                <a:lnTo>
                  <a:pt x="2702797" y="8689286"/>
                </a:lnTo>
                <a:lnTo>
                  <a:pt x="2744183" y="8663479"/>
                </a:lnTo>
                <a:lnTo>
                  <a:pt x="2785333" y="8637274"/>
                </a:lnTo>
                <a:lnTo>
                  <a:pt x="2826242" y="8610675"/>
                </a:lnTo>
                <a:lnTo>
                  <a:pt x="2866908" y="8583681"/>
                </a:lnTo>
                <a:lnTo>
                  <a:pt x="2907329" y="8556295"/>
                </a:lnTo>
                <a:lnTo>
                  <a:pt x="2947500" y="8528517"/>
                </a:lnTo>
                <a:lnTo>
                  <a:pt x="2987419" y="8500351"/>
                </a:lnTo>
                <a:lnTo>
                  <a:pt x="3027083" y="8471796"/>
                </a:lnTo>
                <a:lnTo>
                  <a:pt x="3066489" y="8442854"/>
                </a:lnTo>
                <a:lnTo>
                  <a:pt x="3105634" y="8413528"/>
                </a:lnTo>
                <a:lnTo>
                  <a:pt x="3144515" y="8383818"/>
                </a:lnTo>
                <a:lnTo>
                  <a:pt x="3183129" y="8353726"/>
                </a:lnTo>
                <a:lnTo>
                  <a:pt x="3221473" y="8323253"/>
                </a:lnTo>
                <a:lnTo>
                  <a:pt x="3259544" y="8292401"/>
                </a:lnTo>
                <a:lnTo>
                  <a:pt x="3297339" y="8261172"/>
                </a:lnTo>
                <a:lnTo>
                  <a:pt x="3334854" y="8229566"/>
                </a:lnTo>
                <a:lnTo>
                  <a:pt x="3372087" y="8197585"/>
                </a:lnTo>
                <a:lnTo>
                  <a:pt x="3409035" y="8165232"/>
                </a:lnTo>
                <a:lnTo>
                  <a:pt x="3445695" y="8132507"/>
                </a:lnTo>
                <a:lnTo>
                  <a:pt x="3482064" y="8099411"/>
                </a:lnTo>
                <a:lnTo>
                  <a:pt x="3518139" y="8065947"/>
                </a:lnTo>
                <a:lnTo>
                  <a:pt x="3553916" y="8032115"/>
                </a:lnTo>
                <a:lnTo>
                  <a:pt x="3589393" y="7997918"/>
                </a:lnTo>
                <a:lnTo>
                  <a:pt x="3624567" y="7963356"/>
                </a:lnTo>
                <a:lnTo>
                  <a:pt x="3659435" y="7928432"/>
                </a:lnTo>
                <a:lnTo>
                  <a:pt x="3693994" y="7893146"/>
                </a:lnTo>
                <a:lnTo>
                  <a:pt x="3728240" y="7857501"/>
                </a:lnTo>
                <a:lnTo>
                  <a:pt x="3762171" y="7821497"/>
                </a:lnTo>
                <a:lnTo>
                  <a:pt x="3795783" y="7785136"/>
                </a:lnTo>
                <a:lnTo>
                  <a:pt x="3829075" y="7748420"/>
                </a:lnTo>
                <a:lnTo>
                  <a:pt x="3862042" y="7711350"/>
                </a:lnTo>
                <a:lnTo>
                  <a:pt x="3894682" y="7673928"/>
                </a:lnTo>
                <a:lnTo>
                  <a:pt x="3926991" y="7636155"/>
                </a:lnTo>
                <a:lnTo>
                  <a:pt x="3958967" y="7598032"/>
                </a:lnTo>
                <a:lnTo>
                  <a:pt x="3990607" y="7559561"/>
                </a:lnTo>
                <a:lnTo>
                  <a:pt x="4021907" y="7520744"/>
                </a:lnTo>
                <a:lnTo>
                  <a:pt x="4052865" y="7481582"/>
                </a:lnTo>
                <a:lnTo>
                  <a:pt x="4083478" y="7442077"/>
                </a:lnTo>
                <a:lnTo>
                  <a:pt x="8022311" y="2307814"/>
                </a:lnTo>
                <a:lnTo>
                  <a:pt x="8052902" y="2268285"/>
                </a:lnTo>
                <a:lnTo>
                  <a:pt x="8083796" y="2229056"/>
                </a:lnTo>
                <a:lnTo>
                  <a:pt x="8114989" y="2190127"/>
                </a:lnTo>
                <a:lnTo>
                  <a:pt x="8146479" y="2151500"/>
                </a:lnTo>
                <a:lnTo>
                  <a:pt x="8178264" y="2113176"/>
                </a:lnTo>
                <a:lnTo>
                  <a:pt x="8210341" y="2075157"/>
                </a:lnTo>
                <a:lnTo>
                  <a:pt x="8242709" y="2037442"/>
                </a:lnTo>
                <a:lnTo>
                  <a:pt x="8275365" y="2000034"/>
                </a:lnTo>
                <a:lnTo>
                  <a:pt x="8308307" y="1962934"/>
                </a:lnTo>
                <a:lnTo>
                  <a:pt x="8341532" y="1926142"/>
                </a:lnTo>
                <a:lnTo>
                  <a:pt x="8375038" y="1889660"/>
                </a:lnTo>
                <a:lnTo>
                  <a:pt x="8408823" y="1853489"/>
                </a:lnTo>
                <a:lnTo>
                  <a:pt x="8442885" y="1817630"/>
                </a:lnTo>
                <a:lnTo>
                  <a:pt x="8477221" y="1782084"/>
                </a:lnTo>
                <a:lnTo>
                  <a:pt x="8511829" y="1746853"/>
                </a:lnTo>
                <a:lnTo>
                  <a:pt x="8546706" y="1711937"/>
                </a:lnTo>
                <a:lnTo>
                  <a:pt x="8581851" y="1677337"/>
                </a:lnTo>
                <a:lnTo>
                  <a:pt x="8617261" y="1643056"/>
                </a:lnTo>
                <a:lnTo>
                  <a:pt x="8652934" y="1609093"/>
                </a:lnTo>
                <a:lnTo>
                  <a:pt x="8688867" y="1575450"/>
                </a:lnTo>
                <a:lnTo>
                  <a:pt x="8725058" y="1542128"/>
                </a:lnTo>
                <a:lnTo>
                  <a:pt x="8761506" y="1509129"/>
                </a:lnTo>
                <a:lnTo>
                  <a:pt x="8798207" y="1476452"/>
                </a:lnTo>
                <a:lnTo>
                  <a:pt x="8835159" y="1444101"/>
                </a:lnTo>
                <a:lnTo>
                  <a:pt x="8872360" y="1412075"/>
                </a:lnTo>
                <a:lnTo>
                  <a:pt x="8909808" y="1380375"/>
                </a:lnTo>
                <a:lnTo>
                  <a:pt x="8947501" y="1349004"/>
                </a:lnTo>
                <a:lnTo>
                  <a:pt x="8985435" y="1317962"/>
                </a:lnTo>
                <a:lnTo>
                  <a:pt x="9023610" y="1287250"/>
                </a:lnTo>
                <a:lnTo>
                  <a:pt x="9062022" y="1256869"/>
                </a:lnTo>
                <a:lnTo>
                  <a:pt x="9100669" y="1226820"/>
                </a:lnTo>
                <a:lnTo>
                  <a:pt x="9139549" y="1197105"/>
                </a:lnTo>
                <a:lnTo>
                  <a:pt x="9178660" y="1167725"/>
                </a:lnTo>
                <a:lnTo>
                  <a:pt x="9217999" y="1138681"/>
                </a:lnTo>
                <a:lnTo>
                  <a:pt x="9257564" y="1109974"/>
                </a:lnTo>
                <a:lnTo>
                  <a:pt x="9297353" y="1081604"/>
                </a:lnTo>
                <a:lnTo>
                  <a:pt x="9337364" y="1053574"/>
                </a:lnTo>
                <a:lnTo>
                  <a:pt x="9377594" y="1025884"/>
                </a:lnTo>
                <a:lnTo>
                  <a:pt x="9418040" y="998536"/>
                </a:lnTo>
                <a:lnTo>
                  <a:pt x="9458702" y="971530"/>
                </a:lnTo>
                <a:lnTo>
                  <a:pt x="9499575" y="944868"/>
                </a:lnTo>
                <a:lnTo>
                  <a:pt x="9540659" y="918551"/>
                </a:lnTo>
                <a:lnTo>
                  <a:pt x="9581950" y="892580"/>
                </a:lnTo>
                <a:lnTo>
                  <a:pt x="9623447" y="866956"/>
                </a:lnTo>
                <a:lnTo>
                  <a:pt x="9665147" y="841681"/>
                </a:lnTo>
                <a:lnTo>
                  <a:pt x="9707048" y="816754"/>
                </a:lnTo>
                <a:lnTo>
                  <a:pt x="9749147" y="792179"/>
                </a:lnTo>
                <a:lnTo>
                  <a:pt x="9791443" y="767955"/>
                </a:lnTo>
                <a:lnTo>
                  <a:pt x="9833932" y="744083"/>
                </a:lnTo>
                <a:lnTo>
                  <a:pt x="9876613" y="720566"/>
                </a:lnTo>
                <a:lnTo>
                  <a:pt x="9919484" y="697404"/>
                </a:lnTo>
                <a:lnTo>
                  <a:pt x="9962542" y="674598"/>
                </a:lnTo>
                <a:lnTo>
                  <a:pt x="10005784" y="652149"/>
                </a:lnTo>
                <a:lnTo>
                  <a:pt x="10049209" y="630059"/>
                </a:lnTo>
                <a:lnTo>
                  <a:pt x="10092814" y="608328"/>
                </a:lnTo>
                <a:lnTo>
                  <a:pt x="10136597" y="586958"/>
                </a:lnTo>
                <a:lnTo>
                  <a:pt x="10180556" y="565950"/>
                </a:lnTo>
                <a:lnTo>
                  <a:pt x="10224688" y="545304"/>
                </a:lnTo>
                <a:lnTo>
                  <a:pt x="10268991" y="525023"/>
                </a:lnTo>
                <a:lnTo>
                  <a:pt x="10313463" y="505107"/>
                </a:lnTo>
                <a:lnTo>
                  <a:pt x="10358101" y="485558"/>
                </a:lnTo>
                <a:lnTo>
                  <a:pt x="10402903" y="466376"/>
                </a:lnTo>
                <a:lnTo>
                  <a:pt x="10447868" y="447563"/>
                </a:lnTo>
                <a:lnTo>
                  <a:pt x="10492991" y="429119"/>
                </a:lnTo>
                <a:lnTo>
                  <a:pt x="10538272" y="411046"/>
                </a:lnTo>
                <a:lnTo>
                  <a:pt x="10583708" y="393346"/>
                </a:lnTo>
                <a:lnTo>
                  <a:pt x="10629297" y="376018"/>
                </a:lnTo>
                <a:lnTo>
                  <a:pt x="10675036" y="359065"/>
                </a:lnTo>
                <a:lnTo>
                  <a:pt x="10720923" y="342487"/>
                </a:lnTo>
                <a:lnTo>
                  <a:pt x="10766956" y="326286"/>
                </a:lnTo>
                <a:lnTo>
                  <a:pt x="10813132" y="310462"/>
                </a:lnTo>
                <a:lnTo>
                  <a:pt x="10859450" y="295018"/>
                </a:lnTo>
                <a:lnTo>
                  <a:pt x="10905907" y="279953"/>
                </a:lnTo>
                <a:lnTo>
                  <a:pt x="10952500" y="265269"/>
                </a:lnTo>
                <a:lnTo>
                  <a:pt x="10999227" y="250968"/>
                </a:lnTo>
                <a:lnTo>
                  <a:pt x="11046087" y="237049"/>
                </a:lnTo>
                <a:lnTo>
                  <a:pt x="11093076" y="223516"/>
                </a:lnTo>
                <a:lnTo>
                  <a:pt x="11140193" y="210368"/>
                </a:lnTo>
                <a:lnTo>
                  <a:pt x="11187434" y="197606"/>
                </a:lnTo>
                <a:lnTo>
                  <a:pt x="11234799" y="185233"/>
                </a:lnTo>
                <a:lnTo>
                  <a:pt x="11282284" y="173248"/>
                </a:lnTo>
                <a:lnTo>
                  <a:pt x="11329888" y="161654"/>
                </a:lnTo>
                <a:lnTo>
                  <a:pt x="11377607" y="150451"/>
                </a:lnTo>
                <a:lnTo>
                  <a:pt x="11425440" y="139640"/>
                </a:lnTo>
                <a:lnTo>
                  <a:pt x="11473385" y="129223"/>
                </a:lnTo>
                <a:lnTo>
                  <a:pt x="11521439" y="119201"/>
                </a:lnTo>
                <a:lnTo>
                  <a:pt x="11569599" y="109574"/>
                </a:lnTo>
                <a:lnTo>
                  <a:pt x="11617864" y="100344"/>
                </a:lnTo>
                <a:lnTo>
                  <a:pt x="11666231" y="91512"/>
                </a:lnTo>
                <a:lnTo>
                  <a:pt x="11714698" y="83080"/>
                </a:lnTo>
                <a:lnTo>
                  <a:pt x="11763263" y="75047"/>
                </a:lnTo>
                <a:lnTo>
                  <a:pt x="11811923" y="67417"/>
                </a:lnTo>
                <a:lnTo>
                  <a:pt x="11860676" y="60188"/>
                </a:lnTo>
                <a:lnTo>
                  <a:pt x="11909519" y="53364"/>
                </a:lnTo>
                <a:lnTo>
                  <a:pt x="11958451" y="46944"/>
                </a:lnTo>
                <a:lnTo>
                  <a:pt x="12007470" y="40931"/>
                </a:lnTo>
                <a:lnTo>
                  <a:pt x="12056572" y="35324"/>
                </a:lnTo>
                <a:lnTo>
                  <a:pt x="12105756" y="30126"/>
                </a:lnTo>
                <a:lnTo>
                  <a:pt x="12155019" y="25337"/>
                </a:lnTo>
                <a:lnTo>
                  <a:pt x="12204359" y="20958"/>
                </a:lnTo>
                <a:lnTo>
                  <a:pt x="12253773" y="16991"/>
                </a:lnTo>
                <a:lnTo>
                  <a:pt x="12303260" y="13437"/>
                </a:lnTo>
                <a:lnTo>
                  <a:pt x="12352818" y="10297"/>
                </a:lnTo>
                <a:lnTo>
                  <a:pt x="12402443" y="7572"/>
                </a:lnTo>
                <a:lnTo>
                  <a:pt x="12452133" y="5263"/>
                </a:lnTo>
                <a:lnTo>
                  <a:pt x="12501887" y="3371"/>
                </a:lnTo>
                <a:lnTo>
                  <a:pt x="12551701" y="1898"/>
                </a:lnTo>
                <a:lnTo>
                  <a:pt x="12601574" y="844"/>
                </a:lnTo>
                <a:lnTo>
                  <a:pt x="12651504" y="211"/>
                </a:lnTo>
                <a:lnTo>
                  <a:pt x="12701487" y="0"/>
                </a:lnTo>
                <a:lnTo>
                  <a:pt x="13158798" y="0"/>
                </a:lnTo>
              </a:path>
            </a:pathLst>
          </a:custGeom>
          <a:ln w="19050">
            <a:gradFill>
              <a:gsLst>
                <a:gs pos="18000">
                  <a:schemeClr val="accent2"/>
                </a:gs>
                <a:gs pos="0">
                  <a:schemeClr val="bg1">
                    <a:alpha val="0"/>
                  </a:schemeClr>
                </a:gs>
              </a:gsLst>
              <a:lin ang="5400000" scaled="0"/>
            </a:gradFill>
          </a:ln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CBE2AD1A-316D-2FEE-A176-BC23BBA23140}"/>
              </a:ext>
            </a:extLst>
          </p:cNvPr>
          <p:cNvCxnSpPr>
            <a:cxnSpLocks/>
          </p:cNvCxnSpPr>
          <p:nvPr/>
        </p:nvCxnSpPr>
        <p:spPr>
          <a:xfrm flipH="1">
            <a:off x="334962" y="6678798"/>
            <a:ext cx="10980001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10088114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15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1_Título | 2 linhas - Escuro">
    <p:bg>
      <p:bgPr>
        <a:gradFill>
          <a:gsLst>
            <a:gs pos="67000">
              <a:schemeClr val="tx1"/>
            </a:gs>
            <a:gs pos="100000">
              <a:schemeClr val="tx1"/>
            </a:gs>
            <a:gs pos="0">
              <a:srgbClr val="161B21"/>
            </a:gs>
          </a:gsLst>
          <a:lin ang="84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5629EC08-34A0-4F4F-BF0C-DAE3D73CA1C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3" y="1949413"/>
            <a:ext cx="5648397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8" name="Text Placeholder 10">
            <a:extLst>
              <a:ext uri="{FF2B5EF4-FFF2-40B4-BE49-F238E27FC236}">
                <a16:creationId xmlns:a16="http://schemas.microsoft.com/office/drawing/2014/main" id="{F37A98A2-2A9D-056F-7CA4-B986B8170761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AECBC137-580C-65EB-C713-E63CDBDB515E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208640" y="1949413"/>
            <a:ext cx="5648398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Text Placeholder 8">
            <a:extLst>
              <a:ext uri="{FF2B5EF4-FFF2-40B4-BE49-F238E27FC236}">
                <a16:creationId xmlns:a16="http://schemas.microsoft.com/office/drawing/2014/main" id="{D1CF13AF-F1F7-29D7-F0C3-C23BE528C9A0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7"/>
            <a:ext cx="5648397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47497781-FD6B-9B5D-3237-9AD784B8880E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208640" y="1518527"/>
            <a:ext cx="5648398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2" name="Picture 8">
            <a:extLst>
              <a:ext uri="{FF2B5EF4-FFF2-40B4-BE49-F238E27FC236}">
                <a16:creationId xmlns:a16="http://schemas.microsoft.com/office/drawing/2014/main" id="{3817326F-902B-78F4-AB0D-A7DACB0B1494}"/>
              </a:ext>
            </a:extLst>
          </p:cNvPr>
          <p:cNvSpPr/>
          <p:nvPr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/>
          </a:p>
        </p:txBody>
      </p:sp>
      <p:cxnSp>
        <p:nvCxnSpPr>
          <p:cNvPr id="2" name="Straight Connector 1">
            <a:extLst>
              <a:ext uri="{FF2B5EF4-FFF2-40B4-BE49-F238E27FC236}">
                <a16:creationId xmlns:a16="http://schemas.microsoft.com/office/drawing/2014/main" id="{558BA19F-FF7C-DEDD-7893-A00EE7B54BB0}"/>
              </a:ext>
            </a:extLst>
          </p:cNvPr>
          <p:cNvCxnSpPr>
            <a:cxnSpLocks/>
          </p:cNvCxnSpPr>
          <p:nvPr/>
        </p:nvCxnSpPr>
        <p:spPr>
          <a:xfrm>
            <a:off x="0" y="169333"/>
            <a:ext cx="12229571" cy="0"/>
          </a:xfrm>
          <a:prstGeom prst="line">
            <a:avLst/>
          </a:prstGeom>
          <a:ln w="1905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object 4">
            <a:extLst>
              <a:ext uri="{FF2B5EF4-FFF2-40B4-BE49-F238E27FC236}">
                <a16:creationId xmlns:a16="http://schemas.microsoft.com/office/drawing/2014/main" id="{34983A01-315D-9F68-CCA2-B3C5032DEC0F}"/>
              </a:ext>
            </a:extLst>
          </p:cNvPr>
          <p:cNvSpPr/>
          <p:nvPr/>
        </p:nvSpPr>
        <p:spPr>
          <a:xfrm rot="10247908" flipH="1">
            <a:off x="4106509" y="-4146683"/>
            <a:ext cx="8001039" cy="5749648"/>
          </a:xfrm>
          <a:custGeom>
            <a:avLst/>
            <a:gdLst>
              <a:gd name="connsiteX0" fmla="*/ 0 w 13940157"/>
              <a:gd name="connsiteY0" fmla="*/ 9200719 h 9456078"/>
              <a:gd name="connsiteX1" fmla="*/ 781360 w 13940157"/>
              <a:gd name="connsiteY1" fmla="*/ 9456078 h 9456078"/>
              <a:gd name="connsiteX2" fmla="*/ 831337 w 13940157"/>
              <a:gd name="connsiteY2" fmla="*/ 9455836 h 9456078"/>
              <a:gd name="connsiteX3" fmla="*/ 881253 w 13940157"/>
              <a:gd name="connsiteY3" fmla="*/ 9455111 h 9456078"/>
              <a:gd name="connsiteX4" fmla="*/ 931102 w 13940157"/>
              <a:gd name="connsiteY4" fmla="*/ 9453904 h 9456078"/>
              <a:gd name="connsiteX5" fmla="*/ 980884 w 13940157"/>
              <a:gd name="connsiteY5" fmla="*/ 9452217 h 9456078"/>
              <a:gd name="connsiteX6" fmla="*/ 1030594 w 13940157"/>
              <a:gd name="connsiteY6" fmla="*/ 9450052 h 9456078"/>
              <a:gd name="connsiteX7" fmla="*/ 1080230 w 13940157"/>
              <a:gd name="connsiteY7" fmla="*/ 9447409 h 9456078"/>
              <a:gd name="connsiteX8" fmla="*/ 1129789 w 13940157"/>
              <a:gd name="connsiteY8" fmla="*/ 9444290 h 9456078"/>
              <a:gd name="connsiteX9" fmla="*/ 1179267 w 13940157"/>
              <a:gd name="connsiteY9" fmla="*/ 9440698 h 9456078"/>
              <a:gd name="connsiteX10" fmla="*/ 1228662 w 13940157"/>
              <a:gd name="connsiteY10" fmla="*/ 9436632 h 9456078"/>
              <a:gd name="connsiteX11" fmla="*/ 1277970 w 13940157"/>
              <a:gd name="connsiteY11" fmla="*/ 9432096 h 9456078"/>
              <a:gd name="connsiteX12" fmla="*/ 1327189 w 13940157"/>
              <a:gd name="connsiteY12" fmla="*/ 9427089 h 9456078"/>
              <a:gd name="connsiteX13" fmla="*/ 1376316 w 13940157"/>
              <a:gd name="connsiteY13" fmla="*/ 9421615 h 9456078"/>
              <a:gd name="connsiteX14" fmla="*/ 1425347 w 13940157"/>
              <a:gd name="connsiteY14" fmla="*/ 9415673 h 9456078"/>
              <a:gd name="connsiteX15" fmla="*/ 1474280 w 13940157"/>
              <a:gd name="connsiteY15" fmla="*/ 9409267 h 9456078"/>
              <a:gd name="connsiteX16" fmla="*/ 1523111 w 13940157"/>
              <a:gd name="connsiteY16" fmla="*/ 9402396 h 9456078"/>
              <a:gd name="connsiteX17" fmla="*/ 1571838 w 13940157"/>
              <a:gd name="connsiteY17" fmla="*/ 9395063 h 9456078"/>
              <a:gd name="connsiteX18" fmla="*/ 1620458 w 13940157"/>
              <a:gd name="connsiteY18" fmla="*/ 9387270 h 9456078"/>
              <a:gd name="connsiteX19" fmla="*/ 1668967 w 13940157"/>
              <a:gd name="connsiteY19" fmla="*/ 9379017 h 9456078"/>
              <a:gd name="connsiteX20" fmla="*/ 1717362 w 13940157"/>
              <a:gd name="connsiteY20" fmla="*/ 9370306 h 9456078"/>
              <a:gd name="connsiteX21" fmla="*/ 1765641 w 13940157"/>
              <a:gd name="connsiteY21" fmla="*/ 9361139 h 9456078"/>
              <a:gd name="connsiteX22" fmla="*/ 1813800 w 13940157"/>
              <a:gd name="connsiteY22" fmla="*/ 9351517 h 9456078"/>
              <a:gd name="connsiteX23" fmla="*/ 1861837 w 13940157"/>
              <a:gd name="connsiteY23" fmla="*/ 9341441 h 9456078"/>
              <a:gd name="connsiteX24" fmla="*/ 1909749 w 13940157"/>
              <a:gd name="connsiteY24" fmla="*/ 9330914 h 9456078"/>
              <a:gd name="connsiteX25" fmla="*/ 1957532 w 13940157"/>
              <a:gd name="connsiteY25" fmla="*/ 9319936 h 9456078"/>
              <a:gd name="connsiteX26" fmla="*/ 2005183 w 13940157"/>
              <a:gd name="connsiteY26" fmla="*/ 9308509 h 9456078"/>
              <a:gd name="connsiteX27" fmla="*/ 2052699 w 13940157"/>
              <a:gd name="connsiteY27" fmla="*/ 9296635 h 9456078"/>
              <a:gd name="connsiteX28" fmla="*/ 2100079 w 13940157"/>
              <a:gd name="connsiteY28" fmla="*/ 9284315 h 9456078"/>
              <a:gd name="connsiteX29" fmla="*/ 2147317 w 13940157"/>
              <a:gd name="connsiteY29" fmla="*/ 9271550 h 9456078"/>
              <a:gd name="connsiteX30" fmla="*/ 2194412 w 13940157"/>
              <a:gd name="connsiteY30" fmla="*/ 9258342 h 9456078"/>
              <a:gd name="connsiteX31" fmla="*/ 2241360 w 13940157"/>
              <a:gd name="connsiteY31" fmla="*/ 9244693 h 9456078"/>
              <a:gd name="connsiteX32" fmla="*/ 2288159 w 13940157"/>
              <a:gd name="connsiteY32" fmla="*/ 9230604 h 9456078"/>
              <a:gd name="connsiteX33" fmla="*/ 2334805 w 13940157"/>
              <a:gd name="connsiteY33" fmla="*/ 9216076 h 9456078"/>
              <a:gd name="connsiteX34" fmla="*/ 2381295 w 13940157"/>
              <a:gd name="connsiteY34" fmla="*/ 9201111 h 9456078"/>
              <a:gd name="connsiteX35" fmla="*/ 2427627 w 13940157"/>
              <a:gd name="connsiteY35" fmla="*/ 9185710 h 9456078"/>
              <a:gd name="connsiteX36" fmla="*/ 2473797 w 13940157"/>
              <a:gd name="connsiteY36" fmla="*/ 9169876 h 9456078"/>
              <a:gd name="connsiteX37" fmla="*/ 2519802 w 13940157"/>
              <a:gd name="connsiteY37" fmla="*/ 9153608 h 9456078"/>
              <a:gd name="connsiteX38" fmla="*/ 2565640 w 13940157"/>
              <a:gd name="connsiteY38" fmla="*/ 9136910 h 9456078"/>
              <a:gd name="connsiteX39" fmla="*/ 2611307 w 13940157"/>
              <a:gd name="connsiteY39" fmla="*/ 9119782 h 9456078"/>
              <a:gd name="connsiteX40" fmla="*/ 2656800 w 13940157"/>
              <a:gd name="connsiteY40" fmla="*/ 9102226 h 9456078"/>
              <a:gd name="connsiteX41" fmla="*/ 2702116 w 13940157"/>
              <a:gd name="connsiteY41" fmla="*/ 9084243 h 9456078"/>
              <a:gd name="connsiteX42" fmla="*/ 2747253 w 13940157"/>
              <a:gd name="connsiteY42" fmla="*/ 9065835 h 9456078"/>
              <a:gd name="connsiteX43" fmla="*/ 2792207 w 13940157"/>
              <a:gd name="connsiteY43" fmla="*/ 9047004 h 9456078"/>
              <a:gd name="connsiteX44" fmla="*/ 2836975 w 13940157"/>
              <a:gd name="connsiteY44" fmla="*/ 9027750 h 9456078"/>
              <a:gd name="connsiteX45" fmla="*/ 2881555 w 13940157"/>
              <a:gd name="connsiteY45" fmla="*/ 9008075 h 9456078"/>
              <a:gd name="connsiteX46" fmla="*/ 2925942 w 13940157"/>
              <a:gd name="connsiteY46" fmla="*/ 8987981 h 9456078"/>
              <a:gd name="connsiteX47" fmla="*/ 2970135 w 13940157"/>
              <a:gd name="connsiteY47" fmla="*/ 8967470 h 9456078"/>
              <a:gd name="connsiteX48" fmla="*/ 3014130 w 13940157"/>
              <a:gd name="connsiteY48" fmla="*/ 8946542 h 9456078"/>
              <a:gd name="connsiteX49" fmla="*/ 3057924 w 13940157"/>
              <a:gd name="connsiteY49" fmla="*/ 8925199 h 9456078"/>
              <a:gd name="connsiteX50" fmla="*/ 3101514 w 13940157"/>
              <a:gd name="connsiteY50" fmla="*/ 8903443 h 9456078"/>
              <a:gd name="connsiteX51" fmla="*/ 3144898 w 13940157"/>
              <a:gd name="connsiteY51" fmla="*/ 8881275 h 9456078"/>
              <a:gd name="connsiteX52" fmla="*/ 3188071 w 13940157"/>
              <a:gd name="connsiteY52" fmla="*/ 8858697 h 9456078"/>
              <a:gd name="connsiteX53" fmla="*/ 3231032 w 13940157"/>
              <a:gd name="connsiteY53" fmla="*/ 8835710 h 9456078"/>
              <a:gd name="connsiteX54" fmla="*/ 3273777 w 13940157"/>
              <a:gd name="connsiteY54" fmla="*/ 8812316 h 9456078"/>
              <a:gd name="connsiteX55" fmla="*/ 3316303 w 13940157"/>
              <a:gd name="connsiteY55" fmla="*/ 8788516 h 9456078"/>
              <a:gd name="connsiteX56" fmla="*/ 3358607 w 13940157"/>
              <a:gd name="connsiteY56" fmla="*/ 8764311 h 9456078"/>
              <a:gd name="connsiteX57" fmla="*/ 3400686 w 13940157"/>
              <a:gd name="connsiteY57" fmla="*/ 8739704 h 9456078"/>
              <a:gd name="connsiteX58" fmla="*/ 3442537 w 13940157"/>
              <a:gd name="connsiteY58" fmla="*/ 8714695 h 9456078"/>
              <a:gd name="connsiteX59" fmla="*/ 3484157 w 13940157"/>
              <a:gd name="connsiteY59" fmla="*/ 8689286 h 9456078"/>
              <a:gd name="connsiteX60" fmla="*/ 3525543 w 13940157"/>
              <a:gd name="connsiteY60" fmla="*/ 8663479 h 9456078"/>
              <a:gd name="connsiteX61" fmla="*/ 3566693 w 13940157"/>
              <a:gd name="connsiteY61" fmla="*/ 8637274 h 9456078"/>
              <a:gd name="connsiteX62" fmla="*/ 3607602 w 13940157"/>
              <a:gd name="connsiteY62" fmla="*/ 8610675 h 9456078"/>
              <a:gd name="connsiteX63" fmla="*/ 3648268 w 13940157"/>
              <a:gd name="connsiteY63" fmla="*/ 8583681 h 9456078"/>
              <a:gd name="connsiteX64" fmla="*/ 3688689 w 13940157"/>
              <a:gd name="connsiteY64" fmla="*/ 8556295 h 9456078"/>
              <a:gd name="connsiteX65" fmla="*/ 3728860 w 13940157"/>
              <a:gd name="connsiteY65" fmla="*/ 8528517 h 9456078"/>
              <a:gd name="connsiteX66" fmla="*/ 3768779 w 13940157"/>
              <a:gd name="connsiteY66" fmla="*/ 8500351 h 9456078"/>
              <a:gd name="connsiteX67" fmla="*/ 3808443 w 13940157"/>
              <a:gd name="connsiteY67" fmla="*/ 8471796 h 9456078"/>
              <a:gd name="connsiteX68" fmla="*/ 3847849 w 13940157"/>
              <a:gd name="connsiteY68" fmla="*/ 8442854 h 9456078"/>
              <a:gd name="connsiteX69" fmla="*/ 3886994 w 13940157"/>
              <a:gd name="connsiteY69" fmla="*/ 8413528 h 9456078"/>
              <a:gd name="connsiteX70" fmla="*/ 3925875 w 13940157"/>
              <a:gd name="connsiteY70" fmla="*/ 8383818 h 9456078"/>
              <a:gd name="connsiteX71" fmla="*/ 3964489 w 13940157"/>
              <a:gd name="connsiteY71" fmla="*/ 8353726 h 9456078"/>
              <a:gd name="connsiteX72" fmla="*/ 4002833 w 13940157"/>
              <a:gd name="connsiteY72" fmla="*/ 8323253 h 9456078"/>
              <a:gd name="connsiteX73" fmla="*/ 4040904 w 13940157"/>
              <a:gd name="connsiteY73" fmla="*/ 8292401 h 9456078"/>
              <a:gd name="connsiteX74" fmla="*/ 4078699 w 13940157"/>
              <a:gd name="connsiteY74" fmla="*/ 8261172 h 9456078"/>
              <a:gd name="connsiteX75" fmla="*/ 4116214 w 13940157"/>
              <a:gd name="connsiteY75" fmla="*/ 8229566 h 9456078"/>
              <a:gd name="connsiteX76" fmla="*/ 4153447 w 13940157"/>
              <a:gd name="connsiteY76" fmla="*/ 8197585 h 9456078"/>
              <a:gd name="connsiteX77" fmla="*/ 4190395 w 13940157"/>
              <a:gd name="connsiteY77" fmla="*/ 8165232 h 9456078"/>
              <a:gd name="connsiteX78" fmla="*/ 4227055 w 13940157"/>
              <a:gd name="connsiteY78" fmla="*/ 8132507 h 9456078"/>
              <a:gd name="connsiteX79" fmla="*/ 4263424 w 13940157"/>
              <a:gd name="connsiteY79" fmla="*/ 8099411 h 9456078"/>
              <a:gd name="connsiteX80" fmla="*/ 4299499 w 13940157"/>
              <a:gd name="connsiteY80" fmla="*/ 8065947 h 9456078"/>
              <a:gd name="connsiteX81" fmla="*/ 4335276 w 13940157"/>
              <a:gd name="connsiteY81" fmla="*/ 8032115 h 9456078"/>
              <a:gd name="connsiteX82" fmla="*/ 4370753 w 13940157"/>
              <a:gd name="connsiteY82" fmla="*/ 7997918 h 9456078"/>
              <a:gd name="connsiteX83" fmla="*/ 4405927 w 13940157"/>
              <a:gd name="connsiteY83" fmla="*/ 7963356 h 9456078"/>
              <a:gd name="connsiteX84" fmla="*/ 4440795 w 13940157"/>
              <a:gd name="connsiteY84" fmla="*/ 7928432 h 9456078"/>
              <a:gd name="connsiteX85" fmla="*/ 4475354 w 13940157"/>
              <a:gd name="connsiteY85" fmla="*/ 7893146 h 9456078"/>
              <a:gd name="connsiteX86" fmla="*/ 4509600 w 13940157"/>
              <a:gd name="connsiteY86" fmla="*/ 7857501 h 9456078"/>
              <a:gd name="connsiteX87" fmla="*/ 4543531 w 13940157"/>
              <a:gd name="connsiteY87" fmla="*/ 7821497 h 9456078"/>
              <a:gd name="connsiteX88" fmla="*/ 4577143 w 13940157"/>
              <a:gd name="connsiteY88" fmla="*/ 7785136 h 9456078"/>
              <a:gd name="connsiteX89" fmla="*/ 4610435 w 13940157"/>
              <a:gd name="connsiteY89" fmla="*/ 7748420 h 9456078"/>
              <a:gd name="connsiteX90" fmla="*/ 4643402 w 13940157"/>
              <a:gd name="connsiteY90" fmla="*/ 7711350 h 9456078"/>
              <a:gd name="connsiteX91" fmla="*/ 4676042 w 13940157"/>
              <a:gd name="connsiteY91" fmla="*/ 7673928 h 9456078"/>
              <a:gd name="connsiteX92" fmla="*/ 4708351 w 13940157"/>
              <a:gd name="connsiteY92" fmla="*/ 7636155 h 9456078"/>
              <a:gd name="connsiteX93" fmla="*/ 4740327 w 13940157"/>
              <a:gd name="connsiteY93" fmla="*/ 7598032 h 9456078"/>
              <a:gd name="connsiteX94" fmla="*/ 4771967 w 13940157"/>
              <a:gd name="connsiteY94" fmla="*/ 7559561 h 9456078"/>
              <a:gd name="connsiteX95" fmla="*/ 4803267 w 13940157"/>
              <a:gd name="connsiteY95" fmla="*/ 7520744 h 9456078"/>
              <a:gd name="connsiteX96" fmla="*/ 4834225 w 13940157"/>
              <a:gd name="connsiteY96" fmla="*/ 7481582 h 9456078"/>
              <a:gd name="connsiteX97" fmla="*/ 4864838 w 13940157"/>
              <a:gd name="connsiteY97" fmla="*/ 7442077 h 9456078"/>
              <a:gd name="connsiteX98" fmla="*/ 8803671 w 13940157"/>
              <a:gd name="connsiteY98" fmla="*/ 2307814 h 9456078"/>
              <a:gd name="connsiteX99" fmla="*/ 8834262 w 13940157"/>
              <a:gd name="connsiteY99" fmla="*/ 2268285 h 9456078"/>
              <a:gd name="connsiteX100" fmla="*/ 8865156 w 13940157"/>
              <a:gd name="connsiteY100" fmla="*/ 2229056 h 9456078"/>
              <a:gd name="connsiteX101" fmla="*/ 8896349 w 13940157"/>
              <a:gd name="connsiteY101" fmla="*/ 2190127 h 9456078"/>
              <a:gd name="connsiteX102" fmla="*/ 8927839 w 13940157"/>
              <a:gd name="connsiteY102" fmla="*/ 2151500 h 9456078"/>
              <a:gd name="connsiteX103" fmla="*/ 8959624 w 13940157"/>
              <a:gd name="connsiteY103" fmla="*/ 2113176 h 9456078"/>
              <a:gd name="connsiteX104" fmla="*/ 8991701 w 13940157"/>
              <a:gd name="connsiteY104" fmla="*/ 2075157 h 9456078"/>
              <a:gd name="connsiteX105" fmla="*/ 9024069 w 13940157"/>
              <a:gd name="connsiteY105" fmla="*/ 2037442 h 9456078"/>
              <a:gd name="connsiteX106" fmla="*/ 9056725 w 13940157"/>
              <a:gd name="connsiteY106" fmla="*/ 2000034 h 9456078"/>
              <a:gd name="connsiteX107" fmla="*/ 9089667 w 13940157"/>
              <a:gd name="connsiteY107" fmla="*/ 1962934 h 9456078"/>
              <a:gd name="connsiteX108" fmla="*/ 9122892 w 13940157"/>
              <a:gd name="connsiteY108" fmla="*/ 1926142 h 9456078"/>
              <a:gd name="connsiteX109" fmla="*/ 9156398 w 13940157"/>
              <a:gd name="connsiteY109" fmla="*/ 1889660 h 9456078"/>
              <a:gd name="connsiteX110" fmla="*/ 9190183 w 13940157"/>
              <a:gd name="connsiteY110" fmla="*/ 1853489 h 9456078"/>
              <a:gd name="connsiteX111" fmla="*/ 9224245 w 13940157"/>
              <a:gd name="connsiteY111" fmla="*/ 1817630 h 9456078"/>
              <a:gd name="connsiteX112" fmla="*/ 9258581 w 13940157"/>
              <a:gd name="connsiteY112" fmla="*/ 1782084 h 9456078"/>
              <a:gd name="connsiteX113" fmla="*/ 9293189 w 13940157"/>
              <a:gd name="connsiteY113" fmla="*/ 1746853 h 9456078"/>
              <a:gd name="connsiteX114" fmla="*/ 9328066 w 13940157"/>
              <a:gd name="connsiteY114" fmla="*/ 1711937 h 9456078"/>
              <a:gd name="connsiteX115" fmla="*/ 9363211 w 13940157"/>
              <a:gd name="connsiteY115" fmla="*/ 1677337 h 9456078"/>
              <a:gd name="connsiteX116" fmla="*/ 9398621 w 13940157"/>
              <a:gd name="connsiteY116" fmla="*/ 1643056 h 9456078"/>
              <a:gd name="connsiteX117" fmla="*/ 9434294 w 13940157"/>
              <a:gd name="connsiteY117" fmla="*/ 1609093 h 9456078"/>
              <a:gd name="connsiteX118" fmla="*/ 9470227 w 13940157"/>
              <a:gd name="connsiteY118" fmla="*/ 1575450 h 9456078"/>
              <a:gd name="connsiteX119" fmla="*/ 9506418 w 13940157"/>
              <a:gd name="connsiteY119" fmla="*/ 1542128 h 9456078"/>
              <a:gd name="connsiteX120" fmla="*/ 9542866 w 13940157"/>
              <a:gd name="connsiteY120" fmla="*/ 1509129 h 9456078"/>
              <a:gd name="connsiteX121" fmla="*/ 9579567 w 13940157"/>
              <a:gd name="connsiteY121" fmla="*/ 1476452 h 9456078"/>
              <a:gd name="connsiteX122" fmla="*/ 9616519 w 13940157"/>
              <a:gd name="connsiteY122" fmla="*/ 1444101 h 9456078"/>
              <a:gd name="connsiteX123" fmla="*/ 9653720 w 13940157"/>
              <a:gd name="connsiteY123" fmla="*/ 1412075 h 9456078"/>
              <a:gd name="connsiteX124" fmla="*/ 9691168 w 13940157"/>
              <a:gd name="connsiteY124" fmla="*/ 1380375 h 9456078"/>
              <a:gd name="connsiteX125" fmla="*/ 9728861 w 13940157"/>
              <a:gd name="connsiteY125" fmla="*/ 1349004 h 9456078"/>
              <a:gd name="connsiteX126" fmla="*/ 9766795 w 13940157"/>
              <a:gd name="connsiteY126" fmla="*/ 1317962 h 9456078"/>
              <a:gd name="connsiteX127" fmla="*/ 9804970 w 13940157"/>
              <a:gd name="connsiteY127" fmla="*/ 1287250 h 9456078"/>
              <a:gd name="connsiteX128" fmla="*/ 9843382 w 13940157"/>
              <a:gd name="connsiteY128" fmla="*/ 1256869 h 9456078"/>
              <a:gd name="connsiteX129" fmla="*/ 9882029 w 13940157"/>
              <a:gd name="connsiteY129" fmla="*/ 1226820 h 9456078"/>
              <a:gd name="connsiteX130" fmla="*/ 9920909 w 13940157"/>
              <a:gd name="connsiteY130" fmla="*/ 1197105 h 9456078"/>
              <a:gd name="connsiteX131" fmla="*/ 9960020 w 13940157"/>
              <a:gd name="connsiteY131" fmla="*/ 1167725 h 9456078"/>
              <a:gd name="connsiteX132" fmla="*/ 9999359 w 13940157"/>
              <a:gd name="connsiteY132" fmla="*/ 1138681 h 9456078"/>
              <a:gd name="connsiteX133" fmla="*/ 10038924 w 13940157"/>
              <a:gd name="connsiteY133" fmla="*/ 1109974 h 9456078"/>
              <a:gd name="connsiteX134" fmla="*/ 10078713 w 13940157"/>
              <a:gd name="connsiteY134" fmla="*/ 1081604 h 9456078"/>
              <a:gd name="connsiteX135" fmla="*/ 10118724 w 13940157"/>
              <a:gd name="connsiteY135" fmla="*/ 1053574 h 9456078"/>
              <a:gd name="connsiteX136" fmla="*/ 10158954 w 13940157"/>
              <a:gd name="connsiteY136" fmla="*/ 1025884 h 9456078"/>
              <a:gd name="connsiteX137" fmla="*/ 10199400 w 13940157"/>
              <a:gd name="connsiteY137" fmla="*/ 998536 h 9456078"/>
              <a:gd name="connsiteX138" fmla="*/ 10240062 w 13940157"/>
              <a:gd name="connsiteY138" fmla="*/ 971530 h 9456078"/>
              <a:gd name="connsiteX139" fmla="*/ 10280935 w 13940157"/>
              <a:gd name="connsiteY139" fmla="*/ 944868 h 9456078"/>
              <a:gd name="connsiteX140" fmla="*/ 10322019 w 13940157"/>
              <a:gd name="connsiteY140" fmla="*/ 918551 h 9456078"/>
              <a:gd name="connsiteX141" fmla="*/ 10363310 w 13940157"/>
              <a:gd name="connsiteY141" fmla="*/ 892580 h 9456078"/>
              <a:gd name="connsiteX142" fmla="*/ 10404807 w 13940157"/>
              <a:gd name="connsiteY142" fmla="*/ 866956 h 9456078"/>
              <a:gd name="connsiteX143" fmla="*/ 10446507 w 13940157"/>
              <a:gd name="connsiteY143" fmla="*/ 841681 h 9456078"/>
              <a:gd name="connsiteX144" fmla="*/ 10488408 w 13940157"/>
              <a:gd name="connsiteY144" fmla="*/ 816754 h 9456078"/>
              <a:gd name="connsiteX145" fmla="*/ 10530507 w 13940157"/>
              <a:gd name="connsiteY145" fmla="*/ 792179 h 9456078"/>
              <a:gd name="connsiteX146" fmla="*/ 10572803 w 13940157"/>
              <a:gd name="connsiteY146" fmla="*/ 767955 h 9456078"/>
              <a:gd name="connsiteX147" fmla="*/ 10615292 w 13940157"/>
              <a:gd name="connsiteY147" fmla="*/ 744083 h 9456078"/>
              <a:gd name="connsiteX148" fmla="*/ 10657973 w 13940157"/>
              <a:gd name="connsiteY148" fmla="*/ 720566 h 9456078"/>
              <a:gd name="connsiteX149" fmla="*/ 10700844 w 13940157"/>
              <a:gd name="connsiteY149" fmla="*/ 697404 h 9456078"/>
              <a:gd name="connsiteX150" fmla="*/ 10743902 w 13940157"/>
              <a:gd name="connsiteY150" fmla="*/ 674598 h 9456078"/>
              <a:gd name="connsiteX151" fmla="*/ 10787144 w 13940157"/>
              <a:gd name="connsiteY151" fmla="*/ 652149 h 9456078"/>
              <a:gd name="connsiteX152" fmla="*/ 10830569 w 13940157"/>
              <a:gd name="connsiteY152" fmla="*/ 630059 h 9456078"/>
              <a:gd name="connsiteX153" fmla="*/ 10874174 w 13940157"/>
              <a:gd name="connsiteY153" fmla="*/ 608328 h 9456078"/>
              <a:gd name="connsiteX154" fmla="*/ 10917957 w 13940157"/>
              <a:gd name="connsiteY154" fmla="*/ 586958 h 9456078"/>
              <a:gd name="connsiteX155" fmla="*/ 10961916 w 13940157"/>
              <a:gd name="connsiteY155" fmla="*/ 565950 h 9456078"/>
              <a:gd name="connsiteX156" fmla="*/ 11006048 w 13940157"/>
              <a:gd name="connsiteY156" fmla="*/ 545304 h 9456078"/>
              <a:gd name="connsiteX157" fmla="*/ 11050351 w 13940157"/>
              <a:gd name="connsiteY157" fmla="*/ 525023 h 9456078"/>
              <a:gd name="connsiteX158" fmla="*/ 11094823 w 13940157"/>
              <a:gd name="connsiteY158" fmla="*/ 505107 h 9456078"/>
              <a:gd name="connsiteX159" fmla="*/ 11139461 w 13940157"/>
              <a:gd name="connsiteY159" fmla="*/ 485558 h 9456078"/>
              <a:gd name="connsiteX160" fmla="*/ 11184263 w 13940157"/>
              <a:gd name="connsiteY160" fmla="*/ 466376 h 9456078"/>
              <a:gd name="connsiteX161" fmla="*/ 11229228 w 13940157"/>
              <a:gd name="connsiteY161" fmla="*/ 447563 h 9456078"/>
              <a:gd name="connsiteX162" fmla="*/ 11274351 w 13940157"/>
              <a:gd name="connsiteY162" fmla="*/ 429119 h 9456078"/>
              <a:gd name="connsiteX163" fmla="*/ 11319632 w 13940157"/>
              <a:gd name="connsiteY163" fmla="*/ 411046 h 9456078"/>
              <a:gd name="connsiteX164" fmla="*/ 11365068 w 13940157"/>
              <a:gd name="connsiteY164" fmla="*/ 393346 h 9456078"/>
              <a:gd name="connsiteX165" fmla="*/ 11410657 w 13940157"/>
              <a:gd name="connsiteY165" fmla="*/ 376018 h 9456078"/>
              <a:gd name="connsiteX166" fmla="*/ 11456396 w 13940157"/>
              <a:gd name="connsiteY166" fmla="*/ 359065 h 9456078"/>
              <a:gd name="connsiteX167" fmla="*/ 11502283 w 13940157"/>
              <a:gd name="connsiteY167" fmla="*/ 342487 h 9456078"/>
              <a:gd name="connsiteX168" fmla="*/ 11548316 w 13940157"/>
              <a:gd name="connsiteY168" fmla="*/ 326286 h 9456078"/>
              <a:gd name="connsiteX169" fmla="*/ 11594492 w 13940157"/>
              <a:gd name="connsiteY169" fmla="*/ 310462 h 9456078"/>
              <a:gd name="connsiteX170" fmla="*/ 11640810 w 13940157"/>
              <a:gd name="connsiteY170" fmla="*/ 295018 h 9456078"/>
              <a:gd name="connsiteX171" fmla="*/ 11687267 w 13940157"/>
              <a:gd name="connsiteY171" fmla="*/ 279953 h 9456078"/>
              <a:gd name="connsiteX172" fmla="*/ 11733860 w 13940157"/>
              <a:gd name="connsiteY172" fmla="*/ 265269 h 9456078"/>
              <a:gd name="connsiteX173" fmla="*/ 11780587 w 13940157"/>
              <a:gd name="connsiteY173" fmla="*/ 250968 h 9456078"/>
              <a:gd name="connsiteX174" fmla="*/ 11827447 w 13940157"/>
              <a:gd name="connsiteY174" fmla="*/ 237049 h 9456078"/>
              <a:gd name="connsiteX175" fmla="*/ 11874436 w 13940157"/>
              <a:gd name="connsiteY175" fmla="*/ 223516 h 9456078"/>
              <a:gd name="connsiteX176" fmla="*/ 11921553 w 13940157"/>
              <a:gd name="connsiteY176" fmla="*/ 210368 h 9456078"/>
              <a:gd name="connsiteX177" fmla="*/ 11968794 w 13940157"/>
              <a:gd name="connsiteY177" fmla="*/ 197606 h 9456078"/>
              <a:gd name="connsiteX178" fmla="*/ 12016159 w 13940157"/>
              <a:gd name="connsiteY178" fmla="*/ 185233 h 9456078"/>
              <a:gd name="connsiteX179" fmla="*/ 12063644 w 13940157"/>
              <a:gd name="connsiteY179" fmla="*/ 173248 h 9456078"/>
              <a:gd name="connsiteX180" fmla="*/ 12111248 w 13940157"/>
              <a:gd name="connsiteY180" fmla="*/ 161654 h 9456078"/>
              <a:gd name="connsiteX181" fmla="*/ 12158967 w 13940157"/>
              <a:gd name="connsiteY181" fmla="*/ 150451 h 9456078"/>
              <a:gd name="connsiteX182" fmla="*/ 12206800 w 13940157"/>
              <a:gd name="connsiteY182" fmla="*/ 139640 h 9456078"/>
              <a:gd name="connsiteX183" fmla="*/ 12254745 w 13940157"/>
              <a:gd name="connsiteY183" fmla="*/ 129223 h 9456078"/>
              <a:gd name="connsiteX184" fmla="*/ 12302799 w 13940157"/>
              <a:gd name="connsiteY184" fmla="*/ 119201 h 9456078"/>
              <a:gd name="connsiteX185" fmla="*/ 12350959 w 13940157"/>
              <a:gd name="connsiteY185" fmla="*/ 109574 h 9456078"/>
              <a:gd name="connsiteX186" fmla="*/ 12399224 w 13940157"/>
              <a:gd name="connsiteY186" fmla="*/ 100344 h 9456078"/>
              <a:gd name="connsiteX187" fmla="*/ 12447591 w 13940157"/>
              <a:gd name="connsiteY187" fmla="*/ 91512 h 9456078"/>
              <a:gd name="connsiteX188" fmla="*/ 12496058 w 13940157"/>
              <a:gd name="connsiteY188" fmla="*/ 83080 h 9456078"/>
              <a:gd name="connsiteX189" fmla="*/ 12544623 w 13940157"/>
              <a:gd name="connsiteY189" fmla="*/ 75047 h 9456078"/>
              <a:gd name="connsiteX190" fmla="*/ 12593283 w 13940157"/>
              <a:gd name="connsiteY190" fmla="*/ 67417 h 9456078"/>
              <a:gd name="connsiteX191" fmla="*/ 12642036 w 13940157"/>
              <a:gd name="connsiteY191" fmla="*/ 60188 h 9456078"/>
              <a:gd name="connsiteX192" fmla="*/ 12690879 w 13940157"/>
              <a:gd name="connsiteY192" fmla="*/ 53364 h 9456078"/>
              <a:gd name="connsiteX193" fmla="*/ 12739811 w 13940157"/>
              <a:gd name="connsiteY193" fmla="*/ 46944 h 9456078"/>
              <a:gd name="connsiteX194" fmla="*/ 12788830 w 13940157"/>
              <a:gd name="connsiteY194" fmla="*/ 40931 h 9456078"/>
              <a:gd name="connsiteX195" fmla="*/ 12837932 w 13940157"/>
              <a:gd name="connsiteY195" fmla="*/ 35324 h 9456078"/>
              <a:gd name="connsiteX196" fmla="*/ 12887116 w 13940157"/>
              <a:gd name="connsiteY196" fmla="*/ 30126 h 9456078"/>
              <a:gd name="connsiteX197" fmla="*/ 12936379 w 13940157"/>
              <a:gd name="connsiteY197" fmla="*/ 25337 h 9456078"/>
              <a:gd name="connsiteX198" fmla="*/ 12985719 w 13940157"/>
              <a:gd name="connsiteY198" fmla="*/ 20958 h 9456078"/>
              <a:gd name="connsiteX199" fmla="*/ 13035133 w 13940157"/>
              <a:gd name="connsiteY199" fmla="*/ 16991 h 9456078"/>
              <a:gd name="connsiteX200" fmla="*/ 13084620 w 13940157"/>
              <a:gd name="connsiteY200" fmla="*/ 13437 h 9456078"/>
              <a:gd name="connsiteX201" fmla="*/ 13134178 w 13940157"/>
              <a:gd name="connsiteY201" fmla="*/ 10297 h 9456078"/>
              <a:gd name="connsiteX202" fmla="*/ 13183803 w 13940157"/>
              <a:gd name="connsiteY202" fmla="*/ 7572 h 9456078"/>
              <a:gd name="connsiteX203" fmla="*/ 13233493 w 13940157"/>
              <a:gd name="connsiteY203" fmla="*/ 5263 h 9456078"/>
              <a:gd name="connsiteX204" fmla="*/ 13283247 w 13940157"/>
              <a:gd name="connsiteY204" fmla="*/ 3371 h 9456078"/>
              <a:gd name="connsiteX205" fmla="*/ 13333061 w 13940157"/>
              <a:gd name="connsiteY205" fmla="*/ 1898 h 9456078"/>
              <a:gd name="connsiteX206" fmla="*/ 13382934 w 13940157"/>
              <a:gd name="connsiteY206" fmla="*/ 844 h 9456078"/>
              <a:gd name="connsiteX207" fmla="*/ 13432864 w 13940157"/>
              <a:gd name="connsiteY207" fmla="*/ 211 h 9456078"/>
              <a:gd name="connsiteX208" fmla="*/ 13482847 w 13940157"/>
              <a:gd name="connsiteY208" fmla="*/ 0 h 9456078"/>
              <a:gd name="connsiteX209" fmla="*/ 13940158 w 13940157"/>
              <a:gd name="connsiteY209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49234 w 13158799"/>
              <a:gd name="connsiteY5" fmla="*/ 9450052 h 9456078"/>
              <a:gd name="connsiteX6" fmla="*/ 298870 w 13158799"/>
              <a:gd name="connsiteY6" fmla="*/ 9447409 h 9456078"/>
              <a:gd name="connsiteX7" fmla="*/ 348429 w 13158799"/>
              <a:gd name="connsiteY7" fmla="*/ 9444290 h 9456078"/>
              <a:gd name="connsiteX8" fmla="*/ 397907 w 13158799"/>
              <a:gd name="connsiteY8" fmla="*/ 9440698 h 9456078"/>
              <a:gd name="connsiteX9" fmla="*/ 447302 w 13158799"/>
              <a:gd name="connsiteY9" fmla="*/ 9436632 h 9456078"/>
              <a:gd name="connsiteX10" fmla="*/ 496610 w 13158799"/>
              <a:gd name="connsiteY10" fmla="*/ 9432096 h 9456078"/>
              <a:gd name="connsiteX11" fmla="*/ 545829 w 13158799"/>
              <a:gd name="connsiteY11" fmla="*/ 9427089 h 9456078"/>
              <a:gd name="connsiteX12" fmla="*/ 594956 w 13158799"/>
              <a:gd name="connsiteY12" fmla="*/ 9421615 h 9456078"/>
              <a:gd name="connsiteX13" fmla="*/ 643987 w 13158799"/>
              <a:gd name="connsiteY13" fmla="*/ 9415673 h 9456078"/>
              <a:gd name="connsiteX14" fmla="*/ 692920 w 13158799"/>
              <a:gd name="connsiteY14" fmla="*/ 9409267 h 9456078"/>
              <a:gd name="connsiteX15" fmla="*/ 741751 w 13158799"/>
              <a:gd name="connsiteY15" fmla="*/ 9402396 h 9456078"/>
              <a:gd name="connsiteX16" fmla="*/ 790478 w 13158799"/>
              <a:gd name="connsiteY16" fmla="*/ 9395063 h 9456078"/>
              <a:gd name="connsiteX17" fmla="*/ 839098 w 13158799"/>
              <a:gd name="connsiteY17" fmla="*/ 9387270 h 9456078"/>
              <a:gd name="connsiteX18" fmla="*/ 887607 w 13158799"/>
              <a:gd name="connsiteY18" fmla="*/ 9379017 h 9456078"/>
              <a:gd name="connsiteX19" fmla="*/ 936002 w 13158799"/>
              <a:gd name="connsiteY19" fmla="*/ 9370306 h 9456078"/>
              <a:gd name="connsiteX20" fmla="*/ 984281 w 13158799"/>
              <a:gd name="connsiteY20" fmla="*/ 9361139 h 9456078"/>
              <a:gd name="connsiteX21" fmla="*/ 1032440 w 13158799"/>
              <a:gd name="connsiteY21" fmla="*/ 9351517 h 9456078"/>
              <a:gd name="connsiteX22" fmla="*/ 1080477 w 13158799"/>
              <a:gd name="connsiteY22" fmla="*/ 9341441 h 9456078"/>
              <a:gd name="connsiteX23" fmla="*/ 1128389 w 13158799"/>
              <a:gd name="connsiteY23" fmla="*/ 9330914 h 9456078"/>
              <a:gd name="connsiteX24" fmla="*/ 1176172 w 13158799"/>
              <a:gd name="connsiteY24" fmla="*/ 9319936 h 9456078"/>
              <a:gd name="connsiteX25" fmla="*/ 1223823 w 13158799"/>
              <a:gd name="connsiteY25" fmla="*/ 9308509 h 9456078"/>
              <a:gd name="connsiteX26" fmla="*/ 1271339 w 13158799"/>
              <a:gd name="connsiteY26" fmla="*/ 9296635 h 9456078"/>
              <a:gd name="connsiteX27" fmla="*/ 1318719 w 13158799"/>
              <a:gd name="connsiteY27" fmla="*/ 9284315 h 9456078"/>
              <a:gd name="connsiteX28" fmla="*/ 1365957 w 13158799"/>
              <a:gd name="connsiteY28" fmla="*/ 9271550 h 9456078"/>
              <a:gd name="connsiteX29" fmla="*/ 1413052 w 13158799"/>
              <a:gd name="connsiteY29" fmla="*/ 9258342 h 9456078"/>
              <a:gd name="connsiteX30" fmla="*/ 1460000 w 13158799"/>
              <a:gd name="connsiteY30" fmla="*/ 9244693 h 9456078"/>
              <a:gd name="connsiteX31" fmla="*/ 1506799 w 13158799"/>
              <a:gd name="connsiteY31" fmla="*/ 9230604 h 9456078"/>
              <a:gd name="connsiteX32" fmla="*/ 1553445 w 13158799"/>
              <a:gd name="connsiteY32" fmla="*/ 9216076 h 9456078"/>
              <a:gd name="connsiteX33" fmla="*/ 1599935 w 13158799"/>
              <a:gd name="connsiteY33" fmla="*/ 9201111 h 9456078"/>
              <a:gd name="connsiteX34" fmla="*/ 1646267 w 13158799"/>
              <a:gd name="connsiteY34" fmla="*/ 9185710 h 9456078"/>
              <a:gd name="connsiteX35" fmla="*/ 1692437 w 13158799"/>
              <a:gd name="connsiteY35" fmla="*/ 9169876 h 9456078"/>
              <a:gd name="connsiteX36" fmla="*/ 1738442 w 13158799"/>
              <a:gd name="connsiteY36" fmla="*/ 9153608 h 9456078"/>
              <a:gd name="connsiteX37" fmla="*/ 1784280 w 13158799"/>
              <a:gd name="connsiteY37" fmla="*/ 9136910 h 9456078"/>
              <a:gd name="connsiteX38" fmla="*/ 1829947 w 13158799"/>
              <a:gd name="connsiteY38" fmla="*/ 9119782 h 9456078"/>
              <a:gd name="connsiteX39" fmla="*/ 1875440 w 13158799"/>
              <a:gd name="connsiteY39" fmla="*/ 9102226 h 9456078"/>
              <a:gd name="connsiteX40" fmla="*/ 1920756 w 13158799"/>
              <a:gd name="connsiteY40" fmla="*/ 9084243 h 9456078"/>
              <a:gd name="connsiteX41" fmla="*/ 1965893 w 13158799"/>
              <a:gd name="connsiteY41" fmla="*/ 9065835 h 9456078"/>
              <a:gd name="connsiteX42" fmla="*/ 2010847 w 13158799"/>
              <a:gd name="connsiteY42" fmla="*/ 9047004 h 9456078"/>
              <a:gd name="connsiteX43" fmla="*/ 2055615 w 13158799"/>
              <a:gd name="connsiteY43" fmla="*/ 9027750 h 9456078"/>
              <a:gd name="connsiteX44" fmla="*/ 2100195 w 13158799"/>
              <a:gd name="connsiteY44" fmla="*/ 9008075 h 9456078"/>
              <a:gd name="connsiteX45" fmla="*/ 2144582 w 13158799"/>
              <a:gd name="connsiteY45" fmla="*/ 8987981 h 9456078"/>
              <a:gd name="connsiteX46" fmla="*/ 2188775 w 13158799"/>
              <a:gd name="connsiteY46" fmla="*/ 8967470 h 9456078"/>
              <a:gd name="connsiteX47" fmla="*/ 2232770 w 13158799"/>
              <a:gd name="connsiteY47" fmla="*/ 8946542 h 9456078"/>
              <a:gd name="connsiteX48" fmla="*/ 2276564 w 13158799"/>
              <a:gd name="connsiteY48" fmla="*/ 8925199 h 9456078"/>
              <a:gd name="connsiteX49" fmla="*/ 2320154 w 13158799"/>
              <a:gd name="connsiteY49" fmla="*/ 8903443 h 9456078"/>
              <a:gd name="connsiteX50" fmla="*/ 2363538 w 13158799"/>
              <a:gd name="connsiteY50" fmla="*/ 8881275 h 9456078"/>
              <a:gd name="connsiteX51" fmla="*/ 2406711 w 13158799"/>
              <a:gd name="connsiteY51" fmla="*/ 8858697 h 9456078"/>
              <a:gd name="connsiteX52" fmla="*/ 2449672 w 13158799"/>
              <a:gd name="connsiteY52" fmla="*/ 8835710 h 9456078"/>
              <a:gd name="connsiteX53" fmla="*/ 2492417 w 13158799"/>
              <a:gd name="connsiteY53" fmla="*/ 8812316 h 9456078"/>
              <a:gd name="connsiteX54" fmla="*/ 2534943 w 13158799"/>
              <a:gd name="connsiteY54" fmla="*/ 8788516 h 9456078"/>
              <a:gd name="connsiteX55" fmla="*/ 2577247 w 13158799"/>
              <a:gd name="connsiteY55" fmla="*/ 8764311 h 9456078"/>
              <a:gd name="connsiteX56" fmla="*/ 2619326 w 13158799"/>
              <a:gd name="connsiteY56" fmla="*/ 8739704 h 9456078"/>
              <a:gd name="connsiteX57" fmla="*/ 2661177 w 13158799"/>
              <a:gd name="connsiteY57" fmla="*/ 8714695 h 9456078"/>
              <a:gd name="connsiteX58" fmla="*/ 2702797 w 13158799"/>
              <a:gd name="connsiteY58" fmla="*/ 8689286 h 9456078"/>
              <a:gd name="connsiteX59" fmla="*/ 2744183 w 13158799"/>
              <a:gd name="connsiteY59" fmla="*/ 8663479 h 9456078"/>
              <a:gd name="connsiteX60" fmla="*/ 2785333 w 13158799"/>
              <a:gd name="connsiteY60" fmla="*/ 8637274 h 9456078"/>
              <a:gd name="connsiteX61" fmla="*/ 2826242 w 13158799"/>
              <a:gd name="connsiteY61" fmla="*/ 8610675 h 9456078"/>
              <a:gd name="connsiteX62" fmla="*/ 2866908 w 13158799"/>
              <a:gd name="connsiteY62" fmla="*/ 8583681 h 9456078"/>
              <a:gd name="connsiteX63" fmla="*/ 2907329 w 13158799"/>
              <a:gd name="connsiteY63" fmla="*/ 8556295 h 9456078"/>
              <a:gd name="connsiteX64" fmla="*/ 2947500 w 13158799"/>
              <a:gd name="connsiteY64" fmla="*/ 8528517 h 9456078"/>
              <a:gd name="connsiteX65" fmla="*/ 2987419 w 13158799"/>
              <a:gd name="connsiteY65" fmla="*/ 8500351 h 9456078"/>
              <a:gd name="connsiteX66" fmla="*/ 3027083 w 13158799"/>
              <a:gd name="connsiteY66" fmla="*/ 8471796 h 9456078"/>
              <a:gd name="connsiteX67" fmla="*/ 3066489 w 13158799"/>
              <a:gd name="connsiteY67" fmla="*/ 8442854 h 9456078"/>
              <a:gd name="connsiteX68" fmla="*/ 3105634 w 13158799"/>
              <a:gd name="connsiteY68" fmla="*/ 8413528 h 9456078"/>
              <a:gd name="connsiteX69" fmla="*/ 3144515 w 13158799"/>
              <a:gd name="connsiteY69" fmla="*/ 8383818 h 9456078"/>
              <a:gd name="connsiteX70" fmla="*/ 3183129 w 13158799"/>
              <a:gd name="connsiteY70" fmla="*/ 8353726 h 9456078"/>
              <a:gd name="connsiteX71" fmla="*/ 3221473 w 13158799"/>
              <a:gd name="connsiteY71" fmla="*/ 8323253 h 9456078"/>
              <a:gd name="connsiteX72" fmla="*/ 3259544 w 13158799"/>
              <a:gd name="connsiteY72" fmla="*/ 8292401 h 9456078"/>
              <a:gd name="connsiteX73" fmla="*/ 3297339 w 13158799"/>
              <a:gd name="connsiteY73" fmla="*/ 8261172 h 9456078"/>
              <a:gd name="connsiteX74" fmla="*/ 3334854 w 13158799"/>
              <a:gd name="connsiteY74" fmla="*/ 8229566 h 9456078"/>
              <a:gd name="connsiteX75" fmla="*/ 3372087 w 13158799"/>
              <a:gd name="connsiteY75" fmla="*/ 8197585 h 9456078"/>
              <a:gd name="connsiteX76" fmla="*/ 3409035 w 13158799"/>
              <a:gd name="connsiteY76" fmla="*/ 8165232 h 9456078"/>
              <a:gd name="connsiteX77" fmla="*/ 3445695 w 13158799"/>
              <a:gd name="connsiteY77" fmla="*/ 8132507 h 9456078"/>
              <a:gd name="connsiteX78" fmla="*/ 3482064 w 13158799"/>
              <a:gd name="connsiteY78" fmla="*/ 8099411 h 9456078"/>
              <a:gd name="connsiteX79" fmla="*/ 3518139 w 13158799"/>
              <a:gd name="connsiteY79" fmla="*/ 8065947 h 9456078"/>
              <a:gd name="connsiteX80" fmla="*/ 3553916 w 13158799"/>
              <a:gd name="connsiteY80" fmla="*/ 8032115 h 9456078"/>
              <a:gd name="connsiteX81" fmla="*/ 3589393 w 13158799"/>
              <a:gd name="connsiteY81" fmla="*/ 7997918 h 9456078"/>
              <a:gd name="connsiteX82" fmla="*/ 3624567 w 13158799"/>
              <a:gd name="connsiteY82" fmla="*/ 7963356 h 9456078"/>
              <a:gd name="connsiteX83" fmla="*/ 3659435 w 13158799"/>
              <a:gd name="connsiteY83" fmla="*/ 7928432 h 9456078"/>
              <a:gd name="connsiteX84" fmla="*/ 3693994 w 13158799"/>
              <a:gd name="connsiteY84" fmla="*/ 7893146 h 9456078"/>
              <a:gd name="connsiteX85" fmla="*/ 3728240 w 13158799"/>
              <a:gd name="connsiteY85" fmla="*/ 7857501 h 9456078"/>
              <a:gd name="connsiteX86" fmla="*/ 3762171 w 13158799"/>
              <a:gd name="connsiteY86" fmla="*/ 7821497 h 9456078"/>
              <a:gd name="connsiteX87" fmla="*/ 3795783 w 13158799"/>
              <a:gd name="connsiteY87" fmla="*/ 7785136 h 9456078"/>
              <a:gd name="connsiteX88" fmla="*/ 3829075 w 13158799"/>
              <a:gd name="connsiteY88" fmla="*/ 7748420 h 9456078"/>
              <a:gd name="connsiteX89" fmla="*/ 3862042 w 13158799"/>
              <a:gd name="connsiteY89" fmla="*/ 7711350 h 9456078"/>
              <a:gd name="connsiteX90" fmla="*/ 3894682 w 13158799"/>
              <a:gd name="connsiteY90" fmla="*/ 7673928 h 9456078"/>
              <a:gd name="connsiteX91" fmla="*/ 3926991 w 13158799"/>
              <a:gd name="connsiteY91" fmla="*/ 7636155 h 9456078"/>
              <a:gd name="connsiteX92" fmla="*/ 3958967 w 13158799"/>
              <a:gd name="connsiteY92" fmla="*/ 7598032 h 9456078"/>
              <a:gd name="connsiteX93" fmla="*/ 3990607 w 13158799"/>
              <a:gd name="connsiteY93" fmla="*/ 7559561 h 9456078"/>
              <a:gd name="connsiteX94" fmla="*/ 4021907 w 13158799"/>
              <a:gd name="connsiteY94" fmla="*/ 7520744 h 9456078"/>
              <a:gd name="connsiteX95" fmla="*/ 4052865 w 13158799"/>
              <a:gd name="connsiteY95" fmla="*/ 7481582 h 9456078"/>
              <a:gd name="connsiteX96" fmla="*/ 4083478 w 13158799"/>
              <a:gd name="connsiteY96" fmla="*/ 7442077 h 9456078"/>
              <a:gd name="connsiteX97" fmla="*/ 8022311 w 13158799"/>
              <a:gd name="connsiteY97" fmla="*/ 2307814 h 9456078"/>
              <a:gd name="connsiteX98" fmla="*/ 8052902 w 13158799"/>
              <a:gd name="connsiteY98" fmla="*/ 2268285 h 9456078"/>
              <a:gd name="connsiteX99" fmla="*/ 8083796 w 13158799"/>
              <a:gd name="connsiteY99" fmla="*/ 2229056 h 9456078"/>
              <a:gd name="connsiteX100" fmla="*/ 8114989 w 13158799"/>
              <a:gd name="connsiteY100" fmla="*/ 2190127 h 9456078"/>
              <a:gd name="connsiteX101" fmla="*/ 8146479 w 13158799"/>
              <a:gd name="connsiteY101" fmla="*/ 2151500 h 9456078"/>
              <a:gd name="connsiteX102" fmla="*/ 8178264 w 13158799"/>
              <a:gd name="connsiteY102" fmla="*/ 2113176 h 9456078"/>
              <a:gd name="connsiteX103" fmla="*/ 8210341 w 13158799"/>
              <a:gd name="connsiteY103" fmla="*/ 2075157 h 9456078"/>
              <a:gd name="connsiteX104" fmla="*/ 8242709 w 13158799"/>
              <a:gd name="connsiteY104" fmla="*/ 2037442 h 9456078"/>
              <a:gd name="connsiteX105" fmla="*/ 8275365 w 13158799"/>
              <a:gd name="connsiteY105" fmla="*/ 2000034 h 9456078"/>
              <a:gd name="connsiteX106" fmla="*/ 8308307 w 13158799"/>
              <a:gd name="connsiteY106" fmla="*/ 1962934 h 9456078"/>
              <a:gd name="connsiteX107" fmla="*/ 8341532 w 13158799"/>
              <a:gd name="connsiteY107" fmla="*/ 1926142 h 9456078"/>
              <a:gd name="connsiteX108" fmla="*/ 8375038 w 13158799"/>
              <a:gd name="connsiteY108" fmla="*/ 1889660 h 9456078"/>
              <a:gd name="connsiteX109" fmla="*/ 8408823 w 13158799"/>
              <a:gd name="connsiteY109" fmla="*/ 1853489 h 9456078"/>
              <a:gd name="connsiteX110" fmla="*/ 8442885 w 13158799"/>
              <a:gd name="connsiteY110" fmla="*/ 1817630 h 9456078"/>
              <a:gd name="connsiteX111" fmla="*/ 8477221 w 13158799"/>
              <a:gd name="connsiteY111" fmla="*/ 1782084 h 9456078"/>
              <a:gd name="connsiteX112" fmla="*/ 8511829 w 13158799"/>
              <a:gd name="connsiteY112" fmla="*/ 1746853 h 9456078"/>
              <a:gd name="connsiteX113" fmla="*/ 8546706 w 13158799"/>
              <a:gd name="connsiteY113" fmla="*/ 1711937 h 9456078"/>
              <a:gd name="connsiteX114" fmla="*/ 8581851 w 13158799"/>
              <a:gd name="connsiteY114" fmla="*/ 1677337 h 9456078"/>
              <a:gd name="connsiteX115" fmla="*/ 8617261 w 13158799"/>
              <a:gd name="connsiteY115" fmla="*/ 1643056 h 9456078"/>
              <a:gd name="connsiteX116" fmla="*/ 8652934 w 13158799"/>
              <a:gd name="connsiteY116" fmla="*/ 1609093 h 9456078"/>
              <a:gd name="connsiteX117" fmla="*/ 8688867 w 13158799"/>
              <a:gd name="connsiteY117" fmla="*/ 1575450 h 9456078"/>
              <a:gd name="connsiteX118" fmla="*/ 8725058 w 13158799"/>
              <a:gd name="connsiteY118" fmla="*/ 1542128 h 9456078"/>
              <a:gd name="connsiteX119" fmla="*/ 8761506 w 13158799"/>
              <a:gd name="connsiteY119" fmla="*/ 1509129 h 9456078"/>
              <a:gd name="connsiteX120" fmla="*/ 8798207 w 13158799"/>
              <a:gd name="connsiteY120" fmla="*/ 1476452 h 9456078"/>
              <a:gd name="connsiteX121" fmla="*/ 8835159 w 13158799"/>
              <a:gd name="connsiteY121" fmla="*/ 1444101 h 9456078"/>
              <a:gd name="connsiteX122" fmla="*/ 8872360 w 13158799"/>
              <a:gd name="connsiteY122" fmla="*/ 1412075 h 9456078"/>
              <a:gd name="connsiteX123" fmla="*/ 8909808 w 13158799"/>
              <a:gd name="connsiteY123" fmla="*/ 1380375 h 9456078"/>
              <a:gd name="connsiteX124" fmla="*/ 8947501 w 13158799"/>
              <a:gd name="connsiteY124" fmla="*/ 1349004 h 9456078"/>
              <a:gd name="connsiteX125" fmla="*/ 8985435 w 13158799"/>
              <a:gd name="connsiteY125" fmla="*/ 1317962 h 9456078"/>
              <a:gd name="connsiteX126" fmla="*/ 9023610 w 13158799"/>
              <a:gd name="connsiteY126" fmla="*/ 1287250 h 9456078"/>
              <a:gd name="connsiteX127" fmla="*/ 9062022 w 13158799"/>
              <a:gd name="connsiteY127" fmla="*/ 1256869 h 9456078"/>
              <a:gd name="connsiteX128" fmla="*/ 9100669 w 13158799"/>
              <a:gd name="connsiteY128" fmla="*/ 1226820 h 9456078"/>
              <a:gd name="connsiteX129" fmla="*/ 9139549 w 13158799"/>
              <a:gd name="connsiteY129" fmla="*/ 1197105 h 9456078"/>
              <a:gd name="connsiteX130" fmla="*/ 9178660 w 13158799"/>
              <a:gd name="connsiteY130" fmla="*/ 1167725 h 9456078"/>
              <a:gd name="connsiteX131" fmla="*/ 9217999 w 13158799"/>
              <a:gd name="connsiteY131" fmla="*/ 1138681 h 9456078"/>
              <a:gd name="connsiteX132" fmla="*/ 9257564 w 13158799"/>
              <a:gd name="connsiteY132" fmla="*/ 1109974 h 9456078"/>
              <a:gd name="connsiteX133" fmla="*/ 9297353 w 13158799"/>
              <a:gd name="connsiteY133" fmla="*/ 1081604 h 9456078"/>
              <a:gd name="connsiteX134" fmla="*/ 9337364 w 13158799"/>
              <a:gd name="connsiteY134" fmla="*/ 1053574 h 9456078"/>
              <a:gd name="connsiteX135" fmla="*/ 9377594 w 13158799"/>
              <a:gd name="connsiteY135" fmla="*/ 1025884 h 9456078"/>
              <a:gd name="connsiteX136" fmla="*/ 9418040 w 13158799"/>
              <a:gd name="connsiteY136" fmla="*/ 998536 h 9456078"/>
              <a:gd name="connsiteX137" fmla="*/ 9458702 w 13158799"/>
              <a:gd name="connsiteY137" fmla="*/ 971530 h 9456078"/>
              <a:gd name="connsiteX138" fmla="*/ 9499575 w 13158799"/>
              <a:gd name="connsiteY138" fmla="*/ 944868 h 9456078"/>
              <a:gd name="connsiteX139" fmla="*/ 9540659 w 13158799"/>
              <a:gd name="connsiteY139" fmla="*/ 918551 h 9456078"/>
              <a:gd name="connsiteX140" fmla="*/ 9581950 w 13158799"/>
              <a:gd name="connsiteY140" fmla="*/ 892580 h 9456078"/>
              <a:gd name="connsiteX141" fmla="*/ 9623447 w 13158799"/>
              <a:gd name="connsiteY141" fmla="*/ 866956 h 9456078"/>
              <a:gd name="connsiteX142" fmla="*/ 9665147 w 13158799"/>
              <a:gd name="connsiteY142" fmla="*/ 841681 h 9456078"/>
              <a:gd name="connsiteX143" fmla="*/ 9707048 w 13158799"/>
              <a:gd name="connsiteY143" fmla="*/ 816754 h 9456078"/>
              <a:gd name="connsiteX144" fmla="*/ 9749147 w 13158799"/>
              <a:gd name="connsiteY144" fmla="*/ 792179 h 9456078"/>
              <a:gd name="connsiteX145" fmla="*/ 9791443 w 13158799"/>
              <a:gd name="connsiteY145" fmla="*/ 767955 h 9456078"/>
              <a:gd name="connsiteX146" fmla="*/ 9833932 w 13158799"/>
              <a:gd name="connsiteY146" fmla="*/ 744083 h 9456078"/>
              <a:gd name="connsiteX147" fmla="*/ 9876613 w 13158799"/>
              <a:gd name="connsiteY147" fmla="*/ 720566 h 9456078"/>
              <a:gd name="connsiteX148" fmla="*/ 9919484 w 13158799"/>
              <a:gd name="connsiteY148" fmla="*/ 697404 h 9456078"/>
              <a:gd name="connsiteX149" fmla="*/ 9962542 w 13158799"/>
              <a:gd name="connsiteY149" fmla="*/ 674598 h 9456078"/>
              <a:gd name="connsiteX150" fmla="*/ 10005784 w 13158799"/>
              <a:gd name="connsiteY150" fmla="*/ 652149 h 9456078"/>
              <a:gd name="connsiteX151" fmla="*/ 10049209 w 13158799"/>
              <a:gd name="connsiteY151" fmla="*/ 630059 h 9456078"/>
              <a:gd name="connsiteX152" fmla="*/ 10092814 w 13158799"/>
              <a:gd name="connsiteY152" fmla="*/ 608328 h 9456078"/>
              <a:gd name="connsiteX153" fmla="*/ 10136597 w 13158799"/>
              <a:gd name="connsiteY153" fmla="*/ 586958 h 9456078"/>
              <a:gd name="connsiteX154" fmla="*/ 10180556 w 13158799"/>
              <a:gd name="connsiteY154" fmla="*/ 565950 h 9456078"/>
              <a:gd name="connsiteX155" fmla="*/ 10224688 w 13158799"/>
              <a:gd name="connsiteY155" fmla="*/ 545304 h 9456078"/>
              <a:gd name="connsiteX156" fmla="*/ 10268991 w 13158799"/>
              <a:gd name="connsiteY156" fmla="*/ 525023 h 9456078"/>
              <a:gd name="connsiteX157" fmla="*/ 10313463 w 13158799"/>
              <a:gd name="connsiteY157" fmla="*/ 505107 h 9456078"/>
              <a:gd name="connsiteX158" fmla="*/ 10358101 w 13158799"/>
              <a:gd name="connsiteY158" fmla="*/ 485558 h 9456078"/>
              <a:gd name="connsiteX159" fmla="*/ 10402903 w 13158799"/>
              <a:gd name="connsiteY159" fmla="*/ 466376 h 9456078"/>
              <a:gd name="connsiteX160" fmla="*/ 10447868 w 13158799"/>
              <a:gd name="connsiteY160" fmla="*/ 447563 h 9456078"/>
              <a:gd name="connsiteX161" fmla="*/ 10492991 w 13158799"/>
              <a:gd name="connsiteY161" fmla="*/ 429119 h 9456078"/>
              <a:gd name="connsiteX162" fmla="*/ 10538272 w 13158799"/>
              <a:gd name="connsiteY162" fmla="*/ 411046 h 9456078"/>
              <a:gd name="connsiteX163" fmla="*/ 10583708 w 13158799"/>
              <a:gd name="connsiteY163" fmla="*/ 393346 h 9456078"/>
              <a:gd name="connsiteX164" fmla="*/ 10629297 w 13158799"/>
              <a:gd name="connsiteY164" fmla="*/ 376018 h 9456078"/>
              <a:gd name="connsiteX165" fmla="*/ 10675036 w 13158799"/>
              <a:gd name="connsiteY165" fmla="*/ 359065 h 9456078"/>
              <a:gd name="connsiteX166" fmla="*/ 10720923 w 13158799"/>
              <a:gd name="connsiteY166" fmla="*/ 342487 h 9456078"/>
              <a:gd name="connsiteX167" fmla="*/ 10766956 w 13158799"/>
              <a:gd name="connsiteY167" fmla="*/ 326286 h 9456078"/>
              <a:gd name="connsiteX168" fmla="*/ 10813132 w 13158799"/>
              <a:gd name="connsiteY168" fmla="*/ 310462 h 9456078"/>
              <a:gd name="connsiteX169" fmla="*/ 10859450 w 13158799"/>
              <a:gd name="connsiteY169" fmla="*/ 295018 h 9456078"/>
              <a:gd name="connsiteX170" fmla="*/ 10905907 w 13158799"/>
              <a:gd name="connsiteY170" fmla="*/ 279953 h 9456078"/>
              <a:gd name="connsiteX171" fmla="*/ 10952500 w 13158799"/>
              <a:gd name="connsiteY171" fmla="*/ 265269 h 9456078"/>
              <a:gd name="connsiteX172" fmla="*/ 10999227 w 13158799"/>
              <a:gd name="connsiteY172" fmla="*/ 250968 h 9456078"/>
              <a:gd name="connsiteX173" fmla="*/ 11046087 w 13158799"/>
              <a:gd name="connsiteY173" fmla="*/ 237049 h 9456078"/>
              <a:gd name="connsiteX174" fmla="*/ 11093076 w 13158799"/>
              <a:gd name="connsiteY174" fmla="*/ 223516 h 9456078"/>
              <a:gd name="connsiteX175" fmla="*/ 11140193 w 13158799"/>
              <a:gd name="connsiteY175" fmla="*/ 210368 h 9456078"/>
              <a:gd name="connsiteX176" fmla="*/ 11187434 w 13158799"/>
              <a:gd name="connsiteY176" fmla="*/ 197606 h 9456078"/>
              <a:gd name="connsiteX177" fmla="*/ 11234799 w 13158799"/>
              <a:gd name="connsiteY177" fmla="*/ 185233 h 9456078"/>
              <a:gd name="connsiteX178" fmla="*/ 11282284 w 13158799"/>
              <a:gd name="connsiteY178" fmla="*/ 173248 h 9456078"/>
              <a:gd name="connsiteX179" fmla="*/ 11329888 w 13158799"/>
              <a:gd name="connsiteY179" fmla="*/ 161654 h 9456078"/>
              <a:gd name="connsiteX180" fmla="*/ 11377607 w 13158799"/>
              <a:gd name="connsiteY180" fmla="*/ 150451 h 9456078"/>
              <a:gd name="connsiteX181" fmla="*/ 11425440 w 13158799"/>
              <a:gd name="connsiteY181" fmla="*/ 139640 h 9456078"/>
              <a:gd name="connsiteX182" fmla="*/ 11473385 w 13158799"/>
              <a:gd name="connsiteY182" fmla="*/ 129223 h 9456078"/>
              <a:gd name="connsiteX183" fmla="*/ 11521439 w 13158799"/>
              <a:gd name="connsiteY183" fmla="*/ 119201 h 9456078"/>
              <a:gd name="connsiteX184" fmla="*/ 11569599 w 13158799"/>
              <a:gd name="connsiteY184" fmla="*/ 109574 h 9456078"/>
              <a:gd name="connsiteX185" fmla="*/ 11617864 w 13158799"/>
              <a:gd name="connsiteY185" fmla="*/ 100344 h 9456078"/>
              <a:gd name="connsiteX186" fmla="*/ 11666231 w 13158799"/>
              <a:gd name="connsiteY186" fmla="*/ 91512 h 9456078"/>
              <a:gd name="connsiteX187" fmla="*/ 11714698 w 13158799"/>
              <a:gd name="connsiteY187" fmla="*/ 83080 h 9456078"/>
              <a:gd name="connsiteX188" fmla="*/ 11763263 w 13158799"/>
              <a:gd name="connsiteY188" fmla="*/ 75047 h 9456078"/>
              <a:gd name="connsiteX189" fmla="*/ 11811923 w 13158799"/>
              <a:gd name="connsiteY189" fmla="*/ 67417 h 9456078"/>
              <a:gd name="connsiteX190" fmla="*/ 11860676 w 13158799"/>
              <a:gd name="connsiteY190" fmla="*/ 60188 h 9456078"/>
              <a:gd name="connsiteX191" fmla="*/ 11909519 w 13158799"/>
              <a:gd name="connsiteY191" fmla="*/ 53364 h 9456078"/>
              <a:gd name="connsiteX192" fmla="*/ 11958451 w 13158799"/>
              <a:gd name="connsiteY192" fmla="*/ 46944 h 9456078"/>
              <a:gd name="connsiteX193" fmla="*/ 12007470 w 13158799"/>
              <a:gd name="connsiteY193" fmla="*/ 40931 h 9456078"/>
              <a:gd name="connsiteX194" fmla="*/ 12056572 w 13158799"/>
              <a:gd name="connsiteY194" fmla="*/ 35324 h 9456078"/>
              <a:gd name="connsiteX195" fmla="*/ 12105756 w 13158799"/>
              <a:gd name="connsiteY195" fmla="*/ 30126 h 9456078"/>
              <a:gd name="connsiteX196" fmla="*/ 12155019 w 13158799"/>
              <a:gd name="connsiteY196" fmla="*/ 25337 h 9456078"/>
              <a:gd name="connsiteX197" fmla="*/ 12204359 w 13158799"/>
              <a:gd name="connsiteY197" fmla="*/ 20958 h 9456078"/>
              <a:gd name="connsiteX198" fmla="*/ 12253773 w 13158799"/>
              <a:gd name="connsiteY198" fmla="*/ 16991 h 9456078"/>
              <a:gd name="connsiteX199" fmla="*/ 12303260 w 13158799"/>
              <a:gd name="connsiteY199" fmla="*/ 13437 h 9456078"/>
              <a:gd name="connsiteX200" fmla="*/ 12352818 w 13158799"/>
              <a:gd name="connsiteY200" fmla="*/ 10297 h 9456078"/>
              <a:gd name="connsiteX201" fmla="*/ 12402443 w 13158799"/>
              <a:gd name="connsiteY201" fmla="*/ 7572 h 9456078"/>
              <a:gd name="connsiteX202" fmla="*/ 12452133 w 13158799"/>
              <a:gd name="connsiteY202" fmla="*/ 5263 h 9456078"/>
              <a:gd name="connsiteX203" fmla="*/ 12501887 w 13158799"/>
              <a:gd name="connsiteY203" fmla="*/ 3371 h 9456078"/>
              <a:gd name="connsiteX204" fmla="*/ 12551701 w 13158799"/>
              <a:gd name="connsiteY204" fmla="*/ 1898 h 9456078"/>
              <a:gd name="connsiteX205" fmla="*/ 12601574 w 13158799"/>
              <a:gd name="connsiteY205" fmla="*/ 844 h 9456078"/>
              <a:gd name="connsiteX206" fmla="*/ 12651504 w 13158799"/>
              <a:gd name="connsiteY206" fmla="*/ 211 h 9456078"/>
              <a:gd name="connsiteX207" fmla="*/ 12701487 w 13158799"/>
              <a:gd name="connsiteY207" fmla="*/ 0 h 9456078"/>
              <a:gd name="connsiteX208" fmla="*/ 13158798 w 13158799"/>
              <a:gd name="connsiteY208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28389 w 13158797"/>
              <a:gd name="connsiteY22" fmla="*/ 9330914 h 9456078"/>
              <a:gd name="connsiteX23" fmla="*/ 1176172 w 13158797"/>
              <a:gd name="connsiteY23" fmla="*/ 9319936 h 9456078"/>
              <a:gd name="connsiteX24" fmla="*/ 1223823 w 13158797"/>
              <a:gd name="connsiteY24" fmla="*/ 9308509 h 9456078"/>
              <a:gd name="connsiteX25" fmla="*/ 1271339 w 13158797"/>
              <a:gd name="connsiteY25" fmla="*/ 9296635 h 9456078"/>
              <a:gd name="connsiteX26" fmla="*/ 1318719 w 13158797"/>
              <a:gd name="connsiteY26" fmla="*/ 9284315 h 9456078"/>
              <a:gd name="connsiteX27" fmla="*/ 1365957 w 13158797"/>
              <a:gd name="connsiteY27" fmla="*/ 9271550 h 9456078"/>
              <a:gd name="connsiteX28" fmla="*/ 1413052 w 13158797"/>
              <a:gd name="connsiteY28" fmla="*/ 9258342 h 9456078"/>
              <a:gd name="connsiteX29" fmla="*/ 1460000 w 13158797"/>
              <a:gd name="connsiteY29" fmla="*/ 9244693 h 9456078"/>
              <a:gd name="connsiteX30" fmla="*/ 1506799 w 13158797"/>
              <a:gd name="connsiteY30" fmla="*/ 9230604 h 9456078"/>
              <a:gd name="connsiteX31" fmla="*/ 1553445 w 13158797"/>
              <a:gd name="connsiteY31" fmla="*/ 9216076 h 9456078"/>
              <a:gd name="connsiteX32" fmla="*/ 1599935 w 13158797"/>
              <a:gd name="connsiteY32" fmla="*/ 9201111 h 9456078"/>
              <a:gd name="connsiteX33" fmla="*/ 1646267 w 13158797"/>
              <a:gd name="connsiteY33" fmla="*/ 9185710 h 9456078"/>
              <a:gd name="connsiteX34" fmla="*/ 1692437 w 13158797"/>
              <a:gd name="connsiteY34" fmla="*/ 9169876 h 9456078"/>
              <a:gd name="connsiteX35" fmla="*/ 1738442 w 13158797"/>
              <a:gd name="connsiteY35" fmla="*/ 9153608 h 9456078"/>
              <a:gd name="connsiteX36" fmla="*/ 1784280 w 13158797"/>
              <a:gd name="connsiteY36" fmla="*/ 9136910 h 9456078"/>
              <a:gd name="connsiteX37" fmla="*/ 1829947 w 13158797"/>
              <a:gd name="connsiteY37" fmla="*/ 9119782 h 9456078"/>
              <a:gd name="connsiteX38" fmla="*/ 1875440 w 13158797"/>
              <a:gd name="connsiteY38" fmla="*/ 9102226 h 9456078"/>
              <a:gd name="connsiteX39" fmla="*/ 1920756 w 13158797"/>
              <a:gd name="connsiteY39" fmla="*/ 9084243 h 9456078"/>
              <a:gd name="connsiteX40" fmla="*/ 1965893 w 13158797"/>
              <a:gd name="connsiteY40" fmla="*/ 9065835 h 9456078"/>
              <a:gd name="connsiteX41" fmla="*/ 2010847 w 13158797"/>
              <a:gd name="connsiteY41" fmla="*/ 9047004 h 9456078"/>
              <a:gd name="connsiteX42" fmla="*/ 2055615 w 13158797"/>
              <a:gd name="connsiteY42" fmla="*/ 9027750 h 9456078"/>
              <a:gd name="connsiteX43" fmla="*/ 2100195 w 13158797"/>
              <a:gd name="connsiteY43" fmla="*/ 9008075 h 9456078"/>
              <a:gd name="connsiteX44" fmla="*/ 2144582 w 13158797"/>
              <a:gd name="connsiteY44" fmla="*/ 8987981 h 9456078"/>
              <a:gd name="connsiteX45" fmla="*/ 2188775 w 13158797"/>
              <a:gd name="connsiteY45" fmla="*/ 8967470 h 9456078"/>
              <a:gd name="connsiteX46" fmla="*/ 2232770 w 13158797"/>
              <a:gd name="connsiteY46" fmla="*/ 8946542 h 9456078"/>
              <a:gd name="connsiteX47" fmla="*/ 2276564 w 13158797"/>
              <a:gd name="connsiteY47" fmla="*/ 8925199 h 9456078"/>
              <a:gd name="connsiteX48" fmla="*/ 2320154 w 13158797"/>
              <a:gd name="connsiteY48" fmla="*/ 8903443 h 9456078"/>
              <a:gd name="connsiteX49" fmla="*/ 2363538 w 13158797"/>
              <a:gd name="connsiteY49" fmla="*/ 8881275 h 9456078"/>
              <a:gd name="connsiteX50" fmla="*/ 2406711 w 13158797"/>
              <a:gd name="connsiteY50" fmla="*/ 8858697 h 9456078"/>
              <a:gd name="connsiteX51" fmla="*/ 2449672 w 13158797"/>
              <a:gd name="connsiteY51" fmla="*/ 8835710 h 9456078"/>
              <a:gd name="connsiteX52" fmla="*/ 2492417 w 13158797"/>
              <a:gd name="connsiteY52" fmla="*/ 8812316 h 9456078"/>
              <a:gd name="connsiteX53" fmla="*/ 2534943 w 13158797"/>
              <a:gd name="connsiteY53" fmla="*/ 8788516 h 9456078"/>
              <a:gd name="connsiteX54" fmla="*/ 2577247 w 13158797"/>
              <a:gd name="connsiteY54" fmla="*/ 8764311 h 9456078"/>
              <a:gd name="connsiteX55" fmla="*/ 2619326 w 13158797"/>
              <a:gd name="connsiteY55" fmla="*/ 8739704 h 9456078"/>
              <a:gd name="connsiteX56" fmla="*/ 2661177 w 13158797"/>
              <a:gd name="connsiteY56" fmla="*/ 8714695 h 9456078"/>
              <a:gd name="connsiteX57" fmla="*/ 2702797 w 13158797"/>
              <a:gd name="connsiteY57" fmla="*/ 8689286 h 9456078"/>
              <a:gd name="connsiteX58" fmla="*/ 2744183 w 13158797"/>
              <a:gd name="connsiteY58" fmla="*/ 8663479 h 9456078"/>
              <a:gd name="connsiteX59" fmla="*/ 2785333 w 13158797"/>
              <a:gd name="connsiteY59" fmla="*/ 8637274 h 9456078"/>
              <a:gd name="connsiteX60" fmla="*/ 2826242 w 13158797"/>
              <a:gd name="connsiteY60" fmla="*/ 8610675 h 9456078"/>
              <a:gd name="connsiteX61" fmla="*/ 2866908 w 13158797"/>
              <a:gd name="connsiteY61" fmla="*/ 8583681 h 9456078"/>
              <a:gd name="connsiteX62" fmla="*/ 2907329 w 13158797"/>
              <a:gd name="connsiteY62" fmla="*/ 8556295 h 9456078"/>
              <a:gd name="connsiteX63" fmla="*/ 2947500 w 13158797"/>
              <a:gd name="connsiteY63" fmla="*/ 8528517 h 9456078"/>
              <a:gd name="connsiteX64" fmla="*/ 2987419 w 13158797"/>
              <a:gd name="connsiteY64" fmla="*/ 8500351 h 9456078"/>
              <a:gd name="connsiteX65" fmla="*/ 3027083 w 13158797"/>
              <a:gd name="connsiteY65" fmla="*/ 8471796 h 9456078"/>
              <a:gd name="connsiteX66" fmla="*/ 3066489 w 13158797"/>
              <a:gd name="connsiteY66" fmla="*/ 8442854 h 9456078"/>
              <a:gd name="connsiteX67" fmla="*/ 3105634 w 13158797"/>
              <a:gd name="connsiteY67" fmla="*/ 8413528 h 9456078"/>
              <a:gd name="connsiteX68" fmla="*/ 3144515 w 13158797"/>
              <a:gd name="connsiteY68" fmla="*/ 8383818 h 9456078"/>
              <a:gd name="connsiteX69" fmla="*/ 3183129 w 13158797"/>
              <a:gd name="connsiteY69" fmla="*/ 8353726 h 9456078"/>
              <a:gd name="connsiteX70" fmla="*/ 3221473 w 13158797"/>
              <a:gd name="connsiteY70" fmla="*/ 8323253 h 9456078"/>
              <a:gd name="connsiteX71" fmla="*/ 3259544 w 13158797"/>
              <a:gd name="connsiteY71" fmla="*/ 8292401 h 9456078"/>
              <a:gd name="connsiteX72" fmla="*/ 3297339 w 13158797"/>
              <a:gd name="connsiteY72" fmla="*/ 8261172 h 9456078"/>
              <a:gd name="connsiteX73" fmla="*/ 3334854 w 13158797"/>
              <a:gd name="connsiteY73" fmla="*/ 8229566 h 9456078"/>
              <a:gd name="connsiteX74" fmla="*/ 3372087 w 13158797"/>
              <a:gd name="connsiteY74" fmla="*/ 8197585 h 9456078"/>
              <a:gd name="connsiteX75" fmla="*/ 3409035 w 13158797"/>
              <a:gd name="connsiteY75" fmla="*/ 8165232 h 9456078"/>
              <a:gd name="connsiteX76" fmla="*/ 3445695 w 13158797"/>
              <a:gd name="connsiteY76" fmla="*/ 8132507 h 9456078"/>
              <a:gd name="connsiteX77" fmla="*/ 3482064 w 13158797"/>
              <a:gd name="connsiteY77" fmla="*/ 8099411 h 9456078"/>
              <a:gd name="connsiteX78" fmla="*/ 3518139 w 13158797"/>
              <a:gd name="connsiteY78" fmla="*/ 8065947 h 9456078"/>
              <a:gd name="connsiteX79" fmla="*/ 3553916 w 13158797"/>
              <a:gd name="connsiteY79" fmla="*/ 8032115 h 9456078"/>
              <a:gd name="connsiteX80" fmla="*/ 3589393 w 13158797"/>
              <a:gd name="connsiteY80" fmla="*/ 7997918 h 9456078"/>
              <a:gd name="connsiteX81" fmla="*/ 3624567 w 13158797"/>
              <a:gd name="connsiteY81" fmla="*/ 7963356 h 9456078"/>
              <a:gd name="connsiteX82" fmla="*/ 3659435 w 13158797"/>
              <a:gd name="connsiteY82" fmla="*/ 7928432 h 9456078"/>
              <a:gd name="connsiteX83" fmla="*/ 3693994 w 13158797"/>
              <a:gd name="connsiteY83" fmla="*/ 7893146 h 9456078"/>
              <a:gd name="connsiteX84" fmla="*/ 3728240 w 13158797"/>
              <a:gd name="connsiteY84" fmla="*/ 7857501 h 9456078"/>
              <a:gd name="connsiteX85" fmla="*/ 3762171 w 13158797"/>
              <a:gd name="connsiteY85" fmla="*/ 7821497 h 9456078"/>
              <a:gd name="connsiteX86" fmla="*/ 3795783 w 13158797"/>
              <a:gd name="connsiteY86" fmla="*/ 7785136 h 9456078"/>
              <a:gd name="connsiteX87" fmla="*/ 3829075 w 13158797"/>
              <a:gd name="connsiteY87" fmla="*/ 7748420 h 9456078"/>
              <a:gd name="connsiteX88" fmla="*/ 3862042 w 13158797"/>
              <a:gd name="connsiteY88" fmla="*/ 7711350 h 9456078"/>
              <a:gd name="connsiteX89" fmla="*/ 3894682 w 13158797"/>
              <a:gd name="connsiteY89" fmla="*/ 7673928 h 9456078"/>
              <a:gd name="connsiteX90" fmla="*/ 3926991 w 13158797"/>
              <a:gd name="connsiteY90" fmla="*/ 7636155 h 9456078"/>
              <a:gd name="connsiteX91" fmla="*/ 3958967 w 13158797"/>
              <a:gd name="connsiteY91" fmla="*/ 7598032 h 9456078"/>
              <a:gd name="connsiteX92" fmla="*/ 3990607 w 13158797"/>
              <a:gd name="connsiteY92" fmla="*/ 7559561 h 9456078"/>
              <a:gd name="connsiteX93" fmla="*/ 4021907 w 13158797"/>
              <a:gd name="connsiteY93" fmla="*/ 7520744 h 9456078"/>
              <a:gd name="connsiteX94" fmla="*/ 4052865 w 13158797"/>
              <a:gd name="connsiteY94" fmla="*/ 7481582 h 9456078"/>
              <a:gd name="connsiteX95" fmla="*/ 4083478 w 13158797"/>
              <a:gd name="connsiteY95" fmla="*/ 7442077 h 9456078"/>
              <a:gd name="connsiteX96" fmla="*/ 8022311 w 13158797"/>
              <a:gd name="connsiteY96" fmla="*/ 2307814 h 9456078"/>
              <a:gd name="connsiteX97" fmla="*/ 8052902 w 13158797"/>
              <a:gd name="connsiteY97" fmla="*/ 2268285 h 9456078"/>
              <a:gd name="connsiteX98" fmla="*/ 8083796 w 13158797"/>
              <a:gd name="connsiteY98" fmla="*/ 2229056 h 9456078"/>
              <a:gd name="connsiteX99" fmla="*/ 8114989 w 13158797"/>
              <a:gd name="connsiteY99" fmla="*/ 2190127 h 9456078"/>
              <a:gd name="connsiteX100" fmla="*/ 8146479 w 13158797"/>
              <a:gd name="connsiteY100" fmla="*/ 2151500 h 9456078"/>
              <a:gd name="connsiteX101" fmla="*/ 8178264 w 13158797"/>
              <a:gd name="connsiteY101" fmla="*/ 2113176 h 9456078"/>
              <a:gd name="connsiteX102" fmla="*/ 8210341 w 13158797"/>
              <a:gd name="connsiteY102" fmla="*/ 2075157 h 9456078"/>
              <a:gd name="connsiteX103" fmla="*/ 8242709 w 13158797"/>
              <a:gd name="connsiteY103" fmla="*/ 2037442 h 9456078"/>
              <a:gd name="connsiteX104" fmla="*/ 8275365 w 13158797"/>
              <a:gd name="connsiteY104" fmla="*/ 2000034 h 9456078"/>
              <a:gd name="connsiteX105" fmla="*/ 8308307 w 13158797"/>
              <a:gd name="connsiteY105" fmla="*/ 1962934 h 9456078"/>
              <a:gd name="connsiteX106" fmla="*/ 8341532 w 13158797"/>
              <a:gd name="connsiteY106" fmla="*/ 1926142 h 9456078"/>
              <a:gd name="connsiteX107" fmla="*/ 8375038 w 13158797"/>
              <a:gd name="connsiteY107" fmla="*/ 1889660 h 9456078"/>
              <a:gd name="connsiteX108" fmla="*/ 8408823 w 13158797"/>
              <a:gd name="connsiteY108" fmla="*/ 1853489 h 9456078"/>
              <a:gd name="connsiteX109" fmla="*/ 8442885 w 13158797"/>
              <a:gd name="connsiteY109" fmla="*/ 1817630 h 9456078"/>
              <a:gd name="connsiteX110" fmla="*/ 8477221 w 13158797"/>
              <a:gd name="connsiteY110" fmla="*/ 1782084 h 9456078"/>
              <a:gd name="connsiteX111" fmla="*/ 8511829 w 13158797"/>
              <a:gd name="connsiteY111" fmla="*/ 1746853 h 9456078"/>
              <a:gd name="connsiteX112" fmla="*/ 8546706 w 13158797"/>
              <a:gd name="connsiteY112" fmla="*/ 1711937 h 9456078"/>
              <a:gd name="connsiteX113" fmla="*/ 8581851 w 13158797"/>
              <a:gd name="connsiteY113" fmla="*/ 1677337 h 9456078"/>
              <a:gd name="connsiteX114" fmla="*/ 8617261 w 13158797"/>
              <a:gd name="connsiteY114" fmla="*/ 1643056 h 9456078"/>
              <a:gd name="connsiteX115" fmla="*/ 8652934 w 13158797"/>
              <a:gd name="connsiteY115" fmla="*/ 1609093 h 9456078"/>
              <a:gd name="connsiteX116" fmla="*/ 8688867 w 13158797"/>
              <a:gd name="connsiteY116" fmla="*/ 1575450 h 9456078"/>
              <a:gd name="connsiteX117" fmla="*/ 8725058 w 13158797"/>
              <a:gd name="connsiteY117" fmla="*/ 1542128 h 9456078"/>
              <a:gd name="connsiteX118" fmla="*/ 8761506 w 13158797"/>
              <a:gd name="connsiteY118" fmla="*/ 1509129 h 9456078"/>
              <a:gd name="connsiteX119" fmla="*/ 8798207 w 13158797"/>
              <a:gd name="connsiteY119" fmla="*/ 1476452 h 9456078"/>
              <a:gd name="connsiteX120" fmla="*/ 8835159 w 13158797"/>
              <a:gd name="connsiteY120" fmla="*/ 1444101 h 9456078"/>
              <a:gd name="connsiteX121" fmla="*/ 8872360 w 13158797"/>
              <a:gd name="connsiteY121" fmla="*/ 1412075 h 9456078"/>
              <a:gd name="connsiteX122" fmla="*/ 8909808 w 13158797"/>
              <a:gd name="connsiteY122" fmla="*/ 1380375 h 9456078"/>
              <a:gd name="connsiteX123" fmla="*/ 8947501 w 13158797"/>
              <a:gd name="connsiteY123" fmla="*/ 1349004 h 9456078"/>
              <a:gd name="connsiteX124" fmla="*/ 8985435 w 13158797"/>
              <a:gd name="connsiteY124" fmla="*/ 1317962 h 9456078"/>
              <a:gd name="connsiteX125" fmla="*/ 9023610 w 13158797"/>
              <a:gd name="connsiteY125" fmla="*/ 1287250 h 9456078"/>
              <a:gd name="connsiteX126" fmla="*/ 9062022 w 13158797"/>
              <a:gd name="connsiteY126" fmla="*/ 1256869 h 9456078"/>
              <a:gd name="connsiteX127" fmla="*/ 9100669 w 13158797"/>
              <a:gd name="connsiteY127" fmla="*/ 1226820 h 9456078"/>
              <a:gd name="connsiteX128" fmla="*/ 9139549 w 13158797"/>
              <a:gd name="connsiteY128" fmla="*/ 1197105 h 9456078"/>
              <a:gd name="connsiteX129" fmla="*/ 9178660 w 13158797"/>
              <a:gd name="connsiteY129" fmla="*/ 1167725 h 9456078"/>
              <a:gd name="connsiteX130" fmla="*/ 9217999 w 13158797"/>
              <a:gd name="connsiteY130" fmla="*/ 1138681 h 9456078"/>
              <a:gd name="connsiteX131" fmla="*/ 9257564 w 13158797"/>
              <a:gd name="connsiteY131" fmla="*/ 1109974 h 9456078"/>
              <a:gd name="connsiteX132" fmla="*/ 9297353 w 13158797"/>
              <a:gd name="connsiteY132" fmla="*/ 1081604 h 9456078"/>
              <a:gd name="connsiteX133" fmla="*/ 9337364 w 13158797"/>
              <a:gd name="connsiteY133" fmla="*/ 1053574 h 9456078"/>
              <a:gd name="connsiteX134" fmla="*/ 9377594 w 13158797"/>
              <a:gd name="connsiteY134" fmla="*/ 1025884 h 9456078"/>
              <a:gd name="connsiteX135" fmla="*/ 9418040 w 13158797"/>
              <a:gd name="connsiteY135" fmla="*/ 998536 h 9456078"/>
              <a:gd name="connsiteX136" fmla="*/ 9458702 w 13158797"/>
              <a:gd name="connsiteY136" fmla="*/ 971530 h 9456078"/>
              <a:gd name="connsiteX137" fmla="*/ 9499575 w 13158797"/>
              <a:gd name="connsiteY137" fmla="*/ 944868 h 9456078"/>
              <a:gd name="connsiteX138" fmla="*/ 9540659 w 13158797"/>
              <a:gd name="connsiteY138" fmla="*/ 918551 h 9456078"/>
              <a:gd name="connsiteX139" fmla="*/ 9581950 w 13158797"/>
              <a:gd name="connsiteY139" fmla="*/ 892580 h 9456078"/>
              <a:gd name="connsiteX140" fmla="*/ 9623447 w 13158797"/>
              <a:gd name="connsiteY140" fmla="*/ 866956 h 9456078"/>
              <a:gd name="connsiteX141" fmla="*/ 9665147 w 13158797"/>
              <a:gd name="connsiteY141" fmla="*/ 841681 h 9456078"/>
              <a:gd name="connsiteX142" fmla="*/ 9707048 w 13158797"/>
              <a:gd name="connsiteY142" fmla="*/ 816754 h 9456078"/>
              <a:gd name="connsiteX143" fmla="*/ 9749147 w 13158797"/>
              <a:gd name="connsiteY143" fmla="*/ 792179 h 9456078"/>
              <a:gd name="connsiteX144" fmla="*/ 9791443 w 13158797"/>
              <a:gd name="connsiteY144" fmla="*/ 767955 h 9456078"/>
              <a:gd name="connsiteX145" fmla="*/ 9833932 w 13158797"/>
              <a:gd name="connsiteY145" fmla="*/ 744083 h 9456078"/>
              <a:gd name="connsiteX146" fmla="*/ 9876613 w 13158797"/>
              <a:gd name="connsiteY146" fmla="*/ 720566 h 9456078"/>
              <a:gd name="connsiteX147" fmla="*/ 9919484 w 13158797"/>
              <a:gd name="connsiteY147" fmla="*/ 697404 h 9456078"/>
              <a:gd name="connsiteX148" fmla="*/ 9962542 w 13158797"/>
              <a:gd name="connsiteY148" fmla="*/ 674598 h 9456078"/>
              <a:gd name="connsiteX149" fmla="*/ 10005784 w 13158797"/>
              <a:gd name="connsiteY149" fmla="*/ 652149 h 9456078"/>
              <a:gd name="connsiteX150" fmla="*/ 10049209 w 13158797"/>
              <a:gd name="connsiteY150" fmla="*/ 630059 h 9456078"/>
              <a:gd name="connsiteX151" fmla="*/ 10092814 w 13158797"/>
              <a:gd name="connsiteY151" fmla="*/ 608328 h 9456078"/>
              <a:gd name="connsiteX152" fmla="*/ 10136597 w 13158797"/>
              <a:gd name="connsiteY152" fmla="*/ 586958 h 9456078"/>
              <a:gd name="connsiteX153" fmla="*/ 10180556 w 13158797"/>
              <a:gd name="connsiteY153" fmla="*/ 565950 h 9456078"/>
              <a:gd name="connsiteX154" fmla="*/ 10224688 w 13158797"/>
              <a:gd name="connsiteY154" fmla="*/ 545304 h 9456078"/>
              <a:gd name="connsiteX155" fmla="*/ 10268991 w 13158797"/>
              <a:gd name="connsiteY155" fmla="*/ 525023 h 9456078"/>
              <a:gd name="connsiteX156" fmla="*/ 10313463 w 13158797"/>
              <a:gd name="connsiteY156" fmla="*/ 505107 h 9456078"/>
              <a:gd name="connsiteX157" fmla="*/ 10358101 w 13158797"/>
              <a:gd name="connsiteY157" fmla="*/ 485558 h 9456078"/>
              <a:gd name="connsiteX158" fmla="*/ 10402903 w 13158797"/>
              <a:gd name="connsiteY158" fmla="*/ 466376 h 9456078"/>
              <a:gd name="connsiteX159" fmla="*/ 10447868 w 13158797"/>
              <a:gd name="connsiteY159" fmla="*/ 447563 h 9456078"/>
              <a:gd name="connsiteX160" fmla="*/ 10492991 w 13158797"/>
              <a:gd name="connsiteY160" fmla="*/ 429119 h 9456078"/>
              <a:gd name="connsiteX161" fmla="*/ 10538272 w 13158797"/>
              <a:gd name="connsiteY161" fmla="*/ 411046 h 9456078"/>
              <a:gd name="connsiteX162" fmla="*/ 10583708 w 13158797"/>
              <a:gd name="connsiteY162" fmla="*/ 393346 h 9456078"/>
              <a:gd name="connsiteX163" fmla="*/ 10629297 w 13158797"/>
              <a:gd name="connsiteY163" fmla="*/ 376018 h 9456078"/>
              <a:gd name="connsiteX164" fmla="*/ 10675036 w 13158797"/>
              <a:gd name="connsiteY164" fmla="*/ 359065 h 9456078"/>
              <a:gd name="connsiteX165" fmla="*/ 10720923 w 13158797"/>
              <a:gd name="connsiteY165" fmla="*/ 342487 h 9456078"/>
              <a:gd name="connsiteX166" fmla="*/ 10766956 w 13158797"/>
              <a:gd name="connsiteY166" fmla="*/ 326286 h 9456078"/>
              <a:gd name="connsiteX167" fmla="*/ 10813132 w 13158797"/>
              <a:gd name="connsiteY167" fmla="*/ 310462 h 9456078"/>
              <a:gd name="connsiteX168" fmla="*/ 10859450 w 13158797"/>
              <a:gd name="connsiteY168" fmla="*/ 295018 h 9456078"/>
              <a:gd name="connsiteX169" fmla="*/ 10905907 w 13158797"/>
              <a:gd name="connsiteY169" fmla="*/ 279953 h 9456078"/>
              <a:gd name="connsiteX170" fmla="*/ 10952500 w 13158797"/>
              <a:gd name="connsiteY170" fmla="*/ 265269 h 9456078"/>
              <a:gd name="connsiteX171" fmla="*/ 10999227 w 13158797"/>
              <a:gd name="connsiteY171" fmla="*/ 250968 h 9456078"/>
              <a:gd name="connsiteX172" fmla="*/ 11046087 w 13158797"/>
              <a:gd name="connsiteY172" fmla="*/ 237049 h 9456078"/>
              <a:gd name="connsiteX173" fmla="*/ 11093076 w 13158797"/>
              <a:gd name="connsiteY173" fmla="*/ 223516 h 9456078"/>
              <a:gd name="connsiteX174" fmla="*/ 11140193 w 13158797"/>
              <a:gd name="connsiteY174" fmla="*/ 210368 h 9456078"/>
              <a:gd name="connsiteX175" fmla="*/ 11187434 w 13158797"/>
              <a:gd name="connsiteY175" fmla="*/ 197606 h 9456078"/>
              <a:gd name="connsiteX176" fmla="*/ 11234799 w 13158797"/>
              <a:gd name="connsiteY176" fmla="*/ 185233 h 9456078"/>
              <a:gd name="connsiteX177" fmla="*/ 11282284 w 13158797"/>
              <a:gd name="connsiteY177" fmla="*/ 173248 h 9456078"/>
              <a:gd name="connsiteX178" fmla="*/ 11329888 w 13158797"/>
              <a:gd name="connsiteY178" fmla="*/ 161654 h 9456078"/>
              <a:gd name="connsiteX179" fmla="*/ 11377607 w 13158797"/>
              <a:gd name="connsiteY179" fmla="*/ 150451 h 9456078"/>
              <a:gd name="connsiteX180" fmla="*/ 11425440 w 13158797"/>
              <a:gd name="connsiteY180" fmla="*/ 139640 h 9456078"/>
              <a:gd name="connsiteX181" fmla="*/ 11473385 w 13158797"/>
              <a:gd name="connsiteY181" fmla="*/ 129223 h 9456078"/>
              <a:gd name="connsiteX182" fmla="*/ 11521439 w 13158797"/>
              <a:gd name="connsiteY182" fmla="*/ 119201 h 9456078"/>
              <a:gd name="connsiteX183" fmla="*/ 11569599 w 13158797"/>
              <a:gd name="connsiteY183" fmla="*/ 109574 h 9456078"/>
              <a:gd name="connsiteX184" fmla="*/ 11617864 w 13158797"/>
              <a:gd name="connsiteY184" fmla="*/ 100344 h 9456078"/>
              <a:gd name="connsiteX185" fmla="*/ 11666231 w 13158797"/>
              <a:gd name="connsiteY185" fmla="*/ 91512 h 9456078"/>
              <a:gd name="connsiteX186" fmla="*/ 11714698 w 13158797"/>
              <a:gd name="connsiteY186" fmla="*/ 83080 h 9456078"/>
              <a:gd name="connsiteX187" fmla="*/ 11763263 w 13158797"/>
              <a:gd name="connsiteY187" fmla="*/ 75047 h 9456078"/>
              <a:gd name="connsiteX188" fmla="*/ 11811923 w 13158797"/>
              <a:gd name="connsiteY188" fmla="*/ 67417 h 9456078"/>
              <a:gd name="connsiteX189" fmla="*/ 11860676 w 13158797"/>
              <a:gd name="connsiteY189" fmla="*/ 60188 h 9456078"/>
              <a:gd name="connsiteX190" fmla="*/ 11909519 w 13158797"/>
              <a:gd name="connsiteY190" fmla="*/ 53364 h 9456078"/>
              <a:gd name="connsiteX191" fmla="*/ 11958451 w 13158797"/>
              <a:gd name="connsiteY191" fmla="*/ 46944 h 9456078"/>
              <a:gd name="connsiteX192" fmla="*/ 12007470 w 13158797"/>
              <a:gd name="connsiteY192" fmla="*/ 40931 h 9456078"/>
              <a:gd name="connsiteX193" fmla="*/ 12056572 w 13158797"/>
              <a:gd name="connsiteY193" fmla="*/ 35324 h 9456078"/>
              <a:gd name="connsiteX194" fmla="*/ 12105756 w 13158797"/>
              <a:gd name="connsiteY194" fmla="*/ 30126 h 9456078"/>
              <a:gd name="connsiteX195" fmla="*/ 12155019 w 13158797"/>
              <a:gd name="connsiteY195" fmla="*/ 25337 h 9456078"/>
              <a:gd name="connsiteX196" fmla="*/ 12204359 w 13158797"/>
              <a:gd name="connsiteY196" fmla="*/ 20958 h 9456078"/>
              <a:gd name="connsiteX197" fmla="*/ 12253773 w 13158797"/>
              <a:gd name="connsiteY197" fmla="*/ 16991 h 9456078"/>
              <a:gd name="connsiteX198" fmla="*/ 12303260 w 13158797"/>
              <a:gd name="connsiteY198" fmla="*/ 13437 h 9456078"/>
              <a:gd name="connsiteX199" fmla="*/ 12352818 w 13158797"/>
              <a:gd name="connsiteY199" fmla="*/ 10297 h 9456078"/>
              <a:gd name="connsiteX200" fmla="*/ 12402443 w 13158797"/>
              <a:gd name="connsiteY200" fmla="*/ 7572 h 9456078"/>
              <a:gd name="connsiteX201" fmla="*/ 12452133 w 13158797"/>
              <a:gd name="connsiteY201" fmla="*/ 5263 h 9456078"/>
              <a:gd name="connsiteX202" fmla="*/ 12501887 w 13158797"/>
              <a:gd name="connsiteY202" fmla="*/ 3371 h 9456078"/>
              <a:gd name="connsiteX203" fmla="*/ 12551701 w 13158797"/>
              <a:gd name="connsiteY203" fmla="*/ 1898 h 9456078"/>
              <a:gd name="connsiteX204" fmla="*/ 12601574 w 13158797"/>
              <a:gd name="connsiteY204" fmla="*/ 844 h 9456078"/>
              <a:gd name="connsiteX205" fmla="*/ 12651504 w 13158797"/>
              <a:gd name="connsiteY205" fmla="*/ 211 h 9456078"/>
              <a:gd name="connsiteX206" fmla="*/ 12701487 w 13158797"/>
              <a:gd name="connsiteY206" fmla="*/ 0 h 9456078"/>
              <a:gd name="connsiteX207" fmla="*/ 13158798 w 13158797"/>
              <a:gd name="connsiteY207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98870 w 13158799"/>
              <a:gd name="connsiteY5" fmla="*/ 9447409 h 9456078"/>
              <a:gd name="connsiteX6" fmla="*/ 348429 w 13158799"/>
              <a:gd name="connsiteY6" fmla="*/ 9444290 h 9456078"/>
              <a:gd name="connsiteX7" fmla="*/ 397907 w 13158799"/>
              <a:gd name="connsiteY7" fmla="*/ 9440698 h 9456078"/>
              <a:gd name="connsiteX8" fmla="*/ 447302 w 13158799"/>
              <a:gd name="connsiteY8" fmla="*/ 9436632 h 9456078"/>
              <a:gd name="connsiteX9" fmla="*/ 496610 w 13158799"/>
              <a:gd name="connsiteY9" fmla="*/ 9432096 h 9456078"/>
              <a:gd name="connsiteX10" fmla="*/ 545829 w 13158799"/>
              <a:gd name="connsiteY10" fmla="*/ 9427089 h 9456078"/>
              <a:gd name="connsiteX11" fmla="*/ 594956 w 13158799"/>
              <a:gd name="connsiteY11" fmla="*/ 9421615 h 9456078"/>
              <a:gd name="connsiteX12" fmla="*/ 643987 w 13158799"/>
              <a:gd name="connsiteY12" fmla="*/ 9415673 h 9456078"/>
              <a:gd name="connsiteX13" fmla="*/ 692920 w 13158799"/>
              <a:gd name="connsiteY13" fmla="*/ 9409267 h 9456078"/>
              <a:gd name="connsiteX14" fmla="*/ 741751 w 13158799"/>
              <a:gd name="connsiteY14" fmla="*/ 9402396 h 9456078"/>
              <a:gd name="connsiteX15" fmla="*/ 790478 w 13158799"/>
              <a:gd name="connsiteY15" fmla="*/ 9395063 h 9456078"/>
              <a:gd name="connsiteX16" fmla="*/ 839098 w 13158799"/>
              <a:gd name="connsiteY16" fmla="*/ 9387270 h 9456078"/>
              <a:gd name="connsiteX17" fmla="*/ 887607 w 13158799"/>
              <a:gd name="connsiteY17" fmla="*/ 9379017 h 9456078"/>
              <a:gd name="connsiteX18" fmla="*/ 936002 w 13158799"/>
              <a:gd name="connsiteY18" fmla="*/ 9370306 h 9456078"/>
              <a:gd name="connsiteX19" fmla="*/ 984281 w 13158799"/>
              <a:gd name="connsiteY19" fmla="*/ 9361139 h 9456078"/>
              <a:gd name="connsiteX20" fmla="*/ 1032440 w 13158799"/>
              <a:gd name="connsiteY20" fmla="*/ 9351517 h 9456078"/>
              <a:gd name="connsiteX21" fmla="*/ 1080477 w 13158799"/>
              <a:gd name="connsiteY21" fmla="*/ 9341441 h 9456078"/>
              <a:gd name="connsiteX22" fmla="*/ 1176172 w 13158799"/>
              <a:gd name="connsiteY22" fmla="*/ 9319936 h 9456078"/>
              <a:gd name="connsiteX23" fmla="*/ 1223823 w 13158799"/>
              <a:gd name="connsiteY23" fmla="*/ 9308509 h 9456078"/>
              <a:gd name="connsiteX24" fmla="*/ 1271339 w 13158799"/>
              <a:gd name="connsiteY24" fmla="*/ 9296635 h 9456078"/>
              <a:gd name="connsiteX25" fmla="*/ 1318719 w 13158799"/>
              <a:gd name="connsiteY25" fmla="*/ 9284315 h 9456078"/>
              <a:gd name="connsiteX26" fmla="*/ 1365957 w 13158799"/>
              <a:gd name="connsiteY26" fmla="*/ 9271550 h 9456078"/>
              <a:gd name="connsiteX27" fmla="*/ 1413052 w 13158799"/>
              <a:gd name="connsiteY27" fmla="*/ 9258342 h 9456078"/>
              <a:gd name="connsiteX28" fmla="*/ 1460000 w 13158799"/>
              <a:gd name="connsiteY28" fmla="*/ 9244693 h 9456078"/>
              <a:gd name="connsiteX29" fmla="*/ 1506799 w 13158799"/>
              <a:gd name="connsiteY29" fmla="*/ 9230604 h 9456078"/>
              <a:gd name="connsiteX30" fmla="*/ 1553445 w 13158799"/>
              <a:gd name="connsiteY30" fmla="*/ 9216076 h 9456078"/>
              <a:gd name="connsiteX31" fmla="*/ 1599935 w 13158799"/>
              <a:gd name="connsiteY31" fmla="*/ 9201111 h 9456078"/>
              <a:gd name="connsiteX32" fmla="*/ 1646267 w 13158799"/>
              <a:gd name="connsiteY32" fmla="*/ 9185710 h 9456078"/>
              <a:gd name="connsiteX33" fmla="*/ 1692437 w 13158799"/>
              <a:gd name="connsiteY33" fmla="*/ 9169876 h 9456078"/>
              <a:gd name="connsiteX34" fmla="*/ 1738442 w 13158799"/>
              <a:gd name="connsiteY34" fmla="*/ 9153608 h 9456078"/>
              <a:gd name="connsiteX35" fmla="*/ 1784280 w 13158799"/>
              <a:gd name="connsiteY35" fmla="*/ 9136910 h 9456078"/>
              <a:gd name="connsiteX36" fmla="*/ 1829947 w 13158799"/>
              <a:gd name="connsiteY36" fmla="*/ 9119782 h 9456078"/>
              <a:gd name="connsiteX37" fmla="*/ 1875440 w 13158799"/>
              <a:gd name="connsiteY37" fmla="*/ 9102226 h 9456078"/>
              <a:gd name="connsiteX38" fmla="*/ 1920756 w 13158799"/>
              <a:gd name="connsiteY38" fmla="*/ 9084243 h 9456078"/>
              <a:gd name="connsiteX39" fmla="*/ 1965893 w 13158799"/>
              <a:gd name="connsiteY39" fmla="*/ 9065835 h 9456078"/>
              <a:gd name="connsiteX40" fmla="*/ 2010847 w 13158799"/>
              <a:gd name="connsiteY40" fmla="*/ 9047004 h 9456078"/>
              <a:gd name="connsiteX41" fmla="*/ 2055615 w 13158799"/>
              <a:gd name="connsiteY41" fmla="*/ 9027750 h 9456078"/>
              <a:gd name="connsiteX42" fmla="*/ 2100195 w 13158799"/>
              <a:gd name="connsiteY42" fmla="*/ 9008075 h 9456078"/>
              <a:gd name="connsiteX43" fmla="*/ 2144582 w 13158799"/>
              <a:gd name="connsiteY43" fmla="*/ 8987981 h 9456078"/>
              <a:gd name="connsiteX44" fmla="*/ 2188775 w 13158799"/>
              <a:gd name="connsiteY44" fmla="*/ 8967470 h 9456078"/>
              <a:gd name="connsiteX45" fmla="*/ 2232770 w 13158799"/>
              <a:gd name="connsiteY45" fmla="*/ 8946542 h 9456078"/>
              <a:gd name="connsiteX46" fmla="*/ 2276564 w 13158799"/>
              <a:gd name="connsiteY46" fmla="*/ 8925199 h 9456078"/>
              <a:gd name="connsiteX47" fmla="*/ 2320154 w 13158799"/>
              <a:gd name="connsiteY47" fmla="*/ 8903443 h 9456078"/>
              <a:gd name="connsiteX48" fmla="*/ 2363538 w 13158799"/>
              <a:gd name="connsiteY48" fmla="*/ 8881275 h 9456078"/>
              <a:gd name="connsiteX49" fmla="*/ 2406711 w 13158799"/>
              <a:gd name="connsiteY49" fmla="*/ 8858697 h 9456078"/>
              <a:gd name="connsiteX50" fmla="*/ 2449672 w 13158799"/>
              <a:gd name="connsiteY50" fmla="*/ 8835710 h 9456078"/>
              <a:gd name="connsiteX51" fmla="*/ 2492417 w 13158799"/>
              <a:gd name="connsiteY51" fmla="*/ 8812316 h 9456078"/>
              <a:gd name="connsiteX52" fmla="*/ 2534943 w 13158799"/>
              <a:gd name="connsiteY52" fmla="*/ 8788516 h 9456078"/>
              <a:gd name="connsiteX53" fmla="*/ 2577247 w 13158799"/>
              <a:gd name="connsiteY53" fmla="*/ 8764311 h 9456078"/>
              <a:gd name="connsiteX54" fmla="*/ 2619326 w 13158799"/>
              <a:gd name="connsiteY54" fmla="*/ 8739704 h 9456078"/>
              <a:gd name="connsiteX55" fmla="*/ 2661177 w 13158799"/>
              <a:gd name="connsiteY55" fmla="*/ 8714695 h 9456078"/>
              <a:gd name="connsiteX56" fmla="*/ 2702797 w 13158799"/>
              <a:gd name="connsiteY56" fmla="*/ 8689286 h 9456078"/>
              <a:gd name="connsiteX57" fmla="*/ 2744183 w 13158799"/>
              <a:gd name="connsiteY57" fmla="*/ 8663479 h 9456078"/>
              <a:gd name="connsiteX58" fmla="*/ 2785333 w 13158799"/>
              <a:gd name="connsiteY58" fmla="*/ 8637274 h 9456078"/>
              <a:gd name="connsiteX59" fmla="*/ 2826242 w 13158799"/>
              <a:gd name="connsiteY59" fmla="*/ 8610675 h 9456078"/>
              <a:gd name="connsiteX60" fmla="*/ 2866908 w 13158799"/>
              <a:gd name="connsiteY60" fmla="*/ 8583681 h 9456078"/>
              <a:gd name="connsiteX61" fmla="*/ 2907329 w 13158799"/>
              <a:gd name="connsiteY61" fmla="*/ 8556295 h 9456078"/>
              <a:gd name="connsiteX62" fmla="*/ 2947500 w 13158799"/>
              <a:gd name="connsiteY62" fmla="*/ 8528517 h 9456078"/>
              <a:gd name="connsiteX63" fmla="*/ 2987419 w 13158799"/>
              <a:gd name="connsiteY63" fmla="*/ 8500351 h 9456078"/>
              <a:gd name="connsiteX64" fmla="*/ 3027083 w 13158799"/>
              <a:gd name="connsiteY64" fmla="*/ 8471796 h 9456078"/>
              <a:gd name="connsiteX65" fmla="*/ 3066489 w 13158799"/>
              <a:gd name="connsiteY65" fmla="*/ 8442854 h 9456078"/>
              <a:gd name="connsiteX66" fmla="*/ 3105634 w 13158799"/>
              <a:gd name="connsiteY66" fmla="*/ 8413528 h 9456078"/>
              <a:gd name="connsiteX67" fmla="*/ 3144515 w 13158799"/>
              <a:gd name="connsiteY67" fmla="*/ 8383818 h 9456078"/>
              <a:gd name="connsiteX68" fmla="*/ 3183129 w 13158799"/>
              <a:gd name="connsiteY68" fmla="*/ 8353726 h 9456078"/>
              <a:gd name="connsiteX69" fmla="*/ 3221473 w 13158799"/>
              <a:gd name="connsiteY69" fmla="*/ 8323253 h 9456078"/>
              <a:gd name="connsiteX70" fmla="*/ 3259544 w 13158799"/>
              <a:gd name="connsiteY70" fmla="*/ 8292401 h 9456078"/>
              <a:gd name="connsiteX71" fmla="*/ 3297339 w 13158799"/>
              <a:gd name="connsiteY71" fmla="*/ 8261172 h 9456078"/>
              <a:gd name="connsiteX72" fmla="*/ 3334854 w 13158799"/>
              <a:gd name="connsiteY72" fmla="*/ 8229566 h 9456078"/>
              <a:gd name="connsiteX73" fmla="*/ 3372087 w 13158799"/>
              <a:gd name="connsiteY73" fmla="*/ 8197585 h 9456078"/>
              <a:gd name="connsiteX74" fmla="*/ 3409035 w 13158799"/>
              <a:gd name="connsiteY74" fmla="*/ 8165232 h 9456078"/>
              <a:gd name="connsiteX75" fmla="*/ 3445695 w 13158799"/>
              <a:gd name="connsiteY75" fmla="*/ 8132507 h 9456078"/>
              <a:gd name="connsiteX76" fmla="*/ 3482064 w 13158799"/>
              <a:gd name="connsiteY76" fmla="*/ 8099411 h 9456078"/>
              <a:gd name="connsiteX77" fmla="*/ 3518139 w 13158799"/>
              <a:gd name="connsiteY77" fmla="*/ 8065947 h 9456078"/>
              <a:gd name="connsiteX78" fmla="*/ 3553916 w 13158799"/>
              <a:gd name="connsiteY78" fmla="*/ 8032115 h 9456078"/>
              <a:gd name="connsiteX79" fmla="*/ 3589393 w 13158799"/>
              <a:gd name="connsiteY79" fmla="*/ 7997918 h 9456078"/>
              <a:gd name="connsiteX80" fmla="*/ 3624567 w 13158799"/>
              <a:gd name="connsiteY80" fmla="*/ 7963356 h 9456078"/>
              <a:gd name="connsiteX81" fmla="*/ 3659435 w 13158799"/>
              <a:gd name="connsiteY81" fmla="*/ 7928432 h 9456078"/>
              <a:gd name="connsiteX82" fmla="*/ 3693994 w 13158799"/>
              <a:gd name="connsiteY82" fmla="*/ 7893146 h 9456078"/>
              <a:gd name="connsiteX83" fmla="*/ 3728240 w 13158799"/>
              <a:gd name="connsiteY83" fmla="*/ 7857501 h 9456078"/>
              <a:gd name="connsiteX84" fmla="*/ 3762171 w 13158799"/>
              <a:gd name="connsiteY84" fmla="*/ 7821497 h 9456078"/>
              <a:gd name="connsiteX85" fmla="*/ 3795783 w 13158799"/>
              <a:gd name="connsiteY85" fmla="*/ 7785136 h 9456078"/>
              <a:gd name="connsiteX86" fmla="*/ 3829075 w 13158799"/>
              <a:gd name="connsiteY86" fmla="*/ 7748420 h 9456078"/>
              <a:gd name="connsiteX87" fmla="*/ 3862042 w 13158799"/>
              <a:gd name="connsiteY87" fmla="*/ 7711350 h 9456078"/>
              <a:gd name="connsiteX88" fmla="*/ 3894682 w 13158799"/>
              <a:gd name="connsiteY88" fmla="*/ 7673928 h 9456078"/>
              <a:gd name="connsiteX89" fmla="*/ 3926991 w 13158799"/>
              <a:gd name="connsiteY89" fmla="*/ 7636155 h 9456078"/>
              <a:gd name="connsiteX90" fmla="*/ 3958967 w 13158799"/>
              <a:gd name="connsiteY90" fmla="*/ 7598032 h 9456078"/>
              <a:gd name="connsiteX91" fmla="*/ 3990607 w 13158799"/>
              <a:gd name="connsiteY91" fmla="*/ 7559561 h 9456078"/>
              <a:gd name="connsiteX92" fmla="*/ 4021907 w 13158799"/>
              <a:gd name="connsiteY92" fmla="*/ 7520744 h 9456078"/>
              <a:gd name="connsiteX93" fmla="*/ 4052865 w 13158799"/>
              <a:gd name="connsiteY93" fmla="*/ 7481582 h 9456078"/>
              <a:gd name="connsiteX94" fmla="*/ 4083478 w 13158799"/>
              <a:gd name="connsiteY94" fmla="*/ 7442077 h 9456078"/>
              <a:gd name="connsiteX95" fmla="*/ 8022311 w 13158799"/>
              <a:gd name="connsiteY95" fmla="*/ 2307814 h 9456078"/>
              <a:gd name="connsiteX96" fmla="*/ 8052902 w 13158799"/>
              <a:gd name="connsiteY96" fmla="*/ 2268285 h 9456078"/>
              <a:gd name="connsiteX97" fmla="*/ 8083796 w 13158799"/>
              <a:gd name="connsiteY97" fmla="*/ 2229056 h 9456078"/>
              <a:gd name="connsiteX98" fmla="*/ 8114989 w 13158799"/>
              <a:gd name="connsiteY98" fmla="*/ 2190127 h 9456078"/>
              <a:gd name="connsiteX99" fmla="*/ 8146479 w 13158799"/>
              <a:gd name="connsiteY99" fmla="*/ 2151500 h 9456078"/>
              <a:gd name="connsiteX100" fmla="*/ 8178264 w 13158799"/>
              <a:gd name="connsiteY100" fmla="*/ 2113176 h 9456078"/>
              <a:gd name="connsiteX101" fmla="*/ 8210341 w 13158799"/>
              <a:gd name="connsiteY101" fmla="*/ 2075157 h 9456078"/>
              <a:gd name="connsiteX102" fmla="*/ 8242709 w 13158799"/>
              <a:gd name="connsiteY102" fmla="*/ 2037442 h 9456078"/>
              <a:gd name="connsiteX103" fmla="*/ 8275365 w 13158799"/>
              <a:gd name="connsiteY103" fmla="*/ 2000034 h 9456078"/>
              <a:gd name="connsiteX104" fmla="*/ 8308307 w 13158799"/>
              <a:gd name="connsiteY104" fmla="*/ 1962934 h 9456078"/>
              <a:gd name="connsiteX105" fmla="*/ 8341532 w 13158799"/>
              <a:gd name="connsiteY105" fmla="*/ 1926142 h 9456078"/>
              <a:gd name="connsiteX106" fmla="*/ 8375038 w 13158799"/>
              <a:gd name="connsiteY106" fmla="*/ 1889660 h 9456078"/>
              <a:gd name="connsiteX107" fmla="*/ 8408823 w 13158799"/>
              <a:gd name="connsiteY107" fmla="*/ 1853489 h 9456078"/>
              <a:gd name="connsiteX108" fmla="*/ 8442885 w 13158799"/>
              <a:gd name="connsiteY108" fmla="*/ 1817630 h 9456078"/>
              <a:gd name="connsiteX109" fmla="*/ 8477221 w 13158799"/>
              <a:gd name="connsiteY109" fmla="*/ 1782084 h 9456078"/>
              <a:gd name="connsiteX110" fmla="*/ 8511829 w 13158799"/>
              <a:gd name="connsiteY110" fmla="*/ 1746853 h 9456078"/>
              <a:gd name="connsiteX111" fmla="*/ 8546706 w 13158799"/>
              <a:gd name="connsiteY111" fmla="*/ 1711937 h 9456078"/>
              <a:gd name="connsiteX112" fmla="*/ 8581851 w 13158799"/>
              <a:gd name="connsiteY112" fmla="*/ 1677337 h 9456078"/>
              <a:gd name="connsiteX113" fmla="*/ 8617261 w 13158799"/>
              <a:gd name="connsiteY113" fmla="*/ 1643056 h 9456078"/>
              <a:gd name="connsiteX114" fmla="*/ 8652934 w 13158799"/>
              <a:gd name="connsiteY114" fmla="*/ 1609093 h 9456078"/>
              <a:gd name="connsiteX115" fmla="*/ 8688867 w 13158799"/>
              <a:gd name="connsiteY115" fmla="*/ 1575450 h 9456078"/>
              <a:gd name="connsiteX116" fmla="*/ 8725058 w 13158799"/>
              <a:gd name="connsiteY116" fmla="*/ 1542128 h 9456078"/>
              <a:gd name="connsiteX117" fmla="*/ 8761506 w 13158799"/>
              <a:gd name="connsiteY117" fmla="*/ 1509129 h 9456078"/>
              <a:gd name="connsiteX118" fmla="*/ 8798207 w 13158799"/>
              <a:gd name="connsiteY118" fmla="*/ 1476452 h 9456078"/>
              <a:gd name="connsiteX119" fmla="*/ 8835159 w 13158799"/>
              <a:gd name="connsiteY119" fmla="*/ 1444101 h 9456078"/>
              <a:gd name="connsiteX120" fmla="*/ 8872360 w 13158799"/>
              <a:gd name="connsiteY120" fmla="*/ 1412075 h 9456078"/>
              <a:gd name="connsiteX121" fmla="*/ 8909808 w 13158799"/>
              <a:gd name="connsiteY121" fmla="*/ 1380375 h 9456078"/>
              <a:gd name="connsiteX122" fmla="*/ 8947501 w 13158799"/>
              <a:gd name="connsiteY122" fmla="*/ 1349004 h 9456078"/>
              <a:gd name="connsiteX123" fmla="*/ 8985435 w 13158799"/>
              <a:gd name="connsiteY123" fmla="*/ 1317962 h 9456078"/>
              <a:gd name="connsiteX124" fmla="*/ 9023610 w 13158799"/>
              <a:gd name="connsiteY124" fmla="*/ 1287250 h 9456078"/>
              <a:gd name="connsiteX125" fmla="*/ 9062022 w 13158799"/>
              <a:gd name="connsiteY125" fmla="*/ 1256869 h 9456078"/>
              <a:gd name="connsiteX126" fmla="*/ 9100669 w 13158799"/>
              <a:gd name="connsiteY126" fmla="*/ 1226820 h 9456078"/>
              <a:gd name="connsiteX127" fmla="*/ 9139549 w 13158799"/>
              <a:gd name="connsiteY127" fmla="*/ 1197105 h 9456078"/>
              <a:gd name="connsiteX128" fmla="*/ 9178660 w 13158799"/>
              <a:gd name="connsiteY128" fmla="*/ 1167725 h 9456078"/>
              <a:gd name="connsiteX129" fmla="*/ 9217999 w 13158799"/>
              <a:gd name="connsiteY129" fmla="*/ 1138681 h 9456078"/>
              <a:gd name="connsiteX130" fmla="*/ 9257564 w 13158799"/>
              <a:gd name="connsiteY130" fmla="*/ 1109974 h 9456078"/>
              <a:gd name="connsiteX131" fmla="*/ 9297353 w 13158799"/>
              <a:gd name="connsiteY131" fmla="*/ 1081604 h 9456078"/>
              <a:gd name="connsiteX132" fmla="*/ 9337364 w 13158799"/>
              <a:gd name="connsiteY132" fmla="*/ 1053574 h 9456078"/>
              <a:gd name="connsiteX133" fmla="*/ 9377594 w 13158799"/>
              <a:gd name="connsiteY133" fmla="*/ 1025884 h 9456078"/>
              <a:gd name="connsiteX134" fmla="*/ 9418040 w 13158799"/>
              <a:gd name="connsiteY134" fmla="*/ 998536 h 9456078"/>
              <a:gd name="connsiteX135" fmla="*/ 9458702 w 13158799"/>
              <a:gd name="connsiteY135" fmla="*/ 971530 h 9456078"/>
              <a:gd name="connsiteX136" fmla="*/ 9499575 w 13158799"/>
              <a:gd name="connsiteY136" fmla="*/ 944868 h 9456078"/>
              <a:gd name="connsiteX137" fmla="*/ 9540659 w 13158799"/>
              <a:gd name="connsiteY137" fmla="*/ 918551 h 9456078"/>
              <a:gd name="connsiteX138" fmla="*/ 9581950 w 13158799"/>
              <a:gd name="connsiteY138" fmla="*/ 892580 h 9456078"/>
              <a:gd name="connsiteX139" fmla="*/ 9623447 w 13158799"/>
              <a:gd name="connsiteY139" fmla="*/ 866956 h 9456078"/>
              <a:gd name="connsiteX140" fmla="*/ 9665147 w 13158799"/>
              <a:gd name="connsiteY140" fmla="*/ 841681 h 9456078"/>
              <a:gd name="connsiteX141" fmla="*/ 9707048 w 13158799"/>
              <a:gd name="connsiteY141" fmla="*/ 816754 h 9456078"/>
              <a:gd name="connsiteX142" fmla="*/ 9749147 w 13158799"/>
              <a:gd name="connsiteY142" fmla="*/ 792179 h 9456078"/>
              <a:gd name="connsiteX143" fmla="*/ 9791443 w 13158799"/>
              <a:gd name="connsiteY143" fmla="*/ 767955 h 9456078"/>
              <a:gd name="connsiteX144" fmla="*/ 9833932 w 13158799"/>
              <a:gd name="connsiteY144" fmla="*/ 744083 h 9456078"/>
              <a:gd name="connsiteX145" fmla="*/ 9876613 w 13158799"/>
              <a:gd name="connsiteY145" fmla="*/ 720566 h 9456078"/>
              <a:gd name="connsiteX146" fmla="*/ 9919484 w 13158799"/>
              <a:gd name="connsiteY146" fmla="*/ 697404 h 9456078"/>
              <a:gd name="connsiteX147" fmla="*/ 9962542 w 13158799"/>
              <a:gd name="connsiteY147" fmla="*/ 674598 h 9456078"/>
              <a:gd name="connsiteX148" fmla="*/ 10005784 w 13158799"/>
              <a:gd name="connsiteY148" fmla="*/ 652149 h 9456078"/>
              <a:gd name="connsiteX149" fmla="*/ 10049209 w 13158799"/>
              <a:gd name="connsiteY149" fmla="*/ 630059 h 9456078"/>
              <a:gd name="connsiteX150" fmla="*/ 10092814 w 13158799"/>
              <a:gd name="connsiteY150" fmla="*/ 608328 h 9456078"/>
              <a:gd name="connsiteX151" fmla="*/ 10136597 w 13158799"/>
              <a:gd name="connsiteY151" fmla="*/ 586958 h 9456078"/>
              <a:gd name="connsiteX152" fmla="*/ 10180556 w 13158799"/>
              <a:gd name="connsiteY152" fmla="*/ 565950 h 9456078"/>
              <a:gd name="connsiteX153" fmla="*/ 10224688 w 13158799"/>
              <a:gd name="connsiteY153" fmla="*/ 545304 h 9456078"/>
              <a:gd name="connsiteX154" fmla="*/ 10268991 w 13158799"/>
              <a:gd name="connsiteY154" fmla="*/ 525023 h 9456078"/>
              <a:gd name="connsiteX155" fmla="*/ 10313463 w 13158799"/>
              <a:gd name="connsiteY155" fmla="*/ 505107 h 9456078"/>
              <a:gd name="connsiteX156" fmla="*/ 10358101 w 13158799"/>
              <a:gd name="connsiteY156" fmla="*/ 485558 h 9456078"/>
              <a:gd name="connsiteX157" fmla="*/ 10402903 w 13158799"/>
              <a:gd name="connsiteY157" fmla="*/ 466376 h 9456078"/>
              <a:gd name="connsiteX158" fmla="*/ 10447868 w 13158799"/>
              <a:gd name="connsiteY158" fmla="*/ 447563 h 9456078"/>
              <a:gd name="connsiteX159" fmla="*/ 10492991 w 13158799"/>
              <a:gd name="connsiteY159" fmla="*/ 429119 h 9456078"/>
              <a:gd name="connsiteX160" fmla="*/ 10538272 w 13158799"/>
              <a:gd name="connsiteY160" fmla="*/ 411046 h 9456078"/>
              <a:gd name="connsiteX161" fmla="*/ 10583708 w 13158799"/>
              <a:gd name="connsiteY161" fmla="*/ 393346 h 9456078"/>
              <a:gd name="connsiteX162" fmla="*/ 10629297 w 13158799"/>
              <a:gd name="connsiteY162" fmla="*/ 376018 h 9456078"/>
              <a:gd name="connsiteX163" fmla="*/ 10675036 w 13158799"/>
              <a:gd name="connsiteY163" fmla="*/ 359065 h 9456078"/>
              <a:gd name="connsiteX164" fmla="*/ 10720923 w 13158799"/>
              <a:gd name="connsiteY164" fmla="*/ 342487 h 9456078"/>
              <a:gd name="connsiteX165" fmla="*/ 10766956 w 13158799"/>
              <a:gd name="connsiteY165" fmla="*/ 326286 h 9456078"/>
              <a:gd name="connsiteX166" fmla="*/ 10813132 w 13158799"/>
              <a:gd name="connsiteY166" fmla="*/ 310462 h 9456078"/>
              <a:gd name="connsiteX167" fmla="*/ 10859450 w 13158799"/>
              <a:gd name="connsiteY167" fmla="*/ 295018 h 9456078"/>
              <a:gd name="connsiteX168" fmla="*/ 10905907 w 13158799"/>
              <a:gd name="connsiteY168" fmla="*/ 279953 h 9456078"/>
              <a:gd name="connsiteX169" fmla="*/ 10952500 w 13158799"/>
              <a:gd name="connsiteY169" fmla="*/ 265269 h 9456078"/>
              <a:gd name="connsiteX170" fmla="*/ 10999227 w 13158799"/>
              <a:gd name="connsiteY170" fmla="*/ 250968 h 9456078"/>
              <a:gd name="connsiteX171" fmla="*/ 11046087 w 13158799"/>
              <a:gd name="connsiteY171" fmla="*/ 237049 h 9456078"/>
              <a:gd name="connsiteX172" fmla="*/ 11093076 w 13158799"/>
              <a:gd name="connsiteY172" fmla="*/ 223516 h 9456078"/>
              <a:gd name="connsiteX173" fmla="*/ 11140193 w 13158799"/>
              <a:gd name="connsiteY173" fmla="*/ 210368 h 9456078"/>
              <a:gd name="connsiteX174" fmla="*/ 11187434 w 13158799"/>
              <a:gd name="connsiteY174" fmla="*/ 197606 h 9456078"/>
              <a:gd name="connsiteX175" fmla="*/ 11234799 w 13158799"/>
              <a:gd name="connsiteY175" fmla="*/ 185233 h 9456078"/>
              <a:gd name="connsiteX176" fmla="*/ 11282284 w 13158799"/>
              <a:gd name="connsiteY176" fmla="*/ 173248 h 9456078"/>
              <a:gd name="connsiteX177" fmla="*/ 11329888 w 13158799"/>
              <a:gd name="connsiteY177" fmla="*/ 161654 h 9456078"/>
              <a:gd name="connsiteX178" fmla="*/ 11377607 w 13158799"/>
              <a:gd name="connsiteY178" fmla="*/ 150451 h 9456078"/>
              <a:gd name="connsiteX179" fmla="*/ 11425440 w 13158799"/>
              <a:gd name="connsiteY179" fmla="*/ 139640 h 9456078"/>
              <a:gd name="connsiteX180" fmla="*/ 11473385 w 13158799"/>
              <a:gd name="connsiteY180" fmla="*/ 129223 h 9456078"/>
              <a:gd name="connsiteX181" fmla="*/ 11521439 w 13158799"/>
              <a:gd name="connsiteY181" fmla="*/ 119201 h 9456078"/>
              <a:gd name="connsiteX182" fmla="*/ 11569599 w 13158799"/>
              <a:gd name="connsiteY182" fmla="*/ 109574 h 9456078"/>
              <a:gd name="connsiteX183" fmla="*/ 11617864 w 13158799"/>
              <a:gd name="connsiteY183" fmla="*/ 100344 h 9456078"/>
              <a:gd name="connsiteX184" fmla="*/ 11666231 w 13158799"/>
              <a:gd name="connsiteY184" fmla="*/ 91512 h 9456078"/>
              <a:gd name="connsiteX185" fmla="*/ 11714698 w 13158799"/>
              <a:gd name="connsiteY185" fmla="*/ 83080 h 9456078"/>
              <a:gd name="connsiteX186" fmla="*/ 11763263 w 13158799"/>
              <a:gd name="connsiteY186" fmla="*/ 75047 h 9456078"/>
              <a:gd name="connsiteX187" fmla="*/ 11811923 w 13158799"/>
              <a:gd name="connsiteY187" fmla="*/ 67417 h 9456078"/>
              <a:gd name="connsiteX188" fmla="*/ 11860676 w 13158799"/>
              <a:gd name="connsiteY188" fmla="*/ 60188 h 9456078"/>
              <a:gd name="connsiteX189" fmla="*/ 11909519 w 13158799"/>
              <a:gd name="connsiteY189" fmla="*/ 53364 h 9456078"/>
              <a:gd name="connsiteX190" fmla="*/ 11958451 w 13158799"/>
              <a:gd name="connsiteY190" fmla="*/ 46944 h 9456078"/>
              <a:gd name="connsiteX191" fmla="*/ 12007470 w 13158799"/>
              <a:gd name="connsiteY191" fmla="*/ 40931 h 9456078"/>
              <a:gd name="connsiteX192" fmla="*/ 12056572 w 13158799"/>
              <a:gd name="connsiteY192" fmla="*/ 35324 h 9456078"/>
              <a:gd name="connsiteX193" fmla="*/ 12105756 w 13158799"/>
              <a:gd name="connsiteY193" fmla="*/ 30126 h 9456078"/>
              <a:gd name="connsiteX194" fmla="*/ 12155019 w 13158799"/>
              <a:gd name="connsiteY194" fmla="*/ 25337 h 9456078"/>
              <a:gd name="connsiteX195" fmla="*/ 12204359 w 13158799"/>
              <a:gd name="connsiteY195" fmla="*/ 20958 h 9456078"/>
              <a:gd name="connsiteX196" fmla="*/ 12253773 w 13158799"/>
              <a:gd name="connsiteY196" fmla="*/ 16991 h 9456078"/>
              <a:gd name="connsiteX197" fmla="*/ 12303260 w 13158799"/>
              <a:gd name="connsiteY197" fmla="*/ 13437 h 9456078"/>
              <a:gd name="connsiteX198" fmla="*/ 12352818 w 13158799"/>
              <a:gd name="connsiteY198" fmla="*/ 10297 h 9456078"/>
              <a:gd name="connsiteX199" fmla="*/ 12402443 w 13158799"/>
              <a:gd name="connsiteY199" fmla="*/ 7572 h 9456078"/>
              <a:gd name="connsiteX200" fmla="*/ 12452133 w 13158799"/>
              <a:gd name="connsiteY200" fmla="*/ 5263 h 9456078"/>
              <a:gd name="connsiteX201" fmla="*/ 12501887 w 13158799"/>
              <a:gd name="connsiteY201" fmla="*/ 3371 h 9456078"/>
              <a:gd name="connsiteX202" fmla="*/ 12551701 w 13158799"/>
              <a:gd name="connsiteY202" fmla="*/ 1898 h 9456078"/>
              <a:gd name="connsiteX203" fmla="*/ 12601574 w 13158799"/>
              <a:gd name="connsiteY203" fmla="*/ 844 h 9456078"/>
              <a:gd name="connsiteX204" fmla="*/ 12651504 w 13158799"/>
              <a:gd name="connsiteY204" fmla="*/ 211 h 9456078"/>
              <a:gd name="connsiteX205" fmla="*/ 12701487 w 13158799"/>
              <a:gd name="connsiteY205" fmla="*/ 0 h 9456078"/>
              <a:gd name="connsiteX206" fmla="*/ 13158798 w 13158799"/>
              <a:gd name="connsiteY206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76172 w 13158797"/>
              <a:gd name="connsiteY22" fmla="*/ 9319936 h 9456078"/>
              <a:gd name="connsiteX23" fmla="*/ 1223823 w 13158797"/>
              <a:gd name="connsiteY23" fmla="*/ 9308509 h 9456078"/>
              <a:gd name="connsiteX24" fmla="*/ 1271339 w 13158797"/>
              <a:gd name="connsiteY24" fmla="*/ 9296635 h 9456078"/>
              <a:gd name="connsiteX25" fmla="*/ 1318719 w 13158797"/>
              <a:gd name="connsiteY25" fmla="*/ 9284315 h 9456078"/>
              <a:gd name="connsiteX26" fmla="*/ 1365957 w 13158797"/>
              <a:gd name="connsiteY26" fmla="*/ 9271550 h 9456078"/>
              <a:gd name="connsiteX27" fmla="*/ 1413052 w 13158797"/>
              <a:gd name="connsiteY27" fmla="*/ 9258342 h 9456078"/>
              <a:gd name="connsiteX28" fmla="*/ 1460000 w 13158797"/>
              <a:gd name="connsiteY28" fmla="*/ 9244693 h 9456078"/>
              <a:gd name="connsiteX29" fmla="*/ 1506799 w 13158797"/>
              <a:gd name="connsiteY29" fmla="*/ 9230604 h 9456078"/>
              <a:gd name="connsiteX30" fmla="*/ 1553445 w 13158797"/>
              <a:gd name="connsiteY30" fmla="*/ 9216076 h 9456078"/>
              <a:gd name="connsiteX31" fmla="*/ 1599935 w 13158797"/>
              <a:gd name="connsiteY31" fmla="*/ 9201111 h 9456078"/>
              <a:gd name="connsiteX32" fmla="*/ 1646267 w 13158797"/>
              <a:gd name="connsiteY32" fmla="*/ 9185710 h 9456078"/>
              <a:gd name="connsiteX33" fmla="*/ 1692437 w 13158797"/>
              <a:gd name="connsiteY33" fmla="*/ 9169876 h 9456078"/>
              <a:gd name="connsiteX34" fmla="*/ 1738442 w 13158797"/>
              <a:gd name="connsiteY34" fmla="*/ 9153608 h 9456078"/>
              <a:gd name="connsiteX35" fmla="*/ 1784280 w 13158797"/>
              <a:gd name="connsiteY35" fmla="*/ 9136910 h 9456078"/>
              <a:gd name="connsiteX36" fmla="*/ 1829947 w 13158797"/>
              <a:gd name="connsiteY36" fmla="*/ 9119782 h 9456078"/>
              <a:gd name="connsiteX37" fmla="*/ 1875440 w 13158797"/>
              <a:gd name="connsiteY37" fmla="*/ 9102226 h 9456078"/>
              <a:gd name="connsiteX38" fmla="*/ 1920756 w 13158797"/>
              <a:gd name="connsiteY38" fmla="*/ 9084243 h 9456078"/>
              <a:gd name="connsiteX39" fmla="*/ 1965893 w 13158797"/>
              <a:gd name="connsiteY39" fmla="*/ 9065835 h 9456078"/>
              <a:gd name="connsiteX40" fmla="*/ 2055615 w 13158797"/>
              <a:gd name="connsiteY40" fmla="*/ 9027750 h 9456078"/>
              <a:gd name="connsiteX41" fmla="*/ 2100195 w 13158797"/>
              <a:gd name="connsiteY41" fmla="*/ 9008075 h 9456078"/>
              <a:gd name="connsiteX42" fmla="*/ 2144582 w 13158797"/>
              <a:gd name="connsiteY42" fmla="*/ 8987981 h 9456078"/>
              <a:gd name="connsiteX43" fmla="*/ 2188775 w 13158797"/>
              <a:gd name="connsiteY43" fmla="*/ 8967470 h 9456078"/>
              <a:gd name="connsiteX44" fmla="*/ 2232770 w 13158797"/>
              <a:gd name="connsiteY44" fmla="*/ 8946542 h 9456078"/>
              <a:gd name="connsiteX45" fmla="*/ 2276564 w 13158797"/>
              <a:gd name="connsiteY45" fmla="*/ 8925199 h 9456078"/>
              <a:gd name="connsiteX46" fmla="*/ 2320154 w 13158797"/>
              <a:gd name="connsiteY46" fmla="*/ 8903443 h 9456078"/>
              <a:gd name="connsiteX47" fmla="*/ 2363538 w 13158797"/>
              <a:gd name="connsiteY47" fmla="*/ 8881275 h 9456078"/>
              <a:gd name="connsiteX48" fmla="*/ 2406711 w 13158797"/>
              <a:gd name="connsiteY48" fmla="*/ 8858697 h 9456078"/>
              <a:gd name="connsiteX49" fmla="*/ 2449672 w 13158797"/>
              <a:gd name="connsiteY49" fmla="*/ 8835710 h 9456078"/>
              <a:gd name="connsiteX50" fmla="*/ 2492417 w 13158797"/>
              <a:gd name="connsiteY50" fmla="*/ 8812316 h 9456078"/>
              <a:gd name="connsiteX51" fmla="*/ 2534943 w 13158797"/>
              <a:gd name="connsiteY51" fmla="*/ 8788516 h 9456078"/>
              <a:gd name="connsiteX52" fmla="*/ 2577247 w 13158797"/>
              <a:gd name="connsiteY52" fmla="*/ 8764311 h 9456078"/>
              <a:gd name="connsiteX53" fmla="*/ 2619326 w 13158797"/>
              <a:gd name="connsiteY53" fmla="*/ 8739704 h 9456078"/>
              <a:gd name="connsiteX54" fmla="*/ 2661177 w 13158797"/>
              <a:gd name="connsiteY54" fmla="*/ 8714695 h 9456078"/>
              <a:gd name="connsiteX55" fmla="*/ 2702797 w 13158797"/>
              <a:gd name="connsiteY55" fmla="*/ 8689286 h 9456078"/>
              <a:gd name="connsiteX56" fmla="*/ 2744183 w 13158797"/>
              <a:gd name="connsiteY56" fmla="*/ 8663479 h 9456078"/>
              <a:gd name="connsiteX57" fmla="*/ 2785333 w 13158797"/>
              <a:gd name="connsiteY57" fmla="*/ 8637274 h 9456078"/>
              <a:gd name="connsiteX58" fmla="*/ 2826242 w 13158797"/>
              <a:gd name="connsiteY58" fmla="*/ 8610675 h 9456078"/>
              <a:gd name="connsiteX59" fmla="*/ 2866908 w 13158797"/>
              <a:gd name="connsiteY59" fmla="*/ 8583681 h 9456078"/>
              <a:gd name="connsiteX60" fmla="*/ 2907329 w 13158797"/>
              <a:gd name="connsiteY60" fmla="*/ 8556295 h 9456078"/>
              <a:gd name="connsiteX61" fmla="*/ 2947500 w 13158797"/>
              <a:gd name="connsiteY61" fmla="*/ 8528517 h 9456078"/>
              <a:gd name="connsiteX62" fmla="*/ 2987419 w 13158797"/>
              <a:gd name="connsiteY62" fmla="*/ 8500351 h 9456078"/>
              <a:gd name="connsiteX63" fmla="*/ 3027083 w 13158797"/>
              <a:gd name="connsiteY63" fmla="*/ 8471796 h 9456078"/>
              <a:gd name="connsiteX64" fmla="*/ 3066489 w 13158797"/>
              <a:gd name="connsiteY64" fmla="*/ 8442854 h 9456078"/>
              <a:gd name="connsiteX65" fmla="*/ 3105634 w 13158797"/>
              <a:gd name="connsiteY65" fmla="*/ 8413528 h 9456078"/>
              <a:gd name="connsiteX66" fmla="*/ 3144515 w 13158797"/>
              <a:gd name="connsiteY66" fmla="*/ 8383818 h 9456078"/>
              <a:gd name="connsiteX67" fmla="*/ 3183129 w 13158797"/>
              <a:gd name="connsiteY67" fmla="*/ 8353726 h 9456078"/>
              <a:gd name="connsiteX68" fmla="*/ 3221473 w 13158797"/>
              <a:gd name="connsiteY68" fmla="*/ 8323253 h 9456078"/>
              <a:gd name="connsiteX69" fmla="*/ 3259544 w 13158797"/>
              <a:gd name="connsiteY69" fmla="*/ 8292401 h 9456078"/>
              <a:gd name="connsiteX70" fmla="*/ 3297339 w 13158797"/>
              <a:gd name="connsiteY70" fmla="*/ 8261172 h 9456078"/>
              <a:gd name="connsiteX71" fmla="*/ 3334854 w 13158797"/>
              <a:gd name="connsiteY71" fmla="*/ 8229566 h 9456078"/>
              <a:gd name="connsiteX72" fmla="*/ 3372087 w 13158797"/>
              <a:gd name="connsiteY72" fmla="*/ 8197585 h 9456078"/>
              <a:gd name="connsiteX73" fmla="*/ 3409035 w 13158797"/>
              <a:gd name="connsiteY73" fmla="*/ 8165232 h 9456078"/>
              <a:gd name="connsiteX74" fmla="*/ 3445695 w 13158797"/>
              <a:gd name="connsiteY74" fmla="*/ 8132507 h 9456078"/>
              <a:gd name="connsiteX75" fmla="*/ 3482064 w 13158797"/>
              <a:gd name="connsiteY75" fmla="*/ 8099411 h 9456078"/>
              <a:gd name="connsiteX76" fmla="*/ 3518139 w 13158797"/>
              <a:gd name="connsiteY76" fmla="*/ 8065947 h 9456078"/>
              <a:gd name="connsiteX77" fmla="*/ 3553916 w 13158797"/>
              <a:gd name="connsiteY77" fmla="*/ 8032115 h 9456078"/>
              <a:gd name="connsiteX78" fmla="*/ 3589393 w 13158797"/>
              <a:gd name="connsiteY78" fmla="*/ 7997918 h 9456078"/>
              <a:gd name="connsiteX79" fmla="*/ 3624567 w 13158797"/>
              <a:gd name="connsiteY79" fmla="*/ 7963356 h 9456078"/>
              <a:gd name="connsiteX80" fmla="*/ 3659435 w 13158797"/>
              <a:gd name="connsiteY80" fmla="*/ 7928432 h 9456078"/>
              <a:gd name="connsiteX81" fmla="*/ 3693994 w 13158797"/>
              <a:gd name="connsiteY81" fmla="*/ 7893146 h 9456078"/>
              <a:gd name="connsiteX82" fmla="*/ 3728240 w 13158797"/>
              <a:gd name="connsiteY82" fmla="*/ 7857501 h 9456078"/>
              <a:gd name="connsiteX83" fmla="*/ 3762171 w 13158797"/>
              <a:gd name="connsiteY83" fmla="*/ 7821497 h 9456078"/>
              <a:gd name="connsiteX84" fmla="*/ 3795783 w 13158797"/>
              <a:gd name="connsiteY84" fmla="*/ 7785136 h 9456078"/>
              <a:gd name="connsiteX85" fmla="*/ 3829075 w 13158797"/>
              <a:gd name="connsiteY85" fmla="*/ 7748420 h 9456078"/>
              <a:gd name="connsiteX86" fmla="*/ 3862042 w 13158797"/>
              <a:gd name="connsiteY86" fmla="*/ 7711350 h 9456078"/>
              <a:gd name="connsiteX87" fmla="*/ 3894682 w 13158797"/>
              <a:gd name="connsiteY87" fmla="*/ 7673928 h 9456078"/>
              <a:gd name="connsiteX88" fmla="*/ 3926991 w 13158797"/>
              <a:gd name="connsiteY88" fmla="*/ 7636155 h 9456078"/>
              <a:gd name="connsiteX89" fmla="*/ 3958967 w 13158797"/>
              <a:gd name="connsiteY89" fmla="*/ 7598032 h 9456078"/>
              <a:gd name="connsiteX90" fmla="*/ 3990607 w 13158797"/>
              <a:gd name="connsiteY90" fmla="*/ 7559561 h 9456078"/>
              <a:gd name="connsiteX91" fmla="*/ 4021907 w 13158797"/>
              <a:gd name="connsiteY91" fmla="*/ 7520744 h 9456078"/>
              <a:gd name="connsiteX92" fmla="*/ 4052865 w 13158797"/>
              <a:gd name="connsiteY92" fmla="*/ 7481582 h 9456078"/>
              <a:gd name="connsiteX93" fmla="*/ 4083478 w 13158797"/>
              <a:gd name="connsiteY93" fmla="*/ 7442077 h 9456078"/>
              <a:gd name="connsiteX94" fmla="*/ 8022311 w 13158797"/>
              <a:gd name="connsiteY94" fmla="*/ 2307814 h 9456078"/>
              <a:gd name="connsiteX95" fmla="*/ 8052902 w 13158797"/>
              <a:gd name="connsiteY95" fmla="*/ 2268285 h 9456078"/>
              <a:gd name="connsiteX96" fmla="*/ 8083796 w 13158797"/>
              <a:gd name="connsiteY96" fmla="*/ 2229056 h 9456078"/>
              <a:gd name="connsiteX97" fmla="*/ 8114989 w 13158797"/>
              <a:gd name="connsiteY97" fmla="*/ 2190127 h 9456078"/>
              <a:gd name="connsiteX98" fmla="*/ 8146479 w 13158797"/>
              <a:gd name="connsiteY98" fmla="*/ 2151500 h 9456078"/>
              <a:gd name="connsiteX99" fmla="*/ 8178264 w 13158797"/>
              <a:gd name="connsiteY99" fmla="*/ 2113176 h 9456078"/>
              <a:gd name="connsiteX100" fmla="*/ 8210341 w 13158797"/>
              <a:gd name="connsiteY100" fmla="*/ 2075157 h 9456078"/>
              <a:gd name="connsiteX101" fmla="*/ 8242709 w 13158797"/>
              <a:gd name="connsiteY101" fmla="*/ 2037442 h 9456078"/>
              <a:gd name="connsiteX102" fmla="*/ 8275365 w 13158797"/>
              <a:gd name="connsiteY102" fmla="*/ 2000034 h 9456078"/>
              <a:gd name="connsiteX103" fmla="*/ 8308307 w 13158797"/>
              <a:gd name="connsiteY103" fmla="*/ 1962934 h 9456078"/>
              <a:gd name="connsiteX104" fmla="*/ 8341532 w 13158797"/>
              <a:gd name="connsiteY104" fmla="*/ 1926142 h 9456078"/>
              <a:gd name="connsiteX105" fmla="*/ 8375038 w 13158797"/>
              <a:gd name="connsiteY105" fmla="*/ 1889660 h 9456078"/>
              <a:gd name="connsiteX106" fmla="*/ 8408823 w 13158797"/>
              <a:gd name="connsiteY106" fmla="*/ 1853489 h 9456078"/>
              <a:gd name="connsiteX107" fmla="*/ 8442885 w 13158797"/>
              <a:gd name="connsiteY107" fmla="*/ 1817630 h 9456078"/>
              <a:gd name="connsiteX108" fmla="*/ 8477221 w 13158797"/>
              <a:gd name="connsiteY108" fmla="*/ 1782084 h 9456078"/>
              <a:gd name="connsiteX109" fmla="*/ 8511829 w 13158797"/>
              <a:gd name="connsiteY109" fmla="*/ 1746853 h 9456078"/>
              <a:gd name="connsiteX110" fmla="*/ 8546706 w 13158797"/>
              <a:gd name="connsiteY110" fmla="*/ 1711937 h 9456078"/>
              <a:gd name="connsiteX111" fmla="*/ 8581851 w 13158797"/>
              <a:gd name="connsiteY111" fmla="*/ 1677337 h 9456078"/>
              <a:gd name="connsiteX112" fmla="*/ 8617261 w 13158797"/>
              <a:gd name="connsiteY112" fmla="*/ 1643056 h 9456078"/>
              <a:gd name="connsiteX113" fmla="*/ 8652934 w 13158797"/>
              <a:gd name="connsiteY113" fmla="*/ 1609093 h 9456078"/>
              <a:gd name="connsiteX114" fmla="*/ 8688867 w 13158797"/>
              <a:gd name="connsiteY114" fmla="*/ 1575450 h 9456078"/>
              <a:gd name="connsiteX115" fmla="*/ 8725058 w 13158797"/>
              <a:gd name="connsiteY115" fmla="*/ 1542128 h 9456078"/>
              <a:gd name="connsiteX116" fmla="*/ 8761506 w 13158797"/>
              <a:gd name="connsiteY116" fmla="*/ 1509129 h 9456078"/>
              <a:gd name="connsiteX117" fmla="*/ 8798207 w 13158797"/>
              <a:gd name="connsiteY117" fmla="*/ 1476452 h 9456078"/>
              <a:gd name="connsiteX118" fmla="*/ 8835159 w 13158797"/>
              <a:gd name="connsiteY118" fmla="*/ 1444101 h 9456078"/>
              <a:gd name="connsiteX119" fmla="*/ 8872360 w 13158797"/>
              <a:gd name="connsiteY119" fmla="*/ 1412075 h 9456078"/>
              <a:gd name="connsiteX120" fmla="*/ 8909808 w 13158797"/>
              <a:gd name="connsiteY120" fmla="*/ 1380375 h 9456078"/>
              <a:gd name="connsiteX121" fmla="*/ 8947501 w 13158797"/>
              <a:gd name="connsiteY121" fmla="*/ 1349004 h 9456078"/>
              <a:gd name="connsiteX122" fmla="*/ 8985435 w 13158797"/>
              <a:gd name="connsiteY122" fmla="*/ 1317962 h 9456078"/>
              <a:gd name="connsiteX123" fmla="*/ 9023610 w 13158797"/>
              <a:gd name="connsiteY123" fmla="*/ 1287250 h 9456078"/>
              <a:gd name="connsiteX124" fmla="*/ 9062022 w 13158797"/>
              <a:gd name="connsiteY124" fmla="*/ 1256869 h 9456078"/>
              <a:gd name="connsiteX125" fmla="*/ 9100669 w 13158797"/>
              <a:gd name="connsiteY125" fmla="*/ 1226820 h 9456078"/>
              <a:gd name="connsiteX126" fmla="*/ 9139549 w 13158797"/>
              <a:gd name="connsiteY126" fmla="*/ 1197105 h 9456078"/>
              <a:gd name="connsiteX127" fmla="*/ 9178660 w 13158797"/>
              <a:gd name="connsiteY127" fmla="*/ 1167725 h 9456078"/>
              <a:gd name="connsiteX128" fmla="*/ 9217999 w 13158797"/>
              <a:gd name="connsiteY128" fmla="*/ 1138681 h 9456078"/>
              <a:gd name="connsiteX129" fmla="*/ 9257564 w 13158797"/>
              <a:gd name="connsiteY129" fmla="*/ 1109974 h 9456078"/>
              <a:gd name="connsiteX130" fmla="*/ 9297353 w 13158797"/>
              <a:gd name="connsiteY130" fmla="*/ 1081604 h 9456078"/>
              <a:gd name="connsiteX131" fmla="*/ 9337364 w 13158797"/>
              <a:gd name="connsiteY131" fmla="*/ 1053574 h 9456078"/>
              <a:gd name="connsiteX132" fmla="*/ 9377594 w 13158797"/>
              <a:gd name="connsiteY132" fmla="*/ 1025884 h 9456078"/>
              <a:gd name="connsiteX133" fmla="*/ 9418040 w 13158797"/>
              <a:gd name="connsiteY133" fmla="*/ 998536 h 9456078"/>
              <a:gd name="connsiteX134" fmla="*/ 9458702 w 13158797"/>
              <a:gd name="connsiteY134" fmla="*/ 971530 h 9456078"/>
              <a:gd name="connsiteX135" fmla="*/ 9499575 w 13158797"/>
              <a:gd name="connsiteY135" fmla="*/ 944868 h 9456078"/>
              <a:gd name="connsiteX136" fmla="*/ 9540659 w 13158797"/>
              <a:gd name="connsiteY136" fmla="*/ 918551 h 9456078"/>
              <a:gd name="connsiteX137" fmla="*/ 9581950 w 13158797"/>
              <a:gd name="connsiteY137" fmla="*/ 892580 h 9456078"/>
              <a:gd name="connsiteX138" fmla="*/ 9623447 w 13158797"/>
              <a:gd name="connsiteY138" fmla="*/ 866956 h 9456078"/>
              <a:gd name="connsiteX139" fmla="*/ 9665147 w 13158797"/>
              <a:gd name="connsiteY139" fmla="*/ 841681 h 9456078"/>
              <a:gd name="connsiteX140" fmla="*/ 9707048 w 13158797"/>
              <a:gd name="connsiteY140" fmla="*/ 816754 h 9456078"/>
              <a:gd name="connsiteX141" fmla="*/ 9749147 w 13158797"/>
              <a:gd name="connsiteY141" fmla="*/ 792179 h 9456078"/>
              <a:gd name="connsiteX142" fmla="*/ 9791443 w 13158797"/>
              <a:gd name="connsiteY142" fmla="*/ 767955 h 9456078"/>
              <a:gd name="connsiteX143" fmla="*/ 9833932 w 13158797"/>
              <a:gd name="connsiteY143" fmla="*/ 744083 h 9456078"/>
              <a:gd name="connsiteX144" fmla="*/ 9876613 w 13158797"/>
              <a:gd name="connsiteY144" fmla="*/ 720566 h 9456078"/>
              <a:gd name="connsiteX145" fmla="*/ 9919484 w 13158797"/>
              <a:gd name="connsiteY145" fmla="*/ 697404 h 9456078"/>
              <a:gd name="connsiteX146" fmla="*/ 9962542 w 13158797"/>
              <a:gd name="connsiteY146" fmla="*/ 674598 h 9456078"/>
              <a:gd name="connsiteX147" fmla="*/ 10005784 w 13158797"/>
              <a:gd name="connsiteY147" fmla="*/ 652149 h 9456078"/>
              <a:gd name="connsiteX148" fmla="*/ 10049209 w 13158797"/>
              <a:gd name="connsiteY148" fmla="*/ 630059 h 9456078"/>
              <a:gd name="connsiteX149" fmla="*/ 10092814 w 13158797"/>
              <a:gd name="connsiteY149" fmla="*/ 608328 h 9456078"/>
              <a:gd name="connsiteX150" fmla="*/ 10136597 w 13158797"/>
              <a:gd name="connsiteY150" fmla="*/ 586958 h 9456078"/>
              <a:gd name="connsiteX151" fmla="*/ 10180556 w 13158797"/>
              <a:gd name="connsiteY151" fmla="*/ 565950 h 9456078"/>
              <a:gd name="connsiteX152" fmla="*/ 10224688 w 13158797"/>
              <a:gd name="connsiteY152" fmla="*/ 545304 h 9456078"/>
              <a:gd name="connsiteX153" fmla="*/ 10268991 w 13158797"/>
              <a:gd name="connsiteY153" fmla="*/ 525023 h 9456078"/>
              <a:gd name="connsiteX154" fmla="*/ 10313463 w 13158797"/>
              <a:gd name="connsiteY154" fmla="*/ 505107 h 9456078"/>
              <a:gd name="connsiteX155" fmla="*/ 10358101 w 13158797"/>
              <a:gd name="connsiteY155" fmla="*/ 485558 h 9456078"/>
              <a:gd name="connsiteX156" fmla="*/ 10402903 w 13158797"/>
              <a:gd name="connsiteY156" fmla="*/ 466376 h 9456078"/>
              <a:gd name="connsiteX157" fmla="*/ 10447868 w 13158797"/>
              <a:gd name="connsiteY157" fmla="*/ 447563 h 9456078"/>
              <a:gd name="connsiteX158" fmla="*/ 10492991 w 13158797"/>
              <a:gd name="connsiteY158" fmla="*/ 429119 h 9456078"/>
              <a:gd name="connsiteX159" fmla="*/ 10538272 w 13158797"/>
              <a:gd name="connsiteY159" fmla="*/ 411046 h 9456078"/>
              <a:gd name="connsiteX160" fmla="*/ 10583708 w 13158797"/>
              <a:gd name="connsiteY160" fmla="*/ 393346 h 9456078"/>
              <a:gd name="connsiteX161" fmla="*/ 10629297 w 13158797"/>
              <a:gd name="connsiteY161" fmla="*/ 376018 h 9456078"/>
              <a:gd name="connsiteX162" fmla="*/ 10675036 w 13158797"/>
              <a:gd name="connsiteY162" fmla="*/ 359065 h 9456078"/>
              <a:gd name="connsiteX163" fmla="*/ 10720923 w 13158797"/>
              <a:gd name="connsiteY163" fmla="*/ 342487 h 9456078"/>
              <a:gd name="connsiteX164" fmla="*/ 10766956 w 13158797"/>
              <a:gd name="connsiteY164" fmla="*/ 326286 h 9456078"/>
              <a:gd name="connsiteX165" fmla="*/ 10813132 w 13158797"/>
              <a:gd name="connsiteY165" fmla="*/ 310462 h 9456078"/>
              <a:gd name="connsiteX166" fmla="*/ 10859450 w 13158797"/>
              <a:gd name="connsiteY166" fmla="*/ 295018 h 9456078"/>
              <a:gd name="connsiteX167" fmla="*/ 10905907 w 13158797"/>
              <a:gd name="connsiteY167" fmla="*/ 279953 h 9456078"/>
              <a:gd name="connsiteX168" fmla="*/ 10952500 w 13158797"/>
              <a:gd name="connsiteY168" fmla="*/ 265269 h 9456078"/>
              <a:gd name="connsiteX169" fmla="*/ 10999227 w 13158797"/>
              <a:gd name="connsiteY169" fmla="*/ 250968 h 9456078"/>
              <a:gd name="connsiteX170" fmla="*/ 11046087 w 13158797"/>
              <a:gd name="connsiteY170" fmla="*/ 237049 h 9456078"/>
              <a:gd name="connsiteX171" fmla="*/ 11093076 w 13158797"/>
              <a:gd name="connsiteY171" fmla="*/ 223516 h 9456078"/>
              <a:gd name="connsiteX172" fmla="*/ 11140193 w 13158797"/>
              <a:gd name="connsiteY172" fmla="*/ 210368 h 9456078"/>
              <a:gd name="connsiteX173" fmla="*/ 11187434 w 13158797"/>
              <a:gd name="connsiteY173" fmla="*/ 197606 h 9456078"/>
              <a:gd name="connsiteX174" fmla="*/ 11234799 w 13158797"/>
              <a:gd name="connsiteY174" fmla="*/ 185233 h 9456078"/>
              <a:gd name="connsiteX175" fmla="*/ 11282284 w 13158797"/>
              <a:gd name="connsiteY175" fmla="*/ 173248 h 9456078"/>
              <a:gd name="connsiteX176" fmla="*/ 11329888 w 13158797"/>
              <a:gd name="connsiteY176" fmla="*/ 161654 h 9456078"/>
              <a:gd name="connsiteX177" fmla="*/ 11377607 w 13158797"/>
              <a:gd name="connsiteY177" fmla="*/ 150451 h 9456078"/>
              <a:gd name="connsiteX178" fmla="*/ 11425440 w 13158797"/>
              <a:gd name="connsiteY178" fmla="*/ 139640 h 9456078"/>
              <a:gd name="connsiteX179" fmla="*/ 11473385 w 13158797"/>
              <a:gd name="connsiteY179" fmla="*/ 129223 h 9456078"/>
              <a:gd name="connsiteX180" fmla="*/ 11521439 w 13158797"/>
              <a:gd name="connsiteY180" fmla="*/ 119201 h 9456078"/>
              <a:gd name="connsiteX181" fmla="*/ 11569599 w 13158797"/>
              <a:gd name="connsiteY181" fmla="*/ 109574 h 9456078"/>
              <a:gd name="connsiteX182" fmla="*/ 11617864 w 13158797"/>
              <a:gd name="connsiteY182" fmla="*/ 100344 h 9456078"/>
              <a:gd name="connsiteX183" fmla="*/ 11666231 w 13158797"/>
              <a:gd name="connsiteY183" fmla="*/ 91512 h 9456078"/>
              <a:gd name="connsiteX184" fmla="*/ 11714698 w 13158797"/>
              <a:gd name="connsiteY184" fmla="*/ 83080 h 9456078"/>
              <a:gd name="connsiteX185" fmla="*/ 11763263 w 13158797"/>
              <a:gd name="connsiteY185" fmla="*/ 75047 h 9456078"/>
              <a:gd name="connsiteX186" fmla="*/ 11811923 w 13158797"/>
              <a:gd name="connsiteY186" fmla="*/ 67417 h 9456078"/>
              <a:gd name="connsiteX187" fmla="*/ 11860676 w 13158797"/>
              <a:gd name="connsiteY187" fmla="*/ 60188 h 9456078"/>
              <a:gd name="connsiteX188" fmla="*/ 11909519 w 13158797"/>
              <a:gd name="connsiteY188" fmla="*/ 53364 h 9456078"/>
              <a:gd name="connsiteX189" fmla="*/ 11958451 w 13158797"/>
              <a:gd name="connsiteY189" fmla="*/ 46944 h 9456078"/>
              <a:gd name="connsiteX190" fmla="*/ 12007470 w 13158797"/>
              <a:gd name="connsiteY190" fmla="*/ 40931 h 9456078"/>
              <a:gd name="connsiteX191" fmla="*/ 12056572 w 13158797"/>
              <a:gd name="connsiteY191" fmla="*/ 35324 h 9456078"/>
              <a:gd name="connsiteX192" fmla="*/ 12105756 w 13158797"/>
              <a:gd name="connsiteY192" fmla="*/ 30126 h 9456078"/>
              <a:gd name="connsiteX193" fmla="*/ 12155019 w 13158797"/>
              <a:gd name="connsiteY193" fmla="*/ 25337 h 9456078"/>
              <a:gd name="connsiteX194" fmla="*/ 12204359 w 13158797"/>
              <a:gd name="connsiteY194" fmla="*/ 20958 h 9456078"/>
              <a:gd name="connsiteX195" fmla="*/ 12253773 w 13158797"/>
              <a:gd name="connsiteY195" fmla="*/ 16991 h 9456078"/>
              <a:gd name="connsiteX196" fmla="*/ 12303260 w 13158797"/>
              <a:gd name="connsiteY196" fmla="*/ 13437 h 9456078"/>
              <a:gd name="connsiteX197" fmla="*/ 12352818 w 13158797"/>
              <a:gd name="connsiteY197" fmla="*/ 10297 h 9456078"/>
              <a:gd name="connsiteX198" fmla="*/ 12402443 w 13158797"/>
              <a:gd name="connsiteY198" fmla="*/ 7572 h 9456078"/>
              <a:gd name="connsiteX199" fmla="*/ 12452133 w 13158797"/>
              <a:gd name="connsiteY199" fmla="*/ 5263 h 9456078"/>
              <a:gd name="connsiteX200" fmla="*/ 12501887 w 13158797"/>
              <a:gd name="connsiteY200" fmla="*/ 3371 h 9456078"/>
              <a:gd name="connsiteX201" fmla="*/ 12551701 w 13158797"/>
              <a:gd name="connsiteY201" fmla="*/ 1898 h 9456078"/>
              <a:gd name="connsiteX202" fmla="*/ 12601574 w 13158797"/>
              <a:gd name="connsiteY202" fmla="*/ 844 h 9456078"/>
              <a:gd name="connsiteX203" fmla="*/ 12651504 w 13158797"/>
              <a:gd name="connsiteY203" fmla="*/ 211 h 9456078"/>
              <a:gd name="connsiteX204" fmla="*/ 12701487 w 13158797"/>
              <a:gd name="connsiteY204" fmla="*/ 0 h 9456078"/>
              <a:gd name="connsiteX205" fmla="*/ 13158798 w 13158797"/>
              <a:gd name="connsiteY205" fmla="*/ 0 h 94560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</a:cxnLst>
            <a:rect l="l" t="t" r="r" b="b"/>
            <a:pathLst>
              <a:path w="13158797" h="9456078">
                <a:moveTo>
                  <a:pt x="0" y="9456078"/>
                </a:moveTo>
                <a:lnTo>
                  <a:pt x="49977" y="9455836"/>
                </a:lnTo>
                <a:lnTo>
                  <a:pt x="99893" y="9455111"/>
                </a:lnTo>
                <a:lnTo>
                  <a:pt x="149742" y="9453904"/>
                </a:lnTo>
                <a:lnTo>
                  <a:pt x="199524" y="9452217"/>
                </a:lnTo>
                <a:lnTo>
                  <a:pt x="298870" y="9447409"/>
                </a:lnTo>
                <a:lnTo>
                  <a:pt x="348429" y="9444290"/>
                </a:lnTo>
                <a:lnTo>
                  <a:pt x="397907" y="9440698"/>
                </a:lnTo>
                <a:lnTo>
                  <a:pt x="447302" y="9436632"/>
                </a:lnTo>
                <a:lnTo>
                  <a:pt x="496610" y="9432096"/>
                </a:lnTo>
                <a:lnTo>
                  <a:pt x="545829" y="9427089"/>
                </a:lnTo>
                <a:lnTo>
                  <a:pt x="594956" y="9421615"/>
                </a:lnTo>
                <a:lnTo>
                  <a:pt x="643987" y="9415673"/>
                </a:lnTo>
                <a:lnTo>
                  <a:pt x="692920" y="9409267"/>
                </a:lnTo>
                <a:lnTo>
                  <a:pt x="741751" y="9402396"/>
                </a:lnTo>
                <a:lnTo>
                  <a:pt x="790478" y="9395063"/>
                </a:lnTo>
                <a:lnTo>
                  <a:pt x="839098" y="9387270"/>
                </a:lnTo>
                <a:lnTo>
                  <a:pt x="887607" y="9379017"/>
                </a:lnTo>
                <a:lnTo>
                  <a:pt x="936002" y="9370306"/>
                </a:lnTo>
                <a:lnTo>
                  <a:pt x="984281" y="9361139"/>
                </a:lnTo>
                <a:lnTo>
                  <a:pt x="1032440" y="9351517"/>
                </a:lnTo>
                <a:lnTo>
                  <a:pt x="1080477" y="9341441"/>
                </a:lnTo>
                <a:lnTo>
                  <a:pt x="1176172" y="9319936"/>
                </a:lnTo>
                <a:lnTo>
                  <a:pt x="1223823" y="9308509"/>
                </a:lnTo>
                <a:lnTo>
                  <a:pt x="1271339" y="9296635"/>
                </a:lnTo>
                <a:lnTo>
                  <a:pt x="1318719" y="9284315"/>
                </a:lnTo>
                <a:lnTo>
                  <a:pt x="1365957" y="9271550"/>
                </a:lnTo>
                <a:lnTo>
                  <a:pt x="1413052" y="9258342"/>
                </a:lnTo>
                <a:lnTo>
                  <a:pt x="1460000" y="9244693"/>
                </a:lnTo>
                <a:lnTo>
                  <a:pt x="1506799" y="9230604"/>
                </a:lnTo>
                <a:lnTo>
                  <a:pt x="1553445" y="9216076"/>
                </a:lnTo>
                <a:lnTo>
                  <a:pt x="1599935" y="9201111"/>
                </a:lnTo>
                <a:lnTo>
                  <a:pt x="1646267" y="9185710"/>
                </a:lnTo>
                <a:lnTo>
                  <a:pt x="1692437" y="9169876"/>
                </a:lnTo>
                <a:lnTo>
                  <a:pt x="1738442" y="9153608"/>
                </a:lnTo>
                <a:lnTo>
                  <a:pt x="1784280" y="9136910"/>
                </a:lnTo>
                <a:lnTo>
                  <a:pt x="1829947" y="9119782"/>
                </a:lnTo>
                <a:lnTo>
                  <a:pt x="1875440" y="9102226"/>
                </a:lnTo>
                <a:lnTo>
                  <a:pt x="1920756" y="9084243"/>
                </a:lnTo>
                <a:lnTo>
                  <a:pt x="1965893" y="9065835"/>
                </a:lnTo>
                <a:lnTo>
                  <a:pt x="2055615" y="9027750"/>
                </a:lnTo>
                <a:lnTo>
                  <a:pt x="2100195" y="9008075"/>
                </a:lnTo>
                <a:lnTo>
                  <a:pt x="2144582" y="8987981"/>
                </a:lnTo>
                <a:lnTo>
                  <a:pt x="2188775" y="8967470"/>
                </a:lnTo>
                <a:lnTo>
                  <a:pt x="2232770" y="8946542"/>
                </a:lnTo>
                <a:lnTo>
                  <a:pt x="2276564" y="8925199"/>
                </a:lnTo>
                <a:lnTo>
                  <a:pt x="2320154" y="8903443"/>
                </a:lnTo>
                <a:lnTo>
                  <a:pt x="2363538" y="8881275"/>
                </a:lnTo>
                <a:lnTo>
                  <a:pt x="2406711" y="8858697"/>
                </a:lnTo>
                <a:lnTo>
                  <a:pt x="2449672" y="8835710"/>
                </a:lnTo>
                <a:lnTo>
                  <a:pt x="2492417" y="8812316"/>
                </a:lnTo>
                <a:lnTo>
                  <a:pt x="2534943" y="8788516"/>
                </a:lnTo>
                <a:lnTo>
                  <a:pt x="2577247" y="8764311"/>
                </a:lnTo>
                <a:lnTo>
                  <a:pt x="2619326" y="8739704"/>
                </a:lnTo>
                <a:lnTo>
                  <a:pt x="2661177" y="8714695"/>
                </a:lnTo>
                <a:lnTo>
                  <a:pt x="2702797" y="8689286"/>
                </a:lnTo>
                <a:lnTo>
                  <a:pt x="2744183" y="8663479"/>
                </a:lnTo>
                <a:lnTo>
                  <a:pt x="2785333" y="8637274"/>
                </a:lnTo>
                <a:lnTo>
                  <a:pt x="2826242" y="8610675"/>
                </a:lnTo>
                <a:lnTo>
                  <a:pt x="2866908" y="8583681"/>
                </a:lnTo>
                <a:lnTo>
                  <a:pt x="2907329" y="8556295"/>
                </a:lnTo>
                <a:lnTo>
                  <a:pt x="2947500" y="8528517"/>
                </a:lnTo>
                <a:lnTo>
                  <a:pt x="2987419" y="8500351"/>
                </a:lnTo>
                <a:lnTo>
                  <a:pt x="3027083" y="8471796"/>
                </a:lnTo>
                <a:lnTo>
                  <a:pt x="3066489" y="8442854"/>
                </a:lnTo>
                <a:lnTo>
                  <a:pt x="3105634" y="8413528"/>
                </a:lnTo>
                <a:lnTo>
                  <a:pt x="3144515" y="8383818"/>
                </a:lnTo>
                <a:lnTo>
                  <a:pt x="3183129" y="8353726"/>
                </a:lnTo>
                <a:lnTo>
                  <a:pt x="3221473" y="8323253"/>
                </a:lnTo>
                <a:lnTo>
                  <a:pt x="3259544" y="8292401"/>
                </a:lnTo>
                <a:lnTo>
                  <a:pt x="3297339" y="8261172"/>
                </a:lnTo>
                <a:lnTo>
                  <a:pt x="3334854" y="8229566"/>
                </a:lnTo>
                <a:lnTo>
                  <a:pt x="3372087" y="8197585"/>
                </a:lnTo>
                <a:lnTo>
                  <a:pt x="3409035" y="8165232"/>
                </a:lnTo>
                <a:lnTo>
                  <a:pt x="3445695" y="8132507"/>
                </a:lnTo>
                <a:lnTo>
                  <a:pt x="3482064" y="8099411"/>
                </a:lnTo>
                <a:lnTo>
                  <a:pt x="3518139" y="8065947"/>
                </a:lnTo>
                <a:lnTo>
                  <a:pt x="3553916" y="8032115"/>
                </a:lnTo>
                <a:lnTo>
                  <a:pt x="3589393" y="7997918"/>
                </a:lnTo>
                <a:lnTo>
                  <a:pt x="3624567" y="7963356"/>
                </a:lnTo>
                <a:lnTo>
                  <a:pt x="3659435" y="7928432"/>
                </a:lnTo>
                <a:lnTo>
                  <a:pt x="3693994" y="7893146"/>
                </a:lnTo>
                <a:lnTo>
                  <a:pt x="3728240" y="7857501"/>
                </a:lnTo>
                <a:lnTo>
                  <a:pt x="3762171" y="7821497"/>
                </a:lnTo>
                <a:lnTo>
                  <a:pt x="3795783" y="7785136"/>
                </a:lnTo>
                <a:lnTo>
                  <a:pt x="3829075" y="7748420"/>
                </a:lnTo>
                <a:lnTo>
                  <a:pt x="3862042" y="7711350"/>
                </a:lnTo>
                <a:lnTo>
                  <a:pt x="3894682" y="7673928"/>
                </a:lnTo>
                <a:lnTo>
                  <a:pt x="3926991" y="7636155"/>
                </a:lnTo>
                <a:lnTo>
                  <a:pt x="3958967" y="7598032"/>
                </a:lnTo>
                <a:lnTo>
                  <a:pt x="3990607" y="7559561"/>
                </a:lnTo>
                <a:lnTo>
                  <a:pt x="4021907" y="7520744"/>
                </a:lnTo>
                <a:lnTo>
                  <a:pt x="4052865" y="7481582"/>
                </a:lnTo>
                <a:lnTo>
                  <a:pt x="4083478" y="7442077"/>
                </a:lnTo>
                <a:lnTo>
                  <a:pt x="8022311" y="2307814"/>
                </a:lnTo>
                <a:lnTo>
                  <a:pt x="8052902" y="2268285"/>
                </a:lnTo>
                <a:lnTo>
                  <a:pt x="8083796" y="2229056"/>
                </a:lnTo>
                <a:lnTo>
                  <a:pt x="8114989" y="2190127"/>
                </a:lnTo>
                <a:lnTo>
                  <a:pt x="8146479" y="2151500"/>
                </a:lnTo>
                <a:lnTo>
                  <a:pt x="8178264" y="2113176"/>
                </a:lnTo>
                <a:lnTo>
                  <a:pt x="8210341" y="2075157"/>
                </a:lnTo>
                <a:lnTo>
                  <a:pt x="8242709" y="2037442"/>
                </a:lnTo>
                <a:lnTo>
                  <a:pt x="8275365" y="2000034"/>
                </a:lnTo>
                <a:lnTo>
                  <a:pt x="8308307" y="1962934"/>
                </a:lnTo>
                <a:lnTo>
                  <a:pt x="8341532" y="1926142"/>
                </a:lnTo>
                <a:lnTo>
                  <a:pt x="8375038" y="1889660"/>
                </a:lnTo>
                <a:lnTo>
                  <a:pt x="8408823" y="1853489"/>
                </a:lnTo>
                <a:lnTo>
                  <a:pt x="8442885" y="1817630"/>
                </a:lnTo>
                <a:lnTo>
                  <a:pt x="8477221" y="1782084"/>
                </a:lnTo>
                <a:lnTo>
                  <a:pt x="8511829" y="1746853"/>
                </a:lnTo>
                <a:lnTo>
                  <a:pt x="8546706" y="1711937"/>
                </a:lnTo>
                <a:lnTo>
                  <a:pt x="8581851" y="1677337"/>
                </a:lnTo>
                <a:lnTo>
                  <a:pt x="8617261" y="1643056"/>
                </a:lnTo>
                <a:lnTo>
                  <a:pt x="8652934" y="1609093"/>
                </a:lnTo>
                <a:lnTo>
                  <a:pt x="8688867" y="1575450"/>
                </a:lnTo>
                <a:lnTo>
                  <a:pt x="8725058" y="1542128"/>
                </a:lnTo>
                <a:lnTo>
                  <a:pt x="8761506" y="1509129"/>
                </a:lnTo>
                <a:lnTo>
                  <a:pt x="8798207" y="1476452"/>
                </a:lnTo>
                <a:lnTo>
                  <a:pt x="8835159" y="1444101"/>
                </a:lnTo>
                <a:lnTo>
                  <a:pt x="8872360" y="1412075"/>
                </a:lnTo>
                <a:lnTo>
                  <a:pt x="8909808" y="1380375"/>
                </a:lnTo>
                <a:lnTo>
                  <a:pt x="8947501" y="1349004"/>
                </a:lnTo>
                <a:lnTo>
                  <a:pt x="8985435" y="1317962"/>
                </a:lnTo>
                <a:lnTo>
                  <a:pt x="9023610" y="1287250"/>
                </a:lnTo>
                <a:lnTo>
                  <a:pt x="9062022" y="1256869"/>
                </a:lnTo>
                <a:lnTo>
                  <a:pt x="9100669" y="1226820"/>
                </a:lnTo>
                <a:lnTo>
                  <a:pt x="9139549" y="1197105"/>
                </a:lnTo>
                <a:lnTo>
                  <a:pt x="9178660" y="1167725"/>
                </a:lnTo>
                <a:lnTo>
                  <a:pt x="9217999" y="1138681"/>
                </a:lnTo>
                <a:lnTo>
                  <a:pt x="9257564" y="1109974"/>
                </a:lnTo>
                <a:lnTo>
                  <a:pt x="9297353" y="1081604"/>
                </a:lnTo>
                <a:lnTo>
                  <a:pt x="9337364" y="1053574"/>
                </a:lnTo>
                <a:lnTo>
                  <a:pt x="9377594" y="1025884"/>
                </a:lnTo>
                <a:lnTo>
                  <a:pt x="9418040" y="998536"/>
                </a:lnTo>
                <a:lnTo>
                  <a:pt x="9458702" y="971530"/>
                </a:lnTo>
                <a:lnTo>
                  <a:pt x="9499575" y="944868"/>
                </a:lnTo>
                <a:lnTo>
                  <a:pt x="9540659" y="918551"/>
                </a:lnTo>
                <a:lnTo>
                  <a:pt x="9581950" y="892580"/>
                </a:lnTo>
                <a:lnTo>
                  <a:pt x="9623447" y="866956"/>
                </a:lnTo>
                <a:lnTo>
                  <a:pt x="9665147" y="841681"/>
                </a:lnTo>
                <a:lnTo>
                  <a:pt x="9707048" y="816754"/>
                </a:lnTo>
                <a:lnTo>
                  <a:pt x="9749147" y="792179"/>
                </a:lnTo>
                <a:lnTo>
                  <a:pt x="9791443" y="767955"/>
                </a:lnTo>
                <a:lnTo>
                  <a:pt x="9833932" y="744083"/>
                </a:lnTo>
                <a:lnTo>
                  <a:pt x="9876613" y="720566"/>
                </a:lnTo>
                <a:lnTo>
                  <a:pt x="9919484" y="697404"/>
                </a:lnTo>
                <a:lnTo>
                  <a:pt x="9962542" y="674598"/>
                </a:lnTo>
                <a:lnTo>
                  <a:pt x="10005784" y="652149"/>
                </a:lnTo>
                <a:lnTo>
                  <a:pt x="10049209" y="630059"/>
                </a:lnTo>
                <a:lnTo>
                  <a:pt x="10092814" y="608328"/>
                </a:lnTo>
                <a:lnTo>
                  <a:pt x="10136597" y="586958"/>
                </a:lnTo>
                <a:lnTo>
                  <a:pt x="10180556" y="565950"/>
                </a:lnTo>
                <a:lnTo>
                  <a:pt x="10224688" y="545304"/>
                </a:lnTo>
                <a:lnTo>
                  <a:pt x="10268991" y="525023"/>
                </a:lnTo>
                <a:lnTo>
                  <a:pt x="10313463" y="505107"/>
                </a:lnTo>
                <a:lnTo>
                  <a:pt x="10358101" y="485558"/>
                </a:lnTo>
                <a:lnTo>
                  <a:pt x="10402903" y="466376"/>
                </a:lnTo>
                <a:lnTo>
                  <a:pt x="10447868" y="447563"/>
                </a:lnTo>
                <a:lnTo>
                  <a:pt x="10492991" y="429119"/>
                </a:lnTo>
                <a:lnTo>
                  <a:pt x="10538272" y="411046"/>
                </a:lnTo>
                <a:lnTo>
                  <a:pt x="10583708" y="393346"/>
                </a:lnTo>
                <a:lnTo>
                  <a:pt x="10629297" y="376018"/>
                </a:lnTo>
                <a:lnTo>
                  <a:pt x="10675036" y="359065"/>
                </a:lnTo>
                <a:lnTo>
                  <a:pt x="10720923" y="342487"/>
                </a:lnTo>
                <a:lnTo>
                  <a:pt x="10766956" y="326286"/>
                </a:lnTo>
                <a:lnTo>
                  <a:pt x="10813132" y="310462"/>
                </a:lnTo>
                <a:lnTo>
                  <a:pt x="10859450" y="295018"/>
                </a:lnTo>
                <a:lnTo>
                  <a:pt x="10905907" y="279953"/>
                </a:lnTo>
                <a:lnTo>
                  <a:pt x="10952500" y="265269"/>
                </a:lnTo>
                <a:lnTo>
                  <a:pt x="10999227" y="250968"/>
                </a:lnTo>
                <a:lnTo>
                  <a:pt x="11046087" y="237049"/>
                </a:lnTo>
                <a:lnTo>
                  <a:pt x="11093076" y="223516"/>
                </a:lnTo>
                <a:lnTo>
                  <a:pt x="11140193" y="210368"/>
                </a:lnTo>
                <a:lnTo>
                  <a:pt x="11187434" y="197606"/>
                </a:lnTo>
                <a:lnTo>
                  <a:pt x="11234799" y="185233"/>
                </a:lnTo>
                <a:lnTo>
                  <a:pt x="11282284" y="173248"/>
                </a:lnTo>
                <a:lnTo>
                  <a:pt x="11329888" y="161654"/>
                </a:lnTo>
                <a:lnTo>
                  <a:pt x="11377607" y="150451"/>
                </a:lnTo>
                <a:lnTo>
                  <a:pt x="11425440" y="139640"/>
                </a:lnTo>
                <a:lnTo>
                  <a:pt x="11473385" y="129223"/>
                </a:lnTo>
                <a:lnTo>
                  <a:pt x="11521439" y="119201"/>
                </a:lnTo>
                <a:lnTo>
                  <a:pt x="11569599" y="109574"/>
                </a:lnTo>
                <a:lnTo>
                  <a:pt x="11617864" y="100344"/>
                </a:lnTo>
                <a:lnTo>
                  <a:pt x="11666231" y="91512"/>
                </a:lnTo>
                <a:lnTo>
                  <a:pt x="11714698" y="83080"/>
                </a:lnTo>
                <a:lnTo>
                  <a:pt x="11763263" y="75047"/>
                </a:lnTo>
                <a:lnTo>
                  <a:pt x="11811923" y="67417"/>
                </a:lnTo>
                <a:lnTo>
                  <a:pt x="11860676" y="60188"/>
                </a:lnTo>
                <a:lnTo>
                  <a:pt x="11909519" y="53364"/>
                </a:lnTo>
                <a:lnTo>
                  <a:pt x="11958451" y="46944"/>
                </a:lnTo>
                <a:lnTo>
                  <a:pt x="12007470" y="40931"/>
                </a:lnTo>
                <a:lnTo>
                  <a:pt x="12056572" y="35324"/>
                </a:lnTo>
                <a:lnTo>
                  <a:pt x="12105756" y="30126"/>
                </a:lnTo>
                <a:lnTo>
                  <a:pt x="12155019" y="25337"/>
                </a:lnTo>
                <a:lnTo>
                  <a:pt x="12204359" y="20958"/>
                </a:lnTo>
                <a:lnTo>
                  <a:pt x="12253773" y="16991"/>
                </a:lnTo>
                <a:lnTo>
                  <a:pt x="12303260" y="13437"/>
                </a:lnTo>
                <a:lnTo>
                  <a:pt x="12352818" y="10297"/>
                </a:lnTo>
                <a:lnTo>
                  <a:pt x="12402443" y="7572"/>
                </a:lnTo>
                <a:lnTo>
                  <a:pt x="12452133" y="5263"/>
                </a:lnTo>
                <a:lnTo>
                  <a:pt x="12501887" y="3371"/>
                </a:lnTo>
                <a:lnTo>
                  <a:pt x="12551701" y="1898"/>
                </a:lnTo>
                <a:lnTo>
                  <a:pt x="12601574" y="844"/>
                </a:lnTo>
                <a:lnTo>
                  <a:pt x="12651504" y="211"/>
                </a:lnTo>
                <a:lnTo>
                  <a:pt x="12701487" y="0"/>
                </a:lnTo>
                <a:lnTo>
                  <a:pt x="13158798" y="0"/>
                </a:lnTo>
              </a:path>
            </a:pathLst>
          </a:custGeom>
          <a:ln w="19050">
            <a:gradFill>
              <a:gsLst>
                <a:gs pos="18000">
                  <a:schemeClr val="accent2"/>
                </a:gs>
                <a:gs pos="0">
                  <a:schemeClr val="bg1">
                    <a:alpha val="0"/>
                  </a:schemeClr>
                </a:gs>
              </a:gsLst>
              <a:lin ang="5400000" scaled="0"/>
            </a:gradFill>
          </a:ln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C852DA27-3FF7-A998-37F4-EF0ED0A5C838}"/>
              </a:ext>
            </a:extLst>
          </p:cNvPr>
          <p:cNvCxnSpPr>
            <a:cxnSpLocks/>
          </p:cNvCxnSpPr>
          <p:nvPr/>
        </p:nvCxnSpPr>
        <p:spPr>
          <a:xfrm flipH="1">
            <a:off x="334962" y="6678798"/>
            <a:ext cx="10980001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Espaço Reservado para Número de Slide 5">
            <a:extLst>
              <a:ext uri="{FF2B5EF4-FFF2-40B4-BE49-F238E27FC236}">
                <a16:creationId xmlns:a16="http://schemas.microsoft.com/office/drawing/2014/main" id="{3C3AD1DB-74F2-5CB8-23C2-508B0D63F63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509521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405820399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16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1_Título | Box superior - Escuro">
    <p:bg>
      <p:bgPr>
        <a:gradFill>
          <a:gsLst>
            <a:gs pos="0">
              <a:schemeClr val="tx1"/>
            </a:gs>
            <a:gs pos="23000">
              <a:schemeClr val="tx1"/>
            </a:gs>
            <a:gs pos="55000">
              <a:srgbClr val="161B21"/>
            </a:gs>
          </a:gsLst>
          <a:lin ang="84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0" name="Retângulo 5">
            <a:extLst>
              <a:ext uri="{FF2B5EF4-FFF2-40B4-BE49-F238E27FC236}">
                <a16:creationId xmlns:a16="http://schemas.microsoft.com/office/drawing/2014/main" id="{7D36360D-ABDB-2B93-AA05-C90BA9D483DB}"/>
              </a:ext>
            </a:extLst>
          </p:cNvPr>
          <p:cNvSpPr/>
          <p:nvPr/>
        </p:nvSpPr>
        <p:spPr>
          <a:xfrm>
            <a:off x="0" y="807794"/>
            <a:ext cx="12192000" cy="209118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>
              <a:latin typeface="Versos" panose="020B0503020204030204" pitchFamily="34" charset="0"/>
            </a:endParaRP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683427" y="1045525"/>
            <a:ext cx="5421301" cy="156104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>
                    <a:lumMod val="85000"/>
                    <a:lumOff val="15000"/>
                  </a:schemeClr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12" name="Conector Reto 6">
            <a:extLst>
              <a:ext uri="{FF2B5EF4-FFF2-40B4-BE49-F238E27FC236}">
                <a16:creationId xmlns:a16="http://schemas.microsoft.com/office/drawing/2014/main" id="{93D24C85-FAB3-23B7-3282-C0255DE4BF50}"/>
              </a:ext>
            </a:extLst>
          </p:cNvPr>
          <p:cNvCxnSpPr/>
          <p:nvPr/>
        </p:nvCxnSpPr>
        <p:spPr>
          <a:xfrm>
            <a:off x="583096" y="1364974"/>
            <a:ext cx="0" cy="1562116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Conector Reto 7">
            <a:extLst>
              <a:ext uri="{FF2B5EF4-FFF2-40B4-BE49-F238E27FC236}">
                <a16:creationId xmlns:a16="http://schemas.microsoft.com/office/drawing/2014/main" id="{A040BC7F-4356-241E-DE98-A14572A424F9}"/>
              </a:ext>
            </a:extLst>
          </p:cNvPr>
          <p:cNvCxnSpPr>
            <a:cxnSpLocks/>
          </p:cNvCxnSpPr>
          <p:nvPr/>
        </p:nvCxnSpPr>
        <p:spPr>
          <a:xfrm>
            <a:off x="6336683" y="1364974"/>
            <a:ext cx="0" cy="1562116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3D29ABC6-2275-8D02-5D8F-6C312831087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437014" y="1045525"/>
            <a:ext cx="5420023" cy="158838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>
                    <a:lumMod val="85000"/>
                    <a:lumOff val="15000"/>
                  </a:schemeClr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7" name="Text Placeholder 8">
            <a:extLst>
              <a:ext uri="{FF2B5EF4-FFF2-40B4-BE49-F238E27FC236}">
                <a16:creationId xmlns:a16="http://schemas.microsoft.com/office/drawing/2014/main" id="{D0831873-076C-11EE-AA1E-02508B9C5655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686447" y="3021651"/>
            <a:ext cx="5296913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:a16="http://schemas.microsoft.com/office/drawing/2014/main" id="{89936DB2-1144-3AFC-1BBA-E1BDEB5020C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435706" y="3021651"/>
            <a:ext cx="5421332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Espaço Reservado para Número de Slide 5">
            <a:extLst>
              <a:ext uri="{FF2B5EF4-FFF2-40B4-BE49-F238E27FC236}">
                <a16:creationId xmlns:a16="http://schemas.microsoft.com/office/drawing/2014/main" id="{F216AB5E-D38B-66D5-8239-7B0151BF703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509521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7" name="Picture 8">
            <a:extLst>
              <a:ext uri="{FF2B5EF4-FFF2-40B4-BE49-F238E27FC236}">
                <a16:creationId xmlns:a16="http://schemas.microsoft.com/office/drawing/2014/main" id="{1A5BA7F4-667F-F678-D52B-B0E7F22710B9}"/>
              </a:ext>
            </a:extLst>
          </p:cNvPr>
          <p:cNvSpPr/>
          <p:nvPr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/>
          </a:p>
        </p:txBody>
      </p:sp>
      <p:cxnSp>
        <p:nvCxnSpPr>
          <p:cNvPr id="2" name="Straight Connector 1">
            <a:extLst>
              <a:ext uri="{FF2B5EF4-FFF2-40B4-BE49-F238E27FC236}">
                <a16:creationId xmlns:a16="http://schemas.microsoft.com/office/drawing/2014/main" id="{904D163A-91B9-6223-CBDA-177ED43B7C77}"/>
              </a:ext>
            </a:extLst>
          </p:cNvPr>
          <p:cNvCxnSpPr>
            <a:cxnSpLocks/>
          </p:cNvCxnSpPr>
          <p:nvPr/>
        </p:nvCxnSpPr>
        <p:spPr>
          <a:xfrm>
            <a:off x="0" y="169333"/>
            <a:ext cx="12229571" cy="0"/>
          </a:xfrm>
          <a:prstGeom prst="line">
            <a:avLst/>
          </a:prstGeom>
          <a:ln w="1905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AD0E0086-7D78-E1C3-45A7-352B452EA387}"/>
              </a:ext>
            </a:extLst>
          </p:cNvPr>
          <p:cNvCxnSpPr>
            <a:cxnSpLocks/>
          </p:cNvCxnSpPr>
          <p:nvPr/>
        </p:nvCxnSpPr>
        <p:spPr>
          <a:xfrm flipH="1">
            <a:off x="334962" y="6678798"/>
            <a:ext cx="10980001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ext Placeholder 10">
            <a:extLst>
              <a:ext uri="{FF2B5EF4-FFF2-40B4-BE49-F238E27FC236}">
                <a16:creationId xmlns:a16="http://schemas.microsoft.com/office/drawing/2014/main" id="{47D10088-EE5F-A16B-8EDA-8D4B83FD96AD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32384527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17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1_Título | Box lateral - Escuro">
    <p:bg>
      <p:bgPr>
        <a:gradFill>
          <a:gsLst>
            <a:gs pos="0">
              <a:schemeClr val="tx1"/>
            </a:gs>
            <a:gs pos="23000">
              <a:schemeClr val="tx1"/>
            </a:gs>
            <a:gs pos="55000">
              <a:srgbClr val="161B21"/>
            </a:gs>
          </a:gsLst>
          <a:lin ang="84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tângulo 1">
            <a:extLst>
              <a:ext uri="{FF2B5EF4-FFF2-40B4-BE49-F238E27FC236}">
                <a16:creationId xmlns:a16="http://schemas.microsoft.com/office/drawing/2014/main" id="{0B0E7351-5252-E626-42EB-CDCE7C083C49}"/>
              </a:ext>
            </a:extLst>
          </p:cNvPr>
          <p:cNvSpPr/>
          <p:nvPr/>
        </p:nvSpPr>
        <p:spPr>
          <a:xfrm>
            <a:off x="0" y="1"/>
            <a:ext cx="5420020" cy="68580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>
              <a:solidFill>
                <a:schemeClr val="tx1"/>
              </a:solidFill>
            </a:endParaRPr>
          </a:p>
        </p:txBody>
      </p:sp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4" y="6509521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5085057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tx1">
                    <a:lumMod val="85000"/>
                    <a:lumOff val="15000"/>
                  </a:schemeClr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47026" y="1751285"/>
            <a:ext cx="4369353" cy="156104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3D29ABC6-2275-8D02-5D8F-6C312831087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333166" y="3849328"/>
            <a:ext cx="4383213" cy="158838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:a16="http://schemas.microsoft.com/office/drawing/2014/main" id="{89936DB2-1144-3AFC-1BBA-E1BDEB5020C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5767047" y="1484313"/>
            <a:ext cx="6089992" cy="445872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2" name="Conector Reto 2">
            <a:extLst>
              <a:ext uri="{FF2B5EF4-FFF2-40B4-BE49-F238E27FC236}">
                <a16:creationId xmlns:a16="http://schemas.microsoft.com/office/drawing/2014/main" id="{D24BE17E-F6B3-8EAE-EC30-BB9C725FC11E}"/>
              </a:ext>
            </a:extLst>
          </p:cNvPr>
          <p:cNvCxnSpPr>
            <a:cxnSpLocks/>
          </p:cNvCxnSpPr>
          <p:nvPr/>
        </p:nvCxnSpPr>
        <p:spPr>
          <a:xfrm flipH="1">
            <a:off x="0" y="1482784"/>
            <a:ext cx="1457739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Conector Reto 7">
            <a:extLst>
              <a:ext uri="{FF2B5EF4-FFF2-40B4-BE49-F238E27FC236}">
                <a16:creationId xmlns:a16="http://schemas.microsoft.com/office/drawing/2014/main" id="{0D6EA7A2-501E-AE25-217B-771E1489503C}"/>
              </a:ext>
            </a:extLst>
          </p:cNvPr>
          <p:cNvCxnSpPr>
            <a:cxnSpLocks/>
          </p:cNvCxnSpPr>
          <p:nvPr/>
        </p:nvCxnSpPr>
        <p:spPr>
          <a:xfrm flipH="1">
            <a:off x="0" y="3580828"/>
            <a:ext cx="1457739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Picture 8">
            <a:extLst>
              <a:ext uri="{FF2B5EF4-FFF2-40B4-BE49-F238E27FC236}">
                <a16:creationId xmlns:a16="http://schemas.microsoft.com/office/drawing/2014/main" id="{BDCC83E7-0F77-B8A6-85B1-3C7C7DEFD0BA}"/>
              </a:ext>
            </a:extLst>
          </p:cNvPr>
          <p:cNvSpPr/>
          <p:nvPr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/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221BCF8F-C3DE-3A54-5FA9-6EE512FF48C7}"/>
              </a:ext>
            </a:extLst>
          </p:cNvPr>
          <p:cNvCxnSpPr>
            <a:cxnSpLocks/>
          </p:cNvCxnSpPr>
          <p:nvPr/>
        </p:nvCxnSpPr>
        <p:spPr>
          <a:xfrm>
            <a:off x="5631543" y="169333"/>
            <a:ext cx="6598028" cy="0"/>
          </a:xfrm>
          <a:prstGeom prst="line">
            <a:avLst/>
          </a:prstGeom>
          <a:ln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object 4">
            <a:extLst>
              <a:ext uri="{FF2B5EF4-FFF2-40B4-BE49-F238E27FC236}">
                <a16:creationId xmlns:a16="http://schemas.microsoft.com/office/drawing/2014/main" id="{0855DF8C-626E-4C52-7A80-ABDF64F92933}"/>
              </a:ext>
            </a:extLst>
          </p:cNvPr>
          <p:cNvSpPr/>
          <p:nvPr/>
        </p:nvSpPr>
        <p:spPr>
          <a:xfrm rot="10247908" flipH="1">
            <a:off x="4106509" y="-4146683"/>
            <a:ext cx="8001039" cy="5749648"/>
          </a:xfrm>
          <a:custGeom>
            <a:avLst/>
            <a:gdLst>
              <a:gd name="connsiteX0" fmla="*/ 0 w 13940157"/>
              <a:gd name="connsiteY0" fmla="*/ 9200719 h 9456078"/>
              <a:gd name="connsiteX1" fmla="*/ 781360 w 13940157"/>
              <a:gd name="connsiteY1" fmla="*/ 9456078 h 9456078"/>
              <a:gd name="connsiteX2" fmla="*/ 831337 w 13940157"/>
              <a:gd name="connsiteY2" fmla="*/ 9455836 h 9456078"/>
              <a:gd name="connsiteX3" fmla="*/ 881253 w 13940157"/>
              <a:gd name="connsiteY3" fmla="*/ 9455111 h 9456078"/>
              <a:gd name="connsiteX4" fmla="*/ 931102 w 13940157"/>
              <a:gd name="connsiteY4" fmla="*/ 9453904 h 9456078"/>
              <a:gd name="connsiteX5" fmla="*/ 980884 w 13940157"/>
              <a:gd name="connsiteY5" fmla="*/ 9452217 h 9456078"/>
              <a:gd name="connsiteX6" fmla="*/ 1030594 w 13940157"/>
              <a:gd name="connsiteY6" fmla="*/ 9450052 h 9456078"/>
              <a:gd name="connsiteX7" fmla="*/ 1080230 w 13940157"/>
              <a:gd name="connsiteY7" fmla="*/ 9447409 h 9456078"/>
              <a:gd name="connsiteX8" fmla="*/ 1129789 w 13940157"/>
              <a:gd name="connsiteY8" fmla="*/ 9444290 h 9456078"/>
              <a:gd name="connsiteX9" fmla="*/ 1179267 w 13940157"/>
              <a:gd name="connsiteY9" fmla="*/ 9440698 h 9456078"/>
              <a:gd name="connsiteX10" fmla="*/ 1228662 w 13940157"/>
              <a:gd name="connsiteY10" fmla="*/ 9436632 h 9456078"/>
              <a:gd name="connsiteX11" fmla="*/ 1277970 w 13940157"/>
              <a:gd name="connsiteY11" fmla="*/ 9432096 h 9456078"/>
              <a:gd name="connsiteX12" fmla="*/ 1327189 w 13940157"/>
              <a:gd name="connsiteY12" fmla="*/ 9427089 h 9456078"/>
              <a:gd name="connsiteX13" fmla="*/ 1376316 w 13940157"/>
              <a:gd name="connsiteY13" fmla="*/ 9421615 h 9456078"/>
              <a:gd name="connsiteX14" fmla="*/ 1425347 w 13940157"/>
              <a:gd name="connsiteY14" fmla="*/ 9415673 h 9456078"/>
              <a:gd name="connsiteX15" fmla="*/ 1474280 w 13940157"/>
              <a:gd name="connsiteY15" fmla="*/ 9409267 h 9456078"/>
              <a:gd name="connsiteX16" fmla="*/ 1523111 w 13940157"/>
              <a:gd name="connsiteY16" fmla="*/ 9402396 h 9456078"/>
              <a:gd name="connsiteX17" fmla="*/ 1571838 w 13940157"/>
              <a:gd name="connsiteY17" fmla="*/ 9395063 h 9456078"/>
              <a:gd name="connsiteX18" fmla="*/ 1620458 w 13940157"/>
              <a:gd name="connsiteY18" fmla="*/ 9387270 h 9456078"/>
              <a:gd name="connsiteX19" fmla="*/ 1668967 w 13940157"/>
              <a:gd name="connsiteY19" fmla="*/ 9379017 h 9456078"/>
              <a:gd name="connsiteX20" fmla="*/ 1717362 w 13940157"/>
              <a:gd name="connsiteY20" fmla="*/ 9370306 h 9456078"/>
              <a:gd name="connsiteX21" fmla="*/ 1765641 w 13940157"/>
              <a:gd name="connsiteY21" fmla="*/ 9361139 h 9456078"/>
              <a:gd name="connsiteX22" fmla="*/ 1813800 w 13940157"/>
              <a:gd name="connsiteY22" fmla="*/ 9351517 h 9456078"/>
              <a:gd name="connsiteX23" fmla="*/ 1861837 w 13940157"/>
              <a:gd name="connsiteY23" fmla="*/ 9341441 h 9456078"/>
              <a:gd name="connsiteX24" fmla="*/ 1909749 w 13940157"/>
              <a:gd name="connsiteY24" fmla="*/ 9330914 h 9456078"/>
              <a:gd name="connsiteX25" fmla="*/ 1957532 w 13940157"/>
              <a:gd name="connsiteY25" fmla="*/ 9319936 h 9456078"/>
              <a:gd name="connsiteX26" fmla="*/ 2005183 w 13940157"/>
              <a:gd name="connsiteY26" fmla="*/ 9308509 h 9456078"/>
              <a:gd name="connsiteX27" fmla="*/ 2052699 w 13940157"/>
              <a:gd name="connsiteY27" fmla="*/ 9296635 h 9456078"/>
              <a:gd name="connsiteX28" fmla="*/ 2100079 w 13940157"/>
              <a:gd name="connsiteY28" fmla="*/ 9284315 h 9456078"/>
              <a:gd name="connsiteX29" fmla="*/ 2147317 w 13940157"/>
              <a:gd name="connsiteY29" fmla="*/ 9271550 h 9456078"/>
              <a:gd name="connsiteX30" fmla="*/ 2194412 w 13940157"/>
              <a:gd name="connsiteY30" fmla="*/ 9258342 h 9456078"/>
              <a:gd name="connsiteX31" fmla="*/ 2241360 w 13940157"/>
              <a:gd name="connsiteY31" fmla="*/ 9244693 h 9456078"/>
              <a:gd name="connsiteX32" fmla="*/ 2288159 w 13940157"/>
              <a:gd name="connsiteY32" fmla="*/ 9230604 h 9456078"/>
              <a:gd name="connsiteX33" fmla="*/ 2334805 w 13940157"/>
              <a:gd name="connsiteY33" fmla="*/ 9216076 h 9456078"/>
              <a:gd name="connsiteX34" fmla="*/ 2381295 w 13940157"/>
              <a:gd name="connsiteY34" fmla="*/ 9201111 h 9456078"/>
              <a:gd name="connsiteX35" fmla="*/ 2427627 w 13940157"/>
              <a:gd name="connsiteY35" fmla="*/ 9185710 h 9456078"/>
              <a:gd name="connsiteX36" fmla="*/ 2473797 w 13940157"/>
              <a:gd name="connsiteY36" fmla="*/ 9169876 h 9456078"/>
              <a:gd name="connsiteX37" fmla="*/ 2519802 w 13940157"/>
              <a:gd name="connsiteY37" fmla="*/ 9153608 h 9456078"/>
              <a:gd name="connsiteX38" fmla="*/ 2565640 w 13940157"/>
              <a:gd name="connsiteY38" fmla="*/ 9136910 h 9456078"/>
              <a:gd name="connsiteX39" fmla="*/ 2611307 w 13940157"/>
              <a:gd name="connsiteY39" fmla="*/ 9119782 h 9456078"/>
              <a:gd name="connsiteX40" fmla="*/ 2656800 w 13940157"/>
              <a:gd name="connsiteY40" fmla="*/ 9102226 h 9456078"/>
              <a:gd name="connsiteX41" fmla="*/ 2702116 w 13940157"/>
              <a:gd name="connsiteY41" fmla="*/ 9084243 h 9456078"/>
              <a:gd name="connsiteX42" fmla="*/ 2747253 w 13940157"/>
              <a:gd name="connsiteY42" fmla="*/ 9065835 h 9456078"/>
              <a:gd name="connsiteX43" fmla="*/ 2792207 w 13940157"/>
              <a:gd name="connsiteY43" fmla="*/ 9047004 h 9456078"/>
              <a:gd name="connsiteX44" fmla="*/ 2836975 w 13940157"/>
              <a:gd name="connsiteY44" fmla="*/ 9027750 h 9456078"/>
              <a:gd name="connsiteX45" fmla="*/ 2881555 w 13940157"/>
              <a:gd name="connsiteY45" fmla="*/ 9008075 h 9456078"/>
              <a:gd name="connsiteX46" fmla="*/ 2925942 w 13940157"/>
              <a:gd name="connsiteY46" fmla="*/ 8987981 h 9456078"/>
              <a:gd name="connsiteX47" fmla="*/ 2970135 w 13940157"/>
              <a:gd name="connsiteY47" fmla="*/ 8967470 h 9456078"/>
              <a:gd name="connsiteX48" fmla="*/ 3014130 w 13940157"/>
              <a:gd name="connsiteY48" fmla="*/ 8946542 h 9456078"/>
              <a:gd name="connsiteX49" fmla="*/ 3057924 w 13940157"/>
              <a:gd name="connsiteY49" fmla="*/ 8925199 h 9456078"/>
              <a:gd name="connsiteX50" fmla="*/ 3101514 w 13940157"/>
              <a:gd name="connsiteY50" fmla="*/ 8903443 h 9456078"/>
              <a:gd name="connsiteX51" fmla="*/ 3144898 w 13940157"/>
              <a:gd name="connsiteY51" fmla="*/ 8881275 h 9456078"/>
              <a:gd name="connsiteX52" fmla="*/ 3188071 w 13940157"/>
              <a:gd name="connsiteY52" fmla="*/ 8858697 h 9456078"/>
              <a:gd name="connsiteX53" fmla="*/ 3231032 w 13940157"/>
              <a:gd name="connsiteY53" fmla="*/ 8835710 h 9456078"/>
              <a:gd name="connsiteX54" fmla="*/ 3273777 w 13940157"/>
              <a:gd name="connsiteY54" fmla="*/ 8812316 h 9456078"/>
              <a:gd name="connsiteX55" fmla="*/ 3316303 w 13940157"/>
              <a:gd name="connsiteY55" fmla="*/ 8788516 h 9456078"/>
              <a:gd name="connsiteX56" fmla="*/ 3358607 w 13940157"/>
              <a:gd name="connsiteY56" fmla="*/ 8764311 h 9456078"/>
              <a:gd name="connsiteX57" fmla="*/ 3400686 w 13940157"/>
              <a:gd name="connsiteY57" fmla="*/ 8739704 h 9456078"/>
              <a:gd name="connsiteX58" fmla="*/ 3442537 w 13940157"/>
              <a:gd name="connsiteY58" fmla="*/ 8714695 h 9456078"/>
              <a:gd name="connsiteX59" fmla="*/ 3484157 w 13940157"/>
              <a:gd name="connsiteY59" fmla="*/ 8689286 h 9456078"/>
              <a:gd name="connsiteX60" fmla="*/ 3525543 w 13940157"/>
              <a:gd name="connsiteY60" fmla="*/ 8663479 h 9456078"/>
              <a:gd name="connsiteX61" fmla="*/ 3566693 w 13940157"/>
              <a:gd name="connsiteY61" fmla="*/ 8637274 h 9456078"/>
              <a:gd name="connsiteX62" fmla="*/ 3607602 w 13940157"/>
              <a:gd name="connsiteY62" fmla="*/ 8610675 h 9456078"/>
              <a:gd name="connsiteX63" fmla="*/ 3648268 w 13940157"/>
              <a:gd name="connsiteY63" fmla="*/ 8583681 h 9456078"/>
              <a:gd name="connsiteX64" fmla="*/ 3688689 w 13940157"/>
              <a:gd name="connsiteY64" fmla="*/ 8556295 h 9456078"/>
              <a:gd name="connsiteX65" fmla="*/ 3728860 w 13940157"/>
              <a:gd name="connsiteY65" fmla="*/ 8528517 h 9456078"/>
              <a:gd name="connsiteX66" fmla="*/ 3768779 w 13940157"/>
              <a:gd name="connsiteY66" fmla="*/ 8500351 h 9456078"/>
              <a:gd name="connsiteX67" fmla="*/ 3808443 w 13940157"/>
              <a:gd name="connsiteY67" fmla="*/ 8471796 h 9456078"/>
              <a:gd name="connsiteX68" fmla="*/ 3847849 w 13940157"/>
              <a:gd name="connsiteY68" fmla="*/ 8442854 h 9456078"/>
              <a:gd name="connsiteX69" fmla="*/ 3886994 w 13940157"/>
              <a:gd name="connsiteY69" fmla="*/ 8413528 h 9456078"/>
              <a:gd name="connsiteX70" fmla="*/ 3925875 w 13940157"/>
              <a:gd name="connsiteY70" fmla="*/ 8383818 h 9456078"/>
              <a:gd name="connsiteX71" fmla="*/ 3964489 w 13940157"/>
              <a:gd name="connsiteY71" fmla="*/ 8353726 h 9456078"/>
              <a:gd name="connsiteX72" fmla="*/ 4002833 w 13940157"/>
              <a:gd name="connsiteY72" fmla="*/ 8323253 h 9456078"/>
              <a:gd name="connsiteX73" fmla="*/ 4040904 w 13940157"/>
              <a:gd name="connsiteY73" fmla="*/ 8292401 h 9456078"/>
              <a:gd name="connsiteX74" fmla="*/ 4078699 w 13940157"/>
              <a:gd name="connsiteY74" fmla="*/ 8261172 h 9456078"/>
              <a:gd name="connsiteX75" fmla="*/ 4116214 w 13940157"/>
              <a:gd name="connsiteY75" fmla="*/ 8229566 h 9456078"/>
              <a:gd name="connsiteX76" fmla="*/ 4153447 w 13940157"/>
              <a:gd name="connsiteY76" fmla="*/ 8197585 h 9456078"/>
              <a:gd name="connsiteX77" fmla="*/ 4190395 w 13940157"/>
              <a:gd name="connsiteY77" fmla="*/ 8165232 h 9456078"/>
              <a:gd name="connsiteX78" fmla="*/ 4227055 w 13940157"/>
              <a:gd name="connsiteY78" fmla="*/ 8132507 h 9456078"/>
              <a:gd name="connsiteX79" fmla="*/ 4263424 w 13940157"/>
              <a:gd name="connsiteY79" fmla="*/ 8099411 h 9456078"/>
              <a:gd name="connsiteX80" fmla="*/ 4299499 w 13940157"/>
              <a:gd name="connsiteY80" fmla="*/ 8065947 h 9456078"/>
              <a:gd name="connsiteX81" fmla="*/ 4335276 w 13940157"/>
              <a:gd name="connsiteY81" fmla="*/ 8032115 h 9456078"/>
              <a:gd name="connsiteX82" fmla="*/ 4370753 w 13940157"/>
              <a:gd name="connsiteY82" fmla="*/ 7997918 h 9456078"/>
              <a:gd name="connsiteX83" fmla="*/ 4405927 w 13940157"/>
              <a:gd name="connsiteY83" fmla="*/ 7963356 h 9456078"/>
              <a:gd name="connsiteX84" fmla="*/ 4440795 w 13940157"/>
              <a:gd name="connsiteY84" fmla="*/ 7928432 h 9456078"/>
              <a:gd name="connsiteX85" fmla="*/ 4475354 w 13940157"/>
              <a:gd name="connsiteY85" fmla="*/ 7893146 h 9456078"/>
              <a:gd name="connsiteX86" fmla="*/ 4509600 w 13940157"/>
              <a:gd name="connsiteY86" fmla="*/ 7857501 h 9456078"/>
              <a:gd name="connsiteX87" fmla="*/ 4543531 w 13940157"/>
              <a:gd name="connsiteY87" fmla="*/ 7821497 h 9456078"/>
              <a:gd name="connsiteX88" fmla="*/ 4577143 w 13940157"/>
              <a:gd name="connsiteY88" fmla="*/ 7785136 h 9456078"/>
              <a:gd name="connsiteX89" fmla="*/ 4610435 w 13940157"/>
              <a:gd name="connsiteY89" fmla="*/ 7748420 h 9456078"/>
              <a:gd name="connsiteX90" fmla="*/ 4643402 w 13940157"/>
              <a:gd name="connsiteY90" fmla="*/ 7711350 h 9456078"/>
              <a:gd name="connsiteX91" fmla="*/ 4676042 w 13940157"/>
              <a:gd name="connsiteY91" fmla="*/ 7673928 h 9456078"/>
              <a:gd name="connsiteX92" fmla="*/ 4708351 w 13940157"/>
              <a:gd name="connsiteY92" fmla="*/ 7636155 h 9456078"/>
              <a:gd name="connsiteX93" fmla="*/ 4740327 w 13940157"/>
              <a:gd name="connsiteY93" fmla="*/ 7598032 h 9456078"/>
              <a:gd name="connsiteX94" fmla="*/ 4771967 w 13940157"/>
              <a:gd name="connsiteY94" fmla="*/ 7559561 h 9456078"/>
              <a:gd name="connsiteX95" fmla="*/ 4803267 w 13940157"/>
              <a:gd name="connsiteY95" fmla="*/ 7520744 h 9456078"/>
              <a:gd name="connsiteX96" fmla="*/ 4834225 w 13940157"/>
              <a:gd name="connsiteY96" fmla="*/ 7481582 h 9456078"/>
              <a:gd name="connsiteX97" fmla="*/ 4864838 w 13940157"/>
              <a:gd name="connsiteY97" fmla="*/ 7442077 h 9456078"/>
              <a:gd name="connsiteX98" fmla="*/ 8803671 w 13940157"/>
              <a:gd name="connsiteY98" fmla="*/ 2307814 h 9456078"/>
              <a:gd name="connsiteX99" fmla="*/ 8834262 w 13940157"/>
              <a:gd name="connsiteY99" fmla="*/ 2268285 h 9456078"/>
              <a:gd name="connsiteX100" fmla="*/ 8865156 w 13940157"/>
              <a:gd name="connsiteY100" fmla="*/ 2229056 h 9456078"/>
              <a:gd name="connsiteX101" fmla="*/ 8896349 w 13940157"/>
              <a:gd name="connsiteY101" fmla="*/ 2190127 h 9456078"/>
              <a:gd name="connsiteX102" fmla="*/ 8927839 w 13940157"/>
              <a:gd name="connsiteY102" fmla="*/ 2151500 h 9456078"/>
              <a:gd name="connsiteX103" fmla="*/ 8959624 w 13940157"/>
              <a:gd name="connsiteY103" fmla="*/ 2113176 h 9456078"/>
              <a:gd name="connsiteX104" fmla="*/ 8991701 w 13940157"/>
              <a:gd name="connsiteY104" fmla="*/ 2075157 h 9456078"/>
              <a:gd name="connsiteX105" fmla="*/ 9024069 w 13940157"/>
              <a:gd name="connsiteY105" fmla="*/ 2037442 h 9456078"/>
              <a:gd name="connsiteX106" fmla="*/ 9056725 w 13940157"/>
              <a:gd name="connsiteY106" fmla="*/ 2000034 h 9456078"/>
              <a:gd name="connsiteX107" fmla="*/ 9089667 w 13940157"/>
              <a:gd name="connsiteY107" fmla="*/ 1962934 h 9456078"/>
              <a:gd name="connsiteX108" fmla="*/ 9122892 w 13940157"/>
              <a:gd name="connsiteY108" fmla="*/ 1926142 h 9456078"/>
              <a:gd name="connsiteX109" fmla="*/ 9156398 w 13940157"/>
              <a:gd name="connsiteY109" fmla="*/ 1889660 h 9456078"/>
              <a:gd name="connsiteX110" fmla="*/ 9190183 w 13940157"/>
              <a:gd name="connsiteY110" fmla="*/ 1853489 h 9456078"/>
              <a:gd name="connsiteX111" fmla="*/ 9224245 w 13940157"/>
              <a:gd name="connsiteY111" fmla="*/ 1817630 h 9456078"/>
              <a:gd name="connsiteX112" fmla="*/ 9258581 w 13940157"/>
              <a:gd name="connsiteY112" fmla="*/ 1782084 h 9456078"/>
              <a:gd name="connsiteX113" fmla="*/ 9293189 w 13940157"/>
              <a:gd name="connsiteY113" fmla="*/ 1746853 h 9456078"/>
              <a:gd name="connsiteX114" fmla="*/ 9328066 w 13940157"/>
              <a:gd name="connsiteY114" fmla="*/ 1711937 h 9456078"/>
              <a:gd name="connsiteX115" fmla="*/ 9363211 w 13940157"/>
              <a:gd name="connsiteY115" fmla="*/ 1677337 h 9456078"/>
              <a:gd name="connsiteX116" fmla="*/ 9398621 w 13940157"/>
              <a:gd name="connsiteY116" fmla="*/ 1643056 h 9456078"/>
              <a:gd name="connsiteX117" fmla="*/ 9434294 w 13940157"/>
              <a:gd name="connsiteY117" fmla="*/ 1609093 h 9456078"/>
              <a:gd name="connsiteX118" fmla="*/ 9470227 w 13940157"/>
              <a:gd name="connsiteY118" fmla="*/ 1575450 h 9456078"/>
              <a:gd name="connsiteX119" fmla="*/ 9506418 w 13940157"/>
              <a:gd name="connsiteY119" fmla="*/ 1542128 h 9456078"/>
              <a:gd name="connsiteX120" fmla="*/ 9542866 w 13940157"/>
              <a:gd name="connsiteY120" fmla="*/ 1509129 h 9456078"/>
              <a:gd name="connsiteX121" fmla="*/ 9579567 w 13940157"/>
              <a:gd name="connsiteY121" fmla="*/ 1476452 h 9456078"/>
              <a:gd name="connsiteX122" fmla="*/ 9616519 w 13940157"/>
              <a:gd name="connsiteY122" fmla="*/ 1444101 h 9456078"/>
              <a:gd name="connsiteX123" fmla="*/ 9653720 w 13940157"/>
              <a:gd name="connsiteY123" fmla="*/ 1412075 h 9456078"/>
              <a:gd name="connsiteX124" fmla="*/ 9691168 w 13940157"/>
              <a:gd name="connsiteY124" fmla="*/ 1380375 h 9456078"/>
              <a:gd name="connsiteX125" fmla="*/ 9728861 w 13940157"/>
              <a:gd name="connsiteY125" fmla="*/ 1349004 h 9456078"/>
              <a:gd name="connsiteX126" fmla="*/ 9766795 w 13940157"/>
              <a:gd name="connsiteY126" fmla="*/ 1317962 h 9456078"/>
              <a:gd name="connsiteX127" fmla="*/ 9804970 w 13940157"/>
              <a:gd name="connsiteY127" fmla="*/ 1287250 h 9456078"/>
              <a:gd name="connsiteX128" fmla="*/ 9843382 w 13940157"/>
              <a:gd name="connsiteY128" fmla="*/ 1256869 h 9456078"/>
              <a:gd name="connsiteX129" fmla="*/ 9882029 w 13940157"/>
              <a:gd name="connsiteY129" fmla="*/ 1226820 h 9456078"/>
              <a:gd name="connsiteX130" fmla="*/ 9920909 w 13940157"/>
              <a:gd name="connsiteY130" fmla="*/ 1197105 h 9456078"/>
              <a:gd name="connsiteX131" fmla="*/ 9960020 w 13940157"/>
              <a:gd name="connsiteY131" fmla="*/ 1167725 h 9456078"/>
              <a:gd name="connsiteX132" fmla="*/ 9999359 w 13940157"/>
              <a:gd name="connsiteY132" fmla="*/ 1138681 h 9456078"/>
              <a:gd name="connsiteX133" fmla="*/ 10038924 w 13940157"/>
              <a:gd name="connsiteY133" fmla="*/ 1109974 h 9456078"/>
              <a:gd name="connsiteX134" fmla="*/ 10078713 w 13940157"/>
              <a:gd name="connsiteY134" fmla="*/ 1081604 h 9456078"/>
              <a:gd name="connsiteX135" fmla="*/ 10118724 w 13940157"/>
              <a:gd name="connsiteY135" fmla="*/ 1053574 h 9456078"/>
              <a:gd name="connsiteX136" fmla="*/ 10158954 w 13940157"/>
              <a:gd name="connsiteY136" fmla="*/ 1025884 h 9456078"/>
              <a:gd name="connsiteX137" fmla="*/ 10199400 w 13940157"/>
              <a:gd name="connsiteY137" fmla="*/ 998536 h 9456078"/>
              <a:gd name="connsiteX138" fmla="*/ 10240062 w 13940157"/>
              <a:gd name="connsiteY138" fmla="*/ 971530 h 9456078"/>
              <a:gd name="connsiteX139" fmla="*/ 10280935 w 13940157"/>
              <a:gd name="connsiteY139" fmla="*/ 944868 h 9456078"/>
              <a:gd name="connsiteX140" fmla="*/ 10322019 w 13940157"/>
              <a:gd name="connsiteY140" fmla="*/ 918551 h 9456078"/>
              <a:gd name="connsiteX141" fmla="*/ 10363310 w 13940157"/>
              <a:gd name="connsiteY141" fmla="*/ 892580 h 9456078"/>
              <a:gd name="connsiteX142" fmla="*/ 10404807 w 13940157"/>
              <a:gd name="connsiteY142" fmla="*/ 866956 h 9456078"/>
              <a:gd name="connsiteX143" fmla="*/ 10446507 w 13940157"/>
              <a:gd name="connsiteY143" fmla="*/ 841681 h 9456078"/>
              <a:gd name="connsiteX144" fmla="*/ 10488408 w 13940157"/>
              <a:gd name="connsiteY144" fmla="*/ 816754 h 9456078"/>
              <a:gd name="connsiteX145" fmla="*/ 10530507 w 13940157"/>
              <a:gd name="connsiteY145" fmla="*/ 792179 h 9456078"/>
              <a:gd name="connsiteX146" fmla="*/ 10572803 w 13940157"/>
              <a:gd name="connsiteY146" fmla="*/ 767955 h 9456078"/>
              <a:gd name="connsiteX147" fmla="*/ 10615292 w 13940157"/>
              <a:gd name="connsiteY147" fmla="*/ 744083 h 9456078"/>
              <a:gd name="connsiteX148" fmla="*/ 10657973 w 13940157"/>
              <a:gd name="connsiteY148" fmla="*/ 720566 h 9456078"/>
              <a:gd name="connsiteX149" fmla="*/ 10700844 w 13940157"/>
              <a:gd name="connsiteY149" fmla="*/ 697404 h 9456078"/>
              <a:gd name="connsiteX150" fmla="*/ 10743902 w 13940157"/>
              <a:gd name="connsiteY150" fmla="*/ 674598 h 9456078"/>
              <a:gd name="connsiteX151" fmla="*/ 10787144 w 13940157"/>
              <a:gd name="connsiteY151" fmla="*/ 652149 h 9456078"/>
              <a:gd name="connsiteX152" fmla="*/ 10830569 w 13940157"/>
              <a:gd name="connsiteY152" fmla="*/ 630059 h 9456078"/>
              <a:gd name="connsiteX153" fmla="*/ 10874174 w 13940157"/>
              <a:gd name="connsiteY153" fmla="*/ 608328 h 9456078"/>
              <a:gd name="connsiteX154" fmla="*/ 10917957 w 13940157"/>
              <a:gd name="connsiteY154" fmla="*/ 586958 h 9456078"/>
              <a:gd name="connsiteX155" fmla="*/ 10961916 w 13940157"/>
              <a:gd name="connsiteY155" fmla="*/ 565950 h 9456078"/>
              <a:gd name="connsiteX156" fmla="*/ 11006048 w 13940157"/>
              <a:gd name="connsiteY156" fmla="*/ 545304 h 9456078"/>
              <a:gd name="connsiteX157" fmla="*/ 11050351 w 13940157"/>
              <a:gd name="connsiteY157" fmla="*/ 525023 h 9456078"/>
              <a:gd name="connsiteX158" fmla="*/ 11094823 w 13940157"/>
              <a:gd name="connsiteY158" fmla="*/ 505107 h 9456078"/>
              <a:gd name="connsiteX159" fmla="*/ 11139461 w 13940157"/>
              <a:gd name="connsiteY159" fmla="*/ 485558 h 9456078"/>
              <a:gd name="connsiteX160" fmla="*/ 11184263 w 13940157"/>
              <a:gd name="connsiteY160" fmla="*/ 466376 h 9456078"/>
              <a:gd name="connsiteX161" fmla="*/ 11229228 w 13940157"/>
              <a:gd name="connsiteY161" fmla="*/ 447563 h 9456078"/>
              <a:gd name="connsiteX162" fmla="*/ 11274351 w 13940157"/>
              <a:gd name="connsiteY162" fmla="*/ 429119 h 9456078"/>
              <a:gd name="connsiteX163" fmla="*/ 11319632 w 13940157"/>
              <a:gd name="connsiteY163" fmla="*/ 411046 h 9456078"/>
              <a:gd name="connsiteX164" fmla="*/ 11365068 w 13940157"/>
              <a:gd name="connsiteY164" fmla="*/ 393346 h 9456078"/>
              <a:gd name="connsiteX165" fmla="*/ 11410657 w 13940157"/>
              <a:gd name="connsiteY165" fmla="*/ 376018 h 9456078"/>
              <a:gd name="connsiteX166" fmla="*/ 11456396 w 13940157"/>
              <a:gd name="connsiteY166" fmla="*/ 359065 h 9456078"/>
              <a:gd name="connsiteX167" fmla="*/ 11502283 w 13940157"/>
              <a:gd name="connsiteY167" fmla="*/ 342487 h 9456078"/>
              <a:gd name="connsiteX168" fmla="*/ 11548316 w 13940157"/>
              <a:gd name="connsiteY168" fmla="*/ 326286 h 9456078"/>
              <a:gd name="connsiteX169" fmla="*/ 11594492 w 13940157"/>
              <a:gd name="connsiteY169" fmla="*/ 310462 h 9456078"/>
              <a:gd name="connsiteX170" fmla="*/ 11640810 w 13940157"/>
              <a:gd name="connsiteY170" fmla="*/ 295018 h 9456078"/>
              <a:gd name="connsiteX171" fmla="*/ 11687267 w 13940157"/>
              <a:gd name="connsiteY171" fmla="*/ 279953 h 9456078"/>
              <a:gd name="connsiteX172" fmla="*/ 11733860 w 13940157"/>
              <a:gd name="connsiteY172" fmla="*/ 265269 h 9456078"/>
              <a:gd name="connsiteX173" fmla="*/ 11780587 w 13940157"/>
              <a:gd name="connsiteY173" fmla="*/ 250968 h 9456078"/>
              <a:gd name="connsiteX174" fmla="*/ 11827447 w 13940157"/>
              <a:gd name="connsiteY174" fmla="*/ 237049 h 9456078"/>
              <a:gd name="connsiteX175" fmla="*/ 11874436 w 13940157"/>
              <a:gd name="connsiteY175" fmla="*/ 223516 h 9456078"/>
              <a:gd name="connsiteX176" fmla="*/ 11921553 w 13940157"/>
              <a:gd name="connsiteY176" fmla="*/ 210368 h 9456078"/>
              <a:gd name="connsiteX177" fmla="*/ 11968794 w 13940157"/>
              <a:gd name="connsiteY177" fmla="*/ 197606 h 9456078"/>
              <a:gd name="connsiteX178" fmla="*/ 12016159 w 13940157"/>
              <a:gd name="connsiteY178" fmla="*/ 185233 h 9456078"/>
              <a:gd name="connsiteX179" fmla="*/ 12063644 w 13940157"/>
              <a:gd name="connsiteY179" fmla="*/ 173248 h 9456078"/>
              <a:gd name="connsiteX180" fmla="*/ 12111248 w 13940157"/>
              <a:gd name="connsiteY180" fmla="*/ 161654 h 9456078"/>
              <a:gd name="connsiteX181" fmla="*/ 12158967 w 13940157"/>
              <a:gd name="connsiteY181" fmla="*/ 150451 h 9456078"/>
              <a:gd name="connsiteX182" fmla="*/ 12206800 w 13940157"/>
              <a:gd name="connsiteY182" fmla="*/ 139640 h 9456078"/>
              <a:gd name="connsiteX183" fmla="*/ 12254745 w 13940157"/>
              <a:gd name="connsiteY183" fmla="*/ 129223 h 9456078"/>
              <a:gd name="connsiteX184" fmla="*/ 12302799 w 13940157"/>
              <a:gd name="connsiteY184" fmla="*/ 119201 h 9456078"/>
              <a:gd name="connsiteX185" fmla="*/ 12350959 w 13940157"/>
              <a:gd name="connsiteY185" fmla="*/ 109574 h 9456078"/>
              <a:gd name="connsiteX186" fmla="*/ 12399224 w 13940157"/>
              <a:gd name="connsiteY186" fmla="*/ 100344 h 9456078"/>
              <a:gd name="connsiteX187" fmla="*/ 12447591 w 13940157"/>
              <a:gd name="connsiteY187" fmla="*/ 91512 h 9456078"/>
              <a:gd name="connsiteX188" fmla="*/ 12496058 w 13940157"/>
              <a:gd name="connsiteY188" fmla="*/ 83080 h 9456078"/>
              <a:gd name="connsiteX189" fmla="*/ 12544623 w 13940157"/>
              <a:gd name="connsiteY189" fmla="*/ 75047 h 9456078"/>
              <a:gd name="connsiteX190" fmla="*/ 12593283 w 13940157"/>
              <a:gd name="connsiteY190" fmla="*/ 67417 h 9456078"/>
              <a:gd name="connsiteX191" fmla="*/ 12642036 w 13940157"/>
              <a:gd name="connsiteY191" fmla="*/ 60188 h 9456078"/>
              <a:gd name="connsiteX192" fmla="*/ 12690879 w 13940157"/>
              <a:gd name="connsiteY192" fmla="*/ 53364 h 9456078"/>
              <a:gd name="connsiteX193" fmla="*/ 12739811 w 13940157"/>
              <a:gd name="connsiteY193" fmla="*/ 46944 h 9456078"/>
              <a:gd name="connsiteX194" fmla="*/ 12788830 w 13940157"/>
              <a:gd name="connsiteY194" fmla="*/ 40931 h 9456078"/>
              <a:gd name="connsiteX195" fmla="*/ 12837932 w 13940157"/>
              <a:gd name="connsiteY195" fmla="*/ 35324 h 9456078"/>
              <a:gd name="connsiteX196" fmla="*/ 12887116 w 13940157"/>
              <a:gd name="connsiteY196" fmla="*/ 30126 h 9456078"/>
              <a:gd name="connsiteX197" fmla="*/ 12936379 w 13940157"/>
              <a:gd name="connsiteY197" fmla="*/ 25337 h 9456078"/>
              <a:gd name="connsiteX198" fmla="*/ 12985719 w 13940157"/>
              <a:gd name="connsiteY198" fmla="*/ 20958 h 9456078"/>
              <a:gd name="connsiteX199" fmla="*/ 13035133 w 13940157"/>
              <a:gd name="connsiteY199" fmla="*/ 16991 h 9456078"/>
              <a:gd name="connsiteX200" fmla="*/ 13084620 w 13940157"/>
              <a:gd name="connsiteY200" fmla="*/ 13437 h 9456078"/>
              <a:gd name="connsiteX201" fmla="*/ 13134178 w 13940157"/>
              <a:gd name="connsiteY201" fmla="*/ 10297 h 9456078"/>
              <a:gd name="connsiteX202" fmla="*/ 13183803 w 13940157"/>
              <a:gd name="connsiteY202" fmla="*/ 7572 h 9456078"/>
              <a:gd name="connsiteX203" fmla="*/ 13233493 w 13940157"/>
              <a:gd name="connsiteY203" fmla="*/ 5263 h 9456078"/>
              <a:gd name="connsiteX204" fmla="*/ 13283247 w 13940157"/>
              <a:gd name="connsiteY204" fmla="*/ 3371 h 9456078"/>
              <a:gd name="connsiteX205" fmla="*/ 13333061 w 13940157"/>
              <a:gd name="connsiteY205" fmla="*/ 1898 h 9456078"/>
              <a:gd name="connsiteX206" fmla="*/ 13382934 w 13940157"/>
              <a:gd name="connsiteY206" fmla="*/ 844 h 9456078"/>
              <a:gd name="connsiteX207" fmla="*/ 13432864 w 13940157"/>
              <a:gd name="connsiteY207" fmla="*/ 211 h 9456078"/>
              <a:gd name="connsiteX208" fmla="*/ 13482847 w 13940157"/>
              <a:gd name="connsiteY208" fmla="*/ 0 h 9456078"/>
              <a:gd name="connsiteX209" fmla="*/ 13940158 w 13940157"/>
              <a:gd name="connsiteY209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49234 w 13158799"/>
              <a:gd name="connsiteY5" fmla="*/ 9450052 h 9456078"/>
              <a:gd name="connsiteX6" fmla="*/ 298870 w 13158799"/>
              <a:gd name="connsiteY6" fmla="*/ 9447409 h 9456078"/>
              <a:gd name="connsiteX7" fmla="*/ 348429 w 13158799"/>
              <a:gd name="connsiteY7" fmla="*/ 9444290 h 9456078"/>
              <a:gd name="connsiteX8" fmla="*/ 397907 w 13158799"/>
              <a:gd name="connsiteY8" fmla="*/ 9440698 h 9456078"/>
              <a:gd name="connsiteX9" fmla="*/ 447302 w 13158799"/>
              <a:gd name="connsiteY9" fmla="*/ 9436632 h 9456078"/>
              <a:gd name="connsiteX10" fmla="*/ 496610 w 13158799"/>
              <a:gd name="connsiteY10" fmla="*/ 9432096 h 9456078"/>
              <a:gd name="connsiteX11" fmla="*/ 545829 w 13158799"/>
              <a:gd name="connsiteY11" fmla="*/ 9427089 h 9456078"/>
              <a:gd name="connsiteX12" fmla="*/ 594956 w 13158799"/>
              <a:gd name="connsiteY12" fmla="*/ 9421615 h 9456078"/>
              <a:gd name="connsiteX13" fmla="*/ 643987 w 13158799"/>
              <a:gd name="connsiteY13" fmla="*/ 9415673 h 9456078"/>
              <a:gd name="connsiteX14" fmla="*/ 692920 w 13158799"/>
              <a:gd name="connsiteY14" fmla="*/ 9409267 h 9456078"/>
              <a:gd name="connsiteX15" fmla="*/ 741751 w 13158799"/>
              <a:gd name="connsiteY15" fmla="*/ 9402396 h 9456078"/>
              <a:gd name="connsiteX16" fmla="*/ 790478 w 13158799"/>
              <a:gd name="connsiteY16" fmla="*/ 9395063 h 9456078"/>
              <a:gd name="connsiteX17" fmla="*/ 839098 w 13158799"/>
              <a:gd name="connsiteY17" fmla="*/ 9387270 h 9456078"/>
              <a:gd name="connsiteX18" fmla="*/ 887607 w 13158799"/>
              <a:gd name="connsiteY18" fmla="*/ 9379017 h 9456078"/>
              <a:gd name="connsiteX19" fmla="*/ 936002 w 13158799"/>
              <a:gd name="connsiteY19" fmla="*/ 9370306 h 9456078"/>
              <a:gd name="connsiteX20" fmla="*/ 984281 w 13158799"/>
              <a:gd name="connsiteY20" fmla="*/ 9361139 h 9456078"/>
              <a:gd name="connsiteX21" fmla="*/ 1032440 w 13158799"/>
              <a:gd name="connsiteY21" fmla="*/ 9351517 h 9456078"/>
              <a:gd name="connsiteX22" fmla="*/ 1080477 w 13158799"/>
              <a:gd name="connsiteY22" fmla="*/ 9341441 h 9456078"/>
              <a:gd name="connsiteX23" fmla="*/ 1128389 w 13158799"/>
              <a:gd name="connsiteY23" fmla="*/ 9330914 h 9456078"/>
              <a:gd name="connsiteX24" fmla="*/ 1176172 w 13158799"/>
              <a:gd name="connsiteY24" fmla="*/ 9319936 h 9456078"/>
              <a:gd name="connsiteX25" fmla="*/ 1223823 w 13158799"/>
              <a:gd name="connsiteY25" fmla="*/ 9308509 h 9456078"/>
              <a:gd name="connsiteX26" fmla="*/ 1271339 w 13158799"/>
              <a:gd name="connsiteY26" fmla="*/ 9296635 h 9456078"/>
              <a:gd name="connsiteX27" fmla="*/ 1318719 w 13158799"/>
              <a:gd name="connsiteY27" fmla="*/ 9284315 h 9456078"/>
              <a:gd name="connsiteX28" fmla="*/ 1365957 w 13158799"/>
              <a:gd name="connsiteY28" fmla="*/ 9271550 h 9456078"/>
              <a:gd name="connsiteX29" fmla="*/ 1413052 w 13158799"/>
              <a:gd name="connsiteY29" fmla="*/ 9258342 h 9456078"/>
              <a:gd name="connsiteX30" fmla="*/ 1460000 w 13158799"/>
              <a:gd name="connsiteY30" fmla="*/ 9244693 h 9456078"/>
              <a:gd name="connsiteX31" fmla="*/ 1506799 w 13158799"/>
              <a:gd name="connsiteY31" fmla="*/ 9230604 h 9456078"/>
              <a:gd name="connsiteX32" fmla="*/ 1553445 w 13158799"/>
              <a:gd name="connsiteY32" fmla="*/ 9216076 h 9456078"/>
              <a:gd name="connsiteX33" fmla="*/ 1599935 w 13158799"/>
              <a:gd name="connsiteY33" fmla="*/ 9201111 h 9456078"/>
              <a:gd name="connsiteX34" fmla="*/ 1646267 w 13158799"/>
              <a:gd name="connsiteY34" fmla="*/ 9185710 h 9456078"/>
              <a:gd name="connsiteX35" fmla="*/ 1692437 w 13158799"/>
              <a:gd name="connsiteY35" fmla="*/ 9169876 h 9456078"/>
              <a:gd name="connsiteX36" fmla="*/ 1738442 w 13158799"/>
              <a:gd name="connsiteY36" fmla="*/ 9153608 h 9456078"/>
              <a:gd name="connsiteX37" fmla="*/ 1784280 w 13158799"/>
              <a:gd name="connsiteY37" fmla="*/ 9136910 h 9456078"/>
              <a:gd name="connsiteX38" fmla="*/ 1829947 w 13158799"/>
              <a:gd name="connsiteY38" fmla="*/ 9119782 h 9456078"/>
              <a:gd name="connsiteX39" fmla="*/ 1875440 w 13158799"/>
              <a:gd name="connsiteY39" fmla="*/ 9102226 h 9456078"/>
              <a:gd name="connsiteX40" fmla="*/ 1920756 w 13158799"/>
              <a:gd name="connsiteY40" fmla="*/ 9084243 h 9456078"/>
              <a:gd name="connsiteX41" fmla="*/ 1965893 w 13158799"/>
              <a:gd name="connsiteY41" fmla="*/ 9065835 h 9456078"/>
              <a:gd name="connsiteX42" fmla="*/ 2010847 w 13158799"/>
              <a:gd name="connsiteY42" fmla="*/ 9047004 h 9456078"/>
              <a:gd name="connsiteX43" fmla="*/ 2055615 w 13158799"/>
              <a:gd name="connsiteY43" fmla="*/ 9027750 h 9456078"/>
              <a:gd name="connsiteX44" fmla="*/ 2100195 w 13158799"/>
              <a:gd name="connsiteY44" fmla="*/ 9008075 h 9456078"/>
              <a:gd name="connsiteX45" fmla="*/ 2144582 w 13158799"/>
              <a:gd name="connsiteY45" fmla="*/ 8987981 h 9456078"/>
              <a:gd name="connsiteX46" fmla="*/ 2188775 w 13158799"/>
              <a:gd name="connsiteY46" fmla="*/ 8967470 h 9456078"/>
              <a:gd name="connsiteX47" fmla="*/ 2232770 w 13158799"/>
              <a:gd name="connsiteY47" fmla="*/ 8946542 h 9456078"/>
              <a:gd name="connsiteX48" fmla="*/ 2276564 w 13158799"/>
              <a:gd name="connsiteY48" fmla="*/ 8925199 h 9456078"/>
              <a:gd name="connsiteX49" fmla="*/ 2320154 w 13158799"/>
              <a:gd name="connsiteY49" fmla="*/ 8903443 h 9456078"/>
              <a:gd name="connsiteX50" fmla="*/ 2363538 w 13158799"/>
              <a:gd name="connsiteY50" fmla="*/ 8881275 h 9456078"/>
              <a:gd name="connsiteX51" fmla="*/ 2406711 w 13158799"/>
              <a:gd name="connsiteY51" fmla="*/ 8858697 h 9456078"/>
              <a:gd name="connsiteX52" fmla="*/ 2449672 w 13158799"/>
              <a:gd name="connsiteY52" fmla="*/ 8835710 h 9456078"/>
              <a:gd name="connsiteX53" fmla="*/ 2492417 w 13158799"/>
              <a:gd name="connsiteY53" fmla="*/ 8812316 h 9456078"/>
              <a:gd name="connsiteX54" fmla="*/ 2534943 w 13158799"/>
              <a:gd name="connsiteY54" fmla="*/ 8788516 h 9456078"/>
              <a:gd name="connsiteX55" fmla="*/ 2577247 w 13158799"/>
              <a:gd name="connsiteY55" fmla="*/ 8764311 h 9456078"/>
              <a:gd name="connsiteX56" fmla="*/ 2619326 w 13158799"/>
              <a:gd name="connsiteY56" fmla="*/ 8739704 h 9456078"/>
              <a:gd name="connsiteX57" fmla="*/ 2661177 w 13158799"/>
              <a:gd name="connsiteY57" fmla="*/ 8714695 h 9456078"/>
              <a:gd name="connsiteX58" fmla="*/ 2702797 w 13158799"/>
              <a:gd name="connsiteY58" fmla="*/ 8689286 h 9456078"/>
              <a:gd name="connsiteX59" fmla="*/ 2744183 w 13158799"/>
              <a:gd name="connsiteY59" fmla="*/ 8663479 h 9456078"/>
              <a:gd name="connsiteX60" fmla="*/ 2785333 w 13158799"/>
              <a:gd name="connsiteY60" fmla="*/ 8637274 h 9456078"/>
              <a:gd name="connsiteX61" fmla="*/ 2826242 w 13158799"/>
              <a:gd name="connsiteY61" fmla="*/ 8610675 h 9456078"/>
              <a:gd name="connsiteX62" fmla="*/ 2866908 w 13158799"/>
              <a:gd name="connsiteY62" fmla="*/ 8583681 h 9456078"/>
              <a:gd name="connsiteX63" fmla="*/ 2907329 w 13158799"/>
              <a:gd name="connsiteY63" fmla="*/ 8556295 h 9456078"/>
              <a:gd name="connsiteX64" fmla="*/ 2947500 w 13158799"/>
              <a:gd name="connsiteY64" fmla="*/ 8528517 h 9456078"/>
              <a:gd name="connsiteX65" fmla="*/ 2987419 w 13158799"/>
              <a:gd name="connsiteY65" fmla="*/ 8500351 h 9456078"/>
              <a:gd name="connsiteX66" fmla="*/ 3027083 w 13158799"/>
              <a:gd name="connsiteY66" fmla="*/ 8471796 h 9456078"/>
              <a:gd name="connsiteX67" fmla="*/ 3066489 w 13158799"/>
              <a:gd name="connsiteY67" fmla="*/ 8442854 h 9456078"/>
              <a:gd name="connsiteX68" fmla="*/ 3105634 w 13158799"/>
              <a:gd name="connsiteY68" fmla="*/ 8413528 h 9456078"/>
              <a:gd name="connsiteX69" fmla="*/ 3144515 w 13158799"/>
              <a:gd name="connsiteY69" fmla="*/ 8383818 h 9456078"/>
              <a:gd name="connsiteX70" fmla="*/ 3183129 w 13158799"/>
              <a:gd name="connsiteY70" fmla="*/ 8353726 h 9456078"/>
              <a:gd name="connsiteX71" fmla="*/ 3221473 w 13158799"/>
              <a:gd name="connsiteY71" fmla="*/ 8323253 h 9456078"/>
              <a:gd name="connsiteX72" fmla="*/ 3259544 w 13158799"/>
              <a:gd name="connsiteY72" fmla="*/ 8292401 h 9456078"/>
              <a:gd name="connsiteX73" fmla="*/ 3297339 w 13158799"/>
              <a:gd name="connsiteY73" fmla="*/ 8261172 h 9456078"/>
              <a:gd name="connsiteX74" fmla="*/ 3334854 w 13158799"/>
              <a:gd name="connsiteY74" fmla="*/ 8229566 h 9456078"/>
              <a:gd name="connsiteX75" fmla="*/ 3372087 w 13158799"/>
              <a:gd name="connsiteY75" fmla="*/ 8197585 h 9456078"/>
              <a:gd name="connsiteX76" fmla="*/ 3409035 w 13158799"/>
              <a:gd name="connsiteY76" fmla="*/ 8165232 h 9456078"/>
              <a:gd name="connsiteX77" fmla="*/ 3445695 w 13158799"/>
              <a:gd name="connsiteY77" fmla="*/ 8132507 h 9456078"/>
              <a:gd name="connsiteX78" fmla="*/ 3482064 w 13158799"/>
              <a:gd name="connsiteY78" fmla="*/ 8099411 h 9456078"/>
              <a:gd name="connsiteX79" fmla="*/ 3518139 w 13158799"/>
              <a:gd name="connsiteY79" fmla="*/ 8065947 h 9456078"/>
              <a:gd name="connsiteX80" fmla="*/ 3553916 w 13158799"/>
              <a:gd name="connsiteY80" fmla="*/ 8032115 h 9456078"/>
              <a:gd name="connsiteX81" fmla="*/ 3589393 w 13158799"/>
              <a:gd name="connsiteY81" fmla="*/ 7997918 h 9456078"/>
              <a:gd name="connsiteX82" fmla="*/ 3624567 w 13158799"/>
              <a:gd name="connsiteY82" fmla="*/ 7963356 h 9456078"/>
              <a:gd name="connsiteX83" fmla="*/ 3659435 w 13158799"/>
              <a:gd name="connsiteY83" fmla="*/ 7928432 h 9456078"/>
              <a:gd name="connsiteX84" fmla="*/ 3693994 w 13158799"/>
              <a:gd name="connsiteY84" fmla="*/ 7893146 h 9456078"/>
              <a:gd name="connsiteX85" fmla="*/ 3728240 w 13158799"/>
              <a:gd name="connsiteY85" fmla="*/ 7857501 h 9456078"/>
              <a:gd name="connsiteX86" fmla="*/ 3762171 w 13158799"/>
              <a:gd name="connsiteY86" fmla="*/ 7821497 h 9456078"/>
              <a:gd name="connsiteX87" fmla="*/ 3795783 w 13158799"/>
              <a:gd name="connsiteY87" fmla="*/ 7785136 h 9456078"/>
              <a:gd name="connsiteX88" fmla="*/ 3829075 w 13158799"/>
              <a:gd name="connsiteY88" fmla="*/ 7748420 h 9456078"/>
              <a:gd name="connsiteX89" fmla="*/ 3862042 w 13158799"/>
              <a:gd name="connsiteY89" fmla="*/ 7711350 h 9456078"/>
              <a:gd name="connsiteX90" fmla="*/ 3894682 w 13158799"/>
              <a:gd name="connsiteY90" fmla="*/ 7673928 h 9456078"/>
              <a:gd name="connsiteX91" fmla="*/ 3926991 w 13158799"/>
              <a:gd name="connsiteY91" fmla="*/ 7636155 h 9456078"/>
              <a:gd name="connsiteX92" fmla="*/ 3958967 w 13158799"/>
              <a:gd name="connsiteY92" fmla="*/ 7598032 h 9456078"/>
              <a:gd name="connsiteX93" fmla="*/ 3990607 w 13158799"/>
              <a:gd name="connsiteY93" fmla="*/ 7559561 h 9456078"/>
              <a:gd name="connsiteX94" fmla="*/ 4021907 w 13158799"/>
              <a:gd name="connsiteY94" fmla="*/ 7520744 h 9456078"/>
              <a:gd name="connsiteX95" fmla="*/ 4052865 w 13158799"/>
              <a:gd name="connsiteY95" fmla="*/ 7481582 h 9456078"/>
              <a:gd name="connsiteX96" fmla="*/ 4083478 w 13158799"/>
              <a:gd name="connsiteY96" fmla="*/ 7442077 h 9456078"/>
              <a:gd name="connsiteX97" fmla="*/ 8022311 w 13158799"/>
              <a:gd name="connsiteY97" fmla="*/ 2307814 h 9456078"/>
              <a:gd name="connsiteX98" fmla="*/ 8052902 w 13158799"/>
              <a:gd name="connsiteY98" fmla="*/ 2268285 h 9456078"/>
              <a:gd name="connsiteX99" fmla="*/ 8083796 w 13158799"/>
              <a:gd name="connsiteY99" fmla="*/ 2229056 h 9456078"/>
              <a:gd name="connsiteX100" fmla="*/ 8114989 w 13158799"/>
              <a:gd name="connsiteY100" fmla="*/ 2190127 h 9456078"/>
              <a:gd name="connsiteX101" fmla="*/ 8146479 w 13158799"/>
              <a:gd name="connsiteY101" fmla="*/ 2151500 h 9456078"/>
              <a:gd name="connsiteX102" fmla="*/ 8178264 w 13158799"/>
              <a:gd name="connsiteY102" fmla="*/ 2113176 h 9456078"/>
              <a:gd name="connsiteX103" fmla="*/ 8210341 w 13158799"/>
              <a:gd name="connsiteY103" fmla="*/ 2075157 h 9456078"/>
              <a:gd name="connsiteX104" fmla="*/ 8242709 w 13158799"/>
              <a:gd name="connsiteY104" fmla="*/ 2037442 h 9456078"/>
              <a:gd name="connsiteX105" fmla="*/ 8275365 w 13158799"/>
              <a:gd name="connsiteY105" fmla="*/ 2000034 h 9456078"/>
              <a:gd name="connsiteX106" fmla="*/ 8308307 w 13158799"/>
              <a:gd name="connsiteY106" fmla="*/ 1962934 h 9456078"/>
              <a:gd name="connsiteX107" fmla="*/ 8341532 w 13158799"/>
              <a:gd name="connsiteY107" fmla="*/ 1926142 h 9456078"/>
              <a:gd name="connsiteX108" fmla="*/ 8375038 w 13158799"/>
              <a:gd name="connsiteY108" fmla="*/ 1889660 h 9456078"/>
              <a:gd name="connsiteX109" fmla="*/ 8408823 w 13158799"/>
              <a:gd name="connsiteY109" fmla="*/ 1853489 h 9456078"/>
              <a:gd name="connsiteX110" fmla="*/ 8442885 w 13158799"/>
              <a:gd name="connsiteY110" fmla="*/ 1817630 h 9456078"/>
              <a:gd name="connsiteX111" fmla="*/ 8477221 w 13158799"/>
              <a:gd name="connsiteY111" fmla="*/ 1782084 h 9456078"/>
              <a:gd name="connsiteX112" fmla="*/ 8511829 w 13158799"/>
              <a:gd name="connsiteY112" fmla="*/ 1746853 h 9456078"/>
              <a:gd name="connsiteX113" fmla="*/ 8546706 w 13158799"/>
              <a:gd name="connsiteY113" fmla="*/ 1711937 h 9456078"/>
              <a:gd name="connsiteX114" fmla="*/ 8581851 w 13158799"/>
              <a:gd name="connsiteY114" fmla="*/ 1677337 h 9456078"/>
              <a:gd name="connsiteX115" fmla="*/ 8617261 w 13158799"/>
              <a:gd name="connsiteY115" fmla="*/ 1643056 h 9456078"/>
              <a:gd name="connsiteX116" fmla="*/ 8652934 w 13158799"/>
              <a:gd name="connsiteY116" fmla="*/ 1609093 h 9456078"/>
              <a:gd name="connsiteX117" fmla="*/ 8688867 w 13158799"/>
              <a:gd name="connsiteY117" fmla="*/ 1575450 h 9456078"/>
              <a:gd name="connsiteX118" fmla="*/ 8725058 w 13158799"/>
              <a:gd name="connsiteY118" fmla="*/ 1542128 h 9456078"/>
              <a:gd name="connsiteX119" fmla="*/ 8761506 w 13158799"/>
              <a:gd name="connsiteY119" fmla="*/ 1509129 h 9456078"/>
              <a:gd name="connsiteX120" fmla="*/ 8798207 w 13158799"/>
              <a:gd name="connsiteY120" fmla="*/ 1476452 h 9456078"/>
              <a:gd name="connsiteX121" fmla="*/ 8835159 w 13158799"/>
              <a:gd name="connsiteY121" fmla="*/ 1444101 h 9456078"/>
              <a:gd name="connsiteX122" fmla="*/ 8872360 w 13158799"/>
              <a:gd name="connsiteY122" fmla="*/ 1412075 h 9456078"/>
              <a:gd name="connsiteX123" fmla="*/ 8909808 w 13158799"/>
              <a:gd name="connsiteY123" fmla="*/ 1380375 h 9456078"/>
              <a:gd name="connsiteX124" fmla="*/ 8947501 w 13158799"/>
              <a:gd name="connsiteY124" fmla="*/ 1349004 h 9456078"/>
              <a:gd name="connsiteX125" fmla="*/ 8985435 w 13158799"/>
              <a:gd name="connsiteY125" fmla="*/ 1317962 h 9456078"/>
              <a:gd name="connsiteX126" fmla="*/ 9023610 w 13158799"/>
              <a:gd name="connsiteY126" fmla="*/ 1287250 h 9456078"/>
              <a:gd name="connsiteX127" fmla="*/ 9062022 w 13158799"/>
              <a:gd name="connsiteY127" fmla="*/ 1256869 h 9456078"/>
              <a:gd name="connsiteX128" fmla="*/ 9100669 w 13158799"/>
              <a:gd name="connsiteY128" fmla="*/ 1226820 h 9456078"/>
              <a:gd name="connsiteX129" fmla="*/ 9139549 w 13158799"/>
              <a:gd name="connsiteY129" fmla="*/ 1197105 h 9456078"/>
              <a:gd name="connsiteX130" fmla="*/ 9178660 w 13158799"/>
              <a:gd name="connsiteY130" fmla="*/ 1167725 h 9456078"/>
              <a:gd name="connsiteX131" fmla="*/ 9217999 w 13158799"/>
              <a:gd name="connsiteY131" fmla="*/ 1138681 h 9456078"/>
              <a:gd name="connsiteX132" fmla="*/ 9257564 w 13158799"/>
              <a:gd name="connsiteY132" fmla="*/ 1109974 h 9456078"/>
              <a:gd name="connsiteX133" fmla="*/ 9297353 w 13158799"/>
              <a:gd name="connsiteY133" fmla="*/ 1081604 h 9456078"/>
              <a:gd name="connsiteX134" fmla="*/ 9337364 w 13158799"/>
              <a:gd name="connsiteY134" fmla="*/ 1053574 h 9456078"/>
              <a:gd name="connsiteX135" fmla="*/ 9377594 w 13158799"/>
              <a:gd name="connsiteY135" fmla="*/ 1025884 h 9456078"/>
              <a:gd name="connsiteX136" fmla="*/ 9418040 w 13158799"/>
              <a:gd name="connsiteY136" fmla="*/ 998536 h 9456078"/>
              <a:gd name="connsiteX137" fmla="*/ 9458702 w 13158799"/>
              <a:gd name="connsiteY137" fmla="*/ 971530 h 9456078"/>
              <a:gd name="connsiteX138" fmla="*/ 9499575 w 13158799"/>
              <a:gd name="connsiteY138" fmla="*/ 944868 h 9456078"/>
              <a:gd name="connsiteX139" fmla="*/ 9540659 w 13158799"/>
              <a:gd name="connsiteY139" fmla="*/ 918551 h 9456078"/>
              <a:gd name="connsiteX140" fmla="*/ 9581950 w 13158799"/>
              <a:gd name="connsiteY140" fmla="*/ 892580 h 9456078"/>
              <a:gd name="connsiteX141" fmla="*/ 9623447 w 13158799"/>
              <a:gd name="connsiteY141" fmla="*/ 866956 h 9456078"/>
              <a:gd name="connsiteX142" fmla="*/ 9665147 w 13158799"/>
              <a:gd name="connsiteY142" fmla="*/ 841681 h 9456078"/>
              <a:gd name="connsiteX143" fmla="*/ 9707048 w 13158799"/>
              <a:gd name="connsiteY143" fmla="*/ 816754 h 9456078"/>
              <a:gd name="connsiteX144" fmla="*/ 9749147 w 13158799"/>
              <a:gd name="connsiteY144" fmla="*/ 792179 h 9456078"/>
              <a:gd name="connsiteX145" fmla="*/ 9791443 w 13158799"/>
              <a:gd name="connsiteY145" fmla="*/ 767955 h 9456078"/>
              <a:gd name="connsiteX146" fmla="*/ 9833932 w 13158799"/>
              <a:gd name="connsiteY146" fmla="*/ 744083 h 9456078"/>
              <a:gd name="connsiteX147" fmla="*/ 9876613 w 13158799"/>
              <a:gd name="connsiteY147" fmla="*/ 720566 h 9456078"/>
              <a:gd name="connsiteX148" fmla="*/ 9919484 w 13158799"/>
              <a:gd name="connsiteY148" fmla="*/ 697404 h 9456078"/>
              <a:gd name="connsiteX149" fmla="*/ 9962542 w 13158799"/>
              <a:gd name="connsiteY149" fmla="*/ 674598 h 9456078"/>
              <a:gd name="connsiteX150" fmla="*/ 10005784 w 13158799"/>
              <a:gd name="connsiteY150" fmla="*/ 652149 h 9456078"/>
              <a:gd name="connsiteX151" fmla="*/ 10049209 w 13158799"/>
              <a:gd name="connsiteY151" fmla="*/ 630059 h 9456078"/>
              <a:gd name="connsiteX152" fmla="*/ 10092814 w 13158799"/>
              <a:gd name="connsiteY152" fmla="*/ 608328 h 9456078"/>
              <a:gd name="connsiteX153" fmla="*/ 10136597 w 13158799"/>
              <a:gd name="connsiteY153" fmla="*/ 586958 h 9456078"/>
              <a:gd name="connsiteX154" fmla="*/ 10180556 w 13158799"/>
              <a:gd name="connsiteY154" fmla="*/ 565950 h 9456078"/>
              <a:gd name="connsiteX155" fmla="*/ 10224688 w 13158799"/>
              <a:gd name="connsiteY155" fmla="*/ 545304 h 9456078"/>
              <a:gd name="connsiteX156" fmla="*/ 10268991 w 13158799"/>
              <a:gd name="connsiteY156" fmla="*/ 525023 h 9456078"/>
              <a:gd name="connsiteX157" fmla="*/ 10313463 w 13158799"/>
              <a:gd name="connsiteY157" fmla="*/ 505107 h 9456078"/>
              <a:gd name="connsiteX158" fmla="*/ 10358101 w 13158799"/>
              <a:gd name="connsiteY158" fmla="*/ 485558 h 9456078"/>
              <a:gd name="connsiteX159" fmla="*/ 10402903 w 13158799"/>
              <a:gd name="connsiteY159" fmla="*/ 466376 h 9456078"/>
              <a:gd name="connsiteX160" fmla="*/ 10447868 w 13158799"/>
              <a:gd name="connsiteY160" fmla="*/ 447563 h 9456078"/>
              <a:gd name="connsiteX161" fmla="*/ 10492991 w 13158799"/>
              <a:gd name="connsiteY161" fmla="*/ 429119 h 9456078"/>
              <a:gd name="connsiteX162" fmla="*/ 10538272 w 13158799"/>
              <a:gd name="connsiteY162" fmla="*/ 411046 h 9456078"/>
              <a:gd name="connsiteX163" fmla="*/ 10583708 w 13158799"/>
              <a:gd name="connsiteY163" fmla="*/ 393346 h 9456078"/>
              <a:gd name="connsiteX164" fmla="*/ 10629297 w 13158799"/>
              <a:gd name="connsiteY164" fmla="*/ 376018 h 9456078"/>
              <a:gd name="connsiteX165" fmla="*/ 10675036 w 13158799"/>
              <a:gd name="connsiteY165" fmla="*/ 359065 h 9456078"/>
              <a:gd name="connsiteX166" fmla="*/ 10720923 w 13158799"/>
              <a:gd name="connsiteY166" fmla="*/ 342487 h 9456078"/>
              <a:gd name="connsiteX167" fmla="*/ 10766956 w 13158799"/>
              <a:gd name="connsiteY167" fmla="*/ 326286 h 9456078"/>
              <a:gd name="connsiteX168" fmla="*/ 10813132 w 13158799"/>
              <a:gd name="connsiteY168" fmla="*/ 310462 h 9456078"/>
              <a:gd name="connsiteX169" fmla="*/ 10859450 w 13158799"/>
              <a:gd name="connsiteY169" fmla="*/ 295018 h 9456078"/>
              <a:gd name="connsiteX170" fmla="*/ 10905907 w 13158799"/>
              <a:gd name="connsiteY170" fmla="*/ 279953 h 9456078"/>
              <a:gd name="connsiteX171" fmla="*/ 10952500 w 13158799"/>
              <a:gd name="connsiteY171" fmla="*/ 265269 h 9456078"/>
              <a:gd name="connsiteX172" fmla="*/ 10999227 w 13158799"/>
              <a:gd name="connsiteY172" fmla="*/ 250968 h 9456078"/>
              <a:gd name="connsiteX173" fmla="*/ 11046087 w 13158799"/>
              <a:gd name="connsiteY173" fmla="*/ 237049 h 9456078"/>
              <a:gd name="connsiteX174" fmla="*/ 11093076 w 13158799"/>
              <a:gd name="connsiteY174" fmla="*/ 223516 h 9456078"/>
              <a:gd name="connsiteX175" fmla="*/ 11140193 w 13158799"/>
              <a:gd name="connsiteY175" fmla="*/ 210368 h 9456078"/>
              <a:gd name="connsiteX176" fmla="*/ 11187434 w 13158799"/>
              <a:gd name="connsiteY176" fmla="*/ 197606 h 9456078"/>
              <a:gd name="connsiteX177" fmla="*/ 11234799 w 13158799"/>
              <a:gd name="connsiteY177" fmla="*/ 185233 h 9456078"/>
              <a:gd name="connsiteX178" fmla="*/ 11282284 w 13158799"/>
              <a:gd name="connsiteY178" fmla="*/ 173248 h 9456078"/>
              <a:gd name="connsiteX179" fmla="*/ 11329888 w 13158799"/>
              <a:gd name="connsiteY179" fmla="*/ 161654 h 9456078"/>
              <a:gd name="connsiteX180" fmla="*/ 11377607 w 13158799"/>
              <a:gd name="connsiteY180" fmla="*/ 150451 h 9456078"/>
              <a:gd name="connsiteX181" fmla="*/ 11425440 w 13158799"/>
              <a:gd name="connsiteY181" fmla="*/ 139640 h 9456078"/>
              <a:gd name="connsiteX182" fmla="*/ 11473385 w 13158799"/>
              <a:gd name="connsiteY182" fmla="*/ 129223 h 9456078"/>
              <a:gd name="connsiteX183" fmla="*/ 11521439 w 13158799"/>
              <a:gd name="connsiteY183" fmla="*/ 119201 h 9456078"/>
              <a:gd name="connsiteX184" fmla="*/ 11569599 w 13158799"/>
              <a:gd name="connsiteY184" fmla="*/ 109574 h 9456078"/>
              <a:gd name="connsiteX185" fmla="*/ 11617864 w 13158799"/>
              <a:gd name="connsiteY185" fmla="*/ 100344 h 9456078"/>
              <a:gd name="connsiteX186" fmla="*/ 11666231 w 13158799"/>
              <a:gd name="connsiteY186" fmla="*/ 91512 h 9456078"/>
              <a:gd name="connsiteX187" fmla="*/ 11714698 w 13158799"/>
              <a:gd name="connsiteY187" fmla="*/ 83080 h 9456078"/>
              <a:gd name="connsiteX188" fmla="*/ 11763263 w 13158799"/>
              <a:gd name="connsiteY188" fmla="*/ 75047 h 9456078"/>
              <a:gd name="connsiteX189" fmla="*/ 11811923 w 13158799"/>
              <a:gd name="connsiteY189" fmla="*/ 67417 h 9456078"/>
              <a:gd name="connsiteX190" fmla="*/ 11860676 w 13158799"/>
              <a:gd name="connsiteY190" fmla="*/ 60188 h 9456078"/>
              <a:gd name="connsiteX191" fmla="*/ 11909519 w 13158799"/>
              <a:gd name="connsiteY191" fmla="*/ 53364 h 9456078"/>
              <a:gd name="connsiteX192" fmla="*/ 11958451 w 13158799"/>
              <a:gd name="connsiteY192" fmla="*/ 46944 h 9456078"/>
              <a:gd name="connsiteX193" fmla="*/ 12007470 w 13158799"/>
              <a:gd name="connsiteY193" fmla="*/ 40931 h 9456078"/>
              <a:gd name="connsiteX194" fmla="*/ 12056572 w 13158799"/>
              <a:gd name="connsiteY194" fmla="*/ 35324 h 9456078"/>
              <a:gd name="connsiteX195" fmla="*/ 12105756 w 13158799"/>
              <a:gd name="connsiteY195" fmla="*/ 30126 h 9456078"/>
              <a:gd name="connsiteX196" fmla="*/ 12155019 w 13158799"/>
              <a:gd name="connsiteY196" fmla="*/ 25337 h 9456078"/>
              <a:gd name="connsiteX197" fmla="*/ 12204359 w 13158799"/>
              <a:gd name="connsiteY197" fmla="*/ 20958 h 9456078"/>
              <a:gd name="connsiteX198" fmla="*/ 12253773 w 13158799"/>
              <a:gd name="connsiteY198" fmla="*/ 16991 h 9456078"/>
              <a:gd name="connsiteX199" fmla="*/ 12303260 w 13158799"/>
              <a:gd name="connsiteY199" fmla="*/ 13437 h 9456078"/>
              <a:gd name="connsiteX200" fmla="*/ 12352818 w 13158799"/>
              <a:gd name="connsiteY200" fmla="*/ 10297 h 9456078"/>
              <a:gd name="connsiteX201" fmla="*/ 12402443 w 13158799"/>
              <a:gd name="connsiteY201" fmla="*/ 7572 h 9456078"/>
              <a:gd name="connsiteX202" fmla="*/ 12452133 w 13158799"/>
              <a:gd name="connsiteY202" fmla="*/ 5263 h 9456078"/>
              <a:gd name="connsiteX203" fmla="*/ 12501887 w 13158799"/>
              <a:gd name="connsiteY203" fmla="*/ 3371 h 9456078"/>
              <a:gd name="connsiteX204" fmla="*/ 12551701 w 13158799"/>
              <a:gd name="connsiteY204" fmla="*/ 1898 h 9456078"/>
              <a:gd name="connsiteX205" fmla="*/ 12601574 w 13158799"/>
              <a:gd name="connsiteY205" fmla="*/ 844 h 9456078"/>
              <a:gd name="connsiteX206" fmla="*/ 12651504 w 13158799"/>
              <a:gd name="connsiteY206" fmla="*/ 211 h 9456078"/>
              <a:gd name="connsiteX207" fmla="*/ 12701487 w 13158799"/>
              <a:gd name="connsiteY207" fmla="*/ 0 h 9456078"/>
              <a:gd name="connsiteX208" fmla="*/ 13158798 w 13158799"/>
              <a:gd name="connsiteY208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28389 w 13158797"/>
              <a:gd name="connsiteY22" fmla="*/ 9330914 h 9456078"/>
              <a:gd name="connsiteX23" fmla="*/ 1176172 w 13158797"/>
              <a:gd name="connsiteY23" fmla="*/ 9319936 h 9456078"/>
              <a:gd name="connsiteX24" fmla="*/ 1223823 w 13158797"/>
              <a:gd name="connsiteY24" fmla="*/ 9308509 h 9456078"/>
              <a:gd name="connsiteX25" fmla="*/ 1271339 w 13158797"/>
              <a:gd name="connsiteY25" fmla="*/ 9296635 h 9456078"/>
              <a:gd name="connsiteX26" fmla="*/ 1318719 w 13158797"/>
              <a:gd name="connsiteY26" fmla="*/ 9284315 h 9456078"/>
              <a:gd name="connsiteX27" fmla="*/ 1365957 w 13158797"/>
              <a:gd name="connsiteY27" fmla="*/ 9271550 h 9456078"/>
              <a:gd name="connsiteX28" fmla="*/ 1413052 w 13158797"/>
              <a:gd name="connsiteY28" fmla="*/ 9258342 h 9456078"/>
              <a:gd name="connsiteX29" fmla="*/ 1460000 w 13158797"/>
              <a:gd name="connsiteY29" fmla="*/ 9244693 h 9456078"/>
              <a:gd name="connsiteX30" fmla="*/ 1506799 w 13158797"/>
              <a:gd name="connsiteY30" fmla="*/ 9230604 h 9456078"/>
              <a:gd name="connsiteX31" fmla="*/ 1553445 w 13158797"/>
              <a:gd name="connsiteY31" fmla="*/ 9216076 h 9456078"/>
              <a:gd name="connsiteX32" fmla="*/ 1599935 w 13158797"/>
              <a:gd name="connsiteY32" fmla="*/ 9201111 h 9456078"/>
              <a:gd name="connsiteX33" fmla="*/ 1646267 w 13158797"/>
              <a:gd name="connsiteY33" fmla="*/ 9185710 h 9456078"/>
              <a:gd name="connsiteX34" fmla="*/ 1692437 w 13158797"/>
              <a:gd name="connsiteY34" fmla="*/ 9169876 h 9456078"/>
              <a:gd name="connsiteX35" fmla="*/ 1738442 w 13158797"/>
              <a:gd name="connsiteY35" fmla="*/ 9153608 h 9456078"/>
              <a:gd name="connsiteX36" fmla="*/ 1784280 w 13158797"/>
              <a:gd name="connsiteY36" fmla="*/ 9136910 h 9456078"/>
              <a:gd name="connsiteX37" fmla="*/ 1829947 w 13158797"/>
              <a:gd name="connsiteY37" fmla="*/ 9119782 h 9456078"/>
              <a:gd name="connsiteX38" fmla="*/ 1875440 w 13158797"/>
              <a:gd name="connsiteY38" fmla="*/ 9102226 h 9456078"/>
              <a:gd name="connsiteX39" fmla="*/ 1920756 w 13158797"/>
              <a:gd name="connsiteY39" fmla="*/ 9084243 h 9456078"/>
              <a:gd name="connsiteX40" fmla="*/ 1965893 w 13158797"/>
              <a:gd name="connsiteY40" fmla="*/ 9065835 h 9456078"/>
              <a:gd name="connsiteX41" fmla="*/ 2010847 w 13158797"/>
              <a:gd name="connsiteY41" fmla="*/ 9047004 h 9456078"/>
              <a:gd name="connsiteX42" fmla="*/ 2055615 w 13158797"/>
              <a:gd name="connsiteY42" fmla="*/ 9027750 h 9456078"/>
              <a:gd name="connsiteX43" fmla="*/ 2100195 w 13158797"/>
              <a:gd name="connsiteY43" fmla="*/ 9008075 h 9456078"/>
              <a:gd name="connsiteX44" fmla="*/ 2144582 w 13158797"/>
              <a:gd name="connsiteY44" fmla="*/ 8987981 h 9456078"/>
              <a:gd name="connsiteX45" fmla="*/ 2188775 w 13158797"/>
              <a:gd name="connsiteY45" fmla="*/ 8967470 h 9456078"/>
              <a:gd name="connsiteX46" fmla="*/ 2232770 w 13158797"/>
              <a:gd name="connsiteY46" fmla="*/ 8946542 h 9456078"/>
              <a:gd name="connsiteX47" fmla="*/ 2276564 w 13158797"/>
              <a:gd name="connsiteY47" fmla="*/ 8925199 h 9456078"/>
              <a:gd name="connsiteX48" fmla="*/ 2320154 w 13158797"/>
              <a:gd name="connsiteY48" fmla="*/ 8903443 h 9456078"/>
              <a:gd name="connsiteX49" fmla="*/ 2363538 w 13158797"/>
              <a:gd name="connsiteY49" fmla="*/ 8881275 h 9456078"/>
              <a:gd name="connsiteX50" fmla="*/ 2406711 w 13158797"/>
              <a:gd name="connsiteY50" fmla="*/ 8858697 h 9456078"/>
              <a:gd name="connsiteX51" fmla="*/ 2449672 w 13158797"/>
              <a:gd name="connsiteY51" fmla="*/ 8835710 h 9456078"/>
              <a:gd name="connsiteX52" fmla="*/ 2492417 w 13158797"/>
              <a:gd name="connsiteY52" fmla="*/ 8812316 h 9456078"/>
              <a:gd name="connsiteX53" fmla="*/ 2534943 w 13158797"/>
              <a:gd name="connsiteY53" fmla="*/ 8788516 h 9456078"/>
              <a:gd name="connsiteX54" fmla="*/ 2577247 w 13158797"/>
              <a:gd name="connsiteY54" fmla="*/ 8764311 h 9456078"/>
              <a:gd name="connsiteX55" fmla="*/ 2619326 w 13158797"/>
              <a:gd name="connsiteY55" fmla="*/ 8739704 h 9456078"/>
              <a:gd name="connsiteX56" fmla="*/ 2661177 w 13158797"/>
              <a:gd name="connsiteY56" fmla="*/ 8714695 h 9456078"/>
              <a:gd name="connsiteX57" fmla="*/ 2702797 w 13158797"/>
              <a:gd name="connsiteY57" fmla="*/ 8689286 h 9456078"/>
              <a:gd name="connsiteX58" fmla="*/ 2744183 w 13158797"/>
              <a:gd name="connsiteY58" fmla="*/ 8663479 h 9456078"/>
              <a:gd name="connsiteX59" fmla="*/ 2785333 w 13158797"/>
              <a:gd name="connsiteY59" fmla="*/ 8637274 h 9456078"/>
              <a:gd name="connsiteX60" fmla="*/ 2826242 w 13158797"/>
              <a:gd name="connsiteY60" fmla="*/ 8610675 h 9456078"/>
              <a:gd name="connsiteX61" fmla="*/ 2866908 w 13158797"/>
              <a:gd name="connsiteY61" fmla="*/ 8583681 h 9456078"/>
              <a:gd name="connsiteX62" fmla="*/ 2907329 w 13158797"/>
              <a:gd name="connsiteY62" fmla="*/ 8556295 h 9456078"/>
              <a:gd name="connsiteX63" fmla="*/ 2947500 w 13158797"/>
              <a:gd name="connsiteY63" fmla="*/ 8528517 h 9456078"/>
              <a:gd name="connsiteX64" fmla="*/ 2987419 w 13158797"/>
              <a:gd name="connsiteY64" fmla="*/ 8500351 h 9456078"/>
              <a:gd name="connsiteX65" fmla="*/ 3027083 w 13158797"/>
              <a:gd name="connsiteY65" fmla="*/ 8471796 h 9456078"/>
              <a:gd name="connsiteX66" fmla="*/ 3066489 w 13158797"/>
              <a:gd name="connsiteY66" fmla="*/ 8442854 h 9456078"/>
              <a:gd name="connsiteX67" fmla="*/ 3105634 w 13158797"/>
              <a:gd name="connsiteY67" fmla="*/ 8413528 h 9456078"/>
              <a:gd name="connsiteX68" fmla="*/ 3144515 w 13158797"/>
              <a:gd name="connsiteY68" fmla="*/ 8383818 h 9456078"/>
              <a:gd name="connsiteX69" fmla="*/ 3183129 w 13158797"/>
              <a:gd name="connsiteY69" fmla="*/ 8353726 h 9456078"/>
              <a:gd name="connsiteX70" fmla="*/ 3221473 w 13158797"/>
              <a:gd name="connsiteY70" fmla="*/ 8323253 h 9456078"/>
              <a:gd name="connsiteX71" fmla="*/ 3259544 w 13158797"/>
              <a:gd name="connsiteY71" fmla="*/ 8292401 h 9456078"/>
              <a:gd name="connsiteX72" fmla="*/ 3297339 w 13158797"/>
              <a:gd name="connsiteY72" fmla="*/ 8261172 h 9456078"/>
              <a:gd name="connsiteX73" fmla="*/ 3334854 w 13158797"/>
              <a:gd name="connsiteY73" fmla="*/ 8229566 h 9456078"/>
              <a:gd name="connsiteX74" fmla="*/ 3372087 w 13158797"/>
              <a:gd name="connsiteY74" fmla="*/ 8197585 h 9456078"/>
              <a:gd name="connsiteX75" fmla="*/ 3409035 w 13158797"/>
              <a:gd name="connsiteY75" fmla="*/ 8165232 h 9456078"/>
              <a:gd name="connsiteX76" fmla="*/ 3445695 w 13158797"/>
              <a:gd name="connsiteY76" fmla="*/ 8132507 h 9456078"/>
              <a:gd name="connsiteX77" fmla="*/ 3482064 w 13158797"/>
              <a:gd name="connsiteY77" fmla="*/ 8099411 h 9456078"/>
              <a:gd name="connsiteX78" fmla="*/ 3518139 w 13158797"/>
              <a:gd name="connsiteY78" fmla="*/ 8065947 h 9456078"/>
              <a:gd name="connsiteX79" fmla="*/ 3553916 w 13158797"/>
              <a:gd name="connsiteY79" fmla="*/ 8032115 h 9456078"/>
              <a:gd name="connsiteX80" fmla="*/ 3589393 w 13158797"/>
              <a:gd name="connsiteY80" fmla="*/ 7997918 h 9456078"/>
              <a:gd name="connsiteX81" fmla="*/ 3624567 w 13158797"/>
              <a:gd name="connsiteY81" fmla="*/ 7963356 h 9456078"/>
              <a:gd name="connsiteX82" fmla="*/ 3659435 w 13158797"/>
              <a:gd name="connsiteY82" fmla="*/ 7928432 h 9456078"/>
              <a:gd name="connsiteX83" fmla="*/ 3693994 w 13158797"/>
              <a:gd name="connsiteY83" fmla="*/ 7893146 h 9456078"/>
              <a:gd name="connsiteX84" fmla="*/ 3728240 w 13158797"/>
              <a:gd name="connsiteY84" fmla="*/ 7857501 h 9456078"/>
              <a:gd name="connsiteX85" fmla="*/ 3762171 w 13158797"/>
              <a:gd name="connsiteY85" fmla="*/ 7821497 h 9456078"/>
              <a:gd name="connsiteX86" fmla="*/ 3795783 w 13158797"/>
              <a:gd name="connsiteY86" fmla="*/ 7785136 h 9456078"/>
              <a:gd name="connsiteX87" fmla="*/ 3829075 w 13158797"/>
              <a:gd name="connsiteY87" fmla="*/ 7748420 h 9456078"/>
              <a:gd name="connsiteX88" fmla="*/ 3862042 w 13158797"/>
              <a:gd name="connsiteY88" fmla="*/ 7711350 h 9456078"/>
              <a:gd name="connsiteX89" fmla="*/ 3894682 w 13158797"/>
              <a:gd name="connsiteY89" fmla="*/ 7673928 h 9456078"/>
              <a:gd name="connsiteX90" fmla="*/ 3926991 w 13158797"/>
              <a:gd name="connsiteY90" fmla="*/ 7636155 h 9456078"/>
              <a:gd name="connsiteX91" fmla="*/ 3958967 w 13158797"/>
              <a:gd name="connsiteY91" fmla="*/ 7598032 h 9456078"/>
              <a:gd name="connsiteX92" fmla="*/ 3990607 w 13158797"/>
              <a:gd name="connsiteY92" fmla="*/ 7559561 h 9456078"/>
              <a:gd name="connsiteX93" fmla="*/ 4021907 w 13158797"/>
              <a:gd name="connsiteY93" fmla="*/ 7520744 h 9456078"/>
              <a:gd name="connsiteX94" fmla="*/ 4052865 w 13158797"/>
              <a:gd name="connsiteY94" fmla="*/ 7481582 h 9456078"/>
              <a:gd name="connsiteX95" fmla="*/ 4083478 w 13158797"/>
              <a:gd name="connsiteY95" fmla="*/ 7442077 h 9456078"/>
              <a:gd name="connsiteX96" fmla="*/ 8022311 w 13158797"/>
              <a:gd name="connsiteY96" fmla="*/ 2307814 h 9456078"/>
              <a:gd name="connsiteX97" fmla="*/ 8052902 w 13158797"/>
              <a:gd name="connsiteY97" fmla="*/ 2268285 h 9456078"/>
              <a:gd name="connsiteX98" fmla="*/ 8083796 w 13158797"/>
              <a:gd name="connsiteY98" fmla="*/ 2229056 h 9456078"/>
              <a:gd name="connsiteX99" fmla="*/ 8114989 w 13158797"/>
              <a:gd name="connsiteY99" fmla="*/ 2190127 h 9456078"/>
              <a:gd name="connsiteX100" fmla="*/ 8146479 w 13158797"/>
              <a:gd name="connsiteY100" fmla="*/ 2151500 h 9456078"/>
              <a:gd name="connsiteX101" fmla="*/ 8178264 w 13158797"/>
              <a:gd name="connsiteY101" fmla="*/ 2113176 h 9456078"/>
              <a:gd name="connsiteX102" fmla="*/ 8210341 w 13158797"/>
              <a:gd name="connsiteY102" fmla="*/ 2075157 h 9456078"/>
              <a:gd name="connsiteX103" fmla="*/ 8242709 w 13158797"/>
              <a:gd name="connsiteY103" fmla="*/ 2037442 h 9456078"/>
              <a:gd name="connsiteX104" fmla="*/ 8275365 w 13158797"/>
              <a:gd name="connsiteY104" fmla="*/ 2000034 h 9456078"/>
              <a:gd name="connsiteX105" fmla="*/ 8308307 w 13158797"/>
              <a:gd name="connsiteY105" fmla="*/ 1962934 h 9456078"/>
              <a:gd name="connsiteX106" fmla="*/ 8341532 w 13158797"/>
              <a:gd name="connsiteY106" fmla="*/ 1926142 h 9456078"/>
              <a:gd name="connsiteX107" fmla="*/ 8375038 w 13158797"/>
              <a:gd name="connsiteY107" fmla="*/ 1889660 h 9456078"/>
              <a:gd name="connsiteX108" fmla="*/ 8408823 w 13158797"/>
              <a:gd name="connsiteY108" fmla="*/ 1853489 h 9456078"/>
              <a:gd name="connsiteX109" fmla="*/ 8442885 w 13158797"/>
              <a:gd name="connsiteY109" fmla="*/ 1817630 h 9456078"/>
              <a:gd name="connsiteX110" fmla="*/ 8477221 w 13158797"/>
              <a:gd name="connsiteY110" fmla="*/ 1782084 h 9456078"/>
              <a:gd name="connsiteX111" fmla="*/ 8511829 w 13158797"/>
              <a:gd name="connsiteY111" fmla="*/ 1746853 h 9456078"/>
              <a:gd name="connsiteX112" fmla="*/ 8546706 w 13158797"/>
              <a:gd name="connsiteY112" fmla="*/ 1711937 h 9456078"/>
              <a:gd name="connsiteX113" fmla="*/ 8581851 w 13158797"/>
              <a:gd name="connsiteY113" fmla="*/ 1677337 h 9456078"/>
              <a:gd name="connsiteX114" fmla="*/ 8617261 w 13158797"/>
              <a:gd name="connsiteY114" fmla="*/ 1643056 h 9456078"/>
              <a:gd name="connsiteX115" fmla="*/ 8652934 w 13158797"/>
              <a:gd name="connsiteY115" fmla="*/ 1609093 h 9456078"/>
              <a:gd name="connsiteX116" fmla="*/ 8688867 w 13158797"/>
              <a:gd name="connsiteY116" fmla="*/ 1575450 h 9456078"/>
              <a:gd name="connsiteX117" fmla="*/ 8725058 w 13158797"/>
              <a:gd name="connsiteY117" fmla="*/ 1542128 h 9456078"/>
              <a:gd name="connsiteX118" fmla="*/ 8761506 w 13158797"/>
              <a:gd name="connsiteY118" fmla="*/ 1509129 h 9456078"/>
              <a:gd name="connsiteX119" fmla="*/ 8798207 w 13158797"/>
              <a:gd name="connsiteY119" fmla="*/ 1476452 h 9456078"/>
              <a:gd name="connsiteX120" fmla="*/ 8835159 w 13158797"/>
              <a:gd name="connsiteY120" fmla="*/ 1444101 h 9456078"/>
              <a:gd name="connsiteX121" fmla="*/ 8872360 w 13158797"/>
              <a:gd name="connsiteY121" fmla="*/ 1412075 h 9456078"/>
              <a:gd name="connsiteX122" fmla="*/ 8909808 w 13158797"/>
              <a:gd name="connsiteY122" fmla="*/ 1380375 h 9456078"/>
              <a:gd name="connsiteX123" fmla="*/ 8947501 w 13158797"/>
              <a:gd name="connsiteY123" fmla="*/ 1349004 h 9456078"/>
              <a:gd name="connsiteX124" fmla="*/ 8985435 w 13158797"/>
              <a:gd name="connsiteY124" fmla="*/ 1317962 h 9456078"/>
              <a:gd name="connsiteX125" fmla="*/ 9023610 w 13158797"/>
              <a:gd name="connsiteY125" fmla="*/ 1287250 h 9456078"/>
              <a:gd name="connsiteX126" fmla="*/ 9062022 w 13158797"/>
              <a:gd name="connsiteY126" fmla="*/ 1256869 h 9456078"/>
              <a:gd name="connsiteX127" fmla="*/ 9100669 w 13158797"/>
              <a:gd name="connsiteY127" fmla="*/ 1226820 h 9456078"/>
              <a:gd name="connsiteX128" fmla="*/ 9139549 w 13158797"/>
              <a:gd name="connsiteY128" fmla="*/ 1197105 h 9456078"/>
              <a:gd name="connsiteX129" fmla="*/ 9178660 w 13158797"/>
              <a:gd name="connsiteY129" fmla="*/ 1167725 h 9456078"/>
              <a:gd name="connsiteX130" fmla="*/ 9217999 w 13158797"/>
              <a:gd name="connsiteY130" fmla="*/ 1138681 h 9456078"/>
              <a:gd name="connsiteX131" fmla="*/ 9257564 w 13158797"/>
              <a:gd name="connsiteY131" fmla="*/ 1109974 h 9456078"/>
              <a:gd name="connsiteX132" fmla="*/ 9297353 w 13158797"/>
              <a:gd name="connsiteY132" fmla="*/ 1081604 h 9456078"/>
              <a:gd name="connsiteX133" fmla="*/ 9337364 w 13158797"/>
              <a:gd name="connsiteY133" fmla="*/ 1053574 h 9456078"/>
              <a:gd name="connsiteX134" fmla="*/ 9377594 w 13158797"/>
              <a:gd name="connsiteY134" fmla="*/ 1025884 h 9456078"/>
              <a:gd name="connsiteX135" fmla="*/ 9418040 w 13158797"/>
              <a:gd name="connsiteY135" fmla="*/ 998536 h 9456078"/>
              <a:gd name="connsiteX136" fmla="*/ 9458702 w 13158797"/>
              <a:gd name="connsiteY136" fmla="*/ 971530 h 9456078"/>
              <a:gd name="connsiteX137" fmla="*/ 9499575 w 13158797"/>
              <a:gd name="connsiteY137" fmla="*/ 944868 h 9456078"/>
              <a:gd name="connsiteX138" fmla="*/ 9540659 w 13158797"/>
              <a:gd name="connsiteY138" fmla="*/ 918551 h 9456078"/>
              <a:gd name="connsiteX139" fmla="*/ 9581950 w 13158797"/>
              <a:gd name="connsiteY139" fmla="*/ 892580 h 9456078"/>
              <a:gd name="connsiteX140" fmla="*/ 9623447 w 13158797"/>
              <a:gd name="connsiteY140" fmla="*/ 866956 h 9456078"/>
              <a:gd name="connsiteX141" fmla="*/ 9665147 w 13158797"/>
              <a:gd name="connsiteY141" fmla="*/ 841681 h 9456078"/>
              <a:gd name="connsiteX142" fmla="*/ 9707048 w 13158797"/>
              <a:gd name="connsiteY142" fmla="*/ 816754 h 9456078"/>
              <a:gd name="connsiteX143" fmla="*/ 9749147 w 13158797"/>
              <a:gd name="connsiteY143" fmla="*/ 792179 h 9456078"/>
              <a:gd name="connsiteX144" fmla="*/ 9791443 w 13158797"/>
              <a:gd name="connsiteY144" fmla="*/ 767955 h 9456078"/>
              <a:gd name="connsiteX145" fmla="*/ 9833932 w 13158797"/>
              <a:gd name="connsiteY145" fmla="*/ 744083 h 9456078"/>
              <a:gd name="connsiteX146" fmla="*/ 9876613 w 13158797"/>
              <a:gd name="connsiteY146" fmla="*/ 720566 h 9456078"/>
              <a:gd name="connsiteX147" fmla="*/ 9919484 w 13158797"/>
              <a:gd name="connsiteY147" fmla="*/ 697404 h 9456078"/>
              <a:gd name="connsiteX148" fmla="*/ 9962542 w 13158797"/>
              <a:gd name="connsiteY148" fmla="*/ 674598 h 9456078"/>
              <a:gd name="connsiteX149" fmla="*/ 10005784 w 13158797"/>
              <a:gd name="connsiteY149" fmla="*/ 652149 h 9456078"/>
              <a:gd name="connsiteX150" fmla="*/ 10049209 w 13158797"/>
              <a:gd name="connsiteY150" fmla="*/ 630059 h 9456078"/>
              <a:gd name="connsiteX151" fmla="*/ 10092814 w 13158797"/>
              <a:gd name="connsiteY151" fmla="*/ 608328 h 9456078"/>
              <a:gd name="connsiteX152" fmla="*/ 10136597 w 13158797"/>
              <a:gd name="connsiteY152" fmla="*/ 586958 h 9456078"/>
              <a:gd name="connsiteX153" fmla="*/ 10180556 w 13158797"/>
              <a:gd name="connsiteY153" fmla="*/ 565950 h 9456078"/>
              <a:gd name="connsiteX154" fmla="*/ 10224688 w 13158797"/>
              <a:gd name="connsiteY154" fmla="*/ 545304 h 9456078"/>
              <a:gd name="connsiteX155" fmla="*/ 10268991 w 13158797"/>
              <a:gd name="connsiteY155" fmla="*/ 525023 h 9456078"/>
              <a:gd name="connsiteX156" fmla="*/ 10313463 w 13158797"/>
              <a:gd name="connsiteY156" fmla="*/ 505107 h 9456078"/>
              <a:gd name="connsiteX157" fmla="*/ 10358101 w 13158797"/>
              <a:gd name="connsiteY157" fmla="*/ 485558 h 9456078"/>
              <a:gd name="connsiteX158" fmla="*/ 10402903 w 13158797"/>
              <a:gd name="connsiteY158" fmla="*/ 466376 h 9456078"/>
              <a:gd name="connsiteX159" fmla="*/ 10447868 w 13158797"/>
              <a:gd name="connsiteY159" fmla="*/ 447563 h 9456078"/>
              <a:gd name="connsiteX160" fmla="*/ 10492991 w 13158797"/>
              <a:gd name="connsiteY160" fmla="*/ 429119 h 9456078"/>
              <a:gd name="connsiteX161" fmla="*/ 10538272 w 13158797"/>
              <a:gd name="connsiteY161" fmla="*/ 411046 h 9456078"/>
              <a:gd name="connsiteX162" fmla="*/ 10583708 w 13158797"/>
              <a:gd name="connsiteY162" fmla="*/ 393346 h 9456078"/>
              <a:gd name="connsiteX163" fmla="*/ 10629297 w 13158797"/>
              <a:gd name="connsiteY163" fmla="*/ 376018 h 9456078"/>
              <a:gd name="connsiteX164" fmla="*/ 10675036 w 13158797"/>
              <a:gd name="connsiteY164" fmla="*/ 359065 h 9456078"/>
              <a:gd name="connsiteX165" fmla="*/ 10720923 w 13158797"/>
              <a:gd name="connsiteY165" fmla="*/ 342487 h 9456078"/>
              <a:gd name="connsiteX166" fmla="*/ 10766956 w 13158797"/>
              <a:gd name="connsiteY166" fmla="*/ 326286 h 9456078"/>
              <a:gd name="connsiteX167" fmla="*/ 10813132 w 13158797"/>
              <a:gd name="connsiteY167" fmla="*/ 310462 h 9456078"/>
              <a:gd name="connsiteX168" fmla="*/ 10859450 w 13158797"/>
              <a:gd name="connsiteY168" fmla="*/ 295018 h 9456078"/>
              <a:gd name="connsiteX169" fmla="*/ 10905907 w 13158797"/>
              <a:gd name="connsiteY169" fmla="*/ 279953 h 9456078"/>
              <a:gd name="connsiteX170" fmla="*/ 10952500 w 13158797"/>
              <a:gd name="connsiteY170" fmla="*/ 265269 h 9456078"/>
              <a:gd name="connsiteX171" fmla="*/ 10999227 w 13158797"/>
              <a:gd name="connsiteY171" fmla="*/ 250968 h 9456078"/>
              <a:gd name="connsiteX172" fmla="*/ 11046087 w 13158797"/>
              <a:gd name="connsiteY172" fmla="*/ 237049 h 9456078"/>
              <a:gd name="connsiteX173" fmla="*/ 11093076 w 13158797"/>
              <a:gd name="connsiteY173" fmla="*/ 223516 h 9456078"/>
              <a:gd name="connsiteX174" fmla="*/ 11140193 w 13158797"/>
              <a:gd name="connsiteY174" fmla="*/ 210368 h 9456078"/>
              <a:gd name="connsiteX175" fmla="*/ 11187434 w 13158797"/>
              <a:gd name="connsiteY175" fmla="*/ 197606 h 9456078"/>
              <a:gd name="connsiteX176" fmla="*/ 11234799 w 13158797"/>
              <a:gd name="connsiteY176" fmla="*/ 185233 h 9456078"/>
              <a:gd name="connsiteX177" fmla="*/ 11282284 w 13158797"/>
              <a:gd name="connsiteY177" fmla="*/ 173248 h 9456078"/>
              <a:gd name="connsiteX178" fmla="*/ 11329888 w 13158797"/>
              <a:gd name="connsiteY178" fmla="*/ 161654 h 9456078"/>
              <a:gd name="connsiteX179" fmla="*/ 11377607 w 13158797"/>
              <a:gd name="connsiteY179" fmla="*/ 150451 h 9456078"/>
              <a:gd name="connsiteX180" fmla="*/ 11425440 w 13158797"/>
              <a:gd name="connsiteY180" fmla="*/ 139640 h 9456078"/>
              <a:gd name="connsiteX181" fmla="*/ 11473385 w 13158797"/>
              <a:gd name="connsiteY181" fmla="*/ 129223 h 9456078"/>
              <a:gd name="connsiteX182" fmla="*/ 11521439 w 13158797"/>
              <a:gd name="connsiteY182" fmla="*/ 119201 h 9456078"/>
              <a:gd name="connsiteX183" fmla="*/ 11569599 w 13158797"/>
              <a:gd name="connsiteY183" fmla="*/ 109574 h 9456078"/>
              <a:gd name="connsiteX184" fmla="*/ 11617864 w 13158797"/>
              <a:gd name="connsiteY184" fmla="*/ 100344 h 9456078"/>
              <a:gd name="connsiteX185" fmla="*/ 11666231 w 13158797"/>
              <a:gd name="connsiteY185" fmla="*/ 91512 h 9456078"/>
              <a:gd name="connsiteX186" fmla="*/ 11714698 w 13158797"/>
              <a:gd name="connsiteY186" fmla="*/ 83080 h 9456078"/>
              <a:gd name="connsiteX187" fmla="*/ 11763263 w 13158797"/>
              <a:gd name="connsiteY187" fmla="*/ 75047 h 9456078"/>
              <a:gd name="connsiteX188" fmla="*/ 11811923 w 13158797"/>
              <a:gd name="connsiteY188" fmla="*/ 67417 h 9456078"/>
              <a:gd name="connsiteX189" fmla="*/ 11860676 w 13158797"/>
              <a:gd name="connsiteY189" fmla="*/ 60188 h 9456078"/>
              <a:gd name="connsiteX190" fmla="*/ 11909519 w 13158797"/>
              <a:gd name="connsiteY190" fmla="*/ 53364 h 9456078"/>
              <a:gd name="connsiteX191" fmla="*/ 11958451 w 13158797"/>
              <a:gd name="connsiteY191" fmla="*/ 46944 h 9456078"/>
              <a:gd name="connsiteX192" fmla="*/ 12007470 w 13158797"/>
              <a:gd name="connsiteY192" fmla="*/ 40931 h 9456078"/>
              <a:gd name="connsiteX193" fmla="*/ 12056572 w 13158797"/>
              <a:gd name="connsiteY193" fmla="*/ 35324 h 9456078"/>
              <a:gd name="connsiteX194" fmla="*/ 12105756 w 13158797"/>
              <a:gd name="connsiteY194" fmla="*/ 30126 h 9456078"/>
              <a:gd name="connsiteX195" fmla="*/ 12155019 w 13158797"/>
              <a:gd name="connsiteY195" fmla="*/ 25337 h 9456078"/>
              <a:gd name="connsiteX196" fmla="*/ 12204359 w 13158797"/>
              <a:gd name="connsiteY196" fmla="*/ 20958 h 9456078"/>
              <a:gd name="connsiteX197" fmla="*/ 12253773 w 13158797"/>
              <a:gd name="connsiteY197" fmla="*/ 16991 h 9456078"/>
              <a:gd name="connsiteX198" fmla="*/ 12303260 w 13158797"/>
              <a:gd name="connsiteY198" fmla="*/ 13437 h 9456078"/>
              <a:gd name="connsiteX199" fmla="*/ 12352818 w 13158797"/>
              <a:gd name="connsiteY199" fmla="*/ 10297 h 9456078"/>
              <a:gd name="connsiteX200" fmla="*/ 12402443 w 13158797"/>
              <a:gd name="connsiteY200" fmla="*/ 7572 h 9456078"/>
              <a:gd name="connsiteX201" fmla="*/ 12452133 w 13158797"/>
              <a:gd name="connsiteY201" fmla="*/ 5263 h 9456078"/>
              <a:gd name="connsiteX202" fmla="*/ 12501887 w 13158797"/>
              <a:gd name="connsiteY202" fmla="*/ 3371 h 9456078"/>
              <a:gd name="connsiteX203" fmla="*/ 12551701 w 13158797"/>
              <a:gd name="connsiteY203" fmla="*/ 1898 h 9456078"/>
              <a:gd name="connsiteX204" fmla="*/ 12601574 w 13158797"/>
              <a:gd name="connsiteY204" fmla="*/ 844 h 9456078"/>
              <a:gd name="connsiteX205" fmla="*/ 12651504 w 13158797"/>
              <a:gd name="connsiteY205" fmla="*/ 211 h 9456078"/>
              <a:gd name="connsiteX206" fmla="*/ 12701487 w 13158797"/>
              <a:gd name="connsiteY206" fmla="*/ 0 h 9456078"/>
              <a:gd name="connsiteX207" fmla="*/ 13158798 w 13158797"/>
              <a:gd name="connsiteY207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98870 w 13158799"/>
              <a:gd name="connsiteY5" fmla="*/ 9447409 h 9456078"/>
              <a:gd name="connsiteX6" fmla="*/ 348429 w 13158799"/>
              <a:gd name="connsiteY6" fmla="*/ 9444290 h 9456078"/>
              <a:gd name="connsiteX7" fmla="*/ 397907 w 13158799"/>
              <a:gd name="connsiteY7" fmla="*/ 9440698 h 9456078"/>
              <a:gd name="connsiteX8" fmla="*/ 447302 w 13158799"/>
              <a:gd name="connsiteY8" fmla="*/ 9436632 h 9456078"/>
              <a:gd name="connsiteX9" fmla="*/ 496610 w 13158799"/>
              <a:gd name="connsiteY9" fmla="*/ 9432096 h 9456078"/>
              <a:gd name="connsiteX10" fmla="*/ 545829 w 13158799"/>
              <a:gd name="connsiteY10" fmla="*/ 9427089 h 9456078"/>
              <a:gd name="connsiteX11" fmla="*/ 594956 w 13158799"/>
              <a:gd name="connsiteY11" fmla="*/ 9421615 h 9456078"/>
              <a:gd name="connsiteX12" fmla="*/ 643987 w 13158799"/>
              <a:gd name="connsiteY12" fmla="*/ 9415673 h 9456078"/>
              <a:gd name="connsiteX13" fmla="*/ 692920 w 13158799"/>
              <a:gd name="connsiteY13" fmla="*/ 9409267 h 9456078"/>
              <a:gd name="connsiteX14" fmla="*/ 741751 w 13158799"/>
              <a:gd name="connsiteY14" fmla="*/ 9402396 h 9456078"/>
              <a:gd name="connsiteX15" fmla="*/ 790478 w 13158799"/>
              <a:gd name="connsiteY15" fmla="*/ 9395063 h 9456078"/>
              <a:gd name="connsiteX16" fmla="*/ 839098 w 13158799"/>
              <a:gd name="connsiteY16" fmla="*/ 9387270 h 9456078"/>
              <a:gd name="connsiteX17" fmla="*/ 887607 w 13158799"/>
              <a:gd name="connsiteY17" fmla="*/ 9379017 h 9456078"/>
              <a:gd name="connsiteX18" fmla="*/ 936002 w 13158799"/>
              <a:gd name="connsiteY18" fmla="*/ 9370306 h 9456078"/>
              <a:gd name="connsiteX19" fmla="*/ 984281 w 13158799"/>
              <a:gd name="connsiteY19" fmla="*/ 9361139 h 9456078"/>
              <a:gd name="connsiteX20" fmla="*/ 1032440 w 13158799"/>
              <a:gd name="connsiteY20" fmla="*/ 9351517 h 9456078"/>
              <a:gd name="connsiteX21" fmla="*/ 1080477 w 13158799"/>
              <a:gd name="connsiteY21" fmla="*/ 9341441 h 9456078"/>
              <a:gd name="connsiteX22" fmla="*/ 1176172 w 13158799"/>
              <a:gd name="connsiteY22" fmla="*/ 9319936 h 9456078"/>
              <a:gd name="connsiteX23" fmla="*/ 1223823 w 13158799"/>
              <a:gd name="connsiteY23" fmla="*/ 9308509 h 9456078"/>
              <a:gd name="connsiteX24" fmla="*/ 1271339 w 13158799"/>
              <a:gd name="connsiteY24" fmla="*/ 9296635 h 9456078"/>
              <a:gd name="connsiteX25" fmla="*/ 1318719 w 13158799"/>
              <a:gd name="connsiteY25" fmla="*/ 9284315 h 9456078"/>
              <a:gd name="connsiteX26" fmla="*/ 1365957 w 13158799"/>
              <a:gd name="connsiteY26" fmla="*/ 9271550 h 9456078"/>
              <a:gd name="connsiteX27" fmla="*/ 1413052 w 13158799"/>
              <a:gd name="connsiteY27" fmla="*/ 9258342 h 9456078"/>
              <a:gd name="connsiteX28" fmla="*/ 1460000 w 13158799"/>
              <a:gd name="connsiteY28" fmla="*/ 9244693 h 9456078"/>
              <a:gd name="connsiteX29" fmla="*/ 1506799 w 13158799"/>
              <a:gd name="connsiteY29" fmla="*/ 9230604 h 9456078"/>
              <a:gd name="connsiteX30" fmla="*/ 1553445 w 13158799"/>
              <a:gd name="connsiteY30" fmla="*/ 9216076 h 9456078"/>
              <a:gd name="connsiteX31" fmla="*/ 1599935 w 13158799"/>
              <a:gd name="connsiteY31" fmla="*/ 9201111 h 9456078"/>
              <a:gd name="connsiteX32" fmla="*/ 1646267 w 13158799"/>
              <a:gd name="connsiteY32" fmla="*/ 9185710 h 9456078"/>
              <a:gd name="connsiteX33" fmla="*/ 1692437 w 13158799"/>
              <a:gd name="connsiteY33" fmla="*/ 9169876 h 9456078"/>
              <a:gd name="connsiteX34" fmla="*/ 1738442 w 13158799"/>
              <a:gd name="connsiteY34" fmla="*/ 9153608 h 9456078"/>
              <a:gd name="connsiteX35" fmla="*/ 1784280 w 13158799"/>
              <a:gd name="connsiteY35" fmla="*/ 9136910 h 9456078"/>
              <a:gd name="connsiteX36" fmla="*/ 1829947 w 13158799"/>
              <a:gd name="connsiteY36" fmla="*/ 9119782 h 9456078"/>
              <a:gd name="connsiteX37" fmla="*/ 1875440 w 13158799"/>
              <a:gd name="connsiteY37" fmla="*/ 9102226 h 9456078"/>
              <a:gd name="connsiteX38" fmla="*/ 1920756 w 13158799"/>
              <a:gd name="connsiteY38" fmla="*/ 9084243 h 9456078"/>
              <a:gd name="connsiteX39" fmla="*/ 1965893 w 13158799"/>
              <a:gd name="connsiteY39" fmla="*/ 9065835 h 9456078"/>
              <a:gd name="connsiteX40" fmla="*/ 2010847 w 13158799"/>
              <a:gd name="connsiteY40" fmla="*/ 9047004 h 9456078"/>
              <a:gd name="connsiteX41" fmla="*/ 2055615 w 13158799"/>
              <a:gd name="connsiteY41" fmla="*/ 9027750 h 9456078"/>
              <a:gd name="connsiteX42" fmla="*/ 2100195 w 13158799"/>
              <a:gd name="connsiteY42" fmla="*/ 9008075 h 9456078"/>
              <a:gd name="connsiteX43" fmla="*/ 2144582 w 13158799"/>
              <a:gd name="connsiteY43" fmla="*/ 8987981 h 9456078"/>
              <a:gd name="connsiteX44" fmla="*/ 2188775 w 13158799"/>
              <a:gd name="connsiteY44" fmla="*/ 8967470 h 9456078"/>
              <a:gd name="connsiteX45" fmla="*/ 2232770 w 13158799"/>
              <a:gd name="connsiteY45" fmla="*/ 8946542 h 9456078"/>
              <a:gd name="connsiteX46" fmla="*/ 2276564 w 13158799"/>
              <a:gd name="connsiteY46" fmla="*/ 8925199 h 9456078"/>
              <a:gd name="connsiteX47" fmla="*/ 2320154 w 13158799"/>
              <a:gd name="connsiteY47" fmla="*/ 8903443 h 9456078"/>
              <a:gd name="connsiteX48" fmla="*/ 2363538 w 13158799"/>
              <a:gd name="connsiteY48" fmla="*/ 8881275 h 9456078"/>
              <a:gd name="connsiteX49" fmla="*/ 2406711 w 13158799"/>
              <a:gd name="connsiteY49" fmla="*/ 8858697 h 9456078"/>
              <a:gd name="connsiteX50" fmla="*/ 2449672 w 13158799"/>
              <a:gd name="connsiteY50" fmla="*/ 8835710 h 9456078"/>
              <a:gd name="connsiteX51" fmla="*/ 2492417 w 13158799"/>
              <a:gd name="connsiteY51" fmla="*/ 8812316 h 9456078"/>
              <a:gd name="connsiteX52" fmla="*/ 2534943 w 13158799"/>
              <a:gd name="connsiteY52" fmla="*/ 8788516 h 9456078"/>
              <a:gd name="connsiteX53" fmla="*/ 2577247 w 13158799"/>
              <a:gd name="connsiteY53" fmla="*/ 8764311 h 9456078"/>
              <a:gd name="connsiteX54" fmla="*/ 2619326 w 13158799"/>
              <a:gd name="connsiteY54" fmla="*/ 8739704 h 9456078"/>
              <a:gd name="connsiteX55" fmla="*/ 2661177 w 13158799"/>
              <a:gd name="connsiteY55" fmla="*/ 8714695 h 9456078"/>
              <a:gd name="connsiteX56" fmla="*/ 2702797 w 13158799"/>
              <a:gd name="connsiteY56" fmla="*/ 8689286 h 9456078"/>
              <a:gd name="connsiteX57" fmla="*/ 2744183 w 13158799"/>
              <a:gd name="connsiteY57" fmla="*/ 8663479 h 9456078"/>
              <a:gd name="connsiteX58" fmla="*/ 2785333 w 13158799"/>
              <a:gd name="connsiteY58" fmla="*/ 8637274 h 9456078"/>
              <a:gd name="connsiteX59" fmla="*/ 2826242 w 13158799"/>
              <a:gd name="connsiteY59" fmla="*/ 8610675 h 9456078"/>
              <a:gd name="connsiteX60" fmla="*/ 2866908 w 13158799"/>
              <a:gd name="connsiteY60" fmla="*/ 8583681 h 9456078"/>
              <a:gd name="connsiteX61" fmla="*/ 2907329 w 13158799"/>
              <a:gd name="connsiteY61" fmla="*/ 8556295 h 9456078"/>
              <a:gd name="connsiteX62" fmla="*/ 2947500 w 13158799"/>
              <a:gd name="connsiteY62" fmla="*/ 8528517 h 9456078"/>
              <a:gd name="connsiteX63" fmla="*/ 2987419 w 13158799"/>
              <a:gd name="connsiteY63" fmla="*/ 8500351 h 9456078"/>
              <a:gd name="connsiteX64" fmla="*/ 3027083 w 13158799"/>
              <a:gd name="connsiteY64" fmla="*/ 8471796 h 9456078"/>
              <a:gd name="connsiteX65" fmla="*/ 3066489 w 13158799"/>
              <a:gd name="connsiteY65" fmla="*/ 8442854 h 9456078"/>
              <a:gd name="connsiteX66" fmla="*/ 3105634 w 13158799"/>
              <a:gd name="connsiteY66" fmla="*/ 8413528 h 9456078"/>
              <a:gd name="connsiteX67" fmla="*/ 3144515 w 13158799"/>
              <a:gd name="connsiteY67" fmla="*/ 8383818 h 9456078"/>
              <a:gd name="connsiteX68" fmla="*/ 3183129 w 13158799"/>
              <a:gd name="connsiteY68" fmla="*/ 8353726 h 9456078"/>
              <a:gd name="connsiteX69" fmla="*/ 3221473 w 13158799"/>
              <a:gd name="connsiteY69" fmla="*/ 8323253 h 9456078"/>
              <a:gd name="connsiteX70" fmla="*/ 3259544 w 13158799"/>
              <a:gd name="connsiteY70" fmla="*/ 8292401 h 9456078"/>
              <a:gd name="connsiteX71" fmla="*/ 3297339 w 13158799"/>
              <a:gd name="connsiteY71" fmla="*/ 8261172 h 9456078"/>
              <a:gd name="connsiteX72" fmla="*/ 3334854 w 13158799"/>
              <a:gd name="connsiteY72" fmla="*/ 8229566 h 9456078"/>
              <a:gd name="connsiteX73" fmla="*/ 3372087 w 13158799"/>
              <a:gd name="connsiteY73" fmla="*/ 8197585 h 9456078"/>
              <a:gd name="connsiteX74" fmla="*/ 3409035 w 13158799"/>
              <a:gd name="connsiteY74" fmla="*/ 8165232 h 9456078"/>
              <a:gd name="connsiteX75" fmla="*/ 3445695 w 13158799"/>
              <a:gd name="connsiteY75" fmla="*/ 8132507 h 9456078"/>
              <a:gd name="connsiteX76" fmla="*/ 3482064 w 13158799"/>
              <a:gd name="connsiteY76" fmla="*/ 8099411 h 9456078"/>
              <a:gd name="connsiteX77" fmla="*/ 3518139 w 13158799"/>
              <a:gd name="connsiteY77" fmla="*/ 8065947 h 9456078"/>
              <a:gd name="connsiteX78" fmla="*/ 3553916 w 13158799"/>
              <a:gd name="connsiteY78" fmla="*/ 8032115 h 9456078"/>
              <a:gd name="connsiteX79" fmla="*/ 3589393 w 13158799"/>
              <a:gd name="connsiteY79" fmla="*/ 7997918 h 9456078"/>
              <a:gd name="connsiteX80" fmla="*/ 3624567 w 13158799"/>
              <a:gd name="connsiteY80" fmla="*/ 7963356 h 9456078"/>
              <a:gd name="connsiteX81" fmla="*/ 3659435 w 13158799"/>
              <a:gd name="connsiteY81" fmla="*/ 7928432 h 9456078"/>
              <a:gd name="connsiteX82" fmla="*/ 3693994 w 13158799"/>
              <a:gd name="connsiteY82" fmla="*/ 7893146 h 9456078"/>
              <a:gd name="connsiteX83" fmla="*/ 3728240 w 13158799"/>
              <a:gd name="connsiteY83" fmla="*/ 7857501 h 9456078"/>
              <a:gd name="connsiteX84" fmla="*/ 3762171 w 13158799"/>
              <a:gd name="connsiteY84" fmla="*/ 7821497 h 9456078"/>
              <a:gd name="connsiteX85" fmla="*/ 3795783 w 13158799"/>
              <a:gd name="connsiteY85" fmla="*/ 7785136 h 9456078"/>
              <a:gd name="connsiteX86" fmla="*/ 3829075 w 13158799"/>
              <a:gd name="connsiteY86" fmla="*/ 7748420 h 9456078"/>
              <a:gd name="connsiteX87" fmla="*/ 3862042 w 13158799"/>
              <a:gd name="connsiteY87" fmla="*/ 7711350 h 9456078"/>
              <a:gd name="connsiteX88" fmla="*/ 3894682 w 13158799"/>
              <a:gd name="connsiteY88" fmla="*/ 7673928 h 9456078"/>
              <a:gd name="connsiteX89" fmla="*/ 3926991 w 13158799"/>
              <a:gd name="connsiteY89" fmla="*/ 7636155 h 9456078"/>
              <a:gd name="connsiteX90" fmla="*/ 3958967 w 13158799"/>
              <a:gd name="connsiteY90" fmla="*/ 7598032 h 9456078"/>
              <a:gd name="connsiteX91" fmla="*/ 3990607 w 13158799"/>
              <a:gd name="connsiteY91" fmla="*/ 7559561 h 9456078"/>
              <a:gd name="connsiteX92" fmla="*/ 4021907 w 13158799"/>
              <a:gd name="connsiteY92" fmla="*/ 7520744 h 9456078"/>
              <a:gd name="connsiteX93" fmla="*/ 4052865 w 13158799"/>
              <a:gd name="connsiteY93" fmla="*/ 7481582 h 9456078"/>
              <a:gd name="connsiteX94" fmla="*/ 4083478 w 13158799"/>
              <a:gd name="connsiteY94" fmla="*/ 7442077 h 9456078"/>
              <a:gd name="connsiteX95" fmla="*/ 8022311 w 13158799"/>
              <a:gd name="connsiteY95" fmla="*/ 2307814 h 9456078"/>
              <a:gd name="connsiteX96" fmla="*/ 8052902 w 13158799"/>
              <a:gd name="connsiteY96" fmla="*/ 2268285 h 9456078"/>
              <a:gd name="connsiteX97" fmla="*/ 8083796 w 13158799"/>
              <a:gd name="connsiteY97" fmla="*/ 2229056 h 9456078"/>
              <a:gd name="connsiteX98" fmla="*/ 8114989 w 13158799"/>
              <a:gd name="connsiteY98" fmla="*/ 2190127 h 9456078"/>
              <a:gd name="connsiteX99" fmla="*/ 8146479 w 13158799"/>
              <a:gd name="connsiteY99" fmla="*/ 2151500 h 9456078"/>
              <a:gd name="connsiteX100" fmla="*/ 8178264 w 13158799"/>
              <a:gd name="connsiteY100" fmla="*/ 2113176 h 9456078"/>
              <a:gd name="connsiteX101" fmla="*/ 8210341 w 13158799"/>
              <a:gd name="connsiteY101" fmla="*/ 2075157 h 9456078"/>
              <a:gd name="connsiteX102" fmla="*/ 8242709 w 13158799"/>
              <a:gd name="connsiteY102" fmla="*/ 2037442 h 9456078"/>
              <a:gd name="connsiteX103" fmla="*/ 8275365 w 13158799"/>
              <a:gd name="connsiteY103" fmla="*/ 2000034 h 9456078"/>
              <a:gd name="connsiteX104" fmla="*/ 8308307 w 13158799"/>
              <a:gd name="connsiteY104" fmla="*/ 1962934 h 9456078"/>
              <a:gd name="connsiteX105" fmla="*/ 8341532 w 13158799"/>
              <a:gd name="connsiteY105" fmla="*/ 1926142 h 9456078"/>
              <a:gd name="connsiteX106" fmla="*/ 8375038 w 13158799"/>
              <a:gd name="connsiteY106" fmla="*/ 1889660 h 9456078"/>
              <a:gd name="connsiteX107" fmla="*/ 8408823 w 13158799"/>
              <a:gd name="connsiteY107" fmla="*/ 1853489 h 9456078"/>
              <a:gd name="connsiteX108" fmla="*/ 8442885 w 13158799"/>
              <a:gd name="connsiteY108" fmla="*/ 1817630 h 9456078"/>
              <a:gd name="connsiteX109" fmla="*/ 8477221 w 13158799"/>
              <a:gd name="connsiteY109" fmla="*/ 1782084 h 9456078"/>
              <a:gd name="connsiteX110" fmla="*/ 8511829 w 13158799"/>
              <a:gd name="connsiteY110" fmla="*/ 1746853 h 9456078"/>
              <a:gd name="connsiteX111" fmla="*/ 8546706 w 13158799"/>
              <a:gd name="connsiteY111" fmla="*/ 1711937 h 9456078"/>
              <a:gd name="connsiteX112" fmla="*/ 8581851 w 13158799"/>
              <a:gd name="connsiteY112" fmla="*/ 1677337 h 9456078"/>
              <a:gd name="connsiteX113" fmla="*/ 8617261 w 13158799"/>
              <a:gd name="connsiteY113" fmla="*/ 1643056 h 9456078"/>
              <a:gd name="connsiteX114" fmla="*/ 8652934 w 13158799"/>
              <a:gd name="connsiteY114" fmla="*/ 1609093 h 9456078"/>
              <a:gd name="connsiteX115" fmla="*/ 8688867 w 13158799"/>
              <a:gd name="connsiteY115" fmla="*/ 1575450 h 9456078"/>
              <a:gd name="connsiteX116" fmla="*/ 8725058 w 13158799"/>
              <a:gd name="connsiteY116" fmla="*/ 1542128 h 9456078"/>
              <a:gd name="connsiteX117" fmla="*/ 8761506 w 13158799"/>
              <a:gd name="connsiteY117" fmla="*/ 1509129 h 9456078"/>
              <a:gd name="connsiteX118" fmla="*/ 8798207 w 13158799"/>
              <a:gd name="connsiteY118" fmla="*/ 1476452 h 9456078"/>
              <a:gd name="connsiteX119" fmla="*/ 8835159 w 13158799"/>
              <a:gd name="connsiteY119" fmla="*/ 1444101 h 9456078"/>
              <a:gd name="connsiteX120" fmla="*/ 8872360 w 13158799"/>
              <a:gd name="connsiteY120" fmla="*/ 1412075 h 9456078"/>
              <a:gd name="connsiteX121" fmla="*/ 8909808 w 13158799"/>
              <a:gd name="connsiteY121" fmla="*/ 1380375 h 9456078"/>
              <a:gd name="connsiteX122" fmla="*/ 8947501 w 13158799"/>
              <a:gd name="connsiteY122" fmla="*/ 1349004 h 9456078"/>
              <a:gd name="connsiteX123" fmla="*/ 8985435 w 13158799"/>
              <a:gd name="connsiteY123" fmla="*/ 1317962 h 9456078"/>
              <a:gd name="connsiteX124" fmla="*/ 9023610 w 13158799"/>
              <a:gd name="connsiteY124" fmla="*/ 1287250 h 9456078"/>
              <a:gd name="connsiteX125" fmla="*/ 9062022 w 13158799"/>
              <a:gd name="connsiteY125" fmla="*/ 1256869 h 9456078"/>
              <a:gd name="connsiteX126" fmla="*/ 9100669 w 13158799"/>
              <a:gd name="connsiteY126" fmla="*/ 1226820 h 9456078"/>
              <a:gd name="connsiteX127" fmla="*/ 9139549 w 13158799"/>
              <a:gd name="connsiteY127" fmla="*/ 1197105 h 9456078"/>
              <a:gd name="connsiteX128" fmla="*/ 9178660 w 13158799"/>
              <a:gd name="connsiteY128" fmla="*/ 1167725 h 9456078"/>
              <a:gd name="connsiteX129" fmla="*/ 9217999 w 13158799"/>
              <a:gd name="connsiteY129" fmla="*/ 1138681 h 9456078"/>
              <a:gd name="connsiteX130" fmla="*/ 9257564 w 13158799"/>
              <a:gd name="connsiteY130" fmla="*/ 1109974 h 9456078"/>
              <a:gd name="connsiteX131" fmla="*/ 9297353 w 13158799"/>
              <a:gd name="connsiteY131" fmla="*/ 1081604 h 9456078"/>
              <a:gd name="connsiteX132" fmla="*/ 9337364 w 13158799"/>
              <a:gd name="connsiteY132" fmla="*/ 1053574 h 9456078"/>
              <a:gd name="connsiteX133" fmla="*/ 9377594 w 13158799"/>
              <a:gd name="connsiteY133" fmla="*/ 1025884 h 9456078"/>
              <a:gd name="connsiteX134" fmla="*/ 9418040 w 13158799"/>
              <a:gd name="connsiteY134" fmla="*/ 998536 h 9456078"/>
              <a:gd name="connsiteX135" fmla="*/ 9458702 w 13158799"/>
              <a:gd name="connsiteY135" fmla="*/ 971530 h 9456078"/>
              <a:gd name="connsiteX136" fmla="*/ 9499575 w 13158799"/>
              <a:gd name="connsiteY136" fmla="*/ 944868 h 9456078"/>
              <a:gd name="connsiteX137" fmla="*/ 9540659 w 13158799"/>
              <a:gd name="connsiteY137" fmla="*/ 918551 h 9456078"/>
              <a:gd name="connsiteX138" fmla="*/ 9581950 w 13158799"/>
              <a:gd name="connsiteY138" fmla="*/ 892580 h 9456078"/>
              <a:gd name="connsiteX139" fmla="*/ 9623447 w 13158799"/>
              <a:gd name="connsiteY139" fmla="*/ 866956 h 9456078"/>
              <a:gd name="connsiteX140" fmla="*/ 9665147 w 13158799"/>
              <a:gd name="connsiteY140" fmla="*/ 841681 h 9456078"/>
              <a:gd name="connsiteX141" fmla="*/ 9707048 w 13158799"/>
              <a:gd name="connsiteY141" fmla="*/ 816754 h 9456078"/>
              <a:gd name="connsiteX142" fmla="*/ 9749147 w 13158799"/>
              <a:gd name="connsiteY142" fmla="*/ 792179 h 9456078"/>
              <a:gd name="connsiteX143" fmla="*/ 9791443 w 13158799"/>
              <a:gd name="connsiteY143" fmla="*/ 767955 h 9456078"/>
              <a:gd name="connsiteX144" fmla="*/ 9833932 w 13158799"/>
              <a:gd name="connsiteY144" fmla="*/ 744083 h 9456078"/>
              <a:gd name="connsiteX145" fmla="*/ 9876613 w 13158799"/>
              <a:gd name="connsiteY145" fmla="*/ 720566 h 9456078"/>
              <a:gd name="connsiteX146" fmla="*/ 9919484 w 13158799"/>
              <a:gd name="connsiteY146" fmla="*/ 697404 h 9456078"/>
              <a:gd name="connsiteX147" fmla="*/ 9962542 w 13158799"/>
              <a:gd name="connsiteY147" fmla="*/ 674598 h 9456078"/>
              <a:gd name="connsiteX148" fmla="*/ 10005784 w 13158799"/>
              <a:gd name="connsiteY148" fmla="*/ 652149 h 9456078"/>
              <a:gd name="connsiteX149" fmla="*/ 10049209 w 13158799"/>
              <a:gd name="connsiteY149" fmla="*/ 630059 h 9456078"/>
              <a:gd name="connsiteX150" fmla="*/ 10092814 w 13158799"/>
              <a:gd name="connsiteY150" fmla="*/ 608328 h 9456078"/>
              <a:gd name="connsiteX151" fmla="*/ 10136597 w 13158799"/>
              <a:gd name="connsiteY151" fmla="*/ 586958 h 9456078"/>
              <a:gd name="connsiteX152" fmla="*/ 10180556 w 13158799"/>
              <a:gd name="connsiteY152" fmla="*/ 565950 h 9456078"/>
              <a:gd name="connsiteX153" fmla="*/ 10224688 w 13158799"/>
              <a:gd name="connsiteY153" fmla="*/ 545304 h 9456078"/>
              <a:gd name="connsiteX154" fmla="*/ 10268991 w 13158799"/>
              <a:gd name="connsiteY154" fmla="*/ 525023 h 9456078"/>
              <a:gd name="connsiteX155" fmla="*/ 10313463 w 13158799"/>
              <a:gd name="connsiteY155" fmla="*/ 505107 h 9456078"/>
              <a:gd name="connsiteX156" fmla="*/ 10358101 w 13158799"/>
              <a:gd name="connsiteY156" fmla="*/ 485558 h 9456078"/>
              <a:gd name="connsiteX157" fmla="*/ 10402903 w 13158799"/>
              <a:gd name="connsiteY157" fmla="*/ 466376 h 9456078"/>
              <a:gd name="connsiteX158" fmla="*/ 10447868 w 13158799"/>
              <a:gd name="connsiteY158" fmla="*/ 447563 h 9456078"/>
              <a:gd name="connsiteX159" fmla="*/ 10492991 w 13158799"/>
              <a:gd name="connsiteY159" fmla="*/ 429119 h 9456078"/>
              <a:gd name="connsiteX160" fmla="*/ 10538272 w 13158799"/>
              <a:gd name="connsiteY160" fmla="*/ 411046 h 9456078"/>
              <a:gd name="connsiteX161" fmla="*/ 10583708 w 13158799"/>
              <a:gd name="connsiteY161" fmla="*/ 393346 h 9456078"/>
              <a:gd name="connsiteX162" fmla="*/ 10629297 w 13158799"/>
              <a:gd name="connsiteY162" fmla="*/ 376018 h 9456078"/>
              <a:gd name="connsiteX163" fmla="*/ 10675036 w 13158799"/>
              <a:gd name="connsiteY163" fmla="*/ 359065 h 9456078"/>
              <a:gd name="connsiteX164" fmla="*/ 10720923 w 13158799"/>
              <a:gd name="connsiteY164" fmla="*/ 342487 h 9456078"/>
              <a:gd name="connsiteX165" fmla="*/ 10766956 w 13158799"/>
              <a:gd name="connsiteY165" fmla="*/ 326286 h 9456078"/>
              <a:gd name="connsiteX166" fmla="*/ 10813132 w 13158799"/>
              <a:gd name="connsiteY166" fmla="*/ 310462 h 9456078"/>
              <a:gd name="connsiteX167" fmla="*/ 10859450 w 13158799"/>
              <a:gd name="connsiteY167" fmla="*/ 295018 h 9456078"/>
              <a:gd name="connsiteX168" fmla="*/ 10905907 w 13158799"/>
              <a:gd name="connsiteY168" fmla="*/ 279953 h 9456078"/>
              <a:gd name="connsiteX169" fmla="*/ 10952500 w 13158799"/>
              <a:gd name="connsiteY169" fmla="*/ 265269 h 9456078"/>
              <a:gd name="connsiteX170" fmla="*/ 10999227 w 13158799"/>
              <a:gd name="connsiteY170" fmla="*/ 250968 h 9456078"/>
              <a:gd name="connsiteX171" fmla="*/ 11046087 w 13158799"/>
              <a:gd name="connsiteY171" fmla="*/ 237049 h 9456078"/>
              <a:gd name="connsiteX172" fmla="*/ 11093076 w 13158799"/>
              <a:gd name="connsiteY172" fmla="*/ 223516 h 9456078"/>
              <a:gd name="connsiteX173" fmla="*/ 11140193 w 13158799"/>
              <a:gd name="connsiteY173" fmla="*/ 210368 h 9456078"/>
              <a:gd name="connsiteX174" fmla="*/ 11187434 w 13158799"/>
              <a:gd name="connsiteY174" fmla="*/ 197606 h 9456078"/>
              <a:gd name="connsiteX175" fmla="*/ 11234799 w 13158799"/>
              <a:gd name="connsiteY175" fmla="*/ 185233 h 9456078"/>
              <a:gd name="connsiteX176" fmla="*/ 11282284 w 13158799"/>
              <a:gd name="connsiteY176" fmla="*/ 173248 h 9456078"/>
              <a:gd name="connsiteX177" fmla="*/ 11329888 w 13158799"/>
              <a:gd name="connsiteY177" fmla="*/ 161654 h 9456078"/>
              <a:gd name="connsiteX178" fmla="*/ 11377607 w 13158799"/>
              <a:gd name="connsiteY178" fmla="*/ 150451 h 9456078"/>
              <a:gd name="connsiteX179" fmla="*/ 11425440 w 13158799"/>
              <a:gd name="connsiteY179" fmla="*/ 139640 h 9456078"/>
              <a:gd name="connsiteX180" fmla="*/ 11473385 w 13158799"/>
              <a:gd name="connsiteY180" fmla="*/ 129223 h 9456078"/>
              <a:gd name="connsiteX181" fmla="*/ 11521439 w 13158799"/>
              <a:gd name="connsiteY181" fmla="*/ 119201 h 9456078"/>
              <a:gd name="connsiteX182" fmla="*/ 11569599 w 13158799"/>
              <a:gd name="connsiteY182" fmla="*/ 109574 h 9456078"/>
              <a:gd name="connsiteX183" fmla="*/ 11617864 w 13158799"/>
              <a:gd name="connsiteY183" fmla="*/ 100344 h 9456078"/>
              <a:gd name="connsiteX184" fmla="*/ 11666231 w 13158799"/>
              <a:gd name="connsiteY184" fmla="*/ 91512 h 9456078"/>
              <a:gd name="connsiteX185" fmla="*/ 11714698 w 13158799"/>
              <a:gd name="connsiteY185" fmla="*/ 83080 h 9456078"/>
              <a:gd name="connsiteX186" fmla="*/ 11763263 w 13158799"/>
              <a:gd name="connsiteY186" fmla="*/ 75047 h 9456078"/>
              <a:gd name="connsiteX187" fmla="*/ 11811923 w 13158799"/>
              <a:gd name="connsiteY187" fmla="*/ 67417 h 9456078"/>
              <a:gd name="connsiteX188" fmla="*/ 11860676 w 13158799"/>
              <a:gd name="connsiteY188" fmla="*/ 60188 h 9456078"/>
              <a:gd name="connsiteX189" fmla="*/ 11909519 w 13158799"/>
              <a:gd name="connsiteY189" fmla="*/ 53364 h 9456078"/>
              <a:gd name="connsiteX190" fmla="*/ 11958451 w 13158799"/>
              <a:gd name="connsiteY190" fmla="*/ 46944 h 9456078"/>
              <a:gd name="connsiteX191" fmla="*/ 12007470 w 13158799"/>
              <a:gd name="connsiteY191" fmla="*/ 40931 h 9456078"/>
              <a:gd name="connsiteX192" fmla="*/ 12056572 w 13158799"/>
              <a:gd name="connsiteY192" fmla="*/ 35324 h 9456078"/>
              <a:gd name="connsiteX193" fmla="*/ 12105756 w 13158799"/>
              <a:gd name="connsiteY193" fmla="*/ 30126 h 9456078"/>
              <a:gd name="connsiteX194" fmla="*/ 12155019 w 13158799"/>
              <a:gd name="connsiteY194" fmla="*/ 25337 h 9456078"/>
              <a:gd name="connsiteX195" fmla="*/ 12204359 w 13158799"/>
              <a:gd name="connsiteY195" fmla="*/ 20958 h 9456078"/>
              <a:gd name="connsiteX196" fmla="*/ 12253773 w 13158799"/>
              <a:gd name="connsiteY196" fmla="*/ 16991 h 9456078"/>
              <a:gd name="connsiteX197" fmla="*/ 12303260 w 13158799"/>
              <a:gd name="connsiteY197" fmla="*/ 13437 h 9456078"/>
              <a:gd name="connsiteX198" fmla="*/ 12352818 w 13158799"/>
              <a:gd name="connsiteY198" fmla="*/ 10297 h 9456078"/>
              <a:gd name="connsiteX199" fmla="*/ 12402443 w 13158799"/>
              <a:gd name="connsiteY199" fmla="*/ 7572 h 9456078"/>
              <a:gd name="connsiteX200" fmla="*/ 12452133 w 13158799"/>
              <a:gd name="connsiteY200" fmla="*/ 5263 h 9456078"/>
              <a:gd name="connsiteX201" fmla="*/ 12501887 w 13158799"/>
              <a:gd name="connsiteY201" fmla="*/ 3371 h 9456078"/>
              <a:gd name="connsiteX202" fmla="*/ 12551701 w 13158799"/>
              <a:gd name="connsiteY202" fmla="*/ 1898 h 9456078"/>
              <a:gd name="connsiteX203" fmla="*/ 12601574 w 13158799"/>
              <a:gd name="connsiteY203" fmla="*/ 844 h 9456078"/>
              <a:gd name="connsiteX204" fmla="*/ 12651504 w 13158799"/>
              <a:gd name="connsiteY204" fmla="*/ 211 h 9456078"/>
              <a:gd name="connsiteX205" fmla="*/ 12701487 w 13158799"/>
              <a:gd name="connsiteY205" fmla="*/ 0 h 9456078"/>
              <a:gd name="connsiteX206" fmla="*/ 13158798 w 13158799"/>
              <a:gd name="connsiteY206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76172 w 13158797"/>
              <a:gd name="connsiteY22" fmla="*/ 9319936 h 9456078"/>
              <a:gd name="connsiteX23" fmla="*/ 1223823 w 13158797"/>
              <a:gd name="connsiteY23" fmla="*/ 9308509 h 9456078"/>
              <a:gd name="connsiteX24" fmla="*/ 1271339 w 13158797"/>
              <a:gd name="connsiteY24" fmla="*/ 9296635 h 9456078"/>
              <a:gd name="connsiteX25" fmla="*/ 1318719 w 13158797"/>
              <a:gd name="connsiteY25" fmla="*/ 9284315 h 9456078"/>
              <a:gd name="connsiteX26" fmla="*/ 1365957 w 13158797"/>
              <a:gd name="connsiteY26" fmla="*/ 9271550 h 9456078"/>
              <a:gd name="connsiteX27" fmla="*/ 1413052 w 13158797"/>
              <a:gd name="connsiteY27" fmla="*/ 9258342 h 9456078"/>
              <a:gd name="connsiteX28" fmla="*/ 1460000 w 13158797"/>
              <a:gd name="connsiteY28" fmla="*/ 9244693 h 9456078"/>
              <a:gd name="connsiteX29" fmla="*/ 1506799 w 13158797"/>
              <a:gd name="connsiteY29" fmla="*/ 9230604 h 9456078"/>
              <a:gd name="connsiteX30" fmla="*/ 1553445 w 13158797"/>
              <a:gd name="connsiteY30" fmla="*/ 9216076 h 9456078"/>
              <a:gd name="connsiteX31" fmla="*/ 1599935 w 13158797"/>
              <a:gd name="connsiteY31" fmla="*/ 9201111 h 9456078"/>
              <a:gd name="connsiteX32" fmla="*/ 1646267 w 13158797"/>
              <a:gd name="connsiteY32" fmla="*/ 9185710 h 9456078"/>
              <a:gd name="connsiteX33" fmla="*/ 1692437 w 13158797"/>
              <a:gd name="connsiteY33" fmla="*/ 9169876 h 9456078"/>
              <a:gd name="connsiteX34" fmla="*/ 1738442 w 13158797"/>
              <a:gd name="connsiteY34" fmla="*/ 9153608 h 9456078"/>
              <a:gd name="connsiteX35" fmla="*/ 1784280 w 13158797"/>
              <a:gd name="connsiteY35" fmla="*/ 9136910 h 9456078"/>
              <a:gd name="connsiteX36" fmla="*/ 1829947 w 13158797"/>
              <a:gd name="connsiteY36" fmla="*/ 9119782 h 9456078"/>
              <a:gd name="connsiteX37" fmla="*/ 1875440 w 13158797"/>
              <a:gd name="connsiteY37" fmla="*/ 9102226 h 9456078"/>
              <a:gd name="connsiteX38" fmla="*/ 1920756 w 13158797"/>
              <a:gd name="connsiteY38" fmla="*/ 9084243 h 9456078"/>
              <a:gd name="connsiteX39" fmla="*/ 1965893 w 13158797"/>
              <a:gd name="connsiteY39" fmla="*/ 9065835 h 9456078"/>
              <a:gd name="connsiteX40" fmla="*/ 2055615 w 13158797"/>
              <a:gd name="connsiteY40" fmla="*/ 9027750 h 9456078"/>
              <a:gd name="connsiteX41" fmla="*/ 2100195 w 13158797"/>
              <a:gd name="connsiteY41" fmla="*/ 9008075 h 9456078"/>
              <a:gd name="connsiteX42" fmla="*/ 2144582 w 13158797"/>
              <a:gd name="connsiteY42" fmla="*/ 8987981 h 9456078"/>
              <a:gd name="connsiteX43" fmla="*/ 2188775 w 13158797"/>
              <a:gd name="connsiteY43" fmla="*/ 8967470 h 9456078"/>
              <a:gd name="connsiteX44" fmla="*/ 2232770 w 13158797"/>
              <a:gd name="connsiteY44" fmla="*/ 8946542 h 9456078"/>
              <a:gd name="connsiteX45" fmla="*/ 2276564 w 13158797"/>
              <a:gd name="connsiteY45" fmla="*/ 8925199 h 9456078"/>
              <a:gd name="connsiteX46" fmla="*/ 2320154 w 13158797"/>
              <a:gd name="connsiteY46" fmla="*/ 8903443 h 9456078"/>
              <a:gd name="connsiteX47" fmla="*/ 2363538 w 13158797"/>
              <a:gd name="connsiteY47" fmla="*/ 8881275 h 9456078"/>
              <a:gd name="connsiteX48" fmla="*/ 2406711 w 13158797"/>
              <a:gd name="connsiteY48" fmla="*/ 8858697 h 9456078"/>
              <a:gd name="connsiteX49" fmla="*/ 2449672 w 13158797"/>
              <a:gd name="connsiteY49" fmla="*/ 8835710 h 9456078"/>
              <a:gd name="connsiteX50" fmla="*/ 2492417 w 13158797"/>
              <a:gd name="connsiteY50" fmla="*/ 8812316 h 9456078"/>
              <a:gd name="connsiteX51" fmla="*/ 2534943 w 13158797"/>
              <a:gd name="connsiteY51" fmla="*/ 8788516 h 9456078"/>
              <a:gd name="connsiteX52" fmla="*/ 2577247 w 13158797"/>
              <a:gd name="connsiteY52" fmla="*/ 8764311 h 9456078"/>
              <a:gd name="connsiteX53" fmla="*/ 2619326 w 13158797"/>
              <a:gd name="connsiteY53" fmla="*/ 8739704 h 9456078"/>
              <a:gd name="connsiteX54" fmla="*/ 2661177 w 13158797"/>
              <a:gd name="connsiteY54" fmla="*/ 8714695 h 9456078"/>
              <a:gd name="connsiteX55" fmla="*/ 2702797 w 13158797"/>
              <a:gd name="connsiteY55" fmla="*/ 8689286 h 9456078"/>
              <a:gd name="connsiteX56" fmla="*/ 2744183 w 13158797"/>
              <a:gd name="connsiteY56" fmla="*/ 8663479 h 9456078"/>
              <a:gd name="connsiteX57" fmla="*/ 2785333 w 13158797"/>
              <a:gd name="connsiteY57" fmla="*/ 8637274 h 9456078"/>
              <a:gd name="connsiteX58" fmla="*/ 2826242 w 13158797"/>
              <a:gd name="connsiteY58" fmla="*/ 8610675 h 9456078"/>
              <a:gd name="connsiteX59" fmla="*/ 2866908 w 13158797"/>
              <a:gd name="connsiteY59" fmla="*/ 8583681 h 9456078"/>
              <a:gd name="connsiteX60" fmla="*/ 2907329 w 13158797"/>
              <a:gd name="connsiteY60" fmla="*/ 8556295 h 9456078"/>
              <a:gd name="connsiteX61" fmla="*/ 2947500 w 13158797"/>
              <a:gd name="connsiteY61" fmla="*/ 8528517 h 9456078"/>
              <a:gd name="connsiteX62" fmla="*/ 2987419 w 13158797"/>
              <a:gd name="connsiteY62" fmla="*/ 8500351 h 9456078"/>
              <a:gd name="connsiteX63" fmla="*/ 3027083 w 13158797"/>
              <a:gd name="connsiteY63" fmla="*/ 8471796 h 9456078"/>
              <a:gd name="connsiteX64" fmla="*/ 3066489 w 13158797"/>
              <a:gd name="connsiteY64" fmla="*/ 8442854 h 9456078"/>
              <a:gd name="connsiteX65" fmla="*/ 3105634 w 13158797"/>
              <a:gd name="connsiteY65" fmla="*/ 8413528 h 9456078"/>
              <a:gd name="connsiteX66" fmla="*/ 3144515 w 13158797"/>
              <a:gd name="connsiteY66" fmla="*/ 8383818 h 9456078"/>
              <a:gd name="connsiteX67" fmla="*/ 3183129 w 13158797"/>
              <a:gd name="connsiteY67" fmla="*/ 8353726 h 9456078"/>
              <a:gd name="connsiteX68" fmla="*/ 3221473 w 13158797"/>
              <a:gd name="connsiteY68" fmla="*/ 8323253 h 9456078"/>
              <a:gd name="connsiteX69" fmla="*/ 3259544 w 13158797"/>
              <a:gd name="connsiteY69" fmla="*/ 8292401 h 9456078"/>
              <a:gd name="connsiteX70" fmla="*/ 3297339 w 13158797"/>
              <a:gd name="connsiteY70" fmla="*/ 8261172 h 9456078"/>
              <a:gd name="connsiteX71" fmla="*/ 3334854 w 13158797"/>
              <a:gd name="connsiteY71" fmla="*/ 8229566 h 9456078"/>
              <a:gd name="connsiteX72" fmla="*/ 3372087 w 13158797"/>
              <a:gd name="connsiteY72" fmla="*/ 8197585 h 9456078"/>
              <a:gd name="connsiteX73" fmla="*/ 3409035 w 13158797"/>
              <a:gd name="connsiteY73" fmla="*/ 8165232 h 9456078"/>
              <a:gd name="connsiteX74" fmla="*/ 3445695 w 13158797"/>
              <a:gd name="connsiteY74" fmla="*/ 8132507 h 9456078"/>
              <a:gd name="connsiteX75" fmla="*/ 3482064 w 13158797"/>
              <a:gd name="connsiteY75" fmla="*/ 8099411 h 9456078"/>
              <a:gd name="connsiteX76" fmla="*/ 3518139 w 13158797"/>
              <a:gd name="connsiteY76" fmla="*/ 8065947 h 9456078"/>
              <a:gd name="connsiteX77" fmla="*/ 3553916 w 13158797"/>
              <a:gd name="connsiteY77" fmla="*/ 8032115 h 9456078"/>
              <a:gd name="connsiteX78" fmla="*/ 3589393 w 13158797"/>
              <a:gd name="connsiteY78" fmla="*/ 7997918 h 9456078"/>
              <a:gd name="connsiteX79" fmla="*/ 3624567 w 13158797"/>
              <a:gd name="connsiteY79" fmla="*/ 7963356 h 9456078"/>
              <a:gd name="connsiteX80" fmla="*/ 3659435 w 13158797"/>
              <a:gd name="connsiteY80" fmla="*/ 7928432 h 9456078"/>
              <a:gd name="connsiteX81" fmla="*/ 3693994 w 13158797"/>
              <a:gd name="connsiteY81" fmla="*/ 7893146 h 9456078"/>
              <a:gd name="connsiteX82" fmla="*/ 3728240 w 13158797"/>
              <a:gd name="connsiteY82" fmla="*/ 7857501 h 9456078"/>
              <a:gd name="connsiteX83" fmla="*/ 3762171 w 13158797"/>
              <a:gd name="connsiteY83" fmla="*/ 7821497 h 9456078"/>
              <a:gd name="connsiteX84" fmla="*/ 3795783 w 13158797"/>
              <a:gd name="connsiteY84" fmla="*/ 7785136 h 9456078"/>
              <a:gd name="connsiteX85" fmla="*/ 3829075 w 13158797"/>
              <a:gd name="connsiteY85" fmla="*/ 7748420 h 9456078"/>
              <a:gd name="connsiteX86" fmla="*/ 3862042 w 13158797"/>
              <a:gd name="connsiteY86" fmla="*/ 7711350 h 9456078"/>
              <a:gd name="connsiteX87" fmla="*/ 3894682 w 13158797"/>
              <a:gd name="connsiteY87" fmla="*/ 7673928 h 9456078"/>
              <a:gd name="connsiteX88" fmla="*/ 3926991 w 13158797"/>
              <a:gd name="connsiteY88" fmla="*/ 7636155 h 9456078"/>
              <a:gd name="connsiteX89" fmla="*/ 3958967 w 13158797"/>
              <a:gd name="connsiteY89" fmla="*/ 7598032 h 9456078"/>
              <a:gd name="connsiteX90" fmla="*/ 3990607 w 13158797"/>
              <a:gd name="connsiteY90" fmla="*/ 7559561 h 9456078"/>
              <a:gd name="connsiteX91" fmla="*/ 4021907 w 13158797"/>
              <a:gd name="connsiteY91" fmla="*/ 7520744 h 9456078"/>
              <a:gd name="connsiteX92" fmla="*/ 4052865 w 13158797"/>
              <a:gd name="connsiteY92" fmla="*/ 7481582 h 9456078"/>
              <a:gd name="connsiteX93" fmla="*/ 4083478 w 13158797"/>
              <a:gd name="connsiteY93" fmla="*/ 7442077 h 9456078"/>
              <a:gd name="connsiteX94" fmla="*/ 8022311 w 13158797"/>
              <a:gd name="connsiteY94" fmla="*/ 2307814 h 9456078"/>
              <a:gd name="connsiteX95" fmla="*/ 8052902 w 13158797"/>
              <a:gd name="connsiteY95" fmla="*/ 2268285 h 9456078"/>
              <a:gd name="connsiteX96" fmla="*/ 8083796 w 13158797"/>
              <a:gd name="connsiteY96" fmla="*/ 2229056 h 9456078"/>
              <a:gd name="connsiteX97" fmla="*/ 8114989 w 13158797"/>
              <a:gd name="connsiteY97" fmla="*/ 2190127 h 9456078"/>
              <a:gd name="connsiteX98" fmla="*/ 8146479 w 13158797"/>
              <a:gd name="connsiteY98" fmla="*/ 2151500 h 9456078"/>
              <a:gd name="connsiteX99" fmla="*/ 8178264 w 13158797"/>
              <a:gd name="connsiteY99" fmla="*/ 2113176 h 9456078"/>
              <a:gd name="connsiteX100" fmla="*/ 8210341 w 13158797"/>
              <a:gd name="connsiteY100" fmla="*/ 2075157 h 9456078"/>
              <a:gd name="connsiteX101" fmla="*/ 8242709 w 13158797"/>
              <a:gd name="connsiteY101" fmla="*/ 2037442 h 9456078"/>
              <a:gd name="connsiteX102" fmla="*/ 8275365 w 13158797"/>
              <a:gd name="connsiteY102" fmla="*/ 2000034 h 9456078"/>
              <a:gd name="connsiteX103" fmla="*/ 8308307 w 13158797"/>
              <a:gd name="connsiteY103" fmla="*/ 1962934 h 9456078"/>
              <a:gd name="connsiteX104" fmla="*/ 8341532 w 13158797"/>
              <a:gd name="connsiteY104" fmla="*/ 1926142 h 9456078"/>
              <a:gd name="connsiteX105" fmla="*/ 8375038 w 13158797"/>
              <a:gd name="connsiteY105" fmla="*/ 1889660 h 9456078"/>
              <a:gd name="connsiteX106" fmla="*/ 8408823 w 13158797"/>
              <a:gd name="connsiteY106" fmla="*/ 1853489 h 9456078"/>
              <a:gd name="connsiteX107" fmla="*/ 8442885 w 13158797"/>
              <a:gd name="connsiteY107" fmla="*/ 1817630 h 9456078"/>
              <a:gd name="connsiteX108" fmla="*/ 8477221 w 13158797"/>
              <a:gd name="connsiteY108" fmla="*/ 1782084 h 9456078"/>
              <a:gd name="connsiteX109" fmla="*/ 8511829 w 13158797"/>
              <a:gd name="connsiteY109" fmla="*/ 1746853 h 9456078"/>
              <a:gd name="connsiteX110" fmla="*/ 8546706 w 13158797"/>
              <a:gd name="connsiteY110" fmla="*/ 1711937 h 9456078"/>
              <a:gd name="connsiteX111" fmla="*/ 8581851 w 13158797"/>
              <a:gd name="connsiteY111" fmla="*/ 1677337 h 9456078"/>
              <a:gd name="connsiteX112" fmla="*/ 8617261 w 13158797"/>
              <a:gd name="connsiteY112" fmla="*/ 1643056 h 9456078"/>
              <a:gd name="connsiteX113" fmla="*/ 8652934 w 13158797"/>
              <a:gd name="connsiteY113" fmla="*/ 1609093 h 9456078"/>
              <a:gd name="connsiteX114" fmla="*/ 8688867 w 13158797"/>
              <a:gd name="connsiteY114" fmla="*/ 1575450 h 9456078"/>
              <a:gd name="connsiteX115" fmla="*/ 8725058 w 13158797"/>
              <a:gd name="connsiteY115" fmla="*/ 1542128 h 9456078"/>
              <a:gd name="connsiteX116" fmla="*/ 8761506 w 13158797"/>
              <a:gd name="connsiteY116" fmla="*/ 1509129 h 9456078"/>
              <a:gd name="connsiteX117" fmla="*/ 8798207 w 13158797"/>
              <a:gd name="connsiteY117" fmla="*/ 1476452 h 9456078"/>
              <a:gd name="connsiteX118" fmla="*/ 8835159 w 13158797"/>
              <a:gd name="connsiteY118" fmla="*/ 1444101 h 9456078"/>
              <a:gd name="connsiteX119" fmla="*/ 8872360 w 13158797"/>
              <a:gd name="connsiteY119" fmla="*/ 1412075 h 9456078"/>
              <a:gd name="connsiteX120" fmla="*/ 8909808 w 13158797"/>
              <a:gd name="connsiteY120" fmla="*/ 1380375 h 9456078"/>
              <a:gd name="connsiteX121" fmla="*/ 8947501 w 13158797"/>
              <a:gd name="connsiteY121" fmla="*/ 1349004 h 9456078"/>
              <a:gd name="connsiteX122" fmla="*/ 8985435 w 13158797"/>
              <a:gd name="connsiteY122" fmla="*/ 1317962 h 9456078"/>
              <a:gd name="connsiteX123" fmla="*/ 9023610 w 13158797"/>
              <a:gd name="connsiteY123" fmla="*/ 1287250 h 9456078"/>
              <a:gd name="connsiteX124" fmla="*/ 9062022 w 13158797"/>
              <a:gd name="connsiteY124" fmla="*/ 1256869 h 9456078"/>
              <a:gd name="connsiteX125" fmla="*/ 9100669 w 13158797"/>
              <a:gd name="connsiteY125" fmla="*/ 1226820 h 9456078"/>
              <a:gd name="connsiteX126" fmla="*/ 9139549 w 13158797"/>
              <a:gd name="connsiteY126" fmla="*/ 1197105 h 9456078"/>
              <a:gd name="connsiteX127" fmla="*/ 9178660 w 13158797"/>
              <a:gd name="connsiteY127" fmla="*/ 1167725 h 9456078"/>
              <a:gd name="connsiteX128" fmla="*/ 9217999 w 13158797"/>
              <a:gd name="connsiteY128" fmla="*/ 1138681 h 9456078"/>
              <a:gd name="connsiteX129" fmla="*/ 9257564 w 13158797"/>
              <a:gd name="connsiteY129" fmla="*/ 1109974 h 9456078"/>
              <a:gd name="connsiteX130" fmla="*/ 9297353 w 13158797"/>
              <a:gd name="connsiteY130" fmla="*/ 1081604 h 9456078"/>
              <a:gd name="connsiteX131" fmla="*/ 9337364 w 13158797"/>
              <a:gd name="connsiteY131" fmla="*/ 1053574 h 9456078"/>
              <a:gd name="connsiteX132" fmla="*/ 9377594 w 13158797"/>
              <a:gd name="connsiteY132" fmla="*/ 1025884 h 9456078"/>
              <a:gd name="connsiteX133" fmla="*/ 9418040 w 13158797"/>
              <a:gd name="connsiteY133" fmla="*/ 998536 h 9456078"/>
              <a:gd name="connsiteX134" fmla="*/ 9458702 w 13158797"/>
              <a:gd name="connsiteY134" fmla="*/ 971530 h 9456078"/>
              <a:gd name="connsiteX135" fmla="*/ 9499575 w 13158797"/>
              <a:gd name="connsiteY135" fmla="*/ 944868 h 9456078"/>
              <a:gd name="connsiteX136" fmla="*/ 9540659 w 13158797"/>
              <a:gd name="connsiteY136" fmla="*/ 918551 h 9456078"/>
              <a:gd name="connsiteX137" fmla="*/ 9581950 w 13158797"/>
              <a:gd name="connsiteY137" fmla="*/ 892580 h 9456078"/>
              <a:gd name="connsiteX138" fmla="*/ 9623447 w 13158797"/>
              <a:gd name="connsiteY138" fmla="*/ 866956 h 9456078"/>
              <a:gd name="connsiteX139" fmla="*/ 9665147 w 13158797"/>
              <a:gd name="connsiteY139" fmla="*/ 841681 h 9456078"/>
              <a:gd name="connsiteX140" fmla="*/ 9707048 w 13158797"/>
              <a:gd name="connsiteY140" fmla="*/ 816754 h 9456078"/>
              <a:gd name="connsiteX141" fmla="*/ 9749147 w 13158797"/>
              <a:gd name="connsiteY141" fmla="*/ 792179 h 9456078"/>
              <a:gd name="connsiteX142" fmla="*/ 9791443 w 13158797"/>
              <a:gd name="connsiteY142" fmla="*/ 767955 h 9456078"/>
              <a:gd name="connsiteX143" fmla="*/ 9833932 w 13158797"/>
              <a:gd name="connsiteY143" fmla="*/ 744083 h 9456078"/>
              <a:gd name="connsiteX144" fmla="*/ 9876613 w 13158797"/>
              <a:gd name="connsiteY144" fmla="*/ 720566 h 9456078"/>
              <a:gd name="connsiteX145" fmla="*/ 9919484 w 13158797"/>
              <a:gd name="connsiteY145" fmla="*/ 697404 h 9456078"/>
              <a:gd name="connsiteX146" fmla="*/ 9962542 w 13158797"/>
              <a:gd name="connsiteY146" fmla="*/ 674598 h 9456078"/>
              <a:gd name="connsiteX147" fmla="*/ 10005784 w 13158797"/>
              <a:gd name="connsiteY147" fmla="*/ 652149 h 9456078"/>
              <a:gd name="connsiteX148" fmla="*/ 10049209 w 13158797"/>
              <a:gd name="connsiteY148" fmla="*/ 630059 h 9456078"/>
              <a:gd name="connsiteX149" fmla="*/ 10092814 w 13158797"/>
              <a:gd name="connsiteY149" fmla="*/ 608328 h 9456078"/>
              <a:gd name="connsiteX150" fmla="*/ 10136597 w 13158797"/>
              <a:gd name="connsiteY150" fmla="*/ 586958 h 9456078"/>
              <a:gd name="connsiteX151" fmla="*/ 10180556 w 13158797"/>
              <a:gd name="connsiteY151" fmla="*/ 565950 h 9456078"/>
              <a:gd name="connsiteX152" fmla="*/ 10224688 w 13158797"/>
              <a:gd name="connsiteY152" fmla="*/ 545304 h 9456078"/>
              <a:gd name="connsiteX153" fmla="*/ 10268991 w 13158797"/>
              <a:gd name="connsiteY153" fmla="*/ 525023 h 9456078"/>
              <a:gd name="connsiteX154" fmla="*/ 10313463 w 13158797"/>
              <a:gd name="connsiteY154" fmla="*/ 505107 h 9456078"/>
              <a:gd name="connsiteX155" fmla="*/ 10358101 w 13158797"/>
              <a:gd name="connsiteY155" fmla="*/ 485558 h 9456078"/>
              <a:gd name="connsiteX156" fmla="*/ 10402903 w 13158797"/>
              <a:gd name="connsiteY156" fmla="*/ 466376 h 9456078"/>
              <a:gd name="connsiteX157" fmla="*/ 10447868 w 13158797"/>
              <a:gd name="connsiteY157" fmla="*/ 447563 h 9456078"/>
              <a:gd name="connsiteX158" fmla="*/ 10492991 w 13158797"/>
              <a:gd name="connsiteY158" fmla="*/ 429119 h 9456078"/>
              <a:gd name="connsiteX159" fmla="*/ 10538272 w 13158797"/>
              <a:gd name="connsiteY159" fmla="*/ 411046 h 9456078"/>
              <a:gd name="connsiteX160" fmla="*/ 10583708 w 13158797"/>
              <a:gd name="connsiteY160" fmla="*/ 393346 h 9456078"/>
              <a:gd name="connsiteX161" fmla="*/ 10629297 w 13158797"/>
              <a:gd name="connsiteY161" fmla="*/ 376018 h 9456078"/>
              <a:gd name="connsiteX162" fmla="*/ 10675036 w 13158797"/>
              <a:gd name="connsiteY162" fmla="*/ 359065 h 9456078"/>
              <a:gd name="connsiteX163" fmla="*/ 10720923 w 13158797"/>
              <a:gd name="connsiteY163" fmla="*/ 342487 h 9456078"/>
              <a:gd name="connsiteX164" fmla="*/ 10766956 w 13158797"/>
              <a:gd name="connsiteY164" fmla="*/ 326286 h 9456078"/>
              <a:gd name="connsiteX165" fmla="*/ 10813132 w 13158797"/>
              <a:gd name="connsiteY165" fmla="*/ 310462 h 9456078"/>
              <a:gd name="connsiteX166" fmla="*/ 10859450 w 13158797"/>
              <a:gd name="connsiteY166" fmla="*/ 295018 h 9456078"/>
              <a:gd name="connsiteX167" fmla="*/ 10905907 w 13158797"/>
              <a:gd name="connsiteY167" fmla="*/ 279953 h 9456078"/>
              <a:gd name="connsiteX168" fmla="*/ 10952500 w 13158797"/>
              <a:gd name="connsiteY168" fmla="*/ 265269 h 9456078"/>
              <a:gd name="connsiteX169" fmla="*/ 10999227 w 13158797"/>
              <a:gd name="connsiteY169" fmla="*/ 250968 h 9456078"/>
              <a:gd name="connsiteX170" fmla="*/ 11046087 w 13158797"/>
              <a:gd name="connsiteY170" fmla="*/ 237049 h 9456078"/>
              <a:gd name="connsiteX171" fmla="*/ 11093076 w 13158797"/>
              <a:gd name="connsiteY171" fmla="*/ 223516 h 9456078"/>
              <a:gd name="connsiteX172" fmla="*/ 11140193 w 13158797"/>
              <a:gd name="connsiteY172" fmla="*/ 210368 h 9456078"/>
              <a:gd name="connsiteX173" fmla="*/ 11187434 w 13158797"/>
              <a:gd name="connsiteY173" fmla="*/ 197606 h 9456078"/>
              <a:gd name="connsiteX174" fmla="*/ 11234799 w 13158797"/>
              <a:gd name="connsiteY174" fmla="*/ 185233 h 9456078"/>
              <a:gd name="connsiteX175" fmla="*/ 11282284 w 13158797"/>
              <a:gd name="connsiteY175" fmla="*/ 173248 h 9456078"/>
              <a:gd name="connsiteX176" fmla="*/ 11329888 w 13158797"/>
              <a:gd name="connsiteY176" fmla="*/ 161654 h 9456078"/>
              <a:gd name="connsiteX177" fmla="*/ 11377607 w 13158797"/>
              <a:gd name="connsiteY177" fmla="*/ 150451 h 9456078"/>
              <a:gd name="connsiteX178" fmla="*/ 11425440 w 13158797"/>
              <a:gd name="connsiteY178" fmla="*/ 139640 h 9456078"/>
              <a:gd name="connsiteX179" fmla="*/ 11473385 w 13158797"/>
              <a:gd name="connsiteY179" fmla="*/ 129223 h 9456078"/>
              <a:gd name="connsiteX180" fmla="*/ 11521439 w 13158797"/>
              <a:gd name="connsiteY180" fmla="*/ 119201 h 9456078"/>
              <a:gd name="connsiteX181" fmla="*/ 11569599 w 13158797"/>
              <a:gd name="connsiteY181" fmla="*/ 109574 h 9456078"/>
              <a:gd name="connsiteX182" fmla="*/ 11617864 w 13158797"/>
              <a:gd name="connsiteY182" fmla="*/ 100344 h 9456078"/>
              <a:gd name="connsiteX183" fmla="*/ 11666231 w 13158797"/>
              <a:gd name="connsiteY183" fmla="*/ 91512 h 9456078"/>
              <a:gd name="connsiteX184" fmla="*/ 11714698 w 13158797"/>
              <a:gd name="connsiteY184" fmla="*/ 83080 h 9456078"/>
              <a:gd name="connsiteX185" fmla="*/ 11763263 w 13158797"/>
              <a:gd name="connsiteY185" fmla="*/ 75047 h 9456078"/>
              <a:gd name="connsiteX186" fmla="*/ 11811923 w 13158797"/>
              <a:gd name="connsiteY186" fmla="*/ 67417 h 9456078"/>
              <a:gd name="connsiteX187" fmla="*/ 11860676 w 13158797"/>
              <a:gd name="connsiteY187" fmla="*/ 60188 h 9456078"/>
              <a:gd name="connsiteX188" fmla="*/ 11909519 w 13158797"/>
              <a:gd name="connsiteY188" fmla="*/ 53364 h 9456078"/>
              <a:gd name="connsiteX189" fmla="*/ 11958451 w 13158797"/>
              <a:gd name="connsiteY189" fmla="*/ 46944 h 9456078"/>
              <a:gd name="connsiteX190" fmla="*/ 12007470 w 13158797"/>
              <a:gd name="connsiteY190" fmla="*/ 40931 h 9456078"/>
              <a:gd name="connsiteX191" fmla="*/ 12056572 w 13158797"/>
              <a:gd name="connsiteY191" fmla="*/ 35324 h 9456078"/>
              <a:gd name="connsiteX192" fmla="*/ 12105756 w 13158797"/>
              <a:gd name="connsiteY192" fmla="*/ 30126 h 9456078"/>
              <a:gd name="connsiteX193" fmla="*/ 12155019 w 13158797"/>
              <a:gd name="connsiteY193" fmla="*/ 25337 h 9456078"/>
              <a:gd name="connsiteX194" fmla="*/ 12204359 w 13158797"/>
              <a:gd name="connsiteY194" fmla="*/ 20958 h 9456078"/>
              <a:gd name="connsiteX195" fmla="*/ 12253773 w 13158797"/>
              <a:gd name="connsiteY195" fmla="*/ 16991 h 9456078"/>
              <a:gd name="connsiteX196" fmla="*/ 12303260 w 13158797"/>
              <a:gd name="connsiteY196" fmla="*/ 13437 h 9456078"/>
              <a:gd name="connsiteX197" fmla="*/ 12352818 w 13158797"/>
              <a:gd name="connsiteY197" fmla="*/ 10297 h 9456078"/>
              <a:gd name="connsiteX198" fmla="*/ 12402443 w 13158797"/>
              <a:gd name="connsiteY198" fmla="*/ 7572 h 9456078"/>
              <a:gd name="connsiteX199" fmla="*/ 12452133 w 13158797"/>
              <a:gd name="connsiteY199" fmla="*/ 5263 h 9456078"/>
              <a:gd name="connsiteX200" fmla="*/ 12501887 w 13158797"/>
              <a:gd name="connsiteY200" fmla="*/ 3371 h 9456078"/>
              <a:gd name="connsiteX201" fmla="*/ 12551701 w 13158797"/>
              <a:gd name="connsiteY201" fmla="*/ 1898 h 9456078"/>
              <a:gd name="connsiteX202" fmla="*/ 12601574 w 13158797"/>
              <a:gd name="connsiteY202" fmla="*/ 844 h 9456078"/>
              <a:gd name="connsiteX203" fmla="*/ 12651504 w 13158797"/>
              <a:gd name="connsiteY203" fmla="*/ 211 h 9456078"/>
              <a:gd name="connsiteX204" fmla="*/ 12701487 w 13158797"/>
              <a:gd name="connsiteY204" fmla="*/ 0 h 9456078"/>
              <a:gd name="connsiteX205" fmla="*/ 13158798 w 13158797"/>
              <a:gd name="connsiteY205" fmla="*/ 0 h 94560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</a:cxnLst>
            <a:rect l="l" t="t" r="r" b="b"/>
            <a:pathLst>
              <a:path w="13158797" h="9456078">
                <a:moveTo>
                  <a:pt x="0" y="9456078"/>
                </a:moveTo>
                <a:lnTo>
                  <a:pt x="49977" y="9455836"/>
                </a:lnTo>
                <a:lnTo>
                  <a:pt x="99893" y="9455111"/>
                </a:lnTo>
                <a:lnTo>
                  <a:pt x="149742" y="9453904"/>
                </a:lnTo>
                <a:lnTo>
                  <a:pt x="199524" y="9452217"/>
                </a:lnTo>
                <a:lnTo>
                  <a:pt x="298870" y="9447409"/>
                </a:lnTo>
                <a:lnTo>
                  <a:pt x="348429" y="9444290"/>
                </a:lnTo>
                <a:lnTo>
                  <a:pt x="397907" y="9440698"/>
                </a:lnTo>
                <a:lnTo>
                  <a:pt x="447302" y="9436632"/>
                </a:lnTo>
                <a:lnTo>
                  <a:pt x="496610" y="9432096"/>
                </a:lnTo>
                <a:lnTo>
                  <a:pt x="545829" y="9427089"/>
                </a:lnTo>
                <a:lnTo>
                  <a:pt x="594956" y="9421615"/>
                </a:lnTo>
                <a:lnTo>
                  <a:pt x="643987" y="9415673"/>
                </a:lnTo>
                <a:lnTo>
                  <a:pt x="692920" y="9409267"/>
                </a:lnTo>
                <a:lnTo>
                  <a:pt x="741751" y="9402396"/>
                </a:lnTo>
                <a:lnTo>
                  <a:pt x="790478" y="9395063"/>
                </a:lnTo>
                <a:lnTo>
                  <a:pt x="839098" y="9387270"/>
                </a:lnTo>
                <a:lnTo>
                  <a:pt x="887607" y="9379017"/>
                </a:lnTo>
                <a:lnTo>
                  <a:pt x="936002" y="9370306"/>
                </a:lnTo>
                <a:lnTo>
                  <a:pt x="984281" y="9361139"/>
                </a:lnTo>
                <a:lnTo>
                  <a:pt x="1032440" y="9351517"/>
                </a:lnTo>
                <a:lnTo>
                  <a:pt x="1080477" y="9341441"/>
                </a:lnTo>
                <a:lnTo>
                  <a:pt x="1176172" y="9319936"/>
                </a:lnTo>
                <a:lnTo>
                  <a:pt x="1223823" y="9308509"/>
                </a:lnTo>
                <a:lnTo>
                  <a:pt x="1271339" y="9296635"/>
                </a:lnTo>
                <a:lnTo>
                  <a:pt x="1318719" y="9284315"/>
                </a:lnTo>
                <a:lnTo>
                  <a:pt x="1365957" y="9271550"/>
                </a:lnTo>
                <a:lnTo>
                  <a:pt x="1413052" y="9258342"/>
                </a:lnTo>
                <a:lnTo>
                  <a:pt x="1460000" y="9244693"/>
                </a:lnTo>
                <a:lnTo>
                  <a:pt x="1506799" y="9230604"/>
                </a:lnTo>
                <a:lnTo>
                  <a:pt x="1553445" y="9216076"/>
                </a:lnTo>
                <a:lnTo>
                  <a:pt x="1599935" y="9201111"/>
                </a:lnTo>
                <a:lnTo>
                  <a:pt x="1646267" y="9185710"/>
                </a:lnTo>
                <a:lnTo>
                  <a:pt x="1692437" y="9169876"/>
                </a:lnTo>
                <a:lnTo>
                  <a:pt x="1738442" y="9153608"/>
                </a:lnTo>
                <a:lnTo>
                  <a:pt x="1784280" y="9136910"/>
                </a:lnTo>
                <a:lnTo>
                  <a:pt x="1829947" y="9119782"/>
                </a:lnTo>
                <a:lnTo>
                  <a:pt x="1875440" y="9102226"/>
                </a:lnTo>
                <a:lnTo>
                  <a:pt x="1920756" y="9084243"/>
                </a:lnTo>
                <a:lnTo>
                  <a:pt x="1965893" y="9065835"/>
                </a:lnTo>
                <a:lnTo>
                  <a:pt x="2055615" y="9027750"/>
                </a:lnTo>
                <a:lnTo>
                  <a:pt x="2100195" y="9008075"/>
                </a:lnTo>
                <a:lnTo>
                  <a:pt x="2144582" y="8987981"/>
                </a:lnTo>
                <a:lnTo>
                  <a:pt x="2188775" y="8967470"/>
                </a:lnTo>
                <a:lnTo>
                  <a:pt x="2232770" y="8946542"/>
                </a:lnTo>
                <a:lnTo>
                  <a:pt x="2276564" y="8925199"/>
                </a:lnTo>
                <a:lnTo>
                  <a:pt x="2320154" y="8903443"/>
                </a:lnTo>
                <a:lnTo>
                  <a:pt x="2363538" y="8881275"/>
                </a:lnTo>
                <a:lnTo>
                  <a:pt x="2406711" y="8858697"/>
                </a:lnTo>
                <a:lnTo>
                  <a:pt x="2449672" y="8835710"/>
                </a:lnTo>
                <a:lnTo>
                  <a:pt x="2492417" y="8812316"/>
                </a:lnTo>
                <a:lnTo>
                  <a:pt x="2534943" y="8788516"/>
                </a:lnTo>
                <a:lnTo>
                  <a:pt x="2577247" y="8764311"/>
                </a:lnTo>
                <a:lnTo>
                  <a:pt x="2619326" y="8739704"/>
                </a:lnTo>
                <a:lnTo>
                  <a:pt x="2661177" y="8714695"/>
                </a:lnTo>
                <a:lnTo>
                  <a:pt x="2702797" y="8689286"/>
                </a:lnTo>
                <a:lnTo>
                  <a:pt x="2744183" y="8663479"/>
                </a:lnTo>
                <a:lnTo>
                  <a:pt x="2785333" y="8637274"/>
                </a:lnTo>
                <a:lnTo>
                  <a:pt x="2826242" y="8610675"/>
                </a:lnTo>
                <a:lnTo>
                  <a:pt x="2866908" y="8583681"/>
                </a:lnTo>
                <a:lnTo>
                  <a:pt x="2907329" y="8556295"/>
                </a:lnTo>
                <a:lnTo>
                  <a:pt x="2947500" y="8528517"/>
                </a:lnTo>
                <a:lnTo>
                  <a:pt x="2987419" y="8500351"/>
                </a:lnTo>
                <a:lnTo>
                  <a:pt x="3027083" y="8471796"/>
                </a:lnTo>
                <a:lnTo>
                  <a:pt x="3066489" y="8442854"/>
                </a:lnTo>
                <a:lnTo>
                  <a:pt x="3105634" y="8413528"/>
                </a:lnTo>
                <a:lnTo>
                  <a:pt x="3144515" y="8383818"/>
                </a:lnTo>
                <a:lnTo>
                  <a:pt x="3183129" y="8353726"/>
                </a:lnTo>
                <a:lnTo>
                  <a:pt x="3221473" y="8323253"/>
                </a:lnTo>
                <a:lnTo>
                  <a:pt x="3259544" y="8292401"/>
                </a:lnTo>
                <a:lnTo>
                  <a:pt x="3297339" y="8261172"/>
                </a:lnTo>
                <a:lnTo>
                  <a:pt x="3334854" y="8229566"/>
                </a:lnTo>
                <a:lnTo>
                  <a:pt x="3372087" y="8197585"/>
                </a:lnTo>
                <a:lnTo>
                  <a:pt x="3409035" y="8165232"/>
                </a:lnTo>
                <a:lnTo>
                  <a:pt x="3445695" y="8132507"/>
                </a:lnTo>
                <a:lnTo>
                  <a:pt x="3482064" y="8099411"/>
                </a:lnTo>
                <a:lnTo>
                  <a:pt x="3518139" y="8065947"/>
                </a:lnTo>
                <a:lnTo>
                  <a:pt x="3553916" y="8032115"/>
                </a:lnTo>
                <a:lnTo>
                  <a:pt x="3589393" y="7997918"/>
                </a:lnTo>
                <a:lnTo>
                  <a:pt x="3624567" y="7963356"/>
                </a:lnTo>
                <a:lnTo>
                  <a:pt x="3659435" y="7928432"/>
                </a:lnTo>
                <a:lnTo>
                  <a:pt x="3693994" y="7893146"/>
                </a:lnTo>
                <a:lnTo>
                  <a:pt x="3728240" y="7857501"/>
                </a:lnTo>
                <a:lnTo>
                  <a:pt x="3762171" y="7821497"/>
                </a:lnTo>
                <a:lnTo>
                  <a:pt x="3795783" y="7785136"/>
                </a:lnTo>
                <a:lnTo>
                  <a:pt x="3829075" y="7748420"/>
                </a:lnTo>
                <a:lnTo>
                  <a:pt x="3862042" y="7711350"/>
                </a:lnTo>
                <a:lnTo>
                  <a:pt x="3894682" y="7673928"/>
                </a:lnTo>
                <a:lnTo>
                  <a:pt x="3926991" y="7636155"/>
                </a:lnTo>
                <a:lnTo>
                  <a:pt x="3958967" y="7598032"/>
                </a:lnTo>
                <a:lnTo>
                  <a:pt x="3990607" y="7559561"/>
                </a:lnTo>
                <a:lnTo>
                  <a:pt x="4021907" y="7520744"/>
                </a:lnTo>
                <a:lnTo>
                  <a:pt x="4052865" y="7481582"/>
                </a:lnTo>
                <a:lnTo>
                  <a:pt x="4083478" y="7442077"/>
                </a:lnTo>
                <a:lnTo>
                  <a:pt x="8022311" y="2307814"/>
                </a:lnTo>
                <a:lnTo>
                  <a:pt x="8052902" y="2268285"/>
                </a:lnTo>
                <a:lnTo>
                  <a:pt x="8083796" y="2229056"/>
                </a:lnTo>
                <a:lnTo>
                  <a:pt x="8114989" y="2190127"/>
                </a:lnTo>
                <a:lnTo>
                  <a:pt x="8146479" y="2151500"/>
                </a:lnTo>
                <a:lnTo>
                  <a:pt x="8178264" y="2113176"/>
                </a:lnTo>
                <a:lnTo>
                  <a:pt x="8210341" y="2075157"/>
                </a:lnTo>
                <a:lnTo>
                  <a:pt x="8242709" y="2037442"/>
                </a:lnTo>
                <a:lnTo>
                  <a:pt x="8275365" y="2000034"/>
                </a:lnTo>
                <a:lnTo>
                  <a:pt x="8308307" y="1962934"/>
                </a:lnTo>
                <a:lnTo>
                  <a:pt x="8341532" y="1926142"/>
                </a:lnTo>
                <a:lnTo>
                  <a:pt x="8375038" y="1889660"/>
                </a:lnTo>
                <a:lnTo>
                  <a:pt x="8408823" y="1853489"/>
                </a:lnTo>
                <a:lnTo>
                  <a:pt x="8442885" y="1817630"/>
                </a:lnTo>
                <a:lnTo>
                  <a:pt x="8477221" y="1782084"/>
                </a:lnTo>
                <a:lnTo>
                  <a:pt x="8511829" y="1746853"/>
                </a:lnTo>
                <a:lnTo>
                  <a:pt x="8546706" y="1711937"/>
                </a:lnTo>
                <a:lnTo>
                  <a:pt x="8581851" y="1677337"/>
                </a:lnTo>
                <a:lnTo>
                  <a:pt x="8617261" y="1643056"/>
                </a:lnTo>
                <a:lnTo>
                  <a:pt x="8652934" y="1609093"/>
                </a:lnTo>
                <a:lnTo>
                  <a:pt x="8688867" y="1575450"/>
                </a:lnTo>
                <a:lnTo>
                  <a:pt x="8725058" y="1542128"/>
                </a:lnTo>
                <a:lnTo>
                  <a:pt x="8761506" y="1509129"/>
                </a:lnTo>
                <a:lnTo>
                  <a:pt x="8798207" y="1476452"/>
                </a:lnTo>
                <a:lnTo>
                  <a:pt x="8835159" y="1444101"/>
                </a:lnTo>
                <a:lnTo>
                  <a:pt x="8872360" y="1412075"/>
                </a:lnTo>
                <a:lnTo>
                  <a:pt x="8909808" y="1380375"/>
                </a:lnTo>
                <a:lnTo>
                  <a:pt x="8947501" y="1349004"/>
                </a:lnTo>
                <a:lnTo>
                  <a:pt x="8985435" y="1317962"/>
                </a:lnTo>
                <a:lnTo>
                  <a:pt x="9023610" y="1287250"/>
                </a:lnTo>
                <a:lnTo>
                  <a:pt x="9062022" y="1256869"/>
                </a:lnTo>
                <a:lnTo>
                  <a:pt x="9100669" y="1226820"/>
                </a:lnTo>
                <a:lnTo>
                  <a:pt x="9139549" y="1197105"/>
                </a:lnTo>
                <a:lnTo>
                  <a:pt x="9178660" y="1167725"/>
                </a:lnTo>
                <a:lnTo>
                  <a:pt x="9217999" y="1138681"/>
                </a:lnTo>
                <a:lnTo>
                  <a:pt x="9257564" y="1109974"/>
                </a:lnTo>
                <a:lnTo>
                  <a:pt x="9297353" y="1081604"/>
                </a:lnTo>
                <a:lnTo>
                  <a:pt x="9337364" y="1053574"/>
                </a:lnTo>
                <a:lnTo>
                  <a:pt x="9377594" y="1025884"/>
                </a:lnTo>
                <a:lnTo>
                  <a:pt x="9418040" y="998536"/>
                </a:lnTo>
                <a:lnTo>
                  <a:pt x="9458702" y="971530"/>
                </a:lnTo>
                <a:lnTo>
                  <a:pt x="9499575" y="944868"/>
                </a:lnTo>
                <a:lnTo>
                  <a:pt x="9540659" y="918551"/>
                </a:lnTo>
                <a:lnTo>
                  <a:pt x="9581950" y="892580"/>
                </a:lnTo>
                <a:lnTo>
                  <a:pt x="9623447" y="866956"/>
                </a:lnTo>
                <a:lnTo>
                  <a:pt x="9665147" y="841681"/>
                </a:lnTo>
                <a:lnTo>
                  <a:pt x="9707048" y="816754"/>
                </a:lnTo>
                <a:lnTo>
                  <a:pt x="9749147" y="792179"/>
                </a:lnTo>
                <a:lnTo>
                  <a:pt x="9791443" y="767955"/>
                </a:lnTo>
                <a:lnTo>
                  <a:pt x="9833932" y="744083"/>
                </a:lnTo>
                <a:lnTo>
                  <a:pt x="9876613" y="720566"/>
                </a:lnTo>
                <a:lnTo>
                  <a:pt x="9919484" y="697404"/>
                </a:lnTo>
                <a:lnTo>
                  <a:pt x="9962542" y="674598"/>
                </a:lnTo>
                <a:lnTo>
                  <a:pt x="10005784" y="652149"/>
                </a:lnTo>
                <a:lnTo>
                  <a:pt x="10049209" y="630059"/>
                </a:lnTo>
                <a:lnTo>
                  <a:pt x="10092814" y="608328"/>
                </a:lnTo>
                <a:lnTo>
                  <a:pt x="10136597" y="586958"/>
                </a:lnTo>
                <a:lnTo>
                  <a:pt x="10180556" y="565950"/>
                </a:lnTo>
                <a:lnTo>
                  <a:pt x="10224688" y="545304"/>
                </a:lnTo>
                <a:lnTo>
                  <a:pt x="10268991" y="525023"/>
                </a:lnTo>
                <a:lnTo>
                  <a:pt x="10313463" y="505107"/>
                </a:lnTo>
                <a:lnTo>
                  <a:pt x="10358101" y="485558"/>
                </a:lnTo>
                <a:lnTo>
                  <a:pt x="10402903" y="466376"/>
                </a:lnTo>
                <a:lnTo>
                  <a:pt x="10447868" y="447563"/>
                </a:lnTo>
                <a:lnTo>
                  <a:pt x="10492991" y="429119"/>
                </a:lnTo>
                <a:lnTo>
                  <a:pt x="10538272" y="411046"/>
                </a:lnTo>
                <a:lnTo>
                  <a:pt x="10583708" y="393346"/>
                </a:lnTo>
                <a:lnTo>
                  <a:pt x="10629297" y="376018"/>
                </a:lnTo>
                <a:lnTo>
                  <a:pt x="10675036" y="359065"/>
                </a:lnTo>
                <a:lnTo>
                  <a:pt x="10720923" y="342487"/>
                </a:lnTo>
                <a:lnTo>
                  <a:pt x="10766956" y="326286"/>
                </a:lnTo>
                <a:lnTo>
                  <a:pt x="10813132" y="310462"/>
                </a:lnTo>
                <a:lnTo>
                  <a:pt x="10859450" y="295018"/>
                </a:lnTo>
                <a:lnTo>
                  <a:pt x="10905907" y="279953"/>
                </a:lnTo>
                <a:lnTo>
                  <a:pt x="10952500" y="265269"/>
                </a:lnTo>
                <a:lnTo>
                  <a:pt x="10999227" y="250968"/>
                </a:lnTo>
                <a:lnTo>
                  <a:pt x="11046087" y="237049"/>
                </a:lnTo>
                <a:lnTo>
                  <a:pt x="11093076" y="223516"/>
                </a:lnTo>
                <a:lnTo>
                  <a:pt x="11140193" y="210368"/>
                </a:lnTo>
                <a:lnTo>
                  <a:pt x="11187434" y="197606"/>
                </a:lnTo>
                <a:lnTo>
                  <a:pt x="11234799" y="185233"/>
                </a:lnTo>
                <a:lnTo>
                  <a:pt x="11282284" y="173248"/>
                </a:lnTo>
                <a:lnTo>
                  <a:pt x="11329888" y="161654"/>
                </a:lnTo>
                <a:lnTo>
                  <a:pt x="11377607" y="150451"/>
                </a:lnTo>
                <a:lnTo>
                  <a:pt x="11425440" y="139640"/>
                </a:lnTo>
                <a:lnTo>
                  <a:pt x="11473385" y="129223"/>
                </a:lnTo>
                <a:lnTo>
                  <a:pt x="11521439" y="119201"/>
                </a:lnTo>
                <a:lnTo>
                  <a:pt x="11569599" y="109574"/>
                </a:lnTo>
                <a:lnTo>
                  <a:pt x="11617864" y="100344"/>
                </a:lnTo>
                <a:lnTo>
                  <a:pt x="11666231" y="91512"/>
                </a:lnTo>
                <a:lnTo>
                  <a:pt x="11714698" y="83080"/>
                </a:lnTo>
                <a:lnTo>
                  <a:pt x="11763263" y="75047"/>
                </a:lnTo>
                <a:lnTo>
                  <a:pt x="11811923" y="67417"/>
                </a:lnTo>
                <a:lnTo>
                  <a:pt x="11860676" y="60188"/>
                </a:lnTo>
                <a:lnTo>
                  <a:pt x="11909519" y="53364"/>
                </a:lnTo>
                <a:lnTo>
                  <a:pt x="11958451" y="46944"/>
                </a:lnTo>
                <a:lnTo>
                  <a:pt x="12007470" y="40931"/>
                </a:lnTo>
                <a:lnTo>
                  <a:pt x="12056572" y="35324"/>
                </a:lnTo>
                <a:lnTo>
                  <a:pt x="12105756" y="30126"/>
                </a:lnTo>
                <a:lnTo>
                  <a:pt x="12155019" y="25337"/>
                </a:lnTo>
                <a:lnTo>
                  <a:pt x="12204359" y="20958"/>
                </a:lnTo>
                <a:lnTo>
                  <a:pt x="12253773" y="16991"/>
                </a:lnTo>
                <a:lnTo>
                  <a:pt x="12303260" y="13437"/>
                </a:lnTo>
                <a:lnTo>
                  <a:pt x="12352818" y="10297"/>
                </a:lnTo>
                <a:lnTo>
                  <a:pt x="12402443" y="7572"/>
                </a:lnTo>
                <a:lnTo>
                  <a:pt x="12452133" y="5263"/>
                </a:lnTo>
                <a:lnTo>
                  <a:pt x="12501887" y="3371"/>
                </a:lnTo>
                <a:lnTo>
                  <a:pt x="12551701" y="1898"/>
                </a:lnTo>
                <a:lnTo>
                  <a:pt x="12601574" y="844"/>
                </a:lnTo>
                <a:lnTo>
                  <a:pt x="12651504" y="211"/>
                </a:lnTo>
                <a:lnTo>
                  <a:pt x="12701487" y="0"/>
                </a:lnTo>
                <a:lnTo>
                  <a:pt x="13158798" y="0"/>
                </a:lnTo>
              </a:path>
            </a:pathLst>
          </a:custGeom>
          <a:ln w="19050">
            <a:gradFill>
              <a:gsLst>
                <a:gs pos="18000">
                  <a:schemeClr val="accent2"/>
                </a:gs>
                <a:gs pos="0">
                  <a:schemeClr val="bg1">
                    <a:alpha val="0"/>
                  </a:schemeClr>
                </a:gs>
              </a:gsLst>
              <a:lin ang="5400000" scaled="0"/>
            </a:gradFill>
          </a:ln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96D25958-B46E-CFC9-AC49-7ABE8ABF93FF}"/>
              </a:ext>
            </a:extLst>
          </p:cNvPr>
          <p:cNvCxnSpPr>
            <a:cxnSpLocks/>
          </p:cNvCxnSpPr>
          <p:nvPr/>
        </p:nvCxnSpPr>
        <p:spPr>
          <a:xfrm flipH="1">
            <a:off x="5631543" y="6678798"/>
            <a:ext cx="5683420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36739765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Blank - Escur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object 2">
            <a:extLst>
              <a:ext uri="{FF2B5EF4-FFF2-40B4-BE49-F238E27FC236}">
                <a16:creationId xmlns:a16="http://schemas.microsoft.com/office/drawing/2014/main" id="{A681700C-71BD-D5FF-337B-E92F200670CC}"/>
              </a:ext>
            </a:extLst>
          </p:cNvPr>
          <p:cNvSpPr/>
          <p:nvPr userDrawn="1"/>
        </p:nvSpPr>
        <p:spPr>
          <a:xfrm>
            <a:off x="0" y="6256325"/>
            <a:ext cx="12198846" cy="601675"/>
          </a:xfrm>
          <a:custGeom>
            <a:avLst/>
            <a:gdLst/>
            <a:ahLst/>
            <a:cxnLst/>
            <a:rect l="l" t="t" r="r" b="b"/>
            <a:pathLst>
              <a:path w="20085685" h="767079">
                <a:moveTo>
                  <a:pt x="20085514" y="0"/>
                </a:moveTo>
                <a:lnTo>
                  <a:pt x="0" y="0"/>
                </a:lnTo>
                <a:lnTo>
                  <a:pt x="0" y="766887"/>
                </a:lnTo>
                <a:lnTo>
                  <a:pt x="20085514" y="766887"/>
                </a:lnTo>
                <a:lnTo>
                  <a:pt x="20085514" y="0"/>
                </a:lnTo>
                <a:close/>
              </a:path>
            </a:pathLst>
          </a:custGeom>
          <a:gradFill>
            <a:gsLst>
              <a:gs pos="0">
                <a:srgbClr val="9CC7CE"/>
              </a:gs>
              <a:gs pos="56000">
                <a:schemeClr val="accent2">
                  <a:lumMod val="90000"/>
                </a:schemeClr>
              </a:gs>
            </a:gsLst>
            <a:lin ang="1200000" scaled="0"/>
          </a:gradFill>
        </p:spPr>
        <p:txBody>
          <a:bodyPr wrap="square" lIns="0" tIns="0" rIns="0" bIns="0" rtlCol="0"/>
          <a:lstStyle/>
          <a:p>
            <a:pPr defTabSz="554492"/>
            <a:endParaRPr sz="1092" kern="0">
              <a:solidFill>
                <a:sysClr val="windowText" lastClr="000000"/>
              </a:solidFill>
            </a:endParaRPr>
          </a:p>
        </p:txBody>
      </p:sp>
      <p:sp>
        <p:nvSpPr>
          <p:cNvPr id="2" name="Espaço Reservado para Número de Slide 5">
            <a:extLst>
              <a:ext uri="{FF2B5EF4-FFF2-40B4-BE49-F238E27FC236}">
                <a16:creationId xmlns:a16="http://schemas.microsoft.com/office/drawing/2014/main" id="{7BF4513D-9B28-5CD9-5A1C-C92D5952009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tx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18554314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19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1_Disclaimer - Branc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8">
            <a:extLst>
              <a:ext uri="{FF2B5EF4-FFF2-40B4-BE49-F238E27FC236}">
                <a16:creationId xmlns:a16="http://schemas.microsoft.com/office/drawing/2014/main" id="{0A77DBCB-2AB5-6CB5-41F8-C0F34878DCC3}"/>
              </a:ext>
            </a:extLst>
          </p:cNvPr>
          <p:cNvPicPr>
            <a:picLocks noChangeAspect="1"/>
          </p:cNvPicPr>
          <p:nvPr/>
        </p:nvPicPr>
        <p:blipFill rotWithShape="1">
          <a:blip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 l="-8117" t="-23966" r="-8117" b="-23966"/>
          <a:stretch/>
        </p:blipFill>
        <p:spPr>
          <a:xfrm>
            <a:off x="271656" y="6354582"/>
            <a:ext cx="889861" cy="385348"/>
          </a:xfrm>
          <a:prstGeom prst="rect">
            <a:avLst/>
          </a:prstGeom>
        </p:spPr>
      </p:pic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B6F1873E-A461-1060-F030-72F82DE78FD5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8441175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tx1">
                    <a:lumMod val="85000"/>
                    <a:lumOff val="15000"/>
                  </a:schemeClr>
                </a:solidFill>
              </a:defRPr>
            </a:lvl1pPr>
          </a:lstStyle>
          <a:p>
            <a:pPr lvl="0"/>
            <a:r>
              <a:rPr lang="en-US"/>
              <a:t>Disclaimer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03F3B14A-4381-EE52-0164-94E04FE17DB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2" y="1103586"/>
            <a:ext cx="11522075" cy="5133702"/>
          </a:xfrm>
          <a:prstGeom prst="rect">
            <a:avLst/>
          </a:prstGeom>
        </p:spPr>
        <p:txBody>
          <a:bodyPr lIns="0" tIns="0" rIns="0" bIns="0"/>
          <a:lstStyle>
            <a:lvl1pPr marL="0" indent="0" algn="just">
              <a:lnSpc>
                <a:spcPct val="1000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85000"/>
                    <a:lumOff val="15000"/>
                  </a:schemeClr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39C03017-6CEE-FFFF-8135-D661C0DBBC37}"/>
              </a:ext>
            </a:extLst>
          </p:cNvPr>
          <p:cNvCxnSpPr>
            <a:cxnSpLocks/>
          </p:cNvCxnSpPr>
          <p:nvPr/>
        </p:nvCxnSpPr>
        <p:spPr>
          <a:xfrm>
            <a:off x="0" y="169333"/>
            <a:ext cx="12192000" cy="0"/>
          </a:xfrm>
          <a:prstGeom prst="line">
            <a:avLst/>
          </a:prstGeom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object 4">
            <a:extLst>
              <a:ext uri="{FF2B5EF4-FFF2-40B4-BE49-F238E27FC236}">
                <a16:creationId xmlns:a16="http://schemas.microsoft.com/office/drawing/2014/main" id="{364C00B2-B10F-B792-45F6-A57A8A301C42}"/>
              </a:ext>
            </a:extLst>
          </p:cNvPr>
          <p:cNvSpPr/>
          <p:nvPr/>
        </p:nvSpPr>
        <p:spPr>
          <a:xfrm rot="10247908" flipH="1">
            <a:off x="5877252" y="-4146683"/>
            <a:ext cx="8001039" cy="5749648"/>
          </a:xfrm>
          <a:custGeom>
            <a:avLst/>
            <a:gdLst>
              <a:gd name="connsiteX0" fmla="*/ 0 w 13940157"/>
              <a:gd name="connsiteY0" fmla="*/ 9200719 h 9456078"/>
              <a:gd name="connsiteX1" fmla="*/ 781360 w 13940157"/>
              <a:gd name="connsiteY1" fmla="*/ 9456078 h 9456078"/>
              <a:gd name="connsiteX2" fmla="*/ 831337 w 13940157"/>
              <a:gd name="connsiteY2" fmla="*/ 9455836 h 9456078"/>
              <a:gd name="connsiteX3" fmla="*/ 881253 w 13940157"/>
              <a:gd name="connsiteY3" fmla="*/ 9455111 h 9456078"/>
              <a:gd name="connsiteX4" fmla="*/ 931102 w 13940157"/>
              <a:gd name="connsiteY4" fmla="*/ 9453904 h 9456078"/>
              <a:gd name="connsiteX5" fmla="*/ 980884 w 13940157"/>
              <a:gd name="connsiteY5" fmla="*/ 9452217 h 9456078"/>
              <a:gd name="connsiteX6" fmla="*/ 1030594 w 13940157"/>
              <a:gd name="connsiteY6" fmla="*/ 9450052 h 9456078"/>
              <a:gd name="connsiteX7" fmla="*/ 1080230 w 13940157"/>
              <a:gd name="connsiteY7" fmla="*/ 9447409 h 9456078"/>
              <a:gd name="connsiteX8" fmla="*/ 1129789 w 13940157"/>
              <a:gd name="connsiteY8" fmla="*/ 9444290 h 9456078"/>
              <a:gd name="connsiteX9" fmla="*/ 1179267 w 13940157"/>
              <a:gd name="connsiteY9" fmla="*/ 9440698 h 9456078"/>
              <a:gd name="connsiteX10" fmla="*/ 1228662 w 13940157"/>
              <a:gd name="connsiteY10" fmla="*/ 9436632 h 9456078"/>
              <a:gd name="connsiteX11" fmla="*/ 1277970 w 13940157"/>
              <a:gd name="connsiteY11" fmla="*/ 9432096 h 9456078"/>
              <a:gd name="connsiteX12" fmla="*/ 1327189 w 13940157"/>
              <a:gd name="connsiteY12" fmla="*/ 9427089 h 9456078"/>
              <a:gd name="connsiteX13" fmla="*/ 1376316 w 13940157"/>
              <a:gd name="connsiteY13" fmla="*/ 9421615 h 9456078"/>
              <a:gd name="connsiteX14" fmla="*/ 1425347 w 13940157"/>
              <a:gd name="connsiteY14" fmla="*/ 9415673 h 9456078"/>
              <a:gd name="connsiteX15" fmla="*/ 1474280 w 13940157"/>
              <a:gd name="connsiteY15" fmla="*/ 9409267 h 9456078"/>
              <a:gd name="connsiteX16" fmla="*/ 1523111 w 13940157"/>
              <a:gd name="connsiteY16" fmla="*/ 9402396 h 9456078"/>
              <a:gd name="connsiteX17" fmla="*/ 1571838 w 13940157"/>
              <a:gd name="connsiteY17" fmla="*/ 9395063 h 9456078"/>
              <a:gd name="connsiteX18" fmla="*/ 1620458 w 13940157"/>
              <a:gd name="connsiteY18" fmla="*/ 9387270 h 9456078"/>
              <a:gd name="connsiteX19" fmla="*/ 1668967 w 13940157"/>
              <a:gd name="connsiteY19" fmla="*/ 9379017 h 9456078"/>
              <a:gd name="connsiteX20" fmla="*/ 1717362 w 13940157"/>
              <a:gd name="connsiteY20" fmla="*/ 9370306 h 9456078"/>
              <a:gd name="connsiteX21" fmla="*/ 1765641 w 13940157"/>
              <a:gd name="connsiteY21" fmla="*/ 9361139 h 9456078"/>
              <a:gd name="connsiteX22" fmla="*/ 1813800 w 13940157"/>
              <a:gd name="connsiteY22" fmla="*/ 9351517 h 9456078"/>
              <a:gd name="connsiteX23" fmla="*/ 1861837 w 13940157"/>
              <a:gd name="connsiteY23" fmla="*/ 9341441 h 9456078"/>
              <a:gd name="connsiteX24" fmla="*/ 1909749 w 13940157"/>
              <a:gd name="connsiteY24" fmla="*/ 9330914 h 9456078"/>
              <a:gd name="connsiteX25" fmla="*/ 1957532 w 13940157"/>
              <a:gd name="connsiteY25" fmla="*/ 9319936 h 9456078"/>
              <a:gd name="connsiteX26" fmla="*/ 2005183 w 13940157"/>
              <a:gd name="connsiteY26" fmla="*/ 9308509 h 9456078"/>
              <a:gd name="connsiteX27" fmla="*/ 2052699 w 13940157"/>
              <a:gd name="connsiteY27" fmla="*/ 9296635 h 9456078"/>
              <a:gd name="connsiteX28" fmla="*/ 2100079 w 13940157"/>
              <a:gd name="connsiteY28" fmla="*/ 9284315 h 9456078"/>
              <a:gd name="connsiteX29" fmla="*/ 2147317 w 13940157"/>
              <a:gd name="connsiteY29" fmla="*/ 9271550 h 9456078"/>
              <a:gd name="connsiteX30" fmla="*/ 2194412 w 13940157"/>
              <a:gd name="connsiteY30" fmla="*/ 9258342 h 9456078"/>
              <a:gd name="connsiteX31" fmla="*/ 2241360 w 13940157"/>
              <a:gd name="connsiteY31" fmla="*/ 9244693 h 9456078"/>
              <a:gd name="connsiteX32" fmla="*/ 2288159 w 13940157"/>
              <a:gd name="connsiteY32" fmla="*/ 9230604 h 9456078"/>
              <a:gd name="connsiteX33" fmla="*/ 2334805 w 13940157"/>
              <a:gd name="connsiteY33" fmla="*/ 9216076 h 9456078"/>
              <a:gd name="connsiteX34" fmla="*/ 2381295 w 13940157"/>
              <a:gd name="connsiteY34" fmla="*/ 9201111 h 9456078"/>
              <a:gd name="connsiteX35" fmla="*/ 2427627 w 13940157"/>
              <a:gd name="connsiteY35" fmla="*/ 9185710 h 9456078"/>
              <a:gd name="connsiteX36" fmla="*/ 2473797 w 13940157"/>
              <a:gd name="connsiteY36" fmla="*/ 9169876 h 9456078"/>
              <a:gd name="connsiteX37" fmla="*/ 2519802 w 13940157"/>
              <a:gd name="connsiteY37" fmla="*/ 9153608 h 9456078"/>
              <a:gd name="connsiteX38" fmla="*/ 2565640 w 13940157"/>
              <a:gd name="connsiteY38" fmla="*/ 9136910 h 9456078"/>
              <a:gd name="connsiteX39" fmla="*/ 2611307 w 13940157"/>
              <a:gd name="connsiteY39" fmla="*/ 9119782 h 9456078"/>
              <a:gd name="connsiteX40" fmla="*/ 2656800 w 13940157"/>
              <a:gd name="connsiteY40" fmla="*/ 9102226 h 9456078"/>
              <a:gd name="connsiteX41" fmla="*/ 2702116 w 13940157"/>
              <a:gd name="connsiteY41" fmla="*/ 9084243 h 9456078"/>
              <a:gd name="connsiteX42" fmla="*/ 2747253 w 13940157"/>
              <a:gd name="connsiteY42" fmla="*/ 9065835 h 9456078"/>
              <a:gd name="connsiteX43" fmla="*/ 2792207 w 13940157"/>
              <a:gd name="connsiteY43" fmla="*/ 9047004 h 9456078"/>
              <a:gd name="connsiteX44" fmla="*/ 2836975 w 13940157"/>
              <a:gd name="connsiteY44" fmla="*/ 9027750 h 9456078"/>
              <a:gd name="connsiteX45" fmla="*/ 2881555 w 13940157"/>
              <a:gd name="connsiteY45" fmla="*/ 9008075 h 9456078"/>
              <a:gd name="connsiteX46" fmla="*/ 2925942 w 13940157"/>
              <a:gd name="connsiteY46" fmla="*/ 8987981 h 9456078"/>
              <a:gd name="connsiteX47" fmla="*/ 2970135 w 13940157"/>
              <a:gd name="connsiteY47" fmla="*/ 8967470 h 9456078"/>
              <a:gd name="connsiteX48" fmla="*/ 3014130 w 13940157"/>
              <a:gd name="connsiteY48" fmla="*/ 8946542 h 9456078"/>
              <a:gd name="connsiteX49" fmla="*/ 3057924 w 13940157"/>
              <a:gd name="connsiteY49" fmla="*/ 8925199 h 9456078"/>
              <a:gd name="connsiteX50" fmla="*/ 3101514 w 13940157"/>
              <a:gd name="connsiteY50" fmla="*/ 8903443 h 9456078"/>
              <a:gd name="connsiteX51" fmla="*/ 3144898 w 13940157"/>
              <a:gd name="connsiteY51" fmla="*/ 8881275 h 9456078"/>
              <a:gd name="connsiteX52" fmla="*/ 3188071 w 13940157"/>
              <a:gd name="connsiteY52" fmla="*/ 8858697 h 9456078"/>
              <a:gd name="connsiteX53" fmla="*/ 3231032 w 13940157"/>
              <a:gd name="connsiteY53" fmla="*/ 8835710 h 9456078"/>
              <a:gd name="connsiteX54" fmla="*/ 3273777 w 13940157"/>
              <a:gd name="connsiteY54" fmla="*/ 8812316 h 9456078"/>
              <a:gd name="connsiteX55" fmla="*/ 3316303 w 13940157"/>
              <a:gd name="connsiteY55" fmla="*/ 8788516 h 9456078"/>
              <a:gd name="connsiteX56" fmla="*/ 3358607 w 13940157"/>
              <a:gd name="connsiteY56" fmla="*/ 8764311 h 9456078"/>
              <a:gd name="connsiteX57" fmla="*/ 3400686 w 13940157"/>
              <a:gd name="connsiteY57" fmla="*/ 8739704 h 9456078"/>
              <a:gd name="connsiteX58" fmla="*/ 3442537 w 13940157"/>
              <a:gd name="connsiteY58" fmla="*/ 8714695 h 9456078"/>
              <a:gd name="connsiteX59" fmla="*/ 3484157 w 13940157"/>
              <a:gd name="connsiteY59" fmla="*/ 8689286 h 9456078"/>
              <a:gd name="connsiteX60" fmla="*/ 3525543 w 13940157"/>
              <a:gd name="connsiteY60" fmla="*/ 8663479 h 9456078"/>
              <a:gd name="connsiteX61" fmla="*/ 3566693 w 13940157"/>
              <a:gd name="connsiteY61" fmla="*/ 8637274 h 9456078"/>
              <a:gd name="connsiteX62" fmla="*/ 3607602 w 13940157"/>
              <a:gd name="connsiteY62" fmla="*/ 8610675 h 9456078"/>
              <a:gd name="connsiteX63" fmla="*/ 3648268 w 13940157"/>
              <a:gd name="connsiteY63" fmla="*/ 8583681 h 9456078"/>
              <a:gd name="connsiteX64" fmla="*/ 3688689 w 13940157"/>
              <a:gd name="connsiteY64" fmla="*/ 8556295 h 9456078"/>
              <a:gd name="connsiteX65" fmla="*/ 3728860 w 13940157"/>
              <a:gd name="connsiteY65" fmla="*/ 8528517 h 9456078"/>
              <a:gd name="connsiteX66" fmla="*/ 3768779 w 13940157"/>
              <a:gd name="connsiteY66" fmla="*/ 8500351 h 9456078"/>
              <a:gd name="connsiteX67" fmla="*/ 3808443 w 13940157"/>
              <a:gd name="connsiteY67" fmla="*/ 8471796 h 9456078"/>
              <a:gd name="connsiteX68" fmla="*/ 3847849 w 13940157"/>
              <a:gd name="connsiteY68" fmla="*/ 8442854 h 9456078"/>
              <a:gd name="connsiteX69" fmla="*/ 3886994 w 13940157"/>
              <a:gd name="connsiteY69" fmla="*/ 8413528 h 9456078"/>
              <a:gd name="connsiteX70" fmla="*/ 3925875 w 13940157"/>
              <a:gd name="connsiteY70" fmla="*/ 8383818 h 9456078"/>
              <a:gd name="connsiteX71" fmla="*/ 3964489 w 13940157"/>
              <a:gd name="connsiteY71" fmla="*/ 8353726 h 9456078"/>
              <a:gd name="connsiteX72" fmla="*/ 4002833 w 13940157"/>
              <a:gd name="connsiteY72" fmla="*/ 8323253 h 9456078"/>
              <a:gd name="connsiteX73" fmla="*/ 4040904 w 13940157"/>
              <a:gd name="connsiteY73" fmla="*/ 8292401 h 9456078"/>
              <a:gd name="connsiteX74" fmla="*/ 4078699 w 13940157"/>
              <a:gd name="connsiteY74" fmla="*/ 8261172 h 9456078"/>
              <a:gd name="connsiteX75" fmla="*/ 4116214 w 13940157"/>
              <a:gd name="connsiteY75" fmla="*/ 8229566 h 9456078"/>
              <a:gd name="connsiteX76" fmla="*/ 4153447 w 13940157"/>
              <a:gd name="connsiteY76" fmla="*/ 8197585 h 9456078"/>
              <a:gd name="connsiteX77" fmla="*/ 4190395 w 13940157"/>
              <a:gd name="connsiteY77" fmla="*/ 8165232 h 9456078"/>
              <a:gd name="connsiteX78" fmla="*/ 4227055 w 13940157"/>
              <a:gd name="connsiteY78" fmla="*/ 8132507 h 9456078"/>
              <a:gd name="connsiteX79" fmla="*/ 4263424 w 13940157"/>
              <a:gd name="connsiteY79" fmla="*/ 8099411 h 9456078"/>
              <a:gd name="connsiteX80" fmla="*/ 4299499 w 13940157"/>
              <a:gd name="connsiteY80" fmla="*/ 8065947 h 9456078"/>
              <a:gd name="connsiteX81" fmla="*/ 4335276 w 13940157"/>
              <a:gd name="connsiteY81" fmla="*/ 8032115 h 9456078"/>
              <a:gd name="connsiteX82" fmla="*/ 4370753 w 13940157"/>
              <a:gd name="connsiteY82" fmla="*/ 7997918 h 9456078"/>
              <a:gd name="connsiteX83" fmla="*/ 4405927 w 13940157"/>
              <a:gd name="connsiteY83" fmla="*/ 7963356 h 9456078"/>
              <a:gd name="connsiteX84" fmla="*/ 4440795 w 13940157"/>
              <a:gd name="connsiteY84" fmla="*/ 7928432 h 9456078"/>
              <a:gd name="connsiteX85" fmla="*/ 4475354 w 13940157"/>
              <a:gd name="connsiteY85" fmla="*/ 7893146 h 9456078"/>
              <a:gd name="connsiteX86" fmla="*/ 4509600 w 13940157"/>
              <a:gd name="connsiteY86" fmla="*/ 7857501 h 9456078"/>
              <a:gd name="connsiteX87" fmla="*/ 4543531 w 13940157"/>
              <a:gd name="connsiteY87" fmla="*/ 7821497 h 9456078"/>
              <a:gd name="connsiteX88" fmla="*/ 4577143 w 13940157"/>
              <a:gd name="connsiteY88" fmla="*/ 7785136 h 9456078"/>
              <a:gd name="connsiteX89" fmla="*/ 4610435 w 13940157"/>
              <a:gd name="connsiteY89" fmla="*/ 7748420 h 9456078"/>
              <a:gd name="connsiteX90" fmla="*/ 4643402 w 13940157"/>
              <a:gd name="connsiteY90" fmla="*/ 7711350 h 9456078"/>
              <a:gd name="connsiteX91" fmla="*/ 4676042 w 13940157"/>
              <a:gd name="connsiteY91" fmla="*/ 7673928 h 9456078"/>
              <a:gd name="connsiteX92" fmla="*/ 4708351 w 13940157"/>
              <a:gd name="connsiteY92" fmla="*/ 7636155 h 9456078"/>
              <a:gd name="connsiteX93" fmla="*/ 4740327 w 13940157"/>
              <a:gd name="connsiteY93" fmla="*/ 7598032 h 9456078"/>
              <a:gd name="connsiteX94" fmla="*/ 4771967 w 13940157"/>
              <a:gd name="connsiteY94" fmla="*/ 7559561 h 9456078"/>
              <a:gd name="connsiteX95" fmla="*/ 4803267 w 13940157"/>
              <a:gd name="connsiteY95" fmla="*/ 7520744 h 9456078"/>
              <a:gd name="connsiteX96" fmla="*/ 4834225 w 13940157"/>
              <a:gd name="connsiteY96" fmla="*/ 7481582 h 9456078"/>
              <a:gd name="connsiteX97" fmla="*/ 4864838 w 13940157"/>
              <a:gd name="connsiteY97" fmla="*/ 7442077 h 9456078"/>
              <a:gd name="connsiteX98" fmla="*/ 8803671 w 13940157"/>
              <a:gd name="connsiteY98" fmla="*/ 2307814 h 9456078"/>
              <a:gd name="connsiteX99" fmla="*/ 8834262 w 13940157"/>
              <a:gd name="connsiteY99" fmla="*/ 2268285 h 9456078"/>
              <a:gd name="connsiteX100" fmla="*/ 8865156 w 13940157"/>
              <a:gd name="connsiteY100" fmla="*/ 2229056 h 9456078"/>
              <a:gd name="connsiteX101" fmla="*/ 8896349 w 13940157"/>
              <a:gd name="connsiteY101" fmla="*/ 2190127 h 9456078"/>
              <a:gd name="connsiteX102" fmla="*/ 8927839 w 13940157"/>
              <a:gd name="connsiteY102" fmla="*/ 2151500 h 9456078"/>
              <a:gd name="connsiteX103" fmla="*/ 8959624 w 13940157"/>
              <a:gd name="connsiteY103" fmla="*/ 2113176 h 9456078"/>
              <a:gd name="connsiteX104" fmla="*/ 8991701 w 13940157"/>
              <a:gd name="connsiteY104" fmla="*/ 2075157 h 9456078"/>
              <a:gd name="connsiteX105" fmla="*/ 9024069 w 13940157"/>
              <a:gd name="connsiteY105" fmla="*/ 2037442 h 9456078"/>
              <a:gd name="connsiteX106" fmla="*/ 9056725 w 13940157"/>
              <a:gd name="connsiteY106" fmla="*/ 2000034 h 9456078"/>
              <a:gd name="connsiteX107" fmla="*/ 9089667 w 13940157"/>
              <a:gd name="connsiteY107" fmla="*/ 1962934 h 9456078"/>
              <a:gd name="connsiteX108" fmla="*/ 9122892 w 13940157"/>
              <a:gd name="connsiteY108" fmla="*/ 1926142 h 9456078"/>
              <a:gd name="connsiteX109" fmla="*/ 9156398 w 13940157"/>
              <a:gd name="connsiteY109" fmla="*/ 1889660 h 9456078"/>
              <a:gd name="connsiteX110" fmla="*/ 9190183 w 13940157"/>
              <a:gd name="connsiteY110" fmla="*/ 1853489 h 9456078"/>
              <a:gd name="connsiteX111" fmla="*/ 9224245 w 13940157"/>
              <a:gd name="connsiteY111" fmla="*/ 1817630 h 9456078"/>
              <a:gd name="connsiteX112" fmla="*/ 9258581 w 13940157"/>
              <a:gd name="connsiteY112" fmla="*/ 1782084 h 9456078"/>
              <a:gd name="connsiteX113" fmla="*/ 9293189 w 13940157"/>
              <a:gd name="connsiteY113" fmla="*/ 1746853 h 9456078"/>
              <a:gd name="connsiteX114" fmla="*/ 9328066 w 13940157"/>
              <a:gd name="connsiteY114" fmla="*/ 1711937 h 9456078"/>
              <a:gd name="connsiteX115" fmla="*/ 9363211 w 13940157"/>
              <a:gd name="connsiteY115" fmla="*/ 1677337 h 9456078"/>
              <a:gd name="connsiteX116" fmla="*/ 9398621 w 13940157"/>
              <a:gd name="connsiteY116" fmla="*/ 1643056 h 9456078"/>
              <a:gd name="connsiteX117" fmla="*/ 9434294 w 13940157"/>
              <a:gd name="connsiteY117" fmla="*/ 1609093 h 9456078"/>
              <a:gd name="connsiteX118" fmla="*/ 9470227 w 13940157"/>
              <a:gd name="connsiteY118" fmla="*/ 1575450 h 9456078"/>
              <a:gd name="connsiteX119" fmla="*/ 9506418 w 13940157"/>
              <a:gd name="connsiteY119" fmla="*/ 1542128 h 9456078"/>
              <a:gd name="connsiteX120" fmla="*/ 9542866 w 13940157"/>
              <a:gd name="connsiteY120" fmla="*/ 1509129 h 9456078"/>
              <a:gd name="connsiteX121" fmla="*/ 9579567 w 13940157"/>
              <a:gd name="connsiteY121" fmla="*/ 1476452 h 9456078"/>
              <a:gd name="connsiteX122" fmla="*/ 9616519 w 13940157"/>
              <a:gd name="connsiteY122" fmla="*/ 1444101 h 9456078"/>
              <a:gd name="connsiteX123" fmla="*/ 9653720 w 13940157"/>
              <a:gd name="connsiteY123" fmla="*/ 1412075 h 9456078"/>
              <a:gd name="connsiteX124" fmla="*/ 9691168 w 13940157"/>
              <a:gd name="connsiteY124" fmla="*/ 1380375 h 9456078"/>
              <a:gd name="connsiteX125" fmla="*/ 9728861 w 13940157"/>
              <a:gd name="connsiteY125" fmla="*/ 1349004 h 9456078"/>
              <a:gd name="connsiteX126" fmla="*/ 9766795 w 13940157"/>
              <a:gd name="connsiteY126" fmla="*/ 1317962 h 9456078"/>
              <a:gd name="connsiteX127" fmla="*/ 9804970 w 13940157"/>
              <a:gd name="connsiteY127" fmla="*/ 1287250 h 9456078"/>
              <a:gd name="connsiteX128" fmla="*/ 9843382 w 13940157"/>
              <a:gd name="connsiteY128" fmla="*/ 1256869 h 9456078"/>
              <a:gd name="connsiteX129" fmla="*/ 9882029 w 13940157"/>
              <a:gd name="connsiteY129" fmla="*/ 1226820 h 9456078"/>
              <a:gd name="connsiteX130" fmla="*/ 9920909 w 13940157"/>
              <a:gd name="connsiteY130" fmla="*/ 1197105 h 9456078"/>
              <a:gd name="connsiteX131" fmla="*/ 9960020 w 13940157"/>
              <a:gd name="connsiteY131" fmla="*/ 1167725 h 9456078"/>
              <a:gd name="connsiteX132" fmla="*/ 9999359 w 13940157"/>
              <a:gd name="connsiteY132" fmla="*/ 1138681 h 9456078"/>
              <a:gd name="connsiteX133" fmla="*/ 10038924 w 13940157"/>
              <a:gd name="connsiteY133" fmla="*/ 1109974 h 9456078"/>
              <a:gd name="connsiteX134" fmla="*/ 10078713 w 13940157"/>
              <a:gd name="connsiteY134" fmla="*/ 1081604 h 9456078"/>
              <a:gd name="connsiteX135" fmla="*/ 10118724 w 13940157"/>
              <a:gd name="connsiteY135" fmla="*/ 1053574 h 9456078"/>
              <a:gd name="connsiteX136" fmla="*/ 10158954 w 13940157"/>
              <a:gd name="connsiteY136" fmla="*/ 1025884 h 9456078"/>
              <a:gd name="connsiteX137" fmla="*/ 10199400 w 13940157"/>
              <a:gd name="connsiteY137" fmla="*/ 998536 h 9456078"/>
              <a:gd name="connsiteX138" fmla="*/ 10240062 w 13940157"/>
              <a:gd name="connsiteY138" fmla="*/ 971530 h 9456078"/>
              <a:gd name="connsiteX139" fmla="*/ 10280935 w 13940157"/>
              <a:gd name="connsiteY139" fmla="*/ 944868 h 9456078"/>
              <a:gd name="connsiteX140" fmla="*/ 10322019 w 13940157"/>
              <a:gd name="connsiteY140" fmla="*/ 918551 h 9456078"/>
              <a:gd name="connsiteX141" fmla="*/ 10363310 w 13940157"/>
              <a:gd name="connsiteY141" fmla="*/ 892580 h 9456078"/>
              <a:gd name="connsiteX142" fmla="*/ 10404807 w 13940157"/>
              <a:gd name="connsiteY142" fmla="*/ 866956 h 9456078"/>
              <a:gd name="connsiteX143" fmla="*/ 10446507 w 13940157"/>
              <a:gd name="connsiteY143" fmla="*/ 841681 h 9456078"/>
              <a:gd name="connsiteX144" fmla="*/ 10488408 w 13940157"/>
              <a:gd name="connsiteY144" fmla="*/ 816754 h 9456078"/>
              <a:gd name="connsiteX145" fmla="*/ 10530507 w 13940157"/>
              <a:gd name="connsiteY145" fmla="*/ 792179 h 9456078"/>
              <a:gd name="connsiteX146" fmla="*/ 10572803 w 13940157"/>
              <a:gd name="connsiteY146" fmla="*/ 767955 h 9456078"/>
              <a:gd name="connsiteX147" fmla="*/ 10615292 w 13940157"/>
              <a:gd name="connsiteY147" fmla="*/ 744083 h 9456078"/>
              <a:gd name="connsiteX148" fmla="*/ 10657973 w 13940157"/>
              <a:gd name="connsiteY148" fmla="*/ 720566 h 9456078"/>
              <a:gd name="connsiteX149" fmla="*/ 10700844 w 13940157"/>
              <a:gd name="connsiteY149" fmla="*/ 697404 h 9456078"/>
              <a:gd name="connsiteX150" fmla="*/ 10743902 w 13940157"/>
              <a:gd name="connsiteY150" fmla="*/ 674598 h 9456078"/>
              <a:gd name="connsiteX151" fmla="*/ 10787144 w 13940157"/>
              <a:gd name="connsiteY151" fmla="*/ 652149 h 9456078"/>
              <a:gd name="connsiteX152" fmla="*/ 10830569 w 13940157"/>
              <a:gd name="connsiteY152" fmla="*/ 630059 h 9456078"/>
              <a:gd name="connsiteX153" fmla="*/ 10874174 w 13940157"/>
              <a:gd name="connsiteY153" fmla="*/ 608328 h 9456078"/>
              <a:gd name="connsiteX154" fmla="*/ 10917957 w 13940157"/>
              <a:gd name="connsiteY154" fmla="*/ 586958 h 9456078"/>
              <a:gd name="connsiteX155" fmla="*/ 10961916 w 13940157"/>
              <a:gd name="connsiteY155" fmla="*/ 565950 h 9456078"/>
              <a:gd name="connsiteX156" fmla="*/ 11006048 w 13940157"/>
              <a:gd name="connsiteY156" fmla="*/ 545304 h 9456078"/>
              <a:gd name="connsiteX157" fmla="*/ 11050351 w 13940157"/>
              <a:gd name="connsiteY157" fmla="*/ 525023 h 9456078"/>
              <a:gd name="connsiteX158" fmla="*/ 11094823 w 13940157"/>
              <a:gd name="connsiteY158" fmla="*/ 505107 h 9456078"/>
              <a:gd name="connsiteX159" fmla="*/ 11139461 w 13940157"/>
              <a:gd name="connsiteY159" fmla="*/ 485558 h 9456078"/>
              <a:gd name="connsiteX160" fmla="*/ 11184263 w 13940157"/>
              <a:gd name="connsiteY160" fmla="*/ 466376 h 9456078"/>
              <a:gd name="connsiteX161" fmla="*/ 11229228 w 13940157"/>
              <a:gd name="connsiteY161" fmla="*/ 447563 h 9456078"/>
              <a:gd name="connsiteX162" fmla="*/ 11274351 w 13940157"/>
              <a:gd name="connsiteY162" fmla="*/ 429119 h 9456078"/>
              <a:gd name="connsiteX163" fmla="*/ 11319632 w 13940157"/>
              <a:gd name="connsiteY163" fmla="*/ 411046 h 9456078"/>
              <a:gd name="connsiteX164" fmla="*/ 11365068 w 13940157"/>
              <a:gd name="connsiteY164" fmla="*/ 393346 h 9456078"/>
              <a:gd name="connsiteX165" fmla="*/ 11410657 w 13940157"/>
              <a:gd name="connsiteY165" fmla="*/ 376018 h 9456078"/>
              <a:gd name="connsiteX166" fmla="*/ 11456396 w 13940157"/>
              <a:gd name="connsiteY166" fmla="*/ 359065 h 9456078"/>
              <a:gd name="connsiteX167" fmla="*/ 11502283 w 13940157"/>
              <a:gd name="connsiteY167" fmla="*/ 342487 h 9456078"/>
              <a:gd name="connsiteX168" fmla="*/ 11548316 w 13940157"/>
              <a:gd name="connsiteY168" fmla="*/ 326286 h 9456078"/>
              <a:gd name="connsiteX169" fmla="*/ 11594492 w 13940157"/>
              <a:gd name="connsiteY169" fmla="*/ 310462 h 9456078"/>
              <a:gd name="connsiteX170" fmla="*/ 11640810 w 13940157"/>
              <a:gd name="connsiteY170" fmla="*/ 295018 h 9456078"/>
              <a:gd name="connsiteX171" fmla="*/ 11687267 w 13940157"/>
              <a:gd name="connsiteY171" fmla="*/ 279953 h 9456078"/>
              <a:gd name="connsiteX172" fmla="*/ 11733860 w 13940157"/>
              <a:gd name="connsiteY172" fmla="*/ 265269 h 9456078"/>
              <a:gd name="connsiteX173" fmla="*/ 11780587 w 13940157"/>
              <a:gd name="connsiteY173" fmla="*/ 250968 h 9456078"/>
              <a:gd name="connsiteX174" fmla="*/ 11827447 w 13940157"/>
              <a:gd name="connsiteY174" fmla="*/ 237049 h 9456078"/>
              <a:gd name="connsiteX175" fmla="*/ 11874436 w 13940157"/>
              <a:gd name="connsiteY175" fmla="*/ 223516 h 9456078"/>
              <a:gd name="connsiteX176" fmla="*/ 11921553 w 13940157"/>
              <a:gd name="connsiteY176" fmla="*/ 210368 h 9456078"/>
              <a:gd name="connsiteX177" fmla="*/ 11968794 w 13940157"/>
              <a:gd name="connsiteY177" fmla="*/ 197606 h 9456078"/>
              <a:gd name="connsiteX178" fmla="*/ 12016159 w 13940157"/>
              <a:gd name="connsiteY178" fmla="*/ 185233 h 9456078"/>
              <a:gd name="connsiteX179" fmla="*/ 12063644 w 13940157"/>
              <a:gd name="connsiteY179" fmla="*/ 173248 h 9456078"/>
              <a:gd name="connsiteX180" fmla="*/ 12111248 w 13940157"/>
              <a:gd name="connsiteY180" fmla="*/ 161654 h 9456078"/>
              <a:gd name="connsiteX181" fmla="*/ 12158967 w 13940157"/>
              <a:gd name="connsiteY181" fmla="*/ 150451 h 9456078"/>
              <a:gd name="connsiteX182" fmla="*/ 12206800 w 13940157"/>
              <a:gd name="connsiteY182" fmla="*/ 139640 h 9456078"/>
              <a:gd name="connsiteX183" fmla="*/ 12254745 w 13940157"/>
              <a:gd name="connsiteY183" fmla="*/ 129223 h 9456078"/>
              <a:gd name="connsiteX184" fmla="*/ 12302799 w 13940157"/>
              <a:gd name="connsiteY184" fmla="*/ 119201 h 9456078"/>
              <a:gd name="connsiteX185" fmla="*/ 12350959 w 13940157"/>
              <a:gd name="connsiteY185" fmla="*/ 109574 h 9456078"/>
              <a:gd name="connsiteX186" fmla="*/ 12399224 w 13940157"/>
              <a:gd name="connsiteY186" fmla="*/ 100344 h 9456078"/>
              <a:gd name="connsiteX187" fmla="*/ 12447591 w 13940157"/>
              <a:gd name="connsiteY187" fmla="*/ 91512 h 9456078"/>
              <a:gd name="connsiteX188" fmla="*/ 12496058 w 13940157"/>
              <a:gd name="connsiteY188" fmla="*/ 83080 h 9456078"/>
              <a:gd name="connsiteX189" fmla="*/ 12544623 w 13940157"/>
              <a:gd name="connsiteY189" fmla="*/ 75047 h 9456078"/>
              <a:gd name="connsiteX190" fmla="*/ 12593283 w 13940157"/>
              <a:gd name="connsiteY190" fmla="*/ 67417 h 9456078"/>
              <a:gd name="connsiteX191" fmla="*/ 12642036 w 13940157"/>
              <a:gd name="connsiteY191" fmla="*/ 60188 h 9456078"/>
              <a:gd name="connsiteX192" fmla="*/ 12690879 w 13940157"/>
              <a:gd name="connsiteY192" fmla="*/ 53364 h 9456078"/>
              <a:gd name="connsiteX193" fmla="*/ 12739811 w 13940157"/>
              <a:gd name="connsiteY193" fmla="*/ 46944 h 9456078"/>
              <a:gd name="connsiteX194" fmla="*/ 12788830 w 13940157"/>
              <a:gd name="connsiteY194" fmla="*/ 40931 h 9456078"/>
              <a:gd name="connsiteX195" fmla="*/ 12837932 w 13940157"/>
              <a:gd name="connsiteY195" fmla="*/ 35324 h 9456078"/>
              <a:gd name="connsiteX196" fmla="*/ 12887116 w 13940157"/>
              <a:gd name="connsiteY196" fmla="*/ 30126 h 9456078"/>
              <a:gd name="connsiteX197" fmla="*/ 12936379 w 13940157"/>
              <a:gd name="connsiteY197" fmla="*/ 25337 h 9456078"/>
              <a:gd name="connsiteX198" fmla="*/ 12985719 w 13940157"/>
              <a:gd name="connsiteY198" fmla="*/ 20958 h 9456078"/>
              <a:gd name="connsiteX199" fmla="*/ 13035133 w 13940157"/>
              <a:gd name="connsiteY199" fmla="*/ 16991 h 9456078"/>
              <a:gd name="connsiteX200" fmla="*/ 13084620 w 13940157"/>
              <a:gd name="connsiteY200" fmla="*/ 13437 h 9456078"/>
              <a:gd name="connsiteX201" fmla="*/ 13134178 w 13940157"/>
              <a:gd name="connsiteY201" fmla="*/ 10297 h 9456078"/>
              <a:gd name="connsiteX202" fmla="*/ 13183803 w 13940157"/>
              <a:gd name="connsiteY202" fmla="*/ 7572 h 9456078"/>
              <a:gd name="connsiteX203" fmla="*/ 13233493 w 13940157"/>
              <a:gd name="connsiteY203" fmla="*/ 5263 h 9456078"/>
              <a:gd name="connsiteX204" fmla="*/ 13283247 w 13940157"/>
              <a:gd name="connsiteY204" fmla="*/ 3371 h 9456078"/>
              <a:gd name="connsiteX205" fmla="*/ 13333061 w 13940157"/>
              <a:gd name="connsiteY205" fmla="*/ 1898 h 9456078"/>
              <a:gd name="connsiteX206" fmla="*/ 13382934 w 13940157"/>
              <a:gd name="connsiteY206" fmla="*/ 844 h 9456078"/>
              <a:gd name="connsiteX207" fmla="*/ 13432864 w 13940157"/>
              <a:gd name="connsiteY207" fmla="*/ 211 h 9456078"/>
              <a:gd name="connsiteX208" fmla="*/ 13482847 w 13940157"/>
              <a:gd name="connsiteY208" fmla="*/ 0 h 9456078"/>
              <a:gd name="connsiteX209" fmla="*/ 13940158 w 13940157"/>
              <a:gd name="connsiteY209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49234 w 13158799"/>
              <a:gd name="connsiteY5" fmla="*/ 9450052 h 9456078"/>
              <a:gd name="connsiteX6" fmla="*/ 298870 w 13158799"/>
              <a:gd name="connsiteY6" fmla="*/ 9447409 h 9456078"/>
              <a:gd name="connsiteX7" fmla="*/ 348429 w 13158799"/>
              <a:gd name="connsiteY7" fmla="*/ 9444290 h 9456078"/>
              <a:gd name="connsiteX8" fmla="*/ 397907 w 13158799"/>
              <a:gd name="connsiteY8" fmla="*/ 9440698 h 9456078"/>
              <a:gd name="connsiteX9" fmla="*/ 447302 w 13158799"/>
              <a:gd name="connsiteY9" fmla="*/ 9436632 h 9456078"/>
              <a:gd name="connsiteX10" fmla="*/ 496610 w 13158799"/>
              <a:gd name="connsiteY10" fmla="*/ 9432096 h 9456078"/>
              <a:gd name="connsiteX11" fmla="*/ 545829 w 13158799"/>
              <a:gd name="connsiteY11" fmla="*/ 9427089 h 9456078"/>
              <a:gd name="connsiteX12" fmla="*/ 594956 w 13158799"/>
              <a:gd name="connsiteY12" fmla="*/ 9421615 h 9456078"/>
              <a:gd name="connsiteX13" fmla="*/ 643987 w 13158799"/>
              <a:gd name="connsiteY13" fmla="*/ 9415673 h 9456078"/>
              <a:gd name="connsiteX14" fmla="*/ 692920 w 13158799"/>
              <a:gd name="connsiteY14" fmla="*/ 9409267 h 9456078"/>
              <a:gd name="connsiteX15" fmla="*/ 741751 w 13158799"/>
              <a:gd name="connsiteY15" fmla="*/ 9402396 h 9456078"/>
              <a:gd name="connsiteX16" fmla="*/ 790478 w 13158799"/>
              <a:gd name="connsiteY16" fmla="*/ 9395063 h 9456078"/>
              <a:gd name="connsiteX17" fmla="*/ 839098 w 13158799"/>
              <a:gd name="connsiteY17" fmla="*/ 9387270 h 9456078"/>
              <a:gd name="connsiteX18" fmla="*/ 887607 w 13158799"/>
              <a:gd name="connsiteY18" fmla="*/ 9379017 h 9456078"/>
              <a:gd name="connsiteX19" fmla="*/ 936002 w 13158799"/>
              <a:gd name="connsiteY19" fmla="*/ 9370306 h 9456078"/>
              <a:gd name="connsiteX20" fmla="*/ 984281 w 13158799"/>
              <a:gd name="connsiteY20" fmla="*/ 9361139 h 9456078"/>
              <a:gd name="connsiteX21" fmla="*/ 1032440 w 13158799"/>
              <a:gd name="connsiteY21" fmla="*/ 9351517 h 9456078"/>
              <a:gd name="connsiteX22" fmla="*/ 1080477 w 13158799"/>
              <a:gd name="connsiteY22" fmla="*/ 9341441 h 9456078"/>
              <a:gd name="connsiteX23" fmla="*/ 1128389 w 13158799"/>
              <a:gd name="connsiteY23" fmla="*/ 9330914 h 9456078"/>
              <a:gd name="connsiteX24" fmla="*/ 1176172 w 13158799"/>
              <a:gd name="connsiteY24" fmla="*/ 9319936 h 9456078"/>
              <a:gd name="connsiteX25" fmla="*/ 1223823 w 13158799"/>
              <a:gd name="connsiteY25" fmla="*/ 9308509 h 9456078"/>
              <a:gd name="connsiteX26" fmla="*/ 1271339 w 13158799"/>
              <a:gd name="connsiteY26" fmla="*/ 9296635 h 9456078"/>
              <a:gd name="connsiteX27" fmla="*/ 1318719 w 13158799"/>
              <a:gd name="connsiteY27" fmla="*/ 9284315 h 9456078"/>
              <a:gd name="connsiteX28" fmla="*/ 1365957 w 13158799"/>
              <a:gd name="connsiteY28" fmla="*/ 9271550 h 9456078"/>
              <a:gd name="connsiteX29" fmla="*/ 1413052 w 13158799"/>
              <a:gd name="connsiteY29" fmla="*/ 9258342 h 9456078"/>
              <a:gd name="connsiteX30" fmla="*/ 1460000 w 13158799"/>
              <a:gd name="connsiteY30" fmla="*/ 9244693 h 9456078"/>
              <a:gd name="connsiteX31" fmla="*/ 1506799 w 13158799"/>
              <a:gd name="connsiteY31" fmla="*/ 9230604 h 9456078"/>
              <a:gd name="connsiteX32" fmla="*/ 1553445 w 13158799"/>
              <a:gd name="connsiteY32" fmla="*/ 9216076 h 9456078"/>
              <a:gd name="connsiteX33" fmla="*/ 1599935 w 13158799"/>
              <a:gd name="connsiteY33" fmla="*/ 9201111 h 9456078"/>
              <a:gd name="connsiteX34" fmla="*/ 1646267 w 13158799"/>
              <a:gd name="connsiteY34" fmla="*/ 9185710 h 9456078"/>
              <a:gd name="connsiteX35" fmla="*/ 1692437 w 13158799"/>
              <a:gd name="connsiteY35" fmla="*/ 9169876 h 9456078"/>
              <a:gd name="connsiteX36" fmla="*/ 1738442 w 13158799"/>
              <a:gd name="connsiteY36" fmla="*/ 9153608 h 9456078"/>
              <a:gd name="connsiteX37" fmla="*/ 1784280 w 13158799"/>
              <a:gd name="connsiteY37" fmla="*/ 9136910 h 9456078"/>
              <a:gd name="connsiteX38" fmla="*/ 1829947 w 13158799"/>
              <a:gd name="connsiteY38" fmla="*/ 9119782 h 9456078"/>
              <a:gd name="connsiteX39" fmla="*/ 1875440 w 13158799"/>
              <a:gd name="connsiteY39" fmla="*/ 9102226 h 9456078"/>
              <a:gd name="connsiteX40" fmla="*/ 1920756 w 13158799"/>
              <a:gd name="connsiteY40" fmla="*/ 9084243 h 9456078"/>
              <a:gd name="connsiteX41" fmla="*/ 1965893 w 13158799"/>
              <a:gd name="connsiteY41" fmla="*/ 9065835 h 9456078"/>
              <a:gd name="connsiteX42" fmla="*/ 2010847 w 13158799"/>
              <a:gd name="connsiteY42" fmla="*/ 9047004 h 9456078"/>
              <a:gd name="connsiteX43" fmla="*/ 2055615 w 13158799"/>
              <a:gd name="connsiteY43" fmla="*/ 9027750 h 9456078"/>
              <a:gd name="connsiteX44" fmla="*/ 2100195 w 13158799"/>
              <a:gd name="connsiteY44" fmla="*/ 9008075 h 9456078"/>
              <a:gd name="connsiteX45" fmla="*/ 2144582 w 13158799"/>
              <a:gd name="connsiteY45" fmla="*/ 8987981 h 9456078"/>
              <a:gd name="connsiteX46" fmla="*/ 2188775 w 13158799"/>
              <a:gd name="connsiteY46" fmla="*/ 8967470 h 9456078"/>
              <a:gd name="connsiteX47" fmla="*/ 2232770 w 13158799"/>
              <a:gd name="connsiteY47" fmla="*/ 8946542 h 9456078"/>
              <a:gd name="connsiteX48" fmla="*/ 2276564 w 13158799"/>
              <a:gd name="connsiteY48" fmla="*/ 8925199 h 9456078"/>
              <a:gd name="connsiteX49" fmla="*/ 2320154 w 13158799"/>
              <a:gd name="connsiteY49" fmla="*/ 8903443 h 9456078"/>
              <a:gd name="connsiteX50" fmla="*/ 2363538 w 13158799"/>
              <a:gd name="connsiteY50" fmla="*/ 8881275 h 9456078"/>
              <a:gd name="connsiteX51" fmla="*/ 2406711 w 13158799"/>
              <a:gd name="connsiteY51" fmla="*/ 8858697 h 9456078"/>
              <a:gd name="connsiteX52" fmla="*/ 2449672 w 13158799"/>
              <a:gd name="connsiteY52" fmla="*/ 8835710 h 9456078"/>
              <a:gd name="connsiteX53" fmla="*/ 2492417 w 13158799"/>
              <a:gd name="connsiteY53" fmla="*/ 8812316 h 9456078"/>
              <a:gd name="connsiteX54" fmla="*/ 2534943 w 13158799"/>
              <a:gd name="connsiteY54" fmla="*/ 8788516 h 9456078"/>
              <a:gd name="connsiteX55" fmla="*/ 2577247 w 13158799"/>
              <a:gd name="connsiteY55" fmla="*/ 8764311 h 9456078"/>
              <a:gd name="connsiteX56" fmla="*/ 2619326 w 13158799"/>
              <a:gd name="connsiteY56" fmla="*/ 8739704 h 9456078"/>
              <a:gd name="connsiteX57" fmla="*/ 2661177 w 13158799"/>
              <a:gd name="connsiteY57" fmla="*/ 8714695 h 9456078"/>
              <a:gd name="connsiteX58" fmla="*/ 2702797 w 13158799"/>
              <a:gd name="connsiteY58" fmla="*/ 8689286 h 9456078"/>
              <a:gd name="connsiteX59" fmla="*/ 2744183 w 13158799"/>
              <a:gd name="connsiteY59" fmla="*/ 8663479 h 9456078"/>
              <a:gd name="connsiteX60" fmla="*/ 2785333 w 13158799"/>
              <a:gd name="connsiteY60" fmla="*/ 8637274 h 9456078"/>
              <a:gd name="connsiteX61" fmla="*/ 2826242 w 13158799"/>
              <a:gd name="connsiteY61" fmla="*/ 8610675 h 9456078"/>
              <a:gd name="connsiteX62" fmla="*/ 2866908 w 13158799"/>
              <a:gd name="connsiteY62" fmla="*/ 8583681 h 9456078"/>
              <a:gd name="connsiteX63" fmla="*/ 2907329 w 13158799"/>
              <a:gd name="connsiteY63" fmla="*/ 8556295 h 9456078"/>
              <a:gd name="connsiteX64" fmla="*/ 2947500 w 13158799"/>
              <a:gd name="connsiteY64" fmla="*/ 8528517 h 9456078"/>
              <a:gd name="connsiteX65" fmla="*/ 2987419 w 13158799"/>
              <a:gd name="connsiteY65" fmla="*/ 8500351 h 9456078"/>
              <a:gd name="connsiteX66" fmla="*/ 3027083 w 13158799"/>
              <a:gd name="connsiteY66" fmla="*/ 8471796 h 9456078"/>
              <a:gd name="connsiteX67" fmla="*/ 3066489 w 13158799"/>
              <a:gd name="connsiteY67" fmla="*/ 8442854 h 9456078"/>
              <a:gd name="connsiteX68" fmla="*/ 3105634 w 13158799"/>
              <a:gd name="connsiteY68" fmla="*/ 8413528 h 9456078"/>
              <a:gd name="connsiteX69" fmla="*/ 3144515 w 13158799"/>
              <a:gd name="connsiteY69" fmla="*/ 8383818 h 9456078"/>
              <a:gd name="connsiteX70" fmla="*/ 3183129 w 13158799"/>
              <a:gd name="connsiteY70" fmla="*/ 8353726 h 9456078"/>
              <a:gd name="connsiteX71" fmla="*/ 3221473 w 13158799"/>
              <a:gd name="connsiteY71" fmla="*/ 8323253 h 9456078"/>
              <a:gd name="connsiteX72" fmla="*/ 3259544 w 13158799"/>
              <a:gd name="connsiteY72" fmla="*/ 8292401 h 9456078"/>
              <a:gd name="connsiteX73" fmla="*/ 3297339 w 13158799"/>
              <a:gd name="connsiteY73" fmla="*/ 8261172 h 9456078"/>
              <a:gd name="connsiteX74" fmla="*/ 3334854 w 13158799"/>
              <a:gd name="connsiteY74" fmla="*/ 8229566 h 9456078"/>
              <a:gd name="connsiteX75" fmla="*/ 3372087 w 13158799"/>
              <a:gd name="connsiteY75" fmla="*/ 8197585 h 9456078"/>
              <a:gd name="connsiteX76" fmla="*/ 3409035 w 13158799"/>
              <a:gd name="connsiteY76" fmla="*/ 8165232 h 9456078"/>
              <a:gd name="connsiteX77" fmla="*/ 3445695 w 13158799"/>
              <a:gd name="connsiteY77" fmla="*/ 8132507 h 9456078"/>
              <a:gd name="connsiteX78" fmla="*/ 3482064 w 13158799"/>
              <a:gd name="connsiteY78" fmla="*/ 8099411 h 9456078"/>
              <a:gd name="connsiteX79" fmla="*/ 3518139 w 13158799"/>
              <a:gd name="connsiteY79" fmla="*/ 8065947 h 9456078"/>
              <a:gd name="connsiteX80" fmla="*/ 3553916 w 13158799"/>
              <a:gd name="connsiteY80" fmla="*/ 8032115 h 9456078"/>
              <a:gd name="connsiteX81" fmla="*/ 3589393 w 13158799"/>
              <a:gd name="connsiteY81" fmla="*/ 7997918 h 9456078"/>
              <a:gd name="connsiteX82" fmla="*/ 3624567 w 13158799"/>
              <a:gd name="connsiteY82" fmla="*/ 7963356 h 9456078"/>
              <a:gd name="connsiteX83" fmla="*/ 3659435 w 13158799"/>
              <a:gd name="connsiteY83" fmla="*/ 7928432 h 9456078"/>
              <a:gd name="connsiteX84" fmla="*/ 3693994 w 13158799"/>
              <a:gd name="connsiteY84" fmla="*/ 7893146 h 9456078"/>
              <a:gd name="connsiteX85" fmla="*/ 3728240 w 13158799"/>
              <a:gd name="connsiteY85" fmla="*/ 7857501 h 9456078"/>
              <a:gd name="connsiteX86" fmla="*/ 3762171 w 13158799"/>
              <a:gd name="connsiteY86" fmla="*/ 7821497 h 9456078"/>
              <a:gd name="connsiteX87" fmla="*/ 3795783 w 13158799"/>
              <a:gd name="connsiteY87" fmla="*/ 7785136 h 9456078"/>
              <a:gd name="connsiteX88" fmla="*/ 3829075 w 13158799"/>
              <a:gd name="connsiteY88" fmla="*/ 7748420 h 9456078"/>
              <a:gd name="connsiteX89" fmla="*/ 3862042 w 13158799"/>
              <a:gd name="connsiteY89" fmla="*/ 7711350 h 9456078"/>
              <a:gd name="connsiteX90" fmla="*/ 3894682 w 13158799"/>
              <a:gd name="connsiteY90" fmla="*/ 7673928 h 9456078"/>
              <a:gd name="connsiteX91" fmla="*/ 3926991 w 13158799"/>
              <a:gd name="connsiteY91" fmla="*/ 7636155 h 9456078"/>
              <a:gd name="connsiteX92" fmla="*/ 3958967 w 13158799"/>
              <a:gd name="connsiteY92" fmla="*/ 7598032 h 9456078"/>
              <a:gd name="connsiteX93" fmla="*/ 3990607 w 13158799"/>
              <a:gd name="connsiteY93" fmla="*/ 7559561 h 9456078"/>
              <a:gd name="connsiteX94" fmla="*/ 4021907 w 13158799"/>
              <a:gd name="connsiteY94" fmla="*/ 7520744 h 9456078"/>
              <a:gd name="connsiteX95" fmla="*/ 4052865 w 13158799"/>
              <a:gd name="connsiteY95" fmla="*/ 7481582 h 9456078"/>
              <a:gd name="connsiteX96" fmla="*/ 4083478 w 13158799"/>
              <a:gd name="connsiteY96" fmla="*/ 7442077 h 9456078"/>
              <a:gd name="connsiteX97" fmla="*/ 8022311 w 13158799"/>
              <a:gd name="connsiteY97" fmla="*/ 2307814 h 9456078"/>
              <a:gd name="connsiteX98" fmla="*/ 8052902 w 13158799"/>
              <a:gd name="connsiteY98" fmla="*/ 2268285 h 9456078"/>
              <a:gd name="connsiteX99" fmla="*/ 8083796 w 13158799"/>
              <a:gd name="connsiteY99" fmla="*/ 2229056 h 9456078"/>
              <a:gd name="connsiteX100" fmla="*/ 8114989 w 13158799"/>
              <a:gd name="connsiteY100" fmla="*/ 2190127 h 9456078"/>
              <a:gd name="connsiteX101" fmla="*/ 8146479 w 13158799"/>
              <a:gd name="connsiteY101" fmla="*/ 2151500 h 9456078"/>
              <a:gd name="connsiteX102" fmla="*/ 8178264 w 13158799"/>
              <a:gd name="connsiteY102" fmla="*/ 2113176 h 9456078"/>
              <a:gd name="connsiteX103" fmla="*/ 8210341 w 13158799"/>
              <a:gd name="connsiteY103" fmla="*/ 2075157 h 9456078"/>
              <a:gd name="connsiteX104" fmla="*/ 8242709 w 13158799"/>
              <a:gd name="connsiteY104" fmla="*/ 2037442 h 9456078"/>
              <a:gd name="connsiteX105" fmla="*/ 8275365 w 13158799"/>
              <a:gd name="connsiteY105" fmla="*/ 2000034 h 9456078"/>
              <a:gd name="connsiteX106" fmla="*/ 8308307 w 13158799"/>
              <a:gd name="connsiteY106" fmla="*/ 1962934 h 9456078"/>
              <a:gd name="connsiteX107" fmla="*/ 8341532 w 13158799"/>
              <a:gd name="connsiteY107" fmla="*/ 1926142 h 9456078"/>
              <a:gd name="connsiteX108" fmla="*/ 8375038 w 13158799"/>
              <a:gd name="connsiteY108" fmla="*/ 1889660 h 9456078"/>
              <a:gd name="connsiteX109" fmla="*/ 8408823 w 13158799"/>
              <a:gd name="connsiteY109" fmla="*/ 1853489 h 9456078"/>
              <a:gd name="connsiteX110" fmla="*/ 8442885 w 13158799"/>
              <a:gd name="connsiteY110" fmla="*/ 1817630 h 9456078"/>
              <a:gd name="connsiteX111" fmla="*/ 8477221 w 13158799"/>
              <a:gd name="connsiteY111" fmla="*/ 1782084 h 9456078"/>
              <a:gd name="connsiteX112" fmla="*/ 8511829 w 13158799"/>
              <a:gd name="connsiteY112" fmla="*/ 1746853 h 9456078"/>
              <a:gd name="connsiteX113" fmla="*/ 8546706 w 13158799"/>
              <a:gd name="connsiteY113" fmla="*/ 1711937 h 9456078"/>
              <a:gd name="connsiteX114" fmla="*/ 8581851 w 13158799"/>
              <a:gd name="connsiteY114" fmla="*/ 1677337 h 9456078"/>
              <a:gd name="connsiteX115" fmla="*/ 8617261 w 13158799"/>
              <a:gd name="connsiteY115" fmla="*/ 1643056 h 9456078"/>
              <a:gd name="connsiteX116" fmla="*/ 8652934 w 13158799"/>
              <a:gd name="connsiteY116" fmla="*/ 1609093 h 9456078"/>
              <a:gd name="connsiteX117" fmla="*/ 8688867 w 13158799"/>
              <a:gd name="connsiteY117" fmla="*/ 1575450 h 9456078"/>
              <a:gd name="connsiteX118" fmla="*/ 8725058 w 13158799"/>
              <a:gd name="connsiteY118" fmla="*/ 1542128 h 9456078"/>
              <a:gd name="connsiteX119" fmla="*/ 8761506 w 13158799"/>
              <a:gd name="connsiteY119" fmla="*/ 1509129 h 9456078"/>
              <a:gd name="connsiteX120" fmla="*/ 8798207 w 13158799"/>
              <a:gd name="connsiteY120" fmla="*/ 1476452 h 9456078"/>
              <a:gd name="connsiteX121" fmla="*/ 8835159 w 13158799"/>
              <a:gd name="connsiteY121" fmla="*/ 1444101 h 9456078"/>
              <a:gd name="connsiteX122" fmla="*/ 8872360 w 13158799"/>
              <a:gd name="connsiteY122" fmla="*/ 1412075 h 9456078"/>
              <a:gd name="connsiteX123" fmla="*/ 8909808 w 13158799"/>
              <a:gd name="connsiteY123" fmla="*/ 1380375 h 9456078"/>
              <a:gd name="connsiteX124" fmla="*/ 8947501 w 13158799"/>
              <a:gd name="connsiteY124" fmla="*/ 1349004 h 9456078"/>
              <a:gd name="connsiteX125" fmla="*/ 8985435 w 13158799"/>
              <a:gd name="connsiteY125" fmla="*/ 1317962 h 9456078"/>
              <a:gd name="connsiteX126" fmla="*/ 9023610 w 13158799"/>
              <a:gd name="connsiteY126" fmla="*/ 1287250 h 9456078"/>
              <a:gd name="connsiteX127" fmla="*/ 9062022 w 13158799"/>
              <a:gd name="connsiteY127" fmla="*/ 1256869 h 9456078"/>
              <a:gd name="connsiteX128" fmla="*/ 9100669 w 13158799"/>
              <a:gd name="connsiteY128" fmla="*/ 1226820 h 9456078"/>
              <a:gd name="connsiteX129" fmla="*/ 9139549 w 13158799"/>
              <a:gd name="connsiteY129" fmla="*/ 1197105 h 9456078"/>
              <a:gd name="connsiteX130" fmla="*/ 9178660 w 13158799"/>
              <a:gd name="connsiteY130" fmla="*/ 1167725 h 9456078"/>
              <a:gd name="connsiteX131" fmla="*/ 9217999 w 13158799"/>
              <a:gd name="connsiteY131" fmla="*/ 1138681 h 9456078"/>
              <a:gd name="connsiteX132" fmla="*/ 9257564 w 13158799"/>
              <a:gd name="connsiteY132" fmla="*/ 1109974 h 9456078"/>
              <a:gd name="connsiteX133" fmla="*/ 9297353 w 13158799"/>
              <a:gd name="connsiteY133" fmla="*/ 1081604 h 9456078"/>
              <a:gd name="connsiteX134" fmla="*/ 9337364 w 13158799"/>
              <a:gd name="connsiteY134" fmla="*/ 1053574 h 9456078"/>
              <a:gd name="connsiteX135" fmla="*/ 9377594 w 13158799"/>
              <a:gd name="connsiteY135" fmla="*/ 1025884 h 9456078"/>
              <a:gd name="connsiteX136" fmla="*/ 9418040 w 13158799"/>
              <a:gd name="connsiteY136" fmla="*/ 998536 h 9456078"/>
              <a:gd name="connsiteX137" fmla="*/ 9458702 w 13158799"/>
              <a:gd name="connsiteY137" fmla="*/ 971530 h 9456078"/>
              <a:gd name="connsiteX138" fmla="*/ 9499575 w 13158799"/>
              <a:gd name="connsiteY138" fmla="*/ 944868 h 9456078"/>
              <a:gd name="connsiteX139" fmla="*/ 9540659 w 13158799"/>
              <a:gd name="connsiteY139" fmla="*/ 918551 h 9456078"/>
              <a:gd name="connsiteX140" fmla="*/ 9581950 w 13158799"/>
              <a:gd name="connsiteY140" fmla="*/ 892580 h 9456078"/>
              <a:gd name="connsiteX141" fmla="*/ 9623447 w 13158799"/>
              <a:gd name="connsiteY141" fmla="*/ 866956 h 9456078"/>
              <a:gd name="connsiteX142" fmla="*/ 9665147 w 13158799"/>
              <a:gd name="connsiteY142" fmla="*/ 841681 h 9456078"/>
              <a:gd name="connsiteX143" fmla="*/ 9707048 w 13158799"/>
              <a:gd name="connsiteY143" fmla="*/ 816754 h 9456078"/>
              <a:gd name="connsiteX144" fmla="*/ 9749147 w 13158799"/>
              <a:gd name="connsiteY144" fmla="*/ 792179 h 9456078"/>
              <a:gd name="connsiteX145" fmla="*/ 9791443 w 13158799"/>
              <a:gd name="connsiteY145" fmla="*/ 767955 h 9456078"/>
              <a:gd name="connsiteX146" fmla="*/ 9833932 w 13158799"/>
              <a:gd name="connsiteY146" fmla="*/ 744083 h 9456078"/>
              <a:gd name="connsiteX147" fmla="*/ 9876613 w 13158799"/>
              <a:gd name="connsiteY147" fmla="*/ 720566 h 9456078"/>
              <a:gd name="connsiteX148" fmla="*/ 9919484 w 13158799"/>
              <a:gd name="connsiteY148" fmla="*/ 697404 h 9456078"/>
              <a:gd name="connsiteX149" fmla="*/ 9962542 w 13158799"/>
              <a:gd name="connsiteY149" fmla="*/ 674598 h 9456078"/>
              <a:gd name="connsiteX150" fmla="*/ 10005784 w 13158799"/>
              <a:gd name="connsiteY150" fmla="*/ 652149 h 9456078"/>
              <a:gd name="connsiteX151" fmla="*/ 10049209 w 13158799"/>
              <a:gd name="connsiteY151" fmla="*/ 630059 h 9456078"/>
              <a:gd name="connsiteX152" fmla="*/ 10092814 w 13158799"/>
              <a:gd name="connsiteY152" fmla="*/ 608328 h 9456078"/>
              <a:gd name="connsiteX153" fmla="*/ 10136597 w 13158799"/>
              <a:gd name="connsiteY153" fmla="*/ 586958 h 9456078"/>
              <a:gd name="connsiteX154" fmla="*/ 10180556 w 13158799"/>
              <a:gd name="connsiteY154" fmla="*/ 565950 h 9456078"/>
              <a:gd name="connsiteX155" fmla="*/ 10224688 w 13158799"/>
              <a:gd name="connsiteY155" fmla="*/ 545304 h 9456078"/>
              <a:gd name="connsiteX156" fmla="*/ 10268991 w 13158799"/>
              <a:gd name="connsiteY156" fmla="*/ 525023 h 9456078"/>
              <a:gd name="connsiteX157" fmla="*/ 10313463 w 13158799"/>
              <a:gd name="connsiteY157" fmla="*/ 505107 h 9456078"/>
              <a:gd name="connsiteX158" fmla="*/ 10358101 w 13158799"/>
              <a:gd name="connsiteY158" fmla="*/ 485558 h 9456078"/>
              <a:gd name="connsiteX159" fmla="*/ 10402903 w 13158799"/>
              <a:gd name="connsiteY159" fmla="*/ 466376 h 9456078"/>
              <a:gd name="connsiteX160" fmla="*/ 10447868 w 13158799"/>
              <a:gd name="connsiteY160" fmla="*/ 447563 h 9456078"/>
              <a:gd name="connsiteX161" fmla="*/ 10492991 w 13158799"/>
              <a:gd name="connsiteY161" fmla="*/ 429119 h 9456078"/>
              <a:gd name="connsiteX162" fmla="*/ 10538272 w 13158799"/>
              <a:gd name="connsiteY162" fmla="*/ 411046 h 9456078"/>
              <a:gd name="connsiteX163" fmla="*/ 10583708 w 13158799"/>
              <a:gd name="connsiteY163" fmla="*/ 393346 h 9456078"/>
              <a:gd name="connsiteX164" fmla="*/ 10629297 w 13158799"/>
              <a:gd name="connsiteY164" fmla="*/ 376018 h 9456078"/>
              <a:gd name="connsiteX165" fmla="*/ 10675036 w 13158799"/>
              <a:gd name="connsiteY165" fmla="*/ 359065 h 9456078"/>
              <a:gd name="connsiteX166" fmla="*/ 10720923 w 13158799"/>
              <a:gd name="connsiteY166" fmla="*/ 342487 h 9456078"/>
              <a:gd name="connsiteX167" fmla="*/ 10766956 w 13158799"/>
              <a:gd name="connsiteY167" fmla="*/ 326286 h 9456078"/>
              <a:gd name="connsiteX168" fmla="*/ 10813132 w 13158799"/>
              <a:gd name="connsiteY168" fmla="*/ 310462 h 9456078"/>
              <a:gd name="connsiteX169" fmla="*/ 10859450 w 13158799"/>
              <a:gd name="connsiteY169" fmla="*/ 295018 h 9456078"/>
              <a:gd name="connsiteX170" fmla="*/ 10905907 w 13158799"/>
              <a:gd name="connsiteY170" fmla="*/ 279953 h 9456078"/>
              <a:gd name="connsiteX171" fmla="*/ 10952500 w 13158799"/>
              <a:gd name="connsiteY171" fmla="*/ 265269 h 9456078"/>
              <a:gd name="connsiteX172" fmla="*/ 10999227 w 13158799"/>
              <a:gd name="connsiteY172" fmla="*/ 250968 h 9456078"/>
              <a:gd name="connsiteX173" fmla="*/ 11046087 w 13158799"/>
              <a:gd name="connsiteY173" fmla="*/ 237049 h 9456078"/>
              <a:gd name="connsiteX174" fmla="*/ 11093076 w 13158799"/>
              <a:gd name="connsiteY174" fmla="*/ 223516 h 9456078"/>
              <a:gd name="connsiteX175" fmla="*/ 11140193 w 13158799"/>
              <a:gd name="connsiteY175" fmla="*/ 210368 h 9456078"/>
              <a:gd name="connsiteX176" fmla="*/ 11187434 w 13158799"/>
              <a:gd name="connsiteY176" fmla="*/ 197606 h 9456078"/>
              <a:gd name="connsiteX177" fmla="*/ 11234799 w 13158799"/>
              <a:gd name="connsiteY177" fmla="*/ 185233 h 9456078"/>
              <a:gd name="connsiteX178" fmla="*/ 11282284 w 13158799"/>
              <a:gd name="connsiteY178" fmla="*/ 173248 h 9456078"/>
              <a:gd name="connsiteX179" fmla="*/ 11329888 w 13158799"/>
              <a:gd name="connsiteY179" fmla="*/ 161654 h 9456078"/>
              <a:gd name="connsiteX180" fmla="*/ 11377607 w 13158799"/>
              <a:gd name="connsiteY180" fmla="*/ 150451 h 9456078"/>
              <a:gd name="connsiteX181" fmla="*/ 11425440 w 13158799"/>
              <a:gd name="connsiteY181" fmla="*/ 139640 h 9456078"/>
              <a:gd name="connsiteX182" fmla="*/ 11473385 w 13158799"/>
              <a:gd name="connsiteY182" fmla="*/ 129223 h 9456078"/>
              <a:gd name="connsiteX183" fmla="*/ 11521439 w 13158799"/>
              <a:gd name="connsiteY183" fmla="*/ 119201 h 9456078"/>
              <a:gd name="connsiteX184" fmla="*/ 11569599 w 13158799"/>
              <a:gd name="connsiteY184" fmla="*/ 109574 h 9456078"/>
              <a:gd name="connsiteX185" fmla="*/ 11617864 w 13158799"/>
              <a:gd name="connsiteY185" fmla="*/ 100344 h 9456078"/>
              <a:gd name="connsiteX186" fmla="*/ 11666231 w 13158799"/>
              <a:gd name="connsiteY186" fmla="*/ 91512 h 9456078"/>
              <a:gd name="connsiteX187" fmla="*/ 11714698 w 13158799"/>
              <a:gd name="connsiteY187" fmla="*/ 83080 h 9456078"/>
              <a:gd name="connsiteX188" fmla="*/ 11763263 w 13158799"/>
              <a:gd name="connsiteY188" fmla="*/ 75047 h 9456078"/>
              <a:gd name="connsiteX189" fmla="*/ 11811923 w 13158799"/>
              <a:gd name="connsiteY189" fmla="*/ 67417 h 9456078"/>
              <a:gd name="connsiteX190" fmla="*/ 11860676 w 13158799"/>
              <a:gd name="connsiteY190" fmla="*/ 60188 h 9456078"/>
              <a:gd name="connsiteX191" fmla="*/ 11909519 w 13158799"/>
              <a:gd name="connsiteY191" fmla="*/ 53364 h 9456078"/>
              <a:gd name="connsiteX192" fmla="*/ 11958451 w 13158799"/>
              <a:gd name="connsiteY192" fmla="*/ 46944 h 9456078"/>
              <a:gd name="connsiteX193" fmla="*/ 12007470 w 13158799"/>
              <a:gd name="connsiteY193" fmla="*/ 40931 h 9456078"/>
              <a:gd name="connsiteX194" fmla="*/ 12056572 w 13158799"/>
              <a:gd name="connsiteY194" fmla="*/ 35324 h 9456078"/>
              <a:gd name="connsiteX195" fmla="*/ 12105756 w 13158799"/>
              <a:gd name="connsiteY195" fmla="*/ 30126 h 9456078"/>
              <a:gd name="connsiteX196" fmla="*/ 12155019 w 13158799"/>
              <a:gd name="connsiteY196" fmla="*/ 25337 h 9456078"/>
              <a:gd name="connsiteX197" fmla="*/ 12204359 w 13158799"/>
              <a:gd name="connsiteY197" fmla="*/ 20958 h 9456078"/>
              <a:gd name="connsiteX198" fmla="*/ 12253773 w 13158799"/>
              <a:gd name="connsiteY198" fmla="*/ 16991 h 9456078"/>
              <a:gd name="connsiteX199" fmla="*/ 12303260 w 13158799"/>
              <a:gd name="connsiteY199" fmla="*/ 13437 h 9456078"/>
              <a:gd name="connsiteX200" fmla="*/ 12352818 w 13158799"/>
              <a:gd name="connsiteY200" fmla="*/ 10297 h 9456078"/>
              <a:gd name="connsiteX201" fmla="*/ 12402443 w 13158799"/>
              <a:gd name="connsiteY201" fmla="*/ 7572 h 9456078"/>
              <a:gd name="connsiteX202" fmla="*/ 12452133 w 13158799"/>
              <a:gd name="connsiteY202" fmla="*/ 5263 h 9456078"/>
              <a:gd name="connsiteX203" fmla="*/ 12501887 w 13158799"/>
              <a:gd name="connsiteY203" fmla="*/ 3371 h 9456078"/>
              <a:gd name="connsiteX204" fmla="*/ 12551701 w 13158799"/>
              <a:gd name="connsiteY204" fmla="*/ 1898 h 9456078"/>
              <a:gd name="connsiteX205" fmla="*/ 12601574 w 13158799"/>
              <a:gd name="connsiteY205" fmla="*/ 844 h 9456078"/>
              <a:gd name="connsiteX206" fmla="*/ 12651504 w 13158799"/>
              <a:gd name="connsiteY206" fmla="*/ 211 h 9456078"/>
              <a:gd name="connsiteX207" fmla="*/ 12701487 w 13158799"/>
              <a:gd name="connsiteY207" fmla="*/ 0 h 9456078"/>
              <a:gd name="connsiteX208" fmla="*/ 13158798 w 13158799"/>
              <a:gd name="connsiteY208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28389 w 13158797"/>
              <a:gd name="connsiteY22" fmla="*/ 9330914 h 9456078"/>
              <a:gd name="connsiteX23" fmla="*/ 1176172 w 13158797"/>
              <a:gd name="connsiteY23" fmla="*/ 9319936 h 9456078"/>
              <a:gd name="connsiteX24" fmla="*/ 1223823 w 13158797"/>
              <a:gd name="connsiteY24" fmla="*/ 9308509 h 9456078"/>
              <a:gd name="connsiteX25" fmla="*/ 1271339 w 13158797"/>
              <a:gd name="connsiteY25" fmla="*/ 9296635 h 9456078"/>
              <a:gd name="connsiteX26" fmla="*/ 1318719 w 13158797"/>
              <a:gd name="connsiteY26" fmla="*/ 9284315 h 9456078"/>
              <a:gd name="connsiteX27" fmla="*/ 1365957 w 13158797"/>
              <a:gd name="connsiteY27" fmla="*/ 9271550 h 9456078"/>
              <a:gd name="connsiteX28" fmla="*/ 1413052 w 13158797"/>
              <a:gd name="connsiteY28" fmla="*/ 9258342 h 9456078"/>
              <a:gd name="connsiteX29" fmla="*/ 1460000 w 13158797"/>
              <a:gd name="connsiteY29" fmla="*/ 9244693 h 9456078"/>
              <a:gd name="connsiteX30" fmla="*/ 1506799 w 13158797"/>
              <a:gd name="connsiteY30" fmla="*/ 9230604 h 9456078"/>
              <a:gd name="connsiteX31" fmla="*/ 1553445 w 13158797"/>
              <a:gd name="connsiteY31" fmla="*/ 9216076 h 9456078"/>
              <a:gd name="connsiteX32" fmla="*/ 1599935 w 13158797"/>
              <a:gd name="connsiteY32" fmla="*/ 9201111 h 9456078"/>
              <a:gd name="connsiteX33" fmla="*/ 1646267 w 13158797"/>
              <a:gd name="connsiteY33" fmla="*/ 9185710 h 9456078"/>
              <a:gd name="connsiteX34" fmla="*/ 1692437 w 13158797"/>
              <a:gd name="connsiteY34" fmla="*/ 9169876 h 9456078"/>
              <a:gd name="connsiteX35" fmla="*/ 1738442 w 13158797"/>
              <a:gd name="connsiteY35" fmla="*/ 9153608 h 9456078"/>
              <a:gd name="connsiteX36" fmla="*/ 1784280 w 13158797"/>
              <a:gd name="connsiteY36" fmla="*/ 9136910 h 9456078"/>
              <a:gd name="connsiteX37" fmla="*/ 1829947 w 13158797"/>
              <a:gd name="connsiteY37" fmla="*/ 9119782 h 9456078"/>
              <a:gd name="connsiteX38" fmla="*/ 1875440 w 13158797"/>
              <a:gd name="connsiteY38" fmla="*/ 9102226 h 9456078"/>
              <a:gd name="connsiteX39" fmla="*/ 1920756 w 13158797"/>
              <a:gd name="connsiteY39" fmla="*/ 9084243 h 9456078"/>
              <a:gd name="connsiteX40" fmla="*/ 1965893 w 13158797"/>
              <a:gd name="connsiteY40" fmla="*/ 9065835 h 9456078"/>
              <a:gd name="connsiteX41" fmla="*/ 2010847 w 13158797"/>
              <a:gd name="connsiteY41" fmla="*/ 9047004 h 9456078"/>
              <a:gd name="connsiteX42" fmla="*/ 2055615 w 13158797"/>
              <a:gd name="connsiteY42" fmla="*/ 9027750 h 9456078"/>
              <a:gd name="connsiteX43" fmla="*/ 2100195 w 13158797"/>
              <a:gd name="connsiteY43" fmla="*/ 9008075 h 9456078"/>
              <a:gd name="connsiteX44" fmla="*/ 2144582 w 13158797"/>
              <a:gd name="connsiteY44" fmla="*/ 8987981 h 9456078"/>
              <a:gd name="connsiteX45" fmla="*/ 2188775 w 13158797"/>
              <a:gd name="connsiteY45" fmla="*/ 8967470 h 9456078"/>
              <a:gd name="connsiteX46" fmla="*/ 2232770 w 13158797"/>
              <a:gd name="connsiteY46" fmla="*/ 8946542 h 9456078"/>
              <a:gd name="connsiteX47" fmla="*/ 2276564 w 13158797"/>
              <a:gd name="connsiteY47" fmla="*/ 8925199 h 9456078"/>
              <a:gd name="connsiteX48" fmla="*/ 2320154 w 13158797"/>
              <a:gd name="connsiteY48" fmla="*/ 8903443 h 9456078"/>
              <a:gd name="connsiteX49" fmla="*/ 2363538 w 13158797"/>
              <a:gd name="connsiteY49" fmla="*/ 8881275 h 9456078"/>
              <a:gd name="connsiteX50" fmla="*/ 2406711 w 13158797"/>
              <a:gd name="connsiteY50" fmla="*/ 8858697 h 9456078"/>
              <a:gd name="connsiteX51" fmla="*/ 2449672 w 13158797"/>
              <a:gd name="connsiteY51" fmla="*/ 8835710 h 9456078"/>
              <a:gd name="connsiteX52" fmla="*/ 2492417 w 13158797"/>
              <a:gd name="connsiteY52" fmla="*/ 8812316 h 9456078"/>
              <a:gd name="connsiteX53" fmla="*/ 2534943 w 13158797"/>
              <a:gd name="connsiteY53" fmla="*/ 8788516 h 9456078"/>
              <a:gd name="connsiteX54" fmla="*/ 2577247 w 13158797"/>
              <a:gd name="connsiteY54" fmla="*/ 8764311 h 9456078"/>
              <a:gd name="connsiteX55" fmla="*/ 2619326 w 13158797"/>
              <a:gd name="connsiteY55" fmla="*/ 8739704 h 9456078"/>
              <a:gd name="connsiteX56" fmla="*/ 2661177 w 13158797"/>
              <a:gd name="connsiteY56" fmla="*/ 8714695 h 9456078"/>
              <a:gd name="connsiteX57" fmla="*/ 2702797 w 13158797"/>
              <a:gd name="connsiteY57" fmla="*/ 8689286 h 9456078"/>
              <a:gd name="connsiteX58" fmla="*/ 2744183 w 13158797"/>
              <a:gd name="connsiteY58" fmla="*/ 8663479 h 9456078"/>
              <a:gd name="connsiteX59" fmla="*/ 2785333 w 13158797"/>
              <a:gd name="connsiteY59" fmla="*/ 8637274 h 9456078"/>
              <a:gd name="connsiteX60" fmla="*/ 2826242 w 13158797"/>
              <a:gd name="connsiteY60" fmla="*/ 8610675 h 9456078"/>
              <a:gd name="connsiteX61" fmla="*/ 2866908 w 13158797"/>
              <a:gd name="connsiteY61" fmla="*/ 8583681 h 9456078"/>
              <a:gd name="connsiteX62" fmla="*/ 2907329 w 13158797"/>
              <a:gd name="connsiteY62" fmla="*/ 8556295 h 9456078"/>
              <a:gd name="connsiteX63" fmla="*/ 2947500 w 13158797"/>
              <a:gd name="connsiteY63" fmla="*/ 8528517 h 9456078"/>
              <a:gd name="connsiteX64" fmla="*/ 2987419 w 13158797"/>
              <a:gd name="connsiteY64" fmla="*/ 8500351 h 9456078"/>
              <a:gd name="connsiteX65" fmla="*/ 3027083 w 13158797"/>
              <a:gd name="connsiteY65" fmla="*/ 8471796 h 9456078"/>
              <a:gd name="connsiteX66" fmla="*/ 3066489 w 13158797"/>
              <a:gd name="connsiteY66" fmla="*/ 8442854 h 9456078"/>
              <a:gd name="connsiteX67" fmla="*/ 3105634 w 13158797"/>
              <a:gd name="connsiteY67" fmla="*/ 8413528 h 9456078"/>
              <a:gd name="connsiteX68" fmla="*/ 3144515 w 13158797"/>
              <a:gd name="connsiteY68" fmla="*/ 8383818 h 9456078"/>
              <a:gd name="connsiteX69" fmla="*/ 3183129 w 13158797"/>
              <a:gd name="connsiteY69" fmla="*/ 8353726 h 9456078"/>
              <a:gd name="connsiteX70" fmla="*/ 3221473 w 13158797"/>
              <a:gd name="connsiteY70" fmla="*/ 8323253 h 9456078"/>
              <a:gd name="connsiteX71" fmla="*/ 3259544 w 13158797"/>
              <a:gd name="connsiteY71" fmla="*/ 8292401 h 9456078"/>
              <a:gd name="connsiteX72" fmla="*/ 3297339 w 13158797"/>
              <a:gd name="connsiteY72" fmla="*/ 8261172 h 9456078"/>
              <a:gd name="connsiteX73" fmla="*/ 3334854 w 13158797"/>
              <a:gd name="connsiteY73" fmla="*/ 8229566 h 9456078"/>
              <a:gd name="connsiteX74" fmla="*/ 3372087 w 13158797"/>
              <a:gd name="connsiteY74" fmla="*/ 8197585 h 9456078"/>
              <a:gd name="connsiteX75" fmla="*/ 3409035 w 13158797"/>
              <a:gd name="connsiteY75" fmla="*/ 8165232 h 9456078"/>
              <a:gd name="connsiteX76" fmla="*/ 3445695 w 13158797"/>
              <a:gd name="connsiteY76" fmla="*/ 8132507 h 9456078"/>
              <a:gd name="connsiteX77" fmla="*/ 3482064 w 13158797"/>
              <a:gd name="connsiteY77" fmla="*/ 8099411 h 9456078"/>
              <a:gd name="connsiteX78" fmla="*/ 3518139 w 13158797"/>
              <a:gd name="connsiteY78" fmla="*/ 8065947 h 9456078"/>
              <a:gd name="connsiteX79" fmla="*/ 3553916 w 13158797"/>
              <a:gd name="connsiteY79" fmla="*/ 8032115 h 9456078"/>
              <a:gd name="connsiteX80" fmla="*/ 3589393 w 13158797"/>
              <a:gd name="connsiteY80" fmla="*/ 7997918 h 9456078"/>
              <a:gd name="connsiteX81" fmla="*/ 3624567 w 13158797"/>
              <a:gd name="connsiteY81" fmla="*/ 7963356 h 9456078"/>
              <a:gd name="connsiteX82" fmla="*/ 3659435 w 13158797"/>
              <a:gd name="connsiteY82" fmla="*/ 7928432 h 9456078"/>
              <a:gd name="connsiteX83" fmla="*/ 3693994 w 13158797"/>
              <a:gd name="connsiteY83" fmla="*/ 7893146 h 9456078"/>
              <a:gd name="connsiteX84" fmla="*/ 3728240 w 13158797"/>
              <a:gd name="connsiteY84" fmla="*/ 7857501 h 9456078"/>
              <a:gd name="connsiteX85" fmla="*/ 3762171 w 13158797"/>
              <a:gd name="connsiteY85" fmla="*/ 7821497 h 9456078"/>
              <a:gd name="connsiteX86" fmla="*/ 3795783 w 13158797"/>
              <a:gd name="connsiteY86" fmla="*/ 7785136 h 9456078"/>
              <a:gd name="connsiteX87" fmla="*/ 3829075 w 13158797"/>
              <a:gd name="connsiteY87" fmla="*/ 7748420 h 9456078"/>
              <a:gd name="connsiteX88" fmla="*/ 3862042 w 13158797"/>
              <a:gd name="connsiteY88" fmla="*/ 7711350 h 9456078"/>
              <a:gd name="connsiteX89" fmla="*/ 3894682 w 13158797"/>
              <a:gd name="connsiteY89" fmla="*/ 7673928 h 9456078"/>
              <a:gd name="connsiteX90" fmla="*/ 3926991 w 13158797"/>
              <a:gd name="connsiteY90" fmla="*/ 7636155 h 9456078"/>
              <a:gd name="connsiteX91" fmla="*/ 3958967 w 13158797"/>
              <a:gd name="connsiteY91" fmla="*/ 7598032 h 9456078"/>
              <a:gd name="connsiteX92" fmla="*/ 3990607 w 13158797"/>
              <a:gd name="connsiteY92" fmla="*/ 7559561 h 9456078"/>
              <a:gd name="connsiteX93" fmla="*/ 4021907 w 13158797"/>
              <a:gd name="connsiteY93" fmla="*/ 7520744 h 9456078"/>
              <a:gd name="connsiteX94" fmla="*/ 4052865 w 13158797"/>
              <a:gd name="connsiteY94" fmla="*/ 7481582 h 9456078"/>
              <a:gd name="connsiteX95" fmla="*/ 4083478 w 13158797"/>
              <a:gd name="connsiteY95" fmla="*/ 7442077 h 9456078"/>
              <a:gd name="connsiteX96" fmla="*/ 8022311 w 13158797"/>
              <a:gd name="connsiteY96" fmla="*/ 2307814 h 9456078"/>
              <a:gd name="connsiteX97" fmla="*/ 8052902 w 13158797"/>
              <a:gd name="connsiteY97" fmla="*/ 2268285 h 9456078"/>
              <a:gd name="connsiteX98" fmla="*/ 8083796 w 13158797"/>
              <a:gd name="connsiteY98" fmla="*/ 2229056 h 9456078"/>
              <a:gd name="connsiteX99" fmla="*/ 8114989 w 13158797"/>
              <a:gd name="connsiteY99" fmla="*/ 2190127 h 9456078"/>
              <a:gd name="connsiteX100" fmla="*/ 8146479 w 13158797"/>
              <a:gd name="connsiteY100" fmla="*/ 2151500 h 9456078"/>
              <a:gd name="connsiteX101" fmla="*/ 8178264 w 13158797"/>
              <a:gd name="connsiteY101" fmla="*/ 2113176 h 9456078"/>
              <a:gd name="connsiteX102" fmla="*/ 8210341 w 13158797"/>
              <a:gd name="connsiteY102" fmla="*/ 2075157 h 9456078"/>
              <a:gd name="connsiteX103" fmla="*/ 8242709 w 13158797"/>
              <a:gd name="connsiteY103" fmla="*/ 2037442 h 9456078"/>
              <a:gd name="connsiteX104" fmla="*/ 8275365 w 13158797"/>
              <a:gd name="connsiteY104" fmla="*/ 2000034 h 9456078"/>
              <a:gd name="connsiteX105" fmla="*/ 8308307 w 13158797"/>
              <a:gd name="connsiteY105" fmla="*/ 1962934 h 9456078"/>
              <a:gd name="connsiteX106" fmla="*/ 8341532 w 13158797"/>
              <a:gd name="connsiteY106" fmla="*/ 1926142 h 9456078"/>
              <a:gd name="connsiteX107" fmla="*/ 8375038 w 13158797"/>
              <a:gd name="connsiteY107" fmla="*/ 1889660 h 9456078"/>
              <a:gd name="connsiteX108" fmla="*/ 8408823 w 13158797"/>
              <a:gd name="connsiteY108" fmla="*/ 1853489 h 9456078"/>
              <a:gd name="connsiteX109" fmla="*/ 8442885 w 13158797"/>
              <a:gd name="connsiteY109" fmla="*/ 1817630 h 9456078"/>
              <a:gd name="connsiteX110" fmla="*/ 8477221 w 13158797"/>
              <a:gd name="connsiteY110" fmla="*/ 1782084 h 9456078"/>
              <a:gd name="connsiteX111" fmla="*/ 8511829 w 13158797"/>
              <a:gd name="connsiteY111" fmla="*/ 1746853 h 9456078"/>
              <a:gd name="connsiteX112" fmla="*/ 8546706 w 13158797"/>
              <a:gd name="connsiteY112" fmla="*/ 1711937 h 9456078"/>
              <a:gd name="connsiteX113" fmla="*/ 8581851 w 13158797"/>
              <a:gd name="connsiteY113" fmla="*/ 1677337 h 9456078"/>
              <a:gd name="connsiteX114" fmla="*/ 8617261 w 13158797"/>
              <a:gd name="connsiteY114" fmla="*/ 1643056 h 9456078"/>
              <a:gd name="connsiteX115" fmla="*/ 8652934 w 13158797"/>
              <a:gd name="connsiteY115" fmla="*/ 1609093 h 9456078"/>
              <a:gd name="connsiteX116" fmla="*/ 8688867 w 13158797"/>
              <a:gd name="connsiteY116" fmla="*/ 1575450 h 9456078"/>
              <a:gd name="connsiteX117" fmla="*/ 8725058 w 13158797"/>
              <a:gd name="connsiteY117" fmla="*/ 1542128 h 9456078"/>
              <a:gd name="connsiteX118" fmla="*/ 8761506 w 13158797"/>
              <a:gd name="connsiteY118" fmla="*/ 1509129 h 9456078"/>
              <a:gd name="connsiteX119" fmla="*/ 8798207 w 13158797"/>
              <a:gd name="connsiteY119" fmla="*/ 1476452 h 9456078"/>
              <a:gd name="connsiteX120" fmla="*/ 8835159 w 13158797"/>
              <a:gd name="connsiteY120" fmla="*/ 1444101 h 9456078"/>
              <a:gd name="connsiteX121" fmla="*/ 8872360 w 13158797"/>
              <a:gd name="connsiteY121" fmla="*/ 1412075 h 9456078"/>
              <a:gd name="connsiteX122" fmla="*/ 8909808 w 13158797"/>
              <a:gd name="connsiteY122" fmla="*/ 1380375 h 9456078"/>
              <a:gd name="connsiteX123" fmla="*/ 8947501 w 13158797"/>
              <a:gd name="connsiteY123" fmla="*/ 1349004 h 9456078"/>
              <a:gd name="connsiteX124" fmla="*/ 8985435 w 13158797"/>
              <a:gd name="connsiteY124" fmla="*/ 1317962 h 9456078"/>
              <a:gd name="connsiteX125" fmla="*/ 9023610 w 13158797"/>
              <a:gd name="connsiteY125" fmla="*/ 1287250 h 9456078"/>
              <a:gd name="connsiteX126" fmla="*/ 9062022 w 13158797"/>
              <a:gd name="connsiteY126" fmla="*/ 1256869 h 9456078"/>
              <a:gd name="connsiteX127" fmla="*/ 9100669 w 13158797"/>
              <a:gd name="connsiteY127" fmla="*/ 1226820 h 9456078"/>
              <a:gd name="connsiteX128" fmla="*/ 9139549 w 13158797"/>
              <a:gd name="connsiteY128" fmla="*/ 1197105 h 9456078"/>
              <a:gd name="connsiteX129" fmla="*/ 9178660 w 13158797"/>
              <a:gd name="connsiteY129" fmla="*/ 1167725 h 9456078"/>
              <a:gd name="connsiteX130" fmla="*/ 9217999 w 13158797"/>
              <a:gd name="connsiteY130" fmla="*/ 1138681 h 9456078"/>
              <a:gd name="connsiteX131" fmla="*/ 9257564 w 13158797"/>
              <a:gd name="connsiteY131" fmla="*/ 1109974 h 9456078"/>
              <a:gd name="connsiteX132" fmla="*/ 9297353 w 13158797"/>
              <a:gd name="connsiteY132" fmla="*/ 1081604 h 9456078"/>
              <a:gd name="connsiteX133" fmla="*/ 9337364 w 13158797"/>
              <a:gd name="connsiteY133" fmla="*/ 1053574 h 9456078"/>
              <a:gd name="connsiteX134" fmla="*/ 9377594 w 13158797"/>
              <a:gd name="connsiteY134" fmla="*/ 1025884 h 9456078"/>
              <a:gd name="connsiteX135" fmla="*/ 9418040 w 13158797"/>
              <a:gd name="connsiteY135" fmla="*/ 998536 h 9456078"/>
              <a:gd name="connsiteX136" fmla="*/ 9458702 w 13158797"/>
              <a:gd name="connsiteY136" fmla="*/ 971530 h 9456078"/>
              <a:gd name="connsiteX137" fmla="*/ 9499575 w 13158797"/>
              <a:gd name="connsiteY137" fmla="*/ 944868 h 9456078"/>
              <a:gd name="connsiteX138" fmla="*/ 9540659 w 13158797"/>
              <a:gd name="connsiteY138" fmla="*/ 918551 h 9456078"/>
              <a:gd name="connsiteX139" fmla="*/ 9581950 w 13158797"/>
              <a:gd name="connsiteY139" fmla="*/ 892580 h 9456078"/>
              <a:gd name="connsiteX140" fmla="*/ 9623447 w 13158797"/>
              <a:gd name="connsiteY140" fmla="*/ 866956 h 9456078"/>
              <a:gd name="connsiteX141" fmla="*/ 9665147 w 13158797"/>
              <a:gd name="connsiteY141" fmla="*/ 841681 h 9456078"/>
              <a:gd name="connsiteX142" fmla="*/ 9707048 w 13158797"/>
              <a:gd name="connsiteY142" fmla="*/ 816754 h 9456078"/>
              <a:gd name="connsiteX143" fmla="*/ 9749147 w 13158797"/>
              <a:gd name="connsiteY143" fmla="*/ 792179 h 9456078"/>
              <a:gd name="connsiteX144" fmla="*/ 9791443 w 13158797"/>
              <a:gd name="connsiteY144" fmla="*/ 767955 h 9456078"/>
              <a:gd name="connsiteX145" fmla="*/ 9833932 w 13158797"/>
              <a:gd name="connsiteY145" fmla="*/ 744083 h 9456078"/>
              <a:gd name="connsiteX146" fmla="*/ 9876613 w 13158797"/>
              <a:gd name="connsiteY146" fmla="*/ 720566 h 9456078"/>
              <a:gd name="connsiteX147" fmla="*/ 9919484 w 13158797"/>
              <a:gd name="connsiteY147" fmla="*/ 697404 h 9456078"/>
              <a:gd name="connsiteX148" fmla="*/ 9962542 w 13158797"/>
              <a:gd name="connsiteY148" fmla="*/ 674598 h 9456078"/>
              <a:gd name="connsiteX149" fmla="*/ 10005784 w 13158797"/>
              <a:gd name="connsiteY149" fmla="*/ 652149 h 9456078"/>
              <a:gd name="connsiteX150" fmla="*/ 10049209 w 13158797"/>
              <a:gd name="connsiteY150" fmla="*/ 630059 h 9456078"/>
              <a:gd name="connsiteX151" fmla="*/ 10092814 w 13158797"/>
              <a:gd name="connsiteY151" fmla="*/ 608328 h 9456078"/>
              <a:gd name="connsiteX152" fmla="*/ 10136597 w 13158797"/>
              <a:gd name="connsiteY152" fmla="*/ 586958 h 9456078"/>
              <a:gd name="connsiteX153" fmla="*/ 10180556 w 13158797"/>
              <a:gd name="connsiteY153" fmla="*/ 565950 h 9456078"/>
              <a:gd name="connsiteX154" fmla="*/ 10224688 w 13158797"/>
              <a:gd name="connsiteY154" fmla="*/ 545304 h 9456078"/>
              <a:gd name="connsiteX155" fmla="*/ 10268991 w 13158797"/>
              <a:gd name="connsiteY155" fmla="*/ 525023 h 9456078"/>
              <a:gd name="connsiteX156" fmla="*/ 10313463 w 13158797"/>
              <a:gd name="connsiteY156" fmla="*/ 505107 h 9456078"/>
              <a:gd name="connsiteX157" fmla="*/ 10358101 w 13158797"/>
              <a:gd name="connsiteY157" fmla="*/ 485558 h 9456078"/>
              <a:gd name="connsiteX158" fmla="*/ 10402903 w 13158797"/>
              <a:gd name="connsiteY158" fmla="*/ 466376 h 9456078"/>
              <a:gd name="connsiteX159" fmla="*/ 10447868 w 13158797"/>
              <a:gd name="connsiteY159" fmla="*/ 447563 h 9456078"/>
              <a:gd name="connsiteX160" fmla="*/ 10492991 w 13158797"/>
              <a:gd name="connsiteY160" fmla="*/ 429119 h 9456078"/>
              <a:gd name="connsiteX161" fmla="*/ 10538272 w 13158797"/>
              <a:gd name="connsiteY161" fmla="*/ 411046 h 9456078"/>
              <a:gd name="connsiteX162" fmla="*/ 10583708 w 13158797"/>
              <a:gd name="connsiteY162" fmla="*/ 393346 h 9456078"/>
              <a:gd name="connsiteX163" fmla="*/ 10629297 w 13158797"/>
              <a:gd name="connsiteY163" fmla="*/ 376018 h 9456078"/>
              <a:gd name="connsiteX164" fmla="*/ 10675036 w 13158797"/>
              <a:gd name="connsiteY164" fmla="*/ 359065 h 9456078"/>
              <a:gd name="connsiteX165" fmla="*/ 10720923 w 13158797"/>
              <a:gd name="connsiteY165" fmla="*/ 342487 h 9456078"/>
              <a:gd name="connsiteX166" fmla="*/ 10766956 w 13158797"/>
              <a:gd name="connsiteY166" fmla="*/ 326286 h 9456078"/>
              <a:gd name="connsiteX167" fmla="*/ 10813132 w 13158797"/>
              <a:gd name="connsiteY167" fmla="*/ 310462 h 9456078"/>
              <a:gd name="connsiteX168" fmla="*/ 10859450 w 13158797"/>
              <a:gd name="connsiteY168" fmla="*/ 295018 h 9456078"/>
              <a:gd name="connsiteX169" fmla="*/ 10905907 w 13158797"/>
              <a:gd name="connsiteY169" fmla="*/ 279953 h 9456078"/>
              <a:gd name="connsiteX170" fmla="*/ 10952500 w 13158797"/>
              <a:gd name="connsiteY170" fmla="*/ 265269 h 9456078"/>
              <a:gd name="connsiteX171" fmla="*/ 10999227 w 13158797"/>
              <a:gd name="connsiteY171" fmla="*/ 250968 h 9456078"/>
              <a:gd name="connsiteX172" fmla="*/ 11046087 w 13158797"/>
              <a:gd name="connsiteY172" fmla="*/ 237049 h 9456078"/>
              <a:gd name="connsiteX173" fmla="*/ 11093076 w 13158797"/>
              <a:gd name="connsiteY173" fmla="*/ 223516 h 9456078"/>
              <a:gd name="connsiteX174" fmla="*/ 11140193 w 13158797"/>
              <a:gd name="connsiteY174" fmla="*/ 210368 h 9456078"/>
              <a:gd name="connsiteX175" fmla="*/ 11187434 w 13158797"/>
              <a:gd name="connsiteY175" fmla="*/ 197606 h 9456078"/>
              <a:gd name="connsiteX176" fmla="*/ 11234799 w 13158797"/>
              <a:gd name="connsiteY176" fmla="*/ 185233 h 9456078"/>
              <a:gd name="connsiteX177" fmla="*/ 11282284 w 13158797"/>
              <a:gd name="connsiteY177" fmla="*/ 173248 h 9456078"/>
              <a:gd name="connsiteX178" fmla="*/ 11329888 w 13158797"/>
              <a:gd name="connsiteY178" fmla="*/ 161654 h 9456078"/>
              <a:gd name="connsiteX179" fmla="*/ 11377607 w 13158797"/>
              <a:gd name="connsiteY179" fmla="*/ 150451 h 9456078"/>
              <a:gd name="connsiteX180" fmla="*/ 11425440 w 13158797"/>
              <a:gd name="connsiteY180" fmla="*/ 139640 h 9456078"/>
              <a:gd name="connsiteX181" fmla="*/ 11473385 w 13158797"/>
              <a:gd name="connsiteY181" fmla="*/ 129223 h 9456078"/>
              <a:gd name="connsiteX182" fmla="*/ 11521439 w 13158797"/>
              <a:gd name="connsiteY182" fmla="*/ 119201 h 9456078"/>
              <a:gd name="connsiteX183" fmla="*/ 11569599 w 13158797"/>
              <a:gd name="connsiteY183" fmla="*/ 109574 h 9456078"/>
              <a:gd name="connsiteX184" fmla="*/ 11617864 w 13158797"/>
              <a:gd name="connsiteY184" fmla="*/ 100344 h 9456078"/>
              <a:gd name="connsiteX185" fmla="*/ 11666231 w 13158797"/>
              <a:gd name="connsiteY185" fmla="*/ 91512 h 9456078"/>
              <a:gd name="connsiteX186" fmla="*/ 11714698 w 13158797"/>
              <a:gd name="connsiteY186" fmla="*/ 83080 h 9456078"/>
              <a:gd name="connsiteX187" fmla="*/ 11763263 w 13158797"/>
              <a:gd name="connsiteY187" fmla="*/ 75047 h 9456078"/>
              <a:gd name="connsiteX188" fmla="*/ 11811923 w 13158797"/>
              <a:gd name="connsiteY188" fmla="*/ 67417 h 9456078"/>
              <a:gd name="connsiteX189" fmla="*/ 11860676 w 13158797"/>
              <a:gd name="connsiteY189" fmla="*/ 60188 h 9456078"/>
              <a:gd name="connsiteX190" fmla="*/ 11909519 w 13158797"/>
              <a:gd name="connsiteY190" fmla="*/ 53364 h 9456078"/>
              <a:gd name="connsiteX191" fmla="*/ 11958451 w 13158797"/>
              <a:gd name="connsiteY191" fmla="*/ 46944 h 9456078"/>
              <a:gd name="connsiteX192" fmla="*/ 12007470 w 13158797"/>
              <a:gd name="connsiteY192" fmla="*/ 40931 h 9456078"/>
              <a:gd name="connsiteX193" fmla="*/ 12056572 w 13158797"/>
              <a:gd name="connsiteY193" fmla="*/ 35324 h 9456078"/>
              <a:gd name="connsiteX194" fmla="*/ 12105756 w 13158797"/>
              <a:gd name="connsiteY194" fmla="*/ 30126 h 9456078"/>
              <a:gd name="connsiteX195" fmla="*/ 12155019 w 13158797"/>
              <a:gd name="connsiteY195" fmla="*/ 25337 h 9456078"/>
              <a:gd name="connsiteX196" fmla="*/ 12204359 w 13158797"/>
              <a:gd name="connsiteY196" fmla="*/ 20958 h 9456078"/>
              <a:gd name="connsiteX197" fmla="*/ 12253773 w 13158797"/>
              <a:gd name="connsiteY197" fmla="*/ 16991 h 9456078"/>
              <a:gd name="connsiteX198" fmla="*/ 12303260 w 13158797"/>
              <a:gd name="connsiteY198" fmla="*/ 13437 h 9456078"/>
              <a:gd name="connsiteX199" fmla="*/ 12352818 w 13158797"/>
              <a:gd name="connsiteY199" fmla="*/ 10297 h 9456078"/>
              <a:gd name="connsiteX200" fmla="*/ 12402443 w 13158797"/>
              <a:gd name="connsiteY200" fmla="*/ 7572 h 9456078"/>
              <a:gd name="connsiteX201" fmla="*/ 12452133 w 13158797"/>
              <a:gd name="connsiteY201" fmla="*/ 5263 h 9456078"/>
              <a:gd name="connsiteX202" fmla="*/ 12501887 w 13158797"/>
              <a:gd name="connsiteY202" fmla="*/ 3371 h 9456078"/>
              <a:gd name="connsiteX203" fmla="*/ 12551701 w 13158797"/>
              <a:gd name="connsiteY203" fmla="*/ 1898 h 9456078"/>
              <a:gd name="connsiteX204" fmla="*/ 12601574 w 13158797"/>
              <a:gd name="connsiteY204" fmla="*/ 844 h 9456078"/>
              <a:gd name="connsiteX205" fmla="*/ 12651504 w 13158797"/>
              <a:gd name="connsiteY205" fmla="*/ 211 h 9456078"/>
              <a:gd name="connsiteX206" fmla="*/ 12701487 w 13158797"/>
              <a:gd name="connsiteY206" fmla="*/ 0 h 9456078"/>
              <a:gd name="connsiteX207" fmla="*/ 13158798 w 13158797"/>
              <a:gd name="connsiteY207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98870 w 13158799"/>
              <a:gd name="connsiteY5" fmla="*/ 9447409 h 9456078"/>
              <a:gd name="connsiteX6" fmla="*/ 348429 w 13158799"/>
              <a:gd name="connsiteY6" fmla="*/ 9444290 h 9456078"/>
              <a:gd name="connsiteX7" fmla="*/ 397907 w 13158799"/>
              <a:gd name="connsiteY7" fmla="*/ 9440698 h 9456078"/>
              <a:gd name="connsiteX8" fmla="*/ 447302 w 13158799"/>
              <a:gd name="connsiteY8" fmla="*/ 9436632 h 9456078"/>
              <a:gd name="connsiteX9" fmla="*/ 496610 w 13158799"/>
              <a:gd name="connsiteY9" fmla="*/ 9432096 h 9456078"/>
              <a:gd name="connsiteX10" fmla="*/ 545829 w 13158799"/>
              <a:gd name="connsiteY10" fmla="*/ 9427089 h 9456078"/>
              <a:gd name="connsiteX11" fmla="*/ 594956 w 13158799"/>
              <a:gd name="connsiteY11" fmla="*/ 9421615 h 9456078"/>
              <a:gd name="connsiteX12" fmla="*/ 643987 w 13158799"/>
              <a:gd name="connsiteY12" fmla="*/ 9415673 h 9456078"/>
              <a:gd name="connsiteX13" fmla="*/ 692920 w 13158799"/>
              <a:gd name="connsiteY13" fmla="*/ 9409267 h 9456078"/>
              <a:gd name="connsiteX14" fmla="*/ 741751 w 13158799"/>
              <a:gd name="connsiteY14" fmla="*/ 9402396 h 9456078"/>
              <a:gd name="connsiteX15" fmla="*/ 790478 w 13158799"/>
              <a:gd name="connsiteY15" fmla="*/ 9395063 h 9456078"/>
              <a:gd name="connsiteX16" fmla="*/ 839098 w 13158799"/>
              <a:gd name="connsiteY16" fmla="*/ 9387270 h 9456078"/>
              <a:gd name="connsiteX17" fmla="*/ 887607 w 13158799"/>
              <a:gd name="connsiteY17" fmla="*/ 9379017 h 9456078"/>
              <a:gd name="connsiteX18" fmla="*/ 936002 w 13158799"/>
              <a:gd name="connsiteY18" fmla="*/ 9370306 h 9456078"/>
              <a:gd name="connsiteX19" fmla="*/ 984281 w 13158799"/>
              <a:gd name="connsiteY19" fmla="*/ 9361139 h 9456078"/>
              <a:gd name="connsiteX20" fmla="*/ 1032440 w 13158799"/>
              <a:gd name="connsiteY20" fmla="*/ 9351517 h 9456078"/>
              <a:gd name="connsiteX21" fmla="*/ 1080477 w 13158799"/>
              <a:gd name="connsiteY21" fmla="*/ 9341441 h 9456078"/>
              <a:gd name="connsiteX22" fmla="*/ 1176172 w 13158799"/>
              <a:gd name="connsiteY22" fmla="*/ 9319936 h 9456078"/>
              <a:gd name="connsiteX23" fmla="*/ 1223823 w 13158799"/>
              <a:gd name="connsiteY23" fmla="*/ 9308509 h 9456078"/>
              <a:gd name="connsiteX24" fmla="*/ 1271339 w 13158799"/>
              <a:gd name="connsiteY24" fmla="*/ 9296635 h 9456078"/>
              <a:gd name="connsiteX25" fmla="*/ 1318719 w 13158799"/>
              <a:gd name="connsiteY25" fmla="*/ 9284315 h 9456078"/>
              <a:gd name="connsiteX26" fmla="*/ 1365957 w 13158799"/>
              <a:gd name="connsiteY26" fmla="*/ 9271550 h 9456078"/>
              <a:gd name="connsiteX27" fmla="*/ 1413052 w 13158799"/>
              <a:gd name="connsiteY27" fmla="*/ 9258342 h 9456078"/>
              <a:gd name="connsiteX28" fmla="*/ 1460000 w 13158799"/>
              <a:gd name="connsiteY28" fmla="*/ 9244693 h 9456078"/>
              <a:gd name="connsiteX29" fmla="*/ 1506799 w 13158799"/>
              <a:gd name="connsiteY29" fmla="*/ 9230604 h 9456078"/>
              <a:gd name="connsiteX30" fmla="*/ 1553445 w 13158799"/>
              <a:gd name="connsiteY30" fmla="*/ 9216076 h 9456078"/>
              <a:gd name="connsiteX31" fmla="*/ 1599935 w 13158799"/>
              <a:gd name="connsiteY31" fmla="*/ 9201111 h 9456078"/>
              <a:gd name="connsiteX32" fmla="*/ 1646267 w 13158799"/>
              <a:gd name="connsiteY32" fmla="*/ 9185710 h 9456078"/>
              <a:gd name="connsiteX33" fmla="*/ 1692437 w 13158799"/>
              <a:gd name="connsiteY33" fmla="*/ 9169876 h 9456078"/>
              <a:gd name="connsiteX34" fmla="*/ 1738442 w 13158799"/>
              <a:gd name="connsiteY34" fmla="*/ 9153608 h 9456078"/>
              <a:gd name="connsiteX35" fmla="*/ 1784280 w 13158799"/>
              <a:gd name="connsiteY35" fmla="*/ 9136910 h 9456078"/>
              <a:gd name="connsiteX36" fmla="*/ 1829947 w 13158799"/>
              <a:gd name="connsiteY36" fmla="*/ 9119782 h 9456078"/>
              <a:gd name="connsiteX37" fmla="*/ 1875440 w 13158799"/>
              <a:gd name="connsiteY37" fmla="*/ 9102226 h 9456078"/>
              <a:gd name="connsiteX38" fmla="*/ 1920756 w 13158799"/>
              <a:gd name="connsiteY38" fmla="*/ 9084243 h 9456078"/>
              <a:gd name="connsiteX39" fmla="*/ 1965893 w 13158799"/>
              <a:gd name="connsiteY39" fmla="*/ 9065835 h 9456078"/>
              <a:gd name="connsiteX40" fmla="*/ 2010847 w 13158799"/>
              <a:gd name="connsiteY40" fmla="*/ 9047004 h 9456078"/>
              <a:gd name="connsiteX41" fmla="*/ 2055615 w 13158799"/>
              <a:gd name="connsiteY41" fmla="*/ 9027750 h 9456078"/>
              <a:gd name="connsiteX42" fmla="*/ 2100195 w 13158799"/>
              <a:gd name="connsiteY42" fmla="*/ 9008075 h 9456078"/>
              <a:gd name="connsiteX43" fmla="*/ 2144582 w 13158799"/>
              <a:gd name="connsiteY43" fmla="*/ 8987981 h 9456078"/>
              <a:gd name="connsiteX44" fmla="*/ 2188775 w 13158799"/>
              <a:gd name="connsiteY44" fmla="*/ 8967470 h 9456078"/>
              <a:gd name="connsiteX45" fmla="*/ 2232770 w 13158799"/>
              <a:gd name="connsiteY45" fmla="*/ 8946542 h 9456078"/>
              <a:gd name="connsiteX46" fmla="*/ 2276564 w 13158799"/>
              <a:gd name="connsiteY46" fmla="*/ 8925199 h 9456078"/>
              <a:gd name="connsiteX47" fmla="*/ 2320154 w 13158799"/>
              <a:gd name="connsiteY47" fmla="*/ 8903443 h 9456078"/>
              <a:gd name="connsiteX48" fmla="*/ 2363538 w 13158799"/>
              <a:gd name="connsiteY48" fmla="*/ 8881275 h 9456078"/>
              <a:gd name="connsiteX49" fmla="*/ 2406711 w 13158799"/>
              <a:gd name="connsiteY49" fmla="*/ 8858697 h 9456078"/>
              <a:gd name="connsiteX50" fmla="*/ 2449672 w 13158799"/>
              <a:gd name="connsiteY50" fmla="*/ 8835710 h 9456078"/>
              <a:gd name="connsiteX51" fmla="*/ 2492417 w 13158799"/>
              <a:gd name="connsiteY51" fmla="*/ 8812316 h 9456078"/>
              <a:gd name="connsiteX52" fmla="*/ 2534943 w 13158799"/>
              <a:gd name="connsiteY52" fmla="*/ 8788516 h 9456078"/>
              <a:gd name="connsiteX53" fmla="*/ 2577247 w 13158799"/>
              <a:gd name="connsiteY53" fmla="*/ 8764311 h 9456078"/>
              <a:gd name="connsiteX54" fmla="*/ 2619326 w 13158799"/>
              <a:gd name="connsiteY54" fmla="*/ 8739704 h 9456078"/>
              <a:gd name="connsiteX55" fmla="*/ 2661177 w 13158799"/>
              <a:gd name="connsiteY55" fmla="*/ 8714695 h 9456078"/>
              <a:gd name="connsiteX56" fmla="*/ 2702797 w 13158799"/>
              <a:gd name="connsiteY56" fmla="*/ 8689286 h 9456078"/>
              <a:gd name="connsiteX57" fmla="*/ 2744183 w 13158799"/>
              <a:gd name="connsiteY57" fmla="*/ 8663479 h 9456078"/>
              <a:gd name="connsiteX58" fmla="*/ 2785333 w 13158799"/>
              <a:gd name="connsiteY58" fmla="*/ 8637274 h 9456078"/>
              <a:gd name="connsiteX59" fmla="*/ 2826242 w 13158799"/>
              <a:gd name="connsiteY59" fmla="*/ 8610675 h 9456078"/>
              <a:gd name="connsiteX60" fmla="*/ 2866908 w 13158799"/>
              <a:gd name="connsiteY60" fmla="*/ 8583681 h 9456078"/>
              <a:gd name="connsiteX61" fmla="*/ 2907329 w 13158799"/>
              <a:gd name="connsiteY61" fmla="*/ 8556295 h 9456078"/>
              <a:gd name="connsiteX62" fmla="*/ 2947500 w 13158799"/>
              <a:gd name="connsiteY62" fmla="*/ 8528517 h 9456078"/>
              <a:gd name="connsiteX63" fmla="*/ 2987419 w 13158799"/>
              <a:gd name="connsiteY63" fmla="*/ 8500351 h 9456078"/>
              <a:gd name="connsiteX64" fmla="*/ 3027083 w 13158799"/>
              <a:gd name="connsiteY64" fmla="*/ 8471796 h 9456078"/>
              <a:gd name="connsiteX65" fmla="*/ 3066489 w 13158799"/>
              <a:gd name="connsiteY65" fmla="*/ 8442854 h 9456078"/>
              <a:gd name="connsiteX66" fmla="*/ 3105634 w 13158799"/>
              <a:gd name="connsiteY66" fmla="*/ 8413528 h 9456078"/>
              <a:gd name="connsiteX67" fmla="*/ 3144515 w 13158799"/>
              <a:gd name="connsiteY67" fmla="*/ 8383818 h 9456078"/>
              <a:gd name="connsiteX68" fmla="*/ 3183129 w 13158799"/>
              <a:gd name="connsiteY68" fmla="*/ 8353726 h 9456078"/>
              <a:gd name="connsiteX69" fmla="*/ 3221473 w 13158799"/>
              <a:gd name="connsiteY69" fmla="*/ 8323253 h 9456078"/>
              <a:gd name="connsiteX70" fmla="*/ 3259544 w 13158799"/>
              <a:gd name="connsiteY70" fmla="*/ 8292401 h 9456078"/>
              <a:gd name="connsiteX71" fmla="*/ 3297339 w 13158799"/>
              <a:gd name="connsiteY71" fmla="*/ 8261172 h 9456078"/>
              <a:gd name="connsiteX72" fmla="*/ 3334854 w 13158799"/>
              <a:gd name="connsiteY72" fmla="*/ 8229566 h 9456078"/>
              <a:gd name="connsiteX73" fmla="*/ 3372087 w 13158799"/>
              <a:gd name="connsiteY73" fmla="*/ 8197585 h 9456078"/>
              <a:gd name="connsiteX74" fmla="*/ 3409035 w 13158799"/>
              <a:gd name="connsiteY74" fmla="*/ 8165232 h 9456078"/>
              <a:gd name="connsiteX75" fmla="*/ 3445695 w 13158799"/>
              <a:gd name="connsiteY75" fmla="*/ 8132507 h 9456078"/>
              <a:gd name="connsiteX76" fmla="*/ 3482064 w 13158799"/>
              <a:gd name="connsiteY76" fmla="*/ 8099411 h 9456078"/>
              <a:gd name="connsiteX77" fmla="*/ 3518139 w 13158799"/>
              <a:gd name="connsiteY77" fmla="*/ 8065947 h 9456078"/>
              <a:gd name="connsiteX78" fmla="*/ 3553916 w 13158799"/>
              <a:gd name="connsiteY78" fmla="*/ 8032115 h 9456078"/>
              <a:gd name="connsiteX79" fmla="*/ 3589393 w 13158799"/>
              <a:gd name="connsiteY79" fmla="*/ 7997918 h 9456078"/>
              <a:gd name="connsiteX80" fmla="*/ 3624567 w 13158799"/>
              <a:gd name="connsiteY80" fmla="*/ 7963356 h 9456078"/>
              <a:gd name="connsiteX81" fmla="*/ 3659435 w 13158799"/>
              <a:gd name="connsiteY81" fmla="*/ 7928432 h 9456078"/>
              <a:gd name="connsiteX82" fmla="*/ 3693994 w 13158799"/>
              <a:gd name="connsiteY82" fmla="*/ 7893146 h 9456078"/>
              <a:gd name="connsiteX83" fmla="*/ 3728240 w 13158799"/>
              <a:gd name="connsiteY83" fmla="*/ 7857501 h 9456078"/>
              <a:gd name="connsiteX84" fmla="*/ 3762171 w 13158799"/>
              <a:gd name="connsiteY84" fmla="*/ 7821497 h 9456078"/>
              <a:gd name="connsiteX85" fmla="*/ 3795783 w 13158799"/>
              <a:gd name="connsiteY85" fmla="*/ 7785136 h 9456078"/>
              <a:gd name="connsiteX86" fmla="*/ 3829075 w 13158799"/>
              <a:gd name="connsiteY86" fmla="*/ 7748420 h 9456078"/>
              <a:gd name="connsiteX87" fmla="*/ 3862042 w 13158799"/>
              <a:gd name="connsiteY87" fmla="*/ 7711350 h 9456078"/>
              <a:gd name="connsiteX88" fmla="*/ 3894682 w 13158799"/>
              <a:gd name="connsiteY88" fmla="*/ 7673928 h 9456078"/>
              <a:gd name="connsiteX89" fmla="*/ 3926991 w 13158799"/>
              <a:gd name="connsiteY89" fmla="*/ 7636155 h 9456078"/>
              <a:gd name="connsiteX90" fmla="*/ 3958967 w 13158799"/>
              <a:gd name="connsiteY90" fmla="*/ 7598032 h 9456078"/>
              <a:gd name="connsiteX91" fmla="*/ 3990607 w 13158799"/>
              <a:gd name="connsiteY91" fmla="*/ 7559561 h 9456078"/>
              <a:gd name="connsiteX92" fmla="*/ 4021907 w 13158799"/>
              <a:gd name="connsiteY92" fmla="*/ 7520744 h 9456078"/>
              <a:gd name="connsiteX93" fmla="*/ 4052865 w 13158799"/>
              <a:gd name="connsiteY93" fmla="*/ 7481582 h 9456078"/>
              <a:gd name="connsiteX94" fmla="*/ 4083478 w 13158799"/>
              <a:gd name="connsiteY94" fmla="*/ 7442077 h 9456078"/>
              <a:gd name="connsiteX95" fmla="*/ 8022311 w 13158799"/>
              <a:gd name="connsiteY95" fmla="*/ 2307814 h 9456078"/>
              <a:gd name="connsiteX96" fmla="*/ 8052902 w 13158799"/>
              <a:gd name="connsiteY96" fmla="*/ 2268285 h 9456078"/>
              <a:gd name="connsiteX97" fmla="*/ 8083796 w 13158799"/>
              <a:gd name="connsiteY97" fmla="*/ 2229056 h 9456078"/>
              <a:gd name="connsiteX98" fmla="*/ 8114989 w 13158799"/>
              <a:gd name="connsiteY98" fmla="*/ 2190127 h 9456078"/>
              <a:gd name="connsiteX99" fmla="*/ 8146479 w 13158799"/>
              <a:gd name="connsiteY99" fmla="*/ 2151500 h 9456078"/>
              <a:gd name="connsiteX100" fmla="*/ 8178264 w 13158799"/>
              <a:gd name="connsiteY100" fmla="*/ 2113176 h 9456078"/>
              <a:gd name="connsiteX101" fmla="*/ 8210341 w 13158799"/>
              <a:gd name="connsiteY101" fmla="*/ 2075157 h 9456078"/>
              <a:gd name="connsiteX102" fmla="*/ 8242709 w 13158799"/>
              <a:gd name="connsiteY102" fmla="*/ 2037442 h 9456078"/>
              <a:gd name="connsiteX103" fmla="*/ 8275365 w 13158799"/>
              <a:gd name="connsiteY103" fmla="*/ 2000034 h 9456078"/>
              <a:gd name="connsiteX104" fmla="*/ 8308307 w 13158799"/>
              <a:gd name="connsiteY104" fmla="*/ 1962934 h 9456078"/>
              <a:gd name="connsiteX105" fmla="*/ 8341532 w 13158799"/>
              <a:gd name="connsiteY105" fmla="*/ 1926142 h 9456078"/>
              <a:gd name="connsiteX106" fmla="*/ 8375038 w 13158799"/>
              <a:gd name="connsiteY106" fmla="*/ 1889660 h 9456078"/>
              <a:gd name="connsiteX107" fmla="*/ 8408823 w 13158799"/>
              <a:gd name="connsiteY107" fmla="*/ 1853489 h 9456078"/>
              <a:gd name="connsiteX108" fmla="*/ 8442885 w 13158799"/>
              <a:gd name="connsiteY108" fmla="*/ 1817630 h 9456078"/>
              <a:gd name="connsiteX109" fmla="*/ 8477221 w 13158799"/>
              <a:gd name="connsiteY109" fmla="*/ 1782084 h 9456078"/>
              <a:gd name="connsiteX110" fmla="*/ 8511829 w 13158799"/>
              <a:gd name="connsiteY110" fmla="*/ 1746853 h 9456078"/>
              <a:gd name="connsiteX111" fmla="*/ 8546706 w 13158799"/>
              <a:gd name="connsiteY111" fmla="*/ 1711937 h 9456078"/>
              <a:gd name="connsiteX112" fmla="*/ 8581851 w 13158799"/>
              <a:gd name="connsiteY112" fmla="*/ 1677337 h 9456078"/>
              <a:gd name="connsiteX113" fmla="*/ 8617261 w 13158799"/>
              <a:gd name="connsiteY113" fmla="*/ 1643056 h 9456078"/>
              <a:gd name="connsiteX114" fmla="*/ 8652934 w 13158799"/>
              <a:gd name="connsiteY114" fmla="*/ 1609093 h 9456078"/>
              <a:gd name="connsiteX115" fmla="*/ 8688867 w 13158799"/>
              <a:gd name="connsiteY115" fmla="*/ 1575450 h 9456078"/>
              <a:gd name="connsiteX116" fmla="*/ 8725058 w 13158799"/>
              <a:gd name="connsiteY116" fmla="*/ 1542128 h 9456078"/>
              <a:gd name="connsiteX117" fmla="*/ 8761506 w 13158799"/>
              <a:gd name="connsiteY117" fmla="*/ 1509129 h 9456078"/>
              <a:gd name="connsiteX118" fmla="*/ 8798207 w 13158799"/>
              <a:gd name="connsiteY118" fmla="*/ 1476452 h 9456078"/>
              <a:gd name="connsiteX119" fmla="*/ 8835159 w 13158799"/>
              <a:gd name="connsiteY119" fmla="*/ 1444101 h 9456078"/>
              <a:gd name="connsiteX120" fmla="*/ 8872360 w 13158799"/>
              <a:gd name="connsiteY120" fmla="*/ 1412075 h 9456078"/>
              <a:gd name="connsiteX121" fmla="*/ 8909808 w 13158799"/>
              <a:gd name="connsiteY121" fmla="*/ 1380375 h 9456078"/>
              <a:gd name="connsiteX122" fmla="*/ 8947501 w 13158799"/>
              <a:gd name="connsiteY122" fmla="*/ 1349004 h 9456078"/>
              <a:gd name="connsiteX123" fmla="*/ 8985435 w 13158799"/>
              <a:gd name="connsiteY123" fmla="*/ 1317962 h 9456078"/>
              <a:gd name="connsiteX124" fmla="*/ 9023610 w 13158799"/>
              <a:gd name="connsiteY124" fmla="*/ 1287250 h 9456078"/>
              <a:gd name="connsiteX125" fmla="*/ 9062022 w 13158799"/>
              <a:gd name="connsiteY125" fmla="*/ 1256869 h 9456078"/>
              <a:gd name="connsiteX126" fmla="*/ 9100669 w 13158799"/>
              <a:gd name="connsiteY126" fmla="*/ 1226820 h 9456078"/>
              <a:gd name="connsiteX127" fmla="*/ 9139549 w 13158799"/>
              <a:gd name="connsiteY127" fmla="*/ 1197105 h 9456078"/>
              <a:gd name="connsiteX128" fmla="*/ 9178660 w 13158799"/>
              <a:gd name="connsiteY128" fmla="*/ 1167725 h 9456078"/>
              <a:gd name="connsiteX129" fmla="*/ 9217999 w 13158799"/>
              <a:gd name="connsiteY129" fmla="*/ 1138681 h 9456078"/>
              <a:gd name="connsiteX130" fmla="*/ 9257564 w 13158799"/>
              <a:gd name="connsiteY130" fmla="*/ 1109974 h 9456078"/>
              <a:gd name="connsiteX131" fmla="*/ 9297353 w 13158799"/>
              <a:gd name="connsiteY131" fmla="*/ 1081604 h 9456078"/>
              <a:gd name="connsiteX132" fmla="*/ 9337364 w 13158799"/>
              <a:gd name="connsiteY132" fmla="*/ 1053574 h 9456078"/>
              <a:gd name="connsiteX133" fmla="*/ 9377594 w 13158799"/>
              <a:gd name="connsiteY133" fmla="*/ 1025884 h 9456078"/>
              <a:gd name="connsiteX134" fmla="*/ 9418040 w 13158799"/>
              <a:gd name="connsiteY134" fmla="*/ 998536 h 9456078"/>
              <a:gd name="connsiteX135" fmla="*/ 9458702 w 13158799"/>
              <a:gd name="connsiteY135" fmla="*/ 971530 h 9456078"/>
              <a:gd name="connsiteX136" fmla="*/ 9499575 w 13158799"/>
              <a:gd name="connsiteY136" fmla="*/ 944868 h 9456078"/>
              <a:gd name="connsiteX137" fmla="*/ 9540659 w 13158799"/>
              <a:gd name="connsiteY137" fmla="*/ 918551 h 9456078"/>
              <a:gd name="connsiteX138" fmla="*/ 9581950 w 13158799"/>
              <a:gd name="connsiteY138" fmla="*/ 892580 h 9456078"/>
              <a:gd name="connsiteX139" fmla="*/ 9623447 w 13158799"/>
              <a:gd name="connsiteY139" fmla="*/ 866956 h 9456078"/>
              <a:gd name="connsiteX140" fmla="*/ 9665147 w 13158799"/>
              <a:gd name="connsiteY140" fmla="*/ 841681 h 9456078"/>
              <a:gd name="connsiteX141" fmla="*/ 9707048 w 13158799"/>
              <a:gd name="connsiteY141" fmla="*/ 816754 h 9456078"/>
              <a:gd name="connsiteX142" fmla="*/ 9749147 w 13158799"/>
              <a:gd name="connsiteY142" fmla="*/ 792179 h 9456078"/>
              <a:gd name="connsiteX143" fmla="*/ 9791443 w 13158799"/>
              <a:gd name="connsiteY143" fmla="*/ 767955 h 9456078"/>
              <a:gd name="connsiteX144" fmla="*/ 9833932 w 13158799"/>
              <a:gd name="connsiteY144" fmla="*/ 744083 h 9456078"/>
              <a:gd name="connsiteX145" fmla="*/ 9876613 w 13158799"/>
              <a:gd name="connsiteY145" fmla="*/ 720566 h 9456078"/>
              <a:gd name="connsiteX146" fmla="*/ 9919484 w 13158799"/>
              <a:gd name="connsiteY146" fmla="*/ 697404 h 9456078"/>
              <a:gd name="connsiteX147" fmla="*/ 9962542 w 13158799"/>
              <a:gd name="connsiteY147" fmla="*/ 674598 h 9456078"/>
              <a:gd name="connsiteX148" fmla="*/ 10005784 w 13158799"/>
              <a:gd name="connsiteY148" fmla="*/ 652149 h 9456078"/>
              <a:gd name="connsiteX149" fmla="*/ 10049209 w 13158799"/>
              <a:gd name="connsiteY149" fmla="*/ 630059 h 9456078"/>
              <a:gd name="connsiteX150" fmla="*/ 10092814 w 13158799"/>
              <a:gd name="connsiteY150" fmla="*/ 608328 h 9456078"/>
              <a:gd name="connsiteX151" fmla="*/ 10136597 w 13158799"/>
              <a:gd name="connsiteY151" fmla="*/ 586958 h 9456078"/>
              <a:gd name="connsiteX152" fmla="*/ 10180556 w 13158799"/>
              <a:gd name="connsiteY152" fmla="*/ 565950 h 9456078"/>
              <a:gd name="connsiteX153" fmla="*/ 10224688 w 13158799"/>
              <a:gd name="connsiteY153" fmla="*/ 545304 h 9456078"/>
              <a:gd name="connsiteX154" fmla="*/ 10268991 w 13158799"/>
              <a:gd name="connsiteY154" fmla="*/ 525023 h 9456078"/>
              <a:gd name="connsiteX155" fmla="*/ 10313463 w 13158799"/>
              <a:gd name="connsiteY155" fmla="*/ 505107 h 9456078"/>
              <a:gd name="connsiteX156" fmla="*/ 10358101 w 13158799"/>
              <a:gd name="connsiteY156" fmla="*/ 485558 h 9456078"/>
              <a:gd name="connsiteX157" fmla="*/ 10402903 w 13158799"/>
              <a:gd name="connsiteY157" fmla="*/ 466376 h 9456078"/>
              <a:gd name="connsiteX158" fmla="*/ 10447868 w 13158799"/>
              <a:gd name="connsiteY158" fmla="*/ 447563 h 9456078"/>
              <a:gd name="connsiteX159" fmla="*/ 10492991 w 13158799"/>
              <a:gd name="connsiteY159" fmla="*/ 429119 h 9456078"/>
              <a:gd name="connsiteX160" fmla="*/ 10538272 w 13158799"/>
              <a:gd name="connsiteY160" fmla="*/ 411046 h 9456078"/>
              <a:gd name="connsiteX161" fmla="*/ 10583708 w 13158799"/>
              <a:gd name="connsiteY161" fmla="*/ 393346 h 9456078"/>
              <a:gd name="connsiteX162" fmla="*/ 10629297 w 13158799"/>
              <a:gd name="connsiteY162" fmla="*/ 376018 h 9456078"/>
              <a:gd name="connsiteX163" fmla="*/ 10675036 w 13158799"/>
              <a:gd name="connsiteY163" fmla="*/ 359065 h 9456078"/>
              <a:gd name="connsiteX164" fmla="*/ 10720923 w 13158799"/>
              <a:gd name="connsiteY164" fmla="*/ 342487 h 9456078"/>
              <a:gd name="connsiteX165" fmla="*/ 10766956 w 13158799"/>
              <a:gd name="connsiteY165" fmla="*/ 326286 h 9456078"/>
              <a:gd name="connsiteX166" fmla="*/ 10813132 w 13158799"/>
              <a:gd name="connsiteY166" fmla="*/ 310462 h 9456078"/>
              <a:gd name="connsiteX167" fmla="*/ 10859450 w 13158799"/>
              <a:gd name="connsiteY167" fmla="*/ 295018 h 9456078"/>
              <a:gd name="connsiteX168" fmla="*/ 10905907 w 13158799"/>
              <a:gd name="connsiteY168" fmla="*/ 279953 h 9456078"/>
              <a:gd name="connsiteX169" fmla="*/ 10952500 w 13158799"/>
              <a:gd name="connsiteY169" fmla="*/ 265269 h 9456078"/>
              <a:gd name="connsiteX170" fmla="*/ 10999227 w 13158799"/>
              <a:gd name="connsiteY170" fmla="*/ 250968 h 9456078"/>
              <a:gd name="connsiteX171" fmla="*/ 11046087 w 13158799"/>
              <a:gd name="connsiteY171" fmla="*/ 237049 h 9456078"/>
              <a:gd name="connsiteX172" fmla="*/ 11093076 w 13158799"/>
              <a:gd name="connsiteY172" fmla="*/ 223516 h 9456078"/>
              <a:gd name="connsiteX173" fmla="*/ 11140193 w 13158799"/>
              <a:gd name="connsiteY173" fmla="*/ 210368 h 9456078"/>
              <a:gd name="connsiteX174" fmla="*/ 11187434 w 13158799"/>
              <a:gd name="connsiteY174" fmla="*/ 197606 h 9456078"/>
              <a:gd name="connsiteX175" fmla="*/ 11234799 w 13158799"/>
              <a:gd name="connsiteY175" fmla="*/ 185233 h 9456078"/>
              <a:gd name="connsiteX176" fmla="*/ 11282284 w 13158799"/>
              <a:gd name="connsiteY176" fmla="*/ 173248 h 9456078"/>
              <a:gd name="connsiteX177" fmla="*/ 11329888 w 13158799"/>
              <a:gd name="connsiteY177" fmla="*/ 161654 h 9456078"/>
              <a:gd name="connsiteX178" fmla="*/ 11377607 w 13158799"/>
              <a:gd name="connsiteY178" fmla="*/ 150451 h 9456078"/>
              <a:gd name="connsiteX179" fmla="*/ 11425440 w 13158799"/>
              <a:gd name="connsiteY179" fmla="*/ 139640 h 9456078"/>
              <a:gd name="connsiteX180" fmla="*/ 11473385 w 13158799"/>
              <a:gd name="connsiteY180" fmla="*/ 129223 h 9456078"/>
              <a:gd name="connsiteX181" fmla="*/ 11521439 w 13158799"/>
              <a:gd name="connsiteY181" fmla="*/ 119201 h 9456078"/>
              <a:gd name="connsiteX182" fmla="*/ 11569599 w 13158799"/>
              <a:gd name="connsiteY182" fmla="*/ 109574 h 9456078"/>
              <a:gd name="connsiteX183" fmla="*/ 11617864 w 13158799"/>
              <a:gd name="connsiteY183" fmla="*/ 100344 h 9456078"/>
              <a:gd name="connsiteX184" fmla="*/ 11666231 w 13158799"/>
              <a:gd name="connsiteY184" fmla="*/ 91512 h 9456078"/>
              <a:gd name="connsiteX185" fmla="*/ 11714698 w 13158799"/>
              <a:gd name="connsiteY185" fmla="*/ 83080 h 9456078"/>
              <a:gd name="connsiteX186" fmla="*/ 11763263 w 13158799"/>
              <a:gd name="connsiteY186" fmla="*/ 75047 h 9456078"/>
              <a:gd name="connsiteX187" fmla="*/ 11811923 w 13158799"/>
              <a:gd name="connsiteY187" fmla="*/ 67417 h 9456078"/>
              <a:gd name="connsiteX188" fmla="*/ 11860676 w 13158799"/>
              <a:gd name="connsiteY188" fmla="*/ 60188 h 9456078"/>
              <a:gd name="connsiteX189" fmla="*/ 11909519 w 13158799"/>
              <a:gd name="connsiteY189" fmla="*/ 53364 h 9456078"/>
              <a:gd name="connsiteX190" fmla="*/ 11958451 w 13158799"/>
              <a:gd name="connsiteY190" fmla="*/ 46944 h 9456078"/>
              <a:gd name="connsiteX191" fmla="*/ 12007470 w 13158799"/>
              <a:gd name="connsiteY191" fmla="*/ 40931 h 9456078"/>
              <a:gd name="connsiteX192" fmla="*/ 12056572 w 13158799"/>
              <a:gd name="connsiteY192" fmla="*/ 35324 h 9456078"/>
              <a:gd name="connsiteX193" fmla="*/ 12105756 w 13158799"/>
              <a:gd name="connsiteY193" fmla="*/ 30126 h 9456078"/>
              <a:gd name="connsiteX194" fmla="*/ 12155019 w 13158799"/>
              <a:gd name="connsiteY194" fmla="*/ 25337 h 9456078"/>
              <a:gd name="connsiteX195" fmla="*/ 12204359 w 13158799"/>
              <a:gd name="connsiteY195" fmla="*/ 20958 h 9456078"/>
              <a:gd name="connsiteX196" fmla="*/ 12253773 w 13158799"/>
              <a:gd name="connsiteY196" fmla="*/ 16991 h 9456078"/>
              <a:gd name="connsiteX197" fmla="*/ 12303260 w 13158799"/>
              <a:gd name="connsiteY197" fmla="*/ 13437 h 9456078"/>
              <a:gd name="connsiteX198" fmla="*/ 12352818 w 13158799"/>
              <a:gd name="connsiteY198" fmla="*/ 10297 h 9456078"/>
              <a:gd name="connsiteX199" fmla="*/ 12402443 w 13158799"/>
              <a:gd name="connsiteY199" fmla="*/ 7572 h 9456078"/>
              <a:gd name="connsiteX200" fmla="*/ 12452133 w 13158799"/>
              <a:gd name="connsiteY200" fmla="*/ 5263 h 9456078"/>
              <a:gd name="connsiteX201" fmla="*/ 12501887 w 13158799"/>
              <a:gd name="connsiteY201" fmla="*/ 3371 h 9456078"/>
              <a:gd name="connsiteX202" fmla="*/ 12551701 w 13158799"/>
              <a:gd name="connsiteY202" fmla="*/ 1898 h 9456078"/>
              <a:gd name="connsiteX203" fmla="*/ 12601574 w 13158799"/>
              <a:gd name="connsiteY203" fmla="*/ 844 h 9456078"/>
              <a:gd name="connsiteX204" fmla="*/ 12651504 w 13158799"/>
              <a:gd name="connsiteY204" fmla="*/ 211 h 9456078"/>
              <a:gd name="connsiteX205" fmla="*/ 12701487 w 13158799"/>
              <a:gd name="connsiteY205" fmla="*/ 0 h 9456078"/>
              <a:gd name="connsiteX206" fmla="*/ 13158798 w 13158799"/>
              <a:gd name="connsiteY206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76172 w 13158797"/>
              <a:gd name="connsiteY22" fmla="*/ 9319936 h 9456078"/>
              <a:gd name="connsiteX23" fmla="*/ 1223823 w 13158797"/>
              <a:gd name="connsiteY23" fmla="*/ 9308509 h 9456078"/>
              <a:gd name="connsiteX24" fmla="*/ 1271339 w 13158797"/>
              <a:gd name="connsiteY24" fmla="*/ 9296635 h 9456078"/>
              <a:gd name="connsiteX25" fmla="*/ 1318719 w 13158797"/>
              <a:gd name="connsiteY25" fmla="*/ 9284315 h 9456078"/>
              <a:gd name="connsiteX26" fmla="*/ 1365957 w 13158797"/>
              <a:gd name="connsiteY26" fmla="*/ 9271550 h 9456078"/>
              <a:gd name="connsiteX27" fmla="*/ 1413052 w 13158797"/>
              <a:gd name="connsiteY27" fmla="*/ 9258342 h 9456078"/>
              <a:gd name="connsiteX28" fmla="*/ 1460000 w 13158797"/>
              <a:gd name="connsiteY28" fmla="*/ 9244693 h 9456078"/>
              <a:gd name="connsiteX29" fmla="*/ 1506799 w 13158797"/>
              <a:gd name="connsiteY29" fmla="*/ 9230604 h 9456078"/>
              <a:gd name="connsiteX30" fmla="*/ 1553445 w 13158797"/>
              <a:gd name="connsiteY30" fmla="*/ 9216076 h 9456078"/>
              <a:gd name="connsiteX31" fmla="*/ 1599935 w 13158797"/>
              <a:gd name="connsiteY31" fmla="*/ 9201111 h 9456078"/>
              <a:gd name="connsiteX32" fmla="*/ 1646267 w 13158797"/>
              <a:gd name="connsiteY32" fmla="*/ 9185710 h 9456078"/>
              <a:gd name="connsiteX33" fmla="*/ 1692437 w 13158797"/>
              <a:gd name="connsiteY33" fmla="*/ 9169876 h 9456078"/>
              <a:gd name="connsiteX34" fmla="*/ 1738442 w 13158797"/>
              <a:gd name="connsiteY34" fmla="*/ 9153608 h 9456078"/>
              <a:gd name="connsiteX35" fmla="*/ 1784280 w 13158797"/>
              <a:gd name="connsiteY35" fmla="*/ 9136910 h 9456078"/>
              <a:gd name="connsiteX36" fmla="*/ 1829947 w 13158797"/>
              <a:gd name="connsiteY36" fmla="*/ 9119782 h 9456078"/>
              <a:gd name="connsiteX37" fmla="*/ 1875440 w 13158797"/>
              <a:gd name="connsiteY37" fmla="*/ 9102226 h 9456078"/>
              <a:gd name="connsiteX38" fmla="*/ 1920756 w 13158797"/>
              <a:gd name="connsiteY38" fmla="*/ 9084243 h 9456078"/>
              <a:gd name="connsiteX39" fmla="*/ 1965893 w 13158797"/>
              <a:gd name="connsiteY39" fmla="*/ 9065835 h 9456078"/>
              <a:gd name="connsiteX40" fmla="*/ 2055615 w 13158797"/>
              <a:gd name="connsiteY40" fmla="*/ 9027750 h 9456078"/>
              <a:gd name="connsiteX41" fmla="*/ 2100195 w 13158797"/>
              <a:gd name="connsiteY41" fmla="*/ 9008075 h 9456078"/>
              <a:gd name="connsiteX42" fmla="*/ 2144582 w 13158797"/>
              <a:gd name="connsiteY42" fmla="*/ 8987981 h 9456078"/>
              <a:gd name="connsiteX43" fmla="*/ 2188775 w 13158797"/>
              <a:gd name="connsiteY43" fmla="*/ 8967470 h 9456078"/>
              <a:gd name="connsiteX44" fmla="*/ 2232770 w 13158797"/>
              <a:gd name="connsiteY44" fmla="*/ 8946542 h 9456078"/>
              <a:gd name="connsiteX45" fmla="*/ 2276564 w 13158797"/>
              <a:gd name="connsiteY45" fmla="*/ 8925199 h 9456078"/>
              <a:gd name="connsiteX46" fmla="*/ 2320154 w 13158797"/>
              <a:gd name="connsiteY46" fmla="*/ 8903443 h 9456078"/>
              <a:gd name="connsiteX47" fmla="*/ 2363538 w 13158797"/>
              <a:gd name="connsiteY47" fmla="*/ 8881275 h 9456078"/>
              <a:gd name="connsiteX48" fmla="*/ 2406711 w 13158797"/>
              <a:gd name="connsiteY48" fmla="*/ 8858697 h 9456078"/>
              <a:gd name="connsiteX49" fmla="*/ 2449672 w 13158797"/>
              <a:gd name="connsiteY49" fmla="*/ 8835710 h 9456078"/>
              <a:gd name="connsiteX50" fmla="*/ 2492417 w 13158797"/>
              <a:gd name="connsiteY50" fmla="*/ 8812316 h 9456078"/>
              <a:gd name="connsiteX51" fmla="*/ 2534943 w 13158797"/>
              <a:gd name="connsiteY51" fmla="*/ 8788516 h 9456078"/>
              <a:gd name="connsiteX52" fmla="*/ 2577247 w 13158797"/>
              <a:gd name="connsiteY52" fmla="*/ 8764311 h 9456078"/>
              <a:gd name="connsiteX53" fmla="*/ 2619326 w 13158797"/>
              <a:gd name="connsiteY53" fmla="*/ 8739704 h 9456078"/>
              <a:gd name="connsiteX54" fmla="*/ 2661177 w 13158797"/>
              <a:gd name="connsiteY54" fmla="*/ 8714695 h 9456078"/>
              <a:gd name="connsiteX55" fmla="*/ 2702797 w 13158797"/>
              <a:gd name="connsiteY55" fmla="*/ 8689286 h 9456078"/>
              <a:gd name="connsiteX56" fmla="*/ 2744183 w 13158797"/>
              <a:gd name="connsiteY56" fmla="*/ 8663479 h 9456078"/>
              <a:gd name="connsiteX57" fmla="*/ 2785333 w 13158797"/>
              <a:gd name="connsiteY57" fmla="*/ 8637274 h 9456078"/>
              <a:gd name="connsiteX58" fmla="*/ 2826242 w 13158797"/>
              <a:gd name="connsiteY58" fmla="*/ 8610675 h 9456078"/>
              <a:gd name="connsiteX59" fmla="*/ 2866908 w 13158797"/>
              <a:gd name="connsiteY59" fmla="*/ 8583681 h 9456078"/>
              <a:gd name="connsiteX60" fmla="*/ 2907329 w 13158797"/>
              <a:gd name="connsiteY60" fmla="*/ 8556295 h 9456078"/>
              <a:gd name="connsiteX61" fmla="*/ 2947500 w 13158797"/>
              <a:gd name="connsiteY61" fmla="*/ 8528517 h 9456078"/>
              <a:gd name="connsiteX62" fmla="*/ 2987419 w 13158797"/>
              <a:gd name="connsiteY62" fmla="*/ 8500351 h 9456078"/>
              <a:gd name="connsiteX63" fmla="*/ 3027083 w 13158797"/>
              <a:gd name="connsiteY63" fmla="*/ 8471796 h 9456078"/>
              <a:gd name="connsiteX64" fmla="*/ 3066489 w 13158797"/>
              <a:gd name="connsiteY64" fmla="*/ 8442854 h 9456078"/>
              <a:gd name="connsiteX65" fmla="*/ 3105634 w 13158797"/>
              <a:gd name="connsiteY65" fmla="*/ 8413528 h 9456078"/>
              <a:gd name="connsiteX66" fmla="*/ 3144515 w 13158797"/>
              <a:gd name="connsiteY66" fmla="*/ 8383818 h 9456078"/>
              <a:gd name="connsiteX67" fmla="*/ 3183129 w 13158797"/>
              <a:gd name="connsiteY67" fmla="*/ 8353726 h 9456078"/>
              <a:gd name="connsiteX68" fmla="*/ 3221473 w 13158797"/>
              <a:gd name="connsiteY68" fmla="*/ 8323253 h 9456078"/>
              <a:gd name="connsiteX69" fmla="*/ 3259544 w 13158797"/>
              <a:gd name="connsiteY69" fmla="*/ 8292401 h 9456078"/>
              <a:gd name="connsiteX70" fmla="*/ 3297339 w 13158797"/>
              <a:gd name="connsiteY70" fmla="*/ 8261172 h 9456078"/>
              <a:gd name="connsiteX71" fmla="*/ 3334854 w 13158797"/>
              <a:gd name="connsiteY71" fmla="*/ 8229566 h 9456078"/>
              <a:gd name="connsiteX72" fmla="*/ 3372087 w 13158797"/>
              <a:gd name="connsiteY72" fmla="*/ 8197585 h 9456078"/>
              <a:gd name="connsiteX73" fmla="*/ 3409035 w 13158797"/>
              <a:gd name="connsiteY73" fmla="*/ 8165232 h 9456078"/>
              <a:gd name="connsiteX74" fmla="*/ 3445695 w 13158797"/>
              <a:gd name="connsiteY74" fmla="*/ 8132507 h 9456078"/>
              <a:gd name="connsiteX75" fmla="*/ 3482064 w 13158797"/>
              <a:gd name="connsiteY75" fmla="*/ 8099411 h 9456078"/>
              <a:gd name="connsiteX76" fmla="*/ 3518139 w 13158797"/>
              <a:gd name="connsiteY76" fmla="*/ 8065947 h 9456078"/>
              <a:gd name="connsiteX77" fmla="*/ 3553916 w 13158797"/>
              <a:gd name="connsiteY77" fmla="*/ 8032115 h 9456078"/>
              <a:gd name="connsiteX78" fmla="*/ 3589393 w 13158797"/>
              <a:gd name="connsiteY78" fmla="*/ 7997918 h 9456078"/>
              <a:gd name="connsiteX79" fmla="*/ 3624567 w 13158797"/>
              <a:gd name="connsiteY79" fmla="*/ 7963356 h 9456078"/>
              <a:gd name="connsiteX80" fmla="*/ 3659435 w 13158797"/>
              <a:gd name="connsiteY80" fmla="*/ 7928432 h 9456078"/>
              <a:gd name="connsiteX81" fmla="*/ 3693994 w 13158797"/>
              <a:gd name="connsiteY81" fmla="*/ 7893146 h 9456078"/>
              <a:gd name="connsiteX82" fmla="*/ 3728240 w 13158797"/>
              <a:gd name="connsiteY82" fmla="*/ 7857501 h 9456078"/>
              <a:gd name="connsiteX83" fmla="*/ 3762171 w 13158797"/>
              <a:gd name="connsiteY83" fmla="*/ 7821497 h 9456078"/>
              <a:gd name="connsiteX84" fmla="*/ 3795783 w 13158797"/>
              <a:gd name="connsiteY84" fmla="*/ 7785136 h 9456078"/>
              <a:gd name="connsiteX85" fmla="*/ 3829075 w 13158797"/>
              <a:gd name="connsiteY85" fmla="*/ 7748420 h 9456078"/>
              <a:gd name="connsiteX86" fmla="*/ 3862042 w 13158797"/>
              <a:gd name="connsiteY86" fmla="*/ 7711350 h 9456078"/>
              <a:gd name="connsiteX87" fmla="*/ 3894682 w 13158797"/>
              <a:gd name="connsiteY87" fmla="*/ 7673928 h 9456078"/>
              <a:gd name="connsiteX88" fmla="*/ 3926991 w 13158797"/>
              <a:gd name="connsiteY88" fmla="*/ 7636155 h 9456078"/>
              <a:gd name="connsiteX89" fmla="*/ 3958967 w 13158797"/>
              <a:gd name="connsiteY89" fmla="*/ 7598032 h 9456078"/>
              <a:gd name="connsiteX90" fmla="*/ 3990607 w 13158797"/>
              <a:gd name="connsiteY90" fmla="*/ 7559561 h 9456078"/>
              <a:gd name="connsiteX91" fmla="*/ 4021907 w 13158797"/>
              <a:gd name="connsiteY91" fmla="*/ 7520744 h 9456078"/>
              <a:gd name="connsiteX92" fmla="*/ 4052865 w 13158797"/>
              <a:gd name="connsiteY92" fmla="*/ 7481582 h 9456078"/>
              <a:gd name="connsiteX93" fmla="*/ 4083478 w 13158797"/>
              <a:gd name="connsiteY93" fmla="*/ 7442077 h 9456078"/>
              <a:gd name="connsiteX94" fmla="*/ 8022311 w 13158797"/>
              <a:gd name="connsiteY94" fmla="*/ 2307814 h 9456078"/>
              <a:gd name="connsiteX95" fmla="*/ 8052902 w 13158797"/>
              <a:gd name="connsiteY95" fmla="*/ 2268285 h 9456078"/>
              <a:gd name="connsiteX96" fmla="*/ 8083796 w 13158797"/>
              <a:gd name="connsiteY96" fmla="*/ 2229056 h 9456078"/>
              <a:gd name="connsiteX97" fmla="*/ 8114989 w 13158797"/>
              <a:gd name="connsiteY97" fmla="*/ 2190127 h 9456078"/>
              <a:gd name="connsiteX98" fmla="*/ 8146479 w 13158797"/>
              <a:gd name="connsiteY98" fmla="*/ 2151500 h 9456078"/>
              <a:gd name="connsiteX99" fmla="*/ 8178264 w 13158797"/>
              <a:gd name="connsiteY99" fmla="*/ 2113176 h 9456078"/>
              <a:gd name="connsiteX100" fmla="*/ 8210341 w 13158797"/>
              <a:gd name="connsiteY100" fmla="*/ 2075157 h 9456078"/>
              <a:gd name="connsiteX101" fmla="*/ 8242709 w 13158797"/>
              <a:gd name="connsiteY101" fmla="*/ 2037442 h 9456078"/>
              <a:gd name="connsiteX102" fmla="*/ 8275365 w 13158797"/>
              <a:gd name="connsiteY102" fmla="*/ 2000034 h 9456078"/>
              <a:gd name="connsiteX103" fmla="*/ 8308307 w 13158797"/>
              <a:gd name="connsiteY103" fmla="*/ 1962934 h 9456078"/>
              <a:gd name="connsiteX104" fmla="*/ 8341532 w 13158797"/>
              <a:gd name="connsiteY104" fmla="*/ 1926142 h 9456078"/>
              <a:gd name="connsiteX105" fmla="*/ 8375038 w 13158797"/>
              <a:gd name="connsiteY105" fmla="*/ 1889660 h 9456078"/>
              <a:gd name="connsiteX106" fmla="*/ 8408823 w 13158797"/>
              <a:gd name="connsiteY106" fmla="*/ 1853489 h 9456078"/>
              <a:gd name="connsiteX107" fmla="*/ 8442885 w 13158797"/>
              <a:gd name="connsiteY107" fmla="*/ 1817630 h 9456078"/>
              <a:gd name="connsiteX108" fmla="*/ 8477221 w 13158797"/>
              <a:gd name="connsiteY108" fmla="*/ 1782084 h 9456078"/>
              <a:gd name="connsiteX109" fmla="*/ 8511829 w 13158797"/>
              <a:gd name="connsiteY109" fmla="*/ 1746853 h 9456078"/>
              <a:gd name="connsiteX110" fmla="*/ 8546706 w 13158797"/>
              <a:gd name="connsiteY110" fmla="*/ 1711937 h 9456078"/>
              <a:gd name="connsiteX111" fmla="*/ 8581851 w 13158797"/>
              <a:gd name="connsiteY111" fmla="*/ 1677337 h 9456078"/>
              <a:gd name="connsiteX112" fmla="*/ 8617261 w 13158797"/>
              <a:gd name="connsiteY112" fmla="*/ 1643056 h 9456078"/>
              <a:gd name="connsiteX113" fmla="*/ 8652934 w 13158797"/>
              <a:gd name="connsiteY113" fmla="*/ 1609093 h 9456078"/>
              <a:gd name="connsiteX114" fmla="*/ 8688867 w 13158797"/>
              <a:gd name="connsiteY114" fmla="*/ 1575450 h 9456078"/>
              <a:gd name="connsiteX115" fmla="*/ 8725058 w 13158797"/>
              <a:gd name="connsiteY115" fmla="*/ 1542128 h 9456078"/>
              <a:gd name="connsiteX116" fmla="*/ 8761506 w 13158797"/>
              <a:gd name="connsiteY116" fmla="*/ 1509129 h 9456078"/>
              <a:gd name="connsiteX117" fmla="*/ 8798207 w 13158797"/>
              <a:gd name="connsiteY117" fmla="*/ 1476452 h 9456078"/>
              <a:gd name="connsiteX118" fmla="*/ 8835159 w 13158797"/>
              <a:gd name="connsiteY118" fmla="*/ 1444101 h 9456078"/>
              <a:gd name="connsiteX119" fmla="*/ 8872360 w 13158797"/>
              <a:gd name="connsiteY119" fmla="*/ 1412075 h 9456078"/>
              <a:gd name="connsiteX120" fmla="*/ 8909808 w 13158797"/>
              <a:gd name="connsiteY120" fmla="*/ 1380375 h 9456078"/>
              <a:gd name="connsiteX121" fmla="*/ 8947501 w 13158797"/>
              <a:gd name="connsiteY121" fmla="*/ 1349004 h 9456078"/>
              <a:gd name="connsiteX122" fmla="*/ 8985435 w 13158797"/>
              <a:gd name="connsiteY122" fmla="*/ 1317962 h 9456078"/>
              <a:gd name="connsiteX123" fmla="*/ 9023610 w 13158797"/>
              <a:gd name="connsiteY123" fmla="*/ 1287250 h 9456078"/>
              <a:gd name="connsiteX124" fmla="*/ 9062022 w 13158797"/>
              <a:gd name="connsiteY124" fmla="*/ 1256869 h 9456078"/>
              <a:gd name="connsiteX125" fmla="*/ 9100669 w 13158797"/>
              <a:gd name="connsiteY125" fmla="*/ 1226820 h 9456078"/>
              <a:gd name="connsiteX126" fmla="*/ 9139549 w 13158797"/>
              <a:gd name="connsiteY126" fmla="*/ 1197105 h 9456078"/>
              <a:gd name="connsiteX127" fmla="*/ 9178660 w 13158797"/>
              <a:gd name="connsiteY127" fmla="*/ 1167725 h 9456078"/>
              <a:gd name="connsiteX128" fmla="*/ 9217999 w 13158797"/>
              <a:gd name="connsiteY128" fmla="*/ 1138681 h 9456078"/>
              <a:gd name="connsiteX129" fmla="*/ 9257564 w 13158797"/>
              <a:gd name="connsiteY129" fmla="*/ 1109974 h 9456078"/>
              <a:gd name="connsiteX130" fmla="*/ 9297353 w 13158797"/>
              <a:gd name="connsiteY130" fmla="*/ 1081604 h 9456078"/>
              <a:gd name="connsiteX131" fmla="*/ 9337364 w 13158797"/>
              <a:gd name="connsiteY131" fmla="*/ 1053574 h 9456078"/>
              <a:gd name="connsiteX132" fmla="*/ 9377594 w 13158797"/>
              <a:gd name="connsiteY132" fmla="*/ 1025884 h 9456078"/>
              <a:gd name="connsiteX133" fmla="*/ 9418040 w 13158797"/>
              <a:gd name="connsiteY133" fmla="*/ 998536 h 9456078"/>
              <a:gd name="connsiteX134" fmla="*/ 9458702 w 13158797"/>
              <a:gd name="connsiteY134" fmla="*/ 971530 h 9456078"/>
              <a:gd name="connsiteX135" fmla="*/ 9499575 w 13158797"/>
              <a:gd name="connsiteY135" fmla="*/ 944868 h 9456078"/>
              <a:gd name="connsiteX136" fmla="*/ 9540659 w 13158797"/>
              <a:gd name="connsiteY136" fmla="*/ 918551 h 9456078"/>
              <a:gd name="connsiteX137" fmla="*/ 9581950 w 13158797"/>
              <a:gd name="connsiteY137" fmla="*/ 892580 h 9456078"/>
              <a:gd name="connsiteX138" fmla="*/ 9623447 w 13158797"/>
              <a:gd name="connsiteY138" fmla="*/ 866956 h 9456078"/>
              <a:gd name="connsiteX139" fmla="*/ 9665147 w 13158797"/>
              <a:gd name="connsiteY139" fmla="*/ 841681 h 9456078"/>
              <a:gd name="connsiteX140" fmla="*/ 9707048 w 13158797"/>
              <a:gd name="connsiteY140" fmla="*/ 816754 h 9456078"/>
              <a:gd name="connsiteX141" fmla="*/ 9749147 w 13158797"/>
              <a:gd name="connsiteY141" fmla="*/ 792179 h 9456078"/>
              <a:gd name="connsiteX142" fmla="*/ 9791443 w 13158797"/>
              <a:gd name="connsiteY142" fmla="*/ 767955 h 9456078"/>
              <a:gd name="connsiteX143" fmla="*/ 9833932 w 13158797"/>
              <a:gd name="connsiteY143" fmla="*/ 744083 h 9456078"/>
              <a:gd name="connsiteX144" fmla="*/ 9876613 w 13158797"/>
              <a:gd name="connsiteY144" fmla="*/ 720566 h 9456078"/>
              <a:gd name="connsiteX145" fmla="*/ 9919484 w 13158797"/>
              <a:gd name="connsiteY145" fmla="*/ 697404 h 9456078"/>
              <a:gd name="connsiteX146" fmla="*/ 9962542 w 13158797"/>
              <a:gd name="connsiteY146" fmla="*/ 674598 h 9456078"/>
              <a:gd name="connsiteX147" fmla="*/ 10005784 w 13158797"/>
              <a:gd name="connsiteY147" fmla="*/ 652149 h 9456078"/>
              <a:gd name="connsiteX148" fmla="*/ 10049209 w 13158797"/>
              <a:gd name="connsiteY148" fmla="*/ 630059 h 9456078"/>
              <a:gd name="connsiteX149" fmla="*/ 10092814 w 13158797"/>
              <a:gd name="connsiteY149" fmla="*/ 608328 h 9456078"/>
              <a:gd name="connsiteX150" fmla="*/ 10136597 w 13158797"/>
              <a:gd name="connsiteY150" fmla="*/ 586958 h 9456078"/>
              <a:gd name="connsiteX151" fmla="*/ 10180556 w 13158797"/>
              <a:gd name="connsiteY151" fmla="*/ 565950 h 9456078"/>
              <a:gd name="connsiteX152" fmla="*/ 10224688 w 13158797"/>
              <a:gd name="connsiteY152" fmla="*/ 545304 h 9456078"/>
              <a:gd name="connsiteX153" fmla="*/ 10268991 w 13158797"/>
              <a:gd name="connsiteY153" fmla="*/ 525023 h 9456078"/>
              <a:gd name="connsiteX154" fmla="*/ 10313463 w 13158797"/>
              <a:gd name="connsiteY154" fmla="*/ 505107 h 9456078"/>
              <a:gd name="connsiteX155" fmla="*/ 10358101 w 13158797"/>
              <a:gd name="connsiteY155" fmla="*/ 485558 h 9456078"/>
              <a:gd name="connsiteX156" fmla="*/ 10402903 w 13158797"/>
              <a:gd name="connsiteY156" fmla="*/ 466376 h 9456078"/>
              <a:gd name="connsiteX157" fmla="*/ 10447868 w 13158797"/>
              <a:gd name="connsiteY157" fmla="*/ 447563 h 9456078"/>
              <a:gd name="connsiteX158" fmla="*/ 10492991 w 13158797"/>
              <a:gd name="connsiteY158" fmla="*/ 429119 h 9456078"/>
              <a:gd name="connsiteX159" fmla="*/ 10538272 w 13158797"/>
              <a:gd name="connsiteY159" fmla="*/ 411046 h 9456078"/>
              <a:gd name="connsiteX160" fmla="*/ 10583708 w 13158797"/>
              <a:gd name="connsiteY160" fmla="*/ 393346 h 9456078"/>
              <a:gd name="connsiteX161" fmla="*/ 10629297 w 13158797"/>
              <a:gd name="connsiteY161" fmla="*/ 376018 h 9456078"/>
              <a:gd name="connsiteX162" fmla="*/ 10675036 w 13158797"/>
              <a:gd name="connsiteY162" fmla="*/ 359065 h 9456078"/>
              <a:gd name="connsiteX163" fmla="*/ 10720923 w 13158797"/>
              <a:gd name="connsiteY163" fmla="*/ 342487 h 9456078"/>
              <a:gd name="connsiteX164" fmla="*/ 10766956 w 13158797"/>
              <a:gd name="connsiteY164" fmla="*/ 326286 h 9456078"/>
              <a:gd name="connsiteX165" fmla="*/ 10813132 w 13158797"/>
              <a:gd name="connsiteY165" fmla="*/ 310462 h 9456078"/>
              <a:gd name="connsiteX166" fmla="*/ 10859450 w 13158797"/>
              <a:gd name="connsiteY166" fmla="*/ 295018 h 9456078"/>
              <a:gd name="connsiteX167" fmla="*/ 10905907 w 13158797"/>
              <a:gd name="connsiteY167" fmla="*/ 279953 h 9456078"/>
              <a:gd name="connsiteX168" fmla="*/ 10952500 w 13158797"/>
              <a:gd name="connsiteY168" fmla="*/ 265269 h 9456078"/>
              <a:gd name="connsiteX169" fmla="*/ 10999227 w 13158797"/>
              <a:gd name="connsiteY169" fmla="*/ 250968 h 9456078"/>
              <a:gd name="connsiteX170" fmla="*/ 11046087 w 13158797"/>
              <a:gd name="connsiteY170" fmla="*/ 237049 h 9456078"/>
              <a:gd name="connsiteX171" fmla="*/ 11093076 w 13158797"/>
              <a:gd name="connsiteY171" fmla="*/ 223516 h 9456078"/>
              <a:gd name="connsiteX172" fmla="*/ 11140193 w 13158797"/>
              <a:gd name="connsiteY172" fmla="*/ 210368 h 9456078"/>
              <a:gd name="connsiteX173" fmla="*/ 11187434 w 13158797"/>
              <a:gd name="connsiteY173" fmla="*/ 197606 h 9456078"/>
              <a:gd name="connsiteX174" fmla="*/ 11234799 w 13158797"/>
              <a:gd name="connsiteY174" fmla="*/ 185233 h 9456078"/>
              <a:gd name="connsiteX175" fmla="*/ 11282284 w 13158797"/>
              <a:gd name="connsiteY175" fmla="*/ 173248 h 9456078"/>
              <a:gd name="connsiteX176" fmla="*/ 11329888 w 13158797"/>
              <a:gd name="connsiteY176" fmla="*/ 161654 h 9456078"/>
              <a:gd name="connsiteX177" fmla="*/ 11377607 w 13158797"/>
              <a:gd name="connsiteY177" fmla="*/ 150451 h 9456078"/>
              <a:gd name="connsiteX178" fmla="*/ 11425440 w 13158797"/>
              <a:gd name="connsiteY178" fmla="*/ 139640 h 9456078"/>
              <a:gd name="connsiteX179" fmla="*/ 11473385 w 13158797"/>
              <a:gd name="connsiteY179" fmla="*/ 129223 h 9456078"/>
              <a:gd name="connsiteX180" fmla="*/ 11521439 w 13158797"/>
              <a:gd name="connsiteY180" fmla="*/ 119201 h 9456078"/>
              <a:gd name="connsiteX181" fmla="*/ 11569599 w 13158797"/>
              <a:gd name="connsiteY181" fmla="*/ 109574 h 9456078"/>
              <a:gd name="connsiteX182" fmla="*/ 11617864 w 13158797"/>
              <a:gd name="connsiteY182" fmla="*/ 100344 h 9456078"/>
              <a:gd name="connsiteX183" fmla="*/ 11666231 w 13158797"/>
              <a:gd name="connsiteY183" fmla="*/ 91512 h 9456078"/>
              <a:gd name="connsiteX184" fmla="*/ 11714698 w 13158797"/>
              <a:gd name="connsiteY184" fmla="*/ 83080 h 9456078"/>
              <a:gd name="connsiteX185" fmla="*/ 11763263 w 13158797"/>
              <a:gd name="connsiteY185" fmla="*/ 75047 h 9456078"/>
              <a:gd name="connsiteX186" fmla="*/ 11811923 w 13158797"/>
              <a:gd name="connsiteY186" fmla="*/ 67417 h 9456078"/>
              <a:gd name="connsiteX187" fmla="*/ 11860676 w 13158797"/>
              <a:gd name="connsiteY187" fmla="*/ 60188 h 9456078"/>
              <a:gd name="connsiteX188" fmla="*/ 11909519 w 13158797"/>
              <a:gd name="connsiteY188" fmla="*/ 53364 h 9456078"/>
              <a:gd name="connsiteX189" fmla="*/ 11958451 w 13158797"/>
              <a:gd name="connsiteY189" fmla="*/ 46944 h 9456078"/>
              <a:gd name="connsiteX190" fmla="*/ 12007470 w 13158797"/>
              <a:gd name="connsiteY190" fmla="*/ 40931 h 9456078"/>
              <a:gd name="connsiteX191" fmla="*/ 12056572 w 13158797"/>
              <a:gd name="connsiteY191" fmla="*/ 35324 h 9456078"/>
              <a:gd name="connsiteX192" fmla="*/ 12105756 w 13158797"/>
              <a:gd name="connsiteY192" fmla="*/ 30126 h 9456078"/>
              <a:gd name="connsiteX193" fmla="*/ 12155019 w 13158797"/>
              <a:gd name="connsiteY193" fmla="*/ 25337 h 9456078"/>
              <a:gd name="connsiteX194" fmla="*/ 12204359 w 13158797"/>
              <a:gd name="connsiteY194" fmla="*/ 20958 h 9456078"/>
              <a:gd name="connsiteX195" fmla="*/ 12253773 w 13158797"/>
              <a:gd name="connsiteY195" fmla="*/ 16991 h 9456078"/>
              <a:gd name="connsiteX196" fmla="*/ 12303260 w 13158797"/>
              <a:gd name="connsiteY196" fmla="*/ 13437 h 9456078"/>
              <a:gd name="connsiteX197" fmla="*/ 12352818 w 13158797"/>
              <a:gd name="connsiteY197" fmla="*/ 10297 h 9456078"/>
              <a:gd name="connsiteX198" fmla="*/ 12402443 w 13158797"/>
              <a:gd name="connsiteY198" fmla="*/ 7572 h 9456078"/>
              <a:gd name="connsiteX199" fmla="*/ 12452133 w 13158797"/>
              <a:gd name="connsiteY199" fmla="*/ 5263 h 9456078"/>
              <a:gd name="connsiteX200" fmla="*/ 12501887 w 13158797"/>
              <a:gd name="connsiteY200" fmla="*/ 3371 h 9456078"/>
              <a:gd name="connsiteX201" fmla="*/ 12551701 w 13158797"/>
              <a:gd name="connsiteY201" fmla="*/ 1898 h 9456078"/>
              <a:gd name="connsiteX202" fmla="*/ 12601574 w 13158797"/>
              <a:gd name="connsiteY202" fmla="*/ 844 h 9456078"/>
              <a:gd name="connsiteX203" fmla="*/ 12651504 w 13158797"/>
              <a:gd name="connsiteY203" fmla="*/ 211 h 9456078"/>
              <a:gd name="connsiteX204" fmla="*/ 12701487 w 13158797"/>
              <a:gd name="connsiteY204" fmla="*/ 0 h 9456078"/>
              <a:gd name="connsiteX205" fmla="*/ 13158798 w 13158797"/>
              <a:gd name="connsiteY205" fmla="*/ 0 h 94560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</a:cxnLst>
            <a:rect l="l" t="t" r="r" b="b"/>
            <a:pathLst>
              <a:path w="13158797" h="9456078">
                <a:moveTo>
                  <a:pt x="0" y="9456078"/>
                </a:moveTo>
                <a:lnTo>
                  <a:pt x="49977" y="9455836"/>
                </a:lnTo>
                <a:lnTo>
                  <a:pt x="99893" y="9455111"/>
                </a:lnTo>
                <a:lnTo>
                  <a:pt x="149742" y="9453904"/>
                </a:lnTo>
                <a:lnTo>
                  <a:pt x="199524" y="9452217"/>
                </a:lnTo>
                <a:lnTo>
                  <a:pt x="298870" y="9447409"/>
                </a:lnTo>
                <a:lnTo>
                  <a:pt x="348429" y="9444290"/>
                </a:lnTo>
                <a:lnTo>
                  <a:pt x="397907" y="9440698"/>
                </a:lnTo>
                <a:lnTo>
                  <a:pt x="447302" y="9436632"/>
                </a:lnTo>
                <a:lnTo>
                  <a:pt x="496610" y="9432096"/>
                </a:lnTo>
                <a:lnTo>
                  <a:pt x="545829" y="9427089"/>
                </a:lnTo>
                <a:lnTo>
                  <a:pt x="594956" y="9421615"/>
                </a:lnTo>
                <a:lnTo>
                  <a:pt x="643987" y="9415673"/>
                </a:lnTo>
                <a:lnTo>
                  <a:pt x="692920" y="9409267"/>
                </a:lnTo>
                <a:lnTo>
                  <a:pt x="741751" y="9402396"/>
                </a:lnTo>
                <a:lnTo>
                  <a:pt x="790478" y="9395063"/>
                </a:lnTo>
                <a:lnTo>
                  <a:pt x="839098" y="9387270"/>
                </a:lnTo>
                <a:lnTo>
                  <a:pt x="887607" y="9379017"/>
                </a:lnTo>
                <a:lnTo>
                  <a:pt x="936002" y="9370306"/>
                </a:lnTo>
                <a:lnTo>
                  <a:pt x="984281" y="9361139"/>
                </a:lnTo>
                <a:lnTo>
                  <a:pt x="1032440" y="9351517"/>
                </a:lnTo>
                <a:lnTo>
                  <a:pt x="1080477" y="9341441"/>
                </a:lnTo>
                <a:lnTo>
                  <a:pt x="1176172" y="9319936"/>
                </a:lnTo>
                <a:lnTo>
                  <a:pt x="1223823" y="9308509"/>
                </a:lnTo>
                <a:lnTo>
                  <a:pt x="1271339" y="9296635"/>
                </a:lnTo>
                <a:lnTo>
                  <a:pt x="1318719" y="9284315"/>
                </a:lnTo>
                <a:lnTo>
                  <a:pt x="1365957" y="9271550"/>
                </a:lnTo>
                <a:lnTo>
                  <a:pt x="1413052" y="9258342"/>
                </a:lnTo>
                <a:lnTo>
                  <a:pt x="1460000" y="9244693"/>
                </a:lnTo>
                <a:lnTo>
                  <a:pt x="1506799" y="9230604"/>
                </a:lnTo>
                <a:lnTo>
                  <a:pt x="1553445" y="9216076"/>
                </a:lnTo>
                <a:lnTo>
                  <a:pt x="1599935" y="9201111"/>
                </a:lnTo>
                <a:lnTo>
                  <a:pt x="1646267" y="9185710"/>
                </a:lnTo>
                <a:lnTo>
                  <a:pt x="1692437" y="9169876"/>
                </a:lnTo>
                <a:lnTo>
                  <a:pt x="1738442" y="9153608"/>
                </a:lnTo>
                <a:lnTo>
                  <a:pt x="1784280" y="9136910"/>
                </a:lnTo>
                <a:lnTo>
                  <a:pt x="1829947" y="9119782"/>
                </a:lnTo>
                <a:lnTo>
                  <a:pt x="1875440" y="9102226"/>
                </a:lnTo>
                <a:lnTo>
                  <a:pt x="1920756" y="9084243"/>
                </a:lnTo>
                <a:lnTo>
                  <a:pt x="1965893" y="9065835"/>
                </a:lnTo>
                <a:lnTo>
                  <a:pt x="2055615" y="9027750"/>
                </a:lnTo>
                <a:lnTo>
                  <a:pt x="2100195" y="9008075"/>
                </a:lnTo>
                <a:lnTo>
                  <a:pt x="2144582" y="8987981"/>
                </a:lnTo>
                <a:lnTo>
                  <a:pt x="2188775" y="8967470"/>
                </a:lnTo>
                <a:lnTo>
                  <a:pt x="2232770" y="8946542"/>
                </a:lnTo>
                <a:lnTo>
                  <a:pt x="2276564" y="8925199"/>
                </a:lnTo>
                <a:lnTo>
                  <a:pt x="2320154" y="8903443"/>
                </a:lnTo>
                <a:lnTo>
                  <a:pt x="2363538" y="8881275"/>
                </a:lnTo>
                <a:lnTo>
                  <a:pt x="2406711" y="8858697"/>
                </a:lnTo>
                <a:lnTo>
                  <a:pt x="2449672" y="8835710"/>
                </a:lnTo>
                <a:lnTo>
                  <a:pt x="2492417" y="8812316"/>
                </a:lnTo>
                <a:lnTo>
                  <a:pt x="2534943" y="8788516"/>
                </a:lnTo>
                <a:lnTo>
                  <a:pt x="2577247" y="8764311"/>
                </a:lnTo>
                <a:lnTo>
                  <a:pt x="2619326" y="8739704"/>
                </a:lnTo>
                <a:lnTo>
                  <a:pt x="2661177" y="8714695"/>
                </a:lnTo>
                <a:lnTo>
                  <a:pt x="2702797" y="8689286"/>
                </a:lnTo>
                <a:lnTo>
                  <a:pt x="2744183" y="8663479"/>
                </a:lnTo>
                <a:lnTo>
                  <a:pt x="2785333" y="8637274"/>
                </a:lnTo>
                <a:lnTo>
                  <a:pt x="2826242" y="8610675"/>
                </a:lnTo>
                <a:lnTo>
                  <a:pt x="2866908" y="8583681"/>
                </a:lnTo>
                <a:lnTo>
                  <a:pt x="2907329" y="8556295"/>
                </a:lnTo>
                <a:lnTo>
                  <a:pt x="2947500" y="8528517"/>
                </a:lnTo>
                <a:lnTo>
                  <a:pt x="2987419" y="8500351"/>
                </a:lnTo>
                <a:lnTo>
                  <a:pt x="3027083" y="8471796"/>
                </a:lnTo>
                <a:lnTo>
                  <a:pt x="3066489" y="8442854"/>
                </a:lnTo>
                <a:lnTo>
                  <a:pt x="3105634" y="8413528"/>
                </a:lnTo>
                <a:lnTo>
                  <a:pt x="3144515" y="8383818"/>
                </a:lnTo>
                <a:lnTo>
                  <a:pt x="3183129" y="8353726"/>
                </a:lnTo>
                <a:lnTo>
                  <a:pt x="3221473" y="8323253"/>
                </a:lnTo>
                <a:lnTo>
                  <a:pt x="3259544" y="8292401"/>
                </a:lnTo>
                <a:lnTo>
                  <a:pt x="3297339" y="8261172"/>
                </a:lnTo>
                <a:lnTo>
                  <a:pt x="3334854" y="8229566"/>
                </a:lnTo>
                <a:lnTo>
                  <a:pt x="3372087" y="8197585"/>
                </a:lnTo>
                <a:lnTo>
                  <a:pt x="3409035" y="8165232"/>
                </a:lnTo>
                <a:lnTo>
                  <a:pt x="3445695" y="8132507"/>
                </a:lnTo>
                <a:lnTo>
                  <a:pt x="3482064" y="8099411"/>
                </a:lnTo>
                <a:lnTo>
                  <a:pt x="3518139" y="8065947"/>
                </a:lnTo>
                <a:lnTo>
                  <a:pt x="3553916" y="8032115"/>
                </a:lnTo>
                <a:lnTo>
                  <a:pt x="3589393" y="7997918"/>
                </a:lnTo>
                <a:lnTo>
                  <a:pt x="3624567" y="7963356"/>
                </a:lnTo>
                <a:lnTo>
                  <a:pt x="3659435" y="7928432"/>
                </a:lnTo>
                <a:lnTo>
                  <a:pt x="3693994" y="7893146"/>
                </a:lnTo>
                <a:lnTo>
                  <a:pt x="3728240" y="7857501"/>
                </a:lnTo>
                <a:lnTo>
                  <a:pt x="3762171" y="7821497"/>
                </a:lnTo>
                <a:lnTo>
                  <a:pt x="3795783" y="7785136"/>
                </a:lnTo>
                <a:lnTo>
                  <a:pt x="3829075" y="7748420"/>
                </a:lnTo>
                <a:lnTo>
                  <a:pt x="3862042" y="7711350"/>
                </a:lnTo>
                <a:lnTo>
                  <a:pt x="3894682" y="7673928"/>
                </a:lnTo>
                <a:lnTo>
                  <a:pt x="3926991" y="7636155"/>
                </a:lnTo>
                <a:lnTo>
                  <a:pt x="3958967" y="7598032"/>
                </a:lnTo>
                <a:lnTo>
                  <a:pt x="3990607" y="7559561"/>
                </a:lnTo>
                <a:lnTo>
                  <a:pt x="4021907" y="7520744"/>
                </a:lnTo>
                <a:lnTo>
                  <a:pt x="4052865" y="7481582"/>
                </a:lnTo>
                <a:lnTo>
                  <a:pt x="4083478" y="7442077"/>
                </a:lnTo>
                <a:lnTo>
                  <a:pt x="8022311" y="2307814"/>
                </a:lnTo>
                <a:lnTo>
                  <a:pt x="8052902" y="2268285"/>
                </a:lnTo>
                <a:lnTo>
                  <a:pt x="8083796" y="2229056"/>
                </a:lnTo>
                <a:lnTo>
                  <a:pt x="8114989" y="2190127"/>
                </a:lnTo>
                <a:lnTo>
                  <a:pt x="8146479" y="2151500"/>
                </a:lnTo>
                <a:lnTo>
                  <a:pt x="8178264" y="2113176"/>
                </a:lnTo>
                <a:lnTo>
                  <a:pt x="8210341" y="2075157"/>
                </a:lnTo>
                <a:lnTo>
                  <a:pt x="8242709" y="2037442"/>
                </a:lnTo>
                <a:lnTo>
                  <a:pt x="8275365" y="2000034"/>
                </a:lnTo>
                <a:lnTo>
                  <a:pt x="8308307" y="1962934"/>
                </a:lnTo>
                <a:lnTo>
                  <a:pt x="8341532" y="1926142"/>
                </a:lnTo>
                <a:lnTo>
                  <a:pt x="8375038" y="1889660"/>
                </a:lnTo>
                <a:lnTo>
                  <a:pt x="8408823" y="1853489"/>
                </a:lnTo>
                <a:lnTo>
                  <a:pt x="8442885" y="1817630"/>
                </a:lnTo>
                <a:lnTo>
                  <a:pt x="8477221" y="1782084"/>
                </a:lnTo>
                <a:lnTo>
                  <a:pt x="8511829" y="1746853"/>
                </a:lnTo>
                <a:lnTo>
                  <a:pt x="8546706" y="1711937"/>
                </a:lnTo>
                <a:lnTo>
                  <a:pt x="8581851" y="1677337"/>
                </a:lnTo>
                <a:lnTo>
                  <a:pt x="8617261" y="1643056"/>
                </a:lnTo>
                <a:lnTo>
                  <a:pt x="8652934" y="1609093"/>
                </a:lnTo>
                <a:lnTo>
                  <a:pt x="8688867" y="1575450"/>
                </a:lnTo>
                <a:lnTo>
                  <a:pt x="8725058" y="1542128"/>
                </a:lnTo>
                <a:lnTo>
                  <a:pt x="8761506" y="1509129"/>
                </a:lnTo>
                <a:lnTo>
                  <a:pt x="8798207" y="1476452"/>
                </a:lnTo>
                <a:lnTo>
                  <a:pt x="8835159" y="1444101"/>
                </a:lnTo>
                <a:lnTo>
                  <a:pt x="8872360" y="1412075"/>
                </a:lnTo>
                <a:lnTo>
                  <a:pt x="8909808" y="1380375"/>
                </a:lnTo>
                <a:lnTo>
                  <a:pt x="8947501" y="1349004"/>
                </a:lnTo>
                <a:lnTo>
                  <a:pt x="8985435" y="1317962"/>
                </a:lnTo>
                <a:lnTo>
                  <a:pt x="9023610" y="1287250"/>
                </a:lnTo>
                <a:lnTo>
                  <a:pt x="9062022" y="1256869"/>
                </a:lnTo>
                <a:lnTo>
                  <a:pt x="9100669" y="1226820"/>
                </a:lnTo>
                <a:lnTo>
                  <a:pt x="9139549" y="1197105"/>
                </a:lnTo>
                <a:lnTo>
                  <a:pt x="9178660" y="1167725"/>
                </a:lnTo>
                <a:lnTo>
                  <a:pt x="9217999" y="1138681"/>
                </a:lnTo>
                <a:lnTo>
                  <a:pt x="9257564" y="1109974"/>
                </a:lnTo>
                <a:lnTo>
                  <a:pt x="9297353" y="1081604"/>
                </a:lnTo>
                <a:lnTo>
                  <a:pt x="9337364" y="1053574"/>
                </a:lnTo>
                <a:lnTo>
                  <a:pt x="9377594" y="1025884"/>
                </a:lnTo>
                <a:lnTo>
                  <a:pt x="9418040" y="998536"/>
                </a:lnTo>
                <a:lnTo>
                  <a:pt x="9458702" y="971530"/>
                </a:lnTo>
                <a:lnTo>
                  <a:pt x="9499575" y="944868"/>
                </a:lnTo>
                <a:lnTo>
                  <a:pt x="9540659" y="918551"/>
                </a:lnTo>
                <a:lnTo>
                  <a:pt x="9581950" y="892580"/>
                </a:lnTo>
                <a:lnTo>
                  <a:pt x="9623447" y="866956"/>
                </a:lnTo>
                <a:lnTo>
                  <a:pt x="9665147" y="841681"/>
                </a:lnTo>
                <a:lnTo>
                  <a:pt x="9707048" y="816754"/>
                </a:lnTo>
                <a:lnTo>
                  <a:pt x="9749147" y="792179"/>
                </a:lnTo>
                <a:lnTo>
                  <a:pt x="9791443" y="767955"/>
                </a:lnTo>
                <a:lnTo>
                  <a:pt x="9833932" y="744083"/>
                </a:lnTo>
                <a:lnTo>
                  <a:pt x="9876613" y="720566"/>
                </a:lnTo>
                <a:lnTo>
                  <a:pt x="9919484" y="697404"/>
                </a:lnTo>
                <a:lnTo>
                  <a:pt x="9962542" y="674598"/>
                </a:lnTo>
                <a:lnTo>
                  <a:pt x="10005784" y="652149"/>
                </a:lnTo>
                <a:lnTo>
                  <a:pt x="10049209" y="630059"/>
                </a:lnTo>
                <a:lnTo>
                  <a:pt x="10092814" y="608328"/>
                </a:lnTo>
                <a:lnTo>
                  <a:pt x="10136597" y="586958"/>
                </a:lnTo>
                <a:lnTo>
                  <a:pt x="10180556" y="565950"/>
                </a:lnTo>
                <a:lnTo>
                  <a:pt x="10224688" y="545304"/>
                </a:lnTo>
                <a:lnTo>
                  <a:pt x="10268991" y="525023"/>
                </a:lnTo>
                <a:lnTo>
                  <a:pt x="10313463" y="505107"/>
                </a:lnTo>
                <a:lnTo>
                  <a:pt x="10358101" y="485558"/>
                </a:lnTo>
                <a:lnTo>
                  <a:pt x="10402903" y="466376"/>
                </a:lnTo>
                <a:lnTo>
                  <a:pt x="10447868" y="447563"/>
                </a:lnTo>
                <a:lnTo>
                  <a:pt x="10492991" y="429119"/>
                </a:lnTo>
                <a:lnTo>
                  <a:pt x="10538272" y="411046"/>
                </a:lnTo>
                <a:lnTo>
                  <a:pt x="10583708" y="393346"/>
                </a:lnTo>
                <a:lnTo>
                  <a:pt x="10629297" y="376018"/>
                </a:lnTo>
                <a:lnTo>
                  <a:pt x="10675036" y="359065"/>
                </a:lnTo>
                <a:lnTo>
                  <a:pt x="10720923" y="342487"/>
                </a:lnTo>
                <a:lnTo>
                  <a:pt x="10766956" y="326286"/>
                </a:lnTo>
                <a:lnTo>
                  <a:pt x="10813132" y="310462"/>
                </a:lnTo>
                <a:lnTo>
                  <a:pt x="10859450" y="295018"/>
                </a:lnTo>
                <a:lnTo>
                  <a:pt x="10905907" y="279953"/>
                </a:lnTo>
                <a:lnTo>
                  <a:pt x="10952500" y="265269"/>
                </a:lnTo>
                <a:lnTo>
                  <a:pt x="10999227" y="250968"/>
                </a:lnTo>
                <a:lnTo>
                  <a:pt x="11046087" y="237049"/>
                </a:lnTo>
                <a:lnTo>
                  <a:pt x="11093076" y="223516"/>
                </a:lnTo>
                <a:lnTo>
                  <a:pt x="11140193" y="210368"/>
                </a:lnTo>
                <a:lnTo>
                  <a:pt x="11187434" y="197606"/>
                </a:lnTo>
                <a:lnTo>
                  <a:pt x="11234799" y="185233"/>
                </a:lnTo>
                <a:lnTo>
                  <a:pt x="11282284" y="173248"/>
                </a:lnTo>
                <a:lnTo>
                  <a:pt x="11329888" y="161654"/>
                </a:lnTo>
                <a:lnTo>
                  <a:pt x="11377607" y="150451"/>
                </a:lnTo>
                <a:lnTo>
                  <a:pt x="11425440" y="139640"/>
                </a:lnTo>
                <a:lnTo>
                  <a:pt x="11473385" y="129223"/>
                </a:lnTo>
                <a:lnTo>
                  <a:pt x="11521439" y="119201"/>
                </a:lnTo>
                <a:lnTo>
                  <a:pt x="11569599" y="109574"/>
                </a:lnTo>
                <a:lnTo>
                  <a:pt x="11617864" y="100344"/>
                </a:lnTo>
                <a:lnTo>
                  <a:pt x="11666231" y="91512"/>
                </a:lnTo>
                <a:lnTo>
                  <a:pt x="11714698" y="83080"/>
                </a:lnTo>
                <a:lnTo>
                  <a:pt x="11763263" y="75047"/>
                </a:lnTo>
                <a:lnTo>
                  <a:pt x="11811923" y="67417"/>
                </a:lnTo>
                <a:lnTo>
                  <a:pt x="11860676" y="60188"/>
                </a:lnTo>
                <a:lnTo>
                  <a:pt x="11909519" y="53364"/>
                </a:lnTo>
                <a:lnTo>
                  <a:pt x="11958451" y="46944"/>
                </a:lnTo>
                <a:lnTo>
                  <a:pt x="12007470" y="40931"/>
                </a:lnTo>
                <a:lnTo>
                  <a:pt x="12056572" y="35324"/>
                </a:lnTo>
                <a:lnTo>
                  <a:pt x="12105756" y="30126"/>
                </a:lnTo>
                <a:lnTo>
                  <a:pt x="12155019" y="25337"/>
                </a:lnTo>
                <a:lnTo>
                  <a:pt x="12204359" y="20958"/>
                </a:lnTo>
                <a:lnTo>
                  <a:pt x="12253773" y="16991"/>
                </a:lnTo>
                <a:lnTo>
                  <a:pt x="12303260" y="13437"/>
                </a:lnTo>
                <a:lnTo>
                  <a:pt x="12352818" y="10297"/>
                </a:lnTo>
                <a:lnTo>
                  <a:pt x="12402443" y="7572"/>
                </a:lnTo>
                <a:lnTo>
                  <a:pt x="12452133" y="5263"/>
                </a:lnTo>
                <a:lnTo>
                  <a:pt x="12501887" y="3371"/>
                </a:lnTo>
                <a:lnTo>
                  <a:pt x="12551701" y="1898"/>
                </a:lnTo>
                <a:lnTo>
                  <a:pt x="12601574" y="844"/>
                </a:lnTo>
                <a:lnTo>
                  <a:pt x="12651504" y="211"/>
                </a:lnTo>
                <a:lnTo>
                  <a:pt x="12701487" y="0"/>
                </a:lnTo>
                <a:lnTo>
                  <a:pt x="13158798" y="0"/>
                </a:lnTo>
              </a:path>
            </a:pathLst>
          </a:custGeom>
          <a:ln w="19050">
            <a:gradFill>
              <a:gsLst>
                <a:gs pos="15000">
                  <a:schemeClr val="tx2"/>
                </a:gs>
                <a:gs pos="0">
                  <a:schemeClr val="bg1">
                    <a:alpha val="0"/>
                  </a:schemeClr>
                </a:gs>
              </a:gsLst>
              <a:lin ang="5400000" scaled="0"/>
            </a:gradFill>
          </a:ln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</p:spTree>
    <p:extLst>
      <p:ext uri="{BB962C8B-B14F-4D97-AF65-F5344CB8AC3E}">
        <p14:creationId xmlns:p14="http://schemas.microsoft.com/office/powerpoint/2010/main" val="129284307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042">
          <p15:clr>
            <a:srgbClr val="FBAE40"/>
          </p15:clr>
        </p15:guide>
        <p15:guide id="2" pos="211">
          <p15:clr>
            <a:srgbClr val="FBAE40"/>
          </p15:clr>
        </p15:guide>
        <p15:guide id="3" orient="horz" pos="3929">
          <p15:clr>
            <a:srgbClr val="FBAE40"/>
          </p15:clr>
        </p15:guide>
        <p15:guide id="4" pos="7469">
          <p15:clr>
            <a:srgbClr val="FBAE40"/>
          </p15:clr>
        </p15:guide>
        <p15:guide id="5" orient="horz" pos="232">
          <p15:clr>
            <a:srgbClr val="FBAE40"/>
          </p15:clr>
        </p15:guide>
        <p15:guide id="6" orient="horz" pos="504">
          <p15:clr>
            <a:srgbClr val="FBAE40"/>
          </p15:clr>
        </p15:guide>
        <p15:guide id="7" orient="horz" pos="686">
          <p15:clr>
            <a:srgbClr val="FBAE40"/>
          </p15:clr>
        </p15:guide>
      </p15:sldGuideLst>
    </p:ext>
  </p:extLst>
</p:sldLayout>
</file>

<file path=ppt/slideLayouts/slideLayout120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1_Disclaimer - Escuro">
    <p:bg>
      <p:bgPr>
        <a:gradFill>
          <a:gsLst>
            <a:gs pos="67000">
              <a:schemeClr val="tx1"/>
            </a:gs>
            <a:gs pos="100000">
              <a:schemeClr val="tx1"/>
            </a:gs>
            <a:gs pos="0">
              <a:srgbClr val="161B21"/>
            </a:gs>
          </a:gsLst>
          <a:lin ang="84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8">
            <a:extLst>
              <a:ext uri="{FF2B5EF4-FFF2-40B4-BE49-F238E27FC236}">
                <a16:creationId xmlns:a16="http://schemas.microsoft.com/office/drawing/2014/main" id="{0A77DBCB-2AB5-6CB5-41F8-C0F34878DCC3}"/>
              </a:ext>
            </a:extLst>
          </p:cNvPr>
          <p:cNvPicPr>
            <a:picLocks noChangeAspect="1"/>
          </p:cNvPicPr>
          <p:nvPr/>
        </p:nvPicPr>
        <p:blipFill rotWithShape="1">
          <a:blip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 l="-8117" t="-23966" r="-8117" b="-23966"/>
          <a:stretch/>
        </p:blipFill>
        <p:spPr>
          <a:xfrm>
            <a:off x="271656" y="6354582"/>
            <a:ext cx="889861" cy="385348"/>
          </a:xfrm>
          <a:prstGeom prst="rect">
            <a:avLst/>
          </a:prstGeom>
        </p:spPr>
      </p:pic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B6F1873E-A461-1060-F030-72F82DE78FD5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8441175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Disclaimer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03F3B14A-4381-EE52-0164-94E04FE17DB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2" y="1103586"/>
            <a:ext cx="11522075" cy="5133702"/>
          </a:xfrm>
          <a:prstGeom prst="rect">
            <a:avLst/>
          </a:prstGeom>
        </p:spPr>
        <p:txBody>
          <a:bodyPr lIns="0" tIns="0" rIns="0" bIns="0"/>
          <a:lstStyle>
            <a:lvl1pPr marL="0" indent="0" algn="just">
              <a:lnSpc>
                <a:spcPct val="100000"/>
              </a:lnSpc>
              <a:spcBef>
                <a:spcPts val="0"/>
              </a:spcBef>
              <a:buNone/>
              <a:defRPr sz="10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2" name="Straight Connector 1">
            <a:extLst>
              <a:ext uri="{FF2B5EF4-FFF2-40B4-BE49-F238E27FC236}">
                <a16:creationId xmlns:a16="http://schemas.microsoft.com/office/drawing/2014/main" id="{025C7EE0-5DC8-3AFD-68DD-425A1257532B}"/>
              </a:ext>
            </a:extLst>
          </p:cNvPr>
          <p:cNvCxnSpPr>
            <a:cxnSpLocks/>
          </p:cNvCxnSpPr>
          <p:nvPr/>
        </p:nvCxnSpPr>
        <p:spPr>
          <a:xfrm>
            <a:off x="0" y="169333"/>
            <a:ext cx="12229571" cy="0"/>
          </a:xfrm>
          <a:prstGeom prst="line">
            <a:avLst/>
          </a:prstGeom>
          <a:ln w="1905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object 4">
            <a:extLst>
              <a:ext uri="{FF2B5EF4-FFF2-40B4-BE49-F238E27FC236}">
                <a16:creationId xmlns:a16="http://schemas.microsoft.com/office/drawing/2014/main" id="{269CD027-1F93-75FA-DF19-E607C7D57FE9}"/>
              </a:ext>
            </a:extLst>
          </p:cNvPr>
          <p:cNvSpPr/>
          <p:nvPr/>
        </p:nvSpPr>
        <p:spPr>
          <a:xfrm rot="10247908" flipH="1">
            <a:off x="4106509" y="-4146683"/>
            <a:ext cx="8001039" cy="5749648"/>
          </a:xfrm>
          <a:custGeom>
            <a:avLst/>
            <a:gdLst>
              <a:gd name="connsiteX0" fmla="*/ 0 w 13940157"/>
              <a:gd name="connsiteY0" fmla="*/ 9200719 h 9456078"/>
              <a:gd name="connsiteX1" fmla="*/ 781360 w 13940157"/>
              <a:gd name="connsiteY1" fmla="*/ 9456078 h 9456078"/>
              <a:gd name="connsiteX2" fmla="*/ 831337 w 13940157"/>
              <a:gd name="connsiteY2" fmla="*/ 9455836 h 9456078"/>
              <a:gd name="connsiteX3" fmla="*/ 881253 w 13940157"/>
              <a:gd name="connsiteY3" fmla="*/ 9455111 h 9456078"/>
              <a:gd name="connsiteX4" fmla="*/ 931102 w 13940157"/>
              <a:gd name="connsiteY4" fmla="*/ 9453904 h 9456078"/>
              <a:gd name="connsiteX5" fmla="*/ 980884 w 13940157"/>
              <a:gd name="connsiteY5" fmla="*/ 9452217 h 9456078"/>
              <a:gd name="connsiteX6" fmla="*/ 1030594 w 13940157"/>
              <a:gd name="connsiteY6" fmla="*/ 9450052 h 9456078"/>
              <a:gd name="connsiteX7" fmla="*/ 1080230 w 13940157"/>
              <a:gd name="connsiteY7" fmla="*/ 9447409 h 9456078"/>
              <a:gd name="connsiteX8" fmla="*/ 1129789 w 13940157"/>
              <a:gd name="connsiteY8" fmla="*/ 9444290 h 9456078"/>
              <a:gd name="connsiteX9" fmla="*/ 1179267 w 13940157"/>
              <a:gd name="connsiteY9" fmla="*/ 9440698 h 9456078"/>
              <a:gd name="connsiteX10" fmla="*/ 1228662 w 13940157"/>
              <a:gd name="connsiteY10" fmla="*/ 9436632 h 9456078"/>
              <a:gd name="connsiteX11" fmla="*/ 1277970 w 13940157"/>
              <a:gd name="connsiteY11" fmla="*/ 9432096 h 9456078"/>
              <a:gd name="connsiteX12" fmla="*/ 1327189 w 13940157"/>
              <a:gd name="connsiteY12" fmla="*/ 9427089 h 9456078"/>
              <a:gd name="connsiteX13" fmla="*/ 1376316 w 13940157"/>
              <a:gd name="connsiteY13" fmla="*/ 9421615 h 9456078"/>
              <a:gd name="connsiteX14" fmla="*/ 1425347 w 13940157"/>
              <a:gd name="connsiteY14" fmla="*/ 9415673 h 9456078"/>
              <a:gd name="connsiteX15" fmla="*/ 1474280 w 13940157"/>
              <a:gd name="connsiteY15" fmla="*/ 9409267 h 9456078"/>
              <a:gd name="connsiteX16" fmla="*/ 1523111 w 13940157"/>
              <a:gd name="connsiteY16" fmla="*/ 9402396 h 9456078"/>
              <a:gd name="connsiteX17" fmla="*/ 1571838 w 13940157"/>
              <a:gd name="connsiteY17" fmla="*/ 9395063 h 9456078"/>
              <a:gd name="connsiteX18" fmla="*/ 1620458 w 13940157"/>
              <a:gd name="connsiteY18" fmla="*/ 9387270 h 9456078"/>
              <a:gd name="connsiteX19" fmla="*/ 1668967 w 13940157"/>
              <a:gd name="connsiteY19" fmla="*/ 9379017 h 9456078"/>
              <a:gd name="connsiteX20" fmla="*/ 1717362 w 13940157"/>
              <a:gd name="connsiteY20" fmla="*/ 9370306 h 9456078"/>
              <a:gd name="connsiteX21" fmla="*/ 1765641 w 13940157"/>
              <a:gd name="connsiteY21" fmla="*/ 9361139 h 9456078"/>
              <a:gd name="connsiteX22" fmla="*/ 1813800 w 13940157"/>
              <a:gd name="connsiteY22" fmla="*/ 9351517 h 9456078"/>
              <a:gd name="connsiteX23" fmla="*/ 1861837 w 13940157"/>
              <a:gd name="connsiteY23" fmla="*/ 9341441 h 9456078"/>
              <a:gd name="connsiteX24" fmla="*/ 1909749 w 13940157"/>
              <a:gd name="connsiteY24" fmla="*/ 9330914 h 9456078"/>
              <a:gd name="connsiteX25" fmla="*/ 1957532 w 13940157"/>
              <a:gd name="connsiteY25" fmla="*/ 9319936 h 9456078"/>
              <a:gd name="connsiteX26" fmla="*/ 2005183 w 13940157"/>
              <a:gd name="connsiteY26" fmla="*/ 9308509 h 9456078"/>
              <a:gd name="connsiteX27" fmla="*/ 2052699 w 13940157"/>
              <a:gd name="connsiteY27" fmla="*/ 9296635 h 9456078"/>
              <a:gd name="connsiteX28" fmla="*/ 2100079 w 13940157"/>
              <a:gd name="connsiteY28" fmla="*/ 9284315 h 9456078"/>
              <a:gd name="connsiteX29" fmla="*/ 2147317 w 13940157"/>
              <a:gd name="connsiteY29" fmla="*/ 9271550 h 9456078"/>
              <a:gd name="connsiteX30" fmla="*/ 2194412 w 13940157"/>
              <a:gd name="connsiteY30" fmla="*/ 9258342 h 9456078"/>
              <a:gd name="connsiteX31" fmla="*/ 2241360 w 13940157"/>
              <a:gd name="connsiteY31" fmla="*/ 9244693 h 9456078"/>
              <a:gd name="connsiteX32" fmla="*/ 2288159 w 13940157"/>
              <a:gd name="connsiteY32" fmla="*/ 9230604 h 9456078"/>
              <a:gd name="connsiteX33" fmla="*/ 2334805 w 13940157"/>
              <a:gd name="connsiteY33" fmla="*/ 9216076 h 9456078"/>
              <a:gd name="connsiteX34" fmla="*/ 2381295 w 13940157"/>
              <a:gd name="connsiteY34" fmla="*/ 9201111 h 9456078"/>
              <a:gd name="connsiteX35" fmla="*/ 2427627 w 13940157"/>
              <a:gd name="connsiteY35" fmla="*/ 9185710 h 9456078"/>
              <a:gd name="connsiteX36" fmla="*/ 2473797 w 13940157"/>
              <a:gd name="connsiteY36" fmla="*/ 9169876 h 9456078"/>
              <a:gd name="connsiteX37" fmla="*/ 2519802 w 13940157"/>
              <a:gd name="connsiteY37" fmla="*/ 9153608 h 9456078"/>
              <a:gd name="connsiteX38" fmla="*/ 2565640 w 13940157"/>
              <a:gd name="connsiteY38" fmla="*/ 9136910 h 9456078"/>
              <a:gd name="connsiteX39" fmla="*/ 2611307 w 13940157"/>
              <a:gd name="connsiteY39" fmla="*/ 9119782 h 9456078"/>
              <a:gd name="connsiteX40" fmla="*/ 2656800 w 13940157"/>
              <a:gd name="connsiteY40" fmla="*/ 9102226 h 9456078"/>
              <a:gd name="connsiteX41" fmla="*/ 2702116 w 13940157"/>
              <a:gd name="connsiteY41" fmla="*/ 9084243 h 9456078"/>
              <a:gd name="connsiteX42" fmla="*/ 2747253 w 13940157"/>
              <a:gd name="connsiteY42" fmla="*/ 9065835 h 9456078"/>
              <a:gd name="connsiteX43" fmla="*/ 2792207 w 13940157"/>
              <a:gd name="connsiteY43" fmla="*/ 9047004 h 9456078"/>
              <a:gd name="connsiteX44" fmla="*/ 2836975 w 13940157"/>
              <a:gd name="connsiteY44" fmla="*/ 9027750 h 9456078"/>
              <a:gd name="connsiteX45" fmla="*/ 2881555 w 13940157"/>
              <a:gd name="connsiteY45" fmla="*/ 9008075 h 9456078"/>
              <a:gd name="connsiteX46" fmla="*/ 2925942 w 13940157"/>
              <a:gd name="connsiteY46" fmla="*/ 8987981 h 9456078"/>
              <a:gd name="connsiteX47" fmla="*/ 2970135 w 13940157"/>
              <a:gd name="connsiteY47" fmla="*/ 8967470 h 9456078"/>
              <a:gd name="connsiteX48" fmla="*/ 3014130 w 13940157"/>
              <a:gd name="connsiteY48" fmla="*/ 8946542 h 9456078"/>
              <a:gd name="connsiteX49" fmla="*/ 3057924 w 13940157"/>
              <a:gd name="connsiteY49" fmla="*/ 8925199 h 9456078"/>
              <a:gd name="connsiteX50" fmla="*/ 3101514 w 13940157"/>
              <a:gd name="connsiteY50" fmla="*/ 8903443 h 9456078"/>
              <a:gd name="connsiteX51" fmla="*/ 3144898 w 13940157"/>
              <a:gd name="connsiteY51" fmla="*/ 8881275 h 9456078"/>
              <a:gd name="connsiteX52" fmla="*/ 3188071 w 13940157"/>
              <a:gd name="connsiteY52" fmla="*/ 8858697 h 9456078"/>
              <a:gd name="connsiteX53" fmla="*/ 3231032 w 13940157"/>
              <a:gd name="connsiteY53" fmla="*/ 8835710 h 9456078"/>
              <a:gd name="connsiteX54" fmla="*/ 3273777 w 13940157"/>
              <a:gd name="connsiteY54" fmla="*/ 8812316 h 9456078"/>
              <a:gd name="connsiteX55" fmla="*/ 3316303 w 13940157"/>
              <a:gd name="connsiteY55" fmla="*/ 8788516 h 9456078"/>
              <a:gd name="connsiteX56" fmla="*/ 3358607 w 13940157"/>
              <a:gd name="connsiteY56" fmla="*/ 8764311 h 9456078"/>
              <a:gd name="connsiteX57" fmla="*/ 3400686 w 13940157"/>
              <a:gd name="connsiteY57" fmla="*/ 8739704 h 9456078"/>
              <a:gd name="connsiteX58" fmla="*/ 3442537 w 13940157"/>
              <a:gd name="connsiteY58" fmla="*/ 8714695 h 9456078"/>
              <a:gd name="connsiteX59" fmla="*/ 3484157 w 13940157"/>
              <a:gd name="connsiteY59" fmla="*/ 8689286 h 9456078"/>
              <a:gd name="connsiteX60" fmla="*/ 3525543 w 13940157"/>
              <a:gd name="connsiteY60" fmla="*/ 8663479 h 9456078"/>
              <a:gd name="connsiteX61" fmla="*/ 3566693 w 13940157"/>
              <a:gd name="connsiteY61" fmla="*/ 8637274 h 9456078"/>
              <a:gd name="connsiteX62" fmla="*/ 3607602 w 13940157"/>
              <a:gd name="connsiteY62" fmla="*/ 8610675 h 9456078"/>
              <a:gd name="connsiteX63" fmla="*/ 3648268 w 13940157"/>
              <a:gd name="connsiteY63" fmla="*/ 8583681 h 9456078"/>
              <a:gd name="connsiteX64" fmla="*/ 3688689 w 13940157"/>
              <a:gd name="connsiteY64" fmla="*/ 8556295 h 9456078"/>
              <a:gd name="connsiteX65" fmla="*/ 3728860 w 13940157"/>
              <a:gd name="connsiteY65" fmla="*/ 8528517 h 9456078"/>
              <a:gd name="connsiteX66" fmla="*/ 3768779 w 13940157"/>
              <a:gd name="connsiteY66" fmla="*/ 8500351 h 9456078"/>
              <a:gd name="connsiteX67" fmla="*/ 3808443 w 13940157"/>
              <a:gd name="connsiteY67" fmla="*/ 8471796 h 9456078"/>
              <a:gd name="connsiteX68" fmla="*/ 3847849 w 13940157"/>
              <a:gd name="connsiteY68" fmla="*/ 8442854 h 9456078"/>
              <a:gd name="connsiteX69" fmla="*/ 3886994 w 13940157"/>
              <a:gd name="connsiteY69" fmla="*/ 8413528 h 9456078"/>
              <a:gd name="connsiteX70" fmla="*/ 3925875 w 13940157"/>
              <a:gd name="connsiteY70" fmla="*/ 8383818 h 9456078"/>
              <a:gd name="connsiteX71" fmla="*/ 3964489 w 13940157"/>
              <a:gd name="connsiteY71" fmla="*/ 8353726 h 9456078"/>
              <a:gd name="connsiteX72" fmla="*/ 4002833 w 13940157"/>
              <a:gd name="connsiteY72" fmla="*/ 8323253 h 9456078"/>
              <a:gd name="connsiteX73" fmla="*/ 4040904 w 13940157"/>
              <a:gd name="connsiteY73" fmla="*/ 8292401 h 9456078"/>
              <a:gd name="connsiteX74" fmla="*/ 4078699 w 13940157"/>
              <a:gd name="connsiteY74" fmla="*/ 8261172 h 9456078"/>
              <a:gd name="connsiteX75" fmla="*/ 4116214 w 13940157"/>
              <a:gd name="connsiteY75" fmla="*/ 8229566 h 9456078"/>
              <a:gd name="connsiteX76" fmla="*/ 4153447 w 13940157"/>
              <a:gd name="connsiteY76" fmla="*/ 8197585 h 9456078"/>
              <a:gd name="connsiteX77" fmla="*/ 4190395 w 13940157"/>
              <a:gd name="connsiteY77" fmla="*/ 8165232 h 9456078"/>
              <a:gd name="connsiteX78" fmla="*/ 4227055 w 13940157"/>
              <a:gd name="connsiteY78" fmla="*/ 8132507 h 9456078"/>
              <a:gd name="connsiteX79" fmla="*/ 4263424 w 13940157"/>
              <a:gd name="connsiteY79" fmla="*/ 8099411 h 9456078"/>
              <a:gd name="connsiteX80" fmla="*/ 4299499 w 13940157"/>
              <a:gd name="connsiteY80" fmla="*/ 8065947 h 9456078"/>
              <a:gd name="connsiteX81" fmla="*/ 4335276 w 13940157"/>
              <a:gd name="connsiteY81" fmla="*/ 8032115 h 9456078"/>
              <a:gd name="connsiteX82" fmla="*/ 4370753 w 13940157"/>
              <a:gd name="connsiteY82" fmla="*/ 7997918 h 9456078"/>
              <a:gd name="connsiteX83" fmla="*/ 4405927 w 13940157"/>
              <a:gd name="connsiteY83" fmla="*/ 7963356 h 9456078"/>
              <a:gd name="connsiteX84" fmla="*/ 4440795 w 13940157"/>
              <a:gd name="connsiteY84" fmla="*/ 7928432 h 9456078"/>
              <a:gd name="connsiteX85" fmla="*/ 4475354 w 13940157"/>
              <a:gd name="connsiteY85" fmla="*/ 7893146 h 9456078"/>
              <a:gd name="connsiteX86" fmla="*/ 4509600 w 13940157"/>
              <a:gd name="connsiteY86" fmla="*/ 7857501 h 9456078"/>
              <a:gd name="connsiteX87" fmla="*/ 4543531 w 13940157"/>
              <a:gd name="connsiteY87" fmla="*/ 7821497 h 9456078"/>
              <a:gd name="connsiteX88" fmla="*/ 4577143 w 13940157"/>
              <a:gd name="connsiteY88" fmla="*/ 7785136 h 9456078"/>
              <a:gd name="connsiteX89" fmla="*/ 4610435 w 13940157"/>
              <a:gd name="connsiteY89" fmla="*/ 7748420 h 9456078"/>
              <a:gd name="connsiteX90" fmla="*/ 4643402 w 13940157"/>
              <a:gd name="connsiteY90" fmla="*/ 7711350 h 9456078"/>
              <a:gd name="connsiteX91" fmla="*/ 4676042 w 13940157"/>
              <a:gd name="connsiteY91" fmla="*/ 7673928 h 9456078"/>
              <a:gd name="connsiteX92" fmla="*/ 4708351 w 13940157"/>
              <a:gd name="connsiteY92" fmla="*/ 7636155 h 9456078"/>
              <a:gd name="connsiteX93" fmla="*/ 4740327 w 13940157"/>
              <a:gd name="connsiteY93" fmla="*/ 7598032 h 9456078"/>
              <a:gd name="connsiteX94" fmla="*/ 4771967 w 13940157"/>
              <a:gd name="connsiteY94" fmla="*/ 7559561 h 9456078"/>
              <a:gd name="connsiteX95" fmla="*/ 4803267 w 13940157"/>
              <a:gd name="connsiteY95" fmla="*/ 7520744 h 9456078"/>
              <a:gd name="connsiteX96" fmla="*/ 4834225 w 13940157"/>
              <a:gd name="connsiteY96" fmla="*/ 7481582 h 9456078"/>
              <a:gd name="connsiteX97" fmla="*/ 4864838 w 13940157"/>
              <a:gd name="connsiteY97" fmla="*/ 7442077 h 9456078"/>
              <a:gd name="connsiteX98" fmla="*/ 8803671 w 13940157"/>
              <a:gd name="connsiteY98" fmla="*/ 2307814 h 9456078"/>
              <a:gd name="connsiteX99" fmla="*/ 8834262 w 13940157"/>
              <a:gd name="connsiteY99" fmla="*/ 2268285 h 9456078"/>
              <a:gd name="connsiteX100" fmla="*/ 8865156 w 13940157"/>
              <a:gd name="connsiteY100" fmla="*/ 2229056 h 9456078"/>
              <a:gd name="connsiteX101" fmla="*/ 8896349 w 13940157"/>
              <a:gd name="connsiteY101" fmla="*/ 2190127 h 9456078"/>
              <a:gd name="connsiteX102" fmla="*/ 8927839 w 13940157"/>
              <a:gd name="connsiteY102" fmla="*/ 2151500 h 9456078"/>
              <a:gd name="connsiteX103" fmla="*/ 8959624 w 13940157"/>
              <a:gd name="connsiteY103" fmla="*/ 2113176 h 9456078"/>
              <a:gd name="connsiteX104" fmla="*/ 8991701 w 13940157"/>
              <a:gd name="connsiteY104" fmla="*/ 2075157 h 9456078"/>
              <a:gd name="connsiteX105" fmla="*/ 9024069 w 13940157"/>
              <a:gd name="connsiteY105" fmla="*/ 2037442 h 9456078"/>
              <a:gd name="connsiteX106" fmla="*/ 9056725 w 13940157"/>
              <a:gd name="connsiteY106" fmla="*/ 2000034 h 9456078"/>
              <a:gd name="connsiteX107" fmla="*/ 9089667 w 13940157"/>
              <a:gd name="connsiteY107" fmla="*/ 1962934 h 9456078"/>
              <a:gd name="connsiteX108" fmla="*/ 9122892 w 13940157"/>
              <a:gd name="connsiteY108" fmla="*/ 1926142 h 9456078"/>
              <a:gd name="connsiteX109" fmla="*/ 9156398 w 13940157"/>
              <a:gd name="connsiteY109" fmla="*/ 1889660 h 9456078"/>
              <a:gd name="connsiteX110" fmla="*/ 9190183 w 13940157"/>
              <a:gd name="connsiteY110" fmla="*/ 1853489 h 9456078"/>
              <a:gd name="connsiteX111" fmla="*/ 9224245 w 13940157"/>
              <a:gd name="connsiteY111" fmla="*/ 1817630 h 9456078"/>
              <a:gd name="connsiteX112" fmla="*/ 9258581 w 13940157"/>
              <a:gd name="connsiteY112" fmla="*/ 1782084 h 9456078"/>
              <a:gd name="connsiteX113" fmla="*/ 9293189 w 13940157"/>
              <a:gd name="connsiteY113" fmla="*/ 1746853 h 9456078"/>
              <a:gd name="connsiteX114" fmla="*/ 9328066 w 13940157"/>
              <a:gd name="connsiteY114" fmla="*/ 1711937 h 9456078"/>
              <a:gd name="connsiteX115" fmla="*/ 9363211 w 13940157"/>
              <a:gd name="connsiteY115" fmla="*/ 1677337 h 9456078"/>
              <a:gd name="connsiteX116" fmla="*/ 9398621 w 13940157"/>
              <a:gd name="connsiteY116" fmla="*/ 1643056 h 9456078"/>
              <a:gd name="connsiteX117" fmla="*/ 9434294 w 13940157"/>
              <a:gd name="connsiteY117" fmla="*/ 1609093 h 9456078"/>
              <a:gd name="connsiteX118" fmla="*/ 9470227 w 13940157"/>
              <a:gd name="connsiteY118" fmla="*/ 1575450 h 9456078"/>
              <a:gd name="connsiteX119" fmla="*/ 9506418 w 13940157"/>
              <a:gd name="connsiteY119" fmla="*/ 1542128 h 9456078"/>
              <a:gd name="connsiteX120" fmla="*/ 9542866 w 13940157"/>
              <a:gd name="connsiteY120" fmla="*/ 1509129 h 9456078"/>
              <a:gd name="connsiteX121" fmla="*/ 9579567 w 13940157"/>
              <a:gd name="connsiteY121" fmla="*/ 1476452 h 9456078"/>
              <a:gd name="connsiteX122" fmla="*/ 9616519 w 13940157"/>
              <a:gd name="connsiteY122" fmla="*/ 1444101 h 9456078"/>
              <a:gd name="connsiteX123" fmla="*/ 9653720 w 13940157"/>
              <a:gd name="connsiteY123" fmla="*/ 1412075 h 9456078"/>
              <a:gd name="connsiteX124" fmla="*/ 9691168 w 13940157"/>
              <a:gd name="connsiteY124" fmla="*/ 1380375 h 9456078"/>
              <a:gd name="connsiteX125" fmla="*/ 9728861 w 13940157"/>
              <a:gd name="connsiteY125" fmla="*/ 1349004 h 9456078"/>
              <a:gd name="connsiteX126" fmla="*/ 9766795 w 13940157"/>
              <a:gd name="connsiteY126" fmla="*/ 1317962 h 9456078"/>
              <a:gd name="connsiteX127" fmla="*/ 9804970 w 13940157"/>
              <a:gd name="connsiteY127" fmla="*/ 1287250 h 9456078"/>
              <a:gd name="connsiteX128" fmla="*/ 9843382 w 13940157"/>
              <a:gd name="connsiteY128" fmla="*/ 1256869 h 9456078"/>
              <a:gd name="connsiteX129" fmla="*/ 9882029 w 13940157"/>
              <a:gd name="connsiteY129" fmla="*/ 1226820 h 9456078"/>
              <a:gd name="connsiteX130" fmla="*/ 9920909 w 13940157"/>
              <a:gd name="connsiteY130" fmla="*/ 1197105 h 9456078"/>
              <a:gd name="connsiteX131" fmla="*/ 9960020 w 13940157"/>
              <a:gd name="connsiteY131" fmla="*/ 1167725 h 9456078"/>
              <a:gd name="connsiteX132" fmla="*/ 9999359 w 13940157"/>
              <a:gd name="connsiteY132" fmla="*/ 1138681 h 9456078"/>
              <a:gd name="connsiteX133" fmla="*/ 10038924 w 13940157"/>
              <a:gd name="connsiteY133" fmla="*/ 1109974 h 9456078"/>
              <a:gd name="connsiteX134" fmla="*/ 10078713 w 13940157"/>
              <a:gd name="connsiteY134" fmla="*/ 1081604 h 9456078"/>
              <a:gd name="connsiteX135" fmla="*/ 10118724 w 13940157"/>
              <a:gd name="connsiteY135" fmla="*/ 1053574 h 9456078"/>
              <a:gd name="connsiteX136" fmla="*/ 10158954 w 13940157"/>
              <a:gd name="connsiteY136" fmla="*/ 1025884 h 9456078"/>
              <a:gd name="connsiteX137" fmla="*/ 10199400 w 13940157"/>
              <a:gd name="connsiteY137" fmla="*/ 998536 h 9456078"/>
              <a:gd name="connsiteX138" fmla="*/ 10240062 w 13940157"/>
              <a:gd name="connsiteY138" fmla="*/ 971530 h 9456078"/>
              <a:gd name="connsiteX139" fmla="*/ 10280935 w 13940157"/>
              <a:gd name="connsiteY139" fmla="*/ 944868 h 9456078"/>
              <a:gd name="connsiteX140" fmla="*/ 10322019 w 13940157"/>
              <a:gd name="connsiteY140" fmla="*/ 918551 h 9456078"/>
              <a:gd name="connsiteX141" fmla="*/ 10363310 w 13940157"/>
              <a:gd name="connsiteY141" fmla="*/ 892580 h 9456078"/>
              <a:gd name="connsiteX142" fmla="*/ 10404807 w 13940157"/>
              <a:gd name="connsiteY142" fmla="*/ 866956 h 9456078"/>
              <a:gd name="connsiteX143" fmla="*/ 10446507 w 13940157"/>
              <a:gd name="connsiteY143" fmla="*/ 841681 h 9456078"/>
              <a:gd name="connsiteX144" fmla="*/ 10488408 w 13940157"/>
              <a:gd name="connsiteY144" fmla="*/ 816754 h 9456078"/>
              <a:gd name="connsiteX145" fmla="*/ 10530507 w 13940157"/>
              <a:gd name="connsiteY145" fmla="*/ 792179 h 9456078"/>
              <a:gd name="connsiteX146" fmla="*/ 10572803 w 13940157"/>
              <a:gd name="connsiteY146" fmla="*/ 767955 h 9456078"/>
              <a:gd name="connsiteX147" fmla="*/ 10615292 w 13940157"/>
              <a:gd name="connsiteY147" fmla="*/ 744083 h 9456078"/>
              <a:gd name="connsiteX148" fmla="*/ 10657973 w 13940157"/>
              <a:gd name="connsiteY148" fmla="*/ 720566 h 9456078"/>
              <a:gd name="connsiteX149" fmla="*/ 10700844 w 13940157"/>
              <a:gd name="connsiteY149" fmla="*/ 697404 h 9456078"/>
              <a:gd name="connsiteX150" fmla="*/ 10743902 w 13940157"/>
              <a:gd name="connsiteY150" fmla="*/ 674598 h 9456078"/>
              <a:gd name="connsiteX151" fmla="*/ 10787144 w 13940157"/>
              <a:gd name="connsiteY151" fmla="*/ 652149 h 9456078"/>
              <a:gd name="connsiteX152" fmla="*/ 10830569 w 13940157"/>
              <a:gd name="connsiteY152" fmla="*/ 630059 h 9456078"/>
              <a:gd name="connsiteX153" fmla="*/ 10874174 w 13940157"/>
              <a:gd name="connsiteY153" fmla="*/ 608328 h 9456078"/>
              <a:gd name="connsiteX154" fmla="*/ 10917957 w 13940157"/>
              <a:gd name="connsiteY154" fmla="*/ 586958 h 9456078"/>
              <a:gd name="connsiteX155" fmla="*/ 10961916 w 13940157"/>
              <a:gd name="connsiteY155" fmla="*/ 565950 h 9456078"/>
              <a:gd name="connsiteX156" fmla="*/ 11006048 w 13940157"/>
              <a:gd name="connsiteY156" fmla="*/ 545304 h 9456078"/>
              <a:gd name="connsiteX157" fmla="*/ 11050351 w 13940157"/>
              <a:gd name="connsiteY157" fmla="*/ 525023 h 9456078"/>
              <a:gd name="connsiteX158" fmla="*/ 11094823 w 13940157"/>
              <a:gd name="connsiteY158" fmla="*/ 505107 h 9456078"/>
              <a:gd name="connsiteX159" fmla="*/ 11139461 w 13940157"/>
              <a:gd name="connsiteY159" fmla="*/ 485558 h 9456078"/>
              <a:gd name="connsiteX160" fmla="*/ 11184263 w 13940157"/>
              <a:gd name="connsiteY160" fmla="*/ 466376 h 9456078"/>
              <a:gd name="connsiteX161" fmla="*/ 11229228 w 13940157"/>
              <a:gd name="connsiteY161" fmla="*/ 447563 h 9456078"/>
              <a:gd name="connsiteX162" fmla="*/ 11274351 w 13940157"/>
              <a:gd name="connsiteY162" fmla="*/ 429119 h 9456078"/>
              <a:gd name="connsiteX163" fmla="*/ 11319632 w 13940157"/>
              <a:gd name="connsiteY163" fmla="*/ 411046 h 9456078"/>
              <a:gd name="connsiteX164" fmla="*/ 11365068 w 13940157"/>
              <a:gd name="connsiteY164" fmla="*/ 393346 h 9456078"/>
              <a:gd name="connsiteX165" fmla="*/ 11410657 w 13940157"/>
              <a:gd name="connsiteY165" fmla="*/ 376018 h 9456078"/>
              <a:gd name="connsiteX166" fmla="*/ 11456396 w 13940157"/>
              <a:gd name="connsiteY166" fmla="*/ 359065 h 9456078"/>
              <a:gd name="connsiteX167" fmla="*/ 11502283 w 13940157"/>
              <a:gd name="connsiteY167" fmla="*/ 342487 h 9456078"/>
              <a:gd name="connsiteX168" fmla="*/ 11548316 w 13940157"/>
              <a:gd name="connsiteY168" fmla="*/ 326286 h 9456078"/>
              <a:gd name="connsiteX169" fmla="*/ 11594492 w 13940157"/>
              <a:gd name="connsiteY169" fmla="*/ 310462 h 9456078"/>
              <a:gd name="connsiteX170" fmla="*/ 11640810 w 13940157"/>
              <a:gd name="connsiteY170" fmla="*/ 295018 h 9456078"/>
              <a:gd name="connsiteX171" fmla="*/ 11687267 w 13940157"/>
              <a:gd name="connsiteY171" fmla="*/ 279953 h 9456078"/>
              <a:gd name="connsiteX172" fmla="*/ 11733860 w 13940157"/>
              <a:gd name="connsiteY172" fmla="*/ 265269 h 9456078"/>
              <a:gd name="connsiteX173" fmla="*/ 11780587 w 13940157"/>
              <a:gd name="connsiteY173" fmla="*/ 250968 h 9456078"/>
              <a:gd name="connsiteX174" fmla="*/ 11827447 w 13940157"/>
              <a:gd name="connsiteY174" fmla="*/ 237049 h 9456078"/>
              <a:gd name="connsiteX175" fmla="*/ 11874436 w 13940157"/>
              <a:gd name="connsiteY175" fmla="*/ 223516 h 9456078"/>
              <a:gd name="connsiteX176" fmla="*/ 11921553 w 13940157"/>
              <a:gd name="connsiteY176" fmla="*/ 210368 h 9456078"/>
              <a:gd name="connsiteX177" fmla="*/ 11968794 w 13940157"/>
              <a:gd name="connsiteY177" fmla="*/ 197606 h 9456078"/>
              <a:gd name="connsiteX178" fmla="*/ 12016159 w 13940157"/>
              <a:gd name="connsiteY178" fmla="*/ 185233 h 9456078"/>
              <a:gd name="connsiteX179" fmla="*/ 12063644 w 13940157"/>
              <a:gd name="connsiteY179" fmla="*/ 173248 h 9456078"/>
              <a:gd name="connsiteX180" fmla="*/ 12111248 w 13940157"/>
              <a:gd name="connsiteY180" fmla="*/ 161654 h 9456078"/>
              <a:gd name="connsiteX181" fmla="*/ 12158967 w 13940157"/>
              <a:gd name="connsiteY181" fmla="*/ 150451 h 9456078"/>
              <a:gd name="connsiteX182" fmla="*/ 12206800 w 13940157"/>
              <a:gd name="connsiteY182" fmla="*/ 139640 h 9456078"/>
              <a:gd name="connsiteX183" fmla="*/ 12254745 w 13940157"/>
              <a:gd name="connsiteY183" fmla="*/ 129223 h 9456078"/>
              <a:gd name="connsiteX184" fmla="*/ 12302799 w 13940157"/>
              <a:gd name="connsiteY184" fmla="*/ 119201 h 9456078"/>
              <a:gd name="connsiteX185" fmla="*/ 12350959 w 13940157"/>
              <a:gd name="connsiteY185" fmla="*/ 109574 h 9456078"/>
              <a:gd name="connsiteX186" fmla="*/ 12399224 w 13940157"/>
              <a:gd name="connsiteY186" fmla="*/ 100344 h 9456078"/>
              <a:gd name="connsiteX187" fmla="*/ 12447591 w 13940157"/>
              <a:gd name="connsiteY187" fmla="*/ 91512 h 9456078"/>
              <a:gd name="connsiteX188" fmla="*/ 12496058 w 13940157"/>
              <a:gd name="connsiteY188" fmla="*/ 83080 h 9456078"/>
              <a:gd name="connsiteX189" fmla="*/ 12544623 w 13940157"/>
              <a:gd name="connsiteY189" fmla="*/ 75047 h 9456078"/>
              <a:gd name="connsiteX190" fmla="*/ 12593283 w 13940157"/>
              <a:gd name="connsiteY190" fmla="*/ 67417 h 9456078"/>
              <a:gd name="connsiteX191" fmla="*/ 12642036 w 13940157"/>
              <a:gd name="connsiteY191" fmla="*/ 60188 h 9456078"/>
              <a:gd name="connsiteX192" fmla="*/ 12690879 w 13940157"/>
              <a:gd name="connsiteY192" fmla="*/ 53364 h 9456078"/>
              <a:gd name="connsiteX193" fmla="*/ 12739811 w 13940157"/>
              <a:gd name="connsiteY193" fmla="*/ 46944 h 9456078"/>
              <a:gd name="connsiteX194" fmla="*/ 12788830 w 13940157"/>
              <a:gd name="connsiteY194" fmla="*/ 40931 h 9456078"/>
              <a:gd name="connsiteX195" fmla="*/ 12837932 w 13940157"/>
              <a:gd name="connsiteY195" fmla="*/ 35324 h 9456078"/>
              <a:gd name="connsiteX196" fmla="*/ 12887116 w 13940157"/>
              <a:gd name="connsiteY196" fmla="*/ 30126 h 9456078"/>
              <a:gd name="connsiteX197" fmla="*/ 12936379 w 13940157"/>
              <a:gd name="connsiteY197" fmla="*/ 25337 h 9456078"/>
              <a:gd name="connsiteX198" fmla="*/ 12985719 w 13940157"/>
              <a:gd name="connsiteY198" fmla="*/ 20958 h 9456078"/>
              <a:gd name="connsiteX199" fmla="*/ 13035133 w 13940157"/>
              <a:gd name="connsiteY199" fmla="*/ 16991 h 9456078"/>
              <a:gd name="connsiteX200" fmla="*/ 13084620 w 13940157"/>
              <a:gd name="connsiteY200" fmla="*/ 13437 h 9456078"/>
              <a:gd name="connsiteX201" fmla="*/ 13134178 w 13940157"/>
              <a:gd name="connsiteY201" fmla="*/ 10297 h 9456078"/>
              <a:gd name="connsiteX202" fmla="*/ 13183803 w 13940157"/>
              <a:gd name="connsiteY202" fmla="*/ 7572 h 9456078"/>
              <a:gd name="connsiteX203" fmla="*/ 13233493 w 13940157"/>
              <a:gd name="connsiteY203" fmla="*/ 5263 h 9456078"/>
              <a:gd name="connsiteX204" fmla="*/ 13283247 w 13940157"/>
              <a:gd name="connsiteY204" fmla="*/ 3371 h 9456078"/>
              <a:gd name="connsiteX205" fmla="*/ 13333061 w 13940157"/>
              <a:gd name="connsiteY205" fmla="*/ 1898 h 9456078"/>
              <a:gd name="connsiteX206" fmla="*/ 13382934 w 13940157"/>
              <a:gd name="connsiteY206" fmla="*/ 844 h 9456078"/>
              <a:gd name="connsiteX207" fmla="*/ 13432864 w 13940157"/>
              <a:gd name="connsiteY207" fmla="*/ 211 h 9456078"/>
              <a:gd name="connsiteX208" fmla="*/ 13482847 w 13940157"/>
              <a:gd name="connsiteY208" fmla="*/ 0 h 9456078"/>
              <a:gd name="connsiteX209" fmla="*/ 13940158 w 13940157"/>
              <a:gd name="connsiteY209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49234 w 13158799"/>
              <a:gd name="connsiteY5" fmla="*/ 9450052 h 9456078"/>
              <a:gd name="connsiteX6" fmla="*/ 298870 w 13158799"/>
              <a:gd name="connsiteY6" fmla="*/ 9447409 h 9456078"/>
              <a:gd name="connsiteX7" fmla="*/ 348429 w 13158799"/>
              <a:gd name="connsiteY7" fmla="*/ 9444290 h 9456078"/>
              <a:gd name="connsiteX8" fmla="*/ 397907 w 13158799"/>
              <a:gd name="connsiteY8" fmla="*/ 9440698 h 9456078"/>
              <a:gd name="connsiteX9" fmla="*/ 447302 w 13158799"/>
              <a:gd name="connsiteY9" fmla="*/ 9436632 h 9456078"/>
              <a:gd name="connsiteX10" fmla="*/ 496610 w 13158799"/>
              <a:gd name="connsiteY10" fmla="*/ 9432096 h 9456078"/>
              <a:gd name="connsiteX11" fmla="*/ 545829 w 13158799"/>
              <a:gd name="connsiteY11" fmla="*/ 9427089 h 9456078"/>
              <a:gd name="connsiteX12" fmla="*/ 594956 w 13158799"/>
              <a:gd name="connsiteY12" fmla="*/ 9421615 h 9456078"/>
              <a:gd name="connsiteX13" fmla="*/ 643987 w 13158799"/>
              <a:gd name="connsiteY13" fmla="*/ 9415673 h 9456078"/>
              <a:gd name="connsiteX14" fmla="*/ 692920 w 13158799"/>
              <a:gd name="connsiteY14" fmla="*/ 9409267 h 9456078"/>
              <a:gd name="connsiteX15" fmla="*/ 741751 w 13158799"/>
              <a:gd name="connsiteY15" fmla="*/ 9402396 h 9456078"/>
              <a:gd name="connsiteX16" fmla="*/ 790478 w 13158799"/>
              <a:gd name="connsiteY16" fmla="*/ 9395063 h 9456078"/>
              <a:gd name="connsiteX17" fmla="*/ 839098 w 13158799"/>
              <a:gd name="connsiteY17" fmla="*/ 9387270 h 9456078"/>
              <a:gd name="connsiteX18" fmla="*/ 887607 w 13158799"/>
              <a:gd name="connsiteY18" fmla="*/ 9379017 h 9456078"/>
              <a:gd name="connsiteX19" fmla="*/ 936002 w 13158799"/>
              <a:gd name="connsiteY19" fmla="*/ 9370306 h 9456078"/>
              <a:gd name="connsiteX20" fmla="*/ 984281 w 13158799"/>
              <a:gd name="connsiteY20" fmla="*/ 9361139 h 9456078"/>
              <a:gd name="connsiteX21" fmla="*/ 1032440 w 13158799"/>
              <a:gd name="connsiteY21" fmla="*/ 9351517 h 9456078"/>
              <a:gd name="connsiteX22" fmla="*/ 1080477 w 13158799"/>
              <a:gd name="connsiteY22" fmla="*/ 9341441 h 9456078"/>
              <a:gd name="connsiteX23" fmla="*/ 1128389 w 13158799"/>
              <a:gd name="connsiteY23" fmla="*/ 9330914 h 9456078"/>
              <a:gd name="connsiteX24" fmla="*/ 1176172 w 13158799"/>
              <a:gd name="connsiteY24" fmla="*/ 9319936 h 9456078"/>
              <a:gd name="connsiteX25" fmla="*/ 1223823 w 13158799"/>
              <a:gd name="connsiteY25" fmla="*/ 9308509 h 9456078"/>
              <a:gd name="connsiteX26" fmla="*/ 1271339 w 13158799"/>
              <a:gd name="connsiteY26" fmla="*/ 9296635 h 9456078"/>
              <a:gd name="connsiteX27" fmla="*/ 1318719 w 13158799"/>
              <a:gd name="connsiteY27" fmla="*/ 9284315 h 9456078"/>
              <a:gd name="connsiteX28" fmla="*/ 1365957 w 13158799"/>
              <a:gd name="connsiteY28" fmla="*/ 9271550 h 9456078"/>
              <a:gd name="connsiteX29" fmla="*/ 1413052 w 13158799"/>
              <a:gd name="connsiteY29" fmla="*/ 9258342 h 9456078"/>
              <a:gd name="connsiteX30" fmla="*/ 1460000 w 13158799"/>
              <a:gd name="connsiteY30" fmla="*/ 9244693 h 9456078"/>
              <a:gd name="connsiteX31" fmla="*/ 1506799 w 13158799"/>
              <a:gd name="connsiteY31" fmla="*/ 9230604 h 9456078"/>
              <a:gd name="connsiteX32" fmla="*/ 1553445 w 13158799"/>
              <a:gd name="connsiteY32" fmla="*/ 9216076 h 9456078"/>
              <a:gd name="connsiteX33" fmla="*/ 1599935 w 13158799"/>
              <a:gd name="connsiteY33" fmla="*/ 9201111 h 9456078"/>
              <a:gd name="connsiteX34" fmla="*/ 1646267 w 13158799"/>
              <a:gd name="connsiteY34" fmla="*/ 9185710 h 9456078"/>
              <a:gd name="connsiteX35" fmla="*/ 1692437 w 13158799"/>
              <a:gd name="connsiteY35" fmla="*/ 9169876 h 9456078"/>
              <a:gd name="connsiteX36" fmla="*/ 1738442 w 13158799"/>
              <a:gd name="connsiteY36" fmla="*/ 9153608 h 9456078"/>
              <a:gd name="connsiteX37" fmla="*/ 1784280 w 13158799"/>
              <a:gd name="connsiteY37" fmla="*/ 9136910 h 9456078"/>
              <a:gd name="connsiteX38" fmla="*/ 1829947 w 13158799"/>
              <a:gd name="connsiteY38" fmla="*/ 9119782 h 9456078"/>
              <a:gd name="connsiteX39" fmla="*/ 1875440 w 13158799"/>
              <a:gd name="connsiteY39" fmla="*/ 9102226 h 9456078"/>
              <a:gd name="connsiteX40" fmla="*/ 1920756 w 13158799"/>
              <a:gd name="connsiteY40" fmla="*/ 9084243 h 9456078"/>
              <a:gd name="connsiteX41" fmla="*/ 1965893 w 13158799"/>
              <a:gd name="connsiteY41" fmla="*/ 9065835 h 9456078"/>
              <a:gd name="connsiteX42" fmla="*/ 2010847 w 13158799"/>
              <a:gd name="connsiteY42" fmla="*/ 9047004 h 9456078"/>
              <a:gd name="connsiteX43" fmla="*/ 2055615 w 13158799"/>
              <a:gd name="connsiteY43" fmla="*/ 9027750 h 9456078"/>
              <a:gd name="connsiteX44" fmla="*/ 2100195 w 13158799"/>
              <a:gd name="connsiteY44" fmla="*/ 9008075 h 9456078"/>
              <a:gd name="connsiteX45" fmla="*/ 2144582 w 13158799"/>
              <a:gd name="connsiteY45" fmla="*/ 8987981 h 9456078"/>
              <a:gd name="connsiteX46" fmla="*/ 2188775 w 13158799"/>
              <a:gd name="connsiteY46" fmla="*/ 8967470 h 9456078"/>
              <a:gd name="connsiteX47" fmla="*/ 2232770 w 13158799"/>
              <a:gd name="connsiteY47" fmla="*/ 8946542 h 9456078"/>
              <a:gd name="connsiteX48" fmla="*/ 2276564 w 13158799"/>
              <a:gd name="connsiteY48" fmla="*/ 8925199 h 9456078"/>
              <a:gd name="connsiteX49" fmla="*/ 2320154 w 13158799"/>
              <a:gd name="connsiteY49" fmla="*/ 8903443 h 9456078"/>
              <a:gd name="connsiteX50" fmla="*/ 2363538 w 13158799"/>
              <a:gd name="connsiteY50" fmla="*/ 8881275 h 9456078"/>
              <a:gd name="connsiteX51" fmla="*/ 2406711 w 13158799"/>
              <a:gd name="connsiteY51" fmla="*/ 8858697 h 9456078"/>
              <a:gd name="connsiteX52" fmla="*/ 2449672 w 13158799"/>
              <a:gd name="connsiteY52" fmla="*/ 8835710 h 9456078"/>
              <a:gd name="connsiteX53" fmla="*/ 2492417 w 13158799"/>
              <a:gd name="connsiteY53" fmla="*/ 8812316 h 9456078"/>
              <a:gd name="connsiteX54" fmla="*/ 2534943 w 13158799"/>
              <a:gd name="connsiteY54" fmla="*/ 8788516 h 9456078"/>
              <a:gd name="connsiteX55" fmla="*/ 2577247 w 13158799"/>
              <a:gd name="connsiteY55" fmla="*/ 8764311 h 9456078"/>
              <a:gd name="connsiteX56" fmla="*/ 2619326 w 13158799"/>
              <a:gd name="connsiteY56" fmla="*/ 8739704 h 9456078"/>
              <a:gd name="connsiteX57" fmla="*/ 2661177 w 13158799"/>
              <a:gd name="connsiteY57" fmla="*/ 8714695 h 9456078"/>
              <a:gd name="connsiteX58" fmla="*/ 2702797 w 13158799"/>
              <a:gd name="connsiteY58" fmla="*/ 8689286 h 9456078"/>
              <a:gd name="connsiteX59" fmla="*/ 2744183 w 13158799"/>
              <a:gd name="connsiteY59" fmla="*/ 8663479 h 9456078"/>
              <a:gd name="connsiteX60" fmla="*/ 2785333 w 13158799"/>
              <a:gd name="connsiteY60" fmla="*/ 8637274 h 9456078"/>
              <a:gd name="connsiteX61" fmla="*/ 2826242 w 13158799"/>
              <a:gd name="connsiteY61" fmla="*/ 8610675 h 9456078"/>
              <a:gd name="connsiteX62" fmla="*/ 2866908 w 13158799"/>
              <a:gd name="connsiteY62" fmla="*/ 8583681 h 9456078"/>
              <a:gd name="connsiteX63" fmla="*/ 2907329 w 13158799"/>
              <a:gd name="connsiteY63" fmla="*/ 8556295 h 9456078"/>
              <a:gd name="connsiteX64" fmla="*/ 2947500 w 13158799"/>
              <a:gd name="connsiteY64" fmla="*/ 8528517 h 9456078"/>
              <a:gd name="connsiteX65" fmla="*/ 2987419 w 13158799"/>
              <a:gd name="connsiteY65" fmla="*/ 8500351 h 9456078"/>
              <a:gd name="connsiteX66" fmla="*/ 3027083 w 13158799"/>
              <a:gd name="connsiteY66" fmla="*/ 8471796 h 9456078"/>
              <a:gd name="connsiteX67" fmla="*/ 3066489 w 13158799"/>
              <a:gd name="connsiteY67" fmla="*/ 8442854 h 9456078"/>
              <a:gd name="connsiteX68" fmla="*/ 3105634 w 13158799"/>
              <a:gd name="connsiteY68" fmla="*/ 8413528 h 9456078"/>
              <a:gd name="connsiteX69" fmla="*/ 3144515 w 13158799"/>
              <a:gd name="connsiteY69" fmla="*/ 8383818 h 9456078"/>
              <a:gd name="connsiteX70" fmla="*/ 3183129 w 13158799"/>
              <a:gd name="connsiteY70" fmla="*/ 8353726 h 9456078"/>
              <a:gd name="connsiteX71" fmla="*/ 3221473 w 13158799"/>
              <a:gd name="connsiteY71" fmla="*/ 8323253 h 9456078"/>
              <a:gd name="connsiteX72" fmla="*/ 3259544 w 13158799"/>
              <a:gd name="connsiteY72" fmla="*/ 8292401 h 9456078"/>
              <a:gd name="connsiteX73" fmla="*/ 3297339 w 13158799"/>
              <a:gd name="connsiteY73" fmla="*/ 8261172 h 9456078"/>
              <a:gd name="connsiteX74" fmla="*/ 3334854 w 13158799"/>
              <a:gd name="connsiteY74" fmla="*/ 8229566 h 9456078"/>
              <a:gd name="connsiteX75" fmla="*/ 3372087 w 13158799"/>
              <a:gd name="connsiteY75" fmla="*/ 8197585 h 9456078"/>
              <a:gd name="connsiteX76" fmla="*/ 3409035 w 13158799"/>
              <a:gd name="connsiteY76" fmla="*/ 8165232 h 9456078"/>
              <a:gd name="connsiteX77" fmla="*/ 3445695 w 13158799"/>
              <a:gd name="connsiteY77" fmla="*/ 8132507 h 9456078"/>
              <a:gd name="connsiteX78" fmla="*/ 3482064 w 13158799"/>
              <a:gd name="connsiteY78" fmla="*/ 8099411 h 9456078"/>
              <a:gd name="connsiteX79" fmla="*/ 3518139 w 13158799"/>
              <a:gd name="connsiteY79" fmla="*/ 8065947 h 9456078"/>
              <a:gd name="connsiteX80" fmla="*/ 3553916 w 13158799"/>
              <a:gd name="connsiteY80" fmla="*/ 8032115 h 9456078"/>
              <a:gd name="connsiteX81" fmla="*/ 3589393 w 13158799"/>
              <a:gd name="connsiteY81" fmla="*/ 7997918 h 9456078"/>
              <a:gd name="connsiteX82" fmla="*/ 3624567 w 13158799"/>
              <a:gd name="connsiteY82" fmla="*/ 7963356 h 9456078"/>
              <a:gd name="connsiteX83" fmla="*/ 3659435 w 13158799"/>
              <a:gd name="connsiteY83" fmla="*/ 7928432 h 9456078"/>
              <a:gd name="connsiteX84" fmla="*/ 3693994 w 13158799"/>
              <a:gd name="connsiteY84" fmla="*/ 7893146 h 9456078"/>
              <a:gd name="connsiteX85" fmla="*/ 3728240 w 13158799"/>
              <a:gd name="connsiteY85" fmla="*/ 7857501 h 9456078"/>
              <a:gd name="connsiteX86" fmla="*/ 3762171 w 13158799"/>
              <a:gd name="connsiteY86" fmla="*/ 7821497 h 9456078"/>
              <a:gd name="connsiteX87" fmla="*/ 3795783 w 13158799"/>
              <a:gd name="connsiteY87" fmla="*/ 7785136 h 9456078"/>
              <a:gd name="connsiteX88" fmla="*/ 3829075 w 13158799"/>
              <a:gd name="connsiteY88" fmla="*/ 7748420 h 9456078"/>
              <a:gd name="connsiteX89" fmla="*/ 3862042 w 13158799"/>
              <a:gd name="connsiteY89" fmla="*/ 7711350 h 9456078"/>
              <a:gd name="connsiteX90" fmla="*/ 3894682 w 13158799"/>
              <a:gd name="connsiteY90" fmla="*/ 7673928 h 9456078"/>
              <a:gd name="connsiteX91" fmla="*/ 3926991 w 13158799"/>
              <a:gd name="connsiteY91" fmla="*/ 7636155 h 9456078"/>
              <a:gd name="connsiteX92" fmla="*/ 3958967 w 13158799"/>
              <a:gd name="connsiteY92" fmla="*/ 7598032 h 9456078"/>
              <a:gd name="connsiteX93" fmla="*/ 3990607 w 13158799"/>
              <a:gd name="connsiteY93" fmla="*/ 7559561 h 9456078"/>
              <a:gd name="connsiteX94" fmla="*/ 4021907 w 13158799"/>
              <a:gd name="connsiteY94" fmla="*/ 7520744 h 9456078"/>
              <a:gd name="connsiteX95" fmla="*/ 4052865 w 13158799"/>
              <a:gd name="connsiteY95" fmla="*/ 7481582 h 9456078"/>
              <a:gd name="connsiteX96" fmla="*/ 4083478 w 13158799"/>
              <a:gd name="connsiteY96" fmla="*/ 7442077 h 9456078"/>
              <a:gd name="connsiteX97" fmla="*/ 8022311 w 13158799"/>
              <a:gd name="connsiteY97" fmla="*/ 2307814 h 9456078"/>
              <a:gd name="connsiteX98" fmla="*/ 8052902 w 13158799"/>
              <a:gd name="connsiteY98" fmla="*/ 2268285 h 9456078"/>
              <a:gd name="connsiteX99" fmla="*/ 8083796 w 13158799"/>
              <a:gd name="connsiteY99" fmla="*/ 2229056 h 9456078"/>
              <a:gd name="connsiteX100" fmla="*/ 8114989 w 13158799"/>
              <a:gd name="connsiteY100" fmla="*/ 2190127 h 9456078"/>
              <a:gd name="connsiteX101" fmla="*/ 8146479 w 13158799"/>
              <a:gd name="connsiteY101" fmla="*/ 2151500 h 9456078"/>
              <a:gd name="connsiteX102" fmla="*/ 8178264 w 13158799"/>
              <a:gd name="connsiteY102" fmla="*/ 2113176 h 9456078"/>
              <a:gd name="connsiteX103" fmla="*/ 8210341 w 13158799"/>
              <a:gd name="connsiteY103" fmla="*/ 2075157 h 9456078"/>
              <a:gd name="connsiteX104" fmla="*/ 8242709 w 13158799"/>
              <a:gd name="connsiteY104" fmla="*/ 2037442 h 9456078"/>
              <a:gd name="connsiteX105" fmla="*/ 8275365 w 13158799"/>
              <a:gd name="connsiteY105" fmla="*/ 2000034 h 9456078"/>
              <a:gd name="connsiteX106" fmla="*/ 8308307 w 13158799"/>
              <a:gd name="connsiteY106" fmla="*/ 1962934 h 9456078"/>
              <a:gd name="connsiteX107" fmla="*/ 8341532 w 13158799"/>
              <a:gd name="connsiteY107" fmla="*/ 1926142 h 9456078"/>
              <a:gd name="connsiteX108" fmla="*/ 8375038 w 13158799"/>
              <a:gd name="connsiteY108" fmla="*/ 1889660 h 9456078"/>
              <a:gd name="connsiteX109" fmla="*/ 8408823 w 13158799"/>
              <a:gd name="connsiteY109" fmla="*/ 1853489 h 9456078"/>
              <a:gd name="connsiteX110" fmla="*/ 8442885 w 13158799"/>
              <a:gd name="connsiteY110" fmla="*/ 1817630 h 9456078"/>
              <a:gd name="connsiteX111" fmla="*/ 8477221 w 13158799"/>
              <a:gd name="connsiteY111" fmla="*/ 1782084 h 9456078"/>
              <a:gd name="connsiteX112" fmla="*/ 8511829 w 13158799"/>
              <a:gd name="connsiteY112" fmla="*/ 1746853 h 9456078"/>
              <a:gd name="connsiteX113" fmla="*/ 8546706 w 13158799"/>
              <a:gd name="connsiteY113" fmla="*/ 1711937 h 9456078"/>
              <a:gd name="connsiteX114" fmla="*/ 8581851 w 13158799"/>
              <a:gd name="connsiteY114" fmla="*/ 1677337 h 9456078"/>
              <a:gd name="connsiteX115" fmla="*/ 8617261 w 13158799"/>
              <a:gd name="connsiteY115" fmla="*/ 1643056 h 9456078"/>
              <a:gd name="connsiteX116" fmla="*/ 8652934 w 13158799"/>
              <a:gd name="connsiteY116" fmla="*/ 1609093 h 9456078"/>
              <a:gd name="connsiteX117" fmla="*/ 8688867 w 13158799"/>
              <a:gd name="connsiteY117" fmla="*/ 1575450 h 9456078"/>
              <a:gd name="connsiteX118" fmla="*/ 8725058 w 13158799"/>
              <a:gd name="connsiteY118" fmla="*/ 1542128 h 9456078"/>
              <a:gd name="connsiteX119" fmla="*/ 8761506 w 13158799"/>
              <a:gd name="connsiteY119" fmla="*/ 1509129 h 9456078"/>
              <a:gd name="connsiteX120" fmla="*/ 8798207 w 13158799"/>
              <a:gd name="connsiteY120" fmla="*/ 1476452 h 9456078"/>
              <a:gd name="connsiteX121" fmla="*/ 8835159 w 13158799"/>
              <a:gd name="connsiteY121" fmla="*/ 1444101 h 9456078"/>
              <a:gd name="connsiteX122" fmla="*/ 8872360 w 13158799"/>
              <a:gd name="connsiteY122" fmla="*/ 1412075 h 9456078"/>
              <a:gd name="connsiteX123" fmla="*/ 8909808 w 13158799"/>
              <a:gd name="connsiteY123" fmla="*/ 1380375 h 9456078"/>
              <a:gd name="connsiteX124" fmla="*/ 8947501 w 13158799"/>
              <a:gd name="connsiteY124" fmla="*/ 1349004 h 9456078"/>
              <a:gd name="connsiteX125" fmla="*/ 8985435 w 13158799"/>
              <a:gd name="connsiteY125" fmla="*/ 1317962 h 9456078"/>
              <a:gd name="connsiteX126" fmla="*/ 9023610 w 13158799"/>
              <a:gd name="connsiteY126" fmla="*/ 1287250 h 9456078"/>
              <a:gd name="connsiteX127" fmla="*/ 9062022 w 13158799"/>
              <a:gd name="connsiteY127" fmla="*/ 1256869 h 9456078"/>
              <a:gd name="connsiteX128" fmla="*/ 9100669 w 13158799"/>
              <a:gd name="connsiteY128" fmla="*/ 1226820 h 9456078"/>
              <a:gd name="connsiteX129" fmla="*/ 9139549 w 13158799"/>
              <a:gd name="connsiteY129" fmla="*/ 1197105 h 9456078"/>
              <a:gd name="connsiteX130" fmla="*/ 9178660 w 13158799"/>
              <a:gd name="connsiteY130" fmla="*/ 1167725 h 9456078"/>
              <a:gd name="connsiteX131" fmla="*/ 9217999 w 13158799"/>
              <a:gd name="connsiteY131" fmla="*/ 1138681 h 9456078"/>
              <a:gd name="connsiteX132" fmla="*/ 9257564 w 13158799"/>
              <a:gd name="connsiteY132" fmla="*/ 1109974 h 9456078"/>
              <a:gd name="connsiteX133" fmla="*/ 9297353 w 13158799"/>
              <a:gd name="connsiteY133" fmla="*/ 1081604 h 9456078"/>
              <a:gd name="connsiteX134" fmla="*/ 9337364 w 13158799"/>
              <a:gd name="connsiteY134" fmla="*/ 1053574 h 9456078"/>
              <a:gd name="connsiteX135" fmla="*/ 9377594 w 13158799"/>
              <a:gd name="connsiteY135" fmla="*/ 1025884 h 9456078"/>
              <a:gd name="connsiteX136" fmla="*/ 9418040 w 13158799"/>
              <a:gd name="connsiteY136" fmla="*/ 998536 h 9456078"/>
              <a:gd name="connsiteX137" fmla="*/ 9458702 w 13158799"/>
              <a:gd name="connsiteY137" fmla="*/ 971530 h 9456078"/>
              <a:gd name="connsiteX138" fmla="*/ 9499575 w 13158799"/>
              <a:gd name="connsiteY138" fmla="*/ 944868 h 9456078"/>
              <a:gd name="connsiteX139" fmla="*/ 9540659 w 13158799"/>
              <a:gd name="connsiteY139" fmla="*/ 918551 h 9456078"/>
              <a:gd name="connsiteX140" fmla="*/ 9581950 w 13158799"/>
              <a:gd name="connsiteY140" fmla="*/ 892580 h 9456078"/>
              <a:gd name="connsiteX141" fmla="*/ 9623447 w 13158799"/>
              <a:gd name="connsiteY141" fmla="*/ 866956 h 9456078"/>
              <a:gd name="connsiteX142" fmla="*/ 9665147 w 13158799"/>
              <a:gd name="connsiteY142" fmla="*/ 841681 h 9456078"/>
              <a:gd name="connsiteX143" fmla="*/ 9707048 w 13158799"/>
              <a:gd name="connsiteY143" fmla="*/ 816754 h 9456078"/>
              <a:gd name="connsiteX144" fmla="*/ 9749147 w 13158799"/>
              <a:gd name="connsiteY144" fmla="*/ 792179 h 9456078"/>
              <a:gd name="connsiteX145" fmla="*/ 9791443 w 13158799"/>
              <a:gd name="connsiteY145" fmla="*/ 767955 h 9456078"/>
              <a:gd name="connsiteX146" fmla="*/ 9833932 w 13158799"/>
              <a:gd name="connsiteY146" fmla="*/ 744083 h 9456078"/>
              <a:gd name="connsiteX147" fmla="*/ 9876613 w 13158799"/>
              <a:gd name="connsiteY147" fmla="*/ 720566 h 9456078"/>
              <a:gd name="connsiteX148" fmla="*/ 9919484 w 13158799"/>
              <a:gd name="connsiteY148" fmla="*/ 697404 h 9456078"/>
              <a:gd name="connsiteX149" fmla="*/ 9962542 w 13158799"/>
              <a:gd name="connsiteY149" fmla="*/ 674598 h 9456078"/>
              <a:gd name="connsiteX150" fmla="*/ 10005784 w 13158799"/>
              <a:gd name="connsiteY150" fmla="*/ 652149 h 9456078"/>
              <a:gd name="connsiteX151" fmla="*/ 10049209 w 13158799"/>
              <a:gd name="connsiteY151" fmla="*/ 630059 h 9456078"/>
              <a:gd name="connsiteX152" fmla="*/ 10092814 w 13158799"/>
              <a:gd name="connsiteY152" fmla="*/ 608328 h 9456078"/>
              <a:gd name="connsiteX153" fmla="*/ 10136597 w 13158799"/>
              <a:gd name="connsiteY153" fmla="*/ 586958 h 9456078"/>
              <a:gd name="connsiteX154" fmla="*/ 10180556 w 13158799"/>
              <a:gd name="connsiteY154" fmla="*/ 565950 h 9456078"/>
              <a:gd name="connsiteX155" fmla="*/ 10224688 w 13158799"/>
              <a:gd name="connsiteY155" fmla="*/ 545304 h 9456078"/>
              <a:gd name="connsiteX156" fmla="*/ 10268991 w 13158799"/>
              <a:gd name="connsiteY156" fmla="*/ 525023 h 9456078"/>
              <a:gd name="connsiteX157" fmla="*/ 10313463 w 13158799"/>
              <a:gd name="connsiteY157" fmla="*/ 505107 h 9456078"/>
              <a:gd name="connsiteX158" fmla="*/ 10358101 w 13158799"/>
              <a:gd name="connsiteY158" fmla="*/ 485558 h 9456078"/>
              <a:gd name="connsiteX159" fmla="*/ 10402903 w 13158799"/>
              <a:gd name="connsiteY159" fmla="*/ 466376 h 9456078"/>
              <a:gd name="connsiteX160" fmla="*/ 10447868 w 13158799"/>
              <a:gd name="connsiteY160" fmla="*/ 447563 h 9456078"/>
              <a:gd name="connsiteX161" fmla="*/ 10492991 w 13158799"/>
              <a:gd name="connsiteY161" fmla="*/ 429119 h 9456078"/>
              <a:gd name="connsiteX162" fmla="*/ 10538272 w 13158799"/>
              <a:gd name="connsiteY162" fmla="*/ 411046 h 9456078"/>
              <a:gd name="connsiteX163" fmla="*/ 10583708 w 13158799"/>
              <a:gd name="connsiteY163" fmla="*/ 393346 h 9456078"/>
              <a:gd name="connsiteX164" fmla="*/ 10629297 w 13158799"/>
              <a:gd name="connsiteY164" fmla="*/ 376018 h 9456078"/>
              <a:gd name="connsiteX165" fmla="*/ 10675036 w 13158799"/>
              <a:gd name="connsiteY165" fmla="*/ 359065 h 9456078"/>
              <a:gd name="connsiteX166" fmla="*/ 10720923 w 13158799"/>
              <a:gd name="connsiteY166" fmla="*/ 342487 h 9456078"/>
              <a:gd name="connsiteX167" fmla="*/ 10766956 w 13158799"/>
              <a:gd name="connsiteY167" fmla="*/ 326286 h 9456078"/>
              <a:gd name="connsiteX168" fmla="*/ 10813132 w 13158799"/>
              <a:gd name="connsiteY168" fmla="*/ 310462 h 9456078"/>
              <a:gd name="connsiteX169" fmla="*/ 10859450 w 13158799"/>
              <a:gd name="connsiteY169" fmla="*/ 295018 h 9456078"/>
              <a:gd name="connsiteX170" fmla="*/ 10905907 w 13158799"/>
              <a:gd name="connsiteY170" fmla="*/ 279953 h 9456078"/>
              <a:gd name="connsiteX171" fmla="*/ 10952500 w 13158799"/>
              <a:gd name="connsiteY171" fmla="*/ 265269 h 9456078"/>
              <a:gd name="connsiteX172" fmla="*/ 10999227 w 13158799"/>
              <a:gd name="connsiteY172" fmla="*/ 250968 h 9456078"/>
              <a:gd name="connsiteX173" fmla="*/ 11046087 w 13158799"/>
              <a:gd name="connsiteY173" fmla="*/ 237049 h 9456078"/>
              <a:gd name="connsiteX174" fmla="*/ 11093076 w 13158799"/>
              <a:gd name="connsiteY174" fmla="*/ 223516 h 9456078"/>
              <a:gd name="connsiteX175" fmla="*/ 11140193 w 13158799"/>
              <a:gd name="connsiteY175" fmla="*/ 210368 h 9456078"/>
              <a:gd name="connsiteX176" fmla="*/ 11187434 w 13158799"/>
              <a:gd name="connsiteY176" fmla="*/ 197606 h 9456078"/>
              <a:gd name="connsiteX177" fmla="*/ 11234799 w 13158799"/>
              <a:gd name="connsiteY177" fmla="*/ 185233 h 9456078"/>
              <a:gd name="connsiteX178" fmla="*/ 11282284 w 13158799"/>
              <a:gd name="connsiteY178" fmla="*/ 173248 h 9456078"/>
              <a:gd name="connsiteX179" fmla="*/ 11329888 w 13158799"/>
              <a:gd name="connsiteY179" fmla="*/ 161654 h 9456078"/>
              <a:gd name="connsiteX180" fmla="*/ 11377607 w 13158799"/>
              <a:gd name="connsiteY180" fmla="*/ 150451 h 9456078"/>
              <a:gd name="connsiteX181" fmla="*/ 11425440 w 13158799"/>
              <a:gd name="connsiteY181" fmla="*/ 139640 h 9456078"/>
              <a:gd name="connsiteX182" fmla="*/ 11473385 w 13158799"/>
              <a:gd name="connsiteY182" fmla="*/ 129223 h 9456078"/>
              <a:gd name="connsiteX183" fmla="*/ 11521439 w 13158799"/>
              <a:gd name="connsiteY183" fmla="*/ 119201 h 9456078"/>
              <a:gd name="connsiteX184" fmla="*/ 11569599 w 13158799"/>
              <a:gd name="connsiteY184" fmla="*/ 109574 h 9456078"/>
              <a:gd name="connsiteX185" fmla="*/ 11617864 w 13158799"/>
              <a:gd name="connsiteY185" fmla="*/ 100344 h 9456078"/>
              <a:gd name="connsiteX186" fmla="*/ 11666231 w 13158799"/>
              <a:gd name="connsiteY186" fmla="*/ 91512 h 9456078"/>
              <a:gd name="connsiteX187" fmla="*/ 11714698 w 13158799"/>
              <a:gd name="connsiteY187" fmla="*/ 83080 h 9456078"/>
              <a:gd name="connsiteX188" fmla="*/ 11763263 w 13158799"/>
              <a:gd name="connsiteY188" fmla="*/ 75047 h 9456078"/>
              <a:gd name="connsiteX189" fmla="*/ 11811923 w 13158799"/>
              <a:gd name="connsiteY189" fmla="*/ 67417 h 9456078"/>
              <a:gd name="connsiteX190" fmla="*/ 11860676 w 13158799"/>
              <a:gd name="connsiteY190" fmla="*/ 60188 h 9456078"/>
              <a:gd name="connsiteX191" fmla="*/ 11909519 w 13158799"/>
              <a:gd name="connsiteY191" fmla="*/ 53364 h 9456078"/>
              <a:gd name="connsiteX192" fmla="*/ 11958451 w 13158799"/>
              <a:gd name="connsiteY192" fmla="*/ 46944 h 9456078"/>
              <a:gd name="connsiteX193" fmla="*/ 12007470 w 13158799"/>
              <a:gd name="connsiteY193" fmla="*/ 40931 h 9456078"/>
              <a:gd name="connsiteX194" fmla="*/ 12056572 w 13158799"/>
              <a:gd name="connsiteY194" fmla="*/ 35324 h 9456078"/>
              <a:gd name="connsiteX195" fmla="*/ 12105756 w 13158799"/>
              <a:gd name="connsiteY195" fmla="*/ 30126 h 9456078"/>
              <a:gd name="connsiteX196" fmla="*/ 12155019 w 13158799"/>
              <a:gd name="connsiteY196" fmla="*/ 25337 h 9456078"/>
              <a:gd name="connsiteX197" fmla="*/ 12204359 w 13158799"/>
              <a:gd name="connsiteY197" fmla="*/ 20958 h 9456078"/>
              <a:gd name="connsiteX198" fmla="*/ 12253773 w 13158799"/>
              <a:gd name="connsiteY198" fmla="*/ 16991 h 9456078"/>
              <a:gd name="connsiteX199" fmla="*/ 12303260 w 13158799"/>
              <a:gd name="connsiteY199" fmla="*/ 13437 h 9456078"/>
              <a:gd name="connsiteX200" fmla="*/ 12352818 w 13158799"/>
              <a:gd name="connsiteY200" fmla="*/ 10297 h 9456078"/>
              <a:gd name="connsiteX201" fmla="*/ 12402443 w 13158799"/>
              <a:gd name="connsiteY201" fmla="*/ 7572 h 9456078"/>
              <a:gd name="connsiteX202" fmla="*/ 12452133 w 13158799"/>
              <a:gd name="connsiteY202" fmla="*/ 5263 h 9456078"/>
              <a:gd name="connsiteX203" fmla="*/ 12501887 w 13158799"/>
              <a:gd name="connsiteY203" fmla="*/ 3371 h 9456078"/>
              <a:gd name="connsiteX204" fmla="*/ 12551701 w 13158799"/>
              <a:gd name="connsiteY204" fmla="*/ 1898 h 9456078"/>
              <a:gd name="connsiteX205" fmla="*/ 12601574 w 13158799"/>
              <a:gd name="connsiteY205" fmla="*/ 844 h 9456078"/>
              <a:gd name="connsiteX206" fmla="*/ 12651504 w 13158799"/>
              <a:gd name="connsiteY206" fmla="*/ 211 h 9456078"/>
              <a:gd name="connsiteX207" fmla="*/ 12701487 w 13158799"/>
              <a:gd name="connsiteY207" fmla="*/ 0 h 9456078"/>
              <a:gd name="connsiteX208" fmla="*/ 13158798 w 13158799"/>
              <a:gd name="connsiteY208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28389 w 13158797"/>
              <a:gd name="connsiteY22" fmla="*/ 9330914 h 9456078"/>
              <a:gd name="connsiteX23" fmla="*/ 1176172 w 13158797"/>
              <a:gd name="connsiteY23" fmla="*/ 9319936 h 9456078"/>
              <a:gd name="connsiteX24" fmla="*/ 1223823 w 13158797"/>
              <a:gd name="connsiteY24" fmla="*/ 9308509 h 9456078"/>
              <a:gd name="connsiteX25" fmla="*/ 1271339 w 13158797"/>
              <a:gd name="connsiteY25" fmla="*/ 9296635 h 9456078"/>
              <a:gd name="connsiteX26" fmla="*/ 1318719 w 13158797"/>
              <a:gd name="connsiteY26" fmla="*/ 9284315 h 9456078"/>
              <a:gd name="connsiteX27" fmla="*/ 1365957 w 13158797"/>
              <a:gd name="connsiteY27" fmla="*/ 9271550 h 9456078"/>
              <a:gd name="connsiteX28" fmla="*/ 1413052 w 13158797"/>
              <a:gd name="connsiteY28" fmla="*/ 9258342 h 9456078"/>
              <a:gd name="connsiteX29" fmla="*/ 1460000 w 13158797"/>
              <a:gd name="connsiteY29" fmla="*/ 9244693 h 9456078"/>
              <a:gd name="connsiteX30" fmla="*/ 1506799 w 13158797"/>
              <a:gd name="connsiteY30" fmla="*/ 9230604 h 9456078"/>
              <a:gd name="connsiteX31" fmla="*/ 1553445 w 13158797"/>
              <a:gd name="connsiteY31" fmla="*/ 9216076 h 9456078"/>
              <a:gd name="connsiteX32" fmla="*/ 1599935 w 13158797"/>
              <a:gd name="connsiteY32" fmla="*/ 9201111 h 9456078"/>
              <a:gd name="connsiteX33" fmla="*/ 1646267 w 13158797"/>
              <a:gd name="connsiteY33" fmla="*/ 9185710 h 9456078"/>
              <a:gd name="connsiteX34" fmla="*/ 1692437 w 13158797"/>
              <a:gd name="connsiteY34" fmla="*/ 9169876 h 9456078"/>
              <a:gd name="connsiteX35" fmla="*/ 1738442 w 13158797"/>
              <a:gd name="connsiteY35" fmla="*/ 9153608 h 9456078"/>
              <a:gd name="connsiteX36" fmla="*/ 1784280 w 13158797"/>
              <a:gd name="connsiteY36" fmla="*/ 9136910 h 9456078"/>
              <a:gd name="connsiteX37" fmla="*/ 1829947 w 13158797"/>
              <a:gd name="connsiteY37" fmla="*/ 9119782 h 9456078"/>
              <a:gd name="connsiteX38" fmla="*/ 1875440 w 13158797"/>
              <a:gd name="connsiteY38" fmla="*/ 9102226 h 9456078"/>
              <a:gd name="connsiteX39" fmla="*/ 1920756 w 13158797"/>
              <a:gd name="connsiteY39" fmla="*/ 9084243 h 9456078"/>
              <a:gd name="connsiteX40" fmla="*/ 1965893 w 13158797"/>
              <a:gd name="connsiteY40" fmla="*/ 9065835 h 9456078"/>
              <a:gd name="connsiteX41" fmla="*/ 2010847 w 13158797"/>
              <a:gd name="connsiteY41" fmla="*/ 9047004 h 9456078"/>
              <a:gd name="connsiteX42" fmla="*/ 2055615 w 13158797"/>
              <a:gd name="connsiteY42" fmla="*/ 9027750 h 9456078"/>
              <a:gd name="connsiteX43" fmla="*/ 2100195 w 13158797"/>
              <a:gd name="connsiteY43" fmla="*/ 9008075 h 9456078"/>
              <a:gd name="connsiteX44" fmla="*/ 2144582 w 13158797"/>
              <a:gd name="connsiteY44" fmla="*/ 8987981 h 9456078"/>
              <a:gd name="connsiteX45" fmla="*/ 2188775 w 13158797"/>
              <a:gd name="connsiteY45" fmla="*/ 8967470 h 9456078"/>
              <a:gd name="connsiteX46" fmla="*/ 2232770 w 13158797"/>
              <a:gd name="connsiteY46" fmla="*/ 8946542 h 9456078"/>
              <a:gd name="connsiteX47" fmla="*/ 2276564 w 13158797"/>
              <a:gd name="connsiteY47" fmla="*/ 8925199 h 9456078"/>
              <a:gd name="connsiteX48" fmla="*/ 2320154 w 13158797"/>
              <a:gd name="connsiteY48" fmla="*/ 8903443 h 9456078"/>
              <a:gd name="connsiteX49" fmla="*/ 2363538 w 13158797"/>
              <a:gd name="connsiteY49" fmla="*/ 8881275 h 9456078"/>
              <a:gd name="connsiteX50" fmla="*/ 2406711 w 13158797"/>
              <a:gd name="connsiteY50" fmla="*/ 8858697 h 9456078"/>
              <a:gd name="connsiteX51" fmla="*/ 2449672 w 13158797"/>
              <a:gd name="connsiteY51" fmla="*/ 8835710 h 9456078"/>
              <a:gd name="connsiteX52" fmla="*/ 2492417 w 13158797"/>
              <a:gd name="connsiteY52" fmla="*/ 8812316 h 9456078"/>
              <a:gd name="connsiteX53" fmla="*/ 2534943 w 13158797"/>
              <a:gd name="connsiteY53" fmla="*/ 8788516 h 9456078"/>
              <a:gd name="connsiteX54" fmla="*/ 2577247 w 13158797"/>
              <a:gd name="connsiteY54" fmla="*/ 8764311 h 9456078"/>
              <a:gd name="connsiteX55" fmla="*/ 2619326 w 13158797"/>
              <a:gd name="connsiteY55" fmla="*/ 8739704 h 9456078"/>
              <a:gd name="connsiteX56" fmla="*/ 2661177 w 13158797"/>
              <a:gd name="connsiteY56" fmla="*/ 8714695 h 9456078"/>
              <a:gd name="connsiteX57" fmla="*/ 2702797 w 13158797"/>
              <a:gd name="connsiteY57" fmla="*/ 8689286 h 9456078"/>
              <a:gd name="connsiteX58" fmla="*/ 2744183 w 13158797"/>
              <a:gd name="connsiteY58" fmla="*/ 8663479 h 9456078"/>
              <a:gd name="connsiteX59" fmla="*/ 2785333 w 13158797"/>
              <a:gd name="connsiteY59" fmla="*/ 8637274 h 9456078"/>
              <a:gd name="connsiteX60" fmla="*/ 2826242 w 13158797"/>
              <a:gd name="connsiteY60" fmla="*/ 8610675 h 9456078"/>
              <a:gd name="connsiteX61" fmla="*/ 2866908 w 13158797"/>
              <a:gd name="connsiteY61" fmla="*/ 8583681 h 9456078"/>
              <a:gd name="connsiteX62" fmla="*/ 2907329 w 13158797"/>
              <a:gd name="connsiteY62" fmla="*/ 8556295 h 9456078"/>
              <a:gd name="connsiteX63" fmla="*/ 2947500 w 13158797"/>
              <a:gd name="connsiteY63" fmla="*/ 8528517 h 9456078"/>
              <a:gd name="connsiteX64" fmla="*/ 2987419 w 13158797"/>
              <a:gd name="connsiteY64" fmla="*/ 8500351 h 9456078"/>
              <a:gd name="connsiteX65" fmla="*/ 3027083 w 13158797"/>
              <a:gd name="connsiteY65" fmla="*/ 8471796 h 9456078"/>
              <a:gd name="connsiteX66" fmla="*/ 3066489 w 13158797"/>
              <a:gd name="connsiteY66" fmla="*/ 8442854 h 9456078"/>
              <a:gd name="connsiteX67" fmla="*/ 3105634 w 13158797"/>
              <a:gd name="connsiteY67" fmla="*/ 8413528 h 9456078"/>
              <a:gd name="connsiteX68" fmla="*/ 3144515 w 13158797"/>
              <a:gd name="connsiteY68" fmla="*/ 8383818 h 9456078"/>
              <a:gd name="connsiteX69" fmla="*/ 3183129 w 13158797"/>
              <a:gd name="connsiteY69" fmla="*/ 8353726 h 9456078"/>
              <a:gd name="connsiteX70" fmla="*/ 3221473 w 13158797"/>
              <a:gd name="connsiteY70" fmla="*/ 8323253 h 9456078"/>
              <a:gd name="connsiteX71" fmla="*/ 3259544 w 13158797"/>
              <a:gd name="connsiteY71" fmla="*/ 8292401 h 9456078"/>
              <a:gd name="connsiteX72" fmla="*/ 3297339 w 13158797"/>
              <a:gd name="connsiteY72" fmla="*/ 8261172 h 9456078"/>
              <a:gd name="connsiteX73" fmla="*/ 3334854 w 13158797"/>
              <a:gd name="connsiteY73" fmla="*/ 8229566 h 9456078"/>
              <a:gd name="connsiteX74" fmla="*/ 3372087 w 13158797"/>
              <a:gd name="connsiteY74" fmla="*/ 8197585 h 9456078"/>
              <a:gd name="connsiteX75" fmla="*/ 3409035 w 13158797"/>
              <a:gd name="connsiteY75" fmla="*/ 8165232 h 9456078"/>
              <a:gd name="connsiteX76" fmla="*/ 3445695 w 13158797"/>
              <a:gd name="connsiteY76" fmla="*/ 8132507 h 9456078"/>
              <a:gd name="connsiteX77" fmla="*/ 3482064 w 13158797"/>
              <a:gd name="connsiteY77" fmla="*/ 8099411 h 9456078"/>
              <a:gd name="connsiteX78" fmla="*/ 3518139 w 13158797"/>
              <a:gd name="connsiteY78" fmla="*/ 8065947 h 9456078"/>
              <a:gd name="connsiteX79" fmla="*/ 3553916 w 13158797"/>
              <a:gd name="connsiteY79" fmla="*/ 8032115 h 9456078"/>
              <a:gd name="connsiteX80" fmla="*/ 3589393 w 13158797"/>
              <a:gd name="connsiteY80" fmla="*/ 7997918 h 9456078"/>
              <a:gd name="connsiteX81" fmla="*/ 3624567 w 13158797"/>
              <a:gd name="connsiteY81" fmla="*/ 7963356 h 9456078"/>
              <a:gd name="connsiteX82" fmla="*/ 3659435 w 13158797"/>
              <a:gd name="connsiteY82" fmla="*/ 7928432 h 9456078"/>
              <a:gd name="connsiteX83" fmla="*/ 3693994 w 13158797"/>
              <a:gd name="connsiteY83" fmla="*/ 7893146 h 9456078"/>
              <a:gd name="connsiteX84" fmla="*/ 3728240 w 13158797"/>
              <a:gd name="connsiteY84" fmla="*/ 7857501 h 9456078"/>
              <a:gd name="connsiteX85" fmla="*/ 3762171 w 13158797"/>
              <a:gd name="connsiteY85" fmla="*/ 7821497 h 9456078"/>
              <a:gd name="connsiteX86" fmla="*/ 3795783 w 13158797"/>
              <a:gd name="connsiteY86" fmla="*/ 7785136 h 9456078"/>
              <a:gd name="connsiteX87" fmla="*/ 3829075 w 13158797"/>
              <a:gd name="connsiteY87" fmla="*/ 7748420 h 9456078"/>
              <a:gd name="connsiteX88" fmla="*/ 3862042 w 13158797"/>
              <a:gd name="connsiteY88" fmla="*/ 7711350 h 9456078"/>
              <a:gd name="connsiteX89" fmla="*/ 3894682 w 13158797"/>
              <a:gd name="connsiteY89" fmla="*/ 7673928 h 9456078"/>
              <a:gd name="connsiteX90" fmla="*/ 3926991 w 13158797"/>
              <a:gd name="connsiteY90" fmla="*/ 7636155 h 9456078"/>
              <a:gd name="connsiteX91" fmla="*/ 3958967 w 13158797"/>
              <a:gd name="connsiteY91" fmla="*/ 7598032 h 9456078"/>
              <a:gd name="connsiteX92" fmla="*/ 3990607 w 13158797"/>
              <a:gd name="connsiteY92" fmla="*/ 7559561 h 9456078"/>
              <a:gd name="connsiteX93" fmla="*/ 4021907 w 13158797"/>
              <a:gd name="connsiteY93" fmla="*/ 7520744 h 9456078"/>
              <a:gd name="connsiteX94" fmla="*/ 4052865 w 13158797"/>
              <a:gd name="connsiteY94" fmla="*/ 7481582 h 9456078"/>
              <a:gd name="connsiteX95" fmla="*/ 4083478 w 13158797"/>
              <a:gd name="connsiteY95" fmla="*/ 7442077 h 9456078"/>
              <a:gd name="connsiteX96" fmla="*/ 8022311 w 13158797"/>
              <a:gd name="connsiteY96" fmla="*/ 2307814 h 9456078"/>
              <a:gd name="connsiteX97" fmla="*/ 8052902 w 13158797"/>
              <a:gd name="connsiteY97" fmla="*/ 2268285 h 9456078"/>
              <a:gd name="connsiteX98" fmla="*/ 8083796 w 13158797"/>
              <a:gd name="connsiteY98" fmla="*/ 2229056 h 9456078"/>
              <a:gd name="connsiteX99" fmla="*/ 8114989 w 13158797"/>
              <a:gd name="connsiteY99" fmla="*/ 2190127 h 9456078"/>
              <a:gd name="connsiteX100" fmla="*/ 8146479 w 13158797"/>
              <a:gd name="connsiteY100" fmla="*/ 2151500 h 9456078"/>
              <a:gd name="connsiteX101" fmla="*/ 8178264 w 13158797"/>
              <a:gd name="connsiteY101" fmla="*/ 2113176 h 9456078"/>
              <a:gd name="connsiteX102" fmla="*/ 8210341 w 13158797"/>
              <a:gd name="connsiteY102" fmla="*/ 2075157 h 9456078"/>
              <a:gd name="connsiteX103" fmla="*/ 8242709 w 13158797"/>
              <a:gd name="connsiteY103" fmla="*/ 2037442 h 9456078"/>
              <a:gd name="connsiteX104" fmla="*/ 8275365 w 13158797"/>
              <a:gd name="connsiteY104" fmla="*/ 2000034 h 9456078"/>
              <a:gd name="connsiteX105" fmla="*/ 8308307 w 13158797"/>
              <a:gd name="connsiteY105" fmla="*/ 1962934 h 9456078"/>
              <a:gd name="connsiteX106" fmla="*/ 8341532 w 13158797"/>
              <a:gd name="connsiteY106" fmla="*/ 1926142 h 9456078"/>
              <a:gd name="connsiteX107" fmla="*/ 8375038 w 13158797"/>
              <a:gd name="connsiteY107" fmla="*/ 1889660 h 9456078"/>
              <a:gd name="connsiteX108" fmla="*/ 8408823 w 13158797"/>
              <a:gd name="connsiteY108" fmla="*/ 1853489 h 9456078"/>
              <a:gd name="connsiteX109" fmla="*/ 8442885 w 13158797"/>
              <a:gd name="connsiteY109" fmla="*/ 1817630 h 9456078"/>
              <a:gd name="connsiteX110" fmla="*/ 8477221 w 13158797"/>
              <a:gd name="connsiteY110" fmla="*/ 1782084 h 9456078"/>
              <a:gd name="connsiteX111" fmla="*/ 8511829 w 13158797"/>
              <a:gd name="connsiteY111" fmla="*/ 1746853 h 9456078"/>
              <a:gd name="connsiteX112" fmla="*/ 8546706 w 13158797"/>
              <a:gd name="connsiteY112" fmla="*/ 1711937 h 9456078"/>
              <a:gd name="connsiteX113" fmla="*/ 8581851 w 13158797"/>
              <a:gd name="connsiteY113" fmla="*/ 1677337 h 9456078"/>
              <a:gd name="connsiteX114" fmla="*/ 8617261 w 13158797"/>
              <a:gd name="connsiteY114" fmla="*/ 1643056 h 9456078"/>
              <a:gd name="connsiteX115" fmla="*/ 8652934 w 13158797"/>
              <a:gd name="connsiteY115" fmla="*/ 1609093 h 9456078"/>
              <a:gd name="connsiteX116" fmla="*/ 8688867 w 13158797"/>
              <a:gd name="connsiteY116" fmla="*/ 1575450 h 9456078"/>
              <a:gd name="connsiteX117" fmla="*/ 8725058 w 13158797"/>
              <a:gd name="connsiteY117" fmla="*/ 1542128 h 9456078"/>
              <a:gd name="connsiteX118" fmla="*/ 8761506 w 13158797"/>
              <a:gd name="connsiteY118" fmla="*/ 1509129 h 9456078"/>
              <a:gd name="connsiteX119" fmla="*/ 8798207 w 13158797"/>
              <a:gd name="connsiteY119" fmla="*/ 1476452 h 9456078"/>
              <a:gd name="connsiteX120" fmla="*/ 8835159 w 13158797"/>
              <a:gd name="connsiteY120" fmla="*/ 1444101 h 9456078"/>
              <a:gd name="connsiteX121" fmla="*/ 8872360 w 13158797"/>
              <a:gd name="connsiteY121" fmla="*/ 1412075 h 9456078"/>
              <a:gd name="connsiteX122" fmla="*/ 8909808 w 13158797"/>
              <a:gd name="connsiteY122" fmla="*/ 1380375 h 9456078"/>
              <a:gd name="connsiteX123" fmla="*/ 8947501 w 13158797"/>
              <a:gd name="connsiteY123" fmla="*/ 1349004 h 9456078"/>
              <a:gd name="connsiteX124" fmla="*/ 8985435 w 13158797"/>
              <a:gd name="connsiteY124" fmla="*/ 1317962 h 9456078"/>
              <a:gd name="connsiteX125" fmla="*/ 9023610 w 13158797"/>
              <a:gd name="connsiteY125" fmla="*/ 1287250 h 9456078"/>
              <a:gd name="connsiteX126" fmla="*/ 9062022 w 13158797"/>
              <a:gd name="connsiteY126" fmla="*/ 1256869 h 9456078"/>
              <a:gd name="connsiteX127" fmla="*/ 9100669 w 13158797"/>
              <a:gd name="connsiteY127" fmla="*/ 1226820 h 9456078"/>
              <a:gd name="connsiteX128" fmla="*/ 9139549 w 13158797"/>
              <a:gd name="connsiteY128" fmla="*/ 1197105 h 9456078"/>
              <a:gd name="connsiteX129" fmla="*/ 9178660 w 13158797"/>
              <a:gd name="connsiteY129" fmla="*/ 1167725 h 9456078"/>
              <a:gd name="connsiteX130" fmla="*/ 9217999 w 13158797"/>
              <a:gd name="connsiteY130" fmla="*/ 1138681 h 9456078"/>
              <a:gd name="connsiteX131" fmla="*/ 9257564 w 13158797"/>
              <a:gd name="connsiteY131" fmla="*/ 1109974 h 9456078"/>
              <a:gd name="connsiteX132" fmla="*/ 9297353 w 13158797"/>
              <a:gd name="connsiteY132" fmla="*/ 1081604 h 9456078"/>
              <a:gd name="connsiteX133" fmla="*/ 9337364 w 13158797"/>
              <a:gd name="connsiteY133" fmla="*/ 1053574 h 9456078"/>
              <a:gd name="connsiteX134" fmla="*/ 9377594 w 13158797"/>
              <a:gd name="connsiteY134" fmla="*/ 1025884 h 9456078"/>
              <a:gd name="connsiteX135" fmla="*/ 9418040 w 13158797"/>
              <a:gd name="connsiteY135" fmla="*/ 998536 h 9456078"/>
              <a:gd name="connsiteX136" fmla="*/ 9458702 w 13158797"/>
              <a:gd name="connsiteY136" fmla="*/ 971530 h 9456078"/>
              <a:gd name="connsiteX137" fmla="*/ 9499575 w 13158797"/>
              <a:gd name="connsiteY137" fmla="*/ 944868 h 9456078"/>
              <a:gd name="connsiteX138" fmla="*/ 9540659 w 13158797"/>
              <a:gd name="connsiteY138" fmla="*/ 918551 h 9456078"/>
              <a:gd name="connsiteX139" fmla="*/ 9581950 w 13158797"/>
              <a:gd name="connsiteY139" fmla="*/ 892580 h 9456078"/>
              <a:gd name="connsiteX140" fmla="*/ 9623447 w 13158797"/>
              <a:gd name="connsiteY140" fmla="*/ 866956 h 9456078"/>
              <a:gd name="connsiteX141" fmla="*/ 9665147 w 13158797"/>
              <a:gd name="connsiteY141" fmla="*/ 841681 h 9456078"/>
              <a:gd name="connsiteX142" fmla="*/ 9707048 w 13158797"/>
              <a:gd name="connsiteY142" fmla="*/ 816754 h 9456078"/>
              <a:gd name="connsiteX143" fmla="*/ 9749147 w 13158797"/>
              <a:gd name="connsiteY143" fmla="*/ 792179 h 9456078"/>
              <a:gd name="connsiteX144" fmla="*/ 9791443 w 13158797"/>
              <a:gd name="connsiteY144" fmla="*/ 767955 h 9456078"/>
              <a:gd name="connsiteX145" fmla="*/ 9833932 w 13158797"/>
              <a:gd name="connsiteY145" fmla="*/ 744083 h 9456078"/>
              <a:gd name="connsiteX146" fmla="*/ 9876613 w 13158797"/>
              <a:gd name="connsiteY146" fmla="*/ 720566 h 9456078"/>
              <a:gd name="connsiteX147" fmla="*/ 9919484 w 13158797"/>
              <a:gd name="connsiteY147" fmla="*/ 697404 h 9456078"/>
              <a:gd name="connsiteX148" fmla="*/ 9962542 w 13158797"/>
              <a:gd name="connsiteY148" fmla="*/ 674598 h 9456078"/>
              <a:gd name="connsiteX149" fmla="*/ 10005784 w 13158797"/>
              <a:gd name="connsiteY149" fmla="*/ 652149 h 9456078"/>
              <a:gd name="connsiteX150" fmla="*/ 10049209 w 13158797"/>
              <a:gd name="connsiteY150" fmla="*/ 630059 h 9456078"/>
              <a:gd name="connsiteX151" fmla="*/ 10092814 w 13158797"/>
              <a:gd name="connsiteY151" fmla="*/ 608328 h 9456078"/>
              <a:gd name="connsiteX152" fmla="*/ 10136597 w 13158797"/>
              <a:gd name="connsiteY152" fmla="*/ 586958 h 9456078"/>
              <a:gd name="connsiteX153" fmla="*/ 10180556 w 13158797"/>
              <a:gd name="connsiteY153" fmla="*/ 565950 h 9456078"/>
              <a:gd name="connsiteX154" fmla="*/ 10224688 w 13158797"/>
              <a:gd name="connsiteY154" fmla="*/ 545304 h 9456078"/>
              <a:gd name="connsiteX155" fmla="*/ 10268991 w 13158797"/>
              <a:gd name="connsiteY155" fmla="*/ 525023 h 9456078"/>
              <a:gd name="connsiteX156" fmla="*/ 10313463 w 13158797"/>
              <a:gd name="connsiteY156" fmla="*/ 505107 h 9456078"/>
              <a:gd name="connsiteX157" fmla="*/ 10358101 w 13158797"/>
              <a:gd name="connsiteY157" fmla="*/ 485558 h 9456078"/>
              <a:gd name="connsiteX158" fmla="*/ 10402903 w 13158797"/>
              <a:gd name="connsiteY158" fmla="*/ 466376 h 9456078"/>
              <a:gd name="connsiteX159" fmla="*/ 10447868 w 13158797"/>
              <a:gd name="connsiteY159" fmla="*/ 447563 h 9456078"/>
              <a:gd name="connsiteX160" fmla="*/ 10492991 w 13158797"/>
              <a:gd name="connsiteY160" fmla="*/ 429119 h 9456078"/>
              <a:gd name="connsiteX161" fmla="*/ 10538272 w 13158797"/>
              <a:gd name="connsiteY161" fmla="*/ 411046 h 9456078"/>
              <a:gd name="connsiteX162" fmla="*/ 10583708 w 13158797"/>
              <a:gd name="connsiteY162" fmla="*/ 393346 h 9456078"/>
              <a:gd name="connsiteX163" fmla="*/ 10629297 w 13158797"/>
              <a:gd name="connsiteY163" fmla="*/ 376018 h 9456078"/>
              <a:gd name="connsiteX164" fmla="*/ 10675036 w 13158797"/>
              <a:gd name="connsiteY164" fmla="*/ 359065 h 9456078"/>
              <a:gd name="connsiteX165" fmla="*/ 10720923 w 13158797"/>
              <a:gd name="connsiteY165" fmla="*/ 342487 h 9456078"/>
              <a:gd name="connsiteX166" fmla="*/ 10766956 w 13158797"/>
              <a:gd name="connsiteY166" fmla="*/ 326286 h 9456078"/>
              <a:gd name="connsiteX167" fmla="*/ 10813132 w 13158797"/>
              <a:gd name="connsiteY167" fmla="*/ 310462 h 9456078"/>
              <a:gd name="connsiteX168" fmla="*/ 10859450 w 13158797"/>
              <a:gd name="connsiteY168" fmla="*/ 295018 h 9456078"/>
              <a:gd name="connsiteX169" fmla="*/ 10905907 w 13158797"/>
              <a:gd name="connsiteY169" fmla="*/ 279953 h 9456078"/>
              <a:gd name="connsiteX170" fmla="*/ 10952500 w 13158797"/>
              <a:gd name="connsiteY170" fmla="*/ 265269 h 9456078"/>
              <a:gd name="connsiteX171" fmla="*/ 10999227 w 13158797"/>
              <a:gd name="connsiteY171" fmla="*/ 250968 h 9456078"/>
              <a:gd name="connsiteX172" fmla="*/ 11046087 w 13158797"/>
              <a:gd name="connsiteY172" fmla="*/ 237049 h 9456078"/>
              <a:gd name="connsiteX173" fmla="*/ 11093076 w 13158797"/>
              <a:gd name="connsiteY173" fmla="*/ 223516 h 9456078"/>
              <a:gd name="connsiteX174" fmla="*/ 11140193 w 13158797"/>
              <a:gd name="connsiteY174" fmla="*/ 210368 h 9456078"/>
              <a:gd name="connsiteX175" fmla="*/ 11187434 w 13158797"/>
              <a:gd name="connsiteY175" fmla="*/ 197606 h 9456078"/>
              <a:gd name="connsiteX176" fmla="*/ 11234799 w 13158797"/>
              <a:gd name="connsiteY176" fmla="*/ 185233 h 9456078"/>
              <a:gd name="connsiteX177" fmla="*/ 11282284 w 13158797"/>
              <a:gd name="connsiteY177" fmla="*/ 173248 h 9456078"/>
              <a:gd name="connsiteX178" fmla="*/ 11329888 w 13158797"/>
              <a:gd name="connsiteY178" fmla="*/ 161654 h 9456078"/>
              <a:gd name="connsiteX179" fmla="*/ 11377607 w 13158797"/>
              <a:gd name="connsiteY179" fmla="*/ 150451 h 9456078"/>
              <a:gd name="connsiteX180" fmla="*/ 11425440 w 13158797"/>
              <a:gd name="connsiteY180" fmla="*/ 139640 h 9456078"/>
              <a:gd name="connsiteX181" fmla="*/ 11473385 w 13158797"/>
              <a:gd name="connsiteY181" fmla="*/ 129223 h 9456078"/>
              <a:gd name="connsiteX182" fmla="*/ 11521439 w 13158797"/>
              <a:gd name="connsiteY182" fmla="*/ 119201 h 9456078"/>
              <a:gd name="connsiteX183" fmla="*/ 11569599 w 13158797"/>
              <a:gd name="connsiteY183" fmla="*/ 109574 h 9456078"/>
              <a:gd name="connsiteX184" fmla="*/ 11617864 w 13158797"/>
              <a:gd name="connsiteY184" fmla="*/ 100344 h 9456078"/>
              <a:gd name="connsiteX185" fmla="*/ 11666231 w 13158797"/>
              <a:gd name="connsiteY185" fmla="*/ 91512 h 9456078"/>
              <a:gd name="connsiteX186" fmla="*/ 11714698 w 13158797"/>
              <a:gd name="connsiteY186" fmla="*/ 83080 h 9456078"/>
              <a:gd name="connsiteX187" fmla="*/ 11763263 w 13158797"/>
              <a:gd name="connsiteY187" fmla="*/ 75047 h 9456078"/>
              <a:gd name="connsiteX188" fmla="*/ 11811923 w 13158797"/>
              <a:gd name="connsiteY188" fmla="*/ 67417 h 9456078"/>
              <a:gd name="connsiteX189" fmla="*/ 11860676 w 13158797"/>
              <a:gd name="connsiteY189" fmla="*/ 60188 h 9456078"/>
              <a:gd name="connsiteX190" fmla="*/ 11909519 w 13158797"/>
              <a:gd name="connsiteY190" fmla="*/ 53364 h 9456078"/>
              <a:gd name="connsiteX191" fmla="*/ 11958451 w 13158797"/>
              <a:gd name="connsiteY191" fmla="*/ 46944 h 9456078"/>
              <a:gd name="connsiteX192" fmla="*/ 12007470 w 13158797"/>
              <a:gd name="connsiteY192" fmla="*/ 40931 h 9456078"/>
              <a:gd name="connsiteX193" fmla="*/ 12056572 w 13158797"/>
              <a:gd name="connsiteY193" fmla="*/ 35324 h 9456078"/>
              <a:gd name="connsiteX194" fmla="*/ 12105756 w 13158797"/>
              <a:gd name="connsiteY194" fmla="*/ 30126 h 9456078"/>
              <a:gd name="connsiteX195" fmla="*/ 12155019 w 13158797"/>
              <a:gd name="connsiteY195" fmla="*/ 25337 h 9456078"/>
              <a:gd name="connsiteX196" fmla="*/ 12204359 w 13158797"/>
              <a:gd name="connsiteY196" fmla="*/ 20958 h 9456078"/>
              <a:gd name="connsiteX197" fmla="*/ 12253773 w 13158797"/>
              <a:gd name="connsiteY197" fmla="*/ 16991 h 9456078"/>
              <a:gd name="connsiteX198" fmla="*/ 12303260 w 13158797"/>
              <a:gd name="connsiteY198" fmla="*/ 13437 h 9456078"/>
              <a:gd name="connsiteX199" fmla="*/ 12352818 w 13158797"/>
              <a:gd name="connsiteY199" fmla="*/ 10297 h 9456078"/>
              <a:gd name="connsiteX200" fmla="*/ 12402443 w 13158797"/>
              <a:gd name="connsiteY200" fmla="*/ 7572 h 9456078"/>
              <a:gd name="connsiteX201" fmla="*/ 12452133 w 13158797"/>
              <a:gd name="connsiteY201" fmla="*/ 5263 h 9456078"/>
              <a:gd name="connsiteX202" fmla="*/ 12501887 w 13158797"/>
              <a:gd name="connsiteY202" fmla="*/ 3371 h 9456078"/>
              <a:gd name="connsiteX203" fmla="*/ 12551701 w 13158797"/>
              <a:gd name="connsiteY203" fmla="*/ 1898 h 9456078"/>
              <a:gd name="connsiteX204" fmla="*/ 12601574 w 13158797"/>
              <a:gd name="connsiteY204" fmla="*/ 844 h 9456078"/>
              <a:gd name="connsiteX205" fmla="*/ 12651504 w 13158797"/>
              <a:gd name="connsiteY205" fmla="*/ 211 h 9456078"/>
              <a:gd name="connsiteX206" fmla="*/ 12701487 w 13158797"/>
              <a:gd name="connsiteY206" fmla="*/ 0 h 9456078"/>
              <a:gd name="connsiteX207" fmla="*/ 13158798 w 13158797"/>
              <a:gd name="connsiteY207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98870 w 13158799"/>
              <a:gd name="connsiteY5" fmla="*/ 9447409 h 9456078"/>
              <a:gd name="connsiteX6" fmla="*/ 348429 w 13158799"/>
              <a:gd name="connsiteY6" fmla="*/ 9444290 h 9456078"/>
              <a:gd name="connsiteX7" fmla="*/ 397907 w 13158799"/>
              <a:gd name="connsiteY7" fmla="*/ 9440698 h 9456078"/>
              <a:gd name="connsiteX8" fmla="*/ 447302 w 13158799"/>
              <a:gd name="connsiteY8" fmla="*/ 9436632 h 9456078"/>
              <a:gd name="connsiteX9" fmla="*/ 496610 w 13158799"/>
              <a:gd name="connsiteY9" fmla="*/ 9432096 h 9456078"/>
              <a:gd name="connsiteX10" fmla="*/ 545829 w 13158799"/>
              <a:gd name="connsiteY10" fmla="*/ 9427089 h 9456078"/>
              <a:gd name="connsiteX11" fmla="*/ 594956 w 13158799"/>
              <a:gd name="connsiteY11" fmla="*/ 9421615 h 9456078"/>
              <a:gd name="connsiteX12" fmla="*/ 643987 w 13158799"/>
              <a:gd name="connsiteY12" fmla="*/ 9415673 h 9456078"/>
              <a:gd name="connsiteX13" fmla="*/ 692920 w 13158799"/>
              <a:gd name="connsiteY13" fmla="*/ 9409267 h 9456078"/>
              <a:gd name="connsiteX14" fmla="*/ 741751 w 13158799"/>
              <a:gd name="connsiteY14" fmla="*/ 9402396 h 9456078"/>
              <a:gd name="connsiteX15" fmla="*/ 790478 w 13158799"/>
              <a:gd name="connsiteY15" fmla="*/ 9395063 h 9456078"/>
              <a:gd name="connsiteX16" fmla="*/ 839098 w 13158799"/>
              <a:gd name="connsiteY16" fmla="*/ 9387270 h 9456078"/>
              <a:gd name="connsiteX17" fmla="*/ 887607 w 13158799"/>
              <a:gd name="connsiteY17" fmla="*/ 9379017 h 9456078"/>
              <a:gd name="connsiteX18" fmla="*/ 936002 w 13158799"/>
              <a:gd name="connsiteY18" fmla="*/ 9370306 h 9456078"/>
              <a:gd name="connsiteX19" fmla="*/ 984281 w 13158799"/>
              <a:gd name="connsiteY19" fmla="*/ 9361139 h 9456078"/>
              <a:gd name="connsiteX20" fmla="*/ 1032440 w 13158799"/>
              <a:gd name="connsiteY20" fmla="*/ 9351517 h 9456078"/>
              <a:gd name="connsiteX21" fmla="*/ 1080477 w 13158799"/>
              <a:gd name="connsiteY21" fmla="*/ 9341441 h 9456078"/>
              <a:gd name="connsiteX22" fmla="*/ 1176172 w 13158799"/>
              <a:gd name="connsiteY22" fmla="*/ 9319936 h 9456078"/>
              <a:gd name="connsiteX23" fmla="*/ 1223823 w 13158799"/>
              <a:gd name="connsiteY23" fmla="*/ 9308509 h 9456078"/>
              <a:gd name="connsiteX24" fmla="*/ 1271339 w 13158799"/>
              <a:gd name="connsiteY24" fmla="*/ 9296635 h 9456078"/>
              <a:gd name="connsiteX25" fmla="*/ 1318719 w 13158799"/>
              <a:gd name="connsiteY25" fmla="*/ 9284315 h 9456078"/>
              <a:gd name="connsiteX26" fmla="*/ 1365957 w 13158799"/>
              <a:gd name="connsiteY26" fmla="*/ 9271550 h 9456078"/>
              <a:gd name="connsiteX27" fmla="*/ 1413052 w 13158799"/>
              <a:gd name="connsiteY27" fmla="*/ 9258342 h 9456078"/>
              <a:gd name="connsiteX28" fmla="*/ 1460000 w 13158799"/>
              <a:gd name="connsiteY28" fmla="*/ 9244693 h 9456078"/>
              <a:gd name="connsiteX29" fmla="*/ 1506799 w 13158799"/>
              <a:gd name="connsiteY29" fmla="*/ 9230604 h 9456078"/>
              <a:gd name="connsiteX30" fmla="*/ 1553445 w 13158799"/>
              <a:gd name="connsiteY30" fmla="*/ 9216076 h 9456078"/>
              <a:gd name="connsiteX31" fmla="*/ 1599935 w 13158799"/>
              <a:gd name="connsiteY31" fmla="*/ 9201111 h 9456078"/>
              <a:gd name="connsiteX32" fmla="*/ 1646267 w 13158799"/>
              <a:gd name="connsiteY32" fmla="*/ 9185710 h 9456078"/>
              <a:gd name="connsiteX33" fmla="*/ 1692437 w 13158799"/>
              <a:gd name="connsiteY33" fmla="*/ 9169876 h 9456078"/>
              <a:gd name="connsiteX34" fmla="*/ 1738442 w 13158799"/>
              <a:gd name="connsiteY34" fmla="*/ 9153608 h 9456078"/>
              <a:gd name="connsiteX35" fmla="*/ 1784280 w 13158799"/>
              <a:gd name="connsiteY35" fmla="*/ 9136910 h 9456078"/>
              <a:gd name="connsiteX36" fmla="*/ 1829947 w 13158799"/>
              <a:gd name="connsiteY36" fmla="*/ 9119782 h 9456078"/>
              <a:gd name="connsiteX37" fmla="*/ 1875440 w 13158799"/>
              <a:gd name="connsiteY37" fmla="*/ 9102226 h 9456078"/>
              <a:gd name="connsiteX38" fmla="*/ 1920756 w 13158799"/>
              <a:gd name="connsiteY38" fmla="*/ 9084243 h 9456078"/>
              <a:gd name="connsiteX39" fmla="*/ 1965893 w 13158799"/>
              <a:gd name="connsiteY39" fmla="*/ 9065835 h 9456078"/>
              <a:gd name="connsiteX40" fmla="*/ 2010847 w 13158799"/>
              <a:gd name="connsiteY40" fmla="*/ 9047004 h 9456078"/>
              <a:gd name="connsiteX41" fmla="*/ 2055615 w 13158799"/>
              <a:gd name="connsiteY41" fmla="*/ 9027750 h 9456078"/>
              <a:gd name="connsiteX42" fmla="*/ 2100195 w 13158799"/>
              <a:gd name="connsiteY42" fmla="*/ 9008075 h 9456078"/>
              <a:gd name="connsiteX43" fmla="*/ 2144582 w 13158799"/>
              <a:gd name="connsiteY43" fmla="*/ 8987981 h 9456078"/>
              <a:gd name="connsiteX44" fmla="*/ 2188775 w 13158799"/>
              <a:gd name="connsiteY44" fmla="*/ 8967470 h 9456078"/>
              <a:gd name="connsiteX45" fmla="*/ 2232770 w 13158799"/>
              <a:gd name="connsiteY45" fmla="*/ 8946542 h 9456078"/>
              <a:gd name="connsiteX46" fmla="*/ 2276564 w 13158799"/>
              <a:gd name="connsiteY46" fmla="*/ 8925199 h 9456078"/>
              <a:gd name="connsiteX47" fmla="*/ 2320154 w 13158799"/>
              <a:gd name="connsiteY47" fmla="*/ 8903443 h 9456078"/>
              <a:gd name="connsiteX48" fmla="*/ 2363538 w 13158799"/>
              <a:gd name="connsiteY48" fmla="*/ 8881275 h 9456078"/>
              <a:gd name="connsiteX49" fmla="*/ 2406711 w 13158799"/>
              <a:gd name="connsiteY49" fmla="*/ 8858697 h 9456078"/>
              <a:gd name="connsiteX50" fmla="*/ 2449672 w 13158799"/>
              <a:gd name="connsiteY50" fmla="*/ 8835710 h 9456078"/>
              <a:gd name="connsiteX51" fmla="*/ 2492417 w 13158799"/>
              <a:gd name="connsiteY51" fmla="*/ 8812316 h 9456078"/>
              <a:gd name="connsiteX52" fmla="*/ 2534943 w 13158799"/>
              <a:gd name="connsiteY52" fmla="*/ 8788516 h 9456078"/>
              <a:gd name="connsiteX53" fmla="*/ 2577247 w 13158799"/>
              <a:gd name="connsiteY53" fmla="*/ 8764311 h 9456078"/>
              <a:gd name="connsiteX54" fmla="*/ 2619326 w 13158799"/>
              <a:gd name="connsiteY54" fmla="*/ 8739704 h 9456078"/>
              <a:gd name="connsiteX55" fmla="*/ 2661177 w 13158799"/>
              <a:gd name="connsiteY55" fmla="*/ 8714695 h 9456078"/>
              <a:gd name="connsiteX56" fmla="*/ 2702797 w 13158799"/>
              <a:gd name="connsiteY56" fmla="*/ 8689286 h 9456078"/>
              <a:gd name="connsiteX57" fmla="*/ 2744183 w 13158799"/>
              <a:gd name="connsiteY57" fmla="*/ 8663479 h 9456078"/>
              <a:gd name="connsiteX58" fmla="*/ 2785333 w 13158799"/>
              <a:gd name="connsiteY58" fmla="*/ 8637274 h 9456078"/>
              <a:gd name="connsiteX59" fmla="*/ 2826242 w 13158799"/>
              <a:gd name="connsiteY59" fmla="*/ 8610675 h 9456078"/>
              <a:gd name="connsiteX60" fmla="*/ 2866908 w 13158799"/>
              <a:gd name="connsiteY60" fmla="*/ 8583681 h 9456078"/>
              <a:gd name="connsiteX61" fmla="*/ 2907329 w 13158799"/>
              <a:gd name="connsiteY61" fmla="*/ 8556295 h 9456078"/>
              <a:gd name="connsiteX62" fmla="*/ 2947500 w 13158799"/>
              <a:gd name="connsiteY62" fmla="*/ 8528517 h 9456078"/>
              <a:gd name="connsiteX63" fmla="*/ 2987419 w 13158799"/>
              <a:gd name="connsiteY63" fmla="*/ 8500351 h 9456078"/>
              <a:gd name="connsiteX64" fmla="*/ 3027083 w 13158799"/>
              <a:gd name="connsiteY64" fmla="*/ 8471796 h 9456078"/>
              <a:gd name="connsiteX65" fmla="*/ 3066489 w 13158799"/>
              <a:gd name="connsiteY65" fmla="*/ 8442854 h 9456078"/>
              <a:gd name="connsiteX66" fmla="*/ 3105634 w 13158799"/>
              <a:gd name="connsiteY66" fmla="*/ 8413528 h 9456078"/>
              <a:gd name="connsiteX67" fmla="*/ 3144515 w 13158799"/>
              <a:gd name="connsiteY67" fmla="*/ 8383818 h 9456078"/>
              <a:gd name="connsiteX68" fmla="*/ 3183129 w 13158799"/>
              <a:gd name="connsiteY68" fmla="*/ 8353726 h 9456078"/>
              <a:gd name="connsiteX69" fmla="*/ 3221473 w 13158799"/>
              <a:gd name="connsiteY69" fmla="*/ 8323253 h 9456078"/>
              <a:gd name="connsiteX70" fmla="*/ 3259544 w 13158799"/>
              <a:gd name="connsiteY70" fmla="*/ 8292401 h 9456078"/>
              <a:gd name="connsiteX71" fmla="*/ 3297339 w 13158799"/>
              <a:gd name="connsiteY71" fmla="*/ 8261172 h 9456078"/>
              <a:gd name="connsiteX72" fmla="*/ 3334854 w 13158799"/>
              <a:gd name="connsiteY72" fmla="*/ 8229566 h 9456078"/>
              <a:gd name="connsiteX73" fmla="*/ 3372087 w 13158799"/>
              <a:gd name="connsiteY73" fmla="*/ 8197585 h 9456078"/>
              <a:gd name="connsiteX74" fmla="*/ 3409035 w 13158799"/>
              <a:gd name="connsiteY74" fmla="*/ 8165232 h 9456078"/>
              <a:gd name="connsiteX75" fmla="*/ 3445695 w 13158799"/>
              <a:gd name="connsiteY75" fmla="*/ 8132507 h 9456078"/>
              <a:gd name="connsiteX76" fmla="*/ 3482064 w 13158799"/>
              <a:gd name="connsiteY76" fmla="*/ 8099411 h 9456078"/>
              <a:gd name="connsiteX77" fmla="*/ 3518139 w 13158799"/>
              <a:gd name="connsiteY77" fmla="*/ 8065947 h 9456078"/>
              <a:gd name="connsiteX78" fmla="*/ 3553916 w 13158799"/>
              <a:gd name="connsiteY78" fmla="*/ 8032115 h 9456078"/>
              <a:gd name="connsiteX79" fmla="*/ 3589393 w 13158799"/>
              <a:gd name="connsiteY79" fmla="*/ 7997918 h 9456078"/>
              <a:gd name="connsiteX80" fmla="*/ 3624567 w 13158799"/>
              <a:gd name="connsiteY80" fmla="*/ 7963356 h 9456078"/>
              <a:gd name="connsiteX81" fmla="*/ 3659435 w 13158799"/>
              <a:gd name="connsiteY81" fmla="*/ 7928432 h 9456078"/>
              <a:gd name="connsiteX82" fmla="*/ 3693994 w 13158799"/>
              <a:gd name="connsiteY82" fmla="*/ 7893146 h 9456078"/>
              <a:gd name="connsiteX83" fmla="*/ 3728240 w 13158799"/>
              <a:gd name="connsiteY83" fmla="*/ 7857501 h 9456078"/>
              <a:gd name="connsiteX84" fmla="*/ 3762171 w 13158799"/>
              <a:gd name="connsiteY84" fmla="*/ 7821497 h 9456078"/>
              <a:gd name="connsiteX85" fmla="*/ 3795783 w 13158799"/>
              <a:gd name="connsiteY85" fmla="*/ 7785136 h 9456078"/>
              <a:gd name="connsiteX86" fmla="*/ 3829075 w 13158799"/>
              <a:gd name="connsiteY86" fmla="*/ 7748420 h 9456078"/>
              <a:gd name="connsiteX87" fmla="*/ 3862042 w 13158799"/>
              <a:gd name="connsiteY87" fmla="*/ 7711350 h 9456078"/>
              <a:gd name="connsiteX88" fmla="*/ 3894682 w 13158799"/>
              <a:gd name="connsiteY88" fmla="*/ 7673928 h 9456078"/>
              <a:gd name="connsiteX89" fmla="*/ 3926991 w 13158799"/>
              <a:gd name="connsiteY89" fmla="*/ 7636155 h 9456078"/>
              <a:gd name="connsiteX90" fmla="*/ 3958967 w 13158799"/>
              <a:gd name="connsiteY90" fmla="*/ 7598032 h 9456078"/>
              <a:gd name="connsiteX91" fmla="*/ 3990607 w 13158799"/>
              <a:gd name="connsiteY91" fmla="*/ 7559561 h 9456078"/>
              <a:gd name="connsiteX92" fmla="*/ 4021907 w 13158799"/>
              <a:gd name="connsiteY92" fmla="*/ 7520744 h 9456078"/>
              <a:gd name="connsiteX93" fmla="*/ 4052865 w 13158799"/>
              <a:gd name="connsiteY93" fmla="*/ 7481582 h 9456078"/>
              <a:gd name="connsiteX94" fmla="*/ 4083478 w 13158799"/>
              <a:gd name="connsiteY94" fmla="*/ 7442077 h 9456078"/>
              <a:gd name="connsiteX95" fmla="*/ 8022311 w 13158799"/>
              <a:gd name="connsiteY95" fmla="*/ 2307814 h 9456078"/>
              <a:gd name="connsiteX96" fmla="*/ 8052902 w 13158799"/>
              <a:gd name="connsiteY96" fmla="*/ 2268285 h 9456078"/>
              <a:gd name="connsiteX97" fmla="*/ 8083796 w 13158799"/>
              <a:gd name="connsiteY97" fmla="*/ 2229056 h 9456078"/>
              <a:gd name="connsiteX98" fmla="*/ 8114989 w 13158799"/>
              <a:gd name="connsiteY98" fmla="*/ 2190127 h 9456078"/>
              <a:gd name="connsiteX99" fmla="*/ 8146479 w 13158799"/>
              <a:gd name="connsiteY99" fmla="*/ 2151500 h 9456078"/>
              <a:gd name="connsiteX100" fmla="*/ 8178264 w 13158799"/>
              <a:gd name="connsiteY100" fmla="*/ 2113176 h 9456078"/>
              <a:gd name="connsiteX101" fmla="*/ 8210341 w 13158799"/>
              <a:gd name="connsiteY101" fmla="*/ 2075157 h 9456078"/>
              <a:gd name="connsiteX102" fmla="*/ 8242709 w 13158799"/>
              <a:gd name="connsiteY102" fmla="*/ 2037442 h 9456078"/>
              <a:gd name="connsiteX103" fmla="*/ 8275365 w 13158799"/>
              <a:gd name="connsiteY103" fmla="*/ 2000034 h 9456078"/>
              <a:gd name="connsiteX104" fmla="*/ 8308307 w 13158799"/>
              <a:gd name="connsiteY104" fmla="*/ 1962934 h 9456078"/>
              <a:gd name="connsiteX105" fmla="*/ 8341532 w 13158799"/>
              <a:gd name="connsiteY105" fmla="*/ 1926142 h 9456078"/>
              <a:gd name="connsiteX106" fmla="*/ 8375038 w 13158799"/>
              <a:gd name="connsiteY106" fmla="*/ 1889660 h 9456078"/>
              <a:gd name="connsiteX107" fmla="*/ 8408823 w 13158799"/>
              <a:gd name="connsiteY107" fmla="*/ 1853489 h 9456078"/>
              <a:gd name="connsiteX108" fmla="*/ 8442885 w 13158799"/>
              <a:gd name="connsiteY108" fmla="*/ 1817630 h 9456078"/>
              <a:gd name="connsiteX109" fmla="*/ 8477221 w 13158799"/>
              <a:gd name="connsiteY109" fmla="*/ 1782084 h 9456078"/>
              <a:gd name="connsiteX110" fmla="*/ 8511829 w 13158799"/>
              <a:gd name="connsiteY110" fmla="*/ 1746853 h 9456078"/>
              <a:gd name="connsiteX111" fmla="*/ 8546706 w 13158799"/>
              <a:gd name="connsiteY111" fmla="*/ 1711937 h 9456078"/>
              <a:gd name="connsiteX112" fmla="*/ 8581851 w 13158799"/>
              <a:gd name="connsiteY112" fmla="*/ 1677337 h 9456078"/>
              <a:gd name="connsiteX113" fmla="*/ 8617261 w 13158799"/>
              <a:gd name="connsiteY113" fmla="*/ 1643056 h 9456078"/>
              <a:gd name="connsiteX114" fmla="*/ 8652934 w 13158799"/>
              <a:gd name="connsiteY114" fmla="*/ 1609093 h 9456078"/>
              <a:gd name="connsiteX115" fmla="*/ 8688867 w 13158799"/>
              <a:gd name="connsiteY115" fmla="*/ 1575450 h 9456078"/>
              <a:gd name="connsiteX116" fmla="*/ 8725058 w 13158799"/>
              <a:gd name="connsiteY116" fmla="*/ 1542128 h 9456078"/>
              <a:gd name="connsiteX117" fmla="*/ 8761506 w 13158799"/>
              <a:gd name="connsiteY117" fmla="*/ 1509129 h 9456078"/>
              <a:gd name="connsiteX118" fmla="*/ 8798207 w 13158799"/>
              <a:gd name="connsiteY118" fmla="*/ 1476452 h 9456078"/>
              <a:gd name="connsiteX119" fmla="*/ 8835159 w 13158799"/>
              <a:gd name="connsiteY119" fmla="*/ 1444101 h 9456078"/>
              <a:gd name="connsiteX120" fmla="*/ 8872360 w 13158799"/>
              <a:gd name="connsiteY120" fmla="*/ 1412075 h 9456078"/>
              <a:gd name="connsiteX121" fmla="*/ 8909808 w 13158799"/>
              <a:gd name="connsiteY121" fmla="*/ 1380375 h 9456078"/>
              <a:gd name="connsiteX122" fmla="*/ 8947501 w 13158799"/>
              <a:gd name="connsiteY122" fmla="*/ 1349004 h 9456078"/>
              <a:gd name="connsiteX123" fmla="*/ 8985435 w 13158799"/>
              <a:gd name="connsiteY123" fmla="*/ 1317962 h 9456078"/>
              <a:gd name="connsiteX124" fmla="*/ 9023610 w 13158799"/>
              <a:gd name="connsiteY124" fmla="*/ 1287250 h 9456078"/>
              <a:gd name="connsiteX125" fmla="*/ 9062022 w 13158799"/>
              <a:gd name="connsiteY125" fmla="*/ 1256869 h 9456078"/>
              <a:gd name="connsiteX126" fmla="*/ 9100669 w 13158799"/>
              <a:gd name="connsiteY126" fmla="*/ 1226820 h 9456078"/>
              <a:gd name="connsiteX127" fmla="*/ 9139549 w 13158799"/>
              <a:gd name="connsiteY127" fmla="*/ 1197105 h 9456078"/>
              <a:gd name="connsiteX128" fmla="*/ 9178660 w 13158799"/>
              <a:gd name="connsiteY128" fmla="*/ 1167725 h 9456078"/>
              <a:gd name="connsiteX129" fmla="*/ 9217999 w 13158799"/>
              <a:gd name="connsiteY129" fmla="*/ 1138681 h 9456078"/>
              <a:gd name="connsiteX130" fmla="*/ 9257564 w 13158799"/>
              <a:gd name="connsiteY130" fmla="*/ 1109974 h 9456078"/>
              <a:gd name="connsiteX131" fmla="*/ 9297353 w 13158799"/>
              <a:gd name="connsiteY131" fmla="*/ 1081604 h 9456078"/>
              <a:gd name="connsiteX132" fmla="*/ 9337364 w 13158799"/>
              <a:gd name="connsiteY132" fmla="*/ 1053574 h 9456078"/>
              <a:gd name="connsiteX133" fmla="*/ 9377594 w 13158799"/>
              <a:gd name="connsiteY133" fmla="*/ 1025884 h 9456078"/>
              <a:gd name="connsiteX134" fmla="*/ 9418040 w 13158799"/>
              <a:gd name="connsiteY134" fmla="*/ 998536 h 9456078"/>
              <a:gd name="connsiteX135" fmla="*/ 9458702 w 13158799"/>
              <a:gd name="connsiteY135" fmla="*/ 971530 h 9456078"/>
              <a:gd name="connsiteX136" fmla="*/ 9499575 w 13158799"/>
              <a:gd name="connsiteY136" fmla="*/ 944868 h 9456078"/>
              <a:gd name="connsiteX137" fmla="*/ 9540659 w 13158799"/>
              <a:gd name="connsiteY137" fmla="*/ 918551 h 9456078"/>
              <a:gd name="connsiteX138" fmla="*/ 9581950 w 13158799"/>
              <a:gd name="connsiteY138" fmla="*/ 892580 h 9456078"/>
              <a:gd name="connsiteX139" fmla="*/ 9623447 w 13158799"/>
              <a:gd name="connsiteY139" fmla="*/ 866956 h 9456078"/>
              <a:gd name="connsiteX140" fmla="*/ 9665147 w 13158799"/>
              <a:gd name="connsiteY140" fmla="*/ 841681 h 9456078"/>
              <a:gd name="connsiteX141" fmla="*/ 9707048 w 13158799"/>
              <a:gd name="connsiteY141" fmla="*/ 816754 h 9456078"/>
              <a:gd name="connsiteX142" fmla="*/ 9749147 w 13158799"/>
              <a:gd name="connsiteY142" fmla="*/ 792179 h 9456078"/>
              <a:gd name="connsiteX143" fmla="*/ 9791443 w 13158799"/>
              <a:gd name="connsiteY143" fmla="*/ 767955 h 9456078"/>
              <a:gd name="connsiteX144" fmla="*/ 9833932 w 13158799"/>
              <a:gd name="connsiteY144" fmla="*/ 744083 h 9456078"/>
              <a:gd name="connsiteX145" fmla="*/ 9876613 w 13158799"/>
              <a:gd name="connsiteY145" fmla="*/ 720566 h 9456078"/>
              <a:gd name="connsiteX146" fmla="*/ 9919484 w 13158799"/>
              <a:gd name="connsiteY146" fmla="*/ 697404 h 9456078"/>
              <a:gd name="connsiteX147" fmla="*/ 9962542 w 13158799"/>
              <a:gd name="connsiteY147" fmla="*/ 674598 h 9456078"/>
              <a:gd name="connsiteX148" fmla="*/ 10005784 w 13158799"/>
              <a:gd name="connsiteY148" fmla="*/ 652149 h 9456078"/>
              <a:gd name="connsiteX149" fmla="*/ 10049209 w 13158799"/>
              <a:gd name="connsiteY149" fmla="*/ 630059 h 9456078"/>
              <a:gd name="connsiteX150" fmla="*/ 10092814 w 13158799"/>
              <a:gd name="connsiteY150" fmla="*/ 608328 h 9456078"/>
              <a:gd name="connsiteX151" fmla="*/ 10136597 w 13158799"/>
              <a:gd name="connsiteY151" fmla="*/ 586958 h 9456078"/>
              <a:gd name="connsiteX152" fmla="*/ 10180556 w 13158799"/>
              <a:gd name="connsiteY152" fmla="*/ 565950 h 9456078"/>
              <a:gd name="connsiteX153" fmla="*/ 10224688 w 13158799"/>
              <a:gd name="connsiteY153" fmla="*/ 545304 h 9456078"/>
              <a:gd name="connsiteX154" fmla="*/ 10268991 w 13158799"/>
              <a:gd name="connsiteY154" fmla="*/ 525023 h 9456078"/>
              <a:gd name="connsiteX155" fmla="*/ 10313463 w 13158799"/>
              <a:gd name="connsiteY155" fmla="*/ 505107 h 9456078"/>
              <a:gd name="connsiteX156" fmla="*/ 10358101 w 13158799"/>
              <a:gd name="connsiteY156" fmla="*/ 485558 h 9456078"/>
              <a:gd name="connsiteX157" fmla="*/ 10402903 w 13158799"/>
              <a:gd name="connsiteY157" fmla="*/ 466376 h 9456078"/>
              <a:gd name="connsiteX158" fmla="*/ 10447868 w 13158799"/>
              <a:gd name="connsiteY158" fmla="*/ 447563 h 9456078"/>
              <a:gd name="connsiteX159" fmla="*/ 10492991 w 13158799"/>
              <a:gd name="connsiteY159" fmla="*/ 429119 h 9456078"/>
              <a:gd name="connsiteX160" fmla="*/ 10538272 w 13158799"/>
              <a:gd name="connsiteY160" fmla="*/ 411046 h 9456078"/>
              <a:gd name="connsiteX161" fmla="*/ 10583708 w 13158799"/>
              <a:gd name="connsiteY161" fmla="*/ 393346 h 9456078"/>
              <a:gd name="connsiteX162" fmla="*/ 10629297 w 13158799"/>
              <a:gd name="connsiteY162" fmla="*/ 376018 h 9456078"/>
              <a:gd name="connsiteX163" fmla="*/ 10675036 w 13158799"/>
              <a:gd name="connsiteY163" fmla="*/ 359065 h 9456078"/>
              <a:gd name="connsiteX164" fmla="*/ 10720923 w 13158799"/>
              <a:gd name="connsiteY164" fmla="*/ 342487 h 9456078"/>
              <a:gd name="connsiteX165" fmla="*/ 10766956 w 13158799"/>
              <a:gd name="connsiteY165" fmla="*/ 326286 h 9456078"/>
              <a:gd name="connsiteX166" fmla="*/ 10813132 w 13158799"/>
              <a:gd name="connsiteY166" fmla="*/ 310462 h 9456078"/>
              <a:gd name="connsiteX167" fmla="*/ 10859450 w 13158799"/>
              <a:gd name="connsiteY167" fmla="*/ 295018 h 9456078"/>
              <a:gd name="connsiteX168" fmla="*/ 10905907 w 13158799"/>
              <a:gd name="connsiteY168" fmla="*/ 279953 h 9456078"/>
              <a:gd name="connsiteX169" fmla="*/ 10952500 w 13158799"/>
              <a:gd name="connsiteY169" fmla="*/ 265269 h 9456078"/>
              <a:gd name="connsiteX170" fmla="*/ 10999227 w 13158799"/>
              <a:gd name="connsiteY170" fmla="*/ 250968 h 9456078"/>
              <a:gd name="connsiteX171" fmla="*/ 11046087 w 13158799"/>
              <a:gd name="connsiteY171" fmla="*/ 237049 h 9456078"/>
              <a:gd name="connsiteX172" fmla="*/ 11093076 w 13158799"/>
              <a:gd name="connsiteY172" fmla="*/ 223516 h 9456078"/>
              <a:gd name="connsiteX173" fmla="*/ 11140193 w 13158799"/>
              <a:gd name="connsiteY173" fmla="*/ 210368 h 9456078"/>
              <a:gd name="connsiteX174" fmla="*/ 11187434 w 13158799"/>
              <a:gd name="connsiteY174" fmla="*/ 197606 h 9456078"/>
              <a:gd name="connsiteX175" fmla="*/ 11234799 w 13158799"/>
              <a:gd name="connsiteY175" fmla="*/ 185233 h 9456078"/>
              <a:gd name="connsiteX176" fmla="*/ 11282284 w 13158799"/>
              <a:gd name="connsiteY176" fmla="*/ 173248 h 9456078"/>
              <a:gd name="connsiteX177" fmla="*/ 11329888 w 13158799"/>
              <a:gd name="connsiteY177" fmla="*/ 161654 h 9456078"/>
              <a:gd name="connsiteX178" fmla="*/ 11377607 w 13158799"/>
              <a:gd name="connsiteY178" fmla="*/ 150451 h 9456078"/>
              <a:gd name="connsiteX179" fmla="*/ 11425440 w 13158799"/>
              <a:gd name="connsiteY179" fmla="*/ 139640 h 9456078"/>
              <a:gd name="connsiteX180" fmla="*/ 11473385 w 13158799"/>
              <a:gd name="connsiteY180" fmla="*/ 129223 h 9456078"/>
              <a:gd name="connsiteX181" fmla="*/ 11521439 w 13158799"/>
              <a:gd name="connsiteY181" fmla="*/ 119201 h 9456078"/>
              <a:gd name="connsiteX182" fmla="*/ 11569599 w 13158799"/>
              <a:gd name="connsiteY182" fmla="*/ 109574 h 9456078"/>
              <a:gd name="connsiteX183" fmla="*/ 11617864 w 13158799"/>
              <a:gd name="connsiteY183" fmla="*/ 100344 h 9456078"/>
              <a:gd name="connsiteX184" fmla="*/ 11666231 w 13158799"/>
              <a:gd name="connsiteY184" fmla="*/ 91512 h 9456078"/>
              <a:gd name="connsiteX185" fmla="*/ 11714698 w 13158799"/>
              <a:gd name="connsiteY185" fmla="*/ 83080 h 9456078"/>
              <a:gd name="connsiteX186" fmla="*/ 11763263 w 13158799"/>
              <a:gd name="connsiteY186" fmla="*/ 75047 h 9456078"/>
              <a:gd name="connsiteX187" fmla="*/ 11811923 w 13158799"/>
              <a:gd name="connsiteY187" fmla="*/ 67417 h 9456078"/>
              <a:gd name="connsiteX188" fmla="*/ 11860676 w 13158799"/>
              <a:gd name="connsiteY188" fmla="*/ 60188 h 9456078"/>
              <a:gd name="connsiteX189" fmla="*/ 11909519 w 13158799"/>
              <a:gd name="connsiteY189" fmla="*/ 53364 h 9456078"/>
              <a:gd name="connsiteX190" fmla="*/ 11958451 w 13158799"/>
              <a:gd name="connsiteY190" fmla="*/ 46944 h 9456078"/>
              <a:gd name="connsiteX191" fmla="*/ 12007470 w 13158799"/>
              <a:gd name="connsiteY191" fmla="*/ 40931 h 9456078"/>
              <a:gd name="connsiteX192" fmla="*/ 12056572 w 13158799"/>
              <a:gd name="connsiteY192" fmla="*/ 35324 h 9456078"/>
              <a:gd name="connsiteX193" fmla="*/ 12105756 w 13158799"/>
              <a:gd name="connsiteY193" fmla="*/ 30126 h 9456078"/>
              <a:gd name="connsiteX194" fmla="*/ 12155019 w 13158799"/>
              <a:gd name="connsiteY194" fmla="*/ 25337 h 9456078"/>
              <a:gd name="connsiteX195" fmla="*/ 12204359 w 13158799"/>
              <a:gd name="connsiteY195" fmla="*/ 20958 h 9456078"/>
              <a:gd name="connsiteX196" fmla="*/ 12253773 w 13158799"/>
              <a:gd name="connsiteY196" fmla="*/ 16991 h 9456078"/>
              <a:gd name="connsiteX197" fmla="*/ 12303260 w 13158799"/>
              <a:gd name="connsiteY197" fmla="*/ 13437 h 9456078"/>
              <a:gd name="connsiteX198" fmla="*/ 12352818 w 13158799"/>
              <a:gd name="connsiteY198" fmla="*/ 10297 h 9456078"/>
              <a:gd name="connsiteX199" fmla="*/ 12402443 w 13158799"/>
              <a:gd name="connsiteY199" fmla="*/ 7572 h 9456078"/>
              <a:gd name="connsiteX200" fmla="*/ 12452133 w 13158799"/>
              <a:gd name="connsiteY200" fmla="*/ 5263 h 9456078"/>
              <a:gd name="connsiteX201" fmla="*/ 12501887 w 13158799"/>
              <a:gd name="connsiteY201" fmla="*/ 3371 h 9456078"/>
              <a:gd name="connsiteX202" fmla="*/ 12551701 w 13158799"/>
              <a:gd name="connsiteY202" fmla="*/ 1898 h 9456078"/>
              <a:gd name="connsiteX203" fmla="*/ 12601574 w 13158799"/>
              <a:gd name="connsiteY203" fmla="*/ 844 h 9456078"/>
              <a:gd name="connsiteX204" fmla="*/ 12651504 w 13158799"/>
              <a:gd name="connsiteY204" fmla="*/ 211 h 9456078"/>
              <a:gd name="connsiteX205" fmla="*/ 12701487 w 13158799"/>
              <a:gd name="connsiteY205" fmla="*/ 0 h 9456078"/>
              <a:gd name="connsiteX206" fmla="*/ 13158798 w 13158799"/>
              <a:gd name="connsiteY206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76172 w 13158797"/>
              <a:gd name="connsiteY22" fmla="*/ 9319936 h 9456078"/>
              <a:gd name="connsiteX23" fmla="*/ 1223823 w 13158797"/>
              <a:gd name="connsiteY23" fmla="*/ 9308509 h 9456078"/>
              <a:gd name="connsiteX24" fmla="*/ 1271339 w 13158797"/>
              <a:gd name="connsiteY24" fmla="*/ 9296635 h 9456078"/>
              <a:gd name="connsiteX25" fmla="*/ 1318719 w 13158797"/>
              <a:gd name="connsiteY25" fmla="*/ 9284315 h 9456078"/>
              <a:gd name="connsiteX26" fmla="*/ 1365957 w 13158797"/>
              <a:gd name="connsiteY26" fmla="*/ 9271550 h 9456078"/>
              <a:gd name="connsiteX27" fmla="*/ 1413052 w 13158797"/>
              <a:gd name="connsiteY27" fmla="*/ 9258342 h 9456078"/>
              <a:gd name="connsiteX28" fmla="*/ 1460000 w 13158797"/>
              <a:gd name="connsiteY28" fmla="*/ 9244693 h 9456078"/>
              <a:gd name="connsiteX29" fmla="*/ 1506799 w 13158797"/>
              <a:gd name="connsiteY29" fmla="*/ 9230604 h 9456078"/>
              <a:gd name="connsiteX30" fmla="*/ 1553445 w 13158797"/>
              <a:gd name="connsiteY30" fmla="*/ 9216076 h 9456078"/>
              <a:gd name="connsiteX31" fmla="*/ 1599935 w 13158797"/>
              <a:gd name="connsiteY31" fmla="*/ 9201111 h 9456078"/>
              <a:gd name="connsiteX32" fmla="*/ 1646267 w 13158797"/>
              <a:gd name="connsiteY32" fmla="*/ 9185710 h 9456078"/>
              <a:gd name="connsiteX33" fmla="*/ 1692437 w 13158797"/>
              <a:gd name="connsiteY33" fmla="*/ 9169876 h 9456078"/>
              <a:gd name="connsiteX34" fmla="*/ 1738442 w 13158797"/>
              <a:gd name="connsiteY34" fmla="*/ 9153608 h 9456078"/>
              <a:gd name="connsiteX35" fmla="*/ 1784280 w 13158797"/>
              <a:gd name="connsiteY35" fmla="*/ 9136910 h 9456078"/>
              <a:gd name="connsiteX36" fmla="*/ 1829947 w 13158797"/>
              <a:gd name="connsiteY36" fmla="*/ 9119782 h 9456078"/>
              <a:gd name="connsiteX37" fmla="*/ 1875440 w 13158797"/>
              <a:gd name="connsiteY37" fmla="*/ 9102226 h 9456078"/>
              <a:gd name="connsiteX38" fmla="*/ 1920756 w 13158797"/>
              <a:gd name="connsiteY38" fmla="*/ 9084243 h 9456078"/>
              <a:gd name="connsiteX39" fmla="*/ 1965893 w 13158797"/>
              <a:gd name="connsiteY39" fmla="*/ 9065835 h 9456078"/>
              <a:gd name="connsiteX40" fmla="*/ 2055615 w 13158797"/>
              <a:gd name="connsiteY40" fmla="*/ 9027750 h 9456078"/>
              <a:gd name="connsiteX41" fmla="*/ 2100195 w 13158797"/>
              <a:gd name="connsiteY41" fmla="*/ 9008075 h 9456078"/>
              <a:gd name="connsiteX42" fmla="*/ 2144582 w 13158797"/>
              <a:gd name="connsiteY42" fmla="*/ 8987981 h 9456078"/>
              <a:gd name="connsiteX43" fmla="*/ 2188775 w 13158797"/>
              <a:gd name="connsiteY43" fmla="*/ 8967470 h 9456078"/>
              <a:gd name="connsiteX44" fmla="*/ 2232770 w 13158797"/>
              <a:gd name="connsiteY44" fmla="*/ 8946542 h 9456078"/>
              <a:gd name="connsiteX45" fmla="*/ 2276564 w 13158797"/>
              <a:gd name="connsiteY45" fmla="*/ 8925199 h 9456078"/>
              <a:gd name="connsiteX46" fmla="*/ 2320154 w 13158797"/>
              <a:gd name="connsiteY46" fmla="*/ 8903443 h 9456078"/>
              <a:gd name="connsiteX47" fmla="*/ 2363538 w 13158797"/>
              <a:gd name="connsiteY47" fmla="*/ 8881275 h 9456078"/>
              <a:gd name="connsiteX48" fmla="*/ 2406711 w 13158797"/>
              <a:gd name="connsiteY48" fmla="*/ 8858697 h 9456078"/>
              <a:gd name="connsiteX49" fmla="*/ 2449672 w 13158797"/>
              <a:gd name="connsiteY49" fmla="*/ 8835710 h 9456078"/>
              <a:gd name="connsiteX50" fmla="*/ 2492417 w 13158797"/>
              <a:gd name="connsiteY50" fmla="*/ 8812316 h 9456078"/>
              <a:gd name="connsiteX51" fmla="*/ 2534943 w 13158797"/>
              <a:gd name="connsiteY51" fmla="*/ 8788516 h 9456078"/>
              <a:gd name="connsiteX52" fmla="*/ 2577247 w 13158797"/>
              <a:gd name="connsiteY52" fmla="*/ 8764311 h 9456078"/>
              <a:gd name="connsiteX53" fmla="*/ 2619326 w 13158797"/>
              <a:gd name="connsiteY53" fmla="*/ 8739704 h 9456078"/>
              <a:gd name="connsiteX54" fmla="*/ 2661177 w 13158797"/>
              <a:gd name="connsiteY54" fmla="*/ 8714695 h 9456078"/>
              <a:gd name="connsiteX55" fmla="*/ 2702797 w 13158797"/>
              <a:gd name="connsiteY55" fmla="*/ 8689286 h 9456078"/>
              <a:gd name="connsiteX56" fmla="*/ 2744183 w 13158797"/>
              <a:gd name="connsiteY56" fmla="*/ 8663479 h 9456078"/>
              <a:gd name="connsiteX57" fmla="*/ 2785333 w 13158797"/>
              <a:gd name="connsiteY57" fmla="*/ 8637274 h 9456078"/>
              <a:gd name="connsiteX58" fmla="*/ 2826242 w 13158797"/>
              <a:gd name="connsiteY58" fmla="*/ 8610675 h 9456078"/>
              <a:gd name="connsiteX59" fmla="*/ 2866908 w 13158797"/>
              <a:gd name="connsiteY59" fmla="*/ 8583681 h 9456078"/>
              <a:gd name="connsiteX60" fmla="*/ 2907329 w 13158797"/>
              <a:gd name="connsiteY60" fmla="*/ 8556295 h 9456078"/>
              <a:gd name="connsiteX61" fmla="*/ 2947500 w 13158797"/>
              <a:gd name="connsiteY61" fmla="*/ 8528517 h 9456078"/>
              <a:gd name="connsiteX62" fmla="*/ 2987419 w 13158797"/>
              <a:gd name="connsiteY62" fmla="*/ 8500351 h 9456078"/>
              <a:gd name="connsiteX63" fmla="*/ 3027083 w 13158797"/>
              <a:gd name="connsiteY63" fmla="*/ 8471796 h 9456078"/>
              <a:gd name="connsiteX64" fmla="*/ 3066489 w 13158797"/>
              <a:gd name="connsiteY64" fmla="*/ 8442854 h 9456078"/>
              <a:gd name="connsiteX65" fmla="*/ 3105634 w 13158797"/>
              <a:gd name="connsiteY65" fmla="*/ 8413528 h 9456078"/>
              <a:gd name="connsiteX66" fmla="*/ 3144515 w 13158797"/>
              <a:gd name="connsiteY66" fmla="*/ 8383818 h 9456078"/>
              <a:gd name="connsiteX67" fmla="*/ 3183129 w 13158797"/>
              <a:gd name="connsiteY67" fmla="*/ 8353726 h 9456078"/>
              <a:gd name="connsiteX68" fmla="*/ 3221473 w 13158797"/>
              <a:gd name="connsiteY68" fmla="*/ 8323253 h 9456078"/>
              <a:gd name="connsiteX69" fmla="*/ 3259544 w 13158797"/>
              <a:gd name="connsiteY69" fmla="*/ 8292401 h 9456078"/>
              <a:gd name="connsiteX70" fmla="*/ 3297339 w 13158797"/>
              <a:gd name="connsiteY70" fmla="*/ 8261172 h 9456078"/>
              <a:gd name="connsiteX71" fmla="*/ 3334854 w 13158797"/>
              <a:gd name="connsiteY71" fmla="*/ 8229566 h 9456078"/>
              <a:gd name="connsiteX72" fmla="*/ 3372087 w 13158797"/>
              <a:gd name="connsiteY72" fmla="*/ 8197585 h 9456078"/>
              <a:gd name="connsiteX73" fmla="*/ 3409035 w 13158797"/>
              <a:gd name="connsiteY73" fmla="*/ 8165232 h 9456078"/>
              <a:gd name="connsiteX74" fmla="*/ 3445695 w 13158797"/>
              <a:gd name="connsiteY74" fmla="*/ 8132507 h 9456078"/>
              <a:gd name="connsiteX75" fmla="*/ 3482064 w 13158797"/>
              <a:gd name="connsiteY75" fmla="*/ 8099411 h 9456078"/>
              <a:gd name="connsiteX76" fmla="*/ 3518139 w 13158797"/>
              <a:gd name="connsiteY76" fmla="*/ 8065947 h 9456078"/>
              <a:gd name="connsiteX77" fmla="*/ 3553916 w 13158797"/>
              <a:gd name="connsiteY77" fmla="*/ 8032115 h 9456078"/>
              <a:gd name="connsiteX78" fmla="*/ 3589393 w 13158797"/>
              <a:gd name="connsiteY78" fmla="*/ 7997918 h 9456078"/>
              <a:gd name="connsiteX79" fmla="*/ 3624567 w 13158797"/>
              <a:gd name="connsiteY79" fmla="*/ 7963356 h 9456078"/>
              <a:gd name="connsiteX80" fmla="*/ 3659435 w 13158797"/>
              <a:gd name="connsiteY80" fmla="*/ 7928432 h 9456078"/>
              <a:gd name="connsiteX81" fmla="*/ 3693994 w 13158797"/>
              <a:gd name="connsiteY81" fmla="*/ 7893146 h 9456078"/>
              <a:gd name="connsiteX82" fmla="*/ 3728240 w 13158797"/>
              <a:gd name="connsiteY82" fmla="*/ 7857501 h 9456078"/>
              <a:gd name="connsiteX83" fmla="*/ 3762171 w 13158797"/>
              <a:gd name="connsiteY83" fmla="*/ 7821497 h 9456078"/>
              <a:gd name="connsiteX84" fmla="*/ 3795783 w 13158797"/>
              <a:gd name="connsiteY84" fmla="*/ 7785136 h 9456078"/>
              <a:gd name="connsiteX85" fmla="*/ 3829075 w 13158797"/>
              <a:gd name="connsiteY85" fmla="*/ 7748420 h 9456078"/>
              <a:gd name="connsiteX86" fmla="*/ 3862042 w 13158797"/>
              <a:gd name="connsiteY86" fmla="*/ 7711350 h 9456078"/>
              <a:gd name="connsiteX87" fmla="*/ 3894682 w 13158797"/>
              <a:gd name="connsiteY87" fmla="*/ 7673928 h 9456078"/>
              <a:gd name="connsiteX88" fmla="*/ 3926991 w 13158797"/>
              <a:gd name="connsiteY88" fmla="*/ 7636155 h 9456078"/>
              <a:gd name="connsiteX89" fmla="*/ 3958967 w 13158797"/>
              <a:gd name="connsiteY89" fmla="*/ 7598032 h 9456078"/>
              <a:gd name="connsiteX90" fmla="*/ 3990607 w 13158797"/>
              <a:gd name="connsiteY90" fmla="*/ 7559561 h 9456078"/>
              <a:gd name="connsiteX91" fmla="*/ 4021907 w 13158797"/>
              <a:gd name="connsiteY91" fmla="*/ 7520744 h 9456078"/>
              <a:gd name="connsiteX92" fmla="*/ 4052865 w 13158797"/>
              <a:gd name="connsiteY92" fmla="*/ 7481582 h 9456078"/>
              <a:gd name="connsiteX93" fmla="*/ 4083478 w 13158797"/>
              <a:gd name="connsiteY93" fmla="*/ 7442077 h 9456078"/>
              <a:gd name="connsiteX94" fmla="*/ 8022311 w 13158797"/>
              <a:gd name="connsiteY94" fmla="*/ 2307814 h 9456078"/>
              <a:gd name="connsiteX95" fmla="*/ 8052902 w 13158797"/>
              <a:gd name="connsiteY95" fmla="*/ 2268285 h 9456078"/>
              <a:gd name="connsiteX96" fmla="*/ 8083796 w 13158797"/>
              <a:gd name="connsiteY96" fmla="*/ 2229056 h 9456078"/>
              <a:gd name="connsiteX97" fmla="*/ 8114989 w 13158797"/>
              <a:gd name="connsiteY97" fmla="*/ 2190127 h 9456078"/>
              <a:gd name="connsiteX98" fmla="*/ 8146479 w 13158797"/>
              <a:gd name="connsiteY98" fmla="*/ 2151500 h 9456078"/>
              <a:gd name="connsiteX99" fmla="*/ 8178264 w 13158797"/>
              <a:gd name="connsiteY99" fmla="*/ 2113176 h 9456078"/>
              <a:gd name="connsiteX100" fmla="*/ 8210341 w 13158797"/>
              <a:gd name="connsiteY100" fmla="*/ 2075157 h 9456078"/>
              <a:gd name="connsiteX101" fmla="*/ 8242709 w 13158797"/>
              <a:gd name="connsiteY101" fmla="*/ 2037442 h 9456078"/>
              <a:gd name="connsiteX102" fmla="*/ 8275365 w 13158797"/>
              <a:gd name="connsiteY102" fmla="*/ 2000034 h 9456078"/>
              <a:gd name="connsiteX103" fmla="*/ 8308307 w 13158797"/>
              <a:gd name="connsiteY103" fmla="*/ 1962934 h 9456078"/>
              <a:gd name="connsiteX104" fmla="*/ 8341532 w 13158797"/>
              <a:gd name="connsiteY104" fmla="*/ 1926142 h 9456078"/>
              <a:gd name="connsiteX105" fmla="*/ 8375038 w 13158797"/>
              <a:gd name="connsiteY105" fmla="*/ 1889660 h 9456078"/>
              <a:gd name="connsiteX106" fmla="*/ 8408823 w 13158797"/>
              <a:gd name="connsiteY106" fmla="*/ 1853489 h 9456078"/>
              <a:gd name="connsiteX107" fmla="*/ 8442885 w 13158797"/>
              <a:gd name="connsiteY107" fmla="*/ 1817630 h 9456078"/>
              <a:gd name="connsiteX108" fmla="*/ 8477221 w 13158797"/>
              <a:gd name="connsiteY108" fmla="*/ 1782084 h 9456078"/>
              <a:gd name="connsiteX109" fmla="*/ 8511829 w 13158797"/>
              <a:gd name="connsiteY109" fmla="*/ 1746853 h 9456078"/>
              <a:gd name="connsiteX110" fmla="*/ 8546706 w 13158797"/>
              <a:gd name="connsiteY110" fmla="*/ 1711937 h 9456078"/>
              <a:gd name="connsiteX111" fmla="*/ 8581851 w 13158797"/>
              <a:gd name="connsiteY111" fmla="*/ 1677337 h 9456078"/>
              <a:gd name="connsiteX112" fmla="*/ 8617261 w 13158797"/>
              <a:gd name="connsiteY112" fmla="*/ 1643056 h 9456078"/>
              <a:gd name="connsiteX113" fmla="*/ 8652934 w 13158797"/>
              <a:gd name="connsiteY113" fmla="*/ 1609093 h 9456078"/>
              <a:gd name="connsiteX114" fmla="*/ 8688867 w 13158797"/>
              <a:gd name="connsiteY114" fmla="*/ 1575450 h 9456078"/>
              <a:gd name="connsiteX115" fmla="*/ 8725058 w 13158797"/>
              <a:gd name="connsiteY115" fmla="*/ 1542128 h 9456078"/>
              <a:gd name="connsiteX116" fmla="*/ 8761506 w 13158797"/>
              <a:gd name="connsiteY116" fmla="*/ 1509129 h 9456078"/>
              <a:gd name="connsiteX117" fmla="*/ 8798207 w 13158797"/>
              <a:gd name="connsiteY117" fmla="*/ 1476452 h 9456078"/>
              <a:gd name="connsiteX118" fmla="*/ 8835159 w 13158797"/>
              <a:gd name="connsiteY118" fmla="*/ 1444101 h 9456078"/>
              <a:gd name="connsiteX119" fmla="*/ 8872360 w 13158797"/>
              <a:gd name="connsiteY119" fmla="*/ 1412075 h 9456078"/>
              <a:gd name="connsiteX120" fmla="*/ 8909808 w 13158797"/>
              <a:gd name="connsiteY120" fmla="*/ 1380375 h 9456078"/>
              <a:gd name="connsiteX121" fmla="*/ 8947501 w 13158797"/>
              <a:gd name="connsiteY121" fmla="*/ 1349004 h 9456078"/>
              <a:gd name="connsiteX122" fmla="*/ 8985435 w 13158797"/>
              <a:gd name="connsiteY122" fmla="*/ 1317962 h 9456078"/>
              <a:gd name="connsiteX123" fmla="*/ 9023610 w 13158797"/>
              <a:gd name="connsiteY123" fmla="*/ 1287250 h 9456078"/>
              <a:gd name="connsiteX124" fmla="*/ 9062022 w 13158797"/>
              <a:gd name="connsiteY124" fmla="*/ 1256869 h 9456078"/>
              <a:gd name="connsiteX125" fmla="*/ 9100669 w 13158797"/>
              <a:gd name="connsiteY125" fmla="*/ 1226820 h 9456078"/>
              <a:gd name="connsiteX126" fmla="*/ 9139549 w 13158797"/>
              <a:gd name="connsiteY126" fmla="*/ 1197105 h 9456078"/>
              <a:gd name="connsiteX127" fmla="*/ 9178660 w 13158797"/>
              <a:gd name="connsiteY127" fmla="*/ 1167725 h 9456078"/>
              <a:gd name="connsiteX128" fmla="*/ 9217999 w 13158797"/>
              <a:gd name="connsiteY128" fmla="*/ 1138681 h 9456078"/>
              <a:gd name="connsiteX129" fmla="*/ 9257564 w 13158797"/>
              <a:gd name="connsiteY129" fmla="*/ 1109974 h 9456078"/>
              <a:gd name="connsiteX130" fmla="*/ 9297353 w 13158797"/>
              <a:gd name="connsiteY130" fmla="*/ 1081604 h 9456078"/>
              <a:gd name="connsiteX131" fmla="*/ 9337364 w 13158797"/>
              <a:gd name="connsiteY131" fmla="*/ 1053574 h 9456078"/>
              <a:gd name="connsiteX132" fmla="*/ 9377594 w 13158797"/>
              <a:gd name="connsiteY132" fmla="*/ 1025884 h 9456078"/>
              <a:gd name="connsiteX133" fmla="*/ 9418040 w 13158797"/>
              <a:gd name="connsiteY133" fmla="*/ 998536 h 9456078"/>
              <a:gd name="connsiteX134" fmla="*/ 9458702 w 13158797"/>
              <a:gd name="connsiteY134" fmla="*/ 971530 h 9456078"/>
              <a:gd name="connsiteX135" fmla="*/ 9499575 w 13158797"/>
              <a:gd name="connsiteY135" fmla="*/ 944868 h 9456078"/>
              <a:gd name="connsiteX136" fmla="*/ 9540659 w 13158797"/>
              <a:gd name="connsiteY136" fmla="*/ 918551 h 9456078"/>
              <a:gd name="connsiteX137" fmla="*/ 9581950 w 13158797"/>
              <a:gd name="connsiteY137" fmla="*/ 892580 h 9456078"/>
              <a:gd name="connsiteX138" fmla="*/ 9623447 w 13158797"/>
              <a:gd name="connsiteY138" fmla="*/ 866956 h 9456078"/>
              <a:gd name="connsiteX139" fmla="*/ 9665147 w 13158797"/>
              <a:gd name="connsiteY139" fmla="*/ 841681 h 9456078"/>
              <a:gd name="connsiteX140" fmla="*/ 9707048 w 13158797"/>
              <a:gd name="connsiteY140" fmla="*/ 816754 h 9456078"/>
              <a:gd name="connsiteX141" fmla="*/ 9749147 w 13158797"/>
              <a:gd name="connsiteY141" fmla="*/ 792179 h 9456078"/>
              <a:gd name="connsiteX142" fmla="*/ 9791443 w 13158797"/>
              <a:gd name="connsiteY142" fmla="*/ 767955 h 9456078"/>
              <a:gd name="connsiteX143" fmla="*/ 9833932 w 13158797"/>
              <a:gd name="connsiteY143" fmla="*/ 744083 h 9456078"/>
              <a:gd name="connsiteX144" fmla="*/ 9876613 w 13158797"/>
              <a:gd name="connsiteY144" fmla="*/ 720566 h 9456078"/>
              <a:gd name="connsiteX145" fmla="*/ 9919484 w 13158797"/>
              <a:gd name="connsiteY145" fmla="*/ 697404 h 9456078"/>
              <a:gd name="connsiteX146" fmla="*/ 9962542 w 13158797"/>
              <a:gd name="connsiteY146" fmla="*/ 674598 h 9456078"/>
              <a:gd name="connsiteX147" fmla="*/ 10005784 w 13158797"/>
              <a:gd name="connsiteY147" fmla="*/ 652149 h 9456078"/>
              <a:gd name="connsiteX148" fmla="*/ 10049209 w 13158797"/>
              <a:gd name="connsiteY148" fmla="*/ 630059 h 9456078"/>
              <a:gd name="connsiteX149" fmla="*/ 10092814 w 13158797"/>
              <a:gd name="connsiteY149" fmla="*/ 608328 h 9456078"/>
              <a:gd name="connsiteX150" fmla="*/ 10136597 w 13158797"/>
              <a:gd name="connsiteY150" fmla="*/ 586958 h 9456078"/>
              <a:gd name="connsiteX151" fmla="*/ 10180556 w 13158797"/>
              <a:gd name="connsiteY151" fmla="*/ 565950 h 9456078"/>
              <a:gd name="connsiteX152" fmla="*/ 10224688 w 13158797"/>
              <a:gd name="connsiteY152" fmla="*/ 545304 h 9456078"/>
              <a:gd name="connsiteX153" fmla="*/ 10268991 w 13158797"/>
              <a:gd name="connsiteY153" fmla="*/ 525023 h 9456078"/>
              <a:gd name="connsiteX154" fmla="*/ 10313463 w 13158797"/>
              <a:gd name="connsiteY154" fmla="*/ 505107 h 9456078"/>
              <a:gd name="connsiteX155" fmla="*/ 10358101 w 13158797"/>
              <a:gd name="connsiteY155" fmla="*/ 485558 h 9456078"/>
              <a:gd name="connsiteX156" fmla="*/ 10402903 w 13158797"/>
              <a:gd name="connsiteY156" fmla="*/ 466376 h 9456078"/>
              <a:gd name="connsiteX157" fmla="*/ 10447868 w 13158797"/>
              <a:gd name="connsiteY157" fmla="*/ 447563 h 9456078"/>
              <a:gd name="connsiteX158" fmla="*/ 10492991 w 13158797"/>
              <a:gd name="connsiteY158" fmla="*/ 429119 h 9456078"/>
              <a:gd name="connsiteX159" fmla="*/ 10538272 w 13158797"/>
              <a:gd name="connsiteY159" fmla="*/ 411046 h 9456078"/>
              <a:gd name="connsiteX160" fmla="*/ 10583708 w 13158797"/>
              <a:gd name="connsiteY160" fmla="*/ 393346 h 9456078"/>
              <a:gd name="connsiteX161" fmla="*/ 10629297 w 13158797"/>
              <a:gd name="connsiteY161" fmla="*/ 376018 h 9456078"/>
              <a:gd name="connsiteX162" fmla="*/ 10675036 w 13158797"/>
              <a:gd name="connsiteY162" fmla="*/ 359065 h 9456078"/>
              <a:gd name="connsiteX163" fmla="*/ 10720923 w 13158797"/>
              <a:gd name="connsiteY163" fmla="*/ 342487 h 9456078"/>
              <a:gd name="connsiteX164" fmla="*/ 10766956 w 13158797"/>
              <a:gd name="connsiteY164" fmla="*/ 326286 h 9456078"/>
              <a:gd name="connsiteX165" fmla="*/ 10813132 w 13158797"/>
              <a:gd name="connsiteY165" fmla="*/ 310462 h 9456078"/>
              <a:gd name="connsiteX166" fmla="*/ 10859450 w 13158797"/>
              <a:gd name="connsiteY166" fmla="*/ 295018 h 9456078"/>
              <a:gd name="connsiteX167" fmla="*/ 10905907 w 13158797"/>
              <a:gd name="connsiteY167" fmla="*/ 279953 h 9456078"/>
              <a:gd name="connsiteX168" fmla="*/ 10952500 w 13158797"/>
              <a:gd name="connsiteY168" fmla="*/ 265269 h 9456078"/>
              <a:gd name="connsiteX169" fmla="*/ 10999227 w 13158797"/>
              <a:gd name="connsiteY169" fmla="*/ 250968 h 9456078"/>
              <a:gd name="connsiteX170" fmla="*/ 11046087 w 13158797"/>
              <a:gd name="connsiteY170" fmla="*/ 237049 h 9456078"/>
              <a:gd name="connsiteX171" fmla="*/ 11093076 w 13158797"/>
              <a:gd name="connsiteY171" fmla="*/ 223516 h 9456078"/>
              <a:gd name="connsiteX172" fmla="*/ 11140193 w 13158797"/>
              <a:gd name="connsiteY172" fmla="*/ 210368 h 9456078"/>
              <a:gd name="connsiteX173" fmla="*/ 11187434 w 13158797"/>
              <a:gd name="connsiteY173" fmla="*/ 197606 h 9456078"/>
              <a:gd name="connsiteX174" fmla="*/ 11234799 w 13158797"/>
              <a:gd name="connsiteY174" fmla="*/ 185233 h 9456078"/>
              <a:gd name="connsiteX175" fmla="*/ 11282284 w 13158797"/>
              <a:gd name="connsiteY175" fmla="*/ 173248 h 9456078"/>
              <a:gd name="connsiteX176" fmla="*/ 11329888 w 13158797"/>
              <a:gd name="connsiteY176" fmla="*/ 161654 h 9456078"/>
              <a:gd name="connsiteX177" fmla="*/ 11377607 w 13158797"/>
              <a:gd name="connsiteY177" fmla="*/ 150451 h 9456078"/>
              <a:gd name="connsiteX178" fmla="*/ 11425440 w 13158797"/>
              <a:gd name="connsiteY178" fmla="*/ 139640 h 9456078"/>
              <a:gd name="connsiteX179" fmla="*/ 11473385 w 13158797"/>
              <a:gd name="connsiteY179" fmla="*/ 129223 h 9456078"/>
              <a:gd name="connsiteX180" fmla="*/ 11521439 w 13158797"/>
              <a:gd name="connsiteY180" fmla="*/ 119201 h 9456078"/>
              <a:gd name="connsiteX181" fmla="*/ 11569599 w 13158797"/>
              <a:gd name="connsiteY181" fmla="*/ 109574 h 9456078"/>
              <a:gd name="connsiteX182" fmla="*/ 11617864 w 13158797"/>
              <a:gd name="connsiteY182" fmla="*/ 100344 h 9456078"/>
              <a:gd name="connsiteX183" fmla="*/ 11666231 w 13158797"/>
              <a:gd name="connsiteY183" fmla="*/ 91512 h 9456078"/>
              <a:gd name="connsiteX184" fmla="*/ 11714698 w 13158797"/>
              <a:gd name="connsiteY184" fmla="*/ 83080 h 9456078"/>
              <a:gd name="connsiteX185" fmla="*/ 11763263 w 13158797"/>
              <a:gd name="connsiteY185" fmla="*/ 75047 h 9456078"/>
              <a:gd name="connsiteX186" fmla="*/ 11811923 w 13158797"/>
              <a:gd name="connsiteY186" fmla="*/ 67417 h 9456078"/>
              <a:gd name="connsiteX187" fmla="*/ 11860676 w 13158797"/>
              <a:gd name="connsiteY187" fmla="*/ 60188 h 9456078"/>
              <a:gd name="connsiteX188" fmla="*/ 11909519 w 13158797"/>
              <a:gd name="connsiteY188" fmla="*/ 53364 h 9456078"/>
              <a:gd name="connsiteX189" fmla="*/ 11958451 w 13158797"/>
              <a:gd name="connsiteY189" fmla="*/ 46944 h 9456078"/>
              <a:gd name="connsiteX190" fmla="*/ 12007470 w 13158797"/>
              <a:gd name="connsiteY190" fmla="*/ 40931 h 9456078"/>
              <a:gd name="connsiteX191" fmla="*/ 12056572 w 13158797"/>
              <a:gd name="connsiteY191" fmla="*/ 35324 h 9456078"/>
              <a:gd name="connsiteX192" fmla="*/ 12105756 w 13158797"/>
              <a:gd name="connsiteY192" fmla="*/ 30126 h 9456078"/>
              <a:gd name="connsiteX193" fmla="*/ 12155019 w 13158797"/>
              <a:gd name="connsiteY193" fmla="*/ 25337 h 9456078"/>
              <a:gd name="connsiteX194" fmla="*/ 12204359 w 13158797"/>
              <a:gd name="connsiteY194" fmla="*/ 20958 h 9456078"/>
              <a:gd name="connsiteX195" fmla="*/ 12253773 w 13158797"/>
              <a:gd name="connsiteY195" fmla="*/ 16991 h 9456078"/>
              <a:gd name="connsiteX196" fmla="*/ 12303260 w 13158797"/>
              <a:gd name="connsiteY196" fmla="*/ 13437 h 9456078"/>
              <a:gd name="connsiteX197" fmla="*/ 12352818 w 13158797"/>
              <a:gd name="connsiteY197" fmla="*/ 10297 h 9456078"/>
              <a:gd name="connsiteX198" fmla="*/ 12402443 w 13158797"/>
              <a:gd name="connsiteY198" fmla="*/ 7572 h 9456078"/>
              <a:gd name="connsiteX199" fmla="*/ 12452133 w 13158797"/>
              <a:gd name="connsiteY199" fmla="*/ 5263 h 9456078"/>
              <a:gd name="connsiteX200" fmla="*/ 12501887 w 13158797"/>
              <a:gd name="connsiteY200" fmla="*/ 3371 h 9456078"/>
              <a:gd name="connsiteX201" fmla="*/ 12551701 w 13158797"/>
              <a:gd name="connsiteY201" fmla="*/ 1898 h 9456078"/>
              <a:gd name="connsiteX202" fmla="*/ 12601574 w 13158797"/>
              <a:gd name="connsiteY202" fmla="*/ 844 h 9456078"/>
              <a:gd name="connsiteX203" fmla="*/ 12651504 w 13158797"/>
              <a:gd name="connsiteY203" fmla="*/ 211 h 9456078"/>
              <a:gd name="connsiteX204" fmla="*/ 12701487 w 13158797"/>
              <a:gd name="connsiteY204" fmla="*/ 0 h 9456078"/>
              <a:gd name="connsiteX205" fmla="*/ 13158798 w 13158797"/>
              <a:gd name="connsiteY205" fmla="*/ 0 h 94560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</a:cxnLst>
            <a:rect l="l" t="t" r="r" b="b"/>
            <a:pathLst>
              <a:path w="13158797" h="9456078">
                <a:moveTo>
                  <a:pt x="0" y="9456078"/>
                </a:moveTo>
                <a:lnTo>
                  <a:pt x="49977" y="9455836"/>
                </a:lnTo>
                <a:lnTo>
                  <a:pt x="99893" y="9455111"/>
                </a:lnTo>
                <a:lnTo>
                  <a:pt x="149742" y="9453904"/>
                </a:lnTo>
                <a:lnTo>
                  <a:pt x="199524" y="9452217"/>
                </a:lnTo>
                <a:lnTo>
                  <a:pt x="298870" y="9447409"/>
                </a:lnTo>
                <a:lnTo>
                  <a:pt x="348429" y="9444290"/>
                </a:lnTo>
                <a:lnTo>
                  <a:pt x="397907" y="9440698"/>
                </a:lnTo>
                <a:lnTo>
                  <a:pt x="447302" y="9436632"/>
                </a:lnTo>
                <a:lnTo>
                  <a:pt x="496610" y="9432096"/>
                </a:lnTo>
                <a:lnTo>
                  <a:pt x="545829" y="9427089"/>
                </a:lnTo>
                <a:lnTo>
                  <a:pt x="594956" y="9421615"/>
                </a:lnTo>
                <a:lnTo>
                  <a:pt x="643987" y="9415673"/>
                </a:lnTo>
                <a:lnTo>
                  <a:pt x="692920" y="9409267"/>
                </a:lnTo>
                <a:lnTo>
                  <a:pt x="741751" y="9402396"/>
                </a:lnTo>
                <a:lnTo>
                  <a:pt x="790478" y="9395063"/>
                </a:lnTo>
                <a:lnTo>
                  <a:pt x="839098" y="9387270"/>
                </a:lnTo>
                <a:lnTo>
                  <a:pt x="887607" y="9379017"/>
                </a:lnTo>
                <a:lnTo>
                  <a:pt x="936002" y="9370306"/>
                </a:lnTo>
                <a:lnTo>
                  <a:pt x="984281" y="9361139"/>
                </a:lnTo>
                <a:lnTo>
                  <a:pt x="1032440" y="9351517"/>
                </a:lnTo>
                <a:lnTo>
                  <a:pt x="1080477" y="9341441"/>
                </a:lnTo>
                <a:lnTo>
                  <a:pt x="1176172" y="9319936"/>
                </a:lnTo>
                <a:lnTo>
                  <a:pt x="1223823" y="9308509"/>
                </a:lnTo>
                <a:lnTo>
                  <a:pt x="1271339" y="9296635"/>
                </a:lnTo>
                <a:lnTo>
                  <a:pt x="1318719" y="9284315"/>
                </a:lnTo>
                <a:lnTo>
                  <a:pt x="1365957" y="9271550"/>
                </a:lnTo>
                <a:lnTo>
                  <a:pt x="1413052" y="9258342"/>
                </a:lnTo>
                <a:lnTo>
                  <a:pt x="1460000" y="9244693"/>
                </a:lnTo>
                <a:lnTo>
                  <a:pt x="1506799" y="9230604"/>
                </a:lnTo>
                <a:lnTo>
                  <a:pt x="1553445" y="9216076"/>
                </a:lnTo>
                <a:lnTo>
                  <a:pt x="1599935" y="9201111"/>
                </a:lnTo>
                <a:lnTo>
                  <a:pt x="1646267" y="9185710"/>
                </a:lnTo>
                <a:lnTo>
                  <a:pt x="1692437" y="9169876"/>
                </a:lnTo>
                <a:lnTo>
                  <a:pt x="1738442" y="9153608"/>
                </a:lnTo>
                <a:lnTo>
                  <a:pt x="1784280" y="9136910"/>
                </a:lnTo>
                <a:lnTo>
                  <a:pt x="1829947" y="9119782"/>
                </a:lnTo>
                <a:lnTo>
                  <a:pt x="1875440" y="9102226"/>
                </a:lnTo>
                <a:lnTo>
                  <a:pt x="1920756" y="9084243"/>
                </a:lnTo>
                <a:lnTo>
                  <a:pt x="1965893" y="9065835"/>
                </a:lnTo>
                <a:lnTo>
                  <a:pt x="2055615" y="9027750"/>
                </a:lnTo>
                <a:lnTo>
                  <a:pt x="2100195" y="9008075"/>
                </a:lnTo>
                <a:lnTo>
                  <a:pt x="2144582" y="8987981"/>
                </a:lnTo>
                <a:lnTo>
                  <a:pt x="2188775" y="8967470"/>
                </a:lnTo>
                <a:lnTo>
                  <a:pt x="2232770" y="8946542"/>
                </a:lnTo>
                <a:lnTo>
                  <a:pt x="2276564" y="8925199"/>
                </a:lnTo>
                <a:lnTo>
                  <a:pt x="2320154" y="8903443"/>
                </a:lnTo>
                <a:lnTo>
                  <a:pt x="2363538" y="8881275"/>
                </a:lnTo>
                <a:lnTo>
                  <a:pt x="2406711" y="8858697"/>
                </a:lnTo>
                <a:lnTo>
                  <a:pt x="2449672" y="8835710"/>
                </a:lnTo>
                <a:lnTo>
                  <a:pt x="2492417" y="8812316"/>
                </a:lnTo>
                <a:lnTo>
                  <a:pt x="2534943" y="8788516"/>
                </a:lnTo>
                <a:lnTo>
                  <a:pt x="2577247" y="8764311"/>
                </a:lnTo>
                <a:lnTo>
                  <a:pt x="2619326" y="8739704"/>
                </a:lnTo>
                <a:lnTo>
                  <a:pt x="2661177" y="8714695"/>
                </a:lnTo>
                <a:lnTo>
                  <a:pt x="2702797" y="8689286"/>
                </a:lnTo>
                <a:lnTo>
                  <a:pt x="2744183" y="8663479"/>
                </a:lnTo>
                <a:lnTo>
                  <a:pt x="2785333" y="8637274"/>
                </a:lnTo>
                <a:lnTo>
                  <a:pt x="2826242" y="8610675"/>
                </a:lnTo>
                <a:lnTo>
                  <a:pt x="2866908" y="8583681"/>
                </a:lnTo>
                <a:lnTo>
                  <a:pt x="2907329" y="8556295"/>
                </a:lnTo>
                <a:lnTo>
                  <a:pt x="2947500" y="8528517"/>
                </a:lnTo>
                <a:lnTo>
                  <a:pt x="2987419" y="8500351"/>
                </a:lnTo>
                <a:lnTo>
                  <a:pt x="3027083" y="8471796"/>
                </a:lnTo>
                <a:lnTo>
                  <a:pt x="3066489" y="8442854"/>
                </a:lnTo>
                <a:lnTo>
                  <a:pt x="3105634" y="8413528"/>
                </a:lnTo>
                <a:lnTo>
                  <a:pt x="3144515" y="8383818"/>
                </a:lnTo>
                <a:lnTo>
                  <a:pt x="3183129" y="8353726"/>
                </a:lnTo>
                <a:lnTo>
                  <a:pt x="3221473" y="8323253"/>
                </a:lnTo>
                <a:lnTo>
                  <a:pt x="3259544" y="8292401"/>
                </a:lnTo>
                <a:lnTo>
                  <a:pt x="3297339" y="8261172"/>
                </a:lnTo>
                <a:lnTo>
                  <a:pt x="3334854" y="8229566"/>
                </a:lnTo>
                <a:lnTo>
                  <a:pt x="3372087" y="8197585"/>
                </a:lnTo>
                <a:lnTo>
                  <a:pt x="3409035" y="8165232"/>
                </a:lnTo>
                <a:lnTo>
                  <a:pt x="3445695" y="8132507"/>
                </a:lnTo>
                <a:lnTo>
                  <a:pt x="3482064" y="8099411"/>
                </a:lnTo>
                <a:lnTo>
                  <a:pt x="3518139" y="8065947"/>
                </a:lnTo>
                <a:lnTo>
                  <a:pt x="3553916" y="8032115"/>
                </a:lnTo>
                <a:lnTo>
                  <a:pt x="3589393" y="7997918"/>
                </a:lnTo>
                <a:lnTo>
                  <a:pt x="3624567" y="7963356"/>
                </a:lnTo>
                <a:lnTo>
                  <a:pt x="3659435" y="7928432"/>
                </a:lnTo>
                <a:lnTo>
                  <a:pt x="3693994" y="7893146"/>
                </a:lnTo>
                <a:lnTo>
                  <a:pt x="3728240" y="7857501"/>
                </a:lnTo>
                <a:lnTo>
                  <a:pt x="3762171" y="7821497"/>
                </a:lnTo>
                <a:lnTo>
                  <a:pt x="3795783" y="7785136"/>
                </a:lnTo>
                <a:lnTo>
                  <a:pt x="3829075" y="7748420"/>
                </a:lnTo>
                <a:lnTo>
                  <a:pt x="3862042" y="7711350"/>
                </a:lnTo>
                <a:lnTo>
                  <a:pt x="3894682" y="7673928"/>
                </a:lnTo>
                <a:lnTo>
                  <a:pt x="3926991" y="7636155"/>
                </a:lnTo>
                <a:lnTo>
                  <a:pt x="3958967" y="7598032"/>
                </a:lnTo>
                <a:lnTo>
                  <a:pt x="3990607" y="7559561"/>
                </a:lnTo>
                <a:lnTo>
                  <a:pt x="4021907" y="7520744"/>
                </a:lnTo>
                <a:lnTo>
                  <a:pt x="4052865" y="7481582"/>
                </a:lnTo>
                <a:lnTo>
                  <a:pt x="4083478" y="7442077"/>
                </a:lnTo>
                <a:lnTo>
                  <a:pt x="8022311" y="2307814"/>
                </a:lnTo>
                <a:lnTo>
                  <a:pt x="8052902" y="2268285"/>
                </a:lnTo>
                <a:lnTo>
                  <a:pt x="8083796" y="2229056"/>
                </a:lnTo>
                <a:lnTo>
                  <a:pt x="8114989" y="2190127"/>
                </a:lnTo>
                <a:lnTo>
                  <a:pt x="8146479" y="2151500"/>
                </a:lnTo>
                <a:lnTo>
                  <a:pt x="8178264" y="2113176"/>
                </a:lnTo>
                <a:lnTo>
                  <a:pt x="8210341" y="2075157"/>
                </a:lnTo>
                <a:lnTo>
                  <a:pt x="8242709" y="2037442"/>
                </a:lnTo>
                <a:lnTo>
                  <a:pt x="8275365" y="2000034"/>
                </a:lnTo>
                <a:lnTo>
                  <a:pt x="8308307" y="1962934"/>
                </a:lnTo>
                <a:lnTo>
                  <a:pt x="8341532" y="1926142"/>
                </a:lnTo>
                <a:lnTo>
                  <a:pt x="8375038" y="1889660"/>
                </a:lnTo>
                <a:lnTo>
                  <a:pt x="8408823" y="1853489"/>
                </a:lnTo>
                <a:lnTo>
                  <a:pt x="8442885" y="1817630"/>
                </a:lnTo>
                <a:lnTo>
                  <a:pt x="8477221" y="1782084"/>
                </a:lnTo>
                <a:lnTo>
                  <a:pt x="8511829" y="1746853"/>
                </a:lnTo>
                <a:lnTo>
                  <a:pt x="8546706" y="1711937"/>
                </a:lnTo>
                <a:lnTo>
                  <a:pt x="8581851" y="1677337"/>
                </a:lnTo>
                <a:lnTo>
                  <a:pt x="8617261" y="1643056"/>
                </a:lnTo>
                <a:lnTo>
                  <a:pt x="8652934" y="1609093"/>
                </a:lnTo>
                <a:lnTo>
                  <a:pt x="8688867" y="1575450"/>
                </a:lnTo>
                <a:lnTo>
                  <a:pt x="8725058" y="1542128"/>
                </a:lnTo>
                <a:lnTo>
                  <a:pt x="8761506" y="1509129"/>
                </a:lnTo>
                <a:lnTo>
                  <a:pt x="8798207" y="1476452"/>
                </a:lnTo>
                <a:lnTo>
                  <a:pt x="8835159" y="1444101"/>
                </a:lnTo>
                <a:lnTo>
                  <a:pt x="8872360" y="1412075"/>
                </a:lnTo>
                <a:lnTo>
                  <a:pt x="8909808" y="1380375"/>
                </a:lnTo>
                <a:lnTo>
                  <a:pt x="8947501" y="1349004"/>
                </a:lnTo>
                <a:lnTo>
                  <a:pt x="8985435" y="1317962"/>
                </a:lnTo>
                <a:lnTo>
                  <a:pt x="9023610" y="1287250"/>
                </a:lnTo>
                <a:lnTo>
                  <a:pt x="9062022" y="1256869"/>
                </a:lnTo>
                <a:lnTo>
                  <a:pt x="9100669" y="1226820"/>
                </a:lnTo>
                <a:lnTo>
                  <a:pt x="9139549" y="1197105"/>
                </a:lnTo>
                <a:lnTo>
                  <a:pt x="9178660" y="1167725"/>
                </a:lnTo>
                <a:lnTo>
                  <a:pt x="9217999" y="1138681"/>
                </a:lnTo>
                <a:lnTo>
                  <a:pt x="9257564" y="1109974"/>
                </a:lnTo>
                <a:lnTo>
                  <a:pt x="9297353" y="1081604"/>
                </a:lnTo>
                <a:lnTo>
                  <a:pt x="9337364" y="1053574"/>
                </a:lnTo>
                <a:lnTo>
                  <a:pt x="9377594" y="1025884"/>
                </a:lnTo>
                <a:lnTo>
                  <a:pt x="9418040" y="998536"/>
                </a:lnTo>
                <a:lnTo>
                  <a:pt x="9458702" y="971530"/>
                </a:lnTo>
                <a:lnTo>
                  <a:pt x="9499575" y="944868"/>
                </a:lnTo>
                <a:lnTo>
                  <a:pt x="9540659" y="918551"/>
                </a:lnTo>
                <a:lnTo>
                  <a:pt x="9581950" y="892580"/>
                </a:lnTo>
                <a:lnTo>
                  <a:pt x="9623447" y="866956"/>
                </a:lnTo>
                <a:lnTo>
                  <a:pt x="9665147" y="841681"/>
                </a:lnTo>
                <a:lnTo>
                  <a:pt x="9707048" y="816754"/>
                </a:lnTo>
                <a:lnTo>
                  <a:pt x="9749147" y="792179"/>
                </a:lnTo>
                <a:lnTo>
                  <a:pt x="9791443" y="767955"/>
                </a:lnTo>
                <a:lnTo>
                  <a:pt x="9833932" y="744083"/>
                </a:lnTo>
                <a:lnTo>
                  <a:pt x="9876613" y="720566"/>
                </a:lnTo>
                <a:lnTo>
                  <a:pt x="9919484" y="697404"/>
                </a:lnTo>
                <a:lnTo>
                  <a:pt x="9962542" y="674598"/>
                </a:lnTo>
                <a:lnTo>
                  <a:pt x="10005784" y="652149"/>
                </a:lnTo>
                <a:lnTo>
                  <a:pt x="10049209" y="630059"/>
                </a:lnTo>
                <a:lnTo>
                  <a:pt x="10092814" y="608328"/>
                </a:lnTo>
                <a:lnTo>
                  <a:pt x="10136597" y="586958"/>
                </a:lnTo>
                <a:lnTo>
                  <a:pt x="10180556" y="565950"/>
                </a:lnTo>
                <a:lnTo>
                  <a:pt x="10224688" y="545304"/>
                </a:lnTo>
                <a:lnTo>
                  <a:pt x="10268991" y="525023"/>
                </a:lnTo>
                <a:lnTo>
                  <a:pt x="10313463" y="505107"/>
                </a:lnTo>
                <a:lnTo>
                  <a:pt x="10358101" y="485558"/>
                </a:lnTo>
                <a:lnTo>
                  <a:pt x="10402903" y="466376"/>
                </a:lnTo>
                <a:lnTo>
                  <a:pt x="10447868" y="447563"/>
                </a:lnTo>
                <a:lnTo>
                  <a:pt x="10492991" y="429119"/>
                </a:lnTo>
                <a:lnTo>
                  <a:pt x="10538272" y="411046"/>
                </a:lnTo>
                <a:lnTo>
                  <a:pt x="10583708" y="393346"/>
                </a:lnTo>
                <a:lnTo>
                  <a:pt x="10629297" y="376018"/>
                </a:lnTo>
                <a:lnTo>
                  <a:pt x="10675036" y="359065"/>
                </a:lnTo>
                <a:lnTo>
                  <a:pt x="10720923" y="342487"/>
                </a:lnTo>
                <a:lnTo>
                  <a:pt x="10766956" y="326286"/>
                </a:lnTo>
                <a:lnTo>
                  <a:pt x="10813132" y="310462"/>
                </a:lnTo>
                <a:lnTo>
                  <a:pt x="10859450" y="295018"/>
                </a:lnTo>
                <a:lnTo>
                  <a:pt x="10905907" y="279953"/>
                </a:lnTo>
                <a:lnTo>
                  <a:pt x="10952500" y="265269"/>
                </a:lnTo>
                <a:lnTo>
                  <a:pt x="10999227" y="250968"/>
                </a:lnTo>
                <a:lnTo>
                  <a:pt x="11046087" y="237049"/>
                </a:lnTo>
                <a:lnTo>
                  <a:pt x="11093076" y="223516"/>
                </a:lnTo>
                <a:lnTo>
                  <a:pt x="11140193" y="210368"/>
                </a:lnTo>
                <a:lnTo>
                  <a:pt x="11187434" y="197606"/>
                </a:lnTo>
                <a:lnTo>
                  <a:pt x="11234799" y="185233"/>
                </a:lnTo>
                <a:lnTo>
                  <a:pt x="11282284" y="173248"/>
                </a:lnTo>
                <a:lnTo>
                  <a:pt x="11329888" y="161654"/>
                </a:lnTo>
                <a:lnTo>
                  <a:pt x="11377607" y="150451"/>
                </a:lnTo>
                <a:lnTo>
                  <a:pt x="11425440" y="139640"/>
                </a:lnTo>
                <a:lnTo>
                  <a:pt x="11473385" y="129223"/>
                </a:lnTo>
                <a:lnTo>
                  <a:pt x="11521439" y="119201"/>
                </a:lnTo>
                <a:lnTo>
                  <a:pt x="11569599" y="109574"/>
                </a:lnTo>
                <a:lnTo>
                  <a:pt x="11617864" y="100344"/>
                </a:lnTo>
                <a:lnTo>
                  <a:pt x="11666231" y="91512"/>
                </a:lnTo>
                <a:lnTo>
                  <a:pt x="11714698" y="83080"/>
                </a:lnTo>
                <a:lnTo>
                  <a:pt x="11763263" y="75047"/>
                </a:lnTo>
                <a:lnTo>
                  <a:pt x="11811923" y="67417"/>
                </a:lnTo>
                <a:lnTo>
                  <a:pt x="11860676" y="60188"/>
                </a:lnTo>
                <a:lnTo>
                  <a:pt x="11909519" y="53364"/>
                </a:lnTo>
                <a:lnTo>
                  <a:pt x="11958451" y="46944"/>
                </a:lnTo>
                <a:lnTo>
                  <a:pt x="12007470" y="40931"/>
                </a:lnTo>
                <a:lnTo>
                  <a:pt x="12056572" y="35324"/>
                </a:lnTo>
                <a:lnTo>
                  <a:pt x="12105756" y="30126"/>
                </a:lnTo>
                <a:lnTo>
                  <a:pt x="12155019" y="25337"/>
                </a:lnTo>
                <a:lnTo>
                  <a:pt x="12204359" y="20958"/>
                </a:lnTo>
                <a:lnTo>
                  <a:pt x="12253773" y="16991"/>
                </a:lnTo>
                <a:lnTo>
                  <a:pt x="12303260" y="13437"/>
                </a:lnTo>
                <a:lnTo>
                  <a:pt x="12352818" y="10297"/>
                </a:lnTo>
                <a:lnTo>
                  <a:pt x="12402443" y="7572"/>
                </a:lnTo>
                <a:lnTo>
                  <a:pt x="12452133" y="5263"/>
                </a:lnTo>
                <a:lnTo>
                  <a:pt x="12501887" y="3371"/>
                </a:lnTo>
                <a:lnTo>
                  <a:pt x="12551701" y="1898"/>
                </a:lnTo>
                <a:lnTo>
                  <a:pt x="12601574" y="844"/>
                </a:lnTo>
                <a:lnTo>
                  <a:pt x="12651504" y="211"/>
                </a:lnTo>
                <a:lnTo>
                  <a:pt x="12701487" y="0"/>
                </a:lnTo>
                <a:lnTo>
                  <a:pt x="13158798" y="0"/>
                </a:lnTo>
              </a:path>
            </a:pathLst>
          </a:custGeom>
          <a:ln w="19050">
            <a:gradFill>
              <a:gsLst>
                <a:gs pos="18000">
                  <a:schemeClr val="accent2"/>
                </a:gs>
                <a:gs pos="0">
                  <a:schemeClr val="bg1">
                    <a:alpha val="0"/>
                  </a:schemeClr>
                </a:gs>
              </a:gsLst>
              <a:lin ang="5400000" scaled="0"/>
            </a:gradFill>
          </a:ln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</p:spTree>
    <p:extLst>
      <p:ext uri="{BB962C8B-B14F-4D97-AF65-F5344CB8AC3E}">
        <p14:creationId xmlns:p14="http://schemas.microsoft.com/office/powerpoint/2010/main" val="297647640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042">
          <p15:clr>
            <a:srgbClr val="FBAE40"/>
          </p15:clr>
        </p15:guide>
        <p15:guide id="2" pos="211">
          <p15:clr>
            <a:srgbClr val="FBAE40"/>
          </p15:clr>
        </p15:guide>
        <p15:guide id="3" orient="horz" pos="3929">
          <p15:clr>
            <a:srgbClr val="FBAE40"/>
          </p15:clr>
        </p15:guide>
        <p15:guide id="4" pos="7469">
          <p15:clr>
            <a:srgbClr val="FBAE40"/>
          </p15:clr>
        </p15:guide>
        <p15:guide id="5" orient="horz" pos="232">
          <p15:clr>
            <a:srgbClr val="FBAE40"/>
          </p15:clr>
        </p15:guide>
        <p15:guide id="6" orient="horz" pos="504">
          <p15:clr>
            <a:srgbClr val="FBAE40"/>
          </p15:clr>
        </p15:guide>
        <p15:guide id="7" orient="horz" pos="686">
          <p15:clr>
            <a:srgbClr val="FBAE40"/>
          </p15:clr>
        </p15:guide>
      </p15:sldGuideLst>
    </p:ext>
  </p:extLst>
</p:sldLayout>
</file>

<file path=ppt/slideLayouts/slideLayout121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1_Contracapa - Escura">
    <p:bg>
      <p:bgPr>
        <a:gradFill>
          <a:gsLst>
            <a:gs pos="0">
              <a:schemeClr val="tx1"/>
            </a:gs>
            <a:gs pos="23000">
              <a:schemeClr val="tx1"/>
            </a:gs>
            <a:gs pos="55000">
              <a:srgbClr val="161B21"/>
            </a:gs>
          </a:gsLst>
          <a:lin ang="84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8">
            <a:extLst>
              <a:ext uri="{FF2B5EF4-FFF2-40B4-BE49-F238E27FC236}">
                <a16:creationId xmlns:a16="http://schemas.microsoft.com/office/drawing/2014/main" id="{5DFDDE66-D42F-747B-AE91-59F0E99B410D}"/>
              </a:ext>
            </a:extLst>
          </p:cNvPr>
          <p:cNvPicPr>
            <a:picLocks noChangeAspect="1"/>
          </p:cNvPicPr>
          <p:nvPr/>
        </p:nvPicPr>
        <p:blipFill rotWithShape="1">
          <a:blip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 l="-8117" t="-23966" r="-8117" b="-23966"/>
          <a:stretch/>
        </p:blipFill>
        <p:spPr>
          <a:xfrm>
            <a:off x="5238152" y="3057517"/>
            <a:ext cx="1715687" cy="742966"/>
          </a:xfrm>
          <a:prstGeom prst="rect">
            <a:avLst/>
          </a:prstGeom>
        </p:spPr>
      </p:pic>
      <p:sp>
        <p:nvSpPr>
          <p:cNvPr id="7" name="CaixaDeTexto 5">
            <a:extLst>
              <a:ext uri="{FF2B5EF4-FFF2-40B4-BE49-F238E27FC236}">
                <a16:creationId xmlns:a16="http://schemas.microsoft.com/office/drawing/2014/main" id="{8378CFC1-6711-DF8D-70B6-9948B019A6C8}"/>
              </a:ext>
            </a:extLst>
          </p:cNvPr>
          <p:cNvSpPr txBox="1"/>
          <p:nvPr/>
        </p:nvSpPr>
        <p:spPr>
          <a:xfrm>
            <a:off x="4975497" y="5812397"/>
            <a:ext cx="2240995" cy="86177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it-IT" sz="1000" kern="0">
                <a:solidFill>
                  <a:srgbClr val="FFFFFF"/>
                </a:solidFill>
                <a:effectLst/>
                <a:latin typeface="Versos Light" panose="020B0403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Avenida Faria Lima, 4.300</a:t>
            </a:r>
          </a:p>
          <a:p>
            <a:pPr algn="ctr"/>
            <a:r>
              <a:rPr lang="it-IT" sz="1000" kern="0">
                <a:solidFill>
                  <a:srgbClr val="FFFFFF"/>
                </a:solidFill>
                <a:effectLst/>
                <a:latin typeface="Versos Light" panose="020B0403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7º andar | Vila Olímpia</a:t>
            </a:r>
          </a:p>
          <a:p>
            <a:pPr algn="ctr"/>
            <a:r>
              <a:rPr lang="it-IT" sz="1000" kern="0">
                <a:solidFill>
                  <a:srgbClr val="FFFFFF"/>
                </a:solidFill>
                <a:effectLst/>
                <a:latin typeface="Versos Light" panose="020B0403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CEP 04538-132 | São Paulo</a:t>
            </a:r>
          </a:p>
          <a:p>
            <a:pPr algn="ctr"/>
            <a:endParaRPr lang="it-IT" sz="1000">
              <a:solidFill>
                <a:srgbClr val="FFFFFF"/>
              </a:solidFill>
              <a:latin typeface="Versos Light" panose="020B0403020204030204" pitchFamily="34" charset="0"/>
              <a:cs typeface="Times New Roman" panose="02020603050405020304" pitchFamily="18" charset="0"/>
            </a:endParaRPr>
          </a:p>
          <a:p>
            <a:pPr algn="ctr"/>
            <a:r>
              <a:rPr lang="it-IT" sz="1000">
                <a:solidFill>
                  <a:schemeClr val="accent2"/>
                </a:solidFill>
                <a:latin typeface="Versos Light" panose="020B0403020204030204" pitchFamily="34" charset="0"/>
                <a:cs typeface="Times New Roman" panose="02020603050405020304" pitchFamily="18" charset="0"/>
              </a:rPr>
              <a:t>www.tivio.com</a:t>
            </a:r>
            <a:endParaRPr lang="pt-BR" sz="1000">
              <a:solidFill>
                <a:schemeClr val="accent2"/>
              </a:solidFill>
              <a:latin typeface="Versos Light" panose="020B0403020204030204" pitchFamily="34" charset="0"/>
            </a:endParaRPr>
          </a:p>
        </p:txBody>
      </p:sp>
      <p:sp>
        <p:nvSpPr>
          <p:cNvPr id="9" name="Freeform: Shape 8">
            <a:extLst>
              <a:ext uri="{FF2B5EF4-FFF2-40B4-BE49-F238E27FC236}">
                <a16:creationId xmlns:a16="http://schemas.microsoft.com/office/drawing/2014/main" id="{0CFDB3A0-33C3-E607-8736-492DB68BA51E}"/>
              </a:ext>
            </a:extLst>
          </p:cNvPr>
          <p:cNvSpPr/>
          <p:nvPr/>
        </p:nvSpPr>
        <p:spPr>
          <a:xfrm flipV="1">
            <a:off x="-62630" y="5210522"/>
            <a:ext cx="12254630" cy="200722"/>
          </a:xfrm>
          <a:custGeom>
            <a:avLst/>
            <a:gdLst>
              <a:gd name="connsiteX0" fmla="*/ 0 w 12225403"/>
              <a:gd name="connsiteY0" fmla="*/ 0 h 0"/>
              <a:gd name="connsiteX1" fmla="*/ 12225403 w 12225403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2225403">
                <a:moveTo>
                  <a:pt x="0" y="0"/>
                </a:moveTo>
                <a:lnTo>
                  <a:pt x="12225403" y="0"/>
                </a:lnTo>
              </a:path>
            </a:pathLst>
          </a:custGeom>
          <a:noFill/>
          <a:ln w="19050"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  <p:sp>
        <p:nvSpPr>
          <p:cNvPr id="10" name="Freeform: Shape 9">
            <a:extLst>
              <a:ext uri="{FF2B5EF4-FFF2-40B4-BE49-F238E27FC236}">
                <a16:creationId xmlns:a16="http://schemas.microsoft.com/office/drawing/2014/main" id="{59C19B5E-6634-BD9E-DAF0-C9E13ED4A7D7}"/>
              </a:ext>
            </a:extLst>
          </p:cNvPr>
          <p:cNvSpPr/>
          <p:nvPr/>
        </p:nvSpPr>
        <p:spPr>
          <a:xfrm>
            <a:off x="7240261" y="3261055"/>
            <a:ext cx="4988424" cy="3825292"/>
          </a:xfrm>
          <a:custGeom>
            <a:avLst/>
            <a:gdLst>
              <a:gd name="connsiteX0" fmla="*/ 0 w 5087815"/>
              <a:gd name="connsiteY0" fmla="*/ 3845169 h 3845169"/>
              <a:gd name="connsiteX1" fmla="*/ 5087815 w 5087815"/>
              <a:gd name="connsiteY1" fmla="*/ 0 h 3845169"/>
              <a:gd name="connsiteX0" fmla="*/ 0 w 5048059"/>
              <a:gd name="connsiteY0" fmla="*/ 3954500 h 3954500"/>
              <a:gd name="connsiteX1" fmla="*/ 5048059 w 5048059"/>
              <a:gd name="connsiteY1" fmla="*/ 0 h 3954500"/>
              <a:gd name="connsiteX0" fmla="*/ 0 w 5048059"/>
              <a:gd name="connsiteY0" fmla="*/ 3954500 h 3954500"/>
              <a:gd name="connsiteX1" fmla="*/ 5048059 w 5048059"/>
              <a:gd name="connsiteY1" fmla="*/ 0 h 3954500"/>
              <a:gd name="connsiteX0" fmla="*/ 0 w 4988424"/>
              <a:gd name="connsiteY0" fmla="*/ 3835231 h 3835231"/>
              <a:gd name="connsiteX1" fmla="*/ 4988424 w 4988424"/>
              <a:gd name="connsiteY1" fmla="*/ 0 h 3835231"/>
              <a:gd name="connsiteX0" fmla="*/ 0 w 4988424"/>
              <a:gd name="connsiteY0" fmla="*/ 3835231 h 3835231"/>
              <a:gd name="connsiteX1" fmla="*/ 4988424 w 4988424"/>
              <a:gd name="connsiteY1" fmla="*/ 0 h 3835231"/>
              <a:gd name="connsiteX0" fmla="*/ 0 w 4988424"/>
              <a:gd name="connsiteY0" fmla="*/ 3835231 h 3835231"/>
              <a:gd name="connsiteX1" fmla="*/ 4988424 w 4988424"/>
              <a:gd name="connsiteY1" fmla="*/ 0 h 3835231"/>
              <a:gd name="connsiteX0" fmla="*/ 0 w 4988424"/>
              <a:gd name="connsiteY0" fmla="*/ 3825292 h 3825292"/>
              <a:gd name="connsiteX1" fmla="*/ 4988424 w 4988424"/>
              <a:gd name="connsiteY1" fmla="*/ 0 h 38252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988424" h="3825292">
                <a:moveTo>
                  <a:pt x="0" y="3825292"/>
                </a:moveTo>
                <a:cubicBezTo>
                  <a:pt x="1384087" y="1839675"/>
                  <a:pt x="2310976" y="251621"/>
                  <a:pt x="4988424" y="0"/>
                </a:cubicBezTo>
              </a:path>
            </a:pathLst>
          </a:custGeom>
          <a:noFill/>
          <a:ln w="19050"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88225730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319">
          <p15:clr>
            <a:srgbClr val="FBAE40"/>
          </p15:clr>
        </p15:guide>
        <p15:guide id="2" orient="horz" pos="2001">
          <p15:clr>
            <a:srgbClr val="FBAE40"/>
          </p15:clr>
        </p15:guide>
        <p15:guide id="3" orient="horz" pos="3952">
          <p15:clr>
            <a:srgbClr val="FBAE40"/>
          </p15:clr>
        </p15:guide>
        <p15:guide id="4" orient="horz" pos="4156">
          <p15:clr>
            <a:srgbClr val="FBAE40"/>
          </p15:clr>
        </p15:guide>
        <p15:guide id="5" orient="horz" pos="3702">
          <p15:clr>
            <a:srgbClr val="FBAE40"/>
          </p15:clr>
        </p15:guide>
      </p15:sldGuideLst>
    </p:ext>
  </p:extLst>
</p:sldLayout>
</file>

<file path=ppt/slideLayouts/slideLayout122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1_Contracapa - Verde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8">
            <a:extLst>
              <a:ext uri="{FF2B5EF4-FFF2-40B4-BE49-F238E27FC236}">
                <a16:creationId xmlns:a16="http://schemas.microsoft.com/office/drawing/2014/main" id="{F6E11D50-B4C0-91C8-A625-B4CC17BF3AF9}"/>
              </a:ext>
            </a:extLst>
          </p:cNvPr>
          <p:cNvPicPr>
            <a:picLocks noChangeAspect="1"/>
          </p:cNvPicPr>
          <p:nvPr/>
        </p:nvPicPr>
        <p:blipFill rotWithShape="1">
          <a:blip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 l="-8117" t="-23966" r="-8117" b="-23966"/>
          <a:stretch/>
        </p:blipFill>
        <p:spPr>
          <a:xfrm>
            <a:off x="5238152" y="3057517"/>
            <a:ext cx="1715687" cy="742966"/>
          </a:xfrm>
          <a:prstGeom prst="rect">
            <a:avLst/>
          </a:prstGeom>
        </p:spPr>
      </p:pic>
      <p:sp>
        <p:nvSpPr>
          <p:cNvPr id="3" name="CaixaDeTexto 5">
            <a:extLst>
              <a:ext uri="{FF2B5EF4-FFF2-40B4-BE49-F238E27FC236}">
                <a16:creationId xmlns:a16="http://schemas.microsoft.com/office/drawing/2014/main" id="{943F62F9-7B7C-803A-9ABE-30B4071FF71D}"/>
              </a:ext>
            </a:extLst>
          </p:cNvPr>
          <p:cNvSpPr txBox="1"/>
          <p:nvPr/>
        </p:nvSpPr>
        <p:spPr>
          <a:xfrm>
            <a:off x="4975497" y="5812397"/>
            <a:ext cx="2240995" cy="86177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it-IT" sz="1000" kern="0">
                <a:solidFill>
                  <a:schemeClr val="tx1"/>
                </a:solidFill>
                <a:effectLst/>
                <a:latin typeface="Versos Light" panose="020B0403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Avenida Faria Lima, 4.300</a:t>
            </a:r>
          </a:p>
          <a:p>
            <a:pPr algn="ctr"/>
            <a:r>
              <a:rPr lang="it-IT" sz="1000" kern="0">
                <a:solidFill>
                  <a:schemeClr val="tx1"/>
                </a:solidFill>
                <a:effectLst/>
                <a:latin typeface="Versos Light" panose="020B0403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7º andar | Vila Olímpia</a:t>
            </a:r>
          </a:p>
          <a:p>
            <a:pPr algn="ctr"/>
            <a:r>
              <a:rPr lang="it-IT" sz="1000" kern="0">
                <a:solidFill>
                  <a:schemeClr val="tx1"/>
                </a:solidFill>
                <a:effectLst/>
                <a:latin typeface="Versos Light" panose="020B0403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CEP 04538-132 | São Paulo</a:t>
            </a:r>
          </a:p>
          <a:p>
            <a:pPr algn="ctr"/>
            <a:endParaRPr lang="it-IT" sz="1000">
              <a:solidFill>
                <a:schemeClr val="tx1"/>
              </a:solidFill>
              <a:latin typeface="Versos Light" panose="020B0403020204030204" pitchFamily="34" charset="0"/>
              <a:cs typeface="Times New Roman" panose="02020603050405020304" pitchFamily="18" charset="0"/>
            </a:endParaRPr>
          </a:p>
          <a:p>
            <a:pPr algn="ctr"/>
            <a:r>
              <a:rPr lang="it-IT" sz="1000">
                <a:solidFill>
                  <a:schemeClr val="tx2"/>
                </a:solidFill>
                <a:latin typeface="Versos Light" panose="020B0403020204030204" pitchFamily="34" charset="0"/>
                <a:cs typeface="Times New Roman" panose="02020603050405020304" pitchFamily="18" charset="0"/>
              </a:rPr>
              <a:t>www.tivio.com</a:t>
            </a:r>
            <a:endParaRPr lang="pt-BR" sz="1000">
              <a:solidFill>
                <a:schemeClr val="tx2"/>
              </a:solidFill>
              <a:latin typeface="Versos Light" panose="020B0403020204030204" pitchFamily="34" charset="0"/>
            </a:endParaRPr>
          </a:p>
        </p:txBody>
      </p:sp>
      <p:sp>
        <p:nvSpPr>
          <p:cNvPr id="5" name="Freeform: Shape 4">
            <a:extLst>
              <a:ext uri="{FF2B5EF4-FFF2-40B4-BE49-F238E27FC236}">
                <a16:creationId xmlns:a16="http://schemas.microsoft.com/office/drawing/2014/main" id="{19517706-97A9-0F2E-14F2-016064B4ECC6}"/>
              </a:ext>
            </a:extLst>
          </p:cNvPr>
          <p:cNvSpPr/>
          <p:nvPr/>
        </p:nvSpPr>
        <p:spPr>
          <a:xfrm flipV="1">
            <a:off x="-62630" y="5210522"/>
            <a:ext cx="12254630" cy="200722"/>
          </a:xfrm>
          <a:custGeom>
            <a:avLst/>
            <a:gdLst>
              <a:gd name="connsiteX0" fmla="*/ 0 w 12225403"/>
              <a:gd name="connsiteY0" fmla="*/ 0 h 0"/>
              <a:gd name="connsiteX1" fmla="*/ 12225403 w 12225403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2225403">
                <a:moveTo>
                  <a:pt x="0" y="0"/>
                </a:moveTo>
                <a:lnTo>
                  <a:pt x="12225403" y="0"/>
                </a:lnTo>
              </a:path>
            </a:pathLst>
          </a:custGeom>
          <a:noFill/>
          <a:ln w="19050">
            <a:solidFill>
              <a:schemeClr val="tx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  <p:sp>
        <p:nvSpPr>
          <p:cNvPr id="7" name="Freeform: Shape 6">
            <a:extLst>
              <a:ext uri="{FF2B5EF4-FFF2-40B4-BE49-F238E27FC236}">
                <a16:creationId xmlns:a16="http://schemas.microsoft.com/office/drawing/2014/main" id="{B0B86C8C-C6DF-A40C-2203-D92D03E82577}"/>
              </a:ext>
            </a:extLst>
          </p:cNvPr>
          <p:cNvSpPr/>
          <p:nvPr/>
        </p:nvSpPr>
        <p:spPr>
          <a:xfrm>
            <a:off x="7240261" y="3261055"/>
            <a:ext cx="4988424" cy="3825292"/>
          </a:xfrm>
          <a:custGeom>
            <a:avLst/>
            <a:gdLst>
              <a:gd name="connsiteX0" fmla="*/ 0 w 5087815"/>
              <a:gd name="connsiteY0" fmla="*/ 3845169 h 3845169"/>
              <a:gd name="connsiteX1" fmla="*/ 5087815 w 5087815"/>
              <a:gd name="connsiteY1" fmla="*/ 0 h 3845169"/>
              <a:gd name="connsiteX0" fmla="*/ 0 w 5048059"/>
              <a:gd name="connsiteY0" fmla="*/ 3954500 h 3954500"/>
              <a:gd name="connsiteX1" fmla="*/ 5048059 w 5048059"/>
              <a:gd name="connsiteY1" fmla="*/ 0 h 3954500"/>
              <a:gd name="connsiteX0" fmla="*/ 0 w 5048059"/>
              <a:gd name="connsiteY0" fmla="*/ 3954500 h 3954500"/>
              <a:gd name="connsiteX1" fmla="*/ 5048059 w 5048059"/>
              <a:gd name="connsiteY1" fmla="*/ 0 h 3954500"/>
              <a:gd name="connsiteX0" fmla="*/ 0 w 4988424"/>
              <a:gd name="connsiteY0" fmla="*/ 3835231 h 3835231"/>
              <a:gd name="connsiteX1" fmla="*/ 4988424 w 4988424"/>
              <a:gd name="connsiteY1" fmla="*/ 0 h 3835231"/>
              <a:gd name="connsiteX0" fmla="*/ 0 w 4988424"/>
              <a:gd name="connsiteY0" fmla="*/ 3835231 h 3835231"/>
              <a:gd name="connsiteX1" fmla="*/ 4988424 w 4988424"/>
              <a:gd name="connsiteY1" fmla="*/ 0 h 3835231"/>
              <a:gd name="connsiteX0" fmla="*/ 0 w 4988424"/>
              <a:gd name="connsiteY0" fmla="*/ 3835231 h 3835231"/>
              <a:gd name="connsiteX1" fmla="*/ 4988424 w 4988424"/>
              <a:gd name="connsiteY1" fmla="*/ 0 h 3835231"/>
              <a:gd name="connsiteX0" fmla="*/ 0 w 4988424"/>
              <a:gd name="connsiteY0" fmla="*/ 3825292 h 3825292"/>
              <a:gd name="connsiteX1" fmla="*/ 4988424 w 4988424"/>
              <a:gd name="connsiteY1" fmla="*/ 0 h 38252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988424" h="3825292">
                <a:moveTo>
                  <a:pt x="0" y="3825292"/>
                </a:moveTo>
                <a:cubicBezTo>
                  <a:pt x="1384087" y="1839675"/>
                  <a:pt x="2310976" y="251621"/>
                  <a:pt x="4988424" y="0"/>
                </a:cubicBezTo>
              </a:path>
            </a:pathLst>
          </a:custGeom>
          <a:noFill/>
          <a:ln w="19050">
            <a:solidFill>
              <a:schemeClr val="tx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78951094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3" orient="horz" pos="2319">
          <p15:clr>
            <a:srgbClr val="FBAE40"/>
          </p15:clr>
        </p15:guide>
        <p15:guide id="4" orient="horz" pos="2001">
          <p15:clr>
            <a:srgbClr val="FBAE40"/>
          </p15:clr>
        </p15:guide>
        <p15:guide id="5" orient="horz" pos="3702">
          <p15:clr>
            <a:srgbClr val="FBAE40"/>
          </p15:clr>
        </p15:guide>
        <p15:guide id="6" orient="horz" pos="3952">
          <p15:clr>
            <a:srgbClr val="FBAE40"/>
          </p15:clr>
        </p15:guide>
        <p15:guide id="7" orient="horz" pos="4156">
          <p15:clr>
            <a:srgbClr val="FBAE40"/>
          </p15:clr>
        </p15:guide>
      </p15:sldGuideLst>
    </p:ext>
  </p:extLst>
</p:sldLayout>
</file>

<file path=ppt/slideLayouts/slideLayout1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_Blank - Escur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object 2">
            <a:extLst>
              <a:ext uri="{FF2B5EF4-FFF2-40B4-BE49-F238E27FC236}">
                <a16:creationId xmlns:a16="http://schemas.microsoft.com/office/drawing/2014/main" id="{A681700C-71BD-D5FF-337B-E92F200670CC}"/>
              </a:ext>
            </a:extLst>
          </p:cNvPr>
          <p:cNvSpPr/>
          <p:nvPr userDrawn="1"/>
        </p:nvSpPr>
        <p:spPr>
          <a:xfrm>
            <a:off x="0" y="6256325"/>
            <a:ext cx="12198846" cy="601675"/>
          </a:xfrm>
          <a:custGeom>
            <a:avLst/>
            <a:gdLst/>
            <a:ahLst/>
            <a:cxnLst/>
            <a:rect l="l" t="t" r="r" b="b"/>
            <a:pathLst>
              <a:path w="20085685" h="767079">
                <a:moveTo>
                  <a:pt x="20085514" y="0"/>
                </a:moveTo>
                <a:lnTo>
                  <a:pt x="0" y="0"/>
                </a:lnTo>
                <a:lnTo>
                  <a:pt x="0" y="766887"/>
                </a:lnTo>
                <a:lnTo>
                  <a:pt x="20085514" y="766887"/>
                </a:lnTo>
                <a:lnTo>
                  <a:pt x="20085514" y="0"/>
                </a:lnTo>
                <a:close/>
              </a:path>
            </a:pathLst>
          </a:custGeom>
          <a:solidFill>
            <a:schemeClr val="accent3"/>
          </a:solidFill>
        </p:spPr>
        <p:txBody>
          <a:bodyPr wrap="square" lIns="0" tIns="0" rIns="0" bIns="0" rtlCol="0"/>
          <a:lstStyle/>
          <a:p>
            <a:pPr defTabSz="554492"/>
            <a:endParaRPr sz="1092" kern="0">
              <a:solidFill>
                <a:sysClr val="windowText" lastClr="000000"/>
              </a:solidFill>
            </a:endParaRPr>
          </a:p>
        </p:txBody>
      </p:sp>
      <p:sp>
        <p:nvSpPr>
          <p:cNvPr id="2" name="Espaço Reservado para Número de Slide 5">
            <a:extLst>
              <a:ext uri="{FF2B5EF4-FFF2-40B4-BE49-F238E27FC236}">
                <a16:creationId xmlns:a16="http://schemas.microsoft.com/office/drawing/2014/main" id="{7BF4513D-9B28-5CD9-5A1C-C92D5952009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tx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33892499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24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7_Capa 01 - Offwhite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8">
            <a:extLst>
              <a:ext uri="{FF2B5EF4-FFF2-40B4-BE49-F238E27FC236}">
                <a16:creationId xmlns:a16="http://schemas.microsoft.com/office/drawing/2014/main" id="{17364209-1E38-0B40-9231-C88F3267BC2A}"/>
              </a:ext>
            </a:extLst>
          </p:cNvPr>
          <p:cNvPicPr>
            <a:picLocks noChangeAspect="1"/>
          </p:cNvPicPr>
          <p:nvPr/>
        </p:nvPicPr>
        <p:blipFill rotWithShape="1">
          <a:blip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 l="-8117" t="-23966" r="-8117" b="-23966"/>
          <a:stretch/>
        </p:blipFill>
        <p:spPr>
          <a:xfrm>
            <a:off x="10183916" y="304605"/>
            <a:ext cx="1715687" cy="742966"/>
          </a:xfrm>
          <a:prstGeom prst="rect">
            <a:avLst/>
          </a:prstGeom>
        </p:spPr>
      </p:pic>
      <p:sp>
        <p:nvSpPr>
          <p:cNvPr id="13" name="Text Placeholder 3">
            <a:extLst>
              <a:ext uri="{FF2B5EF4-FFF2-40B4-BE49-F238E27FC236}">
                <a16:creationId xmlns:a16="http://schemas.microsoft.com/office/drawing/2014/main" id="{AAA4D9F5-240A-9CC5-1EF0-9AAA83CC6908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07988" y="1428927"/>
            <a:ext cx="8528622" cy="2783977"/>
          </a:xfrm>
          <a:prstGeom prst="rect">
            <a:avLst/>
          </a:prstGeom>
        </p:spPr>
        <p:txBody>
          <a:bodyPr lIns="0" tIns="0" rIns="0" bIns="0" anchor="b" anchorCtr="0"/>
          <a:lstStyle>
            <a:lvl1pPr marL="0" indent="0">
              <a:buNone/>
              <a:defRPr sz="3400">
                <a:solidFill>
                  <a:schemeClr val="tx1">
                    <a:lumMod val="85000"/>
                    <a:lumOff val="15000"/>
                  </a:schemeClr>
                </a:solidFill>
                <a:latin typeface="Versos Light" panose="020B0403020204030204" pitchFamily="34" charset="0"/>
              </a:defRPr>
            </a:lvl1pPr>
          </a:lstStyle>
          <a:p>
            <a:pPr lvl="0"/>
            <a:r>
              <a:rPr lang="en-US" err="1"/>
              <a:t>Título</a:t>
            </a:r>
            <a:r>
              <a:rPr lang="en-US"/>
              <a:t> Template</a:t>
            </a:r>
          </a:p>
          <a:p>
            <a:pPr lvl="0"/>
            <a:r>
              <a:rPr lang="en-US" err="1"/>
              <a:t>Padrão</a:t>
            </a:r>
            <a:r>
              <a:rPr lang="en-US"/>
              <a:t> </a:t>
            </a:r>
            <a:r>
              <a:rPr lang="en-US" err="1"/>
              <a:t>Exemplo</a:t>
            </a:r>
            <a:endParaRPr lang="en-US"/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73AE31B1-0E8A-430C-61E0-A4A65D4D936A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07988" y="4213227"/>
            <a:ext cx="8528622" cy="997297"/>
          </a:xfrm>
          <a:prstGeom prst="rect">
            <a:avLst/>
          </a:prstGeom>
        </p:spPr>
        <p:txBody>
          <a:bodyPr lIns="0" tIns="0" rIns="0" bIns="0"/>
          <a:lstStyle>
            <a:lvl1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1pPr>
            <a:lvl2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2pPr>
            <a:lvl3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3pPr>
            <a:lvl4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4pPr>
            <a:lvl5pPr>
              <a:defRPr lang="pt-BR" sz="2000" b="1" i="0" u="none" strike="noStrike" kern="1200" cap="none" dirty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pt-BR" sz="2000" b="1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</a:rPr>
              <a:t>FIC FIM EXEMPLO</a:t>
            </a:r>
            <a:endParaRPr lang="pt-BR"/>
          </a:p>
        </p:txBody>
      </p:sp>
      <p:sp>
        <p:nvSpPr>
          <p:cNvPr id="30" name="Text Placeholder 20">
            <a:extLst>
              <a:ext uri="{FF2B5EF4-FFF2-40B4-BE49-F238E27FC236}">
                <a16:creationId xmlns:a16="http://schemas.microsoft.com/office/drawing/2014/main" id="{934DB4E9-86EE-19B2-F28E-B6B39FA4B1F5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07990" y="6296541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133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32" name="Text Placeholder 20">
            <a:extLst>
              <a:ext uri="{FF2B5EF4-FFF2-40B4-BE49-F238E27FC236}">
                <a16:creationId xmlns:a16="http://schemas.microsoft.com/office/drawing/2014/main" id="{850383A8-9127-B34A-E6D1-F69E05D79895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2078073" y="6296541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133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34" name="Text Placeholder 20">
            <a:extLst>
              <a:ext uri="{FF2B5EF4-FFF2-40B4-BE49-F238E27FC236}">
                <a16:creationId xmlns:a16="http://schemas.microsoft.com/office/drawing/2014/main" id="{85F8F009-E0C0-389F-A62C-DC5687737A09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3747998" y="6296541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133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42" name="Text Placeholder 41">
            <a:extLst>
              <a:ext uri="{FF2B5EF4-FFF2-40B4-BE49-F238E27FC236}">
                <a16:creationId xmlns:a16="http://schemas.microsoft.com/office/drawing/2014/main" id="{140D0127-258A-5E7A-3C7D-AF1C84BD6CAD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407990" y="6089649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43" name="Text Placeholder 41">
            <a:extLst>
              <a:ext uri="{FF2B5EF4-FFF2-40B4-BE49-F238E27FC236}">
                <a16:creationId xmlns:a16="http://schemas.microsoft.com/office/drawing/2014/main" id="{A32E9CBC-834D-C50D-C2C9-565EFA05B776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078072" y="6089649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44" name="Text Placeholder 41">
            <a:extLst>
              <a:ext uri="{FF2B5EF4-FFF2-40B4-BE49-F238E27FC236}">
                <a16:creationId xmlns:a16="http://schemas.microsoft.com/office/drawing/2014/main" id="{1D22D663-9C6A-0A9C-E296-B8F5A8C94503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3747997" y="6089649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46" name="Text Placeholder 17">
            <a:extLst>
              <a:ext uri="{FF2B5EF4-FFF2-40B4-BE49-F238E27FC236}">
                <a16:creationId xmlns:a16="http://schemas.microsoft.com/office/drawing/2014/main" id="{48CDD840-EB84-76C6-6376-7AFDC5AF9416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07988" y="5776796"/>
            <a:ext cx="6115360" cy="200722"/>
          </a:xfrm>
          <a:prstGeom prst="rect">
            <a:avLst/>
          </a:prstGeom>
        </p:spPr>
        <p:txBody>
          <a:bodyPr lIns="0" tIns="0" rIns="0" bIns="0"/>
          <a:lstStyle>
            <a:lvl1pPr marL="0" marR="1133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Área de atuação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C2935FC2-3F32-CBA6-4567-CD29DB2E616B}"/>
              </a:ext>
            </a:extLst>
          </p:cNvPr>
          <p:cNvGrpSpPr/>
          <p:nvPr/>
        </p:nvGrpSpPr>
        <p:grpSpPr>
          <a:xfrm>
            <a:off x="-62629" y="3261055"/>
            <a:ext cx="12291315" cy="3825292"/>
            <a:chOff x="-62630" y="3261055"/>
            <a:chExt cx="12291315" cy="3825292"/>
          </a:xfrm>
        </p:grpSpPr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8F58F887-7E41-5E66-1A5E-8F80DCB30644}"/>
                </a:ext>
              </a:extLst>
            </p:cNvPr>
            <p:cNvSpPr/>
            <p:nvPr/>
          </p:nvSpPr>
          <p:spPr>
            <a:xfrm flipV="1">
              <a:off x="-62630" y="5210522"/>
              <a:ext cx="12254630" cy="200722"/>
            </a:xfrm>
            <a:custGeom>
              <a:avLst/>
              <a:gdLst>
                <a:gd name="connsiteX0" fmla="*/ 0 w 12225403"/>
                <a:gd name="connsiteY0" fmla="*/ 0 h 0"/>
                <a:gd name="connsiteX1" fmla="*/ 12225403 w 12225403"/>
                <a:gd name="connsiteY1" fmla="*/ 0 h 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225403">
                  <a:moveTo>
                    <a:pt x="0" y="0"/>
                  </a:moveTo>
                  <a:lnTo>
                    <a:pt x="12225403" y="0"/>
                  </a:lnTo>
                </a:path>
              </a:pathLst>
            </a:custGeom>
            <a:noFill/>
            <a:ln w="19050">
              <a:solidFill>
                <a:schemeClr val="tx2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 sz="849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28079FF5-2532-84E1-7456-BB6FC72227D3}"/>
                </a:ext>
              </a:extLst>
            </p:cNvPr>
            <p:cNvSpPr/>
            <p:nvPr/>
          </p:nvSpPr>
          <p:spPr>
            <a:xfrm>
              <a:off x="7240261" y="3261055"/>
              <a:ext cx="4988424" cy="3825292"/>
            </a:xfrm>
            <a:custGeom>
              <a:avLst/>
              <a:gdLst>
                <a:gd name="connsiteX0" fmla="*/ 0 w 5087815"/>
                <a:gd name="connsiteY0" fmla="*/ 3845169 h 3845169"/>
                <a:gd name="connsiteX1" fmla="*/ 5087815 w 5087815"/>
                <a:gd name="connsiteY1" fmla="*/ 0 h 3845169"/>
                <a:gd name="connsiteX0" fmla="*/ 0 w 5048059"/>
                <a:gd name="connsiteY0" fmla="*/ 3954500 h 3954500"/>
                <a:gd name="connsiteX1" fmla="*/ 5048059 w 5048059"/>
                <a:gd name="connsiteY1" fmla="*/ 0 h 3954500"/>
                <a:gd name="connsiteX0" fmla="*/ 0 w 5048059"/>
                <a:gd name="connsiteY0" fmla="*/ 3954500 h 3954500"/>
                <a:gd name="connsiteX1" fmla="*/ 5048059 w 5048059"/>
                <a:gd name="connsiteY1" fmla="*/ 0 h 3954500"/>
                <a:gd name="connsiteX0" fmla="*/ 0 w 4988424"/>
                <a:gd name="connsiteY0" fmla="*/ 3835231 h 3835231"/>
                <a:gd name="connsiteX1" fmla="*/ 4988424 w 4988424"/>
                <a:gd name="connsiteY1" fmla="*/ 0 h 3835231"/>
                <a:gd name="connsiteX0" fmla="*/ 0 w 4988424"/>
                <a:gd name="connsiteY0" fmla="*/ 3835231 h 3835231"/>
                <a:gd name="connsiteX1" fmla="*/ 4988424 w 4988424"/>
                <a:gd name="connsiteY1" fmla="*/ 0 h 3835231"/>
                <a:gd name="connsiteX0" fmla="*/ 0 w 4988424"/>
                <a:gd name="connsiteY0" fmla="*/ 3835231 h 3835231"/>
                <a:gd name="connsiteX1" fmla="*/ 4988424 w 4988424"/>
                <a:gd name="connsiteY1" fmla="*/ 0 h 3835231"/>
                <a:gd name="connsiteX0" fmla="*/ 0 w 4988424"/>
                <a:gd name="connsiteY0" fmla="*/ 3825292 h 3825292"/>
                <a:gd name="connsiteX1" fmla="*/ 4988424 w 4988424"/>
                <a:gd name="connsiteY1" fmla="*/ 0 h 3825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88424" h="3825292">
                  <a:moveTo>
                    <a:pt x="0" y="3825292"/>
                  </a:moveTo>
                  <a:cubicBezTo>
                    <a:pt x="1384087" y="1839675"/>
                    <a:pt x="2310976" y="251621"/>
                    <a:pt x="4988424" y="0"/>
                  </a:cubicBezTo>
                </a:path>
              </a:pathLst>
            </a:custGeom>
            <a:noFill/>
            <a:ln w="19050">
              <a:solidFill>
                <a:schemeClr val="tx2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 sz="849"/>
            </a:p>
          </p:txBody>
        </p:sp>
      </p:grpSp>
      <p:sp>
        <p:nvSpPr>
          <p:cNvPr id="4" name="Text Placeholder 20">
            <a:extLst>
              <a:ext uri="{FF2B5EF4-FFF2-40B4-BE49-F238E27FC236}">
                <a16:creationId xmlns:a16="http://schemas.microsoft.com/office/drawing/2014/main" id="{BE0605A0-B5C6-7ACB-6BC0-473556C05E5A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8575831" y="6296541"/>
            <a:ext cx="3186900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133" algn="r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Data</a:t>
            </a:r>
          </a:p>
        </p:txBody>
      </p:sp>
      <p:sp>
        <p:nvSpPr>
          <p:cNvPr id="5" name="Text Placeholder 41">
            <a:extLst>
              <a:ext uri="{FF2B5EF4-FFF2-40B4-BE49-F238E27FC236}">
                <a16:creationId xmlns:a16="http://schemas.microsoft.com/office/drawing/2014/main" id="{578E0E92-2BD9-4613-36C5-35EAB19449D5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8575831" y="6089649"/>
            <a:ext cx="3186900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r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77352770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156">
          <p15:clr>
            <a:srgbClr val="FBAE40"/>
          </p15:clr>
        </p15:guide>
        <p15:guide id="2" pos="4502">
          <p15:clr>
            <a:srgbClr val="FBAE40"/>
          </p15:clr>
        </p15:guide>
        <p15:guide id="3" orient="horz" pos="2479">
          <p15:clr>
            <a:srgbClr val="FBAE40"/>
          </p15:clr>
        </p15:guide>
        <p15:guide id="4" orient="horz" pos="2259">
          <p15:clr>
            <a:srgbClr val="FBAE40"/>
          </p15:clr>
        </p15:guide>
        <p15:guide id="5" orient="horz" pos="155">
          <p15:clr>
            <a:srgbClr val="FBAE40"/>
          </p15:clr>
        </p15:guide>
      </p15:sldGuideLst>
    </p:ext>
  </p:extLst>
</p:sldLayout>
</file>

<file path=ppt/slideLayouts/slideLayout1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_Capa 01 - Escura">
    <p:bg>
      <p:bgPr>
        <a:gradFill>
          <a:gsLst>
            <a:gs pos="0">
              <a:schemeClr val="tx1">
                <a:lumMod val="95000"/>
                <a:lumOff val="5000"/>
              </a:schemeClr>
            </a:gs>
            <a:gs pos="100000">
              <a:schemeClr val="tx1">
                <a:lumMod val="85000"/>
                <a:lumOff val="15000"/>
              </a:schemeClr>
            </a:gs>
            <a:gs pos="49000">
              <a:schemeClr val="tx1">
                <a:lumMod val="95000"/>
                <a:lumOff val="5000"/>
              </a:schemeClr>
            </a:gs>
          </a:gsLst>
          <a:lin ang="4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8">
            <a:extLst>
              <a:ext uri="{FF2B5EF4-FFF2-40B4-BE49-F238E27FC236}">
                <a16:creationId xmlns:a16="http://schemas.microsoft.com/office/drawing/2014/main" id="{17364209-1E38-0B40-9231-C88F3267BC2A}"/>
              </a:ext>
            </a:extLst>
          </p:cNvPr>
          <p:cNvPicPr>
            <a:picLocks noChangeAspect="1"/>
          </p:cNvPicPr>
          <p:nvPr/>
        </p:nvPicPr>
        <p:blipFill rotWithShape="1">
          <a:blip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 l="-8117" t="-23966" r="-8117" b="-23966"/>
          <a:stretch/>
        </p:blipFill>
        <p:spPr>
          <a:xfrm>
            <a:off x="10183916" y="304605"/>
            <a:ext cx="1715687" cy="742966"/>
          </a:xfrm>
          <a:prstGeom prst="rect">
            <a:avLst/>
          </a:prstGeom>
        </p:spPr>
      </p:pic>
      <p:sp>
        <p:nvSpPr>
          <p:cNvPr id="13" name="Text Placeholder 3">
            <a:extLst>
              <a:ext uri="{FF2B5EF4-FFF2-40B4-BE49-F238E27FC236}">
                <a16:creationId xmlns:a16="http://schemas.microsoft.com/office/drawing/2014/main" id="{AAA4D9F5-240A-9CC5-1EF0-9AAA83CC6908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07988" y="1428927"/>
            <a:ext cx="8528622" cy="2783977"/>
          </a:xfrm>
          <a:prstGeom prst="rect">
            <a:avLst/>
          </a:prstGeom>
        </p:spPr>
        <p:txBody>
          <a:bodyPr lIns="0" tIns="0" rIns="0" bIns="0" anchor="b" anchorCtr="0"/>
          <a:lstStyle>
            <a:lvl1pPr marL="0" indent="0">
              <a:buNone/>
              <a:defRPr sz="3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</a:lstStyle>
          <a:p>
            <a:pPr lvl="0"/>
            <a:r>
              <a:rPr lang="en-US" err="1"/>
              <a:t>Título</a:t>
            </a:r>
            <a:r>
              <a:rPr lang="en-US"/>
              <a:t> Template</a:t>
            </a:r>
          </a:p>
          <a:p>
            <a:pPr lvl="0"/>
            <a:r>
              <a:rPr lang="en-US" err="1"/>
              <a:t>Padrão</a:t>
            </a:r>
            <a:r>
              <a:rPr lang="en-US"/>
              <a:t> </a:t>
            </a:r>
            <a:r>
              <a:rPr lang="en-US" err="1"/>
              <a:t>Exemplo</a:t>
            </a:r>
            <a:endParaRPr lang="en-US"/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73AE31B1-0E8A-430C-61E0-A4A65D4D936A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07988" y="4213227"/>
            <a:ext cx="8528622" cy="997297"/>
          </a:xfrm>
          <a:prstGeom prst="rect">
            <a:avLst/>
          </a:prstGeom>
        </p:spPr>
        <p:txBody>
          <a:bodyPr lIns="0" tIns="0" rIns="0" bIns="0"/>
          <a:lstStyle>
            <a:lvl1pPr>
              <a:defRPr lang="en-US" sz="2000" b="1" i="0" u="none" strike="noStrike" kern="1200" cap="none" dirty="0" smtClean="0">
                <a:solidFill>
                  <a:schemeClr val="accent2"/>
                </a:solidFill>
                <a:latin typeface="Versos"/>
                <a:ea typeface="+mj-ea"/>
                <a:cs typeface="+mj-cs"/>
                <a:sym typeface="Arial"/>
              </a:defRPr>
            </a:lvl1pPr>
            <a:lvl2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2pPr>
            <a:lvl3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3pPr>
            <a:lvl4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4pPr>
            <a:lvl5pPr>
              <a:defRPr lang="pt-BR" sz="2000" b="1" i="0" u="none" strike="noStrike" kern="1200" cap="none" dirty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pt-BR" sz="2000" b="1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</a:rPr>
              <a:t>FIC FIM EXEMPLO</a:t>
            </a:r>
            <a:endParaRPr lang="pt-BR"/>
          </a:p>
        </p:txBody>
      </p:sp>
      <p:sp>
        <p:nvSpPr>
          <p:cNvPr id="30" name="Text Placeholder 20">
            <a:extLst>
              <a:ext uri="{FF2B5EF4-FFF2-40B4-BE49-F238E27FC236}">
                <a16:creationId xmlns:a16="http://schemas.microsoft.com/office/drawing/2014/main" id="{934DB4E9-86EE-19B2-F28E-B6B39FA4B1F5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07990" y="6296541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133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32" name="Text Placeholder 20">
            <a:extLst>
              <a:ext uri="{FF2B5EF4-FFF2-40B4-BE49-F238E27FC236}">
                <a16:creationId xmlns:a16="http://schemas.microsoft.com/office/drawing/2014/main" id="{850383A8-9127-B34A-E6D1-F69E05D79895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2078073" y="6296541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133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34" name="Text Placeholder 20">
            <a:extLst>
              <a:ext uri="{FF2B5EF4-FFF2-40B4-BE49-F238E27FC236}">
                <a16:creationId xmlns:a16="http://schemas.microsoft.com/office/drawing/2014/main" id="{85F8F009-E0C0-389F-A62C-DC5687737A09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3747998" y="6296541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133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42" name="Text Placeholder 41">
            <a:extLst>
              <a:ext uri="{FF2B5EF4-FFF2-40B4-BE49-F238E27FC236}">
                <a16:creationId xmlns:a16="http://schemas.microsoft.com/office/drawing/2014/main" id="{140D0127-258A-5E7A-3C7D-AF1C84BD6CAD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407990" y="6089649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43" name="Text Placeholder 41">
            <a:extLst>
              <a:ext uri="{FF2B5EF4-FFF2-40B4-BE49-F238E27FC236}">
                <a16:creationId xmlns:a16="http://schemas.microsoft.com/office/drawing/2014/main" id="{A32E9CBC-834D-C50D-C2C9-565EFA05B776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078072" y="6089649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44" name="Text Placeholder 41">
            <a:extLst>
              <a:ext uri="{FF2B5EF4-FFF2-40B4-BE49-F238E27FC236}">
                <a16:creationId xmlns:a16="http://schemas.microsoft.com/office/drawing/2014/main" id="{1D22D663-9C6A-0A9C-E296-B8F5A8C94503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3747997" y="6089649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5" name="Text Placeholder 17">
            <a:extLst>
              <a:ext uri="{FF2B5EF4-FFF2-40B4-BE49-F238E27FC236}">
                <a16:creationId xmlns:a16="http://schemas.microsoft.com/office/drawing/2014/main" id="{3B41FADA-7416-6D91-985E-A81EE25A040F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07988" y="5776796"/>
            <a:ext cx="6115360" cy="200722"/>
          </a:xfrm>
          <a:prstGeom prst="rect">
            <a:avLst/>
          </a:prstGeom>
        </p:spPr>
        <p:txBody>
          <a:bodyPr lIns="0" tIns="0" rIns="0" bIns="0"/>
          <a:lstStyle>
            <a:lvl1pPr marL="0" marR="1133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accent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Área de atuação</a:t>
            </a:r>
          </a:p>
        </p:txBody>
      </p:sp>
      <p:sp>
        <p:nvSpPr>
          <p:cNvPr id="7" name="Freeform: Shape 6">
            <a:extLst>
              <a:ext uri="{FF2B5EF4-FFF2-40B4-BE49-F238E27FC236}">
                <a16:creationId xmlns:a16="http://schemas.microsoft.com/office/drawing/2014/main" id="{6E98746F-93D0-516C-ECFF-DF28CB0B3CBB}"/>
              </a:ext>
            </a:extLst>
          </p:cNvPr>
          <p:cNvSpPr/>
          <p:nvPr/>
        </p:nvSpPr>
        <p:spPr>
          <a:xfrm flipV="1">
            <a:off x="-62630" y="5210522"/>
            <a:ext cx="12254630" cy="200722"/>
          </a:xfrm>
          <a:custGeom>
            <a:avLst/>
            <a:gdLst>
              <a:gd name="connsiteX0" fmla="*/ 0 w 12225403"/>
              <a:gd name="connsiteY0" fmla="*/ 0 h 0"/>
              <a:gd name="connsiteX1" fmla="*/ 12225403 w 12225403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2225403">
                <a:moveTo>
                  <a:pt x="0" y="0"/>
                </a:moveTo>
                <a:lnTo>
                  <a:pt x="12225403" y="0"/>
                </a:lnTo>
              </a:path>
            </a:pathLst>
          </a:custGeom>
          <a:noFill/>
          <a:ln w="19050"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sz="849"/>
          </a:p>
        </p:txBody>
      </p:sp>
      <p:sp>
        <p:nvSpPr>
          <p:cNvPr id="8" name="Freeform: Shape 7">
            <a:extLst>
              <a:ext uri="{FF2B5EF4-FFF2-40B4-BE49-F238E27FC236}">
                <a16:creationId xmlns:a16="http://schemas.microsoft.com/office/drawing/2014/main" id="{6E96A427-24E0-016B-D437-13FB1826003C}"/>
              </a:ext>
            </a:extLst>
          </p:cNvPr>
          <p:cNvSpPr/>
          <p:nvPr/>
        </p:nvSpPr>
        <p:spPr>
          <a:xfrm>
            <a:off x="7240261" y="3261055"/>
            <a:ext cx="4988424" cy="3825292"/>
          </a:xfrm>
          <a:custGeom>
            <a:avLst/>
            <a:gdLst>
              <a:gd name="connsiteX0" fmla="*/ 0 w 5087815"/>
              <a:gd name="connsiteY0" fmla="*/ 3845169 h 3845169"/>
              <a:gd name="connsiteX1" fmla="*/ 5087815 w 5087815"/>
              <a:gd name="connsiteY1" fmla="*/ 0 h 3845169"/>
              <a:gd name="connsiteX0" fmla="*/ 0 w 5048059"/>
              <a:gd name="connsiteY0" fmla="*/ 3954500 h 3954500"/>
              <a:gd name="connsiteX1" fmla="*/ 5048059 w 5048059"/>
              <a:gd name="connsiteY1" fmla="*/ 0 h 3954500"/>
              <a:gd name="connsiteX0" fmla="*/ 0 w 5048059"/>
              <a:gd name="connsiteY0" fmla="*/ 3954500 h 3954500"/>
              <a:gd name="connsiteX1" fmla="*/ 5048059 w 5048059"/>
              <a:gd name="connsiteY1" fmla="*/ 0 h 3954500"/>
              <a:gd name="connsiteX0" fmla="*/ 0 w 4988424"/>
              <a:gd name="connsiteY0" fmla="*/ 3835231 h 3835231"/>
              <a:gd name="connsiteX1" fmla="*/ 4988424 w 4988424"/>
              <a:gd name="connsiteY1" fmla="*/ 0 h 3835231"/>
              <a:gd name="connsiteX0" fmla="*/ 0 w 4988424"/>
              <a:gd name="connsiteY0" fmla="*/ 3835231 h 3835231"/>
              <a:gd name="connsiteX1" fmla="*/ 4988424 w 4988424"/>
              <a:gd name="connsiteY1" fmla="*/ 0 h 3835231"/>
              <a:gd name="connsiteX0" fmla="*/ 0 w 4988424"/>
              <a:gd name="connsiteY0" fmla="*/ 3835231 h 3835231"/>
              <a:gd name="connsiteX1" fmla="*/ 4988424 w 4988424"/>
              <a:gd name="connsiteY1" fmla="*/ 0 h 3835231"/>
              <a:gd name="connsiteX0" fmla="*/ 0 w 4988424"/>
              <a:gd name="connsiteY0" fmla="*/ 3825292 h 3825292"/>
              <a:gd name="connsiteX1" fmla="*/ 4988424 w 4988424"/>
              <a:gd name="connsiteY1" fmla="*/ 0 h 38252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988424" h="3825292">
                <a:moveTo>
                  <a:pt x="0" y="3825292"/>
                </a:moveTo>
                <a:cubicBezTo>
                  <a:pt x="1384087" y="1839675"/>
                  <a:pt x="2310976" y="251621"/>
                  <a:pt x="4988424" y="0"/>
                </a:cubicBezTo>
              </a:path>
            </a:pathLst>
          </a:custGeom>
          <a:noFill/>
          <a:ln w="19050"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sz="849"/>
          </a:p>
        </p:txBody>
      </p:sp>
      <p:sp>
        <p:nvSpPr>
          <p:cNvPr id="2" name="Text Placeholder 20">
            <a:extLst>
              <a:ext uri="{FF2B5EF4-FFF2-40B4-BE49-F238E27FC236}">
                <a16:creationId xmlns:a16="http://schemas.microsoft.com/office/drawing/2014/main" id="{24980C9D-4D41-B17A-8A67-22E43D7DF676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8575831" y="6296541"/>
            <a:ext cx="3186900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133" algn="r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Data</a:t>
            </a:r>
          </a:p>
        </p:txBody>
      </p:sp>
      <p:sp>
        <p:nvSpPr>
          <p:cNvPr id="4" name="Text Placeholder 41">
            <a:extLst>
              <a:ext uri="{FF2B5EF4-FFF2-40B4-BE49-F238E27FC236}">
                <a16:creationId xmlns:a16="http://schemas.microsoft.com/office/drawing/2014/main" id="{04999D09-56F6-319B-CE2A-FDBF50EE0743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8575831" y="6089649"/>
            <a:ext cx="3186900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r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75912392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156">
          <p15:clr>
            <a:srgbClr val="FBAE40"/>
          </p15:clr>
        </p15:guide>
        <p15:guide id="2" pos="4502">
          <p15:clr>
            <a:srgbClr val="FBAE40"/>
          </p15:clr>
        </p15:guide>
        <p15:guide id="3" orient="horz" pos="2479">
          <p15:clr>
            <a:srgbClr val="FBAE40"/>
          </p15:clr>
        </p15:guide>
        <p15:guide id="4" orient="horz" pos="2259">
          <p15:clr>
            <a:srgbClr val="FBAE40"/>
          </p15:clr>
        </p15:guide>
        <p15:guide id="5" orient="horz" pos="155">
          <p15:clr>
            <a:srgbClr val="FBAE40"/>
          </p15:clr>
        </p15:guide>
      </p15:sldGuideLst>
    </p:ext>
  </p:extLst>
</p:sldLayout>
</file>

<file path=ppt/slideLayouts/slideLayout1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_Capa 01 - Imagem">
    <p:bg>
      <p:bgPr>
        <a:gradFill>
          <a:gsLst>
            <a:gs pos="0">
              <a:schemeClr val="tx1">
                <a:lumMod val="95000"/>
                <a:lumOff val="5000"/>
              </a:schemeClr>
            </a:gs>
            <a:gs pos="100000">
              <a:schemeClr val="tx1">
                <a:lumMod val="85000"/>
                <a:lumOff val="15000"/>
              </a:schemeClr>
            </a:gs>
            <a:gs pos="49000">
              <a:schemeClr val="tx1">
                <a:lumMod val="95000"/>
                <a:lumOff val="5000"/>
              </a:schemeClr>
            </a:gs>
          </a:gsLst>
          <a:lin ang="4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>
            <a:extLst>
              <a:ext uri="{FF2B5EF4-FFF2-40B4-BE49-F238E27FC236}">
                <a16:creationId xmlns:a16="http://schemas.microsoft.com/office/drawing/2014/main" id="{6CE25AA9-5507-D7AE-7A0F-6F730AB9E7E0}"/>
              </a:ext>
            </a:extLst>
          </p:cNvPr>
          <p:cNvSpPr>
            <a:spLocks noGrp="1"/>
          </p:cNvSpPr>
          <p:nvPr>
            <p:ph type="pic" sz="quarter" idx="25"/>
          </p:nvPr>
        </p:nvSpPr>
        <p:spPr>
          <a:xfrm>
            <a:off x="0" y="0"/>
            <a:ext cx="12192000" cy="6858000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accent2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pt-BR"/>
          </a:p>
        </p:txBody>
      </p:sp>
      <p:sp>
        <p:nvSpPr>
          <p:cNvPr id="13" name="Text Placeholder 3">
            <a:extLst>
              <a:ext uri="{FF2B5EF4-FFF2-40B4-BE49-F238E27FC236}">
                <a16:creationId xmlns:a16="http://schemas.microsoft.com/office/drawing/2014/main" id="{AAA4D9F5-240A-9CC5-1EF0-9AAA83CC6908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07990" y="1428927"/>
            <a:ext cx="5331075" cy="2783977"/>
          </a:xfrm>
          <a:prstGeom prst="rect">
            <a:avLst/>
          </a:prstGeom>
        </p:spPr>
        <p:txBody>
          <a:bodyPr lIns="0" tIns="0" rIns="0" bIns="0" anchor="b" anchorCtr="0"/>
          <a:lstStyle>
            <a:lvl1pPr marL="0" indent="0">
              <a:buNone/>
              <a:defRPr sz="3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</a:lstStyle>
          <a:p>
            <a:pPr lvl="0"/>
            <a:r>
              <a:rPr lang="en-US" err="1"/>
              <a:t>Título</a:t>
            </a:r>
            <a:r>
              <a:rPr lang="en-US"/>
              <a:t> Template</a:t>
            </a:r>
          </a:p>
          <a:p>
            <a:pPr lvl="0"/>
            <a:r>
              <a:rPr lang="en-US" err="1"/>
              <a:t>Padrão</a:t>
            </a:r>
            <a:r>
              <a:rPr lang="en-US"/>
              <a:t> </a:t>
            </a:r>
            <a:r>
              <a:rPr lang="en-US" err="1"/>
              <a:t>Exemplo</a:t>
            </a:r>
            <a:endParaRPr lang="en-US"/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73AE31B1-0E8A-430C-61E0-A4A65D4D936A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07990" y="4213227"/>
            <a:ext cx="5331075" cy="997297"/>
          </a:xfrm>
          <a:prstGeom prst="rect">
            <a:avLst/>
          </a:prstGeom>
        </p:spPr>
        <p:txBody>
          <a:bodyPr lIns="0" tIns="0" rIns="0" bIns="0"/>
          <a:lstStyle>
            <a:lvl1pPr>
              <a:defRPr lang="en-US" sz="2000" b="1" i="0" u="none" strike="noStrike" kern="1200" cap="none" dirty="0" smtClean="0">
                <a:solidFill>
                  <a:schemeClr val="bg1"/>
                </a:solidFill>
                <a:latin typeface="Versos"/>
                <a:ea typeface="+mj-ea"/>
                <a:cs typeface="+mj-cs"/>
                <a:sym typeface="Arial"/>
              </a:defRPr>
            </a:lvl1pPr>
            <a:lvl2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2pPr>
            <a:lvl3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3pPr>
            <a:lvl4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4pPr>
            <a:lvl5pPr>
              <a:defRPr lang="pt-BR" sz="2000" b="1" i="0" u="none" strike="noStrike" kern="1200" cap="none" dirty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pt-BR" sz="2000" b="1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</a:rPr>
              <a:t>FIC FIM EXEMPLO</a:t>
            </a:r>
            <a:endParaRPr lang="pt-BR"/>
          </a:p>
        </p:txBody>
      </p:sp>
      <p:sp>
        <p:nvSpPr>
          <p:cNvPr id="30" name="Text Placeholder 20">
            <a:extLst>
              <a:ext uri="{FF2B5EF4-FFF2-40B4-BE49-F238E27FC236}">
                <a16:creationId xmlns:a16="http://schemas.microsoft.com/office/drawing/2014/main" id="{934DB4E9-86EE-19B2-F28E-B6B39FA4B1F5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07990" y="6296541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133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32" name="Text Placeholder 20">
            <a:extLst>
              <a:ext uri="{FF2B5EF4-FFF2-40B4-BE49-F238E27FC236}">
                <a16:creationId xmlns:a16="http://schemas.microsoft.com/office/drawing/2014/main" id="{850383A8-9127-B34A-E6D1-F69E05D79895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2078073" y="6296541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133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34" name="Text Placeholder 20">
            <a:extLst>
              <a:ext uri="{FF2B5EF4-FFF2-40B4-BE49-F238E27FC236}">
                <a16:creationId xmlns:a16="http://schemas.microsoft.com/office/drawing/2014/main" id="{85F8F009-E0C0-389F-A62C-DC5687737A09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3747998" y="6296541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133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42" name="Text Placeholder 41">
            <a:extLst>
              <a:ext uri="{FF2B5EF4-FFF2-40B4-BE49-F238E27FC236}">
                <a16:creationId xmlns:a16="http://schemas.microsoft.com/office/drawing/2014/main" id="{140D0127-258A-5E7A-3C7D-AF1C84BD6CAD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407990" y="6089649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43" name="Text Placeholder 41">
            <a:extLst>
              <a:ext uri="{FF2B5EF4-FFF2-40B4-BE49-F238E27FC236}">
                <a16:creationId xmlns:a16="http://schemas.microsoft.com/office/drawing/2014/main" id="{A32E9CBC-834D-C50D-C2C9-565EFA05B776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078072" y="6089649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44" name="Text Placeholder 41">
            <a:extLst>
              <a:ext uri="{FF2B5EF4-FFF2-40B4-BE49-F238E27FC236}">
                <a16:creationId xmlns:a16="http://schemas.microsoft.com/office/drawing/2014/main" id="{1D22D663-9C6A-0A9C-E296-B8F5A8C94503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3747997" y="6089649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12" name="Text Placeholder 17">
            <a:extLst>
              <a:ext uri="{FF2B5EF4-FFF2-40B4-BE49-F238E27FC236}">
                <a16:creationId xmlns:a16="http://schemas.microsoft.com/office/drawing/2014/main" id="{41C09ACC-02F6-3AD2-5D5C-3A3C21574A45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07988" y="5776796"/>
            <a:ext cx="6115360" cy="200722"/>
          </a:xfrm>
          <a:prstGeom prst="rect">
            <a:avLst/>
          </a:prstGeom>
        </p:spPr>
        <p:txBody>
          <a:bodyPr lIns="0" tIns="0" rIns="0" bIns="0"/>
          <a:lstStyle>
            <a:lvl1pPr marL="0" marR="1133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Área de atuação</a:t>
            </a:r>
          </a:p>
        </p:txBody>
      </p:sp>
      <p:sp>
        <p:nvSpPr>
          <p:cNvPr id="2" name="Text Placeholder 20">
            <a:extLst>
              <a:ext uri="{FF2B5EF4-FFF2-40B4-BE49-F238E27FC236}">
                <a16:creationId xmlns:a16="http://schemas.microsoft.com/office/drawing/2014/main" id="{9B04EE8F-3EE7-08DA-E9BC-E70CF14BFD56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8575831" y="6296541"/>
            <a:ext cx="3186900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133" algn="r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Data</a:t>
            </a:r>
          </a:p>
        </p:txBody>
      </p:sp>
      <p:sp>
        <p:nvSpPr>
          <p:cNvPr id="3" name="Text Placeholder 41">
            <a:extLst>
              <a:ext uri="{FF2B5EF4-FFF2-40B4-BE49-F238E27FC236}">
                <a16:creationId xmlns:a16="http://schemas.microsoft.com/office/drawing/2014/main" id="{05FE4C0A-8DA4-2E19-B615-8025ECABD753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8575831" y="6089649"/>
            <a:ext cx="3186900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r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48844598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156">
          <p15:clr>
            <a:srgbClr val="FBAE40"/>
          </p15:clr>
        </p15:guide>
        <p15:guide id="2" pos="4502">
          <p15:clr>
            <a:srgbClr val="FBAE40"/>
          </p15:clr>
        </p15:guide>
        <p15:guide id="3" orient="horz" pos="2479">
          <p15:clr>
            <a:srgbClr val="FBAE40"/>
          </p15:clr>
        </p15:guide>
        <p15:guide id="4" orient="horz" pos="2259">
          <p15:clr>
            <a:srgbClr val="FBAE40"/>
          </p15:clr>
        </p15:guide>
        <p15:guide id="5" orient="horz" pos="155">
          <p15:clr>
            <a:srgbClr val="FBAE40"/>
          </p15:clr>
        </p15:guide>
      </p15:sldGuideLst>
    </p:ext>
  </p:extLst>
</p:sldLayout>
</file>

<file path=ppt/slideLayouts/slideLayout1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_Capa 03 - Offwhite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8">
            <a:extLst>
              <a:ext uri="{FF2B5EF4-FFF2-40B4-BE49-F238E27FC236}">
                <a16:creationId xmlns:a16="http://schemas.microsoft.com/office/drawing/2014/main" id="{2DEBEA0F-4E1B-9808-C99B-E41F9970CFF7}"/>
              </a:ext>
            </a:extLst>
          </p:cNvPr>
          <p:cNvPicPr>
            <a:picLocks noChangeAspect="1"/>
          </p:cNvPicPr>
          <p:nvPr/>
        </p:nvPicPr>
        <p:blipFill rotWithShape="1">
          <a:blip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 l="-8117" t="-23966" r="-8117" b="-23966"/>
          <a:stretch/>
        </p:blipFill>
        <p:spPr>
          <a:xfrm>
            <a:off x="738641" y="838926"/>
            <a:ext cx="1715687" cy="742966"/>
          </a:xfrm>
          <a:prstGeom prst="rect">
            <a:avLst/>
          </a:prstGeom>
        </p:spPr>
      </p:pic>
      <p:grpSp>
        <p:nvGrpSpPr>
          <p:cNvPr id="9" name="Group 8">
            <a:extLst>
              <a:ext uri="{FF2B5EF4-FFF2-40B4-BE49-F238E27FC236}">
                <a16:creationId xmlns:a16="http://schemas.microsoft.com/office/drawing/2014/main" id="{ECB6E0B1-6C5C-8EAA-A4FE-6874C89277DD}"/>
              </a:ext>
            </a:extLst>
          </p:cNvPr>
          <p:cNvGrpSpPr/>
          <p:nvPr/>
        </p:nvGrpSpPr>
        <p:grpSpPr>
          <a:xfrm flipH="1" flipV="1">
            <a:off x="-2245849" y="188827"/>
            <a:ext cx="16683698" cy="8435291"/>
            <a:chOff x="-4315054" y="3467120"/>
            <a:chExt cx="10395022" cy="5255732"/>
          </a:xfrm>
          <a:noFill/>
        </p:grpSpPr>
        <p:sp>
          <p:nvSpPr>
            <p:cNvPr id="10" name="Google Shape;164;p7">
              <a:extLst>
                <a:ext uri="{FF2B5EF4-FFF2-40B4-BE49-F238E27FC236}">
                  <a16:creationId xmlns:a16="http://schemas.microsoft.com/office/drawing/2014/main" id="{709557B1-E813-ED30-6E19-09CE53F83F05}"/>
                </a:ext>
              </a:extLst>
            </p:cNvPr>
            <p:cNvSpPr>
              <a:spLocks/>
            </p:cNvSpPr>
            <p:nvPr/>
          </p:nvSpPr>
          <p:spPr>
            <a:xfrm>
              <a:off x="-4315054" y="3579352"/>
              <a:ext cx="8001000" cy="5143500"/>
            </a:xfrm>
            <a:custGeom>
              <a:avLst/>
              <a:gdLst/>
              <a:ahLst/>
              <a:cxnLst/>
              <a:rect l="l" t="t" r="r" b="b"/>
              <a:pathLst>
                <a:path w="10668000" h="6858000" extrusionOk="0">
                  <a:moveTo>
                    <a:pt x="10668000" y="3048000"/>
                  </a:moveTo>
                  <a:lnTo>
                    <a:pt x="7620000" y="0"/>
                  </a:lnTo>
                  <a:lnTo>
                    <a:pt x="0" y="0"/>
                  </a:lnTo>
                  <a:lnTo>
                    <a:pt x="0" y="6858000"/>
                  </a:lnTo>
                  <a:lnTo>
                    <a:pt x="5275072" y="6858000"/>
                  </a:lnTo>
                  <a:cubicBezTo>
                    <a:pt x="6288596" y="6858000"/>
                    <a:pt x="7260590" y="6455410"/>
                    <a:pt x="7977251" y="5738686"/>
                  </a:cubicBezTo>
                  <a:lnTo>
                    <a:pt x="10667936" y="3048000"/>
                  </a:lnTo>
                  <a:close/>
                </a:path>
              </a:pathLst>
            </a:custGeom>
            <a:grpFill/>
            <a:ln w="19050">
              <a:solidFill>
                <a:schemeClr val="tx2"/>
              </a:solidFill>
            </a:ln>
          </p:spPr>
          <p:txBody>
            <a:bodyPr spcFirstLastPara="1" wrap="square" lIns="68569" tIns="34275" rIns="68569" bIns="34275" anchor="ctr" anchorCtr="0">
              <a:noAutofit/>
            </a:bodyPr>
            <a:lstStyle/>
            <a:p>
              <a:pPr marL="0" marR="0" lvl="0" indent="0" algn="l" defTabSz="685736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35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" name="Google Shape;163;p7">
              <a:extLst>
                <a:ext uri="{FF2B5EF4-FFF2-40B4-BE49-F238E27FC236}">
                  <a16:creationId xmlns:a16="http://schemas.microsoft.com/office/drawing/2014/main" id="{163B179E-000D-0A93-A099-1F2DD3405A63}"/>
                </a:ext>
              </a:extLst>
            </p:cNvPr>
            <p:cNvSpPr>
              <a:spLocks/>
            </p:cNvSpPr>
            <p:nvPr/>
          </p:nvSpPr>
          <p:spPr>
            <a:xfrm>
              <a:off x="3685946" y="3467120"/>
              <a:ext cx="2394022" cy="4788044"/>
            </a:xfrm>
            <a:custGeom>
              <a:avLst/>
              <a:gdLst/>
              <a:ahLst/>
              <a:cxnLst/>
              <a:rect l="l" t="t" r="r" b="b"/>
              <a:pathLst>
                <a:path w="1524000" h="3048000" extrusionOk="0">
                  <a:moveTo>
                    <a:pt x="1524000" y="0"/>
                  </a:moveTo>
                  <a:lnTo>
                    <a:pt x="0" y="1524000"/>
                  </a:lnTo>
                  <a:lnTo>
                    <a:pt x="1524000" y="3048000"/>
                  </a:lnTo>
                  <a:lnTo>
                    <a:pt x="1524000" y="0"/>
                  </a:lnTo>
                  <a:close/>
                </a:path>
              </a:pathLst>
            </a:custGeom>
            <a:grpFill/>
            <a:ln w="19050">
              <a:solidFill>
                <a:schemeClr val="tx2"/>
              </a:solidFill>
            </a:ln>
          </p:spPr>
          <p:txBody>
            <a:bodyPr spcFirstLastPara="1" wrap="square" lIns="68569" tIns="34275" rIns="68569" bIns="34275" anchor="ctr" anchorCtr="0">
              <a:noAutofit/>
            </a:bodyPr>
            <a:lstStyle/>
            <a:p>
              <a:pPr marL="0" marR="0" lvl="0" indent="0" algn="l" defTabSz="685736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35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sos" panose="020B0503020204030204" pitchFamily="34" charset="0"/>
                <a:cs typeface="Arial"/>
                <a:sym typeface="Arial"/>
              </a:endParaRPr>
            </a:p>
          </p:txBody>
        </p:sp>
      </p:grpSp>
      <p:sp>
        <p:nvSpPr>
          <p:cNvPr id="15" name="Text Placeholder 3">
            <a:extLst>
              <a:ext uri="{FF2B5EF4-FFF2-40B4-BE49-F238E27FC236}">
                <a16:creationId xmlns:a16="http://schemas.microsoft.com/office/drawing/2014/main" id="{EF6397ED-D608-A754-01E3-E54481735F28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025927" y="2279951"/>
            <a:ext cx="4167530" cy="2783977"/>
          </a:xfrm>
          <a:prstGeom prst="rect">
            <a:avLst/>
          </a:prstGeom>
        </p:spPr>
        <p:txBody>
          <a:bodyPr lIns="0" tIns="0" rIns="0" bIns="0" anchor="b" anchorCtr="0"/>
          <a:lstStyle>
            <a:lvl1pPr marL="0" indent="0">
              <a:buNone/>
              <a:defRPr sz="3400">
                <a:solidFill>
                  <a:schemeClr val="tx1">
                    <a:lumMod val="85000"/>
                    <a:lumOff val="15000"/>
                  </a:schemeClr>
                </a:solidFill>
                <a:latin typeface="Versos Light" panose="020B0403020204030204" pitchFamily="34" charset="0"/>
              </a:defRPr>
            </a:lvl1pPr>
          </a:lstStyle>
          <a:p>
            <a:pPr lvl="0"/>
            <a:r>
              <a:rPr lang="en-US" err="1"/>
              <a:t>Título</a:t>
            </a:r>
            <a:r>
              <a:rPr lang="en-US"/>
              <a:t> Template</a:t>
            </a:r>
          </a:p>
          <a:p>
            <a:pPr lvl="0"/>
            <a:r>
              <a:rPr lang="en-US" err="1"/>
              <a:t>Padrão</a:t>
            </a:r>
            <a:r>
              <a:rPr lang="en-US"/>
              <a:t> </a:t>
            </a:r>
            <a:r>
              <a:rPr lang="en-US" err="1"/>
              <a:t>Exemplo</a:t>
            </a:r>
            <a:endParaRPr lang="en-US"/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3544F462-C3D0-3A99-CE21-80388166CF9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3025927" y="5064252"/>
            <a:ext cx="4167530" cy="997297"/>
          </a:xfrm>
          <a:prstGeom prst="rect">
            <a:avLst/>
          </a:prstGeom>
        </p:spPr>
        <p:txBody>
          <a:bodyPr lIns="0" tIns="0" rIns="0" bIns="0"/>
          <a:lstStyle>
            <a:lvl1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1pPr>
            <a:lvl2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2pPr>
            <a:lvl3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3pPr>
            <a:lvl4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4pPr>
            <a:lvl5pPr>
              <a:defRPr lang="pt-BR" sz="2000" b="1" i="0" u="none" strike="noStrike" kern="1200" cap="none" dirty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pt-BR" sz="2000" b="1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</a:rPr>
              <a:t>FIC FIM EXEMPLO</a:t>
            </a:r>
            <a:endParaRPr lang="pt-BR"/>
          </a:p>
        </p:txBody>
      </p:sp>
      <p:sp>
        <p:nvSpPr>
          <p:cNvPr id="17" name="Text Placeholder 20">
            <a:extLst>
              <a:ext uri="{FF2B5EF4-FFF2-40B4-BE49-F238E27FC236}">
                <a16:creationId xmlns:a16="http://schemas.microsoft.com/office/drawing/2014/main" id="{BA5F3DEE-BFFD-4F51-8E6D-21F8F53938D2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778243" y="3832328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133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18" name="Text Placeholder 20">
            <a:extLst>
              <a:ext uri="{FF2B5EF4-FFF2-40B4-BE49-F238E27FC236}">
                <a16:creationId xmlns:a16="http://schemas.microsoft.com/office/drawing/2014/main" id="{72C5B231-DCCE-4C1F-607F-C0BF7E80DE1F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8778244" y="4336763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133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19" name="Text Placeholder 20">
            <a:extLst>
              <a:ext uri="{FF2B5EF4-FFF2-40B4-BE49-F238E27FC236}">
                <a16:creationId xmlns:a16="http://schemas.microsoft.com/office/drawing/2014/main" id="{0CE07D1D-E8D1-4A91-522C-CF94F53AF328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8778244" y="4836532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133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20" name="Text Placeholder 41">
            <a:extLst>
              <a:ext uri="{FF2B5EF4-FFF2-40B4-BE49-F238E27FC236}">
                <a16:creationId xmlns:a16="http://schemas.microsoft.com/office/drawing/2014/main" id="{E6FF7A22-891A-F86E-5FD7-CCADE47C44BC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8778243" y="3625436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1" name="Text Placeholder 41">
            <a:extLst>
              <a:ext uri="{FF2B5EF4-FFF2-40B4-BE49-F238E27FC236}">
                <a16:creationId xmlns:a16="http://schemas.microsoft.com/office/drawing/2014/main" id="{5739434A-89B9-197A-C954-C8C8400EA07B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8778243" y="4129871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2" name="Text Placeholder 41">
            <a:extLst>
              <a:ext uri="{FF2B5EF4-FFF2-40B4-BE49-F238E27FC236}">
                <a16:creationId xmlns:a16="http://schemas.microsoft.com/office/drawing/2014/main" id="{E86E28AF-5895-145B-3E48-B69C6E087D79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8778243" y="4629640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3" name="Text Placeholder 17">
            <a:extLst>
              <a:ext uri="{FF2B5EF4-FFF2-40B4-BE49-F238E27FC236}">
                <a16:creationId xmlns:a16="http://schemas.microsoft.com/office/drawing/2014/main" id="{AEF0A33D-9CDC-CEEC-25F1-D50C4A0AE0FB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78241" y="3328640"/>
            <a:ext cx="1773356" cy="200722"/>
          </a:xfrm>
          <a:prstGeom prst="rect">
            <a:avLst/>
          </a:prstGeom>
        </p:spPr>
        <p:txBody>
          <a:bodyPr lIns="0" tIns="0" rIns="0" bIns="0"/>
          <a:lstStyle>
            <a:lvl1pPr marL="0" marR="1133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Área de atuação</a:t>
            </a:r>
          </a:p>
        </p:txBody>
      </p:sp>
      <p:sp>
        <p:nvSpPr>
          <p:cNvPr id="3" name="Text Placeholder 20">
            <a:extLst>
              <a:ext uri="{FF2B5EF4-FFF2-40B4-BE49-F238E27FC236}">
                <a16:creationId xmlns:a16="http://schemas.microsoft.com/office/drawing/2014/main" id="{1916A49C-2CB2-080D-9837-92DC89445CE7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8778242" y="5882922"/>
            <a:ext cx="3186900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L="0" marR="3081" lvl="0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Data</a:t>
            </a:r>
          </a:p>
        </p:txBody>
      </p:sp>
      <p:sp>
        <p:nvSpPr>
          <p:cNvPr id="4" name="Text Placeholder 41">
            <a:extLst>
              <a:ext uri="{FF2B5EF4-FFF2-40B4-BE49-F238E27FC236}">
                <a16:creationId xmlns:a16="http://schemas.microsoft.com/office/drawing/2014/main" id="{DE651AEE-6CAB-58D3-A876-CD9B9FA39B76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8778241" y="5676030"/>
            <a:ext cx="3186900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L="0" marR="3081" lvl="0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</a:pPr>
            <a:r>
              <a:rPr lang="en-US"/>
              <a:t>Nome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90716659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609">
          <p15:clr>
            <a:srgbClr val="FBAE40"/>
          </p15:clr>
        </p15:guide>
        <p15:guide id="2" pos="321">
          <p15:clr>
            <a:srgbClr val="FBAE40"/>
          </p15:clr>
        </p15:guide>
        <p15:guide id="3" pos="4034">
          <p15:clr>
            <a:srgbClr val="FBAE40"/>
          </p15:clr>
        </p15:guide>
        <p15:guide id="4" orient="horz" pos="1324">
          <p15:clr>
            <a:srgbClr val="FBAE40"/>
          </p15:clr>
        </p15:guide>
        <p15:guide id="5" orient="horz" pos="1901">
          <p15:clr>
            <a:srgbClr val="FBAE40"/>
          </p15:clr>
        </p15:guide>
        <p15:guide id="6" pos="898">
          <p15:clr>
            <a:srgbClr val="FBAE40"/>
          </p15:clr>
        </p15:guide>
      </p15:sldGuideLst>
    </p:ext>
  </p:extLst>
</p:sldLayout>
</file>

<file path=ppt/slideLayouts/slideLayout1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_Capa 03 - Escura">
    <p:bg>
      <p:bgPr>
        <a:gradFill>
          <a:gsLst>
            <a:gs pos="0">
              <a:schemeClr val="tx1">
                <a:lumMod val="95000"/>
                <a:lumOff val="5000"/>
              </a:schemeClr>
            </a:gs>
            <a:gs pos="100000">
              <a:schemeClr val="tx1">
                <a:lumMod val="85000"/>
                <a:lumOff val="15000"/>
              </a:schemeClr>
            </a:gs>
            <a:gs pos="49000">
              <a:schemeClr val="tx1">
                <a:lumMod val="95000"/>
                <a:lumOff val="5000"/>
              </a:schemeClr>
            </a:gs>
          </a:gsLst>
          <a:lin ang="4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8">
            <a:extLst>
              <a:ext uri="{FF2B5EF4-FFF2-40B4-BE49-F238E27FC236}">
                <a16:creationId xmlns:a16="http://schemas.microsoft.com/office/drawing/2014/main" id="{2DEBEA0F-4E1B-9808-C99B-E41F9970CFF7}"/>
              </a:ext>
            </a:extLst>
          </p:cNvPr>
          <p:cNvPicPr>
            <a:picLocks noChangeAspect="1"/>
          </p:cNvPicPr>
          <p:nvPr/>
        </p:nvPicPr>
        <p:blipFill rotWithShape="1">
          <a:blip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 l="-8117" t="-23966" r="-8117" b="-23966"/>
          <a:stretch/>
        </p:blipFill>
        <p:spPr>
          <a:xfrm>
            <a:off x="738641" y="838926"/>
            <a:ext cx="1715687" cy="742966"/>
          </a:xfrm>
          <a:prstGeom prst="rect">
            <a:avLst/>
          </a:prstGeom>
        </p:spPr>
      </p:pic>
      <p:grpSp>
        <p:nvGrpSpPr>
          <p:cNvPr id="9" name="Group 8">
            <a:extLst>
              <a:ext uri="{FF2B5EF4-FFF2-40B4-BE49-F238E27FC236}">
                <a16:creationId xmlns:a16="http://schemas.microsoft.com/office/drawing/2014/main" id="{ECB6E0B1-6C5C-8EAA-A4FE-6874C89277DD}"/>
              </a:ext>
            </a:extLst>
          </p:cNvPr>
          <p:cNvGrpSpPr/>
          <p:nvPr/>
        </p:nvGrpSpPr>
        <p:grpSpPr>
          <a:xfrm flipH="1" flipV="1">
            <a:off x="-2245849" y="188827"/>
            <a:ext cx="16683698" cy="8435291"/>
            <a:chOff x="-4315054" y="3467120"/>
            <a:chExt cx="10395022" cy="5255732"/>
          </a:xfrm>
          <a:noFill/>
        </p:grpSpPr>
        <p:sp>
          <p:nvSpPr>
            <p:cNvPr id="10" name="Google Shape;164;p7">
              <a:extLst>
                <a:ext uri="{FF2B5EF4-FFF2-40B4-BE49-F238E27FC236}">
                  <a16:creationId xmlns:a16="http://schemas.microsoft.com/office/drawing/2014/main" id="{709557B1-E813-ED30-6E19-09CE53F83F05}"/>
                </a:ext>
              </a:extLst>
            </p:cNvPr>
            <p:cNvSpPr>
              <a:spLocks/>
            </p:cNvSpPr>
            <p:nvPr/>
          </p:nvSpPr>
          <p:spPr>
            <a:xfrm>
              <a:off x="-4315054" y="3579352"/>
              <a:ext cx="8001000" cy="5143500"/>
            </a:xfrm>
            <a:custGeom>
              <a:avLst/>
              <a:gdLst/>
              <a:ahLst/>
              <a:cxnLst/>
              <a:rect l="l" t="t" r="r" b="b"/>
              <a:pathLst>
                <a:path w="10668000" h="6858000" extrusionOk="0">
                  <a:moveTo>
                    <a:pt x="10668000" y="3048000"/>
                  </a:moveTo>
                  <a:lnTo>
                    <a:pt x="7620000" y="0"/>
                  </a:lnTo>
                  <a:lnTo>
                    <a:pt x="0" y="0"/>
                  </a:lnTo>
                  <a:lnTo>
                    <a:pt x="0" y="6858000"/>
                  </a:lnTo>
                  <a:lnTo>
                    <a:pt x="5275072" y="6858000"/>
                  </a:lnTo>
                  <a:cubicBezTo>
                    <a:pt x="6288596" y="6858000"/>
                    <a:pt x="7260590" y="6455410"/>
                    <a:pt x="7977251" y="5738686"/>
                  </a:cubicBezTo>
                  <a:lnTo>
                    <a:pt x="10667936" y="3048000"/>
                  </a:lnTo>
                  <a:close/>
                </a:path>
              </a:pathLst>
            </a:custGeom>
            <a:grpFill/>
            <a:ln w="19050">
              <a:solidFill>
                <a:schemeClr val="accent2"/>
              </a:solidFill>
            </a:ln>
          </p:spPr>
          <p:txBody>
            <a:bodyPr spcFirstLastPara="1" wrap="square" lIns="68569" tIns="34275" rIns="68569" bIns="34275" anchor="ctr" anchorCtr="0">
              <a:noAutofit/>
            </a:bodyPr>
            <a:lstStyle/>
            <a:p>
              <a:pPr marL="0" marR="0" lvl="0" indent="0" algn="l" defTabSz="685736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35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" name="Google Shape;163;p7">
              <a:extLst>
                <a:ext uri="{FF2B5EF4-FFF2-40B4-BE49-F238E27FC236}">
                  <a16:creationId xmlns:a16="http://schemas.microsoft.com/office/drawing/2014/main" id="{163B179E-000D-0A93-A099-1F2DD3405A63}"/>
                </a:ext>
              </a:extLst>
            </p:cNvPr>
            <p:cNvSpPr>
              <a:spLocks/>
            </p:cNvSpPr>
            <p:nvPr/>
          </p:nvSpPr>
          <p:spPr>
            <a:xfrm>
              <a:off x="3685946" y="3467120"/>
              <a:ext cx="2394022" cy="4788044"/>
            </a:xfrm>
            <a:custGeom>
              <a:avLst/>
              <a:gdLst/>
              <a:ahLst/>
              <a:cxnLst/>
              <a:rect l="l" t="t" r="r" b="b"/>
              <a:pathLst>
                <a:path w="1524000" h="3048000" extrusionOk="0">
                  <a:moveTo>
                    <a:pt x="1524000" y="0"/>
                  </a:moveTo>
                  <a:lnTo>
                    <a:pt x="0" y="1524000"/>
                  </a:lnTo>
                  <a:lnTo>
                    <a:pt x="1524000" y="3048000"/>
                  </a:lnTo>
                  <a:lnTo>
                    <a:pt x="1524000" y="0"/>
                  </a:lnTo>
                  <a:close/>
                </a:path>
              </a:pathLst>
            </a:custGeom>
            <a:grpFill/>
            <a:ln w="19050">
              <a:solidFill>
                <a:schemeClr val="accent2"/>
              </a:solidFill>
            </a:ln>
          </p:spPr>
          <p:txBody>
            <a:bodyPr spcFirstLastPara="1" wrap="square" lIns="68569" tIns="34275" rIns="68569" bIns="34275" anchor="ctr" anchorCtr="0">
              <a:noAutofit/>
            </a:bodyPr>
            <a:lstStyle/>
            <a:p>
              <a:pPr marL="0" marR="0" lvl="0" indent="0" algn="l" defTabSz="685736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35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sos" panose="020B0503020204030204" pitchFamily="34" charset="0"/>
                <a:cs typeface="Arial"/>
                <a:sym typeface="Arial"/>
              </a:endParaRPr>
            </a:p>
          </p:txBody>
        </p:sp>
      </p:grpSp>
      <p:sp>
        <p:nvSpPr>
          <p:cNvPr id="15" name="Text Placeholder 3">
            <a:extLst>
              <a:ext uri="{FF2B5EF4-FFF2-40B4-BE49-F238E27FC236}">
                <a16:creationId xmlns:a16="http://schemas.microsoft.com/office/drawing/2014/main" id="{EF6397ED-D608-A754-01E3-E54481735F28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025927" y="2279951"/>
            <a:ext cx="4167530" cy="2783977"/>
          </a:xfrm>
          <a:prstGeom prst="rect">
            <a:avLst/>
          </a:prstGeom>
        </p:spPr>
        <p:txBody>
          <a:bodyPr lIns="0" tIns="0" rIns="0" bIns="0" anchor="b" anchorCtr="0"/>
          <a:lstStyle>
            <a:lvl1pPr marL="0" indent="0">
              <a:buNone/>
              <a:defRPr sz="3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</a:lstStyle>
          <a:p>
            <a:pPr lvl="0"/>
            <a:r>
              <a:rPr lang="en-US" err="1"/>
              <a:t>Título</a:t>
            </a:r>
            <a:r>
              <a:rPr lang="en-US"/>
              <a:t> Template</a:t>
            </a:r>
          </a:p>
          <a:p>
            <a:pPr lvl="0"/>
            <a:r>
              <a:rPr lang="en-US" err="1"/>
              <a:t>Padrão</a:t>
            </a:r>
            <a:r>
              <a:rPr lang="en-US"/>
              <a:t> </a:t>
            </a:r>
            <a:r>
              <a:rPr lang="en-US" err="1"/>
              <a:t>Exemplo</a:t>
            </a:r>
            <a:endParaRPr lang="en-US"/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3544F462-C3D0-3A99-CE21-80388166CF9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3025927" y="5064252"/>
            <a:ext cx="4167530" cy="997297"/>
          </a:xfrm>
          <a:prstGeom prst="rect">
            <a:avLst/>
          </a:prstGeom>
        </p:spPr>
        <p:txBody>
          <a:bodyPr lIns="0" tIns="0" rIns="0" bIns="0"/>
          <a:lstStyle>
            <a:lvl1pPr>
              <a:defRPr lang="en-US" sz="2000" b="1" i="0" u="none" strike="noStrike" kern="1200" cap="none" dirty="0" smtClean="0">
                <a:solidFill>
                  <a:schemeClr val="bg1"/>
                </a:solidFill>
                <a:latin typeface="Versos"/>
                <a:ea typeface="+mj-ea"/>
                <a:cs typeface="+mj-cs"/>
                <a:sym typeface="Arial"/>
              </a:defRPr>
            </a:lvl1pPr>
            <a:lvl2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2pPr>
            <a:lvl3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3pPr>
            <a:lvl4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4pPr>
            <a:lvl5pPr>
              <a:defRPr lang="pt-BR" sz="2000" b="1" i="0" u="none" strike="noStrike" kern="1200" cap="none" dirty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pt-BR" sz="2000" b="1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</a:rPr>
              <a:t>FIC FIM EXEMPLO</a:t>
            </a:r>
            <a:endParaRPr lang="pt-BR"/>
          </a:p>
        </p:txBody>
      </p:sp>
      <p:sp>
        <p:nvSpPr>
          <p:cNvPr id="17" name="Text Placeholder 20">
            <a:extLst>
              <a:ext uri="{FF2B5EF4-FFF2-40B4-BE49-F238E27FC236}">
                <a16:creationId xmlns:a16="http://schemas.microsoft.com/office/drawing/2014/main" id="{BA5F3DEE-BFFD-4F51-8E6D-21F8F53938D2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778243" y="3832328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133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18" name="Text Placeholder 20">
            <a:extLst>
              <a:ext uri="{FF2B5EF4-FFF2-40B4-BE49-F238E27FC236}">
                <a16:creationId xmlns:a16="http://schemas.microsoft.com/office/drawing/2014/main" id="{72C5B231-DCCE-4C1F-607F-C0BF7E80DE1F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8778244" y="4336763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133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19" name="Text Placeholder 20">
            <a:extLst>
              <a:ext uri="{FF2B5EF4-FFF2-40B4-BE49-F238E27FC236}">
                <a16:creationId xmlns:a16="http://schemas.microsoft.com/office/drawing/2014/main" id="{0CE07D1D-E8D1-4A91-522C-CF94F53AF328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8778244" y="4836532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133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20" name="Text Placeholder 41">
            <a:extLst>
              <a:ext uri="{FF2B5EF4-FFF2-40B4-BE49-F238E27FC236}">
                <a16:creationId xmlns:a16="http://schemas.microsoft.com/office/drawing/2014/main" id="{E6FF7A22-891A-F86E-5FD7-CCADE47C44BC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8778243" y="3625436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1" name="Text Placeholder 41">
            <a:extLst>
              <a:ext uri="{FF2B5EF4-FFF2-40B4-BE49-F238E27FC236}">
                <a16:creationId xmlns:a16="http://schemas.microsoft.com/office/drawing/2014/main" id="{5739434A-89B9-197A-C954-C8C8400EA07B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8778243" y="4129871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2" name="Text Placeholder 41">
            <a:extLst>
              <a:ext uri="{FF2B5EF4-FFF2-40B4-BE49-F238E27FC236}">
                <a16:creationId xmlns:a16="http://schemas.microsoft.com/office/drawing/2014/main" id="{E86E28AF-5895-145B-3E48-B69C6E087D79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8778243" y="4629640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3" name="Text Placeholder 17">
            <a:extLst>
              <a:ext uri="{FF2B5EF4-FFF2-40B4-BE49-F238E27FC236}">
                <a16:creationId xmlns:a16="http://schemas.microsoft.com/office/drawing/2014/main" id="{AEF0A33D-9CDC-CEEC-25F1-D50C4A0AE0FB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78241" y="3328640"/>
            <a:ext cx="1773356" cy="200722"/>
          </a:xfrm>
          <a:prstGeom prst="rect">
            <a:avLst/>
          </a:prstGeom>
        </p:spPr>
        <p:txBody>
          <a:bodyPr lIns="0" tIns="0" rIns="0" bIns="0"/>
          <a:lstStyle>
            <a:lvl1pPr marL="0" marR="1133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accent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Área de atuação</a:t>
            </a:r>
          </a:p>
        </p:txBody>
      </p:sp>
      <p:sp>
        <p:nvSpPr>
          <p:cNvPr id="3" name="Text Placeholder 20">
            <a:extLst>
              <a:ext uri="{FF2B5EF4-FFF2-40B4-BE49-F238E27FC236}">
                <a16:creationId xmlns:a16="http://schemas.microsoft.com/office/drawing/2014/main" id="{E42D91A7-19D0-58B4-A17F-19122F5E463D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8778242" y="5882922"/>
            <a:ext cx="3186900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133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Data</a:t>
            </a:r>
          </a:p>
        </p:txBody>
      </p:sp>
      <p:sp>
        <p:nvSpPr>
          <p:cNvPr id="4" name="Text Placeholder 41">
            <a:extLst>
              <a:ext uri="{FF2B5EF4-FFF2-40B4-BE49-F238E27FC236}">
                <a16:creationId xmlns:a16="http://schemas.microsoft.com/office/drawing/2014/main" id="{F4A2F437-B55F-6DD8-8289-FCD3631492C6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8778241" y="5676030"/>
            <a:ext cx="3186900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195111504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609">
          <p15:clr>
            <a:srgbClr val="FBAE40"/>
          </p15:clr>
        </p15:guide>
        <p15:guide id="2" pos="321">
          <p15:clr>
            <a:srgbClr val="FBAE40"/>
          </p15:clr>
        </p15:guide>
        <p15:guide id="3" pos="898">
          <p15:clr>
            <a:srgbClr val="FBAE40"/>
          </p15:clr>
        </p15:guide>
        <p15:guide id="4" orient="horz" pos="1324">
          <p15:clr>
            <a:srgbClr val="FBAE40"/>
          </p15:clr>
        </p15:guide>
        <p15:guide id="5" orient="horz" pos="1888">
          <p15:clr>
            <a:srgbClr val="FBAE40"/>
          </p15:clr>
        </p15:guide>
        <p15:guide id="6" pos="4034">
          <p15:clr>
            <a:srgbClr val="FBAE40"/>
          </p15:clr>
        </p15:guide>
      </p15:sldGuideLst>
    </p:ext>
  </p:extLst>
</p:sldLayout>
</file>

<file path=ppt/slideLayouts/slideLayout1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_Capa 03 - Imagem">
    <p:bg>
      <p:bgPr>
        <a:gradFill>
          <a:gsLst>
            <a:gs pos="0">
              <a:schemeClr val="tx1">
                <a:lumMod val="95000"/>
                <a:lumOff val="5000"/>
              </a:schemeClr>
            </a:gs>
            <a:gs pos="100000">
              <a:schemeClr val="tx1">
                <a:lumMod val="85000"/>
                <a:lumOff val="15000"/>
              </a:schemeClr>
            </a:gs>
            <a:gs pos="49000">
              <a:schemeClr val="tx1">
                <a:lumMod val="95000"/>
                <a:lumOff val="5000"/>
              </a:schemeClr>
            </a:gs>
          </a:gsLst>
          <a:lin ang="4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>
            <a:extLst>
              <a:ext uri="{FF2B5EF4-FFF2-40B4-BE49-F238E27FC236}">
                <a16:creationId xmlns:a16="http://schemas.microsoft.com/office/drawing/2014/main" id="{471D9DDE-7386-ABE7-27BE-B636B984C935}"/>
              </a:ext>
            </a:extLst>
          </p:cNvPr>
          <p:cNvSpPr>
            <a:spLocks noGrp="1"/>
          </p:cNvSpPr>
          <p:nvPr>
            <p:ph type="pic" sz="quarter" idx="25"/>
          </p:nvPr>
        </p:nvSpPr>
        <p:spPr>
          <a:xfrm>
            <a:off x="0" y="0"/>
            <a:ext cx="12192000" cy="6858000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accent2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pt-BR"/>
          </a:p>
        </p:txBody>
      </p:sp>
      <p:sp>
        <p:nvSpPr>
          <p:cNvPr id="15" name="Text Placeholder 3">
            <a:extLst>
              <a:ext uri="{FF2B5EF4-FFF2-40B4-BE49-F238E27FC236}">
                <a16:creationId xmlns:a16="http://schemas.microsoft.com/office/drawing/2014/main" id="{EF6397ED-D608-A754-01E3-E54481735F28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025927" y="3805437"/>
            <a:ext cx="4167530" cy="1258492"/>
          </a:xfrm>
          <a:prstGeom prst="rect">
            <a:avLst/>
          </a:prstGeom>
        </p:spPr>
        <p:txBody>
          <a:bodyPr lIns="0" tIns="0" rIns="0" bIns="0" anchor="b" anchorCtr="0"/>
          <a:lstStyle>
            <a:lvl1pPr marL="0" indent="0">
              <a:buNone/>
              <a:defRPr sz="3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</a:lstStyle>
          <a:p>
            <a:pPr lvl="0"/>
            <a:r>
              <a:rPr lang="en-US" err="1"/>
              <a:t>Título</a:t>
            </a:r>
            <a:r>
              <a:rPr lang="en-US"/>
              <a:t> Template</a:t>
            </a:r>
          </a:p>
          <a:p>
            <a:pPr lvl="0"/>
            <a:r>
              <a:rPr lang="en-US" err="1"/>
              <a:t>Padrão</a:t>
            </a:r>
            <a:r>
              <a:rPr lang="en-US"/>
              <a:t> </a:t>
            </a:r>
            <a:r>
              <a:rPr lang="en-US" err="1"/>
              <a:t>Exemplo</a:t>
            </a:r>
            <a:endParaRPr lang="en-US"/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3544F462-C3D0-3A99-CE21-80388166CF9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3025927" y="5064252"/>
            <a:ext cx="4167530" cy="997297"/>
          </a:xfrm>
          <a:prstGeom prst="rect">
            <a:avLst/>
          </a:prstGeom>
        </p:spPr>
        <p:txBody>
          <a:bodyPr lIns="0" tIns="0" rIns="0" bIns="0"/>
          <a:lstStyle>
            <a:lvl1pPr>
              <a:defRPr lang="en-US" sz="2000" b="1" i="0" u="none" strike="noStrike" kern="1200" cap="none" dirty="0" smtClean="0">
                <a:solidFill>
                  <a:schemeClr val="bg1"/>
                </a:solidFill>
                <a:latin typeface="Versos"/>
                <a:ea typeface="+mj-ea"/>
                <a:cs typeface="+mj-cs"/>
                <a:sym typeface="Arial"/>
              </a:defRPr>
            </a:lvl1pPr>
            <a:lvl2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2pPr>
            <a:lvl3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3pPr>
            <a:lvl4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4pPr>
            <a:lvl5pPr>
              <a:defRPr lang="pt-BR" sz="2000" b="1" i="0" u="none" strike="noStrike" kern="1200" cap="none" dirty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pt-BR" sz="2000" b="1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</a:rPr>
              <a:t>FIC FIM EXEMPLO</a:t>
            </a:r>
            <a:endParaRPr lang="pt-BR"/>
          </a:p>
        </p:txBody>
      </p:sp>
      <p:sp>
        <p:nvSpPr>
          <p:cNvPr id="17" name="Text Placeholder 20">
            <a:extLst>
              <a:ext uri="{FF2B5EF4-FFF2-40B4-BE49-F238E27FC236}">
                <a16:creationId xmlns:a16="http://schemas.microsoft.com/office/drawing/2014/main" id="{BA5F3DEE-BFFD-4F51-8E6D-21F8F53938D2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778243" y="3832328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133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18" name="Text Placeholder 20">
            <a:extLst>
              <a:ext uri="{FF2B5EF4-FFF2-40B4-BE49-F238E27FC236}">
                <a16:creationId xmlns:a16="http://schemas.microsoft.com/office/drawing/2014/main" id="{72C5B231-DCCE-4C1F-607F-C0BF7E80DE1F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8778244" y="4336763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133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19" name="Text Placeholder 20">
            <a:extLst>
              <a:ext uri="{FF2B5EF4-FFF2-40B4-BE49-F238E27FC236}">
                <a16:creationId xmlns:a16="http://schemas.microsoft.com/office/drawing/2014/main" id="{0CE07D1D-E8D1-4A91-522C-CF94F53AF328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8778244" y="4836532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133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20" name="Text Placeholder 41">
            <a:extLst>
              <a:ext uri="{FF2B5EF4-FFF2-40B4-BE49-F238E27FC236}">
                <a16:creationId xmlns:a16="http://schemas.microsoft.com/office/drawing/2014/main" id="{E6FF7A22-891A-F86E-5FD7-CCADE47C44BC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8778243" y="3625436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1" name="Text Placeholder 41">
            <a:extLst>
              <a:ext uri="{FF2B5EF4-FFF2-40B4-BE49-F238E27FC236}">
                <a16:creationId xmlns:a16="http://schemas.microsoft.com/office/drawing/2014/main" id="{5739434A-89B9-197A-C954-C8C8400EA07B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8778243" y="4129871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2" name="Text Placeholder 41">
            <a:extLst>
              <a:ext uri="{FF2B5EF4-FFF2-40B4-BE49-F238E27FC236}">
                <a16:creationId xmlns:a16="http://schemas.microsoft.com/office/drawing/2014/main" id="{E86E28AF-5895-145B-3E48-B69C6E087D79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8778243" y="4629640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3" name="Text Placeholder 17">
            <a:extLst>
              <a:ext uri="{FF2B5EF4-FFF2-40B4-BE49-F238E27FC236}">
                <a16:creationId xmlns:a16="http://schemas.microsoft.com/office/drawing/2014/main" id="{AEF0A33D-9CDC-CEEC-25F1-D50C4A0AE0FB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78241" y="3328640"/>
            <a:ext cx="1773356" cy="200722"/>
          </a:xfrm>
          <a:prstGeom prst="rect">
            <a:avLst/>
          </a:prstGeom>
        </p:spPr>
        <p:txBody>
          <a:bodyPr lIns="0" tIns="0" rIns="0" bIns="0"/>
          <a:lstStyle>
            <a:lvl1pPr marL="0" marR="1133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Área de atuação</a:t>
            </a:r>
          </a:p>
        </p:txBody>
      </p:sp>
      <p:sp>
        <p:nvSpPr>
          <p:cNvPr id="2" name="Text Placeholder 20">
            <a:extLst>
              <a:ext uri="{FF2B5EF4-FFF2-40B4-BE49-F238E27FC236}">
                <a16:creationId xmlns:a16="http://schemas.microsoft.com/office/drawing/2014/main" id="{23EA8F35-A116-C243-FB66-325BA6C55604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8778242" y="5882922"/>
            <a:ext cx="3186900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133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Data</a:t>
            </a:r>
          </a:p>
        </p:txBody>
      </p:sp>
      <p:sp>
        <p:nvSpPr>
          <p:cNvPr id="3" name="Text Placeholder 41">
            <a:extLst>
              <a:ext uri="{FF2B5EF4-FFF2-40B4-BE49-F238E27FC236}">
                <a16:creationId xmlns:a16="http://schemas.microsoft.com/office/drawing/2014/main" id="{9671512C-19B4-D1DD-B1BC-82CBD3FA48C1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8778241" y="5676030"/>
            <a:ext cx="3186900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84721425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609">
          <p15:clr>
            <a:srgbClr val="FBAE40"/>
          </p15:clr>
        </p15:guide>
        <p15:guide id="2" pos="321">
          <p15:clr>
            <a:srgbClr val="FBAE40"/>
          </p15:clr>
        </p15:guide>
        <p15:guide id="3" pos="898">
          <p15:clr>
            <a:srgbClr val="FBAE40"/>
          </p15:clr>
        </p15:guide>
        <p15:guide id="4" orient="horz" pos="1324">
          <p15:clr>
            <a:srgbClr val="FBAE40"/>
          </p15:clr>
        </p15:guide>
        <p15:guide id="5" orient="horz" pos="1888">
          <p15:clr>
            <a:srgbClr val="FBAE40"/>
          </p15:clr>
        </p15:guide>
        <p15:guide id="6" pos="4034">
          <p15:clr>
            <a:srgbClr val="FBAE40"/>
          </p15:clr>
        </p15:guide>
      </p15:sldGuideLst>
    </p:ext>
  </p:extLst>
</p:sldLayout>
</file>

<file path=ppt/slideLayouts/slideLayout13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>
  <p:cSld name="3_Divisória - Offwhite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8">
            <a:extLst>
              <a:ext uri="{FF2B5EF4-FFF2-40B4-BE49-F238E27FC236}">
                <a16:creationId xmlns:a16="http://schemas.microsoft.com/office/drawing/2014/main" id="{ADEEF5FA-E06D-34B7-BB29-590E9E06012B}"/>
              </a:ext>
            </a:extLst>
          </p:cNvPr>
          <p:cNvPicPr>
            <a:picLocks noChangeAspect="1"/>
          </p:cNvPicPr>
          <p:nvPr/>
        </p:nvPicPr>
        <p:blipFill rotWithShape="1">
          <a:blip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 l="-8117" t="-23966" r="-8117" b="-23966"/>
          <a:stretch/>
        </p:blipFill>
        <p:spPr>
          <a:xfrm>
            <a:off x="10221000" y="415511"/>
            <a:ext cx="1715687" cy="742966"/>
          </a:xfrm>
          <a:prstGeom prst="rect">
            <a:avLst/>
          </a:prstGeom>
        </p:spPr>
      </p:pic>
      <p:sp>
        <p:nvSpPr>
          <p:cNvPr id="3" name="object 4">
            <a:extLst>
              <a:ext uri="{FF2B5EF4-FFF2-40B4-BE49-F238E27FC236}">
                <a16:creationId xmlns:a16="http://schemas.microsoft.com/office/drawing/2014/main" id="{4E931D96-188D-2C26-E83E-305868F1218B}"/>
              </a:ext>
            </a:extLst>
          </p:cNvPr>
          <p:cNvSpPr/>
          <p:nvPr/>
        </p:nvSpPr>
        <p:spPr>
          <a:xfrm flipV="1">
            <a:off x="-2086899" y="2985948"/>
            <a:ext cx="12224042" cy="5749856"/>
          </a:xfrm>
          <a:custGeom>
            <a:avLst/>
            <a:gdLst/>
            <a:ahLst/>
            <a:cxnLst/>
            <a:rect l="l" t="t" r="r" b="b"/>
            <a:pathLst>
              <a:path w="20104100" h="9456420">
                <a:moveTo>
                  <a:pt x="0" y="9456078"/>
                </a:moveTo>
                <a:lnTo>
                  <a:pt x="6945301" y="9456078"/>
                </a:lnTo>
                <a:lnTo>
                  <a:pt x="6995278" y="9455836"/>
                </a:lnTo>
                <a:lnTo>
                  <a:pt x="7045194" y="9455111"/>
                </a:lnTo>
                <a:lnTo>
                  <a:pt x="7095043" y="9453904"/>
                </a:lnTo>
                <a:lnTo>
                  <a:pt x="7144825" y="9452217"/>
                </a:lnTo>
                <a:lnTo>
                  <a:pt x="7194535" y="9450052"/>
                </a:lnTo>
                <a:lnTo>
                  <a:pt x="7244171" y="9447409"/>
                </a:lnTo>
                <a:lnTo>
                  <a:pt x="7293730" y="9444290"/>
                </a:lnTo>
                <a:lnTo>
                  <a:pt x="7343208" y="9440698"/>
                </a:lnTo>
                <a:lnTo>
                  <a:pt x="7392603" y="9436632"/>
                </a:lnTo>
                <a:lnTo>
                  <a:pt x="7441911" y="9432096"/>
                </a:lnTo>
                <a:lnTo>
                  <a:pt x="7491130" y="9427089"/>
                </a:lnTo>
                <a:lnTo>
                  <a:pt x="7540257" y="9421615"/>
                </a:lnTo>
                <a:lnTo>
                  <a:pt x="7589288" y="9415673"/>
                </a:lnTo>
                <a:lnTo>
                  <a:pt x="7638221" y="9409267"/>
                </a:lnTo>
                <a:lnTo>
                  <a:pt x="7687052" y="9402396"/>
                </a:lnTo>
                <a:lnTo>
                  <a:pt x="7735779" y="9395063"/>
                </a:lnTo>
                <a:lnTo>
                  <a:pt x="7784399" y="9387270"/>
                </a:lnTo>
                <a:lnTo>
                  <a:pt x="7832908" y="9379017"/>
                </a:lnTo>
                <a:lnTo>
                  <a:pt x="7881303" y="9370306"/>
                </a:lnTo>
                <a:lnTo>
                  <a:pt x="7929582" y="9361139"/>
                </a:lnTo>
                <a:lnTo>
                  <a:pt x="7977741" y="9351517"/>
                </a:lnTo>
                <a:lnTo>
                  <a:pt x="8025778" y="9341441"/>
                </a:lnTo>
                <a:lnTo>
                  <a:pt x="8073690" y="9330914"/>
                </a:lnTo>
                <a:lnTo>
                  <a:pt x="8121473" y="9319936"/>
                </a:lnTo>
                <a:lnTo>
                  <a:pt x="8169124" y="9308509"/>
                </a:lnTo>
                <a:lnTo>
                  <a:pt x="8216640" y="9296635"/>
                </a:lnTo>
                <a:lnTo>
                  <a:pt x="8264020" y="9284315"/>
                </a:lnTo>
                <a:lnTo>
                  <a:pt x="8311258" y="9271550"/>
                </a:lnTo>
                <a:lnTo>
                  <a:pt x="8358353" y="9258342"/>
                </a:lnTo>
                <a:lnTo>
                  <a:pt x="8405301" y="9244693"/>
                </a:lnTo>
                <a:lnTo>
                  <a:pt x="8452100" y="9230604"/>
                </a:lnTo>
                <a:lnTo>
                  <a:pt x="8498746" y="9216076"/>
                </a:lnTo>
                <a:lnTo>
                  <a:pt x="8545236" y="9201111"/>
                </a:lnTo>
                <a:lnTo>
                  <a:pt x="8591568" y="9185710"/>
                </a:lnTo>
                <a:lnTo>
                  <a:pt x="8637738" y="9169876"/>
                </a:lnTo>
                <a:lnTo>
                  <a:pt x="8683743" y="9153608"/>
                </a:lnTo>
                <a:lnTo>
                  <a:pt x="8729581" y="9136910"/>
                </a:lnTo>
                <a:lnTo>
                  <a:pt x="8775248" y="9119782"/>
                </a:lnTo>
                <a:lnTo>
                  <a:pt x="8820741" y="9102226"/>
                </a:lnTo>
                <a:lnTo>
                  <a:pt x="8866057" y="9084243"/>
                </a:lnTo>
                <a:lnTo>
                  <a:pt x="8911194" y="9065835"/>
                </a:lnTo>
                <a:lnTo>
                  <a:pt x="8956148" y="9047004"/>
                </a:lnTo>
                <a:lnTo>
                  <a:pt x="9000916" y="9027750"/>
                </a:lnTo>
                <a:lnTo>
                  <a:pt x="9045496" y="9008075"/>
                </a:lnTo>
                <a:lnTo>
                  <a:pt x="9089883" y="8987981"/>
                </a:lnTo>
                <a:lnTo>
                  <a:pt x="9134076" y="8967470"/>
                </a:lnTo>
                <a:lnTo>
                  <a:pt x="9178071" y="8946542"/>
                </a:lnTo>
                <a:lnTo>
                  <a:pt x="9221865" y="8925199"/>
                </a:lnTo>
                <a:lnTo>
                  <a:pt x="9265455" y="8903443"/>
                </a:lnTo>
                <a:lnTo>
                  <a:pt x="9308839" y="8881275"/>
                </a:lnTo>
                <a:lnTo>
                  <a:pt x="9352012" y="8858697"/>
                </a:lnTo>
                <a:lnTo>
                  <a:pt x="9394973" y="8835710"/>
                </a:lnTo>
                <a:lnTo>
                  <a:pt x="9437718" y="8812316"/>
                </a:lnTo>
                <a:lnTo>
                  <a:pt x="9480244" y="8788516"/>
                </a:lnTo>
                <a:lnTo>
                  <a:pt x="9522548" y="8764311"/>
                </a:lnTo>
                <a:lnTo>
                  <a:pt x="9564627" y="8739704"/>
                </a:lnTo>
                <a:lnTo>
                  <a:pt x="9606478" y="8714695"/>
                </a:lnTo>
                <a:lnTo>
                  <a:pt x="9648098" y="8689286"/>
                </a:lnTo>
                <a:lnTo>
                  <a:pt x="9689484" y="8663479"/>
                </a:lnTo>
                <a:lnTo>
                  <a:pt x="9730634" y="8637274"/>
                </a:lnTo>
                <a:lnTo>
                  <a:pt x="9771543" y="8610675"/>
                </a:lnTo>
                <a:lnTo>
                  <a:pt x="9812209" y="8583681"/>
                </a:lnTo>
                <a:lnTo>
                  <a:pt x="9852630" y="8556295"/>
                </a:lnTo>
                <a:lnTo>
                  <a:pt x="9892801" y="8528517"/>
                </a:lnTo>
                <a:lnTo>
                  <a:pt x="9932720" y="8500351"/>
                </a:lnTo>
                <a:lnTo>
                  <a:pt x="9972384" y="8471796"/>
                </a:lnTo>
                <a:lnTo>
                  <a:pt x="10011790" y="8442854"/>
                </a:lnTo>
                <a:lnTo>
                  <a:pt x="10050935" y="8413528"/>
                </a:lnTo>
                <a:lnTo>
                  <a:pt x="10089816" y="8383818"/>
                </a:lnTo>
                <a:lnTo>
                  <a:pt x="10128430" y="8353726"/>
                </a:lnTo>
                <a:lnTo>
                  <a:pt x="10166774" y="8323253"/>
                </a:lnTo>
                <a:lnTo>
                  <a:pt x="10204845" y="8292401"/>
                </a:lnTo>
                <a:lnTo>
                  <a:pt x="10242640" y="8261172"/>
                </a:lnTo>
                <a:lnTo>
                  <a:pt x="10280155" y="8229566"/>
                </a:lnTo>
                <a:lnTo>
                  <a:pt x="10317388" y="8197585"/>
                </a:lnTo>
                <a:lnTo>
                  <a:pt x="10354336" y="8165232"/>
                </a:lnTo>
                <a:lnTo>
                  <a:pt x="10390996" y="8132507"/>
                </a:lnTo>
                <a:lnTo>
                  <a:pt x="10427365" y="8099411"/>
                </a:lnTo>
                <a:lnTo>
                  <a:pt x="10463440" y="8065947"/>
                </a:lnTo>
                <a:lnTo>
                  <a:pt x="10499217" y="8032115"/>
                </a:lnTo>
                <a:lnTo>
                  <a:pt x="10534694" y="7997918"/>
                </a:lnTo>
                <a:lnTo>
                  <a:pt x="10569868" y="7963356"/>
                </a:lnTo>
                <a:lnTo>
                  <a:pt x="10604736" y="7928432"/>
                </a:lnTo>
                <a:lnTo>
                  <a:pt x="10639295" y="7893146"/>
                </a:lnTo>
                <a:lnTo>
                  <a:pt x="10673541" y="7857501"/>
                </a:lnTo>
                <a:lnTo>
                  <a:pt x="10707472" y="7821497"/>
                </a:lnTo>
                <a:lnTo>
                  <a:pt x="10741084" y="7785136"/>
                </a:lnTo>
                <a:lnTo>
                  <a:pt x="10774376" y="7748420"/>
                </a:lnTo>
                <a:lnTo>
                  <a:pt x="10807343" y="7711350"/>
                </a:lnTo>
                <a:lnTo>
                  <a:pt x="10839983" y="7673928"/>
                </a:lnTo>
                <a:lnTo>
                  <a:pt x="10872292" y="7636155"/>
                </a:lnTo>
                <a:lnTo>
                  <a:pt x="10904268" y="7598032"/>
                </a:lnTo>
                <a:lnTo>
                  <a:pt x="10935908" y="7559561"/>
                </a:lnTo>
                <a:lnTo>
                  <a:pt x="10967208" y="7520744"/>
                </a:lnTo>
                <a:lnTo>
                  <a:pt x="10998166" y="7481582"/>
                </a:lnTo>
                <a:lnTo>
                  <a:pt x="11028779" y="7442077"/>
                </a:lnTo>
                <a:lnTo>
                  <a:pt x="14967612" y="2307814"/>
                </a:lnTo>
                <a:lnTo>
                  <a:pt x="14998203" y="2268285"/>
                </a:lnTo>
                <a:lnTo>
                  <a:pt x="15029097" y="2229056"/>
                </a:lnTo>
                <a:lnTo>
                  <a:pt x="15060290" y="2190127"/>
                </a:lnTo>
                <a:lnTo>
                  <a:pt x="15091780" y="2151500"/>
                </a:lnTo>
                <a:lnTo>
                  <a:pt x="15123565" y="2113176"/>
                </a:lnTo>
                <a:lnTo>
                  <a:pt x="15155642" y="2075157"/>
                </a:lnTo>
                <a:lnTo>
                  <a:pt x="15188010" y="2037442"/>
                </a:lnTo>
                <a:lnTo>
                  <a:pt x="15220666" y="2000034"/>
                </a:lnTo>
                <a:lnTo>
                  <a:pt x="15253608" y="1962934"/>
                </a:lnTo>
                <a:lnTo>
                  <a:pt x="15286833" y="1926142"/>
                </a:lnTo>
                <a:lnTo>
                  <a:pt x="15320339" y="1889660"/>
                </a:lnTo>
                <a:lnTo>
                  <a:pt x="15354124" y="1853489"/>
                </a:lnTo>
                <a:lnTo>
                  <a:pt x="15388186" y="1817630"/>
                </a:lnTo>
                <a:lnTo>
                  <a:pt x="15422522" y="1782084"/>
                </a:lnTo>
                <a:lnTo>
                  <a:pt x="15457130" y="1746853"/>
                </a:lnTo>
                <a:lnTo>
                  <a:pt x="15492007" y="1711937"/>
                </a:lnTo>
                <a:lnTo>
                  <a:pt x="15527152" y="1677337"/>
                </a:lnTo>
                <a:lnTo>
                  <a:pt x="15562562" y="1643056"/>
                </a:lnTo>
                <a:lnTo>
                  <a:pt x="15598235" y="1609093"/>
                </a:lnTo>
                <a:lnTo>
                  <a:pt x="15634168" y="1575450"/>
                </a:lnTo>
                <a:lnTo>
                  <a:pt x="15670359" y="1542128"/>
                </a:lnTo>
                <a:lnTo>
                  <a:pt x="15706807" y="1509129"/>
                </a:lnTo>
                <a:lnTo>
                  <a:pt x="15743508" y="1476452"/>
                </a:lnTo>
                <a:lnTo>
                  <a:pt x="15780460" y="1444101"/>
                </a:lnTo>
                <a:lnTo>
                  <a:pt x="15817661" y="1412075"/>
                </a:lnTo>
                <a:lnTo>
                  <a:pt x="15855109" y="1380375"/>
                </a:lnTo>
                <a:lnTo>
                  <a:pt x="15892802" y="1349004"/>
                </a:lnTo>
                <a:lnTo>
                  <a:pt x="15930736" y="1317962"/>
                </a:lnTo>
                <a:lnTo>
                  <a:pt x="15968911" y="1287250"/>
                </a:lnTo>
                <a:lnTo>
                  <a:pt x="16007323" y="1256869"/>
                </a:lnTo>
                <a:lnTo>
                  <a:pt x="16045970" y="1226820"/>
                </a:lnTo>
                <a:lnTo>
                  <a:pt x="16084850" y="1197105"/>
                </a:lnTo>
                <a:lnTo>
                  <a:pt x="16123961" y="1167725"/>
                </a:lnTo>
                <a:lnTo>
                  <a:pt x="16163300" y="1138681"/>
                </a:lnTo>
                <a:lnTo>
                  <a:pt x="16202865" y="1109974"/>
                </a:lnTo>
                <a:lnTo>
                  <a:pt x="16242654" y="1081604"/>
                </a:lnTo>
                <a:lnTo>
                  <a:pt x="16282665" y="1053574"/>
                </a:lnTo>
                <a:lnTo>
                  <a:pt x="16322895" y="1025884"/>
                </a:lnTo>
                <a:lnTo>
                  <a:pt x="16363341" y="998536"/>
                </a:lnTo>
                <a:lnTo>
                  <a:pt x="16404003" y="971530"/>
                </a:lnTo>
                <a:lnTo>
                  <a:pt x="16444876" y="944868"/>
                </a:lnTo>
                <a:lnTo>
                  <a:pt x="16485960" y="918551"/>
                </a:lnTo>
                <a:lnTo>
                  <a:pt x="16527251" y="892580"/>
                </a:lnTo>
                <a:lnTo>
                  <a:pt x="16568748" y="866956"/>
                </a:lnTo>
                <a:lnTo>
                  <a:pt x="16610448" y="841681"/>
                </a:lnTo>
                <a:lnTo>
                  <a:pt x="16652349" y="816754"/>
                </a:lnTo>
                <a:lnTo>
                  <a:pt x="16694448" y="792179"/>
                </a:lnTo>
                <a:lnTo>
                  <a:pt x="16736744" y="767955"/>
                </a:lnTo>
                <a:lnTo>
                  <a:pt x="16779233" y="744083"/>
                </a:lnTo>
                <a:lnTo>
                  <a:pt x="16821914" y="720566"/>
                </a:lnTo>
                <a:lnTo>
                  <a:pt x="16864785" y="697404"/>
                </a:lnTo>
                <a:lnTo>
                  <a:pt x="16907843" y="674598"/>
                </a:lnTo>
                <a:lnTo>
                  <a:pt x="16951085" y="652149"/>
                </a:lnTo>
                <a:lnTo>
                  <a:pt x="16994510" y="630059"/>
                </a:lnTo>
                <a:lnTo>
                  <a:pt x="17038115" y="608328"/>
                </a:lnTo>
                <a:lnTo>
                  <a:pt x="17081898" y="586958"/>
                </a:lnTo>
                <a:lnTo>
                  <a:pt x="17125857" y="565950"/>
                </a:lnTo>
                <a:lnTo>
                  <a:pt x="17169989" y="545304"/>
                </a:lnTo>
                <a:lnTo>
                  <a:pt x="17214292" y="525023"/>
                </a:lnTo>
                <a:lnTo>
                  <a:pt x="17258764" y="505107"/>
                </a:lnTo>
                <a:lnTo>
                  <a:pt x="17303402" y="485558"/>
                </a:lnTo>
                <a:lnTo>
                  <a:pt x="17348204" y="466376"/>
                </a:lnTo>
                <a:lnTo>
                  <a:pt x="17393169" y="447563"/>
                </a:lnTo>
                <a:lnTo>
                  <a:pt x="17438292" y="429119"/>
                </a:lnTo>
                <a:lnTo>
                  <a:pt x="17483573" y="411046"/>
                </a:lnTo>
                <a:lnTo>
                  <a:pt x="17529009" y="393346"/>
                </a:lnTo>
                <a:lnTo>
                  <a:pt x="17574598" y="376018"/>
                </a:lnTo>
                <a:lnTo>
                  <a:pt x="17620337" y="359065"/>
                </a:lnTo>
                <a:lnTo>
                  <a:pt x="17666224" y="342487"/>
                </a:lnTo>
                <a:lnTo>
                  <a:pt x="17712257" y="326286"/>
                </a:lnTo>
                <a:lnTo>
                  <a:pt x="17758433" y="310462"/>
                </a:lnTo>
                <a:lnTo>
                  <a:pt x="17804751" y="295018"/>
                </a:lnTo>
                <a:lnTo>
                  <a:pt x="17851208" y="279953"/>
                </a:lnTo>
                <a:lnTo>
                  <a:pt x="17897801" y="265269"/>
                </a:lnTo>
                <a:lnTo>
                  <a:pt x="17944528" y="250968"/>
                </a:lnTo>
                <a:lnTo>
                  <a:pt x="17991388" y="237049"/>
                </a:lnTo>
                <a:lnTo>
                  <a:pt x="18038377" y="223516"/>
                </a:lnTo>
                <a:lnTo>
                  <a:pt x="18085494" y="210368"/>
                </a:lnTo>
                <a:lnTo>
                  <a:pt x="18132735" y="197606"/>
                </a:lnTo>
                <a:lnTo>
                  <a:pt x="18180100" y="185233"/>
                </a:lnTo>
                <a:lnTo>
                  <a:pt x="18227585" y="173248"/>
                </a:lnTo>
                <a:lnTo>
                  <a:pt x="18275189" y="161654"/>
                </a:lnTo>
                <a:lnTo>
                  <a:pt x="18322908" y="150451"/>
                </a:lnTo>
                <a:lnTo>
                  <a:pt x="18370741" y="139640"/>
                </a:lnTo>
                <a:lnTo>
                  <a:pt x="18418686" y="129223"/>
                </a:lnTo>
                <a:lnTo>
                  <a:pt x="18466740" y="119201"/>
                </a:lnTo>
                <a:lnTo>
                  <a:pt x="18514900" y="109574"/>
                </a:lnTo>
                <a:lnTo>
                  <a:pt x="18563165" y="100344"/>
                </a:lnTo>
                <a:lnTo>
                  <a:pt x="18611532" y="91512"/>
                </a:lnTo>
                <a:lnTo>
                  <a:pt x="18659999" y="83080"/>
                </a:lnTo>
                <a:lnTo>
                  <a:pt x="18708564" y="75047"/>
                </a:lnTo>
                <a:lnTo>
                  <a:pt x="18757224" y="67417"/>
                </a:lnTo>
                <a:lnTo>
                  <a:pt x="18805977" y="60188"/>
                </a:lnTo>
                <a:lnTo>
                  <a:pt x="18854820" y="53364"/>
                </a:lnTo>
                <a:lnTo>
                  <a:pt x="18903752" y="46944"/>
                </a:lnTo>
                <a:lnTo>
                  <a:pt x="18952771" y="40931"/>
                </a:lnTo>
                <a:lnTo>
                  <a:pt x="19001873" y="35324"/>
                </a:lnTo>
                <a:lnTo>
                  <a:pt x="19051057" y="30126"/>
                </a:lnTo>
                <a:lnTo>
                  <a:pt x="19100320" y="25337"/>
                </a:lnTo>
                <a:lnTo>
                  <a:pt x="19149660" y="20958"/>
                </a:lnTo>
                <a:lnTo>
                  <a:pt x="19199074" y="16991"/>
                </a:lnTo>
                <a:lnTo>
                  <a:pt x="19248561" y="13437"/>
                </a:lnTo>
                <a:lnTo>
                  <a:pt x="19298119" y="10297"/>
                </a:lnTo>
                <a:lnTo>
                  <a:pt x="19347744" y="7572"/>
                </a:lnTo>
                <a:lnTo>
                  <a:pt x="19397434" y="5263"/>
                </a:lnTo>
                <a:lnTo>
                  <a:pt x="19447188" y="3371"/>
                </a:lnTo>
                <a:lnTo>
                  <a:pt x="19497002" y="1898"/>
                </a:lnTo>
                <a:lnTo>
                  <a:pt x="19546875" y="844"/>
                </a:lnTo>
                <a:lnTo>
                  <a:pt x="19596805" y="211"/>
                </a:lnTo>
                <a:lnTo>
                  <a:pt x="19646788" y="0"/>
                </a:lnTo>
                <a:lnTo>
                  <a:pt x="20104099" y="0"/>
                </a:lnTo>
              </a:path>
            </a:pathLst>
          </a:custGeom>
          <a:ln w="19050">
            <a:solidFill>
              <a:schemeClr val="tx2"/>
            </a:solidFill>
          </a:ln>
        </p:spPr>
        <p:txBody>
          <a:bodyPr wrap="square" lIns="0" tIns="0" rIns="0" bIns="0" rtlCol="0"/>
          <a:lstStyle/>
          <a:p>
            <a:pPr marL="0" marR="0" lvl="0" indent="0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5" name="object 4">
            <a:extLst>
              <a:ext uri="{FF2B5EF4-FFF2-40B4-BE49-F238E27FC236}">
                <a16:creationId xmlns:a16="http://schemas.microsoft.com/office/drawing/2014/main" id="{4D79B08D-8C32-FB4A-74B4-C76E2DB52D00}"/>
              </a:ext>
            </a:extLst>
          </p:cNvPr>
          <p:cNvSpPr/>
          <p:nvPr/>
        </p:nvSpPr>
        <p:spPr>
          <a:xfrm rot="10247908" flipH="1">
            <a:off x="5297646" y="-1969541"/>
            <a:ext cx="8001039" cy="5749648"/>
          </a:xfrm>
          <a:custGeom>
            <a:avLst/>
            <a:gdLst>
              <a:gd name="connsiteX0" fmla="*/ 0 w 13940157"/>
              <a:gd name="connsiteY0" fmla="*/ 9200719 h 9456078"/>
              <a:gd name="connsiteX1" fmla="*/ 781360 w 13940157"/>
              <a:gd name="connsiteY1" fmla="*/ 9456078 h 9456078"/>
              <a:gd name="connsiteX2" fmla="*/ 831337 w 13940157"/>
              <a:gd name="connsiteY2" fmla="*/ 9455836 h 9456078"/>
              <a:gd name="connsiteX3" fmla="*/ 881253 w 13940157"/>
              <a:gd name="connsiteY3" fmla="*/ 9455111 h 9456078"/>
              <a:gd name="connsiteX4" fmla="*/ 931102 w 13940157"/>
              <a:gd name="connsiteY4" fmla="*/ 9453904 h 9456078"/>
              <a:gd name="connsiteX5" fmla="*/ 980884 w 13940157"/>
              <a:gd name="connsiteY5" fmla="*/ 9452217 h 9456078"/>
              <a:gd name="connsiteX6" fmla="*/ 1030594 w 13940157"/>
              <a:gd name="connsiteY6" fmla="*/ 9450052 h 9456078"/>
              <a:gd name="connsiteX7" fmla="*/ 1080230 w 13940157"/>
              <a:gd name="connsiteY7" fmla="*/ 9447409 h 9456078"/>
              <a:gd name="connsiteX8" fmla="*/ 1129789 w 13940157"/>
              <a:gd name="connsiteY8" fmla="*/ 9444290 h 9456078"/>
              <a:gd name="connsiteX9" fmla="*/ 1179267 w 13940157"/>
              <a:gd name="connsiteY9" fmla="*/ 9440698 h 9456078"/>
              <a:gd name="connsiteX10" fmla="*/ 1228662 w 13940157"/>
              <a:gd name="connsiteY10" fmla="*/ 9436632 h 9456078"/>
              <a:gd name="connsiteX11" fmla="*/ 1277970 w 13940157"/>
              <a:gd name="connsiteY11" fmla="*/ 9432096 h 9456078"/>
              <a:gd name="connsiteX12" fmla="*/ 1327189 w 13940157"/>
              <a:gd name="connsiteY12" fmla="*/ 9427089 h 9456078"/>
              <a:gd name="connsiteX13" fmla="*/ 1376316 w 13940157"/>
              <a:gd name="connsiteY13" fmla="*/ 9421615 h 9456078"/>
              <a:gd name="connsiteX14" fmla="*/ 1425347 w 13940157"/>
              <a:gd name="connsiteY14" fmla="*/ 9415673 h 9456078"/>
              <a:gd name="connsiteX15" fmla="*/ 1474280 w 13940157"/>
              <a:gd name="connsiteY15" fmla="*/ 9409267 h 9456078"/>
              <a:gd name="connsiteX16" fmla="*/ 1523111 w 13940157"/>
              <a:gd name="connsiteY16" fmla="*/ 9402396 h 9456078"/>
              <a:gd name="connsiteX17" fmla="*/ 1571838 w 13940157"/>
              <a:gd name="connsiteY17" fmla="*/ 9395063 h 9456078"/>
              <a:gd name="connsiteX18" fmla="*/ 1620458 w 13940157"/>
              <a:gd name="connsiteY18" fmla="*/ 9387270 h 9456078"/>
              <a:gd name="connsiteX19" fmla="*/ 1668967 w 13940157"/>
              <a:gd name="connsiteY19" fmla="*/ 9379017 h 9456078"/>
              <a:gd name="connsiteX20" fmla="*/ 1717362 w 13940157"/>
              <a:gd name="connsiteY20" fmla="*/ 9370306 h 9456078"/>
              <a:gd name="connsiteX21" fmla="*/ 1765641 w 13940157"/>
              <a:gd name="connsiteY21" fmla="*/ 9361139 h 9456078"/>
              <a:gd name="connsiteX22" fmla="*/ 1813800 w 13940157"/>
              <a:gd name="connsiteY22" fmla="*/ 9351517 h 9456078"/>
              <a:gd name="connsiteX23" fmla="*/ 1861837 w 13940157"/>
              <a:gd name="connsiteY23" fmla="*/ 9341441 h 9456078"/>
              <a:gd name="connsiteX24" fmla="*/ 1909749 w 13940157"/>
              <a:gd name="connsiteY24" fmla="*/ 9330914 h 9456078"/>
              <a:gd name="connsiteX25" fmla="*/ 1957532 w 13940157"/>
              <a:gd name="connsiteY25" fmla="*/ 9319936 h 9456078"/>
              <a:gd name="connsiteX26" fmla="*/ 2005183 w 13940157"/>
              <a:gd name="connsiteY26" fmla="*/ 9308509 h 9456078"/>
              <a:gd name="connsiteX27" fmla="*/ 2052699 w 13940157"/>
              <a:gd name="connsiteY27" fmla="*/ 9296635 h 9456078"/>
              <a:gd name="connsiteX28" fmla="*/ 2100079 w 13940157"/>
              <a:gd name="connsiteY28" fmla="*/ 9284315 h 9456078"/>
              <a:gd name="connsiteX29" fmla="*/ 2147317 w 13940157"/>
              <a:gd name="connsiteY29" fmla="*/ 9271550 h 9456078"/>
              <a:gd name="connsiteX30" fmla="*/ 2194412 w 13940157"/>
              <a:gd name="connsiteY30" fmla="*/ 9258342 h 9456078"/>
              <a:gd name="connsiteX31" fmla="*/ 2241360 w 13940157"/>
              <a:gd name="connsiteY31" fmla="*/ 9244693 h 9456078"/>
              <a:gd name="connsiteX32" fmla="*/ 2288159 w 13940157"/>
              <a:gd name="connsiteY32" fmla="*/ 9230604 h 9456078"/>
              <a:gd name="connsiteX33" fmla="*/ 2334805 w 13940157"/>
              <a:gd name="connsiteY33" fmla="*/ 9216076 h 9456078"/>
              <a:gd name="connsiteX34" fmla="*/ 2381295 w 13940157"/>
              <a:gd name="connsiteY34" fmla="*/ 9201111 h 9456078"/>
              <a:gd name="connsiteX35" fmla="*/ 2427627 w 13940157"/>
              <a:gd name="connsiteY35" fmla="*/ 9185710 h 9456078"/>
              <a:gd name="connsiteX36" fmla="*/ 2473797 w 13940157"/>
              <a:gd name="connsiteY36" fmla="*/ 9169876 h 9456078"/>
              <a:gd name="connsiteX37" fmla="*/ 2519802 w 13940157"/>
              <a:gd name="connsiteY37" fmla="*/ 9153608 h 9456078"/>
              <a:gd name="connsiteX38" fmla="*/ 2565640 w 13940157"/>
              <a:gd name="connsiteY38" fmla="*/ 9136910 h 9456078"/>
              <a:gd name="connsiteX39" fmla="*/ 2611307 w 13940157"/>
              <a:gd name="connsiteY39" fmla="*/ 9119782 h 9456078"/>
              <a:gd name="connsiteX40" fmla="*/ 2656800 w 13940157"/>
              <a:gd name="connsiteY40" fmla="*/ 9102226 h 9456078"/>
              <a:gd name="connsiteX41" fmla="*/ 2702116 w 13940157"/>
              <a:gd name="connsiteY41" fmla="*/ 9084243 h 9456078"/>
              <a:gd name="connsiteX42" fmla="*/ 2747253 w 13940157"/>
              <a:gd name="connsiteY42" fmla="*/ 9065835 h 9456078"/>
              <a:gd name="connsiteX43" fmla="*/ 2792207 w 13940157"/>
              <a:gd name="connsiteY43" fmla="*/ 9047004 h 9456078"/>
              <a:gd name="connsiteX44" fmla="*/ 2836975 w 13940157"/>
              <a:gd name="connsiteY44" fmla="*/ 9027750 h 9456078"/>
              <a:gd name="connsiteX45" fmla="*/ 2881555 w 13940157"/>
              <a:gd name="connsiteY45" fmla="*/ 9008075 h 9456078"/>
              <a:gd name="connsiteX46" fmla="*/ 2925942 w 13940157"/>
              <a:gd name="connsiteY46" fmla="*/ 8987981 h 9456078"/>
              <a:gd name="connsiteX47" fmla="*/ 2970135 w 13940157"/>
              <a:gd name="connsiteY47" fmla="*/ 8967470 h 9456078"/>
              <a:gd name="connsiteX48" fmla="*/ 3014130 w 13940157"/>
              <a:gd name="connsiteY48" fmla="*/ 8946542 h 9456078"/>
              <a:gd name="connsiteX49" fmla="*/ 3057924 w 13940157"/>
              <a:gd name="connsiteY49" fmla="*/ 8925199 h 9456078"/>
              <a:gd name="connsiteX50" fmla="*/ 3101514 w 13940157"/>
              <a:gd name="connsiteY50" fmla="*/ 8903443 h 9456078"/>
              <a:gd name="connsiteX51" fmla="*/ 3144898 w 13940157"/>
              <a:gd name="connsiteY51" fmla="*/ 8881275 h 9456078"/>
              <a:gd name="connsiteX52" fmla="*/ 3188071 w 13940157"/>
              <a:gd name="connsiteY52" fmla="*/ 8858697 h 9456078"/>
              <a:gd name="connsiteX53" fmla="*/ 3231032 w 13940157"/>
              <a:gd name="connsiteY53" fmla="*/ 8835710 h 9456078"/>
              <a:gd name="connsiteX54" fmla="*/ 3273777 w 13940157"/>
              <a:gd name="connsiteY54" fmla="*/ 8812316 h 9456078"/>
              <a:gd name="connsiteX55" fmla="*/ 3316303 w 13940157"/>
              <a:gd name="connsiteY55" fmla="*/ 8788516 h 9456078"/>
              <a:gd name="connsiteX56" fmla="*/ 3358607 w 13940157"/>
              <a:gd name="connsiteY56" fmla="*/ 8764311 h 9456078"/>
              <a:gd name="connsiteX57" fmla="*/ 3400686 w 13940157"/>
              <a:gd name="connsiteY57" fmla="*/ 8739704 h 9456078"/>
              <a:gd name="connsiteX58" fmla="*/ 3442537 w 13940157"/>
              <a:gd name="connsiteY58" fmla="*/ 8714695 h 9456078"/>
              <a:gd name="connsiteX59" fmla="*/ 3484157 w 13940157"/>
              <a:gd name="connsiteY59" fmla="*/ 8689286 h 9456078"/>
              <a:gd name="connsiteX60" fmla="*/ 3525543 w 13940157"/>
              <a:gd name="connsiteY60" fmla="*/ 8663479 h 9456078"/>
              <a:gd name="connsiteX61" fmla="*/ 3566693 w 13940157"/>
              <a:gd name="connsiteY61" fmla="*/ 8637274 h 9456078"/>
              <a:gd name="connsiteX62" fmla="*/ 3607602 w 13940157"/>
              <a:gd name="connsiteY62" fmla="*/ 8610675 h 9456078"/>
              <a:gd name="connsiteX63" fmla="*/ 3648268 w 13940157"/>
              <a:gd name="connsiteY63" fmla="*/ 8583681 h 9456078"/>
              <a:gd name="connsiteX64" fmla="*/ 3688689 w 13940157"/>
              <a:gd name="connsiteY64" fmla="*/ 8556295 h 9456078"/>
              <a:gd name="connsiteX65" fmla="*/ 3728860 w 13940157"/>
              <a:gd name="connsiteY65" fmla="*/ 8528517 h 9456078"/>
              <a:gd name="connsiteX66" fmla="*/ 3768779 w 13940157"/>
              <a:gd name="connsiteY66" fmla="*/ 8500351 h 9456078"/>
              <a:gd name="connsiteX67" fmla="*/ 3808443 w 13940157"/>
              <a:gd name="connsiteY67" fmla="*/ 8471796 h 9456078"/>
              <a:gd name="connsiteX68" fmla="*/ 3847849 w 13940157"/>
              <a:gd name="connsiteY68" fmla="*/ 8442854 h 9456078"/>
              <a:gd name="connsiteX69" fmla="*/ 3886994 w 13940157"/>
              <a:gd name="connsiteY69" fmla="*/ 8413528 h 9456078"/>
              <a:gd name="connsiteX70" fmla="*/ 3925875 w 13940157"/>
              <a:gd name="connsiteY70" fmla="*/ 8383818 h 9456078"/>
              <a:gd name="connsiteX71" fmla="*/ 3964489 w 13940157"/>
              <a:gd name="connsiteY71" fmla="*/ 8353726 h 9456078"/>
              <a:gd name="connsiteX72" fmla="*/ 4002833 w 13940157"/>
              <a:gd name="connsiteY72" fmla="*/ 8323253 h 9456078"/>
              <a:gd name="connsiteX73" fmla="*/ 4040904 w 13940157"/>
              <a:gd name="connsiteY73" fmla="*/ 8292401 h 9456078"/>
              <a:gd name="connsiteX74" fmla="*/ 4078699 w 13940157"/>
              <a:gd name="connsiteY74" fmla="*/ 8261172 h 9456078"/>
              <a:gd name="connsiteX75" fmla="*/ 4116214 w 13940157"/>
              <a:gd name="connsiteY75" fmla="*/ 8229566 h 9456078"/>
              <a:gd name="connsiteX76" fmla="*/ 4153447 w 13940157"/>
              <a:gd name="connsiteY76" fmla="*/ 8197585 h 9456078"/>
              <a:gd name="connsiteX77" fmla="*/ 4190395 w 13940157"/>
              <a:gd name="connsiteY77" fmla="*/ 8165232 h 9456078"/>
              <a:gd name="connsiteX78" fmla="*/ 4227055 w 13940157"/>
              <a:gd name="connsiteY78" fmla="*/ 8132507 h 9456078"/>
              <a:gd name="connsiteX79" fmla="*/ 4263424 w 13940157"/>
              <a:gd name="connsiteY79" fmla="*/ 8099411 h 9456078"/>
              <a:gd name="connsiteX80" fmla="*/ 4299499 w 13940157"/>
              <a:gd name="connsiteY80" fmla="*/ 8065947 h 9456078"/>
              <a:gd name="connsiteX81" fmla="*/ 4335276 w 13940157"/>
              <a:gd name="connsiteY81" fmla="*/ 8032115 h 9456078"/>
              <a:gd name="connsiteX82" fmla="*/ 4370753 w 13940157"/>
              <a:gd name="connsiteY82" fmla="*/ 7997918 h 9456078"/>
              <a:gd name="connsiteX83" fmla="*/ 4405927 w 13940157"/>
              <a:gd name="connsiteY83" fmla="*/ 7963356 h 9456078"/>
              <a:gd name="connsiteX84" fmla="*/ 4440795 w 13940157"/>
              <a:gd name="connsiteY84" fmla="*/ 7928432 h 9456078"/>
              <a:gd name="connsiteX85" fmla="*/ 4475354 w 13940157"/>
              <a:gd name="connsiteY85" fmla="*/ 7893146 h 9456078"/>
              <a:gd name="connsiteX86" fmla="*/ 4509600 w 13940157"/>
              <a:gd name="connsiteY86" fmla="*/ 7857501 h 9456078"/>
              <a:gd name="connsiteX87" fmla="*/ 4543531 w 13940157"/>
              <a:gd name="connsiteY87" fmla="*/ 7821497 h 9456078"/>
              <a:gd name="connsiteX88" fmla="*/ 4577143 w 13940157"/>
              <a:gd name="connsiteY88" fmla="*/ 7785136 h 9456078"/>
              <a:gd name="connsiteX89" fmla="*/ 4610435 w 13940157"/>
              <a:gd name="connsiteY89" fmla="*/ 7748420 h 9456078"/>
              <a:gd name="connsiteX90" fmla="*/ 4643402 w 13940157"/>
              <a:gd name="connsiteY90" fmla="*/ 7711350 h 9456078"/>
              <a:gd name="connsiteX91" fmla="*/ 4676042 w 13940157"/>
              <a:gd name="connsiteY91" fmla="*/ 7673928 h 9456078"/>
              <a:gd name="connsiteX92" fmla="*/ 4708351 w 13940157"/>
              <a:gd name="connsiteY92" fmla="*/ 7636155 h 9456078"/>
              <a:gd name="connsiteX93" fmla="*/ 4740327 w 13940157"/>
              <a:gd name="connsiteY93" fmla="*/ 7598032 h 9456078"/>
              <a:gd name="connsiteX94" fmla="*/ 4771967 w 13940157"/>
              <a:gd name="connsiteY94" fmla="*/ 7559561 h 9456078"/>
              <a:gd name="connsiteX95" fmla="*/ 4803267 w 13940157"/>
              <a:gd name="connsiteY95" fmla="*/ 7520744 h 9456078"/>
              <a:gd name="connsiteX96" fmla="*/ 4834225 w 13940157"/>
              <a:gd name="connsiteY96" fmla="*/ 7481582 h 9456078"/>
              <a:gd name="connsiteX97" fmla="*/ 4864838 w 13940157"/>
              <a:gd name="connsiteY97" fmla="*/ 7442077 h 9456078"/>
              <a:gd name="connsiteX98" fmla="*/ 8803671 w 13940157"/>
              <a:gd name="connsiteY98" fmla="*/ 2307814 h 9456078"/>
              <a:gd name="connsiteX99" fmla="*/ 8834262 w 13940157"/>
              <a:gd name="connsiteY99" fmla="*/ 2268285 h 9456078"/>
              <a:gd name="connsiteX100" fmla="*/ 8865156 w 13940157"/>
              <a:gd name="connsiteY100" fmla="*/ 2229056 h 9456078"/>
              <a:gd name="connsiteX101" fmla="*/ 8896349 w 13940157"/>
              <a:gd name="connsiteY101" fmla="*/ 2190127 h 9456078"/>
              <a:gd name="connsiteX102" fmla="*/ 8927839 w 13940157"/>
              <a:gd name="connsiteY102" fmla="*/ 2151500 h 9456078"/>
              <a:gd name="connsiteX103" fmla="*/ 8959624 w 13940157"/>
              <a:gd name="connsiteY103" fmla="*/ 2113176 h 9456078"/>
              <a:gd name="connsiteX104" fmla="*/ 8991701 w 13940157"/>
              <a:gd name="connsiteY104" fmla="*/ 2075157 h 9456078"/>
              <a:gd name="connsiteX105" fmla="*/ 9024069 w 13940157"/>
              <a:gd name="connsiteY105" fmla="*/ 2037442 h 9456078"/>
              <a:gd name="connsiteX106" fmla="*/ 9056725 w 13940157"/>
              <a:gd name="connsiteY106" fmla="*/ 2000034 h 9456078"/>
              <a:gd name="connsiteX107" fmla="*/ 9089667 w 13940157"/>
              <a:gd name="connsiteY107" fmla="*/ 1962934 h 9456078"/>
              <a:gd name="connsiteX108" fmla="*/ 9122892 w 13940157"/>
              <a:gd name="connsiteY108" fmla="*/ 1926142 h 9456078"/>
              <a:gd name="connsiteX109" fmla="*/ 9156398 w 13940157"/>
              <a:gd name="connsiteY109" fmla="*/ 1889660 h 9456078"/>
              <a:gd name="connsiteX110" fmla="*/ 9190183 w 13940157"/>
              <a:gd name="connsiteY110" fmla="*/ 1853489 h 9456078"/>
              <a:gd name="connsiteX111" fmla="*/ 9224245 w 13940157"/>
              <a:gd name="connsiteY111" fmla="*/ 1817630 h 9456078"/>
              <a:gd name="connsiteX112" fmla="*/ 9258581 w 13940157"/>
              <a:gd name="connsiteY112" fmla="*/ 1782084 h 9456078"/>
              <a:gd name="connsiteX113" fmla="*/ 9293189 w 13940157"/>
              <a:gd name="connsiteY113" fmla="*/ 1746853 h 9456078"/>
              <a:gd name="connsiteX114" fmla="*/ 9328066 w 13940157"/>
              <a:gd name="connsiteY114" fmla="*/ 1711937 h 9456078"/>
              <a:gd name="connsiteX115" fmla="*/ 9363211 w 13940157"/>
              <a:gd name="connsiteY115" fmla="*/ 1677337 h 9456078"/>
              <a:gd name="connsiteX116" fmla="*/ 9398621 w 13940157"/>
              <a:gd name="connsiteY116" fmla="*/ 1643056 h 9456078"/>
              <a:gd name="connsiteX117" fmla="*/ 9434294 w 13940157"/>
              <a:gd name="connsiteY117" fmla="*/ 1609093 h 9456078"/>
              <a:gd name="connsiteX118" fmla="*/ 9470227 w 13940157"/>
              <a:gd name="connsiteY118" fmla="*/ 1575450 h 9456078"/>
              <a:gd name="connsiteX119" fmla="*/ 9506418 w 13940157"/>
              <a:gd name="connsiteY119" fmla="*/ 1542128 h 9456078"/>
              <a:gd name="connsiteX120" fmla="*/ 9542866 w 13940157"/>
              <a:gd name="connsiteY120" fmla="*/ 1509129 h 9456078"/>
              <a:gd name="connsiteX121" fmla="*/ 9579567 w 13940157"/>
              <a:gd name="connsiteY121" fmla="*/ 1476452 h 9456078"/>
              <a:gd name="connsiteX122" fmla="*/ 9616519 w 13940157"/>
              <a:gd name="connsiteY122" fmla="*/ 1444101 h 9456078"/>
              <a:gd name="connsiteX123" fmla="*/ 9653720 w 13940157"/>
              <a:gd name="connsiteY123" fmla="*/ 1412075 h 9456078"/>
              <a:gd name="connsiteX124" fmla="*/ 9691168 w 13940157"/>
              <a:gd name="connsiteY124" fmla="*/ 1380375 h 9456078"/>
              <a:gd name="connsiteX125" fmla="*/ 9728861 w 13940157"/>
              <a:gd name="connsiteY125" fmla="*/ 1349004 h 9456078"/>
              <a:gd name="connsiteX126" fmla="*/ 9766795 w 13940157"/>
              <a:gd name="connsiteY126" fmla="*/ 1317962 h 9456078"/>
              <a:gd name="connsiteX127" fmla="*/ 9804970 w 13940157"/>
              <a:gd name="connsiteY127" fmla="*/ 1287250 h 9456078"/>
              <a:gd name="connsiteX128" fmla="*/ 9843382 w 13940157"/>
              <a:gd name="connsiteY128" fmla="*/ 1256869 h 9456078"/>
              <a:gd name="connsiteX129" fmla="*/ 9882029 w 13940157"/>
              <a:gd name="connsiteY129" fmla="*/ 1226820 h 9456078"/>
              <a:gd name="connsiteX130" fmla="*/ 9920909 w 13940157"/>
              <a:gd name="connsiteY130" fmla="*/ 1197105 h 9456078"/>
              <a:gd name="connsiteX131" fmla="*/ 9960020 w 13940157"/>
              <a:gd name="connsiteY131" fmla="*/ 1167725 h 9456078"/>
              <a:gd name="connsiteX132" fmla="*/ 9999359 w 13940157"/>
              <a:gd name="connsiteY132" fmla="*/ 1138681 h 9456078"/>
              <a:gd name="connsiteX133" fmla="*/ 10038924 w 13940157"/>
              <a:gd name="connsiteY133" fmla="*/ 1109974 h 9456078"/>
              <a:gd name="connsiteX134" fmla="*/ 10078713 w 13940157"/>
              <a:gd name="connsiteY134" fmla="*/ 1081604 h 9456078"/>
              <a:gd name="connsiteX135" fmla="*/ 10118724 w 13940157"/>
              <a:gd name="connsiteY135" fmla="*/ 1053574 h 9456078"/>
              <a:gd name="connsiteX136" fmla="*/ 10158954 w 13940157"/>
              <a:gd name="connsiteY136" fmla="*/ 1025884 h 9456078"/>
              <a:gd name="connsiteX137" fmla="*/ 10199400 w 13940157"/>
              <a:gd name="connsiteY137" fmla="*/ 998536 h 9456078"/>
              <a:gd name="connsiteX138" fmla="*/ 10240062 w 13940157"/>
              <a:gd name="connsiteY138" fmla="*/ 971530 h 9456078"/>
              <a:gd name="connsiteX139" fmla="*/ 10280935 w 13940157"/>
              <a:gd name="connsiteY139" fmla="*/ 944868 h 9456078"/>
              <a:gd name="connsiteX140" fmla="*/ 10322019 w 13940157"/>
              <a:gd name="connsiteY140" fmla="*/ 918551 h 9456078"/>
              <a:gd name="connsiteX141" fmla="*/ 10363310 w 13940157"/>
              <a:gd name="connsiteY141" fmla="*/ 892580 h 9456078"/>
              <a:gd name="connsiteX142" fmla="*/ 10404807 w 13940157"/>
              <a:gd name="connsiteY142" fmla="*/ 866956 h 9456078"/>
              <a:gd name="connsiteX143" fmla="*/ 10446507 w 13940157"/>
              <a:gd name="connsiteY143" fmla="*/ 841681 h 9456078"/>
              <a:gd name="connsiteX144" fmla="*/ 10488408 w 13940157"/>
              <a:gd name="connsiteY144" fmla="*/ 816754 h 9456078"/>
              <a:gd name="connsiteX145" fmla="*/ 10530507 w 13940157"/>
              <a:gd name="connsiteY145" fmla="*/ 792179 h 9456078"/>
              <a:gd name="connsiteX146" fmla="*/ 10572803 w 13940157"/>
              <a:gd name="connsiteY146" fmla="*/ 767955 h 9456078"/>
              <a:gd name="connsiteX147" fmla="*/ 10615292 w 13940157"/>
              <a:gd name="connsiteY147" fmla="*/ 744083 h 9456078"/>
              <a:gd name="connsiteX148" fmla="*/ 10657973 w 13940157"/>
              <a:gd name="connsiteY148" fmla="*/ 720566 h 9456078"/>
              <a:gd name="connsiteX149" fmla="*/ 10700844 w 13940157"/>
              <a:gd name="connsiteY149" fmla="*/ 697404 h 9456078"/>
              <a:gd name="connsiteX150" fmla="*/ 10743902 w 13940157"/>
              <a:gd name="connsiteY150" fmla="*/ 674598 h 9456078"/>
              <a:gd name="connsiteX151" fmla="*/ 10787144 w 13940157"/>
              <a:gd name="connsiteY151" fmla="*/ 652149 h 9456078"/>
              <a:gd name="connsiteX152" fmla="*/ 10830569 w 13940157"/>
              <a:gd name="connsiteY152" fmla="*/ 630059 h 9456078"/>
              <a:gd name="connsiteX153" fmla="*/ 10874174 w 13940157"/>
              <a:gd name="connsiteY153" fmla="*/ 608328 h 9456078"/>
              <a:gd name="connsiteX154" fmla="*/ 10917957 w 13940157"/>
              <a:gd name="connsiteY154" fmla="*/ 586958 h 9456078"/>
              <a:gd name="connsiteX155" fmla="*/ 10961916 w 13940157"/>
              <a:gd name="connsiteY155" fmla="*/ 565950 h 9456078"/>
              <a:gd name="connsiteX156" fmla="*/ 11006048 w 13940157"/>
              <a:gd name="connsiteY156" fmla="*/ 545304 h 9456078"/>
              <a:gd name="connsiteX157" fmla="*/ 11050351 w 13940157"/>
              <a:gd name="connsiteY157" fmla="*/ 525023 h 9456078"/>
              <a:gd name="connsiteX158" fmla="*/ 11094823 w 13940157"/>
              <a:gd name="connsiteY158" fmla="*/ 505107 h 9456078"/>
              <a:gd name="connsiteX159" fmla="*/ 11139461 w 13940157"/>
              <a:gd name="connsiteY159" fmla="*/ 485558 h 9456078"/>
              <a:gd name="connsiteX160" fmla="*/ 11184263 w 13940157"/>
              <a:gd name="connsiteY160" fmla="*/ 466376 h 9456078"/>
              <a:gd name="connsiteX161" fmla="*/ 11229228 w 13940157"/>
              <a:gd name="connsiteY161" fmla="*/ 447563 h 9456078"/>
              <a:gd name="connsiteX162" fmla="*/ 11274351 w 13940157"/>
              <a:gd name="connsiteY162" fmla="*/ 429119 h 9456078"/>
              <a:gd name="connsiteX163" fmla="*/ 11319632 w 13940157"/>
              <a:gd name="connsiteY163" fmla="*/ 411046 h 9456078"/>
              <a:gd name="connsiteX164" fmla="*/ 11365068 w 13940157"/>
              <a:gd name="connsiteY164" fmla="*/ 393346 h 9456078"/>
              <a:gd name="connsiteX165" fmla="*/ 11410657 w 13940157"/>
              <a:gd name="connsiteY165" fmla="*/ 376018 h 9456078"/>
              <a:gd name="connsiteX166" fmla="*/ 11456396 w 13940157"/>
              <a:gd name="connsiteY166" fmla="*/ 359065 h 9456078"/>
              <a:gd name="connsiteX167" fmla="*/ 11502283 w 13940157"/>
              <a:gd name="connsiteY167" fmla="*/ 342487 h 9456078"/>
              <a:gd name="connsiteX168" fmla="*/ 11548316 w 13940157"/>
              <a:gd name="connsiteY168" fmla="*/ 326286 h 9456078"/>
              <a:gd name="connsiteX169" fmla="*/ 11594492 w 13940157"/>
              <a:gd name="connsiteY169" fmla="*/ 310462 h 9456078"/>
              <a:gd name="connsiteX170" fmla="*/ 11640810 w 13940157"/>
              <a:gd name="connsiteY170" fmla="*/ 295018 h 9456078"/>
              <a:gd name="connsiteX171" fmla="*/ 11687267 w 13940157"/>
              <a:gd name="connsiteY171" fmla="*/ 279953 h 9456078"/>
              <a:gd name="connsiteX172" fmla="*/ 11733860 w 13940157"/>
              <a:gd name="connsiteY172" fmla="*/ 265269 h 9456078"/>
              <a:gd name="connsiteX173" fmla="*/ 11780587 w 13940157"/>
              <a:gd name="connsiteY173" fmla="*/ 250968 h 9456078"/>
              <a:gd name="connsiteX174" fmla="*/ 11827447 w 13940157"/>
              <a:gd name="connsiteY174" fmla="*/ 237049 h 9456078"/>
              <a:gd name="connsiteX175" fmla="*/ 11874436 w 13940157"/>
              <a:gd name="connsiteY175" fmla="*/ 223516 h 9456078"/>
              <a:gd name="connsiteX176" fmla="*/ 11921553 w 13940157"/>
              <a:gd name="connsiteY176" fmla="*/ 210368 h 9456078"/>
              <a:gd name="connsiteX177" fmla="*/ 11968794 w 13940157"/>
              <a:gd name="connsiteY177" fmla="*/ 197606 h 9456078"/>
              <a:gd name="connsiteX178" fmla="*/ 12016159 w 13940157"/>
              <a:gd name="connsiteY178" fmla="*/ 185233 h 9456078"/>
              <a:gd name="connsiteX179" fmla="*/ 12063644 w 13940157"/>
              <a:gd name="connsiteY179" fmla="*/ 173248 h 9456078"/>
              <a:gd name="connsiteX180" fmla="*/ 12111248 w 13940157"/>
              <a:gd name="connsiteY180" fmla="*/ 161654 h 9456078"/>
              <a:gd name="connsiteX181" fmla="*/ 12158967 w 13940157"/>
              <a:gd name="connsiteY181" fmla="*/ 150451 h 9456078"/>
              <a:gd name="connsiteX182" fmla="*/ 12206800 w 13940157"/>
              <a:gd name="connsiteY182" fmla="*/ 139640 h 9456078"/>
              <a:gd name="connsiteX183" fmla="*/ 12254745 w 13940157"/>
              <a:gd name="connsiteY183" fmla="*/ 129223 h 9456078"/>
              <a:gd name="connsiteX184" fmla="*/ 12302799 w 13940157"/>
              <a:gd name="connsiteY184" fmla="*/ 119201 h 9456078"/>
              <a:gd name="connsiteX185" fmla="*/ 12350959 w 13940157"/>
              <a:gd name="connsiteY185" fmla="*/ 109574 h 9456078"/>
              <a:gd name="connsiteX186" fmla="*/ 12399224 w 13940157"/>
              <a:gd name="connsiteY186" fmla="*/ 100344 h 9456078"/>
              <a:gd name="connsiteX187" fmla="*/ 12447591 w 13940157"/>
              <a:gd name="connsiteY187" fmla="*/ 91512 h 9456078"/>
              <a:gd name="connsiteX188" fmla="*/ 12496058 w 13940157"/>
              <a:gd name="connsiteY188" fmla="*/ 83080 h 9456078"/>
              <a:gd name="connsiteX189" fmla="*/ 12544623 w 13940157"/>
              <a:gd name="connsiteY189" fmla="*/ 75047 h 9456078"/>
              <a:gd name="connsiteX190" fmla="*/ 12593283 w 13940157"/>
              <a:gd name="connsiteY190" fmla="*/ 67417 h 9456078"/>
              <a:gd name="connsiteX191" fmla="*/ 12642036 w 13940157"/>
              <a:gd name="connsiteY191" fmla="*/ 60188 h 9456078"/>
              <a:gd name="connsiteX192" fmla="*/ 12690879 w 13940157"/>
              <a:gd name="connsiteY192" fmla="*/ 53364 h 9456078"/>
              <a:gd name="connsiteX193" fmla="*/ 12739811 w 13940157"/>
              <a:gd name="connsiteY193" fmla="*/ 46944 h 9456078"/>
              <a:gd name="connsiteX194" fmla="*/ 12788830 w 13940157"/>
              <a:gd name="connsiteY194" fmla="*/ 40931 h 9456078"/>
              <a:gd name="connsiteX195" fmla="*/ 12837932 w 13940157"/>
              <a:gd name="connsiteY195" fmla="*/ 35324 h 9456078"/>
              <a:gd name="connsiteX196" fmla="*/ 12887116 w 13940157"/>
              <a:gd name="connsiteY196" fmla="*/ 30126 h 9456078"/>
              <a:gd name="connsiteX197" fmla="*/ 12936379 w 13940157"/>
              <a:gd name="connsiteY197" fmla="*/ 25337 h 9456078"/>
              <a:gd name="connsiteX198" fmla="*/ 12985719 w 13940157"/>
              <a:gd name="connsiteY198" fmla="*/ 20958 h 9456078"/>
              <a:gd name="connsiteX199" fmla="*/ 13035133 w 13940157"/>
              <a:gd name="connsiteY199" fmla="*/ 16991 h 9456078"/>
              <a:gd name="connsiteX200" fmla="*/ 13084620 w 13940157"/>
              <a:gd name="connsiteY200" fmla="*/ 13437 h 9456078"/>
              <a:gd name="connsiteX201" fmla="*/ 13134178 w 13940157"/>
              <a:gd name="connsiteY201" fmla="*/ 10297 h 9456078"/>
              <a:gd name="connsiteX202" fmla="*/ 13183803 w 13940157"/>
              <a:gd name="connsiteY202" fmla="*/ 7572 h 9456078"/>
              <a:gd name="connsiteX203" fmla="*/ 13233493 w 13940157"/>
              <a:gd name="connsiteY203" fmla="*/ 5263 h 9456078"/>
              <a:gd name="connsiteX204" fmla="*/ 13283247 w 13940157"/>
              <a:gd name="connsiteY204" fmla="*/ 3371 h 9456078"/>
              <a:gd name="connsiteX205" fmla="*/ 13333061 w 13940157"/>
              <a:gd name="connsiteY205" fmla="*/ 1898 h 9456078"/>
              <a:gd name="connsiteX206" fmla="*/ 13382934 w 13940157"/>
              <a:gd name="connsiteY206" fmla="*/ 844 h 9456078"/>
              <a:gd name="connsiteX207" fmla="*/ 13432864 w 13940157"/>
              <a:gd name="connsiteY207" fmla="*/ 211 h 9456078"/>
              <a:gd name="connsiteX208" fmla="*/ 13482847 w 13940157"/>
              <a:gd name="connsiteY208" fmla="*/ 0 h 9456078"/>
              <a:gd name="connsiteX209" fmla="*/ 13940158 w 13940157"/>
              <a:gd name="connsiteY209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49234 w 13158799"/>
              <a:gd name="connsiteY5" fmla="*/ 9450052 h 9456078"/>
              <a:gd name="connsiteX6" fmla="*/ 298870 w 13158799"/>
              <a:gd name="connsiteY6" fmla="*/ 9447409 h 9456078"/>
              <a:gd name="connsiteX7" fmla="*/ 348429 w 13158799"/>
              <a:gd name="connsiteY7" fmla="*/ 9444290 h 9456078"/>
              <a:gd name="connsiteX8" fmla="*/ 397907 w 13158799"/>
              <a:gd name="connsiteY8" fmla="*/ 9440698 h 9456078"/>
              <a:gd name="connsiteX9" fmla="*/ 447302 w 13158799"/>
              <a:gd name="connsiteY9" fmla="*/ 9436632 h 9456078"/>
              <a:gd name="connsiteX10" fmla="*/ 496610 w 13158799"/>
              <a:gd name="connsiteY10" fmla="*/ 9432096 h 9456078"/>
              <a:gd name="connsiteX11" fmla="*/ 545829 w 13158799"/>
              <a:gd name="connsiteY11" fmla="*/ 9427089 h 9456078"/>
              <a:gd name="connsiteX12" fmla="*/ 594956 w 13158799"/>
              <a:gd name="connsiteY12" fmla="*/ 9421615 h 9456078"/>
              <a:gd name="connsiteX13" fmla="*/ 643987 w 13158799"/>
              <a:gd name="connsiteY13" fmla="*/ 9415673 h 9456078"/>
              <a:gd name="connsiteX14" fmla="*/ 692920 w 13158799"/>
              <a:gd name="connsiteY14" fmla="*/ 9409267 h 9456078"/>
              <a:gd name="connsiteX15" fmla="*/ 741751 w 13158799"/>
              <a:gd name="connsiteY15" fmla="*/ 9402396 h 9456078"/>
              <a:gd name="connsiteX16" fmla="*/ 790478 w 13158799"/>
              <a:gd name="connsiteY16" fmla="*/ 9395063 h 9456078"/>
              <a:gd name="connsiteX17" fmla="*/ 839098 w 13158799"/>
              <a:gd name="connsiteY17" fmla="*/ 9387270 h 9456078"/>
              <a:gd name="connsiteX18" fmla="*/ 887607 w 13158799"/>
              <a:gd name="connsiteY18" fmla="*/ 9379017 h 9456078"/>
              <a:gd name="connsiteX19" fmla="*/ 936002 w 13158799"/>
              <a:gd name="connsiteY19" fmla="*/ 9370306 h 9456078"/>
              <a:gd name="connsiteX20" fmla="*/ 984281 w 13158799"/>
              <a:gd name="connsiteY20" fmla="*/ 9361139 h 9456078"/>
              <a:gd name="connsiteX21" fmla="*/ 1032440 w 13158799"/>
              <a:gd name="connsiteY21" fmla="*/ 9351517 h 9456078"/>
              <a:gd name="connsiteX22" fmla="*/ 1080477 w 13158799"/>
              <a:gd name="connsiteY22" fmla="*/ 9341441 h 9456078"/>
              <a:gd name="connsiteX23" fmla="*/ 1128389 w 13158799"/>
              <a:gd name="connsiteY23" fmla="*/ 9330914 h 9456078"/>
              <a:gd name="connsiteX24" fmla="*/ 1176172 w 13158799"/>
              <a:gd name="connsiteY24" fmla="*/ 9319936 h 9456078"/>
              <a:gd name="connsiteX25" fmla="*/ 1223823 w 13158799"/>
              <a:gd name="connsiteY25" fmla="*/ 9308509 h 9456078"/>
              <a:gd name="connsiteX26" fmla="*/ 1271339 w 13158799"/>
              <a:gd name="connsiteY26" fmla="*/ 9296635 h 9456078"/>
              <a:gd name="connsiteX27" fmla="*/ 1318719 w 13158799"/>
              <a:gd name="connsiteY27" fmla="*/ 9284315 h 9456078"/>
              <a:gd name="connsiteX28" fmla="*/ 1365957 w 13158799"/>
              <a:gd name="connsiteY28" fmla="*/ 9271550 h 9456078"/>
              <a:gd name="connsiteX29" fmla="*/ 1413052 w 13158799"/>
              <a:gd name="connsiteY29" fmla="*/ 9258342 h 9456078"/>
              <a:gd name="connsiteX30" fmla="*/ 1460000 w 13158799"/>
              <a:gd name="connsiteY30" fmla="*/ 9244693 h 9456078"/>
              <a:gd name="connsiteX31" fmla="*/ 1506799 w 13158799"/>
              <a:gd name="connsiteY31" fmla="*/ 9230604 h 9456078"/>
              <a:gd name="connsiteX32" fmla="*/ 1553445 w 13158799"/>
              <a:gd name="connsiteY32" fmla="*/ 9216076 h 9456078"/>
              <a:gd name="connsiteX33" fmla="*/ 1599935 w 13158799"/>
              <a:gd name="connsiteY33" fmla="*/ 9201111 h 9456078"/>
              <a:gd name="connsiteX34" fmla="*/ 1646267 w 13158799"/>
              <a:gd name="connsiteY34" fmla="*/ 9185710 h 9456078"/>
              <a:gd name="connsiteX35" fmla="*/ 1692437 w 13158799"/>
              <a:gd name="connsiteY35" fmla="*/ 9169876 h 9456078"/>
              <a:gd name="connsiteX36" fmla="*/ 1738442 w 13158799"/>
              <a:gd name="connsiteY36" fmla="*/ 9153608 h 9456078"/>
              <a:gd name="connsiteX37" fmla="*/ 1784280 w 13158799"/>
              <a:gd name="connsiteY37" fmla="*/ 9136910 h 9456078"/>
              <a:gd name="connsiteX38" fmla="*/ 1829947 w 13158799"/>
              <a:gd name="connsiteY38" fmla="*/ 9119782 h 9456078"/>
              <a:gd name="connsiteX39" fmla="*/ 1875440 w 13158799"/>
              <a:gd name="connsiteY39" fmla="*/ 9102226 h 9456078"/>
              <a:gd name="connsiteX40" fmla="*/ 1920756 w 13158799"/>
              <a:gd name="connsiteY40" fmla="*/ 9084243 h 9456078"/>
              <a:gd name="connsiteX41" fmla="*/ 1965893 w 13158799"/>
              <a:gd name="connsiteY41" fmla="*/ 9065835 h 9456078"/>
              <a:gd name="connsiteX42" fmla="*/ 2010847 w 13158799"/>
              <a:gd name="connsiteY42" fmla="*/ 9047004 h 9456078"/>
              <a:gd name="connsiteX43" fmla="*/ 2055615 w 13158799"/>
              <a:gd name="connsiteY43" fmla="*/ 9027750 h 9456078"/>
              <a:gd name="connsiteX44" fmla="*/ 2100195 w 13158799"/>
              <a:gd name="connsiteY44" fmla="*/ 9008075 h 9456078"/>
              <a:gd name="connsiteX45" fmla="*/ 2144582 w 13158799"/>
              <a:gd name="connsiteY45" fmla="*/ 8987981 h 9456078"/>
              <a:gd name="connsiteX46" fmla="*/ 2188775 w 13158799"/>
              <a:gd name="connsiteY46" fmla="*/ 8967470 h 9456078"/>
              <a:gd name="connsiteX47" fmla="*/ 2232770 w 13158799"/>
              <a:gd name="connsiteY47" fmla="*/ 8946542 h 9456078"/>
              <a:gd name="connsiteX48" fmla="*/ 2276564 w 13158799"/>
              <a:gd name="connsiteY48" fmla="*/ 8925199 h 9456078"/>
              <a:gd name="connsiteX49" fmla="*/ 2320154 w 13158799"/>
              <a:gd name="connsiteY49" fmla="*/ 8903443 h 9456078"/>
              <a:gd name="connsiteX50" fmla="*/ 2363538 w 13158799"/>
              <a:gd name="connsiteY50" fmla="*/ 8881275 h 9456078"/>
              <a:gd name="connsiteX51" fmla="*/ 2406711 w 13158799"/>
              <a:gd name="connsiteY51" fmla="*/ 8858697 h 9456078"/>
              <a:gd name="connsiteX52" fmla="*/ 2449672 w 13158799"/>
              <a:gd name="connsiteY52" fmla="*/ 8835710 h 9456078"/>
              <a:gd name="connsiteX53" fmla="*/ 2492417 w 13158799"/>
              <a:gd name="connsiteY53" fmla="*/ 8812316 h 9456078"/>
              <a:gd name="connsiteX54" fmla="*/ 2534943 w 13158799"/>
              <a:gd name="connsiteY54" fmla="*/ 8788516 h 9456078"/>
              <a:gd name="connsiteX55" fmla="*/ 2577247 w 13158799"/>
              <a:gd name="connsiteY55" fmla="*/ 8764311 h 9456078"/>
              <a:gd name="connsiteX56" fmla="*/ 2619326 w 13158799"/>
              <a:gd name="connsiteY56" fmla="*/ 8739704 h 9456078"/>
              <a:gd name="connsiteX57" fmla="*/ 2661177 w 13158799"/>
              <a:gd name="connsiteY57" fmla="*/ 8714695 h 9456078"/>
              <a:gd name="connsiteX58" fmla="*/ 2702797 w 13158799"/>
              <a:gd name="connsiteY58" fmla="*/ 8689286 h 9456078"/>
              <a:gd name="connsiteX59" fmla="*/ 2744183 w 13158799"/>
              <a:gd name="connsiteY59" fmla="*/ 8663479 h 9456078"/>
              <a:gd name="connsiteX60" fmla="*/ 2785333 w 13158799"/>
              <a:gd name="connsiteY60" fmla="*/ 8637274 h 9456078"/>
              <a:gd name="connsiteX61" fmla="*/ 2826242 w 13158799"/>
              <a:gd name="connsiteY61" fmla="*/ 8610675 h 9456078"/>
              <a:gd name="connsiteX62" fmla="*/ 2866908 w 13158799"/>
              <a:gd name="connsiteY62" fmla="*/ 8583681 h 9456078"/>
              <a:gd name="connsiteX63" fmla="*/ 2907329 w 13158799"/>
              <a:gd name="connsiteY63" fmla="*/ 8556295 h 9456078"/>
              <a:gd name="connsiteX64" fmla="*/ 2947500 w 13158799"/>
              <a:gd name="connsiteY64" fmla="*/ 8528517 h 9456078"/>
              <a:gd name="connsiteX65" fmla="*/ 2987419 w 13158799"/>
              <a:gd name="connsiteY65" fmla="*/ 8500351 h 9456078"/>
              <a:gd name="connsiteX66" fmla="*/ 3027083 w 13158799"/>
              <a:gd name="connsiteY66" fmla="*/ 8471796 h 9456078"/>
              <a:gd name="connsiteX67" fmla="*/ 3066489 w 13158799"/>
              <a:gd name="connsiteY67" fmla="*/ 8442854 h 9456078"/>
              <a:gd name="connsiteX68" fmla="*/ 3105634 w 13158799"/>
              <a:gd name="connsiteY68" fmla="*/ 8413528 h 9456078"/>
              <a:gd name="connsiteX69" fmla="*/ 3144515 w 13158799"/>
              <a:gd name="connsiteY69" fmla="*/ 8383818 h 9456078"/>
              <a:gd name="connsiteX70" fmla="*/ 3183129 w 13158799"/>
              <a:gd name="connsiteY70" fmla="*/ 8353726 h 9456078"/>
              <a:gd name="connsiteX71" fmla="*/ 3221473 w 13158799"/>
              <a:gd name="connsiteY71" fmla="*/ 8323253 h 9456078"/>
              <a:gd name="connsiteX72" fmla="*/ 3259544 w 13158799"/>
              <a:gd name="connsiteY72" fmla="*/ 8292401 h 9456078"/>
              <a:gd name="connsiteX73" fmla="*/ 3297339 w 13158799"/>
              <a:gd name="connsiteY73" fmla="*/ 8261172 h 9456078"/>
              <a:gd name="connsiteX74" fmla="*/ 3334854 w 13158799"/>
              <a:gd name="connsiteY74" fmla="*/ 8229566 h 9456078"/>
              <a:gd name="connsiteX75" fmla="*/ 3372087 w 13158799"/>
              <a:gd name="connsiteY75" fmla="*/ 8197585 h 9456078"/>
              <a:gd name="connsiteX76" fmla="*/ 3409035 w 13158799"/>
              <a:gd name="connsiteY76" fmla="*/ 8165232 h 9456078"/>
              <a:gd name="connsiteX77" fmla="*/ 3445695 w 13158799"/>
              <a:gd name="connsiteY77" fmla="*/ 8132507 h 9456078"/>
              <a:gd name="connsiteX78" fmla="*/ 3482064 w 13158799"/>
              <a:gd name="connsiteY78" fmla="*/ 8099411 h 9456078"/>
              <a:gd name="connsiteX79" fmla="*/ 3518139 w 13158799"/>
              <a:gd name="connsiteY79" fmla="*/ 8065947 h 9456078"/>
              <a:gd name="connsiteX80" fmla="*/ 3553916 w 13158799"/>
              <a:gd name="connsiteY80" fmla="*/ 8032115 h 9456078"/>
              <a:gd name="connsiteX81" fmla="*/ 3589393 w 13158799"/>
              <a:gd name="connsiteY81" fmla="*/ 7997918 h 9456078"/>
              <a:gd name="connsiteX82" fmla="*/ 3624567 w 13158799"/>
              <a:gd name="connsiteY82" fmla="*/ 7963356 h 9456078"/>
              <a:gd name="connsiteX83" fmla="*/ 3659435 w 13158799"/>
              <a:gd name="connsiteY83" fmla="*/ 7928432 h 9456078"/>
              <a:gd name="connsiteX84" fmla="*/ 3693994 w 13158799"/>
              <a:gd name="connsiteY84" fmla="*/ 7893146 h 9456078"/>
              <a:gd name="connsiteX85" fmla="*/ 3728240 w 13158799"/>
              <a:gd name="connsiteY85" fmla="*/ 7857501 h 9456078"/>
              <a:gd name="connsiteX86" fmla="*/ 3762171 w 13158799"/>
              <a:gd name="connsiteY86" fmla="*/ 7821497 h 9456078"/>
              <a:gd name="connsiteX87" fmla="*/ 3795783 w 13158799"/>
              <a:gd name="connsiteY87" fmla="*/ 7785136 h 9456078"/>
              <a:gd name="connsiteX88" fmla="*/ 3829075 w 13158799"/>
              <a:gd name="connsiteY88" fmla="*/ 7748420 h 9456078"/>
              <a:gd name="connsiteX89" fmla="*/ 3862042 w 13158799"/>
              <a:gd name="connsiteY89" fmla="*/ 7711350 h 9456078"/>
              <a:gd name="connsiteX90" fmla="*/ 3894682 w 13158799"/>
              <a:gd name="connsiteY90" fmla="*/ 7673928 h 9456078"/>
              <a:gd name="connsiteX91" fmla="*/ 3926991 w 13158799"/>
              <a:gd name="connsiteY91" fmla="*/ 7636155 h 9456078"/>
              <a:gd name="connsiteX92" fmla="*/ 3958967 w 13158799"/>
              <a:gd name="connsiteY92" fmla="*/ 7598032 h 9456078"/>
              <a:gd name="connsiteX93" fmla="*/ 3990607 w 13158799"/>
              <a:gd name="connsiteY93" fmla="*/ 7559561 h 9456078"/>
              <a:gd name="connsiteX94" fmla="*/ 4021907 w 13158799"/>
              <a:gd name="connsiteY94" fmla="*/ 7520744 h 9456078"/>
              <a:gd name="connsiteX95" fmla="*/ 4052865 w 13158799"/>
              <a:gd name="connsiteY95" fmla="*/ 7481582 h 9456078"/>
              <a:gd name="connsiteX96" fmla="*/ 4083478 w 13158799"/>
              <a:gd name="connsiteY96" fmla="*/ 7442077 h 9456078"/>
              <a:gd name="connsiteX97" fmla="*/ 8022311 w 13158799"/>
              <a:gd name="connsiteY97" fmla="*/ 2307814 h 9456078"/>
              <a:gd name="connsiteX98" fmla="*/ 8052902 w 13158799"/>
              <a:gd name="connsiteY98" fmla="*/ 2268285 h 9456078"/>
              <a:gd name="connsiteX99" fmla="*/ 8083796 w 13158799"/>
              <a:gd name="connsiteY99" fmla="*/ 2229056 h 9456078"/>
              <a:gd name="connsiteX100" fmla="*/ 8114989 w 13158799"/>
              <a:gd name="connsiteY100" fmla="*/ 2190127 h 9456078"/>
              <a:gd name="connsiteX101" fmla="*/ 8146479 w 13158799"/>
              <a:gd name="connsiteY101" fmla="*/ 2151500 h 9456078"/>
              <a:gd name="connsiteX102" fmla="*/ 8178264 w 13158799"/>
              <a:gd name="connsiteY102" fmla="*/ 2113176 h 9456078"/>
              <a:gd name="connsiteX103" fmla="*/ 8210341 w 13158799"/>
              <a:gd name="connsiteY103" fmla="*/ 2075157 h 9456078"/>
              <a:gd name="connsiteX104" fmla="*/ 8242709 w 13158799"/>
              <a:gd name="connsiteY104" fmla="*/ 2037442 h 9456078"/>
              <a:gd name="connsiteX105" fmla="*/ 8275365 w 13158799"/>
              <a:gd name="connsiteY105" fmla="*/ 2000034 h 9456078"/>
              <a:gd name="connsiteX106" fmla="*/ 8308307 w 13158799"/>
              <a:gd name="connsiteY106" fmla="*/ 1962934 h 9456078"/>
              <a:gd name="connsiteX107" fmla="*/ 8341532 w 13158799"/>
              <a:gd name="connsiteY107" fmla="*/ 1926142 h 9456078"/>
              <a:gd name="connsiteX108" fmla="*/ 8375038 w 13158799"/>
              <a:gd name="connsiteY108" fmla="*/ 1889660 h 9456078"/>
              <a:gd name="connsiteX109" fmla="*/ 8408823 w 13158799"/>
              <a:gd name="connsiteY109" fmla="*/ 1853489 h 9456078"/>
              <a:gd name="connsiteX110" fmla="*/ 8442885 w 13158799"/>
              <a:gd name="connsiteY110" fmla="*/ 1817630 h 9456078"/>
              <a:gd name="connsiteX111" fmla="*/ 8477221 w 13158799"/>
              <a:gd name="connsiteY111" fmla="*/ 1782084 h 9456078"/>
              <a:gd name="connsiteX112" fmla="*/ 8511829 w 13158799"/>
              <a:gd name="connsiteY112" fmla="*/ 1746853 h 9456078"/>
              <a:gd name="connsiteX113" fmla="*/ 8546706 w 13158799"/>
              <a:gd name="connsiteY113" fmla="*/ 1711937 h 9456078"/>
              <a:gd name="connsiteX114" fmla="*/ 8581851 w 13158799"/>
              <a:gd name="connsiteY114" fmla="*/ 1677337 h 9456078"/>
              <a:gd name="connsiteX115" fmla="*/ 8617261 w 13158799"/>
              <a:gd name="connsiteY115" fmla="*/ 1643056 h 9456078"/>
              <a:gd name="connsiteX116" fmla="*/ 8652934 w 13158799"/>
              <a:gd name="connsiteY116" fmla="*/ 1609093 h 9456078"/>
              <a:gd name="connsiteX117" fmla="*/ 8688867 w 13158799"/>
              <a:gd name="connsiteY117" fmla="*/ 1575450 h 9456078"/>
              <a:gd name="connsiteX118" fmla="*/ 8725058 w 13158799"/>
              <a:gd name="connsiteY118" fmla="*/ 1542128 h 9456078"/>
              <a:gd name="connsiteX119" fmla="*/ 8761506 w 13158799"/>
              <a:gd name="connsiteY119" fmla="*/ 1509129 h 9456078"/>
              <a:gd name="connsiteX120" fmla="*/ 8798207 w 13158799"/>
              <a:gd name="connsiteY120" fmla="*/ 1476452 h 9456078"/>
              <a:gd name="connsiteX121" fmla="*/ 8835159 w 13158799"/>
              <a:gd name="connsiteY121" fmla="*/ 1444101 h 9456078"/>
              <a:gd name="connsiteX122" fmla="*/ 8872360 w 13158799"/>
              <a:gd name="connsiteY122" fmla="*/ 1412075 h 9456078"/>
              <a:gd name="connsiteX123" fmla="*/ 8909808 w 13158799"/>
              <a:gd name="connsiteY123" fmla="*/ 1380375 h 9456078"/>
              <a:gd name="connsiteX124" fmla="*/ 8947501 w 13158799"/>
              <a:gd name="connsiteY124" fmla="*/ 1349004 h 9456078"/>
              <a:gd name="connsiteX125" fmla="*/ 8985435 w 13158799"/>
              <a:gd name="connsiteY125" fmla="*/ 1317962 h 9456078"/>
              <a:gd name="connsiteX126" fmla="*/ 9023610 w 13158799"/>
              <a:gd name="connsiteY126" fmla="*/ 1287250 h 9456078"/>
              <a:gd name="connsiteX127" fmla="*/ 9062022 w 13158799"/>
              <a:gd name="connsiteY127" fmla="*/ 1256869 h 9456078"/>
              <a:gd name="connsiteX128" fmla="*/ 9100669 w 13158799"/>
              <a:gd name="connsiteY128" fmla="*/ 1226820 h 9456078"/>
              <a:gd name="connsiteX129" fmla="*/ 9139549 w 13158799"/>
              <a:gd name="connsiteY129" fmla="*/ 1197105 h 9456078"/>
              <a:gd name="connsiteX130" fmla="*/ 9178660 w 13158799"/>
              <a:gd name="connsiteY130" fmla="*/ 1167725 h 9456078"/>
              <a:gd name="connsiteX131" fmla="*/ 9217999 w 13158799"/>
              <a:gd name="connsiteY131" fmla="*/ 1138681 h 9456078"/>
              <a:gd name="connsiteX132" fmla="*/ 9257564 w 13158799"/>
              <a:gd name="connsiteY132" fmla="*/ 1109974 h 9456078"/>
              <a:gd name="connsiteX133" fmla="*/ 9297353 w 13158799"/>
              <a:gd name="connsiteY133" fmla="*/ 1081604 h 9456078"/>
              <a:gd name="connsiteX134" fmla="*/ 9337364 w 13158799"/>
              <a:gd name="connsiteY134" fmla="*/ 1053574 h 9456078"/>
              <a:gd name="connsiteX135" fmla="*/ 9377594 w 13158799"/>
              <a:gd name="connsiteY135" fmla="*/ 1025884 h 9456078"/>
              <a:gd name="connsiteX136" fmla="*/ 9418040 w 13158799"/>
              <a:gd name="connsiteY136" fmla="*/ 998536 h 9456078"/>
              <a:gd name="connsiteX137" fmla="*/ 9458702 w 13158799"/>
              <a:gd name="connsiteY137" fmla="*/ 971530 h 9456078"/>
              <a:gd name="connsiteX138" fmla="*/ 9499575 w 13158799"/>
              <a:gd name="connsiteY138" fmla="*/ 944868 h 9456078"/>
              <a:gd name="connsiteX139" fmla="*/ 9540659 w 13158799"/>
              <a:gd name="connsiteY139" fmla="*/ 918551 h 9456078"/>
              <a:gd name="connsiteX140" fmla="*/ 9581950 w 13158799"/>
              <a:gd name="connsiteY140" fmla="*/ 892580 h 9456078"/>
              <a:gd name="connsiteX141" fmla="*/ 9623447 w 13158799"/>
              <a:gd name="connsiteY141" fmla="*/ 866956 h 9456078"/>
              <a:gd name="connsiteX142" fmla="*/ 9665147 w 13158799"/>
              <a:gd name="connsiteY142" fmla="*/ 841681 h 9456078"/>
              <a:gd name="connsiteX143" fmla="*/ 9707048 w 13158799"/>
              <a:gd name="connsiteY143" fmla="*/ 816754 h 9456078"/>
              <a:gd name="connsiteX144" fmla="*/ 9749147 w 13158799"/>
              <a:gd name="connsiteY144" fmla="*/ 792179 h 9456078"/>
              <a:gd name="connsiteX145" fmla="*/ 9791443 w 13158799"/>
              <a:gd name="connsiteY145" fmla="*/ 767955 h 9456078"/>
              <a:gd name="connsiteX146" fmla="*/ 9833932 w 13158799"/>
              <a:gd name="connsiteY146" fmla="*/ 744083 h 9456078"/>
              <a:gd name="connsiteX147" fmla="*/ 9876613 w 13158799"/>
              <a:gd name="connsiteY147" fmla="*/ 720566 h 9456078"/>
              <a:gd name="connsiteX148" fmla="*/ 9919484 w 13158799"/>
              <a:gd name="connsiteY148" fmla="*/ 697404 h 9456078"/>
              <a:gd name="connsiteX149" fmla="*/ 9962542 w 13158799"/>
              <a:gd name="connsiteY149" fmla="*/ 674598 h 9456078"/>
              <a:gd name="connsiteX150" fmla="*/ 10005784 w 13158799"/>
              <a:gd name="connsiteY150" fmla="*/ 652149 h 9456078"/>
              <a:gd name="connsiteX151" fmla="*/ 10049209 w 13158799"/>
              <a:gd name="connsiteY151" fmla="*/ 630059 h 9456078"/>
              <a:gd name="connsiteX152" fmla="*/ 10092814 w 13158799"/>
              <a:gd name="connsiteY152" fmla="*/ 608328 h 9456078"/>
              <a:gd name="connsiteX153" fmla="*/ 10136597 w 13158799"/>
              <a:gd name="connsiteY153" fmla="*/ 586958 h 9456078"/>
              <a:gd name="connsiteX154" fmla="*/ 10180556 w 13158799"/>
              <a:gd name="connsiteY154" fmla="*/ 565950 h 9456078"/>
              <a:gd name="connsiteX155" fmla="*/ 10224688 w 13158799"/>
              <a:gd name="connsiteY155" fmla="*/ 545304 h 9456078"/>
              <a:gd name="connsiteX156" fmla="*/ 10268991 w 13158799"/>
              <a:gd name="connsiteY156" fmla="*/ 525023 h 9456078"/>
              <a:gd name="connsiteX157" fmla="*/ 10313463 w 13158799"/>
              <a:gd name="connsiteY157" fmla="*/ 505107 h 9456078"/>
              <a:gd name="connsiteX158" fmla="*/ 10358101 w 13158799"/>
              <a:gd name="connsiteY158" fmla="*/ 485558 h 9456078"/>
              <a:gd name="connsiteX159" fmla="*/ 10402903 w 13158799"/>
              <a:gd name="connsiteY159" fmla="*/ 466376 h 9456078"/>
              <a:gd name="connsiteX160" fmla="*/ 10447868 w 13158799"/>
              <a:gd name="connsiteY160" fmla="*/ 447563 h 9456078"/>
              <a:gd name="connsiteX161" fmla="*/ 10492991 w 13158799"/>
              <a:gd name="connsiteY161" fmla="*/ 429119 h 9456078"/>
              <a:gd name="connsiteX162" fmla="*/ 10538272 w 13158799"/>
              <a:gd name="connsiteY162" fmla="*/ 411046 h 9456078"/>
              <a:gd name="connsiteX163" fmla="*/ 10583708 w 13158799"/>
              <a:gd name="connsiteY163" fmla="*/ 393346 h 9456078"/>
              <a:gd name="connsiteX164" fmla="*/ 10629297 w 13158799"/>
              <a:gd name="connsiteY164" fmla="*/ 376018 h 9456078"/>
              <a:gd name="connsiteX165" fmla="*/ 10675036 w 13158799"/>
              <a:gd name="connsiteY165" fmla="*/ 359065 h 9456078"/>
              <a:gd name="connsiteX166" fmla="*/ 10720923 w 13158799"/>
              <a:gd name="connsiteY166" fmla="*/ 342487 h 9456078"/>
              <a:gd name="connsiteX167" fmla="*/ 10766956 w 13158799"/>
              <a:gd name="connsiteY167" fmla="*/ 326286 h 9456078"/>
              <a:gd name="connsiteX168" fmla="*/ 10813132 w 13158799"/>
              <a:gd name="connsiteY168" fmla="*/ 310462 h 9456078"/>
              <a:gd name="connsiteX169" fmla="*/ 10859450 w 13158799"/>
              <a:gd name="connsiteY169" fmla="*/ 295018 h 9456078"/>
              <a:gd name="connsiteX170" fmla="*/ 10905907 w 13158799"/>
              <a:gd name="connsiteY170" fmla="*/ 279953 h 9456078"/>
              <a:gd name="connsiteX171" fmla="*/ 10952500 w 13158799"/>
              <a:gd name="connsiteY171" fmla="*/ 265269 h 9456078"/>
              <a:gd name="connsiteX172" fmla="*/ 10999227 w 13158799"/>
              <a:gd name="connsiteY172" fmla="*/ 250968 h 9456078"/>
              <a:gd name="connsiteX173" fmla="*/ 11046087 w 13158799"/>
              <a:gd name="connsiteY173" fmla="*/ 237049 h 9456078"/>
              <a:gd name="connsiteX174" fmla="*/ 11093076 w 13158799"/>
              <a:gd name="connsiteY174" fmla="*/ 223516 h 9456078"/>
              <a:gd name="connsiteX175" fmla="*/ 11140193 w 13158799"/>
              <a:gd name="connsiteY175" fmla="*/ 210368 h 9456078"/>
              <a:gd name="connsiteX176" fmla="*/ 11187434 w 13158799"/>
              <a:gd name="connsiteY176" fmla="*/ 197606 h 9456078"/>
              <a:gd name="connsiteX177" fmla="*/ 11234799 w 13158799"/>
              <a:gd name="connsiteY177" fmla="*/ 185233 h 9456078"/>
              <a:gd name="connsiteX178" fmla="*/ 11282284 w 13158799"/>
              <a:gd name="connsiteY178" fmla="*/ 173248 h 9456078"/>
              <a:gd name="connsiteX179" fmla="*/ 11329888 w 13158799"/>
              <a:gd name="connsiteY179" fmla="*/ 161654 h 9456078"/>
              <a:gd name="connsiteX180" fmla="*/ 11377607 w 13158799"/>
              <a:gd name="connsiteY180" fmla="*/ 150451 h 9456078"/>
              <a:gd name="connsiteX181" fmla="*/ 11425440 w 13158799"/>
              <a:gd name="connsiteY181" fmla="*/ 139640 h 9456078"/>
              <a:gd name="connsiteX182" fmla="*/ 11473385 w 13158799"/>
              <a:gd name="connsiteY182" fmla="*/ 129223 h 9456078"/>
              <a:gd name="connsiteX183" fmla="*/ 11521439 w 13158799"/>
              <a:gd name="connsiteY183" fmla="*/ 119201 h 9456078"/>
              <a:gd name="connsiteX184" fmla="*/ 11569599 w 13158799"/>
              <a:gd name="connsiteY184" fmla="*/ 109574 h 9456078"/>
              <a:gd name="connsiteX185" fmla="*/ 11617864 w 13158799"/>
              <a:gd name="connsiteY185" fmla="*/ 100344 h 9456078"/>
              <a:gd name="connsiteX186" fmla="*/ 11666231 w 13158799"/>
              <a:gd name="connsiteY186" fmla="*/ 91512 h 9456078"/>
              <a:gd name="connsiteX187" fmla="*/ 11714698 w 13158799"/>
              <a:gd name="connsiteY187" fmla="*/ 83080 h 9456078"/>
              <a:gd name="connsiteX188" fmla="*/ 11763263 w 13158799"/>
              <a:gd name="connsiteY188" fmla="*/ 75047 h 9456078"/>
              <a:gd name="connsiteX189" fmla="*/ 11811923 w 13158799"/>
              <a:gd name="connsiteY189" fmla="*/ 67417 h 9456078"/>
              <a:gd name="connsiteX190" fmla="*/ 11860676 w 13158799"/>
              <a:gd name="connsiteY190" fmla="*/ 60188 h 9456078"/>
              <a:gd name="connsiteX191" fmla="*/ 11909519 w 13158799"/>
              <a:gd name="connsiteY191" fmla="*/ 53364 h 9456078"/>
              <a:gd name="connsiteX192" fmla="*/ 11958451 w 13158799"/>
              <a:gd name="connsiteY192" fmla="*/ 46944 h 9456078"/>
              <a:gd name="connsiteX193" fmla="*/ 12007470 w 13158799"/>
              <a:gd name="connsiteY193" fmla="*/ 40931 h 9456078"/>
              <a:gd name="connsiteX194" fmla="*/ 12056572 w 13158799"/>
              <a:gd name="connsiteY194" fmla="*/ 35324 h 9456078"/>
              <a:gd name="connsiteX195" fmla="*/ 12105756 w 13158799"/>
              <a:gd name="connsiteY195" fmla="*/ 30126 h 9456078"/>
              <a:gd name="connsiteX196" fmla="*/ 12155019 w 13158799"/>
              <a:gd name="connsiteY196" fmla="*/ 25337 h 9456078"/>
              <a:gd name="connsiteX197" fmla="*/ 12204359 w 13158799"/>
              <a:gd name="connsiteY197" fmla="*/ 20958 h 9456078"/>
              <a:gd name="connsiteX198" fmla="*/ 12253773 w 13158799"/>
              <a:gd name="connsiteY198" fmla="*/ 16991 h 9456078"/>
              <a:gd name="connsiteX199" fmla="*/ 12303260 w 13158799"/>
              <a:gd name="connsiteY199" fmla="*/ 13437 h 9456078"/>
              <a:gd name="connsiteX200" fmla="*/ 12352818 w 13158799"/>
              <a:gd name="connsiteY200" fmla="*/ 10297 h 9456078"/>
              <a:gd name="connsiteX201" fmla="*/ 12402443 w 13158799"/>
              <a:gd name="connsiteY201" fmla="*/ 7572 h 9456078"/>
              <a:gd name="connsiteX202" fmla="*/ 12452133 w 13158799"/>
              <a:gd name="connsiteY202" fmla="*/ 5263 h 9456078"/>
              <a:gd name="connsiteX203" fmla="*/ 12501887 w 13158799"/>
              <a:gd name="connsiteY203" fmla="*/ 3371 h 9456078"/>
              <a:gd name="connsiteX204" fmla="*/ 12551701 w 13158799"/>
              <a:gd name="connsiteY204" fmla="*/ 1898 h 9456078"/>
              <a:gd name="connsiteX205" fmla="*/ 12601574 w 13158799"/>
              <a:gd name="connsiteY205" fmla="*/ 844 h 9456078"/>
              <a:gd name="connsiteX206" fmla="*/ 12651504 w 13158799"/>
              <a:gd name="connsiteY206" fmla="*/ 211 h 9456078"/>
              <a:gd name="connsiteX207" fmla="*/ 12701487 w 13158799"/>
              <a:gd name="connsiteY207" fmla="*/ 0 h 9456078"/>
              <a:gd name="connsiteX208" fmla="*/ 13158798 w 13158799"/>
              <a:gd name="connsiteY208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28389 w 13158797"/>
              <a:gd name="connsiteY22" fmla="*/ 9330914 h 9456078"/>
              <a:gd name="connsiteX23" fmla="*/ 1176172 w 13158797"/>
              <a:gd name="connsiteY23" fmla="*/ 9319936 h 9456078"/>
              <a:gd name="connsiteX24" fmla="*/ 1223823 w 13158797"/>
              <a:gd name="connsiteY24" fmla="*/ 9308509 h 9456078"/>
              <a:gd name="connsiteX25" fmla="*/ 1271339 w 13158797"/>
              <a:gd name="connsiteY25" fmla="*/ 9296635 h 9456078"/>
              <a:gd name="connsiteX26" fmla="*/ 1318719 w 13158797"/>
              <a:gd name="connsiteY26" fmla="*/ 9284315 h 9456078"/>
              <a:gd name="connsiteX27" fmla="*/ 1365957 w 13158797"/>
              <a:gd name="connsiteY27" fmla="*/ 9271550 h 9456078"/>
              <a:gd name="connsiteX28" fmla="*/ 1413052 w 13158797"/>
              <a:gd name="connsiteY28" fmla="*/ 9258342 h 9456078"/>
              <a:gd name="connsiteX29" fmla="*/ 1460000 w 13158797"/>
              <a:gd name="connsiteY29" fmla="*/ 9244693 h 9456078"/>
              <a:gd name="connsiteX30" fmla="*/ 1506799 w 13158797"/>
              <a:gd name="connsiteY30" fmla="*/ 9230604 h 9456078"/>
              <a:gd name="connsiteX31" fmla="*/ 1553445 w 13158797"/>
              <a:gd name="connsiteY31" fmla="*/ 9216076 h 9456078"/>
              <a:gd name="connsiteX32" fmla="*/ 1599935 w 13158797"/>
              <a:gd name="connsiteY32" fmla="*/ 9201111 h 9456078"/>
              <a:gd name="connsiteX33" fmla="*/ 1646267 w 13158797"/>
              <a:gd name="connsiteY33" fmla="*/ 9185710 h 9456078"/>
              <a:gd name="connsiteX34" fmla="*/ 1692437 w 13158797"/>
              <a:gd name="connsiteY34" fmla="*/ 9169876 h 9456078"/>
              <a:gd name="connsiteX35" fmla="*/ 1738442 w 13158797"/>
              <a:gd name="connsiteY35" fmla="*/ 9153608 h 9456078"/>
              <a:gd name="connsiteX36" fmla="*/ 1784280 w 13158797"/>
              <a:gd name="connsiteY36" fmla="*/ 9136910 h 9456078"/>
              <a:gd name="connsiteX37" fmla="*/ 1829947 w 13158797"/>
              <a:gd name="connsiteY37" fmla="*/ 9119782 h 9456078"/>
              <a:gd name="connsiteX38" fmla="*/ 1875440 w 13158797"/>
              <a:gd name="connsiteY38" fmla="*/ 9102226 h 9456078"/>
              <a:gd name="connsiteX39" fmla="*/ 1920756 w 13158797"/>
              <a:gd name="connsiteY39" fmla="*/ 9084243 h 9456078"/>
              <a:gd name="connsiteX40" fmla="*/ 1965893 w 13158797"/>
              <a:gd name="connsiteY40" fmla="*/ 9065835 h 9456078"/>
              <a:gd name="connsiteX41" fmla="*/ 2010847 w 13158797"/>
              <a:gd name="connsiteY41" fmla="*/ 9047004 h 9456078"/>
              <a:gd name="connsiteX42" fmla="*/ 2055615 w 13158797"/>
              <a:gd name="connsiteY42" fmla="*/ 9027750 h 9456078"/>
              <a:gd name="connsiteX43" fmla="*/ 2100195 w 13158797"/>
              <a:gd name="connsiteY43" fmla="*/ 9008075 h 9456078"/>
              <a:gd name="connsiteX44" fmla="*/ 2144582 w 13158797"/>
              <a:gd name="connsiteY44" fmla="*/ 8987981 h 9456078"/>
              <a:gd name="connsiteX45" fmla="*/ 2188775 w 13158797"/>
              <a:gd name="connsiteY45" fmla="*/ 8967470 h 9456078"/>
              <a:gd name="connsiteX46" fmla="*/ 2232770 w 13158797"/>
              <a:gd name="connsiteY46" fmla="*/ 8946542 h 9456078"/>
              <a:gd name="connsiteX47" fmla="*/ 2276564 w 13158797"/>
              <a:gd name="connsiteY47" fmla="*/ 8925199 h 9456078"/>
              <a:gd name="connsiteX48" fmla="*/ 2320154 w 13158797"/>
              <a:gd name="connsiteY48" fmla="*/ 8903443 h 9456078"/>
              <a:gd name="connsiteX49" fmla="*/ 2363538 w 13158797"/>
              <a:gd name="connsiteY49" fmla="*/ 8881275 h 9456078"/>
              <a:gd name="connsiteX50" fmla="*/ 2406711 w 13158797"/>
              <a:gd name="connsiteY50" fmla="*/ 8858697 h 9456078"/>
              <a:gd name="connsiteX51" fmla="*/ 2449672 w 13158797"/>
              <a:gd name="connsiteY51" fmla="*/ 8835710 h 9456078"/>
              <a:gd name="connsiteX52" fmla="*/ 2492417 w 13158797"/>
              <a:gd name="connsiteY52" fmla="*/ 8812316 h 9456078"/>
              <a:gd name="connsiteX53" fmla="*/ 2534943 w 13158797"/>
              <a:gd name="connsiteY53" fmla="*/ 8788516 h 9456078"/>
              <a:gd name="connsiteX54" fmla="*/ 2577247 w 13158797"/>
              <a:gd name="connsiteY54" fmla="*/ 8764311 h 9456078"/>
              <a:gd name="connsiteX55" fmla="*/ 2619326 w 13158797"/>
              <a:gd name="connsiteY55" fmla="*/ 8739704 h 9456078"/>
              <a:gd name="connsiteX56" fmla="*/ 2661177 w 13158797"/>
              <a:gd name="connsiteY56" fmla="*/ 8714695 h 9456078"/>
              <a:gd name="connsiteX57" fmla="*/ 2702797 w 13158797"/>
              <a:gd name="connsiteY57" fmla="*/ 8689286 h 9456078"/>
              <a:gd name="connsiteX58" fmla="*/ 2744183 w 13158797"/>
              <a:gd name="connsiteY58" fmla="*/ 8663479 h 9456078"/>
              <a:gd name="connsiteX59" fmla="*/ 2785333 w 13158797"/>
              <a:gd name="connsiteY59" fmla="*/ 8637274 h 9456078"/>
              <a:gd name="connsiteX60" fmla="*/ 2826242 w 13158797"/>
              <a:gd name="connsiteY60" fmla="*/ 8610675 h 9456078"/>
              <a:gd name="connsiteX61" fmla="*/ 2866908 w 13158797"/>
              <a:gd name="connsiteY61" fmla="*/ 8583681 h 9456078"/>
              <a:gd name="connsiteX62" fmla="*/ 2907329 w 13158797"/>
              <a:gd name="connsiteY62" fmla="*/ 8556295 h 9456078"/>
              <a:gd name="connsiteX63" fmla="*/ 2947500 w 13158797"/>
              <a:gd name="connsiteY63" fmla="*/ 8528517 h 9456078"/>
              <a:gd name="connsiteX64" fmla="*/ 2987419 w 13158797"/>
              <a:gd name="connsiteY64" fmla="*/ 8500351 h 9456078"/>
              <a:gd name="connsiteX65" fmla="*/ 3027083 w 13158797"/>
              <a:gd name="connsiteY65" fmla="*/ 8471796 h 9456078"/>
              <a:gd name="connsiteX66" fmla="*/ 3066489 w 13158797"/>
              <a:gd name="connsiteY66" fmla="*/ 8442854 h 9456078"/>
              <a:gd name="connsiteX67" fmla="*/ 3105634 w 13158797"/>
              <a:gd name="connsiteY67" fmla="*/ 8413528 h 9456078"/>
              <a:gd name="connsiteX68" fmla="*/ 3144515 w 13158797"/>
              <a:gd name="connsiteY68" fmla="*/ 8383818 h 9456078"/>
              <a:gd name="connsiteX69" fmla="*/ 3183129 w 13158797"/>
              <a:gd name="connsiteY69" fmla="*/ 8353726 h 9456078"/>
              <a:gd name="connsiteX70" fmla="*/ 3221473 w 13158797"/>
              <a:gd name="connsiteY70" fmla="*/ 8323253 h 9456078"/>
              <a:gd name="connsiteX71" fmla="*/ 3259544 w 13158797"/>
              <a:gd name="connsiteY71" fmla="*/ 8292401 h 9456078"/>
              <a:gd name="connsiteX72" fmla="*/ 3297339 w 13158797"/>
              <a:gd name="connsiteY72" fmla="*/ 8261172 h 9456078"/>
              <a:gd name="connsiteX73" fmla="*/ 3334854 w 13158797"/>
              <a:gd name="connsiteY73" fmla="*/ 8229566 h 9456078"/>
              <a:gd name="connsiteX74" fmla="*/ 3372087 w 13158797"/>
              <a:gd name="connsiteY74" fmla="*/ 8197585 h 9456078"/>
              <a:gd name="connsiteX75" fmla="*/ 3409035 w 13158797"/>
              <a:gd name="connsiteY75" fmla="*/ 8165232 h 9456078"/>
              <a:gd name="connsiteX76" fmla="*/ 3445695 w 13158797"/>
              <a:gd name="connsiteY76" fmla="*/ 8132507 h 9456078"/>
              <a:gd name="connsiteX77" fmla="*/ 3482064 w 13158797"/>
              <a:gd name="connsiteY77" fmla="*/ 8099411 h 9456078"/>
              <a:gd name="connsiteX78" fmla="*/ 3518139 w 13158797"/>
              <a:gd name="connsiteY78" fmla="*/ 8065947 h 9456078"/>
              <a:gd name="connsiteX79" fmla="*/ 3553916 w 13158797"/>
              <a:gd name="connsiteY79" fmla="*/ 8032115 h 9456078"/>
              <a:gd name="connsiteX80" fmla="*/ 3589393 w 13158797"/>
              <a:gd name="connsiteY80" fmla="*/ 7997918 h 9456078"/>
              <a:gd name="connsiteX81" fmla="*/ 3624567 w 13158797"/>
              <a:gd name="connsiteY81" fmla="*/ 7963356 h 9456078"/>
              <a:gd name="connsiteX82" fmla="*/ 3659435 w 13158797"/>
              <a:gd name="connsiteY82" fmla="*/ 7928432 h 9456078"/>
              <a:gd name="connsiteX83" fmla="*/ 3693994 w 13158797"/>
              <a:gd name="connsiteY83" fmla="*/ 7893146 h 9456078"/>
              <a:gd name="connsiteX84" fmla="*/ 3728240 w 13158797"/>
              <a:gd name="connsiteY84" fmla="*/ 7857501 h 9456078"/>
              <a:gd name="connsiteX85" fmla="*/ 3762171 w 13158797"/>
              <a:gd name="connsiteY85" fmla="*/ 7821497 h 9456078"/>
              <a:gd name="connsiteX86" fmla="*/ 3795783 w 13158797"/>
              <a:gd name="connsiteY86" fmla="*/ 7785136 h 9456078"/>
              <a:gd name="connsiteX87" fmla="*/ 3829075 w 13158797"/>
              <a:gd name="connsiteY87" fmla="*/ 7748420 h 9456078"/>
              <a:gd name="connsiteX88" fmla="*/ 3862042 w 13158797"/>
              <a:gd name="connsiteY88" fmla="*/ 7711350 h 9456078"/>
              <a:gd name="connsiteX89" fmla="*/ 3894682 w 13158797"/>
              <a:gd name="connsiteY89" fmla="*/ 7673928 h 9456078"/>
              <a:gd name="connsiteX90" fmla="*/ 3926991 w 13158797"/>
              <a:gd name="connsiteY90" fmla="*/ 7636155 h 9456078"/>
              <a:gd name="connsiteX91" fmla="*/ 3958967 w 13158797"/>
              <a:gd name="connsiteY91" fmla="*/ 7598032 h 9456078"/>
              <a:gd name="connsiteX92" fmla="*/ 3990607 w 13158797"/>
              <a:gd name="connsiteY92" fmla="*/ 7559561 h 9456078"/>
              <a:gd name="connsiteX93" fmla="*/ 4021907 w 13158797"/>
              <a:gd name="connsiteY93" fmla="*/ 7520744 h 9456078"/>
              <a:gd name="connsiteX94" fmla="*/ 4052865 w 13158797"/>
              <a:gd name="connsiteY94" fmla="*/ 7481582 h 9456078"/>
              <a:gd name="connsiteX95" fmla="*/ 4083478 w 13158797"/>
              <a:gd name="connsiteY95" fmla="*/ 7442077 h 9456078"/>
              <a:gd name="connsiteX96" fmla="*/ 8022311 w 13158797"/>
              <a:gd name="connsiteY96" fmla="*/ 2307814 h 9456078"/>
              <a:gd name="connsiteX97" fmla="*/ 8052902 w 13158797"/>
              <a:gd name="connsiteY97" fmla="*/ 2268285 h 9456078"/>
              <a:gd name="connsiteX98" fmla="*/ 8083796 w 13158797"/>
              <a:gd name="connsiteY98" fmla="*/ 2229056 h 9456078"/>
              <a:gd name="connsiteX99" fmla="*/ 8114989 w 13158797"/>
              <a:gd name="connsiteY99" fmla="*/ 2190127 h 9456078"/>
              <a:gd name="connsiteX100" fmla="*/ 8146479 w 13158797"/>
              <a:gd name="connsiteY100" fmla="*/ 2151500 h 9456078"/>
              <a:gd name="connsiteX101" fmla="*/ 8178264 w 13158797"/>
              <a:gd name="connsiteY101" fmla="*/ 2113176 h 9456078"/>
              <a:gd name="connsiteX102" fmla="*/ 8210341 w 13158797"/>
              <a:gd name="connsiteY102" fmla="*/ 2075157 h 9456078"/>
              <a:gd name="connsiteX103" fmla="*/ 8242709 w 13158797"/>
              <a:gd name="connsiteY103" fmla="*/ 2037442 h 9456078"/>
              <a:gd name="connsiteX104" fmla="*/ 8275365 w 13158797"/>
              <a:gd name="connsiteY104" fmla="*/ 2000034 h 9456078"/>
              <a:gd name="connsiteX105" fmla="*/ 8308307 w 13158797"/>
              <a:gd name="connsiteY105" fmla="*/ 1962934 h 9456078"/>
              <a:gd name="connsiteX106" fmla="*/ 8341532 w 13158797"/>
              <a:gd name="connsiteY106" fmla="*/ 1926142 h 9456078"/>
              <a:gd name="connsiteX107" fmla="*/ 8375038 w 13158797"/>
              <a:gd name="connsiteY107" fmla="*/ 1889660 h 9456078"/>
              <a:gd name="connsiteX108" fmla="*/ 8408823 w 13158797"/>
              <a:gd name="connsiteY108" fmla="*/ 1853489 h 9456078"/>
              <a:gd name="connsiteX109" fmla="*/ 8442885 w 13158797"/>
              <a:gd name="connsiteY109" fmla="*/ 1817630 h 9456078"/>
              <a:gd name="connsiteX110" fmla="*/ 8477221 w 13158797"/>
              <a:gd name="connsiteY110" fmla="*/ 1782084 h 9456078"/>
              <a:gd name="connsiteX111" fmla="*/ 8511829 w 13158797"/>
              <a:gd name="connsiteY111" fmla="*/ 1746853 h 9456078"/>
              <a:gd name="connsiteX112" fmla="*/ 8546706 w 13158797"/>
              <a:gd name="connsiteY112" fmla="*/ 1711937 h 9456078"/>
              <a:gd name="connsiteX113" fmla="*/ 8581851 w 13158797"/>
              <a:gd name="connsiteY113" fmla="*/ 1677337 h 9456078"/>
              <a:gd name="connsiteX114" fmla="*/ 8617261 w 13158797"/>
              <a:gd name="connsiteY114" fmla="*/ 1643056 h 9456078"/>
              <a:gd name="connsiteX115" fmla="*/ 8652934 w 13158797"/>
              <a:gd name="connsiteY115" fmla="*/ 1609093 h 9456078"/>
              <a:gd name="connsiteX116" fmla="*/ 8688867 w 13158797"/>
              <a:gd name="connsiteY116" fmla="*/ 1575450 h 9456078"/>
              <a:gd name="connsiteX117" fmla="*/ 8725058 w 13158797"/>
              <a:gd name="connsiteY117" fmla="*/ 1542128 h 9456078"/>
              <a:gd name="connsiteX118" fmla="*/ 8761506 w 13158797"/>
              <a:gd name="connsiteY118" fmla="*/ 1509129 h 9456078"/>
              <a:gd name="connsiteX119" fmla="*/ 8798207 w 13158797"/>
              <a:gd name="connsiteY119" fmla="*/ 1476452 h 9456078"/>
              <a:gd name="connsiteX120" fmla="*/ 8835159 w 13158797"/>
              <a:gd name="connsiteY120" fmla="*/ 1444101 h 9456078"/>
              <a:gd name="connsiteX121" fmla="*/ 8872360 w 13158797"/>
              <a:gd name="connsiteY121" fmla="*/ 1412075 h 9456078"/>
              <a:gd name="connsiteX122" fmla="*/ 8909808 w 13158797"/>
              <a:gd name="connsiteY122" fmla="*/ 1380375 h 9456078"/>
              <a:gd name="connsiteX123" fmla="*/ 8947501 w 13158797"/>
              <a:gd name="connsiteY123" fmla="*/ 1349004 h 9456078"/>
              <a:gd name="connsiteX124" fmla="*/ 8985435 w 13158797"/>
              <a:gd name="connsiteY124" fmla="*/ 1317962 h 9456078"/>
              <a:gd name="connsiteX125" fmla="*/ 9023610 w 13158797"/>
              <a:gd name="connsiteY125" fmla="*/ 1287250 h 9456078"/>
              <a:gd name="connsiteX126" fmla="*/ 9062022 w 13158797"/>
              <a:gd name="connsiteY126" fmla="*/ 1256869 h 9456078"/>
              <a:gd name="connsiteX127" fmla="*/ 9100669 w 13158797"/>
              <a:gd name="connsiteY127" fmla="*/ 1226820 h 9456078"/>
              <a:gd name="connsiteX128" fmla="*/ 9139549 w 13158797"/>
              <a:gd name="connsiteY128" fmla="*/ 1197105 h 9456078"/>
              <a:gd name="connsiteX129" fmla="*/ 9178660 w 13158797"/>
              <a:gd name="connsiteY129" fmla="*/ 1167725 h 9456078"/>
              <a:gd name="connsiteX130" fmla="*/ 9217999 w 13158797"/>
              <a:gd name="connsiteY130" fmla="*/ 1138681 h 9456078"/>
              <a:gd name="connsiteX131" fmla="*/ 9257564 w 13158797"/>
              <a:gd name="connsiteY131" fmla="*/ 1109974 h 9456078"/>
              <a:gd name="connsiteX132" fmla="*/ 9297353 w 13158797"/>
              <a:gd name="connsiteY132" fmla="*/ 1081604 h 9456078"/>
              <a:gd name="connsiteX133" fmla="*/ 9337364 w 13158797"/>
              <a:gd name="connsiteY133" fmla="*/ 1053574 h 9456078"/>
              <a:gd name="connsiteX134" fmla="*/ 9377594 w 13158797"/>
              <a:gd name="connsiteY134" fmla="*/ 1025884 h 9456078"/>
              <a:gd name="connsiteX135" fmla="*/ 9418040 w 13158797"/>
              <a:gd name="connsiteY135" fmla="*/ 998536 h 9456078"/>
              <a:gd name="connsiteX136" fmla="*/ 9458702 w 13158797"/>
              <a:gd name="connsiteY136" fmla="*/ 971530 h 9456078"/>
              <a:gd name="connsiteX137" fmla="*/ 9499575 w 13158797"/>
              <a:gd name="connsiteY137" fmla="*/ 944868 h 9456078"/>
              <a:gd name="connsiteX138" fmla="*/ 9540659 w 13158797"/>
              <a:gd name="connsiteY138" fmla="*/ 918551 h 9456078"/>
              <a:gd name="connsiteX139" fmla="*/ 9581950 w 13158797"/>
              <a:gd name="connsiteY139" fmla="*/ 892580 h 9456078"/>
              <a:gd name="connsiteX140" fmla="*/ 9623447 w 13158797"/>
              <a:gd name="connsiteY140" fmla="*/ 866956 h 9456078"/>
              <a:gd name="connsiteX141" fmla="*/ 9665147 w 13158797"/>
              <a:gd name="connsiteY141" fmla="*/ 841681 h 9456078"/>
              <a:gd name="connsiteX142" fmla="*/ 9707048 w 13158797"/>
              <a:gd name="connsiteY142" fmla="*/ 816754 h 9456078"/>
              <a:gd name="connsiteX143" fmla="*/ 9749147 w 13158797"/>
              <a:gd name="connsiteY143" fmla="*/ 792179 h 9456078"/>
              <a:gd name="connsiteX144" fmla="*/ 9791443 w 13158797"/>
              <a:gd name="connsiteY144" fmla="*/ 767955 h 9456078"/>
              <a:gd name="connsiteX145" fmla="*/ 9833932 w 13158797"/>
              <a:gd name="connsiteY145" fmla="*/ 744083 h 9456078"/>
              <a:gd name="connsiteX146" fmla="*/ 9876613 w 13158797"/>
              <a:gd name="connsiteY146" fmla="*/ 720566 h 9456078"/>
              <a:gd name="connsiteX147" fmla="*/ 9919484 w 13158797"/>
              <a:gd name="connsiteY147" fmla="*/ 697404 h 9456078"/>
              <a:gd name="connsiteX148" fmla="*/ 9962542 w 13158797"/>
              <a:gd name="connsiteY148" fmla="*/ 674598 h 9456078"/>
              <a:gd name="connsiteX149" fmla="*/ 10005784 w 13158797"/>
              <a:gd name="connsiteY149" fmla="*/ 652149 h 9456078"/>
              <a:gd name="connsiteX150" fmla="*/ 10049209 w 13158797"/>
              <a:gd name="connsiteY150" fmla="*/ 630059 h 9456078"/>
              <a:gd name="connsiteX151" fmla="*/ 10092814 w 13158797"/>
              <a:gd name="connsiteY151" fmla="*/ 608328 h 9456078"/>
              <a:gd name="connsiteX152" fmla="*/ 10136597 w 13158797"/>
              <a:gd name="connsiteY152" fmla="*/ 586958 h 9456078"/>
              <a:gd name="connsiteX153" fmla="*/ 10180556 w 13158797"/>
              <a:gd name="connsiteY153" fmla="*/ 565950 h 9456078"/>
              <a:gd name="connsiteX154" fmla="*/ 10224688 w 13158797"/>
              <a:gd name="connsiteY154" fmla="*/ 545304 h 9456078"/>
              <a:gd name="connsiteX155" fmla="*/ 10268991 w 13158797"/>
              <a:gd name="connsiteY155" fmla="*/ 525023 h 9456078"/>
              <a:gd name="connsiteX156" fmla="*/ 10313463 w 13158797"/>
              <a:gd name="connsiteY156" fmla="*/ 505107 h 9456078"/>
              <a:gd name="connsiteX157" fmla="*/ 10358101 w 13158797"/>
              <a:gd name="connsiteY157" fmla="*/ 485558 h 9456078"/>
              <a:gd name="connsiteX158" fmla="*/ 10402903 w 13158797"/>
              <a:gd name="connsiteY158" fmla="*/ 466376 h 9456078"/>
              <a:gd name="connsiteX159" fmla="*/ 10447868 w 13158797"/>
              <a:gd name="connsiteY159" fmla="*/ 447563 h 9456078"/>
              <a:gd name="connsiteX160" fmla="*/ 10492991 w 13158797"/>
              <a:gd name="connsiteY160" fmla="*/ 429119 h 9456078"/>
              <a:gd name="connsiteX161" fmla="*/ 10538272 w 13158797"/>
              <a:gd name="connsiteY161" fmla="*/ 411046 h 9456078"/>
              <a:gd name="connsiteX162" fmla="*/ 10583708 w 13158797"/>
              <a:gd name="connsiteY162" fmla="*/ 393346 h 9456078"/>
              <a:gd name="connsiteX163" fmla="*/ 10629297 w 13158797"/>
              <a:gd name="connsiteY163" fmla="*/ 376018 h 9456078"/>
              <a:gd name="connsiteX164" fmla="*/ 10675036 w 13158797"/>
              <a:gd name="connsiteY164" fmla="*/ 359065 h 9456078"/>
              <a:gd name="connsiteX165" fmla="*/ 10720923 w 13158797"/>
              <a:gd name="connsiteY165" fmla="*/ 342487 h 9456078"/>
              <a:gd name="connsiteX166" fmla="*/ 10766956 w 13158797"/>
              <a:gd name="connsiteY166" fmla="*/ 326286 h 9456078"/>
              <a:gd name="connsiteX167" fmla="*/ 10813132 w 13158797"/>
              <a:gd name="connsiteY167" fmla="*/ 310462 h 9456078"/>
              <a:gd name="connsiteX168" fmla="*/ 10859450 w 13158797"/>
              <a:gd name="connsiteY168" fmla="*/ 295018 h 9456078"/>
              <a:gd name="connsiteX169" fmla="*/ 10905907 w 13158797"/>
              <a:gd name="connsiteY169" fmla="*/ 279953 h 9456078"/>
              <a:gd name="connsiteX170" fmla="*/ 10952500 w 13158797"/>
              <a:gd name="connsiteY170" fmla="*/ 265269 h 9456078"/>
              <a:gd name="connsiteX171" fmla="*/ 10999227 w 13158797"/>
              <a:gd name="connsiteY171" fmla="*/ 250968 h 9456078"/>
              <a:gd name="connsiteX172" fmla="*/ 11046087 w 13158797"/>
              <a:gd name="connsiteY172" fmla="*/ 237049 h 9456078"/>
              <a:gd name="connsiteX173" fmla="*/ 11093076 w 13158797"/>
              <a:gd name="connsiteY173" fmla="*/ 223516 h 9456078"/>
              <a:gd name="connsiteX174" fmla="*/ 11140193 w 13158797"/>
              <a:gd name="connsiteY174" fmla="*/ 210368 h 9456078"/>
              <a:gd name="connsiteX175" fmla="*/ 11187434 w 13158797"/>
              <a:gd name="connsiteY175" fmla="*/ 197606 h 9456078"/>
              <a:gd name="connsiteX176" fmla="*/ 11234799 w 13158797"/>
              <a:gd name="connsiteY176" fmla="*/ 185233 h 9456078"/>
              <a:gd name="connsiteX177" fmla="*/ 11282284 w 13158797"/>
              <a:gd name="connsiteY177" fmla="*/ 173248 h 9456078"/>
              <a:gd name="connsiteX178" fmla="*/ 11329888 w 13158797"/>
              <a:gd name="connsiteY178" fmla="*/ 161654 h 9456078"/>
              <a:gd name="connsiteX179" fmla="*/ 11377607 w 13158797"/>
              <a:gd name="connsiteY179" fmla="*/ 150451 h 9456078"/>
              <a:gd name="connsiteX180" fmla="*/ 11425440 w 13158797"/>
              <a:gd name="connsiteY180" fmla="*/ 139640 h 9456078"/>
              <a:gd name="connsiteX181" fmla="*/ 11473385 w 13158797"/>
              <a:gd name="connsiteY181" fmla="*/ 129223 h 9456078"/>
              <a:gd name="connsiteX182" fmla="*/ 11521439 w 13158797"/>
              <a:gd name="connsiteY182" fmla="*/ 119201 h 9456078"/>
              <a:gd name="connsiteX183" fmla="*/ 11569599 w 13158797"/>
              <a:gd name="connsiteY183" fmla="*/ 109574 h 9456078"/>
              <a:gd name="connsiteX184" fmla="*/ 11617864 w 13158797"/>
              <a:gd name="connsiteY184" fmla="*/ 100344 h 9456078"/>
              <a:gd name="connsiteX185" fmla="*/ 11666231 w 13158797"/>
              <a:gd name="connsiteY185" fmla="*/ 91512 h 9456078"/>
              <a:gd name="connsiteX186" fmla="*/ 11714698 w 13158797"/>
              <a:gd name="connsiteY186" fmla="*/ 83080 h 9456078"/>
              <a:gd name="connsiteX187" fmla="*/ 11763263 w 13158797"/>
              <a:gd name="connsiteY187" fmla="*/ 75047 h 9456078"/>
              <a:gd name="connsiteX188" fmla="*/ 11811923 w 13158797"/>
              <a:gd name="connsiteY188" fmla="*/ 67417 h 9456078"/>
              <a:gd name="connsiteX189" fmla="*/ 11860676 w 13158797"/>
              <a:gd name="connsiteY189" fmla="*/ 60188 h 9456078"/>
              <a:gd name="connsiteX190" fmla="*/ 11909519 w 13158797"/>
              <a:gd name="connsiteY190" fmla="*/ 53364 h 9456078"/>
              <a:gd name="connsiteX191" fmla="*/ 11958451 w 13158797"/>
              <a:gd name="connsiteY191" fmla="*/ 46944 h 9456078"/>
              <a:gd name="connsiteX192" fmla="*/ 12007470 w 13158797"/>
              <a:gd name="connsiteY192" fmla="*/ 40931 h 9456078"/>
              <a:gd name="connsiteX193" fmla="*/ 12056572 w 13158797"/>
              <a:gd name="connsiteY193" fmla="*/ 35324 h 9456078"/>
              <a:gd name="connsiteX194" fmla="*/ 12105756 w 13158797"/>
              <a:gd name="connsiteY194" fmla="*/ 30126 h 9456078"/>
              <a:gd name="connsiteX195" fmla="*/ 12155019 w 13158797"/>
              <a:gd name="connsiteY195" fmla="*/ 25337 h 9456078"/>
              <a:gd name="connsiteX196" fmla="*/ 12204359 w 13158797"/>
              <a:gd name="connsiteY196" fmla="*/ 20958 h 9456078"/>
              <a:gd name="connsiteX197" fmla="*/ 12253773 w 13158797"/>
              <a:gd name="connsiteY197" fmla="*/ 16991 h 9456078"/>
              <a:gd name="connsiteX198" fmla="*/ 12303260 w 13158797"/>
              <a:gd name="connsiteY198" fmla="*/ 13437 h 9456078"/>
              <a:gd name="connsiteX199" fmla="*/ 12352818 w 13158797"/>
              <a:gd name="connsiteY199" fmla="*/ 10297 h 9456078"/>
              <a:gd name="connsiteX200" fmla="*/ 12402443 w 13158797"/>
              <a:gd name="connsiteY200" fmla="*/ 7572 h 9456078"/>
              <a:gd name="connsiteX201" fmla="*/ 12452133 w 13158797"/>
              <a:gd name="connsiteY201" fmla="*/ 5263 h 9456078"/>
              <a:gd name="connsiteX202" fmla="*/ 12501887 w 13158797"/>
              <a:gd name="connsiteY202" fmla="*/ 3371 h 9456078"/>
              <a:gd name="connsiteX203" fmla="*/ 12551701 w 13158797"/>
              <a:gd name="connsiteY203" fmla="*/ 1898 h 9456078"/>
              <a:gd name="connsiteX204" fmla="*/ 12601574 w 13158797"/>
              <a:gd name="connsiteY204" fmla="*/ 844 h 9456078"/>
              <a:gd name="connsiteX205" fmla="*/ 12651504 w 13158797"/>
              <a:gd name="connsiteY205" fmla="*/ 211 h 9456078"/>
              <a:gd name="connsiteX206" fmla="*/ 12701487 w 13158797"/>
              <a:gd name="connsiteY206" fmla="*/ 0 h 9456078"/>
              <a:gd name="connsiteX207" fmla="*/ 13158798 w 13158797"/>
              <a:gd name="connsiteY207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98870 w 13158799"/>
              <a:gd name="connsiteY5" fmla="*/ 9447409 h 9456078"/>
              <a:gd name="connsiteX6" fmla="*/ 348429 w 13158799"/>
              <a:gd name="connsiteY6" fmla="*/ 9444290 h 9456078"/>
              <a:gd name="connsiteX7" fmla="*/ 397907 w 13158799"/>
              <a:gd name="connsiteY7" fmla="*/ 9440698 h 9456078"/>
              <a:gd name="connsiteX8" fmla="*/ 447302 w 13158799"/>
              <a:gd name="connsiteY8" fmla="*/ 9436632 h 9456078"/>
              <a:gd name="connsiteX9" fmla="*/ 496610 w 13158799"/>
              <a:gd name="connsiteY9" fmla="*/ 9432096 h 9456078"/>
              <a:gd name="connsiteX10" fmla="*/ 545829 w 13158799"/>
              <a:gd name="connsiteY10" fmla="*/ 9427089 h 9456078"/>
              <a:gd name="connsiteX11" fmla="*/ 594956 w 13158799"/>
              <a:gd name="connsiteY11" fmla="*/ 9421615 h 9456078"/>
              <a:gd name="connsiteX12" fmla="*/ 643987 w 13158799"/>
              <a:gd name="connsiteY12" fmla="*/ 9415673 h 9456078"/>
              <a:gd name="connsiteX13" fmla="*/ 692920 w 13158799"/>
              <a:gd name="connsiteY13" fmla="*/ 9409267 h 9456078"/>
              <a:gd name="connsiteX14" fmla="*/ 741751 w 13158799"/>
              <a:gd name="connsiteY14" fmla="*/ 9402396 h 9456078"/>
              <a:gd name="connsiteX15" fmla="*/ 790478 w 13158799"/>
              <a:gd name="connsiteY15" fmla="*/ 9395063 h 9456078"/>
              <a:gd name="connsiteX16" fmla="*/ 839098 w 13158799"/>
              <a:gd name="connsiteY16" fmla="*/ 9387270 h 9456078"/>
              <a:gd name="connsiteX17" fmla="*/ 887607 w 13158799"/>
              <a:gd name="connsiteY17" fmla="*/ 9379017 h 9456078"/>
              <a:gd name="connsiteX18" fmla="*/ 936002 w 13158799"/>
              <a:gd name="connsiteY18" fmla="*/ 9370306 h 9456078"/>
              <a:gd name="connsiteX19" fmla="*/ 984281 w 13158799"/>
              <a:gd name="connsiteY19" fmla="*/ 9361139 h 9456078"/>
              <a:gd name="connsiteX20" fmla="*/ 1032440 w 13158799"/>
              <a:gd name="connsiteY20" fmla="*/ 9351517 h 9456078"/>
              <a:gd name="connsiteX21" fmla="*/ 1080477 w 13158799"/>
              <a:gd name="connsiteY21" fmla="*/ 9341441 h 9456078"/>
              <a:gd name="connsiteX22" fmla="*/ 1176172 w 13158799"/>
              <a:gd name="connsiteY22" fmla="*/ 9319936 h 9456078"/>
              <a:gd name="connsiteX23" fmla="*/ 1223823 w 13158799"/>
              <a:gd name="connsiteY23" fmla="*/ 9308509 h 9456078"/>
              <a:gd name="connsiteX24" fmla="*/ 1271339 w 13158799"/>
              <a:gd name="connsiteY24" fmla="*/ 9296635 h 9456078"/>
              <a:gd name="connsiteX25" fmla="*/ 1318719 w 13158799"/>
              <a:gd name="connsiteY25" fmla="*/ 9284315 h 9456078"/>
              <a:gd name="connsiteX26" fmla="*/ 1365957 w 13158799"/>
              <a:gd name="connsiteY26" fmla="*/ 9271550 h 9456078"/>
              <a:gd name="connsiteX27" fmla="*/ 1413052 w 13158799"/>
              <a:gd name="connsiteY27" fmla="*/ 9258342 h 9456078"/>
              <a:gd name="connsiteX28" fmla="*/ 1460000 w 13158799"/>
              <a:gd name="connsiteY28" fmla="*/ 9244693 h 9456078"/>
              <a:gd name="connsiteX29" fmla="*/ 1506799 w 13158799"/>
              <a:gd name="connsiteY29" fmla="*/ 9230604 h 9456078"/>
              <a:gd name="connsiteX30" fmla="*/ 1553445 w 13158799"/>
              <a:gd name="connsiteY30" fmla="*/ 9216076 h 9456078"/>
              <a:gd name="connsiteX31" fmla="*/ 1599935 w 13158799"/>
              <a:gd name="connsiteY31" fmla="*/ 9201111 h 9456078"/>
              <a:gd name="connsiteX32" fmla="*/ 1646267 w 13158799"/>
              <a:gd name="connsiteY32" fmla="*/ 9185710 h 9456078"/>
              <a:gd name="connsiteX33" fmla="*/ 1692437 w 13158799"/>
              <a:gd name="connsiteY33" fmla="*/ 9169876 h 9456078"/>
              <a:gd name="connsiteX34" fmla="*/ 1738442 w 13158799"/>
              <a:gd name="connsiteY34" fmla="*/ 9153608 h 9456078"/>
              <a:gd name="connsiteX35" fmla="*/ 1784280 w 13158799"/>
              <a:gd name="connsiteY35" fmla="*/ 9136910 h 9456078"/>
              <a:gd name="connsiteX36" fmla="*/ 1829947 w 13158799"/>
              <a:gd name="connsiteY36" fmla="*/ 9119782 h 9456078"/>
              <a:gd name="connsiteX37" fmla="*/ 1875440 w 13158799"/>
              <a:gd name="connsiteY37" fmla="*/ 9102226 h 9456078"/>
              <a:gd name="connsiteX38" fmla="*/ 1920756 w 13158799"/>
              <a:gd name="connsiteY38" fmla="*/ 9084243 h 9456078"/>
              <a:gd name="connsiteX39" fmla="*/ 1965893 w 13158799"/>
              <a:gd name="connsiteY39" fmla="*/ 9065835 h 9456078"/>
              <a:gd name="connsiteX40" fmla="*/ 2010847 w 13158799"/>
              <a:gd name="connsiteY40" fmla="*/ 9047004 h 9456078"/>
              <a:gd name="connsiteX41" fmla="*/ 2055615 w 13158799"/>
              <a:gd name="connsiteY41" fmla="*/ 9027750 h 9456078"/>
              <a:gd name="connsiteX42" fmla="*/ 2100195 w 13158799"/>
              <a:gd name="connsiteY42" fmla="*/ 9008075 h 9456078"/>
              <a:gd name="connsiteX43" fmla="*/ 2144582 w 13158799"/>
              <a:gd name="connsiteY43" fmla="*/ 8987981 h 9456078"/>
              <a:gd name="connsiteX44" fmla="*/ 2188775 w 13158799"/>
              <a:gd name="connsiteY44" fmla="*/ 8967470 h 9456078"/>
              <a:gd name="connsiteX45" fmla="*/ 2232770 w 13158799"/>
              <a:gd name="connsiteY45" fmla="*/ 8946542 h 9456078"/>
              <a:gd name="connsiteX46" fmla="*/ 2276564 w 13158799"/>
              <a:gd name="connsiteY46" fmla="*/ 8925199 h 9456078"/>
              <a:gd name="connsiteX47" fmla="*/ 2320154 w 13158799"/>
              <a:gd name="connsiteY47" fmla="*/ 8903443 h 9456078"/>
              <a:gd name="connsiteX48" fmla="*/ 2363538 w 13158799"/>
              <a:gd name="connsiteY48" fmla="*/ 8881275 h 9456078"/>
              <a:gd name="connsiteX49" fmla="*/ 2406711 w 13158799"/>
              <a:gd name="connsiteY49" fmla="*/ 8858697 h 9456078"/>
              <a:gd name="connsiteX50" fmla="*/ 2449672 w 13158799"/>
              <a:gd name="connsiteY50" fmla="*/ 8835710 h 9456078"/>
              <a:gd name="connsiteX51" fmla="*/ 2492417 w 13158799"/>
              <a:gd name="connsiteY51" fmla="*/ 8812316 h 9456078"/>
              <a:gd name="connsiteX52" fmla="*/ 2534943 w 13158799"/>
              <a:gd name="connsiteY52" fmla="*/ 8788516 h 9456078"/>
              <a:gd name="connsiteX53" fmla="*/ 2577247 w 13158799"/>
              <a:gd name="connsiteY53" fmla="*/ 8764311 h 9456078"/>
              <a:gd name="connsiteX54" fmla="*/ 2619326 w 13158799"/>
              <a:gd name="connsiteY54" fmla="*/ 8739704 h 9456078"/>
              <a:gd name="connsiteX55" fmla="*/ 2661177 w 13158799"/>
              <a:gd name="connsiteY55" fmla="*/ 8714695 h 9456078"/>
              <a:gd name="connsiteX56" fmla="*/ 2702797 w 13158799"/>
              <a:gd name="connsiteY56" fmla="*/ 8689286 h 9456078"/>
              <a:gd name="connsiteX57" fmla="*/ 2744183 w 13158799"/>
              <a:gd name="connsiteY57" fmla="*/ 8663479 h 9456078"/>
              <a:gd name="connsiteX58" fmla="*/ 2785333 w 13158799"/>
              <a:gd name="connsiteY58" fmla="*/ 8637274 h 9456078"/>
              <a:gd name="connsiteX59" fmla="*/ 2826242 w 13158799"/>
              <a:gd name="connsiteY59" fmla="*/ 8610675 h 9456078"/>
              <a:gd name="connsiteX60" fmla="*/ 2866908 w 13158799"/>
              <a:gd name="connsiteY60" fmla="*/ 8583681 h 9456078"/>
              <a:gd name="connsiteX61" fmla="*/ 2907329 w 13158799"/>
              <a:gd name="connsiteY61" fmla="*/ 8556295 h 9456078"/>
              <a:gd name="connsiteX62" fmla="*/ 2947500 w 13158799"/>
              <a:gd name="connsiteY62" fmla="*/ 8528517 h 9456078"/>
              <a:gd name="connsiteX63" fmla="*/ 2987419 w 13158799"/>
              <a:gd name="connsiteY63" fmla="*/ 8500351 h 9456078"/>
              <a:gd name="connsiteX64" fmla="*/ 3027083 w 13158799"/>
              <a:gd name="connsiteY64" fmla="*/ 8471796 h 9456078"/>
              <a:gd name="connsiteX65" fmla="*/ 3066489 w 13158799"/>
              <a:gd name="connsiteY65" fmla="*/ 8442854 h 9456078"/>
              <a:gd name="connsiteX66" fmla="*/ 3105634 w 13158799"/>
              <a:gd name="connsiteY66" fmla="*/ 8413528 h 9456078"/>
              <a:gd name="connsiteX67" fmla="*/ 3144515 w 13158799"/>
              <a:gd name="connsiteY67" fmla="*/ 8383818 h 9456078"/>
              <a:gd name="connsiteX68" fmla="*/ 3183129 w 13158799"/>
              <a:gd name="connsiteY68" fmla="*/ 8353726 h 9456078"/>
              <a:gd name="connsiteX69" fmla="*/ 3221473 w 13158799"/>
              <a:gd name="connsiteY69" fmla="*/ 8323253 h 9456078"/>
              <a:gd name="connsiteX70" fmla="*/ 3259544 w 13158799"/>
              <a:gd name="connsiteY70" fmla="*/ 8292401 h 9456078"/>
              <a:gd name="connsiteX71" fmla="*/ 3297339 w 13158799"/>
              <a:gd name="connsiteY71" fmla="*/ 8261172 h 9456078"/>
              <a:gd name="connsiteX72" fmla="*/ 3334854 w 13158799"/>
              <a:gd name="connsiteY72" fmla="*/ 8229566 h 9456078"/>
              <a:gd name="connsiteX73" fmla="*/ 3372087 w 13158799"/>
              <a:gd name="connsiteY73" fmla="*/ 8197585 h 9456078"/>
              <a:gd name="connsiteX74" fmla="*/ 3409035 w 13158799"/>
              <a:gd name="connsiteY74" fmla="*/ 8165232 h 9456078"/>
              <a:gd name="connsiteX75" fmla="*/ 3445695 w 13158799"/>
              <a:gd name="connsiteY75" fmla="*/ 8132507 h 9456078"/>
              <a:gd name="connsiteX76" fmla="*/ 3482064 w 13158799"/>
              <a:gd name="connsiteY76" fmla="*/ 8099411 h 9456078"/>
              <a:gd name="connsiteX77" fmla="*/ 3518139 w 13158799"/>
              <a:gd name="connsiteY77" fmla="*/ 8065947 h 9456078"/>
              <a:gd name="connsiteX78" fmla="*/ 3553916 w 13158799"/>
              <a:gd name="connsiteY78" fmla="*/ 8032115 h 9456078"/>
              <a:gd name="connsiteX79" fmla="*/ 3589393 w 13158799"/>
              <a:gd name="connsiteY79" fmla="*/ 7997918 h 9456078"/>
              <a:gd name="connsiteX80" fmla="*/ 3624567 w 13158799"/>
              <a:gd name="connsiteY80" fmla="*/ 7963356 h 9456078"/>
              <a:gd name="connsiteX81" fmla="*/ 3659435 w 13158799"/>
              <a:gd name="connsiteY81" fmla="*/ 7928432 h 9456078"/>
              <a:gd name="connsiteX82" fmla="*/ 3693994 w 13158799"/>
              <a:gd name="connsiteY82" fmla="*/ 7893146 h 9456078"/>
              <a:gd name="connsiteX83" fmla="*/ 3728240 w 13158799"/>
              <a:gd name="connsiteY83" fmla="*/ 7857501 h 9456078"/>
              <a:gd name="connsiteX84" fmla="*/ 3762171 w 13158799"/>
              <a:gd name="connsiteY84" fmla="*/ 7821497 h 9456078"/>
              <a:gd name="connsiteX85" fmla="*/ 3795783 w 13158799"/>
              <a:gd name="connsiteY85" fmla="*/ 7785136 h 9456078"/>
              <a:gd name="connsiteX86" fmla="*/ 3829075 w 13158799"/>
              <a:gd name="connsiteY86" fmla="*/ 7748420 h 9456078"/>
              <a:gd name="connsiteX87" fmla="*/ 3862042 w 13158799"/>
              <a:gd name="connsiteY87" fmla="*/ 7711350 h 9456078"/>
              <a:gd name="connsiteX88" fmla="*/ 3894682 w 13158799"/>
              <a:gd name="connsiteY88" fmla="*/ 7673928 h 9456078"/>
              <a:gd name="connsiteX89" fmla="*/ 3926991 w 13158799"/>
              <a:gd name="connsiteY89" fmla="*/ 7636155 h 9456078"/>
              <a:gd name="connsiteX90" fmla="*/ 3958967 w 13158799"/>
              <a:gd name="connsiteY90" fmla="*/ 7598032 h 9456078"/>
              <a:gd name="connsiteX91" fmla="*/ 3990607 w 13158799"/>
              <a:gd name="connsiteY91" fmla="*/ 7559561 h 9456078"/>
              <a:gd name="connsiteX92" fmla="*/ 4021907 w 13158799"/>
              <a:gd name="connsiteY92" fmla="*/ 7520744 h 9456078"/>
              <a:gd name="connsiteX93" fmla="*/ 4052865 w 13158799"/>
              <a:gd name="connsiteY93" fmla="*/ 7481582 h 9456078"/>
              <a:gd name="connsiteX94" fmla="*/ 4083478 w 13158799"/>
              <a:gd name="connsiteY94" fmla="*/ 7442077 h 9456078"/>
              <a:gd name="connsiteX95" fmla="*/ 8022311 w 13158799"/>
              <a:gd name="connsiteY95" fmla="*/ 2307814 h 9456078"/>
              <a:gd name="connsiteX96" fmla="*/ 8052902 w 13158799"/>
              <a:gd name="connsiteY96" fmla="*/ 2268285 h 9456078"/>
              <a:gd name="connsiteX97" fmla="*/ 8083796 w 13158799"/>
              <a:gd name="connsiteY97" fmla="*/ 2229056 h 9456078"/>
              <a:gd name="connsiteX98" fmla="*/ 8114989 w 13158799"/>
              <a:gd name="connsiteY98" fmla="*/ 2190127 h 9456078"/>
              <a:gd name="connsiteX99" fmla="*/ 8146479 w 13158799"/>
              <a:gd name="connsiteY99" fmla="*/ 2151500 h 9456078"/>
              <a:gd name="connsiteX100" fmla="*/ 8178264 w 13158799"/>
              <a:gd name="connsiteY100" fmla="*/ 2113176 h 9456078"/>
              <a:gd name="connsiteX101" fmla="*/ 8210341 w 13158799"/>
              <a:gd name="connsiteY101" fmla="*/ 2075157 h 9456078"/>
              <a:gd name="connsiteX102" fmla="*/ 8242709 w 13158799"/>
              <a:gd name="connsiteY102" fmla="*/ 2037442 h 9456078"/>
              <a:gd name="connsiteX103" fmla="*/ 8275365 w 13158799"/>
              <a:gd name="connsiteY103" fmla="*/ 2000034 h 9456078"/>
              <a:gd name="connsiteX104" fmla="*/ 8308307 w 13158799"/>
              <a:gd name="connsiteY104" fmla="*/ 1962934 h 9456078"/>
              <a:gd name="connsiteX105" fmla="*/ 8341532 w 13158799"/>
              <a:gd name="connsiteY105" fmla="*/ 1926142 h 9456078"/>
              <a:gd name="connsiteX106" fmla="*/ 8375038 w 13158799"/>
              <a:gd name="connsiteY106" fmla="*/ 1889660 h 9456078"/>
              <a:gd name="connsiteX107" fmla="*/ 8408823 w 13158799"/>
              <a:gd name="connsiteY107" fmla="*/ 1853489 h 9456078"/>
              <a:gd name="connsiteX108" fmla="*/ 8442885 w 13158799"/>
              <a:gd name="connsiteY108" fmla="*/ 1817630 h 9456078"/>
              <a:gd name="connsiteX109" fmla="*/ 8477221 w 13158799"/>
              <a:gd name="connsiteY109" fmla="*/ 1782084 h 9456078"/>
              <a:gd name="connsiteX110" fmla="*/ 8511829 w 13158799"/>
              <a:gd name="connsiteY110" fmla="*/ 1746853 h 9456078"/>
              <a:gd name="connsiteX111" fmla="*/ 8546706 w 13158799"/>
              <a:gd name="connsiteY111" fmla="*/ 1711937 h 9456078"/>
              <a:gd name="connsiteX112" fmla="*/ 8581851 w 13158799"/>
              <a:gd name="connsiteY112" fmla="*/ 1677337 h 9456078"/>
              <a:gd name="connsiteX113" fmla="*/ 8617261 w 13158799"/>
              <a:gd name="connsiteY113" fmla="*/ 1643056 h 9456078"/>
              <a:gd name="connsiteX114" fmla="*/ 8652934 w 13158799"/>
              <a:gd name="connsiteY114" fmla="*/ 1609093 h 9456078"/>
              <a:gd name="connsiteX115" fmla="*/ 8688867 w 13158799"/>
              <a:gd name="connsiteY115" fmla="*/ 1575450 h 9456078"/>
              <a:gd name="connsiteX116" fmla="*/ 8725058 w 13158799"/>
              <a:gd name="connsiteY116" fmla="*/ 1542128 h 9456078"/>
              <a:gd name="connsiteX117" fmla="*/ 8761506 w 13158799"/>
              <a:gd name="connsiteY117" fmla="*/ 1509129 h 9456078"/>
              <a:gd name="connsiteX118" fmla="*/ 8798207 w 13158799"/>
              <a:gd name="connsiteY118" fmla="*/ 1476452 h 9456078"/>
              <a:gd name="connsiteX119" fmla="*/ 8835159 w 13158799"/>
              <a:gd name="connsiteY119" fmla="*/ 1444101 h 9456078"/>
              <a:gd name="connsiteX120" fmla="*/ 8872360 w 13158799"/>
              <a:gd name="connsiteY120" fmla="*/ 1412075 h 9456078"/>
              <a:gd name="connsiteX121" fmla="*/ 8909808 w 13158799"/>
              <a:gd name="connsiteY121" fmla="*/ 1380375 h 9456078"/>
              <a:gd name="connsiteX122" fmla="*/ 8947501 w 13158799"/>
              <a:gd name="connsiteY122" fmla="*/ 1349004 h 9456078"/>
              <a:gd name="connsiteX123" fmla="*/ 8985435 w 13158799"/>
              <a:gd name="connsiteY123" fmla="*/ 1317962 h 9456078"/>
              <a:gd name="connsiteX124" fmla="*/ 9023610 w 13158799"/>
              <a:gd name="connsiteY124" fmla="*/ 1287250 h 9456078"/>
              <a:gd name="connsiteX125" fmla="*/ 9062022 w 13158799"/>
              <a:gd name="connsiteY125" fmla="*/ 1256869 h 9456078"/>
              <a:gd name="connsiteX126" fmla="*/ 9100669 w 13158799"/>
              <a:gd name="connsiteY126" fmla="*/ 1226820 h 9456078"/>
              <a:gd name="connsiteX127" fmla="*/ 9139549 w 13158799"/>
              <a:gd name="connsiteY127" fmla="*/ 1197105 h 9456078"/>
              <a:gd name="connsiteX128" fmla="*/ 9178660 w 13158799"/>
              <a:gd name="connsiteY128" fmla="*/ 1167725 h 9456078"/>
              <a:gd name="connsiteX129" fmla="*/ 9217999 w 13158799"/>
              <a:gd name="connsiteY129" fmla="*/ 1138681 h 9456078"/>
              <a:gd name="connsiteX130" fmla="*/ 9257564 w 13158799"/>
              <a:gd name="connsiteY130" fmla="*/ 1109974 h 9456078"/>
              <a:gd name="connsiteX131" fmla="*/ 9297353 w 13158799"/>
              <a:gd name="connsiteY131" fmla="*/ 1081604 h 9456078"/>
              <a:gd name="connsiteX132" fmla="*/ 9337364 w 13158799"/>
              <a:gd name="connsiteY132" fmla="*/ 1053574 h 9456078"/>
              <a:gd name="connsiteX133" fmla="*/ 9377594 w 13158799"/>
              <a:gd name="connsiteY133" fmla="*/ 1025884 h 9456078"/>
              <a:gd name="connsiteX134" fmla="*/ 9418040 w 13158799"/>
              <a:gd name="connsiteY134" fmla="*/ 998536 h 9456078"/>
              <a:gd name="connsiteX135" fmla="*/ 9458702 w 13158799"/>
              <a:gd name="connsiteY135" fmla="*/ 971530 h 9456078"/>
              <a:gd name="connsiteX136" fmla="*/ 9499575 w 13158799"/>
              <a:gd name="connsiteY136" fmla="*/ 944868 h 9456078"/>
              <a:gd name="connsiteX137" fmla="*/ 9540659 w 13158799"/>
              <a:gd name="connsiteY137" fmla="*/ 918551 h 9456078"/>
              <a:gd name="connsiteX138" fmla="*/ 9581950 w 13158799"/>
              <a:gd name="connsiteY138" fmla="*/ 892580 h 9456078"/>
              <a:gd name="connsiteX139" fmla="*/ 9623447 w 13158799"/>
              <a:gd name="connsiteY139" fmla="*/ 866956 h 9456078"/>
              <a:gd name="connsiteX140" fmla="*/ 9665147 w 13158799"/>
              <a:gd name="connsiteY140" fmla="*/ 841681 h 9456078"/>
              <a:gd name="connsiteX141" fmla="*/ 9707048 w 13158799"/>
              <a:gd name="connsiteY141" fmla="*/ 816754 h 9456078"/>
              <a:gd name="connsiteX142" fmla="*/ 9749147 w 13158799"/>
              <a:gd name="connsiteY142" fmla="*/ 792179 h 9456078"/>
              <a:gd name="connsiteX143" fmla="*/ 9791443 w 13158799"/>
              <a:gd name="connsiteY143" fmla="*/ 767955 h 9456078"/>
              <a:gd name="connsiteX144" fmla="*/ 9833932 w 13158799"/>
              <a:gd name="connsiteY144" fmla="*/ 744083 h 9456078"/>
              <a:gd name="connsiteX145" fmla="*/ 9876613 w 13158799"/>
              <a:gd name="connsiteY145" fmla="*/ 720566 h 9456078"/>
              <a:gd name="connsiteX146" fmla="*/ 9919484 w 13158799"/>
              <a:gd name="connsiteY146" fmla="*/ 697404 h 9456078"/>
              <a:gd name="connsiteX147" fmla="*/ 9962542 w 13158799"/>
              <a:gd name="connsiteY147" fmla="*/ 674598 h 9456078"/>
              <a:gd name="connsiteX148" fmla="*/ 10005784 w 13158799"/>
              <a:gd name="connsiteY148" fmla="*/ 652149 h 9456078"/>
              <a:gd name="connsiteX149" fmla="*/ 10049209 w 13158799"/>
              <a:gd name="connsiteY149" fmla="*/ 630059 h 9456078"/>
              <a:gd name="connsiteX150" fmla="*/ 10092814 w 13158799"/>
              <a:gd name="connsiteY150" fmla="*/ 608328 h 9456078"/>
              <a:gd name="connsiteX151" fmla="*/ 10136597 w 13158799"/>
              <a:gd name="connsiteY151" fmla="*/ 586958 h 9456078"/>
              <a:gd name="connsiteX152" fmla="*/ 10180556 w 13158799"/>
              <a:gd name="connsiteY152" fmla="*/ 565950 h 9456078"/>
              <a:gd name="connsiteX153" fmla="*/ 10224688 w 13158799"/>
              <a:gd name="connsiteY153" fmla="*/ 545304 h 9456078"/>
              <a:gd name="connsiteX154" fmla="*/ 10268991 w 13158799"/>
              <a:gd name="connsiteY154" fmla="*/ 525023 h 9456078"/>
              <a:gd name="connsiteX155" fmla="*/ 10313463 w 13158799"/>
              <a:gd name="connsiteY155" fmla="*/ 505107 h 9456078"/>
              <a:gd name="connsiteX156" fmla="*/ 10358101 w 13158799"/>
              <a:gd name="connsiteY156" fmla="*/ 485558 h 9456078"/>
              <a:gd name="connsiteX157" fmla="*/ 10402903 w 13158799"/>
              <a:gd name="connsiteY157" fmla="*/ 466376 h 9456078"/>
              <a:gd name="connsiteX158" fmla="*/ 10447868 w 13158799"/>
              <a:gd name="connsiteY158" fmla="*/ 447563 h 9456078"/>
              <a:gd name="connsiteX159" fmla="*/ 10492991 w 13158799"/>
              <a:gd name="connsiteY159" fmla="*/ 429119 h 9456078"/>
              <a:gd name="connsiteX160" fmla="*/ 10538272 w 13158799"/>
              <a:gd name="connsiteY160" fmla="*/ 411046 h 9456078"/>
              <a:gd name="connsiteX161" fmla="*/ 10583708 w 13158799"/>
              <a:gd name="connsiteY161" fmla="*/ 393346 h 9456078"/>
              <a:gd name="connsiteX162" fmla="*/ 10629297 w 13158799"/>
              <a:gd name="connsiteY162" fmla="*/ 376018 h 9456078"/>
              <a:gd name="connsiteX163" fmla="*/ 10675036 w 13158799"/>
              <a:gd name="connsiteY163" fmla="*/ 359065 h 9456078"/>
              <a:gd name="connsiteX164" fmla="*/ 10720923 w 13158799"/>
              <a:gd name="connsiteY164" fmla="*/ 342487 h 9456078"/>
              <a:gd name="connsiteX165" fmla="*/ 10766956 w 13158799"/>
              <a:gd name="connsiteY165" fmla="*/ 326286 h 9456078"/>
              <a:gd name="connsiteX166" fmla="*/ 10813132 w 13158799"/>
              <a:gd name="connsiteY166" fmla="*/ 310462 h 9456078"/>
              <a:gd name="connsiteX167" fmla="*/ 10859450 w 13158799"/>
              <a:gd name="connsiteY167" fmla="*/ 295018 h 9456078"/>
              <a:gd name="connsiteX168" fmla="*/ 10905907 w 13158799"/>
              <a:gd name="connsiteY168" fmla="*/ 279953 h 9456078"/>
              <a:gd name="connsiteX169" fmla="*/ 10952500 w 13158799"/>
              <a:gd name="connsiteY169" fmla="*/ 265269 h 9456078"/>
              <a:gd name="connsiteX170" fmla="*/ 10999227 w 13158799"/>
              <a:gd name="connsiteY170" fmla="*/ 250968 h 9456078"/>
              <a:gd name="connsiteX171" fmla="*/ 11046087 w 13158799"/>
              <a:gd name="connsiteY171" fmla="*/ 237049 h 9456078"/>
              <a:gd name="connsiteX172" fmla="*/ 11093076 w 13158799"/>
              <a:gd name="connsiteY172" fmla="*/ 223516 h 9456078"/>
              <a:gd name="connsiteX173" fmla="*/ 11140193 w 13158799"/>
              <a:gd name="connsiteY173" fmla="*/ 210368 h 9456078"/>
              <a:gd name="connsiteX174" fmla="*/ 11187434 w 13158799"/>
              <a:gd name="connsiteY174" fmla="*/ 197606 h 9456078"/>
              <a:gd name="connsiteX175" fmla="*/ 11234799 w 13158799"/>
              <a:gd name="connsiteY175" fmla="*/ 185233 h 9456078"/>
              <a:gd name="connsiteX176" fmla="*/ 11282284 w 13158799"/>
              <a:gd name="connsiteY176" fmla="*/ 173248 h 9456078"/>
              <a:gd name="connsiteX177" fmla="*/ 11329888 w 13158799"/>
              <a:gd name="connsiteY177" fmla="*/ 161654 h 9456078"/>
              <a:gd name="connsiteX178" fmla="*/ 11377607 w 13158799"/>
              <a:gd name="connsiteY178" fmla="*/ 150451 h 9456078"/>
              <a:gd name="connsiteX179" fmla="*/ 11425440 w 13158799"/>
              <a:gd name="connsiteY179" fmla="*/ 139640 h 9456078"/>
              <a:gd name="connsiteX180" fmla="*/ 11473385 w 13158799"/>
              <a:gd name="connsiteY180" fmla="*/ 129223 h 9456078"/>
              <a:gd name="connsiteX181" fmla="*/ 11521439 w 13158799"/>
              <a:gd name="connsiteY181" fmla="*/ 119201 h 9456078"/>
              <a:gd name="connsiteX182" fmla="*/ 11569599 w 13158799"/>
              <a:gd name="connsiteY182" fmla="*/ 109574 h 9456078"/>
              <a:gd name="connsiteX183" fmla="*/ 11617864 w 13158799"/>
              <a:gd name="connsiteY183" fmla="*/ 100344 h 9456078"/>
              <a:gd name="connsiteX184" fmla="*/ 11666231 w 13158799"/>
              <a:gd name="connsiteY184" fmla="*/ 91512 h 9456078"/>
              <a:gd name="connsiteX185" fmla="*/ 11714698 w 13158799"/>
              <a:gd name="connsiteY185" fmla="*/ 83080 h 9456078"/>
              <a:gd name="connsiteX186" fmla="*/ 11763263 w 13158799"/>
              <a:gd name="connsiteY186" fmla="*/ 75047 h 9456078"/>
              <a:gd name="connsiteX187" fmla="*/ 11811923 w 13158799"/>
              <a:gd name="connsiteY187" fmla="*/ 67417 h 9456078"/>
              <a:gd name="connsiteX188" fmla="*/ 11860676 w 13158799"/>
              <a:gd name="connsiteY188" fmla="*/ 60188 h 9456078"/>
              <a:gd name="connsiteX189" fmla="*/ 11909519 w 13158799"/>
              <a:gd name="connsiteY189" fmla="*/ 53364 h 9456078"/>
              <a:gd name="connsiteX190" fmla="*/ 11958451 w 13158799"/>
              <a:gd name="connsiteY190" fmla="*/ 46944 h 9456078"/>
              <a:gd name="connsiteX191" fmla="*/ 12007470 w 13158799"/>
              <a:gd name="connsiteY191" fmla="*/ 40931 h 9456078"/>
              <a:gd name="connsiteX192" fmla="*/ 12056572 w 13158799"/>
              <a:gd name="connsiteY192" fmla="*/ 35324 h 9456078"/>
              <a:gd name="connsiteX193" fmla="*/ 12105756 w 13158799"/>
              <a:gd name="connsiteY193" fmla="*/ 30126 h 9456078"/>
              <a:gd name="connsiteX194" fmla="*/ 12155019 w 13158799"/>
              <a:gd name="connsiteY194" fmla="*/ 25337 h 9456078"/>
              <a:gd name="connsiteX195" fmla="*/ 12204359 w 13158799"/>
              <a:gd name="connsiteY195" fmla="*/ 20958 h 9456078"/>
              <a:gd name="connsiteX196" fmla="*/ 12253773 w 13158799"/>
              <a:gd name="connsiteY196" fmla="*/ 16991 h 9456078"/>
              <a:gd name="connsiteX197" fmla="*/ 12303260 w 13158799"/>
              <a:gd name="connsiteY197" fmla="*/ 13437 h 9456078"/>
              <a:gd name="connsiteX198" fmla="*/ 12352818 w 13158799"/>
              <a:gd name="connsiteY198" fmla="*/ 10297 h 9456078"/>
              <a:gd name="connsiteX199" fmla="*/ 12402443 w 13158799"/>
              <a:gd name="connsiteY199" fmla="*/ 7572 h 9456078"/>
              <a:gd name="connsiteX200" fmla="*/ 12452133 w 13158799"/>
              <a:gd name="connsiteY200" fmla="*/ 5263 h 9456078"/>
              <a:gd name="connsiteX201" fmla="*/ 12501887 w 13158799"/>
              <a:gd name="connsiteY201" fmla="*/ 3371 h 9456078"/>
              <a:gd name="connsiteX202" fmla="*/ 12551701 w 13158799"/>
              <a:gd name="connsiteY202" fmla="*/ 1898 h 9456078"/>
              <a:gd name="connsiteX203" fmla="*/ 12601574 w 13158799"/>
              <a:gd name="connsiteY203" fmla="*/ 844 h 9456078"/>
              <a:gd name="connsiteX204" fmla="*/ 12651504 w 13158799"/>
              <a:gd name="connsiteY204" fmla="*/ 211 h 9456078"/>
              <a:gd name="connsiteX205" fmla="*/ 12701487 w 13158799"/>
              <a:gd name="connsiteY205" fmla="*/ 0 h 9456078"/>
              <a:gd name="connsiteX206" fmla="*/ 13158798 w 13158799"/>
              <a:gd name="connsiteY206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76172 w 13158797"/>
              <a:gd name="connsiteY22" fmla="*/ 9319936 h 9456078"/>
              <a:gd name="connsiteX23" fmla="*/ 1223823 w 13158797"/>
              <a:gd name="connsiteY23" fmla="*/ 9308509 h 9456078"/>
              <a:gd name="connsiteX24" fmla="*/ 1271339 w 13158797"/>
              <a:gd name="connsiteY24" fmla="*/ 9296635 h 9456078"/>
              <a:gd name="connsiteX25" fmla="*/ 1318719 w 13158797"/>
              <a:gd name="connsiteY25" fmla="*/ 9284315 h 9456078"/>
              <a:gd name="connsiteX26" fmla="*/ 1365957 w 13158797"/>
              <a:gd name="connsiteY26" fmla="*/ 9271550 h 9456078"/>
              <a:gd name="connsiteX27" fmla="*/ 1413052 w 13158797"/>
              <a:gd name="connsiteY27" fmla="*/ 9258342 h 9456078"/>
              <a:gd name="connsiteX28" fmla="*/ 1460000 w 13158797"/>
              <a:gd name="connsiteY28" fmla="*/ 9244693 h 9456078"/>
              <a:gd name="connsiteX29" fmla="*/ 1506799 w 13158797"/>
              <a:gd name="connsiteY29" fmla="*/ 9230604 h 9456078"/>
              <a:gd name="connsiteX30" fmla="*/ 1553445 w 13158797"/>
              <a:gd name="connsiteY30" fmla="*/ 9216076 h 9456078"/>
              <a:gd name="connsiteX31" fmla="*/ 1599935 w 13158797"/>
              <a:gd name="connsiteY31" fmla="*/ 9201111 h 9456078"/>
              <a:gd name="connsiteX32" fmla="*/ 1646267 w 13158797"/>
              <a:gd name="connsiteY32" fmla="*/ 9185710 h 9456078"/>
              <a:gd name="connsiteX33" fmla="*/ 1692437 w 13158797"/>
              <a:gd name="connsiteY33" fmla="*/ 9169876 h 9456078"/>
              <a:gd name="connsiteX34" fmla="*/ 1738442 w 13158797"/>
              <a:gd name="connsiteY34" fmla="*/ 9153608 h 9456078"/>
              <a:gd name="connsiteX35" fmla="*/ 1784280 w 13158797"/>
              <a:gd name="connsiteY35" fmla="*/ 9136910 h 9456078"/>
              <a:gd name="connsiteX36" fmla="*/ 1829947 w 13158797"/>
              <a:gd name="connsiteY36" fmla="*/ 9119782 h 9456078"/>
              <a:gd name="connsiteX37" fmla="*/ 1875440 w 13158797"/>
              <a:gd name="connsiteY37" fmla="*/ 9102226 h 9456078"/>
              <a:gd name="connsiteX38" fmla="*/ 1920756 w 13158797"/>
              <a:gd name="connsiteY38" fmla="*/ 9084243 h 9456078"/>
              <a:gd name="connsiteX39" fmla="*/ 1965893 w 13158797"/>
              <a:gd name="connsiteY39" fmla="*/ 9065835 h 9456078"/>
              <a:gd name="connsiteX40" fmla="*/ 2055615 w 13158797"/>
              <a:gd name="connsiteY40" fmla="*/ 9027750 h 9456078"/>
              <a:gd name="connsiteX41" fmla="*/ 2100195 w 13158797"/>
              <a:gd name="connsiteY41" fmla="*/ 9008075 h 9456078"/>
              <a:gd name="connsiteX42" fmla="*/ 2144582 w 13158797"/>
              <a:gd name="connsiteY42" fmla="*/ 8987981 h 9456078"/>
              <a:gd name="connsiteX43" fmla="*/ 2188775 w 13158797"/>
              <a:gd name="connsiteY43" fmla="*/ 8967470 h 9456078"/>
              <a:gd name="connsiteX44" fmla="*/ 2232770 w 13158797"/>
              <a:gd name="connsiteY44" fmla="*/ 8946542 h 9456078"/>
              <a:gd name="connsiteX45" fmla="*/ 2276564 w 13158797"/>
              <a:gd name="connsiteY45" fmla="*/ 8925199 h 9456078"/>
              <a:gd name="connsiteX46" fmla="*/ 2320154 w 13158797"/>
              <a:gd name="connsiteY46" fmla="*/ 8903443 h 9456078"/>
              <a:gd name="connsiteX47" fmla="*/ 2363538 w 13158797"/>
              <a:gd name="connsiteY47" fmla="*/ 8881275 h 9456078"/>
              <a:gd name="connsiteX48" fmla="*/ 2406711 w 13158797"/>
              <a:gd name="connsiteY48" fmla="*/ 8858697 h 9456078"/>
              <a:gd name="connsiteX49" fmla="*/ 2449672 w 13158797"/>
              <a:gd name="connsiteY49" fmla="*/ 8835710 h 9456078"/>
              <a:gd name="connsiteX50" fmla="*/ 2492417 w 13158797"/>
              <a:gd name="connsiteY50" fmla="*/ 8812316 h 9456078"/>
              <a:gd name="connsiteX51" fmla="*/ 2534943 w 13158797"/>
              <a:gd name="connsiteY51" fmla="*/ 8788516 h 9456078"/>
              <a:gd name="connsiteX52" fmla="*/ 2577247 w 13158797"/>
              <a:gd name="connsiteY52" fmla="*/ 8764311 h 9456078"/>
              <a:gd name="connsiteX53" fmla="*/ 2619326 w 13158797"/>
              <a:gd name="connsiteY53" fmla="*/ 8739704 h 9456078"/>
              <a:gd name="connsiteX54" fmla="*/ 2661177 w 13158797"/>
              <a:gd name="connsiteY54" fmla="*/ 8714695 h 9456078"/>
              <a:gd name="connsiteX55" fmla="*/ 2702797 w 13158797"/>
              <a:gd name="connsiteY55" fmla="*/ 8689286 h 9456078"/>
              <a:gd name="connsiteX56" fmla="*/ 2744183 w 13158797"/>
              <a:gd name="connsiteY56" fmla="*/ 8663479 h 9456078"/>
              <a:gd name="connsiteX57" fmla="*/ 2785333 w 13158797"/>
              <a:gd name="connsiteY57" fmla="*/ 8637274 h 9456078"/>
              <a:gd name="connsiteX58" fmla="*/ 2826242 w 13158797"/>
              <a:gd name="connsiteY58" fmla="*/ 8610675 h 9456078"/>
              <a:gd name="connsiteX59" fmla="*/ 2866908 w 13158797"/>
              <a:gd name="connsiteY59" fmla="*/ 8583681 h 9456078"/>
              <a:gd name="connsiteX60" fmla="*/ 2907329 w 13158797"/>
              <a:gd name="connsiteY60" fmla="*/ 8556295 h 9456078"/>
              <a:gd name="connsiteX61" fmla="*/ 2947500 w 13158797"/>
              <a:gd name="connsiteY61" fmla="*/ 8528517 h 9456078"/>
              <a:gd name="connsiteX62" fmla="*/ 2987419 w 13158797"/>
              <a:gd name="connsiteY62" fmla="*/ 8500351 h 9456078"/>
              <a:gd name="connsiteX63" fmla="*/ 3027083 w 13158797"/>
              <a:gd name="connsiteY63" fmla="*/ 8471796 h 9456078"/>
              <a:gd name="connsiteX64" fmla="*/ 3066489 w 13158797"/>
              <a:gd name="connsiteY64" fmla="*/ 8442854 h 9456078"/>
              <a:gd name="connsiteX65" fmla="*/ 3105634 w 13158797"/>
              <a:gd name="connsiteY65" fmla="*/ 8413528 h 9456078"/>
              <a:gd name="connsiteX66" fmla="*/ 3144515 w 13158797"/>
              <a:gd name="connsiteY66" fmla="*/ 8383818 h 9456078"/>
              <a:gd name="connsiteX67" fmla="*/ 3183129 w 13158797"/>
              <a:gd name="connsiteY67" fmla="*/ 8353726 h 9456078"/>
              <a:gd name="connsiteX68" fmla="*/ 3221473 w 13158797"/>
              <a:gd name="connsiteY68" fmla="*/ 8323253 h 9456078"/>
              <a:gd name="connsiteX69" fmla="*/ 3259544 w 13158797"/>
              <a:gd name="connsiteY69" fmla="*/ 8292401 h 9456078"/>
              <a:gd name="connsiteX70" fmla="*/ 3297339 w 13158797"/>
              <a:gd name="connsiteY70" fmla="*/ 8261172 h 9456078"/>
              <a:gd name="connsiteX71" fmla="*/ 3334854 w 13158797"/>
              <a:gd name="connsiteY71" fmla="*/ 8229566 h 9456078"/>
              <a:gd name="connsiteX72" fmla="*/ 3372087 w 13158797"/>
              <a:gd name="connsiteY72" fmla="*/ 8197585 h 9456078"/>
              <a:gd name="connsiteX73" fmla="*/ 3409035 w 13158797"/>
              <a:gd name="connsiteY73" fmla="*/ 8165232 h 9456078"/>
              <a:gd name="connsiteX74" fmla="*/ 3445695 w 13158797"/>
              <a:gd name="connsiteY74" fmla="*/ 8132507 h 9456078"/>
              <a:gd name="connsiteX75" fmla="*/ 3482064 w 13158797"/>
              <a:gd name="connsiteY75" fmla="*/ 8099411 h 9456078"/>
              <a:gd name="connsiteX76" fmla="*/ 3518139 w 13158797"/>
              <a:gd name="connsiteY76" fmla="*/ 8065947 h 9456078"/>
              <a:gd name="connsiteX77" fmla="*/ 3553916 w 13158797"/>
              <a:gd name="connsiteY77" fmla="*/ 8032115 h 9456078"/>
              <a:gd name="connsiteX78" fmla="*/ 3589393 w 13158797"/>
              <a:gd name="connsiteY78" fmla="*/ 7997918 h 9456078"/>
              <a:gd name="connsiteX79" fmla="*/ 3624567 w 13158797"/>
              <a:gd name="connsiteY79" fmla="*/ 7963356 h 9456078"/>
              <a:gd name="connsiteX80" fmla="*/ 3659435 w 13158797"/>
              <a:gd name="connsiteY80" fmla="*/ 7928432 h 9456078"/>
              <a:gd name="connsiteX81" fmla="*/ 3693994 w 13158797"/>
              <a:gd name="connsiteY81" fmla="*/ 7893146 h 9456078"/>
              <a:gd name="connsiteX82" fmla="*/ 3728240 w 13158797"/>
              <a:gd name="connsiteY82" fmla="*/ 7857501 h 9456078"/>
              <a:gd name="connsiteX83" fmla="*/ 3762171 w 13158797"/>
              <a:gd name="connsiteY83" fmla="*/ 7821497 h 9456078"/>
              <a:gd name="connsiteX84" fmla="*/ 3795783 w 13158797"/>
              <a:gd name="connsiteY84" fmla="*/ 7785136 h 9456078"/>
              <a:gd name="connsiteX85" fmla="*/ 3829075 w 13158797"/>
              <a:gd name="connsiteY85" fmla="*/ 7748420 h 9456078"/>
              <a:gd name="connsiteX86" fmla="*/ 3862042 w 13158797"/>
              <a:gd name="connsiteY86" fmla="*/ 7711350 h 9456078"/>
              <a:gd name="connsiteX87" fmla="*/ 3894682 w 13158797"/>
              <a:gd name="connsiteY87" fmla="*/ 7673928 h 9456078"/>
              <a:gd name="connsiteX88" fmla="*/ 3926991 w 13158797"/>
              <a:gd name="connsiteY88" fmla="*/ 7636155 h 9456078"/>
              <a:gd name="connsiteX89" fmla="*/ 3958967 w 13158797"/>
              <a:gd name="connsiteY89" fmla="*/ 7598032 h 9456078"/>
              <a:gd name="connsiteX90" fmla="*/ 3990607 w 13158797"/>
              <a:gd name="connsiteY90" fmla="*/ 7559561 h 9456078"/>
              <a:gd name="connsiteX91" fmla="*/ 4021907 w 13158797"/>
              <a:gd name="connsiteY91" fmla="*/ 7520744 h 9456078"/>
              <a:gd name="connsiteX92" fmla="*/ 4052865 w 13158797"/>
              <a:gd name="connsiteY92" fmla="*/ 7481582 h 9456078"/>
              <a:gd name="connsiteX93" fmla="*/ 4083478 w 13158797"/>
              <a:gd name="connsiteY93" fmla="*/ 7442077 h 9456078"/>
              <a:gd name="connsiteX94" fmla="*/ 8022311 w 13158797"/>
              <a:gd name="connsiteY94" fmla="*/ 2307814 h 9456078"/>
              <a:gd name="connsiteX95" fmla="*/ 8052902 w 13158797"/>
              <a:gd name="connsiteY95" fmla="*/ 2268285 h 9456078"/>
              <a:gd name="connsiteX96" fmla="*/ 8083796 w 13158797"/>
              <a:gd name="connsiteY96" fmla="*/ 2229056 h 9456078"/>
              <a:gd name="connsiteX97" fmla="*/ 8114989 w 13158797"/>
              <a:gd name="connsiteY97" fmla="*/ 2190127 h 9456078"/>
              <a:gd name="connsiteX98" fmla="*/ 8146479 w 13158797"/>
              <a:gd name="connsiteY98" fmla="*/ 2151500 h 9456078"/>
              <a:gd name="connsiteX99" fmla="*/ 8178264 w 13158797"/>
              <a:gd name="connsiteY99" fmla="*/ 2113176 h 9456078"/>
              <a:gd name="connsiteX100" fmla="*/ 8210341 w 13158797"/>
              <a:gd name="connsiteY100" fmla="*/ 2075157 h 9456078"/>
              <a:gd name="connsiteX101" fmla="*/ 8242709 w 13158797"/>
              <a:gd name="connsiteY101" fmla="*/ 2037442 h 9456078"/>
              <a:gd name="connsiteX102" fmla="*/ 8275365 w 13158797"/>
              <a:gd name="connsiteY102" fmla="*/ 2000034 h 9456078"/>
              <a:gd name="connsiteX103" fmla="*/ 8308307 w 13158797"/>
              <a:gd name="connsiteY103" fmla="*/ 1962934 h 9456078"/>
              <a:gd name="connsiteX104" fmla="*/ 8341532 w 13158797"/>
              <a:gd name="connsiteY104" fmla="*/ 1926142 h 9456078"/>
              <a:gd name="connsiteX105" fmla="*/ 8375038 w 13158797"/>
              <a:gd name="connsiteY105" fmla="*/ 1889660 h 9456078"/>
              <a:gd name="connsiteX106" fmla="*/ 8408823 w 13158797"/>
              <a:gd name="connsiteY106" fmla="*/ 1853489 h 9456078"/>
              <a:gd name="connsiteX107" fmla="*/ 8442885 w 13158797"/>
              <a:gd name="connsiteY107" fmla="*/ 1817630 h 9456078"/>
              <a:gd name="connsiteX108" fmla="*/ 8477221 w 13158797"/>
              <a:gd name="connsiteY108" fmla="*/ 1782084 h 9456078"/>
              <a:gd name="connsiteX109" fmla="*/ 8511829 w 13158797"/>
              <a:gd name="connsiteY109" fmla="*/ 1746853 h 9456078"/>
              <a:gd name="connsiteX110" fmla="*/ 8546706 w 13158797"/>
              <a:gd name="connsiteY110" fmla="*/ 1711937 h 9456078"/>
              <a:gd name="connsiteX111" fmla="*/ 8581851 w 13158797"/>
              <a:gd name="connsiteY111" fmla="*/ 1677337 h 9456078"/>
              <a:gd name="connsiteX112" fmla="*/ 8617261 w 13158797"/>
              <a:gd name="connsiteY112" fmla="*/ 1643056 h 9456078"/>
              <a:gd name="connsiteX113" fmla="*/ 8652934 w 13158797"/>
              <a:gd name="connsiteY113" fmla="*/ 1609093 h 9456078"/>
              <a:gd name="connsiteX114" fmla="*/ 8688867 w 13158797"/>
              <a:gd name="connsiteY114" fmla="*/ 1575450 h 9456078"/>
              <a:gd name="connsiteX115" fmla="*/ 8725058 w 13158797"/>
              <a:gd name="connsiteY115" fmla="*/ 1542128 h 9456078"/>
              <a:gd name="connsiteX116" fmla="*/ 8761506 w 13158797"/>
              <a:gd name="connsiteY116" fmla="*/ 1509129 h 9456078"/>
              <a:gd name="connsiteX117" fmla="*/ 8798207 w 13158797"/>
              <a:gd name="connsiteY117" fmla="*/ 1476452 h 9456078"/>
              <a:gd name="connsiteX118" fmla="*/ 8835159 w 13158797"/>
              <a:gd name="connsiteY118" fmla="*/ 1444101 h 9456078"/>
              <a:gd name="connsiteX119" fmla="*/ 8872360 w 13158797"/>
              <a:gd name="connsiteY119" fmla="*/ 1412075 h 9456078"/>
              <a:gd name="connsiteX120" fmla="*/ 8909808 w 13158797"/>
              <a:gd name="connsiteY120" fmla="*/ 1380375 h 9456078"/>
              <a:gd name="connsiteX121" fmla="*/ 8947501 w 13158797"/>
              <a:gd name="connsiteY121" fmla="*/ 1349004 h 9456078"/>
              <a:gd name="connsiteX122" fmla="*/ 8985435 w 13158797"/>
              <a:gd name="connsiteY122" fmla="*/ 1317962 h 9456078"/>
              <a:gd name="connsiteX123" fmla="*/ 9023610 w 13158797"/>
              <a:gd name="connsiteY123" fmla="*/ 1287250 h 9456078"/>
              <a:gd name="connsiteX124" fmla="*/ 9062022 w 13158797"/>
              <a:gd name="connsiteY124" fmla="*/ 1256869 h 9456078"/>
              <a:gd name="connsiteX125" fmla="*/ 9100669 w 13158797"/>
              <a:gd name="connsiteY125" fmla="*/ 1226820 h 9456078"/>
              <a:gd name="connsiteX126" fmla="*/ 9139549 w 13158797"/>
              <a:gd name="connsiteY126" fmla="*/ 1197105 h 9456078"/>
              <a:gd name="connsiteX127" fmla="*/ 9178660 w 13158797"/>
              <a:gd name="connsiteY127" fmla="*/ 1167725 h 9456078"/>
              <a:gd name="connsiteX128" fmla="*/ 9217999 w 13158797"/>
              <a:gd name="connsiteY128" fmla="*/ 1138681 h 9456078"/>
              <a:gd name="connsiteX129" fmla="*/ 9257564 w 13158797"/>
              <a:gd name="connsiteY129" fmla="*/ 1109974 h 9456078"/>
              <a:gd name="connsiteX130" fmla="*/ 9297353 w 13158797"/>
              <a:gd name="connsiteY130" fmla="*/ 1081604 h 9456078"/>
              <a:gd name="connsiteX131" fmla="*/ 9337364 w 13158797"/>
              <a:gd name="connsiteY131" fmla="*/ 1053574 h 9456078"/>
              <a:gd name="connsiteX132" fmla="*/ 9377594 w 13158797"/>
              <a:gd name="connsiteY132" fmla="*/ 1025884 h 9456078"/>
              <a:gd name="connsiteX133" fmla="*/ 9418040 w 13158797"/>
              <a:gd name="connsiteY133" fmla="*/ 998536 h 9456078"/>
              <a:gd name="connsiteX134" fmla="*/ 9458702 w 13158797"/>
              <a:gd name="connsiteY134" fmla="*/ 971530 h 9456078"/>
              <a:gd name="connsiteX135" fmla="*/ 9499575 w 13158797"/>
              <a:gd name="connsiteY135" fmla="*/ 944868 h 9456078"/>
              <a:gd name="connsiteX136" fmla="*/ 9540659 w 13158797"/>
              <a:gd name="connsiteY136" fmla="*/ 918551 h 9456078"/>
              <a:gd name="connsiteX137" fmla="*/ 9581950 w 13158797"/>
              <a:gd name="connsiteY137" fmla="*/ 892580 h 9456078"/>
              <a:gd name="connsiteX138" fmla="*/ 9623447 w 13158797"/>
              <a:gd name="connsiteY138" fmla="*/ 866956 h 9456078"/>
              <a:gd name="connsiteX139" fmla="*/ 9665147 w 13158797"/>
              <a:gd name="connsiteY139" fmla="*/ 841681 h 9456078"/>
              <a:gd name="connsiteX140" fmla="*/ 9707048 w 13158797"/>
              <a:gd name="connsiteY140" fmla="*/ 816754 h 9456078"/>
              <a:gd name="connsiteX141" fmla="*/ 9749147 w 13158797"/>
              <a:gd name="connsiteY141" fmla="*/ 792179 h 9456078"/>
              <a:gd name="connsiteX142" fmla="*/ 9791443 w 13158797"/>
              <a:gd name="connsiteY142" fmla="*/ 767955 h 9456078"/>
              <a:gd name="connsiteX143" fmla="*/ 9833932 w 13158797"/>
              <a:gd name="connsiteY143" fmla="*/ 744083 h 9456078"/>
              <a:gd name="connsiteX144" fmla="*/ 9876613 w 13158797"/>
              <a:gd name="connsiteY144" fmla="*/ 720566 h 9456078"/>
              <a:gd name="connsiteX145" fmla="*/ 9919484 w 13158797"/>
              <a:gd name="connsiteY145" fmla="*/ 697404 h 9456078"/>
              <a:gd name="connsiteX146" fmla="*/ 9962542 w 13158797"/>
              <a:gd name="connsiteY146" fmla="*/ 674598 h 9456078"/>
              <a:gd name="connsiteX147" fmla="*/ 10005784 w 13158797"/>
              <a:gd name="connsiteY147" fmla="*/ 652149 h 9456078"/>
              <a:gd name="connsiteX148" fmla="*/ 10049209 w 13158797"/>
              <a:gd name="connsiteY148" fmla="*/ 630059 h 9456078"/>
              <a:gd name="connsiteX149" fmla="*/ 10092814 w 13158797"/>
              <a:gd name="connsiteY149" fmla="*/ 608328 h 9456078"/>
              <a:gd name="connsiteX150" fmla="*/ 10136597 w 13158797"/>
              <a:gd name="connsiteY150" fmla="*/ 586958 h 9456078"/>
              <a:gd name="connsiteX151" fmla="*/ 10180556 w 13158797"/>
              <a:gd name="connsiteY151" fmla="*/ 565950 h 9456078"/>
              <a:gd name="connsiteX152" fmla="*/ 10224688 w 13158797"/>
              <a:gd name="connsiteY152" fmla="*/ 545304 h 9456078"/>
              <a:gd name="connsiteX153" fmla="*/ 10268991 w 13158797"/>
              <a:gd name="connsiteY153" fmla="*/ 525023 h 9456078"/>
              <a:gd name="connsiteX154" fmla="*/ 10313463 w 13158797"/>
              <a:gd name="connsiteY154" fmla="*/ 505107 h 9456078"/>
              <a:gd name="connsiteX155" fmla="*/ 10358101 w 13158797"/>
              <a:gd name="connsiteY155" fmla="*/ 485558 h 9456078"/>
              <a:gd name="connsiteX156" fmla="*/ 10402903 w 13158797"/>
              <a:gd name="connsiteY156" fmla="*/ 466376 h 9456078"/>
              <a:gd name="connsiteX157" fmla="*/ 10447868 w 13158797"/>
              <a:gd name="connsiteY157" fmla="*/ 447563 h 9456078"/>
              <a:gd name="connsiteX158" fmla="*/ 10492991 w 13158797"/>
              <a:gd name="connsiteY158" fmla="*/ 429119 h 9456078"/>
              <a:gd name="connsiteX159" fmla="*/ 10538272 w 13158797"/>
              <a:gd name="connsiteY159" fmla="*/ 411046 h 9456078"/>
              <a:gd name="connsiteX160" fmla="*/ 10583708 w 13158797"/>
              <a:gd name="connsiteY160" fmla="*/ 393346 h 9456078"/>
              <a:gd name="connsiteX161" fmla="*/ 10629297 w 13158797"/>
              <a:gd name="connsiteY161" fmla="*/ 376018 h 9456078"/>
              <a:gd name="connsiteX162" fmla="*/ 10675036 w 13158797"/>
              <a:gd name="connsiteY162" fmla="*/ 359065 h 9456078"/>
              <a:gd name="connsiteX163" fmla="*/ 10720923 w 13158797"/>
              <a:gd name="connsiteY163" fmla="*/ 342487 h 9456078"/>
              <a:gd name="connsiteX164" fmla="*/ 10766956 w 13158797"/>
              <a:gd name="connsiteY164" fmla="*/ 326286 h 9456078"/>
              <a:gd name="connsiteX165" fmla="*/ 10813132 w 13158797"/>
              <a:gd name="connsiteY165" fmla="*/ 310462 h 9456078"/>
              <a:gd name="connsiteX166" fmla="*/ 10859450 w 13158797"/>
              <a:gd name="connsiteY166" fmla="*/ 295018 h 9456078"/>
              <a:gd name="connsiteX167" fmla="*/ 10905907 w 13158797"/>
              <a:gd name="connsiteY167" fmla="*/ 279953 h 9456078"/>
              <a:gd name="connsiteX168" fmla="*/ 10952500 w 13158797"/>
              <a:gd name="connsiteY168" fmla="*/ 265269 h 9456078"/>
              <a:gd name="connsiteX169" fmla="*/ 10999227 w 13158797"/>
              <a:gd name="connsiteY169" fmla="*/ 250968 h 9456078"/>
              <a:gd name="connsiteX170" fmla="*/ 11046087 w 13158797"/>
              <a:gd name="connsiteY170" fmla="*/ 237049 h 9456078"/>
              <a:gd name="connsiteX171" fmla="*/ 11093076 w 13158797"/>
              <a:gd name="connsiteY171" fmla="*/ 223516 h 9456078"/>
              <a:gd name="connsiteX172" fmla="*/ 11140193 w 13158797"/>
              <a:gd name="connsiteY172" fmla="*/ 210368 h 9456078"/>
              <a:gd name="connsiteX173" fmla="*/ 11187434 w 13158797"/>
              <a:gd name="connsiteY173" fmla="*/ 197606 h 9456078"/>
              <a:gd name="connsiteX174" fmla="*/ 11234799 w 13158797"/>
              <a:gd name="connsiteY174" fmla="*/ 185233 h 9456078"/>
              <a:gd name="connsiteX175" fmla="*/ 11282284 w 13158797"/>
              <a:gd name="connsiteY175" fmla="*/ 173248 h 9456078"/>
              <a:gd name="connsiteX176" fmla="*/ 11329888 w 13158797"/>
              <a:gd name="connsiteY176" fmla="*/ 161654 h 9456078"/>
              <a:gd name="connsiteX177" fmla="*/ 11377607 w 13158797"/>
              <a:gd name="connsiteY177" fmla="*/ 150451 h 9456078"/>
              <a:gd name="connsiteX178" fmla="*/ 11425440 w 13158797"/>
              <a:gd name="connsiteY178" fmla="*/ 139640 h 9456078"/>
              <a:gd name="connsiteX179" fmla="*/ 11473385 w 13158797"/>
              <a:gd name="connsiteY179" fmla="*/ 129223 h 9456078"/>
              <a:gd name="connsiteX180" fmla="*/ 11521439 w 13158797"/>
              <a:gd name="connsiteY180" fmla="*/ 119201 h 9456078"/>
              <a:gd name="connsiteX181" fmla="*/ 11569599 w 13158797"/>
              <a:gd name="connsiteY181" fmla="*/ 109574 h 9456078"/>
              <a:gd name="connsiteX182" fmla="*/ 11617864 w 13158797"/>
              <a:gd name="connsiteY182" fmla="*/ 100344 h 9456078"/>
              <a:gd name="connsiteX183" fmla="*/ 11666231 w 13158797"/>
              <a:gd name="connsiteY183" fmla="*/ 91512 h 9456078"/>
              <a:gd name="connsiteX184" fmla="*/ 11714698 w 13158797"/>
              <a:gd name="connsiteY184" fmla="*/ 83080 h 9456078"/>
              <a:gd name="connsiteX185" fmla="*/ 11763263 w 13158797"/>
              <a:gd name="connsiteY185" fmla="*/ 75047 h 9456078"/>
              <a:gd name="connsiteX186" fmla="*/ 11811923 w 13158797"/>
              <a:gd name="connsiteY186" fmla="*/ 67417 h 9456078"/>
              <a:gd name="connsiteX187" fmla="*/ 11860676 w 13158797"/>
              <a:gd name="connsiteY187" fmla="*/ 60188 h 9456078"/>
              <a:gd name="connsiteX188" fmla="*/ 11909519 w 13158797"/>
              <a:gd name="connsiteY188" fmla="*/ 53364 h 9456078"/>
              <a:gd name="connsiteX189" fmla="*/ 11958451 w 13158797"/>
              <a:gd name="connsiteY189" fmla="*/ 46944 h 9456078"/>
              <a:gd name="connsiteX190" fmla="*/ 12007470 w 13158797"/>
              <a:gd name="connsiteY190" fmla="*/ 40931 h 9456078"/>
              <a:gd name="connsiteX191" fmla="*/ 12056572 w 13158797"/>
              <a:gd name="connsiteY191" fmla="*/ 35324 h 9456078"/>
              <a:gd name="connsiteX192" fmla="*/ 12105756 w 13158797"/>
              <a:gd name="connsiteY192" fmla="*/ 30126 h 9456078"/>
              <a:gd name="connsiteX193" fmla="*/ 12155019 w 13158797"/>
              <a:gd name="connsiteY193" fmla="*/ 25337 h 9456078"/>
              <a:gd name="connsiteX194" fmla="*/ 12204359 w 13158797"/>
              <a:gd name="connsiteY194" fmla="*/ 20958 h 9456078"/>
              <a:gd name="connsiteX195" fmla="*/ 12253773 w 13158797"/>
              <a:gd name="connsiteY195" fmla="*/ 16991 h 9456078"/>
              <a:gd name="connsiteX196" fmla="*/ 12303260 w 13158797"/>
              <a:gd name="connsiteY196" fmla="*/ 13437 h 9456078"/>
              <a:gd name="connsiteX197" fmla="*/ 12352818 w 13158797"/>
              <a:gd name="connsiteY197" fmla="*/ 10297 h 9456078"/>
              <a:gd name="connsiteX198" fmla="*/ 12402443 w 13158797"/>
              <a:gd name="connsiteY198" fmla="*/ 7572 h 9456078"/>
              <a:gd name="connsiteX199" fmla="*/ 12452133 w 13158797"/>
              <a:gd name="connsiteY199" fmla="*/ 5263 h 9456078"/>
              <a:gd name="connsiteX200" fmla="*/ 12501887 w 13158797"/>
              <a:gd name="connsiteY200" fmla="*/ 3371 h 9456078"/>
              <a:gd name="connsiteX201" fmla="*/ 12551701 w 13158797"/>
              <a:gd name="connsiteY201" fmla="*/ 1898 h 9456078"/>
              <a:gd name="connsiteX202" fmla="*/ 12601574 w 13158797"/>
              <a:gd name="connsiteY202" fmla="*/ 844 h 9456078"/>
              <a:gd name="connsiteX203" fmla="*/ 12651504 w 13158797"/>
              <a:gd name="connsiteY203" fmla="*/ 211 h 9456078"/>
              <a:gd name="connsiteX204" fmla="*/ 12701487 w 13158797"/>
              <a:gd name="connsiteY204" fmla="*/ 0 h 9456078"/>
              <a:gd name="connsiteX205" fmla="*/ 13158798 w 13158797"/>
              <a:gd name="connsiteY205" fmla="*/ 0 h 94560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</a:cxnLst>
            <a:rect l="l" t="t" r="r" b="b"/>
            <a:pathLst>
              <a:path w="13158797" h="9456078">
                <a:moveTo>
                  <a:pt x="0" y="9456078"/>
                </a:moveTo>
                <a:lnTo>
                  <a:pt x="49977" y="9455836"/>
                </a:lnTo>
                <a:lnTo>
                  <a:pt x="99893" y="9455111"/>
                </a:lnTo>
                <a:lnTo>
                  <a:pt x="149742" y="9453904"/>
                </a:lnTo>
                <a:lnTo>
                  <a:pt x="199524" y="9452217"/>
                </a:lnTo>
                <a:lnTo>
                  <a:pt x="298870" y="9447409"/>
                </a:lnTo>
                <a:lnTo>
                  <a:pt x="348429" y="9444290"/>
                </a:lnTo>
                <a:lnTo>
                  <a:pt x="397907" y="9440698"/>
                </a:lnTo>
                <a:lnTo>
                  <a:pt x="447302" y="9436632"/>
                </a:lnTo>
                <a:lnTo>
                  <a:pt x="496610" y="9432096"/>
                </a:lnTo>
                <a:lnTo>
                  <a:pt x="545829" y="9427089"/>
                </a:lnTo>
                <a:lnTo>
                  <a:pt x="594956" y="9421615"/>
                </a:lnTo>
                <a:lnTo>
                  <a:pt x="643987" y="9415673"/>
                </a:lnTo>
                <a:lnTo>
                  <a:pt x="692920" y="9409267"/>
                </a:lnTo>
                <a:lnTo>
                  <a:pt x="741751" y="9402396"/>
                </a:lnTo>
                <a:lnTo>
                  <a:pt x="790478" y="9395063"/>
                </a:lnTo>
                <a:lnTo>
                  <a:pt x="839098" y="9387270"/>
                </a:lnTo>
                <a:lnTo>
                  <a:pt x="887607" y="9379017"/>
                </a:lnTo>
                <a:lnTo>
                  <a:pt x="936002" y="9370306"/>
                </a:lnTo>
                <a:lnTo>
                  <a:pt x="984281" y="9361139"/>
                </a:lnTo>
                <a:lnTo>
                  <a:pt x="1032440" y="9351517"/>
                </a:lnTo>
                <a:lnTo>
                  <a:pt x="1080477" y="9341441"/>
                </a:lnTo>
                <a:lnTo>
                  <a:pt x="1176172" y="9319936"/>
                </a:lnTo>
                <a:lnTo>
                  <a:pt x="1223823" y="9308509"/>
                </a:lnTo>
                <a:lnTo>
                  <a:pt x="1271339" y="9296635"/>
                </a:lnTo>
                <a:lnTo>
                  <a:pt x="1318719" y="9284315"/>
                </a:lnTo>
                <a:lnTo>
                  <a:pt x="1365957" y="9271550"/>
                </a:lnTo>
                <a:lnTo>
                  <a:pt x="1413052" y="9258342"/>
                </a:lnTo>
                <a:lnTo>
                  <a:pt x="1460000" y="9244693"/>
                </a:lnTo>
                <a:lnTo>
                  <a:pt x="1506799" y="9230604"/>
                </a:lnTo>
                <a:lnTo>
                  <a:pt x="1553445" y="9216076"/>
                </a:lnTo>
                <a:lnTo>
                  <a:pt x="1599935" y="9201111"/>
                </a:lnTo>
                <a:lnTo>
                  <a:pt x="1646267" y="9185710"/>
                </a:lnTo>
                <a:lnTo>
                  <a:pt x="1692437" y="9169876"/>
                </a:lnTo>
                <a:lnTo>
                  <a:pt x="1738442" y="9153608"/>
                </a:lnTo>
                <a:lnTo>
                  <a:pt x="1784280" y="9136910"/>
                </a:lnTo>
                <a:lnTo>
                  <a:pt x="1829947" y="9119782"/>
                </a:lnTo>
                <a:lnTo>
                  <a:pt x="1875440" y="9102226"/>
                </a:lnTo>
                <a:lnTo>
                  <a:pt x="1920756" y="9084243"/>
                </a:lnTo>
                <a:lnTo>
                  <a:pt x="1965893" y="9065835"/>
                </a:lnTo>
                <a:lnTo>
                  <a:pt x="2055615" y="9027750"/>
                </a:lnTo>
                <a:lnTo>
                  <a:pt x="2100195" y="9008075"/>
                </a:lnTo>
                <a:lnTo>
                  <a:pt x="2144582" y="8987981"/>
                </a:lnTo>
                <a:lnTo>
                  <a:pt x="2188775" y="8967470"/>
                </a:lnTo>
                <a:lnTo>
                  <a:pt x="2232770" y="8946542"/>
                </a:lnTo>
                <a:lnTo>
                  <a:pt x="2276564" y="8925199"/>
                </a:lnTo>
                <a:lnTo>
                  <a:pt x="2320154" y="8903443"/>
                </a:lnTo>
                <a:lnTo>
                  <a:pt x="2363538" y="8881275"/>
                </a:lnTo>
                <a:lnTo>
                  <a:pt x="2406711" y="8858697"/>
                </a:lnTo>
                <a:lnTo>
                  <a:pt x="2449672" y="8835710"/>
                </a:lnTo>
                <a:lnTo>
                  <a:pt x="2492417" y="8812316"/>
                </a:lnTo>
                <a:lnTo>
                  <a:pt x="2534943" y="8788516"/>
                </a:lnTo>
                <a:lnTo>
                  <a:pt x="2577247" y="8764311"/>
                </a:lnTo>
                <a:lnTo>
                  <a:pt x="2619326" y="8739704"/>
                </a:lnTo>
                <a:lnTo>
                  <a:pt x="2661177" y="8714695"/>
                </a:lnTo>
                <a:lnTo>
                  <a:pt x="2702797" y="8689286"/>
                </a:lnTo>
                <a:lnTo>
                  <a:pt x="2744183" y="8663479"/>
                </a:lnTo>
                <a:lnTo>
                  <a:pt x="2785333" y="8637274"/>
                </a:lnTo>
                <a:lnTo>
                  <a:pt x="2826242" y="8610675"/>
                </a:lnTo>
                <a:lnTo>
                  <a:pt x="2866908" y="8583681"/>
                </a:lnTo>
                <a:lnTo>
                  <a:pt x="2907329" y="8556295"/>
                </a:lnTo>
                <a:lnTo>
                  <a:pt x="2947500" y="8528517"/>
                </a:lnTo>
                <a:lnTo>
                  <a:pt x="2987419" y="8500351"/>
                </a:lnTo>
                <a:lnTo>
                  <a:pt x="3027083" y="8471796"/>
                </a:lnTo>
                <a:lnTo>
                  <a:pt x="3066489" y="8442854"/>
                </a:lnTo>
                <a:lnTo>
                  <a:pt x="3105634" y="8413528"/>
                </a:lnTo>
                <a:lnTo>
                  <a:pt x="3144515" y="8383818"/>
                </a:lnTo>
                <a:lnTo>
                  <a:pt x="3183129" y="8353726"/>
                </a:lnTo>
                <a:lnTo>
                  <a:pt x="3221473" y="8323253"/>
                </a:lnTo>
                <a:lnTo>
                  <a:pt x="3259544" y="8292401"/>
                </a:lnTo>
                <a:lnTo>
                  <a:pt x="3297339" y="8261172"/>
                </a:lnTo>
                <a:lnTo>
                  <a:pt x="3334854" y="8229566"/>
                </a:lnTo>
                <a:lnTo>
                  <a:pt x="3372087" y="8197585"/>
                </a:lnTo>
                <a:lnTo>
                  <a:pt x="3409035" y="8165232"/>
                </a:lnTo>
                <a:lnTo>
                  <a:pt x="3445695" y="8132507"/>
                </a:lnTo>
                <a:lnTo>
                  <a:pt x="3482064" y="8099411"/>
                </a:lnTo>
                <a:lnTo>
                  <a:pt x="3518139" y="8065947"/>
                </a:lnTo>
                <a:lnTo>
                  <a:pt x="3553916" y="8032115"/>
                </a:lnTo>
                <a:lnTo>
                  <a:pt x="3589393" y="7997918"/>
                </a:lnTo>
                <a:lnTo>
                  <a:pt x="3624567" y="7963356"/>
                </a:lnTo>
                <a:lnTo>
                  <a:pt x="3659435" y="7928432"/>
                </a:lnTo>
                <a:lnTo>
                  <a:pt x="3693994" y="7893146"/>
                </a:lnTo>
                <a:lnTo>
                  <a:pt x="3728240" y="7857501"/>
                </a:lnTo>
                <a:lnTo>
                  <a:pt x="3762171" y="7821497"/>
                </a:lnTo>
                <a:lnTo>
                  <a:pt x="3795783" y="7785136"/>
                </a:lnTo>
                <a:lnTo>
                  <a:pt x="3829075" y="7748420"/>
                </a:lnTo>
                <a:lnTo>
                  <a:pt x="3862042" y="7711350"/>
                </a:lnTo>
                <a:lnTo>
                  <a:pt x="3894682" y="7673928"/>
                </a:lnTo>
                <a:lnTo>
                  <a:pt x="3926991" y="7636155"/>
                </a:lnTo>
                <a:lnTo>
                  <a:pt x="3958967" y="7598032"/>
                </a:lnTo>
                <a:lnTo>
                  <a:pt x="3990607" y="7559561"/>
                </a:lnTo>
                <a:lnTo>
                  <a:pt x="4021907" y="7520744"/>
                </a:lnTo>
                <a:lnTo>
                  <a:pt x="4052865" y="7481582"/>
                </a:lnTo>
                <a:lnTo>
                  <a:pt x="4083478" y="7442077"/>
                </a:lnTo>
                <a:lnTo>
                  <a:pt x="8022311" y="2307814"/>
                </a:lnTo>
                <a:lnTo>
                  <a:pt x="8052902" y="2268285"/>
                </a:lnTo>
                <a:lnTo>
                  <a:pt x="8083796" y="2229056"/>
                </a:lnTo>
                <a:lnTo>
                  <a:pt x="8114989" y="2190127"/>
                </a:lnTo>
                <a:lnTo>
                  <a:pt x="8146479" y="2151500"/>
                </a:lnTo>
                <a:lnTo>
                  <a:pt x="8178264" y="2113176"/>
                </a:lnTo>
                <a:lnTo>
                  <a:pt x="8210341" y="2075157"/>
                </a:lnTo>
                <a:lnTo>
                  <a:pt x="8242709" y="2037442"/>
                </a:lnTo>
                <a:lnTo>
                  <a:pt x="8275365" y="2000034"/>
                </a:lnTo>
                <a:lnTo>
                  <a:pt x="8308307" y="1962934"/>
                </a:lnTo>
                <a:lnTo>
                  <a:pt x="8341532" y="1926142"/>
                </a:lnTo>
                <a:lnTo>
                  <a:pt x="8375038" y="1889660"/>
                </a:lnTo>
                <a:lnTo>
                  <a:pt x="8408823" y="1853489"/>
                </a:lnTo>
                <a:lnTo>
                  <a:pt x="8442885" y="1817630"/>
                </a:lnTo>
                <a:lnTo>
                  <a:pt x="8477221" y="1782084"/>
                </a:lnTo>
                <a:lnTo>
                  <a:pt x="8511829" y="1746853"/>
                </a:lnTo>
                <a:lnTo>
                  <a:pt x="8546706" y="1711937"/>
                </a:lnTo>
                <a:lnTo>
                  <a:pt x="8581851" y="1677337"/>
                </a:lnTo>
                <a:lnTo>
                  <a:pt x="8617261" y="1643056"/>
                </a:lnTo>
                <a:lnTo>
                  <a:pt x="8652934" y="1609093"/>
                </a:lnTo>
                <a:lnTo>
                  <a:pt x="8688867" y="1575450"/>
                </a:lnTo>
                <a:lnTo>
                  <a:pt x="8725058" y="1542128"/>
                </a:lnTo>
                <a:lnTo>
                  <a:pt x="8761506" y="1509129"/>
                </a:lnTo>
                <a:lnTo>
                  <a:pt x="8798207" y="1476452"/>
                </a:lnTo>
                <a:lnTo>
                  <a:pt x="8835159" y="1444101"/>
                </a:lnTo>
                <a:lnTo>
                  <a:pt x="8872360" y="1412075"/>
                </a:lnTo>
                <a:lnTo>
                  <a:pt x="8909808" y="1380375"/>
                </a:lnTo>
                <a:lnTo>
                  <a:pt x="8947501" y="1349004"/>
                </a:lnTo>
                <a:lnTo>
                  <a:pt x="8985435" y="1317962"/>
                </a:lnTo>
                <a:lnTo>
                  <a:pt x="9023610" y="1287250"/>
                </a:lnTo>
                <a:lnTo>
                  <a:pt x="9062022" y="1256869"/>
                </a:lnTo>
                <a:lnTo>
                  <a:pt x="9100669" y="1226820"/>
                </a:lnTo>
                <a:lnTo>
                  <a:pt x="9139549" y="1197105"/>
                </a:lnTo>
                <a:lnTo>
                  <a:pt x="9178660" y="1167725"/>
                </a:lnTo>
                <a:lnTo>
                  <a:pt x="9217999" y="1138681"/>
                </a:lnTo>
                <a:lnTo>
                  <a:pt x="9257564" y="1109974"/>
                </a:lnTo>
                <a:lnTo>
                  <a:pt x="9297353" y="1081604"/>
                </a:lnTo>
                <a:lnTo>
                  <a:pt x="9337364" y="1053574"/>
                </a:lnTo>
                <a:lnTo>
                  <a:pt x="9377594" y="1025884"/>
                </a:lnTo>
                <a:lnTo>
                  <a:pt x="9418040" y="998536"/>
                </a:lnTo>
                <a:lnTo>
                  <a:pt x="9458702" y="971530"/>
                </a:lnTo>
                <a:lnTo>
                  <a:pt x="9499575" y="944868"/>
                </a:lnTo>
                <a:lnTo>
                  <a:pt x="9540659" y="918551"/>
                </a:lnTo>
                <a:lnTo>
                  <a:pt x="9581950" y="892580"/>
                </a:lnTo>
                <a:lnTo>
                  <a:pt x="9623447" y="866956"/>
                </a:lnTo>
                <a:lnTo>
                  <a:pt x="9665147" y="841681"/>
                </a:lnTo>
                <a:lnTo>
                  <a:pt x="9707048" y="816754"/>
                </a:lnTo>
                <a:lnTo>
                  <a:pt x="9749147" y="792179"/>
                </a:lnTo>
                <a:lnTo>
                  <a:pt x="9791443" y="767955"/>
                </a:lnTo>
                <a:lnTo>
                  <a:pt x="9833932" y="744083"/>
                </a:lnTo>
                <a:lnTo>
                  <a:pt x="9876613" y="720566"/>
                </a:lnTo>
                <a:lnTo>
                  <a:pt x="9919484" y="697404"/>
                </a:lnTo>
                <a:lnTo>
                  <a:pt x="9962542" y="674598"/>
                </a:lnTo>
                <a:lnTo>
                  <a:pt x="10005784" y="652149"/>
                </a:lnTo>
                <a:lnTo>
                  <a:pt x="10049209" y="630059"/>
                </a:lnTo>
                <a:lnTo>
                  <a:pt x="10092814" y="608328"/>
                </a:lnTo>
                <a:lnTo>
                  <a:pt x="10136597" y="586958"/>
                </a:lnTo>
                <a:lnTo>
                  <a:pt x="10180556" y="565950"/>
                </a:lnTo>
                <a:lnTo>
                  <a:pt x="10224688" y="545304"/>
                </a:lnTo>
                <a:lnTo>
                  <a:pt x="10268991" y="525023"/>
                </a:lnTo>
                <a:lnTo>
                  <a:pt x="10313463" y="505107"/>
                </a:lnTo>
                <a:lnTo>
                  <a:pt x="10358101" y="485558"/>
                </a:lnTo>
                <a:lnTo>
                  <a:pt x="10402903" y="466376"/>
                </a:lnTo>
                <a:lnTo>
                  <a:pt x="10447868" y="447563"/>
                </a:lnTo>
                <a:lnTo>
                  <a:pt x="10492991" y="429119"/>
                </a:lnTo>
                <a:lnTo>
                  <a:pt x="10538272" y="411046"/>
                </a:lnTo>
                <a:lnTo>
                  <a:pt x="10583708" y="393346"/>
                </a:lnTo>
                <a:lnTo>
                  <a:pt x="10629297" y="376018"/>
                </a:lnTo>
                <a:lnTo>
                  <a:pt x="10675036" y="359065"/>
                </a:lnTo>
                <a:lnTo>
                  <a:pt x="10720923" y="342487"/>
                </a:lnTo>
                <a:lnTo>
                  <a:pt x="10766956" y="326286"/>
                </a:lnTo>
                <a:lnTo>
                  <a:pt x="10813132" y="310462"/>
                </a:lnTo>
                <a:lnTo>
                  <a:pt x="10859450" y="295018"/>
                </a:lnTo>
                <a:lnTo>
                  <a:pt x="10905907" y="279953"/>
                </a:lnTo>
                <a:lnTo>
                  <a:pt x="10952500" y="265269"/>
                </a:lnTo>
                <a:lnTo>
                  <a:pt x="10999227" y="250968"/>
                </a:lnTo>
                <a:lnTo>
                  <a:pt x="11046087" y="237049"/>
                </a:lnTo>
                <a:lnTo>
                  <a:pt x="11093076" y="223516"/>
                </a:lnTo>
                <a:lnTo>
                  <a:pt x="11140193" y="210368"/>
                </a:lnTo>
                <a:lnTo>
                  <a:pt x="11187434" y="197606"/>
                </a:lnTo>
                <a:lnTo>
                  <a:pt x="11234799" y="185233"/>
                </a:lnTo>
                <a:lnTo>
                  <a:pt x="11282284" y="173248"/>
                </a:lnTo>
                <a:lnTo>
                  <a:pt x="11329888" y="161654"/>
                </a:lnTo>
                <a:lnTo>
                  <a:pt x="11377607" y="150451"/>
                </a:lnTo>
                <a:lnTo>
                  <a:pt x="11425440" y="139640"/>
                </a:lnTo>
                <a:lnTo>
                  <a:pt x="11473385" y="129223"/>
                </a:lnTo>
                <a:lnTo>
                  <a:pt x="11521439" y="119201"/>
                </a:lnTo>
                <a:lnTo>
                  <a:pt x="11569599" y="109574"/>
                </a:lnTo>
                <a:lnTo>
                  <a:pt x="11617864" y="100344"/>
                </a:lnTo>
                <a:lnTo>
                  <a:pt x="11666231" y="91512"/>
                </a:lnTo>
                <a:lnTo>
                  <a:pt x="11714698" y="83080"/>
                </a:lnTo>
                <a:lnTo>
                  <a:pt x="11763263" y="75047"/>
                </a:lnTo>
                <a:lnTo>
                  <a:pt x="11811923" y="67417"/>
                </a:lnTo>
                <a:lnTo>
                  <a:pt x="11860676" y="60188"/>
                </a:lnTo>
                <a:lnTo>
                  <a:pt x="11909519" y="53364"/>
                </a:lnTo>
                <a:lnTo>
                  <a:pt x="11958451" y="46944"/>
                </a:lnTo>
                <a:lnTo>
                  <a:pt x="12007470" y="40931"/>
                </a:lnTo>
                <a:lnTo>
                  <a:pt x="12056572" y="35324"/>
                </a:lnTo>
                <a:lnTo>
                  <a:pt x="12105756" y="30126"/>
                </a:lnTo>
                <a:lnTo>
                  <a:pt x="12155019" y="25337"/>
                </a:lnTo>
                <a:lnTo>
                  <a:pt x="12204359" y="20958"/>
                </a:lnTo>
                <a:lnTo>
                  <a:pt x="12253773" y="16991"/>
                </a:lnTo>
                <a:lnTo>
                  <a:pt x="12303260" y="13437"/>
                </a:lnTo>
                <a:lnTo>
                  <a:pt x="12352818" y="10297"/>
                </a:lnTo>
                <a:lnTo>
                  <a:pt x="12402443" y="7572"/>
                </a:lnTo>
                <a:lnTo>
                  <a:pt x="12452133" y="5263"/>
                </a:lnTo>
                <a:lnTo>
                  <a:pt x="12501887" y="3371"/>
                </a:lnTo>
                <a:lnTo>
                  <a:pt x="12551701" y="1898"/>
                </a:lnTo>
                <a:lnTo>
                  <a:pt x="12601574" y="844"/>
                </a:lnTo>
                <a:lnTo>
                  <a:pt x="12651504" y="211"/>
                </a:lnTo>
                <a:lnTo>
                  <a:pt x="12701487" y="0"/>
                </a:lnTo>
                <a:lnTo>
                  <a:pt x="13158798" y="0"/>
                </a:lnTo>
              </a:path>
            </a:pathLst>
          </a:custGeom>
          <a:ln w="19050">
            <a:solidFill>
              <a:schemeClr val="tx2"/>
            </a:solidFill>
          </a:ln>
        </p:spPr>
        <p:txBody>
          <a:bodyPr wrap="square" lIns="0" tIns="0" rIns="0" bIns="0" rtlCol="0"/>
          <a:lstStyle/>
          <a:p>
            <a:pPr marL="0" marR="0" lvl="0" indent="0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13" name="Text Placeholder 3">
            <a:extLst>
              <a:ext uri="{FF2B5EF4-FFF2-40B4-BE49-F238E27FC236}">
                <a16:creationId xmlns:a16="http://schemas.microsoft.com/office/drawing/2014/main" id="{F53E2E6E-222A-F591-1663-CA402B732DC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07988" y="2938015"/>
            <a:ext cx="4167530" cy="2783977"/>
          </a:xfrm>
          <a:prstGeom prst="rect">
            <a:avLst/>
          </a:prstGeom>
        </p:spPr>
        <p:txBody>
          <a:bodyPr lIns="0" tIns="0" rIns="0" bIns="0" anchor="b" anchorCtr="0"/>
          <a:lstStyle>
            <a:lvl1pPr marL="0" indent="0">
              <a:buNone/>
              <a:defRPr sz="3400">
                <a:solidFill>
                  <a:schemeClr val="tx1">
                    <a:lumMod val="85000"/>
                    <a:lumOff val="15000"/>
                  </a:schemeClr>
                </a:solidFill>
                <a:latin typeface="Versos Light" panose="020B0403020204030204" pitchFamily="34" charset="0"/>
              </a:defRPr>
            </a:lvl1pPr>
          </a:lstStyle>
          <a:p>
            <a:pPr lvl="0"/>
            <a:r>
              <a:rPr lang="en-US" err="1"/>
              <a:t>Título</a:t>
            </a:r>
            <a:r>
              <a:rPr lang="en-US"/>
              <a:t> Template</a:t>
            </a:r>
          </a:p>
          <a:p>
            <a:pPr lvl="0"/>
            <a:r>
              <a:rPr lang="en-US" err="1"/>
              <a:t>Padrão</a:t>
            </a:r>
            <a:r>
              <a:rPr lang="en-US"/>
              <a:t> </a:t>
            </a:r>
            <a:r>
              <a:rPr lang="en-US" err="1"/>
              <a:t>Exemplo</a:t>
            </a:r>
            <a:endParaRPr lang="en-US"/>
          </a:p>
        </p:txBody>
      </p:sp>
      <p:sp>
        <p:nvSpPr>
          <p:cNvPr id="14" name="Text Placeholder 15">
            <a:extLst>
              <a:ext uri="{FF2B5EF4-FFF2-40B4-BE49-F238E27FC236}">
                <a16:creationId xmlns:a16="http://schemas.microsoft.com/office/drawing/2014/main" id="{96110406-75EA-FDCF-8EC5-7273399369D0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07988" y="5722316"/>
            <a:ext cx="4167530" cy="997297"/>
          </a:xfrm>
          <a:prstGeom prst="rect">
            <a:avLst/>
          </a:prstGeom>
        </p:spPr>
        <p:txBody>
          <a:bodyPr lIns="0" tIns="0" rIns="0" bIns="0"/>
          <a:lstStyle>
            <a:lvl1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1pPr>
            <a:lvl2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2pPr>
            <a:lvl3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3pPr>
            <a:lvl4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4pPr>
            <a:lvl5pPr>
              <a:defRPr lang="pt-BR" sz="2000" b="1" i="0" u="none" strike="noStrike" kern="1200" cap="none" dirty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pt-BR" sz="2000" b="1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</a:rPr>
              <a:t>FIC FIM EXEMPLO</a:t>
            </a:r>
            <a:endParaRPr lang="pt-BR"/>
          </a:p>
        </p:txBody>
      </p:sp>
      <p:sp>
        <p:nvSpPr>
          <p:cNvPr id="22" name="Text Placeholder 20">
            <a:extLst>
              <a:ext uri="{FF2B5EF4-FFF2-40B4-BE49-F238E27FC236}">
                <a16:creationId xmlns:a16="http://schemas.microsoft.com/office/drawing/2014/main" id="{D681B05B-2386-9C81-6A6D-BFFEF6DED57D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096002" y="5804626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133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23" name="Text Placeholder 20">
            <a:extLst>
              <a:ext uri="{FF2B5EF4-FFF2-40B4-BE49-F238E27FC236}">
                <a16:creationId xmlns:a16="http://schemas.microsoft.com/office/drawing/2014/main" id="{ACB2D47A-729B-16A4-3FD8-0779C01BA71B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7766085" y="5804626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133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24" name="Text Placeholder 20">
            <a:extLst>
              <a:ext uri="{FF2B5EF4-FFF2-40B4-BE49-F238E27FC236}">
                <a16:creationId xmlns:a16="http://schemas.microsoft.com/office/drawing/2014/main" id="{6392F700-2642-3814-0747-D0EBAE5EE8DA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9436010" y="5804626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133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25" name="Text Placeholder 41">
            <a:extLst>
              <a:ext uri="{FF2B5EF4-FFF2-40B4-BE49-F238E27FC236}">
                <a16:creationId xmlns:a16="http://schemas.microsoft.com/office/drawing/2014/main" id="{157C41B9-AF41-31A7-3A0A-19B45968B487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6096002" y="5597734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6" name="Text Placeholder 41">
            <a:extLst>
              <a:ext uri="{FF2B5EF4-FFF2-40B4-BE49-F238E27FC236}">
                <a16:creationId xmlns:a16="http://schemas.microsoft.com/office/drawing/2014/main" id="{3517E57F-3F51-7633-EEE2-B42F36DCEDB6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7766084" y="5597734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7" name="Text Placeholder 41">
            <a:extLst>
              <a:ext uri="{FF2B5EF4-FFF2-40B4-BE49-F238E27FC236}">
                <a16:creationId xmlns:a16="http://schemas.microsoft.com/office/drawing/2014/main" id="{87E0728A-5639-44E4-17A8-459EA60420AA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9436009" y="5597734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8" name="Text Placeholder 17">
            <a:extLst>
              <a:ext uri="{FF2B5EF4-FFF2-40B4-BE49-F238E27FC236}">
                <a16:creationId xmlns:a16="http://schemas.microsoft.com/office/drawing/2014/main" id="{46268A65-19CA-59CF-EB3E-096ECD0A6AD9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096000" y="5300937"/>
            <a:ext cx="4789394" cy="200722"/>
          </a:xfrm>
          <a:prstGeom prst="rect">
            <a:avLst/>
          </a:prstGeom>
        </p:spPr>
        <p:txBody>
          <a:bodyPr lIns="0" tIns="0" rIns="0" bIns="0"/>
          <a:lstStyle>
            <a:lvl1pPr marL="0" marR="1133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Área de atuação</a:t>
            </a:r>
          </a:p>
        </p:txBody>
      </p:sp>
    </p:spTree>
    <p:extLst>
      <p:ext uri="{BB962C8B-B14F-4D97-AF65-F5344CB8AC3E}">
        <p14:creationId xmlns:p14="http://schemas.microsoft.com/office/powerpoint/2010/main" val="311254542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156">
          <p15:clr>
            <a:srgbClr val="FBAE40"/>
          </p15:clr>
        </p15:guide>
        <p15:guide id="2" orient="horz" pos="2286">
          <p15:clr>
            <a:srgbClr val="FBAE40"/>
          </p15:clr>
        </p15:guide>
        <p15:guide id="3" pos="4516">
          <p15:clr>
            <a:srgbClr val="FBAE40"/>
          </p15:clr>
        </p15:guide>
        <p15:guide id="4" orient="horz" pos="2424">
          <p15:clr>
            <a:srgbClr val="FBAE40"/>
          </p15:clr>
        </p15:guide>
        <p15:guide id="5" orient="horz" pos="334">
          <p15:clr>
            <a:srgbClr val="FBAE40"/>
          </p15:clr>
        </p15:guide>
        <p15:guide id="6" orient="horz" pos="196">
          <p15:clr>
            <a:srgbClr val="FBAE40"/>
          </p15:clr>
        </p15:guide>
      </p15:sldGuideLst>
    </p:ext>
  </p:extLst>
</p:sldLayout>
</file>

<file path=ppt/slideLayouts/slideLayout13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3_Divisória - Escuro">
    <p:bg>
      <p:bgPr>
        <a:gradFill>
          <a:gsLst>
            <a:gs pos="0">
              <a:schemeClr val="tx1">
                <a:lumMod val="95000"/>
                <a:lumOff val="5000"/>
              </a:schemeClr>
            </a:gs>
            <a:gs pos="100000">
              <a:schemeClr val="tx1">
                <a:lumMod val="85000"/>
                <a:lumOff val="15000"/>
              </a:schemeClr>
            </a:gs>
            <a:gs pos="49000">
              <a:schemeClr val="tx1">
                <a:lumMod val="95000"/>
                <a:lumOff val="5000"/>
              </a:schemeClr>
            </a:gs>
          </a:gsLst>
          <a:lin ang="4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8">
            <a:extLst>
              <a:ext uri="{FF2B5EF4-FFF2-40B4-BE49-F238E27FC236}">
                <a16:creationId xmlns:a16="http://schemas.microsoft.com/office/drawing/2014/main" id="{ADEEF5FA-E06D-34B7-BB29-590E9E06012B}"/>
              </a:ext>
            </a:extLst>
          </p:cNvPr>
          <p:cNvPicPr>
            <a:picLocks noChangeAspect="1"/>
          </p:cNvPicPr>
          <p:nvPr/>
        </p:nvPicPr>
        <p:blipFill rotWithShape="1">
          <a:blip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 l="-8117" t="-23966" r="-8117" b="-23966"/>
          <a:stretch/>
        </p:blipFill>
        <p:spPr>
          <a:xfrm>
            <a:off x="10221000" y="415511"/>
            <a:ext cx="1715687" cy="742966"/>
          </a:xfrm>
          <a:prstGeom prst="rect">
            <a:avLst/>
          </a:prstGeom>
        </p:spPr>
      </p:pic>
      <p:sp>
        <p:nvSpPr>
          <p:cNvPr id="3" name="object 4">
            <a:extLst>
              <a:ext uri="{FF2B5EF4-FFF2-40B4-BE49-F238E27FC236}">
                <a16:creationId xmlns:a16="http://schemas.microsoft.com/office/drawing/2014/main" id="{4E931D96-188D-2C26-E83E-305868F1218B}"/>
              </a:ext>
            </a:extLst>
          </p:cNvPr>
          <p:cNvSpPr/>
          <p:nvPr/>
        </p:nvSpPr>
        <p:spPr>
          <a:xfrm flipV="1">
            <a:off x="-2086899" y="2985948"/>
            <a:ext cx="12224042" cy="5749856"/>
          </a:xfrm>
          <a:custGeom>
            <a:avLst/>
            <a:gdLst/>
            <a:ahLst/>
            <a:cxnLst/>
            <a:rect l="l" t="t" r="r" b="b"/>
            <a:pathLst>
              <a:path w="20104100" h="9456420">
                <a:moveTo>
                  <a:pt x="0" y="9456078"/>
                </a:moveTo>
                <a:lnTo>
                  <a:pt x="6945301" y="9456078"/>
                </a:lnTo>
                <a:lnTo>
                  <a:pt x="6995278" y="9455836"/>
                </a:lnTo>
                <a:lnTo>
                  <a:pt x="7045194" y="9455111"/>
                </a:lnTo>
                <a:lnTo>
                  <a:pt x="7095043" y="9453904"/>
                </a:lnTo>
                <a:lnTo>
                  <a:pt x="7144825" y="9452217"/>
                </a:lnTo>
                <a:lnTo>
                  <a:pt x="7194535" y="9450052"/>
                </a:lnTo>
                <a:lnTo>
                  <a:pt x="7244171" y="9447409"/>
                </a:lnTo>
                <a:lnTo>
                  <a:pt x="7293730" y="9444290"/>
                </a:lnTo>
                <a:lnTo>
                  <a:pt x="7343208" y="9440698"/>
                </a:lnTo>
                <a:lnTo>
                  <a:pt x="7392603" y="9436632"/>
                </a:lnTo>
                <a:lnTo>
                  <a:pt x="7441911" y="9432096"/>
                </a:lnTo>
                <a:lnTo>
                  <a:pt x="7491130" y="9427089"/>
                </a:lnTo>
                <a:lnTo>
                  <a:pt x="7540257" y="9421615"/>
                </a:lnTo>
                <a:lnTo>
                  <a:pt x="7589288" y="9415673"/>
                </a:lnTo>
                <a:lnTo>
                  <a:pt x="7638221" y="9409267"/>
                </a:lnTo>
                <a:lnTo>
                  <a:pt x="7687052" y="9402396"/>
                </a:lnTo>
                <a:lnTo>
                  <a:pt x="7735779" y="9395063"/>
                </a:lnTo>
                <a:lnTo>
                  <a:pt x="7784399" y="9387270"/>
                </a:lnTo>
                <a:lnTo>
                  <a:pt x="7832908" y="9379017"/>
                </a:lnTo>
                <a:lnTo>
                  <a:pt x="7881303" y="9370306"/>
                </a:lnTo>
                <a:lnTo>
                  <a:pt x="7929582" y="9361139"/>
                </a:lnTo>
                <a:lnTo>
                  <a:pt x="7977741" y="9351517"/>
                </a:lnTo>
                <a:lnTo>
                  <a:pt x="8025778" y="9341441"/>
                </a:lnTo>
                <a:lnTo>
                  <a:pt x="8073690" y="9330914"/>
                </a:lnTo>
                <a:lnTo>
                  <a:pt x="8121473" y="9319936"/>
                </a:lnTo>
                <a:lnTo>
                  <a:pt x="8169124" y="9308509"/>
                </a:lnTo>
                <a:lnTo>
                  <a:pt x="8216640" y="9296635"/>
                </a:lnTo>
                <a:lnTo>
                  <a:pt x="8264020" y="9284315"/>
                </a:lnTo>
                <a:lnTo>
                  <a:pt x="8311258" y="9271550"/>
                </a:lnTo>
                <a:lnTo>
                  <a:pt x="8358353" y="9258342"/>
                </a:lnTo>
                <a:lnTo>
                  <a:pt x="8405301" y="9244693"/>
                </a:lnTo>
                <a:lnTo>
                  <a:pt x="8452100" y="9230604"/>
                </a:lnTo>
                <a:lnTo>
                  <a:pt x="8498746" y="9216076"/>
                </a:lnTo>
                <a:lnTo>
                  <a:pt x="8545236" y="9201111"/>
                </a:lnTo>
                <a:lnTo>
                  <a:pt x="8591568" y="9185710"/>
                </a:lnTo>
                <a:lnTo>
                  <a:pt x="8637738" y="9169876"/>
                </a:lnTo>
                <a:lnTo>
                  <a:pt x="8683743" y="9153608"/>
                </a:lnTo>
                <a:lnTo>
                  <a:pt x="8729581" y="9136910"/>
                </a:lnTo>
                <a:lnTo>
                  <a:pt x="8775248" y="9119782"/>
                </a:lnTo>
                <a:lnTo>
                  <a:pt x="8820741" y="9102226"/>
                </a:lnTo>
                <a:lnTo>
                  <a:pt x="8866057" y="9084243"/>
                </a:lnTo>
                <a:lnTo>
                  <a:pt x="8911194" y="9065835"/>
                </a:lnTo>
                <a:lnTo>
                  <a:pt x="8956148" y="9047004"/>
                </a:lnTo>
                <a:lnTo>
                  <a:pt x="9000916" y="9027750"/>
                </a:lnTo>
                <a:lnTo>
                  <a:pt x="9045496" y="9008075"/>
                </a:lnTo>
                <a:lnTo>
                  <a:pt x="9089883" y="8987981"/>
                </a:lnTo>
                <a:lnTo>
                  <a:pt x="9134076" y="8967470"/>
                </a:lnTo>
                <a:lnTo>
                  <a:pt x="9178071" y="8946542"/>
                </a:lnTo>
                <a:lnTo>
                  <a:pt x="9221865" y="8925199"/>
                </a:lnTo>
                <a:lnTo>
                  <a:pt x="9265455" y="8903443"/>
                </a:lnTo>
                <a:lnTo>
                  <a:pt x="9308839" y="8881275"/>
                </a:lnTo>
                <a:lnTo>
                  <a:pt x="9352012" y="8858697"/>
                </a:lnTo>
                <a:lnTo>
                  <a:pt x="9394973" y="8835710"/>
                </a:lnTo>
                <a:lnTo>
                  <a:pt x="9437718" y="8812316"/>
                </a:lnTo>
                <a:lnTo>
                  <a:pt x="9480244" y="8788516"/>
                </a:lnTo>
                <a:lnTo>
                  <a:pt x="9522548" y="8764311"/>
                </a:lnTo>
                <a:lnTo>
                  <a:pt x="9564627" y="8739704"/>
                </a:lnTo>
                <a:lnTo>
                  <a:pt x="9606478" y="8714695"/>
                </a:lnTo>
                <a:lnTo>
                  <a:pt x="9648098" y="8689286"/>
                </a:lnTo>
                <a:lnTo>
                  <a:pt x="9689484" y="8663479"/>
                </a:lnTo>
                <a:lnTo>
                  <a:pt x="9730634" y="8637274"/>
                </a:lnTo>
                <a:lnTo>
                  <a:pt x="9771543" y="8610675"/>
                </a:lnTo>
                <a:lnTo>
                  <a:pt x="9812209" y="8583681"/>
                </a:lnTo>
                <a:lnTo>
                  <a:pt x="9852630" y="8556295"/>
                </a:lnTo>
                <a:lnTo>
                  <a:pt x="9892801" y="8528517"/>
                </a:lnTo>
                <a:lnTo>
                  <a:pt x="9932720" y="8500351"/>
                </a:lnTo>
                <a:lnTo>
                  <a:pt x="9972384" y="8471796"/>
                </a:lnTo>
                <a:lnTo>
                  <a:pt x="10011790" y="8442854"/>
                </a:lnTo>
                <a:lnTo>
                  <a:pt x="10050935" y="8413528"/>
                </a:lnTo>
                <a:lnTo>
                  <a:pt x="10089816" y="8383818"/>
                </a:lnTo>
                <a:lnTo>
                  <a:pt x="10128430" y="8353726"/>
                </a:lnTo>
                <a:lnTo>
                  <a:pt x="10166774" y="8323253"/>
                </a:lnTo>
                <a:lnTo>
                  <a:pt x="10204845" y="8292401"/>
                </a:lnTo>
                <a:lnTo>
                  <a:pt x="10242640" y="8261172"/>
                </a:lnTo>
                <a:lnTo>
                  <a:pt x="10280155" y="8229566"/>
                </a:lnTo>
                <a:lnTo>
                  <a:pt x="10317388" y="8197585"/>
                </a:lnTo>
                <a:lnTo>
                  <a:pt x="10354336" y="8165232"/>
                </a:lnTo>
                <a:lnTo>
                  <a:pt x="10390996" y="8132507"/>
                </a:lnTo>
                <a:lnTo>
                  <a:pt x="10427365" y="8099411"/>
                </a:lnTo>
                <a:lnTo>
                  <a:pt x="10463440" y="8065947"/>
                </a:lnTo>
                <a:lnTo>
                  <a:pt x="10499217" y="8032115"/>
                </a:lnTo>
                <a:lnTo>
                  <a:pt x="10534694" y="7997918"/>
                </a:lnTo>
                <a:lnTo>
                  <a:pt x="10569868" y="7963356"/>
                </a:lnTo>
                <a:lnTo>
                  <a:pt x="10604736" y="7928432"/>
                </a:lnTo>
                <a:lnTo>
                  <a:pt x="10639295" y="7893146"/>
                </a:lnTo>
                <a:lnTo>
                  <a:pt x="10673541" y="7857501"/>
                </a:lnTo>
                <a:lnTo>
                  <a:pt x="10707472" y="7821497"/>
                </a:lnTo>
                <a:lnTo>
                  <a:pt x="10741084" y="7785136"/>
                </a:lnTo>
                <a:lnTo>
                  <a:pt x="10774376" y="7748420"/>
                </a:lnTo>
                <a:lnTo>
                  <a:pt x="10807343" y="7711350"/>
                </a:lnTo>
                <a:lnTo>
                  <a:pt x="10839983" y="7673928"/>
                </a:lnTo>
                <a:lnTo>
                  <a:pt x="10872292" y="7636155"/>
                </a:lnTo>
                <a:lnTo>
                  <a:pt x="10904268" y="7598032"/>
                </a:lnTo>
                <a:lnTo>
                  <a:pt x="10935908" y="7559561"/>
                </a:lnTo>
                <a:lnTo>
                  <a:pt x="10967208" y="7520744"/>
                </a:lnTo>
                <a:lnTo>
                  <a:pt x="10998166" y="7481582"/>
                </a:lnTo>
                <a:lnTo>
                  <a:pt x="11028779" y="7442077"/>
                </a:lnTo>
                <a:lnTo>
                  <a:pt x="14967612" y="2307814"/>
                </a:lnTo>
                <a:lnTo>
                  <a:pt x="14998203" y="2268285"/>
                </a:lnTo>
                <a:lnTo>
                  <a:pt x="15029097" y="2229056"/>
                </a:lnTo>
                <a:lnTo>
                  <a:pt x="15060290" y="2190127"/>
                </a:lnTo>
                <a:lnTo>
                  <a:pt x="15091780" y="2151500"/>
                </a:lnTo>
                <a:lnTo>
                  <a:pt x="15123565" y="2113176"/>
                </a:lnTo>
                <a:lnTo>
                  <a:pt x="15155642" y="2075157"/>
                </a:lnTo>
                <a:lnTo>
                  <a:pt x="15188010" y="2037442"/>
                </a:lnTo>
                <a:lnTo>
                  <a:pt x="15220666" y="2000034"/>
                </a:lnTo>
                <a:lnTo>
                  <a:pt x="15253608" y="1962934"/>
                </a:lnTo>
                <a:lnTo>
                  <a:pt x="15286833" y="1926142"/>
                </a:lnTo>
                <a:lnTo>
                  <a:pt x="15320339" y="1889660"/>
                </a:lnTo>
                <a:lnTo>
                  <a:pt x="15354124" y="1853489"/>
                </a:lnTo>
                <a:lnTo>
                  <a:pt x="15388186" y="1817630"/>
                </a:lnTo>
                <a:lnTo>
                  <a:pt x="15422522" y="1782084"/>
                </a:lnTo>
                <a:lnTo>
                  <a:pt x="15457130" y="1746853"/>
                </a:lnTo>
                <a:lnTo>
                  <a:pt x="15492007" y="1711937"/>
                </a:lnTo>
                <a:lnTo>
                  <a:pt x="15527152" y="1677337"/>
                </a:lnTo>
                <a:lnTo>
                  <a:pt x="15562562" y="1643056"/>
                </a:lnTo>
                <a:lnTo>
                  <a:pt x="15598235" y="1609093"/>
                </a:lnTo>
                <a:lnTo>
                  <a:pt x="15634168" y="1575450"/>
                </a:lnTo>
                <a:lnTo>
                  <a:pt x="15670359" y="1542128"/>
                </a:lnTo>
                <a:lnTo>
                  <a:pt x="15706807" y="1509129"/>
                </a:lnTo>
                <a:lnTo>
                  <a:pt x="15743508" y="1476452"/>
                </a:lnTo>
                <a:lnTo>
                  <a:pt x="15780460" y="1444101"/>
                </a:lnTo>
                <a:lnTo>
                  <a:pt x="15817661" y="1412075"/>
                </a:lnTo>
                <a:lnTo>
                  <a:pt x="15855109" y="1380375"/>
                </a:lnTo>
                <a:lnTo>
                  <a:pt x="15892802" y="1349004"/>
                </a:lnTo>
                <a:lnTo>
                  <a:pt x="15930736" y="1317962"/>
                </a:lnTo>
                <a:lnTo>
                  <a:pt x="15968911" y="1287250"/>
                </a:lnTo>
                <a:lnTo>
                  <a:pt x="16007323" y="1256869"/>
                </a:lnTo>
                <a:lnTo>
                  <a:pt x="16045970" y="1226820"/>
                </a:lnTo>
                <a:lnTo>
                  <a:pt x="16084850" y="1197105"/>
                </a:lnTo>
                <a:lnTo>
                  <a:pt x="16123961" y="1167725"/>
                </a:lnTo>
                <a:lnTo>
                  <a:pt x="16163300" y="1138681"/>
                </a:lnTo>
                <a:lnTo>
                  <a:pt x="16202865" y="1109974"/>
                </a:lnTo>
                <a:lnTo>
                  <a:pt x="16242654" y="1081604"/>
                </a:lnTo>
                <a:lnTo>
                  <a:pt x="16282665" y="1053574"/>
                </a:lnTo>
                <a:lnTo>
                  <a:pt x="16322895" y="1025884"/>
                </a:lnTo>
                <a:lnTo>
                  <a:pt x="16363341" y="998536"/>
                </a:lnTo>
                <a:lnTo>
                  <a:pt x="16404003" y="971530"/>
                </a:lnTo>
                <a:lnTo>
                  <a:pt x="16444876" y="944868"/>
                </a:lnTo>
                <a:lnTo>
                  <a:pt x="16485960" y="918551"/>
                </a:lnTo>
                <a:lnTo>
                  <a:pt x="16527251" y="892580"/>
                </a:lnTo>
                <a:lnTo>
                  <a:pt x="16568748" y="866956"/>
                </a:lnTo>
                <a:lnTo>
                  <a:pt x="16610448" y="841681"/>
                </a:lnTo>
                <a:lnTo>
                  <a:pt x="16652349" y="816754"/>
                </a:lnTo>
                <a:lnTo>
                  <a:pt x="16694448" y="792179"/>
                </a:lnTo>
                <a:lnTo>
                  <a:pt x="16736744" y="767955"/>
                </a:lnTo>
                <a:lnTo>
                  <a:pt x="16779233" y="744083"/>
                </a:lnTo>
                <a:lnTo>
                  <a:pt x="16821914" y="720566"/>
                </a:lnTo>
                <a:lnTo>
                  <a:pt x="16864785" y="697404"/>
                </a:lnTo>
                <a:lnTo>
                  <a:pt x="16907843" y="674598"/>
                </a:lnTo>
                <a:lnTo>
                  <a:pt x="16951085" y="652149"/>
                </a:lnTo>
                <a:lnTo>
                  <a:pt x="16994510" y="630059"/>
                </a:lnTo>
                <a:lnTo>
                  <a:pt x="17038115" y="608328"/>
                </a:lnTo>
                <a:lnTo>
                  <a:pt x="17081898" y="586958"/>
                </a:lnTo>
                <a:lnTo>
                  <a:pt x="17125857" y="565950"/>
                </a:lnTo>
                <a:lnTo>
                  <a:pt x="17169989" y="545304"/>
                </a:lnTo>
                <a:lnTo>
                  <a:pt x="17214292" y="525023"/>
                </a:lnTo>
                <a:lnTo>
                  <a:pt x="17258764" y="505107"/>
                </a:lnTo>
                <a:lnTo>
                  <a:pt x="17303402" y="485558"/>
                </a:lnTo>
                <a:lnTo>
                  <a:pt x="17348204" y="466376"/>
                </a:lnTo>
                <a:lnTo>
                  <a:pt x="17393169" y="447563"/>
                </a:lnTo>
                <a:lnTo>
                  <a:pt x="17438292" y="429119"/>
                </a:lnTo>
                <a:lnTo>
                  <a:pt x="17483573" y="411046"/>
                </a:lnTo>
                <a:lnTo>
                  <a:pt x="17529009" y="393346"/>
                </a:lnTo>
                <a:lnTo>
                  <a:pt x="17574598" y="376018"/>
                </a:lnTo>
                <a:lnTo>
                  <a:pt x="17620337" y="359065"/>
                </a:lnTo>
                <a:lnTo>
                  <a:pt x="17666224" y="342487"/>
                </a:lnTo>
                <a:lnTo>
                  <a:pt x="17712257" y="326286"/>
                </a:lnTo>
                <a:lnTo>
                  <a:pt x="17758433" y="310462"/>
                </a:lnTo>
                <a:lnTo>
                  <a:pt x="17804751" y="295018"/>
                </a:lnTo>
                <a:lnTo>
                  <a:pt x="17851208" y="279953"/>
                </a:lnTo>
                <a:lnTo>
                  <a:pt x="17897801" y="265269"/>
                </a:lnTo>
                <a:lnTo>
                  <a:pt x="17944528" y="250968"/>
                </a:lnTo>
                <a:lnTo>
                  <a:pt x="17991388" y="237049"/>
                </a:lnTo>
                <a:lnTo>
                  <a:pt x="18038377" y="223516"/>
                </a:lnTo>
                <a:lnTo>
                  <a:pt x="18085494" y="210368"/>
                </a:lnTo>
                <a:lnTo>
                  <a:pt x="18132735" y="197606"/>
                </a:lnTo>
                <a:lnTo>
                  <a:pt x="18180100" y="185233"/>
                </a:lnTo>
                <a:lnTo>
                  <a:pt x="18227585" y="173248"/>
                </a:lnTo>
                <a:lnTo>
                  <a:pt x="18275189" y="161654"/>
                </a:lnTo>
                <a:lnTo>
                  <a:pt x="18322908" y="150451"/>
                </a:lnTo>
                <a:lnTo>
                  <a:pt x="18370741" y="139640"/>
                </a:lnTo>
                <a:lnTo>
                  <a:pt x="18418686" y="129223"/>
                </a:lnTo>
                <a:lnTo>
                  <a:pt x="18466740" y="119201"/>
                </a:lnTo>
                <a:lnTo>
                  <a:pt x="18514900" y="109574"/>
                </a:lnTo>
                <a:lnTo>
                  <a:pt x="18563165" y="100344"/>
                </a:lnTo>
                <a:lnTo>
                  <a:pt x="18611532" y="91512"/>
                </a:lnTo>
                <a:lnTo>
                  <a:pt x="18659999" y="83080"/>
                </a:lnTo>
                <a:lnTo>
                  <a:pt x="18708564" y="75047"/>
                </a:lnTo>
                <a:lnTo>
                  <a:pt x="18757224" y="67417"/>
                </a:lnTo>
                <a:lnTo>
                  <a:pt x="18805977" y="60188"/>
                </a:lnTo>
                <a:lnTo>
                  <a:pt x="18854820" y="53364"/>
                </a:lnTo>
                <a:lnTo>
                  <a:pt x="18903752" y="46944"/>
                </a:lnTo>
                <a:lnTo>
                  <a:pt x="18952771" y="40931"/>
                </a:lnTo>
                <a:lnTo>
                  <a:pt x="19001873" y="35324"/>
                </a:lnTo>
                <a:lnTo>
                  <a:pt x="19051057" y="30126"/>
                </a:lnTo>
                <a:lnTo>
                  <a:pt x="19100320" y="25337"/>
                </a:lnTo>
                <a:lnTo>
                  <a:pt x="19149660" y="20958"/>
                </a:lnTo>
                <a:lnTo>
                  <a:pt x="19199074" y="16991"/>
                </a:lnTo>
                <a:lnTo>
                  <a:pt x="19248561" y="13437"/>
                </a:lnTo>
                <a:lnTo>
                  <a:pt x="19298119" y="10297"/>
                </a:lnTo>
                <a:lnTo>
                  <a:pt x="19347744" y="7572"/>
                </a:lnTo>
                <a:lnTo>
                  <a:pt x="19397434" y="5263"/>
                </a:lnTo>
                <a:lnTo>
                  <a:pt x="19447188" y="3371"/>
                </a:lnTo>
                <a:lnTo>
                  <a:pt x="19497002" y="1898"/>
                </a:lnTo>
                <a:lnTo>
                  <a:pt x="19546875" y="844"/>
                </a:lnTo>
                <a:lnTo>
                  <a:pt x="19596805" y="211"/>
                </a:lnTo>
                <a:lnTo>
                  <a:pt x="19646788" y="0"/>
                </a:lnTo>
                <a:lnTo>
                  <a:pt x="20104099" y="0"/>
                </a:lnTo>
              </a:path>
            </a:pathLst>
          </a:custGeom>
          <a:ln w="19050">
            <a:solidFill>
              <a:schemeClr val="accent2"/>
            </a:solidFill>
          </a:ln>
        </p:spPr>
        <p:txBody>
          <a:bodyPr wrap="square" lIns="0" tIns="0" rIns="0" bIns="0" rtlCol="0"/>
          <a:lstStyle/>
          <a:p>
            <a:pPr marL="0" marR="0" lvl="0" indent="0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5" name="object 4">
            <a:extLst>
              <a:ext uri="{FF2B5EF4-FFF2-40B4-BE49-F238E27FC236}">
                <a16:creationId xmlns:a16="http://schemas.microsoft.com/office/drawing/2014/main" id="{4D79B08D-8C32-FB4A-74B4-C76E2DB52D00}"/>
              </a:ext>
            </a:extLst>
          </p:cNvPr>
          <p:cNvSpPr/>
          <p:nvPr/>
        </p:nvSpPr>
        <p:spPr>
          <a:xfrm rot="10247908" flipH="1">
            <a:off x="5297646" y="-1969541"/>
            <a:ext cx="8001039" cy="5749648"/>
          </a:xfrm>
          <a:custGeom>
            <a:avLst/>
            <a:gdLst>
              <a:gd name="connsiteX0" fmla="*/ 0 w 13940157"/>
              <a:gd name="connsiteY0" fmla="*/ 9200719 h 9456078"/>
              <a:gd name="connsiteX1" fmla="*/ 781360 w 13940157"/>
              <a:gd name="connsiteY1" fmla="*/ 9456078 h 9456078"/>
              <a:gd name="connsiteX2" fmla="*/ 831337 w 13940157"/>
              <a:gd name="connsiteY2" fmla="*/ 9455836 h 9456078"/>
              <a:gd name="connsiteX3" fmla="*/ 881253 w 13940157"/>
              <a:gd name="connsiteY3" fmla="*/ 9455111 h 9456078"/>
              <a:gd name="connsiteX4" fmla="*/ 931102 w 13940157"/>
              <a:gd name="connsiteY4" fmla="*/ 9453904 h 9456078"/>
              <a:gd name="connsiteX5" fmla="*/ 980884 w 13940157"/>
              <a:gd name="connsiteY5" fmla="*/ 9452217 h 9456078"/>
              <a:gd name="connsiteX6" fmla="*/ 1030594 w 13940157"/>
              <a:gd name="connsiteY6" fmla="*/ 9450052 h 9456078"/>
              <a:gd name="connsiteX7" fmla="*/ 1080230 w 13940157"/>
              <a:gd name="connsiteY7" fmla="*/ 9447409 h 9456078"/>
              <a:gd name="connsiteX8" fmla="*/ 1129789 w 13940157"/>
              <a:gd name="connsiteY8" fmla="*/ 9444290 h 9456078"/>
              <a:gd name="connsiteX9" fmla="*/ 1179267 w 13940157"/>
              <a:gd name="connsiteY9" fmla="*/ 9440698 h 9456078"/>
              <a:gd name="connsiteX10" fmla="*/ 1228662 w 13940157"/>
              <a:gd name="connsiteY10" fmla="*/ 9436632 h 9456078"/>
              <a:gd name="connsiteX11" fmla="*/ 1277970 w 13940157"/>
              <a:gd name="connsiteY11" fmla="*/ 9432096 h 9456078"/>
              <a:gd name="connsiteX12" fmla="*/ 1327189 w 13940157"/>
              <a:gd name="connsiteY12" fmla="*/ 9427089 h 9456078"/>
              <a:gd name="connsiteX13" fmla="*/ 1376316 w 13940157"/>
              <a:gd name="connsiteY13" fmla="*/ 9421615 h 9456078"/>
              <a:gd name="connsiteX14" fmla="*/ 1425347 w 13940157"/>
              <a:gd name="connsiteY14" fmla="*/ 9415673 h 9456078"/>
              <a:gd name="connsiteX15" fmla="*/ 1474280 w 13940157"/>
              <a:gd name="connsiteY15" fmla="*/ 9409267 h 9456078"/>
              <a:gd name="connsiteX16" fmla="*/ 1523111 w 13940157"/>
              <a:gd name="connsiteY16" fmla="*/ 9402396 h 9456078"/>
              <a:gd name="connsiteX17" fmla="*/ 1571838 w 13940157"/>
              <a:gd name="connsiteY17" fmla="*/ 9395063 h 9456078"/>
              <a:gd name="connsiteX18" fmla="*/ 1620458 w 13940157"/>
              <a:gd name="connsiteY18" fmla="*/ 9387270 h 9456078"/>
              <a:gd name="connsiteX19" fmla="*/ 1668967 w 13940157"/>
              <a:gd name="connsiteY19" fmla="*/ 9379017 h 9456078"/>
              <a:gd name="connsiteX20" fmla="*/ 1717362 w 13940157"/>
              <a:gd name="connsiteY20" fmla="*/ 9370306 h 9456078"/>
              <a:gd name="connsiteX21" fmla="*/ 1765641 w 13940157"/>
              <a:gd name="connsiteY21" fmla="*/ 9361139 h 9456078"/>
              <a:gd name="connsiteX22" fmla="*/ 1813800 w 13940157"/>
              <a:gd name="connsiteY22" fmla="*/ 9351517 h 9456078"/>
              <a:gd name="connsiteX23" fmla="*/ 1861837 w 13940157"/>
              <a:gd name="connsiteY23" fmla="*/ 9341441 h 9456078"/>
              <a:gd name="connsiteX24" fmla="*/ 1909749 w 13940157"/>
              <a:gd name="connsiteY24" fmla="*/ 9330914 h 9456078"/>
              <a:gd name="connsiteX25" fmla="*/ 1957532 w 13940157"/>
              <a:gd name="connsiteY25" fmla="*/ 9319936 h 9456078"/>
              <a:gd name="connsiteX26" fmla="*/ 2005183 w 13940157"/>
              <a:gd name="connsiteY26" fmla="*/ 9308509 h 9456078"/>
              <a:gd name="connsiteX27" fmla="*/ 2052699 w 13940157"/>
              <a:gd name="connsiteY27" fmla="*/ 9296635 h 9456078"/>
              <a:gd name="connsiteX28" fmla="*/ 2100079 w 13940157"/>
              <a:gd name="connsiteY28" fmla="*/ 9284315 h 9456078"/>
              <a:gd name="connsiteX29" fmla="*/ 2147317 w 13940157"/>
              <a:gd name="connsiteY29" fmla="*/ 9271550 h 9456078"/>
              <a:gd name="connsiteX30" fmla="*/ 2194412 w 13940157"/>
              <a:gd name="connsiteY30" fmla="*/ 9258342 h 9456078"/>
              <a:gd name="connsiteX31" fmla="*/ 2241360 w 13940157"/>
              <a:gd name="connsiteY31" fmla="*/ 9244693 h 9456078"/>
              <a:gd name="connsiteX32" fmla="*/ 2288159 w 13940157"/>
              <a:gd name="connsiteY32" fmla="*/ 9230604 h 9456078"/>
              <a:gd name="connsiteX33" fmla="*/ 2334805 w 13940157"/>
              <a:gd name="connsiteY33" fmla="*/ 9216076 h 9456078"/>
              <a:gd name="connsiteX34" fmla="*/ 2381295 w 13940157"/>
              <a:gd name="connsiteY34" fmla="*/ 9201111 h 9456078"/>
              <a:gd name="connsiteX35" fmla="*/ 2427627 w 13940157"/>
              <a:gd name="connsiteY35" fmla="*/ 9185710 h 9456078"/>
              <a:gd name="connsiteX36" fmla="*/ 2473797 w 13940157"/>
              <a:gd name="connsiteY36" fmla="*/ 9169876 h 9456078"/>
              <a:gd name="connsiteX37" fmla="*/ 2519802 w 13940157"/>
              <a:gd name="connsiteY37" fmla="*/ 9153608 h 9456078"/>
              <a:gd name="connsiteX38" fmla="*/ 2565640 w 13940157"/>
              <a:gd name="connsiteY38" fmla="*/ 9136910 h 9456078"/>
              <a:gd name="connsiteX39" fmla="*/ 2611307 w 13940157"/>
              <a:gd name="connsiteY39" fmla="*/ 9119782 h 9456078"/>
              <a:gd name="connsiteX40" fmla="*/ 2656800 w 13940157"/>
              <a:gd name="connsiteY40" fmla="*/ 9102226 h 9456078"/>
              <a:gd name="connsiteX41" fmla="*/ 2702116 w 13940157"/>
              <a:gd name="connsiteY41" fmla="*/ 9084243 h 9456078"/>
              <a:gd name="connsiteX42" fmla="*/ 2747253 w 13940157"/>
              <a:gd name="connsiteY42" fmla="*/ 9065835 h 9456078"/>
              <a:gd name="connsiteX43" fmla="*/ 2792207 w 13940157"/>
              <a:gd name="connsiteY43" fmla="*/ 9047004 h 9456078"/>
              <a:gd name="connsiteX44" fmla="*/ 2836975 w 13940157"/>
              <a:gd name="connsiteY44" fmla="*/ 9027750 h 9456078"/>
              <a:gd name="connsiteX45" fmla="*/ 2881555 w 13940157"/>
              <a:gd name="connsiteY45" fmla="*/ 9008075 h 9456078"/>
              <a:gd name="connsiteX46" fmla="*/ 2925942 w 13940157"/>
              <a:gd name="connsiteY46" fmla="*/ 8987981 h 9456078"/>
              <a:gd name="connsiteX47" fmla="*/ 2970135 w 13940157"/>
              <a:gd name="connsiteY47" fmla="*/ 8967470 h 9456078"/>
              <a:gd name="connsiteX48" fmla="*/ 3014130 w 13940157"/>
              <a:gd name="connsiteY48" fmla="*/ 8946542 h 9456078"/>
              <a:gd name="connsiteX49" fmla="*/ 3057924 w 13940157"/>
              <a:gd name="connsiteY49" fmla="*/ 8925199 h 9456078"/>
              <a:gd name="connsiteX50" fmla="*/ 3101514 w 13940157"/>
              <a:gd name="connsiteY50" fmla="*/ 8903443 h 9456078"/>
              <a:gd name="connsiteX51" fmla="*/ 3144898 w 13940157"/>
              <a:gd name="connsiteY51" fmla="*/ 8881275 h 9456078"/>
              <a:gd name="connsiteX52" fmla="*/ 3188071 w 13940157"/>
              <a:gd name="connsiteY52" fmla="*/ 8858697 h 9456078"/>
              <a:gd name="connsiteX53" fmla="*/ 3231032 w 13940157"/>
              <a:gd name="connsiteY53" fmla="*/ 8835710 h 9456078"/>
              <a:gd name="connsiteX54" fmla="*/ 3273777 w 13940157"/>
              <a:gd name="connsiteY54" fmla="*/ 8812316 h 9456078"/>
              <a:gd name="connsiteX55" fmla="*/ 3316303 w 13940157"/>
              <a:gd name="connsiteY55" fmla="*/ 8788516 h 9456078"/>
              <a:gd name="connsiteX56" fmla="*/ 3358607 w 13940157"/>
              <a:gd name="connsiteY56" fmla="*/ 8764311 h 9456078"/>
              <a:gd name="connsiteX57" fmla="*/ 3400686 w 13940157"/>
              <a:gd name="connsiteY57" fmla="*/ 8739704 h 9456078"/>
              <a:gd name="connsiteX58" fmla="*/ 3442537 w 13940157"/>
              <a:gd name="connsiteY58" fmla="*/ 8714695 h 9456078"/>
              <a:gd name="connsiteX59" fmla="*/ 3484157 w 13940157"/>
              <a:gd name="connsiteY59" fmla="*/ 8689286 h 9456078"/>
              <a:gd name="connsiteX60" fmla="*/ 3525543 w 13940157"/>
              <a:gd name="connsiteY60" fmla="*/ 8663479 h 9456078"/>
              <a:gd name="connsiteX61" fmla="*/ 3566693 w 13940157"/>
              <a:gd name="connsiteY61" fmla="*/ 8637274 h 9456078"/>
              <a:gd name="connsiteX62" fmla="*/ 3607602 w 13940157"/>
              <a:gd name="connsiteY62" fmla="*/ 8610675 h 9456078"/>
              <a:gd name="connsiteX63" fmla="*/ 3648268 w 13940157"/>
              <a:gd name="connsiteY63" fmla="*/ 8583681 h 9456078"/>
              <a:gd name="connsiteX64" fmla="*/ 3688689 w 13940157"/>
              <a:gd name="connsiteY64" fmla="*/ 8556295 h 9456078"/>
              <a:gd name="connsiteX65" fmla="*/ 3728860 w 13940157"/>
              <a:gd name="connsiteY65" fmla="*/ 8528517 h 9456078"/>
              <a:gd name="connsiteX66" fmla="*/ 3768779 w 13940157"/>
              <a:gd name="connsiteY66" fmla="*/ 8500351 h 9456078"/>
              <a:gd name="connsiteX67" fmla="*/ 3808443 w 13940157"/>
              <a:gd name="connsiteY67" fmla="*/ 8471796 h 9456078"/>
              <a:gd name="connsiteX68" fmla="*/ 3847849 w 13940157"/>
              <a:gd name="connsiteY68" fmla="*/ 8442854 h 9456078"/>
              <a:gd name="connsiteX69" fmla="*/ 3886994 w 13940157"/>
              <a:gd name="connsiteY69" fmla="*/ 8413528 h 9456078"/>
              <a:gd name="connsiteX70" fmla="*/ 3925875 w 13940157"/>
              <a:gd name="connsiteY70" fmla="*/ 8383818 h 9456078"/>
              <a:gd name="connsiteX71" fmla="*/ 3964489 w 13940157"/>
              <a:gd name="connsiteY71" fmla="*/ 8353726 h 9456078"/>
              <a:gd name="connsiteX72" fmla="*/ 4002833 w 13940157"/>
              <a:gd name="connsiteY72" fmla="*/ 8323253 h 9456078"/>
              <a:gd name="connsiteX73" fmla="*/ 4040904 w 13940157"/>
              <a:gd name="connsiteY73" fmla="*/ 8292401 h 9456078"/>
              <a:gd name="connsiteX74" fmla="*/ 4078699 w 13940157"/>
              <a:gd name="connsiteY74" fmla="*/ 8261172 h 9456078"/>
              <a:gd name="connsiteX75" fmla="*/ 4116214 w 13940157"/>
              <a:gd name="connsiteY75" fmla="*/ 8229566 h 9456078"/>
              <a:gd name="connsiteX76" fmla="*/ 4153447 w 13940157"/>
              <a:gd name="connsiteY76" fmla="*/ 8197585 h 9456078"/>
              <a:gd name="connsiteX77" fmla="*/ 4190395 w 13940157"/>
              <a:gd name="connsiteY77" fmla="*/ 8165232 h 9456078"/>
              <a:gd name="connsiteX78" fmla="*/ 4227055 w 13940157"/>
              <a:gd name="connsiteY78" fmla="*/ 8132507 h 9456078"/>
              <a:gd name="connsiteX79" fmla="*/ 4263424 w 13940157"/>
              <a:gd name="connsiteY79" fmla="*/ 8099411 h 9456078"/>
              <a:gd name="connsiteX80" fmla="*/ 4299499 w 13940157"/>
              <a:gd name="connsiteY80" fmla="*/ 8065947 h 9456078"/>
              <a:gd name="connsiteX81" fmla="*/ 4335276 w 13940157"/>
              <a:gd name="connsiteY81" fmla="*/ 8032115 h 9456078"/>
              <a:gd name="connsiteX82" fmla="*/ 4370753 w 13940157"/>
              <a:gd name="connsiteY82" fmla="*/ 7997918 h 9456078"/>
              <a:gd name="connsiteX83" fmla="*/ 4405927 w 13940157"/>
              <a:gd name="connsiteY83" fmla="*/ 7963356 h 9456078"/>
              <a:gd name="connsiteX84" fmla="*/ 4440795 w 13940157"/>
              <a:gd name="connsiteY84" fmla="*/ 7928432 h 9456078"/>
              <a:gd name="connsiteX85" fmla="*/ 4475354 w 13940157"/>
              <a:gd name="connsiteY85" fmla="*/ 7893146 h 9456078"/>
              <a:gd name="connsiteX86" fmla="*/ 4509600 w 13940157"/>
              <a:gd name="connsiteY86" fmla="*/ 7857501 h 9456078"/>
              <a:gd name="connsiteX87" fmla="*/ 4543531 w 13940157"/>
              <a:gd name="connsiteY87" fmla="*/ 7821497 h 9456078"/>
              <a:gd name="connsiteX88" fmla="*/ 4577143 w 13940157"/>
              <a:gd name="connsiteY88" fmla="*/ 7785136 h 9456078"/>
              <a:gd name="connsiteX89" fmla="*/ 4610435 w 13940157"/>
              <a:gd name="connsiteY89" fmla="*/ 7748420 h 9456078"/>
              <a:gd name="connsiteX90" fmla="*/ 4643402 w 13940157"/>
              <a:gd name="connsiteY90" fmla="*/ 7711350 h 9456078"/>
              <a:gd name="connsiteX91" fmla="*/ 4676042 w 13940157"/>
              <a:gd name="connsiteY91" fmla="*/ 7673928 h 9456078"/>
              <a:gd name="connsiteX92" fmla="*/ 4708351 w 13940157"/>
              <a:gd name="connsiteY92" fmla="*/ 7636155 h 9456078"/>
              <a:gd name="connsiteX93" fmla="*/ 4740327 w 13940157"/>
              <a:gd name="connsiteY93" fmla="*/ 7598032 h 9456078"/>
              <a:gd name="connsiteX94" fmla="*/ 4771967 w 13940157"/>
              <a:gd name="connsiteY94" fmla="*/ 7559561 h 9456078"/>
              <a:gd name="connsiteX95" fmla="*/ 4803267 w 13940157"/>
              <a:gd name="connsiteY95" fmla="*/ 7520744 h 9456078"/>
              <a:gd name="connsiteX96" fmla="*/ 4834225 w 13940157"/>
              <a:gd name="connsiteY96" fmla="*/ 7481582 h 9456078"/>
              <a:gd name="connsiteX97" fmla="*/ 4864838 w 13940157"/>
              <a:gd name="connsiteY97" fmla="*/ 7442077 h 9456078"/>
              <a:gd name="connsiteX98" fmla="*/ 8803671 w 13940157"/>
              <a:gd name="connsiteY98" fmla="*/ 2307814 h 9456078"/>
              <a:gd name="connsiteX99" fmla="*/ 8834262 w 13940157"/>
              <a:gd name="connsiteY99" fmla="*/ 2268285 h 9456078"/>
              <a:gd name="connsiteX100" fmla="*/ 8865156 w 13940157"/>
              <a:gd name="connsiteY100" fmla="*/ 2229056 h 9456078"/>
              <a:gd name="connsiteX101" fmla="*/ 8896349 w 13940157"/>
              <a:gd name="connsiteY101" fmla="*/ 2190127 h 9456078"/>
              <a:gd name="connsiteX102" fmla="*/ 8927839 w 13940157"/>
              <a:gd name="connsiteY102" fmla="*/ 2151500 h 9456078"/>
              <a:gd name="connsiteX103" fmla="*/ 8959624 w 13940157"/>
              <a:gd name="connsiteY103" fmla="*/ 2113176 h 9456078"/>
              <a:gd name="connsiteX104" fmla="*/ 8991701 w 13940157"/>
              <a:gd name="connsiteY104" fmla="*/ 2075157 h 9456078"/>
              <a:gd name="connsiteX105" fmla="*/ 9024069 w 13940157"/>
              <a:gd name="connsiteY105" fmla="*/ 2037442 h 9456078"/>
              <a:gd name="connsiteX106" fmla="*/ 9056725 w 13940157"/>
              <a:gd name="connsiteY106" fmla="*/ 2000034 h 9456078"/>
              <a:gd name="connsiteX107" fmla="*/ 9089667 w 13940157"/>
              <a:gd name="connsiteY107" fmla="*/ 1962934 h 9456078"/>
              <a:gd name="connsiteX108" fmla="*/ 9122892 w 13940157"/>
              <a:gd name="connsiteY108" fmla="*/ 1926142 h 9456078"/>
              <a:gd name="connsiteX109" fmla="*/ 9156398 w 13940157"/>
              <a:gd name="connsiteY109" fmla="*/ 1889660 h 9456078"/>
              <a:gd name="connsiteX110" fmla="*/ 9190183 w 13940157"/>
              <a:gd name="connsiteY110" fmla="*/ 1853489 h 9456078"/>
              <a:gd name="connsiteX111" fmla="*/ 9224245 w 13940157"/>
              <a:gd name="connsiteY111" fmla="*/ 1817630 h 9456078"/>
              <a:gd name="connsiteX112" fmla="*/ 9258581 w 13940157"/>
              <a:gd name="connsiteY112" fmla="*/ 1782084 h 9456078"/>
              <a:gd name="connsiteX113" fmla="*/ 9293189 w 13940157"/>
              <a:gd name="connsiteY113" fmla="*/ 1746853 h 9456078"/>
              <a:gd name="connsiteX114" fmla="*/ 9328066 w 13940157"/>
              <a:gd name="connsiteY114" fmla="*/ 1711937 h 9456078"/>
              <a:gd name="connsiteX115" fmla="*/ 9363211 w 13940157"/>
              <a:gd name="connsiteY115" fmla="*/ 1677337 h 9456078"/>
              <a:gd name="connsiteX116" fmla="*/ 9398621 w 13940157"/>
              <a:gd name="connsiteY116" fmla="*/ 1643056 h 9456078"/>
              <a:gd name="connsiteX117" fmla="*/ 9434294 w 13940157"/>
              <a:gd name="connsiteY117" fmla="*/ 1609093 h 9456078"/>
              <a:gd name="connsiteX118" fmla="*/ 9470227 w 13940157"/>
              <a:gd name="connsiteY118" fmla="*/ 1575450 h 9456078"/>
              <a:gd name="connsiteX119" fmla="*/ 9506418 w 13940157"/>
              <a:gd name="connsiteY119" fmla="*/ 1542128 h 9456078"/>
              <a:gd name="connsiteX120" fmla="*/ 9542866 w 13940157"/>
              <a:gd name="connsiteY120" fmla="*/ 1509129 h 9456078"/>
              <a:gd name="connsiteX121" fmla="*/ 9579567 w 13940157"/>
              <a:gd name="connsiteY121" fmla="*/ 1476452 h 9456078"/>
              <a:gd name="connsiteX122" fmla="*/ 9616519 w 13940157"/>
              <a:gd name="connsiteY122" fmla="*/ 1444101 h 9456078"/>
              <a:gd name="connsiteX123" fmla="*/ 9653720 w 13940157"/>
              <a:gd name="connsiteY123" fmla="*/ 1412075 h 9456078"/>
              <a:gd name="connsiteX124" fmla="*/ 9691168 w 13940157"/>
              <a:gd name="connsiteY124" fmla="*/ 1380375 h 9456078"/>
              <a:gd name="connsiteX125" fmla="*/ 9728861 w 13940157"/>
              <a:gd name="connsiteY125" fmla="*/ 1349004 h 9456078"/>
              <a:gd name="connsiteX126" fmla="*/ 9766795 w 13940157"/>
              <a:gd name="connsiteY126" fmla="*/ 1317962 h 9456078"/>
              <a:gd name="connsiteX127" fmla="*/ 9804970 w 13940157"/>
              <a:gd name="connsiteY127" fmla="*/ 1287250 h 9456078"/>
              <a:gd name="connsiteX128" fmla="*/ 9843382 w 13940157"/>
              <a:gd name="connsiteY128" fmla="*/ 1256869 h 9456078"/>
              <a:gd name="connsiteX129" fmla="*/ 9882029 w 13940157"/>
              <a:gd name="connsiteY129" fmla="*/ 1226820 h 9456078"/>
              <a:gd name="connsiteX130" fmla="*/ 9920909 w 13940157"/>
              <a:gd name="connsiteY130" fmla="*/ 1197105 h 9456078"/>
              <a:gd name="connsiteX131" fmla="*/ 9960020 w 13940157"/>
              <a:gd name="connsiteY131" fmla="*/ 1167725 h 9456078"/>
              <a:gd name="connsiteX132" fmla="*/ 9999359 w 13940157"/>
              <a:gd name="connsiteY132" fmla="*/ 1138681 h 9456078"/>
              <a:gd name="connsiteX133" fmla="*/ 10038924 w 13940157"/>
              <a:gd name="connsiteY133" fmla="*/ 1109974 h 9456078"/>
              <a:gd name="connsiteX134" fmla="*/ 10078713 w 13940157"/>
              <a:gd name="connsiteY134" fmla="*/ 1081604 h 9456078"/>
              <a:gd name="connsiteX135" fmla="*/ 10118724 w 13940157"/>
              <a:gd name="connsiteY135" fmla="*/ 1053574 h 9456078"/>
              <a:gd name="connsiteX136" fmla="*/ 10158954 w 13940157"/>
              <a:gd name="connsiteY136" fmla="*/ 1025884 h 9456078"/>
              <a:gd name="connsiteX137" fmla="*/ 10199400 w 13940157"/>
              <a:gd name="connsiteY137" fmla="*/ 998536 h 9456078"/>
              <a:gd name="connsiteX138" fmla="*/ 10240062 w 13940157"/>
              <a:gd name="connsiteY138" fmla="*/ 971530 h 9456078"/>
              <a:gd name="connsiteX139" fmla="*/ 10280935 w 13940157"/>
              <a:gd name="connsiteY139" fmla="*/ 944868 h 9456078"/>
              <a:gd name="connsiteX140" fmla="*/ 10322019 w 13940157"/>
              <a:gd name="connsiteY140" fmla="*/ 918551 h 9456078"/>
              <a:gd name="connsiteX141" fmla="*/ 10363310 w 13940157"/>
              <a:gd name="connsiteY141" fmla="*/ 892580 h 9456078"/>
              <a:gd name="connsiteX142" fmla="*/ 10404807 w 13940157"/>
              <a:gd name="connsiteY142" fmla="*/ 866956 h 9456078"/>
              <a:gd name="connsiteX143" fmla="*/ 10446507 w 13940157"/>
              <a:gd name="connsiteY143" fmla="*/ 841681 h 9456078"/>
              <a:gd name="connsiteX144" fmla="*/ 10488408 w 13940157"/>
              <a:gd name="connsiteY144" fmla="*/ 816754 h 9456078"/>
              <a:gd name="connsiteX145" fmla="*/ 10530507 w 13940157"/>
              <a:gd name="connsiteY145" fmla="*/ 792179 h 9456078"/>
              <a:gd name="connsiteX146" fmla="*/ 10572803 w 13940157"/>
              <a:gd name="connsiteY146" fmla="*/ 767955 h 9456078"/>
              <a:gd name="connsiteX147" fmla="*/ 10615292 w 13940157"/>
              <a:gd name="connsiteY147" fmla="*/ 744083 h 9456078"/>
              <a:gd name="connsiteX148" fmla="*/ 10657973 w 13940157"/>
              <a:gd name="connsiteY148" fmla="*/ 720566 h 9456078"/>
              <a:gd name="connsiteX149" fmla="*/ 10700844 w 13940157"/>
              <a:gd name="connsiteY149" fmla="*/ 697404 h 9456078"/>
              <a:gd name="connsiteX150" fmla="*/ 10743902 w 13940157"/>
              <a:gd name="connsiteY150" fmla="*/ 674598 h 9456078"/>
              <a:gd name="connsiteX151" fmla="*/ 10787144 w 13940157"/>
              <a:gd name="connsiteY151" fmla="*/ 652149 h 9456078"/>
              <a:gd name="connsiteX152" fmla="*/ 10830569 w 13940157"/>
              <a:gd name="connsiteY152" fmla="*/ 630059 h 9456078"/>
              <a:gd name="connsiteX153" fmla="*/ 10874174 w 13940157"/>
              <a:gd name="connsiteY153" fmla="*/ 608328 h 9456078"/>
              <a:gd name="connsiteX154" fmla="*/ 10917957 w 13940157"/>
              <a:gd name="connsiteY154" fmla="*/ 586958 h 9456078"/>
              <a:gd name="connsiteX155" fmla="*/ 10961916 w 13940157"/>
              <a:gd name="connsiteY155" fmla="*/ 565950 h 9456078"/>
              <a:gd name="connsiteX156" fmla="*/ 11006048 w 13940157"/>
              <a:gd name="connsiteY156" fmla="*/ 545304 h 9456078"/>
              <a:gd name="connsiteX157" fmla="*/ 11050351 w 13940157"/>
              <a:gd name="connsiteY157" fmla="*/ 525023 h 9456078"/>
              <a:gd name="connsiteX158" fmla="*/ 11094823 w 13940157"/>
              <a:gd name="connsiteY158" fmla="*/ 505107 h 9456078"/>
              <a:gd name="connsiteX159" fmla="*/ 11139461 w 13940157"/>
              <a:gd name="connsiteY159" fmla="*/ 485558 h 9456078"/>
              <a:gd name="connsiteX160" fmla="*/ 11184263 w 13940157"/>
              <a:gd name="connsiteY160" fmla="*/ 466376 h 9456078"/>
              <a:gd name="connsiteX161" fmla="*/ 11229228 w 13940157"/>
              <a:gd name="connsiteY161" fmla="*/ 447563 h 9456078"/>
              <a:gd name="connsiteX162" fmla="*/ 11274351 w 13940157"/>
              <a:gd name="connsiteY162" fmla="*/ 429119 h 9456078"/>
              <a:gd name="connsiteX163" fmla="*/ 11319632 w 13940157"/>
              <a:gd name="connsiteY163" fmla="*/ 411046 h 9456078"/>
              <a:gd name="connsiteX164" fmla="*/ 11365068 w 13940157"/>
              <a:gd name="connsiteY164" fmla="*/ 393346 h 9456078"/>
              <a:gd name="connsiteX165" fmla="*/ 11410657 w 13940157"/>
              <a:gd name="connsiteY165" fmla="*/ 376018 h 9456078"/>
              <a:gd name="connsiteX166" fmla="*/ 11456396 w 13940157"/>
              <a:gd name="connsiteY166" fmla="*/ 359065 h 9456078"/>
              <a:gd name="connsiteX167" fmla="*/ 11502283 w 13940157"/>
              <a:gd name="connsiteY167" fmla="*/ 342487 h 9456078"/>
              <a:gd name="connsiteX168" fmla="*/ 11548316 w 13940157"/>
              <a:gd name="connsiteY168" fmla="*/ 326286 h 9456078"/>
              <a:gd name="connsiteX169" fmla="*/ 11594492 w 13940157"/>
              <a:gd name="connsiteY169" fmla="*/ 310462 h 9456078"/>
              <a:gd name="connsiteX170" fmla="*/ 11640810 w 13940157"/>
              <a:gd name="connsiteY170" fmla="*/ 295018 h 9456078"/>
              <a:gd name="connsiteX171" fmla="*/ 11687267 w 13940157"/>
              <a:gd name="connsiteY171" fmla="*/ 279953 h 9456078"/>
              <a:gd name="connsiteX172" fmla="*/ 11733860 w 13940157"/>
              <a:gd name="connsiteY172" fmla="*/ 265269 h 9456078"/>
              <a:gd name="connsiteX173" fmla="*/ 11780587 w 13940157"/>
              <a:gd name="connsiteY173" fmla="*/ 250968 h 9456078"/>
              <a:gd name="connsiteX174" fmla="*/ 11827447 w 13940157"/>
              <a:gd name="connsiteY174" fmla="*/ 237049 h 9456078"/>
              <a:gd name="connsiteX175" fmla="*/ 11874436 w 13940157"/>
              <a:gd name="connsiteY175" fmla="*/ 223516 h 9456078"/>
              <a:gd name="connsiteX176" fmla="*/ 11921553 w 13940157"/>
              <a:gd name="connsiteY176" fmla="*/ 210368 h 9456078"/>
              <a:gd name="connsiteX177" fmla="*/ 11968794 w 13940157"/>
              <a:gd name="connsiteY177" fmla="*/ 197606 h 9456078"/>
              <a:gd name="connsiteX178" fmla="*/ 12016159 w 13940157"/>
              <a:gd name="connsiteY178" fmla="*/ 185233 h 9456078"/>
              <a:gd name="connsiteX179" fmla="*/ 12063644 w 13940157"/>
              <a:gd name="connsiteY179" fmla="*/ 173248 h 9456078"/>
              <a:gd name="connsiteX180" fmla="*/ 12111248 w 13940157"/>
              <a:gd name="connsiteY180" fmla="*/ 161654 h 9456078"/>
              <a:gd name="connsiteX181" fmla="*/ 12158967 w 13940157"/>
              <a:gd name="connsiteY181" fmla="*/ 150451 h 9456078"/>
              <a:gd name="connsiteX182" fmla="*/ 12206800 w 13940157"/>
              <a:gd name="connsiteY182" fmla="*/ 139640 h 9456078"/>
              <a:gd name="connsiteX183" fmla="*/ 12254745 w 13940157"/>
              <a:gd name="connsiteY183" fmla="*/ 129223 h 9456078"/>
              <a:gd name="connsiteX184" fmla="*/ 12302799 w 13940157"/>
              <a:gd name="connsiteY184" fmla="*/ 119201 h 9456078"/>
              <a:gd name="connsiteX185" fmla="*/ 12350959 w 13940157"/>
              <a:gd name="connsiteY185" fmla="*/ 109574 h 9456078"/>
              <a:gd name="connsiteX186" fmla="*/ 12399224 w 13940157"/>
              <a:gd name="connsiteY186" fmla="*/ 100344 h 9456078"/>
              <a:gd name="connsiteX187" fmla="*/ 12447591 w 13940157"/>
              <a:gd name="connsiteY187" fmla="*/ 91512 h 9456078"/>
              <a:gd name="connsiteX188" fmla="*/ 12496058 w 13940157"/>
              <a:gd name="connsiteY188" fmla="*/ 83080 h 9456078"/>
              <a:gd name="connsiteX189" fmla="*/ 12544623 w 13940157"/>
              <a:gd name="connsiteY189" fmla="*/ 75047 h 9456078"/>
              <a:gd name="connsiteX190" fmla="*/ 12593283 w 13940157"/>
              <a:gd name="connsiteY190" fmla="*/ 67417 h 9456078"/>
              <a:gd name="connsiteX191" fmla="*/ 12642036 w 13940157"/>
              <a:gd name="connsiteY191" fmla="*/ 60188 h 9456078"/>
              <a:gd name="connsiteX192" fmla="*/ 12690879 w 13940157"/>
              <a:gd name="connsiteY192" fmla="*/ 53364 h 9456078"/>
              <a:gd name="connsiteX193" fmla="*/ 12739811 w 13940157"/>
              <a:gd name="connsiteY193" fmla="*/ 46944 h 9456078"/>
              <a:gd name="connsiteX194" fmla="*/ 12788830 w 13940157"/>
              <a:gd name="connsiteY194" fmla="*/ 40931 h 9456078"/>
              <a:gd name="connsiteX195" fmla="*/ 12837932 w 13940157"/>
              <a:gd name="connsiteY195" fmla="*/ 35324 h 9456078"/>
              <a:gd name="connsiteX196" fmla="*/ 12887116 w 13940157"/>
              <a:gd name="connsiteY196" fmla="*/ 30126 h 9456078"/>
              <a:gd name="connsiteX197" fmla="*/ 12936379 w 13940157"/>
              <a:gd name="connsiteY197" fmla="*/ 25337 h 9456078"/>
              <a:gd name="connsiteX198" fmla="*/ 12985719 w 13940157"/>
              <a:gd name="connsiteY198" fmla="*/ 20958 h 9456078"/>
              <a:gd name="connsiteX199" fmla="*/ 13035133 w 13940157"/>
              <a:gd name="connsiteY199" fmla="*/ 16991 h 9456078"/>
              <a:gd name="connsiteX200" fmla="*/ 13084620 w 13940157"/>
              <a:gd name="connsiteY200" fmla="*/ 13437 h 9456078"/>
              <a:gd name="connsiteX201" fmla="*/ 13134178 w 13940157"/>
              <a:gd name="connsiteY201" fmla="*/ 10297 h 9456078"/>
              <a:gd name="connsiteX202" fmla="*/ 13183803 w 13940157"/>
              <a:gd name="connsiteY202" fmla="*/ 7572 h 9456078"/>
              <a:gd name="connsiteX203" fmla="*/ 13233493 w 13940157"/>
              <a:gd name="connsiteY203" fmla="*/ 5263 h 9456078"/>
              <a:gd name="connsiteX204" fmla="*/ 13283247 w 13940157"/>
              <a:gd name="connsiteY204" fmla="*/ 3371 h 9456078"/>
              <a:gd name="connsiteX205" fmla="*/ 13333061 w 13940157"/>
              <a:gd name="connsiteY205" fmla="*/ 1898 h 9456078"/>
              <a:gd name="connsiteX206" fmla="*/ 13382934 w 13940157"/>
              <a:gd name="connsiteY206" fmla="*/ 844 h 9456078"/>
              <a:gd name="connsiteX207" fmla="*/ 13432864 w 13940157"/>
              <a:gd name="connsiteY207" fmla="*/ 211 h 9456078"/>
              <a:gd name="connsiteX208" fmla="*/ 13482847 w 13940157"/>
              <a:gd name="connsiteY208" fmla="*/ 0 h 9456078"/>
              <a:gd name="connsiteX209" fmla="*/ 13940158 w 13940157"/>
              <a:gd name="connsiteY209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49234 w 13158799"/>
              <a:gd name="connsiteY5" fmla="*/ 9450052 h 9456078"/>
              <a:gd name="connsiteX6" fmla="*/ 298870 w 13158799"/>
              <a:gd name="connsiteY6" fmla="*/ 9447409 h 9456078"/>
              <a:gd name="connsiteX7" fmla="*/ 348429 w 13158799"/>
              <a:gd name="connsiteY7" fmla="*/ 9444290 h 9456078"/>
              <a:gd name="connsiteX8" fmla="*/ 397907 w 13158799"/>
              <a:gd name="connsiteY8" fmla="*/ 9440698 h 9456078"/>
              <a:gd name="connsiteX9" fmla="*/ 447302 w 13158799"/>
              <a:gd name="connsiteY9" fmla="*/ 9436632 h 9456078"/>
              <a:gd name="connsiteX10" fmla="*/ 496610 w 13158799"/>
              <a:gd name="connsiteY10" fmla="*/ 9432096 h 9456078"/>
              <a:gd name="connsiteX11" fmla="*/ 545829 w 13158799"/>
              <a:gd name="connsiteY11" fmla="*/ 9427089 h 9456078"/>
              <a:gd name="connsiteX12" fmla="*/ 594956 w 13158799"/>
              <a:gd name="connsiteY12" fmla="*/ 9421615 h 9456078"/>
              <a:gd name="connsiteX13" fmla="*/ 643987 w 13158799"/>
              <a:gd name="connsiteY13" fmla="*/ 9415673 h 9456078"/>
              <a:gd name="connsiteX14" fmla="*/ 692920 w 13158799"/>
              <a:gd name="connsiteY14" fmla="*/ 9409267 h 9456078"/>
              <a:gd name="connsiteX15" fmla="*/ 741751 w 13158799"/>
              <a:gd name="connsiteY15" fmla="*/ 9402396 h 9456078"/>
              <a:gd name="connsiteX16" fmla="*/ 790478 w 13158799"/>
              <a:gd name="connsiteY16" fmla="*/ 9395063 h 9456078"/>
              <a:gd name="connsiteX17" fmla="*/ 839098 w 13158799"/>
              <a:gd name="connsiteY17" fmla="*/ 9387270 h 9456078"/>
              <a:gd name="connsiteX18" fmla="*/ 887607 w 13158799"/>
              <a:gd name="connsiteY18" fmla="*/ 9379017 h 9456078"/>
              <a:gd name="connsiteX19" fmla="*/ 936002 w 13158799"/>
              <a:gd name="connsiteY19" fmla="*/ 9370306 h 9456078"/>
              <a:gd name="connsiteX20" fmla="*/ 984281 w 13158799"/>
              <a:gd name="connsiteY20" fmla="*/ 9361139 h 9456078"/>
              <a:gd name="connsiteX21" fmla="*/ 1032440 w 13158799"/>
              <a:gd name="connsiteY21" fmla="*/ 9351517 h 9456078"/>
              <a:gd name="connsiteX22" fmla="*/ 1080477 w 13158799"/>
              <a:gd name="connsiteY22" fmla="*/ 9341441 h 9456078"/>
              <a:gd name="connsiteX23" fmla="*/ 1128389 w 13158799"/>
              <a:gd name="connsiteY23" fmla="*/ 9330914 h 9456078"/>
              <a:gd name="connsiteX24" fmla="*/ 1176172 w 13158799"/>
              <a:gd name="connsiteY24" fmla="*/ 9319936 h 9456078"/>
              <a:gd name="connsiteX25" fmla="*/ 1223823 w 13158799"/>
              <a:gd name="connsiteY25" fmla="*/ 9308509 h 9456078"/>
              <a:gd name="connsiteX26" fmla="*/ 1271339 w 13158799"/>
              <a:gd name="connsiteY26" fmla="*/ 9296635 h 9456078"/>
              <a:gd name="connsiteX27" fmla="*/ 1318719 w 13158799"/>
              <a:gd name="connsiteY27" fmla="*/ 9284315 h 9456078"/>
              <a:gd name="connsiteX28" fmla="*/ 1365957 w 13158799"/>
              <a:gd name="connsiteY28" fmla="*/ 9271550 h 9456078"/>
              <a:gd name="connsiteX29" fmla="*/ 1413052 w 13158799"/>
              <a:gd name="connsiteY29" fmla="*/ 9258342 h 9456078"/>
              <a:gd name="connsiteX30" fmla="*/ 1460000 w 13158799"/>
              <a:gd name="connsiteY30" fmla="*/ 9244693 h 9456078"/>
              <a:gd name="connsiteX31" fmla="*/ 1506799 w 13158799"/>
              <a:gd name="connsiteY31" fmla="*/ 9230604 h 9456078"/>
              <a:gd name="connsiteX32" fmla="*/ 1553445 w 13158799"/>
              <a:gd name="connsiteY32" fmla="*/ 9216076 h 9456078"/>
              <a:gd name="connsiteX33" fmla="*/ 1599935 w 13158799"/>
              <a:gd name="connsiteY33" fmla="*/ 9201111 h 9456078"/>
              <a:gd name="connsiteX34" fmla="*/ 1646267 w 13158799"/>
              <a:gd name="connsiteY34" fmla="*/ 9185710 h 9456078"/>
              <a:gd name="connsiteX35" fmla="*/ 1692437 w 13158799"/>
              <a:gd name="connsiteY35" fmla="*/ 9169876 h 9456078"/>
              <a:gd name="connsiteX36" fmla="*/ 1738442 w 13158799"/>
              <a:gd name="connsiteY36" fmla="*/ 9153608 h 9456078"/>
              <a:gd name="connsiteX37" fmla="*/ 1784280 w 13158799"/>
              <a:gd name="connsiteY37" fmla="*/ 9136910 h 9456078"/>
              <a:gd name="connsiteX38" fmla="*/ 1829947 w 13158799"/>
              <a:gd name="connsiteY38" fmla="*/ 9119782 h 9456078"/>
              <a:gd name="connsiteX39" fmla="*/ 1875440 w 13158799"/>
              <a:gd name="connsiteY39" fmla="*/ 9102226 h 9456078"/>
              <a:gd name="connsiteX40" fmla="*/ 1920756 w 13158799"/>
              <a:gd name="connsiteY40" fmla="*/ 9084243 h 9456078"/>
              <a:gd name="connsiteX41" fmla="*/ 1965893 w 13158799"/>
              <a:gd name="connsiteY41" fmla="*/ 9065835 h 9456078"/>
              <a:gd name="connsiteX42" fmla="*/ 2010847 w 13158799"/>
              <a:gd name="connsiteY42" fmla="*/ 9047004 h 9456078"/>
              <a:gd name="connsiteX43" fmla="*/ 2055615 w 13158799"/>
              <a:gd name="connsiteY43" fmla="*/ 9027750 h 9456078"/>
              <a:gd name="connsiteX44" fmla="*/ 2100195 w 13158799"/>
              <a:gd name="connsiteY44" fmla="*/ 9008075 h 9456078"/>
              <a:gd name="connsiteX45" fmla="*/ 2144582 w 13158799"/>
              <a:gd name="connsiteY45" fmla="*/ 8987981 h 9456078"/>
              <a:gd name="connsiteX46" fmla="*/ 2188775 w 13158799"/>
              <a:gd name="connsiteY46" fmla="*/ 8967470 h 9456078"/>
              <a:gd name="connsiteX47" fmla="*/ 2232770 w 13158799"/>
              <a:gd name="connsiteY47" fmla="*/ 8946542 h 9456078"/>
              <a:gd name="connsiteX48" fmla="*/ 2276564 w 13158799"/>
              <a:gd name="connsiteY48" fmla="*/ 8925199 h 9456078"/>
              <a:gd name="connsiteX49" fmla="*/ 2320154 w 13158799"/>
              <a:gd name="connsiteY49" fmla="*/ 8903443 h 9456078"/>
              <a:gd name="connsiteX50" fmla="*/ 2363538 w 13158799"/>
              <a:gd name="connsiteY50" fmla="*/ 8881275 h 9456078"/>
              <a:gd name="connsiteX51" fmla="*/ 2406711 w 13158799"/>
              <a:gd name="connsiteY51" fmla="*/ 8858697 h 9456078"/>
              <a:gd name="connsiteX52" fmla="*/ 2449672 w 13158799"/>
              <a:gd name="connsiteY52" fmla="*/ 8835710 h 9456078"/>
              <a:gd name="connsiteX53" fmla="*/ 2492417 w 13158799"/>
              <a:gd name="connsiteY53" fmla="*/ 8812316 h 9456078"/>
              <a:gd name="connsiteX54" fmla="*/ 2534943 w 13158799"/>
              <a:gd name="connsiteY54" fmla="*/ 8788516 h 9456078"/>
              <a:gd name="connsiteX55" fmla="*/ 2577247 w 13158799"/>
              <a:gd name="connsiteY55" fmla="*/ 8764311 h 9456078"/>
              <a:gd name="connsiteX56" fmla="*/ 2619326 w 13158799"/>
              <a:gd name="connsiteY56" fmla="*/ 8739704 h 9456078"/>
              <a:gd name="connsiteX57" fmla="*/ 2661177 w 13158799"/>
              <a:gd name="connsiteY57" fmla="*/ 8714695 h 9456078"/>
              <a:gd name="connsiteX58" fmla="*/ 2702797 w 13158799"/>
              <a:gd name="connsiteY58" fmla="*/ 8689286 h 9456078"/>
              <a:gd name="connsiteX59" fmla="*/ 2744183 w 13158799"/>
              <a:gd name="connsiteY59" fmla="*/ 8663479 h 9456078"/>
              <a:gd name="connsiteX60" fmla="*/ 2785333 w 13158799"/>
              <a:gd name="connsiteY60" fmla="*/ 8637274 h 9456078"/>
              <a:gd name="connsiteX61" fmla="*/ 2826242 w 13158799"/>
              <a:gd name="connsiteY61" fmla="*/ 8610675 h 9456078"/>
              <a:gd name="connsiteX62" fmla="*/ 2866908 w 13158799"/>
              <a:gd name="connsiteY62" fmla="*/ 8583681 h 9456078"/>
              <a:gd name="connsiteX63" fmla="*/ 2907329 w 13158799"/>
              <a:gd name="connsiteY63" fmla="*/ 8556295 h 9456078"/>
              <a:gd name="connsiteX64" fmla="*/ 2947500 w 13158799"/>
              <a:gd name="connsiteY64" fmla="*/ 8528517 h 9456078"/>
              <a:gd name="connsiteX65" fmla="*/ 2987419 w 13158799"/>
              <a:gd name="connsiteY65" fmla="*/ 8500351 h 9456078"/>
              <a:gd name="connsiteX66" fmla="*/ 3027083 w 13158799"/>
              <a:gd name="connsiteY66" fmla="*/ 8471796 h 9456078"/>
              <a:gd name="connsiteX67" fmla="*/ 3066489 w 13158799"/>
              <a:gd name="connsiteY67" fmla="*/ 8442854 h 9456078"/>
              <a:gd name="connsiteX68" fmla="*/ 3105634 w 13158799"/>
              <a:gd name="connsiteY68" fmla="*/ 8413528 h 9456078"/>
              <a:gd name="connsiteX69" fmla="*/ 3144515 w 13158799"/>
              <a:gd name="connsiteY69" fmla="*/ 8383818 h 9456078"/>
              <a:gd name="connsiteX70" fmla="*/ 3183129 w 13158799"/>
              <a:gd name="connsiteY70" fmla="*/ 8353726 h 9456078"/>
              <a:gd name="connsiteX71" fmla="*/ 3221473 w 13158799"/>
              <a:gd name="connsiteY71" fmla="*/ 8323253 h 9456078"/>
              <a:gd name="connsiteX72" fmla="*/ 3259544 w 13158799"/>
              <a:gd name="connsiteY72" fmla="*/ 8292401 h 9456078"/>
              <a:gd name="connsiteX73" fmla="*/ 3297339 w 13158799"/>
              <a:gd name="connsiteY73" fmla="*/ 8261172 h 9456078"/>
              <a:gd name="connsiteX74" fmla="*/ 3334854 w 13158799"/>
              <a:gd name="connsiteY74" fmla="*/ 8229566 h 9456078"/>
              <a:gd name="connsiteX75" fmla="*/ 3372087 w 13158799"/>
              <a:gd name="connsiteY75" fmla="*/ 8197585 h 9456078"/>
              <a:gd name="connsiteX76" fmla="*/ 3409035 w 13158799"/>
              <a:gd name="connsiteY76" fmla="*/ 8165232 h 9456078"/>
              <a:gd name="connsiteX77" fmla="*/ 3445695 w 13158799"/>
              <a:gd name="connsiteY77" fmla="*/ 8132507 h 9456078"/>
              <a:gd name="connsiteX78" fmla="*/ 3482064 w 13158799"/>
              <a:gd name="connsiteY78" fmla="*/ 8099411 h 9456078"/>
              <a:gd name="connsiteX79" fmla="*/ 3518139 w 13158799"/>
              <a:gd name="connsiteY79" fmla="*/ 8065947 h 9456078"/>
              <a:gd name="connsiteX80" fmla="*/ 3553916 w 13158799"/>
              <a:gd name="connsiteY80" fmla="*/ 8032115 h 9456078"/>
              <a:gd name="connsiteX81" fmla="*/ 3589393 w 13158799"/>
              <a:gd name="connsiteY81" fmla="*/ 7997918 h 9456078"/>
              <a:gd name="connsiteX82" fmla="*/ 3624567 w 13158799"/>
              <a:gd name="connsiteY82" fmla="*/ 7963356 h 9456078"/>
              <a:gd name="connsiteX83" fmla="*/ 3659435 w 13158799"/>
              <a:gd name="connsiteY83" fmla="*/ 7928432 h 9456078"/>
              <a:gd name="connsiteX84" fmla="*/ 3693994 w 13158799"/>
              <a:gd name="connsiteY84" fmla="*/ 7893146 h 9456078"/>
              <a:gd name="connsiteX85" fmla="*/ 3728240 w 13158799"/>
              <a:gd name="connsiteY85" fmla="*/ 7857501 h 9456078"/>
              <a:gd name="connsiteX86" fmla="*/ 3762171 w 13158799"/>
              <a:gd name="connsiteY86" fmla="*/ 7821497 h 9456078"/>
              <a:gd name="connsiteX87" fmla="*/ 3795783 w 13158799"/>
              <a:gd name="connsiteY87" fmla="*/ 7785136 h 9456078"/>
              <a:gd name="connsiteX88" fmla="*/ 3829075 w 13158799"/>
              <a:gd name="connsiteY88" fmla="*/ 7748420 h 9456078"/>
              <a:gd name="connsiteX89" fmla="*/ 3862042 w 13158799"/>
              <a:gd name="connsiteY89" fmla="*/ 7711350 h 9456078"/>
              <a:gd name="connsiteX90" fmla="*/ 3894682 w 13158799"/>
              <a:gd name="connsiteY90" fmla="*/ 7673928 h 9456078"/>
              <a:gd name="connsiteX91" fmla="*/ 3926991 w 13158799"/>
              <a:gd name="connsiteY91" fmla="*/ 7636155 h 9456078"/>
              <a:gd name="connsiteX92" fmla="*/ 3958967 w 13158799"/>
              <a:gd name="connsiteY92" fmla="*/ 7598032 h 9456078"/>
              <a:gd name="connsiteX93" fmla="*/ 3990607 w 13158799"/>
              <a:gd name="connsiteY93" fmla="*/ 7559561 h 9456078"/>
              <a:gd name="connsiteX94" fmla="*/ 4021907 w 13158799"/>
              <a:gd name="connsiteY94" fmla="*/ 7520744 h 9456078"/>
              <a:gd name="connsiteX95" fmla="*/ 4052865 w 13158799"/>
              <a:gd name="connsiteY95" fmla="*/ 7481582 h 9456078"/>
              <a:gd name="connsiteX96" fmla="*/ 4083478 w 13158799"/>
              <a:gd name="connsiteY96" fmla="*/ 7442077 h 9456078"/>
              <a:gd name="connsiteX97" fmla="*/ 8022311 w 13158799"/>
              <a:gd name="connsiteY97" fmla="*/ 2307814 h 9456078"/>
              <a:gd name="connsiteX98" fmla="*/ 8052902 w 13158799"/>
              <a:gd name="connsiteY98" fmla="*/ 2268285 h 9456078"/>
              <a:gd name="connsiteX99" fmla="*/ 8083796 w 13158799"/>
              <a:gd name="connsiteY99" fmla="*/ 2229056 h 9456078"/>
              <a:gd name="connsiteX100" fmla="*/ 8114989 w 13158799"/>
              <a:gd name="connsiteY100" fmla="*/ 2190127 h 9456078"/>
              <a:gd name="connsiteX101" fmla="*/ 8146479 w 13158799"/>
              <a:gd name="connsiteY101" fmla="*/ 2151500 h 9456078"/>
              <a:gd name="connsiteX102" fmla="*/ 8178264 w 13158799"/>
              <a:gd name="connsiteY102" fmla="*/ 2113176 h 9456078"/>
              <a:gd name="connsiteX103" fmla="*/ 8210341 w 13158799"/>
              <a:gd name="connsiteY103" fmla="*/ 2075157 h 9456078"/>
              <a:gd name="connsiteX104" fmla="*/ 8242709 w 13158799"/>
              <a:gd name="connsiteY104" fmla="*/ 2037442 h 9456078"/>
              <a:gd name="connsiteX105" fmla="*/ 8275365 w 13158799"/>
              <a:gd name="connsiteY105" fmla="*/ 2000034 h 9456078"/>
              <a:gd name="connsiteX106" fmla="*/ 8308307 w 13158799"/>
              <a:gd name="connsiteY106" fmla="*/ 1962934 h 9456078"/>
              <a:gd name="connsiteX107" fmla="*/ 8341532 w 13158799"/>
              <a:gd name="connsiteY107" fmla="*/ 1926142 h 9456078"/>
              <a:gd name="connsiteX108" fmla="*/ 8375038 w 13158799"/>
              <a:gd name="connsiteY108" fmla="*/ 1889660 h 9456078"/>
              <a:gd name="connsiteX109" fmla="*/ 8408823 w 13158799"/>
              <a:gd name="connsiteY109" fmla="*/ 1853489 h 9456078"/>
              <a:gd name="connsiteX110" fmla="*/ 8442885 w 13158799"/>
              <a:gd name="connsiteY110" fmla="*/ 1817630 h 9456078"/>
              <a:gd name="connsiteX111" fmla="*/ 8477221 w 13158799"/>
              <a:gd name="connsiteY111" fmla="*/ 1782084 h 9456078"/>
              <a:gd name="connsiteX112" fmla="*/ 8511829 w 13158799"/>
              <a:gd name="connsiteY112" fmla="*/ 1746853 h 9456078"/>
              <a:gd name="connsiteX113" fmla="*/ 8546706 w 13158799"/>
              <a:gd name="connsiteY113" fmla="*/ 1711937 h 9456078"/>
              <a:gd name="connsiteX114" fmla="*/ 8581851 w 13158799"/>
              <a:gd name="connsiteY114" fmla="*/ 1677337 h 9456078"/>
              <a:gd name="connsiteX115" fmla="*/ 8617261 w 13158799"/>
              <a:gd name="connsiteY115" fmla="*/ 1643056 h 9456078"/>
              <a:gd name="connsiteX116" fmla="*/ 8652934 w 13158799"/>
              <a:gd name="connsiteY116" fmla="*/ 1609093 h 9456078"/>
              <a:gd name="connsiteX117" fmla="*/ 8688867 w 13158799"/>
              <a:gd name="connsiteY117" fmla="*/ 1575450 h 9456078"/>
              <a:gd name="connsiteX118" fmla="*/ 8725058 w 13158799"/>
              <a:gd name="connsiteY118" fmla="*/ 1542128 h 9456078"/>
              <a:gd name="connsiteX119" fmla="*/ 8761506 w 13158799"/>
              <a:gd name="connsiteY119" fmla="*/ 1509129 h 9456078"/>
              <a:gd name="connsiteX120" fmla="*/ 8798207 w 13158799"/>
              <a:gd name="connsiteY120" fmla="*/ 1476452 h 9456078"/>
              <a:gd name="connsiteX121" fmla="*/ 8835159 w 13158799"/>
              <a:gd name="connsiteY121" fmla="*/ 1444101 h 9456078"/>
              <a:gd name="connsiteX122" fmla="*/ 8872360 w 13158799"/>
              <a:gd name="connsiteY122" fmla="*/ 1412075 h 9456078"/>
              <a:gd name="connsiteX123" fmla="*/ 8909808 w 13158799"/>
              <a:gd name="connsiteY123" fmla="*/ 1380375 h 9456078"/>
              <a:gd name="connsiteX124" fmla="*/ 8947501 w 13158799"/>
              <a:gd name="connsiteY124" fmla="*/ 1349004 h 9456078"/>
              <a:gd name="connsiteX125" fmla="*/ 8985435 w 13158799"/>
              <a:gd name="connsiteY125" fmla="*/ 1317962 h 9456078"/>
              <a:gd name="connsiteX126" fmla="*/ 9023610 w 13158799"/>
              <a:gd name="connsiteY126" fmla="*/ 1287250 h 9456078"/>
              <a:gd name="connsiteX127" fmla="*/ 9062022 w 13158799"/>
              <a:gd name="connsiteY127" fmla="*/ 1256869 h 9456078"/>
              <a:gd name="connsiteX128" fmla="*/ 9100669 w 13158799"/>
              <a:gd name="connsiteY128" fmla="*/ 1226820 h 9456078"/>
              <a:gd name="connsiteX129" fmla="*/ 9139549 w 13158799"/>
              <a:gd name="connsiteY129" fmla="*/ 1197105 h 9456078"/>
              <a:gd name="connsiteX130" fmla="*/ 9178660 w 13158799"/>
              <a:gd name="connsiteY130" fmla="*/ 1167725 h 9456078"/>
              <a:gd name="connsiteX131" fmla="*/ 9217999 w 13158799"/>
              <a:gd name="connsiteY131" fmla="*/ 1138681 h 9456078"/>
              <a:gd name="connsiteX132" fmla="*/ 9257564 w 13158799"/>
              <a:gd name="connsiteY132" fmla="*/ 1109974 h 9456078"/>
              <a:gd name="connsiteX133" fmla="*/ 9297353 w 13158799"/>
              <a:gd name="connsiteY133" fmla="*/ 1081604 h 9456078"/>
              <a:gd name="connsiteX134" fmla="*/ 9337364 w 13158799"/>
              <a:gd name="connsiteY134" fmla="*/ 1053574 h 9456078"/>
              <a:gd name="connsiteX135" fmla="*/ 9377594 w 13158799"/>
              <a:gd name="connsiteY135" fmla="*/ 1025884 h 9456078"/>
              <a:gd name="connsiteX136" fmla="*/ 9418040 w 13158799"/>
              <a:gd name="connsiteY136" fmla="*/ 998536 h 9456078"/>
              <a:gd name="connsiteX137" fmla="*/ 9458702 w 13158799"/>
              <a:gd name="connsiteY137" fmla="*/ 971530 h 9456078"/>
              <a:gd name="connsiteX138" fmla="*/ 9499575 w 13158799"/>
              <a:gd name="connsiteY138" fmla="*/ 944868 h 9456078"/>
              <a:gd name="connsiteX139" fmla="*/ 9540659 w 13158799"/>
              <a:gd name="connsiteY139" fmla="*/ 918551 h 9456078"/>
              <a:gd name="connsiteX140" fmla="*/ 9581950 w 13158799"/>
              <a:gd name="connsiteY140" fmla="*/ 892580 h 9456078"/>
              <a:gd name="connsiteX141" fmla="*/ 9623447 w 13158799"/>
              <a:gd name="connsiteY141" fmla="*/ 866956 h 9456078"/>
              <a:gd name="connsiteX142" fmla="*/ 9665147 w 13158799"/>
              <a:gd name="connsiteY142" fmla="*/ 841681 h 9456078"/>
              <a:gd name="connsiteX143" fmla="*/ 9707048 w 13158799"/>
              <a:gd name="connsiteY143" fmla="*/ 816754 h 9456078"/>
              <a:gd name="connsiteX144" fmla="*/ 9749147 w 13158799"/>
              <a:gd name="connsiteY144" fmla="*/ 792179 h 9456078"/>
              <a:gd name="connsiteX145" fmla="*/ 9791443 w 13158799"/>
              <a:gd name="connsiteY145" fmla="*/ 767955 h 9456078"/>
              <a:gd name="connsiteX146" fmla="*/ 9833932 w 13158799"/>
              <a:gd name="connsiteY146" fmla="*/ 744083 h 9456078"/>
              <a:gd name="connsiteX147" fmla="*/ 9876613 w 13158799"/>
              <a:gd name="connsiteY147" fmla="*/ 720566 h 9456078"/>
              <a:gd name="connsiteX148" fmla="*/ 9919484 w 13158799"/>
              <a:gd name="connsiteY148" fmla="*/ 697404 h 9456078"/>
              <a:gd name="connsiteX149" fmla="*/ 9962542 w 13158799"/>
              <a:gd name="connsiteY149" fmla="*/ 674598 h 9456078"/>
              <a:gd name="connsiteX150" fmla="*/ 10005784 w 13158799"/>
              <a:gd name="connsiteY150" fmla="*/ 652149 h 9456078"/>
              <a:gd name="connsiteX151" fmla="*/ 10049209 w 13158799"/>
              <a:gd name="connsiteY151" fmla="*/ 630059 h 9456078"/>
              <a:gd name="connsiteX152" fmla="*/ 10092814 w 13158799"/>
              <a:gd name="connsiteY152" fmla="*/ 608328 h 9456078"/>
              <a:gd name="connsiteX153" fmla="*/ 10136597 w 13158799"/>
              <a:gd name="connsiteY153" fmla="*/ 586958 h 9456078"/>
              <a:gd name="connsiteX154" fmla="*/ 10180556 w 13158799"/>
              <a:gd name="connsiteY154" fmla="*/ 565950 h 9456078"/>
              <a:gd name="connsiteX155" fmla="*/ 10224688 w 13158799"/>
              <a:gd name="connsiteY155" fmla="*/ 545304 h 9456078"/>
              <a:gd name="connsiteX156" fmla="*/ 10268991 w 13158799"/>
              <a:gd name="connsiteY156" fmla="*/ 525023 h 9456078"/>
              <a:gd name="connsiteX157" fmla="*/ 10313463 w 13158799"/>
              <a:gd name="connsiteY157" fmla="*/ 505107 h 9456078"/>
              <a:gd name="connsiteX158" fmla="*/ 10358101 w 13158799"/>
              <a:gd name="connsiteY158" fmla="*/ 485558 h 9456078"/>
              <a:gd name="connsiteX159" fmla="*/ 10402903 w 13158799"/>
              <a:gd name="connsiteY159" fmla="*/ 466376 h 9456078"/>
              <a:gd name="connsiteX160" fmla="*/ 10447868 w 13158799"/>
              <a:gd name="connsiteY160" fmla="*/ 447563 h 9456078"/>
              <a:gd name="connsiteX161" fmla="*/ 10492991 w 13158799"/>
              <a:gd name="connsiteY161" fmla="*/ 429119 h 9456078"/>
              <a:gd name="connsiteX162" fmla="*/ 10538272 w 13158799"/>
              <a:gd name="connsiteY162" fmla="*/ 411046 h 9456078"/>
              <a:gd name="connsiteX163" fmla="*/ 10583708 w 13158799"/>
              <a:gd name="connsiteY163" fmla="*/ 393346 h 9456078"/>
              <a:gd name="connsiteX164" fmla="*/ 10629297 w 13158799"/>
              <a:gd name="connsiteY164" fmla="*/ 376018 h 9456078"/>
              <a:gd name="connsiteX165" fmla="*/ 10675036 w 13158799"/>
              <a:gd name="connsiteY165" fmla="*/ 359065 h 9456078"/>
              <a:gd name="connsiteX166" fmla="*/ 10720923 w 13158799"/>
              <a:gd name="connsiteY166" fmla="*/ 342487 h 9456078"/>
              <a:gd name="connsiteX167" fmla="*/ 10766956 w 13158799"/>
              <a:gd name="connsiteY167" fmla="*/ 326286 h 9456078"/>
              <a:gd name="connsiteX168" fmla="*/ 10813132 w 13158799"/>
              <a:gd name="connsiteY168" fmla="*/ 310462 h 9456078"/>
              <a:gd name="connsiteX169" fmla="*/ 10859450 w 13158799"/>
              <a:gd name="connsiteY169" fmla="*/ 295018 h 9456078"/>
              <a:gd name="connsiteX170" fmla="*/ 10905907 w 13158799"/>
              <a:gd name="connsiteY170" fmla="*/ 279953 h 9456078"/>
              <a:gd name="connsiteX171" fmla="*/ 10952500 w 13158799"/>
              <a:gd name="connsiteY171" fmla="*/ 265269 h 9456078"/>
              <a:gd name="connsiteX172" fmla="*/ 10999227 w 13158799"/>
              <a:gd name="connsiteY172" fmla="*/ 250968 h 9456078"/>
              <a:gd name="connsiteX173" fmla="*/ 11046087 w 13158799"/>
              <a:gd name="connsiteY173" fmla="*/ 237049 h 9456078"/>
              <a:gd name="connsiteX174" fmla="*/ 11093076 w 13158799"/>
              <a:gd name="connsiteY174" fmla="*/ 223516 h 9456078"/>
              <a:gd name="connsiteX175" fmla="*/ 11140193 w 13158799"/>
              <a:gd name="connsiteY175" fmla="*/ 210368 h 9456078"/>
              <a:gd name="connsiteX176" fmla="*/ 11187434 w 13158799"/>
              <a:gd name="connsiteY176" fmla="*/ 197606 h 9456078"/>
              <a:gd name="connsiteX177" fmla="*/ 11234799 w 13158799"/>
              <a:gd name="connsiteY177" fmla="*/ 185233 h 9456078"/>
              <a:gd name="connsiteX178" fmla="*/ 11282284 w 13158799"/>
              <a:gd name="connsiteY178" fmla="*/ 173248 h 9456078"/>
              <a:gd name="connsiteX179" fmla="*/ 11329888 w 13158799"/>
              <a:gd name="connsiteY179" fmla="*/ 161654 h 9456078"/>
              <a:gd name="connsiteX180" fmla="*/ 11377607 w 13158799"/>
              <a:gd name="connsiteY180" fmla="*/ 150451 h 9456078"/>
              <a:gd name="connsiteX181" fmla="*/ 11425440 w 13158799"/>
              <a:gd name="connsiteY181" fmla="*/ 139640 h 9456078"/>
              <a:gd name="connsiteX182" fmla="*/ 11473385 w 13158799"/>
              <a:gd name="connsiteY182" fmla="*/ 129223 h 9456078"/>
              <a:gd name="connsiteX183" fmla="*/ 11521439 w 13158799"/>
              <a:gd name="connsiteY183" fmla="*/ 119201 h 9456078"/>
              <a:gd name="connsiteX184" fmla="*/ 11569599 w 13158799"/>
              <a:gd name="connsiteY184" fmla="*/ 109574 h 9456078"/>
              <a:gd name="connsiteX185" fmla="*/ 11617864 w 13158799"/>
              <a:gd name="connsiteY185" fmla="*/ 100344 h 9456078"/>
              <a:gd name="connsiteX186" fmla="*/ 11666231 w 13158799"/>
              <a:gd name="connsiteY186" fmla="*/ 91512 h 9456078"/>
              <a:gd name="connsiteX187" fmla="*/ 11714698 w 13158799"/>
              <a:gd name="connsiteY187" fmla="*/ 83080 h 9456078"/>
              <a:gd name="connsiteX188" fmla="*/ 11763263 w 13158799"/>
              <a:gd name="connsiteY188" fmla="*/ 75047 h 9456078"/>
              <a:gd name="connsiteX189" fmla="*/ 11811923 w 13158799"/>
              <a:gd name="connsiteY189" fmla="*/ 67417 h 9456078"/>
              <a:gd name="connsiteX190" fmla="*/ 11860676 w 13158799"/>
              <a:gd name="connsiteY190" fmla="*/ 60188 h 9456078"/>
              <a:gd name="connsiteX191" fmla="*/ 11909519 w 13158799"/>
              <a:gd name="connsiteY191" fmla="*/ 53364 h 9456078"/>
              <a:gd name="connsiteX192" fmla="*/ 11958451 w 13158799"/>
              <a:gd name="connsiteY192" fmla="*/ 46944 h 9456078"/>
              <a:gd name="connsiteX193" fmla="*/ 12007470 w 13158799"/>
              <a:gd name="connsiteY193" fmla="*/ 40931 h 9456078"/>
              <a:gd name="connsiteX194" fmla="*/ 12056572 w 13158799"/>
              <a:gd name="connsiteY194" fmla="*/ 35324 h 9456078"/>
              <a:gd name="connsiteX195" fmla="*/ 12105756 w 13158799"/>
              <a:gd name="connsiteY195" fmla="*/ 30126 h 9456078"/>
              <a:gd name="connsiteX196" fmla="*/ 12155019 w 13158799"/>
              <a:gd name="connsiteY196" fmla="*/ 25337 h 9456078"/>
              <a:gd name="connsiteX197" fmla="*/ 12204359 w 13158799"/>
              <a:gd name="connsiteY197" fmla="*/ 20958 h 9456078"/>
              <a:gd name="connsiteX198" fmla="*/ 12253773 w 13158799"/>
              <a:gd name="connsiteY198" fmla="*/ 16991 h 9456078"/>
              <a:gd name="connsiteX199" fmla="*/ 12303260 w 13158799"/>
              <a:gd name="connsiteY199" fmla="*/ 13437 h 9456078"/>
              <a:gd name="connsiteX200" fmla="*/ 12352818 w 13158799"/>
              <a:gd name="connsiteY200" fmla="*/ 10297 h 9456078"/>
              <a:gd name="connsiteX201" fmla="*/ 12402443 w 13158799"/>
              <a:gd name="connsiteY201" fmla="*/ 7572 h 9456078"/>
              <a:gd name="connsiteX202" fmla="*/ 12452133 w 13158799"/>
              <a:gd name="connsiteY202" fmla="*/ 5263 h 9456078"/>
              <a:gd name="connsiteX203" fmla="*/ 12501887 w 13158799"/>
              <a:gd name="connsiteY203" fmla="*/ 3371 h 9456078"/>
              <a:gd name="connsiteX204" fmla="*/ 12551701 w 13158799"/>
              <a:gd name="connsiteY204" fmla="*/ 1898 h 9456078"/>
              <a:gd name="connsiteX205" fmla="*/ 12601574 w 13158799"/>
              <a:gd name="connsiteY205" fmla="*/ 844 h 9456078"/>
              <a:gd name="connsiteX206" fmla="*/ 12651504 w 13158799"/>
              <a:gd name="connsiteY206" fmla="*/ 211 h 9456078"/>
              <a:gd name="connsiteX207" fmla="*/ 12701487 w 13158799"/>
              <a:gd name="connsiteY207" fmla="*/ 0 h 9456078"/>
              <a:gd name="connsiteX208" fmla="*/ 13158798 w 13158799"/>
              <a:gd name="connsiteY208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28389 w 13158797"/>
              <a:gd name="connsiteY22" fmla="*/ 9330914 h 9456078"/>
              <a:gd name="connsiteX23" fmla="*/ 1176172 w 13158797"/>
              <a:gd name="connsiteY23" fmla="*/ 9319936 h 9456078"/>
              <a:gd name="connsiteX24" fmla="*/ 1223823 w 13158797"/>
              <a:gd name="connsiteY24" fmla="*/ 9308509 h 9456078"/>
              <a:gd name="connsiteX25" fmla="*/ 1271339 w 13158797"/>
              <a:gd name="connsiteY25" fmla="*/ 9296635 h 9456078"/>
              <a:gd name="connsiteX26" fmla="*/ 1318719 w 13158797"/>
              <a:gd name="connsiteY26" fmla="*/ 9284315 h 9456078"/>
              <a:gd name="connsiteX27" fmla="*/ 1365957 w 13158797"/>
              <a:gd name="connsiteY27" fmla="*/ 9271550 h 9456078"/>
              <a:gd name="connsiteX28" fmla="*/ 1413052 w 13158797"/>
              <a:gd name="connsiteY28" fmla="*/ 9258342 h 9456078"/>
              <a:gd name="connsiteX29" fmla="*/ 1460000 w 13158797"/>
              <a:gd name="connsiteY29" fmla="*/ 9244693 h 9456078"/>
              <a:gd name="connsiteX30" fmla="*/ 1506799 w 13158797"/>
              <a:gd name="connsiteY30" fmla="*/ 9230604 h 9456078"/>
              <a:gd name="connsiteX31" fmla="*/ 1553445 w 13158797"/>
              <a:gd name="connsiteY31" fmla="*/ 9216076 h 9456078"/>
              <a:gd name="connsiteX32" fmla="*/ 1599935 w 13158797"/>
              <a:gd name="connsiteY32" fmla="*/ 9201111 h 9456078"/>
              <a:gd name="connsiteX33" fmla="*/ 1646267 w 13158797"/>
              <a:gd name="connsiteY33" fmla="*/ 9185710 h 9456078"/>
              <a:gd name="connsiteX34" fmla="*/ 1692437 w 13158797"/>
              <a:gd name="connsiteY34" fmla="*/ 9169876 h 9456078"/>
              <a:gd name="connsiteX35" fmla="*/ 1738442 w 13158797"/>
              <a:gd name="connsiteY35" fmla="*/ 9153608 h 9456078"/>
              <a:gd name="connsiteX36" fmla="*/ 1784280 w 13158797"/>
              <a:gd name="connsiteY36" fmla="*/ 9136910 h 9456078"/>
              <a:gd name="connsiteX37" fmla="*/ 1829947 w 13158797"/>
              <a:gd name="connsiteY37" fmla="*/ 9119782 h 9456078"/>
              <a:gd name="connsiteX38" fmla="*/ 1875440 w 13158797"/>
              <a:gd name="connsiteY38" fmla="*/ 9102226 h 9456078"/>
              <a:gd name="connsiteX39" fmla="*/ 1920756 w 13158797"/>
              <a:gd name="connsiteY39" fmla="*/ 9084243 h 9456078"/>
              <a:gd name="connsiteX40" fmla="*/ 1965893 w 13158797"/>
              <a:gd name="connsiteY40" fmla="*/ 9065835 h 9456078"/>
              <a:gd name="connsiteX41" fmla="*/ 2010847 w 13158797"/>
              <a:gd name="connsiteY41" fmla="*/ 9047004 h 9456078"/>
              <a:gd name="connsiteX42" fmla="*/ 2055615 w 13158797"/>
              <a:gd name="connsiteY42" fmla="*/ 9027750 h 9456078"/>
              <a:gd name="connsiteX43" fmla="*/ 2100195 w 13158797"/>
              <a:gd name="connsiteY43" fmla="*/ 9008075 h 9456078"/>
              <a:gd name="connsiteX44" fmla="*/ 2144582 w 13158797"/>
              <a:gd name="connsiteY44" fmla="*/ 8987981 h 9456078"/>
              <a:gd name="connsiteX45" fmla="*/ 2188775 w 13158797"/>
              <a:gd name="connsiteY45" fmla="*/ 8967470 h 9456078"/>
              <a:gd name="connsiteX46" fmla="*/ 2232770 w 13158797"/>
              <a:gd name="connsiteY46" fmla="*/ 8946542 h 9456078"/>
              <a:gd name="connsiteX47" fmla="*/ 2276564 w 13158797"/>
              <a:gd name="connsiteY47" fmla="*/ 8925199 h 9456078"/>
              <a:gd name="connsiteX48" fmla="*/ 2320154 w 13158797"/>
              <a:gd name="connsiteY48" fmla="*/ 8903443 h 9456078"/>
              <a:gd name="connsiteX49" fmla="*/ 2363538 w 13158797"/>
              <a:gd name="connsiteY49" fmla="*/ 8881275 h 9456078"/>
              <a:gd name="connsiteX50" fmla="*/ 2406711 w 13158797"/>
              <a:gd name="connsiteY50" fmla="*/ 8858697 h 9456078"/>
              <a:gd name="connsiteX51" fmla="*/ 2449672 w 13158797"/>
              <a:gd name="connsiteY51" fmla="*/ 8835710 h 9456078"/>
              <a:gd name="connsiteX52" fmla="*/ 2492417 w 13158797"/>
              <a:gd name="connsiteY52" fmla="*/ 8812316 h 9456078"/>
              <a:gd name="connsiteX53" fmla="*/ 2534943 w 13158797"/>
              <a:gd name="connsiteY53" fmla="*/ 8788516 h 9456078"/>
              <a:gd name="connsiteX54" fmla="*/ 2577247 w 13158797"/>
              <a:gd name="connsiteY54" fmla="*/ 8764311 h 9456078"/>
              <a:gd name="connsiteX55" fmla="*/ 2619326 w 13158797"/>
              <a:gd name="connsiteY55" fmla="*/ 8739704 h 9456078"/>
              <a:gd name="connsiteX56" fmla="*/ 2661177 w 13158797"/>
              <a:gd name="connsiteY56" fmla="*/ 8714695 h 9456078"/>
              <a:gd name="connsiteX57" fmla="*/ 2702797 w 13158797"/>
              <a:gd name="connsiteY57" fmla="*/ 8689286 h 9456078"/>
              <a:gd name="connsiteX58" fmla="*/ 2744183 w 13158797"/>
              <a:gd name="connsiteY58" fmla="*/ 8663479 h 9456078"/>
              <a:gd name="connsiteX59" fmla="*/ 2785333 w 13158797"/>
              <a:gd name="connsiteY59" fmla="*/ 8637274 h 9456078"/>
              <a:gd name="connsiteX60" fmla="*/ 2826242 w 13158797"/>
              <a:gd name="connsiteY60" fmla="*/ 8610675 h 9456078"/>
              <a:gd name="connsiteX61" fmla="*/ 2866908 w 13158797"/>
              <a:gd name="connsiteY61" fmla="*/ 8583681 h 9456078"/>
              <a:gd name="connsiteX62" fmla="*/ 2907329 w 13158797"/>
              <a:gd name="connsiteY62" fmla="*/ 8556295 h 9456078"/>
              <a:gd name="connsiteX63" fmla="*/ 2947500 w 13158797"/>
              <a:gd name="connsiteY63" fmla="*/ 8528517 h 9456078"/>
              <a:gd name="connsiteX64" fmla="*/ 2987419 w 13158797"/>
              <a:gd name="connsiteY64" fmla="*/ 8500351 h 9456078"/>
              <a:gd name="connsiteX65" fmla="*/ 3027083 w 13158797"/>
              <a:gd name="connsiteY65" fmla="*/ 8471796 h 9456078"/>
              <a:gd name="connsiteX66" fmla="*/ 3066489 w 13158797"/>
              <a:gd name="connsiteY66" fmla="*/ 8442854 h 9456078"/>
              <a:gd name="connsiteX67" fmla="*/ 3105634 w 13158797"/>
              <a:gd name="connsiteY67" fmla="*/ 8413528 h 9456078"/>
              <a:gd name="connsiteX68" fmla="*/ 3144515 w 13158797"/>
              <a:gd name="connsiteY68" fmla="*/ 8383818 h 9456078"/>
              <a:gd name="connsiteX69" fmla="*/ 3183129 w 13158797"/>
              <a:gd name="connsiteY69" fmla="*/ 8353726 h 9456078"/>
              <a:gd name="connsiteX70" fmla="*/ 3221473 w 13158797"/>
              <a:gd name="connsiteY70" fmla="*/ 8323253 h 9456078"/>
              <a:gd name="connsiteX71" fmla="*/ 3259544 w 13158797"/>
              <a:gd name="connsiteY71" fmla="*/ 8292401 h 9456078"/>
              <a:gd name="connsiteX72" fmla="*/ 3297339 w 13158797"/>
              <a:gd name="connsiteY72" fmla="*/ 8261172 h 9456078"/>
              <a:gd name="connsiteX73" fmla="*/ 3334854 w 13158797"/>
              <a:gd name="connsiteY73" fmla="*/ 8229566 h 9456078"/>
              <a:gd name="connsiteX74" fmla="*/ 3372087 w 13158797"/>
              <a:gd name="connsiteY74" fmla="*/ 8197585 h 9456078"/>
              <a:gd name="connsiteX75" fmla="*/ 3409035 w 13158797"/>
              <a:gd name="connsiteY75" fmla="*/ 8165232 h 9456078"/>
              <a:gd name="connsiteX76" fmla="*/ 3445695 w 13158797"/>
              <a:gd name="connsiteY76" fmla="*/ 8132507 h 9456078"/>
              <a:gd name="connsiteX77" fmla="*/ 3482064 w 13158797"/>
              <a:gd name="connsiteY77" fmla="*/ 8099411 h 9456078"/>
              <a:gd name="connsiteX78" fmla="*/ 3518139 w 13158797"/>
              <a:gd name="connsiteY78" fmla="*/ 8065947 h 9456078"/>
              <a:gd name="connsiteX79" fmla="*/ 3553916 w 13158797"/>
              <a:gd name="connsiteY79" fmla="*/ 8032115 h 9456078"/>
              <a:gd name="connsiteX80" fmla="*/ 3589393 w 13158797"/>
              <a:gd name="connsiteY80" fmla="*/ 7997918 h 9456078"/>
              <a:gd name="connsiteX81" fmla="*/ 3624567 w 13158797"/>
              <a:gd name="connsiteY81" fmla="*/ 7963356 h 9456078"/>
              <a:gd name="connsiteX82" fmla="*/ 3659435 w 13158797"/>
              <a:gd name="connsiteY82" fmla="*/ 7928432 h 9456078"/>
              <a:gd name="connsiteX83" fmla="*/ 3693994 w 13158797"/>
              <a:gd name="connsiteY83" fmla="*/ 7893146 h 9456078"/>
              <a:gd name="connsiteX84" fmla="*/ 3728240 w 13158797"/>
              <a:gd name="connsiteY84" fmla="*/ 7857501 h 9456078"/>
              <a:gd name="connsiteX85" fmla="*/ 3762171 w 13158797"/>
              <a:gd name="connsiteY85" fmla="*/ 7821497 h 9456078"/>
              <a:gd name="connsiteX86" fmla="*/ 3795783 w 13158797"/>
              <a:gd name="connsiteY86" fmla="*/ 7785136 h 9456078"/>
              <a:gd name="connsiteX87" fmla="*/ 3829075 w 13158797"/>
              <a:gd name="connsiteY87" fmla="*/ 7748420 h 9456078"/>
              <a:gd name="connsiteX88" fmla="*/ 3862042 w 13158797"/>
              <a:gd name="connsiteY88" fmla="*/ 7711350 h 9456078"/>
              <a:gd name="connsiteX89" fmla="*/ 3894682 w 13158797"/>
              <a:gd name="connsiteY89" fmla="*/ 7673928 h 9456078"/>
              <a:gd name="connsiteX90" fmla="*/ 3926991 w 13158797"/>
              <a:gd name="connsiteY90" fmla="*/ 7636155 h 9456078"/>
              <a:gd name="connsiteX91" fmla="*/ 3958967 w 13158797"/>
              <a:gd name="connsiteY91" fmla="*/ 7598032 h 9456078"/>
              <a:gd name="connsiteX92" fmla="*/ 3990607 w 13158797"/>
              <a:gd name="connsiteY92" fmla="*/ 7559561 h 9456078"/>
              <a:gd name="connsiteX93" fmla="*/ 4021907 w 13158797"/>
              <a:gd name="connsiteY93" fmla="*/ 7520744 h 9456078"/>
              <a:gd name="connsiteX94" fmla="*/ 4052865 w 13158797"/>
              <a:gd name="connsiteY94" fmla="*/ 7481582 h 9456078"/>
              <a:gd name="connsiteX95" fmla="*/ 4083478 w 13158797"/>
              <a:gd name="connsiteY95" fmla="*/ 7442077 h 9456078"/>
              <a:gd name="connsiteX96" fmla="*/ 8022311 w 13158797"/>
              <a:gd name="connsiteY96" fmla="*/ 2307814 h 9456078"/>
              <a:gd name="connsiteX97" fmla="*/ 8052902 w 13158797"/>
              <a:gd name="connsiteY97" fmla="*/ 2268285 h 9456078"/>
              <a:gd name="connsiteX98" fmla="*/ 8083796 w 13158797"/>
              <a:gd name="connsiteY98" fmla="*/ 2229056 h 9456078"/>
              <a:gd name="connsiteX99" fmla="*/ 8114989 w 13158797"/>
              <a:gd name="connsiteY99" fmla="*/ 2190127 h 9456078"/>
              <a:gd name="connsiteX100" fmla="*/ 8146479 w 13158797"/>
              <a:gd name="connsiteY100" fmla="*/ 2151500 h 9456078"/>
              <a:gd name="connsiteX101" fmla="*/ 8178264 w 13158797"/>
              <a:gd name="connsiteY101" fmla="*/ 2113176 h 9456078"/>
              <a:gd name="connsiteX102" fmla="*/ 8210341 w 13158797"/>
              <a:gd name="connsiteY102" fmla="*/ 2075157 h 9456078"/>
              <a:gd name="connsiteX103" fmla="*/ 8242709 w 13158797"/>
              <a:gd name="connsiteY103" fmla="*/ 2037442 h 9456078"/>
              <a:gd name="connsiteX104" fmla="*/ 8275365 w 13158797"/>
              <a:gd name="connsiteY104" fmla="*/ 2000034 h 9456078"/>
              <a:gd name="connsiteX105" fmla="*/ 8308307 w 13158797"/>
              <a:gd name="connsiteY105" fmla="*/ 1962934 h 9456078"/>
              <a:gd name="connsiteX106" fmla="*/ 8341532 w 13158797"/>
              <a:gd name="connsiteY106" fmla="*/ 1926142 h 9456078"/>
              <a:gd name="connsiteX107" fmla="*/ 8375038 w 13158797"/>
              <a:gd name="connsiteY107" fmla="*/ 1889660 h 9456078"/>
              <a:gd name="connsiteX108" fmla="*/ 8408823 w 13158797"/>
              <a:gd name="connsiteY108" fmla="*/ 1853489 h 9456078"/>
              <a:gd name="connsiteX109" fmla="*/ 8442885 w 13158797"/>
              <a:gd name="connsiteY109" fmla="*/ 1817630 h 9456078"/>
              <a:gd name="connsiteX110" fmla="*/ 8477221 w 13158797"/>
              <a:gd name="connsiteY110" fmla="*/ 1782084 h 9456078"/>
              <a:gd name="connsiteX111" fmla="*/ 8511829 w 13158797"/>
              <a:gd name="connsiteY111" fmla="*/ 1746853 h 9456078"/>
              <a:gd name="connsiteX112" fmla="*/ 8546706 w 13158797"/>
              <a:gd name="connsiteY112" fmla="*/ 1711937 h 9456078"/>
              <a:gd name="connsiteX113" fmla="*/ 8581851 w 13158797"/>
              <a:gd name="connsiteY113" fmla="*/ 1677337 h 9456078"/>
              <a:gd name="connsiteX114" fmla="*/ 8617261 w 13158797"/>
              <a:gd name="connsiteY114" fmla="*/ 1643056 h 9456078"/>
              <a:gd name="connsiteX115" fmla="*/ 8652934 w 13158797"/>
              <a:gd name="connsiteY115" fmla="*/ 1609093 h 9456078"/>
              <a:gd name="connsiteX116" fmla="*/ 8688867 w 13158797"/>
              <a:gd name="connsiteY116" fmla="*/ 1575450 h 9456078"/>
              <a:gd name="connsiteX117" fmla="*/ 8725058 w 13158797"/>
              <a:gd name="connsiteY117" fmla="*/ 1542128 h 9456078"/>
              <a:gd name="connsiteX118" fmla="*/ 8761506 w 13158797"/>
              <a:gd name="connsiteY118" fmla="*/ 1509129 h 9456078"/>
              <a:gd name="connsiteX119" fmla="*/ 8798207 w 13158797"/>
              <a:gd name="connsiteY119" fmla="*/ 1476452 h 9456078"/>
              <a:gd name="connsiteX120" fmla="*/ 8835159 w 13158797"/>
              <a:gd name="connsiteY120" fmla="*/ 1444101 h 9456078"/>
              <a:gd name="connsiteX121" fmla="*/ 8872360 w 13158797"/>
              <a:gd name="connsiteY121" fmla="*/ 1412075 h 9456078"/>
              <a:gd name="connsiteX122" fmla="*/ 8909808 w 13158797"/>
              <a:gd name="connsiteY122" fmla="*/ 1380375 h 9456078"/>
              <a:gd name="connsiteX123" fmla="*/ 8947501 w 13158797"/>
              <a:gd name="connsiteY123" fmla="*/ 1349004 h 9456078"/>
              <a:gd name="connsiteX124" fmla="*/ 8985435 w 13158797"/>
              <a:gd name="connsiteY124" fmla="*/ 1317962 h 9456078"/>
              <a:gd name="connsiteX125" fmla="*/ 9023610 w 13158797"/>
              <a:gd name="connsiteY125" fmla="*/ 1287250 h 9456078"/>
              <a:gd name="connsiteX126" fmla="*/ 9062022 w 13158797"/>
              <a:gd name="connsiteY126" fmla="*/ 1256869 h 9456078"/>
              <a:gd name="connsiteX127" fmla="*/ 9100669 w 13158797"/>
              <a:gd name="connsiteY127" fmla="*/ 1226820 h 9456078"/>
              <a:gd name="connsiteX128" fmla="*/ 9139549 w 13158797"/>
              <a:gd name="connsiteY128" fmla="*/ 1197105 h 9456078"/>
              <a:gd name="connsiteX129" fmla="*/ 9178660 w 13158797"/>
              <a:gd name="connsiteY129" fmla="*/ 1167725 h 9456078"/>
              <a:gd name="connsiteX130" fmla="*/ 9217999 w 13158797"/>
              <a:gd name="connsiteY130" fmla="*/ 1138681 h 9456078"/>
              <a:gd name="connsiteX131" fmla="*/ 9257564 w 13158797"/>
              <a:gd name="connsiteY131" fmla="*/ 1109974 h 9456078"/>
              <a:gd name="connsiteX132" fmla="*/ 9297353 w 13158797"/>
              <a:gd name="connsiteY132" fmla="*/ 1081604 h 9456078"/>
              <a:gd name="connsiteX133" fmla="*/ 9337364 w 13158797"/>
              <a:gd name="connsiteY133" fmla="*/ 1053574 h 9456078"/>
              <a:gd name="connsiteX134" fmla="*/ 9377594 w 13158797"/>
              <a:gd name="connsiteY134" fmla="*/ 1025884 h 9456078"/>
              <a:gd name="connsiteX135" fmla="*/ 9418040 w 13158797"/>
              <a:gd name="connsiteY135" fmla="*/ 998536 h 9456078"/>
              <a:gd name="connsiteX136" fmla="*/ 9458702 w 13158797"/>
              <a:gd name="connsiteY136" fmla="*/ 971530 h 9456078"/>
              <a:gd name="connsiteX137" fmla="*/ 9499575 w 13158797"/>
              <a:gd name="connsiteY137" fmla="*/ 944868 h 9456078"/>
              <a:gd name="connsiteX138" fmla="*/ 9540659 w 13158797"/>
              <a:gd name="connsiteY138" fmla="*/ 918551 h 9456078"/>
              <a:gd name="connsiteX139" fmla="*/ 9581950 w 13158797"/>
              <a:gd name="connsiteY139" fmla="*/ 892580 h 9456078"/>
              <a:gd name="connsiteX140" fmla="*/ 9623447 w 13158797"/>
              <a:gd name="connsiteY140" fmla="*/ 866956 h 9456078"/>
              <a:gd name="connsiteX141" fmla="*/ 9665147 w 13158797"/>
              <a:gd name="connsiteY141" fmla="*/ 841681 h 9456078"/>
              <a:gd name="connsiteX142" fmla="*/ 9707048 w 13158797"/>
              <a:gd name="connsiteY142" fmla="*/ 816754 h 9456078"/>
              <a:gd name="connsiteX143" fmla="*/ 9749147 w 13158797"/>
              <a:gd name="connsiteY143" fmla="*/ 792179 h 9456078"/>
              <a:gd name="connsiteX144" fmla="*/ 9791443 w 13158797"/>
              <a:gd name="connsiteY144" fmla="*/ 767955 h 9456078"/>
              <a:gd name="connsiteX145" fmla="*/ 9833932 w 13158797"/>
              <a:gd name="connsiteY145" fmla="*/ 744083 h 9456078"/>
              <a:gd name="connsiteX146" fmla="*/ 9876613 w 13158797"/>
              <a:gd name="connsiteY146" fmla="*/ 720566 h 9456078"/>
              <a:gd name="connsiteX147" fmla="*/ 9919484 w 13158797"/>
              <a:gd name="connsiteY147" fmla="*/ 697404 h 9456078"/>
              <a:gd name="connsiteX148" fmla="*/ 9962542 w 13158797"/>
              <a:gd name="connsiteY148" fmla="*/ 674598 h 9456078"/>
              <a:gd name="connsiteX149" fmla="*/ 10005784 w 13158797"/>
              <a:gd name="connsiteY149" fmla="*/ 652149 h 9456078"/>
              <a:gd name="connsiteX150" fmla="*/ 10049209 w 13158797"/>
              <a:gd name="connsiteY150" fmla="*/ 630059 h 9456078"/>
              <a:gd name="connsiteX151" fmla="*/ 10092814 w 13158797"/>
              <a:gd name="connsiteY151" fmla="*/ 608328 h 9456078"/>
              <a:gd name="connsiteX152" fmla="*/ 10136597 w 13158797"/>
              <a:gd name="connsiteY152" fmla="*/ 586958 h 9456078"/>
              <a:gd name="connsiteX153" fmla="*/ 10180556 w 13158797"/>
              <a:gd name="connsiteY153" fmla="*/ 565950 h 9456078"/>
              <a:gd name="connsiteX154" fmla="*/ 10224688 w 13158797"/>
              <a:gd name="connsiteY154" fmla="*/ 545304 h 9456078"/>
              <a:gd name="connsiteX155" fmla="*/ 10268991 w 13158797"/>
              <a:gd name="connsiteY155" fmla="*/ 525023 h 9456078"/>
              <a:gd name="connsiteX156" fmla="*/ 10313463 w 13158797"/>
              <a:gd name="connsiteY156" fmla="*/ 505107 h 9456078"/>
              <a:gd name="connsiteX157" fmla="*/ 10358101 w 13158797"/>
              <a:gd name="connsiteY157" fmla="*/ 485558 h 9456078"/>
              <a:gd name="connsiteX158" fmla="*/ 10402903 w 13158797"/>
              <a:gd name="connsiteY158" fmla="*/ 466376 h 9456078"/>
              <a:gd name="connsiteX159" fmla="*/ 10447868 w 13158797"/>
              <a:gd name="connsiteY159" fmla="*/ 447563 h 9456078"/>
              <a:gd name="connsiteX160" fmla="*/ 10492991 w 13158797"/>
              <a:gd name="connsiteY160" fmla="*/ 429119 h 9456078"/>
              <a:gd name="connsiteX161" fmla="*/ 10538272 w 13158797"/>
              <a:gd name="connsiteY161" fmla="*/ 411046 h 9456078"/>
              <a:gd name="connsiteX162" fmla="*/ 10583708 w 13158797"/>
              <a:gd name="connsiteY162" fmla="*/ 393346 h 9456078"/>
              <a:gd name="connsiteX163" fmla="*/ 10629297 w 13158797"/>
              <a:gd name="connsiteY163" fmla="*/ 376018 h 9456078"/>
              <a:gd name="connsiteX164" fmla="*/ 10675036 w 13158797"/>
              <a:gd name="connsiteY164" fmla="*/ 359065 h 9456078"/>
              <a:gd name="connsiteX165" fmla="*/ 10720923 w 13158797"/>
              <a:gd name="connsiteY165" fmla="*/ 342487 h 9456078"/>
              <a:gd name="connsiteX166" fmla="*/ 10766956 w 13158797"/>
              <a:gd name="connsiteY166" fmla="*/ 326286 h 9456078"/>
              <a:gd name="connsiteX167" fmla="*/ 10813132 w 13158797"/>
              <a:gd name="connsiteY167" fmla="*/ 310462 h 9456078"/>
              <a:gd name="connsiteX168" fmla="*/ 10859450 w 13158797"/>
              <a:gd name="connsiteY168" fmla="*/ 295018 h 9456078"/>
              <a:gd name="connsiteX169" fmla="*/ 10905907 w 13158797"/>
              <a:gd name="connsiteY169" fmla="*/ 279953 h 9456078"/>
              <a:gd name="connsiteX170" fmla="*/ 10952500 w 13158797"/>
              <a:gd name="connsiteY170" fmla="*/ 265269 h 9456078"/>
              <a:gd name="connsiteX171" fmla="*/ 10999227 w 13158797"/>
              <a:gd name="connsiteY171" fmla="*/ 250968 h 9456078"/>
              <a:gd name="connsiteX172" fmla="*/ 11046087 w 13158797"/>
              <a:gd name="connsiteY172" fmla="*/ 237049 h 9456078"/>
              <a:gd name="connsiteX173" fmla="*/ 11093076 w 13158797"/>
              <a:gd name="connsiteY173" fmla="*/ 223516 h 9456078"/>
              <a:gd name="connsiteX174" fmla="*/ 11140193 w 13158797"/>
              <a:gd name="connsiteY174" fmla="*/ 210368 h 9456078"/>
              <a:gd name="connsiteX175" fmla="*/ 11187434 w 13158797"/>
              <a:gd name="connsiteY175" fmla="*/ 197606 h 9456078"/>
              <a:gd name="connsiteX176" fmla="*/ 11234799 w 13158797"/>
              <a:gd name="connsiteY176" fmla="*/ 185233 h 9456078"/>
              <a:gd name="connsiteX177" fmla="*/ 11282284 w 13158797"/>
              <a:gd name="connsiteY177" fmla="*/ 173248 h 9456078"/>
              <a:gd name="connsiteX178" fmla="*/ 11329888 w 13158797"/>
              <a:gd name="connsiteY178" fmla="*/ 161654 h 9456078"/>
              <a:gd name="connsiteX179" fmla="*/ 11377607 w 13158797"/>
              <a:gd name="connsiteY179" fmla="*/ 150451 h 9456078"/>
              <a:gd name="connsiteX180" fmla="*/ 11425440 w 13158797"/>
              <a:gd name="connsiteY180" fmla="*/ 139640 h 9456078"/>
              <a:gd name="connsiteX181" fmla="*/ 11473385 w 13158797"/>
              <a:gd name="connsiteY181" fmla="*/ 129223 h 9456078"/>
              <a:gd name="connsiteX182" fmla="*/ 11521439 w 13158797"/>
              <a:gd name="connsiteY182" fmla="*/ 119201 h 9456078"/>
              <a:gd name="connsiteX183" fmla="*/ 11569599 w 13158797"/>
              <a:gd name="connsiteY183" fmla="*/ 109574 h 9456078"/>
              <a:gd name="connsiteX184" fmla="*/ 11617864 w 13158797"/>
              <a:gd name="connsiteY184" fmla="*/ 100344 h 9456078"/>
              <a:gd name="connsiteX185" fmla="*/ 11666231 w 13158797"/>
              <a:gd name="connsiteY185" fmla="*/ 91512 h 9456078"/>
              <a:gd name="connsiteX186" fmla="*/ 11714698 w 13158797"/>
              <a:gd name="connsiteY186" fmla="*/ 83080 h 9456078"/>
              <a:gd name="connsiteX187" fmla="*/ 11763263 w 13158797"/>
              <a:gd name="connsiteY187" fmla="*/ 75047 h 9456078"/>
              <a:gd name="connsiteX188" fmla="*/ 11811923 w 13158797"/>
              <a:gd name="connsiteY188" fmla="*/ 67417 h 9456078"/>
              <a:gd name="connsiteX189" fmla="*/ 11860676 w 13158797"/>
              <a:gd name="connsiteY189" fmla="*/ 60188 h 9456078"/>
              <a:gd name="connsiteX190" fmla="*/ 11909519 w 13158797"/>
              <a:gd name="connsiteY190" fmla="*/ 53364 h 9456078"/>
              <a:gd name="connsiteX191" fmla="*/ 11958451 w 13158797"/>
              <a:gd name="connsiteY191" fmla="*/ 46944 h 9456078"/>
              <a:gd name="connsiteX192" fmla="*/ 12007470 w 13158797"/>
              <a:gd name="connsiteY192" fmla="*/ 40931 h 9456078"/>
              <a:gd name="connsiteX193" fmla="*/ 12056572 w 13158797"/>
              <a:gd name="connsiteY193" fmla="*/ 35324 h 9456078"/>
              <a:gd name="connsiteX194" fmla="*/ 12105756 w 13158797"/>
              <a:gd name="connsiteY194" fmla="*/ 30126 h 9456078"/>
              <a:gd name="connsiteX195" fmla="*/ 12155019 w 13158797"/>
              <a:gd name="connsiteY195" fmla="*/ 25337 h 9456078"/>
              <a:gd name="connsiteX196" fmla="*/ 12204359 w 13158797"/>
              <a:gd name="connsiteY196" fmla="*/ 20958 h 9456078"/>
              <a:gd name="connsiteX197" fmla="*/ 12253773 w 13158797"/>
              <a:gd name="connsiteY197" fmla="*/ 16991 h 9456078"/>
              <a:gd name="connsiteX198" fmla="*/ 12303260 w 13158797"/>
              <a:gd name="connsiteY198" fmla="*/ 13437 h 9456078"/>
              <a:gd name="connsiteX199" fmla="*/ 12352818 w 13158797"/>
              <a:gd name="connsiteY199" fmla="*/ 10297 h 9456078"/>
              <a:gd name="connsiteX200" fmla="*/ 12402443 w 13158797"/>
              <a:gd name="connsiteY200" fmla="*/ 7572 h 9456078"/>
              <a:gd name="connsiteX201" fmla="*/ 12452133 w 13158797"/>
              <a:gd name="connsiteY201" fmla="*/ 5263 h 9456078"/>
              <a:gd name="connsiteX202" fmla="*/ 12501887 w 13158797"/>
              <a:gd name="connsiteY202" fmla="*/ 3371 h 9456078"/>
              <a:gd name="connsiteX203" fmla="*/ 12551701 w 13158797"/>
              <a:gd name="connsiteY203" fmla="*/ 1898 h 9456078"/>
              <a:gd name="connsiteX204" fmla="*/ 12601574 w 13158797"/>
              <a:gd name="connsiteY204" fmla="*/ 844 h 9456078"/>
              <a:gd name="connsiteX205" fmla="*/ 12651504 w 13158797"/>
              <a:gd name="connsiteY205" fmla="*/ 211 h 9456078"/>
              <a:gd name="connsiteX206" fmla="*/ 12701487 w 13158797"/>
              <a:gd name="connsiteY206" fmla="*/ 0 h 9456078"/>
              <a:gd name="connsiteX207" fmla="*/ 13158798 w 13158797"/>
              <a:gd name="connsiteY207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98870 w 13158799"/>
              <a:gd name="connsiteY5" fmla="*/ 9447409 h 9456078"/>
              <a:gd name="connsiteX6" fmla="*/ 348429 w 13158799"/>
              <a:gd name="connsiteY6" fmla="*/ 9444290 h 9456078"/>
              <a:gd name="connsiteX7" fmla="*/ 397907 w 13158799"/>
              <a:gd name="connsiteY7" fmla="*/ 9440698 h 9456078"/>
              <a:gd name="connsiteX8" fmla="*/ 447302 w 13158799"/>
              <a:gd name="connsiteY8" fmla="*/ 9436632 h 9456078"/>
              <a:gd name="connsiteX9" fmla="*/ 496610 w 13158799"/>
              <a:gd name="connsiteY9" fmla="*/ 9432096 h 9456078"/>
              <a:gd name="connsiteX10" fmla="*/ 545829 w 13158799"/>
              <a:gd name="connsiteY10" fmla="*/ 9427089 h 9456078"/>
              <a:gd name="connsiteX11" fmla="*/ 594956 w 13158799"/>
              <a:gd name="connsiteY11" fmla="*/ 9421615 h 9456078"/>
              <a:gd name="connsiteX12" fmla="*/ 643987 w 13158799"/>
              <a:gd name="connsiteY12" fmla="*/ 9415673 h 9456078"/>
              <a:gd name="connsiteX13" fmla="*/ 692920 w 13158799"/>
              <a:gd name="connsiteY13" fmla="*/ 9409267 h 9456078"/>
              <a:gd name="connsiteX14" fmla="*/ 741751 w 13158799"/>
              <a:gd name="connsiteY14" fmla="*/ 9402396 h 9456078"/>
              <a:gd name="connsiteX15" fmla="*/ 790478 w 13158799"/>
              <a:gd name="connsiteY15" fmla="*/ 9395063 h 9456078"/>
              <a:gd name="connsiteX16" fmla="*/ 839098 w 13158799"/>
              <a:gd name="connsiteY16" fmla="*/ 9387270 h 9456078"/>
              <a:gd name="connsiteX17" fmla="*/ 887607 w 13158799"/>
              <a:gd name="connsiteY17" fmla="*/ 9379017 h 9456078"/>
              <a:gd name="connsiteX18" fmla="*/ 936002 w 13158799"/>
              <a:gd name="connsiteY18" fmla="*/ 9370306 h 9456078"/>
              <a:gd name="connsiteX19" fmla="*/ 984281 w 13158799"/>
              <a:gd name="connsiteY19" fmla="*/ 9361139 h 9456078"/>
              <a:gd name="connsiteX20" fmla="*/ 1032440 w 13158799"/>
              <a:gd name="connsiteY20" fmla="*/ 9351517 h 9456078"/>
              <a:gd name="connsiteX21" fmla="*/ 1080477 w 13158799"/>
              <a:gd name="connsiteY21" fmla="*/ 9341441 h 9456078"/>
              <a:gd name="connsiteX22" fmla="*/ 1176172 w 13158799"/>
              <a:gd name="connsiteY22" fmla="*/ 9319936 h 9456078"/>
              <a:gd name="connsiteX23" fmla="*/ 1223823 w 13158799"/>
              <a:gd name="connsiteY23" fmla="*/ 9308509 h 9456078"/>
              <a:gd name="connsiteX24" fmla="*/ 1271339 w 13158799"/>
              <a:gd name="connsiteY24" fmla="*/ 9296635 h 9456078"/>
              <a:gd name="connsiteX25" fmla="*/ 1318719 w 13158799"/>
              <a:gd name="connsiteY25" fmla="*/ 9284315 h 9456078"/>
              <a:gd name="connsiteX26" fmla="*/ 1365957 w 13158799"/>
              <a:gd name="connsiteY26" fmla="*/ 9271550 h 9456078"/>
              <a:gd name="connsiteX27" fmla="*/ 1413052 w 13158799"/>
              <a:gd name="connsiteY27" fmla="*/ 9258342 h 9456078"/>
              <a:gd name="connsiteX28" fmla="*/ 1460000 w 13158799"/>
              <a:gd name="connsiteY28" fmla="*/ 9244693 h 9456078"/>
              <a:gd name="connsiteX29" fmla="*/ 1506799 w 13158799"/>
              <a:gd name="connsiteY29" fmla="*/ 9230604 h 9456078"/>
              <a:gd name="connsiteX30" fmla="*/ 1553445 w 13158799"/>
              <a:gd name="connsiteY30" fmla="*/ 9216076 h 9456078"/>
              <a:gd name="connsiteX31" fmla="*/ 1599935 w 13158799"/>
              <a:gd name="connsiteY31" fmla="*/ 9201111 h 9456078"/>
              <a:gd name="connsiteX32" fmla="*/ 1646267 w 13158799"/>
              <a:gd name="connsiteY32" fmla="*/ 9185710 h 9456078"/>
              <a:gd name="connsiteX33" fmla="*/ 1692437 w 13158799"/>
              <a:gd name="connsiteY33" fmla="*/ 9169876 h 9456078"/>
              <a:gd name="connsiteX34" fmla="*/ 1738442 w 13158799"/>
              <a:gd name="connsiteY34" fmla="*/ 9153608 h 9456078"/>
              <a:gd name="connsiteX35" fmla="*/ 1784280 w 13158799"/>
              <a:gd name="connsiteY35" fmla="*/ 9136910 h 9456078"/>
              <a:gd name="connsiteX36" fmla="*/ 1829947 w 13158799"/>
              <a:gd name="connsiteY36" fmla="*/ 9119782 h 9456078"/>
              <a:gd name="connsiteX37" fmla="*/ 1875440 w 13158799"/>
              <a:gd name="connsiteY37" fmla="*/ 9102226 h 9456078"/>
              <a:gd name="connsiteX38" fmla="*/ 1920756 w 13158799"/>
              <a:gd name="connsiteY38" fmla="*/ 9084243 h 9456078"/>
              <a:gd name="connsiteX39" fmla="*/ 1965893 w 13158799"/>
              <a:gd name="connsiteY39" fmla="*/ 9065835 h 9456078"/>
              <a:gd name="connsiteX40" fmla="*/ 2010847 w 13158799"/>
              <a:gd name="connsiteY40" fmla="*/ 9047004 h 9456078"/>
              <a:gd name="connsiteX41" fmla="*/ 2055615 w 13158799"/>
              <a:gd name="connsiteY41" fmla="*/ 9027750 h 9456078"/>
              <a:gd name="connsiteX42" fmla="*/ 2100195 w 13158799"/>
              <a:gd name="connsiteY42" fmla="*/ 9008075 h 9456078"/>
              <a:gd name="connsiteX43" fmla="*/ 2144582 w 13158799"/>
              <a:gd name="connsiteY43" fmla="*/ 8987981 h 9456078"/>
              <a:gd name="connsiteX44" fmla="*/ 2188775 w 13158799"/>
              <a:gd name="connsiteY44" fmla="*/ 8967470 h 9456078"/>
              <a:gd name="connsiteX45" fmla="*/ 2232770 w 13158799"/>
              <a:gd name="connsiteY45" fmla="*/ 8946542 h 9456078"/>
              <a:gd name="connsiteX46" fmla="*/ 2276564 w 13158799"/>
              <a:gd name="connsiteY46" fmla="*/ 8925199 h 9456078"/>
              <a:gd name="connsiteX47" fmla="*/ 2320154 w 13158799"/>
              <a:gd name="connsiteY47" fmla="*/ 8903443 h 9456078"/>
              <a:gd name="connsiteX48" fmla="*/ 2363538 w 13158799"/>
              <a:gd name="connsiteY48" fmla="*/ 8881275 h 9456078"/>
              <a:gd name="connsiteX49" fmla="*/ 2406711 w 13158799"/>
              <a:gd name="connsiteY49" fmla="*/ 8858697 h 9456078"/>
              <a:gd name="connsiteX50" fmla="*/ 2449672 w 13158799"/>
              <a:gd name="connsiteY50" fmla="*/ 8835710 h 9456078"/>
              <a:gd name="connsiteX51" fmla="*/ 2492417 w 13158799"/>
              <a:gd name="connsiteY51" fmla="*/ 8812316 h 9456078"/>
              <a:gd name="connsiteX52" fmla="*/ 2534943 w 13158799"/>
              <a:gd name="connsiteY52" fmla="*/ 8788516 h 9456078"/>
              <a:gd name="connsiteX53" fmla="*/ 2577247 w 13158799"/>
              <a:gd name="connsiteY53" fmla="*/ 8764311 h 9456078"/>
              <a:gd name="connsiteX54" fmla="*/ 2619326 w 13158799"/>
              <a:gd name="connsiteY54" fmla="*/ 8739704 h 9456078"/>
              <a:gd name="connsiteX55" fmla="*/ 2661177 w 13158799"/>
              <a:gd name="connsiteY55" fmla="*/ 8714695 h 9456078"/>
              <a:gd name="connsiteX56" fmla="*/ 2702797 w 13158799"/>
              <a:gd name="connsiteY56" fmla="*/ 8689286 h 9456078"/>
              <a:gd name="connsiteX57" fmla="*/ 2744183 w 13158799"/>
              <a:gd name="connsiteY57" fmla="*/ 8663479 h 9456078"/>
              <a:gd name="connsiteX58" fmla="*/ 2785333 w 13158799"/>
              <a:gd name="connsiteY58" fmla="*/ 8637274 h 9456078"/>
              <a:gd name="connsiteX59" fmla="*/ 2826242 w 13158799"/>
              <a:gd name="connsiteY59" fmla="*/ 8610675 h 9456078"/>
              <a:gd name="connsiteX60" fmla="*/ 2866908 w 13158799"/>
              <a:gd name="connsiteY60" fmla="*/ 8583681 h 9456078"/>
              <a:gd name="connsiteX61" fmla="*/ 2907329 w 13158799"/>
              <a:gd name="connsiteY61" fmla="*/ 8556295 h 9456078"/>
              <a:gd name="connsiteX62" fmla="*/ 2947500 w 13158799"/>
              <a:gd name="connsiteY62" fmla="*/ 8528517 h 9456078"/>
              <a:gd name="connsiteX63" fmla="*/ 2987419 w 13158799"/>
              <a:gd name="connsiteY63" fmla="*/ 8500351 h 9456078"/>
              <a:gd name="connsiteX64" fmla="*/ 3027083 w 13158799"/>
              <a:gd name="connsiteY64" fmla="*/ 8471796 h 9456078"/>
              <a:gd name="connsiteX65" fmla="*/ 3066489 w 13158799"/>
              <a:gd name="connsiteY65" fmla="*/ 8442854 h 9456078"/>
              <a:gd name="connsiteX66" fmla="*/ 3105634 w 13158799"/>
              <a:gd name="connsiteY66" fmla="*/ 8413528 h 9456078"/>
              <a:gd name="connsiteX67" fmla="*/ 3144515 w 13158799"/>
              <a:gd name="connsiteY67" fmla="*/ 8383818 h 9456078"/>
              <a:gd name="connsiteX68" fmla="*/ 3183129 w 13158799"/>
              <a:gd name="connsiteY68" fmla="*/ 8353726 h 9456078"/>
              <a:gd name="connsiteX69" fmla="*/ 3221473 w 13158799"/>
              <a:gd name="connsiteY69" fmla="*/ 8323253 h 9456078"/>
              <a:gd name="connsiteX70" fmla="*/ 3259544 w 13158799"/>
              <a:gd name="connsiteY70" fmla="*/ 8292401 h 9456078"/>
              <a:gd name="connsiteX71" fmla="*/ 3297339 w 13158799"/>
              <a:gd name="connsiteY71" fmla="*/ 8261172 h 9456078"/>
              <a:gd name="connsiteX72" fmla="*/ 3334854 w 13158799"/>
              <a:gd name="connsiteY72" fmla="*/ 8229566 h 9456078"/>
              <a:gd name="connsiteX73" fmla="*/ 3372087 w 13158799"/>
              <a:gd name="connsiteY73" fmla="*/ 8197585 h 9456078"/>
              <a:gd name="connsiteX74" fmla="*/ 3409035 w 13158799"/>
              <a:gd name="connsiteY74" fmla="*/ 8165232 h 9456078"/>
              <a:gd name="connsiteX75" fmla="*/ 3445695 w 13158799"/>
              <a:gd name="connsiteY75" fmla="*/ 8132507 h 9456078"/>
              <a:gd name="connsiteX76" fmla="*/ 3482064 w 13158799"/>
              <a:gd name="connsiteY76" fmla="*/ 8099411 h 9456078"/>
              <a:gd name="connsiteX77" fmla="*/ 3518139 w 13158799"/>
              <a:gd name="connsiteY77" fmla="*/ 8065947 h 9456078"/>
              <a:gd name="connsiteX78" fmla="*/ 3553916 w 13158799"/>
              <a:gd name="connsiteY78" fmla="*/ 8032115 h 9456078"/>
              <a:gd name="connsiteX79" fmla="*/ 3589393 w 13158799"/>
              <a:gd name="connsiteY79" fmla="*/ 7997918 h 9456078"/>
              <a:gd name="connsiteX80" fmla="*/ 3624567 w 13158799"/>
              <a:gd name="connsiteY80" fmla="*/ 7963356 h 9456078"/>
              <a:gd name="connsiteX81" fmla="*/ 3659435 w 13158799"/>
              <a:gd name="connsiteY81" fmla="*/ 7928432 h 9456078"/>
              <a:gd name="connsiteX82" fmla="*/ 3693994 w 13158799"/>
              <a:gd name="connsiteY82" fmla="*/ 7893146 h 9456078"/>
              <a:gd name="connsiteX83" fmla="*/ 3728240 w 13158799"/>
              <a:gd name="connsiteY83" fmla="*/ 7857501 h 9456078"/>
              <a:gd name="connsiteX84" fmla="*/ 3762171 w 13158799"/>
              <a:gd name="connsiteY84" fmla="*/ 7821497 h 9456078"/>
              <a:gd name="connsiteX85" fmla="*/ 3795783 w 13158799"/>
              <a:gd name="connsiteY85" fmla="*/ 7785136 h 9456078"/>
              <a:gd name="connsiteX86" fmla="*/ 3829075 w 13158799"/>
              <a:gd name="connsiteY86" fmla="*/ 7748420 h 9456078"/>
              <a:gd name="connsiteX87" fmla="*/ 3862042 w 13158799"/>
              <a:gd name="connsiteY87" fmla="*/ 7711350 h 9456078"/>
              <a:gd name="connsiteX88" fmla="*/ 3894682 w 13158799"/>
              <a:gd name="connsiteY88" fmla="*/ 7673928 h 9456078"/>
              <a:gd name="connsiteX89" fmla="*/ 3926991 w 13158799"/>
              <a:gd name="connsiteY89" fmla="*/ 7636155 h 9456078"/>
              <a:gd name="connsiteX90" fmla="*/ 3958967 w 13158799"/>
              <a:gd name="connsiteY90" fmla="*/ 7598032 h 9456078"/>
              <a:gd name="connsiteX91" fmla="*/ 3990607 w 13158799"/>
              <a:gd name="connsiteY91" fmla="*/ 7559561 h 9456078"/>
              <a:gd name="connsiteX92" fmla="*/ 4021907 w 13158799"/>
              <a:gd name="connsiteY92" fmla="*/ 7520744 h 9456078"/>
              <a:gd name="connsiteX93" fmla="*/ 4052865 w 13158799"/>
              <a:gd name="connsiteY93" fmla="*/ 7481582 h 9456078"/>
              <a:gd name="connsiteX94" fmla="*/ 4083478 w 13158799"/>
              <a:gd name="connsiteY94" fmla="*/ 7442077 h 9456078"/>
              <a:gd name="connsiteX95" fmla="*/ 8022311 w 13158799"/>
              <a:gd name="connsiteY95" fmla="*/ 2307814 h 9456078"/>
              <a:gd name="connsiteX96" fmla="*/ 8052902 w 13158799"/>
              <a:gd name="connsiteY96" fmla="*/ 2268285 h 9456078"/>
              <a:gd name="connsiteX97" fmla="*/ 8083796 w 13158799"/>
              <a:gd name="connsiteY97" fmla="*/ 2229056 h 9456078"/>
              <a:gd name="connsiteX98" fmla="*/ 8114989 w 13158799"/>
              <a:gd name="connsiteY98" fmla="*/ 2190127 h 9456078"/>
              <a:gd name="connsiteX99" fmla="*/ 8146479 w 13158799"/>
              <a:gd name="connsiteY99" fmla="*/ 2151500 h 9456078"/>
              <a:gd name="connsiteX100" fmla="*/ 8178264 w 13158799"/>
              <a:gd name="connsiteY100" fmla="*/ 2113176 h 9456078"/>
              <a:gd name="connsiteX101" fmla="*/ 8210341 w 13158799"/>
              <a:gd name="connsiteY101" fmla="*/ 2075157 h 9456078"/>
              <a:gd name="connsiteX102" fmla="*/ 8242709 w 13158799"/>
              <a:gd name="connsiteY102" fmla="*/ 2037442 h 9456078"/>
              <a:gd name="connsiteX103" fmla="*/ 8275365 w 13158799"/>
              <a:gd name="connsiteY103" fmla="*/ 2000034 h 9456078"/>
              <a:gd name="connsiteX104" fmla="*/ 8308307 w 13158799"/>
              <a:gd name="connsiteY104" fmla="*/ 1962934 h 9456078"/>
              <a:gd name="connsiteX105" fmla="*/ 8341532 w 13158799"/>
              <a:gd name="connsiteY105" fmla="*/ 1926142 h 9456078"/>
              <a:gd name="connsiteX106" fmla="*/ 8375038 w 13158799"/>
              <a:gd name="connsiteY106" fmla="*/ 1889660 h 9456078"/>
              <a:gd name="connsiteX107" fmla="*/ 8408823 w 13158799"/>
              <a:gd name="connsiteY107" fmla="*/ 1853489 h 9456078"/>
              <a:gd name="connsiteX108" fmla="*/ 8442885 w 13158799"/>
              <a:gd name="connsiteY108" fmla="*/ 1817630 h 9456078"/>
              <a:gd name="connsiteX109" fmla="*/ 8477221 w 13158799"/>
              <a:gd name="connsiteY109" fmla="*/ 1782084 h 9456078"/>
              <a:gd name="connsiteX110" fmla="*/ 8511829 w 13158799"/>
              <a:gd name="connsiteY110" fmla="*/ 1746853 h 9456078"/>
              <a:gd name="connsiteX111" fmla="*/ 8546706 w 13158799"/>
              <a:gd name="connsiteY111" fmla="*/ 1711937 h 9456078"/>
              <a:gd name="connsiteX112" fmla="*/ 8581851 w 13158799"/>
              <a:gd name="connsiteY112" fmla="*/ 1677337 h 9456078"/>
              <a:gd name="connsiteX113" fmla="*/ 8617261 w 13158799"/>
              <a:gd name="connsiteY113" fmla="*/ 1643056 h 9456078"/>
              <a:gd name="connsiteX114" fmla="*/ 8652934 w 13158799"/>
              <a:gd name="connsiteY114" fmla="*/ 1609093 h 9456078"/>
              <a:gd name="connsiteX115" fmla="*/ 8688867 w 13158799"/>
              <a:gd name="connsiteY115" fmla="*/ 1575450 h 9456078"/>
              <a:gd name="connsiteX116" fmla="*/ 8725058 w 13158799"/>
              <a:gd name="connsiteY116" fmla="*/ 1542128 h 9456078"/>
              <a:gd name="connsiteX117" fmla="*/ 8761506 w 13158799"/>
              <a:gd name="connsiteY117" fmla="*/ 1509129 h 9456078"/>
              <a:gd name="connsiteX118" fmla="*/ 8798207 w 13158799"/>
              <a:gd name="connsiteY118" fmla="*/ 1476452 h 9456078"/>
              <a:gd name="connsiteX119" fmla="*/ 8835159 w 13158799"/>
              <a:gd name="connsiteY119" fmla="*/ 1444101 h 9456078"/>
              <a:gd name="connsiteX120" fmla="*/ 8872360 w 13158799"/>
              <a:gd name="connsiteY120" fmla="*/ 1412075 h 9456078"/>
              <a:gd name="connsiteX121" fmla="*/ 8909808 w 13158799"/>
              <a:gd name="connsiteY121" fmla="*/ 1380375 h 9456078"/>
              <a:gd name="connsiteX122" fmla="*/ 8947501 w 13158799"/>
              <a:gd name="connsiteY122" fmla="*/ 1349004 h 9456078"/>
              <a:gd name="connsiteX123" fmla="*/ 8985435 w 13158799"/>
              <a:gd name="connsiteY123" fmla="*/ 1317962 h 9456078"/>
              <a:gd name="connsiteX124" fmla="*/ 9023610 w 13158799"/>
              <a:gd name="connsiteY124" fmla="*/ 1287250 h 9456078"/>
              <a:gd name="connsiteX125" fmla="*/ 9062022 w 13158799"/>
              <a:gd name="connsiteY125" fmla="*/ 1256869 h 9456078"/>
              <a:gd name="connsiteX126" fmla="*/ 9100669 w 13158799"/>
              <a:gd name="connsiteY126" fmla="*/ 1226820 h 9456078"/>
              <a:gd name="connsiteX127" fmla="*/ 9139549 w 13158799"/>
              <a:gd name="connsiteY127" fmla="*/ 1197105 h 9456078"/>
              <a:gd name="connsiteX128" fmla="*/ 9178660 w 13158799"/>
              <a:gd name="connsiteY128" fmla="*/ 1167725 h 9456078"/>
              <a:gd name="connsiteX129" fmla="*/ 9217999 w 13158799"/>
              <a:gd name="connsiteY129" fmla="*/ 1138681 h 9456078"/>
              <a:gd name="connsiteX130" fmla="*/ 9257564 w 13158799"/>
              <a:gd name="connsiteY130" fmla="*/ 1109974 h 9456078"/>
              <a:gd name="connsiteX131" fmla="*/ 9297353 w 13158799"/>
              <a:gd name="connsiteY131" fmla="*/ 1081604 h 9456078"/>
              <a:gd name="connsiteX132" fmla="*/ 9337364 w 13158799"/>
              <a:gd name="connsiteY132" fmla="*/ 1053574 h 9456078"/>
              <a:gd name="connsiteX133" fmla="*/ 9377594 w 13158799"/>
              <a:gd name="connsiteY133" fmla="*/ 1025884 h 9456078"/>
              <a:gd name="connsiteX134" fmla="*/ 9418040 w 13158799"/>
              <a:gd name="connsiteY134" fmla="*/ 998536 h 9456078"/>
              <a:gd name="connsiteX135" fmla="*/ 9458702 w 13158799"/>
              <a:gd name="connsiteY135" fmla="*/ 971530 h 9456078"/>
              <a:gd name="connsiteX136" fmla="*/ 9499575 w 13158799"/>
              <a:gd name="connsiteY136" fmla="*/ 944868 h 9456078"/>
              <a:gd name="connsiteX137" fmla="*/ 9540659 w 13158799"/>
              <a:gd name="connsiteY137" fmla="*/ 918551 h 9456078"/>
              <a:gd name="connsiteX138" fmla="*/ 9581950 w 13158799"/>
              <a:gd name="connsiteY138" fmla="*/ 892580 h 9456078"/>
              <a:gd name="connsiteX139" fmla="*/ 9623447 w 13158799"/>
              <a:gd name="connsiteY139" fmla="*/ 866956 h 9456078"/>
              <a:gd name="connsiteX140" fmla="*/ 9665147 w 13158799"/>
              <a:gd name="connsiteY140" fmla="*/ 841681 h 9456078"/>
              <a:gd name="connsiteX141" fmla="*/ 9707048 w 13158799"/>
              <a:gd name="connsiteY141" fmla="*/ 816754 h 9456078"/>
              <a:gd name="connsiteX142" fmla="*/ 9749147 w 13158799"/>
              <a:gd name="connsiteY142" fmla="*/ 792179 h 9456078"/>
              <a:gd name="connsiteX143" fmla="*/ 9791443 w 13158799"/>
              <a:gd name="connsiteY143" fmla="*/ 767955 h 9456078"/>
              <a:gd name="connsiteX144" fmla="*/ 9833932 w 13158799"/>
              <a:gd name="connsiteY144" fmla="*/ 744083 h 9456078"/>
              <a:gd name="connsiteX145" fmla="*/ 9876613 w 13158799"/>
              <a:gd name="connsiteY145" fmla="*/ 720566 h 9456078"/>
              <a:gd name="connsiteX146" fmla="*/ 9919484 w 13158799"/>
              <a:gd name="connsiteY146" fmla="*/ 697404 h 9456078"/>
              <a:gd name="connsiteX147" fmla="*/ 9962542 w 13158799"/>
              <a:gd name="connsiteY147" fmla="*/ 674598 h 9456078"/>
              <a:gd name="connsiteX148" fmla="*/ 10005784 w 13158799"/>
              <a:gd name="connsiteY148" fmla="*/ 652149 h 9456078"/>
              <a:gd name="connsiteX149" fmla="*/ 10049209 w 13158799"/>
              <a:gd name="connsiteY149" fmla="*/ 630059 h 9456078"/>
              <a:gd name="connsiteX150" fmla="*/ 10092814 w 13158799"/>
              <a:gd name="connsiteY150" fmla="*/ 608328 h 9456078"/>
              <a:gd name="connsiteX151" fmla="*/ 10136597 w 13158799"/>
              <a:gd name="connsiteY151" fmla="*/ 586958 h 9456078"/>
              <a:gd name="connsiteX152" fmla="*/ 10180556 w 13158799"/>
              <a:gd name="connsiteY152" fmla="*/ 565950 h 9456078"/>
              <a:gd name="connsiteX153" fmla="*/ 10224688 w 13158799"/>
              <a:gd name="connsiteY153" fmla="*/ 545304 h 9456078"/>
              <a:gd name="connsiteX154" fmla="*/ 10268991 w 13158799"/>
              <a:gd name="connsiteY154" fmla="*/ 525023 h 9456078"/>
              <a:gd name="connsiteX155" fmla="*/ 10313463 w 13158799"/>
              <a:gd name="connsiteY155" fmla="*/ 505107 h 9456078"/>
              <a:gd name="connsiteX156" fmla="*/ 10358101 w 13158799"/>
              <a:gd name="connsiteY156" fmla="*/ 485558 h 9456078"/>
              <a:gd name="connsiteX157" fmla="*/ 10402903 w 13158799"/>
              <a:gd name="connsiteY157" fmla="*/ 466376 h 9456078"/>
              <a:gd name="connsiteX158" fmla="*/ 10447868 w 13158799"/>
              <a:gd name="connsiteY158" fmla="*/ 447563 h 9456078"/>
              <a:gd name="connsiteX159" fmla="*/ 10492991 w 13158799"/>
              <a:gd name="connsiteY159" fmla="*/ 429119 h 9456078"/>
              <a:gd name="connsiteX160" fmla="*/ 10538272 w 13158799"/>
              <a:gd name="connsiteY160" fmla="*/ 411046 h 9456078"/>
              <a:gd name="connsiteX161" fmla="*/ 10583708 w 13158799"/>
              <a:gd name="connsiteY161" fmla="*/ 393346 h 9456078"/>
              <a:gd name="connsiteX162" fmla="*/ 10629297 w 13158799"/>
              <a:gd name="connsiteY162" fmla="*/ 376018 h 9456078"/>
              <a:gd name="connsiteX163" fmla="*/ 10675036 w 13158799"/>
              <a:gd name="connsiteY163" fmla="*/ 359065 h 9456078"/>
              <a:gd name="connsiteX164" fmla="*/ 10720923 w 13158799"/>
              <a:gd name="connsiteY164" fmla="*/ 342487 h 9456078"/>
              <a:gd name="connsiteX165" fmla="*/ 10766956 w 13158799"/>
              <a:gd name="connsiteY165" fmla="*/ 326286 h 9456078"/>
              <a:gd name="connsiteX166" fmla="*/ 10813132 w 13158799"/>
              <a:gd name="connsiteY166" fmla="*/ 310462 h 9456078"/>
              <a:gd name="connsiteX167" fmla="*/ 10859450 w 13158799"/>
              <a:gd name="connsiteY167" fmla="*/ 295018 h 9456078"/>
              <a:gd name="connsiteX168" fmla="*/ 10905907 w 13158799"/>
              <a:gd name="connsiteY168" fmla="*/ 279953 h 9456078"/>
              <a:gd name="connsiteX169" fmla="*/ 10952500 w 13158799"/>
              <a:gd name="connsiteY169" fmla="*/ 265269 h 9456078"/>
              <a:gd name="connsiteX170" fmla="*/ 10999227 w 13158799"/>
              <a:gd name="connsiteY170" fmla="*/ 250968 h 9456078"/>
              <a:gd name="connsiteX171" fmla="*/ 11046087 w 13158799"/>
              <a:gd name="connsiteY171" fmla="*/ 237049 h 9456078"/>
              <a:gd name="connsiteX172" fmla="*/ 11093076 w 13158799"/>
              <a:gd name="connsiteY172" fmla="*/ 223516 h 9456078"/>
              <a:gd name="connsiteX173" fmla="*/ 11140193 w 13158799"/>
              <a:gd name="connsiteY173" fmla="*/ 210368 h 9456078"/>
              <a:gd name="connsiteX174" fmla="*/ 11187434 w 13158799"/>
              <a:gd name="connsiteY174" fmla="*/ 197606 h 9456078"/>
              <a:gd name="connsiteX175" fmla="*/ 11234799 w 13158799"/>
              <a:gd name="connsiteY175" fmla="*/ 185233 h 9456078"/>
              <a:gd name="connsiteX176" fmla="*/ 11282284 w 13158799"/>
              <a:gd name="connsiteY176" fmla="*/ 173248 h 9456078"/>
              <a:gd name="connsiteX177" fmla="*/ 11329888 w 13158799"/>
              <a:gd name="connsiteY177" fmla="*/ 161654 h 9456078"/>
              <a:gd name="connsiteX178" fmla="*/ 11377607 w 13158799"/>
              <a:gd name="connsiteY178" fmla="*/ 150451 h 9456078"/>
              <a:gd name="connsiteX179" fmla="*/ 11425440 w 13158799"/>
              <a:gd name="connsiteY179" fmla="*/ 139640 h 9456078"/>
              <a:gd name="connsiteX180" fmla="*/ 11473385 w 13158799"/>
              <a:gd name="connsiteY180" fmla="*/ 129223 h 9456078"/>
              <a:gd name="connsiteX181" fmla="*/ 11521439 w 13158799"/>
              <a:gd name="connsiteY181" fmla="*/ 119201 h 9456078"/>
              <a:gd name="connsiteX182" fmla="*/ 11569599 w 13158799"/>
              <a:gd name="connsiteY182" fmla="*/ 109574 h 9456078"/>
              <a:gd name="connsiteX183" fmla="*/ 11617864 w 13158799"/>
              <a:gd name="connsiteY183" fmla="*/ 100344 h 9456078"/>
              <a:gd name="connsiteX184" fmla="*/ 11666231 w 13158799"/>
              <a:gd name="connsiteY184" fmla="*/ 91512 h 9456078"/>
              <a:gd name="connsiteX185" fmla="*/ 11714698 w 13158799"/>
              <a:gd name="connsiteY185" fmla="*/ 83080 h 9456078"/>
              <a:gd name="connsiteX186" fmla="*/ 11763263 w 13158799"/>
              <a:gd name="connsiteY186" fmla="*/ 75047 h 9456078"/>
              <a:gd name="connsiteX187" fmla="*/ 11811923 w 13158799"/>
              <a:gd name="connsiteY187" fmla="*/ 67417 h 9456078"/>
              <a:gd name="connsiteX188" fmla="*/ 11860676 w 13158799"/>
              <a:gd name="connsiteY188" fmla="*/ 60188 h 9456078"/>
              <a:gd name="connsiteX189" fmla="*/ 11909519 w 13158799"/>
              <a:gd name="connsiteY189" fmla="*/ 53364 h 9456078"/>
              <a:gd name="connsiteX190" fmla="*/ 11958451 w 13158799"/>
              <a:gd name="connsiteY190" fmla="*/ 46944 h 9456078"/>
              <a:gd name="connsiteX191" fmla="*/ 12007470 w 13158799"/>
              <a:gd name="connsiteY191" fmla="*/ 40931 h 9456078"/>
              <a:gd name="connsiteX192" fmla="*/ 12056572 w 13158799"/>
              <a:gd name="connsiteY192" fmla="*/ 35324 h 9456078"/>
              <a:gd name="connsiteX193" fmla="*/ 12105756 w 13158799"/>
              <a:gd name="connsiteY193" fmla="*/ 30126 h 9456078"/>
              <a:gd name="connsiteX194" fmla="*/ 12155019 w 13158799"/>
              <a:gd name="connsiteY194" fmla="*/ 25337 h 9456078"/>
              <a:gd name="connsiteX195" fmla="*/ 12204359 w 13158799"/>
              <a:gd name="connsiteY195" fmla="*/ 20958 h 9456078"/>
              <a:gd name="connsiteX196" fmla="*/ 12253773 w 13158799"/>
              <a:gd name="connsiteY196" fmla="*/ 16991 h 9456078"/>
              <a:gd name="connsiteX197" fmla="*/ 12303260 w 13158799"/>
              <a:gd name="connsiteY197" fmla="*/ 13437 h 9456078"/>
              <a:gd name="connsiteX198" fmla="*/ 12352818 w 13158799"/>
              <a:gd name="connsiteY198" fmla="*/ 10297 h 9456078"/>
              <a:gd name="connsiteX199" fmla="*/ 12402443 w 13158799"/>
              <a:gd name="connsiteY199" fmla="*/ 7572 h 9456078"/>
              <a:gd name="connsiteX200" fmla="*/ 12452133 w 13158799"/>
              <a:gd name="connsiteY200" fmla="*/ 5263 h 9456078"/>
              <a:gd name="connsiteX201" fmla="*/ 12501887 w 13158799"/>
              <a:gd name="connsiteY201" fmla="*/ 3371 h 9456078"/>
              <a:gd name="connsiteX202" fmla="*/ 12551701 w 13158799"/>
              <a:gd name="connsiteY202" fmla="*/ 1898 h 9456078"/>
              <a:gd name="connsiteX203" fmla="*/ 12601574 w 13158799"/>
              <a:gd name="connsiteY203" fmla="*/ 844 h 9456078"/>
              <a:gd name="connsiteX204" fmla="*/ 12651504 w 13158799"/>
              <a:gd name="connsiteY204" fmla="*/ 211 h 9456078"/>
              <a:gd name="connsiteX205" fmla="*/ 12701487 w 13158799"/>
              <a:gd name="connsiteY205" fmla="*/ 0 h 9456078"/>
              <a:gd name="connsiteX206" fmla="*/ 13158798 w 13158799"/>
              <a:gd name="connsiteY206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76172 w 13158797"/>
              <a:gd name="connsiteY22" fmla="*/ 9319936 h 9456078"/>
              <a:gd name="connsiteX23" fmla="*/ 1223823 w 13158797"/>
              <a:gd name="connsiteY23" fmla="*/ 9308509 h 9456078"/>
              <a:gd name="connsiteX24" fmla="*/ 1271339 w 13158797"/>
              <a:gd name="connsiteY24" fmla="*/ 9296635 h 9456078"/>
              <a:gd name="connsiteX25" fmla="*/ 1318719 w 13158797"/>
              <a:gd name="connsiteY25" fmla="*/ 9284315 h 9456078"/>
              <a:gd name="connsiteX26" fmla="*/ 1365957 w 13158797"/>
              <a:gd name="connsiteY26" fmla="*/ 9271550 h 9456078"/>
              <a:gd name="connsiteX27" fmla="*/ 1413052 w 13158797"/>
              <a:gd name="connsiteY27" fmla="*/ 9258342 h 9456078"/>
              <a:gd name="connsiteX28" fmla="*/ 1460000 w 13158797"/>
              <a:gd name="connsiteY28" fmla="*/ 9244693 h 9456078"/>
              <a:gd name="connsiteX29" fmla="*/ 1506799 w 13158797"/>
              <a:gd name="connsiteY29" fmla="*/ 9230604 h 9456078"/>
              <a:gd name="connsiteX30" fmla="*/ 1553445 w 13158797"/>
              <a:gd name="connsiteY30" fmla="*/ 9216076 h 9456078"/>
              <a:gd name="connsiteX31" fmla="*/ 1599935 w 13158797"/>
              <a:gd name="connsiteY31" fmla="*/ 9201111 h 9456078"/>
              <a:gd name="connsiteX32" fmla="*/ 1646267 w 13158797"/>
              <a:gd name="connsiteY32" fmla="*/ 9185710 h 9456078"/>
              <a:gd name="connsiteX33" fmla="*/ 1692437 w 13158797"/>
              <a:gd name="connsiteY33" fmla="*/ 9169876 h 9456078"/>
              <a:gd name="connsiteX34" fmla="*/ 1738442 w 13158797"/>
              <a:gd name="connsiteY34" fmla="*/ 9153608 h 9456078"/>
              <a:gd name="connsiteX35" fmla="*/ 1784280 w 13158797"/>
              <a:gd name="connsiteY35" fmla="*/ 9136910 h 9456078"/>
              <a:gd name="connsiteX36" fmla="*/ 1829947 w 13158797"/>
              <a:gd name="connsiteY36" fmla="*/ 9119782 h 9456078"/>
              <a:gd name="connsiteX37" fmla="*/ 1875440 w 13158797"/>
              <a:gd name="connsiteY37" fmla="*/ 9102226 h 9456078"/>
              <a:gd name="connsiteX38" fmla="*/ 1920756 w 13158797"/>
              <a:gd name="connsiteY38" fmla="*/ 9084243 h 9456078"/>
              <a:gd name="connsiteX39" fmla="*/ 1965893 w 13158797"/>
              <a:gd name="connsiteY39" fmla="*/ 9065835 h 9456078"/>
              <a:gd name="connsiteX40" fmla="*/ 2055615 w 13158797"/>
              <a:gd name="connsiteY40" fmla="*/ 9027750 h 9456078"/>
              <a:gd name="connsiteX41" fmla="*/ 2100195 w 13158797"/>
              <a:gd name="connsiteY41" fmla="*/ 9008075 h 9456078"/>
              <a:gd name="connsiteX42" fmla="*/ 2144582 w 13158797"/>
              <a:gd name="connsiteY42" fmla="*/ 8987981 h 9456078"/>
              <a:gd name="connsiteX43" fmla="*/ 2188775 w 13158797"/>
              <a:gd name="connsiteY43" fmla="*/ 8967470 h 9456078"/>
              <a:gd name="connsiteX44" fmla="*/ 2232770 w 13158797"/>
              <a:gd name="connsiteY44" fmla="*/ 8946542 h 9456078"/>
              <a:gd name="connsiteX45" fmla="*/ 2276564 w 13158797"/>
              <a:gd name="connsiteY45" fmla="*/ 8925199 h 9456078"/>
              <a:gd name="connsiteX46" fmla="*/ 2320154 w 13158797"/>
              <a:gd name="connsiteY46" fmla="*/ 8903443 h 9456078"/>
              <a:gd name="connsiteX47" fmla="*/ 2363538 w 13158797"/>
              <a:gd name="connsiteY47" fmla="*/ 8881275 h 9456078"/>
              <a:gd name="connsiteX48" fmla="*/ 2406711 w 13158797"/>
              <a:gd name="connsiteY48" fmla="*/ 8858697 h 9456078"/>
              <a:gd name="connsiteX49" fmla="*/ 2449672 w 13158797"/>
              <a:gd name="connsiteY49" fmla="*/ 8835710 h 9456078"/>
              <a:gd name="connsiteX50" fmla="*/ 2492417 w 13158797"/>
              <a:gd name="connsiteY50" fmla="*/ 8812316 h 9456078"/>
              <a:gd name="connsiteX51" fmla="*/ 2534943 w 13158797"/>
              <a:gd name="connsiteY51" fmla="*/ 8788516 h 9456078"/>
              <a:gd name="connsiteX52" fmla="*/ 2577247 w 13158797"/>
              <a:gd name="connsiteY52" fmla="*/ 8764311 h 9456078"/>
              <a:gd name="connsiteX53" fmla="*/ 2619326 w 13158797"/>
              <a:gd name="connsiteY53" fmla="*/ 8739704 h 9456078"/>
              <a:gd name="connsiteX54" fmla="*/ 2661177 w 13158797"/>
              <a:gd name="connsiteY54" fmla="*/ 8714695 h 9456078"/>
              <a:gd name="connsiteX55" fmla="*/ 2702797 w 13158797"/>
              <a:gd name="connsiteY55" fmla="*/ 8689286 h 9456078"/>
              <a:gd name="connsiteX56" fmla="*/ 2744183 w 13158797"/>
              <a:gd name="connsiteY56" fmla="*/ 8663479 h 9456078"/>
              <a:gd name="connsiteX57" fmla="*/ 2785333 w 13158797"/>
              <a:gd name="connsiteY57" fmla="*/ 8637274 h 9456078"/>
              <a:gd name="connsiteX58" fmla="*/ 2826242 w 13158797"/>
              <a:gd name="connsiteY58" fmla="*/ 8610675 h 9456078"/>
              <a:gd name="connsiteX59" fmla="*/ 2866908 w 13158797"/>
              <a:gd name="connsiteY59" fmla="*/ 8583681 h 9456078"/>
              <a:gd name="connsiteX60" fmla="*/ 2907329 w 13158797"/>
              <a:gd name="connsiteY60" fmla="*/ 8556295 h 9456078"/>
              <a:gd name="connsiteX61" fmla="*/ 2947500 w 13158797"/>
              <a:gd name="connsiteY61" fmla="*/ 8528517 h 9456078"/>
              <a:gd name="connsiteX62" fmla="*/ 2987419 w 13158797"/>
              <a:gd name="connsiteY62" fmla="*/ 8500351 h 9456078"/>
              <a:gd name="connsiteX63" fmla="*/ 3027083 w 13158797"/>
              <a:gd name="connsiteY63" fmla="*/ 8471796 h 9456078"/>
              <a:gd name="connsiteX64" fmla="*/ 3066489 w 13158797"/>
              <a:gd name="connsiteY64" fmla="*/ 8442854 h 9456078"/>
              <a:gd name="connsiteX65" fmla="*/ 3105634 w 13158797"/>
              <a:gd name="connsiteY65" fmla="*/ 8413528 h 9456078"/>
              <a:gd name="connsiteX66" fmla="*/ 3144515 w 13158797"/>
              <a:gd name="connsiteY66" fmla="*/ 8383818 h 9456078"/>
              <a:gd name="connsiteX67" fmla="*/ 3183129 w 13158797"/>
              <a:gd name="connsiteY67" fmla="*/ 8353726 h 9456078"/>
              <a:gd name="connsiteX68" fmla="*/ 3221473 w 13158797"/>
              <a:gd name="connsiteY68" fmla="*/ 8323253 h 9456078"/>
              <a:gd name="connsiteX69" fmla="*/ 3259544 w 13158797"/>
              <a:gd name="connsiteY69" fmla="*/ 8292401 h 9456078"/>
              <a:gd name="connsiteX70" fmla="*/ 3297339 w 13158797"/>
              <a:gd name="connsiteY70" fmla="*/ 8261172 h 9456078"/>
              <a:gd name="connsiteX71" fmla="*/ 3334854 w 13158797"/>
              <a:gd name="connsiteY71" fmla="*/ 8229566 h 9456078"/>
              <a:gd name="connsiteX72" fmla="*/ 3372087 w 13158797"/>
              <a:gd name="connsiteY72" fmla="*/ 8197585 h 9456078"/>
              <a:gd name="connsiteX73" fmla="*/ 3409035 w 13158797"/>
              <a:gd name="connsiteY73" fmla="*/ 8165232 h 9456078"/>
              <a:gd name="connsiteX74" fmla="*/ 3445695 w 13158797"/>
              <a:gd name="connsiteY74" fmla="*/ 8132507 h 9456078"/>
              <a:gd name="connsiteX75" fmla="*/ 3482064 w 13158797"/>
              <a:gd name="connsiteY75" fmla="*/ 8099411 h 9456078"/>
              <a:gd name="connsiteX76" fmla="*/ 3518139 w 13158797"/>
              <a:gd name="connsiteY76" fmla="*/ 8065947 h 9456078"/>
              <a:gd name="connsiteX77" fmla="*/ 3553916 w 13158797"/>
              <a:gd name="connsiteY77" fmla="*/ 8032115 h 9456078"/>
              <a:gd name="connsiteX78" fmla="*/ 3589393 w 13158797"/>
              <a:gd name="connsiteY78" fmla="*/ 7997918 h 9456078"/>
              <a:gd name="connsiteX79" fmla="*/ 3624567 w 13158797"/>
              <a:gd name="connsiteY79" fmla="*/ 7963356 h 9456078"/>
              <a:gd name="connsiteX80" fmla="*/ 3659435 w 13158797"/>
              <a:gd name="connsiteY80" fmla="*/ 7928432 h 9456078"/>
              <a:gd name="connsiteX81" fmla="*/ 3693994 w 13158797"/>
              <a:gd name="connsiteY81" fmla="*/ 7893146 h 9456078"/>
              <a:gd name="connsiteX82" fmla="*/ 3728240 w 13158797"/>
              <a:gd name="connsiteY82" fmla="*/ 7857501 h 9456078"/>
              <a:gd name="connsiteX83" fmla="*/ 3762171 w 13158797"/>
              <a:gd name="connsiteY83" fmla="*/ 7821497 h 9456078"/>
              <a:gd name="connsiteX84" fmla="*/ 3795783 w 13158797"/>
              <a:gd name="connsiteY84" fmla="*/ 7785136 h 9456078"/>
              <a:gd name="connsiteX85" fmla="*/ 3829075 w 13158797"/>
              <a:gd name="connsiteY85" fmla="*/ 7748420 h 9456078"/>
              <a:gd name="connsiteX86" fmla="*/ 3862042 w 13158797"/>
              <a:gd name="connsiteY86" fmla="*/ 7711350 h 9456078"/>
              <a:gd name="connsiteX87" fmla="*/ 3894682 w 13158797"/>
              <a:gd name="connsiteY87" fmla="*/ 7673928 h 9456078"/>
              <a:gd name="connsiteX88" fmla="*/ 3926991 w 13158797"/>
              <a:gd name="connsiteY88" fmla="*/ 7636155 h 9456078"/>
              <a:gd name="connsiteX89" fmla="*/ 3958967 w 13158797"/>
              <a:gd name="connsiteY89" fmla="*/ 7598032 h 9456078"/>
              <a:gd name="connsiteX90" fmla="*/ 3990607 w 13158797"/>
              <a:gd name="connsiteY90" fmla="*/ 7559561 h 9456078"/>
              <a:gd name="connsiteX91" fmla="*/ 4021907 w 13158797"/>
              <a:gd name="connsiteY91" fmla="*/ 7520744 h 9456078"/>
              <a:gd name="connsiteX92" fmla="*/ 4052865 w 13158797"/>
              <a:gd name="connsiteY92" fmla="*/ 7481582 h 9456078"/>
              <a:gd name="connsiteX93" fmla="*/ 4083478 w 13158797"/>
              <a:gd name="connsiteY93" fmla="*/ 7442077 h 9456078"/>
              <a:gd name="connsiteX94" fmla="*/ 8022311 w 13158797"/>
              <a:gd name="connsiteY94" fmla="*/ 2307814 h 9456078"/>
              <a:gd name="connsiteX95" fmla="*/ 8052902 w 13158797"/>
              <a:gd name="connsiteY95" fmla="*/ 2268285 h 9456078"/>
              <a:gd name="connsiteX96" fmla="*/ 8083796 w 13158797"/>
              <a:gd name="connsiteY96" fmla="*/ 2229056 h 9456078"/>
              <a:gd name="connsiteX97" fmla="*/ 8114989 w 13158797"/>
              <a:gd name="connsiteY97" fmla="*/ 2190127 h 9456078"/>
              <a:gd name="connsiteX98" fmla="*/ 8146479 w 13158797"/>
              <a:gd name="connsiteY98" fmla="*/ 2151500 h 9456078"/>
              <a:gd name="connsiteX99" fmla="*/ 8178264 w 13158797"/>
              <a:gd name="connsiteY99" fmla="*/ 2113176 h 9456078"/>
              <a:gd name="connsiteX100" fmla="*/ 8210341 w 13158797"/>
              <a:gd name="connsiteY100" fmla="*/ 2075157 h 9456078"/>
              <a:gd name="connsiteX101" fmla="*/ 8242709 w 13158797"/>
              <a:gd name="connsiteY101" fmla="*/ 2037442 h 9456078"/>
              <a:gd name="connsiteX102" fmla="*/ 8275365 w 13158797"/>
              <a:gd name="connsiteY102" fmla="*/ 2000034 h 9456078"/>
              <a:gd name="connsiteX103" fmla="*/ 8308307 w 13158797"/>
              <a:gd name="connsiteY103" fmla="*/ 1962934 h 9456078"/>
              <a:gd name="connsiteX104" fmla="*/ 8341532 w 13158797"/>
              <a:gd name="connsiteY104" fmla="*/ 1926142 h 9456078"/>
              <a:gd name="connsiteX105" fmla="*/ 8375038 w 13158797"/>
              <a:gd name="connsiteY105" fmla="*/ 1889660 h 9456078"/>
              <a:gd name="connsiteX106" fmla="*/ 8408823 w 13158797"/>
              <a:gd name="connsiteY106" fmla="*/ 1853489 h 9456078"/>
              <a:gd name="connsiteX107" fmla="*/ 8442885 w 13158797"/>
              <a:gd name="connsiteY107" fmla="*/ 1817630 h 9456078"/>
              <a:gd name="connsiteX108" fmla="*/ 8477221 w 13158797"/>
              <a:gd name="connsiteY108" fmla="*/ 1782084 h 9456078"/>
              <a:gd name="connsiteX109" fmla="*/ 8511829 w 13158797"/>
              <a:gd name="connsiteY109" fmla="*/ 1746853 h 9456078"/>
              <a:gd name="connsiteX110" fmla="*/ 8546706 w 13158797"/>
              <a:gd name="connsiteY110" fmla="*/ 1711937 h 9456078"/>
              <a:gd name="connsiteX111" fmla="*/ 8581851 w 13158797"/>
              <a:gd name="connsiteY111" fmla="*/ 1677337 h 9456078"/>
              <a:gd name="connsiteX112" fmla="*/ 8617261 w 13158797"/>
              <a:gd name="connsiteY112" fmla="*/ 1643056 h 9456078"/>
              <a:gd name="connsiteX113" fmla="*/ 8652934 w 13158797"/>
              <a:gd name="connsiteY113" fmla="*/ 1609093 h 9456078"/>
              <a:gd name="connsiteX114" fmla="*/ 8688867 w 13158797"/>
              <a:gd name="connsiteY114" fmla="*/ 1575450 h 9456078"/>
              <a:gd name="connsiteX115" fmla="*/ 8725058 w 13158797"/>
              <a:gd name="connsiteY115" fmla="*/ 1542128 h 9456078"/>
              <a:gd name="connsiteX116" fmla="*/ 8761506 w 13158797"/>
              <a:gd name="connsiteY116" fmla="*/ 1509129 h 9456078"/>
              <a:gd name="connsiteX117" fmla="*/ 8798207 w 13158797"/>
              <a:gd name="connsiteY117" fmla="*/ 1476452 h 9456078"/>
              <a:gd name="connsiteX118" fmla="*/ 8835159 w 13158797"/>
              <a:gd name="connsiteY118" fmla="*/ 1444101 h 9456078"/>
              <a:gd name="connsiteX119" fmla="*/ 8872360 w 13158797"/>
              <a:gd name="connsiteY119" fmla="*/ 1412075 h 9456078"/>
              <a:gd name="connsiteX120" fmla="*/ 8909808 w 13158797"/>
              <a:gd name="connsiteY120" fmla="*/ 1380375 h 9456078"/>
              <a:gd name="connsiteX121" fmla="*/ 8947501 w 13158797"/>
              <a:gd name="connsiteY121" fmla="*/ 1349004 h 9456078"/>
              <a:gd name="connsiteX122" fmla="*/ 8985435 w 13158797"/>
              <a:gd name="connsiteY122" fmla="*/ 1317962 h 9456078"/>
              <a:gd name="connsiteX123" fmla="*/ 9023610 w 13158797"/>
              <a:gd name="connsiteY123" fmla="*/ 1287250 h 9456078"/>
              <a:gd name="connsiteX124" fmla="*/ 9062022 w 13158797"/>
              <a:gd name="connsiteY124" fmla="*/ 1256869 h 9456078"/>
              <a:gd name="connsiteX125" fmla="*/ 9100669 w 13158797"/>
              <a:gd name="connsiteY125" fmla="*/ 1226820 h 9456078"/>
              <a:gd name="connsiteX126" fmla="*/ 9139549 w 13158797"/>
              <a:gd name="connsiteY126" fmla="*/ 1197105 h 9456078"/>
              <a:gd name="connsiteX127" fmla="*/ 9178660 w 13158797"/>
              <a:gd name="connsiteY127" fmla="*/ 1167725 h 9456078"/>
              <a:gd name="connsiteX128" fmla="*/ 9217999 w 13158797"/>
              <a:gd name="connsiteY128" fmla="*/ 1138681 h 9456078"/>
              <a:gd name="connsiteX129" fmla="*/ 9257564 w 13158797"/>
              <a:gd name="connsiteY129" fmla="*/ 1109974 h 9456078"/>
              <a:gd name="connsiteX130" fmla="*/ 9297353 w 13158797"/>
              <a:gd name="connsiteY130" fmla="*/ 1081604 h 9456078"/>
              <a:gd name="connsiteX131" fmla="*/ 9337364 w 13158797"/>
              <a:gd name="connsiteY131" fmla="*/ 1053574 h 9456078"/>
              <a:gd name="connsiteX132" fmla="*/ 9377594 w 13158797"/>
              <a:gd name="connsiteY132" fmla="*/ 1025884 h 9456078"/>
              <a:gd name="connsiteX133" fmla="*/ 9418040 w 13158797"/>
              <a:gd name="connsiteY133" fmla="*/ 998536 h 9456078"/>
              <a:gd name="connsiteX134" fmla="*/ 9458702 w 13158797"/>
              <a:gd name="connsiteY134" fmla="*/ 971530 h 9456078"/>
              <a:gd name="connsiteX135" fmla="*/ 9499575 w 13158797"/>
              <a:gd name="connsiteY135" fmla="*/ 944868 h 9456078"/>
              <a:gd name="connsiteX136" fmla="*/ 9540659 w 13158797"/>
              <a:gd name="connsiteY136" fmla="*/ 918551 h 9456078"/>
              <a:gd name="connsiteX137" fmla="*/ 9581950 w 13158797"/>
              <a:gd name="connsiteY137" fmla="*/ 892580 h 9456078"/>
              <a:gd name="connsiteX138" fmla="*/ 9623447 w 13158797"/>
              <a:gd name="connsiteY138" fmla="*/ 866956 h 9456078"/>
              <a:gd name="connsiteX139" fmla="*/ 9665147 w 13158797"/>
              <a:gd name="connsiteY139" fmla="*/ 841681 h 9456078"/>
              <a:gd name="connsiteX140" fmla="*/ 9707048 w 13158797"/>
              <a:gd name="connsiteY140" fmla="*/ 816754 h 9456078"/>
              <a:gd name="connsiteX141" fmla="*/ 9749147 w 13158797"/>
              <a:gd name="connsiteY141" fmla="*/ 792179 h 9456078"/>
              <a:gd name="connsiteX142" fmla="*/ 9791443 w 13158797"/>
              <a:gd name="connsiteY142" fmla="*/ 767955 h 9456078"/>
              <a:gd name="connsiteX143" fmla="*/ 9833932 w 13158797"/>
              <a:gd name="connsiteY143" fmla="*/ 744083 h 9456078"/>
              <a:gd name="connsiteX144" fmla="*/ 9876613 w 13158797"/>
              <a:gd name="connsiteY144" fmla="*/ 720566 h 9456078"/>
              <a:gd name="connsiteX145" fmla="*/ 9919484 w 13158797"/>
              <a:gd name="connsiteY145" fmla="*/ 697404 h 9456078"/>
              <a:gd name="connsiteX146" fmla="*/ 9962542 w 13158797"/>
              <a:gd name="connsiteY146" fmla="*/ 674598 h 9456078"/>
              <a:gd name="connsiteX147" fmla="*/ 10005784 w 13158797"/>
              <a:gd name="connsiteY147" fmla="*/ 652149 h 9456078"/>
              <a:gd name="connsiteX148" fmla="*/ 10049209 w 13158797"/>
              <a:gd name="connsiteY148" fmla="*/ 630059 h 9456078"/>
              <a:gd name="connsiteX149" fmla="*/ 10092814 w 13158797"/>
              <a:gd name="connsiteY149" fmla="*/ 608328 h 9456078"/>
              <a:gd name="connsiteX150" fmla="*/ 10136597 w 13158797"/>
              <a:gd name="connsiteY150" fmla="*/ 586958 h 9456078"/>
              <a:gd name="connsiteX151" fmla="*/ 10180556 w 13158797"/>
              <a:gd name="connsiteY151" fmla="*/ 565950 h 9456078"/>
              <a:gd name="connsiteX152" fmla="*/ 10224688 w 13158797"/>
              <a:gd name="connsiteY152" fmla="*/ 545304 h 9456078"/>
              <a:gd name="connsiteX153" fmla="*/ 10268991 w 13158797"/>
              <a:gd name="connsiteY153" fmla="*/ 525023 h 9456078"/>
              <a:gd name="connsiteX154" fmla="*/ 10313463 w 13158797"/>
              <a:gd name="connsiteY154" fmla="*/ 505107 h 9456078"/>
              <a:gd name="connsiteX155" fmla="*/ 10358101 w 13158797"/>
              <a:gd name="connsiteY155" fmla="*/ 485558 h 9456078"/>
              <a:gd name="connsiteX156" fmla="*/ 10402903 w 13158797"/>
              <a:gd name="connsiteY156" fmla="*/ 466376 h 9456078"/>
              <a:gd name="connsiteX157" fmla="*/ 10447868 w 13158797"/>
              <a:gd name="connsiteY157" fmla="*/ 447563 h 9456078"/>
              <a:gd name="connsiteX158" fmla="*/ 10492991 w 13158797"/>
              <a:gd name="connsiteY158" fmla="*/ 429119 h 9456078"/>
              <a:gd name="connsiteX159" fmla="*/ 10538272 w 13158797"/>
              <a:gd name="connsiteY159" fmla="*/ 411046 h 9456078"/>
              <a:gd name="connsiteX160" fmla="*/ 10583708 w 13158797"/>
              <a:gd name="connsiteY160" fmla="*/ 393346 h 9456078"/>
              <a:gd name="connsiteX161" fmla="*/ 10629297 w 13158797"/>
              <a:gd name="connsiteY161" fmla="*/ 376018 h 9456078"/>
              <a:gd name="connsiteX162" fmla="*/ 10675036 w 13158797"/>
              <a:gd name="connsiteY162" fmla="*/ 359065 h 9456078"/>
              <a:gd name="connsiteX163" fmla="*/ 10720923 w 13158797"/>
              <a:gd name="connsiteY163" fmla="*/ 342487 h 9456078"/>
              <a:gd name="connsiteX164" fmla="*/ 10766956 w 13158797"/>
              <a:gd name="connsiteY164" fmla="*/ 326286 h 9456078"/>
              <a:gd name="connsiteX165" fmla="*/ 10813132 w 13158797"/>
              <a:gd name="connsiteY165" fmla="*/ 310462 h 9456078"/>
              <a:gd name="connsiteX166" fmla="*/ 10859450 w 13158797"/>
              <a:gd name="connsiteY166" fmla="*/ 295018 h 9456078"/>
              <a:gd name="connsiteX167" fmla="*/ 10905907 w 13158797"/>
              <a:gd name="connsiteY167" fmla="*/ 279953 h 9456078"/>
              <a:gd name="connsiteX168" fmla="*/ 10952500 w 13158797"/>
              <a:gd name="connsiteY168" fmla="*/ 265269 h 9456078"/>
              <a:gd name="connsiteX169" fmla="*/ 10999227 w 13158797"/>
              <a:gd name="connsiteY169" fmla="*/ 250968 h 9456078"/>
              <a:gd name="connsiteX170" fmla="*/ 11046087 w 13158797"/>
              <a:gd name="connsiteY170" fmla="*/ 237049 h 9456078"/>
              <a:gd name="connsiteX171" fmla="*/ 11093076 w 13158797"/>
              <a:gd name="connsiteY171" fmla="*/ 223516 h 9456078"/>
              <a:gd name="connsiteX172" fmla="*/ 11140193 w 13158797"/>
              <a:gd name="connsiteY172" fmla="*/ 210368 h 9456078"/>
              <a:gd name="connsiteX173" fmla="*/ 11187434 w 13158797"/>
              <a:gd name="connsiteY173" fmla="*/ 197606 h 9456078"/>
              <a:gd name="connsiteX174" fmla="*/ 11234799 w 13158797"/>
              <a:gd name="connsiteY174" fmla="*/ 185233 h 9456078"/>
              <a:gd name="connsiteX175" fmla="*/ 11282284 w 13158797"/>
              <a:gd name="connsiteY175" fmla="*/ 173248 h 9456078"/>
              <a:gd name="connsiteX176" fmla="*/ 11329888 w 13158797"/>
              <a:gd name="connsiteY176" fmla="*/ 161654 h 9456078"/>
              <a:gd name="connsiteX177" fmla="*/ 11377607 w 13158797"/>
              <a:gd name="connsiteY177" fmla="*/ 150451 h 9456078"/>
              <a:gd name="connsiteX178" fmla="*/ 11425440 w 13158797"/>
              <a:gd name="connsiteY178" fmla="*/ 139640 h 9456078"/>
              <a:gd name="connsiteX179" fmla="*/ 11473385 w 13158797"/>
              <a:gd name="connsiteY179" fmla="*/ 129223 h 9456078"/>
              <a:gd name="connsiteX180" fmla="*/ 11521439 w 13158797"/>
              <a:gd name="connsiteY180" fmla="*/ 119201 h 9456078"/>
              <a:gd name="connsiteX181" fmla="*/ 11569599 w 13158797"/>
              <a:gd name="connsiteY181" fmla="*/ 109574 h 9456078"/>
              <a:gd name="connsiteX182" fmla="*/ 11617864 w 13158797"/>
              <a:gd name="connsiteY182" fmla="*/ 100344 h 9456078"/>
              <a:gd name="connsiteX183" fmla="*/ 11666231 w 13158797"/>
              <a:gd name="connsiteY183" fmla="*/ 91512 h 9456078"/>
              <a:gd name="connsiteX184" fmla="*/ 11714698 w 13158797"/>
              <a:gd name="connsiteY184" fmla="*/ 83080 h 9456078"/>
              <a:gd name="connsiteX185" fmla="*/ 11763263 w 13158797"/>
              <a:gd name="connsiteY185" fmla="*/ 75047 h 9456078"/>
              <a:gd name="connsiteX186" fmla="*/ 11811923 w 13158797"/>
              <a:gd name="connsiteY186" fmla="*/ 67417 h 9456078"/>
              <a:gd name="connsiteX187" fmla="*/ 11860676 w 13158797"/>
              <a:gd name="connsiteY187" fmla="*/ 60188 h 9456078"/>
              <a:gd name="connsiteX188" fmla="*/ 11909519 w 13158797"/>
              <a:gd name="connsiteY188" fmla="*/ 53364 h 9456078"/>
              <a:gd name="connsiteX189" fmla="*/ 11958451 w 13158797"/>
              <a:gd name="connsiteY189" fmla="*/ 46944 h 9456078"/>
              <a:gd name="connsiteX190" fmla="*/ 12007470 w 13158797"/>
              <a:gd name="connsiteY190" fmla="*/ 40931 h 9456078"/>
              <a:gd name="connsiteX191" fmla="*/ 12056572 w 13158797"/>
              <a:gd name="connsiteY191" fmla="*/ 35324 h 9456078"/>
              <a:gd name="connsiteX192" fmla="*/ 12105756 w 13158797"/>
              <a:gd name="connsiteY192" fmla="*/ 30126 h 9456078"/>
              <a:gd name="connsiteX193" fmla="*/ 12155019 w 13158797"/>
              <a:gd name="connsiteY193" fmla="*/ 25337 h 9456078"/>
              <a:gd name="connsiteX194" fmla="*/ 12204359 w 13158797"/>
              <a:gd name="connsiteY194" fmla="*/ 20958 h 9456078"/>
              <a:gd name="connsiteX195" fmla="*/ 12253773 w 13158797"/>
              <a:gd name="connsiteY195" fmla="*/ 16991 h 9456078"/>
              <a:gd name="connsiteX196" fmla="*/ 12303260 w 13158797"/>
              <a:gd name="connsiteY196" fmla="*/ 13437 h 9456078"/>
              <a:gd name="connsiteX197" fmla="*/ 12352818 w 13158797"/>
              <a:gd name="connsiteY197" fmla="*/ 10297 h 9456078"/>
              <a:gd name="connsiteX198" fmla="*/ 12402443 w 13158797"/>
              <a:gd name="connsiteY198" fmla="*/ 7572 h 9456078"/>
              <a:gd name="connsiteX199" fmla="*/ 12452133 w 13158797"/>
              <a:gd name="connsiteY199" fmla="*/ 5263 h 9456078"/>
              <a:gd name="connsiteX200" fmla="*/ 12501887 w 13158797"/>
              <a:gd name="connsiteY200" fmla="*/ 3371 h 9456078"/>
              <a:gd name="connsiteX201" fmla="*/ 12551701 w 13158797"/>
              <a:gd name="connsiteY201" fmla="*/ 1898 h 9456078"/>
              <a:gd name="connsiteX202" fmla="*/ 12601574 w 13158797"/>
              <a:gd name="connsiteY202" fmla="*/ 844 h 9456078"/>
              <a:gd name="connsiteX203" fmla="*/ 12651504 w 13158797"/>
              <a:gd name="connsiteY203" fmla="*/ 211 h 9456078"/>
              <a:gd name="connsiteX204" fmla="*/ 12701487 w 13158797"/>
              <a:gd name="connsiteY204" fmla="*/ 0 h 9456078"/>
              <a:gd name="connsiteX205" fmla="*/ 13158798 w 13158797"/>
              <a:gd name="connsiteY205" fmla="*/ 0 h 94560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</a:cxnLst>
            <a:rect l="l" t="t" r="r" b="b"/>
            <a:pathLst>
              <a:path w="13158797" h="9456078">
                <a:moveTo>
                  <a:pt x="0" y="9456078"/>
                </a:moveTo>
                <a:lnTo>
                  <a:pt x="49977" y="9455836"/>
                </a:lnTo>
                <a:lnTo>
                  <a:pt x="99893" y="9455111"/>
                </a:lnTo>
                <a:lnTo>
                  <a:pt x="149742" y="9453904"/>
                </a:lnTo>
                <a:lnTo>
                  <a:pt x="199524" y="9452217"/>
                </a:lnTo>
                <a:lnTo>
                  <a:pt x="298870" y="9447409"/>
                </a:lnTo>
                <a:lnTo>
                  <a:pt x="348429" y="9444290"/>
                </a:lnTo>
                <a:lnTo>
                  <a:pt x="397907" y="9440698"/>
                </a:lnTo>
                <a:lnTo>
                  <a:pt x="447302" y="9436632"/>
                </a:lnTo>
                <a:lnTo>
                  <a:pt x="496610" y="9432096"/>
                </a:lnTo>
                <a:lnTo>
                  <a:pt x="545829" y="9427089"/>
                </a:lnTo>
                <a:lnTo>
                  <a:pt x="594956" y="9421615"/>
                </a:lnTo>
                <a:lnTo>
                  <a:pt x="643987" y="9415673"/>
                </a:lnTo>
                <a:lnTo>
                  <a:pt x="692920" y="9409267"/>
                </a:lnTo>
                <a:lnTo>
                  <a:pt x="741751" y="9402396"/>
                </a:lnTo>
                <a:lnTo>
                  <a:pt x="790478" y="9395063"/>
                </a:lnTo>
                <a:lnTo>
                  <a:pt x="839098" y="9387270"/>
                </a:lnTo>
                <a:lnTo>
                  <a:pt x="887607" y="9379017"/>
                </a:lnTo>
                <a:lnTo>
                  <a:pt x="936002" y="9370306"/>
                </a:lnTo>
                <a:lnTo>
                  <a:pt x="984281" y="9361139"/>
                </a:lnTo>
                <a:lnTo>
                  <a:pt x="1032440" y="9351517"/>
                </a:lnTo>
                <a:lnTo>
                  <a:pt x="1080477" y="9341441"/>
                </a:lnTo>
                <a:lnTo>
                  <a:pt x="1176172" y="9319936"/>
                </a:lnTo>
                <a:lnTo>
                  <a:pt x="1223823" y="9308509"/>
                </a:lnTo>
                <a:lnTo>
                  <a:pt x="1271339" y="9296635"/>
                </a:lnTo>
                <a:lnTo>
                  <a:pt x="1318719" y="9284315"/>
                </a:lnTo>
                <a:lnTo>
                  <a:pt x="1365957" y="9271550"/>
                </a:lnTo>
                <a:lnTo>
                  <a:pt x="1413052" y="9258342"/>
                </a:lnTo>
                <a:lnTo>
                  <a:pt x="1460000" y="9244693"/>
                </a:lnTo>
                <a:lnTo>
                  <a:pt x="1506799" y="9230604"/>
                </a:lnTo>
                <a:lnTo>
                  <a:pt x="1553445" y="9216076"/>
                </a:lnTo>
                <a:lnTo>
                  <a:pt x="1599935" y="9201111"/>
                </a:lnTo>
                <a:lnTo>
                  <a:pt x="1646267" y="9185710"/>
                </a:lnTo>
                <a:lnTo>
                  <a:pt x="1692437" y="9169876"/>
                </a:lnTo>
                <a:lnTo>
                  <a:pt x="1738442" y="9153608"/>
                </a:lnTo>
                <a:lnTo>
                  <a:pt x="1784280" y="9136910"/>
                </a:lnTo>
                <a:lnTo>
                  <a:pt x="1829947" y="9119782"/>
                </a:lnTo>
                <a:lnTo>
                  <a:pt x="1875440" y="9102226"/>
                </a:lnTo>
                <a:lnTo>
                  <a:pt x="1920756" y="9084243"/>
                </a:lnTo>
                <a:lnTo>
                  <a:pt x="1965893" y="9065835"/>
                </a:lnTo>
                <a:lnTo>
                  <a:pt x="2055615" y="9027750"/>
                </a:lnTo>
                <a:lnTo>
                  <a:pt x="2100195" y="9008075"/>
                </a:lnTo>
                <a:lnTo>
                  <a:pt x="2144582" y="8987981"/>
                </a:lnTo>
                <a:lnTo>
                  <a:pt x="2188775" y="8967470"/>
                </a:lnTo>
                <a:lnTo>
                  <a:pt x="2232770" y="8946542"/>
                </a:lnTo>
                <a:lnTo>
                  <a:pt x="2276564" y="8925199"/>
                </a:lnTo>
                <a:lnTo>
                  <a:pt x="2320154" y="8903443"/>
                </a:lnTo>
                <a:lnTo>
                  <a:pt x="2363538" y="8881275"/>
                </a:lnTo>
                <a:lnTo>
                  <a:pt x="2406711" y="8858697"/>
                </a:lnTo>
                <a:lnTo>
                  <a:pt x="2449672" y="8835710"/>
                </a:lnTo>
                <a:lnTo>
                  <a:pt x="2492417" y="8812316"/>
                </a:lnTo>
                <a:lnTo>
                  <a:pt x="2534943" y="8788516"/>
                </a:lnTo>
                <a:lnTo>
                  <a:pt x="2577247" y="8764311"/>
                </a:lnTo>
                <a:lnTo>
                  <a:pt x="2619326" y="8739704"/>
                </a:lnTo>
                <a:lnTo>
                  <a:pt x="2661177" y="8714695"/>
                </a:lnTo>
                <a:lnTo>
                  <a:pt x="2702797" y="8689286"/>
                </a:lnTo>
                <a:lnTo>
                  <a:pt x="2744183" y="8663479"/>
                </a:lnTo>
                <a:lnTo>
                  <a:pt x="2785333" y="8637274"/>
                </a:lnTo>
                <a:lnTo>
                  <a:pt x="2826242" y="8610675"/>
                </a:lnTo>
                <a:lnTo>
                  <a:pt x="2866908" y="8583681"/>
                </a:lnTo>
                <a:lnTo>
                  <a:pt x="2907329" y="8556295"/>
                </a:lnTo>
                <a:lnTo>
                  <a:pt x="2947500" y="8528517"/>
                </a:lnTo>
                <a:lnTo>
                  <a:pt x="2987419" y="8500351"/>
                </a:lnTo>
                <a:lnTo>
                  <a:pt x="3027083" y="8471796"/>
                </a:lnTo>
                <a:lnTo>
                  <a:pt x="3066489" y="8442854"/>
                </a:lnTo>
                <a:lnTo>
                  <a:pt x="3105634" y="8413528"/>
                </a:lnTo>
                <a:lnTo>
                  <a:pt x="3144515" y="8383818"/>
                </a:lnTo>
                <a:lnTo>
                  <a:pt x="3183129" y="8353726"/>
                </a:lnTo>
                <a:lnTo>
                  <a:pt x="3221473" y="8323253"/>
                </a:lnTo>
                <a:lnTo>
                  <a:pt x="3259544" y="8292401"/>
                </a:lnTo>
                <a:lnTo>
                  <a:pt x="3297339" y="8261172"/>
                </a:lnTo>
                <a:lnTo>
                  <a:pt x="3334854" y="8229566"/>
                </a:lnTo>
                <a:lnTo>
                  <a:pt x="3372087" y="8197585"/>
                </a:lnTo>
                <a:lnTo>
                  <a:pt x="3409035" y="8165232"/>
                </a:lnTo>
                <a:lnTo>
                  <a:pt x="3445695" y="8132507"/>
                </a:lnTo>
                <a:lnTo>
                  <a:pt x="3482064" y="8099411"/>
                </a:lnTo>
                <a:lnTo>
                  <a:pt x="3518139" y="8065947"/>
                </a:lnTo>
                <a:lnTo>
                  <a:pt x="3553916" y="8032115"/>
                </a:lnTo>
                <a:lnTo>
                  <a:pt x="3589393" y="7997918"/>
                </a:lnTo>
                <a:lnTo>
                  <a:pt x="3624567" y="7963356"/>
                </a:lnTo>
                <a:lnTo>
                  <a:pt x="3659435" y="7928432"/>
                </a:lnTo>
                <a:lnTo>
                  <a:pt x="3693994" y="7893146"/>
                </a:lnTo>
                <a:lnTo>
                  <a:pt x="3728240" y="7857501"/>
                </a:lnTo>
                <a:lnTo>
                  <a:pt x="3762171" y="7821497"/>
                </a:lnTo>
                <a:lnTo>
                  <a:pt x="3795783" y="7785136"/>
                </a:lnTo>
                <a:lnTo>
                  <a:pt x="3829075" y="7748420"/>
                </a:lnTo>
                <a:lnTo>
                  <a:pt x="3862042" y="7711350"/>
                </a:lnTo>
                <a:lnTo>
                  <a:pt x="3894682" y="7673928"/>
                </a:lnTo>
                <a:lnTo>
                  <a:pt x="3926991" y="7636155"/>
                </a:lnTo>
                <a:lnTo>
                  <a:pt x="3958967" y="7598032"/>
                </a:lnTo>
                <a:lnTo>
                  <a:pt x="3990607" y="7559561"/>
                </a:lnTo>
                <a:lnTo>
                  <a:pt x="4021907" y="7520744"/>
                </a:lnTo>
                <a:lnTo>
                  <a:pt x="4052865" y="7481582"/>
                </a:lnTo>
                <a:lnTo>
                  <a:pt x="4083478" y="7442077"/>
                </a:lnTo>
                <a:lnTo>
                  <a:pt x="8022311" y="2307814"/>
                </a:lnTo>
                <a:lnTo>
                  <a:pt x="8052902" y="2268285"/>
                </a:lnTo>
                <a:lnTo>
                  <a:pt x="8083796" y="2229056"/>
                </a:lnTo>
                <a:lnTo>
                  <a:pt x="8114989" y="2190127"/>
                </a:lnTo>
                <a:lnTo>
                  <a:pt x="8146479" y="2151500"/>
                </a:lnTo>
                <a:lnTo>
                  <a:pt x="8178264" y="2113176"/>
                </a:lnTo>
                <a:lnTo>
                  <a:pt x="8210341" y="2075157"/>
                </a:lnTo>
                <a:lnTo>
                  <a:pt x="8242709" y="2037442"/>
                </a:lnTo>
                <a:lnTo>
                  <a:pt x="8275365" y="2000034"/>
                </a:lnTo>
                <a:lnTo>
                  <a:pt x="8308307" y="1962934"/>
                </a:lnTo>
                <a:lnTo>
                  <a:pt x="8341532" y="1926142"/>
                </a:lnTo>
                <a:lnTo>
                  <a:pt x="8375038" y="1889660"/>
                </a:lnTo>
                <a:lnTo>
                  <a:pt x="8408823" y="1853489"/>
                </a:lnTo>
                <a:lnTo>
                  <a:pt x="8442885" y="1817630"/>
                </a:lnTo>
                <a:lnTo>
                  <a:pt x="8477221" y="1782084"/>
                </a:lnTo>
                <a:lnTo>
                  <a:pt x="8511829" y="1746853"/>
                </a:lnTo>
                <a:lnTo>
                  <a:pt x="8546706" y="1711937"/>
                </a:lnTo>
                <a:lnTo>
                  <a:pt x="8581851" y="1677337"/>
                </a:lnTo>
                <a:lnTo>
                  <a:pt x="8617261" y="1643056"/>
                </a:lnTo>
                <a:lnTo>
                  <a:pt x="8652934" y="1609093"/>
                </a:lnTo>
                <a:lnTo>
                  <a:pt x="8688867" y="1575450"/>
                </a:lnTo>
                <a:lnTo>
                  <a:pt x="8725058" y="1542128"/>
                </a:lnTo>
                <a:lnTo>
                  <a:pt x="8761506" y="1509129"/>
                </a:lnTo>
                <a:lnTo>
                  <a:pt x="8798207" y="1476452"/>
                </a:lnTo>
                <a:lnTo>
                  <a:pt x="8835159" y="1444101"/>
                </a:lnTo>
                <a:lnTo>
                  <a:pt x="8872360" y="1412075"/>
                </a:lnTo>
                <a:lnTo>
                  <a:pt x="8909808" y="1380375"/>
                </a:lnTo>
                <a:lnTo>
                  <a:pt x="8947501" y="1349004"/>
                </a:lnTo>
                <a:lnTo>
                  <a:pt x="8985435" y="1317962"/>
                </a:lnTo>
                <a:lnTo>
                  <a:pt x="9023610" y="1287250"/>
                </a:lnTo>
                <a:lnTo>
                  <a:pt x="9062022" y="1256869"/>
                </a:lnTo>
                <a:lnTo>
                  <a:pt x="9100669" y="1226820"/>
                </a:lnTo>
                <a:lnTo>
                  <a:pt x="9139549" y="1197105"/>
                </a:lnTo>
                <a:lnTo>
                  <a:pt x="9178660" y="1167725"/>
                </a:lnTo>
                <a:lnTo>
                  <a:pt x="9217999" y="1138681"/>
                </a:lnTo>
                <a:lnTo>
                  <a:pt x="9257564" y="1109974"/>
                </a:lnTo>
                <a:lnTo>
                  <a:pt x="9297353" y="1081604"/>
                </a:lnTo>
                <a:lnTo>
                  <a:pt x="9337364" y="1053574"/>
                </a:lnTo>
                <a:lnTo>
                  <a:pt x="9377594" y="1025884"/>
                </a:lnTo>
                <a:lnTo>
                  <a:pt x="9418040" y="998536"/>
                </a:lnTo>
                <a:lnTo>
                  <a:pt x="9458702" y="971530"/>
                </a:lnTo>
                <a:lnTo>
                  <a:pt x="9499575" y="944868"/>
                </a:lnTo>
                <a:lnTo>
                  <a:pt x="9540659" y="918551"/>
                </a:lnTo>
                <a:lnTo>
                  <a:pt x="9581950" y="892580"/>
                </a:lnTo>
                <a:lnTo>
                  <a:pt x="9623447" y="866956"/>
                </a:lnTo>
                <a:lnTo>
                  <a:pt x="9665147" y="841681"/>
                </a:lnTo>
                <a:lnTo>
                  <a:pt x="9707048" y="816754"/>
                </a:lnTo>
                <a:lnTo>
                  <a:pt x="9749147" y="792179"/>
                </a:lnTo>
                <a:lnTo>
                  <a:pt x="9791443" y="767955"/>
                </a:lnTo>
                <a:lnTo>
                  <a:pt x="9833932" y="744083"/>
                </a:lnTo>
                <a:lnTo>
                  <a:pt x="9876613" y="720566"/>
                </a:lnTo>
                <a:lnTo>
                  <a:pt x="9919484" y="697404"/>
                </a:lnTo>
                <a:lnTo>
                  <a:pt x="9962542" y="674598"/>
                </a:lnTo>
                <a:lnTo>
                  <a:pt x="10005784" y="652149"/>
                </a:lnTo>
                <a:lnTo>
                  <a:pt x="10049209" y="630059"/>
                </a:lnTo>
                <a:lnTo>
                  <a:pt x="10092814" y="608328"/>
                </a:lnTo>
                <a:lnTo>
                  <a:pt x="10136597" y="586958"/>
                </a:lnTo>
                <a:lnTo>
                  <a:pt x="10180556" y="565950"/>
                </a:lnTo>
                <a:lnTo>
                  <a:pt x="10224688" y="545304"/>
                </a:lnTo>
                <a:lnTo>
                  <a:pt x="10268991" y="525023"/>
                </a:lnTo>
                <a:lnTo>
                  <a:pt x="10313463" y="505107"/>
                </a:lnTo>
                <a:lnTo>
                  <a:pt x="10358101" y="485558"/>
                </a:lnTo>
                <a:lnTo>
                  <a:pt x="10402903" y="466376"/>
                </a:lnTo>
                <a:lnTo>
                  <a:pt x="10447868" y="447563"/>
                </a:lnTo>
                <a:lnTo>
                  <a:pt x="10492991" y="429119"/>
                </a:lnTo>
                <a:lnTo>
                  <a:pt x="10538272" y="411046"/>
                </a:lnTo>
                <a:lnTo>
                  <a:pt x="10583708" y="393346"/>
                </a:lnTo>
                <a:lnTo>
                  <a:pt x="10629297" y="376018"/>
                </a:lnTo>
                <a:lnTo>
                  <a:pt x="10675036" y="359065"/>
                </a:lnTo>
                <a:lnTo>
                  <a:pt x="10720923" y="342487"/>
                </a:lnTo>
                <a:lnTo>
                  <a:pt x="10766956" y="326286"/>
                </a:lnTo>
                <a:lnTo>
                  <a:pt x="10813132" y="310462"/>
                </a:lnTo>
                <a:lnTo>
                  <a:pt x="10859450" y="295018"/>
                </a:lnTo>
                <a:lnTo>
                  <a:pt x="10905907" y="279953"/>
                </a:lnTo>
                <a:lnTo>
                  <a:pt x="10952500" y="265269"/>
                </a:lnTo>
                <a:lnTo>
                  <a:pt x="10999227" y="250968"/>
                </a:lnTo>
                <a:lnTo>
                  <a:pt x="11046087" y="237049"/>
                </a:lnTo>
                <a:lnTo>
                  <a:pt x="11093076" y="223516"/>
                </a:lnTo>
                <a:lnTo>
                  <a:pt x="11140193" y="210368"/>
                </a:lnTo>
                <a:lnTo>
                  <a:pt x="11187434" y="197606"/>
                </a:lnTo>
                <a:lnTo>
                  <a:pt x="11234799" y="185233"/>
                </a:lnTo>
                <a:lnTo>
                  <a:pt x="11282284" y="173248"/>
                </a:lnTo>
                <a:lnTo>
                  <a:pt x="11329888" y="161654"/>
                </a:lnTo>
                <a:lnTo>
                  <a:pt x="11377607" y="150451"/>
                </a:lnTo>
                <a:lnTo>
                  <a:pt x="11425440" y="139640"/>
                </a:lnTo>
                <a:lnTo>
                  <a:pt x="11473385" y="129223"/>
                </a:lnTo>
                <a:lnTo>
                  <a:pt x="11521439" y="119201"/>
                </a:lnTo>
                <a:lnTo>
                  <a:pt x="11569599" y="109574"/>
                </a:lnTo>
                <a:lnTo>
                  <a:pt x="11617864" y="100344"/>
                </a:lnTo>
                <a:lnTo>
                  <a:pt x="11666231" y="91512"/>
                </a:lnTo>
                <a:lnTo>
                  <a:pt x="11714698" y="83080"/>
                </a:lnTo>
                <a:lnTo>
                  <a:pt x="11763263" y="75047"/>
                </a:lnTo>
                <a:lnTo>
                  <a:pt x="11811923" y="67417"/>
                </a:lnTo>
                <a:lnTo>
                  <a:pt x="11860676" y="60188"/>
                </a:lnTo>
                <a:lnTo>
                  <a:pt x="11909519" y="53364"/>
                </a:lnTo>
                <a:lnTo>
                  <a:pt x="11958451" y="46944"/>
                </a:lnTo>
                <a:lnTo>
                  <a:pt x="12007470" y="40931"/>
                </a:lnTo>
                <a:lnTo>
                  <a:pt x="12056572" y="35324"/>
                </a:lnTo>
                <a:lnTo>
                  <a:pt x="12105756" y="30126"/>
                </a:lnTo>
                <a:lnTo>
                  <a:pt x="12155019" y="25337"/>
                </a:lnTo>
                <a:lnTo>
                  <a:pt x="12204359" y="20958"/>
                </a:lnTo>
                <a:lnTo>
                  <a:pt x="12253773" y="16991"/>
                </a:lnTo>
                <a:lnTo>
                  <a:pt x="12303260" y="13437"/>
                </a:lnTo>
                <a:lnTo>
                  <a:pt x="12352818" y="10297"/>
                </a:lnTo>
                <a:lnTo>
                  <a:pt x="12402443" y="7572"/>
                </a:lnTo>
                <a:lnTo>
                  <a:pt x="12452133" y="5263"/>
                </a:lnTo>
                <a:lnTo>
                  <a:pt x="12501887" y="3371"/>
                </a:lnTo>
                <a:lnTo>
                  <a:pt x="12551701" y="1898"/>
                </a:lnTo>
                <a:lnTo>
                  <a:pt x="12601574" y="844"/>
                </a:lnTo>
                <a:lnTo>
                  <a:pt x="12651504" y="211"/>
                </a:lnTo>
                <a:lnTo>
                  <a:pt x="12701487" y="0"/>
                </a:lnTo>
                <a:lnTo>
                  <a:pt x="13158798" y="0"/>
                </a:lnTo>
              </a:path>
            </a:pathLst>
          </a:custGeom>
          <a:ln w="19050">
            <a:solidFill>
              <a:schemeClr val="accent2"/>
            </a:solidFill>
          </a:ln>
        </p:spPr>
        <p:txBody>
          <a:bodyPr wrap="square" lIns="0" tIns="0" rIns="0" bIns="0" rtlCol="0"/>
          <a:lstStyle/>
          <a:p>
            <a:pPr marL="0" marR="0" lvl="0" indent="0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13" name="Text Placeholder 3">
            <a:extLst>
              <a:ext uri="{FF2B5EF4-FFF2-40B4-BE49-F238E27FC236}">
                <a16:creationId xmlns:a16="http://schemas.microsoft.com/office/drawing/2014/main" id="{F53E2E6E-222A-F591-1663-CA402B732DC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07988" y="2938015"/>
            <a:ext cx="4167530" cy="2783977"/>
          </a:xfrm>
          <a:prstGeom prst="rect">
            <a:avLst/>
          </a:prstGeom>
        </p:spPr>
        <p:txBody>
          <a:bodyPr lIns="0" tIns="0" rIns="0" bIns="0" anchor="b" anchorCtr="0"/>
          <a:lstStyle>
            <a:lvl1pPr marL="0" indent="0">
              <a:buNone/>
              <a:defRPr sz="3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</a:lstStyle>
          <a:p>
            <a:pPr lvl="0"/>
            <a:r>
              <a:rPr lang="en-US" err="1"/>
              <a:t>Título</a:t>
            </a:r>
            <a:r>
              <a:rPr lang="en-US"/>
              <a:t> Template</a:t>
            </a:r>
          </a:p>
          <a:p>
            <a:pPr lvl="0"/>
            <a:r>
              <a:rPr lang="en-US" err="1"/>
              <a:t>Padrão</a:t>
            </a:r>
            <a:r>
              <a:rPr lang="en-US"/>
              <a:t> </a:t>
            </a:r>
            <a:r>
              <a:rPr lang="en-US" err="1"/>
              <a:t>Exemplo</a:t>
            </a:r>
            <a:endParaRPr lang="en-US"/>
          </a:p>
        </p:txBody>
      </p:sp>
      <p:sp>
        <p:nvSpPr>
          <p:cNvPr id="14" name="Text Placeholder 15">
            <a:extLst>
              <a:ext uri="{FF2B5EF4-FFF2-40B4-BE49-F238E27FC236}">
                <a16:creationId xmlns:a16="http://schemas.microsoft.com/office/drawing/2014/main" id="{96110406-75EA-FDCF-8EC5-7273399369D0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07988" y="5722316"/>
            <a:ext cx="4167530" cy="997297"/>
          </a:xfrm>
          <a:prstGeom prst="rect">
            <a:avLst/>
          </a:prstGeom>
        </p:spPr>
        <p:txBody>
          <a:bodyPr lIns="0" tIns="0" rIns="0" bIns="0"/>
          <a:lstStyle>
            <a:lvl1pPr>
              <a:defRPr lang="en-US" sz="2000" b="1" i="0" u="none" strike="noStrike" kern="1200" cap="none" dirty="0" smtClean="0">
                <a:solidFill>
                  <a:schemeClr val="bg1"/>
                </a:solidFill>
                <a:latin typeface="Versos"/>
                <a:ea typeface="+mj-ea"/>
                <a:cs typeface="+mj-cs"/>
                <a:sym typeface="Arial"/>
              </a:defRPr>
            </a:lvl1pPr>
            <a:lvl2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2pPr>
            <a:lvl3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3pPr>
            <a:lvl4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4pPr>
            <a:lvl5pPr>
              <a:defRPr lang="pt-BR" sz="2000" b="1" i="0" u="none" strike="noStrike" kern="1200" cap="none" dirty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pt-BR" sz="2000" b="1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</a:rPr>
              <a:t>FIC FIM EXEMPLO</a:t>
            </a:r>
            <a:endParaRPr lang="pt-BR"/>
          </a:p>
        </p:txBody>
      </p:sp>
      <p:sp>
        <p:nvSpPr>
          <p:cNvPr id="22" name="Text Placeholder 20">
            <a:extLst>
              <a:ext uri="{FF2B5EF4-FFF2-40B4-BE49-F238E27FC236}">
                <a16:creationId xmlns:a16="http://schemas.microsoft.com/office/drawing/2014/main" id="{D681B05B-2386-9C81-6A6D-BFFEF6DED57D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096002" y="5804626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133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23" name="Text Placeholder 20">
            <a:extLst>
              <a:ext uri="{FF2B5EF4-FFF2-40B4-BE49-F238E27FC236}">
                <a16:creationId xmlns:a16="http://schemas.microsoft.com/office/drawing/2014/main" id="{ACB2D47A-729B-16A4-3FD8-0779C01BA71B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7766085" y="5804626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133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24" name="Text Placeholder 20">
            <a:extLst>
              <a:ext uri="{FF2B5EF4-FFF2-40B4-BE49-F238E27FC236}">
                <a16:creationId xmlns:a16="http://schemas.microsoft.com/office/drawing/2014/main" id="{6392F700-2642-3814-0747-D0EBAE5EE8DA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9436010" y="5804626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133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25" name="Text Placeholder 41">
            <a:extLst>
              <a:ext uri="{FF2B5EF4-FFF2-40B4-BE49-F238E27FC236}">
                <a16:creationId xmlns:a16="http://schemas.microsoft.com/office/drawing/2014/main" id="{157C41B9-AF41-31A7-3A0A-19B45968B487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6096002" y="5597734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6" name="Text Placeholder 41">
            <a:extLst>
              <a:ext uri="{FF2B5EF4-FFF2-40B4-BE49-F238E27FC236}">
                <a16:creationId xmlns:a16="http://schemas.microsoft.com/office/drawing/2014/main" id="{3517E57F-3F51-7633-EEE2-B42F36DCEDB6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7766084" y="5597734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7" name="Text Placeholder 41">
            <a:extLst>
              <a:ext uri="{FF2B5EF4-FFF2-40B4-BE49-F238E27FC236}">
                <a16:creationId xmlns:a16="http://schemas.microsoft.com/office/drawing/2014/main" id="{87E0728A-5639-44E4-17A8-459EA60420AA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9436009" y="5597734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8" name="Text Placeholder 17">
            <a:extLst>
              <a:ext uri="{FF2B5EF4-FFF2-40B4-BE49-F238E27FC236}">
                <a16:creationId xmlns:a16="http://schemas.microsoft.com/office/drawing/2014/main" id="{46268A65-19CA-59CF-EB3E-096ECD0A6AD9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096000" y="5300937"/>
            <a:ext cx="4789394" cy="200722"/>
          </a:xfrm>
          <a:prstGeom prst="rect">
            <a:avLst/>
          </a:prstGeom>
        </p:spPr>
        <p:txBody>
          <a:bodyPr lIns="0" tIns="0" rIns="0" bIns="0"/>
          <a:lstStyle>
            <a:lvl1pPr marL="0" marR="1133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accent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Área de atuação</a:t>
            </a:r>
          </a:p>
        </p:txBody>
      </p:sp>
    </p:spTree>
    <p:extLst>
      <p:ext uri="{BB962C8B-B14F-4D97-AF65-F5344CB8AC3E}">
        <p14:creationId xmlns:p14="http://schemas.microsoft.com/office/powerpoint/2010/main" val="210290717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156">
          <p15:clr>
            <a:srgbClr val="FBAE40"/>
          </p15:clr>
        </p15:guide>
        <p15:guide id="2" orient="horz" pos="2286">
          <p15:clr>
            <a:srgbClr val="FBAE40"/>
          </p15:clr>
        </p15:guide>
        <p15:guide id="3" pos="4516">
          <p15:clr>
            <a:srgbClr val="FBAE40"/>
          </p15:clr>
        </p15:guide>
        <p15:guide id="4" orient="horz" pos="2424">
          <p15:clr>
            <a:srgbClr val="FBAE40"/>
          </p15:clr>
        </p15:guide>
        <p15:guide id="5" orient="horz" pos="334">
          <p15:clr>
            <a:srgbClr val="FBAE40"/>
          </p15:clr>
        </p15:guide>
        <p15:guide id="6" orient="horz" pos="196">
          <p15:clr>
            <a:srgbClr val="FBAE40"/>
          </p15:clr>
        </p15:guide>
      </p15:sldGuideLst>
    </p:ext>
  </p:extLst>
</p:sldLayout>
</file>

<file path=ppt/slideLayouts/slideLayout13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3_Divisória - Foto">
    <p:bg>
      <p:bgPr>
        <a:gradFill>
          <a:gsLst>
            <a:gs pos="0">
              <a:schemeClr val="tx1">
                <a:lumMod val="95000"/>
                <a:lumOff val="5000"/>
              </a:schemeClr>
            </a:gs>
            <a:gs pos="100000">
              <a:schemeClr val="tx1">
                <a:lumMod val="85000"/>
                <a:lumOff val="15000"/>
              </a:schemeClr>
            </a:gs>
            <a:gs pos="49000">
              <a:schemeClr val="tx1">
                <a:lumMod val="95000"/>
                <a:lumOff val="5000"/>
              </a:schemeClr>
            </a:gs>
          </a:gsLst>
          <a:lin ang="4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>
            <a:extLst>
              <a:ext uri="{FF2B5EF4-FFF2-40B4-BE49-F238E27FC236}">
                <a16:creationId xmlns:a16="http://schemas.microsoft.com/office/drawing/2014/main" id="{54A7A786-F7A7-EC4D-1E36-93517BEA1F73}"/>
              </a:ext>
            </a:extLst>
          </p:cNvPr>
          <p:cNvSpPr>
            <a:spLocks noGrp="1"/>
          </p:cNvSpPr>
          <p:nvPr>
            <p:ph type="pic" sz="quarter" idx="25"/>
          </p:nvPr>
        </p:nvSpPr>
        <p:spPr>
          <a:xfrm>
            <a:off x="0" y="0"/>
            <a:ext cx="12192000" cy="6858000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accent2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pt-BR"/>
          </a:p>
        </p:txBody>
      </p:sp>
      <p:sp>
        <p:nvSpPr>
          <p:cNvPr id="13" name="Text Placeholder 3">
            <a:extLst>
              <a:ext uri="{FF2B5EF4-FFF2-40B4-BE49-F238E27FC236}">
                <a16:creationId xmlns:a16="http://schemas.microsoft.com/office/drawing/2014/main" id="{F53E2E6E-222A-F591-1663-CA402B732DC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07988" y="2938015"/>
            <a:ext cx="4167530" cy="2783977"/>
          </a:xfrm>
          <a:prstGeom prst="rect">
            <a:avLst/>
          </a:prstGeom>
        </p:spPr>
        <p:txBody>
          <a:bodyPr lIns="0" tIns="0" rIns="0" bIns="0" anchor="b" anchorCtr="0"/>
          <a:lstStyle>
            <a:lvl1pPr marL="0" indent="0">
              <a:buNone/>
              <a:defRPr sz="3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</a:lstStyle>
          <a:p>
            <a:pPr lvl="0"/>
            <a:r>
              <a:rPr lang="en-US" err="1"/>
              <a:t>Título</a:t>
            </a:r>
            <a:r>
              <a:rPr lang="en-US"/>
              <a:t> Template</a:t>
            </a:r>
          </a:p>
          <a:p>
            <a:pPr lvl="0"/>
            <a:r>
              <a:rPr lang="en-US" err="1"/>
              <a:t>Padrão</a:t>
            </a:r>
            <a:r>
              <a:rPr lang="en-US"/>
              <a:t> </a:t>
            </a:r>
            <a:r>
              <a:rPr lang="en-US" err="1"/>
              <a:t>Exemplo</a:t>
            </a:r>
            <a:endParaRPr lang="en-US"/>
          </a:p>
        </p:txBody>
      </p:sp>
      <p:sp>
        <p:nvSpPr>
          <p:cNvPr id="14" name="Text Placeholder 15">
            <a:extLst>
              <a:ext uri="{FF2B5EF4-FFF2-40B4-BE49-F238E27FC236}">
                <a16:creationId xmlns:a16="http://schemas.microsoft.com/office/drawing/2014/main" id="{96110406-75EA-FDCF-8EC5-7273399369D0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07988" y="5722316"/>
            <a:ext cx="4167530" cy="997297"/>
          </a:xfrm>
          <a:prstGeom prst="rect">
            <a:avLst/>
          </a:prstGeom>
        </p:spPr>
        <p:txBody>
          <a:bodyPr lIns="0" tIns="0" rIns="0" bIns="0"/>
          <a:lstStyle>
            <a:lvl1pPr>
              <a:defRPr lang="en-US" sz="2000" b="1" i="0" u="none" strike="noStrike" kern="1200" cap="none" dirty="0" smtClean="0">
                <a:solidFill>
                  <a:schemeClr val="bg1"/>
                </a:solidFill>
                <a:latin typeface="Versos"/>
                <a:ea typeface="+mj-ea"/>
                <a:cs typeface="+mj-cs"/>
                <a:sym typeface="Arial"/>
              </a:defRPr>
            </a:lvl1pPr>
            <a:lvl2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2pPr>
            <a:lvl3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3pPr>
            <a:lvl4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4pPr>
            <a:lvl5pPr>
              <a:defRPr lang="pt-BR" sz="2000" b="1" i="0" u="none" strike="noStrike" kern="1200" cap="none" dirty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pt-BR" sz="2000" b="1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</a:rPr>
              <a:t>FIC FIM EXEMPLO</a:t>
            </a:r>
            <a:endParaRPr lang="pt-BR"/>
          </a:p>
        </p:txBody>
      </p:sp>
      <p:sp>
        <p:nvSpPr>
          <p:cNvPr id="22" name="Text Placeholder 20">
            <a:extLst>
              <a:ext uri="{FF2B5EF4-FFF2-40B4-BE49-F238E27FC236}">
                <a16:creationId xmlns:a16="http://schemas.microsoft.com/office/drawing/2014/main" id="{D681B05B-2386-9C81-6A6D-BFFEF6DED57D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096002" y="5804626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133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23" name="Text Placeholder 20">
            <a:extLst>
              <a:ext uri="{FF2B5EF4-FFF2-40B4-BE49-F238E27FC236}">
                <a16:creationId xmlns:a16="http://schemas.microsoft.com/office/drawing/2014/main" id="{ACB2D47A-729B-16A4-3FD8-0779C01BA71B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7766085" y="5804626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133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24" name="Text Placeholder 20">
            <a:extLst>
              <a:ext uri="{FF2B5EF4-FFF2-40B4-BE49-F238E27FC236}">
                <a16:creationId xmlns:a16="http://schemas.microsoft.com/office/drawing/2014/main" id="{6392F700-2642-3814-0747-D0EBAE5EE8DA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9436010" y="5804626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133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25" name="Text Placeholder 41">
            <a:extLst>
              <a:ext uri="{FF2B5EF4-FFF2-40B4-BE49-F238E27FC236}">
                <a16:creationId xmlns:a16="http://schemas.microsoft.com/office/drawing/2014/main" id="{157C41B9-AF41-31A7-3A0A-19B45968B487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6096002" y="5597734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6" name="Text Placeholder 41">
            <a:extLst>
              <a:ext uri="{FF2B5EF4-FFF2-40B4-BE49-F238E27FC236}">
                <a16:creationId xmlns:a16="http://schemas.microsoft.com/office/drawing/2014/main" id="{3517E57F-3F51-7633-EEE2-B42F36DCEDB6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7766084" y="5597734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7" name="Text Placeholder 41">
            <a:extLst>
              <a:ext uri="{FF2B5EF4-FFF2-40B4-BE49-F238E27FC236}">
                <a16:creationId xmlns:a16="http://schemas.microsoft.com/office/drawing/2014/main" id="{87E0728A-5639-44E4-17A8-459EA60420AA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9436009" y="5597734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8" name="Text Placeholder 17">
            <a:extLst>
              <a:ext uri="{FF2B5EF4-FFF2-40B4-BE49-F238E27FC236}">
                <a16:creationId xmlns:a16="http://schemas.microsoft.com/office/drawing/2014/main" id="{46268A65-19CA-59CF-EB3E-096ECD0A6AD9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096000" y="5300937"/>
            <a:ext cx="4789394" cy="200722"/>
          </a:xfrm>
          <a:prstGeom prst="rect">
            <a:avLst/>
          </a:prstGeom>
        </p:spPr>
        <p:txBody>
          <a:bodyPr lIns="0" tIns="0" rIns="0" bIns="0"/>
          <a:lstStyle>
            <a:lvl1pPr marL="0" marR="1133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Área de atuação</a:t>
            </a:r>
          </a:p>
        </p:txBody>
      </p:sp>
    </p:spTree>
    <p:extLst>
      <p:ext uri="{BB962C8B-B14F-4D97-AF65-F5344CB8AC3E}">
        <p14:creationId xmlns:p14="http://schemas.microsoft.com/office/powerpoint/2010/main" val="120599973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156">
          <p15:clr>
            <a:srgbClr val="FBAE40"/>
          </p15:clr>
        </p15:guide>
        <p15:guide id="2" orient="horz" pos="2286">
          <p15:clr>
            <a:srgbClr val="FBAE40"/>
          </p15:clr>
        </p15:guide>
        <p15:guide id="3" pos="4516">
          <p15:clr>
            <a:srgbClr val="FBAE40"/>
          </p15:clr>
        </p15:guide>
        <p15:guide id="4" orient="horz" pos="2424">
          <p15:clr>
            <a:srgbClr val="FBAE40"/>
          </p15:clr>
        </p15:guide>
        <p15:guide id="5" orient="horz" pos="334">
          <p15:clr>
            <a:srgbClr val="FBAE40"/>
          </p15:clr>
        </p15:guide>
        <p15:guide id="6" orient="horz" pos="196">
          <p15:clr>
            <a:srgbClr val="FBAE40"/>
          </p15:clr>
        </p15:guide>
      </p15:sldGuideLst>
    </p:ext>
  </p:extLst>
</p:sldLayout>
</file>

<file path=ppt/slideLayouts/slideLayout1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_Índice | Padrão - Branc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Espaço Reservado para Número de Slide 5">
            <a:extLst>
              <a:ext uri="{FF2B5EF4-FFF2-40B4-BE49-F238E27FC236}">
                <a16:creationId xmlns:a16="http://schemas.microsoft.com/office/drawing/2014/main" id="{1C9AF77E-9895-4AC7-A1DF-EE12ACB0EE6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defRPr sz="11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pPr marL="20022">
              <a:spcBef>
                <a:spcPts val="45"/>
              </a:spcBef>
            </a:pPr>
            <a:fld id="{81D60167-4931-47E6-BA6A-407CBD079E47}" type="slidenum">
              <a:rPr lang="pt-BR" spc="-15" smtClean="0"/>
              <a:pPr marL="20022">
                <a:spcBef>
                  <a:spcPts val="45"/>
                </a:spcBef>
              </a:pPr>
              <a:t>‹#›</a:t>
            </a:fld>
            <a:endParaRPr lang="pt-BR" spc="-15"/>
          </a:p>
        </p:txBody>
      </p:sp>
      <p:sp>
        <p:nvSpPr>
          <p:cNvPr id="12" name="Text Placeholder 3">
            <a:extLst>
              <a:ext uri="{FF2B5EF4-FFF2-40B4-BE49-F238E27FC236}">
                <a16:creationId xmlns:a16="http://schemas.microsoft.com/office/drawing/2014/main" id="{050BAD04-1FFE-3E42-A1B1-BDD8FE7DA82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5" y="368302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tx1">
                    <a:lumMod val="85000"/>
                    <a:lumOff val="15000"/>
                  </a:schemeClr>
                </a:solidFill>
              </a:defRPr>
            </a:lvl1pPr>
          </a:lstStyle>
          <a:p>
            <a:pPr lvl="0"/>
            <a:r>
              <a:rPr lang="en-US" err="1"/>
              <a:t>Índice</a:t>
            </a:r>
            <a:r>
              <a:rPr lang="en-US"/>
              <a:t> | </a:t>
            </a:r>
            <a:r>
              <a:rPr lang="en-US" err="1"/>
              <a:t>Padrão</a:t>
            </a:r>
            <a:endParaRPr lang="en-US"/>
          </a:p>
        </p:txBody>
      </p:sp>
      <p:sp>
        <p:nvSpPr>
          <p:cNvPr id="14" name="Text Placeholder 10">
            <a:extLst>
              <a:ext uri="{FF2B5EF4-FFF2-40B4-BE49-F238E27FC236}">
                <a16:creationId xmlns:a16="http://schemas.microsoft.com/office/drawing/2014/main" id="{27D03C84-7D32-1C70-A8E9-63EA0F348C1F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defRPr sz="900" baseline="0">
                <a:solidFill>
                  <a:schemeClr val="tx1">
                    <a:lumMod val="85000"/>
                    <a:lumOff val="15000"/>
                  </a:schemeClr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2" name="Text Placeholder 8">
            <a:extLst>
              <a:ext uri="{FF2B5EF4-FFF2-40B4-BE49-F238E27FC236}">
                <a16:creationId xmlns:a16="http://schemas.microsoft.com/office/drawing/2014/main" id="{9D8C61F7-2206-D64F-31E1-979FA329DE03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334964" y="1268415"/>
            <a:ext cx="11522075" cy="5076824"/>
          </a:xfrm>
          <a:prstGeom prst="rect">
            <a:avLst/>
          </a:prstGeom>
        </p:spPr>
        <p:txBody>
          <a:bodyPr wrap="square" lIns="0" tIns="0" rIns="0" bIns="0" numCol="2">
            <a:noAutofit/>
          </a:bodyPr>
          <a:lstStyle>
            <a:lvl1pPr marL="35997" indent="0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tx1">
                    <a:lumMod val="85000"/>
                    <a:lumOff val="15000"/>
                  </a:schemeClr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endParaRPr lang="en-US"/>
          </a:p>
          <a:p>
            <a:pPr lvl="0"/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endParaRPr lang="en-US"/>
          </a:p>
          <a:p>
            <a:pPr lvl="0"/>
            <a:endParaRPr lang="en-US"/>
          </a:p>
        </p:txBody>
      </p:sp>
      <p:sp>
        <p:nvSpPr>
          <p:cNvPr id="4" name="Picture 8">
            <a:extLst>
              <a:ext uri="{FF2B5EF4-FFF2-40B4-BE49-F238E27FC236}">
                <a16:creationId xmlns:a16="http://schemas.microsoft.com/office/drawing/2014/main" id="{EA4336CC-56F4-E024-5FA4-922FCB6B45F5}"/>
              </a:ext>
            </a:extLst>
          </p:cNvPr>
          <p:cNvSpPr/>
          <p:nvPr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tx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/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2AC9EC34-0046-3354-FEAE-146185321E73}"/>
              </a:ext>
            </a:extLst>
          </p:cNvPr>
          <p:cNvCxnSpPr>
            <a:cxnSpLocks/>
          </p:cNvCxnSpPr>
          <p:nvPr/>
        </p:nvCxnSpPr>
        <p:spPr>
          <a:xfrm>
            <a:off x="2" y="169333"/>
            <a:ext cx="12229571" cy="0"/>
          </a:xfrm>
          <a:prstGeom prst="line">
            <a:avLst/>
          </a:prstGeom>
          <a:ln w="190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object 4">
            <a:extLst>
              <a:ext uri="{FF2B5EF4-FFF2-40B4-BE49-F238E27FC236}">
                <a16:creationId xmlns:a16="http://schemas.microsoft.com/office/drawing/2014/main" id="{CEA43F7C-5165-0414-8BF4-D266CF3B3FAB}"/>
              </a:ext>
            </a:extLst>
          </p:cNvPr>
          <p:cNvSpPr/>
          <p:nvPr/>
        </p:nvSpPr>
        <p:spPr>
          <a:xfrm rot="10247908" flipH="1">
            <a:off x="4106509" y="-4146683"/>
            <a:ext cx="8001039" cy="5749648"/>
          </a:xfrm>
          <a:custGeom>
            <a:avLst/>
            <a:gdLst>
              <a:gd name="connsiteX0" fmla="*/ 0 w 13940157"/>
              <a:gd name="connsiteY0" fmla="*/ 9200719 h 9456078"/>
              <a:gd name="connsiteX1" fmla="*/ 781360 w 13940157"/>
              <a:gd name="connsiteY1" fmla="*/ 9456078 h 9456078"/>
              <a:gd name="connsiteX2" fmla="*/ 831337 w 13940157"/>
              <a:gd name="connsiteY2" fmla="*/ 9455836 h 9456078"/>
              <a:gd name="connsiteX3" fmla="*/ 881253 w 13940157"/>
              <a:gd name="connsiteY3" fmla="*/ 9455111 h 9456078"/>
              <a:gd name="connsiteX4" fmla="*/ 931102 w 13940157"/>
              <a:gd name="connsiteY4" fmla="*/ 9453904 h 9456078"/>
              <a:gd name="connsiteX5" fmla="*/ 980884 w 13940157"/>
              <a:gd name="connsiteY5" fmla="*/ 9452217 h 9456078"/>
              <a:gd name="connsiteX6" fmla="*/ 1030594 w 13940157"/>
              <a:gd name="connsiteY6" fmla="*/ 9450052 h 9456078"/>
              <a:gd name="connsiteX7" fmla="*/ 1080230 w 13940157"/>
              <a:gd name="connsiteY7" fmla="*/ 9447409 h 9456078"/>
              <a:gd name="connsiteX8" fmla="*/ 1129789 w 13940157"/>
              <a:gd name="connsiteY8" fmla="*/ 9444290 h 9456078"/>
              <a:gd name="connsiteX9" fmla="*/ 1179267 w 13940157"/>
              <a:gd name="connsiteY9" fmla="*/ 9440698 h 9456078"/>
              <a:gd name="connsiteX10" fmla="*/ 1228662 w 13940157"/>
              <a:gd name="connsiteY10" fmla="*/ 9436632 h 9456078"/>
              <a:gd name="connsiteX11" fmla="*/ 1277970 w 13940157"/>
              <a:gd name="connsiteY11" fmla="*/ 9432096 h 9456078"/>
              <a:gd name="connsiteX12" fmla="*/ 1327189 w 13940157"/>
              <a:gd name="connsiteY12" fmla="*/ 9427089 h 9456078"/>
              <a:gd name="connsiteX13" fmla="*/ 1376316 w 13940157"/>
              <a:gd name="connsiteY13" fmla="*/ 9421615 h 9456078"/>
              <a:gd name="connsiteX14" fmla="*/ 1425347 w 13940157"/>
              <a:gd name="connsiteY14" fmla="*/ 9415673 h 9456078"/>
              <a:gd name="connsiteX15" fmla="*/ 1474280 w 13940157"/>
              <a:gd name="connsiteY15" fmla="*/ 9409267 h 9456078"/>
              <a:gd name="connsiteX16" fmla="*/ 1523111 w 13940157"/>
              <a:gd name="connsiteY16" fmla="*/ 9402396 h 9456078"/>
              <a:gd name="connsiteX17" fmla="*/ 1571838 w 13940157"/>
              <a:gd name="connsiteY17" fmla="*/ 9395063 h 9456078"/>
              <a:gd name="connsiteX18" fmla="*/ 1620458 w 13940157"/>
              <a:gd name="connsiteY18" fmla="*/ 9387270 h 9456078"/>
              <a:gd name="connsiteX19" fmla="*/ 1668967 w 13940157"/>
              <a:gd name="connsiteY19" fmla="*/ 9379017 h 9456078"/>
              <a:gd name="connsiteX20" fmla="*/ 1717362 w 13940157"/>
              <a:gd name="connsiteY20" fmla="*/ 9370306 h 9456078"/>
              <a:gd name="connsiteX21" fmla="*/ 1765641 w 13940157"/>
              <a:gd name="connsiteY21" fmla="*/ 9361139 h 9456078"/>
              <a:gd name="connsiteX22" fmla="*/ 1813800 w 13940157"/>
              <a:gd name="connsiteY22" fmla="*/ 9351517 h 9456078"/>
              <a:gd name="connsiteX23" fmla="*/ 1861837 w 13940157"/>
              <a:gd name="connsiteY23" fmla="*/ 9341441 h 9456078"/>
              <a:gd name="connsiteX24" fmla="*/ 1909749 w 13940157"/>
              <a:gd name="connsiteY24" fmla="*/ 9330914 h 9456078"/>
              <a:gd name="connsiteX25" fmla="*/ 1957532 w 13940157"/>
              <a:gd name="connsiteY25" fmla="*/ 9319936 h 9456078"/>
              <a:gd name="connsiteX26" fmla="*/ 2005183 w 13940157"/>
              <a:gd name="connsiteY26" fmla="*/ 9308509 h 9456078"/>
              <a:gd name="connsiteX27" fmla="*/ 2052699 w 13940157"/>
              <a:gd name="connsiteY27" fmla="*/ 9296635 h 9456078"/>
              <a:gd name="connsiteX28" fmla="*/ 2100079 w 13940157"/>
              <a:gd name="connsiteY28" fmla="*/ 9284315 h 9456078"/>
              <a:gd name="connsiteX29" fmla="*/ 2147317 w 13940157"/>
              <a:gd name="connsiteY29" fmla="*/ 9271550 h 9456078"/>
              <a:gd name="connsiteX30" fmla="*/ 2194412 w 13940157"/>
              <a:gd name="connsiteY30" fmla="*/ 9258342 h 9456078"/>
              <a:gd name="connsiteX31" fmla="*/ 2241360 w 13940157"/>
              <a:gd name="connsiteY31" fmla="*/ 9244693 h 9456078"/>
              <a:gd name="connsiteX32" fmla="*/ 2288159 w 13940157"/>
              <a:gd name="connsiteY32" fmla="*/ 9230604 h 9456078"/>
              <a:gd name="connsiteX33" fmla="*/ 2334805 w 13940157"/>
              <a:gd name="connsiteY33" fmla="*/ 9216076 h 9456078"/>
              <a:gd name="connsiteX34" fmla="*/ 2381295 w 13940157"/>
              <a:gd name="connsiteY34" fmla="*/ 9201111 h 9456078"/>
              <a:gd name="connsiteX35" fmla="*/ 2427627 w 13940157"/>
              <a:gd name="connsiteY35" fmla="*/ 9185710 h 9456078"/>
              <a:gd name="connsiteX36" fmla="*/ 2473797 w 13940157"/>
              <a:gd name="connsiteY36" fmla="*/ 9169876 h 9456078"/>
              <a:gd name="connsiteX37" fmla="*/ 2519802 w 13940157"/>
              <a:gd name="connsiteY37" fmla="*/ 9153608 h 9456078"/>
              <a:gd name="connsiteX38" fmla="*/ 2565640 w 13940157"/>
              <a:gd name="connsiteY38" fmla="*/ 9136910 h 9456078"/>
              <a:gd name="connsiteX39" fmla="*/ 2611307 w 13940157"/>
              <a:gd name="connsiteY39" fmla="*/ 9119782 h 9456078"/>
              <a:gd name="connsiteX40" fmla="*/ 2656800 w 13940157"/>
              <a:gd name="connsiteY40" fmla="*/ 9102226 h 9456078"/>
              <a:gd name="connsiteX41" fmla="*/ 2702116 w 13940157"/>
              <a:gd name="connsiteY41" fmla="*/ 9084243 h 9456078"/>
              <a:gd name="connsiteX42" fmla="*/ 2747253 w 13940157"/>
              <a:gd name="connsiteY42" fmla="*/ 9065835 h 9456078"/>
              <a:gd name="connsiteX43" fmla="*/ 2792207 w 13940157"/>
              <a:gd name="connsiteY43" fmla="*/ 9047004 h 9456078"/>
              <a:gd name="connsiteX44" fmla="*/ 2836975 w 13940157"/>
              <a:gd name="connsiteY44" fmla="*/ 9027750 h 9456078"/>
              <a:gd name="connsiteX45" fmla="*/ 2881555 w 13940157"/>
              <a:gd name="connsiteY45" fmla="*/ 9008075 h 9456078"/>
              <a:gd name="connsiteX46" fmla="*/ 2925942 w 13940157"/>
              <a:gd name="connsiteY46" fmla="*/ 8987981 h 9456078"/>
              <a:gd name="connsiteX47" fmla="*/ 2970135 w 13940157"/>
              <a:gd name="connsiteY47" fmla="*/ 8967470 h 9456078"/>
              <a:gd name="connsiteX48" fmla="*/ 3014130 w 13940157"/>
              <a:gd name="connsiteY48" fmla="*/ 8946542 h 9456078"/>
              <a:gd name="connsiteX49" fmla="*/ 3057924 w 13940157"/>
              <a:gd name="connsiteY49" fmla="*/ 8925199 h 9456078"/>
              <a:gd name="connsiteX50" fmla="*/ 3101514 w 13940157"/>
              <a:gd name="connsiteY50" fmla="*/ 8903443 h 9456078"/>
              <a:gd name="connsiteX51" fmla="*/ 3144898 w 13940157"/>
              <a:gd name="connsiteY51" fmla="*/ 8881275 h 9456078"/>
              <a:gd name="connsiteX52" fmla="*/ 3188071 w 13940157"/>
              <a:gd name="connsiteY52" fmla="*/ 8858697 h 9456078"/>
              <a:gd name="connsiteX53" fmla="*/ 3231032 w 13940157"/>
              <a:gd name="connsiteY53" fmla="*/ 8835710 h 9456078"/>
              <a:gd name="connsiteX54" fmla="*/ 3273777 w 13940157"/>
              <a:gd name="connsiteY54" fmla="*/ 8812316 h 9456078"/>
              <a:gd name="connsiteX55" fmla="*/ 3316303 w 13940157"/>
              <a:gd name="connsiteY55" fmla="*/ 8788516 h 9456078"/>
              <a:gd name="connsiteX56" fmla="*/ 3358607 w 13940157"/>
              <a:gd name="connsiteY56" fmla="*/ 8764311 h 9456078"/>
              <a:gd name="connsiteX57" fmla="*/ 3400686 w 13940157"/>
              <a:gd name="connsiteY57" fmla="*/ 8739704 h 9456078"/>
              <a:gd name="connsiteX58" fmla="*/ 3442537 w 13940157"/>
              <a:gd name="connsiteY58" fmla="*/ 8714695 h 9456078"/>
              <a:gd name="connsiteX59" fmla="*/ 3484157 w 13940157"/>
              <a:gd name="connsiteY59" fmla="*/ 8689286 h 9456078"/>
              <a:gd name="connsiteX60" fmla="*/ 3525543 w 13940157"/>
              <a:gd name="connsiteY60" fmla="*/ 8663479 h 9456078"/>
              <a:gd name="connsiteX61" fmla="*/ 3566693 w 13940157"/>
              <a:gd name="connsiteY61" fmla="*/ 8637274 h 9456078"/>
              <a:gd name="connsiteX62" fmla="*/ 3607602 w 13940157"/>
              <a:gd name="connsiteY62" fmla="*/ 8610675 h 9456078"/>
              <a:gd name="connsiteX63" fmla="*/ 3648268 w 13940157"/>
              <a:gd name="connsiteY63" fmla="*/ 8583681 h 9456078"/>
              <a:gd name="connsiteX64" fmla="*/ 3688689 w 13940157"/>
              <a:gd name="connsiteY64" fmla="*/ 8556295 h 9456078"/>
              <a:gd name="connsiteX65" fmla="*/ 3728860 w 13940157"/>
              <a:gd name="connsiteY65" fmla="*/ 8528517 h 9456078"/>
              <a:gd name="connsiteX66" fmla="*/ 3768779 w 13940157"/>
              <a:gd name="connsiteY66" fmla="*/ 8500351 h 9456078"/>
              <a:gd name="connsiteX67" fmla="*/ 3808443 w 13940157"/>
              <a:gd name="connsiteY67" fmla="*/ 8471796 h 9456078"/>
              <a:gd name="connsiteX68" fmla="*/ 3847849 w 13940157"/>
              <a:gd name="connsiteY68" fmla="*/ 8442854 h 9456078"/>
              <a:gd name="connsiteX69" fmla="*/ 3886994 w 13940157"/>
              <a:gd name="connsiteY69" fmla="*/ 8413528 h 9456078"/>
              <a:gd name="connsiteX70" fmla="*/ 3925875 w 13940157"/>
              <a:gd name="connsiteY70" fmla="*/ 8383818 h 9456078"/>
              <a:gd name="connsiteX71" fmla="*/ 3964489 w 13940157"/>
              <a:gd name="connsiteY71" fmla="*/ 8353726 h 9456078"/>
              <a:gd name="connsiteX72" fmla="*/ 4002833 w 13940157"/>
              <a:gd name="connsiteY72" fmla="*/ 8323253 h 9456078"/>
              <a:gd name="connsiteX73" fmla="*/ 4040904 w 13940157"/>
              <a:gd name="connsiteY73" fmla="*/ 8292401 h 9456078"/>
              <a:gd name="connsiteX74" fmla="*/ 4078699 w 13940157"/>
              <a:gd name="connsiteY74" fmla="*/ 8261172 h 9456078"/>
              <a:gd name="connsiteX75" fmla="*/ 4116214 w 13940157"/>
              <a:gd name="connsiteY75" fmla="*/ 8229566 h 9456078"/>
              <a:gd name="connsiteX76" fmla="*/ 4153447 w 13940157"/>
              <a:gd name="connsiteY76" fmla="*/ 8197585 h 9456078"/>
              <a:gd name="connsiteX77" fmla="*/ 4190395 w 13940157"/>
              <a:gd name="connsiteY77" fmla="*/ 8165232 h 9456078"/>
              <a:gd name="connsiteX78" fmla="*/ 4227055 w 13940157"/>
              <a:gd name="connsiteY78" fmla="*/ 8132507 h 9456078"/>
              <a:gd name="connsiteX79" fmla="*/ 4263424 w 13940157"/>
              <a:gd name="connsiteY79" fmla="*/ 8099411 h 9456078"/>
              <a:gd name="connsiteX80" fmla="*/ 4299499 w 13940157"/>
              <a:gd name="connsiteY80" fmla="*/ 8065947 h 9456078"/>
              <a:gd name="connsiteX81" fmla="*/ 4335276 w 13940157"/>
              <a:gd name="connsiteY81" fmla="*/ 8032115 h 9456078"/>
              <a:gd name="connsiteX82" fmla="*/ 4370753 w 13940157"/>
              <a:gd name="connsiteY82" fmla="*/ 7997918 h 9456078"/>
              <a:gd name="connsiteX83" fmla="*/ 4405927 w 13940157"/>
              <a:gd name="connsiteY83" fmla="*/ 7963356 h 9456078"/>
              <a:gd name="connsiteX84" fmla="*/ 4440795 w 13940157"/>
              <a:gd name="connsiteY84" fmla="*/ 7928432 h 9456078"/>
              <a:gd name="connsiteX85" fmla="*/ 4475354 w 13940157"/>
              <a:gd name="connsiteY85" fmla="*/ 7893146 h 9456078"/>
              <a:gd name="connsiteX86" fmla="*/ 4509600 w 13940157"/>
              <a:gd name="connsiteY86" fmla="*/ 7857501 h 9456078"/>
              <a:gd name="connsiteX87" fmla="*/ 4543531 w 13940157"/>
              <a:gd name="connsiteY87" fmla="*/ 7821497 h 9456078"/>
              <a:gd name="connsiteX88" fmla="*/ 4577143 w 13940157"/>
              <a:gd name="connsiteY88" fmla="*/ 7785136 h 9456078"/>
              <a:gd name="connsiteX89" fmla="*/ 4610435 w 13940157"/>
              <a:gd name="connsiteY89" fmla="*/ 7748420 h 9456078"/>
              <a:gd name="connsiteX90" fmla="*/ 4643402 w 13940157"/>
              <a:gd name="connsiteY90" fmla="*/ 7711350 h 9456078"/>
              <a:gd name="connsiteX91" fmla="*/ 4676042 w 13940157"/>
              <a:gd name="connsiteY91" fmla="*/ 7673928 h 9456078"/>
              <a:gd name="connsiteX92" fmla="*/ 4708351 w 13940157"/>
              <a:gd name="connsiteY92" fmla="*/ 7636155 h 9456078"/>
              <a:gd name="connsiteX93" fmla="*/ 4740327 w 13940157"/>
              <a:gd name="connsiteY93" fmla="*/ 7598032 h 9456078"/>
              <a:gd name="connsiteX94" fmla="*/ 4771967 w 13940157"/>
              <a:gd name="connsiteY94" fmla="*/ 7559561 h 9456078"/>
              <a:gd name="connsiteX95" fmla="*/ 4803267 w 13940157"/>
              <a:gd name="connsiteY95" fmla="*/ 7520744 h 9456078"/>
              <a:gd name="connsiteX96" fmla="*/ 4834225 w 13940157"/>
              <a:gd name="connsiteY96" fmla="*/ 7481582 h 9456078"/>
              <a:gd name="connsiteX97" fmla="*/ 4864838 w 13940157"/>
              <a:gd name="connsiteY97" fmla="*/ 7442077 h 9456078"/>
              <a:gd name="connsiteX98" fmla="*/ 8803671 w 13940157"/>
              <a:gd name="connsiteY98" fmla="*/ 2307814 h 9456078"/>
              <a:gd name="connsiteX99" fmla="*/ 8834262 w 13940157"/>
              <a:gd name="connsiteY99" fmla="*/ 2268285 h 9456078"/>
              <a:gd name="connsiteX100" fmla="*/ 8865156 w 13940157"/>
              <a:gd name="connsiteY100" fmla="*/ 2229056 h 9456078"/>
              <a:gd name="connsiteX101" fmla="*/ 8896349 w 13940157"/>
              <a:gd name="connsiteY101" fmla="*/ 2190127 h 9456078"/>
              <a:gd name="connsiteX102" fmla="*/ 8927839 w 13940157"/>
              <a:gd name="connsiteY102" fmla="*/ 2151500 h 9456078"/>
              <a:gd name="connsiteX103" fmla="*/ 8959624 w 13940157"/>
              <a:gd name="connsiteY103" fmla="*/ 2113176 h 9456078"/>
              <a:gd name="connsiteX104" fmla="*/ 8991701 w 13940157"/>
              <a:gd name="connsiteY104" fmla="*/ 2075157 h 9456078"/>
              <a:gd name="connsiteX105" fmla="*/ 9024069 w 13940157"/>
              <a:gd name="connsiteY105" fmla="*/ 2037442 h 9456078"/>
              <a:gd name="connsiteX106" fmla="*/ 9056725 w 13940157"/>
              <a:gd name="connsiteY106" fmla="*/ 2000034 h 9456078"/>
              <a:gd name="connsiteX107" fmla="*/ 9089667 w 13940157"/>
              <a:gd name="connsiteY107" fmla="*/ 1962934 h 9456078"/>
              <a:gd name="connsiteX108" fmla="*/ 9122892 w 13940157"/>
              <a:gd name="connsiteY108" fmla="*/ 1926142 h 9456078"/>
              <a:gd name="connsiteX109" fmla="*/ 9156398 w 13940157"/>
              <a:gd name="connsiteY109" fmla="*/ 1889660 h 9456078"/>
              <a:gd name="connsiteX110" fmla="*/ 9190183 w 13940157"/>
              <a:gd name="connsiteY110" fmla="*/ 1853489 h 9456078"/>
              <a:gd name="connsiteX111" fmla="*/ 9224245 w 13940157"/>
              <a:gd name="connsiteY111" fmla="*/ 1817630 h 9456078"/>
              <a:gd name="connsiteX112" fmla="*/ 9258581 w 13940157"/>
              <a:gd name="connsiteY112" fmla="*/ 1782084 h 9456078"/>
              <a:gd name="connsiteX113" fmla="*/ 9293189 w 13940157"/>
              <a:gd name="connsiteY113" fmla="*/ 1746853 h 9456078"/>
              <a:gd name="connsiteX114" fmla="*/ 9328066 w 13940157"/>
              <a:gd name="connsiteY114" fmla="*/ 1711937 h 9456078"/>
              <a:gd name="connsiteX115" fmla="*/ 9363211 w 13940157"/>
              <a:gd name="connsiteY115" fmla="*/ 1677337 h 9456078"/>
              <a:gd name="connsiteX116" fmla="*/ 9398621 w 13940157"/>
              <a:gd name="connsiteY116" fmla="*/ 1643056 h 9456078"/>
              <a:gd name="connsiteX117" fmla="*/ 9434294 w 13940157"/>
              <a:gd name="connsiteY117" fmla="*/ 1609093 h 9456078"/>
              <a:gd name="connsiteX118" fmla="*/ 9470227 w 13940157"/>
              <a:gd name="connsiteY118" fmla="*/ 1575450 h 9456078"/>
              <a:gd name="connsiteX119" fmla="*/ 9506418 w 13940157"/>
              <a:gd name="connsiteY119" fmla="*/ 1542128 h 9456078"/>
              <a:gd name="connsiteX120" fmla="*/ 9542866 w 13940157"/>
              <a:gd name="connsiteY120" fmla="*/ 1509129 h 9456078"/>
              <a:gd name="connsiteX121" fmla="*/ 9579567 w 13940157"/>
              <a:gd name="connsiteY121" fmla="*/ 1476452 h 9456078"/>
              <a:gd name="connsiteX122" fmla="*/ 9616519 w 13940157"/>
              <a:gd name="connsiteY122" fmla="*/ 1444101 h 9456078"/>
              <a:gd name="connsiteX123" fmla="*/ 9653720 w 13940157"/>
              <a:gd name="connsiteY123" fmla="*/ 1412075 h 9456078"/>
              <a:gd name="connsiteX124" fmla="*/ 9691168 w 13940157"/>
              <a:gd name="connsiteY124" fmla="*/ 1380375 h 9456078"/>
              <a:gd name="connsiteX125" fmla="*/ 9728861 w 13940157"/>
              <a:gd name="connsiteY125" fmla="*/ 1349004 h 9456078"/>
              <a:gd name="connsiteX126" fmla="*/ 9766795 w 13940157"/>
              <a:gd name="connsiteY126" fmla="*/ 1317962 h 9456078"/>
              <a:gd name="connsiteX127" fmla="*/ 9804970 w 13940157"/>
              <a:gd name="connsiteY127" fmla="*/ 1287250 h 9456078"/>
              <a:gd name="connsiteX128" fmla="*/ 9843382 w 13940157"/>
              <a:gd name="connsiteY128" fmla="*/ 1256869 h 9456078"/>
              <a:gd name="connsiteX129" fmla="*/ 9882029 w 13940157"/>
              <a:gd name="connsiteY129" fmla="*/ 1226820 h 9456078"/>
              <a:gd name="connsiteX130" fmla="*/ 9920909 w 13940157"/>
              <a:gd name="connsiteY130" fmla="*/ 1197105 h 9456078"/>
              <a:gd name="connsiteX131" fmla="*/ 9960020 w 13940157"/>
              <a:gd name="connsiteY131" fmla="*/ 1167725 h 9456078"/>
              <a:gd name="connsiteX132" fmla="*/ 9999359 w 13940157"/>
              <a:gd name="connsiteY132" fmla="*/ 1138681 h 9456078"/>
              <a:gd name="connsiteX133" fmla="*/ 10038924 w 13940157"/>
              <a:gd name="connsiteY133" fmla="*/ 1109974 h 9456078"/>
              <a:gd name="connsiteX134" fmla="*/ 10078713 w 13940157"/>
              <a:gd name="connsiteY134" fmla="*/ 1081604 h 9456078"/>
              <a:gd name="connsiteX135" fmla="*/ 10118724 w 13940157"/>
              <a:gd name="connsiteY135" fmla="*/ 1053574 h 9456078"/>
              <a:gd name="connsiteX136" fmla="*/ 10158954 w 13940157"/>
              <a:gd name="connsiteY136" fmla="*/ 1025884 h 9456078"/>
              <a:gd name="connsiteX137" fmla="*/ 10199400 w 13940157"/>
              <a:gd name="connsiteY137" fmla="*/ 998536 h 9456078"/>
              <a:gd name="connsiteX138" fmla="*/ 10240062 w 13940157"/>
              <a:gd name="connsiteY138" fmla="*/ 971530 h 9456078"/>
              <a:gd name="connsiteX139" fmla="*/ 10280935 w 13940157"/>
              <a:gd name="connsiteY139" fmla="*/ 944868 h 9456078"/>
              <a:gd name="connsiteX140" fmla="*/ 10322019 w 13940157"/>
              <a:gd name="connsiteY140" fmla="*/ 918551 h 9456078"/>
              <a:gd name="connsiteX141" fmla="*/ 10363310 w 13940157"/>
              <a:gd name="connsiteY141" fmla="*/ 892580 h 9456078"/>
              <a:gd name="connsiteX142" fmla="*/ 10404807 w 13940157"/>
              <a:gd name="connsiteY142" fmla="*/ 866956 h 9456078"/>
              <a:gd name="connsiteX143" fmla="*/ 10446507 w 13940157"/>
              <a:gd name="connsiteY143" fmla="*/ 841681 h 9456078"/>
              <a:gd name="connsiteX144" fmla="*/ 10488408 w 13940157"/>
              <a:gd name="connsiteY144" fmla="*/ 816754 h 9456078"/>
              <a:gd name="connsiteX145" fmla="*/ 10530507 w 13940157"/>
              <a:gd name="connsiteY145" fmla="*/ 792179 h 9456078"/>
              <a:gd name="connsiteX146" fmla="*/ 10572803 w 13940157"/>
              <a:gd name="connsiteY146" fmla="*/ 767955 h 9456078"/>
              <a:gd name="connsiteX147" fmla="*/ 10615292 w 13940157"/>
              <a:gd name="connsiteY147" fmla="*/ 744083 h 9456078"/>
              <a:gd name="connsiteX148" fmla="*/ 10657973 w 13940157"/>
              <a:gd name="connsiteY148" fmla="*/ 720566 h 9456078"/>
              <a:gd name="connsiteX149" fmla="*/ 10700844 w 13940157"/>
              <a:gd name="connsiteY149" fmla="*/ 697404 h 9456078"/>
              <a:gd name="connsiteX150" fmla="*/ 10743902 w 13940157"/>
              <a:gd name="connsiteY150" fmla="*/ 674598 h 9456078"/>
              <a:gd name="connsiteX151" fmla="*/ 10787144 w 13940157"/>
              <a:gd name="connsiteY151" fmla="*/ 652149 h 9456078"/>
              <a:gd name="connsiteX152" fmla="*/ 10830569 w 13940157"/>
              <a:gd name="connsiteY152" fmla="*/ 630059 h 9456078"/>
              <a:gd name="connsiteX153" fmla="*/ 10874174 w 13940157"/>
              <a:gd name="connsiteY153" fmla="*/ 608328 h 9456078"/>
              <a:gd name="connsiteX154" fmla="*/ 10917957 w 13940157"/>
              <a:gd name="connsiteY154" fmla="*/ 586958 h 9456078"/>
              <a:gd name="connsiteX155" fmla="*/ 10961916 w 13940157"/>
              <a:gd name="connsiteY155" fmla="*/ 565950 h 9456078"/>
              <a:gd name="connsiteX156" fmla="*/ 11006048 w 13940157"/>
              <a:gd name="connsiteY156" fmla="*/ 545304 h 9456078"/>
              <a:gd name="connsiteX157" fmla="*/ 11050351 w 13940157"/>
              <a:gd name="connsiteY157" fmla="*/ 525023 h 9456078"/>
              <a:gd name="connsiteX158" fmla="*/ 11094823 w 13940157"/>
              <a:gd name="connsiteY158" fmla="*/ 505107 h 9456078"/>
              <a:gd name="connsiteX159" fmla="*/ 11139461 w 13940157"/>
              <a:gd name="connsiteY159" fmla="*/ 485558 h 9456078"/>
              <a:gd name="connsiteX160" fmla="*/ 11184263 w 13940157"/>
              <a:gd name="connsiteY160" fmla="*/ 466376 h 9456078"/>
              <a:gd name="connsiteX161" fmla="*/ 11229228 w 13940157"/>
              <a:gd name="connsiteY161" fmla="*/ 447563 h 9456078"/>
              <a:gd name="connsiteX162" fmla="*/ 11274351 w 13940157"/>
              <a:gd name="connsiteY162" fmla="*/ 429119 h 9456078"/>
              <a:gd name="connsiteX163" fmla="*/ 11319632 w 13940157"/>
              <a:gd name="connsiteY163" fmla="*/ 411046 h 9456078"/>
              <a:gd name="connsiteX164" fmla="*/ 11365068 w 13940157"/>
              <a:gd name="connsiteY164" fmla="*/ 393346 h 9456078"/>
              <a:gd name="connsiteX165" fmla="*/ 11410657 w 13940157"/>
              <a:gd name="connsiteY165" fmla="*/ 376018 h 9456078"/>
              <a:gd name="connsiteX166" fmla="*/ 11456396 w 13940157"/>
              <a:gd name="connsiteY166" fmla="*/ 359065 h 9456078"/>
              <a:gd name="connsiteX167" fmla="*/ 11502283 w 13940157"/>
              <a:gd name="connsiteY167" fmla="*/ 342487 h 9456078"/>
              <a:gd name="connsiteX168" fmla="*/ 11548316 w 13940157"/>
              <a:gd name="connsiteY168" fmla="*/ 326286 h 9456078"/>
              <a:gd name="connsiteX169" fmla="*/ 11594492 w 13940157"/>
              <a:gd name="connsiteY169" fmla="*/ 310462 h 9456078"/>
              <a:gd name="connsiteX170" fmla="*/ 11640810 w 13940157"/>
              <a:gd name="connsiteY170" fmla="*/ 295018 h 9456078"/>
              <a:gd name="connsiteX171" fmla="*/ 11687267 w 13940157"/>
              <a:gd name="connsiteY171" fmla="*/ 279953 h 9456078"/>
              <a:gd name="connsiteX172" fmla="*/ 11733860 w 13940157"/>
              <a:gd name="connsiteY172" fmla="*/ 265269 h 9456078"/>
              <a:gd name="connsiteX173" fmla="*/ 11780587 w 13940157"/>
              <a:gd name="connsiteY173" fmla="*/ 250968 h 9456078"/>
              <a:gd name="connsiteX174" fmla="*/ 11827447 w 13940157"/>
              <a:gd name="connsiteY174" fmla="*/ 237049 h 9456078"/>
              <a:gd name="connsiteX175" fmla="*/ 11874436 w 13940157"/>
              <a:gd name="connsiteY175" fmla="*/ 223516 h 9456078"/>
              <a:gd name="connsiteX176" fmla="*/ 11921553 w 13940157"/>
              <a:gd name="connsiteY176" fmla="*/ 210368 h 9456078"/>
              <a:gd name="connsiteX177" fmla="*/ 11968794 w 13940157"/>
              <a:gd name="connsiteY177" fmla="*/ 197606 h 9456078"/>
              <a:gd name="connsiteX178" fmla="*/ 12016159 w 13940157"/>
              <a:gd name="connsiteY178" fmla="*/ 185233 h 9456078"/>
              <a:gd name="connsiteX179" fmla="*/ 12063644 w 13940157"/>
              <a:gd name="connsiteY179" fmla="*/ 173248 h 9456078"/>
              <a:gd name="connsiteX180" fmla="*/ 12111248 w 13940157"/>
              <a:gd name="connsiteY180" fmla="*/ 161654 h 9456078"/>
              <a:gd name="connsiteX181" fmla="*/ 12158967 w 13940157"/>
              <a:gd name="connsiteY181" fmla="*/ 150451 h 9456078"/>
              <a:gd name="connsiteX182" fmla="*/ 12206800 w 13940157"/>
              <a:gd name="connsiteY182" fmla="*/ 139640 h 9456078"/>
              <a:gd name="connsiteX183" fmla="*/ 12254745 w 13940157"/>
              <a:gd name="connsiteY183" fmla="*/ 129223 h 9456078"/>
              <a:gd name="connsiteX184" fmla="*/ 12302799 w 13940157"/>
              <a:gd name="connsiteY184" fmla="*/ 119201 h 9456078"/>
              <a:gd name="connsiteX185" fmla="*/ 12350959 w 13940157"/>
              <a:gd name="connsiteY185" fmla="*/ 109574 h 9456078"/>
              <a:gd name="connsiteX186" fmla="*/ 12399224 w 13940157"/>
              <a:gd name="connsiteY186" fmla="*/ 100344 h 9456078"/>
              <a:gd name="connsiteX187" fmla="*/ 12447591 w 13940157"/>
              <a:gd name="connsiteY187" fmla="*/ 91512 h 9456078"/>
              <a:gd name="connsiteX188" fmla="*/ 12496058 w 13940157"/>
              <a:gd name="connsiteY188" fmla="*/ 83080 h 9456078"/>
              <a:gd name="connsiteX189" fmla="*/ 12544623 w 13940157"/>
              <a:gd name="connsiteY189" fmla="*/ 75047 h 9456078"/>
              <a:gd name="connsiteX190" fmla="*/ 12593283 w 13940157"/>
              <a:gd name="connsiteY190" fmla="*/ 67417 h 9456078"/>
              <a:gd name="connsiteX191" fmla="*/ 12642036 w 13940157"/>
              <a:gd name="connsiteY191" fmla="*/ 60188 h 9456078"/>
              <a:gd name="connsiteX192" fmla="*/ 12690879 w 13940157"/>
              <a:gd name="connsiteY192" fmla="*/ 53364 h 9456078"/>
              <a:gd name="connsiteX193" fmla="*/ 12739811 w 13940157"/>
              <a:gd name="connsiteY193" fmla="*/ 46944 h 9456078"/>
              <a:gd name="connsiteX194" fmla="*/ 12788830 w 13940157"/>
              <a:gd name="connsiteY194" fmla="*/ 40931 h 9456078"/>
              <a:gd name="connsiteX195" fmla="*/ 12837932 w 13940157"/>
              <a:gd name="connsiteY195" fmla="*/ 35324 h 9456078"/>
              <a:gd name="connsiteX196" fmla="*/ 12887116 w 13940157"/>
              <a:gd name="connsiteY196" fmla="*/ 30126 h 9456078"/>
              <a:gd name="connsiteX197" fmla="*/ 12936379 w 13940157"/>
              <a:gd name="connsiteY197" fmla="*/ 25337 h 9456078"/>
              <a:gd name="connsiteX198" fmla="*/ 12985719 w 13940157"/>
              <a:gd name="connsiteY198" fmla="*/ 20958 h 9456078"/>
              <a:gd name="connsiteX199" fmla="*/ 13035133 w 13940157"/>
              <a:gd name="connsiteY199" fmla="*/ 16991 h 9456078"/>
              <a:gd name="connsiteX200" fmla="*/ 13084620 w 13940157"/>
              <a:gd name="connsiteY200" fmla="*/ 13437 h 9456078"/>
              <a:gd name="connsiteX201" fmla="*/ 13134178 w 13940157"/>
              <a:gd name="connsiteY201" fmla="*/ 10297 h 9456078"/>
              <a:gd name="connsiteX202" fmla="*/ 13183803 w 13940157"/>
              <a:gd name="connsiteY202" fmla="*/ 7572 h 9456078"/>
              <a:gd name="connsiteX203" fmla="*/ 13233493 w 13940157"/>
              <a:gd name="connsiteY203" fmla="*/ 5263 h 9456078"/>
              <a:gd name="connsiteX204" fmla="*/ 13283247 w 13940157"/>
              <a:gd name="connsiteY204" fmla="*/ 3371 h 9456078"/>
              <a:gd name="connsiteX205" fmla="*/ 13333061 w 13940157"/>
              <a:gd name="connsiteY205" fmla="*/ 1898 h 9456078"/>
              <a:gd name="connsiteX206" fmla="*/ 13382934 w 13940157"/>
              <a:gd name="connsiteY206" fmla="*/ 844 h 9456078"/>
              <a:gd name="connsiteX207" fmla="*/ 13432864 w 13940157"/>
              <a:gd name="connsiteY207" fmla="*/ 211 h 9456078"/>
              <a:gd name="connsiteX208" fmla="*/ 13482847 w 13940157"/>
              <a:gd name="connsiteY208" fmla="*/ 0 h 9456078"/>
              <a:gd name="connsiteX209" fmla="*/ 13940158 w 13940157"/>
              <a:gd name="connsiteY209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49234 w 13158799"/>
              <a:gd name="connsiteY5" fmla="*/ 9450052 h 9456078"/>
              <a:gd name="connsiteX6" fmla="*/ 298870 w 13158799"/>
              <a:gd name="connsiteY6" fmla="*/ 9447409 h 9456078"/>
              <a:gd name="connsiteX7" fmla="*/ 348429 w 13158799"/>
              <a:gd name="connsiteY7" fmla="*/ 9444290 h 9456078"/>
              <a:gd name="connsiteX8" fmla="*/ 397907 w 13158799"/>
              <a:gd name="connsiteY8" fmla="*/ 9440698 h 9456078"/>
              <a:gd name="connsiteX9" fmla="*/ 447302 w 13158799"/>
              <a:gd name="connsiteY9" fmla="*/ 9436632 h 9456078"/>
              <a:gd name="connsiteX10" fmla="*/ 496610 w 13158799"/>
              <a:gd name="connsiteY10" fmla="*/ 9432096 h 9456078"/>
              <a:gd name="connsiteX11" fmla="*/ 545829 w 13158799"/>
              <a:gd name="connsiteY11" fmla="*/ 9427089 h 9456078"/>
              <a:gd name="connsiteX12" fmla="*/ 594956 w 13158799"/>
              <a:gd name="connsiteY12" fmla="*/ 9421615 h 9456078"/>
              <a:gd name="connsiteX13" fmla="*/ 643987 w 13158799"/>
              <a:gd name="connsiteY13" fmla="*/ 9415673 h 9456078"/>
              <a:gd name="connsiteX14" fmla="*/ 692920 w 13158799"/>
              <a:gd name="connsiteY14" fmla="*/ 9409267 h 9456078"/>
              <a:gd name="connsiteX15" fmla="*/ 741751 w 13158799"/>
              <a:gd name="connsiteY15" fmla="*/ 9402396 h 9456078"/>
              <a:gd name="connsiteX16" fmla="*/ 790478 w 13158799"/>
              <a:gd name="connsiteY16" fmla="*/ 9395063 h 9456078"/>
              <a:gd name="connsiteX17" fmla="*/ 839098 w 13158799"/>
              <a:gd name="connsiteY17" fmla="*/ 9387270 h 9456078"/>
              <a:gd name="connsiteX18" fmla="*/ 887607 w 13158799"/>
              <a:gd name="connsiteY18" fmla="*/ 9379017 h 9456078"/>
              <a:gd name="connsiteX19" fmla="*/ 936002 w 13158799"/>
              <a:gd name="connsiteY19" fmla="*/ 9370306 h 9456078"/>
              <a:gd name="connsiteX20" fmla="*/ 984281 w 13158799"/>
              <a:gd name="connsiteY20" fmla="*/ 9361139 h 9456078"/>
              <a:gd name="connsiteX21" fmla="*/ 1032440 w 13158799"/>
              <a:gd name="connsiteY21" fmla="*/ 9351517 h 9456078"/>
              <a:gd name="connsiteX22" fmla="*/ 1080477 w 13158799"/>
              <a:gd name="connsiteY22" fmla="*/ 9341441 h 9456078"/>
              <a:gd name="connsiteX23" fmla="*/ 1128389 w 13158799"/>
              <a:gd name="connsiteY23" fmla="*/ 9330914 h 9456078"/>
              <a:gd name="connsiteX24" fmla="*/ 1176172 w 13158799"/>
              <a:gd name="connsiteY24" fmla="*/ 9319936 h 9456078"/>
              <a:gd name="connsiteX25" fmla="*/ 1223823 w 13158799"/>
              <a:gd name="connsiteY25" fmla="*/ 9308509 h 9456078"/>
              <a:gd name="connsiteX26" fmla="*/ 1271339 w 13158799"/>
              <a:gd name="connsiteY26" fmla="*/ 9296635 h 9456078"/>
              <a:gd name="connsiteX27" fmla="*/ 1318719 w 13158799"/>
              <a:gd name="connsiteY27" fmla="*/ 9284315 h 9456078"/>
              <a:gd name="connsiteX28" fmla="*/ 1365957 w 13158799"/>
              <a:gd name="connsiteY28" fmla="*/ 9271550 h 9456078"/>
              <a:gd name="connsiteX29" fmla="*/ 1413052 w 13158799"/>
              <a:gd name="connsiteY29" fmla="*/ 9258342 h 9456078"/>
              <a:gd name="connsiteX30" fmla="*/ 1460000 w 13158799"/>
              <a:gd name="connsiteY30" fmla="*/ 9244693 h 9456078"/>
              <a:gd name="connsiteX31" fmla="*/ 1506799 w 13158799"/>
              <a:gd name="connsiteY31" fmla="*/ 9230604 h 9456078"/>
              <a:gd name="connsiteX32" fmla="*/ 1553445 w 13158799"/>
              <a:gd name="connsiteY32" fmla="*/ 9216076 h 9456078"/>
              <a:gd name="connsiteX33" fmla="*/ 1599935 w 13158799"/>
              <a:gd name="connsiteY33" fmla="*/ 9201111 h 9456078"/>
              <a:gd name="connsiteX34" fmla="*/ 1646267 w 13158799"/>
              <a:gd name="connsiteY34" fmla="*/ 9185710 h 9456078"/>
              <a:gd name="connsiteX35" fmla="*/ 1692437 w 13158799"/>
              <a:gd name="connsiteY35" fmla="*/ 9169876 h 9456078"/>
              <a:gd name="connsiteX36" fmla="*/ 1738442 w 13158799"/>
              <a:gd name="connsiteY36" fmla="*/ 9153608 h 9456078"/>
              <a:gd name="connsiteX37" fmla="*/ 1784280 w 13158799"/>
              <a:gd name="connsiteY37" fmla="*/ 9136910 h 9456078"/>
              <a:gd name="connsiteX38" fmla="*/ 1829947 w 13158799"/>
              <a:gd name="connsiteY38" fmla="*/ 9119782 h 9456078"/>
              <a:gd name="connsiteX39" fmla="*/ 1875440 w 13158799"/>
              <a:gd name="connsiteY39" fmla="*/ 9102226 h 9456078"/>
              <a:gd name="connsiteX40" fmla="*/ 1920756 w 13158799"/>
              <a:gd name="connsiteY40" fmla="*/ 9084243 h 9456078"/>
              <a:gd name="connsiteX41" fmla="*/ 1965893 w 13158799"/>
              <a:gd name="connsiteY41" fmla="*/ 9065835 h 9456078"/>
              <a:gd name="connsiteX42" fmla="*/ 2010847 w 13158799"/>
              <a:gd name="connsiteY42" fmla="*/ 9047004 h 9456078"/>
              <a:gd name="connsiteX43" fmla="*/ 2055615 w 13158799"/>
              <a:gd name="connsiteY43" fmla="*/ 9027750 h 9456078"/>
              <a:gd name="connsiteX44" fmla="*/ 2100195 w 13158799"/>
              <a:gd name="connsiteY44" fmla="*/ 9008075 h 9456078"/>
              <a:gd name="connsiteX45" fmla="*/ 2144582 w 13158799"/>
              <a:gd name="connsiteY45" fmla="*/ 8987981 h 9456078"/>
              <a:gd name="connsiteX46" fmla="*/ 2188775 w 13158799"/>
              <a:gd name="connsiteY46" fmla="*/ 8967470 h 9456078"/>
              <a:gd name="connsiteX47" fmla="*/ 2232770 w 13158799"/>
              <a:gd name="connsiteY47" fmla="*/ 8946542 h 9456078"/>
              <a:gd name="connsiteX48" fmla="*/ 2276564 w 13158799"/>
              <a:gd name="connsiteY48" fmla="*/ 8925199 h 9456078"/>
              <a:gd name="connsiteX49" fmla="*/ 2320154 w 13158799"/>
              <a:gd name="connsiteY49" fmla="*/ 8903443 h 9456078"/>
              <a:gd name="connsiteX50" fmla="*/ 2363538 w 13158799"/>
              <a:gd name="connsiteY50" fmla="*/ 8881275 h 9456078"/>
              <a:gd name="connsiteX51" fmla="*/ 2406711 w 13158799"/>
              <a:gd name="connsiteY51" fmla="*/ 8858697 h 9456078"/>
              <a:gd name="connsiteX52" fmla="*/ 2449672 w 13158799"/>
              <a:gd name="connsiteY52" fmla="*/ 8835710 h 9456078"/>
              <a:gd name="connsiteX53" fmla="*/ 2492417 w 13158799"/>
              <a:gd name="connsiteY53" fmla="*/ 8812316 h 9456078"/>
              <a:gd name="connsiteX54" fmla="*/ 2534943 w 13158799"/>
              <a:gd name="connsiteY54" fmla="*/ 8788516 h 9456078"/>
              <a:gd name="connsiteX55" fmla="*/ 2577247 w 13158799"/>
              <a:gd name="connsiteY55" fmla="*/ 8764311 h 9456078"/>
              <a:gd name="connsiteX56" fmla="*/ 2619326 w 13158799"/>
              <a:gd name="connsiteY56" fmla="*/ 8739704 h 9456078"/>
              <a:gd name="connsiteX57" fmla="*/ 2661177 w 13158799"/>
              <a:gd name="connsiteY57" fmla="*/ 8714695 h 9456078"/>
              <a:gd name="connsiteX58" fmla="*/ 2702797 w 13158799"/>
              <a:gd name="connsiteY58" fmla="*/ 8689286 h 9456078"/>
              <a:gd name="connsiteX59" fmla="*/ 2744183 w 13158799"/>
              <a:gd name="connsiteY59" fmla="*/ 8663479 h 9456078"/>
              <a:gd name="connsiteX60" fmla="*/ 2785333 w 13158799"/>
              <a:gd name="connsiteY60" fmla="*/ 8637274 h 9456078"/>
              <a:gd name="connsiteX61" fmla="*/ 2826242 w 13158799"/>
              <a:gd name="connsiteY61" fmla="*/ 8610675 h 9456078"/>
              <a:gd name="connsiteX62" fmla="*/ 2866908 w 13158799"/>
              <a:gd name="connsiteY62" fmla="*/ 8583681 h 9456078"/>
              <a:gd name="connsiteX63" fmla="*/ 2907329 w 13158799"/>
              <a:gd name="connsiteY63" fmla="*/ 8556295 h 9456078"/>
              <a:gd name="connsiteX64" fmla="*/ 2947500 w 13158799"/>
              <a:gd name="connsiteY64" fmla="*/ 8528517 h 9456078"/>
              <a:gd name="connsiteX65" fmla="*/ 2987419 w 13158799"/>
              <a:gd name="connsiteY65" fmla="*/ 8500351 h 9456078"/>
              <a:gd name="connsiteX66" fmla="*/ 3027083 w 13158799"/>
              <a:gd name="connsiteY66" fmla="*/ 8471796 h 9456078"/>
              <a:gd name="connsiteX67" fmla="*/ 3066489 w 13158799"/>
              <a:gd name="connsiteY67" fmla="*/ 8442854 h 9456078"/>
              <a:gd name="connsiteX68" fmla="*/ 3105634 w 13158799"/>
              <a:gd name="connsiteY68" fmla="*/ 8413528 h 9456078"/>
              <a:gd name="connsiteX69" fmla="*/ 3144515 w 13158799"/>
              <a:gd name="connsiteY69" fmla="*/ 8383818 h 9456078"/>
              <a:gd name="connsiteX70" fmla="*/ 3183129 w 13158799"/>
              <a:gd name="connsiteY70" fmla="*/ 8353726 h 9456078"/>
              <a:gd name="connsiteX71" fmla="*/ 3221473 w 13158799"/>
              <a:gd name="connsiteY71" fmla="*/ 8323253 h 9456078"/>
              <a:gd name="connsiteX72" fmla="*/ 3259544 w 13158799"/>
              <a:gd name="connsiteY72" fmla="*/ 8292401 h 9456078"/>
              <a:gd name="connsiteX73" fmla="*/ 3297339 w 13158799"/>
              <a:gd name="connsiteY73" fmla="*/ 8261172 h 9456078"/>
              <a:gd name="connsiteX74" fmla="*/ 3334854 w 13158799"/>
              <a:gd name="connsiteY74" fmla="*/ 8229566 h 9456078"/>
              <a:gd name="connsiteX75" fmla="*/ 3372087 w 13158799"/>
              <a:gd name="connsiteY75" fmla="*/ 8197585 h 9456078"/>
              <a:gd name="connsiteX76" fmla="*/ 3409035 w 13158799"/>
              <a:gd name="connsiteY76" fmla="*/ 8165232 h 9456078"/>
              <a:gd name="connsiteX77" fmla="*/ 3445695 w 13158799"/>
              <a:gd name="connsiteY77" fmla="*/ 8132507 h 9456078"/>
              <a:gd name="connsiteX78" fmla="*/ 3482064 w 13158799"/>
              <a:gd name="connsiteY78" fmla="*/ 8099411 h 9456078"/>
              <a:gd name="connsiteX79" fmla="*/ 3518139 w 13158799"/>
              <a:gd name="connsiteY79" fmla="*/ 8065947 h 9456078"/>
              <a:gd name="connsiteX80" fmla="*/ 3553916 w 13158799"/>
              <a:gd name="connsiteY80" fmla="*/ 8032115 h 9456078"/>
              <a:gd name="connsiteX81" fmla="*/ 3589393 w 13158799"/>
              <a:gd name="connsiteY81" fmla="*/ 7997918 h 9456078"/>
              <a:gd name="connsiteX82" fmla="*/ 3624567 w 13158799"/>
              <a:gd name="connsiteY82" fmla="*/ 7963356 h 9456078"/>
              <a:gd name="connsiteX83" fmla="*/ 3659435 w 13158799"/>
              <a:gd name="connsiteY83" fmla="*/ 7928432 h 9456078"/>
              <a:gd name="connsiteX84" fmla="*/ 3693994 w 13158799"/>
              <a:gd name="connsiteY84" fmla="*/ 7893146 h 9456078"/>
              <a:gd name="connsiteX85" fmla="*/ 3728240 w 13158799"/>
              <a:gd name="connsiteY85" fmla="*/ 7857501 h 9456078"/>
              <a:gd name="connsiteX86" fmla="*/ 3762171 w 13158799"/>
              <a:gd name="connsiteY86" fmla="*/ 7821497 h 9456078"/>
              <a:gd name="connsiteX87" fmla="*/ 3795783 w 13158799"/>
              <a:gd name="connsiteY87" fmla="*/ 7785136 h 9456078"/>
              <a:gd name="connsiteX88" fmla="*/ 3829075 w 13158799"/>
              <a:gd name="connsiteY88" fmla="*/ 7748420 h 9456078"/>
              <a:gd name="connsiteX89" fmla="*/ 3862042 w 13158799"/>
              <a:gd name="connsiteY89" fmla="*/ 7711350 h 9456078"/>
              <a:gd name="connsiteX90" fmla="*/ 3894682 w 13158799"/>
              <a:gd name="connsiteY90" fmla="*/ 7673928 h 9456078"/>
              <a:gd name="connsiteX91" fmla="*/ 3926991 w 13158799"/>
              <a:gd name="connsiteY91" fmla="*/ 7636155 h 9456078"/>
              <a:gd name="connsiteX92" fmla="*/ 3958967 w 13158799"/>
              <a:gd name="connsiteY92" fmla="*/ 7598032 h 9456078"/>
              <a:gd name="connsiteX93" fmla="*/ 3990607 w 13158799"/>
              <a:gd name="connsiteY93" fmla="*/ 7559561 h 9456078"/>
              <a:gd name="connsiteX94" fmla="*/ 4021907 w 13158799"/>
              <a:gd name="connsiteY94" fmla="*/ 7520744 h 9456078"/>
              <a:gd name="connsiteX95" fmla="*/ 4052865 w 13158799"/>
              <a:gd name="connsiteY95" fmla="*/ 7481582 h 9456078"/>
              <a:gd name="connsiteX96" fmla="*/ 4083478 w 13158799"/>
              <a:gd name="connsiteY96" fmla="*/ 7442077 h 9456078"/>
              <a:gd name="connsiteX97" fmla="*/ 8022311 w 13158799"/>
              <a:gd name="connsiteY97" fmla="*/ 2307814 h 9456078"/>
              <a:gd name="connsiteX98" fmla="*/ 8052902 w 13158799"/>
              <a:gd name="connsiteY98" fmla="*/ 2268285 h 9456078"/>
              <a:gd name="connsiteX99" fmla="*/ 8083796 w 13158799"/>
              <a:gd name="connsiteY99" fmla="*/ 2229056 h 9456078"/>
              <a:gd name="connsiteX100" fmla="*/ 8114989 w 13158799"/>
              <a:gd name="connsiteY100" fmla="*/ 2190127 h 9456078"/>
              <a:gd name="connsiteX101" fmla="*/ 8146479 w 13158799"/>
              <a:gd name="connsiteY101" fmla="*/ 2151500 h 9456078"/>
              <a:gd name="connsiteX102" fmla="*/ 8178264 w 13158799"/>
              <a:gd name="connsiteY102" fmla="*/ 2113176 h 9456078"/>
              <a:gd name="connsiteX103" fmla="*/ 8210341 w 13158799"/>
              <a:gd name="connsiteY103" fmla="*/ 2075157 h 9456078"/>
              <a:gd name="connsiteX104" fmla="*/ 8242709 w 13158799"/>
              <a:gd name="connsiteY104" fmla="*/ 2037442 h 9456078"/>
              <a:gd name="connsiteX105" fmla="*/ 8275365 w 13158799"/>
              <a:gd name="connsiteY105" fmla="*/ 2000034 h 9456078"/>
              <a:gd name="connsiteX106" fmla="*/ 8308307 w 13158799"/>
              <a:gd name="connsiteY106" fmla="*/ 1962934 h 9456078"/>
              <a:gd name="connsiteX107" fmla="*/ 8341532 w 13158799"/>
              <a:gd name="connsiteY107" fmla="*/ 1926142 h 9456078"/>
              <a:gd name="connsiteX108" fmla="*/ 8375038 w 13158799"/>
              <a:gd name="connsiteY108" fmla="*/ 1889660 h 9456078"/>
              <a:gd name="connsiteX109" fmla="*/ 8408823 w 13158799"/>
              <a:gd name="connsiteY109" fmla="*/ 1853489 h 9456078"/>
              <a:gd name="connsiteX110" fmla="*/ 8442885 w 13158799"/>
              <a:gd name="connsiteY110" fmla="*/ 1817630 h 9456078"/>
              <a:gd name="connsiteX111" fmla="*/ 8477221 w 13158799"/>
              <a:gd name="connsiteY111" fmla="*/ 1782084 h 9456078"/>
              <a:gd name="connsiteX112" fmla="*/ 8511829 w 13158799"/>
              <a:gd name="connsiteY112" fmla="*/ 1746853 h 9456078"/>
              <a:gd name="connsiteX113" fmla="*/ 8546706 w 13158799"/>
              <a:gd name="connsiteY113" fmla="*/ 1711937 h 9456078"/>
              <a:gd name="connsiteX114" fmla="*/ 8581851 w 13158799"/>
              <a:gd name="connsiteY114" fmla="*/ 1677337 h 9456078"/>
              <a:gd name="connsiteX115" fmla="*/ 8617261 w 13158799"/>
              <a:gd name="connsiteY115" fmla="*/ 1643056 h 9456078"/>
              <a:gd name="connsiteX116" fmla="*/ 8652934 w 13158799"/>
              <a:gd name="connsiteY116" fmla="*/ 1609093 h 9456078"/>
              <a:gd name="connsiteX117" fmla="*/ 8688867 w 13158799"/>
              <a:gd name="connsiteY117" fmla="*/ 1575450 h 9456078"/>
              <a:gd name="connsiteX118" fmla="*/ 8725058 w 13158799"/>
              <a:gd name="connsiteY118" fmla="*/ 1542128 h 9456078"/>
              <a:gd name="connsiteX119" fmla="*/ 8761506 w 13158799"/>
              <a:gd name="connsiteY119" fmla="*/ 1509129 h 9456078"/>
              <a:gd name="connsiteX120" fmla="*/ 8798207 w 13158799"/>
              <a:gd name="connsiteY120" fmla="*/ 1476452 h 9456078"/>
              <a:gd name="connsiteX121" fmla="*/ 8835159 w 13158799"/>
              <a:gd name="connsiteY121" fmla="*/ 1444101 h 9456078"/>
              <a:gd name="connsiteX122" fmla="*/ 8872360 w 13158799"/>
              <a:gd name="connsiteY122" fmla="*/ 1412075 h 9456078"/>
              <a:gd name="connsiteX123" fmla="*/ 8909808 w 13158799"/>
              <a:gd name="connsiteY123" fmla="*/ 1380375 h 9456078"/>
              <a:gd name="connsiteX124" fmla="*/ 8947501 w 13158799"/>
              <a:gd name="connsiteY124" fmla="*/ 1349004 h 9456078"/>
              <a:gd name="connsiteX125" fmla="*/ 8985435 w 13158799"/>
              <a:gd name="connsiteY125" fmla="*/ 1317962 h 9456078"/>
              <a:gd name="connsiteX126" fmla="*/ 9023610 w 13158799"/>
              <a:gd name="connsiteY126" fmla="*/ 1287250 h 9456078"/>
              <a:gd name="connsiteX127" fmla="*/ 9062022 w 13158799"/>
              <a:gd name="connsiteY127" fmla="*/ 1256869 h 9456078"/>
              <a:gd name="connsiteX128" fmla="*/ 9100669 w 13158799"/>
              <a:gd name="connsiteY128" fmla="*/ 1226820 h 9456078"/>
              <a:gd name="connsiteX129" fmla="*/ 9139549 w 13158799"/>
              <a:gd name="connsiteY129" fmla="*/ 1197105 h 9456078"/>
              <a:gd name="connsiteX130" fmla="*/ 9178660 w 13158799"/>
              <a:gd name="connsiteY130" fmla="*/ 1167725 h 9456078"/>
              <a:gd name="connsiteX131" fmla="*/ 9217999 w 13158799"/>
              <a:gd name="connsiteY131" fmla="*/ 1138681 h 9456078"/>
              <a:gd name="connsiteX132" fmla="*/ 9257564 w 13158799"/>
              <a:gd name="connsiteY132" fmla="*/ 1109974 h 9456078"/>
              <a:gd name="connsiteX133" fmla="*/ 9297353 w 13158799"/>
              <a:gd name="connsiteY133" fmla="*/ 1081604 h 9456078"/>
              <a:gd name="connsiteX134" fmla="*/ 9337364 w 13158799"/>
              <a:gd name="connsiteY134" fmla="*/ 1053574 h 9456078"/>
              <a:gd name="connsiteX135" fmla="*/ 9377594 w 13158799"/>
              <a:gd name="connsiteY135" fmla="*/ 1025884 h 9456078"/>
              <a:gd name="connsiteX136" fmla="*/ 9418040 w 13158799"/>
              <a:gd name="connsiteY136" fmla="*/ 998536 h 9456078"/>
              <a:gd name="connsiteX137" fmla="*/ 9458702 w 13158799"/>
              <a:gd name="connsiteY137" fmla="*/ 971530 h 9456078"/>
              <a:gd name="connsiteX138" fmla="*/ 9499575 w 13158799"/>
              <a:gd name="connsiteY138" fmla="*/ 944868 h 9456078"/>
              <a:gd name="connsiteX139" fmla="*/ 9540659 w 13158799"/>
              <a:gd name="connsiteY139" fmla="*/ 918551 h 9456078"/>
              <a:gd name="connsiteX140" fmla="*/ 9581950 w 13158799"/>
              <a:gd name="connsiteY140" fmla="*/ 892580 h 9456078"/>
              <a:gd name="connsiteX141" fmla="*/ 9623447 w 13158799"/>
              <a:gd name="connsiteY141" fmla="*/ 866956 h 9456078"/>
              <a:gd name="connsiteX142" fmla="*/ 9665147 w 13158799"/>
              <a:gd name="connsiteY142" fmla="*/ 841681 h 9456078"/>
              <a:gd name="connsiteX143" fmla="*/ 9707048 w 13158799"/>
              <a:gd name="connsiteY143" fmla="*/ 816754 h 9456078"/>
              <a:gd name="connsiteX144" fmla="*/ 9749147 w 13158799"/>
              <a:gd name="connsiteY144" fmla="*/ 792179 h 9456078"/>
              <a:gd name="connsiteX145" fmla="*/ 9791443 w 13158799"/>
              <a:gd name="connsiteY145" fmla="*/ 767955 h 9456078"/>
              <a:gd name="connsiteX146" fmla="*/ 9833932 w 13158799"/>
              <a:gd name="connsiteY146" fmla="*/ 744083 h 9456078"/>
              <a:gd name="connsiteX147" fmla="*/ 9876613 w 13158799"/>
              <a:gd name="connsiteY147" fmla="*/ 720566 h 9456078"/>
              <a:gd name="connsiteX148" fmla="*/ 9919484 w 13158799"/>
              <a:gd name="connsiteY148" fmla="*/ 697404 h 9456078"/>
              <a:gd name="connsiteX149" fmla="*/ 9962542 w 13158799"/>
              <a:gd name="connsiteY149" fmla="*/ 674598 h 9456078"/>
              <a:gd name="connsiteX150" fmla="*/ 10005784 w 13158799"/>
              <a:gd name="connsiteY150" fmla="*/ 652149 h 9456078"/>
              <a:gd name="connsiteX151" fmla="*/ 10049209 w 13158799"/>
              <a:gd name="connsiteY151" fmla="*/ 630059 h 9456078"/>
              <a:gd name="connsiteX152" fmla="*/ 10092814 w 13158799"/>
              <a:gd name="connsiteY152" fmla="*/ 608328 h 9456078"/>
              <a:gd name="connsiteX153" fmla="*/ 10136597 w 13158799"/>
              <a:gd name="connsiteY153" fmla="*/ 586958 h 9456078"/>
              <a:gd name="connsiteX154" fmla="*/ 10180556 w 13158799"/>
              <a:gd name="connsiteY154" fmla="*/ 565950 h 9456078"/>
              <a:gd name="connsiteX155" fmla="*/ 10224688 w 13158799"/>
              <a:gd name="connsiteY155" fmla="*/ 545304 h 9456078"/>
              <a:gd name="connsiteX156" fmla="*/ 10268991 w 13158799"/>
              <a:gd name="connsiteY156" fmla="*/ 525023 h 9456078"/>
              <a:gd name="connsiteX157" fmla="*/ 10313463 w 13158799"/>
              <a:gd name="connsiteY157" fmla="*/ 505107 h 9456078"/>
              <a:gd name="connsiteX158" fmla="*/ 10358101 w 13158799"/>
              <a:gd name="connsiteY158" fmla="*/ 485558 h 9456078"/>
              <a:gd name="connsiteX159" fmla="*/ 10402903 w 13158799"/>
              <a:gd name="connsiteY159" fmla="*/ 466376 h 9456078"/>
              <a:gd name="connsiteX160" fmla="*/ 10447868 w 13158799"/>
              <a:gd name="connsiteY160" fmla="*/ 447563 h 9456078"/>
              <a:gd name="connsiteX161" fmla="*/ 10492991 w 13158799"/>
              <a:gd name="connsiteY161" fmla="*/ 429119 h 9456078"/>
              <a:gd name="connsiteX162" fmla="*/ 10538272 w 13158799"/>
              <a:gd name="connsiteY162" fmla="*/ 411046 h 9456078"/>
              <a:gd name="connsiteX163" fmla="*/ 10583708 w 13158799"/>
              <a:gd name="connsiteY163" fmla="*/ 393346 h 9456078"/>
              <a:gd name="connsiteX164" fmla="*/ 10629297 w 13158799"/>
              <a:gd name="connsiteY164" fmla="*/ 376018 h 9456078"/>
              <a:gd name="connsiteX165" fmla="*/ 10675036 w 13158799"/>
              <a:gd name="connsiteY165" fmla="*/ 359065 h 9456078"/>
              <a:gd name="connsiteX166" fmla="*/ 10720923 w 13158799"/>
              <a:gd name="connsiteY166" fmla="*/ 342487 h 9456078"/>
              <a:gd name="connsiteX167" fmla="*/ 10766956 w 13158799"/>
              <a:gd name="connsiteY167" fmla="*/ 326286 h 9456078"/>
              <a:gd name="connsiteX168" fmla="*/ 10813132 w 13158799"/>
              <a:gd name="connsiteY168" fmla="*/ 310462 h 9456078"/>
              <a:gd name="connsiteX169" fmla="*/ 10859450 w 13158799"/>
              <a:gd name="connsiteY169" fmla="*/ 295018 h 9456078"/>
              <a:gd name="connsiteX170" fmla="*/ 10905907 w 13158799"/>
              <a:gd name="connsiteY170" fmla="*/ 279953 h 9456078"/>
              <a:gd name="connsiteX171" fmla="*/ 10952500 w 13158799"/>
              <a:gd name="connsiteY171" fmla="*/ 265269 h 9456078"/>
              <a:gd name="connsiteX172" fmla="*/ 10999227 w 13158799"/>
              <a:gd name="connsiteY172" fmla="*/ 250968 h 9456078"/>
              <a:gd name="connsiteX173" fmla="*/ 11046087 w 13158799"/>
              <a:gd name="connsiteY173" fmla="*/ 237049 h 9456078"/>
              <a:gd name="connsiteX174" fmla="*/ 11093076 w 13158799"/>
              <a:gd name="connsiteY174" fmla="*/ 223516 h 9456078"/>
              <a:gd name="connsiteX175" fmla="*/ 11140193 w 13158799"/>
              <a:gd name="connsiteY175" fmla="*/ 210368 h 9456078"/>
              <a:gd name="connsiteX176" fmla="*/ 11187434 w 13158799"/>
              <a:gd name="connsiteY176" fmla="*/ 197606 h 9456078"/>
              <a:gd name="connsiteX177" fmla="*/ 11234799 w 13158799"/>
              <a:gd name="connsiteY177" fmla="*/ 185233 h 9456078"/>
              <a:gd name="connsiteX178" fmla="*/ 11282284 w 13158799"/>
              <a:gd name="connsiteY178" fmla="*/ 173248 h 9456078"/>
              <a:gd name="connsiteX179" fmla="*/ 11329888 w 13158799"/>
              <a:gd name="connsiteY179" fmla="*/ 161654 h 9456078"/>
              <a:gd name="connsiteX180" fmla="*/ 11377607 w 13158799"/>
              <a:gd name="connsiteY180" fmla="*/ 150451 h 9456078"/>
              <a:gd name="connsiteX181" fmla="*/ 11425440 w 13158799"/>
              <a:gd name="connsiteY181" fmla="*/ 139640 h 9456078"/>
              <a:gd name="connsiteX182" fmla="*/ 11473385 w 13158799"/>
              <a:gd name="connsiteY182" fmla="*/ 129223 h 9456078"/>
              <a:gd name="connsiteX183" fmla="*/ 11521439 w 13158799"/>
              <a:gd name="connsiteY183" fmla="*/ 119201 h 9456078"/>
              <a:gd name="connsiteX184" fmla="*/ 11569599 w 13158799"/>
              <a:gd name="connsiteY184" fmla="*/ 109574 h 9456078"/>
              <a:gd name="connsiteX185" fmla="*/ 11617864 w 13158799"/>
              <a:gd name="connsiteY185" fmla="*/ 100344 h 9456078"/>
              <a:gd name="connsiteX186" fmla="*/ 11666231 w 13158799"/>
              <a:gd name="connsiteY186" fmla="*/ 91512 h 9456078"/>
              <a:gd name="connsiteX187" fmla="*/ 11714698 w 13158799"/>
              <a:gd name="connsiteY187" fmla="*/ 83080 h 9456078"/>
              <a:gd name="connsiteX188" fmla="*/ 11763263 w 13158799"/>
              <a:gd name="connsiteY188" fmla="*/ 75047 h 9456078"/>
              <a:gd name="connsiteX189" fmla="*/ 11811923 w 13158799"/>
              <a:gd name="connsiteY189" fmla="*/ 67417 h 9456078"/>
              <a:gd name="connsiteX190" fmla="*/ 11860676 w 13158799"/>
              <a:gd name="connsiteY190" fmla="*/ 60188 h 9456078"/>
              <a:gd name="connsiteX191" fmla="*/ 11909519 w 13158799"/>
              <a:gd name="connsiteY191" fmla="*/ 53364 h 9456078"/>
              <a:gd name="connsiteX192" fmla="*/ 11958451 w 13158799"/>
              <a:gd name="connsiteY192" fmla="*/ 46944 h 9456078"/>
              <a:gd name="connsiteX193" fmla="*/ 12007470 w 13158799"/>
              <a:gd name="connsiteY193" fmla="*/ 40931 h 9456078"/>
              <a:gd name="connsiteX194" fmla="*/ 12056572 w 13158799"/>
              <a:gd name="connsiteY194" fmla="*/ 35324 h 9456078"/>
              <a:gd name="connsiteX195" fmla="*/ 12105756 w 13158799"/>
              <a:gd name="connsiteY195" fmla="*/ 30126 h 9456078"/>
              <a:gd name="connsiteX196" fmla="*/ 12155019 w 13158799"/>
              <a:gd name="connsiteY196" fmla="*/ 25337 h 9456078"/>
              <a:gd name="connsiteX197" fmla="*/ 12204359 w 13158799"/>
              <a:gd name="connsiteY197" fmla="*/ 20958 h 9456078"/>
              <a:gd name="connsiteX198" fmla="*/ 12253773 w 13158799"/>
              <a:gd name="connsiteY198" fmla="*/ 16991 h 9456078"/>
              <a:gd name="connsiteX199" fmla="*/ 12303260 w 13158799"/>
              <a:gd name="connsiteY199" fmla="*/ 13437 h 9456078"/>
              <a:gd name="connsiteX200" fmla="*/ 12352818 w 13158799"/>
              <a:gd name="connsiteY200" fmla="*/ 10297 h 9456078"/>
              <a:gd name="connsiteX201" fmla="*/ 12402443 w 13158799"/>
              <a:gd name="connsiteY201" fmla="*/ 7572 h 9456078"/>
              <a:gd name="connsiteX202" fmla="*/ 12452133 w 13158799"/>
              <a:gd name="connsiteY202" fmla="*/ 5263 h 9456078"/>
              <a:gd name="connsiteX203" fmla="*/ 12501887 w 13158799"/>
              <a:gd name="connsiteY203" fmla="*/ 3371 h 9456078"/>
              <a:gd name="connsiteX204" fmla="*/ 12551701 w 13158799"/>
              <a:gd name="connsiteY204" fmla="*/ 1898 h 9456078"/>
              <a:gd name="connsiteX205" fmla="*/ 12601574 w 13158799"/>
              <a:gd name="connsiteY205" fmla="*/ 844 h 9456078"/>
              <a:gd name="connsiteX206" fmla="*/ 12651504 w 13158799"/>
              <a:gd name="connsiteY206" fmla="*/ 211 h 9456078"/>
              <a:gd name="connsiteX207" fmla="*/ 12701487 w 13158799"/>
              <a:gd name="connsiteY207" fmla="*/ 0 h 9456078"/>
              <a:gd name="connsiteX208" fmla="*/ 13158798 w 13158799"/>
              <a:gd name="connsiteY208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28389 w 13158797"/>
              <a:gd name="connsiteY22" fmla="*/ 9330914 h 9456078"/>
              <a:gd name="connsiteX23" fmla="*/ 1176172 w 13158797"/>
              <a:gd name="connsiteY23" fmla="*/ 9319936 h 9456078"/>
              <a:gd name="connsiteX24" fmla="*/ 1223823 w 13158797"/>
              <a:gd name="connsiteY24" fmla="*/ 9308509 h 9456078"/>
              <a:gd name="connsiteX25" fmla="*/ 1271339 w 13158797"/>
              <a:gd name="connsiteY25" fmla="*/ 9296635 h 9456078"/>
              <a:gd name="connsiteX26" fmla="*/ 1318719 w 13158797"/>
              <a:gd name="connsiteY26" fmla="*/ 9284315 h 9456078"/>
              <a:gd name="connsiteX27" fmla="*/ 1365957 w 13158797"/>
              <a:gd name="connsiteY27" fmla="*/ 9271550 h 9456078"/>
              <a:gd name="connsiteX28" fmla="*/ 1413052 w 13158797"/>
              <a:gd name="connsiteY28" fmla="*/ 9258342 h 9456078"/>
              <a:gd name="connsiteX29" fmla="*/ 1460000 w 13158797"/>
              <a:gd name="connsiteY29" fmla="*/ 9244693 h 9456078"/>
              <a:gd name="connsiteX30" fmla="*/ 1506799 w 13158797"/>
              <a:gd name="connsiteY30" fmla="*/ 9230604 h 9456078"/>
              <a:gd name="connsiteX31" fmla="*/ 1553445 w 13158797"/>
              <a:gd name="connsiteY31" fmla="*/ 9216076 h 9456078"/>
              <a:gd name="connsiteX32" fmla="*/ 1599935 w 13158797"/>
              <a:gd name="connsiteY32" fmla="*/ 9201111 h 9456078"/>
              <a:gd name="connsiteX33" fmla="*/ 1646267 w 13158797"/>
              <a:gd name="connsiteY33" fmla="*/ 9185710 h 9456078"/>
              <a:gd name="connsiteX34" fmla="*/ 1692437 w 13158797"/>
              <a:gd name="connsiteY34" fmla="*/ 9169876 h 9456078"/>
              <a:gd name="connsiteX35" fmla="*/ 1738442 w 13158797"/>
              <a:gd name="connsiteY35" fmla="*/ 9153608 h 9456078"/>
              <a:gd name="connsiteX36" fmla="*/ 1784280 w 13158797"/>
              <a:gd name="connsiteY36" fmla="*/ 9136910 h 9456078"/>
              <a:gd name="connsiteX37" fmla="*/ 1829947 w 13158797"/>
              <a:gd name="connsiteY37" fmla="*/ 9119782 h 9456078"/>
              <a:gd name="connsiteX38" fmla="*/ 1875440 w 13158797"/>
              <a:gd name="connsiteY38" fmla="*/ 9102226 h 9456078"/>
              <a:gd name="connsiteX39" fmla="*/ 1920756 w 13158797"/>
              <a:gd name="connsiteY39" fmla="*/ 9084243 h 9456078"/>
              <a:gd name="connsiteX40" fmla="*/ 1965893 w 13158797"/>
              <a:gd name="connsiteY40" fmla="*/ 9065835 h 9456078"/>
              <a:gd name="connsiteX41" fmla="*/ 2010847 w 13158797"/>
              <a:gd name="connsiteY41" fmla="*/ 9047004 h 9456078"/>
              <a:gd name="connsiteX42" fmla="*/ 2055615 w 13158797"/>
              <a:gd name="connsiteY42" fmla="*/ 9027750 h 9456078"/>
              <a:gd name="connsiteX43" fmla="*/ 2100195 w 13158797"/>
              <a:gd name="connsiteY43" fmla="*/ 9008075 h 9456078"/>
              <a:gd name="connsiteX44" fmla="*/ 2144582 w 13158797"/>
              <a:gd name="connsiteY44" fmla="*/ 8987981 h 9456078"/>
              <a:gd name="connsiteX45" fmla="*/ 2188775 w 13158797"/>
              <a:gd name="connsiteY45" fmla="*/ 8967470 h 9456078"/>
              <a:gd name="connsiteX46" fmla="*/ 2232770 w 13158797"/>
              <a:gd name="connsiteY46" fmla="*/ 8946542 h 9456078"/>
              <a:gd name="connsiteX47" fmla="*/ 2276564 w 13158797"/>
              <a:gd name="connsiteY47" fmla="*/ 8925199 h 9456078"/>
              <a:gd name="connsiteX48" fmla="*/ 2320154 w 13158797"/>
              <a:gd name="connsiteY48" fmla="*/ 8903443 h 9456078"/>
              <a:gd name="connsiteX49" fmla="*/ 2363538 w 13158797"/>
              <a:gd name="connsiteY49" fmla="*/ 8881275 h 9456078"/>
              <a:gd name="connsiteX50" fmla="*/ 2406711 w 13158797"/>
              <a:gd name="connsiteY50" fmla="*/ 8858697 h 9456078"/>
              <a:gd name="connsiteX51" fmla="*/ 2449672 w 13158797"/>
              <a:gd name="connsiteY51" fmla="*/ 8835710 h 9456078"/>
              <a:gd name="connsiteX52" fmla="*/ 2492417 w 13158797"/>
              <a:gd name="connsiteY52" fmla="*/ 8812316 h 9456078"/>
              <a:gd name="connsiteX53" fmla="*/ 2534943 w 13158797"/>
              <a:gd name="connsiteY53" fmla="*/ 8788516 h 9456078"/>
              <a:gd name="connsiteX54" fmla="*/ 2577247 w 13158797"/>
              <a:gd name="connsiteY54" fmla="*/ 8764311 h 9456078"/>
              <a:gd name="connsiteX55" fmla="*/ 2619326 w 13158797"/>
              <a:gd name="connsiteY55" fmla="*/ 8739704 h 9456078"/>
              <a:gd name="connsiteX56" fmla="*/ 2661177 w 13158797"/>
              <a:gd name="connsiteY56" fmla="*/ 8714695 h 9456078"/>
              <a:gd name="connsiteX57" fmla="*/ 2702797 w 13158797"/>
              <a:gd name="connsiteY57" fmla="*/ 8689286 h 9456078"/>
              <a:gd name="connsiteX58" fmla="*/ 2744183 w 13158797"/>
              <a:gd name="connsiteY58" fmla="*/ 8663479 h 9456078"/>
              <a:gd name="connsiteX59" fmla="*/ 2785333 w 13158797"/>
              <a:gd name="connsiteY59" fmla="*/ 8637274 h 9456078"/>
              <a:gd name="connsiteX60" fmla="*/ 2826242 w 13158797"/>
              <a:gd name="connsiteY60" fmla="*/ 8610675 h 9456078"/>
              <a:gd name="connsiteX61" fmla="*/ 2866908 w 13158797"/>
              <a:gd name="connsiteY61" fmla="*/ 8583681 h 9456078"/>
              <a:gd name="connsiteX62" fmla="*/ 2907329 w 13158797"/>
              <a:gd name="connsiteY62" fmla="*/ 8556295 h 9456078"/>
              <a:gd name="connsiteX63" fmla="*/ 2947500 w 13158797"/>
              <a:gd name="connsiteY63" fmla="*/ 8528517 h 9456078"/>
              <a:gd name="connsiteX64" fmla="*/ 2987419 w 13158797"/>
              <a:gd name="connsiteY64" fmla="*/ 8500351 h 9456078"/>
              <a:gd name="connsiteX65" fmla="*/ 3027083 w 13158797"/>
              <a:gd name="connsiteY65" fmla="*/ 8471796 h 9456078"/>
              <a:gd name="connsiteX66" fmla="*/ 3066489 w 13158797"/>
              <a:gd name="connsiteY66" fmla="*/ 8442854 h 9456078"/>
              <a:gd name="connsiteX67" fmla="*/ 3105634 w 13158797"/>
              <a:gd name="connsiteY67" fmla="*/ 8413528 h 9456078"/>
              <a:gd name="connsiteX68" fmla="*/ 3144515 w 13158797"/>
              <a:gd name="connsiteY68" fmla="*/ 8383818 h 9456078"/>
              <a:gd name="connsiteX69" fmla="*/ 3183129 w 13158797"/>
              <a:gd name="connsiteY69" fmla="*/ 8353726 h 9456078"/>
              <a:gd name="connsiteX70" fmla="*/ 3221473 w 13158797"/>
              <a:gd name="connsiteY70" fmla="*/ 8323253 h 9456078"/>
              <a:gd name="connsiteX71" fmla="*/ 3259544 w 13158797"/>
              <a:gd name="connsiteY71" fmla="*/ 8292401 h 9456078"/>
              <a:gd name="connsiteX72" fmla="*/ 3297339 w 13158797"/>
              <a:gd name="connsiteY72" fmla="*/ 8261172 h 9456078"/>
              <a:gd name="connsiteX73" fmla="*/ 3334854 w 13158797"/>
              <a:gd name="connsiteY73" fmla="*/ 8229566 h 9456078"/>
              <a:gd name="connsiteX74" fmla="*/ 3372087 w 13158797"/>
              <a:gd name="connsiteY74" fmla="*/ 8197585 h 9456078"/>
              <a:gd name="connsiteX75" fmla="*/ 3409035 w 13158797"/>
              <a:gd name="connsiteY75" fmla="*/ 8165232 h 9456078"/>
              <a:gd name="connsiteX76" fmla="*/ 3445695 w 13158797"/>
              <a:gd name="connsiteY76" fmla="*/ 8132507 h 9456078"/>
              <a:gd name="connsiteX77" fmla="*/ 3482064 w 13158797"/>
              <a:gd name="connsiteY77" fmla="*/ 8099411 h 9456078"/>
              <a:gd name="connsiteX78" fmla="*/ 3518139 w 13158797"/>
              <a:gd name="connsiteY78" fmla="*/ 8065947 h 9456078"/>
              <a:gd name="connsiteX79" fmla="*/ 3553916 w 13158797"/>
              <a:gd name="connsiteY79" fmla="*/ 8032115 h 9456078"/>
              <a:gd name="connsiteX80" fmla="*/ 3589393 w 13158797"/>
              <a:gd name="connsiteY80" fmla="*/ 7997918 h 9456078"/>
              <a:gd name="connsiteX81" fmla="*/ 3624567 w 13158797"/>
              <a:gd name="connsiteY81" fmla="*/ 7963356 h 9456078"/>
              <a:gd name="connsiteX82" fmla="*/ 3659435 w 13158797"/>
              <a:gd name="connsiteY82" fmla="*/ 7928432 h 9456078"/>
              <a:gd name="connsiteX83" fmla="*/ 3693994 w 13158797"/>
              <a:gd name="connsiteY83" fmla="*/ 7893146 h 9456078"/>
              <a:gd name="connsiteX84" fmla="*/ 3728240 w 13158797"/>
              <a:gd name="connsiteY84" fmla="*/ 7857501 h 9456078"/>
              <a:gd name="connsiteX85" fmla="*/ 3762171 w 13158797"/>
              <a:gd name="connsiteY85" fmla="*/ 7821497 h 9456078"/>
              <a:gd name="connsiteX86" fmla="*/ 3795783 w 13158797"/>
              <a:gd name="connsiteY86" fmla="*/ 7785136 h 9456078"/>
              <a:gd name="connsiteX87" fmla="*/ 3829075 w 13158797"/>
              <a:gd name="connsiteY87" fmla="*/ 7748420 h 9456078"/>
              <a:gd name="connsiteX88" fmla="*/ 3862042 w 13158797"/>
              <a:gd name="connsiteY88" fmla="*/ 7711350 h 9456078"/>
              <a:gd name="connsiteX89" fmla="*/ 3894682 w 13158797"/>
              <a:gd name="connsiteY89" fmla="*/ 7673928 h 9456078"/>
              <a:gd name="connsiteX90" fmla="*/ 3926991 w 13158797"/>
              <a:gd name="connsiteY90" fmla="*/ 7636155 h 9456078"/>
              <a:gd name="connsiteX91" fmla="*/ 3958967 w 13158797"/>
              <a:gd name="connsiteY91" fmla="*/ 7598032 h 9456078"/>
              <a:gd name="connsiteX92" fmla="*/ 3990607 w 13158797"/>
              <a:gd name="connsiteY92" fmla="*/ 7559561 h 9456078"/>
              <a:gd name="connsiteX93" fmla="*/ 4021907 w 13158797"/>
              <a:gd name="connsiteY93" fmla="*/ 7520744 h 9456078"/>
              <a:gd name="connsiteX94" fmla="*/ 4052865 w 13158797"/>
              <a:gd name="connsiteY94" fmla="*/ 7481582 h 9456078"/>
              <a:gd name="connsiteX95" fmla="*/ 4083478 w 13158797"/>
              <a:gd name="connsiteY95" fmla="*/ 7442077 h 9456078"/>
              <a:gd name="connsiteX96" fmla="*/ 8022311 w 13158797"/>
              <a:gd name="connsiteY96" fmla="*/ 2307814 h 9456078"/>
              <a:gd name="connsiteX97" fmla="*/ 8052902 w 13158797"/>
              <a:gd name="connsiteY97" fmla="*/ 2268285 h 9456078"/>
              <a:gd name="connsiteX98" fmla="*/ 8083796 w 13158797"/>
              <a:gd name="connsiteY98" fmla="*/ 2229056 h 9456078"/>
              <a:gd name="connsiteX99" fmla="*/ 8114989 w 13158797"/>
              <a:gd name="connsiteY99" fmla="*/ 2190127 h 9456078"/>
              <a:gd name="connsiteX100" fmla="*/ 8146479 w 13158797"/>
              <a:gd name="connsiteY100" fmla="*/ 2151500 h 9456078"/>
              <a:gd name="connsiteX101" fmla="*/ 8178264 w 13158797"/>
              <a:gd name="connsiteY101" fmla="*/ 2113176 h 9456078"/>
              <a:gd name="connsiteX102" fmla="*/ 8210341 w 13158797"/>
              <a:gd name="connsiteY102" fmla="*/ 2075157 h 9456078"/>
              <a:gd name="connsiteX103" fmla="*/ 8242709 w 13158797"/>
              <a:gd name="connsiteY103" fmla="*/ 2037442 h 9456078"/>
              <a:gd name="connsiteX104" fmla="*/ 8275365 w 13158797"/>
              <a:gd name="connsiteY104" fmla="*/ 2000034 h 9456078"/>
              <a:gd name="connsiteX105" fmla="*/ 8308307 w 13158797"/>
              <a:gd name="connsiteY105" fmla="*/ 1962934 h 9456078"/>
              <a:gd name="connsiteX106" fmla="*/ 8341532 w 13158797"/>
              <a:gd name="connsiteY106" fmla="*/ 1926142 h 9456078"/>
              <a:gd name="connsiteX107" fmla="*/ 8375038 w 13158797"/>
              <a:gd name="connsiteY107" fmla="*/ 1889660 h 9456078"/>
              <a:gd name="connsiteX108" fmla="*/ 8408823 w 13158797"/>
              <a:gd name="connsiteY108" fmla="*/ 1853489 h 9456078"/>
              <a:gd name="connsiteX109" fmla="*/ 8442885 w 13158797"/>
              <a:gd name="connsiteY109" fmla="*/ 1817630 h 9456078"/>
              <a:gd name="connsiteX110" fmla="*/ 8477221 w 13158797"/>
              <a:gd name="connsiteY110" fmla="*/ 1782084 h 9456078"/>
              <a:gd name="connsiteX111" fmla="*/ 8511829 w 13158797"/>
              <a:gd name="connsiteY111" fmla="*/ 1746853 h 9456078"/>
              <a:gd name="connsiteX112" fmla="*/ 8546706 w 13158797"/>
              <a:gd name="connsiteY112" fmla="*/ 1711937 h 9456078"/>
              <a:gd name="connsiteX113" fmla="*/ 8581851 w 13158797"/>
              <a:gd name="connsiteY113" fmla="*/ 1677337 h 9456078"/>
              <a:gd name="connsiteX114" fmla="*/ 8617261 w 13158797"/>
              <a:gd name="connsiteY114" fmla="*/ 1643056 h 9456078"/>
              <a:gd name="connsiteX115" fmla="*/ 8652934 w 13158797"/>
              <a:gd name="connsiteY115" fmla="*/ 1609093 h 9456078"/>
              <a:gd name="connsiteX116" fmla="*/ 8688867 w 13158797"/>
              <a:gd name="connsiteY116" fmla="*/ 1575450 h 9456078"/>
              <a:gd name="connsiteX117" fmla="*/ 8725058 w 13158797"/>
              <a:gd name="connsiteY117" fmla="*/ 1542128 h 9456078"/>
              <a:gd name="connsiteX118" fmla="*/ 8761506 w 13158797"/>
              <a:gd name="connsiteY118" fmla="*/ 1509129 h 9456078"/>
              <a:gd name="connsiteX119" fmla="*/ 8798207 w 13158797"/>
              <a:gd name="connsiteY119" fmla="*/ 1476452 h 9456078"/>
              <a:gd name="connsiteX120" fmla="*/ 8835159 w 13158797"/>
              <a:gd name="connsiteY120" fmla="*/ 1444101 h 9456078"/>
              <a:gd name="connsiteX121" fmla="*/ 8872360 w 13158797"/>
              <a:gd name="connsiteY121" fmla="*/ 1412075 h 9456078"/>
              <a:gd name="connsiteX122" fmla="*/ 8909808 w 13158797"/>
              <a:gd name="connsiteY122" fmla="*/ 1380375 h 9456078"/>
              <a:gd name="connsiteX123" fmla="*/ 8947501 w 13158797"/>
              <a:gd name="connsiteY123" fmla="*/ 1349004 h 9456078"/>
              <a:gd name="connsiteX124" fmla="*/ 8985435 w 13158797"/>
              <a:gd name="connsiteY124" fmla="*/ 1317962 h 9456078"/>
              <a:gd name="connsiteX125" fmla="*/ 9023610 w 13158797"/>
              <a:gd name="connsiteY125" fmla="*/ 1287250 h 9456078"/>
              <a:gd name="connsiteX126" fmla="*/ 9062022 w 13158797"/>
              <a:gd name="connsiteY126" fmla="*/ 1256869 h 9456078"/>
              <a:gd name="connsiteX127" fmla="*/ 9100669 w 13158797"/>
              <a:gd name="connsiteY127" fmla="*/ 1226820 h 9456078"/>
              <a:gd name="connsiteX128" fmla="*/ 9139549 w 13158797"/>
              <a:gd name="connsiteY128" fmla="*/ 1197105 h 9456078"/>
              <a:gd name="connsiteX129" fmla="*/ 9178660 w 13158797"/>
              <a:gd name="connsiteY129" fmla="*/ 1167725 h 9456078"/>
              <a:gd name="connsiteX130" fmla="*/ 9217999 w 13158797"/>
              <a:gd name="connsiteY130" fmla="*/ 1138681 h 9456078"/>
              <a:gd name="connsiteX131" fmla="*/ 9257564 w 13158797"/>
              <a:gd name="connsiteY131" fmla="*/ 1109974 h 9456078"/>
              <a:gd name="connsiteX132" fmla="*/ 9297353 w 13158797"/>
              <a:gd name="connsiteY132" fmla="*/ 1081604 h 9456078"/>
              <a:gd name="connsiteX133" fmla="*/ 9337364 w 13158797"/>
              <a:gd name="connsiteY133" fmla="*/ 1053574 h 9456078"/>
              <a:gd name="connsiteX134" fmla="*/ 9377594 w 13158797"/>
              <a:gd name="connsiteY134" fmla="*/ 1025884 h 9456078"/>
              <a:gd name="connsiteX135" fmla="*/ 9418040 w 13158797"/>
              <a:gd name="connsiteY135" fmla="*/ 998536 h 9456078"/>
              <a:gd name="connsiteX136" fmla="*/ 9458702 w 13158797"/>
              <a:gd name="connsiteY136" fmla="*/ 971530 h 9456078"/>
              <a:gd name="connsiteX137" fmla="*/ 9499575 w 13158797"/>
              <a:gd name="connsiteY137" fmla="*/ 944868 h 9456078"/>
              <a:gd name="connsiteX138" fmla="*/ 9540659 w 13158797"/>
              <a:gd name="connsiteY138" fmla="*/ 918551 h 9456078"/>
              <a:gd name="connsiteX139" fmla="*/ 9581950 w 13158797"/>
              <a:gd name="connsiteY139" fmla="*/ 892580 h 9456078"/>
              <a:gd name="connsiteX140" fmla="*/ 9623447 w 13158797"/>
              <a:gd name="connsiteY140" fmla="*/ 866956 h 9456078"/>
              <a:gd name="connsiteX141" fmla="*/ 9665147 w 13158797"/>
              <a:gd name="connsiteY141" fmla="*/ 841681 h 9456078"/>
              <a:gd name="connsiteX142" fmla="*/ 9707048 w 13158797"/>
              <a:gd name="connsiteY142" fmla="*/ 816754 h 9456078"/>
              <a:gd name="connsiteX143" fmla="*/ 9749147 w 13158797"/>
              <a:gd name="connsiteY143" fmla="*/ 792179 h 9456078"/>
              <a:gd name="connsiteX144" fmla="*/ 9791443 w 13158797"/>
              <a:gd name="connsiteY144" fmla="*/ 767955 h 9456078"/>
              <a:gd name="connsiteX145" fmla="*/ 9833932 w 13158797"/>
              <a:gd name="connsiteY145" fmla="*/ 744083 h 9456078"/>
              <a:gd name="connsiteX146" fmla="*/ 9876613 w 13158797"/>
              <a:gd name="connsiteY146" fmla="*/ 720566 h 9456078"/>
              <a:gd name="connsiteX147" fmla="*/ 9919484 w 13158797"/>
              <a:gd name="connsiteY147" fmla="*/ 697404 h 9456078"/>
              <a:gd name="connsiteX148" fmla="*/ 9962542 w 13158797"/>
              <a:gd name="connsiteY148" fmla="*/ 674598 h 9456078"/>
              <a:gd name="connsiteX149" fmla="*/ 10005784 w 13158797"/>
              <a:gd name="connsiteY149" fmla="*/ 652149 h 9456078"/>
              <a:gd name="connsiteX150" fmla="*/ 10049209 w 13158797"/>
              <a:gd name="connsiteY150" fmla="*/ 630059 h 9456078"/>
              <a:gd name="connsiteX151" fmla="*/ 10092814 w 13158797"/>
              <a:gd name="connsiteY151" fmla="*/ 608328 h 9456078"/>
              <a:gd name="connsiteX152" fmla="*/ 10136597 w 13158797"/>
              <a:gd name="connsiteY152" fmla="*/ 586958 h 9456078"/>
              <a:gd name="connsiteX153" fmla="*/ 10180556 w 13158797"/>
              <a:gd name="connsiteY153" fmla="*/ 565950 h 9456078"/>
              <a:gd name="connsiteX154" fmla="*/ 10224688 w 13158797"/>
              <a:gd name="connsiteY154" fmla="*/ 545304 h 9456078"/>
              <a:gd name="connsiteX155" fmla="*/ 10268991 w 13158797"/>
              <a:gd name="connsiteY155" fmla="*/ 525023 h 9456078"/>
              <a:gd name="connsiteX156" fmla="*/ 10313463 w 13158797"/>
              <a:gd name="connsiteY156" fmla="*/ 505107 h 9456078"/>
              <a:gd name="connsiteX157" fmla="*/ 10358101 w 13158797"/>
              <a:gd name="connsiteY157" fmla="*/ 485558 h 9456078"/>
              <a:gd name="connsiteX158" fmla="*/ 10402903 w 13158797"/>
              <a:gd name="connsiteY158" fmla="*/ 466376 h 9456078"/>
              <a:gd name="connsiteX159" fmla="*/ 10447868 w 13158797"/>
              <a:gd name="connsiteY159" fmla="*/ 447563 h 9456078"/>
              <a:gd name="connsiteX160" fmla="*/ 10492991 w 13158797"/>
              <a:gd name="connsiteY160" fmla="*/ 429119 h 9456078"/>
              <a:gd name="connsiteX161" fmla="*/ 10538272 w 13158797"/>
              <a:gd name="connsiteY161" fmla="*/ 411046 h 9456078"/>
              <a:gd name="connsiteX162" fmla="*/ 10583708 w 13158797"/>
              <a:gd name="connsiteY162" fmla="*/ 393346 h 9456078"/>
              <a:gd name="connsiteX163" fmla="*/ 10629297 w 13158797"/>
              <a:gd name="connsiteY163" fmla="*/ 376018 h 9456078"/>
              <a:gd name="connsiteX164" fmla="*/ 10675036 w 13158797"/>
              <a:gd name="connsiteY164" fmla="*/ 359065 h 9456078"/>
              <a:gd name="connsiteX165" fmla="*/ 10720923 w 13158797"/>
              <a:gd name="connsiteY165" fmla="*/ 342487 h 9456078"/>
              <a:gd name="connsiteX166" fmla="*/ 10766956 w 13158797"/>
              <a:gd name="connsiteY166" fmla="*/ 326286 h 9456078"/>
              <a:gd name="connsiteX167" fmla="*/ 10813132 w 13158797"/>
              <a:gd name="connsiteY167" fmla="*/ 310462 h 9456078"/>
              <a:gd name="connsiteX168" fmla="*/ 10859450 w 13158797"/>
              <a:gd name="connsiteY168" fmla="*/ 295018 h 9456078"/>
              <a:gd name="connsiteX169" fmla="*/ 10905907 w 13158797"/>
              <a:gd name="connsiteY169" fmla="*/ 279953 h 9456078"/>
              <a:gd name="connsiteX170" fmla="*/ 10952500 w 13158797"/>
              <a:gd name="connsiteY170" fmla="*/ 265269 h 9456078"/>
              <a:gd name="connsiteX171" fmla="*/ 10999227 w 13158797"/>
              <a:gd name="connsiteY171" fmla="*/ 250968 h 9456078"/>
              <a:gd name="connsiteX172" fmla="*/ 11046087 w 13158797"/>
              <a:gd name="connsiteY172" fmla="*/ 237049 h 9456078"/>
              <a:gd name="connsiteX173" fmla="*/ 11093076 w 13158797"/>
              <a:gd name="connsiteY173" fmla="*/ 223516 h 9456078"/>
              <a:gd name="connsiteX174" fmla="*/ 11140193 w 13158797"/>
              <a:gd name="connsiteY174" fmla="*/ 210368 h 9456078"/>
              <a:gd name="connsiteX175" fmla="*/ 11187434 w 13158797"/>
              <a:gd name="connsiteY175" fmla="*/ 197606 h 9456078"/>
              <a:gd name="connsiteX176" fmla="*/ 11234799 w 13158797"/>
              <a:gd name="connsiteY176" fmla="*/ 185233 h 9456078"/>
              <a:gd name="connsiteX177" fmla="*/ 11282284 w 13158797"/>
              <a:gd name="connsiteY177" fmla="*/ 173248 h 9456078"/>
              <a:gd name="connsiteX178" fmla="*/ 11329888 w 13158797"/>
              <a:gd name="connsiteY178" fmla="*/ 161654 h 9456078"/>
              <a:gd name="connsiteX179" fmla="*/ 11377607 w 13158797"/>
              <a:gd name="connsiteY179" fmla="*/ 150451 h 9456078"/>
              <a:gd name="connsiteX180" fmla="*/ 11425440 w 13158797"/>
              <a:gd name="connsiteY180" fmla="*/ 139640 h 9456078"/>
              <a:gd name="connsiteX181" fmla="*/ 11473385 w 13158797"/>
              <a:gd name="connsiteY181" fmla="*/ 129223 h 9456078"/>
              <a:gd name="connsiteX182" fmla="*/ 11521439 w 13158797"/>
              <a:gd name="connsiteY182" fmla="*/ 119201 h 9456078"/>
              <a:gd name="connsiteX183" fmla="*/ 11569599 w 13158797"/>
              <a:gd name="connsiteY183" fmla="*/ 109574 h 9456078"/>
              <a:gd name="connsiteX184" fmla="*/ 11617864 w 13158797"/>
              <a:gd name="connsiteY184" fmla="*/ 100344 h 9456078"/>
              <a:gd name="connsiteX185" fmla="*/ 11666231 w 13158797"/>
              <a:gd name="connsiteY185" fmla="*/ 91512 h 9456078"/>
              <a:gd name="connsiteX186" fmla="*/ 11714698 w 13158797"/>
              <a:gd name="connsiteY186" fmla="*/ 83080 h 9456078"/>
              <a:gd name="connsiteX187" fmla="*/ 11763263 w 13158797"/>
              <a:gd name="connsiteY187" fmla="*/ 75047 h 9456078"/>
              <a:gd name="connsiteX188" fmla="*/ 11811923 w 13158797"/>
              <a:gd name="connsiteY188" fmla="*/ 67417 h 9456078"/>
              <a:gd name="connsiteX189" fmla="*/ 11860676 w 13158797"/>
              <a:gd name="connsiteY189" fmla="*/ 60188 h 9456078"/>
              <a:gd name="connsiteX190" fmla="*/ 11909519 w 13158797"/>
              <a:gd name="connsiteY190" fmla="*/ 53364 h 9456078"/>
              <a:gd name="connsiteX191" fmla="*/ 11958451 w 13158797"/>
              <a:gd name="connsiteY191" fmla="*/ 46944 h 9456078"/>
              <a:gd name="connsiteX192" fmla="*/ 12007470 w 13158797"/>
              <a:gd name="connsiteY192" fmla="*/ 40931 h 9456078"/>
              <a:gd name="connsiteX193" fmla="*/ 12056572 w 13158797"/>
              <a:gd name="connsiteY193" fmla="*/ 35324 h 9456078"/>
              <a:gd name="connsiteX194" fmla="*/ 12105756 w 13158797"/>
              <a:gd name="connsiteY194" fmla="*/ 30126 h 9456078"/>
              <a:gd name="connsiteX195" fmla="*/ 12155019 w 13158797"/>
              <a:gd name="connsiteY195" fmla="*/ 25337 h 9456078"/>
              <a:gd name="connsiteX196" fmla="*/ 12204359 w 13158797"/>
              <a:gd name="connsiteY196" fmla="*/ 20958 h 9456078"/>
              <a:gd name="connsiteX197" fmla="*/ 12253773 w 13158797"/>
              <a:gd name="connsiteY197" fmla="*/ 16991 h 9456078"/>
              <a:gd name="connsiteX198" fmla="*/ 12303260 w 13158797"/>
              <a:gd name="connsiteY198" fmla="*/ 13437 h 9456078"/>
              <a:gd name="connsiteX199" fmla="*/ 12352818 w 13158797"/>
              <a:gd name="connsiteY199" fmla="*/ 10297 h 9456078"/>
              <a:gd name="connsiteX200" fmla="*/ 12402443 w 13158797"/>
              <a:gd name="connsiteY200" fmla="*/ 7572 h 9456078"/>
              <a:gd name="connsiteX201" fmla="*/ 12452133 w 13158797"/>
              <a:gd name="connsiteY201" fmla="*/ 5263 h 9456078"/>
              <a:gd name="connsiteX202" fmla="*/ 12501887 w 13158797"/>
              <a:gd name="connsiteY202" fmla="*/ 3371 h 9456078"/>
              <a:gd name="connsiteX203" fmla="*/ 12551701 w 13158797"/>
              <a:gd name="connsiteY203" fmla="*/ 1898 h 9456078"/>
              <a:gd name="connsiteX204" fmla="*/ 12601574 w 13158797"/>
              <a:gd name="connsiteY204" fmla="*/ 844 h 9456078"/>
              <a:gd name="connsiteX205" fmla="*/ 12651504 w 13158797"/>
              <a:gd name="connsiteY205" fmla="*/ 211 h 9456078"/>
              <a:gd name="connsiteX206" fmla="*/ 12701487 w 13158797"/>
              <a:gd name="connsiteY206" fmla="*/ 0 h 9456078"/>
              <a:gd name="connsiteX207" fmla="*/ 13158798 w 13158797"/>
              <a:gd name="connsiteY207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98870 w 13158799"/>
              <a:gd name="connsiteY5" fmla="*/ 9447409 h 9456078"/>
              <a:gd name="connsiteX6" fmla="*/ 348429 w 13158799"/>
              <a:gd name="connsiteY6" fmla="*/ 9444290 h 9456078"/>
              <a:gd name="connsiteX7" fmla="*/ 397907 w 13158799"/>
              <a:gd name="connsiteY7" fmla="*/ 9440698 h 9456078"/>
              <a:gd name="connsiteX8" fmla="*/ 447302 w 13158799"/>
              <a:gd name="connsiteY8" fmla="*/ 9436632 h 9456078"/>
              <a:gd name="connsiteX9" fmla="*/ 496610 w 13158799"/>
              <a:gd name="connsiteY9" fmla="*/ 9432096 h 9456078"/>
              <a:gd name="connsiteX10" fmla="*/ 545829 w 13158799"/>
              <a:gd name="connsiteY10" fmla="*/ 9427089 h 9456078"/>
              <a:gd name="connsiteX11" fmla="*/ 594956 w 13158799"/>
              <a:gd name="connsiteY11" fmla="*/ 9421615 h 9456078"/>
              <a:gd name="connsiteX12" fmla="*/ 643987 w 13158799"/>
              <a:gd name="connsiteY12" fmla="*/ 9415673 h 9456078"/>
              <a:gd name="connsiteX13" fmla="*/ 692920 w 13158799"/>
              <a:gd name="connsiteY13" fmla="*/ 9409267 h 9456078"/>
              <a:gd name="connsiteX14" fmla="*/ 741751 w 13158799"/>
              <a:gd name="connsiteY14" fmla="*/ 9402396 h 9456078"/>
              <a:gd name="connsiteX15" fmla="*/ 790478 w 13158799"/>
              <a:gd name="connsiteY15" fmla="*/ 9395063 h 9456078"/>
              <a:gd name="connsiteX16" fmla="*/ 839098 w 13158799"/>
              <a:gd name="connsiteY16" fmla="*/ 9387270 h 9456078"/>
              <a:gd name="connsiteX17" fmla="*/ 887607 w 13158799"/>
              <a:gd name="connsiteY17" fmla="*/ 9379017 h 9456078"/>
              <a:gd name="connsiteX18" fmla="*/ 936002 w 13158799"/>
              <a:gd name="connsiteY18" fmla="*/ 9370306 h 9456078"/>
              <a:gd name="connsiteX19" fmla="*/ 984281 w 13158799"/>
              <a:gd name="connsiteY19" fmla="*/ 9361139 h 9456078"/>
              <a:gd name="connsiteX20" fmla="*/ 1032440 w 13158799"/>
              <a:gd name="connsiteY20" fmla="*/ 9351517 h 9456078"/>
              <a:gd name="connsiteX21" fmla="*/ 1080477 w 13158799"/>
              <a:gd name="connsiteY21" fmla="*/ 9341441 h 9456078"/>
              <a:gd name="connsiteX22" fmla="*/ 1176172 w 13158799"/>
              <a:gd name="connsiteY22" fmla="*/ 9319936 h 9456078"/>
              <a:gd name="connsiteX23" fmla="*/ 1223823 w 13158799"/>
              <a:gd name="connsiteY23" fmla="*/ 9308509 h 9456078"/>
              <a:gd name="connsiteX24" fmla="*/ 1271339 w 13158799"/>
              <a:gd name="connsiteY24" fmla="*/ 9296635 h 9456078"/>
              <a:gd name="connsiteX25" fmla="*/ 1318719 w 13158799"/>
              <a:gd name="connsiteY25" fmla="*/ 9284315 h 9456078"/>
              <a:gd name="connsiteX26" fmla="*/ 1365957 w 13158799"/>
              <a:gd name="connsiteY26" fmla="*/ 9271550 h 9456078"/>
              <a:gd name="connsiteX27" fmla="*/ 1413052 w 13158799"/>
              <a:gd name="connsiteY27" fmla="*/ 9258342 h 9456078"/>
              <a:gd name="connsiteX28" fmla="*/ 1460000 w 13158799"/>
              <a:gd name="connsiteY28" fmla="*/ 9244693 h 9456078"/>
              <a:gd name="connsiteX29" fmla="*/ 1506799 w 13158799"/>
              <a:gd name="connsiteY29" fmla="*/ 9230604 h 9456078"/>
              <a:gd name="connsiteX30" fmla="*/ 1553445 w 13158799"/>
              <a:gd name="connsiteY30" fmla="*/ 9216076 h 9456078"/>
              <a:gd name="connsiteX31" fmla="*/ 1599935 w 13158799"/>
              <a:gd name="connsiteY31" fmla="*/ 9201111 h 9456078"/>
              <a:gd name="connsiteX32" fmla="*/ 1646267 w 13158799"/>
              <a:gd name="connsiteY32" fmla="*/ 9185710 h 9456078"/>
              <a:gd name="connsiteX33" fmla="*/ 1692437 w 13158799"/>
              <a:gd name="connsiteY33" fmla="*/ 9169876 h 9456078"/>
              <a:gd name="connsiteX34" fmla="*/ 1738442 w 13158799"/>
              <a:gd name="connsiteY34" fmla="*/ 9153608 h 9456078"/>
              <a:gd name="connsiteX35" fmla="*/ 1784280 w 13158799"/>
              <a:gd name="connsiteY35" fmla="*/ 9136910 h 9456078"/>
              <a:gd name="connsiteX36" fmla="*/ 1829947 w 13158799"/>
              <a:gd name="connsiteY36" fmla="*/ 9119782 h 9456078"/>
              <a:gd name="connsiteX37" fmla="*/ 1875440 w 13158799"/>
              <a:gd name="connsiteY37" fmla="*/ 9102226 h 9456078"/>
              <a:gd name="connsiteX38" fmla="*/ 1920756 w 13158799"/>
              <a:gd name="connsiteY38" fmla="*/ 9084243 h 9456078"/>
              <a:gd name="connsiteX39" fmla="*/ 1965893 w 13158799"/>
              <a:gd name="connsiteY39" fmla="*/ 9065835 h 9456078"/>
              <a:gd name="connsiteX40" fmla="*/ 2010847 w 13158799"/>
              <a:gd name="connsiteY40" fmla="*/ 9047004 h 9456078"/>
              <a:gd name="connsiteX41" fmla="*/ 2055615 w 13158799"/>
              <a:gd name="connsiteY41" fmla="*/ 9027750 h 9456078"/>
              <a:gd name="connsiteX42" fmla="*/ 2100195 w 13158799"/>
              <a:gd name="connsiteY42" fmla="*/ 9008075 h 9456078"/>
              <a:gd name="connsiteX43" fmla="*/ 2144582 w 13158799"/>
              <a:gd name="connsiteY43" fmla="*/ 8987981 h 9456078"/>
              <a:gd name="connsiteX44" fmla="*/ 2188775 w 13158799"/>
              <a:gd name="connsiteY44" fmla="*/ 8967470 h 9456078"/>
              <a:gd name="connsiteX45" fmla="*/ 2232770 w 13158799"/>
              <a:gd name="connsiteY45" fmla="*/ 8946542 h 9456078"/>
              <a:gd name="connsiteX46" fmla="*/ 2276564 w 13158799"/>
              <a:gd name="connsiteY46" fmla="*/ 8925199 h 9456078"/>
              <a:gd name="connsiteX47" fmla="*/ 2320154 w 13158799"/>
              <a:gd name="connsiteY47" fmla="*/ 8903443 h 9456078"/>
              <a:gd name="connsiteX48" fmla="*/ 2363538 w 13158799"/>
              <a:gd name="connsiteY48" fmla="*/ 8881275 h 9456078"/>
              <a:gd name="connsiteX49" fmla="*/ 2406711 w 13158799"/>
              <a:gd name="connsiteY49" fmla="*/ 8858697 h 9456078"/>
              <a:gd name="connsiteX50" fmla="*/ 2449672 w 13158799"/>
              <a:gd name="connsiteY50" fmla="*/ 8835710 h 9456078"/>
              <a:gd name="connsiteX51" fmla="*/ 2492417 w 13158799"/>
              <a:gd name="connsiteY51" fmla="*/ 8812316 h 9456078"/>
              <a:gd name="connsiteX52" fmla="*/ 2534943 w 13158799"/>
              <a:gd name="connsiteY52" fmla="*/ 8788516 h 9456078"/>
              <a:gd name="connsiteX53" fmla="*/ 2577247 w 13158799"/>
              <a:gd name="connsiteY53" fmla="*/ 8764311 h 9456078"/>
              <a:gd name="connsiteX54" fmla="*/ 2619326 w 13158799"/>
              <a:gd name="connsiteY54" fmla="*/ 8739704 h 9456078"/>
              <a:gd name="connsiteX55" fmla="*/ 2661177 w 13158799"/>
              <a:gd name="connsiteY55" fmla="*/ 8714695 h 9456078"/>
              <a:gd name="connsiteX56" fmla="*/ 2702797 w 13158799"/>
              <a:gd name="connsiteY56" fmla="*/ 8689286 h 9456078"/>
              <a:gd name="connsiteX57" fmla="*/ 2744183 w 13158799"/>
              <a:gd name="connsiteY57" fmla="*/ 8663479 h 9456078"/>
              <a:gd name="connsiteX58" fmla="*/ 2785333 w 13158799"/>
              <a:gd name="connsiteY58" fmla="*/ 8637274 h 9456078"/>
              <a:gd name="connsiteX59" fmla="*/ 2826242 w 13158799"/>
              <a:gd name="connsiteY59" fmla="*/ 8610675 h 9456078"/>
              <a:gd name="connsiteX60" fmla="*/ 2866908 w 13158799"/>
              <a:gd name="connsiteY60" fmla="*/ 8583681 h 9456078"/>
              <a:gd name="connsiteX61" fmla="*/ 2907329 w 13158799"/>
              <a:gd name="connsiteY61" fmla="*/ 8556295 h 9456078"/>
              <a:gd name="connsiteX62" fmla="*/ 2947500 w 13158799"/>
              <a:gd name="connsiteY62" fmla="*/ 8528517 h 9456078"/>
              <a:gd name="connsiteX63" fmla="*/ 2987419 w 13158799"/>
              <a:gd name="connsiteY63" fmla="*/ 8500351 h 9456078"/>
              <a:gd name="connsiteX64" fmla="*/ 3027083 w 13158799"/>
              <a:gd name="connsiteY64" fmla="*/ 8471796 h 9456078"/>
              <a:gd name="connsiteX65" fmla="*/ 3066489 w 13158799"/>
              <a:gd name="connsiteY65" fmla="*/ 8442854 h 9456078"/>
              <a:gd name="connsiteX66" fmla="*/ 3105634 w 13158799"/>
              <a:gd name="connsiteY66" fmla="*/ 8413528 h 9456078"/>
              <a:gd name="connsiteX67" fmla="*/ 3144515 w 13158799"/>
              <a:gd name="connsiteY67" fmla="*/ 8383818 h 9456078"/>
              <a:gd name="connsiteX68" fmla="*/ 3183129 w 13158799"/>
              <a:gd name="connsiteY68" fmla="*/ 8353726 h 9456078"/>
              <a:gd name="connsiteX69" fmla="*/ 3221473 w 13158799"/>
              <a:gd name="connsiteY69" fmla="*/ 8323253 h 9456078"/>
              <a:gd name="connsiteX70" fmla="*/ 3259544 w 13158799"/>
              <a:gd name="connsiteY70" fmla="*/ 8292401 h 9456078"/>
              <a:gd name="connsiteX71" fmla="*/ 3297339 w 13158799"/>
              <a:gd name="connsiteY71" fmla="*/ 8261172 h 9456078"/>
              <a:gd name="connsiteX72" fmla="*/ 3334854 w 13158799"/>
              <a:gd name="connsiteY72" fmla="*/ 8229566 h 9456078"/>
              <a:gd name="connsiteX73" fmla="*/ 3372087 w 13158799"/>
              <a:gd name="connsiteY73" fmla="*/ 8197585 h 9456078"/>
              <a:gd name="connsiteX74" fmla="*/ 3409035 w 13158799"/>
              <a:gd name="connsiteY74" fmla="*/ 8165232 h 9456078"/>
              <a:gd name="connsiteX75" fmla="*/ 3445695 w 13158799"/>
              <a:gd name="connsiteY75" fmla="*/ 8132507 h 9456078"/>
              <a:gd name="connsiteX76" fmla="*/ 3482064 w 13158799"/>
              <a:gd name="connsiteY76" fmla="*/ 8099411 h 9456078"/>
              <a:gd name="connsiteX77" fmla="*/ 3518139 w 13158799"/>
              <a:gd name="connsiteY77" fmla="*/ 8065947 h 9456078"/>
              <a:gd name="connsiteX78" fmla="*/ 3553916 w 13158799"/>
              <a:gd name="connsiteY78" fmla="*/ 8032115 h 9456078"/>
              <a:gd name="connsiteX79" fmla="*/ 3589393 w 13158799"/>
              <a:gd name="connsiteY79" fmla="*/ 7997918 h 9456078"/>
              <a:gd name="connsiteX80" fmla="*/ 3624567 w 13158799"/>
              <a:gd name="connsiteY80" fmla="*/ 7963356 h 9456078"/>
              <a:gd name="connsiteX81" fmla="*/ 3659435 w 13158799"/>
              <a:gd name="connsiteY81" fmla="*/ 7928432 h 9456078"/>
              <a:gd name="connsiteX82" fmla="*/ 3693994 w 13158799"/>
              <a:gd name="connsiteY82" fmla="*/ 7893146 h 9456078"/>
              <a:gd name="connsiteX83" fmla="*/ 3728240 w 13158799"/>
              <a:gd name="connsiteY83" fmla="*/ 7857501 h 9456078"/>
              <a:gd name="connsiteX84" fmla="*/ 3762171 w 13158799"/>
              <a:gd name="connsiteY84" fmla="*/ 7821497 h 9456078"/>
              <a:gd name="connsiteX85" fmla="*/ 3795783 w 13158799"/>
              <a:gd name="connsiteY85" fmla="*/ 7785136 h 9456078"/>
              <a:gd name="connsiteX86" fmla="*/ 3829075 w 13158799"/>
              <a:gd name="connsiteY86" fmla="*/ 7748420 h 9456078"/>
              <a:gd name="connsiteX87" fmla="*/ 3862042 w 13158799"/>
              <a:gd name="connsiteY87" fmla="*/ 7711350 h 9456078"/>
              <a:gd name="connsiteX88" fmla="*/ 3894682 w 13158799"/>
              <a:gd name="connsiteY88" fmla="*/ 7673928 h 9456078"/>
              <a:gd name="connsiteX89" fmla="*/ 3926991 w 13158799"/>
              <a:gd name="connsiteY89" fmla="*/ 7636155 h 9456078"/>
              <a:gd name="connsiteX90" fmla="*/ 3958967 w 13158799"/>
              <a:gd name="connsiteY90" fmla="*/ 7598032 h 9456078"/>
              <a:gd name="connsiteX91" fmla="*/ 3990607 w 13158799"/>
              <a:gd name="connsiteY91" fmla="*/ 7559561 h 9456078"/>
              <a:gd name="connsiteX92" fmla="*/ 4021907 w 13158799"/>
              <a:gd name="connsiteY92" fmla="*/ 7520744 h 9456078"/>
              <a:gd name="connsiteX93" fmla="*/ 4052865 w 13158799"/>
              <a:gd name="connsiteY93" fmla="*/ 7481582 h 9456078"/>
              <a:gd name="connsiteX94" fmla="*/ 4083478 w 13158799"/>
              <a:gd name="connsiteY94" fmla="*/ 7442077 h 9456078"/>
              <a:gd name="connsiteX95" fmla="*/ 8022311 w 13158799"/>
              <a:gd name="connsiteY95" fmla="*/ 2307814 h 9456078"/>
              <a:gd name="connsiteX96" fmla="*/ 8052902 w 13158799"/>
              <a:gd name="connsiteY96" fmla="*/ 2268285 h 9456078"/>
              <a:gd name="connsiteX97" fmla="*/ 8083796 w 13158799"/>
              <a:gd name="connsiteY97" fmla="*/ 2229056 h 9456078"/>
              <a:gd name="connsiteX98" fmla="*/ 8114989 w 13158799"/>
              <a:gd name="connsiteY98" fmla="*/ 2190127 h 9456078"/>
              <a:gd name="connsiteX99" fmla="*/ 8146479 w 13158799"/>
              <a:gd name="connsiteY99" fmla="*/ 2151500 h 9456078"/>
              <a:gd name="connsiteX100" fmla="*/ 8178264 w 13158799"/>
              <a:gd name="connsiteY100" fmla="*/ 2113176 h 9456078"/>
              <a:gd name="connsiteX101" fmla="*/ 8210341 w 13158799"/>
              <a:gd name="connsiteY101" fmla="*/ 2075157 h 9456078"/>
              <a:gd name="connsiteX102" fmla="*/ 8242709 w 13158799"/>
              <a:gd name="connsiteY102" fmla="*/ 2037442 h 9456078"/>
              <a:gd name="connsiteX103" fmla="*/ 8275365 w 13158799"/>
              <a:gd name="connsiteY103" fmla="*/ 2000034 h 9456078"/>
              <a:gd name="connsiteX104" fmla="*/ 8308307 w 13158799"/>
              <a:gd name="connsiteY104" fmla="*/ 1962934 h 9456078"/>
              <a:gd name="connsiteX105" fmla="*/ 8341532 w 13158799"/>
              <a:gd name="connsiteY105" fmla="*/ 1926142 h 9456078"/>
              <a:gd name="connsiteX106" fmla="*/ 8375038 w 13158799"/>
              <a:gd name="connsiteY106" fmla="*/ 1889660 h 9456078"/>
              <a:gd name="connsiteX107" fmla="*/ 8408823 w 13158799"/>
              <a:gd name="connsiteY107" fmla="*/ 1853489 h 9456078"/>
              <a:gd name="connsiteX108" fmla="*/ 8442885 w 13158799"/>
              <a:gd name="connsiteY108" fmla="*/ 1817630 h 9456078"/>
              <a:gd name="connsiteX109" fmla="*/ 8477221 w 13158799"/>
              <a:gd name="connsiteY109" fmla="*/ 1782084 h 9456078"/>
              <a:gd name="connsiteX110" fmla="*/ 8511829 w 13158799"/>
              <a:gd name="connsiteY110" fmla="*/ 1746853 h 9456078"/>
              <a:gd name="connsiteX111" fmla="*/ 8546706 w 13158799"/>
              <a:gd name="connsiteY111" fmla="*/ 1711937 h 9456078"/>
              <a:gd name="connsiteX112" fmla="*/ 8581851 w 13158799"/>
              <a:gd name="connsiteY112" fmla="*/ 1677337 h 9456078"/>
              <a:gd name="connsiteX113" fmla="*/ 8617261 w 13158799"/>
              <a:gd name="connsiteY113" fmla="*/ 1643056 h 9456078"/>
              <a:gd name="connsiteX114" fmla="*/ 8652934 w 13158799"/>
              <a:gd name="connsiteY114" fmla="*/ 1609093 h 9456078"/>
              <a:gd name="connsiteX115" fmla="*/ 8688867 w 13158799"/>
              <a:gd name="connsiteY115" fmla="*/ 1575450 h 9456078"/>
              <a:gd name="connsiteX116" fmla="*/ 8725058 w 13158799"/>
              <a:gd name="connsiteY116" fmla="*/ 1542128 h 9456078"/>
              <a:gd name="connsiteX117" fmla="*/ 8761506 w 13158799"/>
              <a:gd name="connsiteY117" fmla="*/ 1509129 h 9456078"/>
              <a:gd name="connsiteX118" fmla="*/ 8798207 w 13158799"/>
              <a:gd name="connsiteY118" fmla="*/ 1476452 h 9456078"/>
              <a:gd name="connsiteX119" fmla="*/ 8835159 w 13158799"/>
              <a:gd name="connsiteY119" fmla="*/ 1444101 h 9456078"/>
              <a:gd name="connsiteX120" fmla="*/ 8872360 w 13158799"/>
              <a:gd name="connsiteY120" fmla="*/ 1412075 h 9456078"/>
              <a:gd name="connsiteX121" fmla="*/ 8909808 w 13158799"/>
              <a:gd name="connsiteY121" fmla="*/ 1380375 h 9456078"/>
              <a:gd name="connsiteX122" fmla="*/ 8947501 w 13158799"/>
              <a:gd name="connsiteY122" fmla="*/ 1349004 h 9456078"/>
              <a:gd name="connsiteX123" fmla="*/ 8985435 w 13158799"/>
              <a:gd name="connsiteY123" fmla="*/ 1317962 h 9456078"/>
              <a:gd name="connsiteX124" fmla="*/ 9023610 w 13158799"/>
              <a:gd name="connsiteY124" fmla="*/ 1287250 h 9456078"/>
              <a:gd name="connsiteX125" fmla="*/ 9062022 w 13158799"/>
              <a:gd name="connsiteY125" fmla="*/ 1256869 h 9456078"/>
              <a:gd name="connsiteX126" fmla="*/ 9100669 w 13158799"/>
              <a:gd name="connsiteY126" fmla="*/ 1226820 h 9456078"/>
              <a:gd name="connsiteX127" fmla="*/ 9139549 w 13158799"/>
              <a:gd name="connsiteY127" fmla="*/ 1197105 h 9456078"/>
              <a:gd name="connsiteX128" fmla="*/ 9178660 w 13158799"/>
              <a:gd name="connsiteY128" fmla="*/ 1167725 h 9456078"/>
              <a:gd name="connsiteX129" fmla="*/ 9217999 w 13158799"/>
              <a:gd name="connsiteY129" fmla="*/ 1138681 h 9456078"/>
              <a:gd name="connsiteX130" fmla="*/ 9257564 w 13158799"/>
              <a:gd name="connsiteY130" fmla="*/ 1109974 h 9456078"/>
              <a:gd name="connsiteX131" fmla="*/ 9297353 w 13158799"/>
              <a:gd name="connsiteY131" fmla="*/ 1081604 h 9456078"/>
              <a:gd name="connsiteX132" fmla="*/ 9337364 w 13158799"/>
              <a:gd name="connsiteY132" fmla="*/ 1053574 h 9456078"/>
              <a:gd name="connsiteX133" fmla="*/ 9377594 w 13158799"/>
              <a:gd name="connsiteY133" fmla="*/ 1025884 h 9456078"/>
              <a:gd name="connsiteX134" fmla="*/ 9418040 w 13158799"/>
              <a:gd name="connsiteY134" fmla="*/ 998536 h 9456078"/>
              <a:gd name="connsiteX135" fmla="*/ 9458702 w 13158799"/>
              <a:gd name="connsiteY135" fmla="*/ 971530 h 9456078"/>
              <a:gd name="connsiteX136" fmla="*/ 9499575 w 13158799"/>
              <a:gd name="connsiteY136" fmla="*/ 944868 h 9456078"/>
              <a:gd name="connsiteX137" fmla="*/ 9540659 w 13158799"/>
              <a:gd name="connsiteY137" fmla="*/ 918551 h 9456078"/>
              <a:gd name="connsiteX138" fmla="*/ 9581950 w 13158799"/>
              <a:gd name="connsiteY138" fmla="*/ 892580 h 9456078"/>
              <a:gd name="connsiteX139" fmla="*/ 9623447 w 13158799"/>
              <a:gd name="connsiteY139" fmla="*/ 866956 h 9456078"/>
              <a:gd name="connsiteX140" fmla="*/ 9665147 w 13158799"/>
              <a:gd name="connsiteY140" fmla="*/ 841681 h 9456078"/>
              <a:gd name="connsiteX141" fmla="*/ 9707048 w 13158799"/>
              <a:gd name="connsiteY141" fmla="*/ 816754 h 9456078"/>
              <a:gd name="connsiteX142" fmla="*/ 9749147 w 13158799"/>
              <a:gd name="connsiteY142" fmla="*/ 792179 h 9456078"/>
              <a:gd name="connsiteX143" fmla="*/ 9791443 w 13158799"/>
              <a:gd name="connsiteY143" fmla="*/ 767955 h 9456078"/>
              <a:gd name="connsiteX144" fmla="*/ 9833932 w 13158799"/>
              <a:gd name="connsiteY144" fmla="*/ 744083 h 9456078"/>
              <a:gd name="connsiteX145" fmla="*/ 9876613 w 13158799"/>
              <a:gd name="connsiteY145" fmla="*/ 720566 h 9456078"/>
              <a:gd name="connsiteX146" fmla="*/ 9919484 w 13158799"/>
              <a:gd name="connsiteY146" fmla="*/ 697404 h 9456078"/>
              <a:gd name="connsiteX147" fmla="*/ 9962542 w 13158799"/>
              <a:gd name="connsiteY147" fmla="*/ 674598 h 9456078"/>
              <a:gd name="connsiteX148" fmla="*/ 10005784 w 13158799"/>
              <a:gd name="connsiteY148" fmla="*/ 652149 h 9456078"/>
              <a:gd name="connsiteX149" fmla="*/ 10049209 w 13158799"/>
              <a:gd name="connsiteY149" fmla="*/ 630059 h 9456078"/>
              <a:gd name="connsiteX150" fmla="*/ 10092814 w 13158799"/>
              <a:gd name="connsiteY150" fmla="*/ 608328 h 9456078"/>
              <a:gd name="connsiteX151" fmla="*/ 10136597 w 13158799"/>
              <a:gd name="connsiteY151" fmla="*/ 586958 h 9456078"/>
              <a:gd name="connsiteX152" fmla="*/ 10180556 w 13158799"/>
              <a:gd name="connsiteY152" fmla="*/ 565950 h 9456078"/>
              <a:gd name="connsiteX153" fmla="*/ 10224688 w 13158799"/>
              <a:gd name="connsiteY153" fmla="*/ 545304 h 9456078"/>
              <a:gd name="connsiteX154" fmla="*/ 10268991 w 13158799"/>
              <a:gd name="connsiteY154" fmla="*/ 525023 h 9456078"/>
              <a:gd name="connsiteX155" fmla="*/ 10313463 w 13158799"/>
              <a:gd name="connsiteY155" fmla="*/ 505107 h 9456078"/>
              <a:gd name="connsiteX156" fmla="*/ 10358101 w 13158799"/>
              <a:gd name="connsiteY156" fmla="*/ 485558 h 9456078"/>
              <a:gd name="connsiteX157" fmla="*/ 10402903 w 13158799"/>
              <a:gd name="connsiteY157" fmla="*/ 466376 h 9456078"/>
              <a:gd name="connsiteX158" fmla="*/ 10447868 w 13158799"/>
              <a:gd name="connsiteY158" fmla="*/ 447563 h 9456078"/>
              <a:gd name="connsiteX159" fmla="*/ 10492991 w 13158799"/>
              <a:gd name="connsiteY159" fmla="*/ 429119 h 9456078"/>
              <a:gd name="connsiteX160" fmla="*/ 10538272 w 13158799"/>
              <a:gd name="connsiteY160" fmla="*/ 411046 h 9456078"/>
              <a:gd name="connsiteX161" fmla="*/ 10583708 w 13158799"/>
              <a:gd name="connsiteY161" fmla="*/ 393346 h 9456078"/>
              <a:gd name="connsiteX162" fmla="*/ 10629297 w 13158799"/>
              <a:gd name="connsiteY162" fmla="*/ 376018 h 9456078"/>
              <a:gd name="connsiteX163" fmla="*/ 10675036 w 13158799"/>
              <a:gd name="connsiteY163" fmla="*/ 359065 h 9456078"/>
              <a:gd name="connsiteX164" fmla="*/ 10720923 w 13158799"/>
              <a:gd name="connsiteY164" fmla="*/ 342487 h 9456078"/>
              <a:gd name="connsiteX165" fmla="*/ 10766956 w 13158799"/>
              <a:gd name="connsiteY165" fmla="*/ 326286 h 9456078"/>
              <a:gd name="connsiteX166" fmla="*/ 10813132 w 13158799"/>
              <a:gd name="connsiteY166" fmla="*/ 310462 h 9456078"/>
              <a:gd name="connsiteX167" fmla="*/ 10859450 w 13158799"/>
              <a:gd name="connsiteY167" fmla="*/ 295018 h 9456078"/>
              <a:gd name="connsiteX168" fmla="*/ 10905907 w 13158799"/>
              <a:gd name="connsiteY168" fmla="*/ 279953 h 9456078"/>
              <a:gd name="connsiteX169" fmla="*/ 10952500 w 13158799"/>
              <a:gd name="connsiteY169" fmla="*/ 265269 h 9456078"/>
              <a:gd name="connsiteX170" fmla="*/ 10999227 w 13158799"/>
              <a:gd name="connsiteY170" fmla="*/ 250968 h 9456078"/>
              <a:gd name="connsiteX171" fmla="*/ 11046087 w 13158799"/>
              <a:gd name="connsiteY171" fmla="*/ 237049 h 9456078"/>
              <a:gd name="connsiteX172" fmla="*/ 11093076 w 13158799"/>
              <a:gd name="connsiteY172" fmla="*/ 223516 h 9456078"/>
              <a:gd name="connsiteX173" fmla="*/ 11140193 w 13158799"/>
              <a:gd name="connsiteY173" fmla="*/ 210368 h 9456078"/>
              <a:gd name="connsiteX174" fmla="*/ 11187434 w 13158799"/>
              <a:gd name="connsiteY174" fmla="*/ 197606 h 9456078"/>
              <a:gd name="connsiteX175" fmla="*/ 11234799 w 13158799"/>
              <a:gd name="connsiteY175" fmla="*/ 185233 h 9456078"/>
              <a:gd name="connsiteX176" fmla="*/ 11282284 w 13158799"/>
              <a:gd name="connsiteY176" fmla="*/ 173248 h 9456078"/>
              <a:gd name="connsiteX177" fmla="*/ 11329888 w 13158799"/>
              <a:gd name="connsiteY177" fmla="*/ 161654 h 9456078"/>
              <a:gd name="connsiteX178" fmla="*/ 11377607 w 13158799"/>
              <a:gd name="connsiteY178" fmla="*/ 150451 h 9456078"/>
              <a:gd name="connsiteX179" fmla="*/ 11425440 w 13158799"/>
              <a:gd name="connsiteY179" fmla="*/ 139640 h 9456078"/>
              <a:gd name="connsiteX180" fmla="*/ 11473385 w 13158799"/>
              <a:gd name="connsiteY180" fmla="*/ 129223 h 9456078"/>
              <a:gd name="connsiteX181" fmla="*/ 11521439 w 13158799"/>
              <a:gd name="connsiteY181" fmla="*/ 119201 h 9456078"/>
              <a:gd name="connsiteX182" fmla="*/ 11569599 w 13158799"/>
              <a:gd name="connsiteY182" fmla="*/ 109574 h 9456078"/>
              <a:gd name="connsiteX183" fmla="*/ 11617864 w 13158799"/>
              <a:gd name="connsiteY183" fmla="*/ 100344 h 9456078"/>
              <a:gd name="connsiteX184" fmla="*/ 11666231 w 13158799"/>
              <a:gd name="connsiteY184" fmla="*/ 91512 h 9456078"/>
              <a:gd name="connsiteX185" fmla="*/ 11714698 w 13158799"/>
              <a:gd name="connsiteY185" fmla="*/ 83080 h 9456078"/>
              <a:gd name="connsiteX186" fmla="*/ 11763263 w 13158799"/>
              <a:gd name="connsiteY186" fmla="*/ 75047 h 9456078"/>
              <a:gd name="connsiteX187" fmla="*/ 11811923 w 13158799"/>
              <a:gd name="connsiteY187" fmla="*/ 67417 h 9456078"/>
              <a:gd name="connsiteX188" fmla="*/ 11860676 w 13158799"/>
              <a:gd name="connsiteY188" fmla="*/ 60188 h 9456078"/>
              <a:gd name="connsiteX189" fmla="*/ 11909519 w 13158799"/>
              <a:gd name="connsiteY189" fmla="*/ 53364 h 9456078"/>
              <a:gd name="connsiteX190" fmla="*/ 11958451 w 13158799"/>
              <a:gd name="connsiteY190" fmla="*/ 46944 h 9456078"/>
              <a:gd name="connsiteX191" fmla="*/ 12007470 w 13158799"/>
              <a:gd name="connsiteY191" fmla="*/ 40931 h 9456078"/>
              <a:gd name="connsiteX192" fmla="*/ 12056572 w 13158799"/>
              <a:gd name="connsiteY192" fmla="*/ 35324 h 9456078"/>
              <a:gd name="connsiteX193" fmla="*/ 12105756 w 13158799"/>
              <a:gd name="connsiteY193" fmla="*/ 30126 h 9456078"/>
              <a:gd name="connsiteX194" fmla="*/ 12155019 w 13158799"/>
              <a:gd name="connsiteY194" fmla="*/ 25337 h 9456078"/>
              <a:gd name="connsiteX195" fmla="*/ 12204359 w 13158799"/>
              <a:gd name="connsiteY195" fmla="*/ 20958 h 9456078"/>
              <a:gd name="connsiteX196" fmla="*/ 12253773 w 13158799"/>
              <a:gd name="connsiteY196" fmla="*/ 16991 h 9456078"/>
              <a:gd name="connsiteX197" fmla="*/ 12303260 w 13158799"/>
              <a:gd name="connsiteY197" fmla="*/ 13437 h 9456078"/>
              <a:gd name="connsiteX198" fmla="*/ 12352818 w 13158799"/>
              <a:gd name="connsiteY198" fmla="*/ 10297 h 9456078"/>
              <a:gd name="connsiteX199" fmla="*/ 12402443 w 13158799"/>
              <a:gd name="connsiteY199" fmla="*/ 7572 h 9456078"/>
              <a:gd name="connsiteX200" fmla="*/ 12452133 w 13158799"/>
              <a:gd name="connsiteY200" fmla="*/ 5263 h 9456078"/>
              <a:gd name="connsiteX201" fmla="*/ 12501887 w 13158799"/>
              <a:gd name="connsiteY201" fmla="*/ 3371 h 9456078"/>
              <a:gd name="connsiteX202" fmla="*/ 12551701 w 13158799"/>
              <a:gd name="connsiteY202" fmla="*/ 1898 h 9456078"/>
              <a:gd name="connsiteX203" fmla="*/ 12601574 w 13158799"/>
              <a:gd name="connsiteY203" fmla="*/ 844 h 9456078"/>
              <a:gd name="connsiteX204" fmla="*/ 12651504 w 13158799"/>
              <a:gd name="connsiteY204" fmla="*/ 211 h 9456078"/>
              <a:gd name="connsiteX205" fmla="*/ 12701487 w 13158799"/>
              <a:gd name="connsiteY205" fmla="*/ 0 h 9456078"/>
              <a:gd name="connsiteX206" fmla="*/ 13158798 w 13158799"/>
              <a:gd name="connsiteY206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76172 w 13158797"/>
              <a:gd name="connsiteY22" fmla="*/ 9319936 h 9456078"/>
              <a:gd name="connsiteX23" fmla="*/ 1223823 w 13158797"/>
              <a:gd name="connsiteY23" fmla="*/ 9308509 h 9456078"/>
              <a:gd name="connsiteX24" fmla="*/ 1271339 w 13158797"/>
              <a:gd name="connsiteY24" fmla="*/ 9296635 h 9456078"/>
              <a:gd name="connsiteX25" fmla="*/ 1318719 w 13158797"/>
              <a:gd name="connsiteY25" fmla="*/ 9284315 h 9456078"/>
              <a:gd name="connsiteX26" fmla="*/ 1365957 w 13158797"/>
              <a:gd name="connsiteY26" fmla="*/ 9271550 h 9456078"/>
              <a:gd name="connsiteX27" fmla="*/ 1413052 w 13158797"/>
              <a:gd name="connsiteY27" fmla="*/ 9258342 h 9456078"/>
              <a:gd name="connsiteX28" fmla="*/ 1460000 w 13158797"/>
              <a:gd name="connsiteY28" fmla="*/ 9244693 h 9456078"/>
              <a:gd name="connsiteX29" fmla="*/ 1506799 w 13158797"/>
              <a:gd name="connsiteY29" fmla="*/ 9230604 h 9456078"/>
              <a:gd name="connsiteX30" fmla="*/ 1553445 w 13158797"/>
              <a:gd name="connsiteY30" fmla="*/ 9216076 h 9456078"/>
              <a:gd name="connsiteX31" fmla="*/ 1599935 w 13158797"/>
              <a:gd name="connsiteY31" fmla="*/ 9201111 h 9456078"/>
              <a:gd name="connsiteX32" fmla="*/ 1646267 w 13158797"/>
              <a:gd name="connsiteY32" fmla="*/ 9185710 h 9456078"/>
              <a:gd name="connsiteX33" fmla="*/ 1692437 w 13158797"/>
              <a:gd name="connsiteY33" fmla="*/ 9169876 h 9456078"/>
              <a:gd name="connsiteX34" fmla="*/ 1738442 w 13158797"/>
              <a:gd name="connsiteY34" fmla="*/ 9153608 h 9456078"/>
              <a:gd name="connsiteX35" fmla="*/ 1784280 w 13158797"/>
              <a:gd name="connsiteY35" fmla="*/ 9136910 h 9456078"/>
              <a:gd name="connsiteX36" fmla="*/ 1829947 w 13158797"/>
              <a:gd name="connsiteY36" fmla="*/ 9119782 h 9456078"/>
              <a:gd name="connsiteX37" fmla="*/ 1875440 w 13158797"/>
              <a:gd name="connsiteY37" fmla="*/ 9102226 h 9456078"/>
              <a:gd name="connsiteX38" fmla="*/ 1920756 w 13158797"/>
              <a:gd name="connsiteY38" fmla="*/ 9084243 h 9456078"/>
              <a:gd name="connsiteX39" fmla="*/ 1965893 w 13158797"/>
              <a:gd name="connsiteY39" fmla="*/ 9065835 h 9456078"/>
              <a:gd name="connsiteX40" fmla="*/ 2055615 w 13158797"/>
              <a:gd name="connsiteY40" fmla="*/ 9027750 h 9456078"/>
              <a:gd name="connsiteX41" fmla="*/ 2100195 w 13158797"/>
              <a:gd name="connsiteY41" fmla="*/ 9008075 h 9456078"/>
              <a:gd name="connsiteX42" fmla="*/ 2144582 w 13158797"/>
              <a:gd name="connsiteY42" fmla="*/ 8987981 h 9456078"/>
              <a:gd name="connsiteX43" fmla="*/ 2188775 w 13158797"/>
              <a:gd name="connsiteY43" fmla="*/ 8967470 h 9456078"/>
              <a:gd name="connsiteX44" fmla="*/ 2232770 w 13158797"/>
              <a:gd name="connsiteY44" fmla="*/ 8946542 h 9456078"/>
              <a:gd name="connsiteX45" fmla="*/ 2276564 w 13158797"/>
              <a:gd name="connsiteY45" fmla="*/ 8925199 h 9456078"/>
              <a:gd name="connsiteX46" fmla="*/ 2320154 w 13158797"/>
              <a:gd name="connsiteY46" fmla="*/ 8903443 h 9456078"/>
              <a:gd name="connsiteX47" fmla="*/ 2363538 w 13158797"/>
              <a:gd name="connsiteY47" fmla="*/ 8881275 h 9456078"/>
              <a:gd name="connsiteX48" fmla="*/ 2406711 w 13158797"/>
              <a:gd name="connsiteY48" fmla="*/ 8858697 h 9456078"/>
              <a:gd name="connsiteX49" fmla="*/ 2449672 w 13158797"/>
              <a:gd name="connsiteY49" fmla="*/ 8835710 h 9456078"/>
              <a:gd name="connsiteX50" fmla="*/ 2492417 w 13158797"/>
              <a:gd name="connsiteY50" fmla="*/ 8812316 h 9456078"/>
              <a:gd name="connsiteX51" fmla="*/ 2534943 w 13158797"/>
              <a:gd name="connsiteY51" fmla="*/ 8788516 h 9456078"/>
              <a:gd name="connsiteX52" fmla="*/ 2577247 w 13158797"/>
              <a:gd name="connsiteY52" fmla="*/ 8764311 h 9456078"/>
              <a:gd name="connsiteX53" fmla="*/ 2619326 w 13158797"/>
              <a:gd name="connsiteY53" fmla="*/ 8739704 h 9456078"/>
              <a:gd name="connsiteX54" fmla="*/ 2661177 w 13158797"/>
              <a:gd name="connsiteY54" fmla="*/ 8714695 h 9456078"/>
              <a:gd name="connsiteX55" fmla="*/ 2702797 w 13158797"/>
              <a:gd name="connsiteY55" fmla="*/ 8689286 h 9456078"/>
              <a:gd name="connsiteX56" fmla="*/ 2744183 w 13158797"/>
              <a:gd name="connsiteY56" fmla="*/ 8663479 h 9456078"/>
              <a:gd name="connsiteX57" fmla="*/ 2785333 w 13158797"/>
              <a:gd name="connsiteY57" fmla="*/ 8637274 h 9456078"/>
              <a:gd name="connsiteX58" fmla="*/ 2826242 w 13158797"/>
              <a:gd name="connsiteY58" fmla="*/ 8610675 h 9456078"/>
              <a:gd name="connsiteX59" fmla="*/ 2866908 w 13158797"/>
              <a:gd name="connsiteY59" fmla="*/ 8583681 h 9456078"/>
              <a:gd name="connsiteX60" fmla="*/ 2907329 w 13158797"/>
              <a:gd name="connsiteY60" fmla="*/ 8556295 h 9456078"/>
              <a:gd name="connsiteX61" fmla="*/ 2947500 w 13158797"/>
              <a:gd name="connsiteY61" fmla="*/ 8528517 h 9456078"/>
              <a:gd name="connsiteX62" fmla="*/ 2987419 w 13158797"/>
              <a:gd name="connsiteY62" fmla="*/ 8500351 h 9456078"/>
              <a:gd name="connsiteX63" fmla="*/ 3027083 w 13158797"/>
              <a:gd name="connsiteY63" fmla="*/ 8471796 h 9456078"/>
              <a:gd name="connsiteX64" fmla="*/ 3066489 w 13158797"/>
              <a:gd name="connsiteY64" fmla="*/ 8442854 h 9456078"/>
              <a:gd name="connsiteX65" fmla="*/ 3105634 w 13158797"/>
              <a:gd name="connsiteY65" fmla="*/ 8413528 h 9456078"/>
              <a:gd name="connsiteX66" fmla="*/ 3144515 w 13158797"/>
              <a:gd name="connsiteY66" fmla="*/ 8383818 h 9456078"/>
              <a:gd name="connsiteX67" fmla="*/ 3183129 w 13158797"/>
              <a:gd name="connsiteY67" fmla="*/ 8353726 h 9456078"/>
              <a:gd name="connsiteX68" fmla="*/ 3221473 w 13158797"/>
              <a:gd name="connsiteY68" fmla="*/ 8323253 h 9456078"/>
              <a:gd name="connsiteX69" fmla="*/ 3259544 w 13158797"/>
              <a:gd name="connsiteY69" fmla="*/ 8292401 h 9456078"/>
              <a:gd name="connsiteX70" fmla="*/ 3297339 w 13158797"/>
              <a:gd name="connsiteY70" fmla="*/ 8261172 h 9456078"/>
              <a:gd name="connsiteX71" fmla="*/ 3334854 w 13158797"/>
              <a:gd name="connsiteY71" fmla="*/ 8229566 h 9456078"/>
              <a:gd name="connsiteX72" fmla="*/ 3372087 w 13158797"/>
              <a:gd name="connsiteY72" fmla="*/ 8197585 h 9456078"/>
              <a:gd name="connsiteX73" fmla="*/ 3409035 w 13158797"/>
              <a:gd name="connsiteY73" fmla="*/ 8165232 h 9456078"/>
              <a:gd name="connsiteX74" fmla="*/ 3445695 w 13158797"/>
              <a:gd name="connsiteY74" fmla="*/ 8132507 h 9456078"/>
              <a:gd name="connsiteX75" fmla="*/ 3482064 w 13158797"/>
              <a:gd name="connsiteY75" fmla="*/ 8099411 h 9456078"/>
              <a:gd name="connsiteX76" fmla="*/ 3518139 w 13158797"/>
              <a:gd name="connsiteY76" fmla="*/ 8065947 h 9456078"/>
              <a:gd name="connsiteX77" fmla="*/ 3553916 w 13158797"/>
              <a:gd name="connsiteY77" fmla="*/ 8032115 h 9456078"/>
              <a:gd name="connsiteX78" fmla="*/ 3589393 w 13158797"/>
              <a:gd name="connsiteY78" fmla="*/ 7997918 h 9456078"/>
              <a:gd name="connsiteX79" fmla="*/ 3624567 w 13158797"/>
              <a:gd name="connsiteY79" fmla="*/ 7963356 h 9456078"/>
              <a:gd name="connsiteX80" fmla="*/ 3659435 w 13158797"/>
              <a:gd name="connsiteY80" fmla="*/ 7928432 h 9456078"/>
              <a:gd name="connsiteX81" fmla="*/ 3693994 w 13158797"/>
              <a:gd name="connsiteY81" fmla="*/ 7893146 h 9456078"/>
              <a:gd name="connsiteX82" fmla="*/ 3728240 w 13158797"/>
              <a:gd name="connsiteY82" fmla="*/ 7857501 h 9456078"/>
              <a:gd name="connsiteX83" fmla="*/ 3762171 w 13158797"/>
              <a:gd name="connsiteY83" fmla="*/ 7821497 h 9456078"/>
              <a:gd name="connsiteX84" fmla="*/ 3795783 w 13158797"/>
              <a:gd name="connsiteY84" fmla="*/ 7785136 h 9456078"/>
              <a:gd name="connsiteX85" fmla="*/ 3829075 w 13158797"/>
              <a:gd name="connsiteY85" fmla="*/ 7748420 h 9456078"/>
              <a:gd name="connsiteX86" fmla="*/ 3862042 w 13158797"/>
              <a:gd name="connsiteY86" fmla="*/ 7711350 h 9456078"/>
              <a:gd name="connsiteX87" fmla="*/ 3894682 w 13158797"/>
              <a:gd name="connsiteY87" fmla="*/ 7673928 h 9456078"/>
              <a:gd name="connsiteX88" fmla="*/ 3926991 w 13158797"/>
              <a:gd name="connsiteY88" fmla="*/ 7636155 h 9456078"/>
              <a:gd name="connsiteX89" fmla="*/ 3958967 w 13158797"/>
              <a:gd name="connsiteY89" fmla="*/ 7598032 h 9456078"/>
              <a:gd name="connsiteX90" fmla="*/ 3990607 w 13158797"/>
              <a:gd name="connsiteY90" fmla="*/ 7559561 h 9456078"/>
              <a:gd name="connsiteX91" fmla="*/ 4021907 w 13158797"/>
              <a:gd name="connsiteY91" fmla="*/ 7520744 h 9456078"/>
              <a:gd name="connsiteX92" fmla="*/ 4052865 w 13158797"/>
              <a:gd name="connsiteY92" fmla="*/ 7481582 h 9456078"/>
              <a:gd name="connsiteX93" fmla="*/ 4083478 w 13158797"/>
              <a:gd name="connsiteY93" fmla="*/ 7442077 h 9456078"/>
              <a:gd name="connsiteX94" fmla="*/ 8022311 w 13158797"/>
              <a:gd name="connsiteY94" fmla="*/ 2307814 h 9456078"/>
              <a:gd name="connsiteX95" fmla="*/ 8052902 w 13158797"/>
              <a:gd name="connsiteY95" fmla="*/ 2268285 h 9456078"/>
              <a:gd name="connsiteX96" fmla="*/ 8083796 w 13158797"/>
              <a:gd name="connsiteY96" fmla="*/ 2229056 h 9456078"/>
              <a:gd name="connsiteX97" fmla="*/ 8114989 w 13158797"/>
              <a:gd name="connsiteY97" fmla="*/ 2190127 h 9456078"/>
              <a:gd name="connsiteX98" fmla="*/ 8146479 w 13158797"/>
              <a:gd name="connsiteY98" fmla="*/ 2151500 h 9456078"/>
              <a:gd name="connsiteX99" fmla="*/ 8178264 w 13158797"/>
              <a:gd name="connsiteY99" fmla="*/ 2113176 h 9456078"/>
              <a:gd name="connsiteX100" fmla="*/ 8210341 w 13158797"/>
              <a:gd name="connsiteY100" fmla="*/ 2075157 h 9456078"/>
              <a:gd name="connsiteX101" fmla="*/ 8242709 w 13158797"/>
              <a:gd name="connsiteY101" fmla="*/ 2037442 h 9456078"/>
              <a:gd name="connsiteX102" fmla="*/ 8275365 w 13158797"/>
              <a:gd name="connsiteY102" fmla="*/ 2000034 h 9456078"/>
              <a:gd name="connsiteX103" fmla="*/ 8308307 w 13158797"/>
              <a:gd name="connsiteY103" fmla="*/ 1962934 h 9456078"/>
              <a:gd name="connsiteX104" fmla="*/ 8341532 w 13158797"/>
              <a:gd name="connsiteY104" fmla="*/ 1926142 h 9456078"/>
              <a:gd name="connsiteX105" fmla="*/ 8375038 w 13158797"/>
              <a:gd name="connsiteY105" fmla="*/ 1889660 h 9456078"/>
              <a:gd name="connsiteX106" fmla="*/ 8408823 w 13158797"/>
              <a:gd name="connsiteY106" fmla="*/ 1853489 h 9456078"/>
              <a:gd name="connsiteX107" fmla="*/ 8442885 w 13158797"/>
              <a:gd name="connsiteY107" fmla="*/ 1817630 h 9456078"/>
              <a:gd name="connsiteX108" fmla="*/ 8477221 w 13158797"/>
              <a:gd name="connsiteY108" fmla="*/ 1782084 h 9456078"/>
              <a:gd name="connsiteX109" fmla="*/ 8511829 w 13158797"/>
              <a:gd name="connsiteY109" fmla="*/ 1746853 h 9456078"/>
              <a:gd name="connsiteX110" fmla="*/ 8546706 w 13158797"/>
              <a:gd name="connsiteY110" fmla="*/ 1711937 h 9456078"/>
              <a:gd name="connsiteX111" fmla="*/ 8581851 w 13158797"/>
              <a:gd name="connsiteY111" fmla="*/ 1677337 h 9456078"/>
              <a:gd name="connsiteX112" fmla="*/ 8617261 w 13158797"/>
              <a:gd name="connsiteY112" fmla="*/ 1643056 h 9456078"/>
              <a:gd name="connsiteX113" fmla="*/ 8652934 w 13158797"/>
              <a:gd name="connsiteY113" fmla="*/ 1609093 h 9456078"/>
              <a:gd name="connsiteX114" fmla="*/ 8688867 w 13158797"/>
              <a:gd name="connsiteY114" fmla="*/ 1575450 h 9456078"/>
              <a:gd name="connsiteX115" fmla="*/ 8725058 w 13158797"/>
              <a:gd name="connsiteY115" fmla="*/ 1542128 h 9456078"/>
              <a:gd name="connsiteX116" fmla="*/ 8761506 w 13158797"/>
              <a:gd name="connsiteY116" fmla="*/ 1509129 h 9456078"/>
              <a:gd name="connsiteX117" fmla="*/ 8798207 w 13158797"/>
              <a:gd name="connsiteY117" fmla="*/ 1476452 h 9456078"/>
              <a:gd name="connsiteX118" fmla="*/ 8835159 w 13158797"/>
              <a:gd name="connsiteY118" fmla="*/ 1444101 h 9456078"/>
              <a:gd name="connsiteX119" fmla="*/ 8872360 w 13158797"/>
              <a:gd name="connsiteY119" fmla="*/ 1412075 h 9456078"/>
              <a:gd name="connsiteX120" fmla="*/ 8909808 w 13158797"/>
              <a:gd name="connsiteY120" fmla="*/ 1380375 h 9456078"/>
              <a:gd name="connsiteX121" fmla="*/ 8947501 w 13158797"/>
              <a:gd name="connsiteY121" fmla="*/ 1349004 h 9456078"/>
              <a:gd name="connsiteX122" fmla="*/ 8985435 w 13158797"/>
              <a:gd name="connsiteY122" fmla="*/ 1317962 h 9456078"/>
              <a:gd name="connsiteX123" fmla="*/ 9023610 w 13158797"/>
              <a:gd name="connsiteY123" fmla="*/ 1287250 h 9456078"/>
              <a:gd name="connsiteX124" fmla="*/ 9062022 w 13158797"/>
              <a:gd name="connsiteY124" fmla="*/ 1256869 h 9456078"/>
              <a:gd name="connsiteX125" fmla="*/ 9100669 w 13158797"/>
              <a:gd name="connsiteY125" fmla="*/ 1226820 h 9456078"/>
              <a:gd name="connsiteX126" fmla="*/ 9139549 w 13158797"/>
              <a:gd name="connsiteY126" fmla="*/ 1197105 h 9456078"/>
              <a:gd name="connsiteX127" fmla="*/ 9178660 w 13158797"/>
              <a:gd name="connsiteY127" fmla="*/ 1167725 h 9456078"/>
              <a:gd name="connsiteX128" fmla="*/ 9217999 w 13158797"/>
              <a:gd name="connsiteY128" fmla="*/ 1138681 h 9456078"/>
              <a:gd name="connsiteX129" fmla="*/ 9257564 w 13158797"/>
              <a:gd name="connsiteY129" fmla="*/ 1109974 h 9456078"/>
              <a:gd name="connsiteX130" fmla="*/ 9297353 w 13158797"/>
              <a:gd name="connsiteY130" fmla="*/ 1081604 h 9456078"/>
              <a:gd name="connsiteX131" fmla="*/ 9337364 w 13158797"/>
              <a:gd name="connsiteY131" fmla="*/ 1053574 h 9456078"/>
              <a:gd name="connsiteX132" fmla="*/ 9377594 w 13158797"/>
              <a:gd name="connsiteY132" fmla="*/ 1025884 h 9456078"/>
              <a:gd name="connsiteX133" fmla="*/ 9418040 w 13158797"/>
              <a:gd name="connsiteY133" fmla="*/ 998536 h 9456078"/>
              <a:gd name="connsiteX134" fmla="*/ 9458702 w 13158797"/>
              <a:gd name="connsiteY134" fmla="*/ 971530 h 9456078"/>
              <a:gd name="connsiteX135" fmla="*/ 9499575 w 13158797"/>
              <a:gd name="connsiteY135" fmla="*/ 944868 h 9456078"/>
              <a:gd name="connsiteX136" fmla="*/ 9540659 w 13158797"/>
              <a:gd name="connsiteY136" fmla="*/ 918551 h 9456078"/>
              <a:gd name="connsiteX137" fmla="*/ 9581950 w 13158797"/>
              <a:gd name="connsiteY137" fmla="*/ 892580 h 9456078"/>
              <a:gd name="connsiteX138" fmla="*/ 9623447 w 13158797"/>
              <a:gd name="connsiteY138" fmla="*/ 866956 h 9456078"/>
              <a:gd name="connsiteX139" fmla="*/ 9665147 w 13158797"/>
              <a:gd name="connsiteY139" fmla="*/ 841681 h 9456078"/>
              <a:gd name="connsiteX140" fmla="*/ 9707048 w 13158797"/>
              <a:gd name="connsiteY140" fmla="*/ 816754 h 9456078"/>
              <a:gd name="connsiteX141" fmla="*/ 9749147 w 13158797"/>
              <a:gd name="connsiteY141" fmla="*/ 792179 h 9456078"/>
              <a:gd name="connsiteX142" fmla="*/ 9791443 w 13158797"/>
              <a:gd name="connsiteY142" fmla="*/ 767955 h 9456078"/>
              <a:gd name="connsiteX143" fmla="*/ 9833932 w 13158797"/>
              <a:gd name="connsiteY143" fmla="*/ 744083 h 9456078"/>
              <a:gd name="connsiteX144" fmla="*/ 9876613 w 13158797"/>
              <a:gd name="connsiteY144" fmla="*/ 720566 h 9456078"/>
              <a:gd name="connsiteX145" fmla="*/ 9919484 w 13158797"/>
              <a:gd name="connsiteY145" fmla="*/ 697404 h 9456078"/>
              <a:gd name="connsiteX146" fmla="*/ 9962542 w 13158797"/>
              <a:gd name="connsiteY146" fmla="*/ 674598 h 9456078"/>
              <a:gd name="connsiteX147" fmla="*/ 10005784 w 13158797"/>
              <a:gd name="connsiteY147" fmla="*/ 652149 h 9456078"/>
              <a:gd name="connsiteX148" fmla="*/ 10049209 w 13158797"/>
              <a:gd name="connsiteY148" fmla="*/ 630059 h 9456078"/>
              <a:gd name="connsiteX149" fmla="*/ 10092814 w 13158797"/>
              <a:gd name="connsiteY149" fmla="*/ 608328 h 9456078"/>
              <a:gd name="connsiteX150" fmla="*/ 10136597 w 13158797"/>
              <a:gd name="connsiteY150" fmla="*/ 586958 h 9456078"/>
              <a:gd name="connsiteX151" fmla="*/ 10180556 w 13158797"/>
              <a:gd name="connsiteY151" fmla="*/ 565950 h 9456078"/>
              <a:gd name="connsiteX152" fmla="*/ 10224688 w 13158797"/>
              <a:gd name="connsiteY152" fmla="*/ 545304 h 9456078"/>
              <a:gd name="connsiteX153" fmla="*/ 10268991 w 13158797"/>
              <a:gd name="connsiteY153" fmla="*/ 525023 h 9456078"/>
              <a:gd name="connsiteX154" fmla="*/ 10313463 w 13158797"/>
              <a:gd name="connsiteY154" fmla="*/ 505107 h 9456078"/>
              <a:gd name="connsiteX155" fmla="*/ 10358101 w 13158797"/>
              <a:gd name="connsiteY155" fmla="*/ 485558 h 9456078"/>
              <a:gd name="connsiteX156" fmla="*/ 10402903 w 13158797"/>
              <a:gd name="connsiteY156" fmla="*/ 466376 h 9456078"/>
              <a:gd name="connsiteX157" fmla="*/ 10447868 w 13158797"/>
              <a:gd name="connsiteY157" fmla="*/ 447563 h 9456078"/>
              <a:gd name="connsiteX158" fmla="*/ 10492991 w 13158797"/>
              <a:gd name="connsiteY158" fmla="*/ 429119 h 9456078"/>
              <a:gd name="connsiteX159" fmla="*/ 10538272 w 13158797"/>
              <a:gd name="connsiteY159" fmla="*/ 411046 h 9456078"/>
              <a:gd name="connsiteX160" fmla="*/ 10583708 w 13158797"/>
              <a:gd name="connsiteY160" fmla="*/ 393346 h 9456078"/>
              <a:gd name="connsiteX161" fmla="*/ 10629297 w 13158797"/>
              <a:gd name="connsiteY161" fmla="*/ 376018 h 9456078"/>
              <a:gd name="connsiteX162" fmla="*/ 10675036 w 13158797"/>
              <a:gd name="connsiteY162" fmla="*/ 359065 h 9456078"/>
              <a:gd name="connsiteX163" fmla="*/ 10720923 w 13158797"/>
              <a:gd name="connsiteY163" fmla="*/ 342487 h 9456078"/>
              <a:gd name="connsiteX164" fmla="*/ 10766956 w 13158797"/>
              <a:gd name="connsiteY164" fmla="*/ 326286 h 9456078"/>
              <a:gd name="connsiteX165" fmla="*/ 10813132 w 13158797"/>
              <a:gd name="connsiteY165" fmla="*/ 310462 h 9456078"/>
              <a:gd name="connsiteX166" fmla="*/ 10859450 w 13158797"/>
              <a:gd name="connsiteY166" fmla="*/ 295018 h 9456078"/>
              <a:gd name="connsiteX167" fmla="*/ 10905907 w 13158797"/>
              <a:gd name="connsiteY167" fmla="*/ 279953 h 9456078"/>
              <a:gd name="connsiteX168" fmla="*/ 10952500 w 13158797"/>
              <a:gd name="connsiteY168" fmla="*/ 265269 h 9456078"/>
              <a:gd name="connsiteX169" fmla="*/ 10999227 w 13158797"/>
              <a:gd name="connsiteY169" fmla="*/ 250968 h 9456078"/>
              <a:gd name="connsiteX170" fmla="*/ 11046087 w 13158797"/>
              <a:gd name="connsiteY170" fmla="*/ 237049 h 9456078"/>
              <a:gd name="connsiteX171" fmla="*/ 11093076 w 13158797"/>
              <a:gd name="connsiteY171" fmla="*/ 223516 h 9456078"/>
              <a:gd name="connsiteX172" fmla="*/ 11140193 w 13158797"/>
              <a:gd name="connsiteY172" fmla="*/ 210368 h 9456078"/>
              <a:gd name="connsiteX173" fmla="*/ 11187434 w 13158797"/>
              <a:gd name="connsiteY173" fmla="*/ 197606 h 9456078"/>
              <a:gd name="connsiteX174" fmla="*/ 11234799 w 13158797"/>
              <a:gd name="connsiteY174" fmla="*/ 185233 h 9456078"/>
              <a:gd name="connsiteX175" fmla="*/ 11282284 w 13158797"/>
              <a:gd name="connsiteY175" fmla="*/ 173248 h 9456078"/>
              <a:gd name="connsiteX176" fmla="*/ 11329888 w 13158797"/>
              <a:gd name="connsiteY176" fmla="*/ 161654 h 9456078"/>
              <a:gd name="connsiteX177" fmla="*/ 11377607 w 13158797"/>
              <a:gd name="connsiteY177" fmla="*/ 150451 h 9456078"/>
              <a:gd name="connsiteX178" fmla="*/ 11425440 w 13158797"/>
              <a:gd name="connsiteY178" fmla="*/ 139640 h 9456078"/>
              <a:gd name="connsiteX179" fmla="*/ 11473385 w 13158797"/>
              <a:gd name="connsiteY179" fmla="*/ 129223 h 9456078"/>
              <a:gd name="connsiteX180" fmla="*/ 11521439 w 13158797"/>
              <a:gd name="connsiteY180" fmla="*/ 119201 h 9456078"/>
              <a:gd name="connsiteX181" fmla="*/ 11569599 w 13158797"/>
              <a:gd name="connsiteY181" fmla="*/ 109574 h 9456078"/>
              <a:gd name="connsiteX182" fmla="*/ 11617864 w 13158797"/>
              <a:gd name="connsiteY182" fmla="*/ 100344 h 9456078"/>
              <a:gd name="connsiteX183" fmla="*/ 11666231 w 13158797"/>
              <a:gd name="connsiteY183" fmla="*/ 91512 h 9456078"/>
              <a:gd name="connsiteX184" fmla="*/ 11714698 w 13158797"/>
              <a:gd name="connsiteY184" fmla="*/ 83080 h 9456078"/>
              <a:gd name="connsiteX185" fmla="*/ 11763263 w 13158797"/>
              <a:gd name="connsiteY185" fmla="*/ 75047 h 9456078"/>
              <a:gd name="connsiteX186" fmla="*/ 11811923 w 13158797"/>
              <a:gd name="connsiteY186" fmla="*/ 67417 h 9456078"/>
              <a:gd name="connsiteX187" fmla="*/ 11860676 w 13158797"/>
              <a:gd name="connsiteY187" fmla="*/ 60188 h 9456078"/>
              <a:gd name="connsiteX188" fmla="*/ 11909519 w 13158797"/>
              <a:gd name="connsiteY188" fmla="*/ 53364 h 9456078"/>
              <a:gd name="connsiteX189" fmla="*/ 11958451 w 13158797"/>
              <a:gd name="connsiteY189" fmla="*/ 46944 h 9456078"/>
              <a:gd name="connsiteX190" fmla="*/ 12007470 w 13158797"/>
              <a:gd name="connsiteY190" fmla="*/ 40931 h 9456078"/>
              <a:gd name="connsiteX191" fmla="*/ 12056572 w 13158797"/>
              <a:gd name="connsiteY191" fmla="*/ 35324 h 9456078"/>
              <a:gd name="connsiteX192" fmla="*/ 12105756 w 13158797"/>
              <a:gd name="connsiteY192" fmla="*/ 30126 h 9456078"/>
              <a:gd name="connsiteX193" fmla="*/ 12155019 w 13158797"/>
              <a:gd name="connsiteY193" fmla="*/ 25337 h 9456078"/>
              <a:gd name="connsiteX194" fmla="*/ 12204359 w 13158797"/>
              <a:gd name="connsiteY194" fmla="*/ 20958 h 9456078"/>
              <a:gd name="connsiteX195" fmla="*/ 12253773 w 13158797"/>
              <a:gd name="connsiteY195" fmla="*/ 16991 h 9456078"/>
              <a:gd name="connsiteX196" fmla="*/ 12303260 w 13158797"/>
              <a:gd name="connsiteY196" fmla="*/ 13437 h 9456078"/>
              <a:gd name="connsiteX197" fmla="*/ 12352818 w 13158797"/>
              <a:gd name="connsiteY197" fmla="*/ 10297 h 9456078"/>
              <a:gd name="connsiteX198" fmla="*/ 12402443 w 13158797"/>
              <a:gd name="connsiteY198" fmla="*/ 7572 h 9456078"/>
              <a:gd name="connsiteX199" fmla="*/ 12452133 w 13158797"/>
              <a:gd name="connsiteY199" fmla="*/ 5263 h 9456078"/>
              <a:gd name="connsiteX200" fmla="*/ 12501887 w 13158797"/>
              <a:gd name="connsiteY200" fmla="*/ 3371 h 9456078"/>
              <a:gd name="connsiteX201" fmla="*/ 12551701 w 13158797"/>
              <a:gd name="connsiteY201" fmla="*/ 1898 h 9456078"/>
              <a:gd name="connsiteX202" fmla="*/ 12601574 w 13158797"/>
              <a:gd name="connsiteY202" fmla="*/ 844 h 9456078"/>
              <a:gd name="connsiteX203" fmla="*/ 12651504 w 13158797"/>
              <a:gd name="connsiteY203" fmla="*/ 211 h 9456078"/>
              <a:gd name="connsiteX204" fmla="*/ 12701487 w 13158797"/>
              <a:gd name="connsiteY204" fmla="*/ 0 h 9456078"/>
              <a:gd name="connsiteX205" fmla="*/ 13158798 w 13158797"/>
              <a:gd name="connsiteY205" fmla="*/ 0 h 94560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</a:cxnLst>
            <a:rect l="l" t="t" r="r" b="b"/>
            <a:pathLst>
              <a:path w="13158797" h="9456078">
                <a:moveTo>
                  <a:pt x="0" y="9456078"/>
                </a:moveTo>
                <a:lnTo>
                  <a:pt x="49977" y="9455836"/>
                </a:lnTo>
                <a:lnTo>
                  <a:pt x="99893" y="9455111"/>
                </a:lnTo>
                <a:lnTo>
                  <a:pt x="149742" y="9453904"/>
                </a:lnTo>
                <a:lnTo>
                  <a:pt x="199524" y="9452217"/>
                </a:lnTo>
                <a:lnTo>
                  <a:pt x="298870" y="9447409"/>
                </a:lnTo>
                <a:lnTo>
                  <a:pt x="348429" y="9444290"/>
                </a:lnTo>
                <a:lnTo>
                  <a:pt x="397907" y="9440698"/>
                </a:lnTo>
                <a:lnTo>
                  <a:pt x="447302" y="9436632"/>
                </a:lnTo>
                <a:lnTo>
                  <a:pt x="496610" y="9432096"/>
                </a:lnTo>
                <a:lnTo>
                  <a:pt x="545829" y="9427089"/>
                </a:lnTo>
                <a:lnTo>
                  <a:pt x="594956" y="9421615"/>
                </a:lnTo>
                <a:lnTo>
                  <a:pt x="643987" y="9415673"/>
                </a:lnTo>
                <a:lnTo>
                  <a:pt x="692920" y="9409267"/>
                </a:lnTo>
                <a:lnTo>
                  <a:pt x="741751" y="9402396"/>
                </a:lnTo>
                <a:lnTo>
                  <a:pt x="790478" y="9395063"/>
                </a:lnTo>
                <a:lnTo>
                  <a:pt x="839098" y="9387270"/>
                </a:lnTo>
                <a:lnTo>
                  <a:pt x="887607" y="9379017"/>
                </a:lnTo>
                <a:lnTo>
                  <a:pt x="936002" y="9370306"/>
                </a:lnTo>
                <a:lnTo>
                  <a:pt x="984281" y="9361139"/>
                </a:lnTo>
                <a:lnTo>
                  <a:pt x="1032440" y="9351517"/>
                </a:lnTo>
                <a:lnTo>
                  <a:pt x="1080477" y="9341441"/>
                </a:lnTo>
                <a:lnTo>
                  <a:pt x="1176172" y="9319936"/>
                </a:lnTo>
                <a:lnTo>
                  <a:pt x="1223823" y="9308509"/>
                </a:lnTo>
                <a:lnTo>
                  <a:pt x="1271339" y="9296635"/>
                </a:lnTo>
                <a:lnTo>
                  <a:pt x="1318719" y="9284315"/>
                </a:lnTo>
                <a:lnTo>
                  <a:pt x="1365957" y="9271550"/>
                </a:lnTo>
                <a:lnTo>
                  <a:pt x="1413052" y="9258342"/>
                </a:lnTo>
                <a:lnTo>
                  <a:pt x="1460000" y="9244693"/>
                </a:lnTo>
                <a:lnTo>
                  <a:pt x="1506799" y="9230604"/>
                </a:lnTo>
                <a:lnTo>
                  <a:pt x="1553445" y="9216076"/>
                </a:lnTo>
                <a:lnTo>
                  <a:pt x="1599935" y="9201111"/>
                </a:lnTo>
                <a:lnTo>
                  <a:pt x="1646267" y="9185710"/>
                </a:lnTo>
                <a:lnTo>
                  <a:pt x="1692437" y="9169876"/>
                </a:lnTo>
                <a:lnTo>
                  <a:pt x="1738442" y="9153608"/>
                </a:lnTo>
                <a:lnTo>
                  <a:pt x="1784280" y="9136910"/>
                </a:lnTo>
                <a:lnTo>
                  <a:pt x="1829947" y="9119782"/>
                </a:lnTo>
                <a:lnTo>
                  <a:pt x="1875440" y="9102226"/>
                </a:lnTo>
                <a:lnTo>
                  <a:pt x="1920756" y="9084243"/>
                </a:lnTo>
                <a:lnTo>
                  <a:pt x="1965893" y="9065835"/>
                </a:lnTo>
                <a:lnTo>
                  <a:pt x="2055615" y="9027750"/>
                </a:lnTo>
                <a:lnTo>
                  <a:pt x="2100195" y="9008075"/>
                </a:lnTo>
                <a:lnTo>
                  <a:pt x="2144582" y="8987981"/>
                </a:lnTo>
                <a:lnTo>
                  <a:pt x="2188775" y="8967470"/>
                </a:lnTo>
                <a:lnTo>
                  <a:pt x="2232770" y="8946542"/>
                </a:lnTo>
                <a:lnTo>
                  <a:pt x="2276564" y="8925199"/>
                </a:lnTo>
                <a:lnTo>
                  <a:pt x="2320154" y="8903443"/>
                </a:lnTo>
                <a:lnTo>
                  <a:pt x="2363538" y="8881275"/>
                </a:lnTo>
                <a:lnTo>
                  <a:pt x="2406711" y="8858697"/>
                </a:lnTo>
                <a:lnTo>
                  <a:pt x="2449672" y="8835710"/>
                </a:lnTo>
                <a:lnTo>
                  <a:pt x="2492417" y="8812316"/>
                </a:lnTo>
                <a:lnTo>
                  <a:pt x="2534943" y="8788516"/>
                </a:lnTo>
                <a:lnTo>
                  <a:pt x="2577247" y="8764311"/>
                </a:lnTo>
                <a:lnTo>
                  <a:pt x="2619326" y="8739704"/>
                </a:lnTo>
                <a:lnTo>
                  <a:pt x="2661177" y="8714695"/>
                </a:lnTo>
                <a:lnTo>
                  <a:pt x="2702797" y="8689286"/>
                </a:lnTo>
                <a:lnTo>
                  <a:pt x="2744183" y="8663479"/>
                </a:lnTo>
                <a:lnTo>
                  <a:pt x="2785333" y="8637274"/>
                </a:lnTo>
                <a:lnTo>
                  <a:pt x="2826242" y="8610675"/>
                </a:lnTo>
                <a:lnTo>
                  <a:pt x="2866908" y="8583681"/>
                </a:lnTo>
                <a:lnTo>
                  <a:pt x="2907329" y="8556295"/>
                </a:lnTo>
                <a:lnTo>
                  <a:pt x="2947500" y="8528517"/>
                </a:lnTo>
                <a:lnTo>
                  <a:pt x="2987419" y="8500351"/>
                </a:lnTo>
                <a:lnTo>
                  <a:pt x="3027083" y="8471796"/>
                </a:lnTo>
                <a:lnTo>
                  <a:pt x="3066489" y="8442854"/>
                </a:lnTo>
                <a:lnTo>
                  <a:pt x="3105634" y="8413528"/>
                </a:lnTo>
                <a:lnTo>
                  <a:pt x="3144515" y="8383818"/>
                </a:lnTo>
                <a:lnTo>
                  <a:pt x="3183129" y="8353726"/>
                </a:lnTo>
                <a:lnTo>
                  <a:pt x="3221473" y="8323253"/>
                </a:lnTo>
                <a:lnTo>
                  <a:pt x="3259544" y="8292401"/>
                </a:lnTo>
                <a:lnTo>
                  <a:pt x="3297339" y="8261172"/>
                </a:lnTo>
                <a:lnTo>
                  <a:pt x="3334854" y="8229566"/>
                </a:lnTo>
                <a:lnTo>
                  <a:pt x="3372087" y="8197585"/>
                </a:lnTo>
                <a:lnTo>
                  <a:pt x="3409035" y="8165232"/>
                </a:lnTo>
                <a:lnTo>
                  <a:pt x="3445695" y="8132507"/>
                </a:lnTo>
                <a:lnTo>
                  <a:pt x="3482064" y="8099411"/>
                </a:lnTo>
                <a:lnTo>
                  <a:pt x="3518139" y="8065947"/>
                </a:lnTo>
                <a:lnTo>
                  <a:pt x="3553916" y="8032115"/>
                </a:lnTo>
                <a:lnTo>
                  <a:pt x="3589393" y="7997918"/>
                </a:lnTo>
                <a:lnTo>
                  <a:pt x="3624567" y="7963356"/>
                </a:lnTo>
                <a:lnTo>
                  <a:pt x="3659435" y="7928432"/>
                </a:lnTo>
                <a:lnTo>
                  <a:pt x="3693994" y="7893146"/>
                </a:lnTo>
                <a:lnTo>
                  <a:pt x="3728240" y="7857501"/>
                </a:lnTo>
                <a:lnTo>
                  <a:pt x="3762171" y="7821497"/>
                </a:lnTo>
                <a:lnTo>
                  <a:pt x="3795783" y="7785136"/>
                </a:lnTo>
                <a:lnTo>
                  <a:pt x="3829075" y="7748420"/>
                </a:lnTo>
                <a:lnTo>
                  <a:pt x="3862042" y="7711350"/>
                </a:lnTo>
                <a:lnTo>
                  <a:pt x="3894682" y="7673928"/>
                </a:lnTo>
                <a:lnTo>
                  <a:pt x="3926991" y="7636155"/>
                </a:lnTo>
                <a:lnTo>
                  <a:pt x="3958967" y="7598032"/>
                </a:lnTo>
                <a:lnTo>
                  <a:pt x="3990607" y="7559561"/>
                </a:lnTo>
                <a:lnTo>
                  <a:pt x="4021907" y="7520744"/>
                </a:lnTo>
                <a:lnTo>
                  <a:pt x="4052865" y="7481582"/>
                </a:lnTo>
                <a:lnTo>
                  <a:pt x="4083478" y="7442077"/>
                </a:lnTo>
                <a:lnTo>
                  <a:pt x="8022311" y="2307814"/>
                </a:lnTo>
                <a:lnTo>
                  <a:pt x="8052902" y="2268285"/>
                </a:lnTo>
                <a:lnTo>
                  <a:pt x="8083796" y="2229056"/>
                </a:lnTo>
                <a:lnTo>
                  <a:pt x="8114989" y="2190127"/>
                </a:lnTo>
                <a:lnTo>
                  <a:pt x="8146479" y="2151500"/>
                </a:lnTo>
                <a:lnTo>
                  <a:pt x="8178264" y="2113176"/>
                </a:lnTo>
                <a:lnTo>
                  <a:pt x="8210341" y="2075157"/>
                </a:lnTo>
                <a:lnTo>
                  <a:pt x="8242709" y="2037442"/>
                </a:lnTo>
                <a:lnTo>
                  <a:pt x="8275365" y="2000034"/>
                </a:lnTo>
                <a:lnTo>
                  <a:pt x="8308307" y="1962934"/>
                </a:lnTo>
                <a:lnTo>
                  <a:pt x="8341532" y="1926142"/>
                </a:lnTo>
                <a:lnTo>
                  <a:pt x="8375038" y="1889660"/>
                </a:lnTo>
                <a:lnTo>
                  <a:pt x="8408823" y="1853489"/>
                </a:lnTo>
                <a:lnTo>
                  <a:pt x="8442885" y="1817630"/>
                </a:lnTo>
                <a:lnTo>
                  <a:pt x="8477221" y="1782084"/>
                </a:lnTo>
                <a:lnTo>
                  <a:pt x="8511829" y="1746853"/>
                </a:lnTo>
                <a:lnTo>
                  <a:pt x="8546706" y="1711937"/>
                </a:lnTo>
                <a:lnTo>
                  <a:pt x="8581851" y="1677337"/>
                </a:lnTo>
                <a:lnTo>
                  <a:pt x="8617261" y="1643056"/>
                </a:lnTo>
                <a:lnTo>
                  <a:pt x="8652934" y="1609093"/>
                </a:lnTo>
                <a:lnTo>
                  <a:pt x="8688867" y="1575450"/>
                </a:lnTo>
                <a:lnTo>
                  <a:pt x="8725058" y="1542128"/>
                </a:lnTo>
                <a:lnTo>
                  <a:pt x="8761506" y="1509129"/>
                </a:lnTo>
                <a:lnTo>
                  <a:pt x="8798207" y="1476452"/>
                </a:lnTo>
                <a:lnTo>
                  <a:pt x="8835159" y="1444101"/>
                </a:lnTo>
                <a:lnTo>
                  <a:pt x="8872360" y="1412075"/>
                </a:lnTo>
                <a:lnTo>
                  <a:pt x="8909808" y="1380375"/>
                </a:lnTo>
                <a:lnTo>
                  <a:pt x="8947501" y="1349004"/>
                </a:lnTo>
                <a:lnTo>
                  <a:pt x="8985435" y="1317962"/>
                </a:lnTo>
                <a:lnTo>
                  <a:pt x="9023610" y="1287250"/>
                </a:lnTo>
                <a:lnTo>
                  <a:pt x="9062022" y="1256869"/>
                </a:lnTo>
                <a:lnTo>
                  <a:pt x="9100669" y="1226820"/>
                </a:lnTo>
                <a:lnTo>
                  <a:pt x="9139549" y="1197105"/>
                </a:lnTo>
                <a:lnTo>
                  <a:pt x="9178660" y="1167725"/>
                </a:lnTo>
                <a:lnTo>
                  <a:pt x="9217999" y="1138681"/>
                </a:lnTo>
                <a:lnTo>
                  <a:pt x="9257564" y="1109974"/>
                </a:lnTo>
                <a:lnTo>
                  <a:pt x="9297353" y="1081604"/>
                </a:lnTo>
                <a:lnTo>
                  <a:pt x="9337364" y="1053574"/>
                </a:lnTo>
                <a:lnTo>
                  <a:pt x="9377594" y="1025884"/>
                </a:lnTo>
                <a:lnTo>
                  <a:pt x="9418040" y="998536"/>
                </a:lnTo>
                <a:lnTo>
                  <a:pt x="9458702" y="971530"/>
                </a:lnTo>
                <a:lnTo>
                  <a:pt x="9499575" y="944868"/>
                </a:lnTo>
                <a:lnTo>
                  <a:pt x="9540659" y="918551"/>
                </a:lnTo>
                <a:lnTo>
                  <a:pt x="9581950" y="892580"/>
                </a:lnTo>
                <a:lnTo>
                  <a:pt x="9623447" y="866956"/>
                </a:lnTo>
                <a:lnTo>
                  <a:pt x="9665147" y="841681"/>
                </a:lnTo>
                <a:lnTo>
                  <a:pt x="9707048" y="816754"/>
                </a:lnTo>
                <a:lnTo>
                  <a:pt x="9749147" y="792179"/>
                </a:lnTo>
                <a:lnTo>
                  <a:pt x="9791443" y="767955"/>
                </a:lnTo>
                <a:lnTo>
                  <a:pt x="9833932" y="744083"/>
                </a:lnTo>
                <a:lnTo>
                  <a:pt x="9876613" y="720566"/>
                </a:lnTo>
                <a:lnTo>
                  <a:pt x="9919484" y="697404"/>
                </a:lnTo>
                <a:lnTo>
                  <a:pt x="9962542" y="674598"/>
                </a:lnTo>
                <a:lnTo>
                  <a:pt x="10005784" y="652149"/>
                </a:lnTo>
                <a:lnTo>
                  <a:pt x="10049209" y="630059"/>
                </a:lnTo>
                <a:lnTo>
                  <a:pt x="10092814" y="608328"/>
                </a:lnTo>
                <a:lnTo>
                  <a:pt x="10136597" y="586958"/>
                </a:lnTo>
                <a:lnTo>
                  <a:pt x="10180556" y="565950"/>
                </a:lnTo>
                <a:lnTo>
                  <a:pt x="10224688" y="545304"/>
                </a:lnTo>
                <a:lnTo>
                  <a:pt x="10268991" y="525023"/>
                </a:lnTo>
                <a:lnTo>
                  <a:pt x="10313463" y="505107"/>
                </a:lnTo>
                <a:lnTo>
                  <a:pt x="10358101" y="485558"/>
                </a:lnTo>
                <a:lnTo>
                  <a:pt x="10402903" y="466376"/>
                </a:lnTo>
                <a:lnTo>
                  <a:pt x="10447868" y="447563"/>
                </a:lnTo>
                <a:lnTo>
                  <a:pt x="10492991" y="429119"/>
                </a:lnTo>
                <a:lnTo>
                  <a:pt x="10538272" y="411046"/>
                </a:lnTo>
                <a:lnTo>
                  <a:pt x="10583708" y="393346"/>
                </a:lnTo>
                <a:lnTo>
                  <a:pt x="10629297" y="376018"/>
                </a:lnTo>
                <a:lnTo>
                  <a:pt x="10675036" y="359065"/>
                </a:lnTo>
                <a:lnTo>
                  <a:pt x="10720923" y="342487"/>
                </a:lnTo>
                <a:lnTo>
                  <a:pt x="10766956" y="326286"/>
                </a:lnTo>
                <a:lnTo>
                  <a:pt x="10813132" y="310462"/>
                </a:lnTo>
                <a:lnTo>
                  <a:pt x="10859450" y="295018"/>
                </a:lnTo>
                <a:lnTo>
                  <a:pt x="10905907" y="279953"/>
                </a:lnTo>
                <a:lnTo>
                  <a:pt x="10952500" y="265269"/>
                </a:lnTo>
                <a:lnTo>
                  <a:pt x="10999227" y="250968"/>
                </a:lnTo>
                <a:lnTo>
                  <a:pt x="11046087" y="237049"/>
                </a:lnTo>
                <a:lnTo>
                  <a:pt x="11093076" y="223516"/>
                </a:lnTo>
                <a:lnTo>
                  <a:pt x="11140193" y="210368"/>
                </a:lnTo>
                <a:lnTo>
                  <a:pt x="11187434" y="197606"/>
                </a:lnTo>
                <a:lnTo>
                  <a:pt x="11234799" y="185233"/>
                </a:lnTo>
                <a:lnTo>
                  <a:pt x="11282284" y="173248"/>
                </a:lnTo>
                <a:lnTo>
                  <a:pt x="11329888" y="161654"/>
                </a:lnTo>
                <a:lnTo>
                  <a:pt x="11377607" y="150451"/>
                </a:lnTo>
                <a:lnTo>
                  <a:pt x="11425440" y="139640"/>
                </a:lnTo>
                <a:lnTo>
                  <a:pt x="11473385" y="129223"/>
                </a:lnTo>
                <a:lnTo>
                  <a:pt x="11521439" y="119201"/>
                </a:lnTo>
                <a:lnTo>
                  <a:pt x="11569599" y="109574"/>
                </a:lnTo>
                <a:lnTo>
                  <a:pt x="11617864" y="100344"/>
                </a:lnTo>
                <a:lnTo>
                  <a:pt x="11666231" y="91512"/>
                </a:lnTo>
                <a:lnTo>
                  <a:pt x="11714698" y="83080"/>
                </a:lnTo>
                <a:lnTo>
                  <a:pt x="11763263" y="75047"/>
                </a:lnTo>
                <a:lnTo>
                  <a:pt x="11811923" y="67417"/>
                </a:lnTo>
                <a:lnTo>
                  <a:pt x="11860676" y="60188"/>
                </a:lnTo>
                <a:lnTo>
                  <a:pt x="11909519" y="53364"/>
                </a:lnTo>
                <a:lnTo>
                  <a:pt x="11958451" y="46944"/>
                </a:lnTo>
                <a:lnTo>
                  <a:pt x="12007470" y="40931"/>
                </a:lnTo>
                <a:lnTo>
                  <a:pt x="12056572" y="35324"/>
                </a:lnTo>
                <a:lnTo>
                  <a:pt x="12105756" y="30126"/>
                </a:lnTo>
                <a:lnTo>
                  <a:pt x="12155019" y="25337"/>
                </a:lnTo>
                <a:lnTo>
                  <a:pt x="12204359" y="20958"/>
                </a:lnTo>
                <a:lnTo>
                  <a:pt x="12253773" y="16991"/>
                </a:lnTo>
                <a:lnTo>
                  <a:pt x="12303260" y="13437"/>
                </a:lnTo>
                <a:lnTo>
                  <a:pt x="12352818" y="10297"/>
                </a:lnTo>
                <a:lnTo>
                  <a:pt x="12402443" y="7572"/>
                </a:lnTo>
                <a:lnTo>
                  <a:pt x="12452133" y="5263"/>
                </a:lnTo>
                <a:lnTo>
                  <a:pt x="12501887" y="3371"/>
                </a:lnTo>
                <a:lnTo>
                  <a:pt x="12551701" y="1898"/>
                </a:lnTo>
                <a:lnTo>
                  <a:pt x="12601574" y="844"/>
                </a:lnTo>
                <a:lnTo>
                  <a:pt x="12651504" y="211"/>
                </a:lnTo>
                <a:lnTo>
                  <a:pt x="12701487" y="0"/>
                </a:lnTo>
                <a:lnTo>
                  <a:pt x="13158798" y="0"/>
                </a:lnTo>
              </a:path>
            </a:pathLst>
          </a:custGeom>
          <a:ln w="19050">
            <a:gradFill>
              <a:gsLst>
                <a:gs pos="15000">
                  <a:schemeClr val="tx2"/>
                </a:gs>
                <a:gs pos="0">
                  <a:schemeClr val="bg1">
                    <a:alpha val="0"/>
                  </a:schemeClr>
                </a:gs>
              </a:gsLst>
              <a:lin ang="5400000" scaled="0"/>
            </a:gradFill>
          </a:ln>
        </p:spPr>
        <p:txBody>
          <a:bodyPr wrap="square" lIns="0" tIns="0" rIns="0" bIns="0" rtlCol="0"/>
          <a:lstStyle/>
          <a:p>
            <a:pPr marL="0" marR="0" lvl="0" indent="0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B0837E43-FCDB-06B6-D55B-7277D47AE588}"/>
              </a:ext>
            </a:extLst>
          </p:cNvPr>
          <p:cNvCxnSpPr>
            <a:cxnSpLocks/>
          </p:cNvCxnSpPr>
          <p:nvPr/>
        </p:nvCxnSpPr>
        <p:spPr>
          <a:xfrm flipH="1">
            <a:off x="334962" y="6678798"/>
            <a:ext cx="10980001" cy="0"/>
          </a:xfrm>
          <a:prstGeom prst="line">
            <a:avLst/>
          </a:prstGeom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67677144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465">
          <p15:clr>
            <a:srgbClr val="FBAE40"/>
          </p15:clr>
        </p15:guide>
        <p15:guide id="2" pos="128">
          <p15:clr>
            <a:srgbClr val="FBAE40"/>
          </p15:clr>
        </p15:guide>
        <p15:guide id="3" orient="horz" pos="2424">
          <p15:clr>
            <a:srgbClr val="FBAE40"/>
          </p15:clr>
        </p15:guide>
        <p15:guide id="4" pos="4530">
          <p15:clr>
            <a:srgbClr val="FBAE40"/>
          </p15:clr>
        </p15:guide>
        <p15:guide id="5" orient="horz" pos="141">
          <p15:clr>
            <a:srgbClr val="FBAE40"/>
          </p15:clr>
        </p15:guide>
        <p15:guide id="6" orient="horz" pos="306">
          <p15:clr>
            <a:srgbClr val="FBAE40"/>
          </p15:clr>
        </p15:guide>
        <p15:guide id="7" orient="horz" pos="485">
          <p15:clr>
            <a:srgbClr val="FBAE40"/>
          </p15:clr>
        </p15:guide>
      </p15:sldGuideLst>
    </p:ext>
  </p:extLst>
</p:sldLayout>
</file>

<file path=ppt/slideLayouts/slideLayout134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3_Índice | Até 10 títulos - Branc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" name="Espaço Reservado para Número de Slide 5">
            <a:extLst>
              <a:ext uri="{FF2B5EF4-FFF2-40B4-BE49-F238E27FC236}">
                <a16:creationId xmlns:a16="http://schemas.microsoft.com/office/drawing/2014/main" id="{8B43B5D6-9411-2916-3463-C0BBC4CE3A6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defRPr sz="11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pPr marL="20022">
              <a:spcBef>
                <a:spcPts val="45"/>
              </a:spcBef>
            </a:pPr>
            <a:fld id="{81D60167-4931-47E6-BA6A-407CBD079E47}" type="slidenum">
              <a:rPr lang="pt-BR" spc="-15" smtClean="0"/>
              <a:pPr marL="20022">
                <a:spcBef>
                  <a:spcPts val="45"/>
                </a:spcBef>
              </a:pPr>
              <a:t>‹#›</a:t>
            </a:fld>
            <a:endParaRPr lang="pt-BR" spc="-15"/>
          </a:p>
        </p:txBody>
      </p:sp>
      <p:sp>
        <p:nvSpPr>
          <p:cNvPr id="95" name="Text Placeholder 3">
            <a:extLst>
              <a:ext uri="{FF2B5EF4-FFF2-40B4-BE49-F238E27FC236}">
                <a16:creationId xmlns:a16="http://schemas.microsoft.com/office/drawing/2014/main" id="{1F9E0DEB-08E9-5248-44F9-9916F0925C87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5" y="368302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tx1">
                    <a:lumMod val="85000"/>
                    <a:lumOff val="15000"/>
                  </a:schemeClr>
                </a:solidFill>
              </a:defRPr>
            </a:lvl1pPr>
          </a:lstStyle>
          <a:p>
            <a:pPr lvl="0"/>
            <a:r>
              <a:rPr lang="pt-BR"/>
              <a:t>Índice | Até 10 títulos</a:t>
            </a:r>
            <a:endParaRPr lang="en-US"/>
          </a:p>
        </p:txBody>
      </p:sp>
      <p:sp>
        <p:nvSpPr>
          <p:cNvPr id="96" name="Text Placeholder 10">
            <a:extLst>
              <a:ext uri="{FF2B5EF4-FFF2-40B4-BE49-F238E27FC236}">
                <a16:creationId xmlns:a16="http://schemas.microsoft.com/office/drawing/2014/main" id="{86EE135B-8461-A8E5-B808-1CCC5F3ABF32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defRPr sz="900" baseline="0">
                <a:solidFill>
                  <a:schemeClr val="tx1">
                    <a:lumMod val="85000"/>
                    <a:lumOff val="15000"/>
                  </a:schemeClr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7" name="Text Placeholder 21">
            <a:extLst>
              <a:ext uri="{FF2B5EF4-FFF2-40B4-BE49-F238E27FC236}">
                <a16:creationId xmlns:a16="http://schemas.microsoft.com/office/drawing/2014/main" id="{C68EECD8-4868-C403-065A-798C94914B21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1217551" y="1232282"/>
            <a:ext cx="4304945" cy="58564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98" name="Text Placeholder 21">
            <a:extLst>
              <a:ext uri="{FF2B5EF4-FFF2-40B4-BE49-F238E27FC236}">
                <a16:creationId xmlns:a16="http://schemas.microsoft.com/office/drawing/2014/main" id="{377F7479-B5E7-D307-06B9-71E3BA37F3EF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1217551" y="2153419"/>
            <a:ext cx="4304945" cy="595341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99" name="Text Placeholder 21">
            <a:extLst>
              <a:ext uri="{FF2B5EF4-FFF2-40B4-BE49-F238E27FC236}">
                <a16:creationId xmlns:a16="http://schemas.microsoft.com/office/drawing/2014/main" id="{A9CB3A34-F081-C677-A00F-67C1873C062A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1217551" y="3163685"/>
            <a:ext cx="4304945" cy="60135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0" name="Text Placeholder 21">
            <a:extLst>
              <a:ext uri="{FF2B5EF4-FFF2-40B4-BE49-F238E27FC236}">
                <a16:creationId xmlns:a16="http://schemas.microsoft.com/office/drawing/2014/main" id="{66627ED0-3A46-8737-6897-D3BDDB091302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1217551" y="4182010"/>
            <a:ext cx="4304945" cy="60135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1" name="Text Placeholder 21">
            <a:extLst>
              <a:ext uri="{FF2B5EF4-FFF2-40B4-BE49-F238E27FC236}">
                <a16:creationId xmlns:a16="http://schemas.microsoft.com/office/drawing/2014/main" id="{4A98C90D-F543-2D3A-9F32-FF02504B384D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6978589" y="1232282"/>
            <a:ext cx="4304945" cy="581956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2" name="Text Placeholder 21">
            <a:extLst>
              <a:ext uri="{FF2B5EF4-FFF2-40B4-BE49-F238E27FC236}">
                <a16:creationId xmlns:a16="http://schemas.microsoft.com/office/drawing/2014/main" id="{02D303FD-4338-9202-3742-445CFAC544F9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6978589" y="2153417"/>
            <a:ext cx="4304945" cy="591654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3" name="Text Placeholder 21">
            <a:extLst>
              <a:ext uri="{FF2B5EF4-FFF2-40B4-BE49-F238E27FC236}">
                <a16:creationId xmlns:a16="http://schemas.microsoft.com/office/drawing/2014/main" id="{DAB51C54-4BA1-024C-8F1D-E61343BFAC42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978589" y="3163685"/>
            <a:ext cx="4304945" cy="591654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4" name="Text Placeholder 21">
            <a:extLst>
              <a:ext uri="{FF2B5EF4-FFF2-40B4-BE49-F238E27FC236}">
                <a16:creationId xmlns:a16="http://schemas.microsoft.com/office/drawing/2014/main" id="{31C27C31-0117-4C41-7DD9-9A95AE01F9D5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6978589" y="4182010"/>
            <a:ext cx="4304945" cy="597666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5" name="Text Placeholder 21">
            <a:extLst>
              <a:ext uri="{FF2B5EF4-FFF2-40B4-BE49-F238E27FC236}">
                <a16:creationId xmlns:a16="http://schemas.microsoft.com/office/drawing/2014/main" id="{305C7304-230E-F6CE-A76D-99DF1E692F08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334966" y="1232284"/>
            <a:ext cx="666897" cy="666897"/>
          </a:xfrm>
          <a:prstGeom prst="rect">
            <a:avLst/>
          </a:prstGeom>
          <a:noFill/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1.</a:t>
            </a:r>
            <a:endParaRPr lang="pt-BR"/>
          </a:p>
        </p:txBody>
      </p:sp>
      <p:sp>
        <p:nvSpPr>
          <p:cNvPr id="106" name="Text Placeholder 21">
            <a:extLst>
              <a:ext uri="{FF2B5EF4-FFF2-40B4-BE49-F238E27FC236}">
                <a16:creationId xmlns:a16="http://schemas.microsoft.com/office/drawing/2014/main" id="{646BD931-2CC9-4B26-938C-C6A9327B317A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334966" y="2153419"/>
            <a:ext cx="666897" cy="666897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2.</a:t>
            </a:r>
            <a:endParaRPr lang="pt-BR"/>
          </a:p>
        </p:txBody>
      </p:sp>
      <p:sp>
        <p:nvSpPr>
          <p:cNvPr id="107" name="Text Placeholder 21">
            <a:extLst>
              <a:ext uri="{FF2B5EF4-FFF2-40B4-BE49-F238E27FC236}">
                <a16:creationId xmlns:a16="http://schemas.microsoft.com/office/drawing/2014/main" id="{7EF60F9A-51DE-3649-80E7-711C186485AA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334966" y="3163687"/>
            <a:ext cx="666897" cy="666897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3.</a:t>
            </a:r>
            <a:endParaRPr lang="pt-BR"/>
          </a:p>
        </p:txBody>
      </p:sp>
      <p:sp>
        <p:nvSpPr>
          <p:cNvPr id="108" name="Text Placeholder 21">
            <a:extLst>
              <a:ext uri="{FF2B5EF4-FFF2-40B4-BE49-F238E27FC236}">
                <a16:creationId xmlns:a16="http://schemas.microsoft.com/office/drawing/2014/main" id="{454FB385-5582-984D-3BEC-2409DCFBBEA7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334966" y="4182012"/>
            <a:ext cx="666897" cy="666897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4.</a:t>
            </a:r>
            <a:endParaRPr lang="pt-BR"/>
          </a:p>
        </p:txBody>
      </p:sp>
      <p:sp>
        <p:nvSpPr>
          <p:cNvPr id="109" name="Text Placeholder 21">
            <a:extLst>
              <a:ext uri="{FF2B5EF4-FFF2-40B4-BE49-F238E27FC236}">
                <a16:creationId xmlns:a16="http://schemas.microsoft.com/office/drawing/2014/main" id="{48AFB4A3-A713-3B36-5C4C-116B17982407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6096004" y="1232284"/>
            <a:ext cx="666897" cy="666897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6.</a:t>
            </a:r>
            <a:endParaRPr lang="pt-BR"/>
          </a:p>
        </p:txBody>
      </p:sp>
      <p:sp>
        <p:nvSpPr>
          <p:cNvPr id="110" name="Text Placeholder 21">
            <a:extLst>
              <a:ext uri="{FF2B5EF4-FFF2-40B4-BE49-F238E27FC236}">
                <a16:creationId xmlns:a16="http://schemas.microsoft.com/office/drawing/2014/main" id="{455A5A6A-C346-A345-7676-47650852DEC5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6096004" y="2153419"/>
            <a:ext cx="666897" cy="666897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7.</a:t>
            </a:r>
            <a:endParaRPr lang="pt-BR"/>
          </a:p>
        </p:txBody>
      </p:sp>
      <p:sp>
        <p:nvSpPr>
          <p:cNvPr id="111" name="Text Placeholder 21">
            <a:extLst>
              <a:ext uri="{FF2B5EF4-FFF2-40B4-BE49-F238E27FC236}">
                <a16:creationId xmlns:a16="http://schemas.microsoft.com/office/drawing/2014/main" id="{C9036724-53EE-61EA-4F36-0647670CC647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6096004" y="3163687"/>
            <a:ext cx="666897" cy="666897"/>
          </a:xfrm>
          <a:prstGeom prst="rect">
            <a:avLst/>
          </a:prstGeom>
          <a:noFill/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8.</a:t>
            </a:r>
            <a:endParaRPr lang="pt-BR"/>
          </a:p>
        </p:txBody>
      </p:sp>
      <p:sp>
        <p:nvSpPr>
          <p:cNvPr id="112" name="Text Placeholder 21">
            <a:extLst>
              <a:ext uri="{FF2B5EF4-FFF2-40B4-BE49-F238E27FC236}">
                <a16:creationId xmlns:a16="http://schemas.microsoft.com/office/drawing/2014/main" id="{59FC8DE1-DA8C-E6FC-0074-C1233AE33862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6096004" y="4182012"/>
            <a:ext cx="666897" cy="666897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9.</a:t>
            </a:r>
            <a:endParaRPr lang="pt-BR"/>
          </a:p>
        </p:txBody>
      </p:sp>
      <p:sp>
        <p:nvSpPr>
          <p:cNvPr id="113" name="Text Placeholder 21">
            <a:extLst>
              <a:ext uri="{FF2B5EF4-FFF2-40B4-BE49-F238E27FC236}">
                <a16:creationId xmlns:a16="http://schemas.microsoft.com/office/drawing/2014/main" id="{CD7EC131-607A-502B-D5DB-EACD3848C447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1217551" y="5195931"/>
            <a:ext cx="4304945" cy="60135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14" name="Text Placeholder 21">
            <a:extLst>
              <a:ext uri="{FF2B5EF4-FFF2-40B4-BE49-F238E27FC236}">
                <a16:creationId xmlns:a16="http://schemas.microsoft.com/office/drawing/2014/main" id="{39366CD8-736E-E9F0-1631-408CE9342B73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6978589" y="5195931"/>
            <a:ext cx="4304945" cy="597666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15" name="Text Placeholder 21">
            <a:extLst>
              <a:ext uri="{FF2B5EF4-FFF2-40B4-BE49-F238E27FC236}">
                <a16:creationId xmlns:a16="http://schemas.microsoft.com/office/drawing/2014/main" id="{A36BD412-4DD9-0776-5A73-B5939ACF9185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334966" y="5195933"/>
            <a:ext cx="666897" cy="666897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5.</a:t>
            </a:r>
            <a:endParaRPr lang="pt-BR"/>
          </a:p>
        </p:txBody>
      </p:sp>
      <p:sp>
        <p:nvSpPr>
          <p:cNvPr id="116" name="Text Placeholder 21">
            <a:extLst>
              <a:ext uri="{FF2B5EF4-FFF2-40B4-BE49-F238E27FC236}">
                <a16:creationId xmlns:a16="http://schemas.microsoft.com/office/drawing/2014/main" id="{0D56432C-F90B-BE78-9849-16EDFA25EDF3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6096004" y="5195933"/>
            <a:ext cx="666897" cy="666897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10.</a:t>
            </a:r>
            <a:endParaRPr lang="pt-BR"/>
          </a:p>
        </p:txBody>
      </p:sp>
      <p:sp>
        <p:nvSpPr>
          <p:cNvPr id="3" name="Picture 8">
            <a:extLst>
              <a:ext uri="{FF2B5EF4-FFF2-40B4-BE49-F238E27FC236}">
                <a16:creationId xmlns:a16="http://schemas.microsoft.com/office/drawing/2014/main" id="{D33CC779-BEB9-7E74-0EFA-C0016862AF39}"/>
              </a:ext>
            </a:extLst>
          </p:cNvPr>
          <p:cNvSpPr/>
          <p:nvPr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tx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/>
          </a:p>
        </p:txBody>
      </p:sp>
      <p:cxnSp>
        <p:nvCxnSpPr>
          <p:cNvPr id="2" name="Straight Connector 1">
            <a:extLst>
              <a:ext uri="{FF2B5EF4-FFF2-40B4-BE49-F238E27FC236}">
                <a16:creationId xmlns:a16="http://schemas.microsoft.com/office/drawing/2014/main" id="{224045CC-C0AE-FAC2-0A11-CE407887FED6}"/>
              </a:ext>
            </a:extLst>
          </p:cNvPr>
          <p:cNvCxnSpPr>
            <a:cxnSpLocks/>
          </p:cNvCxnSpPr>
          <p:nvPr/>
        </p:nvCxnSpPr>
        <p:spPr>
          <a:xfrm>
            <a:off x="2" y="169333"/>
            <a:ext cx="12229571" cy="0"/>
          </a:xfrm>
          <a:prstGeom prst="line">
            <a:avLst/>
          </a:prstGeom>
          <a:ln w="190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object 4">
            <a:extLst>
              <a:ext uri="{FF2B5EF4-FFF2-40B4-BE49-F238E27FC236}">
                <a16:creationId xmlns:a16="http://schemas.microsoft.com/office/drawing/2014/main" id="{69E0EED8-8A07-AB8C-3B0C-6AB8115B4DBF}"/>
              </a:ext>
            </a:extLst>
          </p:cNvPr>
          <p:cNvSpPr/>
          <p:nvPr/>
        </p:nvSpPr>
        <p:spPr>
          <a:xfrm rot="10247908" flipH="1">
            <a:off x="4106509" y="-4146683"/>
            <a:ext cx="8001039" cy="5749648"/>
          </a:xfrm>
          <a:custGeom>
            <a:avLst/>
            <a:gdLst>
              <a:gd name="connsiteX0" fmla="*/ 0 w 13940157"/>
              <a:gd name="connsiteY0" fmla="*/ 9200719 h 9456078"/>
              <a:gd name="connsiteX1" fmla="*/ 781360 w 13940157"/>
              <a:gd name="connsiteY1" fmla="*/ 9456078 h 9456078"/>
              <a:gd name="connsiteX2" fmla="*/ 831337 w 13940157"/>
              <a:gd name="connsiteY2" fmla="*/ 9455836 h 9456078"/>
              <a:gd name="connsiteX3" fmla="*/ 881253 w 13940157"/>
              <a:gd name="connsiteY3" fmla="*/ 9455111 h 9456078"/>
              <a:gd name="connsiteX4" fmla="*/ 931102 w 13940157"/>
              <a:gd name="connsiteY4" fmla="*/ 9453904 h 9456078"/>
              <a:gd name="connsiteX5" fmla="*/ 980884 w 13940157"/>
              <a:gd name="connsiteY5" fmla="*/ 9452217 h 9456078"/>
              <a:gd name="connsiteX6" fmla="*/ 1030594 w 13940157"/>
              <a:gd name="connsiteY6" fmla="*/ 9450052 h 9456078"/>
              <a:gd name="connsiteX7" fmla="*/ 1080230 w 13940157"/>
              <a:gd name="connsiteY7" fmla="*/ 9447409 h 9456078"/>
              <a:gd name="connsiteX8" fmla="*/ 1129789 w 13940157"/>
              <a:gd name="connsiteY8" fmla="*/ 9444290 h 9456078"/>
              <a:gd name="connsiteX9" fmla="*/ 1179267 w 13940157"/>
              <a:gd name="connsiteY9" fmla="*/ 9440698 h 9456078"/>
              <a:gd name="connsiteX10" fmla="*/ 1228662 w 13940157"/>
              <a:gd name="connsiteY10" fmla="*/ 9436632 h 9456078"/>
              <a:gd name="connsiteX11" fmla="*/ 1277970 w 13940157"/>
              <a:gd name="connsiteY11" fmla="*/ 9432096 h 9456078"/>
              <a:gd name="connsiteX12" fmla="*/ 1327189 w 13940157"/>
              <a:gd name="connsiteY12" fmla="*/ 9427089 h 9456078"/>
              <a:gd name="connsiteX13" fmla="*/ 1376316 w 13940157"/>
              <a:gd name="connsiteY13" fmla="*/ 9421615 h 9456078"/>
              <a:gd name="connsiteX14" fmla="*/ 1425347 w 13940157"/>
              <a:gd name="connsiteY14" fmla="*/ 9415673 h 9456078"/>
              <a:gd name="connsiteX15" fmla="*/ 1474280 w 13940157"/>
              <a:gd name="connsiteY15" fmla="*/ 9409267 h 9456078"/>
              <a:gd name="connsiteX16" fmla="*/ 1523111 w 13940157"/>
              <a:gd name="connsiteY16" fmla="*/ 9402396 h 9456078"/>
              <a:gd name="connsiteX17" fmla="*/ 1571838 w 13940157"/>
              <a:gd name="connsiteY17" fmla="*/ 9395063 h 9456078"/>
              <a:gd name="connsiteX18" fmla="*/ 1620458 w 13940157"/>
              <a:gd name="connsiteY18" fmla="*/ 9387270 h 9456078"/>
              <a:gd name="connsiteX19" fmla="*/ 1668967 w 13940157"/>
              <a:gd name="connsiteY19" fmla="*/ 9379017 h 9456078"/>
              <a:gd name="connsiteX20" fmla="*/ 1717362 w 13940157"/>
              <a:gd name="connsiteY20" fmla="*/ 9370306 h 9456078"/>
              <a:gd name="connsiteX21" fmla="*/ 1765641 w 13940157"/>
              <a:gd name="connsiteY21" fmla="*/ 9361139 h 9456078"/>
              <a:gd name="connsiteX22" fmla="*/ 1813800 w 13940157"/>
              <a:gd name="connsiteY22" fmla="*/ 9351517 h 9456078"/>
              <a:gd name="connsiteX23" fmla="*/ 1861837 w 13940157"/>
              <a:gd name="connsiteY23" fmla="*/ 9341441 h 9456078"/>
              <a:gd name="connsiteX24" fmla="*/ 1909749 w 13940157"/>
              <a:gd name="connsiteY24" fmla="*/ 9330914 h 9456078"/>
              <a:gd name="connsiteX25" fmla="*/ 1957532 w 13940157"/>
              <a:gd name="connsiteY25" fmla="*/ 9319936 h 9456078"/>
              <a:gd name="connsiteX26" fmla="*/ 2005183 w 13940157"/>
              <a:gd name="connsiteY26" fmla="*/ 9308509 h 9456078"/>
              <a:gd name="connsiteX27" fmla="*/ 2052699 w 13940157"/>
              <a:gd name="connsiteY27" fmla="*/ 9296635 h 9456078"/>
              <a:gd name="connsiteX28" fmla="*/ 2100079 w 13940157"/>
              <a:gd name="connsiteY28" fmla="*/ 9284315 h 9456078"/>
              <a:gd name="connsiteX29" fmla="*/ 2147317 w 13940157"/>
              <a:gd name="connsiteY29" fmla="*/ 9271550 h 9456078"/>
              <a:gd name="connsiteX30" fmla="*/ 2194412 w 13940157"/>
              <a:gd name="connsiteY30" fmla="*/ 9258342 h 9456078"/>
              <a:gd name="connsiteX31" fmla="*/ 2241360 w 13940157"/>
              <a:gd name="connsiteY31" fmla="*/ 9244693 h 9456078"/>
              <a:gd name="connsiteX32" fmla="*/ 2288159 w 13940157"/>
              <a:gd name="connsiteY32" fmla="*/ 9230604 h 9456078"/>
              <a:gd name="connsiteX33" fmla="*/ 2334805 w 13940157"/>
              <a:gd name="connsiteY33" fmla="*/ 9216076 h 9456078"/>
              <a:gd name="connsiteX34" fmla="*/ 2381295 w 13940157"/>
              <a:gd name="connsiteY34" fmla="*/ 9201111 h 9456078"/>
              <a:gd name="connsiteX35" fmla="*/ 2427627 w 13940157"/>
              <a:gd name="connsiteY35" fmla="*/ 9185710 h 9456078"/>
              <a:gd name="connsiteX36" fmla="*/ 2473797 w 13940157"/>
              <a:gd name="connsiteY36" fmla="*/ 9169876 h 9456078"/>
              <a:gd name="connsiteX37" fmla="*/ 2519802 w 13940157"/>
              <a:gd name="connsiteY37" fmla="*/ 9153608 h 9456078"/>
              <a:gd name="connsiteX38" fmla="*/ 2565640 w 13940157"/>
              <a:gd name="connsiteY38" fmla="*/ 9136910 h 9456078"/>
              <a:gd name="connsiteX39" fmla="*/ 2611307 w 13940157"/>
              <a:gd name="connsiteY39" fmla="*/ 9119782 h 9456078"/>
              <a:gd name="connsiteX40" fmla="*/ 2656800 w 13940157"/>
              <a:gd name="connsiteY40" fmla="*/ 9102226 h 9456078"/>
              <a:gd name="connsiteX41" fmla="*/ 2702116 w 13940157"/>
              <a:gd name="connsiteY41" fmla="*/ 9084243 h 9456078"/>
              <a:gd name="connsiteX42" fmla="*/ 2747253 w 13940157"/>
              <a:gd name="connsiteY42" fmla="*/ 9065835 h 9456078"/>
              <a:gd name="connsiteX43" fmla="*/ 2792207 w 13940157"/>
              <a:gd name="connsiteY43" fmla="*/ 9047004 h 9456078"/>
              <a:gd name="connsiteX44" fmla="*/ 2836975 w 13940157"/>
              <a:gd name="connsiteY44" fmla="*/ 9027750 h 9456078"/>
              <a:gd name="connsiteX45" fmla="*/ 2881555 w 13940157"/>
              <a:gd name="connsiteY45" fmla="*/ 9008075 h 9456078"/>
              <a:gd name="connsiteX46" fmla="*/ 2925942 w 13940157"/>
              <a:gd name="connsiteY46" fmla="*/ 8987981 h 9456078"/>
              <a:gd name="connsiteX47" fmla="*/ 2970135 w 13940157"/>
              <a:gd name="connsiteY47" fmla="*/ 8967470 h 9456078"/>
              <a:gd name="connsiteX48" fmla="*/ 3014130 w 13940157"/>
              <a:gd name="connsiteY48" fmla="*/ 8946542 h 9456078"/>
              <a:gd name="connsiteX49" fmla="*/ 3057924 w 13940157"/>
              <a:gd name="connsiteY49" fmla="*/ 8925199 h 9456078"/>
              <a:gd name="connsiteX50" fmla="*/ 3101514 w 13940157"/>
              <a:gd name="connsiteY50" fmla="*/ 8903443 h 9456078"/>
              <a:gd name="connsiteX51" fmla="*/ 3144898 w 13940157"/>
              <a:gd name="connsiteY51" fmla="*/ 8881275 h 9456078"/>
              <a:gd name="connsiteX52" fmla="*/ 3188071 w 13940157"/>
              <a:gd name="connsiteY52" fmla="*/ 8858697 h 9456078"/>
              <a:gd name="connsiteX53" fmla="*/ 3231032 w 13940157"/>
              <a:gd name="connsiteY53" fmla="*/ 8835710 h 9456078"/>
              <a:gd name="connsiteX54" fmla="*/ 3273777 w 13940157"/>
              <a:gd name="connsiteY54" fmla="*/ 8812316 h 9456078"/>
              <a:gd name="connsiteX55" fmla="*/ 3316303 w 13940157"/>
              <a:gd name="connsiteY55" fmla="*/ 8788516 h 9456078"/>
              <a:gd name="connsiteX56" fmla="*/ 3358607 w 13940157"/>
              <a:gd name="connsiteY56" fmla="*/ 8764311 h 9456078"/>
              <a:gd name="connsiteX57" fmla="*/ 3400686 w 13940157"/>
              <a:gd name="connsiteY57" fmla="*/ 8739704 h 9456078"/>
              <a:gd name="connsiteX58" fmla="*/ 3442537 w 13940157"/>
              <a:gd name="connsiteY58" fmla="*/ 8714695 h 9456078"/>
              <a:gd name="connsiteX59" fmla="*/ 3484157 w 13940157"/>
              <a:gd name="connsiteY59" fmla="*/ 8689286 h 9456078"/>
              <a:gd name="connsiteX60" fmla="*/ 3525543 w 13940157"/>
              <a:gd name="connsiteY60" fmla="*/ 8663479 h 9456078"/>
              <a:gd name="connsiteX61" fmla="*/ 3566693 w 13940157"/>
              <a:gd name="connsiteY61" fmla="*/ 8637274 h 9456078"/>
              <a:gd name="connsiteX62" fmla="*/ 3607602 w 13940157"/>
              <a:gd name="connsiteY62" fmla="*/ 8610675 h 9456078"/>
              <a:gd name="connsiteX63" fmla="*/ 3648268 w 13940157"/>
              <a:gd name="connsiteY63" fmla="*/ 8583681 h 9456078"/>
              <a:gd name="connsiteX64" fmla="*/ 3688689 w 13940157"/>
              <a:gd name="connsiteY64" fmla="*/ 8556295 h 9456078"/>
              <a:gd name="connsiteX65" fmla="*/ 3728860 w 13940157"/>
              <a:gd name="connsiteY65" fmla="*/ 8528517 h 9456078"/>
              <a:gd name="connsiteX66" fmla="*/ 3768779 w 13940157"/>
              <a:gd name="connsiteY66" fmla="*/ 8500351 h 9456078"/>
              <a:gd name="connsiteX67" fmla="*/ 3808443 w 13940157"/>
              <a:gd name="connsiteY67" fmla="*/ 8471796 h 9456078"/>
              <a:gd name="connsiteX68" fmla="*/ 3847849 w 13940157"/>
              <a:gd name="connsiteY68" fmla="*/ 8442854 h 9456078"/>
              <a:gd name="connsiteX69" fmla="*/ 3886994 w 13940157"/>
              <a:gd name="connsiteY69" fmla="*/ 8413528 h 9456078"/>
              <a:gd name="connsiteX70" fmla="*/ 3925875 w 13940157"/>
              <a:gd name="connsiteY70" fmla="*/ 8383818 h 9456078"/>
              <a:gd name="connsiteX71" fmla="*/ 3964489 w 13940157"/>
              <a:gd name="connsiteY71" fmla="*/ 8353726 h 9456078"/>
              <a:gd name="connsiteX72" fmla="*/ 4002833 w 13940157"/>
              <a:gd name="connsiteY72" fmla="*/ 8323253 h 9456078"/>
              <a:gd name="connsiteX73" fmla="*/ 4040904 w 13940157"/>
              <a:gd name="connsiteY73" fmla="*/ 8292401 h 9456078"/>
              <a:gd name="connsiteX74" fmla="*/ 4078699 w 13940157"/>
              <a:gd name="connsiteY74" fmla="*/ 8261172 h 9456078"/>
              <a:gd name="connsiteX75" fmla="*/ 4116214 w 13940157"/>
              <a:gd name="connsiteY75" fmla="*/ 8229566 h 9456078"/>
              <a:gd name="connsiteX76" fmla="*/ 4153447 w 13940157"/>
              <a:gd name="connsiteY76" fmla="*/ 8197585 h 9456078"/>
              <a:gd name="connsiteX77" fmla="*/ 4190395 w 13940157"/>
              <a:gd name="connsiteY77" fmla="*/ 8165232 h 9456078"/>
              <a:gd name="connsiteX78" fmla="*/ 4227055 w 13940157"/>
              <a:gd name="connsiteY78" fmla="*/ 8132507 h 9456078"/>
              <a:gd name="connsiteX79" fmla="*/ 4263424 w 13940157"/>
              <a:gd name="connsiteY79" fmla="*/ 8099411 h 9456078"/>
              <a:gd name="connsiteX80" fmla="*/ 4299499 w 13940157"/>
              <a:gd name="connsiteY80" fmla="*/ 8065947 h 9456078"/>
              <a:gd name="connsiteX81" fmla="*/ 4335276 w 13940157"/>
              <a:gd name="connsiteY81" fmla="*/ 8032115 h 9456078"/>
              <a:gd name="connsiteX82" fmla="*/ 4370753 w 13940157"/>
              <a:gd name="connsiteY82" fmla="*/ 7997918 h 9456078"/>
              <a:gd name="connsiteX83" fmla="*/ 4405927 w 13940157"/>
              <a:gd name="connsiteY83" fmla="*/ 7963356 h 9456078"/>
              <a:gd name="connsiteX84" fmla="*/ 4440795 w 13940157"/>
              <a:gd name="connsiteY84" fmla="*/ 7928432 h 9456078"/>
              <a:gd name="connsiteX85" fmla="*/ 4475354 w 13940157"/>
              <a:gd name="connsiteY85" fmla="*/ 7893146 h 9456078"/>
              <a:gd name="connsiteX86" fmla="*/ 4509600 w 13940157"/>
              <a:gd name="connsiteY86" fmla="*/ 7857501 h 9456078"/>
              <a:gd name="connsiteX87" fmla="*/ 4543531 w 13940157"/>
              <a:gd name="connsiteY87" fmla="*/ 7821497 h 9456078"/>
              <a:gd name="connsiteX88" fmla="*/ 4577143 w 13940157"/>
              <a:gd name="connsiteY88" fmla="*/ 7785136 h 9456078"/>
              <a:gd name="connsiteX89" fmla="*/ 4610435 w 13940157"/>
              <a:gd name="connsiteY89" fmla="*/ 7748420 h 9456078"/>
              <a:gd name="connsiteX90" fmla="*/ 4643402 w 13940157"/>
              <a:gd name="connsiteY90" fmla="*/ 7711350 h 9456078"/>
              <a:gd name="connsiteX91" fmla="*/ 4676042 w 13940157"/>
              <a:gd name="connsiteY91" fmla="*/ 7673928 h 9456078"/>
              <a:gd name="connsiteX92" fmla="*/ 4708351 w 13940157"/>
              <a:gd name="connsiteY92" fmla="*/ 7636155 h 9456078"/>
              <a:gd name="connsiteX93" fmla="*/ 4740327 w 13940157"/>
              <a:gd name="connsiteY93" fmla="*/ 7598032 h 9456078"/>
              <a:gd name="connsiteX94" fmla="*/ 4771967 w 13940157"/>
              <a:gd name="connsiteY94" fmla="*/ 7559561 h 9456078"/>
              <a:gd name="connsiteX95" fmla="*/ 4803267 w 13940157"/>
              <a:gd name="connsiteY95" fmla="*/ 7520744 h 9456078"/>
              <a:gd name="connsiteX96" fmla="*/ 4834225 w 13940157"/>
              <a:gd name="connsiteY96" fmla="*/ 7481582 h 9456078"/>
              <a:gd name="connsiteX97" fmla="*/ 4864838 w 13940157"/>
              <a:gd name="connsiteY97" fmla="*/ 7442077 h 9456078"/>
              <a:gd name="connsiteX98" fmla="*/ 8803671 w 13940157"/>
              <a:gd name="connsiteY98" fmla="*/ 2307814 h 9456078"/>
              <a:gd name="connsiteX99" fmla="*/ 8834262 w 13940157"/>
              <a:gd name="connsiteY99" fmla="*/ 2268285 h 9456078"/>
              <a:gd name="connsiteX100" fmla="*/ 8865156 w 13940157"/>
              <a:gd name="connsiteY100" fmla="*/ 2229056 h 9456078"/>
              <a:gd name="connsiteX101" fmla="*/ 8896349 w 13940157"/>
              <a:gd name="connsiteY101" fmla="*/ 2190127 h 9456078"/>
              <a:gd name="connsiteX102" fmla="*/ 8927839 w 13940157"/>
              <a:gd name="connsiteY102" fmla="*/ 2151500 h 9456078"/>
              <a:gd name="connsiteX103" fmla="*/ 8959624 w 13940157"/>
              <a:gd name="connsiteY103" fmla="*/ 2113176 h 9456078"/>
              <a:gd name="connsiteX104" fmla="*/ 8991701 w 13940157"/>
              <a:gd name="connsiteY104" fmla="*/ 2075157 h 9456078"/>
              <a:gd name="connsiteX105" fmla="*/ 9024069 w 13940157"/>
              <a:gd name="connsiteY105" fmla="*/ 2037442 h 9456078"/>
              <a:gd name="connsiteX106" fmla="*/ 9056725 w 13940157"/>
              <a:gd name="connsiteY106" fmla="*/ 2000034 h 9456078"/>
              <a:gd name="connsiteX107" fmla="*/ 9089667 w 13940157"/>
              <a:gd name="connsiteY107" fmla="*/ 1962934 h 9456078"/>
              <a:gd name="connsiteX108" fmla="*/ 9122892 w 13940157"/>
              <a:gd name="connsiteY108" fmla="*/ 1926142 h 9456078"/>
              <a:gd name="connsiteX109" fmla="*/ 9156398 w 13940157"/>
              <a:gd name="connsiteY109" fmla="*/ 1889660 h 9456078"/>
              <a:gd name="connsiteX110" fmla="*/ 9190183 w 13940157"/>
              <a:gd name="connsiteY110" fmla="*/ 1853489 h 9456078"/>
              <a:gd name="connsiteX111" fmla="*/ 9224245 w 13940157"/>
              <a:gd name="connsiteY111" fmla="*/ 1817630 h 9456078"/>
              <a:gd name="connsiteX112" fmla="*/ 9258581 w 13940157"/>
              <a:gd name="connsiteY112" fmla="*/ 1782084 h 9456078"/>
              <a:gd name="connsiteX113" fmla="*/ 9293189 w 13940157"/>
              <a:gd name="connsiteY113" fmla="*/ 1746853 h 9456078"/>
              <a:gd name="connsiteX114" fmla="*/ 9328066 w 13940157"/>
              <a:gd name="connsiteY114" fmla="*/ 1711937 h 9456078"/>
              <a:gd name="connsiteX115" fmla="*/ 9363211 w 13940157"/>
              <a:gd name="connsiteY115" fmla="*/ 1677337 h 9456078"/>
              <a:gd name="connsiteX116" fmla="*/ 9398621 w 13940157"/>
              <a:gd name="connsiteY116" fmla="*/ 1643056 h 9456078"/>
              <a:gd name="connsiteX117" fmla="*/ 9434294 w 13940157"/>
              <a:gd name="connsiteY117" fmla="*/ 1609093 h 9456078"/>
              <a:gd name="connsiteX118" fmla="*/ 9470227 w 13940157"/>
              <a:gd name="connsiteY118" fmla="*/ 1575450 h 9456078"/>
              <a:gd name="connsiteX119" fmla="*/ 9506418 w 13940157"/>
              <a:gd name="connsiteY119" fmla="*/ 1542128 h 9456078"/>
              <a:gd name="connsiteX120" fmla="*/ 9542866 w 13940157"/>
              <a:gd name="connsiteY120" fmla="*/ 1509129 h 9456078"/>
              <a:gd name="connsiteX121" fmla="*/ 9579567 w 13940157"/>
              <a:gd name="connsiteY121" fmla="*/ 1476452 h 9456078"/>
              <a:gd name="connsiteX122" fmla="*/ 9616519 w 13940157"/>
              <a:gd name="connsiteY122" fmla="*/ 1444101 h 9456078"/>
              <a:gd name="connsiteX123" fmla="*/ 9653720 w 13940157"/>
              <a:gd name="connsiteY123" fmla="*/ 1412075 h 9456078"/>
              <a:gd name="connsiteX124" fmla="*/ 9691168 w 13940157"/>
              <a:gd name="connsiteY124" fmla="*/ 1380375 h 9456078"/>
              <a:gd name="connsiteX125" fmla="*/ 9728861 w 13940157"/>
              <a:gd name="connsiteY125" fmla="*/ 1349004 h 9456078"/>
              <a:gd name="connsiteX126" fmla="*/ 9766795 w 13940157"/>
              <a:gd name="connsiteY126" fmla="*/ 1317962 h 9456078"/>
              <a:gd name="connsiteX127" fmla="*/ 9804970 w 13940157"/>
              <a:gd name="connsiteY127" fmla="*/ 1287250 h 9456078"/>
              <a:gd name="connsiteX128" fmla="*/ 9843382 w 13940157"/>
              <a:gd name="connsiteY128" fmla="*/ 1256869 h 9456078"/>
              <a:gd name="connsiteX129" fmla="*/ 9882029 w 13940157"/>
              <a:gd name="connsiteY129" fmla="*/ 1226820 h 9456078"/>
              <a:gd name="connsiteX130" fmla="*/ 9920909 w 13940157"/>
              <a:gd name="connsiteY130" fmla="*/ 1197105 h 9456078"/>
              <a:gd name="connsiteX131" fmla="*/ 9960020 w 13940157"/>
              <a:gd name="connsiteY131" fmla="*/ 1167725 h 9456078"/>
              <a:gd name="connsiteX132" fmla="*/ 9999359 w 13940157"/>
              <a:gd name="connsiteY132" fmla="*/ 1138681 h 9456078"/>
              <a:gd name="connsiteX133" fmla="*/ 10038924 w 13940157"/>
              <a:gd name="connsiteY133" fmla="*/ 1109974 h 9456078"/>
              <a:gd name="connsiteX134" fmla="*/ 10078713 w 13940157"/>
              <a:gd name="connsiteY134" fmla="*/ 1081604 h 9456078"/>
              <a:gd name="connsiteX135" fmla="*/ 10118724 w 13940157"/>
              <a:gd name="connsiteY135" fmla="*/ 1053574 h 9456078"/>
              <a:gd name="connsiteX136" fmla="*/ 10158954 w 13940157"/>
              <a:gd name="connsiteY136" fmla="*/ 1025884 h 9456078"/>
              <a:gd name="connsiteX137" fmla="*/ 10199400 w 13940157"/>
              <a:gd name="connsiteY137" fmla="*/ 998536 h 9456078"/>
              <a:gd name="connsiteX138" fmla="*/ 10240062 w 13940157"/>
              <a:gd name="connsiteY138" fmla="*/ 971530 h 9456078"/>
              <a:gd name="connsiteX139" fmla="*/ 10280935 w 13940157"/>
              <a:gd name="connsiteY139" fmla="*/ 944868 h 9456078"/>
              <a:gd name="connsiteX140" fmla="*/ 10322019 w 13940157"/>
              <a:gd name="connsiteY140" fmla="*/ 918551 h 9456078"/>
              <a:gd name="connsiteX141" fmla="*/ 10363310 w 13940157"/>
              <a:gd name="connsiteY141" fmla="*/ 892580 h 9456078"/>
              <a:gd name="connsiteX142" fmla="*/ 10404807 w 13940157"/>
              <a:gd name="connsiteY142" fmla="*/ 866956 h 9456078"/>
              <a:gd name="connsiteX143" fmla="*/ 10446507 w 13940157"/>
              <a:gd name="connsiteY143" fmla="*/ 841681 h 9456078"/>
              <a:gd name="connsiteX144" fmla="*/ 10488408 w 13940157"/>
              <a:gd name="connsiteY144" fmla="*/ 816754 h 9456078"/>
              <a:gd name="connsiteX145" fmla="*/ 10530507 w 13940157"/>
              <a:gd name="connsiteY145" fmla="*/ 792179 h 9456078"/>
              <a:gd name="connsiteX146" fmla="*/ 10572803 w 13940157"/>
              <a:gd name="connsiteY146" fmla="*/ 767955 h 9456078"/>
              <a:gd name="connsiteX147" fmla="*/ 10615292 w 13940157"/>
              <a:gd name="connsiteY147" fmla="*/ 744083 h 9456078"/>
              <a:gd name="connsiteX148" fmla="*/ 10657973 w 13940157"/>
              <a:gd name="connsiteY148" fmla="*/ 720566 h 9456078"/>
              <a:gd name="connsiteX149" fmla="*/ 10700844 w 13940157"/>
              <a:gd name="connsiteY149" fmla="*/ 697404 h 9456078"/>
              <a:gd name="connsiteX150" fmla="*/ 10743902 w 13940157"/>
              <a:gd name="connsiteY150" fmla="*/ 674598 h 9456078"/>
              <a:gd name="connsiteX151" fmla="*/ 10787144 w 13940157"/>
              <a:gd name="connsiteY151" fmla="*/ 652149 h 9456078"/>
              <a:gd name="connsiteX152" fmla="*/ 10830569 w 13940157"/>
              <a:gd name="connsiteY152" fmla="*/ 630059 h 9456078"/>
              <a:gd name="connsiteX153" fmla="*/ 10874174 w 13940157"/>
              <a:gd name="connsiteY153" fmla="*/ 608328 h 9456078"/>
              <a:gd name="connsiteX154" fmla="*/ 10917957 w 13940157"/>
              <a:gd name="connsiteY154" fmla="*/ 586958 h 9456078"/>
              <a:gd name="connsiteX155" fmla="*/ 10961916 w 13940157"/>
              <a:gd name="connsiteY155" fmla="*/ 565950 h 9456078"/>
              <a:gd name="connsiteX156" fmla="*/ 11006048 w 13940157"/>
              <a:gd name="connsiteY156" fmla="*/ 545304 h 9456078"/>
              <a:gd name="connsiteX157" fmla="*/ 11050351 w 13940157"/>
              <a:gd name="connsiteY157" fmla="*/ 525023 h 9456078"/>
              <a:gd name="connsiteX158" fmla="*/ 11094823 w 13940157"/>
              <a:gd name="connsiteY158" fmla="*/ 505107 h 9456078"/>
              <a:gd name="connsiteX159" fmla="*/ 11139461 w 13940157"/>
              <a:gd name="connsiteY159" fmla="*/ 485558 h 9456078"/>
              <a:gd name="connsiteX160" fmla="*/ 11184263 w 13940157"/>
              <a:gd name="connsiteY160" fmla="*/ 466376 h 9456078"/>
              <a:gd name="connsiteX161" fmla="*/ 11229228 w 13940157"/>
              <a:gd name="connsiteY161" fmla="*/ 447563 h 9456078"/>
              <a:gd name="connsiteX162" fmla="*/ 11274351 w 13940157"/>
              <a:gd name="connsiteY162" fmla="*/ 429119 h 9456078"/>
              <a:gd name="connsiteX163" fmla="*/ 11319632 w 13940157"/>
              <a:gd name="connsiteY163" fmla="*/ 411046 h 9456078"/>
              <a:gd name="connsiteX164" fmla="*/ 11365068 w 13940157"/>
              <a:gd name="connsiteY164" fmla="*/ 393346 h 9456078"/>
              <a:gd name="connsiteX165" fmla="*/ 11410657 w 13940157"/>
              <a:gd name="connsiteY165" fmla="*/ 376018 h 9456078"/>
              <a:gd name="connsiteX166" fmla="*/ 11456396 w 13940157"/>
              <a:gd name="connsiteY166" fmla="*/ 359065 h 9456078"/>
              <a:gd name="connsiteX167" fmla="*/ 11502283 w 13940157"/>
              <a:gd name="connsiteY167" fmla="*/ 342487 h 9456078"/>
              <a:gd name="connsiteX168" fmla="*/ 11548316 w 13940157"/>
              <a:gd name="connsiteY168" fmla="*/ 326286 h 9456078"/>
              <a:gd name="connsiteX169" fmla="*/ 11594492 w 13940157"/>
              <a:gd name="connsiteY169" fmla="*/ 310462 h 9456078"/>
              <a:gd name="connsiteX170" fmla="*/ 11640810 w 13940157"/>
              <a:gd name="connsiteY170" fmla="*/ 295018 h 9456078"/>
              <a:gd name="connsiteX171" fmla="*/ 11687267 w 13940157"/>
              <a:gd name="connsiteY171" fmla="*/ 279953 h 9456078"/>
              <a:gd name="connsiteX172" fmla="*/ 11733860 w 13940157"/>
              <a:gd name="connsiteY172" fmla="*/ 265269 h 9456078"/>
              <a:gd name="connsiteX173" fmla="*/ 11780587 w 13940157"/>
              <a:gd name="connsiteY173" fmla="*/ 250968 h 9456078"/>
              <a:gd name="connsiteX174" fmla="*/ 11827447 w 13940157"/>
              <a:gd name="connsiteY174" fmla="*/ 237049 h 9456078"/>
              <a:gd name="connsiteX175" fmla="*/ 11874436 w 13940157"/>
              <a:gd name="connsiteY175" fmla="*/ 223516 h 9456078"/>
              <a:gd name="connsiteX176" fmla="*/ 11921553 w 13940157"/>
              <a:gd name="connsiteY176" fmla="*/ 210368 h 9456078"/>
              <a:gd name="connsiteX177" fmla="*/ 11968794 w 13940157"/>
              <a:gd name="connsiteY177" fmla="*/ 197606 h 9456078"/>
              <a:gd name="connsiteX178" fmla="*/ 12016159 w 13940157"/>
              <a:gd name="connsiteY178" fmla="*/ 185233 h 9456078"/>
              <a:gd name="connsiteX179" fmla="*/ 12063644 w 13940157"/>
              <a:gd name="connsiteY179" fmla="*/ 173248 h 9456078"/>
              <a:gd name="connsiteX180" fmla="*/ 12111248 w 13940157"/>
              <a:gd name="connsiteY180" fmla="*/ 161654 h 9456078"/>
              <a:gd name="connsiteX181" fmla="*/ 12158967 w 13940157"/>
              <a:gd name="connsiteY181" fmla="*/ 150451 h 9456078"/>
              <a:gd name="connsiteX182" fmla="*/ 12206800 w 13940157"/>
              <a:gd name="connsiteY182" fmla="*/ 139640 h 9456078"/>
              <a:gd name="connsiteX183" fmla="*/ 12254745 w 13940157"/>
              <a:gd name="connsiteY183" fmla="*/ 129223 h 9456078"/>
              <a:gd name="connsiteX184" fmla="*/ 12302799 w 13940157"/>
              <a:gd name="connsiteY184" fmla="*/ 119201 h 9456078"/>
              <a:gd name="connsiteX185" fmla="*/ 12350959 w 13940157"/>
              <a:gd name="connsiteY185" fmla="*/ 109574 h 9456078"/>
              <a:gd name="connsiteX186" fmla="*/ 12399224 w 13940157"/>
              <a:gd name="connsiteY186" fmla="*/ 100344 h 9456078"/>
              <a:gd name="connsiteX187" fmla="*/ 12447591 w 13940157"/>
              <a:gd name="connsiteY187" fmla="*/ 91512 h 9456078"/>
              <a:gd name="connsiteX188" fmla="*/ 12496058 w 13940157"/>
              <a:gd name="connsiteY188" fmla="*/ 83080 h 9456078"/>
              <a:gd name="connsiteX189" fmla="*/ 12544623 w 13940157"/>
              <a:gd name="connsiteY189" fmla="*/ 75047 h 9456078"/>
              <a:gd name="connsiteX190" fmla="*/ 12593283 w 13940157"/>
              <a:gd name="connsiteY190" fmla="*/ 67417 h 9456078"/>
              <a:gd name="connsiteX191" fmla="*/ 12642036 w 13940157"/>
              <a:gd name="connsiteY191" fmla="*/ 60188 h 9456078"/>
              <a:gd name="connsiteX192" fmla="*/ 12690879 w 13940157"/>
              <a:gd name="connsiteY192" fmla="*/ 53364 h 9456078"/>
              <a:gd name="connsiteX193" fmla="*/ 12739811 w 13940157"/>
              <a:gd name="connsiteY193" fmla="*/ 46944 h 9456078"/>
              <a:gd name="connsiteX194" fmla="*/ 12788830 w 13940157"/>
              <a:gd name="connsiteY194" fmla="*/ 40931 h 9456078"/>
              <a:gd name="connsiteX195" fmla="*/ 12837932 w 13940157"/>
              <a:gd name="connsiteY195" fmla="*/ 35324 h 9456078"/>
              <a:gd name="connsiteX196" fmla="*/ 12887116 w 13940157"/>
              <a:gd name="connsiteY196" fmla="*/ 30126 h 9456078"/>
              <a:gd name="connsiteX197" fmla="*/ 12936379 w 13940157"/>
              <a:gd name="connsiteY197" fmla="*/ 25337 h 9456078"/>
              <a:gd name="connsiteX198" fmla="*/ 12985719 w 13940157"/>
              <a:gd name="connsiteY198" fmla="*/ 20958 h 9456078"/>
              <a:gd name="connsiteX199" fmla="*/ 13035133 w 13940157"/>
              <a:gd name="connsiteY199" fmla="*/ 16991 h 9456078"/>
              <a:gd name="connsiteX200" fmla="*/ 13084620 w 13940157"/>
              <a:gd name="connsiteY200" fmla="*/ 13437 h 9456078"/>
              <a:gd name="connsiteX201" fmla="*/ 13134178 w 13940157"/>
              <a:gd name="connsiteY201" fmla="*/ 10297 h 9456078"/>
              <a:gd name="connsiteX202" fmla="*/ 13183803 w 13940157"/>
              <a:gd name="connsiteY202" fmla="*/ 7572 h 9456078"/>
              <a:gd name="connsiteX203" fmla="*/ 13233493 w 13940157"/>
              <a:gd name="connsiteY203" fmla="*/ 5263 h 9456078"/>
              <a:gd name="connsiteX204" fmla="*/ 13283247 w 13940157"/>
              <a:gd name="connsiteY204" fmla="*/ 3371 h 9456078"/>
              <a:gd name="connsiteX205" fmla="*/ 13333061 w 13940157"/>
              <a:gd name="connsiteY205" fmla="*/ 1898 h 9456078"/>
              <a:gd name="connsiteX206" fmla="*/ 13382934 w 13940157"/>
              <a:gd name="connsiteY206" fmla="*/ 844 h 9456078"/>
              <a:gd name="connsiteX207" fmla="*/ 13432864 w 13940157"/>
              <a:gd name="connsiteY207" fmla="*/ 211 h 9456078"/>
              <a:gd name="connsiteX208" fmla="*/ 13482847 w 13940157"/>
              <a:gd name="connsiteY208" fmla="*/ 0 h 9456078"/>
              <a:gd name="connsiteX209" fmla="*/ 13940158 w 13940157"/>
              <a:gd name="connsiteY209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49234 w 13158799"/>
              <a:gd name="connsiteY5" fmla="*/ 9450052 h 9456078"/>
              <a:gd name="connsiteX6" fmla="*/ 298870 w 13158799"/>
              <a:gd name="connsiteY6" fmla="*/ 9447409 h 9456078"/>
              <a:gd name="connsiteX7" fmla="*/ 348429 w 13158799"/>
              <a:gd name="connsiteY7" fmla="*/ 9444290 h 9456078"/>
              <a:gd name="connsiteX8" fmla="*/ 397907 w 13158799"/>
              <a:gd name="connsiteY8" fmla="*/ 9440698 h 9456078"/>
              <a:gd name="connsiteX9" fmla="*/ 447302 w 13158799"/>
              <a:gd name="connsiteY9" fmla="*/ 9436632 h 9456078"/>
              <a:gd name="connsiteX10" fmla="*/ 496610 w 13158799"/>
              <a:gd name="connsiteY10" fmla="*/ 9432096 h 9456078"/>
              <a:gd name="connsiteX11" fmla="*/ 545829 w 13158799"/>
              <a:gd name="connsiteY11" fmla="*/ 9427089 h 9456078"/>
              <a:gd name="connsiteX12" fmla="*/ 594956 w 13158799"/>
              <a:gd name="connsiteY12" fmla="*/ 9421615 h 9456078"/>
              <a:gd name="connsiteX13" fmla="*/ 643987 w 13158799"/>
              <a:gd name="connsiteY13" fmla="*/ 9415673 h 9456078"/>
              <a:gd name="connsiteX14" fmla="*/ 692920 w 13158799"/>
              <a:gd name="connsiteY14" fmla="*/ 9409267 h 9456078"/>
              <a:gd name="connsiteX15" fmla="*/ 741751 w 13158799"/>
              <a:gd name="connsiteY15" fmla="*/ 9402396 h 9456078"/>
              <a:gd name="connsiteX16" fmla="*/ 790478 w 13158799"/>
              <a:gd name="connsiteY16" fmla="*/ 9395063 h 9456078"/>
              <a:gd name="connsiteX17" fmla="*/ 839098 w 13158799"/>
              <a:gd name="connsiteY17" fmla="*/ 9387270 h 9456078"/>
              <a:gd name="connsiteX18" fmla="*/ 887607 w 13158799"/>
              <a:gd name="connsiteY18" fmla="*/ 9379017 h 9456078"/>
              <a:gd name="connsiteX19" fmla="*/ 936002 w 13158799"/>
              <a:gd name="connsiteY19" fmla="*/ 9370306 h 9456078"/>
              <a:gd name="connsiteX20" fmla="*/ 984281 w 13158799"/>
              <a:gd name="connsiteY20" fmla="*/ 9361139 h 9456078"/>
              <a:gd name="connsiteX21" fmla="*/ 1032440 w 13158799"/>
              <a:gd name="connsiteY21" fmla="*/ 9351517 h 9456078"/>
              <a:gd name="connsiteX22" fmla="*/ 1080477 w 13158799"/>
              <a:gd name="connsiteY22" fmla="*/ 9341441 h 9456078"/>
              <a:gd name="connsiteX23" fmla="*/ 1128389 w 13158799"/>
              <a:gd name="connsiteY23" fmla="*/ 9330914 h 9456078"/>
              <a:gd name="connsiteX24" fmla="*/ 1176172 w 13158799"/>
              <a:gd name="connsiteY24" fmla="*/ 9319936 h 9456078"/>
              <a:gd name="connsiteX25" fmla="*/ 1223823 w 13158799"/>
              <a:gd name="connsiteY25" fmla="*/ 9308509 h 9456078"/>
              <a:gd name="connsiteX26" fmla="*/ 1271339 w 13158799"/>
              <a:gd name="connsiteY26" fmla="*/ 9296635 h 9456078"/>
              <a:gd name="connsiteX27" fmla="*/ 1318719 w 13158799"/>
              <a:gd name="connsiteY27" fmla="*/ 9284315 h 9456078"/>
              <a:gd name="connsiteX28" fmla="*/ 1365957 w 13158799"/>
              <a:gd name="connsiteY28" fmla="*/ 9271550 h 9456078"/>
              <a:gd name="connsiteX29" fmla="*/ 1413052 w 13158799"/>
              <a:gd name="connsiteY29" fmla="*/ 9258342 h 9456078"/>
              <a:gd name="connsiteX30" fmla="*/ 1460000 w 13158799"/>
              <a:gd name="connsiteY30" fmla="*/ 9244693 h 9456078"/>
              <a:gd name="connsiteX31" fmla="*/ 1506799 w 13158799"/>
              <a:gd name="connsiteY31" fmla="*/ 9230604 h 9456078"/>
              <a:gd name="connsiteX32" fmla="*/ 1553445 w 13158799"/>
              <a:gd name="connsiteY32" fmla="*/ 9216076 h 9456078"/>
              <a:gd name="connsiteX33" fmla="*/ 1599935 w 13158799"/>
              <a:gd name="connsiteY33" fmla="*/ 9201111 h 9456078"/>
              <a:gd name="connsiteX34" fmla="*/ 1646267 w 13158799"/>
              <a:gd name="connsiteY34" fmla="*/ 9185710 h 9456078"/>
              <a:gd name="connsiteX35" fmla="*/ 1692437 w 13158799"/>
              <a:gd name="connsiteY35" fmla="*/ 9169876 h 9456078"/>
              <a:gd name="connsiteX36" fmla="*/ 1738442 w 13158799"/>
              <a:gd name="connsiteY36" fmla="*/ 9153608 h 9456078"/>
              <a:gd name="connsiteX37" fmla="*/ 1784280 w 13158799"/>
              <a:gd name="connsiteY37" fmla="*/ 9136910 h 9456078"/>
              <a:gd name="connsiteX38" fmla="*/ 1829947 w 13158799"/>
              <a:gd name="connsiteY38" fmla="*/ 9119782 h 9456078"/>
              <a:gd name="connsiteX39" fmla="*/ 1875440 w 13158799"/>
              <a:gd name="connsiteY39" fmla="*/ 9102226 h 9456078"/>
              <a:gd name="connsiteX40" fmla="*/ 1920756 w 13158799"/>
              <a:gd name="connsiteY40" fmla="*/ 9084243 h 9456078"/>
              <a:gd name="connsiteX41" fmla="*/ 1965893 w 13158799"/>
              <a:gd name="connsiteY41" fmla="*/ 9065835 h 9456078"/>
              <a:gd name="connsiteX42" fmla="*/ 2010847 w 13158799"/>
              <a:gd name="connsiteY42" fmla="*/ 9047004 h 9456078"/>
              <a:gd name="connsiteX43" fmla="*/ 2055615 w 13158799"/>
              <a:gd name="connsiteY43" fmla="*/ 9027750 h 9456078"/>
              <a:gd name="connsiteX44" fmla="*/ 2100195 w 13158799"/>
              <a:gd name="connsiteY44" fmla="*/ 9008075 h 9456078"/>
              <a:gd name="connsiteX45" fmla="*/ 2144582 w 13158799"/>
              <a:gd name="connsiteY45" fmla="*/ 8987981 h 9456078"/>
              <a:gd name="connsiteX46" fmla="*/ 2188775 w 13158799"/>
              <a:gd name="connsiteY46" fmla="*/ 8967470 h 9456078"/>
              <a:gd name="connsiteX47" fmla="*/ 2232770 w 13158799"/>
              <a:gd name="connsiteY47" fmla="*/ 8946542 h 9456078"/>
              <a:gd name="connsiteX48" fmla="*/ 2276564 w 13158799"/>
              <a:gd name="connsiteY48" fmla="*/ 8925199 h 9456078"/>
              <a:gd name="connsiteX49" fmla="*/ 2320154 w 13158799"/>
              <a:gd name="connsiteY49" fmla="*/ 8903443 h 9456078"/>
              <a:gd name="connsiteX50" fmla="*/ 2363538 w 13158799"/>
              <a:gd name="connsiteY50" fmla="*/ 8881275 h 9456078"/>
              <a:gd name="connsiteX51" fmla="*/ 2406711 w 13158799"/>
              <a:gd name="connsiteY51" fmla="*/ 8858697 h 9456078"/>
              <a:gd name="connsiteX52" fmla="*/ 2449672 w 13158799"/>
              <a:gd name="connsiteY52" fmla="*/ 8835710 h 9456078"/>
              <a:gd name="connsiteX53" fmla="*/ 2492417 w 13158799"/>
              <a:gd name="connsiteY53" fmla="*/ 8812316 h 9456078"/>
              <a:gd name="connsiteX54" fmla="*/ 2534943 w 13158799"/>
              <a:gd name="connsiteY54" fmla="*/ 8788516 h 9456078"/>
              <a:gd name="connsiteX55" fmla="*/ 2577247 w 13158799"/>
              <a:gd name="connsiteY55" fmla="*/ 8764311 h 9456078"/>
              <a:gd name="connsiteX56" fmla="*/ 2619326 w 13158799"/>
              <a:gd name="connsiteY56" fmla="*/ 8739704 h 9456078"/>
              <a:gd name="connsiteX57" fmla="*/ 2661177 w 13158799"/>
              <a:gd name="connsiteY57" fmla="*/ 8714695 h 9456078"/>
              <a:gd name="connsiteX58" fmla="*/ 2702797 w 13158799"/>
              <a:gd name="connsiteY58" fmla="*/ 8689286 h 9456078"/>
              <a:gd name="connsiteX59" fmla="*/ 2744183 w 13158799"/>
              <a:gd name="connsiteY59" fmla="*/ 8663479 h 9456078"/>
              <a:gd name="connsiteX60" fmla="*/ 2785333 w 13158799"/>
              <a:gd name="connsiteY60" fmla="*/ 8637274 h 9456078"/>
              <a:gd name="connsiteX61" fmla="*/ 2826242 w 13158799"/>
              <a:gd name="connsiteY61" fmla="*/ 8610675 h 9456078"/>
              <a:gd name="connsiteX62" fmla="*/ 2866908 w 13158799"/>
              <a:gd name="connsiteY62" fmla="*/ 8583681 h 9456078"/>
              <a:gd name="connsiteX63" fmla="*/ 2907329 w 13158799"/>
              <a:gd name="connsiteY63" fmla="*/ 8556295 h 9456078"/>
              <a:gd name="connsiteX64" fmla="*/ 2947500 w 13158799"/>
              <a:gd name="connsiteY64" fmla="*/ 8528517 h 9456078"/>
              <a:gd name="connsiteX65" fmla="*/ 2987419 w 13158799"/>
              <a:gd name="connsiteY65" fmla="*/ 8500351 h 9456078"/>
              <a:gd name="connsiteX66" fmla="*/ 3027083 w 13158799"/>
              <a:gd name="connsiteY66" fmla="*/ 8471796 h 9456078"/>
              <a:gd name="connsiteX67" fmla="*/ 3066489 w 13158799"/>
              <a:gd name="connsiteY67" fmla="*/ 8442854 h 9456078"/>
              <a:gd name="connsiteX68" fmla="*/ 3105634 w 13158799"/>
              <a:gd name="connsiteY68" fmla="*/ 8413528 h 9456078"/>
              <a:gd name="connsiteX69" fmla="*/ 3144515 w 13158799"/>
              <a:gd name="connsiteY69" fmla="*/ 8383818 h 9456078"/>
              <a:gd name="connsiteX70" fmla="*/ 3183129 w 13158799"/>
              <a:gd name="connsiteY70" fmla="*/ 8353726 h 9456078"/>
              <a:gd name="connsiteX71" fmla="*/ 3221473 w 13158799"/>
              <a:gd name="connsiteY71" fmla="*/ 8323253 h 9456078"/>
              <a:gd name="connsiteX72" fmla="*/ 3259544 w 13158799"/>
              <a:gd name="connsiteY72" fmla="*/ 8292401 h 9456078"/>
              <a:gd name="connsiteX73" fmla="*/ 3297339 w 13158799"/>
              <a:gd name="connsiteY73" fmla="*/ 8261172 h 9456078"/>
              <a:gd name="connsiteX74" fmla="*/ 3334854 w 13158799"/>
              <a:gd name="connsiteY74" fmla="*/ 8229566 h 9456078"/>
              <a:gd name="connsiteX75" fmla="*/ 3372087 w 13158799"/>
              <a:gd name="connsiteY75" fmla="*/ 8197585 h 9456078"/>
              <a:gd name="connsiteX76" fmla="*/ 3409035 w 13158799"/>
              <a:gd name="connsiteY76" fmla="*/ 8165232 h 9456078"/>
              <a:gd name="connsiteX77" fmla="*/ 3445695 w 13158799"/>
              <a:gd name="connsiteY77" fmla="*/ 8132507 h 9456078"/>
              <a:gd name="connsiteX78" fmla="*/ 3482064 w 13158799"/>
              <a:gd name="connsiteY78" fmla="*/ 8099411 h 9456078"/>
              <a:gd name="connsiteX79" fmla="*/ 3518139 w 13158799"/>
              <a:gd name="connsiteY79" fmla="*/ 8065947 h 9456078"/>
              <a:gd name="connsiteX80" fmla="*/ 3553916 w 13158799"/>
              <a:gd name="connsiteY80" fmla="*/ 8032115 h 9456078"/>
              <a:gd name="connsiteX81" fmla="*/ 3589393 w 13158799"/>
              <a:gd name="connsiteY81" fmla="*/ 7997918 h 9456078"/>
              <a:gd name="connsiteX82" fmla="*/ 3624567 w 13158799"/>
              <a:gd name="connsiteY82" fmla="*/ 7963356 h 9456078"/>
              <a:gd name="connsiteX83" fmla="*/ 3659435 w 13158799"/>
              <a:gd name="connsiteY83" fmla="*/ 7928432 h 9456078"/>
              <a:gd name="connsiteX84" fmla="*/ 3693994 w 13158799"/>
              <a:gd name="connsiteY84" fmla="*/ 7893146 h 9456078"/>
              <a:gd name="connsiteX85" fmla="*/ 3728240 w 13158799"/>
              <a:gd name="connsiteY85" fmla="*/ 7857501 h 9456078"/>
              <a:gd name="connsiteX86" fmla="*/ 3762171 w 13158799"/>
              <a:gd name="connsiteY86" fmla="*/ 7821497 h 9456078"/>
              <a:gd name="connsiteX87" fmla="*/ 3795783 w 13158799"/>
              <a:gd name="connsiteY87" fmla="*/ 7785136 h 9456078"/>
              <a:gd name="connsiteX88" fmla="*/ 3829075 w 13158799"/>
              <a:gd name="connsiteY88" fmla="*/ 7748420 h 9456078"/>
              <a:gd name="connsiteX89" fmla="*/ 3862042 w 13158799"/>
              <a:gd name="connsiteY89" fmla="*/ 7711350 h 9456078"/>
              <a:gd name="connsiteX90" fmla="*/ 3894682 w 13158799"/>
              <a:gd name="connsiteY90" fmla="*/ 7673928 h 9456078"/>
              <a:gd name="connsiteX91" fmla="*/ 3926991 w 13158799"/>
              <a:gd name="connsiteY91" fmla="*/ 7636155 h 9456078"/>
              <a:gd name="connsiteX92" fmla="*/ 3958967 w 13158799"/>
              <a:gd name="connsiteY92" fmla="*/ 7598032 h 9456078"/>
              <a:gd name="connsiteX93" fmla="*/ 3990607 w 13158799"/>
              <a:gd name="connsiteY93" fmla="*/ 7559561 h 9456078"/>
              <a:gd name="connsiteX94" fmla="*/ 4021907 w 13158799"/>
              <a:gd name="connsiteY94" fmla="*/ 7520744 h 9456078"/>
              <a:gd name="connsiteX95" fmla="*/ 4052865 w 13158799"/>
              <a:gd name="connsiteY95" fmla="*/ 7481582 h 9456078"/>
              <a:gd name="connsiteX96" fmla="*/ 4083478 w 13158799"/>
              <a:gd name="connsiteY96" fmla="*/ 7442077 h 9456078"/>
              <a:gd name="connsiteX97" fmla="*/ 8022311 w 13158799"/>
              <a:gd name="connsiteY97" fmla="*/ 2307814 h 9456078"/>
              <a:gd name="connsiteX98" fmla="*/ 8052902 w 13158799"/>
              <a:gd name="connsiteY98" fmla="*/ 2268285 h 9456078"/>
              <a:gd name="connsiteX99" fmla="*/ 8083796 w 13158799"/>
              <a:gd name="connsiteY99" fmla="*/ 2229056 h 9456078"/>
              <a:gd name="connsiteX100" fmla="*/ 8114989 w 13158799"/>
              <a:gd name="connsiteY100" fmla="*/ 2190127 h 9456078"/>
              <a:gd name="connsiteX101" fmla="*/ 8146479 w 13158799"/>
              <a:gd name="connsiteY101" fmla="*/ 2151500 h 9456078"/>
              <a:gd name="connsiteX102" fmla="*/ 8178264 w 13158799"/>
              <a:gd name="connsiteY102" fmla="*/ 2113176 h 9456078"/>
              <a:gd name="connsiteX103" fmla="*/ 8210341 w 13158799"/>
              <a:gd name="connsiteY103" fmla="*/ 2075157 h 9456078"/>
              <a:gd name="connsiteX104" fmla="*/ 8242709 w 13158799"/>
              <a:gd name="connsiteY104" fmla="*/ 2037442 h 9456078"/>
              <a:gd name="connsiteX105" fmla="*/ 8275365 w 13158799"/>
              <a:gd name="connsiteY105" fmla="*/ 2000034 h 9456078"/>
              <a:gd name="connsiteX106" fmla="*/ 8308307 w 13158799"/>
              <a:gd name="connsiteY106" fmla="*/ 1962934 h 9456078"/>
              <a:gd name="connsiteX107" fmla="*/ 8341532 w 13158799"/>
              <a:gd name="connsiteY107" fmla="*/ 1926142 h 9456078"/>
              <a:gd name="connsiteX108" fmla="*/ 8375038 w 13158799"/>
              <a:gd name="connsiteY108" fmla="*/ 1889660 h 9456078"/>
              <a:gd name="connsiteX109" fmla="*/ 8408823 w 13158799"/>
              <a:gd name="connsiteY109" fmla="*/ 1853489 h 9456078"/>
              <a:gd name="connsiteX110" fmla="*/ 8442885 w 13158799"/>
              <a:gd name="connsiteY110" fmla="*/ 1817630 h 9456078"/>
              <a:gd name="connsiteX111" fmla="*/ 8477221 w 13158799"/>
              <a:gd name="connsiteY111" fmla="*/ 1782084 h 9456078"/>
              <a:gd name="connsiteX112" fmla="*/ 8511829 w 13158799"/>
              <a:gd name="connsiteY112" fmla="*/ 1746853 h 9456078"/>
              <a:gd name="connsiteX113" fmla="*/ 8546706 w 13158799"/>
              <a:gd name="connsiteY113" fmla="*/ 1711937 h 9456078"/>
              <a:gd name="connsiteX114" fmla="*/ 8581851 w 13158799"/>
              <a:gd name="connsiteY114" fmla="*/ 1677337 h 9456078"/>
              <a:gd name="connsiteX115" fmla="*/ 8617261 w 13158799"/>
              <a:gd name="connsiteY115" fmla="*/ 1643056 h 9456078"/>
              <a:gd name="connsiteX116" fmla="*/ 8652934 w 13158799"/>
              <a:gd name="connsiteY116" fmla="*/ 1609093 h 9456078"/>
              <a:gd name="connsiteX117" fmla="*/ 8688867 w 13158799"/>
              <a:gd name="connsiteY117" fmla="*/ 1575450 h 9456078"/>
              <a:gd name="connsiteX118" fmla="*/ 8725058 w 13158799"/>
              <a:gd name="connsiteY118" fmla="*/ 1542128 h 9456078"/>
              <a:gd name="connsiteX119" fmla="*/ 8761506 w 13158799"/>
              <a:gd name="connsiteY119" fmla="*/ 1509129 h 9456078"/>
              <a:gd name="connsiteX120" fmla="*/ 8798207 w 13158799"/>
              <a:gd name="connsiteY120" fmla="*/ 1476452 h 9456078"/>
              <a:gd name="connsiteX121" fmla="*/ 8835159 w 13158799"/>
              <a:gd name="connsiteY121" fmla="*/ 1444101 h 9456078"/>
              <a:gd name="connsiteX122" fmla="*/ 8872360 w 13158799"/>
              <a:gd name="connsiteY122" fmla="*/ 1412075 h 9456078"/>
              <a:gd name="connsiteX123" fmla="*/ 8909808 w 13158799"/>
              <a:gd name="connsiteY123" fmla="*/ 1380375 h 9456078"/>
              <a:gd name="connsiteX124" fmla="*/ 8947501 w 13158799"/>
              <a:gd name="connsiteY124" fmla="*/ 1349004 h 9456078"/>
              <a:gd name="connsiteX125" fmla="*/ 8985435 w 13158799"/>
              <a:gd name="connsiteY125" fmla="*/ 1317962 h 9456078"/>
              <a:gd name="connsiteX126" fmla="*/ 9023610 w 13158799"/>
              <a:gd name="connsiteY126" fmla="*/ 1287250 h 9456078"/>
              <a:gd name="connsiteX127" fmla="*/ 9062022 w 13158799"/>
              <a:gd name="connsiteY127" fmla="*/ 1256869 h 9456078"/>
              <a:gd name="connsiteX128" fmla="*/ 9100669 w 13158799"/>
              <a:gd name="connsiteY128" fmla="*/ 1226820 h 9456078"/>
              <a:gd name="connsiteX129" fmla="*/ 9139549 w 13158799"/>
              <a:gd name="connsiteY129" fmla="*/ 1197105 h 9456078"/>
              <a:gd name="connsiteX130" fmla="*/ 9178660 w 13158799"/>
              <a:gd name="connsiteY130" fmla="*/ 1167725 h 9456078"/>
              <a:gd name="connsiteX131" fmla="*/ 9217999 w 13158799"/>
              <a:gd name="connsiteY131" fmla="*/ 1138681 h 9456078"/>
              <a:gd name="connsiteX132" fmla="*/ 9257564 w 13158799"/>
              <a:gd name="connsiteY132" fmla="*/ 1109974 h 9456078"/>
              <a:gd name="connsiteX133" fmla="*/ 9297353 w 13158799"/>
              <a:gd name="connsiteY133" fmla="*/ 1081604 h 9456078"/>
              <a:gd name="connsiteX134" fmla="*/ 9337364 w 13158799"/>
              <a:gd name="connsiteY134" fmla="*/ 1053574 h 9456078"/>
              <a:gd name="connsiteX135" fmla="*/ 9377594 w 13158799"/>
              <a:gd name="connsiteY135" fmla="*/ 1025884 h 9456078"/>
              <a:gd name="connsiteX136" fmla="*/ 9418040 w 13158799"/>
              <a:gd name="connsiteY136" fmla="*/ 998536 h 9456078"/>
              <a:gd name="connsiteX137" fmla="*/ 9458702 w 13158799"/>
              <a:gd name="connsiteY137" fmla="*/ 971530 h 9456078"/>
              <a:gd name="connsiteX138" fmla="*/ 9499575 w 13158799"/>
              <a:gd name="connsiteY138" fmla="*/ 944868 h 9456078"/>
              <a:gd name="connsiteX139" fmla="*/ 9540659 w 13158799"/>
              <a:gd name="connsiteY139" fmla="*/ 918551 h 9456078"/>
              <a:gd name="connsiteX140" fmla="*/ 9581950 w 13158799"/>
              <a:gd name="connsiteY140" fmla="*/ 892580 h 9456078"/>
              <a:gd name="connsiteX141" fmla="*/ 9623447 w 13158799"/>
              <a:gd name="connsiteY141" fmla="*/ 866956 h 9456078"/>
              <a:gd name="connsiteX142" fmla="*/ 9665147 w 13158799"/>
              <a:gd name="connsiteY142" fmla="*/ 841681 h 9456078"/>
              <a:gd name="connsiteX143" fmla="*/ 9707048 w 13158799"/>
              <a:gd name="connsiteY143" fmla="*/ 816754 h 9456078"/>
              <a:gd name="connsiteX144" fmla="*/ 9749147 w 13158799"/>
              <a:gd name="connsiteY144" fmla="*/ 792179 h 9456078"/>
              <a:gd name="connsiteX145" fmla="*/ 9791443 w 13158799"/>
              <a:gd name="connsiteY145" fmla="*/ 767955 h 9456078"/>
              <a:gd name="connsiteX146" fmla="*/ 9833932 w 13158799"/>
              <a:gd name="connsiteY146" fmla="*/ 744083 h 9456078"/>
              <a:gd name="connsiteX147" fmla="*/ 9876613 w 13158799"/>
              <a:gd name="connsiteY147" fmla="*/ 720566 h 9456078"/>
              <a:gd name="connsiteX148" fmla="*/ 9919484 w 13158799"/>
              <a:gd name="connsiteY148" fmla="*/ 697404 h 9456078"/>
              <a:gd name="connsiteX149" fmla="*/ 9962542 w 13158799"/>
              <a:gd name="connsiteY149" fmla="*/ 674598 h 9456078"/>
              <a:gd name="connsiteX150" fmla="*/ 10005784 w 13158799"/>
              <a:gd name="connsiteY150" fmla="*/ 652149 h 9456078"/>
              <a:gd name="connsiteX151" fmla="*/ 10049209 w 13158799"/>
              <a:gd name="connsiteY151" fmla="*/ 630059 h 9456078"/>
              <a:gd name="connsiteX152" fmla="*/ 10092814 w 13158799"/>
              <a:gd name="connsiteY152" fmla="*/ 608328 h 9456078"/>
              <a:gd name="connsiteX153" fmla="*/ 10136597 w 13158799"/>
              <a:gd name="connsiteY153" fmla="*/ 586958 h 9456078"/>
              <a:gd name="connsiteX154" fmla="*/ 10180556 w 13158799"/>
              <a:gd name="connsiteY154" fmla="*/ 565950 h 9456078"/>
              <a:gd name="connsiteX155" fmla="*/ 10224688 w 13158799"/>
              <a:gd name="connsiteY155" fmla="*/ 545304 h 9456078"/>
              <a:gd name="connsiteX156" fmla="*/ 10268991 w 13158799"/>
              <a:gd name="connsiteY156" fmla="*/ 525023 h 9456078"/>
              <a:gd name="connsiteX157" fmla="*/ 10313463 w 13158799"/>
              <a:gd name="connsiteY157" fmla="*/ 505107 h 9456078"/>
              <a:gd name="connsiteX158" fmla="*/ 10358101 w 13158799"/>
              <a:gd name="connsiteY158" fmla="*/ 485558 h 9456078"/>
              <a:gd name="connsiteX159" fmla="*/ 10402903 w 13158799"/>
              <a:gd name="connsiteY159" fmla="*/ 466376 h 9456078"/>
              <a:gd name="connsiteX160" fmla="*/ 10447868 w 13158799"/>
              <a:gd name="connsiteY160" fmla="*/ 447563 h 9456078"/>
              <a:gd name="connsiteX161" fmla="*/ 10492991 w 13158799"/>
              <a:gd name="connsiteY161" fmla="*/ 429119 h 9456078"/>
              <a:gd name="connsiteX162" fmla="*/ 10538272 w 13158799"/>
              <a:gd name="connsiteY162" fmla="*/ 411046 h 9456078"/>
              <a:gd name="connsiteX163" fmla="*/ 10583708 w 13158799"/>
              <a:gd name="connsiteY163" fmla="*/ 393346 h 9456078"/>
              <a:gd name="connsiteX164" fmla="*/ 10629297 w 13158799"/>
              <a:gd name="connsiteY164" fmla="*/ 376018 h 9456078"/>
              <a:gd name="connsiteX165" fmla="*/ 10675036 w 13158799"/>
              <a:gd name="connsiteY165" fmla="*/ 359065 h 9456078"/>
              <a:gd name="connsiteX166" fmla="*/ 10720923 w 13158799"/>
              <a:gd name="connsiteY166" fmla="*/ 342487 h 9456078"/>
              <a:gd name="connsiteX167" fmla="*/ 10766956 w 13158799"/>
              <a:gd name="connsiteY167" fmla="*/ 326286 h 9456078"/>
              <a:gd name="connsiteX168" fmla="*/ 10813132 w 13158799"/>
              <a:gd name="connsiteY168" fmla="*/ 310462 h 9456078"/>
              <a:gd name="connsiteX169" fmla="*/ 10859450 w 13158799"/>
              <a:gd name="connsiteY169" fmla="*/ 295018 h 9456078"/>
              <a:gd name="connsiteX170" fmla="*/ 10905907 w 13158799"/>
              <a:gd name="connsiteY170" fmla="*/ 279953 h 9456078"/>
              <a:gd name="connsiteX171" fmla="*/ 10952500 w 13158799"/>
              <a:gd name="connsiteY171" fmla="*/ 265269 h 9456078"/>
              <a:gd name="connsiteX172" fmla="*/ 10999227 w 13158799"/>
              <a:gd name="connsiteY172" fmla="*/ 250968 h 9456078"/>
              <a:gd name="connsiteX173" fmla="*/ 11046087 w 13158799"/>
              <a:gd name="connsiteY173" fmla="*/ 237049 h 9456078"/>
              <a:gd name="connsiteX174" fmla="*/ 11093076 w 13158799"/>
              <a:gd name="connsiteY174" fmla="*/ 223516 h 9456078"/>
              <a:gd name="connsiteX175" fmla="*/ 11140193 w 13158799"/>
              <a:gd name="connsiteY175" fmla="*/ 210368 h 9456078"/>
              <a:gd name="connsiteX176" fmla="*/ 11187434 w 13158799"/>
              <a:gd name="connsiteY176" fmla="*/ 197606 h 9456078"/>
              <a:gd name="connsiteX177" fmla="*/ 11234799 w 13158799"/>
              <a:gd name="connsiteY177" fmla="*/ 185233 h 9456078"/>
              <a:gd name="connsiteX178" fmla="*/ 11282284 w 13158799"/>
              <a:gd name="connsiteY178" fmla="*/ 173248 h 9456078"/>
              <a:gd name="connsiteX179" fmla="*/ 11329888 w 13158799"/>
              <a:gd name="connsiteY179" fmla="*/ 161654 h 9456078"/>
              <a:gd name="connsiteX180" fmla="*/ 11377607 w 13158799"/>
              <a:gd name="connsiteY180" fmla="*/ 150451 h 9456078"/>
              <a:gd name="connsiteX181" fmla="*/ 11425440 w 13158799"/>
              <a:gd name="connsiteY181" fmla="*/ 139640 h 9456078"/>
              <a:gd name="connsiteX182" fmla="*/ 11473385 w 13158799"/>
              <a:gd name="connsiteY182" fmla="*/ 129223 h 9456078"/>
              <a:gd name="connsiteX183" fmla="*/ 11521439 w 13158799"/>
              <a:gd name="connsiteY183" fmla="*/ 119201 h 9456078"/>
              <a:gd name="connsiteX184" fmla="*/ 11569599 w 13158799"/>
              <a:gd name="connsiteY184" fmla="*/ 109574 h 9456078"/>
              <a:gd name="connsiteX185" fmla="*/ 11617864 w 13158799"/>
              <a:gd name="connsiteY185" fmla="*/ 100344 h 9456078"/>
              <a:gd name="connsiteX186" fmla="*/ 11666231 w 13158799"/>
              <a:gd name="connsiteY186" fmla="*/ 91512 h 9456078"/>
              <a:gd name="connsiteX187" fmla="*/ 11714698 w 13158799"/>
              <a:gd name="connsiteY187" fmla="*/ 83080 h 9456078"/>
              <a:gd name="connsiteX188" fmla="*/ 11763263 w 13158799"/>
              <a:gd name="connsiteY188" fmla="*/ 75047 h 9456078"/>
              <a:gd name="connsiteX189" fmla="*/ 11811923 w 13158799"/>
              <a:gd name="connsiteY189" fmla="*/ 67417 h 9456078"/>
              <a:gd name="connsiteX190" fmla="*/ 11860676 w 13158799"/>
              <a:gd name="connsiteY190" fmla="*/ 60188 h 9456078"/>
              <a:gd name="connsiteX191" fmla="*/ 11909519 w 13158799"/>
              <a:gd name="connsiteY191" fmla="*/ 53364 h 9456078"/>
              <a:gd name="connsiteX192" fmla="*/ 11958451 w 13158799"/>
              <a:gd name="connsiteY192" fmla="*/ 46944 h 9456078"/>
              <a:gd name="connsiteX193" fmla="*/ 12007470 w 13158799"/>
              <a:gd name="connsiteY193" fmla="*/ 40931 h 9456078"/>
              <a:gd name="connsiteX194" fmla="*/ 12056572 w 13158799"/>
              <a:gd name="connsiteY194" fmla="*/ 35324 h 9456078"/>
              <a:gd name="connsiteX195" fmla="*/ 12105756 w 13158799"/>
              <a:gd name="connsiteY195" fmla="*/ 30126 h 9456078"/>
              <a:gd name="connsiteX196" fmla="*/ 12155019 w 13158799"/>
              <a:gd name="connsiteY196" fmla="*/ 25337 h 9456078"/>
              <a:gd name="connsiteX197" fmla="*/ 12204359 w 13158799"/>
              <a:gd name="connsiteY197" fmla="*/ 20958 h 9456078"/>
              <a:gd name="connsiteX198" fmla="*/ 12253773 w 13158799"/>
              <a:gd name="connsiteY198" fmla="*/ 16991 h 9456078"/>
              <a:gd name="connsiteX199" fmla="*/ 12303260 w 13158799"/>
              <a:gd name="connsiteY199" fmla="*/ 13437 h 9456078"/>
              <a:gd name="connsiteX200" fmla="*/ 12352818 w 13158799"/>
              <a:gd name="connsiteY200" fmla="*/ 10297 h 9456078"/>
              <a:gd name="connsiteX201" fmla="*/ 12402443 w 13158799"/>
              <a:gd name="connsiteY201" fmla="*/ 7572 h 9456078"/>
              <a:gd name="connsiteX202" fmla="*/ 12452133 w 13158799"/>
              <a:gd name="connsiteY202" fmla="*/ 5263 h 9456078"/>
              <a:gd name="connsiteX203" fmla="*/ 12501887 w 13158799"/>
              <a:gd name="connsiteY203" fmla="*/ 3371 h 9456078"/>
              <a:gd name="connsiteX204" fmla="*/ 12551701 w 13158799"/>
              <a:gd name="connsiteY204" fmla="*/ 1898 h 9456078"/>
              <a:gd name="connsiteX205" fmla="*/ 12601574 w 13158799"/>
              <a:gd name="connsiteY205" fmla="*/ 844 h 9456078"/>
              <a:gd name="connsiteX206" fmla="*/ 12651504 w 13158799"/>
              <a:gd name="connsiteY206" fmla="*/ 211 h 9456078"/>
              <a:gd name="connsiteX207" fmla="*/ 12701487 w 13158799"/>
              <a:gd name="connsiteY207" fmla="*/ 0 h 9456078"/>
              <a:gd name="connsiteX208" fmla="*/ 13158798 w 13158799"/>
              <a:gd name="connsiteY208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28389 w 13158797"/>
              <a:gd name="connsiteY22" fmla="*/ 9330914 h 9456078"/>
              <a:gd name="connsiteX23" fmla="*/ 1176172 w 13158797"/>
              <a:gd name="connsiteY23" fmla="*/ 9319936 h 9456078"/>
              <a:gd name="connsiteX24" fmla="*/ 1223823 w 13158797"/>
              <a:gd name="connsiteY24" fmla="*/ 9308509 h 9456078"/>
              <a:gd name="connsiteX25" fmla="*/ 1271339 w 13158797"/>
              <a:gd name="connsiteY25" fmla="*/ 9296635 h 9456078"/>
              <a:gd name="connsiteX26" fmla="*/ 1318719 w 13158797"/>
              <a:gd name="connsiteY26" fmla="*/ 9284315 h 9456078"/>
              <a:gd name="connsiteX27" fmla="*/ 1365957 w 13158797"/>
              <a:gd name="connsiteY27" fmla="*/ 9271550 h 9456078"/>
              <a:gd name="connsiteX28" fmla="*/ 1413052 w 13158797"/>
              <a:gd name="connsiteY28" fmla="*/ 9258342 h 9456078"/>
              <a:gd name="connsiteX29" fmla="*/ 1460000 w 13158797"/>
              <a:gd name="connsiteY29" fmla="*/ 9244693 h 9456078"/>
              <a:gd name="connsiteX30" fmla="*/ 1506799 w 13158797"/>
              <a:gd name="connsiteY30" fmla="*/ 9230604 h 9456078"/>
              <a:gd name="connsiteX31" fmla="*/ 1553445 w 13158797"/>
              <a:gd name="connsiteY31" fmla="*/ 9216076 h 9456078"/>
              <a:gd name="connsiteX32" fmla="*/ 1599935 w 13158797"/>
              <a:gd name="connsiteY32" fmla="*/ 9201111 h 9456078"/>
              <a:gd name="connsiteX33" fmla="*/ 1646267 w 13158797"/>
              <a:gd name="connsiteY33" fmla="*/ 9185710 h 9456078"/>
              <a:gd name="connsiteX34" fmla="*/ 1692437 w 13158797"/>
              <a:gd name="connsiteY34" fmla="*/ 9169876 h 9456078"/>
              <a:gd name="connsiteX35" fmla="*/ 1738442 w 13158797"/>
              <a:gd name="connsiteY35" fmla="*/ 9153608 h 9456078"/>
              <a:gd name="connsiteX36" fmla="*/ 1784280 w 13158797"/>
              <a:gd name="connsiteY36" fmla="*/ 9136910 h 9456078"/>
              <a:gd name="connsiteX37" fmla="*/ 1829947 w 13158797"/>
              <a:gd name="connsiteY37" fmla="*/ 9119782 h 9456078"/>
              <a:gd name="connsiteX38" fmla="*/ 1875440 w 13158797"/>
              <a:gd name="connsiteY38" fmla="*/ 9102226 h 9456078"/>
              <a:gd name="connsiteX39" fmla="*/ 1920756 w 13158797"/>
              <a:gd name="connsiteY39" fmla="*/ 9084243 h 9456078"/>
              <a:gd name="connsiteX40" fmla="*/ 1965893 w 13158797"/>
              <a:gd name="connsiteY40" fmla="*/ 9065835 h 9456078"/>
              <a:gd name="connsiteX41" fmla="*/ 2010847 w 13158797"/>
              <a:gd name="connsiteY41" fmla="*/ 9047004 h 9456078"/>
              <a:gd name="connsiteX42" fmla="*/ 2055615 w 13158797"/>
              <a:gd name="connsiteY42" fmla="*/ 9027750 h 9456078"/>
              <a:gd name="connsiteX43" fmla="*/ 2100195 w 13158797"/>
              <a:gd name="connsiteY43" fmla="*/ 9008075 h 9456078"/>
              <a:gd name="connsiteX44" fmla="*/ 2144582 w 13158797"/>
              <a:gd name="connsiteY44" fmla="*/ 8987981 h 9456078"/>
              <a:gd name="connsiteX45" fmla="*/ 2188775 w 13158797"/>
              <a:gd name="connsiteY45" fmla="*/ 8967470 h 9456078"/>
              <a:gd name="connsiteX46" fmla="*/ 2232770 w 13158797"/>
              <a:gd name="connsiteY46" fmla="*/ 8946542 h 9456078"/>
              <a:gd name="connsiteX47" fmla="*/ 2276564 w 13158797"/>
              <a:gd name="connsiteY47" fmla="*/ 8925199 h 9456078"/>
              <a:gd name="connsiteX48" fmla="*/ 2320154 w 13158797"/>
              <a:gd name="connsiteY48" fmla="*/ 8903443 h 9456078"/>
              <a:gd name="connsiteX49" fmla="*/ 2363538 w 13158797"/>
              <a:gd name="connsiteY49" fmla="*/ 8881275 h 9456078"/>
              <a:gd name="connsiteX50" fmla="*/ 2406711 w 13158797"/>
              <a:gd name="connsiteY50" fmla="*/ 8858697 h 9456078"/>
              <a:gd name="connsiteX51" fmla="*/ 2449672 w 13158797"/>
              <a:gd name="connsiteY51" fmla="*/ 8835710 h 9456078"/>
              <a:gd name="connsiteX52" fmla="*/ 2492417 w 13158797"/>
              <a:gd name="connsiteY52" fmla="*/ 8812316 h 9456078"/>
              <a:gd name="connsiteX53" fmla="*/ 2534943 w 13158797"/>
              <a:gd name="connsiteY53" fmla="*/ 8788516 h 9456078"/>
              <a:gd name="connsiteX54" fmla="*/ 2577247 w 13158797"/>
              <a:gd name="connsiteY54" fmla="*/ 8764311 h 9456078"/>
              <a:gd name="connsiteX55" fmla="*/ 2619326 w 13158797"/>
              <a:gd name="connsiteY55" fmla="*/ 8739704 h 9456078"/>
              <a:gd name="connsiteX56" fmla="*/ 2661177 w 13158797"/>
              <a:gd name="connsiteY56" fmla="*/ 8714695 h 9456078"/>
              <a:gd name="connsiteX57" fmla="*/ 2702797 w 13158797"/>
              <a:gd name="connsiteY57" fmla="*/ 8689286 h 9456078"/>
              <a:gd name="connsiteX58" fmla="*/ 2744183 w 13158797"/>
              <a:gd name="connsiteY58" fmla="*/ 8663479 h 9456078"/>
              <a:gd name="connsiteX59" fmla="*/ 2785333 w 13158797"/>
              <a:gd name="connsiteY59" fmla="*/ 8637274 h 9456078"/>
              <a:gd name="connsiteX60" fmla="*/ 2826242 w 13158797"/>
              <a:gd name="connsiteY60" fmla="*/ 8610675 h 9456078"/>
              <a:gd name="connsiteX61" fmla="*/ 2866908 w 13158797"/>
              <a:gd name="connsiteY61" fmla="*/ 8583681 h 9456078"/>
              <a:gd name="connsiteX62" fmla="*/ 2907329 w 13158797"/>
              <a:gd name="connsiteY62" fmla="*/ 8556295 h 9456078"/>
              <a:gd name="connsiteX63" fmla="*/ 2947500 w 13158797"/>
              <a:gd name="connsiteY63" fmla="*/ 8528517 h 9456078"/>
              <a:gd name="connsiteX64" fmla="*/ 2987419 w 13158797"/>
              <a:gd name="connsiteY64" fmla="*/ 8500351 h 9456078"/>
              <a:gd name="connsiteX65" fmla="*/ 3027083 w 13158797"/>
              <a:gd name="connsiteY65" fmla="*/ 8471796 h 9456078"/>
              <a:gd name="connsiteX66" fmla="*/ 3066489 w 13158797"/>
              <a:gd name="connsiteY66" fmla="*/ 8442854 h 9456078"/>
              <a:gd name="connsiteX67" fmla="*/ 3105634 w 13158797"/>
              <a:gd name="connsiteY67" fmla="*/ 8413528 h 9456078"/>
              <a:gd name="connsiteX68" fmla="*/ 3144515 w 13158797"/>
              <a:gd name="connsiteY68" fmla="*/ 8383818 h 9456078"/>
              <a:gd name="connsiteX69" fmla="*/ 3183129 w 13158797"/>
              <a:gd name="connsiteY69" fmla="*/ 8353726 h 9456078"/>
              <a:gd name="connsiteX70" fmla="*/ 3221473 w 13158797"/>
              <a:gd name="connsiteY70" fmla="*/ 8323253 h 9456078"/>
              <a:gd name="connsiteX71" fmla="*/ 3259544 w 13158797"/>
              <a:gd name="connsiteY71" fmla="*/ 8292401 h 9456078"/>
              <a:gd name="connsiteX72" fmla="*/ 3297339 w 13158797"/>
              <a:gd name="connsiteY72" fmla="*/ 8261172 h 9456078"/>
              <a:gd name="connsiteX73" fmla="*/ 3334854 w 13158797"/>
              <a:gd name="connsiteY73" fmla="*/ 8229566 h 9456078"/>
              <a:gd name="connsiteX74" fmla="*/ 3372087 w 13158797"/>
              <a:gd name="connsiteY74" fmla="*/ 8197585 h 9456078"/>
              <a:gd name="connsiteX75" fmla="*/ 3409035 w 13158797"/>
              <a:gd name="connsiteY75" fmla="*/ 8165232 h 9456078"/>
              <a:gd name="connsiteX76" fmla="*/ 3445695 w 13158797"/>
              <a:gd name="connsiteY76" fmla="*/ 8132507 h 9456078"/>
              <a:gd name="connsiteX77" fmla="*/ 3482064 w 13158797"/>
              <a:gd name="connsiteY77" fmla="*/ 8099411 h 9456078"/>
              <a:gd name="connsiteX78" fmla="*/ 3518139 w 13158797"/>
              <a:gd name="connsiteY78" fmla="*/ 8065947 h 9456078"/>
              <a:gd name="connsiteX79" fmla="*/ 3553916 w 13158797"/>
              <a:gd name="connsiteY79" fmla="*/ 8032115 h 9456078"/>
              <a:gd name="connsiteX80" fmla="*/ 3589393 w 13158797"/>
              <a:gd name="connsiteY80" fmla="*/ 7997918 h 9456078"/>
              <a:gd name="connsiteX81" fmla="*/ 3624567 w 13158797"/>
              <a:gd name="connsiteY81" fmla="*/ 7963356 h 9456078"/>
              <a:gd name="connsiteX82" fmla="*/ 3659435 w 13158797"/>
              <a:gd name="connsiteY82" fmla="*/ 7928432 h 9456078"/>
              <a:gd name="connsiteX83" fmla="*/ 3693994 w 13158797"/>
              <a:gd name="connsiteY83" fmla="*/ 7893146 h 9456078"/>
              <a:gd name="connsiteX84" fmla="*/ 3728240 w 13158797"/>
              <a:gd name="connsiteY84" fmla="*/ 7857501 h 9456078"/>
              <a:gd name="connsiteX85" fmla="*/ 3762171 w 13158797"/>
              <a:gd name="connsiteY85" fmla="*/ 7821497 h 9456078"/>
              <a:gd name="connsiteX86" fmla="*/ 3795783 w 13158797"/>
              <a:gd name="connsiteY86" fmla="*/ 7785136 h 9456078"/>
              <a:gd name="connsiteX87" fmla="*/ 3829075 w 13158797"/>
              <a:gd name="connsiteY87" fmla="*/ 7748420 h 9456078"/>
              <a:gd name="connsiteX88" fmla="*/ 3862042 w 13158797"/>
              <a:gd name="connsiteY88" fmla="*/ 7711350 h 9456078"/>
              <a:gd name="connsiteX89" fmla="*/ 3894682 w 13158797"/>
              <a:gd name="connsiteY89" fmla="*/ 7673928 h 9456078"/>
              <a:gd name="connsiteX90" fmla="*/ 3926991 w 13158797"/>
              <a:gd name="connsiteY90" fmla="*/ 7636155 h 9456078"/>
              <a:gd name="connsiteX91" fmla="*/ 3958967 w 13158797"/>
              <a:gd name="connsiteY91" fmla="*/ 7598032 h 9456078"/>
              <a:gd name="connsiteX92" fmla="*/ 3990607 w 13158797"/>
              <a:gd name="connsiteY92" fmla="*/ 7559561 h 9456078"/>
              <a:gd name="connsiteX93" fmla="*/ 4021907 w 13158797"/>
              <a:gd name="connsiteY93" fmla="*/ 7520744 h 9456078"/>
              <a:gd name="connsiteX94" fmla="*/ 4052865 w 13158797"/>
              <a:gd name="connsiteY94" fmla="*/ 7481582 h 9456078"/>
              <a:gd name="connsiteX95" fmla="*/ 4083478 w 13158797"/>
              <a:gd name="connsiteY95" fmla="*/ 7442077 h 9456078"/>
              <a:gd name="connsiteX96" fmla="*/ 8022311 w 13158797"/>
              <a:gd name="connsiteY96" fmla="*/ 2307814 h 9456078"/>
              <a:gd name="connsiteX97" fmla="*/ 8052902 w 13158797"/>
              <a:gd name="connsiteY97" fmla="*/ 2268285 h 9456078"/>
              <a:gd name="connsiteX98" fmla="*/ 8083796 w 13158797"/>
              <a:gd name="connsiteY98" fmla="*/ 2229056 h 9456078"/>
              <a:gd name="connsiteX99" fmla="*/ 8114989 w 13158797"/>
              <a:gd name="connsiteY99" fmla="*/ 2190127 h 9456078"/>
              <a:gd name="connsiteX100" fmla="*/ 8146479 w 13158797"/>
              <a:gd name="connsiteY100" fmla="*/ 2151500 h 9456078"/>
              <a:gd name="connsiteX101" fmla="*/ 8178264 w 13158797"/>
              <a:gd name="connsiteY101" fmla="*/ 2113176 h 9456078"/>
              <a:gd name="connsiteX102" fmla="*/ 8210341 w 13158797"/>
              <a:gd name="connsiteY102" fmla="*/ 2075157 h 9456078"/>
              <a:gd name="connsiteX103" fmla="*/ 8242709 w 13158797"/>
              <a:gd name="connsiteY103" fmla="*/ 2037442 h 9456078"/>
              <a:gd name="connsiteX104" fmla="*/ 8275365 w 13158797"/>
              <a:gd name="connsiteY104" fmla="*/ 2000034 h 9456078"/>
              <a:gd name="connsiteX105" fmla="*/ 8308307 w 13158797"/>
              <a:gd name="connsiteY105" fmla="*/ 1962934 h 9456078"/>
              <a:gd name="connsiteX106" fmla="*/ 8341532 w 13158797"/>
              <a:gd name="connsiteY106" fmla="*/ 1926142 h 9456078"/>
              <a:gd name="connsiteX107" fmla="*/ 8375038 w 13158797"/>
              <a:gd name="connsiteY107" fmla="*/ 1889660 h 9456078"/>
              <a:gd name="connsiteX108" fmla="*/ 8408823 w 13158797"/>
              <a:gd name="connsiteY108" fmla="*/ 1853489 h 9456078"/>
              <a:gd name="connsiteX109" fmla="*/ 8442885 w 13158797"/>
              <a:gd name="connsiteY109" fmla="*/ 1817630 h 9456078"/>
              <a:gd name="connsiteX110" fmla="*/ 8477221 w 13158797"/>
              <a:gd name="connsiteY110" fmla="*/ 1782084 h 9456078"/>
              <a:gd name="connsiteX111" fmla="*/ 8511829 w 13158797"/>
              <a:gd name="connsiteY111" fmla="*/ 1746853 h 9456078"/>
              <a:gd name="connsiteX112" fmla="*/ 8546706 w 13158797"/>
              <a:gd name="connsiteY112" fmla="*/ 1711937 h 9456078"/>
              <a:gd name="connsiteX113" fmla="*/ 8581851 w 13158797"/>
              <a:gd name="connsiteY113" fmla="*/ 1677337 h 9456078"/>
              <a:gd name="connsiteX114" fmla="*/ 8617261 w 13158797"/>
              <a:gd name="connsiteY114" fmla="*/ 1643056 h 9456078"/>
              <a:gd name="connsiteX115" fmla="*/ 8652934 w 13158797"/>
              <a:gd name="connsiteY115" fmla="*/ 1609093 h 9456078"/>
              <a:gd name="connsiteX116" fmla="*/ 8688867 w 13158797"/>
              <a:gd name="connsiteY116" fmla="*/ 1575450 h 9456078"/>
              <a:gd name="connsiteX117" fmla="*/ 8725058 w 13158797"/>
              <a:gd name="connsiteY117" fmla="*/ 1542128 h 9456078"/>
              <a:gd name="connsiteX118" fmla="*/ 8761506 w 13158797"/>
              <a:gd name="connsiteY118" fmla="*/ 1509129 h 9456078"/>
              <a:gd name="connsiteX119" fmla="*/ 8798207 w 13158797"/>
              <a:gd name="connsiteY119" fmla="*/ 1476452 h 9456078"/>
              <a:gd name="connsiteX120" fmla="*/ 8835159 w 13158797"/>
              <a:gd name="connsiteY120" fmla="*/ 1444101 h 9456078"/>
              <a:gd name="connsiteX121" fmla="*/ 8872360 w 13158797"/>
              <a:gd name="connsiteY121" fmla="*/ 1412075 h 9456078"/>
              <a:gd name="connsiteX122" fmla="*/ 8909808 w 13158797"/>
              <a:gd name="connsiteY122" fmla="*/ 1380375 h 9456078"/>
              <a:gd name="connsiteX123" fmla="*/ 8947501 w 13158797"/>
              <a:gd name="connsiteY123" fmla="*/ 1349004 h 9456078"/>
              <a:gd name="connsiteX124" fmla="*/ 8985435 w 13158797"/>
              <a:gd name="connsiteY124" fmla="*/ 1317962 h 9456078"/>
              <a:gd name="connsiteX125" fmla="*/ 9023610 w 13158797"/>
              <a:gd name="connsiteY125" fmla="*/ 1287250 h 9456078"/>
              <a:gd name="connsiteX126" fmla="*/ 9062022 w 13158797"/>
              <a:gd name="connsiteY126" fmla="*/ 1256869 h 9456078"/>
              <a:gd name="connsiteX127" fmla="*/ 9100669 w 13158797"/>
              <a:gd name="connsiteY127" fmla="*/ 1226820 h 9456078"/>
              <a:gd name="connsiteX128" fmla="*/ 9139549 w 13158797"/>
              <a:gd name="connsiteY128" fmla="*/ 1197105 h 9456078"/>
              <a:gd name="connsiteX129" fmla="*/ 9178660 w 13158797"/>
              <a:gd name="connsiteY129" fmla="*/ 1167725 h 9456078"/>
              <a:gd name="connsiteX130" fmla="*/ 9217999 w 13158797"/>
              <a:gd name="connsiteY130" fmla="*/ 1138681 h 9456078"/>
              <a:gd name="connsiteX131" fmla="*/ 9257564 w 13158797"/>
              <a:gd name="connsiteY131" fmla="*/ 1109974 h 9456078"/>
              <a:gd name="connsiteX132" fmla="*/ 9297353 w 13158797"/>
              <a:gd name="connsiteY132" fmla="*/ 1081604 h 9456078"/>
              <a:gd name="connsiteX133" fmla="*/ 9337364 w 13158797"/>
              <a:gd name="connsiteY133" fmla="*/ 1053574 h 9456078"/>
              <a:gd name="connsiteX134" fmla="*/ 9377594 w 13158797"/>
              <a:gd name="connsiteY134" fmla="*/ 1025884 h 9456078"/>
              <a:gd name="connsiteX135" fmla="*/ 9418040 w 13158797"/>
              <a:gd name="connsiteY135" fmla="*/ 998536 h 9456078"/>
              <a:gd name="connsiteX136" fmla="*/ 9458702 w 13158797"/>
              <a:gd name="connsiteY136" fmla="*/ 971530 h 9456078"/>
              <a:gd name="connsiteX137" fmla="*/ 9499575 w 13158797"/>
              <a:gd name="connsiteY137" fmla="*/ 944868 h 9456078"/>
              <a:gd name="connsiteX138" fmla="*/ 9540659 w 13158797"/>
              <a:gd name="connsiteY138" fmla="*/ 918551 h 9456078"/>
              <a:gd name="connsiteX139" fmla="*/ 9581950 w 13158797"/>
              <a:gd name="connsiteY139" fmla="*/ 892580 h 9456078"/>
              <a:gd name="connsiteX140" fmla="*/ 9623447 w 13158797"/>
              <a:gd name="connsiteY140" fmla="*/ 866956 h 9456078"/>
              <a:gd name="connsiteX141" fmla="*/ 9665147 w 13158797"/>
              <a:gd name="connsiteY141" fmla="*/ 841681 h 9456078"/>
              <a:gd name="connsiteX142" fmla="*/ 9707048 w 13158797"/>
              <a:gd name="connsiteY142" fmla="*/ 816754 h 9456078"/>
              <a:gd name="connsiteX143" fmla="*/ 9749147 w 13158797"/>
              <a:gd name="connsiteY143" fmla="*/ 792179 h 9456078"/>
              <a:gd name="connsiteX144" fmla="*/ 9791443 w 13158797"/>
              <a:gd name="connsiteY144" fmla="*/ 767955 h 9456078"/>
              <a:gd name="connsiteX145" fmla="*/ 9833932 w 13158797"/>
              <a:gd name="connsiteY145" fmla="*/ 744083 h 9456078"/>
              <a:gd name="connsiteX146" fmla="*/ 9876613 w 13158797"/>
              <a:gd name="connsiteY146" fmla="*/ 720566 h 9456078"/>
              <a:gd name="connsiteX147" fmla="*/ 9919484 w 13158797"/>
              <a:gd name="connsiteY147" fmla="*/ 697404 h 9456078"/>
              <a:gd name="connsiteX148" fmla="*/ 9962542 w 13158797"/>
              <a:gd name="connsiteY148" fmla="*/ 674598 h 9456078"/>
              <a:gd name="connsiteX149" fmla="*/ 10005784 w 13158797"/>
              <a:gd name="connsiteY149" fmla="*/ 652149 h 9456078"/>
              <a:gd name="connsiteX150" fmla="*/ 10049209 w 13158797"/>
              <a:gd name="connsiteY150" fmla="*/ 630059 h 9456078"/>
              <a:gd name="connsiteX151" fmla="*/ 10092814 w 13158797"/>
              <a:gd name="connsiteY151" fmla="*/ 608328 h 9456078"/>
              <a:gd name="connsiteX152" fmla="*/ 10136597 w 13158797"/>
              <a:gd name="connsiteY152" fmla="*/ 586958 h 9456078"/>
              <a:gd name="connsiteX153" fmla="*/ 10180556 w 13158797"/>
              <a:gd name="connsiteY153" fmla="*/ 565950 h 9456078"/>
              <a:gd name="connsiteX154" fmla="*/ 10224688 w 13158797"/>
              <a:gd name="connsiteY154" fmla="*/ 545304 h 9456078"/>
              <a:gd name="connsiteX155" fmla="*/ 10268991 w 13158797"/>
              <a:gd name="connsiteY155" fmla="*/ 525023 h 9456078"/>
              <a:gd name="connsiteX156" fmla="*/ 10313463 w 13158797"/>
              <a:gd name="connsiteY156" fmla="*/ 505107 h 9456078"/>
              <a:gd name="connsiteX157" fmla="*/ 10358101 w 13158797"/>
              <a:gd name="connsiteY157" fmla="*/ 485558 h 9456078"/>
              <a:gd name="connsiteX158" fmla="*/ 10402903 w 13158797"/>
              <a:gd name="connsiteY158" fmla="*/ 466376 h 9456078"/>
              <a:gd name="connsiteX159" fmla="*/ 10447868 w 13158797"/>
              <a:gd name="connsiteY159" fmla="*/ 447563 h 9456078"/>
              <a:gd name="connsiteX160" fmla="*/ 10492991 w 13158797"/>
              <a:gd name="connsiteY160" fmla="*/ 429119 h 9456078"/>
              <a:gd name="connsiteX161" fmla="*/ 10538272 w 13158797"/>
              <a:gd name="connsiteY161" fmla="*/ 411046 h 9456078"/>
              <a:gd name="connsiteX162" fmla="*/ 10583708 w 13158797"/>
              <a:gd name="connsiteY162" fmla="*/ 393346 h 9456078"/>
              <a:gd name="connsiteX163" fmla="*/ 10629297 w 13158797"/>
              <a:gd name="connsiteY163" fmla="*/ 376018 h 9456078"/>
              <a:gd name="connsiteX164" fmla="*/ 10675036 w 13158797"/>
              <a:gd name="connsiteY164" fmla="*/ 359065 h 9456078"/>
              <a:gd name="connsiteX165" fmla="*/ 10720923 w 13158797"/>
              <a:gd name="connsiteY165" fmla="*/ 342487 h 9456078"/>
              <a:gd name="connsiteX166" fmla="*/ 10766956 w 13158797"/>
              <a:gd name="connsiteY166" fmla="*/ 326286 h 9456078"/>
              <a:gd name="connsiteX167" fmla="*/ 10813132 w 13158797"/>
              <a:gd name="connsiteY167" fmla="*/ 310462 h 9456078"/>
              <a:gd name="connsiteX168" fmla="*/ 10859450 w 13158797"/>
              <a:gd name="connsiteY168" fmla="*/ 295018 h 9456078"/>
              <a:gd name="connsiteX169" fmla="*/ 10905907 w 13158797"/>
              <a:gd name="connsiteY169" fmla="*/ 279953 h 9456078"/>
              <a:gd name="connsiteX170" fmla="*/ 10952500 w 13158797"/>
              <a:gd name="connsiteY170" fmla="*/ 265269 h 9456078"/>
              <a:gd name="connsiteX171" fmla="*/ 10999227 w 13158797"/>
              <a:gd name="connsiteY171" fmla="*/ 250968 h 9456078"/>
              <a:gd name="connsiteX172" fmla="*/ 11046087 w 13158797"/>
              <a:gd name="connsiteY172" fmla="*/ 237049 h 9456078"/>
              <a:gd name="connsiteX173" fmla="*/ 11093076 w 13158797"/>
              <a:gd name="connsiteY173" fmla="*/ 223516 h 9456078"/>
              <a:gd name="connsiteX174" fmla="*/ 11140193 w 13158797"/>
              <a:gd name="connsiteY174" fmla="*/ 210368 h 9456078"/>
              <a:gd name="connsiteX175" fmla="*/ 11187434 w 13158797"/>
              <a:gd name="connsiteY175" fmla="*/ 197606 h 9456078"/>
              <a:gd name="connsiteX176" fmla="*/ 11234799 w 13158797"/>
              <a:gd name="connsiteY176" fmla="*/ 185233 h 9456078"/>
              <a:gd name="connsiteX177" fmla="*/ 11282284 w 13158797"/>
              <a:gd name="connsiteY177" fmla="*/ 173248 h 9456078"/>
              <a:gd name="connsiteX178" fmla="*/ 11329888 w 13158797"/>
              <a:gd name="connsiteY178" fmla="*/ 161654 h 9456078"/>
              <a:gd name="connsiteX179" fmla="*/ 11377607 w 13158797"/>
              <a:gd name="connsiteY179" fmla="*/ 150451 h 9456078"/>
              <a:gd name="connsiteX180" fmla="*/ 11425440 w 13158797"/>
              <a:gd name="connsiteY180" fmla="*/ 139640 h 9456078"/>
              <a:gd name="connsiteX181" fmla="*/ 11473385 w 13158797"/>
              <a:gd name="connsiteY181" fmla="*/ 129223 h 9456078"/>
              <a:gd name="connsiteX182" fmla="*/ 11521439 w 13158797"/>
              <a:gd name="connsiteY182" fmla="*/ 119201 h 9456078"/>
              <a:gd name="connsiteX183" fmla="*/ 11569599 w 13158797"/>
              <a:gd name="connsiteY183" fmla="*/ 109574 h 9456078"/>
              <a:gd name="connsiteX184" fmla="*/ 11617864 w 13158797"/>
              <a:gd name="connsiteY184" fmla="*/ 100344 h 9456078"/>
              <a:gd name="connsiteX185" fmla="*/ 11666231 w 13158797"/>
              <a:gd name="connsiteY185" fmla="*/ 91512 h 9456078"/>
              <a:gd name="connsiteX186" fmla="*/ 11714698 w 13158797"/>
              <a:gd name="connsiteY186" fmla="*/ 83080 h 9456078"/>
              <a:gd name="connsiteX187" fmla="*/ 11763263 w 13158797"/>
              <a:gd name="connsiteY187" fmla="*/ 75047 h 9456078"/>
              <a:gd name="connsiteX188" fmla="*/ 11811923 w 13158797"/>
              <a:gd name="connsiteY188" fmla="*/ 67417 h 9456078"/>
              <a:gd name="connsiteX189" fmla="*/ 11860676 w 13158797"/>
              <a:gd name="connsiteY189" fmla="*/ 60188 h 9456078"/>
              <a:gd name="connsiteX190" fmla="*/ 11909519 w 13158797"/>
              <a:gd name="connsiteY190" fmla="*/ 53364 h 9456078"/>
              <a:gd name="connsiteX191" fmla="*/ 11958451 w 13158797"/>
              <a:gd name="connsiteY191" fmla="*/ 46944 h 9456078"/>
              <a:gd name="connsiteX192" fmla="*/ 12007470 w 13158797"/>
              <a:gd name="connsiteY192" fmla="*/ 40931 h 9456078"/>
              <a:gd name="connsiteX193" fmla="*/ 12056572 w 13158797"/>
              <a:gd name="connsiteY193" fmla="*/ 35324 h 9456078"/>
              <a:gd name="connsiteX194" fmla="*/ 12105756 w 13158797"/>
              <a:gd name="connsiteY194" fmla="*/ 30126 h 9456078"/>
              <a:gd name="connsiteX195" fmla="*/ 12155019 w 13158797"/>
              <a:gd name="connsiteY195" fmla="*/ 25337 h 9456078"/>
              <a:gd name="connsiteX196" fmla="*/ 12204359 w 13158797"/>
              <a:gd name="connsiteY196" fmla="*/ 20958 h 9456078"/>
              <a:gd name="connsiteX197" fmla="*/ 12253773 w 13158797"/>
              <a:gd name="connsiteY197" fmla="*/ 16991 h 9456078"/>
              <a:gd name="connsiteX198" fmla="*/ 12303260 w 13158797"/>
              <a:gd name="connsiteY198" fmla="*/ 13437 h 9456078"/>
              <a:gd name="connsiteX199" fmla="*/ 12352818 w 13158797"/>
              <a:gd name="connsiteY199" fmla="*/ 10297 h 9456078"/>
              <a:gd name="connsiteX200" fmla="*/ 12402443 w 13158797"/>
              <a:gd name="connsiteY200" fmla="*/ 7572 h 9456078"/>
              <a:gd name="connsiteX201" fmla="*/ 12452133 w 13158797"/>
              <a:gd name="connsiteY201" fmla="*/ 5263 h 9456078"/>
              <a:gd name="connsiteX202" fmla="*/ 12501887 w 13158797"/>
              <a:gd name="connsiteY202" fmla="*/ 3371 h 9456078"/>
              <a:gd name="connsiteX203" fmla="*/ 12551701 w 13158797"/>
              <a:gd name="connsiteY203" fmla="*/ 1898 h 9456078"/>
              <a:gd name="connsiteX204" fmla="*/ 12601574 w 13158797"/>
              <a:gd name="connsiteY204" fmla="*/ 844 h 9456078"/>
              <a:gd name="connsiteX205" fmla="*/ 12651504 w 13158797"/>
              <a:gd name="connsiteY205" fmla="*/ 211 h 9456078"/>
              <a:gd name="connsiteX206" fmla="*/ 12701487 w 13158797"/>
              <a:gd name="connsiteY206" fmla="*/ 0 h 9456078"/>
              <a:gd name="connsiteX207" fmla="*/ 13158798 w 13158797"/>
              <a:gd name="connsiteY207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98870 w 13158799"/>
              <a:gd name="connsiteY5" fmla="*/ 9447409 h 9456078"/>
              <a:gd name="connsiteX6" fmla="*/ 348429 w 13158799"/>
              <a:gd name="connsiteY6" fmla="*/ 9444290 h 9456078"/>
              <a:gd name="connsiteX7" fmla="*/ 397907 w 13158799"/>
              <a:gd name="connsiteY7" fmla="*/ 9440698 h 9456078"/>
              <a:gd name="connsiteX8" fmla="*/ 447302 w 13158799"/>
              <a:gd name="connsiteY8" fmla="*/ 9436632 h 9456078"/>
              <a:gd name="connsiteX9" fmla="*/ 496610 w 13158799"/>
              <a:gd name="connsiteY9" fmla="*/ 9432096 h 9456078"/>
              <a:gd name="connsiteX10" fmla="*/ 545829 w 13158799"/>
              <a:gd name="connsiteY10" fmla="*/ 9427089 h 9456078"/>
              <a:gd name="connsiteX11" fmla="*/ 594956 w 13158799"/>
              <a:gd name="connsiteY11" fmla="*/ 9421615 h 9456078"/>
              <a:gd name="connsiteX12" fmla="*/ 643987 w 13158799"/>
              <a:gd name="connsiteY12" fmla="*/ 9415673 h 9456078"/>
              <a:gd name="connsiteX13" fmla="*/ 692920 w 13158799"/>
              <a:gd name="connsiteY13" fmla="*/ 9409267 h 9456078"/>
              <a:gd name="connsiteX14" fmla="*/ 741751 w 13158799"/>
              <a:gd name="connsiteY14" fmla="*/ 9402396 h 9456078"/>
              <a:gd name="connsiteX15" fmla="*/ 790478 w 13158799"/>
              <a:gd name="connsiteY15" fmla="*/ 9395063 h 9456078"/>
              <a:gd name="connsiteX16" fmla="*/ 839098 w 13158799"/>
              <a:gd name="connsiteY16" fmla="*/ 9387270 h 9456078"/>
              <a:gd name="connsiteX17" fmla="*/ 887607 w 13158799"/>
              <a:gd name="connsiteY17" fmla="*/ 9379017 h 9456078"/>
              <a:gd name="connsiteX18" fmla="*/ 936002 w 13158799"/>
              <a:gd name="connsiteY18" fmla="*/ 9370306 h 9456078"/>
              <a:gd name="connsiteX19" fmla="*/ 984281 w 13158799"/>
              <a:gd name="connsiteY19" fmla="*/ 9361139 h 9456078"/>
              <a:gd name="connsiteX20" fmla="*/ 1032440 w 13158799"/>
              <a:gd name="connsiteY20" fmla="*/ 9351517 h 9456078"/>
              <a:gd name="connsiteX21" fmla="*/ 1080477 w 13158799"/>
              <a:gd name="connsiteY21" fmla="*/ 9341441 h 9456078"/>
              <a:gd name="connsiteX22" fmla="*/ 1176172 w 13158799"/>
              <a:gd name="connsiteY22" fmla="*/ 9319936 h 9456078"/>
              <a:gd name="connsiteX23" fmla="*/ 1223823 w 13158799"/>
              <a:gd name="connsiteY23" fmla="*/ 9308509 h 9456078"/>
              <a:gd name="connsiteX24" fmla="*/ 1271339 w 13158799"/>
              <a:gd name="connsiteY24" fmla="*/ 9296635 h 9456078"/>
              <a:gd name="connsiteX25" fmla="*/ 1318719 w 13158799"/>
              <a:gd name="connsiteY25" fmla="*/ 9284315 h 9456078"/>
              <a:gd name="connsiteX26" fmla="*/ 1365957 w 13158799"/>
              <a:gd name="connsiteY26" fmla="*/ 9271550 h 9456078"/>
              <a:gd name="connsiteX27" fmla="*/ 1413052 w 13158799"/>
              <a:gd name="connsiteY27" fmla="*/ 9258342 h 9456078"/>
              <a:gd name="connsiteX28" fmla="*/ 1460000 w 13158799"/>
              <a:gd name="connsiteY28" fmla="*/ 9244693 h 9456078"/>
              <a:gd name="connsiteX29" fmla="*/ 1506799 w 13158799"/>
              <a:gd name="connsiteY29" fmla="*/ 9230604 h 9456078"/>
              <a:gd name="connsiteX30" fmla="*/ 1553445 w 13158799"/>
              <a:gd name="connsiteY30" fmla="*/ 9216076 h 9456078"/>
              <a:gd name="connsiteX31" fmla="*/ 1599935 w 13158799"/>
              <a:gd name="connsiteY31" fmla="*/ 9201111 h 9456078"/>
              <a:gd name="connsiteX32" fmla="*/ 1646267 w 13158799"/>
              <a:gd name="connsiteY32" fmla="*/ 9185710 h 9456078"/>
              <a:gd name="connsiteX33" fmla="*/ 1692437 w 13158799"/>
              <a:gd name="connsiteY33" fmla="*/ 9169876 h 9456078"/>
              <a:gd name="connsiteX34" fmla="*/ 1738442 w 13158799"/>
              <a:gd name="connsiteY34" fmla="*/ 9153608 h 9456078"/>
              <a:gd name="connsiteX35" fmla="*/ 1784280 w 13158799"/>
              <a:gd name="connsiteY35" fmla="*/ 9136910 h 9456078"/>
              <a:gd name="connsiteX36" fmla="*/ 1829947 w 13158799"/>
              <a:gd name="connsiteY36" fmla="*/ 9119782 h 9456078"/>
              <a:gd name="connsiteX37" fmla="*/ 1875440 w 13158799"/>
              <a:gd name="connsiteY37" fmla="*/ 9102226 h 9456078"/>
              <a:gd name="connsiteX38" fmla="*/ 1920756 w 13158799"/>
              <a:gd name="connsiteY38" fmla="*/ 9084243 h 9456078"/>
              <a:gd name="connsiteX39" fmla="*/ 1965893 w 13158799"/>
              <a:gd name="connsiteY39" fmla="*/ 9065835 h 9456078"/>
              <a:gd name="connsiteX40" fmla="*/ 2010847 w 13158799"/>
              <a:gd name="connsiteY40" fmla="*/ 9047004 h 9456078"/>
              <a:gd name="connsiteX41" fmla="*/ 2055615 w 13158799"/>
              <a:gd name="connsiteY41" fmla="*/ 9027750 h 9456078"/>
              <a:gd name="connsiteX42" fmla="*/ 2100195 w 13158799"/>
              <a:gd name="connsiteY42" fmla="*/ 9008075 h 9456078"/>
              <a:gd name="connsiteX43" fmla="*/ 2144582 w 13158799"/>
              <a:gd name="connsiteY43" fmla="*/ 8987981 h 9456078"/>
              <a:gd name="connsiteX44" fmla="*/ 2188775 w 13158799"/>
              <a:gd name="connsiteY44" fmla="*/ 8967470 h 9456078"/>
              <a:gd name="connsiteX45" fmla="*/ 2232770 w 13158799"/>
              <a:gd name="connsiteY45" fmla="*/ 8946542 h 9456078"/>
              <a:gd name="connsiteX46" fmla="*/ 2276564 w 13158799"/>
              <a:gd name="connsiteY46" fmla="*/ 8925199 h 9456078"/>
              <a:gd name="connsiteX47" fmla="*/ 2320154 w 13158799"/>
              <a:gd name="connsiteY47" fmla="*/ 8903443 h 9456078"/>
              <a:gd name="connsiteX48" fmla="*/ 2363538 w 13158799"/>
              <a:gd name="connsiteY48" fmla="*/ 8881275 h 9456078"/>
              <a:gd name="connsiteX49" fmla="*/ 2406711 w 13158799"/>
              <a:gd name="connsiteY49" fmla="*/ 8858697 h 9456078"/>
              <a:gd name="connsiteX50" fmla="*/ 2449672 w 13158799"/>
              <a:gd name="connsiteY50" fmla="*/ 8835710 h 9456078"/>
              <a:gd name="connsiteX51" fmla="*/ 2492417 w 13158799"/>
              <a:gd name="connsiteY51" fmla="*/ 8812316 h 9456078"/>
              <a:gd name="connsiteX52" fmla="*/ 2534943 w 13158799"/>
              <a:gd name="connsiteY52" fmla="*/ 8788516 h 9456078"/>
              <a:gd name="connsiteX53" fmla="*/ 2577247 w 13158799"/>
              <a:gd name="connsiteY53" fmla="*/ 8764311 h 9456078"/>
              <a:gd name="connsiteX54" fmla="*/ 2619326 w 13158799"/>
              <a:gd name="connsiteY54" fmla="*/ 8739704 h 9456078"/>
              <a:gd name="connsiteX55" fmla="*/ 2661177 w 13158799"/>
              <a:gd name="connsiteY55" fmla="*/ 8714695 h 9456078"/>
              <a:gd name="connsiteX56" fmla="*/ 2702797 w 13158799"/>
              <a:gd name="connsiteY56" fmla="*/ 8689286 h 9456078"/>
              <a:gd name="connsiteX57" fmla="*/ 2744183 w 13158799"/>
              <a:gd name="connsiteY57" fmla="*/ 8663479 h 9456078"/>
              <a:gd name="connsiteX58" fmla="*/ 2785333 w 13158799"/>
              <a:gd name="connsiteY58" fmla="*/ 8637274 h 9456078"/>
              <a:gd name="connsiteX59" fmla="*/ 2826242 w 13158799"/>
              <a:gd name="connsiteY59" fmla="*/ 8610675 h 9456078"/>
              <a:gd name="connsiteX60" fmla="*/ 2866908 w 13158799"/>
              <a:gd name="connsiteY60" fmla="*/ 8583681 h 9456078"/>
              <a:gd name="connsiteX61" fmla="*/ 2907329 w 13158799"/>
              <a:gd name="connsiteY61" fmla="*/ 8556295 h 9456078"/>
              <a:gd name="connsiteX62" fmla="*/ 2947500 w 13158799"/>
              <a:gd name="connsiteY62" fmla="*/ 8528517 h 9456078"/>
              <a:gd name="connsiteX63" fmla="*/ 2987419 w 13158799"/>
              <a:gd name="connsiteY63" fmla="*/ 8500351 h 9456078"/>
              <a:gd name="connsiteX64" fmla="*/ 3027083 w 13158799"/>
              <a:gd name="connsiteY64" fmla="*/ 8471796 h 9456078"/>
              <a:gd name="connsiteX65" fmla="*/ 3066489 w 13158799"/>
              <a:gd name="connsiteY65" fmla="*/ 8442854 h 9456078"/>
              <a:gd name="connsiteX66" fmla="*/ 3105634 w 13158799"/>
              <a:gd name="connsiteY66" fmla="*/ 8413528 h 9456078"/>
              <a:gd name="connsiteX67" fmla="*/ 3144515 w 13158799"/>
              <a:gd name="connsiteY67" fmla="*/ 8383818 h 9456078"/>
              <a:gd name="connsiteX68" fmla="*/ 3183129 w 13158799"/>
              <a:gd name="connsiteY68" fmla="*/ 8353726 h 9456078"/>
              <a:gd name="connsiteX69" fmla="*/ 3221473 w 13158799"/>
              <a:gd name="connsiteY69" fmla="*/ 8323253 h 9456078"/>
              <a:gd name="connsiteX70" fmla="*/ 3259544 w 13158799"/>
              <a:gd name="connsiteY70" fmla="*/ 8292401 h 9456078"/>
              <a:gd name="connsiteX71" fmla="*/ 3297339 w 13158799"/>
              <a:gd name="connsiteY71" fmla="*/ 8261172 h 9456078"/>
              <a:gd name="connsiteX72" fmla="*/ 3334854 w 13158799"/>
              <a:gd name="connsiteY72" fmla="*/ 8229566 h 9456078"/>
              <a:gd name="connsiteX73" fmla="*/ 3372087 w 13158799"/>
              <a:gd name="connsiteY73" fmla="*/ 8197585 h 9456078"/>
              <a:gd name="connsiteX74" fmla="*/ 3409035 w 13158799"/>
              <a:gd name="connsiteY74" fmla="*/ 8165232 h 9456078"/>
              <a:gd name="connsiteX75" fmla="*/ 3445695 w 13158799"/>
              <a:gd name="connsiteY75" fmla="*/ 8132507 h 9456078"/>
              <a:gd name="connsiteX76" fmla="*/ 3482064 w 13158799"/>
              <a:gd name="connsiteY76" fmla="*/ 8099411 h 9456078"/>
              <a:gd name="connsiteX77" fmla="*/ 3518139 w 13158799"/>
              <a:gd name="connsiteY77" fmla="*/ 8065947 h 9456078"/>
              <a:gd name="connsiteX78" fmla="*/ 3553916 w 13158799"/>
              <a:gd name="connsiteY78" fmla="*/ 8032115 h 9456078"/>
              <a:gd name="connsiteX79" fmla="*/ 3589393 w 13158799"/>
              <a:gd name="connsiteY79" fmla="*/ 7997918 h 9456078"/>
              <a:gd name="connsiteX80" fmla="*/ 3624567 w 13158799"/>
              <a:gd name="connsiteY80" fmla="*/ 7963356 h 9456078"/>
              <a:gd name="connsiteX81" fmla="*/ 3659435 w 13158799"/>
              <a:gd name="connsiteY81" fmla="*/ 7928432 h 9456078"/>
              <a:gd name="connsiteX82" fmla="*/ 3693994 w 13158799"/>
              <a:gd name="connsiteY82" fmla="*/ 7893146 h 9456078"/>
              <a:gd name="connsiteX83" fmla="*/ 3728240 w 13158799"/>
              <a:gd name="connsiteY83" fmla="*/ 7857501 h 9456078"/>
              <a:gd name="connsiteX84" fmla="*/ 3762171 w 13158799"/>
              <a:gd name="connsiteY84" fmla="*/ 7821497 h 9456078"/>
              <a:gd name="connsiteX85" fmla="*/ 3795783 w 13158799"/>
              <a:gd name="connsiteY85" fmla="*/ 7785136 h 9456078"/>
              <a:gd name="connsiteX86" fmla="*/ 3829075 w 13158799"/>
              <a:gd name="connsiteY86" fmla="*/ 7748420 h 9456078"/>
              <a:gd name="connsiteX87" fmla="*/ 3862042 w 13158799"/>
              <a:gd name="connsiteY87" fmla="*/ 7711350 h 9456078"/>
              <a:gd name="connsiteX88" fmla="*/ 3894682 w 13158799"/>
              <a:gd name="connsiteY88" fmla="*/ 7673928 h 9456078"/>
              <a:gd name="connsiteX89" fmla="*/ 3926991 w 13158799"/>
              <a:gd name="connsiteY89" fmla="*/ 7636155 h 9456078"/>
              <a:gd name="connsiteX90" fmla="*/ 3958967 w 13158799"/>
              <a:gd name="connsiteY90" fmla="*/ 7598032 h 9456078"/>
              <a:gd name="connsiteX91" fmla="*/ 3990607 w 13158799"/>
              <a:gd name="connsiteY91" fmla="*/ 7559561 h 9456078"/>
              <a:gd name="connsiteX92" fmla="*/ 4021907 w 13158799"/>
              <a:gd name="connsiteY92" fmla="*/ 7520744 h 9456078"/>
              <a:gd name="connsiteX93" fmla="*/ 4052865 w 13158799"/>
              <a:gd name="connsiteY93" fmla="*/ 7481582 h 9456078"/>
              <a:gd name="connsiteX94" fmla="*/ 4083478 w 13158799"/>
              <a:gd name="connsiteY94" fmla="*/ 7442077 h 9456078"/>
              <a:gd name="connsiteX95" fmla="*/ 8022311 w 13158799"/>
              <a:gd name="connsiteY95" fmla="*/ 2307814 h 9456078"/>
              <a:gd name="connsiteX96" fmla="*/ 8052902 w 13158799"/>
              <a:gd name="connsiteY96" fmla="*/ 2268285 h 9456078"/>
              <a:gd name="connsiteX97" fmla="*/ 8083796 w 13158799"/>
              <a:gd name="connsiteY97" fmla="*/ 2229056 h 9456078"/>
              <a:gd name="connsiteX98" fmla="*/ 8114989 w 13158799"/>
              <a:gd name="connsiteY98" fmla="*/ 2190127 h 9456078"/>
              <a:gd name="connsiteX99" fmla="*/ 8146479 w 13158799"/>
              <a:gd name="connsiteY99" fmla="*/ 2151500 h 9456078"/>
              <a:gd name="connsiteX100" fmla="*/ 8178264 w 13158799"/>
              <a:gd name="connsiteY100" fmla="*/ 2113176 h 9456078"/>
              <a:gd name="connsiteX101" fmla="*/ 8210341 w 13158799"/>
              <a:gd name="connsiteY101" fmla="*/ 2075157 h 9456078"/>
              <a:gd name="connsiteX102" fmla="*/ 8242709 w 13158799"/>
              <a:gd name="connsiteY102" fmla="*/ 2037442 h 9456078"/>
              <a:gd name="connsiteX103" fmla="*/ 8275365 w 13158799"/>
              <a:gd name="connsiteY103" fmla="*/ 2000034 h 9456078"/>
              <a:gd name="connsiteX104" fmla="*/ 8308307 w 13158799"/>
              <a:gd name="connsiteY104" fmla="*/ 1962934 h 9456078"/>
              <a:gd name="connsiteX105" fmla="*/ 8341532 w 13158799"/>
              <a:gd name="connsiteY105" fmla="*/ 1926142 h 9456078"/>
              <a:gd name="connsiteX106" fmla="*/ 8375038 w 13158799"/>
              <a:gd name="connsiteY106" fmla="*/ 1889660 h 9456078"/>
              <a:gd name="connsiteX107" fmla="*/ 8408823 w 13158799"/>
              <a:gd name="connsiteY107" fmla="*/ 1853489 h 9456078"/>
              <a:gd name="connsiteX108" fmla="*/ 8442885 w 13158799"/>
              <a:gd name="connsiteY108" fmla="*/ 1817630 h 9456078"/>
              <a:gd name="connsiteX109" fmla="*/ 8477221 w 13158799"/>
              <a:gd name="connsiteY109" fmla="*/ 1782084 h 9456078"/>
              <a:gd name="connsiteX110" fmla="*/ 8511829 w 13158799"/>
              <a:gd name="connsiteY110" fmla="*/ 1746853 h 9456078"/>
              <a:gd name="connsiteX111" fmla="*/ 8546706 w 13158799"/>
              <a:gd name="connsiteY111" fmla="*/ 1711937 h 9456078"/>
              <a:gd name="connsiteX112" fmla="*/ 8581851 w 13158799"/>
              <a:gd name="connsiteY112" fmla="*/ 1677337 h 9456078"/>
              <a:gd name="connsiteX113" fmla="*/ 8617261 w 13158799"/>
              <a:gd name="connsiteY113" fmla="*/ 1643056 h 9456078"/>
              <a:gd name="connsiteX114" fmla="*/ 8652934 w 13158799"/>
              <a:gd name="connsiteY114" fmla="*/ 1609093 h 9456078"/>
              <a:gd name="connsiteX115" fmla="*/ 8688867 w 13158799"/>
              <a:gd name="connsiteY115" fmla="*/ 1575450 h 9456078"/>
              <a:gd name="connsiteX116" fmla="*/ 8725058 w 13158799"/>
              <a:gd name="connsiteY116" fmla="*/ 1542128 h 9456078"/>
              <a:gd name="connsiteX117" fmla="*/ 8761506 w 13158799"/>
              <a:gd name="connsiteY117" fmla="*/ 1509129 h 9456078"/>
              <a:gd name="connsiteX118" fmla="*/ 8798207 w 13158799"/>
              <a:gd name="connsiteY118" fmla="*/ 1476452 h 9456078"/>
              <a:gd name="connsiteX119" fmla="*/ 8835159 w 13158799"/>
              <a:gd name="connsiteY119" fmla="*/ 1444101 h 9456078"/>
              <a:gd name="connsiteX120" fmla="*/ 8872360 w 13158799"/>
              <a:gd name="connsiteY120" fmla="*/ 1412075 h 9456078"/>
              <a:gd name="connsiteX121" fmla="*/ 8909808 w 13158799"/>
              <a:gd name="connsiteY121" fmla="*/ 1380375 h 9456078"/>
              <a:gd name="connsiteX122" fmla="*/ 8947501 w 13158799"/>
              <a:gd name="connsiteY122" fmla="*/ 1349004 h 9456078"/>
              <a:gd name="connsiteX123" fmla="*/ 8985435 w 13158799"/>
              <a:gd name="connsiteY123" fmla="*/ 1317962 h 9456078"/>
              <a:gd name="connsiteX124" fmla="*/ 9023610 w 13158799"/>
              <a:gd name="connsiteY124" fmla="*/ 1287250 h 9456078"/>
              <a:gd name="connsiteX125" fmla="*/ 9062022 w 13158799"/>
              <a:gd name="connsiteY125" fmla="*/ 1256869 h 9456078"/>
              <a:gd name="connsiteX126" fmla="*/ 9100669 w 13158799"/>
              <a:gd name="connsiteY126" fmla="*/ 1226820 h 9456078"/>
              <a:gd name="connsiteX127" fmla="*/ 9139549 w 13158799"/>
              <a:gd name="connsiteY127" fmla="*/ 1197105 h 9456078"/>
              <a:gd name="connsiteX128" fmla="*/ 9178660 w 13158799"/>
              <a:gd name="connsiteY128" fmla="*/ 1167725 h 9456078"/>
              <a:gd name="connsiteX129" fmla="*/ 9217999 w 13158799"/>
              <a:gd name="connsiteY129" fmla="*/ 1138681 h 9456078"/>
              <a:gd name="connsiteX130" fmla="*/ 9257564 w 13158799"/>
              <a:gd name="connsiteY130" fmla="*/ 1109974 h 9456078"/>
              <a:gd name="connsiteX131" fmla="*/ 9297353 w 13158799"/>
              <a:gd name="connsiteY131" fmla="*/ 1081604 h 9456078"/>
              <a:gd name="connsiteX132" fmla="*/ 9337364 w 13158799"/>
              <a:gd name="connsiteY132" fmla="*/ 1053574 h 9456078"/>
              <a:gd name="connsiteX133" fmla="*/ 9377594 w 13158799"/>
              <a:gd name="connsiteY133" fmla="*/ 1025884 h 9456078"/>
              <a:gd name="connsiteX134" fmla="*/ 9418040 w 13158799"/>
              <a:gd name="connsiteY134" fmla="*/ 998536 h 9456078"/>
              <a:gd name="connsiteX135" fmla="*/ 9458702 w 13158799"/>
              <a:gd name="connsiteY135" fmla="*/ 971530 h 9456078"/>
              <a:gd name="connsiteX136" fmla="*/ 9499575 w 13158799"/>
              <a:gd name="connsiteY136" fmla="*/ 944868 h 9456078"/>
              <a:gd name="connsiteX137" fmla="*/ 9540659 w 13158799"/>
              <a:gd name="connsiteY137" fmla="*/ 918551 h 9456078"/>
              <a:gd name="connsiteX138" fmla="*/ 9581950 w 13158799"/>
              <a:gd name="connsiteY138" fmla="*/ 892580 h 9456078"/>
              <a:gd name="connsiteX139" fmla="*/ 9623447 w 13158799"/>
              <a:gd name="connsiteY139" fmla="*/ 866956 h 9456078"/>
              <a:gd name="connsiteX140" fmla="*/ 9665147 w 13158799"/>
              <a:gd name="connsiteY140" fmla="*/ 841681 h 9456078"/>
              <a:gd name="connsiteX141" fmla="*/ 9707048 w 13158799"/>
              <a:gd name="connsiteY141" fmla="*/ 816754 h 9456078"/>
              <a:gd name="connsiteX142" fmla="*/ 9749147 w 13158799"/>
              <a:gd name="connsiteY142" fmla="*/ 792179 h 9456078"/>
              <a:gd name="connsiteX143" fmla="*/ 9791443 w 13158799"/>
              <a:gd name="connsiteY143" fmla="*/ 767955 h 9456078"/>
              <a:gd name="connsiteX144" fmla="*/ 9833932 w 13158799"/>
              <a:gd name="connsiteY144" fmla="*/ 744083 h 9456078"/>
              <a:gd name="connsiteX145" fmla="*/ 9876613 w 13158799"/>
              <a:gd name="connsiteY145" fmla="*/ 720566 h 9456078"/>
              <a:gd name="connsiteX146" fmla="*/ 9919484 w 13158799"/>
              <a:gd name="connsiteY146" fmla="*/ 697404 h 9456078"/>
              <a:gd name="connsiteX147" fmla="*/ 9962542 w 13158799"/>
              <a:gd name="connsiteY147" fmla="*/ 674598 h 9456078"/>
              <a:gd name="connsiteX148" fmla="*/ 10005784 w 13158799"/>
              <a:gd name="connsiteY148" fmla="*/ 652149 h 9456078"/>
              <a:gd name="connsiteX149" fmla="*/ 10049209 w 13158799"/>
              <a:gd name="connsiteY149" fmla="*/ 630059 h 9456078"/>
              <a:gd name="connsiteX150" fmla="*/ 10092814 w 13158799"/>
              <a:gd name="connsiteY150" fmla="*/ 608328 h 9456078"/>
              <a:gd name="connsiteX151" fmla="*/ 10136597 w 13158799"/>
              <a:gd name="connsiteY151" fmla="*/ 586958 h 9456078"/>
              <a:gd name="connsiteX152" fmla="*/ 10180556 w 13158799"/>
              <a:gd name="connsiteY152" fmla="*/ 565950 h 9456078"/>
              <a:gd name="connsiteX153" fmla="*/ 10224688 w 13158799"/>
              <a:gd name="connsiteY153" fmla="*/ 545304 h 9456078"/>
              <a:gd name="connsiteX154" fmla="*/ 10268991 w 13158799"/>
              <a:gd name="connsiteY154" fmla="*/ 525023 h 9456078"/>
              <a:gd name="connsiteX155" fmla="*/ 10313463 w 13158799"/>
              <a:gd name="connsiteY155" fmla="*/ 505107 h 9456078"/>
              <a:gd name="connsiteX156" fmla="*/ 10358101 w 13158799"/>
              <a:gd name="connsiteY156" fmla="*/ 485558 h 9456078"/>
              <a:gd name="connsiteX157" fmla="*/ 10402903 w 13158799"/>
              <a:gd name="connsiteY157" fmla="*/ 466376 h 9456078"/>
              <a:gd name="connsiteX158" fmla="*/ 10447868 w 13158799"/>
              <a:gd name="connsiteY158" fmla="*/ 447563 h 9456078"/>
              <a:gd name="connsiteX159" fmla="*/ 10492991 w 13158799"/>
              <a:gd name="connsiteY159" fmla="*/ 429119 h 9456078"/>
              <a:gd name="connsiteX160" fmla="*/ 10538272 w 13158799"/>
              <a:gd name="connsiteY160" fmla="*/ 411046 h 9456078"/>
              <a:gd name="connsiteX161" fmla="*/ 10583708 w 13158799"/>
              <a:gd name="connsiteY161" fmla="*/ 393346 h 9456078"/>
              <a:gd name="connsiteX162" fmla="*/ 10629297 w 13158799"/>
              <a:gd name="connsiteY162" fmla="*/ 376018 h 9456078"/>
              <a:gd name="connsiteX163" fmla="*/ 10675036 w 13158799"/>
              <a:gd name="connsiteY163" fmla="*/ 359065 h 9456078"/>
              <a:gd name="connsiteX164" fmla="*/ 10720923 w 13158799"/>
              <a:gd name="connsiteY164" fmla="*/ 342487 h 9456078"/>
              <a:gd name="connsiteX165" fmla="*/ 10766956 w 13158799"/>
              <a:gd name="connsiteY165" fmla="*/ 326286 h 9456078"/>
              <a:gd name="connsiteX166" fmla="*/ 10813132 w 13158799"/>
              <a:gd name="connsiteY166" fmla="*/ 310462 h 9456078"/>
              <a:gd name="connsiteX167" fmla="*/ 10859450 w 13158799"/>
              <a:gd name="connsiteY167" fmla="*/ 295018 h 9456078"/>
              <a:gd name="connsiteX168" fmla="*/ 10905907 w 13158799"/>
              <a:gd name="connsiteY168" fmla="*/ 279953 h 9456078"/>
              <a:gd name="connsiteX169" fmla="*/ 10952500 w 13158799"/>
              <a:gd name="connsiteY169" fmla="*/ 265269 h 9456078"/>
              <a:gd name="connsiteX170" fmla="*/ 10999227 w 13158799"/>
              <a:gd name="connsiteY170" fmla="*/ 250968 h 9456078"/>
              <a:gd name="connsiteX171" fmla="*/ 11046087 w 13158799"/>
              <a:gd name="connsiteY171" fmla="*/ 237049 h 9456078"/>
              <a:gd name="connsiteX172" fmla="*/ 11093076 w 13158799"/>
              <a:gd name="connsiteY172" fmla="*/ 223516 h 9456078"/>
              <a:gd name="connsiteX173" fmla="*/ 11140193 w 13158799"/>
              <a:gd name="connsiteY173" fmla="*/ 210368 h 9456078"/>
              <a:gd name="connsiteX174" fmla="*/ 11187434 w 13158799"/>
              <a:gd name="connsiteY174" fmla="*/ 197606 h 9456078"/>
              <a:gd name="connsiteX175" fmla="*/ 11234799 w 13158799"/>
              <a:gd name="connsiteY175" fmla="*/ 185233 h 9456078"/>
              <a:gd name="connsiteX176" fmla="*/ 11282284 w 13158799"/>
              <a:gd name="connsiteY176" fmla="*/ 173248 h 9456078"/>
              <a:gd name="connsiteX177" fmla="*/ 11329888 w 13158799"/>
              <a:gd name="connsiteY177" fmla="*/ 161654 h 9456078"/>
              <a:gd name="connsiteX178" fmla="*/ 11377607 w 13158799"/>
              <a:gd name="connsiteY178" fmla="*/ 150451 h 9456078"/>
              <a:gd name="connsiteX179" fmla="*/ 11425440 w 13158799"/>
              <a:gd name="connsiteY179" fmla="*/ 139640 h 9456078"/>
              <a:gd name="connsiteX180" fmla="*/ 11473385 w 13158799"/>
              <a:gd name="connsiteY180" fmla="*/ 129223 h 9456078"/>
              <a:gd name="connsiteX181" fmla="*/ 11521439 w 13158799"/>
              <a:gd name="connsiteY181" fmla="*/ 119201 h 9456078"/>
              <a:gd name="connsiteX182" fmla="*/ 11569599 w 13158799"/>
              <a:gd name="connsiteY182" fmla="*/ 109574 h 9456078"/>
              <a:gd name="connsiteX183" fmla="*/ 11617864 w 13158799"/>
              <a:gd name="connsiteY183" fmla="*/ 100344 h 9456078"/>
              <a:gd name="connsiteX184" fmla="*/ 11666231 w 13158799"/>
              <a:gd name="connsiteY184" fmla="*/ 91512 h 9456078"/>
              <a:gd name="connsiteX185" fmla="*/ 11714698 w 13158799"/>
              <a:gd name="connsiteY185" fmla="*/ 83080 h 9456078"/>
              <a:gd name="connsiteX186" fmla="*/ 11763263 w 13158799"/>
              <a:gd name="connsiteY186" fmla="*/ 75047 h 9456078"/>
              <a:gd name="connsiteX187" fmla="*/ 11811923 w 13158799"/>
              <a:gd name="connsiteY187" fmla="*/ 67417 h 9456078"/>
              <a:gd name="connsiteX188" fmla="*/ 11860676 w 13158799"/>
              <a:gd name="connsiteY188" fmla="*/ 60188 h 9456078"/>
              <a:gd name="connsiteX189" fmla="*/ 11909519 w 13158799"/>
              <a:gd name="connsiteY189" fmla="*/ 53364 h 9456078"/>
              <a:gd name="connsiteX190" fmla="*/ 11958451 w 13158799"/>
              <a:gd name="connsiteY190" fmla="*/ 46944 h 9456078"/>
              <a:gd name="connsiteX191" fmla="*/ 12007470 w 13158799"/>
              <a:gd name="connsiteY191" fmla="*/ 40931 h 9456078"/>
              <a:gd name="connsiteX192" fmla="*/ 12056572 w 13158799"/>
              <a:gd name="connsiteY192" fmla="*/ 35324 h 9456078"/>
              <a:gd name="connsiteX193" fmla="*/ 12105756 w 13158799"/>
              <a:gd name="connsiteY193" fmla="*/ 30126 h 9456078"/>
              <a:gd name="connsiteX194" fmla="*/ 12155019 w 13158799"/>
              <a:gd name="connsiteY194" fmla="*/ 25337 h 9456078"/>
              <a:gd name="connsiteX195" fmla="*/ 12204359 w 13158799"/>
              <a:gd name="connsiteY195" fmla="*/ 20958 h 9456078"/>
              <a:gd name="connsiteX196" fmla="*/ 12253773 w 13158799"/>
              <a:gd name="connsiteY196" fmla="*/ 16991 h 9456078"/>
              <a:gd name="connsiteX197" fmla="*/ 12303260 w 13158799"/>
              <a:gd name="connsiteY197" fmla="*/ 13437 h 9456078"/>
              <a:gd name="connsiteX198" fmla="*/ 12352818 w 13158799"/>
              <a:gd name="connsiteY198" fmla="*/ 10297 h 9456078"/>
              <a:gd name="connsiteX199" fmla="*/ 12402443 w 13158799"/>
              <a:gd name="connsiteY199" fmla="*/ 7572 h 9456078"/>
              <a:gd name="connsiteX200" fmla="*/ 12452133 w 13158799"/>
              <a:gd name="connsiteY200" fmla="*/ 5263 h 9456078"/>
              <a:gd name="connsiteX201" fmla="*/ 12501887 w 13158799"/>
              <a:gd name="connsiteY201" fmla="*/ 3371 h 9456078"/>
              <a:gd name="connsiteX202" fmla="*/ 12551701 w 13158799"/>
              <a:gd name="connsiteY202" fmla="*/ 1898 h 9456078"/>
              <a:gd name="connsiteX203" fmla="*/ 12601574 w 13158799"/>
              <a:gd name="connsiteY203" fmla="*/ 844 h 9456078"/>
              <a:gd name="connsiteX204" fmla="*/ 12651504 w 13158799"/>
              <a:gd name="connsiteY204" fmla="*/ 211 h 9456078"/>
              <a:gd name="connsiteX205" fmla="*/ 12701487 w 13158799"/>
              <a:gd name="connsiteY205" fmla="*/ 0 h 9456078"/>
              <a:gd name="connsiteX206" fmla="*/ 13158798 w 13158799"/>
              <a:gd name="connsiteY206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76172 w 13158797"/>
              <a:gd name="connsiteY22" fmla="*/ 9319936 h 9456078"/>
              <a:gd name="connsiteX23" fmla="*/ 1223823 w 13158797"/>
              <a:gd name="connsiteY23" fmla="*/ 9308509 h 9456078"/>
              <a:gd name="connsiteX24" fmla="*/ 1271339 w 13158797"/>
              <a:gd name="connsiteY24" fmla="*/ 9296635 h 9456078"/>
              <a:gd name="connsiteX25" fmla="*/ 1318719 w 13158797"/>
              <a:gd name="connsiteY25" fmla="*/ 9284315 h 9456078"/>
              <a:gd name="connsiteX26" fmla="*/ 1365957 w 13158797"/>
              <a:gd name="connsiteY26" fmla="*/ 9271550 h 9456078"/>
              <a:gd name="connsiteX27" fmla="*/ 1413052 w 13158797"/>
              <a:gd name="connsiteY27" fmla="*/ 9258342 h 9456078"/>
              <a:gd name="connsiteX28" fmla="*/ 1460000 w 13158797"/>
              <a:gd name="connsiteY28" fmla="*/ 9244693 h 9456078"/>
              <a:gd name="connsiteX29" fmla="*/ 1506799 w 13158797"/>
              <a:gd name="connsiteY29" fmla="*/ 9230604 h 9456078"/>
              <a:gd name="connsiteX30" fmla="*/ 1553445 w 13158797"/>
              <a:gd name="connsiteY30" fmla="*/ 9216076 h 9456078"/>
              <a:gd name="connsiteX31" fmla="*/ 1599935 w 13158797"/>
              <a:gd name="connsiteY31" fmla="*/ 9201111 h 9456078"/>
              <a:gd name="connsiteX32" fmla="*/ 1646267 w 13158797"/>
              <a:gd name="connsiteY32" fmla="*/ 9185710 h 9456078"/>
              <a:gd name="connsiteX33" fmla="*/ 1692437 w 13158797"/>
              <a:gd name="connsiteY33" fmla="*/ 9169876 h 9456078"/>
              <a:gd name="connsiteX34" fmla="*/ 1738442 w 13158797"/>
              <a:gd name="connsiteY34" fmla="*/ 9153608 h 9456078"/>
              <a:gd name="connsiteX35" fmla="*/ 1784280 w 13158797"/>
              <a:gd name="connsiteY35" fmla="*/ 9136910 h 9456078"/>
              <a:gd name="connsiteX36" fmla="*/ 1829947 w 13158797"/>
              <a:gd name="connsiteY36" fmla="*/ 9119782 h 9456078"/>
              <a:gd name="connsiteX37" fmla="*/ 1875440 w 13158797"/>
              <a:gd name="connsiteY37" fmla="*/ 9102226 h 9456078"/>
              <a:gd name="connsiteX38" fmla="*/ 1920756 w 13158797"/>
              <a:gd name="connsiteY38" fmla="*/ 9084243 h 9456078"/>
              <a:gd name="connsiteX39" fmla="*/ 1965893 w 13158797"/>
              <a:gd name="connsiteY39" fmla="*/ 9065835 h 9456078"/>
              <a:gd name="connsiteX40" fmla="*/ 2055615 w 13158797"/>
              <a:gd name="connsiteY40" fmla="*/ 9027750 h 9456078"/>
              <a:gd name="connsiteX41" fmla="*/ 2100195 w 13158797"/>
              <a:gd name="connsiteY41" fmla="*/ 9008075 h 9456078"/>
              <a:gd name="connsiteX42" fmla="*/ 2144582 w 13158797"/>
              <a:gd name="connsiteY42" fmla="*/ 8987981 h 9456078"/>
              <a:gd name="connsiteX43" fmla="*/ 2188775 w 13158797"/>
              <a:gd name="connsiteY43" fmla="*/ 8967470 h 9456078"/>
              <a:gd name="connsiteX44" fmla="*/ 2232770 w 13158797"/>
              <a:gd name="connsiteY44" fmla="*/ 8946542 h 9456078"/>
              <a:gd name="connsiteX45" fmla="*/ 2276564 w 13158797"/>
              <a:gd name="connsiteY45" fmla="*/ 8925199 h 9456078"/>
              <a:gd name="connsiteX46" fmla="*/ 2320154 w 13158797"/>
              <a:gd name="connsiteY46" fmla="*/ 8903443 h 9456078"/>
              <a:gd name="connsiteX47" fmla="*/ 2363538 w 13158797"/>
              <a:gd name="connsiteY47" fmla="*/ 8881275 h 9456078"/>
              <a:gd name="connsiteX48" fmla="*/ 2406711 w 13158797"/>
              <a:gd name="connsiteY48" fmla="*/ 8858697 h 9456078"/>
              <a:gd name="connsiteX49" fmla="*/ 2449672 w 13158797"/>
              <a:gd name="connsiteY49" fmla="*/ 8835710 h 9456078"/>
              <a:gd name="connsiteX50" fmla="*/ 2492417 w 13158797"/>
              <a:gd name="connsiteY50" fmla="*/ 8812316 h 9456078"/>
              <a:gd name="connsiteX51" fmla="*/ 2534943 w 13158797"/>
              <a:gd name="connsiteY51" fmla="*/ 8788516 h 9456078"/>
              <a:gd name="connsiteX52" fmla="*/ 2577247 w 13158797"/>
              <a:gd name="connsiteY52" fmla="*/ 8764311 h 9456078"/>
              <a:gd name="connsiteX53" fmla="*/ 2619326 w 13158797"/>
              <a:gd name="connsiteY53" fmla="*/ 8739704 h 9456078"/>
              <a:gd name="connsiteX54" fmla="*/ 2661177 w 13158797"/>
              <a:gd name="connsiteY54" fmla="*/ 8714695 h 9456078"/>
              <a:gd name="connsiteX55" fmla="*/ 2702797 w 13158797"/>
              <a:gd name="connsiteY55" fmla="*/ 8689286 h 9456078"/>
              <a:gd name="connsiteX56" fmla="*/ 2744183 w 13158797"/>
              <a:gd name="connsiteY56" fmla="*/ 8663479 h 9456078"/>
              <a:gd name="connsiteX57" fmla="*/ 2785333 w 13158797"/>
              <a:gd name="connsiteY57" fmla="*/ 8637274 h 9456078"/>
              <a:gd name="connsiteX58" fmla="*/ 2826242 w 13158797"/>
              <a:gd name="connsiteY58" fmla="*/ 8610675 h 9456078"/>
              <a:gd name="connsiteX59" fmla="*/ 2866908 w 13158797"/>
              <a:gd name="connsiteY59" fmla="*/ 8583681 h 9456078"/>
              <a:gd name="connsiteX60" fmla="*/ 2907329 w 13158797"/>
              <a:gd name="connsiteY60" fmla="*/ 8556295 h 9456078"/>
              <a:gd name="connsiteX61" fmla="*/ 2947500 w 13158797"/>
              <a:gd name="connsiteY61" fmla="*/ 8528517 h 9456078"/>
              <a:gd name="connsiteX62" fmla="*/ 2987419 w 13158797"/>
              <a:gd name="connsiteY62" fmla="*/ 8500351 h 9456078"/>
              <a:gd name="connsiteX63" fmla="*/ 3027083 w 13158797"/>
              <a:gd name="connsiteY63" fmla="*/ 8471796 h 9456078"/>
              <a:gd name="connsiteX64" fmla="*/ 3066489 w 13158797"/>
              <a:gd name="connsiteY64" fmla="*/ 8442854 h 9456078"/>
              <a:gd name="connsiteX65" fmla="*/ 3105634 w 13158797"/>
              <a:gd name="connsiteY65" fmla="*/ 8413528 h 9456078"/>
              <a:gd name="connsiteX66" fmla="*/ 3144515 w 13158797"/>
              <a:gd name="connsiteY66" fmla="*/ 8383818 h 9456078"/>
              <a:gd name="connsiteX67" fmla="*/ 3183129 w 13158797"/>
              <a:gd name="connsiteY67" fmla="*/ 8353726 h 9456078"/>
              <a:gd name="connsiteX68" fmla="*/ 3221473 w 13158797"/>
              <a:gd name="connsiteY68" fmla="*/ 8323253 h 9456078"/>
              <a:gd name="connsiteX69" fmla="*/ 3259544 w 13158797"/>
              <a:gd name="connsiteY69" fmla="*/ 8292401 h 9456078"/>
              <a:gd name="connsiteX70" fmla="*/ 3297339 w 13158797"/>
              <a:gd name="connsiteY70" fmla="*/ 8261172 h 9456078"/>
              <a:gd name="connsiteX71" fmla="*/ 3334854 w 13158797"/>
              <a:gd name="connsiteY71" fmla="*/ 8229566 h 9456078"/>
              <a:gd name="connsiteX72" fmla="*/ 3372087 w 13158797"/>
              <a:gd name="connsiteY72" fmla="*/ 8197585 h 9456078"/>
              <a:gd name="connsiteX73" fmla="*/ 3409035 w 13158797"/>
              <a:gd name="connsiteY73" fmla="*/ 8165232 h 9456078"/>
              <a:gd name="connsiteX74" fmla="*/ 3445695 w 13158797"/>
              <a:gd name="connsiteY74" fmla="*/ 8132507 h 9456078"/>
              <a:gd name="connsiteX75" fmla="*/ 3482064 w 13158797"/>
              <a:gd name="connsiteY75" fmla="*/ 8099411 h 9456078"/>
              <a:gd name="connsiteX76" fmla="*/ 3518139 w 13158797"/>
              <a:gd name="connsiteY76" fmla="*/ 8065947 h 9456078"/>
              <a:gd name="connsiteX77" fmla="*/ 3553916 w 13158797"/>
              <a:gd name="connsiteY77" fmla="*/ 8032115 h 9456078"/>
              <a:gd name="connsiteX78" fmla="*/ 3589393 w 13158797"/>
              <a:gd name="connsiteY78" fmla="*/ 7997918 h 9456078"/>
              <a:gd name="connsiteX79" fmla="*/ 3624567 w 13158797"/>
              <a:gd name="connsiteY79" fmla="*/ 7963356 h 9456078"/>
              <a:gd name="connsiteX80" fmla="*/ 3659435 w 13158797"/>
              <a:gd name="connsiteY80" fmla="*/ 7928432 h 9456078"/>
              <a:gd name="connsiteX81" fmla="*/ 3693994 w 13158797"/>
              <a:gd name="connsiteY81" fmla="*/ 7893146 h 9456078"/>
              <a:gd name="connsiteX82" fmla="*/ 3728240 w 13158797"/>
              <a:gd name="connsiteY82" fmla="*/ 7857501 h 9456078"/>
              <a:gd name="connsiteX83" fmla="*/ 3762171 w 13158797"/>
              <a:gd name="connsiteY83" fmla="*/ 7821497 h 9456078"/>
              <a:gd name="connsiteX84" fmla="*/ 3795783 w 13158797"/>
              <a:gd name="connsiteY84" fmla="*/ 7785136 h 9456078"/>
              <a:gd name="connsiteX85" fmla="*/ 3829075 w 13158797"/>
              <a:gd name="connsiteY85" fmla="*/ 7748420 h 9456078"/>
              <a:gd name="connsiteX86" fmla="*/ 3862042 w 13158797"/>
              <a:gd name="connsiteY86" fmla="*/ 7711350 h 9456078"/>
              <a:gd name="connsiteX87" fmla="*/ 3894682 w 13158797"/>
              <a:gd name="connsiteY87" fmla="*/ 7673928 h 9456078"/>
              <a:gd name="connsiteX88" fmla="*/ 3926991 w 13158797"/>
              <a:gd name="connsiteY88" fmla="*/ 7636155 h 9456078"/>
              <a:gd name="connsiteX89" fmla="*/ 3958967 w 13158797"/>
              <a:gd name="connsiteY89" fmla="*/ 7598032 h 9456078"/>
              <a:gd name="connsiteX90" fmla="*/ 3990607 w 13158797"/>
              <a:gd name="connsiteY90" fmla="*/ 7559561 h 9456078"/>
              <a:gd name="connsiteX91" fmla="*/ 4021907 w 13158797"/>
              <a:gd name="connsiteY91" fmla="*/ 7520744 h 9456078"/>
              <a:gd name="connsiteX92" fmla="*/ 4052865 w 13158797"/>
              <a:gd name="connsiteY92" fmla="*/ 7481582 h 9456078"/>
              <a:gd name="connsiteX93" fmla="*/ 4083478 w 13158797"/>
              <a:gd name="connsiteY93" fmla="*/ 7442077 h 9456078"/>
              <a:gd name="connsiteX94" fmla="*/ 8022311 w 13158797"/>
              <a:gd name="connsiteY94" fmla="*/ 2307814 h 9456078"/>
              <a:gd name="connsiteX95" fmla="*/ 8052902 w 13158797"/>
              <a:gd name="connsiteY95" fmla="*/ 2268285 h 9456078"/>
              <a:gd name="connsiteX96" fmla="*/ 8083796 w 13158797"/>
              <a:gd name="connsiteY96" fmla="*/ 2229056 h 9456078"/>
              <a:gd name="connsiteX97" fmla="*/ 8114989 w 13158797"/>
              <a:gd name="connsiteY97" fmla="*/ 2190127 h 9456078"/>
              <a:gd name="connsiteX98" fmla="*/ 8146479 w 13158797"/>
              <a:gd name="connsiteY98" fmla="*/ 2151500 h 9456078"/>
              <a:gd name="connsiteX99" fmla="*/ 8178264 w 13158797"/>
              <a:gd name="connsiteY99" fmla="*/ 2113176 h 9456078"/>
              <a:gd name="connsiteX100" fmla="*/ 8210341 w 13158797"/>
              <a:gd name="connsiteY100" fmla="*/ 2075157 h 9456078"/>
              <a:gd name="connsiteX101" fmla="*/ 8242709 w 13158797"/>
              <a:gd name="connsiteY101" fmla="*/ 2037442 h 9456078"/>
              <a:gd name="connsiteX102" fmla="*/ 8275365 w 13158797"/>
              <a:gd name="connsiteY102" fmla="*/ 2000034 h 9456078"/>
              <a:gd name="connsiteX103" fmla="*/ 8308307 w 13158797"/>
              <a:gd name="connsiteY103" fmla="*/ 1962934 h 9456078"/>
              <a:gd name="connsiteX104" fmla="*/ 8341532 w 13158797"/>
              <a:gd name="connsiteY104" fmla="*/ 1926142 h 9456078"/>
              <a:gd name="connsiteX105" fmla="*/ 8375038 w 13158797"/>
              <a:gd name="connsiteY105" fmla="*/ 1889660 h 9456078"/>
              <a:gd name="connsiteX106" fmla="*/ 8408823 w 13158797"/>
              <a:gd name="connsiteY106" fmla="*/ 1853489 h 9456078"/>
              <a:gd name="connsiteX107" fmla="*/ 8442885 w 13158797"/>
              <a:gd name="connsiteY107" fmla="*/ 1817630 h 9456078"/>
              <a:gd name="connsiteX108" fmla="*/ 8477221 w 13158797"/>
              <a:gd name="connsiteY108" fmla="*/ 1782084 h 9456078"/>
              <a:gd name="connsiteX109" fmla="*/ 8511829 w 13158797"/>
              <a:gd name="connsiteY109" fmla="*/ 1746853 h 9456078"/>
              <a:gd name="connsiteX110" fmla="*/ 8546706 w 13158797"/>
              <a:gd name="connsiteY110" fmla="*/ 1711937 h 9456078"/>
              <a:gd name="connsiteX111" fmla="*/ 8581851 w 13158797"/>
              <a:gd name="connsiteY111" fmla="*/ 1677337 h 9456078"/>
              <a:gd name="connsiteX112" fmla="*/ 8617261 w 13158797"/>
              <a:gd name="connsiteY112" fmla="*/ 1643056 h 9456078"/>
              <a:gd name="connsiteX113" fmla="*/ 8652934 w 13158797"/>
              <a:gd name="connsiteY113" fmla="*/ 1609093 h 9456078"/>
              <a:gd name="connsiteX114" fmla="*/ 8688867 w 13158797"/>
              <a:gd name="connsiteY114" fmla="*/ 1575450 h 9456078"/>
              <a:gd name="connsiteX115" fmla="*/ 8725058 w 13158797"/>
              <a:gd name="connsiteY115" fmla="*/ 1542128 h 9456078"/>
              <a:gd name="connsiteX116" fmla="*/ 8761506 w 13158797"/>
              <a:gd name="connsiteY116" fmla="*/ 1509129 h 9456078"/>
              <a:gd name="connsiteX117" fmla="*/ 8798207 w 13158797"/>
              <a:gd name="connsiteY117" fmla="*/ 1476452 h 9456078"/>
              <a:gd name="connsiteX118" fmla="*/ 8835159 w 13158797"/>
              <a:gd name="connsiteY118" fmla="*/ 1444101 h 9456078"/>
              <a:gd name="connsiteX119" fmla="*/ 8872360 w 13158797"/>
              <a:gd name="connsiteY119" fmla="*/ 1412075 h 9456078"/>
              <a:gd name="connsiteX120" fmla="*/ 8909808 w 13158797"/>
              <a:gd name="connsiteY120" fmla="*/ 1380375 h 9456078"/>
              <a:gd name="connsiteX121" fmla="*/ 8947501 w 13158797"/>
              <a:gd name="connsiteY121" fmla="*/ 1349004 h 9456078"/>
              <a:gd name="connsiteX122" fmla="*/ 8985435 w 13158797"/>
              <a:gd name="connsiteY122" fmla="*/ 1317962 h 9456078"/>
              <a:gd name="connsiteX123" fmla="*/ 9023610 w 13158797"/>
              <a:gd name="connsiteY123" fmla="*/ 1287250 h 9456078"/>
              <a:gd name="connsiteX124" fmla="*/ 9062022 w 13158797"/>
              <a:gd name="connsiteY124" fmla="*/ 1256869 h 9456078"/>
              <a:gd name="connsiteX125" fmla="*/ 9100669 w 13158797"/>
              <a:gd name="connsiteY125" fmla="*/ 1226820 h 9456078"/>
              <a:gd name="connsiteX126" fmla="*/ 9139549 w 13158797"/>
              <a:gd name="connsiteY126" fmla="*/ 1197105 h 9456078"/>
              <a:gd name="connsiteX127" fmla="*/ 9178660 w 13158797"/>
              <a:gd name="connsiteY127" fmla="*/ 1167725 h 9456078"/>
              <a:gd name="connsiteX128" fmla="*/ 9217999 w 13158797"/>
              <a:gd name="connsiteY128" fmla="*/ 1138681 h 9456078"/>
              <a:gd name="connsiteX129" fmla="*/ 9257564 w 13158797"/>
              <a:gd name="connsiteY129" fmla="*/ 1109974 h 9456078"/>
              <a:gd name="connsiteX130" fmla="*/ 9297353 w 13158797"/>
              <a:gd name="connsiteY130" fmla="*/ 1081604 h 9456078"/>
              <a:gd name="connsiteX131" fmla="*/ 9337364 w 13158797"/>
              <a:gd name="connsiteY131" fmla="*/ 1053574 h 9456078"/>
              <a:gd name="connsiteX132" fmla="*/ 9377594 w 13158797"/>
              <a:gd name="connsiteY132" fmla="*/ 1025884 h 9456078"/>
              <a:gd name="connsiteX133" fmla="*/ 9418040 w 13158797"/>
              <a:gd name="connsiteY133" fmla="*/ 998536 h 9456078"/>
              <a:gd name="connsiteX134" fmla="*/ 9458702 w 13158797"/>
              <a:gd name="connsiteY134" fmla="*/ 971530 h 9456078"/>
              <a:gd name="connsiteX135" fmla="*/ 9499575 w 13158797"/>
              <a:gd name="connsiteY135" fmla="*/ 944868 h 9456078"/>
              <a:gd name="connsiteX136" fmla="*/ 9540659 w 13158797"/>
              <a:gd name="connsiteY136" fmla="*/ 918551 h 9456078"/>
              <a:gd name="connsiteX137" fmla="*/ 9581950 w 13158797"/>
              <a:gd name="connsiteY137" fmla="*/ 892580 h 9456078"/>
              <a:gd name="connsiteX138" fmla="*/ 9623447 w 13158797"/>
              <a:gd name="connsiteY138" fmla="*/ 866956 h 9456078"/>
              <a:gd name="connsiteX139" fmla="*/ 9665147 w 13158797"/>
              <a:gd name="connsiteY139" fmla="*/ 841681 h 9456078"/>
              <a:gd name="connsiteX140" fmla="*/ 9707048 w 13158797"/>
              <a:gd name="connsiteY140" fmla="*/ 816754 h 9456078"/>
              <a:gd name="connsiteX141" fmla="*/ 9749147 w 13158797"/>
              <a:gd name="connsiteY141" fmla="*/ 792179 h 9456078"/>
              <a:gd name="connsiteX142" fmla="*/ 9791443 w 13158797"/>
              <a:gd name="connsiteY142" fmla="*/ 767955 h 9456078"/>
              <a:gd name="connsiteX143" fmla="*/ 9833932 w 13158797"/>
              <a:gd name="connsiteY143" fmla="*/ 744083 h 9456078"/>
              <a:gd name="connsiteX144" fmla="*/ 9876613 w 13158797"/>
              <a:gd name="connsiteY144" fmla="*/ 720566 h 9456078"/>
              <a:gd name="connsiteX145" fmla="*/ 9919484 w 13158797"/>
              <a:gd name="connsiteY145" fmla="*/ 697404 h 9456078"/>
              <a:gd name="connsiteX146" fmla="*/ 9962542 w 13158797"/>
              <a:gd name="connsiteY146" fmla="*/ 674598 h 9456078"/>
              <a:gd name="connsiteX147" fmla="*/ 10005784 w 13158797"/>
              <a:gd name="connsiteY147" fmla="*/ 652149 h 9456078"/>
              <a:gd name="connsiteX148" fmla="*/ 10049209 w 13158797"/>
              <a:gd name="connsiteY148" fmla="*/ 630059 h 9456078"/>
              <a:gd name="connsiteX149" fmla="*/ 10092814 w 13158797"/>
              <a:gd name="connsiteY149" fmla="*/ 608328 h 9456078"/>
              <a:gd name="connsiteX150" fmla="*/ 10136597 w 13158797"/>
              <a:gd name="connsiteY150" fmla="*/ 586958 h 9456078"/>
              <a:gd name="connsiteX151" fmla="*/ 10180556 w 13158797"/>
              <a:gd name="connsiteY151" fmla="*/ 565950 h 9456078"/>
              <a:gd name="connsiteX152" fmla="*/ 10224688 w 13158797"/>
              <a:gd name="connsiteY152" fmla="*/ 545304 h 9456078"/>
              <a:gd name="connsiteX153" fmla="*/ 10268991 w 13158797"/>
              <a:gd name="connsiteY153" fmla="*/ 525023 h 9456078"/>
              <a:gd name="connsiteX154" fmla="*/ 10313463 w 13158797"/>
              <a:gd name="connsiteY154" fmla="*/ 505107 h 9456078"/>
              <a:gd name="connsiteX155" fmla="*/ 10358101 w 13158797"/>
              <a:gd name="connsiteY155" fmla="*/ 485558 h 9456078"/>
              <a:gd name="connsiteX156" fmla="*/ 10402903 w 13158797"/>
              <a:gd name="connsiteY156" fmla="*/ 466376 h 9456078"/>
              <a:gd name="connsiteX157" fmla="*/ 10447868 w 13158797"/>
              <a:gd name="connsiteY157" fmla="*/ 447563 h 9456078"/>
              <a:gd name="connsiteX158" fmla="*/ 10492991 w 13158797"/>
              <a:gd name="connsiteY158" fmla="*/ 429119 h 9456078"/>
              <a:gd name="connsiteX159" fmla="*/ 10538272 w 13158797"/>
              <a:gd name="connsiteY159" fmla="*/ 411046 h 9456078"/>
              <a:gd name="connsiteX160" fmla="*/ 10583708 w 13158797"/>
              <a:gd name="connsiteY160" fmla="*/ 393346 h 9456078"/>
              <a:gd name="connsiteX161" fmla="*/ 10629297 w 13158797"/>
              <a:gd name="connsiteY161" fmla="*/ 376018 h 9456078"/>
              <a:gd name="connsiteX162" fmla="*/ 10675036 w 13158797"/>
              <a:gd name="connsiteY162" fmla="*/ 359065 h 9456078"/>
              <a:gd name="connsiteX163" fmla="*/ 10720923 w 13158797"/>
              <a:gd name="connsiteY163" fmla="*/ 342487 h 9456078"/>
              <a:gd name="connsiteX164" fmla="*/ 10766956 w 13158797"/>
              <a:gd name="connsiteY164" fmla="*/ 326286 h 9456078"/>
              <a:gd name="connsiteX165" fmla="*/ 10813132 w 13158797"/>
              <a:gd name="connsiteY165" fmla="*/ 310462 h 9456078"/>
              <a:gd name="connsiteX166" fmla="*/ 10859450 w 13158797"/>
              <a:gd name="connsiteY166" fmla="*/ 295018 h 9456078"/>
              <a:gd name="connsiteX167" fmla="*/ 10905907 w 13158797"/>
              <a:gd name="connsiteY167" fmla="*/ 279953 h 9456078"/>
              <a:gd name="connsiteX168" fmla="*/ 10952500 w 13158797"/>
              <a:gd name="connsiteY168" fmla="*/ 265269 h 9456078"/>
              <a:gd name="connsiteX169" fmla="*/ 10999227 w 13158797"/>
              <a:gd name="connsiteY169" fmla="*/ 250968 h 9456078"/>
              <a:gd name="connsiteX170" fmla="*/ 11046087 w 13158797"/>
              <a:gd name="connsiteY170" fmla="*/ 237049 h 9456078"/>
              <a:gd name="connsiteX171" fmla="*/ 11093076 w 13158797"/>
              <a:gd name="connsiteY171" fmla="*/ 223516 h 9456078"/>
              <a:gd name="connsiteX172" fmla="*/ 11140193 w 13158797"/>
              <a:gd name="connsiteY172" fmla="*/ 210368 h 9456078"/>
              <a:gd name="connsiteX173" fmla="*/ 11187434 w 13158797"/>
              <a:gd name="connsiteY173" fmla="*/ 197606 h 9456078"/>
              <a:gd name="connsiteX174" fmla="*/ 11234799 w 13158797"/>
              <a:gd name="connsiteY174" fmla="*/ 185233 h 9456078"/>
              <a:gd name="connsiteX175" fmla="*/ 11282284 w 13158797"/>
              <a:gd name="connsiteY175" fmla="*/ 173248 h 9456078"/>
              <a:gd name="connsiteX176" fmla="*/ 11329888 w 13158797"/>
              <a:gd name="connsiteY176" fmla="*/ 161654 h 9456078"/>
              <a:gd name="connsiteX177" fmla="*/ 11377607 w 13158797"/>
              <a:gd name="connsiteY177" fmla="*/ 150451 h 9456078"/>
              <a:gd name="connsiteX178" fmla="*/ 11425440 w 13158797"/>
              <a:gd name="connsiteY178" fmla="*/ 139640 h 9456078"/>
              <a:gd name="connsiteX179" fmla="*/ 11473385 w 13158797"/>
              <a:gd name="connsiteY179" fmla="*/ 129223 h 9456078"/>
              <a:gd name="connsiteX180" fmla="*/ 11521439 w 13158797"/>
              <a:gd name="connsiteY180" fmla="*/ 119201 h 9456078"/>
              <a:gd name="connsiteX181" fmla="*/ 11569599 w 13158797"/>
              <a:gd name="connsiteY181" fmla="*/ 109574 h 9456078"/>
              <a:gd name="connsiteX182" fmla="*/ 11617864 w 13158797"/>
              <a:gd name="connsiteY182" fmla="*/ 100344 h 9456078"/>
              <a:gd name="connsiteX183" fmla="*/ 11666231 w 13158797"/>
              <a:gd name="connsiteY183" fmla="*/ 91512 h 9456078"/>
              <a:gd name="connsiteX184" fmla="*/ 11714698 w 13158797"/>
              <a:gd name="connsiteY184" fmla="*/ 83080 h 9456078"/>
              <a:gd name="connsiteX185" fmla="*/ 11763263 w 13158797"/>
              <a:gd name="connsiteY185" fmla="*/ 75047 h 9456078"/>
              <a:gd name="connsiteX186" fmla="*/ 11811923 w 13158797"/>
              <a:gd name="connsiteY186" fmla="*/ 67417 h 9456078"/>
              <a:gd name="connsiteX187" fmla="*/ 11860676 w 13158797"/>
              <a:gd name="connsiteY187" fmla="*/ 60188 h 9456078"/>
              <a:gd name="connsiteX188" fmla="*/ 11909519 w 13158797"/>
              <a:gd name="connsiteY188" fmla="*/ 53364 h 9456078"/>
              <a:gd name="connsiteX189" fmla="*/ 11958451 w 13158797"/>
              <a:gd name="connsiteY189" fmla="*/ 46944 h 9456078"/>
              <a:gd name="connsiteX190" fmla="*/ 12007470 w 13158797"/>
              <a:gd name="connsiteY190" fmla="*/ 40931 h 9456078"/>
              <a:gd name="connsiteX191" fmla="*/ 12056572 w 13158797"/>
              <a:gd name="connsiteY191" fmla="*/ 35324 h 9456078"/>
              <a:gd name="connsiteX192" fmla="*/ 12105756 w 13158797"/>
              <a:gd name="connsiteY192" fmla="*/ 30126 h 9456078"/>
              <a:gd name="connsiteX193" fmla="*/ 12155019 w 13158797"/>
              <a:gd name="connsiteY193" fmla="*/ 25337 h 9456078"/>
              <a:gd name="connsiteX194" fmla="*/ 12204359 w 13158797"/>
              <a:gd name="connsiteY194" fmla="*/ 20958 h 9456078"/>
              <a:gd name="connsiteX195" fmla="*/ 12253773 w 13158797"/>
              <a:gd name="connsiteY195" fmla="*/ 16991 h 9456078"/>
              <a:gd name="connsiteX196" fmla="*/ 12303260 w 13158797"/>
              <a:gd name="connsiteY196" fmla="*/ 13437 h 9456078"/>
              <a:gd name="connsiteX197" fmla="*/ 12352818 w 13158797"/>
              <a:gd name="connsiteY197" fmla="*/ 10297 h 9456078"/>
              <a:gd name="connsiteX198" fmla="*/ 12402443 w 13158797"/>
              <a:gd name="connsiteY198" fmla="*/ 7572 h 9456078"/>
              <a:gd name="connsiteX199" fmla="*/ 12452133 w 13158797"/>
              <a:gd name="connsiteY199" fmla="*/ 5263 h 9456078"/>
              <a:gd name="connsiteX200" fmla="*/ 12501887 w 13158797"/>
              <a:gd name="connsiteY200" fmla="*/ 3371 h 9456078"/>
              <a:gd name="connsiteX201" fmla="*/ 12551701 w 13158797"/>
              <a:gd name="connsiteY201" fmla="*/ 1898 h 9456078"/>
              <a:gd name="connsiteX202" fmla="*/ 12601574 w 13158797"/>
              <a:gd name="connsiteY202" fmla="*/ 844 h 9456078"/>
              <a:gd name="connsiteX203" fmla="*/ 12651504 w 13158797"/>
              <a:gd name="connsiteY203" fmla="*/ 211 h 9456078"/>
              <a:gd name="connsiteX204" fmla="*/ 12701487 w 13158797"/>
              <a:gd name="connsiteY204" fmla="*/ 0 h 9456078"/>
              <a:gd name="connsiteX205" fmla="*/ 13158798 w 13158797"/>
              <a:gd name="connsiteY205" fmla="*/ 0 h 94560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</a:cxnLst>
            <a:rect l="l" t="t" r="r" b="b"/>
            <a:pathLst>
              <a:path w="13158797" h="9456078">
                <a:moveTo>
                  <a:pt x="0" y="9456078"/>
                </a:moveTo>
                <a:lnTo>
                  <a:pt x="49977" y="9455836"/>
                </a:lnTo>
                <a:lnTo>
                  <a:pt x="99893" y="9455111"/>
                </a:lnTo>
                <a:lnTo>
                  <a:pt x="149742" y="9453904"/>
                </a:lnTo>
                <a:lnTo>
                  <a:pt x="199524" y="9452217"/>
                </a:lnTo>
                <a:lnTo>
                  <a:pt x="298870" y="9447409"/>
                </a:lnTo>
                <a:lnTo>
                  <a:pt x="348429" y="9444290"/>
                </a:lnTo>
                <a:lnTo>
                  <a:pt x="397907" y="9440698"/>
                </a:lnTo>
                <a:lnTo>
                  <a:pt x="447302" y="9436632"/>
                </a:lnTo>
                <a:lnTo>
                  <a:pt x="496610" y="9432096"/>
                </a:lnTo>
                <a:lnTo>
                  <a:pt x="545829" y="9427089"/>
                </a:lnTo>
                <a:lnTo>
                  <a:pt x="594956" y="9421615"/>
                </a:lnTo>
                <a:lnTo>
                  <a:pt x="643987" y="9415673"/>
                </a:lnTo>
                <a:lnTo>
                  <a:pt x="692920" y="9409267"/>
                </a:lnTo>
                <a:lnTo>
                  <a:pt x="741751" y="9402396"/>
                </a:lnTo>
                <a:lnTo>
                  <a:pt x="790478" y="9395063"/>
                </a:lnTo>
                <a:lnTo>
                  <a:pt x="839098" y="9387270"/>
                </a:lnTo>
                <a:lnTo>
                  <a:pt x="887607" y="9379017"/>
                </a:lnTo>
                <a:lnTo>
                  <a:pt x="936002" y="9370306"/>
                </a:lnTo>
                <a:lnTo>
                  <a:pt x="984281" y="9361139"/>
                </a:lnTo>
                <a:lnTo>
                  <a:pt x="1032440" y="9351517"/>
                </a:lnTo>
                <a:lnTo>
                  <a:pt x="1080477" y="9341441"/>
                </a:lnTo>
                <a:lnTo>
                  <a:pt x="1176172" y="9319936"/>
                </a:lnTo>
                <a:lnTo>
                  <a:pt x="1223823" y="9308509"/>
                </a:lnTo>
                <a:lnTo>
                  <a:pt x="1271339" y="9296635"/>
                </a:lnTo>
                <a:lnTo>
                  <a:pt x="1318719" y="9284315"/>
                </a:lnTo>
                <a:lnTo>
                  <a:pt x="1365957" y="9271550"/>
                </a:lnTo>
                <a:lnTo>
                  <a:pt x="1413052" y="9258342"/>
                </a:lnTo>
                <a:lnTo>
                  <a:pt x="1460000" y="9244693"/>
                </a:lnTo>
                <a:lnTo>
                  <a:pt x="1506799" y="9230604"/>
                </a:lnTo>
                <a:lnTo>
                  <a:pt x="1553445" y="9216076"/>
                </a:lnTo>
                <a:lnTo>
                  <a:pt x="1599935" y="9201111"/>
                </a:lnTo>
                <a:lnTo>
                  <a:pt x="1646267" y="9185710"/>
                </a:lnTo>
                <a:lnTo>
                  <a:pt x="1692437" y="9169876"/>
                </a:lnTo>
                <a:lnTo>
                  <a:pt x="1738442" y="9153608"/>
                </a:lnTo>
                <a:lnTo>
                  <a:pt x="1784280" y="9136910"/>
                </a:lnTo>
                <a:lnTo>
                  <a:pt x="1829947" y="9119782"/>
                </a:lnTo>
                <a:lnTo>
                  <a:pt x="1875440" y="9102226"/>
                </a:lnTo>
                <a:lnTo>
                  <a:pt x="1920756" y="9084243"/>
                </a:lnTo>
                <a:lnTo>
                  <a:pt x="1965893" y="9065835"/>
                </a:lnTo>
                <a:lnTo>
                  <a:pt x="2055615" y="9027750"/>
                </a:lnTo>
                <a:lnTo>
                  <a:pt x="2100195" y="9008075"/>
                </a:lnTo>
                <a:lnTo>
                  <a:pt x="2144582" y="8987981"/>
                </a:lnTo>
                <a:lnTo>
                  <a:pt x="2188775" y="8967470"/>
                </a:lnTo>
                <a:lnTo>
                  <a:pt x="2232770" y="8946542"/>
                </a:lnTo>
                <a:lnTo>
                  <a:pt x="2276564" y="8925199"/>
                </a:lnTo>
                <a:lnTo>
                  <a:pt x="2320154" y="8903443"/>
                </a:lnTo>
                <a:lnTo>
                  <a:pt x="2363538" y="8881275"/>
                </a:lnTo>
                <a:lnTo>
                  <a:pt x="2406711" y="8858697"/>
                </a:lnTo>
                <a:lnTo>
                  <a:pt x="2449672" y="8835710"/>
                </a:lnTo>
                <a:lnTo>
                  <a:pt x="2492417" y="8812316"/>
                </a:lnTo>
                <a:lnTo>
                  <a:pt x="2534943" y="8788516"/>
                </a:lnTo>
                <a:lnTo>
                  <a:pt x="2577247" y="8764311"/>
                </a:lnTo>
                <a:lnTo>
                  <a:pt x="2619326" y="8739704"/>
                </a:lnTo>
                <a:lnTo>
                  <a:pt x="2661177" y="8714695"/>
                </a:lnTo>
                <a:lnTo>
                  <a:pt x="2702797" y="8689286"/>
                </a:lnTo>
                <a:lnTo>
                  <a:pt x="2744183" y="8663479"/>
                </a:lnTo>
                <a:lnTo>
                  <a:pt x="2785333" y="8637274"/>
                </a:lnTo>
                <a:lnTo>
                  <a:pt x="2826242" y="8610675"/>
                </a:lnTo>
                <a:lnTo>
                  <a:pt x="2866908" y="8583681"/>
                </a:lnTo>
                <a:lnTo>
                  <a:pt x="2907329" y="8556295"/>
                </a:lnTo>
                <a:lnTo>
                  <a:pt x="2947500" y="8528517"/>
                </a:lnTo>
                <a:lnTo>
                  <a:pt x="2987419" y="8500351"/>
                </a:lnTo>
                <a:lnTo>
                  <a:pt x="3027083" y="8471796"/>
                </a:lnTo>
                <a:lnTo>
                  <a:pt x="3066489" y="8442854"/>
                </a:lnTo>
                <a:lnTo>
                  <a:pt x="3105634" y="8413528"/>
                </a:lnTo>
                <a:lnTo>
                  <a:pt x="3144515" y="8383818"/>
                </a:lnTo>
                <a:lnTo>
                  <a:pt x="3183129" y="8353726"/>
                </a:lnTo>
                <a:lnTo>
                  <a:pt x="3221473" y="8323253"/>
                </a:lnTo>
                <a:lnTo>
                  <a:pt x="3259544" y="8292401"/>
                </a:lnTo>
                <a:lnTo>
                  <a:pt x="3297339" y="8261172"/>
                </a:lnTo>
                <a:lnTo>
                  <a:pt x="3334854" y="8229566"/>
                </a:lnTo>
                <a:lnTo>
                  <a:pt x="3372087" y="8197585"/>
                </a:lnTo>
                <a:lnTo>
                  <a:pt x="3409035" y="8165232"/>
                </a:lnTo>
                <a:lnTo>
                  <a:pt x="3445695" y="8132507"/>
                </a:lnTo>
                <a:lnTo>
                  <a:pt x="3482064" y="8099411"/>
                </a:lnTo>
                <a:lnTo>
                  <a:pt x="3518139" y="8065947"/>
                </a:lnTo>
                <a:lnTo>
                  <a:pt x="3553916" y="8032115"/>
                </a:lnTo>
                <a:lnTo>
                  <a:pt x="3589393" y="7997918"/>
                </a:lnTo>
                <a:lnTo>
                  <a:pt x="3624567" y="7963356"/>
                </a:lnTo>
                <a:lnTo>
                  <a:pt x="3659435" y="7928432"/>
                </a:lnTo>
                <a:lnTo>
                  <a:pt x="3693994" y="7893146"/>
                </a:lnTo>
                <a:lnTo>
                  <a:pt x="3728240" y="7857501"/>
                </a:lnTo>
                <a:lnTo>
                  <a:pt x="3762171" y="7821497"/>
                </a:lnTo>
                <a:lnTo>
                  <a:pt x="3795783" y="7785136"/>
                </a:lnTo>
                <a:lnTo>
                  <a:pt x="3829075" y="7748420"/>
                </a:lnTo>
                <a:lnTo>
                  <a:pt x="3862042" y="7711350"/>
                </a:lnTo>
                <a:lnTo>
                  <a:pt x="3894682" y="7673928"/>
                </a:lnTo>
                <a:lnTo>
                  <a:pt x="3926991" y="7636155"/>
                </a:lnTo>
                <a:lnTo>
                  <a:pt x="3958967" y="7598032"/>
                </a:lnTo>
                <a:lnTo>
                  <a:pt x="3990607" y="7559561"/>
                </a:lnTo>
                <a:lnTo>
                  <a:pt x="4021907" y="7520744"/>
                </a:lnTo>
                <a:lnTo>
                  <a:pt x="4052865" y="7481582"/>
                </a:lnTo>
                <a:lnTo>
                  <a:pt x="4083478" y="7442077"/>
                </a:lnTo>
                <a:lnTo>
                  <a:pt x="8022311" y="2307814"/>
                </a:lnTo>
                <a:lnTo>
                  <a:pt x="8052902" y="2268285"/>
                </a:lnTo>
                <a:lnTo>
                  <a:pt x="8083796" y="2229056"/>
                </a:lnTo>
                <a:lnTo>
                  <a:pt x="8114989" y="2190127"/>
                </a:lnTo>
                <a:lnTo>
                  <a:pt x="8146479" y="2151500"/>
                </a:lnTo>
                <a:lnTo>
                  <a:pt x="8178264" y="2113176"/>
                </a:lnTo>
                <a:lnTo>
                  <a:pt x="8210341" y="2075157"/>
                </a:lnTo>
                <a:lnTo>
                  <a:pt x="8242709" y="2037442"/>
                </a:lnTo>
                <a:lnTo>
                  <a:pt x="8275365" y="2000034"/>
                </a:lnTo>
                <a:lnTo>
                  <a:pt x="8308307" y="1962934"/>
                </a:lnTo>
                <a:lnTo>
                  <a:pt x="8341532" y="1926142"/>
                </a:lnTo>
                <a:lnTo>
                  <a:pt x="8375038" y="1889660"/>
                </a:lnTo>
                <a:lnTo>
                  <a:pt x="8408823" y="1853489"/>
                </a:lnTo>
                <a:lnTo>
                  <a:pt x="8442885" y="1817630"/>
                </a:lnTo>
                <a:lnTo>
                  <a:pt x="8477221" y="1782084"/>
                </a:lnTo>
                <a:lnTo>
                  <a:pt x="8511829" y="1746853"/>
                </a:lnTo>
                <a:lnTo>
                  <a:pt x="8546706" y="1711937"/>
                </a:lnTo>
                <a:lnTo>
                  <a:pt x="8581851" y="1677337"/>
                </a:lnTo>
                <a:lnTo>
                  <a:pt x="8617261" y="1643056"/>
                </a:lnTo>
                <a:lnTo>
                  <a:pt x="8652934" y="1609093"/>
                </a:lnTo>
                <a:lnTo>
                  <a:pt x="8688867" y="1575450"/>
                </a:lnTo>
                <a:lnTo>
                  <a:pt x="8725058" y="1542128"/>
                </a:lnTo>
                <a:lnTo>
                  <a:pt x="8761506" y="1509129"/>
                </a:lnTo>
                <a:lnTo>
                  <a:pt x="8798207" y="1476452"/>
                </a:lnTo>
                <a:lnTo>
                  <a:pt x="8835159" y="1444101"/>
                </a:lnTo>
                <a:lnTo>
                  <a:pt x="8872360" y="1412075"/>
                </a:lnTo>
                <a:lnTo>
                  <a:pt x="8909808" y="1380375"/>
                </a:lnTo>
                <a:lnTo>
                  <a:pt x="8947501" y="1349004"/>
                </a:lnTo>
                <a:lnTo>
                  <a:pt x="8985435" y="1317962"/>
                </a:lnTo>
                <a:lnTo>
                  <a:pt x="9023610" y="1287250"/>
                </a:lnTo>
                <a:lnTo>
                  <a:pt x="9062022" y="1256869"/>
                </a:lnTo>
                <a:lnTo>
                  <a:pt x="9100669" y="1226820"/>
                </a:lnTo>
                <a:lnTo>
                  <a:pt x="9139549" y="1197105"/>
                </a:lnTo>
                <a:lnTo>
                  <a:pt x="9178660" y="1167725"/>
                </a:lnTo>
                <a:lnTo>
                  <a:pt x="9217999" y="1138681"/>
                </a:lnTo>
                <a:lnTo>
                  <a:pt x="9257564" y="1109974"/>
                </a:lnTo>
                <a:lnTo>
                  <a:pt x="9297353" y="1081604"/>
                </a:lnTo>
                <a:lnTo>
                  <a:pt x="9337364" y="1053574"/>
                </a:lnTo>
                <a:lnTo>
                  <a:pt x="9377594" y="1025884"/>
                </a:lnTo>
                <a:lnTo>
                  <a:pt x="9418040" y="998536"/>
                </a:lnTo>
                <a:lnTo>
                  <a:pt x="9458702" y="971530"/>
                </a:lnTo>
                <a:lnTo>
                  <a:pt x="9499575" y="944868"/>
                </a:lnTo>
                <a:lnTo>
                  <a:pt x="9540659" y="918551"/>
                </a:lnTo>
                <a:lnTo>
                  <a:pt x="9581950" y="892580"/>
                </a:lnTo>
                <a:lnTo>
                  <a:pt x="9623447" y="866956"/>
                </a:lnTo>
                <a:lnTo>
                  <a:pt x="9665147" y="841681"/>
                </a:lnTo>
                <a:lnTo>
                  <a:pt x="9707048" y="816754"/>
                </a:lnTo>
                <a:lnTo>
                  <a:pt x="9749147" y="792179"/>
                </a:lnTo>
                <a:lnTo>
                  <a:pt x="9791443" y="767955"/>
                </a:lnTo>
                <a:lnTo>
                  <a:pt x="9833932" y="744083"/>
                </a:lnTo>
                <a:lnTo>
                  <a:pt x="9876613" y="720566"/>
                </a:lnTo>
                <a:lnTo>
                  <a:pt x="9919484" y="697404"/>
                </a:lnTo>
                <a:lnTo>
                  <a:pt x="9962542" y="674598"/>
                </a:lnTo>
                <a:lnTo>
                  <a:pt x="10005784" y="652149"/>
                </a:lnTo>
                <a:lnTo>
                  <a:pt x="10049209" y="630059"/>
                </a:lnTo>
                <a:lnTo>
                  <a:pt x="10092814" y="608328"/>
                </a:lnTo>
                <a:lnTo>
                  <a:pt x="10136597" y="586958"/>
                </a:lnTo>
                <a:lnTo>
                  <a:pt x="10180556" y="565950"/>
                </a:lnTo>
                <a:lnTo>
                  <a:pt x="10224688" y="545304"/>
                </a:lnTo>
                <a:lnTo>
                  <a:pt x="10268991" y="525023"/>
                </a:lnTo>
                <a:lnTo>
                  <a:pt x="10313463" y="505107"/>
                </a:lnTo>
                <a:lnTo>
                  <a:pt x="10358101" y="485558"/>
                </a:lnTo>
                <a:lnTo>
                  <a:pt x="10402903" y="466376"/>
                </a:lnTo>
                <a:lnTo>
                  <a:pt x="10447868" y="447563"/>
                </a:lnTo>
                <a:lnTo>
                  <a:pt x="10492991" y="429119"/>
                </a:lnTo>
                <a:lnTo>
                  <a:pt x="10538272" y="411046"/>
                </a:lnTo>
                <a:lnTo>
                  <a:pt x="10583708" y="393346"/>
                </a:lnTo>
                <a:lnTo>
                  <a:pt x="10629297" y="376018"/>
                </a:lnTo>
                <a:lnTo>
                  <a:pt x="10675036" y="359065"/>
                </a:lnTo>
                <a:lnTo>
                  <a:pt x="10720923" y="342487"/>
                </a:lnTo>
                <a:lnTo>
                  <a:pt x="10766956" y="326286"/>
                </a:lnTo>
                <a:lnTo>
                  <a:pt x="10813132" y="310462"/>
                </a:lnTo>
                <a:lnTo>
                  <a:pt x="10859450" y="295018"/>
                </a:lnTo>
                <a:lnTo>
                  <a:pt x="10905907" y="279953"/>
                </a:lnTo>
                <a:lnTo>
                  <a:pt x="10952500" y="265269"/>
                </a:lnTo>
                <a:lnTo>
                  <a:pt x="10999227" y="250968"/>
                </a:lnTo>
                <a:lnTo>
                  <a:pt x="11046087" y="237049"/>
                </a:lnTo>
                <a:lnTo>
                  <a:pt x="11093076" y="223516"/>
                </a:lnTo>
                <a:lnTo>
                  <a:pt x="11140193" y="210368"/>
                </a:lnTo>
                <a:lnTo>
                  <a:pt x="11187434" y="197606"/>
                </a:lnTo>
                <a:lnTo>
                  <a:pt x="11234799" y="185233"/>
                </a:lnTo>
                <a:lnTo>
                  <a:pt x="11282284" y="173248"/>
                </a:lnTo>
                <a:lnTo>
                  <a:pt x="11329888" y="161654"/>
                </a:lnTo>
                <a:lnTo>
                  <a:pt x="11377607" y="150451"/>
                </a:lnTo>
                <a:lnTo>
                  <a:pt x="11425440" y="139640"/>
                </a:lnTo>
                <a:lnTo>
                  <a:pt x="11473385" y="129223"/>
                </a:lnTo>
                <a:lnTo>
                  <a:pt x="11521439" y="119201"/>
                </a:lnTo>
                <a:lnTo>
                  <a:pt x="11569599" y="109574"/>
                </a:lnTo>
                <a:lnTo>
                  <a:pt x="11617864" y="100344"/>
                </a:lnTo>
                <a:lnTo>
                  <a:pt x="11666231" y="91512"/>
                </a:lnTo>
                <a:lnTo>
                  <a:pt x="11714698" y="83080"/>
                </a:lnTo>
                <a:lnTo>
                  <a:pt x="11763263" y="75047"/>
                </a:lnTo>
                <a:lnTo>
                  <a:pt x="11811923" y="67417"/>
                </a:lnTo>
                <a:lnTo>
                  <a:pt x="11860676" y="60188"/>
                </a:lnTo>
                <a:lnTo>
                  <a:pt x="11909519" y="53364"/>
                </a:lnTo>
                <a:lnTo>
                  <a:pt x="11958451" y="46944"/>
                </a:lnTo>
                <a:lnTo>
                  <a:pt x="12007470" y="40931"/>
                </a:lnTo>
                <a:lnTo>
                  <a:pt x="12056572" y="35324"/>
                </a:lnTo>
                <a:lnTo>
                  <a:pt x="12105756" y="30126"/>
                </a:lnTo>
                <a:lnTo>
                  <a:pt x="12155019" y="25337"/>
                </a:lnTo>
                <a:lnTo>
                  <a:pt x="12204359" y="20958"/>
                </a:lnTo>
                <a:lnTo>
                  <a:pt x="12253773" y="16991"/>
                </a:lnTo>
                <a:lnTo>
                  <a:pt x="12303260" y="13437"/>
                </a:lnTo>
                <a:lnTo>
                  <a:pt x="12352818" y="10297"/>
                </a:lnTo>
                <a:lnTo>
                  <a:pt x="12402443" y="7572"/>
                </a:lnTo>
                <a:lnTo>
                  <a:pt x="12452133" y="5263"/>
                </a:lnTo>
                <a:lnTo>
                  <a:pt x="12501887" y="3371"/>
                </a:lnTo>
                <a:lnTo>
                  <a:pt x="12551701" y="1898"/>
                </a:lnTo>
                <a:lnTo>
                  <a:pt x="12601574" y="844"/>
                </a:lnTo>
                <a:lnTo>
                  <a:pt x="12651504" y="211"/>
                </a:lnTo>
                <a:lnTo>
                  <a:pt x="12701487" y="0"/>
                </a:lnTo>
                <a:lnTo>
                  <a:pt x="13158798" y="0"/>
                </a:lnTo>
              </a:path>
            </a:pathLst>
          </a:custGeom>
          <a:ln w="19050">
            <a:gradFill>
              <a:gsLst>
                <a:gs pos="15000">
                  <a:schemeClr val="tx2"/>
                </a:gs>
                <a:gs pos="0">
                  <a:schemeClr val="bg1">
                    <a:alpha val="0"/>
                  </a:schemeClr>
                </a:gs>
              </a:gsLst>
              <a:lin ang="5400000" scaled="0"/>
            </a:gradFill>
          </a:ln>
        </p:spPr>
        <p:txBody>
          <a:bodyPr wrap="square" lIns="0" tIns="0" rIns="0" bIns="0" rtlCol="0"/>
          <a:lstStyle/>
          <a:p>
            <a:pPr marL="0" marR="0" lvl="0" indent="0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4EEB43E4-181F-7295-80FA-E603B81F5F0B}"/>
              </a:ext>
            </a:extLst>
          </p:cNvPr>
          <p:cNvCxnSpPr>
            <a:cxnSpLocks/>
          </p:cNvCxnSpPr>
          <p:nvPr/>
        </p:nvCxnSpPr>
        <p:spPr>
          <a:xfrm flipH="1">
            <a:off x="334962" y="6678798"/>
            <a:ext cx="10980001" cy="0"/>
          </a:xfrm>
          <a:prstGeom prst="line">
            <a:avLst/>
          </a:prstGeom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59729132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465">
          <p15:clr>
            <a:srgbClr val="FBAE40"/>
          </p15:clr>
        </p15:guide>
        <p15:guide id="2" pos="128">
          <p15:clr>
            <a:srgbClr val="FBAE40"/>
          </p15:clr>
        </p15:guide>
        <p15:guide id="3" orient="horz" pos="2424">
          <p15:clr>
            <a:srgbClr val="FBAE40"/>
          </p15:clr>
        </p15:guide>
        <p15:guide id="4" pos="4530">
          <p15:clr>
            <a:srgbClr val="FBAE40"/>
          </p15:clr>
        </p15:guide>
        <p15:guide id="5" orient="horz" pos="141">
          <p15:clr>
            <a:srgbClr val="FBAE40"/>
          </p15:clr>
        </p15:guide>
        <p15:guide id="6" orient="horz" pos="306">
          <p15:clr>
            <a:srgbClr val="FBAE40"/>
          </p15:clr>
        </p15:guide>
        <p15:guide id="7" orient="horz" pos="485">
          <p15:clr>
            <a:srgbClr val="FBAE40"/>
          </p15:clr>
        </p15:guide>
      </p15:sldGuideLst>
    </p:ext>
  </p:extLst>
</p:sldLayout>
</file>

<file path=ppt/slideLayouts/slideLayout1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_Índice | Até 14 títulos - Branc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" name="Espaço Reservado para Número de Slide 5">
            <a:extLst>
              <a:ext uri="{FF2B5EF4-FFF2-40B4-BE49-F238E27FC236}">
                <a16:creationId xmlns:a16="http://schemas.microsoft.com/office/drawing/2014/main" id="{8B43B5D6-9411-2916-3463-C0BBC4CE3A6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defRPr sz="11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pPr marL="20022">
              <a:spcBef>
                <a:spcPts val="45"/>
              </a:spcBef>
            </a:pPr>
            <a:fld id="{81D60167-4931-47E6-BA6A-407CBD079E47}" type="slidenum">
              <a:rPr lang="pt-BR" spc="-15" smtClean="0"/>
              <a:pPr marL="20022">
                <a:spcBef>
                  <a:spcPts val="45"/>
                </a:spcBef>
              </a:pPr>
              <a:t>‹#›</a:t>
            </a:fld>
            <a:endParaRPr lang="pt-BR" spc="-15"/>
          </a:p>
        </p:txBody>
      </p:sp>
      <p:sp>
        <p:nvSpPr>
          <p:cNvPr id="95" name="Text Placeholder 3">
            <a:extLst>
              <a:ext uri="{FF2B5EF4-FFF2-40B4-BE49-F238E27FC236}">
                <a16:creationId xmlns:a16="http://schemas.microsoft.com/office/drawing/2014/main" id="{1F9E0DEB-08E9-5248-44F9-9916F0925C87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5" y="368302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tx1">
                    <a:lumMod val="85000"/>
                    <a:lumOff val="15000"/>
                  </a:schemeClr>
                </a:solidFill>
              </a:defRPr>
            </a:lvl1pPr>
          </a:lstStyle>
          <a:p>
            <a:pPr lvl="0"/>
            <a:r>
              <a:rPr lang="pt-BR"/>
              <a:t>Índice | Até 14 títulos</a:t>
            </a:r>
            <a:endParaRPr lang="en-US"/>
          </a:p>
        </p:txBody>
      </p:sp>
      <p:sp>
        <p:nvSpPr>
          <p:cNvPr id="96" name="Text Placeholder 10">
            <a:extLst>
              <a:ext uri="{FF2B5EF4-FFF2-40B4-BE49-F238E27FC236}">
                <a16:creationId xmlns:a16="http://schemas.microsoft.com/office/drawing/2014/main" id="{86EE135B-8461-A8E5-B808-1CCC5F3ABF32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defRPr sz="900" baseline="0">
                <a:solidFill>
                  <a:schemeClr val="tx1">
                    <a:lumMod val="85000"/>
                    <a:lumOff val="15000"/>
                  </a:schemeClr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7" name="Text Placeholder 21">
            <a:extLst>
              <a:ext uri="{FF2B5EF4-FFF2-40B4-BE49-F238E27FC236}">
                <a16:creationId xmlns:a16="http://schemas.microsoft.com/office/drawing/2014/main" id="{C68EECD8-4868-C403-065A-798C94914B21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1112441" y="1232284"/>
            <a:ext cx="3633266" cy="494267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98" name="Text Placeholder 21">
            <a:extLst>
              <a:ext uri="{FF2B5EF4-FFF2-40B4-BE49-F238E27FC236}">
                <a16:creationId xmlns:a16="http://schemas.microsoft.com/office/drawing/2014/main" id="{377F7479-B5E7-D307-06B9-71E3BA37F3EF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1112441" y="1986612"/>
            <a:ext cx="3633266" cy="502453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99" name="Text Placeholder 21">
            <a:extLst>
              <a:ext uri="{FF2B5EF4-FFF2-40B4-BE49-F238E27FC236}">
                <a16:creationId xmlns:a16="http://schemas.microsoft.com/office/drawing/2014/main" id="{A9CB3A34-F081-C677-A00F-67C1873C062A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1112441" y="2743933"/>
            <a:ext cx="3633266" cy="507526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0" name="Text Placeholder 21">
            <a:extLst>
              <a:ext uri="{FF2B5EF4-FFF2-40B4-BE49-F238E27FC236}">
                <a16:creationId xmlns:a16="http://schemas.microsoft.com/office/drawing/2014/main" id="{66627ED0-3A46-8737-6897-D3BDDB091302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1112441" y="3509439"/>
            <a:ext cx="3633266" cy="507526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1" name="Text Placeholder 21">
            <a:extLst>
              <a:ext uri="{FF2B5EF4-FFF2-40B4-BE49-F238E27FC236}">
                <a16:creationId xmlns:a16="http://schemas.microsoft.com/office/drawing/2014/main" id="{4A98C90D-F543-2D3A-9F32-FF02504B384D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6873479" y="1237476"/>
            <a:ext cx="3633266" cy="491156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2" name="Text Placeholder 21">
            <a:extLst>
              <a:ext uri="{FF2B5EF4-FFF2-40B4-BE49-F238E27FC236}">
                <a16:creationId xmlns:a16="http://schemas.microsoft.com/office/drawing/2014/main" id="{02D303FD-4338-9202-3742-445CFAC544F9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6873479" y="1986612"/>
            <a:ext cx="3633266" cy="499341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3" name="Text Placeholder 21">
            <a:extLst>
              <a:ext uri="{FF2B5EF4-FFF2-40B4-BE49-F238E27FC236}">
                <a16:creationId xmlns:a16="http://schemas.microsoft.com/office/drawing/2014/main" id="{DAB51C54-4BA1-024C-8F1D-E61343BFAC42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873479" y="2743934"/>
            <a:ext cx="3633266" cy="499341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4" name="Text Placeholder 21">
            <a:extLst>
              <a:ext uri="{FF2B5EF4-FFF2-40B4-BE49-F238E27FC236}">
                <a16:creationId xmlns:a16="http://schemas.microsoft.com/office/drawing/2014/main" id="{31C27C31-0117-4C41-7DD9-9A95AE01F9D5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6873479" y="3509440"/>
            <a:ext cx="3633266" cy="504415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5" name="Text Placeholder 21">
            <a:extLst>
              <a:ext uri="{FF2B5EF4-FFF2-40B4-BE49-F238E27FC236}">
                <a16:creationId xmlns:a16="http://schemas.microsoft.com/office/drawing/2014/main" id="{305C7304-230E-F6CE-A76D-99DF1E692F08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334965" y="1237091"/>
            <a:ext cx="562844" cy="562844"/>
          </a:xfrm>
          <a:prstGeom prst="rect">
            <a:avLst/>
          </a:prstGeom>
          <a:noFill/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1.</a:t>
            </a:r>
            <a:endParaRPr lang="pt-BR"/>
          </a:p>
        </p:txBody>
      </p:sp>
      <p:sp>
        <p:nvSpPr>
          <p:cNvPr id="106" name="Text Placeholder 21">
            <a:extLst>
              <a:ext uri="{FF2B5EF4-FFF2-40B4-BE49-F238E27FC236}">
                <a16:creationId xmlns:a16="http://schemas.microsoft.com/office/drawing/2014/main" id="{646BD931-2CC9-4B26-938C-C6A9327B317A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334965" y="1986613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2.</a:t>
            </a:r>
            <a:endParaRPr lang="pt-BR"/>
          </a:p>
        </p:txBody>
      </p:sp>
      <p:sp>
        <p:nvSpPr>
          <p:cNvPr id="107" name="Text Placeholder 21">
            <a:extLst>
              <a:ext uri="{FF2B5EF4-FFF2-40B4-BE49-F238E27FC236}">
                <a16:creationId xmlns:a16="http://schemas.microsoft.com/office/drawing/2014/main" id="{7EF60F9A-51DE-3649-80E7-711C186485AA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334965" y="2743933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3.</a:t>
            </a:r>
            <a:endParaRPr lang="pt-BR"/>
          </a:p>
        </p:txBody>
      </p:sp>
      <p:sp>
        <p:nvSpPr>
          <p:cNvPr id="108" name="Text Placeholder 21">
            <a:extLst>
              <a:ext uri="{FF2B5EF4-FFF2-40B4-BE49-F238E27FC236}">
                <a16:creationId xmlns:a16="http://schemas.microsoft.com/office/drawing/2014/main" id="{454FB385-5582-984D-3BEC-2409DCFBBEA7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334965" y="3509439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4.</a:t>
            </a:r>
            <a:endParaRPr lang="pt-BR"/>
          </a:p>
        </p:txBody>
      </p:sp>
      <p:sp>
        <p:nvSpPr>
          <p:cNvPr id="109" name="Text Placeholder 21">
            <a:extLst>
              <a:ext uri="{FF2B5EF4-FFF2-40B4-BE49-F238E27FC236}">
                <a16:creationId xmlns:a16="http://schemas.microsoft.com/office/drawing/2014/main" id="{48AFB4A3-A713-3B36-5C4C-116B17982407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6096003" y="1242285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8.</a:t>
            </a:r>
            <a:endParaRPr lang="pt-BR"/>
          </a:p>
        </p:txBody>
      </p:sp>
      <p:sp>
        <p:nvSpPr>
          <p:cNvPr id="110" name="Text Placeholder 21">
            <a:extLst>
              <a:ext uri="{FF2B5EF4-FFF2-40B4-BE49-F238E27FC236}">
                <a16:creationId xmlns:a16="http://schemas.microsoft.com/office/drawing/2014/main" id="{455A5A6A-C346-A345-7676-47650852DEC5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6096003" y="1986613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9.</a:t>
            </a:r>
            <a:endParaRPr lang="pt-BR"/>
          </a:p>
        </p:txBody>
      </p:sp>
      <p:sp>
        <p:nvSpPr>
          <p:cNvPr id="111" name="Text Placeholder 21">
            <a:extLst>
              <a:ext uri="{FF2B5EF4-FFF2-40B4-BE49-F238E27FC236}">
                <a16:creationId xmlns:a16="http://schemas.microsoft.com/office/drawing/2014/main" id="{C9036724-53EE-61EA-4F36-0647670CC647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6096003" y="2743933"/>
            <a:ext cx="562844" cy="562844"/>
          </a:xfrm>
          <a:prstGeom prst="rect">
            <a:avLst/>
          </a:prstGeom>
          <a:noFill/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10.</a:t>
            </a:r>
            <a:endParaRPr lang="pt-BR"/>
          </a:p>
        </p:txBody>
      </p:sp>
      <p:sp>
        <p:nvSpPr>
          <p:cNvPr id="112" name="Text Placeholder 21">
            <a:extLst>
              <a:ext uri="{FF2B5EF4-FFF2-40B4-BE49-F238E27FC236}">
                <a16:creationId xmlns:a16="http://schemas.microsoft.com/office/drawing/2014/main" id="{59FC8DE1-DA8C-E6FC-0074-C1233AE33862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6096003" y="3509439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11.</a:t>
            </a:r>
            <a:endParaRPr lang="pt-BR"/>
          </a:p>
        </p:txBody>
      </p:sp>
      <p:sp>
        <p:nvSpPr>
          <p:cNvPr id="113" name="Text Placeholder 21">
            <a:extLst>
              <a:ext uri="{FF2B5EF4-FFF2-40B4-BE49-F238E27FC236}">
                <a16:creationId xmlns:a16="http://schemas.microsoft.com/office/drawing/2014/main" id="{CD7EC131-607A-502B-D5DB-EACD3848C447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1112441" y="4285152"/>
            <a:ext cx="3633266" cy="507526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14" name="Text Placeholder 21">
            <a:extLst>
              <a:ext uri="{FF2B5EF4-FFF2-40B4-BE49-F238E27FC236}">
                <a16:creationId xmlns:a16="http://schemas.microsoft.com/office/drawing/2014/main" id="{39366CD8-736E-E9F0-1631-408CE9342B73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6873479" y="4285153"/>
            <a:ext cx="3633266" cy="504415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15" name="Text Placeholder 21">
            <a:extLst>
              <a:ext uri="{FF2B5EF4-FFF2-40B4-BE49-F238E27FC236}">
                <a16:creationId xmlns:a16="http://schemas.microsoft.com/office/drawing/2014/main" id="{A36BD412-4DD9-0776-5A73-B5939ACF9185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334965" y="4285152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5.</a:t>
            </a:r>
            <a:endParaRPr lang="pt-BR"/>
          </a:p>
        </p:txBody>
      </p:sp>
      <p:sp>
        <p:nvSpPr>
          <p:cNvPr id="116" name="Text Placeholder 21">
            <a:extLst>
              <a:ext uri="{FF2B5EF4-FFF2-40B4-BE49-F238E27FC236}">
                <a16:creationId xmlns:a16="http://schemas.microsoft.com/office/drawing/2014/main" id="{0D56432C-F90B-BE78-9849-16EDFA25EDF3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6096003" y="4285152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12.</a:t>
            </a:r>
            <a:endParaRPr lang="pt-BR"/>
          </a:p>
        </p:txBody>
      </p:sp>
      <p:sp>
        <p:nvSpPr>
          <p:cNvPr id="26" name="Text Placeholder 21">
            <a:extLst>
              <a:ext uri="{FF2B5EF4-FFF2-40B4-BE49-F238E27FC236}">
                <a16:creationId xmlns:a16="http://schemas.microsoft.com/office/drawing/2014/main" id="{C5B1F338-8D07-6165-2984-C97D76B836F9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1112441" y="5064614"/>
            <a:ext cx="3633266" cy="507526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27" name="Text Placeholder 21">
            <a:extLst>
              <a:ext uri="{FF2B5EF4-FFF2-40B4-BE49-F238E27FC236}">
                <a16:creationId xmlns:a16="http://schemas.microsoft.com/office/drawing/2014/main" id="{6AC2D12D-986D-3DD5-FBFC-D384978B998E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6873479" y="5064614"/>
            <a:ext cx="3633266" cy="504415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28" name="Text Placeholder 21">
            <a:extLst>
              <a:ext uri="{FF2B5EF4-FFF2-40B4-BE49-F238E27FC236}">
                <a16:creationId xmlns:a16="http://schemas.microsoft.com/office/drawing/2014/main" id="{91E97FC2-9348-4E3B-00E5-76B9F5F34636}"/>
              </a:ext>
            </a:extLst>
          </p:cNvPr>
          <p:cNvSpPr>
            <a:spLocks noGrp="1"/>
          </p:cNvSpPr>
          <p:nvPr>
            <p:ph type="body" sz="quarter" idx="39" hasCustomPrompt="1"/>
          </p:nvPr>
        </p:nvSpPr>
        <p:spPr>
          <a:xfrm>
            <a:off x="334965" y="5064614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6.</a:t>
            </a:r>
            <a:endParaRPr lang="pt-BR"/>
          </a:p>
        </p:txBody>
      </p:sp>
      <p:sp>
        <p:nvSpPr>
          <p:cNvPr id="29" name="Text Placeholder 21">
            <a:extLst>
              <a:ext uri="{FF2B5EF4-FFF2-40B4-BE49-F238E27FC236}">
                <a16:creationId xmlns:a16="http://schemas.microsoft.com/office/drawing/2014/main" id="{10FCC27C-9F7B-60DD-448A-FA5C70190D61}"/>
              </a:ext>
            </a:extLst>
          </p:cNvPr>
          <p:cNvSpPr>
            <a:spLocks noGrp="1"/>
          </p:cNvSpPr>
          <p:nvPr>
            <p:ph type="body" sz="quarter" idx="40" hasCustomPrompt="1"/>
          </p:nvPr>
        </p:nvSpPr>
        <p:spPr>
          <a:xfrm>
            <a:off x="6096003" y="5064614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13.</a:t>
            </a:r>
            <a:endParaRPr lang="pt-BR"/>
          </a:p>
        </p:txBody>
      </p:sp>
      <p:sp>
        <p:nvSpPr>
          <p:cNvPr id="30" name="Text Placeholder 21">
            <a:extLst>
              <a:ext uri="{FF2B5EF4-FFF2-40B4-BE49-F238E27FC236}">
                <a16:creationId xmlns:a16="http://schemas.microsoft.com/office/drawing/2014/main" id="{647A3C75-F52C-9572-4AC8-DF3C9EC74895}"/>
              </a:ext>
            </a:extLst>
          </p:cNvPr>
          <p:cNvSpPr>
            <a:spLocks noGrp="1"/>
          </p:cNvSpPr>
          <p:nvPr>
            <p:ph type="body" sz="quarter" idx="41" hasCustomPrompt="1"/>
          </p:nvPr>
        </p:nvSpPr>
        <p:spPr>
          <a:xfrm>
            <a:off x="1112441" y="5840327"/>
            <a:ext cx="3633266" cy="507526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31" name="Text Placeholder 21">
            <a:extLst>
              <a:ext uri="{FF2B5EF4-FFF2-40B4-BE49-F238E27FC236}">
                <a16:creationId xmlns:a16="http://schemas.microsoft.com/office/drawing/2014/main" id="{CF181672-FCCE-ED51-44CD-B257A5102052}"/>
              </a:ext>
            </a:extLst>
          </p:cNvPr>
          <p:cNvSpPr>
            <a:spLocks noGrp="1"/>
          </p:cNvSpPr>
          <p:nvPr>
            <p:ph type="body" sz="quarter" idx="42" hasCustomPrompt="1"/>
          </p:nvPr>
        </p:nvSpPr>
        <p:spPr>
          <a:xfrm>
            <a:off x="6873479" y="5840328"/>
            <a:ext cx="3633266" cy="504415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32" name="Text Placeholder 21">
            <a:extLst>
              <a:ext uri="{FF2B5EF4-FFF2-40B4-BE49-F238E27FC236}">
                <a16:creationId xmlns:a16="http://schemas.microsoft.com/office/drawing/2014/main" id="{C4E37429-91F7-9872-16AB-E9D998B9B034}"/>
              </a:ext>
            </a:extLst>
          </p:cNvPr>
          <p:cNvSpPr>
            <a:spLocks noGrp="1"/>
          </p:cNvSpPr>
          <p:nvPr>
            <p:ph type="body" sz="quarter" idx="43" hasCustomPrompt="1"/>
          </p:nvPr>
        </p:nvSpPr>
        <p:spPr>
          <a:xfrm>
            <a:off x="334965" y="5840327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7.</a:t>
            </a:r>
            <a:endParaRPr lang="pt-BR"/>
          </a:p>
        </p:txBody>
      </p:sp>
      <p:sp>
        <p:nvSpPr>
          <p:cNvPr id="33" name="Text Placeholder 21">
            <a:extLst>
              <a:ext uri="{FF2B5EF4-FFF2-40B4-BE49-F238E27FC236}">
                <a16:creationId xmlns:a16="http://schemas.microsoft.com/office/drawing/2014/main" id="{996E1AEB-6FC0-93DB-7162-B62353FB6F67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6096003" y="5840327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14.</a:t>
            </a:r>
            <a:endParaRPr lang="pt-BR"/>
          </a:p>
        </p:txBody>
      </p:sp>
      <p:sp>
        <p:nvSpPr>
          <p:cNvPr id="3" name="Picture 8">
            <a:extLst>
              <a:ext uri="{FF2B5EF4-FFF2-40B4-BE49-F238E27FC236}">
                <a16:creationId xmlns:a16="http://schemas.microsoft.com/office/drawing/2014/main" id="{FA2E0788-A75A-5FD1-87DF-D30CAABD5AB4}"/>
              </a:ext>
            </a:extLst>
          </p:cNvPr>
          <p:cNvSpPr/>
          <p:nvPr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tx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/>
          </a:p>
        </p:txBody>
      </p:sp>
      <p:cxnSp>
        <p:nvCxnSpPr>
          <p:cNvPr id="2" name="Straight Connector 1">
            <a:extLst>
              <a:ext uri="{FF2B5EF4-FFF2-40B4-BE49-F238E27FC236}">
                <a16:creationId xmlns:a16="http://schemas.microsoft.com/office/drawing/2014/main" id="{7A0549EC-8DC2-05D6-2003-C541A12B95F9}"/>
              </a:ext>
            </a:extLst>
          </p:cNvPr>
          <p:cNvCxnSpPr>
            <a:cxnSpLocks/>
          </p:cNvCxnSpPr>
          <p:nvPr/>
        </p:nvCxnSpPr>
        <p:spPr>
          <a:xfrm>
            <a:off x="2" y="169333"/>
            <a:ext cx="12229571" cy="0"/>
          </a:xfrm>
          <a:prstGeom prst="line">
            <a:avLst/>
          </a:prstGeom>
          <a:ln w="190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object 4">
            <a:extLst>
              <a:ext uri="{FF2B5EF4-FFF2-40B4-BE49-F238E27FC236}">
                <a16:creationId xmlns:a16="http://schemas.microsoft.com/office/drawing/2014/main" id="{35B88CBE-64E8-46FB-48E7-E570DE983617}"/>
              </a:ext>
            </a:extLst>
          </p:cNvPr>
          <p:cNvSpPr/>
          <p:nvPr/>
        </p:nvSpPr>
        <p:spPr>
          <a:xfrm rot="10247908" flipH="1">
            <a:off x="4106509" y="-4146683"/>
            <a:ext cx="8001039" cy="5749648"/>
          </a:xfrm>
          <a:custGeom>
            <a:avLst/>
            <a:gdLst>
              <a:gd name="connsiteX0" fmla="*/ 0 w 13940157"/>
              <a:gd name="connsiteY0" fmla="*/ 9200719 h 9456078"/>
              <a:gd name="connsiteX1" fmla="*/ 781360 w 13940157"/>
              <a:gd name="connsiteY1" fmla="*/ 9456078 h 9456078"/>
              <a:gd name="connsiteX2" fmla="*/ 831337 w 13940157"/>
              <a:gd name="connsiteY2" fmla="*/ 9455836 h 9456078"/>
              <a:gd name="connsiteX3" fmla="*/ 881253 w 13940157"/>
              <a:gd name="connsiteY3" fmla="*/ 9455111 h 9456078"/>
              <a:gd name="connsiteX4" fmla="*/ 931102 w 13940157"/>
              <a:gd name="connsiteY4" fmla="*/ 9453904 h 9456078"/>
              <a:gd name="connsiteX5" fmla="*/ 980884 w 13940157"/>
              <a:gd name="connsiteY5" fmla="*/ 9452217 h 9456078"/>
              <a:gd name="connsiteX6" fmla="*/ 1030594 w 13940157"/>
              <a:gd name="connsiteY6" fmla="*/ 9450052 h 9456078"/>
              <a:gd name="connsiteX7" fmla="*/ 1080230 w 13940157"/>
              <a:gd name="connsiteY7" fmla="*/ 9447409 h 9456078"/>
              <a:gd name="connsiteX8" fmla="*/ 1129789 w 13940157"/>
              <a:gd name="connsiteY8" fmla="*/ 9444290 h 9456078"/>
              <a:gd name="connsiteX9" fmla="*/ 1179267 w 13940157"/>
              <a:gd name="connsiteY9" fmla="*/ 9440698 h 9456078"/>
              <a:gd name="connsiteX10" fmla="*/ 1228662 w 13940157"/>
              <a:gd name="connsiteY10" fmla="*/ 9436632 h 9456078"/>
              <a:gd name="connsiteX11" fmla="*/ 1277970 w 13940157"/>
              <a:gd name="connsiteY11" fmla="*/ 9432096 h 9456078"/>
              <a:gd name="connsiteX12" fmla="*/ 1327189 w 13940157"/>
              <a:gd name="connsiteY12" fmla="*/ 9427089 h 9456078"/>
              <a:gd name="connsiteX13" fmla="*/ 1376316 w 13940157"/>
              <a:gd name="connsiteY13" fmla="*/ 9421615 h 9456078"/>
              <a:gd name="connsiteX14" fmla="*/ 1425347 w 13940157"/>
              <a:gd name="connsiteY14" fmla="*/ 9415673 h 9456078"/>
              <a:gd name="connsiteX15" fmla="*/ 1474280 w 13940157"/>
              <a:gd name="connsiteY15" fmla="*/ 9409267 h 9456078"/>
              <a:gd name="connsiteX16" fmla="*/ 1523111 w 13940157"/>
              <a:gd name="connsiteY16" fmla="*/ 9402396 h 9456078"/>
              <a:gd name="connsiteX17" fmla="*/ 1571838 w 13940157"/>
              <a:gd name="connsiteY17" fmla="*/ 9395063 h 9456078"/>
              <a:gd name="connsiteX18" fmla="*/ 1620458 w 13940157"/>
              <a:gd name="connsiteY18" fmla="*/ 9387270 h 9456078"/>
              <a:gd name="connsiteX19" fmla="*/ 1668967 w 13940157"/>
              <a:gd name="connsiteY19" fmla="*/ 9379017 h 9456078"/>
              <a:gd name="connsiteX20" fmla="*/ 1717362 w 13940157"/>
              <a:gd name="connsiteY20" fmla="*/ 9370306 h 9456078"/>
              <a:gd name="connsiteX21" fmla="*/ 1765641 w 13940157"/>
              <a:gd name="connsiteY21" fmla="*/ 9361139 h 9456078"/>
              <a:gd name="connsiteX22" fmla="*/ 1813800 w 13940157"/>
              <a:gd name="connsiteY22" fmla="*/ 9351517 h 9456078"/>
              <a:gd name="connsiteX23" fmla="*/ 1861837 w 13940157"/>
              <a:gd name="connsiteY23" fmla="*/ 9341441 h 9456078"/>
              <a:gd name="connsiteX24" fmla="*/ 1909749 w 13940157"/>
              <a:gd name="connsiteY24" fmla="*/ 9330914 h 9456078"/>
              <a:gd name="connsiteX25" fmla="*/ 1957532 w 13940157"/>
              <a:gd name="connsiteY25" fmla="*/ 9319936 h 9456078"/>
              <a:gd name="connsiteX26" fmla="*/ 2005183 w 13940157"/>
              <a:gd name="connsiteY26" fmla="*/ 9308509 h 9456078"/>
              <a:gd name="connsiteX27" fmla="*/ 2052699 w 13940157"/>
              <a:gd name="connsiteY27" fmla="*/ 9296635 h 9456078"/>
              <a:gd name="connsiteX28" fmla="*/ 2100079 w 13940157"/>
              <a:gd name="connsiteY28" fmla="*/ 9284315 h 9456078"/>
              <a:gd name="connsiteX29" fmla="*/ 2147317 w 13940157"/>
              <a:gd name="connsiteY29" fmla="*/ 9271550 h 9456078"/>
              <a:gd name="connsiteX30" fmla="*/ 2194412 w 13940157"/>
              <a:gd name="connsiteY30" fmla="*/ 9258342 h 9456078"/>
              <a:gd name="connsiteX31" fmla="*/ 2241360 w 13940157"/>
              <a:gd name="connsiteY31" fmla="*/ 9244693 h 9456078"/>
              <a:gd name="connsiteX32" fmla="*/ 2288159 w 13940157"/>
              <a:gd name="connsiteY32" fmla="*/ 9230604 h 9456078"/>
              <a:gd name="connsiteX33" fmla="*/ 2334805 w 13940157"/>
              <a:gd name="connsiteY33" fmla="*/ 9216076 h 9456078"/>
              <a:gd name="connsiteX34" fmla="*/ 2381295 w 13940157"/>
              <a:gd name="connsiteY34" fmla="*/ 9201111 h 9456078"/>
              <a:gd name="connsiteX35" fmla="*/ 2427627 w 13940157"/>
              <a:gd name="connsiteY35" fmla="*/ 9185710 h 9456078"/>
              <a:gd name="connsiteX36" fmla="*/ 2473797 w 13940157"/>
              <a:gd name="connsiteY36" fmla="*/ 9169876 h 9456078"/>
              <a:gd name="connsiteX37" fmla="*/ 2519802 w 13940157"/>
              <a:gd name="connsiteY37" fmla="*/ 9153608 h 9456078"/>
              <a:gd name="connsiteX38" fmla="*/ 2565640 w 13940157"/>
              <a:gd name="connsiteY38" fmla="*/ 9136910 h 9456078"/>
              <a:gd name="connsiteX39" fmla="*/ 2611307 w 13940157"/>
              <a:gd name="connsiteY39" fmla="*/ 9119782 h 9456078"/>
              <a:gd name="connsiteX40" fmla="*/ 2656800 w 13940157"/>
              <a:gd name="connsiteY40" fmla="*/ 9102226 h 9456078"/>
              <a:gd name="connsiteX41" fmla="*/ 2702116 w 13940157"/>
              <a:gd name="connsiteY41" fmla="*/ 9084243 h 9456078"/>
              <a:gd name="connsiteX42" fmla="*/ 2747253 w 13940157"/>
              <a:gd name="connsiteY42" fmla="*/ 9065835 h 9456078"/>
              <a:gd name="connsiteX43" fmla="*/ 2792207 w 13940157"/>
              <a:gd name="connsiteY43" fmla="*/ 9047004 h 9456078"/>
              <a:gd name="connsiteX44" fmla="*/ 2836975 w 13940157"/>
              <a:gd name="connsiteY44" fmla="*/ 9027750 h 9456078"/>
              <a:gd name="connsiteX45" fmla="*/ 2881555 w 13940157"/>
              <a:gd name="connsiteY45" fmla="*/ 9008075 h 9456078"/>
              <a:gd name="connsiteX46" fmla="*/ 2925942 w 13940157"/>
              <a:gd name="connsiteY46" fmla="*/ 8987981 h 9456078"/>
              <a:gd name="connsiteX47" fmla="*/ 2970135 w 13940157"/>
              <a:gd name="connsiteY47" fmla="*/ 8967470 h 9456078"/>
              <a:gd name="connsiteX48" fmla="*/ 3014130 w 13940157"/>
              <a:gd name="connsiteY48" fmla="*/ 8946542 h 9456078"/>
              <a:gd name="connsiteX49" fmla="*/ 3057924 w 13940157"/>
              <a:gd name="connsiteY49" fmla="*/ 8925199 h 9456078"/>
              <a:gd name="connsiteX50" fmla="*/ 3101514 w 13940157"/>
              <a:gd name="connsiteY50" fmla="*/ 8903443 h 9456078"/>
              <a:gd name="connsiteX51" fmla="*/ 3144898 w 13940157"/>
              <a:gd name="connsiteY51" fmla="*/ 8881275 h 9456078"/>
              <a:gd name="connsiteX52" fmla="*/ 3188071 w 13940157"/>
              <a:gd name="connsiteY52" fmla="*/ 8858697 h 9456078"/>
              <a:gd name="connsiteX53" fmla="*/ 3231032 w 13940157"/>
              <a:gd name="connsiteY53" fmla="*/ 8835710 h 9456078"/>
              <a:gd name="connsiteX54" fmla="*/ 3273777 w 13940157"/>
              <a:gd name="connsiteY54" fmla="*/ 8812316 h 9456078"/>
              <a:gd name="connsiteX55" fmla="*/ 3316303 w 13940157"/>
              <a:gd name="connsiteY55" fmla="*/ 8788516 h 9456078"/>
              <a:gd name="connsiteX56" fmla="*/ 3358607 w 13940157"/>
              <a:gd name="connsiteY56" fmla="*/ 8764311 h 9456078"/>
              <a:gd name="connsiteX57" fmla="*/ 3400686 w 13940157"/>
              <a:gd name="connsiteY57" fmla="*/ 8739704 h 9456078"/>
              <a:gd name="connsiteX58" fmla="*/ 3442537 w 13940157"/>
              <a:gd name="connsiteY58" fmla="*/ 8714695 h 9456078"/>
              <a:gd name="connsiteX59" fmla="*/ 3484157 w 13940157"/>
              <a:gd name="connsiteY59" fmla="*/ 8689286 h 9456078"/>
              <a:gd name="connsiteX60" fmla="*/ 3525543 w 13940157"/>
              <a:gd name="connsiteY60" fmla="*/ 8663479 h 9456078"/>
              <a:gd name="connsiteX61" fmla="*/ 3566693 w 13940157"/>
              <a:gd name="connsiteY61" fmla="*/ 8637274 h 9456078"/>
              <a:gd name="connsiteX62" fmla="*/ 3607602 w 13940157"/>
              <a:gd name="connsiteY62" fmla="*/ 8610675 h 9456078"/>
              <a:gd name="connsiteX63" fmla="*/ 3648268 w 13940157"/>
              <a:gd name="connsiteY63" fmla="*/ 8583681 h 9456078"/>
              <a:gd name="connsiteX64" fmla="*/ 3688689 w 13940157"/>
              <a:gd name="connsiteY64" fmla="*/ 8556295 h 9456078"/>
              <a:gd name="connsiteX65" fmla="*/ 3728860 w 13940157"/>
              <a:gd name="connsiteY65" fmla="*/ 8528517 h 9456078"/>
              <a:gd name="connsiteX66" fmla="*/ 3768779 w 13940157"/>
              <a:gd name="connsiteY66" fmla="*/ 8500351 h 9456078"/>
              <a:gd name="connsiteX67" fmla="*/ 3808443 w 13940157"/>
              <a:gd name="connsiteY67" fmla="*/ 8471796 h 9456078"/>
              <a:gd name="connsiteX68" fmla="*/ 3847849 w 13940157"/>
              <a:gd name="connsiteY68" fmla="*/ 8442854 h 9456078"/>
              <a:gd name="connsiteX69" fmla="*/ 3886994 w 13940157"/>
              <a:gd name="connsiteY69" fmla="*/ 8413528 h 9456078"/>
              <a:gd name="connsiteX70" fmla="*/ 3925875 w 13940157"/>
              <a:gd name="connsiteY70" fmla="*/ 8383818 h 9456078"/>
              <a:gd name="connsiteX71" fmla="*/ 3964489 w 13940157"/>
              <a:gd name="connsiteY71" fmla="*/ 8353726 h 9456078"/>
              <a:gd name="connsiteX72" fmla="*/ 4002833 w 13940157"/>
              <a:gd name="connsiteY72" fmla="*/ 8323253 h 9456078"/>
              <a:gd name="connsiteX73" fmla="*/ 4040904 w 13940157"/>
              <a:gd name="connsiteY73" fmla="*/ 8292401 h 9456078"/>
              <a:gd name="connsiteX74" fmla="*/ 4078699 w 13940157"/>
              <a:gd name="connsiteY74" fmla="*/ 8261172 h 9456078"/>
              <a:gd name="connsiteX75" fmla="*/ 4116214 w 13940157"/>
              <a:gd name="connsiteY75" fmla="*/ 8229566 h 9456078"/>
              <a:gd name="connsiteX76" fmla="*/ 4153447 w 13940157"/>
              <a:gd name="connsiteY76" fmla="*/ 8197585 h 9456078"/>
              <a:gd name="connsiteX77" fmla="*/ 4190395 w 13940157"/>
              <a:gd name="connsiteY77" fmla="*/ 8165232 h 9456078"/>
              <a:gd name="connsiteX78" fmla="*/ 4227055 w 13940157"/>
              <a:gd name="connsiteY78" fmla="*/ 8132507 h 9456078"/>
              <a:gd name="connsiteX79" fmla="*/ 4263424 w 13940157"/>
              <a:gd name="connsiteY79" fmla="*/ 8099411 h 9456078"/>
              <a:gd name="connsiteX80" fmla="*/ 4299499 w 13940157"/>
              <a:gd name="connsiteY80" fmla="*/ 8065947 h 9456078"/>
              <a:gd name="connsiteX81" fmla="*/ 4335276 w 13940157"/>
              <a:gd name="connsiteY81" fmla="*/ 8032115 h 9456078"/>
              <a:gd name="connsiteX82" fmla="*/ 4370753 w 13940157"/>
              <a:gd name="connsiteY82" fmla="*/ 7997918 h 9456078"/>
              <a:gd name="connsiteX83" fmla="*/ 4405927 w 13940157"/>
              <a:gd name="connsiteY83" fmla="*/ 7963356 h 9456078"/>
              <a:gd name="connsiteX84" fmla="*/ 4440795 w 13940157"/>
              <a:gd name="connsiteY84" fmla="*/ 7928432 h 9456078"/>
              <a:gd name="connsiteX85" fmla="*/ 4475354 w 13940157"/>
              <a:gd name="connsiteY85" fmla="*/ 7893146 h 9456078"/>
              <a:gd name="connsiteX86" fmla="*/ 4509600 w 13940157"/>
              <a:gd name="connsiteY86" fmla="*/ 7857501 h 9456078"/>
              <a:gd name="connsiteX87" fmla="*/ 4543531 w 13940157"/>
              <a:gd name="connsiteY87" fmla="*/ 7821497 h 9456078"/>
              <a:gd name="connsiteX88" fmla="*/ 4577143 w 13940157"/>
              <a:gd name="connsiteY88" fmla="*/ 7785136 h 9456078"/>
              <a:gd name="connsiteX89" fmla="*/ 4610435 w 13940157"/>
              <a:gd name="connsiteY89" fmla="*/ 7748420 h 9456078"/>
              <a:gd name="connsiteX90" fmla="*/ 4643402 w 13940157"/>
              <a:gd name="connsiteY90" fmla="*/ 7711350 h 9456078"/>
              <a:gd name="connsiteX91" fmla="*/ 4676042 w 13940157"/>
              <a:gd name="connsiteY91" fmla="*/ 7673928 h 9456078"/>
              <a:gd name="connsiteX92" fmla="*/ 4708351 w 13940157"/>
              <a:gd name="connsiteY92" fmla="*/ 7636155 h 9456078"/>
              <a:gd name="connsiteX93" fmla="*/ 4740327 w 13940157"/>
              <a:gd name="connsiteY93" fmla="*/ 7598032 h 9456078"/>
              <a:gd name="connsiteX94" fmla="*/ 4771967 w 13940157"/>
              <a:gd name="connsiteY94" fmla="*/ 7559561 h 9456078"/>
              <a:gd name="connsiteX95" fmla="*/ 4803267 w 13940157"/>
              <a:gd name="connsiteY95" fmla="*/ 7520744 h 9456078"/>
              <a:gd name="connsiteX96" fmla="*/ 4834225 w 13940157"/>
              <a:gd name="connsiteY96" fmla="*/ 7481582 h 9456078"/>
              <a:gd name="connsiteX97" fmla="*/ 4864838 w 13940157"/>
              <a:gd name="connsiteY97" fmla="*/ 7442077 h 9456078"/>
              <a:gd name="connsiteX98" fmla="*/ 8803671 w 13940157"/>
              <a:gd name="connsiteY98" fmla="*/ 2307814 h 9456078"/>
              <a:gd name="connsiteX99" fmla="*/ 8834262 w 13940157"/>
              <a:gd name="connsiteY99" fmla="*/ 2268285 h 9456078"/>
              <a:gd name="connsiteX100" fmla="*/ 8865156 w 13940157"/>
              <a:gd name="connsiteY100" fmla="*/ 2229056 h 9456078"/>
              <a:gd name="connsiteX101" fmla="*/ 8896349 w 13940157"/>
              <a:gd name="connsiteY101" fmla="*/ 2190127 h 9456078"/>
              <a:gd name="connsiteX102" fmla="*/ 8927839 w 13940157"/>
              <a:gd name="connsiteY102" fmla="*/ 2151500 h 9456078"/>
              <a:gd name="connsiteX103" fmla="*/ 8959624 w 13940157"/>
              <a:gd name="connsiteY103" fmla="*/ 2113176 h 9456078"/>
              <a:gd name="connsiteX104" fmla="*/ 8991701 w 13940157"/>
              <a:gd name="connsiteY104" fmla="*/ 2075157 h 9456078"/>
              <a:gd name="connsiteX105" fmla="*/ 9024069 w 13940157"/>
              <a:gd name="connsiteY105" fmla="*/ 2037442 h 9456078"/>
              <a:gd name="connsiteX106" fmla="*/ 9056725 w 13940157"/>
              <a:gd name="connsiteY106" fmla="*/ 2000034 h 9456078"/>
              <a:gd name="connsiteX107" fmla="*/ 9089667 w 13940157"/>
              <a:gd name="connsiteY107" fmla="*/ 1962934 h 9456078"/>
              <a:gd name="connsiteX108" fmla="*/ 9122892 w 13940157"/>
              <a:gd name="connsiteY108" fmla="*/ 1926142 h 9456078"/>
              <a:gd name="connsiteX109" fmla="*/ 9156398 w 13940157"/>
              <a:gd name="connsiteY109" fmla="*/ 1889660 h 9456078"/>
              <a:gd name="connsiteX110" fmla="*/ 9190183 w 13940157"/>
              <a:gd name="connsiteY110" fmla="*/ 1853489 h 9456078"/>
              <a:gd name="connsiteX111" fmla="*/ 9224245 w 13940157"/>
              <a:gd name="connsiteY111" fmla="*/ 1817630 h 9456078"/>
              <a:gd name="connsiteX112" fmla="*/ 9258581 w 13940157"/>
              <a:gd name="connsiteY112" fmla="*/ 1782084 h 9456078"/>
              <a:gd name="connsiteX113" fmla="*/ 9293189 w 13940157"/>
              <a:gd name="connsiteY113" fmla="*/ 1746853 h 9456078"/>
              <a:gd name="connsiteX114" fmla="*/ 9328066 w 13940157"/>
              <a:gd name="connsiteY114" fmla="*/ 1711937 h 9456078"/>
              <a:gd name="connsiteX115" fmla="*/ 9363211 w 13940157"/>
              <a:gd name="connsiteY115" fmla="*/ 1677337 h 9456078"/>
              <a:gd name="connsiteX116" fmla="*/ 9398621 w 13940157"/>
              <a:gd name="connsiteY116" fmla="*/ 1643056 h 9456078"/>
              <a:gd name="connsiteX117" fmla="*/ 9434294 w 13940157"/>
              <a:gd name="connsiteY117" fmla="*/ 1609093 h 9456078"/>
              <a:gd name="connsiteX118" fmla="*/ 9470227 w 13940157"/>
              <a:gd name="connsiteY118" fmla="*/ 1575450 h 9456078"/>
              <a:gd name="connsiteX119" fmla="*/ 9506418 w 13940157"/>
              <a:gd name="connsiteY119" fmla="*/ 1542128 h 9456078"/>
              <a:gd name="connsiteX120" fmla="*/ 9542866 w 13940157"/>
              <a:gd name="connsiteY120" fmla="*/ 1509129 h 9456078"/>
              <a:gd name="connsiteX121" fmla="*/ 9579567 w 13940157"/>
              <a:gd name="connsiteY121" fmla="*/ 1476452 h 9456078"/>
              <a:gd name="connsiteX122" fmla="*/ 9616519 w 13940157"/>
              <a:gd name="connsiteY122" fmla="*/ 1444101 h 9456078"/>
              <a:gd name="connsiteX123" fmla="*/ 9653720 w 13940157"/>
              <a:gd name="connsiteY123" fmla="*/ 1412075 h 9456078"/>
              <a:gd name="connsiteX124" fmla="*/ 9691168 w 13940157"/>
              <a:gd name="connsiteY124" fmla="*/ 1380375 h 9456078"/>
              <a:gd name="connsiteX125" fmla="*/ 9728861 w 13940157"/>
              <a:gd name="connsiteY125" fmla="*/ 1349004 h 9456078"/>
              <a:gd name="connsiteX126" fmla="*/ 9766795 w 13940157"/>
              <a:gd name="connsiteY126" fmla="*/ 1317962 h 9456078"/>
              <a:gd name="connsiteX127" fmla="*/ 9804970 w 13940157"/>
              <a:gd name="connsiteY127" fmla="*/ 1287250 h 9456078"/>
              <a:gd name="connsiteX128" fmla="*/ 9843382 w 13940157"/>
              <a:gd name="connsiteY128" fmla="*/ 1256869 h 9456078"/>
              <a:gd name="connsiteX129" fmla="*/ 9882029 w 13940157"/>
              <a:gd name="connsiteY129" fmla="*/ 1226820 h 9456078"/>
              <a:gd name="connsiteX130" fmla="*/ 9920909 w 13940157"/>
              <a:gd name="connsiteY130" fmla="*/ 1197105 h 9456078"/>
              <a:gd name="connsiteX131" fmla="*/ 9960020 w 13940157"/>
              <a:gd name="connsiteY131" fmla="*/ 1167725 h 9456078"/>
              <a:gd name="connsiteX132" fmla="*/ 9999359 w 13940157"/>
              <a:gd name="connsiteY132" fmla="*/ 1138681 h 9456078"/>
              <a:gd name="connsiteX133" fmla="*/ 10038924 w 13940157"/>
              <a:gd name="connsiteY133" fmla="*/ 1109974 h 9456078"/>
              <a:gd name="connsiteX134" fmla="*/ 10078713 w 13940157"/>
              <a:gd name="connsiteY134" fmla="*/ 1081604 h 9456078"/>
              <a:gd name="connsiteX135" fmla="*/ 10118724 w 13940157"/>
              <a:gd name="connsiteY135" fmla="*/ 1053574 h 9456078"/>
              <a:gd name="connsiteX136" fmla="*/ 10158954 w 13940157"/>
              <a:gd name="connsiteY136" fmla="*/ 1025884 h 9456078"/>
              <a:gd name="connsiteX137" fmla="*/ 10199400 w 13940157"/>
              <a:gd name="connsiteY137" fmla="*/ 998536 h 9456078"/>
              <a:gd name="connsiteX138" fmla="*/ 10240062 w 13940157"/>
              <a:gd name="connsiteY138" fmla="*/ 971530 h 9456078"/>
              <a:gd name="connsiteX139" fmla="*/ 10280935 w 13940157"/>
              <a:gd name="connsiteY139" fmla="*/ 944868 h 9456078"/>
              <a:gd name="connsiteX140" fmla="*/ 10322019 w 13940157"/>
              <a:gd name="connsiteY140" fmla="*/ 918551 h 9456078"/>
              <a:gd name="connsiteX141" fmla="*/ 10363310 w 13940157"/>
              <a:gd name="connsiteY141" fmla="*/ 892580 h 9456078"/>
              <a:gd name="connsiteX142" fmla="*/ 10404807 w 13940157"/>
              <a:gd name="connsiteY142" fmla="*/ 866956 h 9456078"/>
              <a:gd name="connsiteX143" fmla="*/ 10446507 w 13940157"/>
              <a:gd name="connsiteY143" fmla="*/ 841681 h 9456078"/>
              <a:gd name="connsiteX144" fmla="*/ 10488408 w 13940157"/>
              <a:gd name="connsiteY144" fmla="*/ 816754 h 9456078"/>
              <a:gd name="connsiteX145" fmla="*/ 10530507 w 13940157"/>
              <a:gd name="connsiteY145" fmla="*/ 792179 h 9456078"/>
              <a:gd name="connsiteX146" fmla="*/ 10572803 w 13940157"/>
              <a:gd name="connsiteY146" fmla="*/ 767955 h 9456078"/>
              <a:gd name="connsiteX147" fmla="*/ 10615292 w 13940157"/>
              <a:gd name="connsiteY147" fmla="*/ 744083 h 9456078"/>
              <a:gd name="connsiteX148" fmla="*/ 10657973 w 13940157"/>
              <a:gd name="connsiteY148" fmla="*/ 720566 h 9456078"/>
              <a:gd name="connsiteX149" fmla="*/ 10700844 w 13940157"/>
              <a:gd name="connsiteY149" fmla="*/ 697404 h 9456078"/>
              <a:gd name="connsiteX150" fmla="*/ 10743902 w 13940157"/>
              <a:gd name="connsiteY150" fmla="*/ 674598 h 9456078"/>
              <a:gd name="connsiteX151" fmla="*/ 10787144 w 13940157"/>
              <a:gd name="connsiteY151" fmla="*/ 652149 h 9456078"/>
              <a:gd name="connsiteX152" fmla="*/ 10830569 w 13940157"/>
              <a:gd name="connsiteY152" fmla="*/ 630059 h 9456078"/>
              <a:gd name="connsiteX153" fmla="*/ 10874174 w 13940157"/>
              <a:gd name="connsiteY153" fmla="*/ 608328 h 9456078"/>
              <a:gd name="connsiteX154" fmla="*/ 10917957 w 13940157"/>
              <a:gd name="connsiteY154" fmla="*/ 586958 h 9456078"/>
              <a:gd name="connsiteX155" fmla="*/ 10961916 w 13940157"/>
              <a:gd name="connsiteY155" fmla="*/ 565950 h 9456078"/>
              <a:gd name="connsiteX156" fmla="*/ 11006048 w 13940157"/>
              <a:gd name="connsiteY156" fmla="*/ 545304 h 9456078"/>
              <a:gd name="connsiteX157" fmla="*/ 11050351 w 13940157"/>
              <a:gd name="connsiteY157" fmla="*/ 525023 h 9456078"/>
              <a:gd name="connsiteX158" fmla="*/ 11094823 w 13940157"/>
              <a:gd name="connsiteY158" fmla="*/ 505107 h 9456078"/>
              <a:gd name="connsiteX159" fmla="*/ 11139461 w 13940157"/>
              <a:gd name="connsiteY159" fmla="*/ 485558 h 9456078"/>
              <a:gd name="connsiteX160" fmla="*/ 11184263 w 13940157"/>
              <a:gd name="connsiteY160" fmla="*/ 466376 h 9456078"/>
              <a:gd name="connsiteX161" fmla="*/ 11229228 w 13940157"/>
              <a:gd name="connsiteY161" fmla="*/ 447563 h 9456078"/>
              <a:gd name="connsiteX162" fmla="*/ 11274351 w 13940157"/>
              <a:gd name="connsiteY162" fmla="*/ 429119 h 9456078"/>
              <a:gd name="connsiteX163" fmla="*/ 11319632 w 13940157"/>
              <a:gd name="connsiteY163" fmla="*/ 411046 h 9456078"/>
              <a:gd name="connsiteX164" fmla="*/ 11365068 w 13940157"/>
              <a:gd name="connsiteY164" fmla="*/ 393346 h 9456078"/>
              <a:gd name="connsiteX165" fmla="*/ 11410657 w 13940157"/>
              <a:gd name="connsiteY165" fmla="*/ 376018 h 9456078"/>
              <a:gd name="connsiteX166" fmla="*/ 11456396 w 13940157"/>
              <a:gd name="connsiteY166" fmla="*/ 359065 h 9456078"/>
              <a:gd name="connsiteX167" fmla="*/ 11502283 w 13940157"/>
              <a:gd name="connsiteY167" fmla="*/ 342487 h 9456078"/>
              <a:gd name="connsiteX168" fmla="*/ 11548316 w 13940157"/>
              <a:gd name="connsiteY168" fmla="*/ 326286 h 9456078"/>
              <a:gd name="connsiteX169" fmla="*/ 11594492 w 13940157"/>
              <a:gd name="connsiteY169" fmla="*/ 310462 h 9456078"/>
              <a:gd name="connsiteX170" fmla="*/ 11640810 w 13940157"/>
              <a:gd name="connsiteY170" fmla="*/ 295018 h 9456078"/>
              <a:gd name="connsiteX171" fmla="*/ 11687267 w 13940157"/>
              <a:gd name="connsiteY171" fmla="*/ 279953 h 9456078"/>
              <a:gd name="connsiteX172" fmla="*/ 11733860 w 13940157"/>
              <a:gd name="connsiteY172" fmla="*/ 265269 h 9456078"/>
              <a:gd name="connsiteX173" fmla="*/ 11780587 w 13940157"/>
              <a:gd name="connsiteY173" fmla="*/ 250968 h 9456078"/>
              <a:gd name="connsiteX174" fmla="*/ 11827447 w 13940157"/>
              <a:gd name="connsiteY174" fmla="*/ 237049 h 9456078"/>
              <a:gd name="connsiteX175" fmla="*/ 11874436 w 13940157"/>
              <a:gd name="connsiteY175" fmla="*/ 223516 h 9456078"/>
              <a:gd name="connsiteX176" fmla="*/ 11921553 w 13940157"/>
              <a:gd name="connsiteY176" fmla="*/ 210368 h 9456078"/>
              <a:gd name="connsiteX177" fmla="*/ 11968794 w 13940157"/>
              <a:gd name="connsiteY177" fmla="*/ 197606 h 9456078"/>
              <a:gd name="connsiteX178" fmla="*/ 12016159 w 13940157"/>
              <a:gd name="connsiteY178" fmla="*/ 185233 h 9456078"/>
              <a:gd name="connsiteX179" fmla="*/ 12063644 w 13940157"/>
              <a:gd name="connsiteY179" fmla="*/ 173248 h 9456078"/>
              <a:gd name="connsiteX180" fmla="*/ 12111248 w 13940157"/>
              <a:gd name="connsiteY180" fmla="*/ 161654 h 9456078"/>
              <a:gd name="connsiteX181" fmla="*/ 12158967 w 13940157"/>
              <a:gd name="connsiteY181" fmla="*/ 150451 h 9456078"/>
              <a:gd name="connsiteX182" fmla="*/ 12206800 w 13940157"/>
              <a:gd name="connsiteY182" fmla="*/ 139640 h 9456078"/>
              <a:gd name="connsiteX183" fmla="*/ 12254745 w 13940157"/>
              <a:gd name="connsiteY183" fmla="*/ 129223 h 9456078"/>
              <a:gd name="connsiteX184" fmla="*/ 12302799 w 13940157"/>
              <a:gd name="connsiteY184" fmla="*/ 119201 h 9456078"/>
              <a:gd name="connsiteX185" fmla="*/ 12350959 w 13940157"/>
              <a:gd name="connsiteY185" fmla="*/ 109574 h 9456078"/>
              <a:gd name="connsiteX186" fmla="*/ 12399224 w 13940157"/>
              <a:gd name="connsiteY186" fmla="*/ 100344 h 9456078"/>
              <a:gd name="connsiteX187" fmla="*/ 12447591 w 13940157"/>
              <a:gd name="connsiteY187" fmla="*/ 91512 h 9456078"/>
              <a:gd name="connsiteX188" fmla="*/ 12496058 w 13940157"/>
              <a:gd name="connsiteY188" fmla="*/ 83080 h 9456078"/>
              <a:gd name="connsiteX189" fmla="*/ 12544623 w 13940157"/>
              <a:gd name="connsiteY189" fmla="*/ 75047 h 9456078"/>
              <a:gd name="connsiteX190" fmla="*/ 12593283 w 13940157"/>
              <a:gd name="connsiteY190" fmla="*/ 67417 h 9456078"/>
              <a:gd name="connsiteX191" fmla="*/ 12642036 w 13940157"/>
              <a:gd name="connsiteY191" fmla="*/ 60188 h 9456078"/>
              <a:gd name="connsiteX192" fmla="*/ 12690879 w 13940157"/>
              <a:gd name="connsiteY192" fmla="*/ 53364 h 9456078"/>
              <a:gd name="connsiteX193" fmla="*/ 12739811 w 13940157"/>
              <a:gd name="connsiteY193" fmla="*/ 46944 h 9456078"/>
              <a:gd name="connsiteX194" fmla="*/ 12788830 w 13940157"/>
              <a:gd name="connsiteY194" fmla="*/ 40931 h 9456078"/>
              <a:gd name="connsiteX195" fmla="*/ 12837932 w 13940157"/>
              <a:gd name="connsiteY195" fmla="*/ 35324 h 9456078"/>
              <a:gd name="connsiteX196" fmla="*/ 12887116 w 13940157"/>
              <a:gd name="connsiteY196" fmla="*/ 30126 h 9456078"/>
              <a:gd name="connsiteX197" fmla="*/ 12936379 w 13940157"/>
              <a:gd name="connsiteY197" fmla="*/ 25337 h 9456078"/>
              <a:gd name="connsiteX198" fmla="*/ 12985719 w 13940157"/>
              <a:gd name="connsiteY198" fmla="*/ 20958 h 9456078"/>
              <a:gd name="connsiteX199" fmla="*/ 13035133 w 13940157"/>
              <a:gd name="connsiteY199" fmla="*/ 16991 h 9456078"/>
              <a:gd name="connsiteX200" fmla="*/ 13084620 w 13940157"/>
              <a:gd name="connsiteY200" fmla="*/ 13437 h 9456078"/>
              <a:gd name="connsiteX201" fmla="*/ 13134178 w 13940157"/>
              <a:gd name="connsiteY201" fmla="*/ 10297 h 9456078"/>
              <a:gd name="connsiteX202" fmla="*/ 13183803 w 13940157"/>
              <a:gd name="connsiteY202" fmla="*/ 7572 h 9456078"/>
              <a:gd name="connsiteX203" fmla="*/ 13233493 w 13940157"/>
              <a:gd name="connsiteY203" fmla="*/ 5263 h 9456078"/>
              <a:gd name="connsiteX204" fmla="*/ 13283247 w 13940157"/>
              <a:gd name="connsiteY204" fmla="*/ 3371 h 9456078"/>
              <a:gd name="connsiteX205" fmla="*/ 13333061 w 13940157"/>
              <a:gd name="connsiteY205" fmla="*/ 1898 h 9456078"/>
              <a:gd name="connsiteX206" fmla="*/ 13382934 w 13940157"/>
              <a:gd name="connsiteY206" fmla="*/ 844 h 9456078"/>
              <a:gd name="connsiteX207" fmla="*/ 13432864 w 13940157"/>
              <a:gd name="connsiteY207" fmla="*/ 211 h 9456078"/>
              <a:gd name="connsiteX208" fmla="*/ 13482847 w 13940157"/>
              <a:gd name="connsiteY208" fmla="*/ 0 h 9456078"/>
              <a:gd name="connsiteX209" fmla="*/ 13940158 w 13940157"/>
              <a:gd name="connsiteY209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49234 w 13158799"/>
              <a:gd name="connsiteY5" fmla="*/ 9450052 h 9456078"/>
              <a:gd name="connsiteX6" fmla="*/ 298870 w 13158799"/>
              <a:gd name="connsiteY6" fmla="*/ 9447409 h 9456078"/>
              <a:gd name="connsiteX7" fmla="*/ 348429 w 13158799"/>
              <a:gd name="connsiteY7" fmla="*/ 9444290 h 9456078"/>
              <a:gd name="connsiteX8" fmla="*/ 397907 w 13158799"/>
              <a:gd name="connsiteY8" fmla="*/ 9440698 h 9456078"/>
              <a:gd name="connsiteX9" fmla="*/ 447302 w 13158799"/>
              <a:gd name="connsiteY9" fmla="*/ 9436632 h 9456078"/>
              <a:gd name="connsiteX10" fmla="*/ 496610 w 13158799"/>
              <a:gd name="connsiteY10" fmla="*/ 9432096 h 9456078"/>
              <a:gd name="connsiteX11" fmla="*/ 545829 w 13158799"/>
              <a:gd name="connsiteY11" fmla="*/ 9427089 h 9456078"/>
              <a:gd name="connsiteX12" fmla="*/ 594956 w 13158799"/>
              <a:gd name="connsiteY12" fmla="*/ 9421615 h 9456078"/>
              <a:gd name="connsiteX13" fmla="*/ 643987 w 13158799"/>
              <a:gd name="connsiteY13" fmla="*/ 9415673 h 9456078"/>
              <a:gd name="connsiteX14" fmla="*/ 692920 w 13158799"/>
              <a:gd name="connsiteY14" fmla="*/ 9409267 h 9456078"/>
              <a:gd name="connsiteX15" fmla="*/ 741751 w 13158799"/>
              <a:gd name="connsiteY15" fmla="*/ 9402396 h 9456078"/>
              <a:gd name="connsiteX16" fmla="*/ 790478 w 13158799"/>
              <a:gd name="connsiteY16" fmla="*/ 9395063 h 9456078"/>
              <a:gd name="connsiteX17" fmla="*/ 839098 w 13158799"/>
              <a:gd name="connsiteY17" fmla="*/ 9387270 h 9456078"/>
              <a:gd name="connsiteX18" fmla="*/ 887607 w 13158799"/>
              <a:gd name="connsiteY18" fmla="*/ 9379017 h 9456078"/>
              <a:gd name="connsiteX19" fmla="*/ 936002 w 13158799"/>
              <a:gd name="connsiteY19" fmla="*/ 9370306 h 9456078"/>
              <a:gd name="connsiteX20" fmla="*/ 984281 w 13158799"/>
              <a:gd name="connsiteY20" fmla="*/ 9361139 h 9456078"/>
              <a:gd name="connsiteX21" fmla="*/ 1032440 w 13158799"/>
              <a:gd name="connsiteY21" fmla="*/ 9351517 h 9456078"/>
              <a:gd name="connsiteX22" fmla="*/ 1080477 w 13158799"/>
              <a:gd name="connsiteY22" fmla="*/ 9341441 h 9456078"/>
              <a:gd name="connsiteX23" fmla="*/ 1128389 w 13158799"/>
              <a:gd name="connsiteY23" fmla="*/ 9330914 h 9456078"/>
              <a:gd name="connsiteX24" fmla="*/ 1176172 w 13158799"/>
              <a:gd name="connsiteY24" fmla="*/ 9319936 h 9456078"/>
              <a:gd name="connsiteX25" fmla="*/ 1223823 w 13158799"/>
              <a:gd name="connsiteY25" fmla="*/ 9308509 h 9456078"/>
              <a:gd name="connsiteX26" fmla="*/ 1271339 w 13158799"/>
              <a:gd name="connsiteY26" fmla="*/ 9296635 h 9456078"/>
              <a:gd name="connsiteX27" fmla="*/ 1318719 w 13158799"/>
              <a:gd name="connsiteY27" fmla="*/ 9284315 h 9456078"/>
              <a:gd name="connsiteX28" fmla="*/ 1365957 w 13158799"/>
              <a:gd name="connsiteY28" fmla="*/ 9271550 h 9456078"/>
              <a:gd name="connsiteX29" fmla="*/ 1413052 w 13158799"/>
              <a:gd name="connsiteY29" fmla="*/ 9258342 h 9456078"/>
              <a:gd name="connsiteX30" fmla="*/ 1460000 w 13158799"/>
              <a:gd name="connsiteY30" fmla="*/ 9244693 h 9456078"/>
              <a:gd name="connsiteX31" fmla="*/ 1506799 w 13158799"/>
              <a:gd name="connsiteY31" fmla="*/ 9230604 h 9456078"/>
              <a:gd name="connsiteX32" fmla="*/ 1553445 w 13158799"/>
              <a:gd name="connsiteY32" fmla="*/ 9216076 h 9456078"/>
              <a:gd name="connsiteX33" fmla="*/ 1599935 w 13158799"/>
              <a:gd name="connsiteY33" fmla="*/ 9201111 h 9456078"/>
              <a:gd name="connsiteX34" fmla="*/ 1646267 w 13158799"/>
              <a:gd name="connsiteY34" fmla="*/ 9185710 h 9456078"/>
              <a:gd name="connsiteX35" fmla="*/ 1692437 w 13158799"/>
              <a:gd name="connsiteY35" fmla="*/ 9169876 h 9456078"/>
              <a:gd name="connsiteX36" fmla="*/ 1738442 w 13158799"/>
              <a:gd name="connsiteY36" fmla="*/ 9153608 h 9456078"/>
              <a:gd name="connsiteX37" fmla="*/ 1784280 w 13158799"/>
              <a:gd name="connsiteY37" fmla="*/ 9136910 h 9456078"/>
              <a:gd name="connsiteX38" fmla="*/ 1829947 w 13158799"/>
              <a:gd name="connsiteY38" fmla="*/ 9119782 h 9456078"/>
              <a:gd name="connsiteX39" fmla="*/ 1875440 w 13158799"/>
              <a:gd name="connsiteY39" fmla="*/ 9102226 h 9456078"/>
              <a:gd name="connsiteX40" fmla="*/ 1920756 w 13158799"/>
              <a:gd name="connsiteY40" fmla="*/ 9084243 h 9456078"/>
              <a:gd name="connsiteX41" fmla="*/ 1965893 w 13158799"/>
              <a:gd name="connsiteY41" fmla="*/ 9065835 h 9456078"/>
              <a:gd name="connsiteX42" fmla="*/ 2010847 w 13158799"/>
              <a:gd name="connsiteY42" fmla="*/ 9047004 h 9456078"/>
              <a:gd name="connsiteX43" fmla="*/ 2055615 w 13158799"/>
              <a:gd name="connsiteY43" fmla="*/ 9027750 h 9456078"/>
              <a:gd name="connsiteX44" fmla="*/ 2100195 w 13158799"/>
              <a:gd name="connsiteY44" fmla="*/ 9008075 h 9456078"/>
              <a:gd name="connsiteX45" fmla="*/ 2144582 w 13158799"/>
              <a:gd name="connsiteY45" fmla="*/ 8987981 h 9456078"/>
              <a:gd name="connsiteX46" fmla="*/ 2188775 w 13158799"/>
              <a:gd name="connsiteY46" fmla="*/ 8967470 h 9456078"/>
              <a:gd name="connsiteX47" fmla="*/ 2232770 w 13158799"/>
              <a:gd name="connsiteY47" fmla="*/ 8946542 h 9456078"/>
              <a:gd name="connsiteX48" fmla="*/ 2276564 w 13158799"/>
              <a:gd name="connsiteY48" fmla="*/ 8925199 h 9456078"/>
              <a:gd name="connsiteX49" fmla="*/ 2320154 w 13158799"/>
              <a:gd name="connsiteY49" fmla="*/ 8903443 h 9456078"/>
              <a:gd name="connsiteX50" fmla="*/ 2363538 w 13158799"/>
              <a:gd name="connsiteY50" fmla="*/ 8881275 h 9456078"/>
              <a:gd name="connsiteX51" fmla="*/ 2406711 w 13158799"/>
              <a:gd name="connsiteY51" fmla="*/ 8858697 h 9456078"/>
              <a:gd name="connsiteX52" fmla="*/ 2449672 w 13158799"/>
              <a:gd name="connsiteY52" fmla="*/ 8835710 h 9456078"/>
              <a:gd name="connsiteX53" fmla="*/ 2492417 w 13158799"/>
              <a:gd name="connsiteY53" fmla="*/ 8812316 h 9456078"/>
              <a:gd name="connsiteX54" fmla="*/ 2534943 w 13158799"/>
              <a:gd name="connsiteY54" fmla="*/ 8788516 h 9456078"/>
              <a:gd name="connsiteX55" fmla="*/ 2577247 w 13158799"/>
              <a:gd name="connsiteY55" fmla="*/ 8764311 h 9456078"/>
              <a:gd name="connsiteX56" fmla="*/ 2619326 w 13158799"/>
              <a:gd name="connsiteY56" fmla="*/ 8739704 h 9456078"/>
              <a:gd name="connsiteX57" fmla="*/ 2661177 w 13158799"/>
              <a:gd name="connsiteY57" fmla="*/ 8714695 h 9456078"/>
              <a:gd name="connsiteX58" fmla="*/ 2702797 w 13158799"/>
              <a:gd name="connsiteY58" fmla="*/ 8689286 h 9456078"/>
              <a:gd name="connsiteX59" fmla="*/ 2744183 w 13158799"/>
              <a:gd name="connsiteY59" fmla="*/ 8663479 h 9456078"/>
              <a:gd name="connsiteX60" fmla="*/ 2785333 w 13158799"/>
              <a:gd name="connsiteY60" fmla="*/ 8637274 h 9456078"/>
              <a:gd name="connsiteX61" fmla="*/ 2826242 w 13158799"/>
              <a:gd name="connsiteY61" fmla="*/ 8610675 h 9456078"/>
              <a:gd name="connsiteX62" fmla="*/ 2866908 w 13158799"/>
              <a:gd name="connsiteY62" fmla="*/ 8583681 h 9456078"/>
              <a:gd name="connsiteX63" fmla="*/ 2907329 w 13158799"/>
              <a:gd name="connsiteY63" fmla="*/ 8556295 h 9456078"/>
              <a:gd name="connsiteX64" fmla="*/ 2947500 w 13158799"/>
              <a:gd name="connsiteY64" fmla="*/ 8528517 h 9456078"/>
              <a:gd name="connsiteX65" fmla="*/ 2987419 w 13158799"/>
              <a:gd name="connsiteY65" fmla="*/ 8500351 h 9456078"/>
              <a:gd name="connsiteX66" fmla="*/ 3027083 w 13158799"/>
              <a:gd name="connsiteY66" fmla="*/ 8471796 h 9456078"/>
              <a:gd name="connsiteX67" fmla="*/ 3066489 w 13158799"/>
              <a:gd name="connsiteY67" fmla="*/ 8442854 h 9456078"/>
              <a:gd name="connsiteX68" fmla="*/ 3105634 w 13158799"/>
              <a:gd name="connsiteY68" fmla="*/ 8413528 h 9456078"/>
              <a:gd name="connsiteX69" fmla="*/ 3144515 w 13158799"/>
              <a:gd name="connsiteY69" fmla="*/ 8383818 h 9456078"/>
              <a:gd name="connsiteX70" fmla="*/ 3183129 w 13158799"/>
              <a:gd name="connsiteY70" fmla="*/ 8353726 h 9456078"/>
              <a:gd name="connsiteX71" fmla="*/ 3221473 w 13158799"/>
              <a:gd name="connsiteY71" fmla="*/ 8323253 h 9456078"/>
              <a:gd name="connsiteX72" fmla="*/ 3259544 w 13158799"/>
              <a:gd name="connsiteY72" fmla="*/ 8292401 h 9456078"/>
              <a:gd name="connsiteX73" fmla="*/ 3297339 w 13158799"/>
              <a:gd name="connsiteY73" fmla="*/ 8261172 h 9456078"/>
              <a:gd name="connsiteX74" fmla="*/ 3334854 w 13158799"/>
              <a:gd name="connsiteY74" fmla="*/ 8229566 h 9456078"/>
              <a:gd name="connsiteX75" fmla="*/ 3372087 w 13158799"/>
              <a:gd name="connsiteY75" fmla="*/ 8197585 h 9456078"/>
              <a:gd name="connsiteX76" fmla="*/ 3409035 w 13158799"/>
              <a:gd name="connsiteY76" fmla="*/ 8165232 h 9456078"/>
              <a:gd name="connsiteX77" fmla="*/ 3445695 w 13158799"/>
              <a:gd name="connsiteY77" fmla="*/ 8132507 h 9456078"/>
              <a:gd name="connsiteX78" fmla="*/ 3482064 w 13158799"/>
              <a:gd name="connsiteY78" fmla="*/ 8099411 h 9456078"/>
              <a:gd name="connsiteX79" fmla="*/ 3518139 w 13158799"/>
              <a:gd name="connsiteY79" fmla="*/ 8065947 h 9456078"/>
              <a:gd name="connsiteX80" fmla="*/ 3553916 w 13158799"/>
              <a:gd name="connsiteY80" fmla="*/ 8032115 h 9456078"/>
              <a:gd name="connsiteX81" fmla="*/ 3589393 w 13158799"/>
              <a:gd name="connsiteY81" fmla="*/ 7997918 h 9456078"/>
              <a:gd name="connsiteX82" fmla="*/ 3624567 w 13158799"/>
              <a:gd name="connsiteY82" fmla="*/ 7963356 h 9456078"/>
              <a:gd name="connsiteX83" fmla="*/ 3659435 w 13158799"/>
              <a:gd name="connsiteY83" fmla="*/ 7928432 h 9456078"/>
              <a:gd name="connsiteX84" fmla="*/ 3693994 w 13158799"/>
              <a:gd name="connsiteY84" fmla="*/ 7893146 h 9456078"/>
              <a:gd name="connsiteX85" fmla="*/ 3728240 w 13158799"/>
              <a:gd name="connsiteY85" fmla="*/ 7857501 h 9456078"/>
              <a:gd name="connsiteX86" fmla="*/ 3762171 w 13158799"/>
              <a:gd name="connsiteY86" fmla="*/ 7821497 h 9456078"/>
              <a:gd name="connsiteX87" fmla="*/ 3795783 w 13158799"/>
              <a:gd name="connsiteY87" fmla="*/ 7785136 h 9456078"/>
              <a:gd name="connsiteX88" fmla="*/ 3829075 w 13158799"/>
              <a:gd name="connsiteY88" fmla="*/ 7748420 h 9456078"/>
              <a:gd name="connsiteX89" fmla="*/ 3862042 w 13158799"/>
              <a:gd name="connsiteY89" fmla="*/ 7711350 h 9456078"/>
              <a:gd name="connsiteX90" fmla="*/ 3894682 w 13158799"/>
              <a:gd name="connsiteY90" fmla="*/ 7673928 h 9456078"/>
              <a:gd name="connsiteX91" fmla="*/ 3926991 w 13158799"/>
              <a:gd name="connsiteY91" fmla="*/ 7636155 h 9456078"/>
              <a:gd name="connsiteX92" fmla="*/ 3958967 w 13158799"/>
              <a:gd name="connsiteY92" fmla="*/ 7598032 h 9456078"/>
              <a:gd name="connsiteX93" fmla="*/ 3990607 w 13158799"/>
              <a:gd name="connsiteY93" fmla="*/ 7559561 h 9456078"/>
              <a:gd name="connsiteX94" fmla="*/ 4021907 w 13158799"/>
              <a:gd name="connsiteY94" fmla="*/ 7520744 h 9456078"/>
              <a:gd name="connsiteX95" fmla="*/ 4052865 w 13158799"/>
              <a:gd name="connsiteY95" fmla="*/ 7481582 h 9456078"/>
              <a:gd name="connsiteX96" fmla="*/ 4083478 w 13158799"/>
              <a:gd name="connsiteY96" fmla="*/ 7442077 h 9456078"/>
              <a:gd name="connsiteX97" fmla="*/ 8022311 w 13158799"/>
              <a:gd name="connsiteY97" fmla="*/ 2307814 h 9456078"/>
              <a:gd name="connsiteX98" fmla="*/ 8052902 w 13158799"/>
              <a:gd name="connsiteY98" fmla="*/ 2268285 h 9456078"/>
              <a:gd name="connsiteX99" fmla="*/ 8083796 w 13158799"/>
              <a:gd name="connsiteY99" fmla="*/ 2229056 h 9456078"/>
              <a:gd name="connsiteX100" fmla="*/ 8114989 w 13158799"/>
              <a:gd name="connsiteY100" fmla="*/ 2190127 h 9456078"/>
              <a:gd name="connsiteX101" fmla="*/ 8146479 w 13158799"/>
              <a:gd name="connsiteY101" fmla="*/ 2151500 h 9456078"/>
              <a:gd name="connsiteX102" fmla="*/ 8178264 w 13158799"/>
              <a:gd name="connsiteY102" fmla="*/ 2113176 h 9456078"/>
              <a:gd name="connsiteX103" fmla="*/ 8210341 w 13158799"/>
              <a:gd name="connsiteY103" fmla="*/ 2075157 h 9456078"/>
              <a:gd name="connsiteX104" fmla="*/ 8242709 w 13158799"/>
              <a:gd name="connsiteY104" fmla="*/ 2037442 h 9456078"/>
              <a:gd name="connsiteX105" fmla="*/ 8275365 w 13158799"/>
              <a:gd name="connsiteY105" fmla="*/ 2000034 h 9456078"/>
              <a:gd name="connsiteX106" fmla="*/ 8308307 w 13158799"/>
              <a:gd name="connsiteY106" fmla="*/ 1962934 h 9456078"/>
              <a:gd name="connsiteX107" fmla="*/ 8341532 w 13158799"/>
              <a:gd name="connsiteY107" fmla="*/ 1926142 h 9456078"/>
              <a:gd name="connsiteX108" fmla="*/ 8375038 w 13158799"/>
              <a:gd name="connsiteY108" fmla="*/ 1889660 h 9456078"/>
              <a:gd name="connsiteX109" fmla="*/ 8408823 w 13158799"/>
              <a:gd name="connsiteY109" fmla="*/ 1853489 h 9456078"/>
              <a:gd name="connsiteX110" fmla="*/ 8442885 w 13158799"/>
              <a:gd name="connsiteY110" fmla="*/ 1817630 h 9456078"/>
              <a:gd name="connsiteX111" fmla="*/ 8477221 w 13158799"/>
              <a:gd name="connsiteY111" fmla="*/ 1782084 h 9456078"/>
              <a:gd name="connsiteX112" fmla="*/ 8511829 w 13158799"/>
              <a:gd name="connsiteY112" fmla="*/ 1746853 h 9456078"/>
              <a:gd name="connsiteX113" fmla="*/ 8546706 w 13158799"/>
              <a:gd name="connsiteY113" fmla="*/ 1711937 h 9456078"/>
              <a:gd name="connsiteX114" fmla="*/ 8581851 w 13158799"/>
              <a:gd name="connsiteY114" fmla="*/ 1677337 h 9456078"/>
              <a:gd name="connsiteX115" fmla="*/ 8617261 w 13158799"/>
              <a:gd name="connsiteY115" fmla="*/ 1643056 h 9456078"/>
              <a:gd name="connsiteX116" fmla="*/ 8652934 w 13158799"/>
              <a:gd name="connsiteY116" fmla="*/ 1609093 h 9456078"/>
              <a:gd name="connsiteX117" fmla="*/ 8688867 w 13158799"/>
              <a:gd name="connsiteY117" fmla="*/ 1575450 h 9456078"/>
              <a:gd name="connsiteX118" fmla="*/ 8725058 w 13158799"/>
              <a:gd name="connsiteY118" fmla="*/ 1542128 h 9456078"/>
              <a:gd name="connsiteX119" fmla="*/ 8761506 w 13158799"/>
              <a:gd name="connsiteY119" fmla="*/ 1509129 h 9456078"/>
              <a:gd name="connsiteX120" fmla="*/ 8798207 w 13158799"/>
              <a:gd name="connsiteY120" fmla="*/ 1476452 h 9456078"/>
              <a:gd name="connsiteX121" fmla="*/ 8835159 w 13158799"/>
              <a:gd name="connsiteY121" fmla="*/ 1444101 h 9456078"/>
              <a:gd name="connsiteX122" fmla="*/ 8872360 w 13158799"/>
              <a:gd name="connsiteY122" fmla="*/ 1412075 h 9456078"/>
              <a:gd name="connsiteX123" fmla="*/ 8909808 w 13158799"/>
              <a:gd name="connsiteY123" fmla="*/ 1380375 h 9456078"/>
              <a:gd name="connsiteX124" fmla="*/ 8947501 w 13158799"/>
              <a:gd name="connsiteY124" fmla="*/ 1349004 h 9456078"/>
              <a:gd name="connsiteX125" fmla="*/ 8985435 w 13158799"/>
              <a:gd name="connsiteY125" fmla="*/ 1317962 h 9456078"/>
              <a:gd name="connsiteX126" fmla="*/ 9023610 w 13158799"/>
              <a:gd name="connsiteY126" fmla="*/ 1287250 h 9456078"/>
              <a:gd name="connsiteX127" fmla="*/ 9062022 w 13158799"/>
              <a:gd name="connsiteY127" fmla="*/ 1256869 h 9456078"/>
              <a:gd name="connsiteX128" fmla="*/ 9100669 w 13158799"/>
              <a:gd name="connsiteY128" fmla="*/ 1226820 h 9456078"/>
              <a:gd name="connsiteX129" fmla="*/ 9139549 w 13158799"/>
              <a:gd name="connsiteY129" fmla="*/ 1197105 h 9456078"/>
              <a:gd name="connsiteX130" fmla="*/ 9178660 w 13158799"/>
              <a:gd name="connsiteY130" fmla="*/ 1167725 h 9456078"/>
              <a:gd name="connsiteX131" fmla="*/ 9217999 w 13158799"/>
              <a:gd name="connsiteY131" fmla="*/ 1138681 h 9456078"/>
              <a:gd name="connsiteX132" fmla="*/ 9257564 w 13158799"/>
              <a:gd name="connsiteY132" fmla="*/ 1109974 h 9456078"/>
              <a:gd name="connsiteX133" fmla="*/ 9297353 w 13158799"/>
              <a:gd name="connsiteY133" fmla="*/ 1081604 h 9456078"/>
              <a:gd name="connsiteX134" fmla="*/ 9337364 w 13158799"/>
              <a:gd name="connsiteY134" fmla="*/ 1053574 h 9456078"/>
              <a:gd name="connsiteX135" fmla="*/ 9377594 w 13158799"/>
              <a:gd name="connsiteY135" fmla="*/ 1025884 h 9456078"/>
              <a:gd name="connsiteX136" fmla="*/ 9418040 w 13158799"/>
              <a:gd name="connsiteY136" fmla="*/ 998536 h 9456078"/>
              <a:gd name="connsiteX137" fmla="*/ 9458702 w 13158799"/>
              <a:gd name="connsiteY137" fmla="*/ 971530 h 9456078"/>
              <a:gd name="connsiteX138" fmla="*/ 9499575 w 13158799"/>
              <a:gd name="connsiteY138" fmla="*/ 944868 h 9456078"/>
              <a:gd name="connsiteX139" fmla="*/ 9540659 w 13158799"/>
              <a:gd name="connsiteY139" fmla="*/ 918551 h 9456078"/>
              <a:gd name="connsiteX140" fmla="*/ 9581950 w 13158799"/>
              <a:gd name="connsiteY140" fmla="*/ 892580 h 9456078"/>
              <a:gd name="connsiteX141" fmla="*/ 9623447 w 13158799"/>
              <a:gd name="connsiteY141" fmla="*/ 866956 h 9456078"/>
              <a:gd name="connsiteX142" fmla="*/ 9665147 w 13158799"/>
              <a:gd name="connsiteY142" fmla="*/ 841681 h 9456078"/>
              <a:gd name="connsiteX143" fmla="*/ 9707048 w 13158799"/>
              <a:gd name="connsiteY143" fmla="*/ 816754 h 9456078"/>
              <a:gd name="connsiteX144" fmla="*/ 9749147 w 13158799"/>
              <a:gd name="connsiteY144" fmla="*/ 792179 h 9456078"/>
              <a:gd name="connsiteX145" fmla="*/ 9791443 w 13158799"/>
              <a:gd name="connsiteY145" fmla="*/ 767955 h 9456078"/>
              <a:gd name="connsiteX146" fmla="*/ 9833932 w 13158799"/>
              <a:gd name="connsiteY146" fmla="*/ 744083 h 9456078"/>
              <a:gd name="connsiteX147" fmla="*/ 9876613 w 13158799"/>
              <a:gd name="connsiteY147" fmla="*/ 720566 h 9456078"/>
              <a:gd name="connsiteX148" fmla="*/ 9919484 w 13158799"/>
              <a:gd name="connsiteY148" fmla="*/ 697404 h 9456078"/>
              <a:gd name="connsiteX149" fmla="*/ 9962542 w 13158799"/>
              <a:gd name="connsiteY149" fmla="*/ 674598 h 9456078"/>
              <a:gd name="connsiteX150" fmla="*/ 10005784 w 13158799"/>
              <a:gd name="connsiteY150" fmla="*/ 652149 h 9456078"/>
              <a:gd name="connsiteX151" fmla="*/ 10049209 w 13158799"/>
              <a:gd name="connsiteY151" fmla="*/ 630059 h 9456078"/>
              <a:gd name="connsiteX152" fmla="*/ 10092814 w 13158799"/>
              <a:gd name="connsiteY152" fmla="*/ 608328 h 9456078"/>
              <a:gd name="connsiteX153" fmla="*/ 10136597 w 13158799"/>
              <a:gd name="connsiteY153" fmla="*/ 586958 h 9456078"/>
              <a:gd name="connsiteX154" fmla="*/ 10180556 w 13158799"/>
              <a:gd name="connsiteY154" fmla="*/ 565950 h 9456078"/>
              <a:gd name="connsiteX155" fmla="*/ 10224688 w 13158799"/>
              <a:gd name="connsiteY155" fmla="*/ 545304 h 9456078"/>
              <a:gd name="connsiteX156" fmla="*/ 10268991 w 13158799"/>
              <a:gd name="connsiteY156" fmla="*/ 525023 h 9456078"/>
              <a:gd name="connsiteX157" fmla="*/ 10313463 w 13158799"/>
              <a:gd name="connsiteY157" fmla="*/ 505107 h 9456078"/>
              <a:gd name="connsiteX158" fmla="*/ 10358101 w 13158799"/>
              <a:gd name="connsiteY158" fmla="*/ 485558 h 9456078"/>
              <a:gd name="connsiteX159" fmla="*/ 10402903 w 13158799"/>
              <a:gd name="connsiteY159" fmla="*/ 466376 h 9456078"/>
              <a:gd name="connsiteX160" fmla="*/ 10447868 w 13158799"/>
              <a:gd name="connsiteY160" fmla="*/ 447563 h 9456078"/>
              <a:gd name="connsiteX161" fmla="*/ 10492991 w 13158799"/>
              <a:gd name="connsiteY161" fmla="*/ 429119 h 9456078"/>
              <a:gd name="connsiteX162" fmla="*/ 10538272 w 13158799"/>
              <a:gd name="connsiteY162" fmla="*/ 411046 h 9456078"/>
              <a:gd name="connsiteX163" fmla="*/ 10583708 w 13158799"/>
              <a:gd name="connsiteY163" fmla="*/ 393346 h 9456078"/>
              <a:gd name="connsiteX164" fmla="*/ 10629297 w 13158799"/>
              <a:gd name="connsiteY164" fmla="*/ 376018 h 9456078"/>
              <a:gd name="connsiteX165" fmla="*/ 10675036 w 13158799"/>
              <a:gd name="connsiteY165" fmla="*/ 359065 h 9456078"/>
              <a:gd name="connsiteX166" fmla="*/ 10720923 w 13158799"/>
              <a:gd name="connsiteY166" fmla="*/ 342487 h 9456078"/>
              <a:gd name="connsiteX167" fmla="*/ 10766956 w 13158799"/>
              <a:gd name="connsiteY167" fmla="*/ 326286 h 9456078"/>
              <a:gd name="connsiteX168" fmla="*/ 10813132 w 13158799"/>
              <a:gd name="connsiteY168" fmla="*/ 310462 h 9456078"/>
              <a:gd name="connsiteX169" fmla="*/ 10859450 w 13158799"/>
              <a:gd name="connsiteY169" fmla="*/ 295018 h 9456078"/>
              <a:gd name="connsiteX170" fmla="*/ 10905907 w 13158799"/>
              <a:gd name="connsiteY170" fmla="*/ 279953 h 9456078"/>
              <a:gd name="connsiteX171" fmla="*/ 10952500 w 13158799"/>
              <a:gd name="connsiteY171" fmla="*/ 265269 h 9456078"/>
              <a:gd name="connsiteX172" fmla="*/ 10999227 w 13158799"/>
              <a:gd name="connsiteY172" fmla="*/ 250968 h 9456078"/>
              <a:gd name="connsiteX173" fmla="*/ 11046087 w 13158799"/>
              <a:gd name="connsiteY173" fmla="*/ 237049 h 9456078"/>
              <a:gd name="connsiteX174" fmla="*/ 11093076 w 13158799"/>
              <a:gd name="connsiteY174" fmla="*/ 223516 h 9456078"/>
              <a:gd name="connsiteX175" fmla="*/ 11140193 w 13158799"/>
              <a:gd name="connsiteY175" fmla="*/ 210368 h 9456078"/>
              <a:gd name="connsiteX176" fmla="*/ 11187434 w 13158799"/>
              <a:gd name="connsiteY176" fmla="*/ 197606 h 9456078"/>
              <a:gd name="connsiteX177" fmla="*/ 11234799 w 13158799"/>
              <a:gd name="connsiteY177" fmla="*/ 185233 h 9456078"/>
              <a:gd name="connsiteX178" fmla="*/ 11282284 w 13158799"/>
              <a:gd name="connsiteY178" fmla="*/ 173248 h 9456078"/>
              <a:gd name="connsiteX179" fmla="*/ 11329888 w 13158799"/>
              <a:gd name="connsiteY179" fmla="*/ 161654 h 9456078"/>
              <a:gd name="connsiteX180" fmla="*/ 11377607 w 13158799"/>
              <a:gd name="connsiteY180" fmla="*/ 150451 h 9456078"/>
              <a:gd name="connsiteX181" fmla="*/ 11425440 w 13158799"/>
              <a:gd name="connsiteY181" fmla="*/ 139640 h 9456078"/>
              <a:gd name="connsiteX182" fmla="*/ 11473385 w 13158799"/>
              <a:gd name="connsiteY182" fmla="*/ 129223 h 9456078"/>
              <a:gd name="connsiteX183" fmla="*/ 11521439 w 13158799"/>
              <a:gd name="connsiteY183" fmla="*/ 119201 h 9456078"/>
              <a:gd name="connsiteX184" fmla="*/ 11569599 w 13158799"/>
              <a:gd name="connsiteY184" fmla="*/ 109574 h 9456078"/>
              <a:gd name="connsiteX185" fmla="*/ 11617864 w 13158799"/>
              <a:gd name="connsiteY185" fmla="*/ 100344 h 9456078"/>
              <a:gd name="connsiteX186" fmla="*/ 11666231 w 13158799"/>
              <a:gd name="connsiteY186" fmla="*/ 91512 h 9456078"/>
              <a:gd name="connsiteX187" fmla="*/ 11714698 w 13158799"/>
              <a:gd name="connsiteY187" fmla="*/ 83080 h 9456078"/>
              <a:gd name="connsiteX188" fmla="*/ 11763263 w 13158799"/>
              <a:gd name="connsiteY188" fmla="*/ 75047 h 9456078"/>
              <a:gd name="connsiteX189" fmla="*/ 11811923 w 13158799"/>
              <a:gd name="connsiteY189" fmla="*/ 67417 h 9456078"/>
              <a:gd name="connsiteX190" fmla="*/ 11860676 w 13158799"/>
              <a:gd name="connsiteY190" fmla="*/ 60188 h 9456078"/>
              <a:gd name="connsiteX191" fmla="*/ 11909519 w 13158799"/>
              <a:gd name="connsiteY191" fmla="*/ 53364 h 9456078"/>
              <a:gd name="connsiteX192" fmla="*/ 11958451 w 13158799"/>
              <a:gd name="connsiteY192" fmla="*/ 46944 h 9456078"/>
              <a:gd name="connsiteX193" fmla="*/ 12007470 w 13158799"/>
              <a:gd name="connsiteY193" fmla="*/ 40931 h 9456078"/>
              <a:gd name="connsiteX194" fmla="*/ 12056572 w 13158799"/>
              <a:gd name="connsiteY194" fmla="*/ 35324 h 9456078"/>
              <a:gd name="connsiteX195" fmla="*/ 12105756 w 13158799"/>
              <a:gd name="connsiteY195" fmla="*/ 30126 h 9456078"/>
              <a:gd name="connsiteX196" fmla="*/ 12155019 w 13158799"/>
              <a:gd name="connsiteY196" fmla="*/ 25337 h 9456078"/>
              <a:gd name="connsiteX197" fmla="*/ 12204359 w 13158799"/>
              <a:gd name="connsiteY197" fmla="*/ 20958 h 9456078"/>
              <a:gd name="connsiteX198" fmla="*/ 12253773 w 13158799"/>
              <a:gd name="connsiteY198" fmla="*/ 16991 h 9456078"/>
              <a:gd name="connsiteX199" fmla="*/ 12303260 w 13158799"/>
              <a:gd name="connsiteY199" fmla="*/ 13437 h 9456078"/>
              <a:gd name="connsiteX200" fmla="*/ 12352818 w 13158799"/>
              <a:gd name="connsiteY200" fmla="*/ 10297 h 9456078"/>
              <a:gd name="connsiteX201" fmla="*/ 12402443 w 13158799"/>
              <a:gd name="connsiteY201" fmla="*/ 7572 h 9456078"/>
              <a:gd name="connsiteX202" fmla="*/ 12452133 w 13158799"/>
              <a:gd name="connsiteY202" fmla="*/ 5263 h 9456078"/>
              <a:gd name="connsiteX203" fmla="*/ 12501887 w 13158799"/>
              <a:gd name="connsiteY203" fmla="*/ 3371 h 9456078"/>
              <a:gd name="connsiteX204" fmla="*/ 12551701 w 13158799"/>
              <a:gd name="connsiteY204" fmla="*/ 1898 h 9456078"/>
              <a:gd name="connsiteX205" fmla="*/ 12601574 w 13158799"/>
              <a:gd name="connsiteY205" fmla="*/ 844 h 9456078"/>
              <a:gd name="connsiteX206" fmla="*/ 12651504 w 13158799"/>
              <a:gd name="connsiteY206" fmla="*/ 211 h 9456078"/>
              <a:gd name="connsiteX207" fmla="*/ 12701487 w 13158799"/>
              <a:gd name="connsiteY207" fmla="*/ 0 h 9456078"/>
              <a:gd name="connsiteX208" fmla="*/ 13158798 w 13158799"/>
              <a:gd name="connsiteY208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28389 w 13158797"/>
              <a:gd name="connsiteY22" fmla="*/ 9330914 h 9456078"/>
              <a:gd name="connsiteX23" fmla="*/ 1176172 w 13158797"/>
              <a:gd name="connsiteY23" fmla="*/ 9319936 h 9456078"/>
              <a:gd name="connsiteX24" fmla="*/ 1223823 w 13158797"/>
              <a:gd name="connsiteY24" fmla="*/ 9308509 h 9456078"/>
              <a:gd name="connsiteX25" fmla="*/ 1271339 w 13158797"/>
              <a:gd name="connsiteY25" fmla="*/ 9296635 h 9456078"/>
              <a:gd name="connsiteX26" fmla="*/ 1318719 w 13158797"/>
              <a:gd name="connsiteY26" fmla="*/ 9284315 h 9456078"/>
              <a:gd name="connsiteX27" fmla="*/ 1365957 w 13158797"/>
              <a:gd name="connsiteY27" fmla="*/ 9271550 h 9456078"/>
              <a:gd name="connsiteX28" fmla="*/ 1413052 w 13158797"/>
              <a:gd name="connsiteY28" fmla="*/ 9258342 h 9456078"/>
              <a:gd name="connsiteX29" fmla="*/ 1460000 w 13158797"/>
              <a:gd name="connsiteY29" fmla="*/ 9244693 h 9456078"/>
              <a:gd name="connsiteX30" fmla="*/ 1506799 w 13158797"/>
              <a:gd name="connsiteY30" fmla="*/ 9230604 h 9456078"/>
              <a:gd name="connsiteX31" fmla="*/ 1553445 w 13158797"/>
              <a:gd name="connsiteY31" fmla="*/ 9216076 h 9456078"/>
              <a:gd name="connsiteX32" fmla="*/ 1599935 w 13158797"/>
              <a:gd name="connsiteY32" fmla="*/ 9201111 h 9456078"/>
              <a:gd name="connsiteX33" fmla="*/ 1646267 w 13158797"/>
              <a:gd name="connsiteY33" fmla="*/ 9185710 h 9456078"/>
              <a:gd name="connsiteX34" fmla="*/ 1692437 w 13158797"/>
              <a:gd name="connsiteY34" fmla="*/ 9169876 h 9456078"/>
              <a:gd name="connsiteX35" fmla="*/ 1738442 w 13158797"/>
              <a:gd name="connsiteY35" fmla="*/ 9153608 h 9456078"/>
              <a:gd name="connsiteX36" fmla="*/ 1784280 w 13158797"/>
              <a:gd name="connsiteY36" fmla="*/ 9136910 h 9456078"/>
              <a:gd name="connsiteX37" fmla="*/ 1829947 w 13158797"/>
              <a:gd name="connsiteY37" fmla="*/ 9119782 h 9456078"/>
              <a:gd name="connsiteX38" fmla="*/ 1875440 w 13158797"/>
              <a:gd name="connsiteY38" fmla="*/ 9102226 h 9456078"/>
              <a:gd name="connsiteX39" fmla="*/ 1920756 w 13158797"/>
              <a:gd name="connsiteY39" fmla="*/ 9084243 h 9456078"/>
              <a:gd name="connsiteX40" fmla="*/ 1965893 w 13158797"/>
              <a:gd name="connsiteY40" fmla="*/ 9065835 h 9456078"/>
              <a:gd name="connsiteX41" fmla="*/ 2010847 w 13158797"/>
              <a:gd name="connsiteY41" fmla="*/ 9047004 h 9456078"/>
              <a:gd name="connsiteX42" fmla="*/ 2055615 w 13158797"/>
              <a:gd name="connsiteY42" fmla="*/ 9027750 h 9456078"/>
              <a:gd name="connsiteX43" fmla="*/ 2100195 w 13158797"/>
              <a:gd name="connsiteY43" fmla="*/ 9008075 h 9456078"/>
              <a:gd name="connsiteX44" fmla="*/ 2144582 w 13158797"/>
              <a:gd name="connsiteY44" fmla="*/ 8987981 h 9456078"/>
              <a:gd name="connsiteX45" fmla="*/ 2188775 w 13158797"/>
              <a:gd name="connsiteY45" fmla="*/ 8967470 h 9456078"/>
              <a:gd name="connsiteX46" fmla="*/ 2232770 w 13158797"/>
              <a:gd name="connsiteY46" fmla="*/ 8946542 h 9456078"/>
              <a:gd name="connsiteX47" fmla="*/ 2276564 w 13158797"/>
              <a:gd name="connsiteY47" fmla="*/ 8925199 h 9456078"/>
              <a:gd name="connsiteX48" fmla="*/ 2320154 w 13158797"/>
              <a:gd name="connsiteY48" fmla="*/ 8903443 h 9456078"/>
              <a:gd name="connsiteX49" fmla="*/ 2363538 w 13158797"/>
              <a:gd name="connsiteY49" fmla="*/ 8881275 h 9456078"/>
              <a:gd name="connsiteX50" fmla="*/ 2406711 w 13158797"/>
              <a:gd name="connsiteY50" fmla="*/ 8858697 h 9456078"/>
              <a:gd name="connsiteX51" fmla="*/ 2449672 w 13158797"/>
              <a:gd name="connsiteY51" fmla="*/ 8835710 h 9456078"/>
              <a:gd name="connsiteX52" fmla="*/ 2492417 w 13158797"/>
              <a:gd name="connsiteY52" fmla="*/ 8812316 h 9456078"/>
              <a:gd name="connsiteX53" fmla="*/ 2534943 w 13158797"/>
              <a:gd name="connsiteY53" fmla="*/ 8788516 h 9456078"/>
              <a:gd name="connsiteX54" fmla="*/ 2577247 w 13158797"/>
              <a:gd name="connsiteY54" fmla="*/ 8764311 h 9456078"/>
              <a:gd name="connsiteX55" fmla="*/ 2619326 w 13158797"/>
              <a:gd name="connsiteY55" fmla="*/ 8739704 h 9456078"/>
              <a:gd name="connsiteX56" fmla="*/ 2661177 w 13158797"/>
              <a:gd name="connsiteY56" fmla="*/ 8714695 h 9456078"/>
              <a:gd name="connsiteX57" fmla="*/ 2702797 w 13158797"/>
              <a:gd name="connsiteY57" fmla="*/ 8689286 h 9456078"/>
              <a:gd name="connsiteX58" fmla="*/ 2744183 w 13158797"/>
              <a:gd name="connsiteY58" fmla="*/ 8663479 h 9456078"/>
              <a:gd name="connsiteX59" fmla="*/ 2785333 w 13158797"/>
              <a:gd name="connsiteY59" fmla="*/ 8637274 h 9456078"/>
              <a:gd name="connsiteX60" fmla="*/ 2826242 w 13158797"/>
              <a:gd name="connsiteY60" fmla="*/ 8610675 h 9456078"/>
              <a:gd name="connsiteX61" fmla="*/ 2866908 w 13158797"/>
              <a:gd name="connsiteY61" fmla="*/ 8583681 h 9456078"/>
              <a:gd name="connsiteX62" fmla="*/ 2907329 w 13158797"/>
              <a:gd name="connsiteY62" fmla="*/ 8556295 h 9456078"/>
              <a:gd name="connsiteX63" fmla="*/ 2947500 w 13158797"/>
              <a:gd name="connsiteY63" fmla="*/ 8528517 h 9456078"/>
              <a:gd name="connsiteX64" fmla="*/ 2987419 w 13158797"/>
              <a:gd name="connsiteY64" fmla="*/ 8500351 h 9456078"/>
              <a:gd name="connsiteX65" fmla="*/ 3027083 w 13158797"/>
              <a:gd name="connsiteY65" fmla="*/ 8471796 h 9456078"/>
              <a:gd name="connsiteX66" fmla="*/ 3066489 w 13158797"/>
              <a:gd name="connsiteY66" fmla="*/ 8442854 h 9456078"/>
              <a:gd name="connsiteX67" fmla="*/ 3105634 w 13158797"/>
              <a:gd name="connsiteY67" fmla="*/ 8413528 h 9456078"/>
              <a:gd name="connsiteX68" fmla="*/ 3144515 w 13158797"/>
              <a:gd name="connsiteY68" fmla="*/ 8383818 h 9456078"/>
              <a:gd name="connsiteX69" fmla="*/ 3183129 w 13158797"/>
              <a:gd name="connsiteY69" fmla="*/ 8353726 h 9456078"/>
              <a:gd name="connsiteX70" fmla="*/ 3221473 w 13158797"/>
              <a:gd name="connsiteY70" fmla="*/ 8323253 h 9456078"/>
              <a:gd name="connsiteX71" fmla="*/ 3259544 w 13158797"/>
              <a:gd name="connsiteY71" fmla="*/ 8292401 h 9456078"/>
              <a:gd name="connsiteX72" fmla="*/ 3297339 w 13158797"/>
              <a:gd name="connsiteY72" fmla="*/ 8261172 h 9456078"/>
              <a:gd name="connsiteX73" fmla="*/ 3334854 w 13158797"/>
              <a:gd name="connsiteY73" fmla="*/ 8229566 h 9456078"/>
              <a:gd name="connsiteX74" fmla="*/ 3372087 w 13158797"/>
              <a:gd name="connsiteY74" fmla="*/ 8197585 h 9456078"/>
              <a:gd name="connsiteX75" fmla="*/ 3409035 w 13158797"/>
              <a:gd name="connsiteY75" fmla="*/ 8165232 h 9456078"/>
              <a:gd name="connsiteX76" fmla="*/ 3445695 w 13158797"/>
              <a:gd name="connsiteY76" fmla="*/ 8132507 h 9456078"/>
              <a:gd name="connsiteX77" fmla="*/ 3482064 w 13158797"/>
              <a:gd name="connsiteY77" fmla="*/ 8099411 h 9456078"/>
              <a:gd name="connsiteX78" fmla="*/ 3518139 w 13158797"/>
              <a:gd name="connsiteY78" fmla="*/ 8065947 h 9456078"/>
              <a:gd name="connsiteX79" fmla="*/ 3553916 w 13158797"/>
              <a:gd name="connsiteY79" fmla="*/ 8032115 h 9456078"/>
              <a:gd name="connsiteX80" fmla="*/ 3589393 w 13158797"/>
              <a:gd name="connsiteY80" fmla="*/ 7997918 h 9456078"/>
              <a:gd name="connsiteX81" fmla="*/ 3624567 w 13158797"/>
              <a:gd name="connsiteY81" fmla="*/ 7963356 h 9456078"/>
              <a:gd name="connsiteX82" fmla="*/ 3659435 w 13158797"/>
              <a:gd name="connsiteY82" fmla="*/ 7928432 h 9456078"/>
              <a:gd name="connsiteX83" fmla="*/ 3693994 w 13158797"/>
              <a:gd name="connsiteY83" fmla="*/ 7893146 h 9456078"/>
              <a:gd name="connsiteX84" fmla="*/ 3728240 w 13158797"/>
              <a:gd name="connsiteY84" fmla="*/ 7857501 h 9456078"/>
              <a:gd name="connsiteX85" fmla="*/ 3762171 w 13158797"/>
              <a:gd name="connsiteY85" fmla="*/ 7821497 h 9456078"/>
              <a:gd name="connsiteX86" fmla="*/ 3795783 w 13158797"/>
              <a:gd name="connsiteY86" fmla="*/ 7785136 h 9456078"/>
              <a:gd name="connsiteX87" fmla="*/ 3829075 w 13158797"/>
              <a:gd name="connsiteY87" fmla="*/ 7748420 h 9456078"/>
              <a:gd name="connsiteX88" fmla="*/ 3862042 w 13158797"/>
              <a:gd name="connsiteY88" fmla="*/ 7711350 h 9456078"/>
              <a:gd name="connsiteX89" fmla="*/ 3894682 w 13158797"/>
              <a:gd name="connsiteY89" fmla="*/ 7673928 h 9456078"/>
              <a:gd name="connsiteX90" fmla="*/ 3926991 w 13158797"/>
              <a:gd name="connsiteY90" fmla="*/ 7636155 h 9456078"/>
              <a:gd name="connsiteX91" fmla="*/ 3958967 w 13158797"/>
              <a:gd name="connsiteY91" fmla="*/ 7598032 h 9456078"/>
              <a:gd name="connsiteX92" fmla="*/ 3990607 w 13158797"/>
              <a:gd name="connsiteY92" fmla="*/ 7559561 h 9456078"/>
              <a:gd name="connsiteX93" fmla="*/ 4021907 w 13158797"/>
              <a:gd name="connsiteY93" fmla="*/ 7520744 h 9456078"/>
              <a:gd name="connsiteX94" fmla="*/ 4052865 w 13158797"/>
              <a:gd name="connsiteY94" fmla="*/ 7481582 h 9456078"/>
              <a:gd name="connsiteX95" fmla="*/ 4083478 w 13158797"/>
              <a:gd name="connsiteY95" fmla="*/ 7442077 h 9456078"/>
              <a:gd name="connsiteX96" fmla="*/ 8022311 w 13158797"/>
              <a:gd name="connsiteY96" fmla="*/ 2307814 h 9456078"/>
              <a:gd name="connsiteX97" fmla="*/ 8052902 w 13158797"/>
              <a:gd name="connsiteY97" fmla="*/ 2268285 h 9456078"/>
              <a:gd name="connsiteX98" fmla="*/ 8083796 w 13158797"/>
              <a:gd name="connsiteY98" fmla="*/ 2229056 h 9456078"/>
              <a:gd name="connsiteX99" fmla="*/ 8114989 w 13158797"/>
              <a:gd name="connsiteY99" fmla="*/ 2190127 h 9456078"/>
              <a:gd name="connsiteX100" fmla="*/ 8146479 w 13158797"/>
              <a:gd name="connsiteY100" fmla="*/ 2151500 h 9456078"/>
              <a:gd name="connsiteX101" fmla="*/ 8178264 w 13158797"/>
              <a:gd name="connsiteY101" fmla="*/ 2113176 h 9456078"/>
              <a:gd name="connsiteX102" fmla="*/ 8210341 w 13158797"/>
              <a:gd name="connsiteY102" fmla="*/ 2075157 h 9456078"/>
              <a:gd name="connsiteX103" fmla="*/ 8242709 w 13158797"/>
              <a:gd name="connsiteY103" fmla="*/ 2037442 h 9456078"/>
              <a:gd name="connsiteX104" fmla="*/ 8275365 w 13158797"/>
              <a:gd name="connsiteY104" fmla="*/ 2000034 h 9456078"/>
              <a:gd name="connsiteX105" fmla="*/ 8308307 w 13158797"/>
              <a:gd name="connsiteY105" fmla="*/ 1962934 h 9456078"/>
              <a:gd name="connsiteX106" fmla="*/ 8341532 w 13158797"/>
              <a:gd name="connsiteY106" fmla="*/ 1926142 h 9456078"/>
              <a:gd name="connsiteX107" fmla="*/ 8375038 w 13158797"/>
              <a:gd name="connsiteY107" fmla="*/ 1889660 h 9456078"/>
              <a:gd name="connsiteX108" fmla="*/ 8408823 w 13158797"/>
              <a:gd name="connsiteY108" fmla="*/ 1853489 h 9456078"/>
              <a:gd name="connsiteX109" fmla="*/ 8442885 w 13158797"/>
              <a:gd name="connsiteY109" fmla="*/ 1817630 h 9456078"/>
              <a:gd name="connsiteX110" fmla="*/ 8477221 w 13158797"/>
              <a:gd name="connsiteY110" fmla="*/ 1782084 h 9456078"/>
              <a:gd name="connsiteX111" fmla="*/ 8511829 w 13158797"/>
              <a:gd name="connsiteY111" fmla="*/ 1746853 h 9456078"/>
              <a:gd name="connsiteX112" fmla="*/ 8546706 w 13158797"/>
              <a:gd name="connsiteY112" fmla="*/ 1711937 h 9456078"/>
              <a:gd name="connsiteX113" fmla="*/ 8581851 w 13158797"/>
              <a:gd name="connsiteY113" fmla="*/ 1677337 h 9456078"/>
              <a:gd name="connsiteX114" fmla="*/ 8617261 w 13158797"/>
              <a:gd name="connsiteY114" fmla="*/ 1643056 h 9456078"/>
              <a:gd name="connsiteX115" fmla="*/ 8652934 w 13158797"/>
              <a:gd name="connsiteY115" fmla="*/ 1609093 h 9456078"/>
              <a:gd name="connsiteX116" fmla="*/ 8688867 w 13158797"/>
              <a:gd name="connsiteY116" fmla="*/ 1575450 h 9456078"/>
              <a:gd name="connsiteX117" fmla="*/ 8725058 w 13158797"/>
              <a:gd name="connsiteY117" fmla="*/ 1542128 h 9456078"/>
              <a:gd name="connsiteX118" fmla="*/ 8761506 w 13158797"/>
              <a:gd name="connsiteY118" fmla="*/ 1509129 h 9456078"/>
              <a:gd name="connsiteX119" fmla="*/ 8798207 w 13158797"/>
              <a:gd name="connsiteY119" fmla="*/ 1476452 h 9456078"/>
              <a:gd name="connsiteX120" fmla="*/ 8835159 w 13158797"/>
              <a:gd name="connsiteY120" fmla="*/ 1444101 h 9456078"/>
              <a:gd name="connsiteX121" fmla="*/ 8872360 w 13158797"/>
              <a:gd name="connsiteY121" fmla="*/ 1412075 h 9456078"/>
              <a:gd name="connsiteX122" fmla="*/ 8909808 w 13158797"/>
              <a:gd name="connsiteY122" fmla="*/ 1380375 h 9456078"/>
              <a:gd name="connsiteX123" fmla="*/ 8947501 w 13158797"/>
              <a:gd name="connsiteY123" fmla="*/ 1349004 h 9456078"/>
              <a:gd name="connsiteX124" fmla="*/ 8985435 w 13158797"/>
              <a:gd name="connsiteY124" fmla="*/ 1317962 h 9456078"/>
              <a:gd name="connsiteX125" fmla="*/ 9023610 w 13158797"/>
              <a:gd name="connsiteY125" fmla="*/ 1287250 h 9456078"/>
              <a:gd name="connsiteX126" fmla="*/ 9062022 w 13158797"/>
              <a:gd name="connsiteY126" fmla="*/ 1256869 h 9456078"/>
              <a:gd name="connsiteX127" fmla="*/ 9100669 w 13158797"/>
              <a:gd name="connsiteY127" fmla="*/ 1226820 h 9456078"/>
              <a:gd name="connsiteX128" fmla="*/ 9139549 w 13158797"/>
              <a:gd name="connsiteY128" fmla="*/ 1197105 h 9456078"/>
              <a:gd name="connsiteX129" fmla="*/ 9178660 w 13158797"/>
              <a:gd name="connsiteY129" fmla="*/ 1167725 h 9456078"/>
              <a:gd name="connsiteX130" fmla="*/ 9217999 w 13158797"/>
              <a:gd name="connsiteY130" fmla="*/ 1138681 h 9456078"/>
              <a:gd name="connsiteX131" fmla="*/ 9257564 w 13158797"/>
              <a:gd name="connsiteY131" fmla="*/ 1109974 h 9456078"/>
              <a:gd name="connsiteX132" fmla="*/ 9297353 w 13158797"/>
              <a:gd name="connsiteY132" fmla="*/ 1081604 h 9456078"/>
              <a:gd name="connsiteX133" fmla="*/ 9337364 w 13158797"/>
              <a:gd name="connsiteY133" fmla="*/ 1053574 h 9456078"/>
              <a:gd name="connsiteX134" fmla="*/ 9377594 w 13158797"/>
              <a:gd name="connsiteY134" fmla="*/ 1025884 h 9456078"/>
              <a:gd name="connsiteX135" fmla="*/ 9418040 w 13158797"/>
              <a:gd name="connsiteY135" fmla="*/ 998536 h 9456078"/>
              <a:gd name="connsiteX136" fmla="*/ 9458702 w 13158797"/>
              <a:gd name="connsiteY136" fmla="*/ 971530 h 9456078"/>
              <a:gd name="connsiteX137" fmla="*/ 9499575 w 13158797"/>
              <a:gd name="connsiteY137" fmla="*/ 944868 h 9456078"/>
              <a:gd name="connsiteX138" fmla="*/ 9540659 w 13158797"/>
              <a:gd name="connsiteY138" fmla="*/ 918551 h 9456078"/>
              <a:gd name="connsiteX139" fmla="*/ 9581950 w 13158797"/>
              <a:gd name="connsiteY139" fmla="*/ 892580 h 9456078"/>
              <a:gd name="connsiteX140" fmla="*/ 9623447 w 13158797"/>
              <a:gd name="connsiteY140" fmla="*/ 866956 h 9456078"/>
              <a:gd name="connsiteX141" fmla="*/ 9665147 w 13158797"/>
              <a:gd name="connsiteY141" fmla="*/ 841681 h 9456078"/>
              <a:gd name="connsiteX142" fmla="*/ 9707048 w 13158797"/>
              <a:gd name="connsiteY142" fmla="*/ 816754 h 9456078"/>
              <a:gd name="connsiteX143" fmla="*/ 9749147 w 13158797"/>
              <a:gd name="connsiteY143" fmla="*/ 792179 h 9456078"/>
              <a:gd name="connsiteX144" fmla="*/ 9791443 w 13158797"/>
              <a:gd name="connsiteY144" fmla="*/ 767955 h 9456078"/>
              <a:gd name="connsiteX145" fmla="*/ 9833932 w 13158797"/>
              <a:gd name="connsiteY145" fmla="*/ 744083 h 9456078"/>
              <a:gd name="connsiteX146" fmla="*/ 9876613 w 13158797"/>
              <a:gd name="connsiteY146" fmla="*/ 720566 h 9456078"/>
              <a:gd name="connsiteX147" fmla="*/ 9919484 w 13158797"/>
              <a:gd name="connsiteY147" fmla="*/ 697404 h 9456078"/>
              <a:gd name="connsiteX148" fmla="*/ 9962542 w 13158797"/>
              <a:gd name="connsiteY148" fmla="*/ 674598 h 9456078"/>
              <a:gd name="connsiteX149" fmla="*/ 10005784 w 13158797"/>
              <a:gd name="connsiteY149" fmla="*/ 652149 h 9456078"/>
              <a:gd name="connsiteX150" fmla="*/ 10049209 w 13158797"/>
              <a:gd name="connsiteY150" fmla="*/ 630059 h 9456078"/>
              <a:gd name="connsiteX151" fmla="*/ 10092814 w 13158797"/>
              <a:gd name="connsiteY151" fmla="*/ 608328 h 9456078"/>
              <a:gd name="connsiteX152" fmla="*/ 10136597 w 13158797"/>
              <a:gd name="connsiteY152" fmla="*/ 586958 h 9456078"/>
              <a:gd name="connsiteX153" fmla="*/ 10180556 w 13158797"/>
              <a:gd name="connsiteY153" fmla="*/ 565950 h 9456078"/>
              <a:gd name="connsiteX154" fmla="*/ 10224688 w 13158797"/>
              <a:gd name="connsiteY154" fmla="*/ 545304 h 9456078"/>
              <a:gd name="connsiteX155" fmla="*/ 10268991 w 13158797"/>
              <a:gd name="connsiteY155" fmla="*/ 525023 h 9456078"/>
              <a:gd name="connsiteX156" fmla="*/ 10313463 w 13158797"/>
              <a:gd name="connsiteY156" fmla="*/ 505107 h 9456078"/>
              <a:gd name="connsiteX157" fmla="*/ 10358101 w 13158797"/>
              <a:gd name="connsiteY157" fmla="*/ 485558 h 9456078"/>
              <a:gd name="connsiteX158" fmla="*/ 10402903 w 13158797"/>
              <a:gd name="connsiteY158" fmla="*/ 466376 h 9456078"/>
              <a:gd name="connsiteX159" fmla="*/ 10447868 w 13158797"/>
              <a:gd name="connsiteY159" fmla="*/ 447563 h 9456078"/>
              <a:gd name="connsiteX160" fmla="*/ 10492991 w 13158797"/>
              <a:gd name="connsiteY160" fmla="*/ 429119 h 9456078"/>
              <a:gd name="connsiteX161" fmla="*/ 10538272 w 13158797"/>
              <a:gd name="connsiteY161" fmla="*/ 411046 h 9456078"/>
              <a:gd name="connsiteX162" fmla="*/ 10583708 w 13158797"/>
              <a:gd name="connsiteY162" fmla="*/ 393346 h 9456078"/>
              <a:gd name="connsiteX163" fmla="*/ 10629297 w 13158797"/>
              <a:gd name="connsiteY163" fmla="*/ 376018 h 9456078"/>
              <a:gd name="connsiteX164" fmla="*/ 10675036 w 13158797"/>
              <a:gd name="connsiteY164" fmla="*/ 359065 h 9456078"/>
              <a:gd name="connsiteX165" fmla="*/ 10720923 w 13158797"/>
              <a:gd name="connsiteY165" fmla="*/ 342487 h 9456078"/>
              <a:gd name="connsiteX166" fmla="*/ 10766956 w 13158797"/>
              <a:gd name="connsiteY166" fmla="*/ 326286 h 9456078"/>
              <a:gd name="connsiteX167" fmla="*/ 10813132 w 13158797"/>
              <a:gd name="connsiteY167" fmla="*/ 310462 h 9456078"/>
              <a:gd name="connsiteX168" fmla="*/ 10859450 w 13158797"/>
              <a:gd name="connsiteY168" fmla="*/ 295018 h 9456078"/>
              <a:gd name="connsiteX169" fmla="*/ 10905907 w 13158797"/>
              <a:gd name="connsiteY169" fmla="*/ 279953 h 9456078"/>
              <a:gd name="connsiteX170" fmla="*/ 10952500 w 13158797"/>
              <a:gd name="connsiteY170" fmla="*/ 265269 h 9456078"/>
              <a:gd name="connsiteX171" fmla="*/ 10999227 w 13158797"/>
              <a:gd name="connsiteY171" fmla="*/ 250968 h 9456078"/>
              <a:gd name="connsiteX172" fmla="*/ 11046087 w 13158797"/>
              <a:gd name="connsiteY172" fmla="*/ 237049 h 9456078"/>
              <a:gd name="connsiteX173" fmla="*/ 11093076 w 13158797"/>
              <a:gd name="connsiteY173" fmla="*/ 223516 h 9456078"/>
              <a:gd name="connsiteX174" fmla="*/ 11140193 w 13158797"/>
              <a:gd name="connsiteY174" fmla="*/ 210368 h 9456078"/>
              <a:gd name="connsiteX175" fmla="*/ 11187434 w 13158797"/>
              <a:gd name="connsiteY175" fmla="*/ 197606 h 9456078"/>
              <a:gd name="connsiteX176" fmla="*/ 11234799 w 13158797"/>
              <a:gd name="connsiteY176" fmla="*/ 185233 h 9456078"/>
              <a:gd name="connsiteX177" fmla="*/ 11282284 w 13158797"/>
              <a:gd name="connsiteY177" fmla="*/ 173248 h 9456078"/>
              <a:gd name="connsiteX178" fmla="*/ 11329888 w 13158797"/>
              <a:gd name="connsiteY178" fmla="*/ 161654 h 9456078"/>
              <a:gd name="connsiteX179" fmla="*/ 11377607 w 13158797"/>
              <a:gd name="connsiteY179" fmla="*/ 150451 h 9456078"/>
              <a:gd name="connsiteX180" fmla="*/ 11425440 w 13158797"/>
              <a:gd name="connsiteY180" fmla="*/ 139640 h 9456078"/>
              <a:gd name="connsiteX181" fmla="*/ 11473385 w 13158797"/>
              <a:gd name="connsiteY181" fmla="*/ 129223 h 9456078"/>
              <a:gd name="connsiteX182" fmla="*/ 11521439 w 13158797"/>
              <a:gd name="connsiteY182" fmla="*/ 119201 h 9456078"/>
              <a:gd name="connsiteX183" fmla="*/ 11569599 w 13158797"/>
              <a:gd name="connsiteY183" fmla="*/ 109574 h 9456078"/>
              <a:gd name="connsiteX184" fmla="*/ 11617864 w 13158797"/>
              <a:gd name="connsiteY184" fmla="*/ 100344 h 9456078"/>
              <a:gd name="connsiteX185" fmla="*/ 11666231 w 13158797"/>
              <a:gd name="connsiteY185" fmla="*/ 91512 h 9456078"/>
              <a:gd name="connsiteX186" fmla="*/ 11714698 w 13158797"/>
              <a:gd name="connsiteY186" fmla="*/ 83080 h 9456078"/>
              <a:gd name="connsiteX187" fmla="*/ 11763263 w 13158797"/>
              <a:gd name="connsiteY187" fmla="*/ 75047 h 9456078"/>
              <a:gd name="connsiteX188" fmla="*/ 11811923 w 13158797"/>
              <a:gd name="connsiteY188" fmla="*/ 67417 h 9456078"/>
              <a:gd name="connsiteX189" fmla="*/ 11860676 w 13158797"/>
              <a:gd name="connsiteY189" fmla="*/ 60188 h 9456078"/>
              <a:gd name="connsiteX190" fmla="*/ 11909519 w 13158797"/>
              <a:gd name="connsiteY190" fmla="*/ 53364 h 9456078"/>
              <a:gd name="connsiteX191" fmla="*/ 11958451 w 13158797"/>
              <a:gd name="connsiteY191" fmla="*/ 46944 h 9456078"/>
              <a:gd name="connsiteX192" fmla="*/ 12007470 w 13158797"/>
              <a:gd name="connsiteY192" fmla="*/ 40931 h 9456078"/>
              <a:gd name="connsiteX193" fmla="*/ 12056572 w 13158797"/>
              <a:gd name="connsiteY193" fmla="*/ 35324 h 9456078"/>
              <a:gd name="connsiteX194" fmla="*/ 12105756 w 13158797"/>
              <a:gd name="connsiteY194" fmla="*/ 30126 h 9456078"/>
              <a:gd name="connsiteX195" fmla="*/ 12155019 w 13158797"/>
              <a:gd name="connsiteY195" fmla="*/ 25337 h 9456078"/>
              <a:gd name="connsiteX196" fmla="*/ 12204359 w 13158797"/>
              <a:gd name="connsiteY196" fmla="*/ 20958 h 9456078"/>
              <a:gd name="connsiteX197" fmla="*/ 12253773 w 13158797"/>
              <a:gd name="connsiteY197" fmla="*/ 16991 h 9456078"/>
              <a:gd name="connsiteX198" fmla="*/ 12303260 w 13158797"/>
              <a:gd name="connsiteY198" fmla="*/ 13437 h 9456078"/>
              <a:gd name="connsiteX199" fmla="*/ 12352818 w 13158797"/>
              <a:gd name="connsiteY199" fmla="*/ 10297 h 9456078"/>
              <a:gd name="connsiteX200" fmla="*/ 12402443 w 13158797"/>
              <a:gd name="connsiteY200" fmla="*/ 7572 h 9456078"/>
              <a:gd name="connsiteX201" fmla="*/ 12452133 w 13158797"/>
              <a:gd name="connsiteY201" fmla="*/ 5263 h 9456078"/>
              <a:gd name="connsiteX202" fmla="*/ 12501887 w 13158797"/>
              <a:gd name="connsiteY202" fmla="*/ 3371 h 9456078"/>
              <a:gd name="connsiteX203" fmla="*/ 12551701 w 13158797"/>
              <a:gd name="connsiteY203" fmla="*/ 1898 h 9456078"/>
              <a:gd name="connsiteX204" fmla="*/ 12601574 w 13158797"/>
              <a:gd name="connsiteY204" fmla="*/ 844 h 9456078"/>
              <a:gd name="connsiteX205" fmla="*/ 12651504 w 13158797"/>
              <a:gd name="connsiteY205" fmla="*/ 211 h 9456078"/>
              <a:gd name="connsiteX206" fmla="*/ 12701487 w 13158797"/>
              <a:gd name="connsiteY206" fmla="*/ 0 h 9456078"/>
              <a:gd name="connsiteX207" fmla="*/ 13158798 w 13158797"/>
              <a:gd name="connsiteY207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98870 w 13158799"/>
              <a:gd name="connsiteY5" fmla="*/ 9447409 h 9456078"/>
              <a:gd name="connsiteX6" fmla="*/ 348429 w 13158799"/>
              <a:gd name="connsiteY6" fmla="*/ 9444290 h 9456078"/>
              <a:gd name="connsiteX7" fmla="*/ 397907 w 13158799"/>
              <a:gd name="connsiteY7" fmla="*/ 9440698 h 9456078"/>
              <a:gd name="connsiteX8" fmla="*/ 447302 w 13158799"/>
              <a:gd name="connsiteY8" fmla="*/ 9436632 h 9456078"/>
              <a:gd name="connsiteX9" fmla="*/ 496610 w 13158799"/>
              <a:gd name="connsiteY9" fmla="*/ 9432096 h 9456078"/>
              <a:gd name="connsiteX10" fmla="*/ 545829 w 13158799"/>
              <a:gd name="connsiteY10" fmla="*/ 9427089 h 9456078"/>
              <a:gd name="connsiteX11" fmla="*/ 594956 w 13158799"/>
              <a:gd name="connsiteY11" fmla="*/ 9421615 h 9456078"/>
              <a:gd name="connsiteX12" fmla="*/ 643987 w 13158799"/>
              <a:gd name="connsiteY12" fmla="*/ 9415673 h 9456078"/>
              <a:gd name="connsiteX13" fmla="*/ 692920 w 13158799"/>
              <a:gd name="connsiteY13" fmla="*/ 9409267 h 9456078"/>
              <a:gd name="connsiteX14" fmla="*/ 741751 w 13158799"/>
              <a:gd name="connsiteY14" fmla="*/ 9402396 h 9456078"/>
              <a:gd name="connsiteX15" fmla="*/ 790478 w 13158799"/>
              <a:gd name="connsiteY15" fmla="*/ 9395063 h 9456078"/>
              <a:gd name="connsiteX16" fmla="*/ 839098 w 13158799"/>
              <a:gd name="connsiteY16" fmla="*/ 9387270 h 9456078"/>
              <a:gd name="connsiteX17" fmla="*/ 887607 w 13158799"/>
              <a:gd name="connsiteY17" fmla="*/ 9379017 h 9456078"/>
              <a:gd name="connsiteX18" fmla="*/ 936002 w 13158799"/>
              <a:gd name="connsiteY18" fmla="*/ 9370306 h 9456078"/>
              <a:gd name="connsiteX19" fmla="*/ 984281 w 13158799"/>
              <a:gd name="connsiteY19" fmla="*/ 9361139 h 9456078"/>
              <a:gd name="connsiteX20" fmla="*/ 1032440 w 13158799"/>
              <a:gd name="connsiteY20" fmla="*/ 9351517 h 9456078"/>
              <a:gd name="connsiteX21" fmla="*/ 1080477 w 13158799"/>
              <a:gd name="connsiteY21" fmla="*/ 9341441 h 9456078"/>
              <a:gd name="connsiteX22" fmla="*/ 1176172 w 13158799"/>
              <a:gd name="connsiteY22" fmla="*/ 9319936 h 9456078"/>
              <a:gd name="connsiteX23" fmla="*/ 1223823 w 13158799"/>
              <a:gd name="connsiteY23" fmla="*/ 9308509 h 9456078"/>
              <a:gd name="connsiteX24" fmla="*/ 1271339 w 13158799"/>
              <a:gd name="connsiteY24" fmla="*/ 9296635 h 9456078"/>
              <a:gd name="connsiteX25" fmla="*/ 1318719 w 13158799"/>
              <a:gd name="connsiteY25" fmla="*/ 9284315 h 9456078"/>
              <a:gd name="connsiteX26" fmla="*/ 1365957 w 13158799"/>
              <a:gd name="connsiteY26" fmla="*/ 9271550 h 9456078"/>
              <a:gd name="connsiteX27" fmla="*/ 1413052 w 13158799"/>
              <a:gd name="connsiteY27" fmla="*/ 9258342 h 9456078"/>
              <a:gd name="connsiteX28" fmla="*/ 1460000 w 13158799"/>
              <a:gd name="connsiteY28" fmla="*/ 9244693 h 9456078"/>
              <a:gd name="connsiteX29" fmla="*/ 1506799 w 13158799"/>
              <a:gd name="connsiteY29" fmla="*/ 9230604 h 9456078"/>
              <a:gd name="connsiteX30" fmla="*/ 1553445 w 13158799"/>
              <a:gd name="connsiteY30" fmla="*/ 9216076 h 9456078"/>
              <a:gd name="connsiteX31" fmla="*/ 1599935 w 13158799"/>
              <a:gd name="connsiteY31" fmla="*/ 9201111 h 9456078"/>
              <a:gd name="connsiteX32" fmla="*/ 1646267 w 13158799"/>
              <a:gd name="connsiteY32" fmla="*/ 9185710 h 9456078"/>
              <a:gd name="connsiteX33" fmla="*/ 1692437 w 13158799"/>
              <a:gd name="connsiteY33" fmla="*/ 9169876 h 9456078"/>
              <a:gd name="connsiteX34" fmla="*/ 1738442 w 13158799"/>
              <a:gd name="connsiteY34" fmla="*/ 9153608 h 9456078"/>
              <a:gd name="connsiteX35" fmla="*/ 1784280 w 13158799"/>
              <a:gd name="connsiteY35" fmla="*/ 9136910 h 9456078"/>
              <a:gd name="connsiteX36" fmla="*/ 1829947 w 13158799"/>
              <a:gd name="connsiteY36" fmla="*/ 9119782 h 9456078"/>
              <a:gd name="connsiteX37" fmla="*/ 1875440 w 13158799"/>
              <a:gd name="connsiteY37" fmla="*/ 9102226 h 9456078"/>
              <a:gd name="connsiteX38" fmla="*/ 1920756 w 13158799"/>
              <a:gd name="connsiteY38" fmla="*/ 9084243 h 9456078"/>
              <a:gd name="connsiteX39" fmla="*/ 1965893 w 13158799"/>
              <a:gd name="connsiteY39" fmla="*/ 9065835 h 9456078"/>
              <a:gd name="connsiteX40" fmla="*/ 2010847 w 13158799"/>
              <a:gd name="connsiteY40" fmla="*/ 9047004 h 9456078"/>
              <a:gd name="connsiteX41" fmla="*/ 2055615 w 13158799"/>
              <a:gd name="connsiteY41" fmla="*/ 9027750 h 9456078"/>
              <a:gd name="connsiteX42" fmla="*/ 2100195 w 13158799"/>
              <a:gd name="connsiteY42" fmla="*/ 9008075 h 9456078"/>
              <a:gd name="connsiteX43" fmla="*/ 2144582 w 13158799"/>
              <a:gd name="connsiteY43" fmla="*/ 8987981 h 9456078"/>
              <a:gd name="connsiteX44" fmla="*/ 2188775 w 13158799"/>
              <a:gd name="connsiteY44" fmla="*/ 8967470 h 9456078"/>
              <a:gd name="connsiteX45" fmla="*/ 2232770 w 13158799"/>
              <a:gd name="connsiteY45" fmla="*/ 8946542 h 9456078"/>
              <a:gd name="connsiteX46" fmla="*/ 2276564 w 13158799"/>
              <a:gd name="connsiteY46" fmla="*/ 8925199 h 9456078"/>
              <a:gd name="connsiteX47" fmla="*/ 2320154 w 13158799"/>
              <a:gd name="connsiteY47" fmla="*/ 8903443 h 9456078"/>
              <a:gd name="connsiteX48" fmla="*/ 2363538 w 13158799"/>
              <a:gd name="connsiteY48" fmla="*/ 8881275 h 9456078"/>
              <a:gd name="connsiteX49" fmla="*/ 2406711 w 13158799"/>
              <a:gd name="connsiteY49" fmla="*/ 8858697 h 9456078"/>
              <a:gd name="connsiteX50" fmla="*/ 2449672 w 13158799"/>
              <a:gd name="connsiteY50" fmla="*/ 8835710 h 9456078"/>
              <a:gd name="connsiteX51" fmla="*/ 2492417 w 13158799"/>
              <a:gd name="connsiteY51" fmla="*/ 8812316 h 9456078"/>
              <a:gd name="connsiteX52" fmla="*/ 2534943 w 13158799"/>
              <a:gd name="connsiteY52" fmla="*/ 8788516 h 9456078"/>
              <a:gd name="connsiteX53" fmla="*/ 2577247 w 13158799"/>
              <a:gd name="connsiteY53" fmla="*/ 8764311 h 9456078"/>
              <a:gd name="connsiteX54" fmla="*/ 2619326 w 13158799"/>
              <a:gd name="connsiteY54" fmla="*/ 8739704 h 9456078"/>
              <a:gd name="connsiteX55" fmla="*/ 2661177 w 13158799"/>
              <a:gd name="connsiteY55" fmla="*/ 8714695 h 9456078"/>
              <a:gd name="connsiteX56" fmla="*/ 2702797 w 13158799"/>
              <a:gd name="connsiteY56" fmla="*/ 8689286 h 9456078"/>
              <a:gd name="connsiteX57" fmla="*/ 2744183 w 13158799"/>
              <a:gd name="connsiteY57" fmla="*/ 8663479 h 9456078"/>
              <a:gd name="connsiteX58" fmla="*/ 2785333 w 13158799"/>
              <a:gd name="connsiteY58" fmla="*/ 8637274 h 9456078"/>
              <a:gd name="connsiteX59" fmla="*/ 2826242 w 13158799"/>
              <a:gd name="connsiteY59" fmla="*/ 8610675 h 9456078"/>
              <a:gd name="connsiteX60" fmla="*/ 2866908 w 13158799"/>
              <a:gd name="connsiteY60" fmla="*/ 8583681 h 9456078"/>
              <a:gd name="connsiteX61" fmla="*/ 2907329 w 13158799"/>
              <a:gd name="connsiteY61" fmla="*/ 8556295 h 9456078"/>
              <a:gd name="connsiteX62" fmla="*/ 2947500 w 13158799"/>
              <a:gd name="connsiteY62" fmla="*/ 8528517 h 9456078"/>
              <a:gd name="connsiteX63" fmla="*/ 2987419 w 13158799"/>
              <a:gd name="connsiteY63" fmla="*/ 8500351 h 9456078"/>
              <a:gd name="connsiteX64" fmla="*/ 3027083 w 13158799"/>
              <a:gd name="connsiteY64" fmla="*/ 8471796 h 9456078"/>
              <a:gd name="connsiteX65" fmla="*/ 3066489 w 13158799"/>
              <a:gd name="connsiteY65" fmla="*/ 8442854 h 9456078"/>
              <a:gd name="connsiteX66" fmla="*/ 3105634 w 13158799"/>
              <a:gd name="connsiteY66" fmla="*/ 8413528 h 9456078"/>
              <a:gd name="connsiteX67" fmla="*/ 3144515 w 13158799"/>
              <a:gd name="connsiteY67" fmla="*/ 8383818 h 9456078"/>
              <a:gd name="connsiteX68" fmla="*/ 3183129 w 13158799"/>
              <a:gd name="connsiteY68" fmla="*/ 8353726 h 9456078"/>
              <a:gd name="connsiteX69" fmla="*/ 3221473 w 13158799"/>
              <a:gd name="connsiteY69" fmla="*/ 8323253 h 9456078"/>
              <a:gd name="connsiteX70" fmla="*/ 3259544 w 13158799"/>
              <a:gd name="connsiteY70" fmla="*/ 8292401 h 9456078"/>
              <a:gd name="connsiteX71" fmla="*/ 3297339 w 13158799"/>
              <a:gd name="connsiteY71" fmla="*/ 8261172 h 9456078"/>
              <a:gd name="connsiteX72" fmla="*/ 3334854 w 13158799"/>
              <a:gd name="connsiteY72" fmla="*/ 8229566 h 9456078"/>
              <a:gd name="connsiteX73" fmla="*/ 3372087 w 13158799"/>
              <a:gd name="connsiteY73" fmla="*/ 8197585 h 9456078"/>
              <a:gd name="connsiteX74" fmla="*/ 3409035 w 13158799"/>
              <a:gd name="connsiteY74" fmla="*/ 8165232 h 9456078"/>
              <a:gd name="connsiteX75" fmla="*/ 3445695 w 13158799"/>
              <a:gd name="connsiteY75" fmla="*/ 8132507 h 9456078"/>
              <a:gd name="connsiteX76" fmla="*/ 3482064 w 13158799"/>
              <a:gd name="connsiteY76" fmla="*/ 8099411 h 9456078"/>
              <a:gd name="connsiteX77" fmla="*/ 3518139 w 13158799"/>
              <a:gd name="connsiteY77" fmla="*/ 8065947 h 9456078"/>
              <a:gd name="connsiteX78" fmla="*/ 3553916 w 13158799"/>
              <a:gd name="connsiteY78" fmla="*/ 8032115 h 9456078"/>
              <a:gd name="connsiteX79" fmla="*/ 3589393 w 13158799"/>
              <a:gd name="connsiteY79" fmla="*/ 7997918 h 9456078"/>
              <a:gd name="connsiteX80" fmla="*/ 3624567 w 13158799"/>
              <a:gd name="connsiteY80" fmla="*/ 7963356 h 9456078"/>
              <a:gd name="connsiteX81" fmla="*/ 3659435 w 13158799"/>
              <a:gd name="connsiteY81" fmla="*/ 7928432 h 9456078"/>
              <a:gd name="connsiteX82" fmla="*/ 3693994 w 13158799"/>
              <a:gd name="connsiteY82" fmla="*/ 7893146 h 9456078"/>
              <a:gd name="connsiteX83" fmla="*/ 3728240 w 13158799"/>
              <a:gd name="connsiteY83" fmla="*/ 7857501 h 9456078"/>
              <a:gd name="connsiteX84" fmla="*/ 3762171 w 13158799"/>
              <a:gd name="connsiteY84" fmla="*/ 7821497 h 9456078"/>
              <a:gd name="connsiteX85" fmla="*/ 3795783 w 13158799"/>
              <a:gd name="connsiteY85" fmla="*/ 7785136 h 9456078"/>
              <a:gd name="connsiteX86" fmla="*/ 3829075 w 13158799"/>
              <a:gd name="connsiteY86" fmla="*/ 7748420 h 9456078"/>
              <a:gd name="connsiteX87" fmla="*/ 3862042 w 13158799"/>
              <a:gd name="connsiteY87" fmla="*/ 7711350 h 9456078"/>
              <a:gd name="connsiteX88" fmla="*/ 3894682 w 13158799"/>
              <a:gd name="connsiteY88" fmla="*/ 7673928 h 9456078"/>
              <a:gd name="connsiteX89" fmla="*/ 3926991 w 13158799"/>
              <a:gd name="connsiteY89" fmla="*/ 7636155 h 9456078"/>
              <a:gd name="connsiteX90" fmla="*/ 3958967 w 13158799"/>
              <a:gd name="connsiteY90" fmla="*/ 7598032 h 9456078"/>
              <a:gd name="connsiteX91" fmla="*/ 3990607 w 13158799"/>
              <a:gd name="connsiteY91" fmla="*/ 7559561 h 9456078"/>
              <a:gd name="connsiteX92" fmla="*/ 4021907 w 13158799"/>
              <a:gd name="connsiteY92" fmla="*/ 7520744 h 9456078"/>
              <a:gd name="connsiteX93" fmla="*/ 4052865 w 13158799"/>
              <a:gd name="connsiteY93" fmla="*/ 7481582 h 9456078"/>
              <a:gd name="connsiteX94" fmla="*/ 4083478 w 13158799"/>
              <a:gd name="connsiteY94" fmla="*/ 7442077 h 9456078"/>
              <a:gd name="connsiteX95" fmla="*/ 8022311 w 13158799"/>
              <a:gd name="connsiteY95" fmla="*/ 2307814 h 9456078"/>
              <a:gd name="connsiteX96" fmla="*/ 8052902 w 13158799"/>
              <a:gd name="connsiteY96" fmla="*/ 2268285 h 9456078"/>
              <a:gd name="connsiteX97" fmla="*/ 8083796 w 13158799"/>
              <a:gd name="connsiteY97" fmla="*/ 2229056 h 9456078"/>
              <a:gd name="connsiteX98" fmla="*/ 8114989 w 13158799"/>
              <a:gd name="connsiteY98" fmla="*/ 2190127 h 9456078"/>
              <a:gd name="connsiteX99" fmla="*/ 8146479 w 13158799"/>
              <a:gd name="connsiteY99" fmla="*/ 2151500 h 9456078"/>
              <a:gd name="connsiteX100" fmla="*/ 8178264 w 13158799"/>
              <a:gd name="connsiteY100" fmla="*/ 2113176 h 9456078"/>
              <a:gd name="connsiteX101" fmla="*/ 8210341 w 13158799"/>
              <a:gd name="connsiteY101" fmla="*/ 2075157 h 9456078"/>
              <a:gd name="connsiteX102" fmla="*/ 8242709 w 13158799"/>
              <a:gd name="connsiteY102" fmla="*/ 2037442 h 9456078"/>
              <a:gd name="connsiteX103" fmla="*/ 8275365 w 13158799"/>
              <a:gd name="connsiteY103" fmla="*/ 2000034 h 9456078"/>
              <a:gd name="connsiteX104" fmla="*/ 8308307 w 13158799"/>
              <a:gd name="connsiteY104" fmla="*/ 1962934 h 9456078"/>
              <a:gd name="connsiteX105" fmla="*/ 8341532 w 13158799"/>
              <a:gd name="connsiteY105" fmla="*/ 1926142 h 9456078"/>
              <a:gd name="connsiteX106" fmla="*/ 8375038 w 13158799"/>
              <a:gd name="connsiteY106" fmla="*/ 1889660 h 9456078"/>
              <a:gd name="connsiteX107" fmla="*/ 8408823 w 13158799"/>
              <a:gd name="connsiteY107" fmla="*/ 1853489 h 9456078"/>
              <a:gd name="connsiteX108" fmla="*/ 8442885 w 13158799"/>
              <a:gd name="connsiteY108" fmla="*/ 1817630 h 9456078"/>
              <a:gd name="connsiteX109" fmla="*/ 8477221 w 13158799"/>
              <a:gd name="connsiteY109" fmla="*/ 1782084 h 9456078"/>
              <a:gd name="connsiteX110" fmla="*/ 8511829 w 13158799"/>
              <a:gd name="connsiteY110" fmla="*/ 1746853 h 9456078"/>
              <a:gd name="connsiteX111" fmla="*/ 8546706 w 13158799"/>
              <a:gd name="connsiteY111" fmla="*/ 1711937 h 9456078"/>
              <a:gd name="connsiteX112" fmla="*/ 8581851 w 13158799"/>
              <a:gd name="connsiteY112" fmla="*/ 1677337 h 9456078"/>
              <a:gd name="connsiteX113" fmla="*/ 8617261 w 13158799"/>
              <a:gd name="connsiteY113" fmla="*/ 1643056 h 9456078"/>
              <a:gd name="connsiteX114" fmla="*/ 8652934 w 13158799"/>
              <a:gd name="connsiteY114" fmla="*/ 1609093 h 9456078"/>
              <a:gd name="connsiteX115" fmla="*/ 8688867 w 13158799"/>
              <a:gd name="connsiteY115" fmla="*/ 1575450 h 9456078"/>
              <a:gd name="connsiteX116" fmla="*/ 8725058 w 13158799"/>
              <a:gd name="connsiteY116" fmla="*/ 1542128 h 9456078"/>
              <a:gd name="connsiteX117" fmla="*/ 8761506 w 13158799"/>
              <a:gd name="connsiteY117" fmla="*/ 1509129 h 9456078"/>
              <a:gd name="connsiteX118" fmla="*/ 8798207 w 13158799"/>
              <a:gd name="connsiteY118" fmla="*/ 1476452 h 9456078"/>
              <a:gd name="connsiteX119" fmla="*/ 8835159 w 13158799"/>
              <a:gd name="connsiteY119" fmla="*/ 1444101 h 9456078"/>
              <a:gd name="connsiteX120" fmla="*/ 8872360 w 13158799"/>
              <a:gd name="connsiteY120" fmla="*/ 1412075 h 9456078"/>
              <a:gd name="connsiteX121" fmla="*/ 8909808 w 13158799"/>
              <a:gd name="connsiteY121" fmla="*/ 1380375 h 9456078"/>
              <a:gd name="connsiteX122" fmla="*/ 8947501 w 13158799"/>
              <a:gd name="connsiteY122" fmla="*/ 1349004 h 9456078"/>
              <a:gd name="connsiteX123" fmla="*/ 8985435 w 13158799"/>
              <a:gd name="connsiteY123" fmla="*/ 1317962 h 9456078"/>
              <a:gd name="connsiteX124" fmla="*/ 9023610 w 13158799"/>
              <a:gd name="connsiteY124" fmla="*/ 1287250 h 9456078"/>
              <a:gd name="connsiteX125" fmla="*/ 9062022 w 13158799"/>
              <a:gd name="connsiteY125" fmla="*/ 1256869 h 9456078"/>
              <a:gd name="connsiteX126" fmla="*/ 9100669 w 13158799"/>
              <a:gd name="connsiteY126" fmla="*/ 1226820 h 9456078"/>
              <a:gd name="connsiteX127" fmla="*/ 9139549 w 13158799"/>
              <a:gd name="connsiteY127" fmla="*/ 1197105 h 9456078"/>
              <a:gd name="connsiteX128" fmla="*/ 9178660 w 13158799"/>
              <a:gd name="connsiteY128" fmla="*/ 1167725 h 9456078"/>
              <a:gd name="connsiteX129" fmla="*/ 9217999 w 13158799"/>
              <a:gd name="connsiteY129" fmla="*/ 1138681 h 9456078"/>
              <a:gd name="connsiteX130" fmla="*/ 9257564 w 13158799"/>
              <a:gd name="connsiteY130" fmla="*/ 1109974 h 9456078"/>
              <a:gd name="connsiteX131" fmla="*/ 9297353 w 13158799"/>
              <a:gd name="connsiteY131" fmla="*/ 1081604 h 9456078"/>
              <a:gd name="connsiteX132" fmla="*/ 9337364 w 13158799"/>
              <a:gd name="connsiteY132" fmla="*/ 1053574 h 9456078"/>
              <a:gd name="connsiteX133" fmla="*/ 9377594 w 13158799"/>
              <a:gd name="connsiteY133" fmla="*/ 1025884 h 9456078"/>
              <a:gd name="connsiteX134" fmla="*/ 9418040 w 13158799"/>
              <a:gd name="connsiteY134" fmla="*/ 998536 h 9456078"/>
              <a:gd name="connsiteX135" fmla="*/ 9458702 w 13158799"/>
              <a:gd name="connsiteY135" fmla="*/ 971530 h 9456078"/>
              <a:gd name="connsiteX136" fmla="*/ 9499575 w 13158799"/>
              <a:gd name="connsiteY136" fmla="*/ 944868 h 9456078"/>
              <a:gd name="connsiteX137" fmla="*/ 9540659 w 13158799"/>
              <a:gd name="connsiteY137" fmla="*/ 918551 h 9456078"/>
              <a:gd name="connsiteX138" fmla="*/ 9581950 w 13158799"/>
              <a:gd name="connsiteY138" fmla="*/ 892580 h 9456078"/>
              <a:gd name="connsiteX139" fmla="*/ 9623447 w 13158799"/>
              <a:gd name="connsiteY139" fmla="*/ 866956 h 9456078"/>
              <a:gd name="connsiteX140" fmla="*/ 9665147 w 13158799"/>
              <a:gd name="connsiteY140" fmla="*/ 841681 h 9456078"/>
              <a:gd name="connsiteX141" fmla="*/ 9707048 w 13158799"/>
              <a:gd name="connsiteY141" fmla="*/ 816754 h 9456078"/>
              <a:gd name="connsiteX142" fmla="*/ 9749147 w 13158799"/>
              <a:gd name="connsiteY142" fmla="*/ 792179 h 9456078"/>
              <a:gd name="connsiteX143" fmla="*/ 9791443 w 13158799"/>
              <a:gd name="connsiteY143" fmla="*/ 767955 h 9456078"/>
              <a:gd name="connsiteX144" fmla="*/ 9833932 w 13158799"/>
              <a:gd name="connsiteY144" fmla="*/ 744083 h 9456078"/>
              <a:gd name="connsiteX145" fmla="*/ 9876613 w 13158799"/>
              <a:gd name="connsiteY145" fmla="*/ 720566 h 9456078"/>
              <a:gd name="connsiteX146" fmla="*/ 9919484 w 13158799"/>
              <a:gd name="connsiteY146" fmla="*/ 697404 h 9456078"/>
              <a:gd name="connsiteX147" fmla="*/ 9962542 w 13158799"/>
              <a:gd name="connsiteY147" fmla="*/ 674598 h 9456078"/>
              <a:gd name="connsiteX148" fmla="*/ 10005784 w 13158799"/>
              <a:gd name="connsiteY148" fmla="*/ 652149 h 9456078"/>
              <a:gd name="connsiteX149" fmla="*/ 10049209 w 13158799"/>
              <a:gd name="connsiteY149" fmla="*/ 630059 h 9456078"/>
              <a:gd name="connsiteX150" fmla="*/ 10092814 w 13158799"/>
              <a:gd name="connsiteY150" fmla="*/ 608328 h 9456078"/>
              <a:gd name="connsiteX151" fmla="*/ 10136597 w 13158799"/>
              <a:gd name="connsiteY151" fmla="*/ 586958 h 9456078"/>
              <a:gd name="connsiteX152" fmla="*/ 10180556 w 13158799"/>
              <a:gd name="connsiteY152" fmla="*/ 565950 h 9456078"/>
              <a:gd name="connsiteX153" fmla="*/ 10224688 w 13158799"/>
              <a:gd name="connsiteY153" fmla="*/ 545304 h 9456078"/>
              <a:gd name="connsiteX154" fmla="*/ 10268991 w 13158799"/>
              <a:gd name="connsiteY154" fmla="*/ 525023 h 9456078"/>
              <a:gd name="connsiteX155" fmla="*/ 10313463 w 13158799"/>
              <a:gd name="connsiteY155" fmla="*/ 505107 h 9456078"/>
              <a:gd name="connsiteX156" fmla="*/ 10358101 w 13158799"/>
              <a:gd name="connsiteY156" fmla="*/ 485558 h 9456078"/>
              <a:gd name="connsiteX157" fmla="*/ 10402903 w 13158799"/>
              <a:gd name="connsiteY157" fmla="*/ 466376 h 9456078"/>
              <a:gd name="connsiteX158" fmla="*/ 10447868 w 13158799"/>
              <a:gd name="connsiteY158" fmla="*/ 447563 h 9456078"/>
              <a:gd name="connsiteX159" fmla="*/ 10492991 w 13158799"/>
              <a:gd name="connsiteY159" fmla="*/ 429119 h 9456078"/>
              <a:gd name="connsiteX160" fmla="*/ 10538272 w 13158799"/>
              <a:gd name="connsiteY160" fmla="*/ 411046 h 9456078"/>
              <a:gd name="connsiteX161" fmla="*/ 10583708 w 13158799"/>
              <a:gd name="connsiteY161" fmla="*/ 393346 h 9456078"/>
              <a:gd name="connsiteX162" fmla="*/ 10629297 w 13158799"/>
              <a:gd name="connsiteY162" fmla="*/ 376018 h 9456078"/>
              <a:gd name="connsiteX163" fmla="*/ 10675036 w 13158799"/>
              <a:gd name="connsiteY163" fmla="*/ 359065 h 9456078"/>
              <a:gd name="connsiteX164" fmla="*/ 10720923 w 13158799"/>
              <a:gd name="connsiteY164" fmla="*/ 342487 h 9456078"/>
              <a:gd name="connsiteX165" fmla="*/ 10766956 w 13158799"/>
              <a:gd name="connsiteY165" fmla="*/ 326286 h 9456078"/>
              <a:gd name="connsiteX166" fmla="*/ 10813132 w 13158799"/>
              <a:gd name="connsiteY166" fmla="*/ 310462 h 9456078"/>
              <a:gd name="connsiteX167" fmla="*/ 10859450 w 13158799"/>
              <a:gd name="connsiteY167" fmla="*/ 295018 h 9456078"/>
              <a:gd name="connsiteX168" fmla="*/ 10905907 w 13158799"/>
              <a:gd name="connsiteY168" fmla="*/ 279953 h 9456078"/>
              <a:gd name="connsiteX169" fmla="*/ 10952500 w 13158799"/>
              <a:gd name="connsiteY169" fmla="*/ 265269 h 9456078"/>
              <a:gd name="connsiteX170" fmla="*/ 10999227 w 13158799"/>
              <a:gd name="connsiteY170" fmla="*/ 250968 h 9456078"/>
              <a:gd name="connsiteX171" fmla="*/ 11046087 w 13158799"/>
              <a:gd name="connsiteY171" fmla="*/ 237049 h 9456078"/>
              <a:gd name="connsiteX172" fmla="*/ 11093076 w 13158799"/>
              <a:gd name="connsiteY172" fmla="*/ 223516 h 9456078"/>
              <a:gd name="connsiteX173" fmla="*/ 11140193 w 13158799"/>
              <a:gd name="connsiteY173" fmla="*/ 210368 h 9456078"/>
              <a:gd name="connsiteX174" fmla="*/ 11187434 w 13158799"/>
              <a:gd name="connsiteY174" fmla="*/ 197606 h 9456078"/>
              <a:gd name="connsiteX175" fmla="*/ 11234799 w 13158799"/>
              <a:gd name="connsiteY175" fmla="*/ 185233 h 9456078"/>
              <a:gd name="connsiteX176" fmla="*/ 11282284 w 13158799"/>
              <a:gd name="connsiteY176" fmla="*/ 173248 h 9456078"/>
              <a:gd name="connsiteX177" fmla="*/ 11329888 w 13158799"/>
              <a:gd name="connsiteY177" fmla="*/ 161654 h 9456078"/>
              <a:gd name="connsiteX178" fmla="*/ 11377607 w 13158799"/>
              <a:gd name="connsiteY178" fmla="*/ 150451 h 9456078"/>
              <a:gd name="connsiteX179" fmla="*/ 11425440 w 13158799"/>
              <a:gd name="connsiteY179" fmla="*/ 139640 h 9456078"/>
              <a:gd name="connsiteX180" fmla="*/ 11473385 w 13158799"/>
              <a:gd name="connsiteY180" fmla="*/ 129223 h 9456078"/>
              <a:gd name="connsiteX181" fmla="*/ 11521439 w 13158799"/>
              <a:gd name="connsiteY181" fmla="*/ 119201 h 9456078"/>
              <a:gd name="connsiteX182" fmla="*/ 11569599 w 13158799"/>
              <a:gd name="connsiteY182" fmla="*/ 109574 h 9456078"/>
              <a:gd name="connsiteX183" fmla="*/ 11617864 w 13158799"/>
              <a:gd name="connsiteY183" fmla="*/ 100344 h 9456078"/>
              <a:gd name="connsiteX184" fmla="*/ 11666231 w 13158799"/>
              <a:gd name="connsiteY184" fmla="*/ 91512 h 9456078"/>
              <a:gd name="connsiteX185" fmla="*/ 11714698 w 13158799"/>
              <a:gd name="connsiteY185" fmla="*/ 83080 h 9456078"/>
              <a:gd name="connsiteX186" fmla="*/ 11763263 w 13158799"/>
              <a:gd name="connsiteY186" fmla="*/ 75047 h 9456078"/>
              <a:gd name="connsiteX187" fmla="*/ 11811923 w 13158799"/>
              <a:gd name="connsiteY187" fmla="*/ 67417 h 9456078"/>
              <a:gd name="connsiteX188" fmla="*/ 11860676 w 13158799"/>
              <a:gd name="connsiteY188" fmla="*/ 60188 h 9456078"/>
              <a:gd name="connsiteX189" fmla="*/ 11909519 w 13158799"/>
              <a:gd name="connsiteY189" fmla="*/ 53364 h 9456078"/>
              <a:gd name="connsiteX190" fmla="*/ 11958451 w 13158799"/>
              <a:gd name="connsiteY190" fmla="*/ 46944 h 9456078"/>
              <a:gd name="connsiteX191" fmla="*/ 12007470 w 13158799"/>
              <a:gd name="connsiteY191" fmla="*/ 40931 h 9456078"/>
              <a:gd name="connsiteX192" fmla="*/ 12056572 w 13158799"/>
              <a:gd name="connsiteY192" fmla="*/ 35324 h 9456078"/>
              <a:gd name="connsiteX193" fmla="*/ 12105756 w 13158799"/>
              <a:gd name="connsiteY193" fmla="*/ 30126 h 9456078"/>
              <a:gd name="connsiteX194" fmla="*/ 12155019 w 13158799"/>
              <a:gd name="connsiteY194" fmla="*/ 25337 h 9456078"/>
              <a:gd name="connsiteX195" fmla="*/ 12204359 w 13158799"/>
              <a:gd name="connsiteY195" fmla="*/ 20958 h 9456078"/>
              <a:gd name="connsiteX196" fmla="*/ 12253773 w 13158799"/>
              <a:gd name="connsiteY196" fmla="*/ 16991 h 9456078"/>
              <a:gd name="connsiteX197" fmla="*/ 12303260 w 13158799"/>
              <a:gd name="connsiteY197" fmla="*/ 13437 h 9456078"/>
              <a:gd name="connsiteX198" fmla="*/ 12352818 w 13158799"/>
              <a:gd name="connsiteY198" fmla="*/ 10297 h 9456078"/>
              <a:gd name="connsiteX199" fmla="*/ 12402443 w 13158799"/>
              <a:gd name="connsiteY199" fmla="*/ 7572 h 9456078"/>
              <a:gd name="connsiteX200" fmla="*/ 12452133 w 13158799"/>
              <a:gd name="connsiteY200" fmla="*/ 5263 h 9456078"/>
              <a:gd name="connsiteX201" fmla="*/ 12501887 w 13158799"/>
              <a:gd name="connsiteY201" fmla="*/ 3371 h 9456078"/>
              <a:gd name="connsiteX202" fmla="*/ 12551701 w 13158799"/>
              <a:gd name="connsiteY202" fmla="*/ 1898 h 9456078"/>
              <a:gd name="connsiteX203" fmla="*/ 12601574 w 13158799"/>
              <a:gd name="connsiteY203" fmla="*/ 844 h 9456078"/>
              <a:gd name="connsiteX204" fmla="*/ 12651504 w 13158799"/>
              <a:gd name="connsiteY204" fmla="*/ 211 h 9456078"/>
              <a:gd name="connsiteX205" fmla="*/ 12701487 w 13158799"/>
              <a:gd name="connsiteY205" fmla="*/ 0 h 9456078"/>
              <a:gd name="connsiteX206" fmla="*/ 13158798 w 13158799"/>
              <a:gd name="connsiteY206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76172 w 13158797"/>
              <a:gd name="connsiteY22" fmla="*/ 9319936 h 9456078"/>
              <a:gd name="connsiteX23" fmla="*/ 1223823 w 13158797"/>
              <a:gd name="connsiteY23" fmla="*/ 9308509 h 9456078"/>
              <a:gd name="connsiteX24" fmla="*/ 1271339 w 13158797"/>
              <a:gd name="connsiteY24" fmla="*/ 9296635 h 9456078"/>
              <a:gd name="connsiteX25" fmla="*/ 1318719 w 13158797"/>
              <a:gd name="connsiteY25" fmla="*/ 9284315 h 9456078"/>
              <a:gd name="connsiteX26" fmla="*/ 1365957 w 13158797"/>
              <a:gd name="connsiteY26" fmla="*/ 9271550 h 9456078"/>
              <a:gd name="connsiteX27" fmla="*/ 1413052 w 13158797"/>
              <a:gd name="connsiteY27" fmla="*/ 9258342 h 9456078"/>
              <a:gd name="connsiteX28" fmla="*/ 1460000 w 13158797"/>
              <a:gd name="connsiteY28" fmla="*/ 9244693 h 9456078"/>
              <a:gd name="connsiteX29" fmla="*/ 1506799 w 13158797"/>
              <a:gd name="connsiteY29" fmla="*/ 9230604 h 9456078"/>
              <a:gd name="connsiteX30" fmla="*/ 1553445 w 13158797"/>
              <a:gd name="connsiteY30" fmla="*/ 9216076 h 9456078"/>
              <a:gd name="connsiteX31" fmla="*/ 1599935 w 13158797"/>
              <a:gd name="connsiteY31" fmla="*/ 9201111 h 9456078"/>
              <a:gd name="connsiteX32" fmla="*/ 1646267 w 13158797"/>
              <a:gd name="connsiteY32" fmla="*/ 9185710 h 9456078"/>
              <a:gd name="connsiteX33" fmla="*/ 1692437 w 13158797"/>
              <a:gd name="connsiteY33" fmla="*/ 9169876 h 9456078"/>
              <a:gd name="connsiteX34" fmla="*/ 1738442 w 13158797"/>
              <a:gd name="connsiteY34" fmla="*/ 9153608 h 9456078"/>
              <a:gd name="connsiteX35" fmla="*/ 1784280 w 13158797"/>
              <a:gd name="connsiteY35" fmla="*/ 9136910 h 9456078"/>
              <a:gd name="connsiteX36" fmla="*/ 1829947 w 13158797"/>
              <a:gd name="connsiteY36" fmla="*/ 9119782 h 9456078"/>
              <a:gd name="connsiteX37" fmla="*/ 1875440 w 13158797"/>
              <a:gd name="connsiteY37" fmla="*/ 9102226 h 9456078"/>
              <a:gd name="connsiteX38" fmla="*/ 1920756 w 13158797"/>
              <a:gd name="connsiteY38" fmla="*/ 9084243 h 9456078"/>
              <a:gd name="connsiteX39" fmla="*/ 1965893 w 13158797"/>
              <a:gd name="connsiteY39" fmla="*/ 9065835 h 9456078"/>
              <a:gd name="connsiteX40" fmla="*/ 2055615 w 13158797"/>
              <a:gd name="connsiteY40" fmla="*/ 9027750 h 9456078"/>
              <a:gd name="connsiteX41" fmla="*/ 2100195 w 13158797"/>
              <a:gd name="connsiteY41" fmla="*/ 9008075 h 9456078"/>
              <a:gd name="connsiteX42" fmla="*/ 2144582 w 13158797"/>
              <a:gd name="connsiteY42" fmla="*/ 8987981 h 9456078"/>
              <a:gd name="connsiteX43" fmla="*/ 2188775 w 13158797"/>
              <a:gd name="connsiteY43" fmla="*/ 8967470 h 9456078"/>
              <a:gd name="connsiteX44" fmla="*/ 2232770 w 13158797"/>
              <a:gd name="connsiteY44" fmla="*/ 8946542 h 9456078"/>
              <a:gd name="connsiteX45" fmla="*/ 2276564 w 13158797"/>
              <a:gd name="connsiteY45" fmla="*/ 8925199 h 9456078"/>
              <a:gd name="connsiteX46" fmla="*/ 2320154 w 13158797"/>
              <a:gd name="connsiteY46" fmla="*/ 8903443 h 9456078"/>
              <a:gd name="connsiteX47" fmla="*/ 2363538 w 13158797"/>
              <a:gd name="connsiteY47" fmla="*/ 8881275 h 9456078"/>
              <a:gd name="connsiteX48" fmla="*/ 2406711 w 13158797"/>
              <a:gd name="connsiteY48" fmla="*/ 8858697 h 9456078"/>
              <a:gd name="connsiteX49" fmla="*/ 2449672 w 13158797"/>
              <a:gd name="connsiteY49" fmla="*/ 8835710 h 9456078"/>
              <a:gd name="connsiteX50" fmla="*/ 2492417 w 13158797"/>
              <a:gd name="connsiteY50" fmla="*/ 8812316 h 9456078"/>
              <a:gd name="connsiteX51" fmla="*/ 2534943 w 13158797"/>
              <a:gd name="connsiteY51" fmla="*/ 8788516 h 9456078"/>
              <a:gd name="connsiteX52" fmla="*/ 2577247 w 13158797"/>
              <a:gd name="connsiteY52" fmla="*/ 8764311 h 9456078"/>
              <a:gd name="connsiteX53" fmla="*/ 2619326 w 13158797"/>
              <a:gd name="connsiteY53" fmla="*/ 8739704 h 9456078"/>
              <a:gd name="connsiteX54" fmla="*/ 2661177 w 13158797"/>
              <a:gd name="connsiteY54" fmla="*/ 8714695 h 9456078"/>
              <a:gd name="connsiteX55" fmla="*/ 2702797 w 13158797"/>
              <a:gd name="connsiteY55" fmla="*/ 8689286 h 9456078"/>
              <a:gd name="connsiteX56" fmla="*/ 2744183 w 13158797"/>
              <a:gd name="connsiteY56" fmla="*/ 8663479 h 9456078"/>
              <a:gd name="connsiteX57" fmla="*/ 2785333 w 13158797"/>
              <a:gd name="connsiteY57" fmla="*/ 8637274 h 9456078"/>
              <a:gd name="connsiteX58" fmla="*/ 2826242 w 13158797"/>
              <a:gd name="connsiteY58" fmla="*/ 8610675 h 9456078"/>
              <a:gd name="connsiteX59" fmla="*/ 2866908 w 13158797"/>
              <a:gd name="connsiteY59" fmla="*/ 8583681 h 9456078"/>
              <a:gd name="connsiteX60" fmla="*/ 2907329 w 13158797"/>
              <a:gd name="connsiteY60" fmla="*/ 8556295 h 9456078"/>
              <a:gd name="connsiteX61" fmla="*/ 2947500 w 13158797"/>
              <a:gd name="connsiteY61" fmla="*/ 8528517 h 9456078"/>
              <a:gd name="connsiteX62" fmla="*/ 2987419 w 13158797"/>
              <a:gd name="connsiteY62" fmla="*/ 8500351 h 9456078"/>
              <a:gd name="connsiteX63" fmla="*/ 3027083 w 13158797"/>
              <a:gd name="connsiteY63" fmla="*/ 8471796 h 9456078"/>
              <a:gd name="connsiteX64" fmla="*/ 3066489 w 13158797"/>
              <a:gd name="connsiteY64" fmla="*/ 8442854 h 9456078"/>
              <a:gd name="connsiteX65" fmla="*/ 3105634 w 13158797"/>
              <a:gd name="connsiteY65" fmla="*/ 8413528 h 9456078"/>
              <a:gd name="connsiteX66" fmla="*/ 3144515 w 13158797"/>
              <a:gd name="connsiteY66" fmla="*/ 8383818 h 9456078"/>
              <a:gd name="connsiteX67" fmla="*/ 3183129 w 13158797"/>
              <a:gd name="connsiteY67" fmla="*/ 8353726 h 9456078"/>
              <a:gd name="connsiteX68" fmla="*/ 3221473 w 13158797"/>
              <a:gd name="connsiteY68" fmla="*/ 8323253 h 9456078"/>
              <a:gd name="connsiteX69" fmla="*/ 3259544 w 13158797"/>
              <a:gd name="connsiteY69" fmla="*/ 8292401 h 9456078"/>
              <a:gd name="connsiteX70" fmla="*/ 3297339 w 13158797"/>
              <a:gd name="connsiteY70" fmla="*/ 8261172 h 9456078"/>
              <a:gd name="connsiteX71" fmla="*/ 3334854 w 13158797"/>
              <a:gd name="connsiteY71" fmla="*/ 8229566 h 9456078"/>
              <a:gd name="connsiteX72" fmla="*/ 3372087 w 13158797"/>
              <a:gd name="connsiteY72" fmla="*/ 8197585 h 9456078"/>
              <a:gd name="connsiteX73" fmla="*/ 3409035 w 13158797"/>
              <a:gd name="connsiteY73" fmla="*/ 8165232 h 9456078"/>
              <a:gd name="connsiteX74" fmla="*/ 3445695 w 13158797"/>
              <a:gd name="connsiteY74" fmla="*/ 8132507 h 9456078"/>
              <a:gd name="connsiteX75" fmla="*/ 3482064 w 13158797"/>
              <a:gd name="connsiteY75" fmla="*/ 8099411 h 9456078"/>
              <a:gd name="connsiteX76" fmla="*/ 3518139 w 13158797"/>
              <a:gd name="connsiteY76" fmla="*/ 8065947 h 9456078"/>
              <a:gd name="connsiteX77" fmla="*/ 3553916 w 13158797"/>
              <a:gd name="connsiteY77" fmla="*/ 8032115 h 9456078"/>
              <a:gd name="connsiteX78" fmla="*/ 3589393 w 13158797"/>
              <a:gd name="connsiteY78" fmla="*/ 7997918 h 9456078"/>
              <a:gd name="connsiteX79" fmla="*/ 3624567 w 13158797"/>
              <a:gd name="connsiteY79" fmla="*/ 7963356 h 9456078"/>
              <a:gd name="connsiteX80" fmla="*/ 3659435 w 13158797"/>
              <a:gd name="connsiteY80" fmla="*/ 7928432 h 9456078"/>
              <a:gd name="connsiteX81" fmla="*/ 3693994 w 13158797"/>
              <a:gd name="connsiteY81" fmla="*/ 7893146 h 9456078"/>
              <a:gd name="connsiteX82" fmla="*/ 3728240 w 13158797"/>
              <a:gd name="connsiteY82" fmla="*/ 7857501 h 9456078"/>
              <a:gd name="connsiteX83" fmla="*/ 3762171 w 13158797"/>
              <a:gd name="connsiteY83" fmla="*/ 7821497 h 9456078"/>
              <a:gd name="connsiteX84" fmla="*/ 3795783 w 13158797"/>
              <a:gd name="connsiteY84" fmla="*/ 7785136 h 9456078"/>
              <a:gd name="connsiteX85" fmla="*/ 3829075 w 13158797"/>
              <a:gd name="connsiteY85" fmla="*/ 7748420 h 9456078"/>
              <a:gd name="connsiteX86" fmla="*/ 3862042 w 13158797"/>
              <a:gd name="connsiteY86" fmla="*/ 7711350 h 9456078"/>
              <a:gd name="connsiteX87" fmla="*/ 3894682 w 13158797"/>
              <a:gd name="connsiteY87" fmla="*/ 7673928 h 9456078"/>
              <a:gd name="connsiteX88" fmla="*/ 3926991 w 13158797"/>
              <a:gd name="connsiteY88" fmla="*/ 7636155 h 9456078"/>
              <a:gd name="connsiteX89" fmla="*/ 3958967 w 13158797"/>
              <a:gd name="connsiteY89" fmla="*/ 7598032 h 9456078"/>
              <a:gd name="connsiteX90" fmla="*/ 3990607 w 13158797"/>
              <a:gd name="connsiteY90" fmla="*/ 7559561 h 9456078"/>
              <a:gd name="connsiteX91" fmla="*/ 4021907 w 13158797"/>
              <a:gd name="connsiteY91" fmla="*/ 7520744 h 9456078"/>
              <a:gd name="connsiteX92" fmla="*/ 4052865 w 13158797"/>
              <a:gd name="connsiteY92" fmla="*/ 7481582 h 9456078"/>
              <a:gd name="connsiteX93" fmla="*/ 4083478 w 13158797"/>
              <a:gd name="connsiteY93" fmla="*/ 7442077 h 9456078"/>
              <a:gd name="connsiteX94" fmla="*/ 8022311 w 13158797"/>
              <a:gd name="connsiteY94" fmla="*/ 2307814 h 9456078"/>
              <a:gd name="connsiteX95" fmla="*/ 8052902 w 13158797"/>
              <a:gd name="connsiteY95" fmla="*/ 2268285 h 9456078"/>
              <a:gd name="connsiteX96" fmla="*/ 8083796 w 13158797"/>
              <a:gd name="connsiteY96" fmla="*/ 2229056 h 9456078"/>
              <a:gd name="connsiteX97" fmla="*/ 8114989 w 13158797"/>
              <a:gd name="connsiteY97" fmla="*/ 2190127 h 9456078"/>
              <a:gd name="connsiteX98" fmla="*/ 8146479 w 13158797"/>
              <a:gd name="connsiteY98" fmla="*/ 2151500 h 9456078"/>
              <a:gd name="connsiteX99" fmla="*/ 8178264 w 13158797"/>
              <a:gd name="connsiteY99" fmla="*/ 2113176 h 9456078"/>
              <a:gd name="connsiteX100" fmla="*/ 8210341 w 13158797"/>
              <a:gd name="connsiteY100" fmla="*/ 2075157 h 9456078"/>
              <a:gd name="connsiteX101" fmla="*/ 8242709 w 13158797"/>
              <a:gd name="connsiteY101" fmla="*/ 2037442 h 9456078"/>
              <a:gd name="connsiteX102" fmla="*/ 8275365 w 13158797"/>
              <a:gd name="connsiteY102" fmla="*/ 2000034 h 9456078"/>
              <a:gd name="connsiteX103" fmla="*/ 8308307 w 13158797"/>
              <a:gd name="connsiteY103" fmla="*/ 1962934 h 9456078"/>
              <a:gd name="connsiteX104" fmla="*/ 8341532 w 13158797"/>
              <a:gd name="connsiteY104" fmla="*/ 1926142 h 9456078"/>
              <a:gd name="connsiteX105" fmla="*/ 8375038 w 13158797"/>
              <a:gd name="connsiteY105" fmla="*/ 1889660 h 9456078"/>
              <a:gd name="connsiteX106" fmla="*/ 8408823 w 13158797"/>
              <a:gd name="connsiteY106" fmla="*/ 1853489 h 9456078"/>
              <a:gd name="connsiteX107" fmla="*/ 8442885 w 13158797"/>
              <a:gd name="connsiteY107" fmla="*/ 1817630 h 9456078"/>
              <a:gd name="connsiteX108" fmla="*/ 8477221 w 13158797"/>
              <a:gd name="connsiteY108" fmla="*/ 1782084 h 9456078"/>
              <a:gd name="connsiteX109" fmla="*/ 8511829 w 13158797"/>
              <a:gd name="connsiteY109" fmla="*/ 1746853 h 9456078"/>
              <a:gd name="connsiteX110" fmla="*/ 8546706 w 13158797"/>
              <a:gd name="connsiteY110" fmla="*/ 1711937 h 9456078"/>
              <a:gd name="connsiteX111" fmla="*/ 8581851 w 13158797"/>
              <a:gd name="connsiteY111" fmla="*/ 1677337 h 9456078"/>
              <a:gd name="connsiteX112" fmla="*/ 8617261 w 13158797"/>
              <a:gd name="connsiteY112" fmla="*/ 1643056 h 9456078"/>
              <a:gd name="connsiteX113" fmla="*/ 8652934 w 13158797"/>
              <a:gd name="connsiteY113" fmla="*/ 1609093 h 9456078"/>
              <a:gd name="connsiteX114" fmla="*/ 8688867 w 13158797"/>
              <a:gd name="connsiteY114" fmla="*/ 1575450 h 9456078"/>
              <a:gd name="connsiteX115" fmla="*/ 8725058 w 13158797"/>
              <a:gd name="connsiteY115" fmla="*/ 1542128 h 9456078"/>
              <a:gd name="connsiteX116" fmla="*/ 8761506 w 13158797"/>
              <a:gd name="connsiteY116" fmla="*/ 1509129 h 9456078"/>
              <a:gd name="connsiteX117" fmla="*/ 8798207 w 13158797"/>
              <a:gd name="connsiteY117" fmla="*/ 1476452 h 9456078"/>
              <a:gd name="connsiteX118" fmla="*/ 8835159 w 13158797"/>
              <a:gd name="connsiteY118" fmla="*/ 1444101 h 9456078"/>
              <a:gd name="connsiteX119" fmla="*/ 8872360 w 13158797"/>
              <a:gd name="connsiteY119" fmla="*/ 1412075 h 9456078"/>
              <a:gd name="connsiteX120" fmla="*/ 8909808 w 13158797"/>
              <a:gd name="connsiteY120" fmla="*/ 1380375 h 9456078"/>
              <a:gd name="connsiteX121" fmla="*/ 8947501 w 13158797"/>
              <a:gd name="connsiteY121" fmla="*/ 1349004 h 9456078"/>
              <a:gd name="connsiteX122" fmla="*/ 8985435 w 13158797"/>
              <a:gd name="connsiteY122" fmla="*/ 1317962 h 9456078"/>
              <a:gd name="connsiteX123" fmla="*/ 9023610 w 13158797"/>
              <a:gd name="connsiteY123" fmla="*/ 1287250 h 9456078"/>
              <a:gd name="connsiteX124" fmla="*/ 9062022 w 13158797"/>
              <a:gd name="connsiteY124" fmla="*/ 1256869 h 9456078"/>
              <a:gd name="connsiteX125" fmla="*/ 9100669 w 13158797"/>
              <a:gd name="connsiteY125" fmla="*/ 1226820 h 9456078"/>
              <a:gd name="connsiteX126" fmla="*/ 9139549 w 13158797"/>
              <a:gd name="connsiteY126" fmla="*/ 1197105 h 9456078"/>
              <a:gd name="connsiteX127" fmla="*/ 9178660 w 13158797"/>
              <a:gd name="connsiteY127" fmla="*/ 1167725 h 9456078"/>
              <a:gd name="connsiteX128" fmla="*/ 9217999 w 13158797"/>
              <a:gd name="connsiteY128" fmla="*/ 1138681 h 9456078"/>
              <a:gd name="connsiteX129" fmla="*/ 9257564 w 13158797"/>
              <a:gd name="connsiteY129" fmla="*/ 1109974 h 9456078"/>
              <a:gd name="connsiteX130" fmla="*/ 9297353 w 13158797"/>
              <a:gd name="connsiteY130" fmla="*/ 1081604 h 9456078"/>
              <a:gd name="connsiteX131" fmla="*/ 9337364 w 13158797"/>
              <a:gd name="connsiteY131" fmla="*/ 1053574 h 9456078"/>
              <a:gd name="connsiteX132" fmla="*/ 9377594 w 13158797"/>
              <a:gd name="connsiteY132" fmla="*/ 1025884 h 9456078"/>
              <a:gd name="connsiteX133" fmla="*/ 9418040 w 13158797"/>
              <a:gd name="connsiteY133" fmla="*/ 998536 h 9456078"/>
              <a:gd name="connsiteX134" fmla="*/ 9458702 w 13158797"/>
              <a:gd name="connsiteY134" fmla="*/ 971530 h 9456078"/>
              <a:gd name="connsiteX135" fmla="*/ 9499575 w 13158797"/>
              <a:gd name="connsiteY135" fmla="*/ 944868 h 9456078"/>
              <a:gd name="connsiteX136" fmla="*/ 9540659 w 13158797"/>
              <a:gd name="connsiteY136" fmla="*/ 918551 h 9456078"/>
              <a:gd name="connsiteX137" fmla="*/ 9581950 w 13158797"/>
              <a:gd name="connsiteY137" fmla="*/ 892580 h 9456078"/>
              <a:gd name="connsiteX138" fmla="*/ 9623447 w 13158797"/>
              <a:gd name="connsiteY138" fmla="*/ 866956 h 9456078"/>
              <a:gd name="connsiteX139" fmla="*/ 9665147 w 13158797"/>
              <a:gd name="connsiteY139" fmla="*/ 841681 h 9456078"/>
              <a:gd name="connsiteX140" fmla="*/ 9707048 w 13158797"/>
              <a:gd name="connsiteY140" fmla="*/ 816754 h 9456078"/>
              <a:gd name="connsiteX141" fmla="*/ 9749147 w 13158797"/>
              <a:gd name="connsiteY141" fmla="*/ 792179 h 9456078"/>
              <a:gd name="connsiteX142" fmla="*/ 9791443 w 13158797"/>
              <a:gd name="connsiteY142" fmla="*/ 767955 h 9456078"/>
              <a:gd name="connsiteX143" fmla="*/ 9833932 w 13158797"/>
              <a:gd name="connsiteY143" fmla="*/ 744083 h 9456078"/>
              <a:gd name="connsiteX144" fmla="*/ 9876613 w 13158797"/>
              <a:gd name="connsiteY144" fmla="*/ 720566 h 9456078"/>
              <a:gd name="connsiteX145" fmla="*/ 9919484 w 13158797"/>
              <a:gd name="connsiteY145" fmla="*/ 697404 h 9456078"/>
              <a:gd name="connsiteX146" fmla="*/ 9962542 w 13158797"/>
              <a:gd name="connsiteY146" fmla="*/ 674598 h 9456078"/>
              <a:gd name="connsiteX147" fmla="*/ 10005784 w 13158797"/>
              <a:gd name="connsiteY147" fmla="*/ 652149 h 9456078"/>
              <a:gd name="connsiteX148" fmla="*/ 10049209 w 13158797"/>
              <a:gd name="connsiteY148" fmla="*/ 630059 h 9456078"/>
              <a:gd name="connsiteX149" fmla="*/ 10092814 w 13158797"/>
              <a:gd name="connsiteY149" fmla="*/ 608328 h 9456078"/>
              <a:gd name="connsiteX150" fmla="*/ 10136597 w 13158797"/>
              <a:gd name="connsiteY150" fmla="*/ 586958 h 9456078"/>
              <a:gd name="connsiteX151" fmla="*/ 10180556 w 13158797"/>
              <a:gd name="connsiteY151" fmla="*/ 565950 h 9456078"/>
              <a:gd name="connsiteX152" fmla="*/ 10224688 w 13158797"/>
              <a:gd name="connsiteY152" fmla="*/ 545304 h 9456078"/>
              <a:gd name="connsiteX153" fmla="*/ 10268991 w 13158797"/>
              <a:gd name="connsiteY153" fmla="*/ 525023 h 9456078"/>
              <a:gd name="connsiteX154" fmla="*/ 10313463 w 13158797"/>
              <a:gd name="connsiteY154" fmla="*/ 505107 h 9456078"/>
              <a:gd name="connsiteX155" fmla="*/ 10358101 w 13158797"/>
              <a:gd name="connsiteY155" fmla="*/ 485558 h 9456078"/>
              <a:gd name="connsiteX156" fmla="*/ 10402903 w 13158797"/>
              <a:gd name="connsiteY156" fmla="*/ 466376 h 9456078"/>
              <a:gd name="connsiteX157" fmla="*/ 10447868 w 13158797"/>
              <a:gd name="connsiteY157" fmla="*/ 447563 h 9456078"/>
              <a:gd name="connsiteX158" fmla="*/ 10492991 w 13158797"/>
              <a:gd name="connsiteY158" fmla="*/ 429119 h 9456078"/>
              <a:gd name="connsiteX159" fmla="*/ 10538272 w 13158797"/>
              <a:gd name="connsiteY159" fmla="*/ 411046 h 9456078"/>
              <a:gd name="connsiteX160" fmla="*/ 10583708 w 13158797"/>
              <a:gd name="connsiteY160" fmla="*/ 393346 h 9456078"/>
              <a:gd name="connsiteX161" fmla="*/ 10629297 w 13158797"/>
              <a:gd name="connsiteY161" fmla="*/ 376018 h 9456078"/>
              <a:gd name="connsiteX162" fmla="*/ 10675036 w 13158797"/>
              <a:gd name="connsiteY162" fmla="*/ 359065 h 9456078"/>
              <a:gd name="connsiteX163" fmla="*/ 10720923 w 13158797"/>
              <a:gd name="connsiteY163" fmla="*/ 342487 h 9456078"/>
              <a:gd name="connsiteX164" fmla="*/ 10766956 w 13158797"/>
              <a:gd name="connsiteY164" fmla="*/ 326286 h 9456078"/>
              <a:gd name="connsiteX165" fmla="*/ 10813132 w 13158797"/>
              <a:gd name="connsiteY165" fmla="*/ 310462 h 9456078"/>
              <a:gd name="connsiteX166" fmla="*/ 10859450 w 13158797"/>
              <a:gd name="connsiteY166" fmla="*/ 295018 h 9456078"/>
              <a:gd name="connsiteX167" fmla="*/ 10905907 w 13158797"/>
              <a:gd name="connsiteY167" fmla="*/ 279953 h 9456078"/>
              <a:gd name="connsiteX168" fmla="*/ 10952500 w 13158797"/>
              <a:gd name="connsiteY168" fmla="*/ 265269 h 9456078"/>
              <a:gd name="connsiteX169" fmla="*/ 10999227 w 13158797"/>
              <a:gd name="connsiteY169" fmla="*/ 250968 h 9456078"/>
              <a:gd name="connsiteX170" fmla="*/ 11046087 w 13158797"/>
              <a:gd name="connsiteY170" fmla="*/ 237049 h 9456078"/>
              <a:gd name="connsiteX171" fmla="*/ 11093076 w 13158797"/>
              <a:gd name="connsiteY171" fmla="*/ 223516 h 9456078"/>
              <a:gd name="connsiteX172" fmla="*/ 11140193 w 13158797"/>
              <a:gd name="connsiteY172" fmla="*/ 210368 h 9456078"/>
              <a:gd name="connsiteX173" fmla="*/ 11187434 w 13158797"/>
              <a:gd name="connsiteY173" fmla="*/ 197606 h 9456078"/>
              <a:gd name="connsiteX174" fmla="*/ 11234799 w 13158797"/>
              <a:gd name="connsiteY174" fmla="*/ 185233 h 9456078"/>
              <a:gd name="connsiteX175" fmla="*/ 11282284 w 13158797"/>
              <a:gd name="connsiteY175" fmla="*/ 173248 h 9456078"/>
              <a:gd name="connsiteX176" fmla="*/ 11329888 w 13158797"/>
              <a:gd name="connsiteY176" fmla="*/ 161654 h 9456078"/>
              <a:gd name="connsiteX177" fmla="*/ 11377607 w 13158797"/>
              <a:gd name="connsiteY177" fmla="*/ 150451 h 9456078"/>
              <a:gd name="connsiteX178" fmla="*/ 11425440 w 13158797"/>
              <a:gd name="connsiteY178" fmla="*/ 139640 h 9456078"/>
              <a:gd name="connsiteX179" fmla="*/ 11473385 w 13158797"/>
              <a:gd name="connsiteY179" fmla="*/ 129223 h 9456078"/>
              <a:gd name="connsiteX180" fmla="*/ 11521439 w 13158797"/>
              <a:gd name="connsiteY180" fmla="*/ 119201 h 9456078"/>
              <a:gd name="connsiteX181" fmla="*/ 11569599 w 13158797"/>
              <a:gd name="connsiteY181" fmla="*/ 109574 h 9456078"/>
              <a:gd name="connsiteX182" fmla="*/ 11617864 w 13158797"/>
              <a:gd name="connsiteY182" fmla="*/ 100344 h 9456078"/>
              <a:gd name="connsiteX183" fmla="*/ 11666231 w 13158797"/>
              <a:gd name="connsiteY183" fmla="*/ 91512 h 9456078"/>
              <a:gd name="connsiteX184" fmla="*/ 11714698 w 13158797"/>
              <a:gd name="connsiteY184" fmla="*/ 83080 h 9456078"/>
              <a:gd name="connsiteX185" fmla="*/ 11763263 w 13158797"/>
              <a:gd name="connsiteY185" fmla="*/ 75047 h 9456078"/>
              <a:gd name="connsiteX186" fmla="*/ 11811923 w 13158797"/>
              <a:gd name="connsiteY186" fmla="*/ 67417 h 9456078"/>
              <a:gd name="connsiteX187" fmla="*/ 11860676 w 13158797"/>
              <a:gd name="connsiteY187" fmla="*/ 60188 h 9456078"/>
              <a:gd name="connsiteX188" fmla="*/ 11909519 w 13158797"/>
              <a:gd name="connsiteY188" fmla="*/ 53364 h 9456078"/>
              <a:gd name="connsiteX189" fmla="*/ 11958451 w 13158797"/>
              <a:gd name="connsiteY189" fmla="*/ 46944 h 9456078"/>
              <a:gd name="connsiteX190" fmla="*/ 12007470 w 13158797"/>
              <a:gd name="connsiteY190" fmla="*/ 40931 h 9456078"/>
              <a:gd name="connsiteX191" fmla="*/ 12056572 w 13158797"/>
              <a:gd name="connsiteY191" fmla="*/ 35324 h 9456078"/>
              <a:gd name="connsiteX192" fmla="*/ 12105756 w 13158797"/>
              <a:gd name="connsiteY192" fmla="*/ 30126 h 9456078"/>
              <a:gd name="connsiteX193" fmla="*/ 12155019 w 13158797"/>
              <a:gd name="connsiteY193" fmla="*/ 25337 h 9456078"/>
              <a:gd name="connsiteX194" fmla="*/ 12204359 w 13158797"/>
              <a:gd name="connsiteY194" fmla="*/ 20958 h 9456078"/>
              <a:gd name="connsiteX195" fmla="*/ 12253773 w 13158797"/>
              <a:gd name="connsiteY195" fmla="*/ 16991 h 9456078"/>
              <a:gd name="connsiteX196" fmla="*/ 12303260 w 13158797"/>
              <a:gd name="connsiteY196" fmla="*/ 13437 h 9456078"/>
              <a:gd name="connsiteX197" fmla="*/ 12352818 w 13158797"/>
              <a:gd name="connsiteY197" fmla="*/ 10297 h 9456078"/>
              <a:gd name="connsiteX198" fmla="*/ 12402443 w 13158797"/>
              <a:gd name="connsiteY198" fmla="*/ 7572 h 9456078"/>
              <a:gd name="connsiteX199" fmla="*/ 12452133 w 13158797"/>
              <a:gd name="connsiteY199" fmla="*/ 5263 h 9456078"/>
              <a:gd name="connsiteX200" fmla="*/ 12501887 w 13158797"/>
              <a:gd name="connsiteY200" fmla="*/ 3371 h 9456078"/>
              <a:gd name="connsiteX201" fmla="*/ 12551701 w 13158797"/>
              <a:gd name="connsiteY201" fmla="*/ 1898 h 9456078"/>
              <a:gd name="connsiteX202" fmla="*/ 12601574 w 13158797"/>
              <a:gd name="connsiteY202" fmla="*/ 844 h 9456078"/>
              <a:gd name="connsiteX203" fmla="*/ 12651504 w 13158797"/>
              <a:gd name="connsiteY203" fmla="*/ 211 h 9456078"/>
              <a:gd name="connsiteX204" fmla="*/ 12701487 w 13158797"/>
              <a:gd name="connsiteY204" fmla="*/ 0 h 9456078"/>
              <a:gd name="connsiteX205" fmla="*/ 13158798 w 13158797"/>
              <a:gd name="connsiteY205" fmla="*/ 0 h 94560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</a:cxnLst>
            <a:rect l="l" t="t" r="r" b="b"/>
            <a:pathLst>
              <a:path w="13158797" h="9456078">
                <a:moveTo>
                  <a:pt x="0" y="9456078"/>
                </a:moveTo>
                <a:lnTo>
                  <a:pt x="49977" y="9455836"/>
                </a:lnTo>
                <a:lnTo>
                  <a:pt x="99893" y="9455111"/>
                </a:lnTo>
                <a:lnTo>
                  <a:pt x="149742" y="9453904"/>
                </a:lnTo>
                <a:lnTo>
                  <a:pt x="199524" y="9452217"/>
                </a:lnTo>
                <a:lnTo>
                  <a:pt x="298870" y="9447409"/>
                </a:lnTo>
                <a:lnTo>
                  <a:pt x="348429" y="9444290"/>
                </a:lnTo>
                <a:lnTo>
                  <a:pt x="397907" y="9440698"/>
                </a:lnTo>
                <a:lnTo>
                  <a:pt x="447302" y="9436632"/>
                </a:lnTo>
                <a:lnTo>
                  <a:pt x="496610" y="9432096"/>
                </a:lnTo>
                <a:lnTo>
                  <a:pt x="545829" y="9427089"/>
                </a:lnTo>
                <a:lnTo>
                  <a:pt x="594956" y="9421615"/>
                </a:lnTo>
                <a:lnTo>
                  <a:pt x="643987" y="9415673"/>
                </a:lnTo>
                <a:lnTo>
                  <a:pt x="692920" y="9409267"/>
                </a:lnTo>
                <a:lnTo>
                  <a:pt x="741751" y="9402396"/>
                </a:lnTo>
                <a:lnTo>
                  <a:pt x="790478" y="9395063"/>
                </a:lnTo>
                <a:lnTo>
                  <a:pt x="839098" y="9387270"/>
                </a:lnTo>
                <a:lnTo>
                  <a:pt x="887607" y="9379017"/>
                </a:lnTo>
                <a:lnTo>
                  <a:pt x="936002" y="9370306"/>
                </a:lnTo>
                <a:lnTo>
                  <a:pt x="984281" y="9361139"/>
                </a:lnTo>
                <a:lnTo>
                  <a:pt x="1032440" y="9351517"/>
                </a:lnTo>
                <a:lnTo>
                  <a:pt x="1080477" y="9341441"/>
                </a:lnTo>
                <a:lnTo>
                  <a:pt x="1176172" y="9319936"/>
                </a:lnTo>
                <a:lnTo>
                  <a:pt x="1223823" y="9308509"/>
                </a:lnTo>
                <a:lnTo>
                  <a:pt x="1271339" y="9296635"/>
                </a:lnTo>
                <a:lnTo>
                  <a:pt x="1318719" y="9284315"/>
                </a:lnTo>
                <a:lnTo>
                  <a:pt x="1365957" y="9271550"/>
                </a:lnTo>
                <a:lnTo>
                  <a:pt x="1413052" y="9258342"/>
                </a:lnTo>
                <a:lnTo>
                  <a:pt x="1460000" y="9244693"/>
                </a:lnTo>
                <a:lnTo>
                  <a:pt x="1506799" y="9230604"/>
                </a:lnTo>
                <a:lnTo>
                  <a:pt x="1553445" y="9216076"/>
                </a:lnTo>
                <a:lnTo>
                  <a:pt x="1599935" y="9201111"/>
                </a:lnTo>
                <a:lnTo>
                  <a:pt x="1646267" y="9185710"/>
                </a:lnTo>
                <a:lnTo>
                  <a:pt x="1692437" y="9169876"/>
                </a:lnTo>
                <a:lnTo>
                  <a:pt x="1738442" y="9153608"/>
                </a:lnTo>
                <a:lnTo>
                  <a:pt x="1784280" y="9136910"/>
                </a:lnTo>
                <a:lnTo>
                  <a:pt x="1829947" y="9119782"/>
                </a:lnTo>
                <a:lnTo>
                  <a:pt x="1875440" y="9102226"/>
                </a:lnTo>
                <a:lnTo>
                  <a:pt x="1920756" y="9084243"/>
                </a:lnTo>
                <a:lnTo>
                  <a:pt x="1965893" y="9065835"/>
                </a:lnTo>
                <a:lnTo>
                  <a:pt x="2055615" y="9027750"/>
                </a:lnTo>
                <a:lnTo>
                  <a:pt x="2100195" y="9008075"/>
                </a:lnTo>
                <a:lnTo>
                  <a:pt x="2144582" y="8987981"/>
                </a:lnTo>
                <a:lnTo>
                  <a:pt x="2188775" y="8967470"/>
                </a:lnTo>
                <a:lnTo>
                  <a:pt x="2232770" y="8946542"/>
                </a:lnTo>
                <a:lnTo>
                  <a:pt x="2276564" y="8925199"/>
                </a:lnTo>
                <a:lnTo>
                  <a:pt x="2320154" y="8903443"/>
                </a:lnTo>
                <a:lnTo>
                  <a:pt x="2363538" y="8881275"/>
                </a:lnTo>
                <a:lnTo>
                  <a:pt x="2406711" y="8858697"/>
                </a:lnTo>
                <a:lnTo>
                  <a:pt x="2449672" y="8835710"/>
                </a:lnTo>
                <a:lnTo>
                  <a:pt x="2492417" y="8812316"/>
                </a:lnTo>
                <a:lnTo>
                  <a:pt x="2534943" y="8788516"/>
                </a:lnTo>
                <a:lnTo>
                  <a:pt x="2577247" y="8764311"/>
                </a:lnTo>
                <a:lnTo>
                  <a:pt x="2619326" y="8739704"/>
                </a:lnTo>
                <a:lnTo>
                  <a:pt x="2661177" y="8714695"/>
                </a:lnTo>
                <a:lnTo>
                  <a:pt x="2702797" y="8689286"/>
                </a:lnTo>
                <a:lnTo>
                  <a:pt x="2744183" y="8663479"/>
                </a:lnTo>
                <a:lnTo>
                  <a:pt x="2785333" y="8637274"/>
                </a:lnTo>
                <a:lnTo>
                  <a:pt x="2826242" y="8610675"/>
                </a:lnTo>
                <a:lnTo>
                  <a:pt x="2866908" y="8583681"/>
                </a:lnTo>
                <a:lnTo>
                  <a:pt x="2907329" y="8556295"/>
                </a:lnTo>
                <a:lnTo>
                  <a:pt x="2947500" y="8528517"/>
                </a:lnTo>
                <a:lnTo>
                  <a:pt x="2987419" y="8500351"/>
                </a:lnTo>
                <a:lnTo>
                  <a:pt x="3027083" y="8471796"/>
                </a:lnTo>
                <a:lnTo>
                  <a:pt x="3066489" y="8442854"/>
                </a:lnTo>
                <a:lnTo>
                  <a:pt x="3105634" y="8413528"/>
                </a:lnTo>
                <a:lnTo>
                  <a:pt x="3144515" y="8383818"/>
                </a:lnTo>
                <a:lnTo>
                  <a:pt x="3183129" y="8353726"/>
                </a:lnTo>
                <a:lnTo>
                  <a:pt x="3221473" y="8323253"/>
                </a:lnTo>
                <a:lnTo>
                  <a:pt x="3259544" y="8292401"/>
                </a:lnTo>
                <a:lnTo>
                  <a:pt x="3297339" y="8261172"/>
                </a:lnTo>
                <a:lnTo>
                  <a:pt x="3334854" y="8229566"/>
                </a:lnTo>
                <a:lnTo>
                  <a:pt x="3372087" y="8197585"/>
                </a:lnTo>
                <a:lnTo>
                  <a:pt x="3409035" y="8165232"/>
                </a:lnTo>
                <a:lnTo>
                  <a:pt x="3445695" y="8132507"/>
                </a:lnTo>
                <a:lnTo>
                  <a:pt x="3482064" y="8099411"/>
                </a:lnTo>
                <a:lnTo>
                  <a:pt x="3518139" y="8065947"/>
                </a:lnTo>
                <a:lnTo>
                  <a:pt x="3553916" y="8032115"/>
                </a:lnTo>
                <a:lnTo>
                  <a:pt x="3589393" y="7997918"/>
                </a:lnTo>
                <a:lnTo>
                  <a:pt x="3624567" y="7963356"/>
                </a:lnTo>
                <a:lnTo>
                  <a:pt x="3659435" y="7928432"/>
                </a:lnTo>
                <a:lnTo>
                  <a:pt x="3693994" y="7893146"/>
                </a:lnTo>
                <a:lnTo>
                  <a:pt x="3728240" y="7857501"/>
                </a:lnTo>
                <a:lnTo>
                  <a:pt x="3762171" y="7821497"/>
                </a:lnTo>
                <a:lnTo>
                  <a:pt x="3795783" y="7785136"/>
                </a:lnTo>
                <a:lnTo>
                  <a:pt x="3829075" y="7748420"/>
                </a:lnTo>
                <a:lnTo>
                  <a:pt x="3862042" y="7711350"/>
                </a:lnTo>
                <a:lnTo>
                  <a:pt x="3894682" y="7673928"/>
                </a:lnTo>
                <a:lnTo>
                  <a:pt x="3926991" y="7636155"/>
                </a:lnTo>
                <a:lnTo>
                  <a:pt x="3958967" y="7598032"/>
                </a:lnTo>
                <a:lnTo>
                  <a:pt x="3990607" y="7559561"/>
                </a:lnTo>
                <a:lnTo>
                  <a:pt x="4021907" y="7520744"/>
                </a:lnTo>
                <a:lnTo>
                  <a:pt x="4052865" y="7481582"/>
                </a:lnTo>
                <a:lnTo>
                  <a:pt x="4083478" y="7442077"/>
                </a:lnTo>
                <a:lnTo>
                  <a:pt x="8022311" y="2307814"/>
                </a:lnTo>
                <a:lnTo>
                  <a:pt x="8052902" y="2268285"/>
                </a:lnTo>
                <a:lnTo>
                  <a:pt x="8083796" y="2229056"/>
                </a:lnTo>
                <a:lnTo>
                  <a:pt x="8114989" y="2190127"/>
                </a:lnTo>
                <a:lnTo>
                  <a:pt x="8146479" y="2151500"/>
                </a:lnTo>
                <a:lnTo>
                  <a:pt x="8178264" y="2113176"/>
                </a:lnTo>
                <a:lnTo>
                  <a:pt x="8210341" y="2075157"/>
                </a:lnTo>
                <a:lnTo>
                  <a:pt x="8242709" y="2037442"/>
                </a:lnTo>
                <a:lnTo>
                  <a:pt x="8275365" y="2000034"/>
                </a:lnTo>
                <a:lnTo>
                  <a:pt x="8308307" y="1962934"/>
                </a:lnTo>
                <a:lnTo>
                  <a:pt x="8341532" y="1926142"/>
                </a:lnTo>
                <a:lnTo>
                  <a:pt x="8375038" y="1889660"/>
                </a:lnTo>
                <a:lnTo>
                  <a:pt x="8408823" y="1853489"/>
                </a:lnTo>
                <a:lnTo>
                  <a:pt x="8442885" y="1817630"/>
                </a:lnTo>
                <a:lnTo>
                  <a:pt x="8477221" y="1782084"/>
                </a:lnTo>
                <a:lnTo>
                  <a:pt x="8511829" y="1746853"/>
                </a:lnTo>
                <a:lnTo>
                  <a:pt x="8546706" y="1711937"/>
                </a:lnTo>
                <a:lnTo>
                  <a:pt x="8581851" y="1677337"/>
                </a:lnTo>
                <a:lnTo>
                  <a:pt x="8617261" y="1643056"/>
                </a:lnTo>
                <a:lnTo>
                  <a:pt x="8652934" y="1609093"/>
                </a:lnTo>
                <a:lnTo>
                  <a:pt x="8688867" y="1575450"/>
                </a:lnTo>
                <a:lnTo>
                  <a:pt x="8725058" y="1542128"/>
                </a:lnTo>
                <a:lnTo>
                  <a:pt x="8761506" y="1509129"/>
                </a:lnTo>
                <a:lnTo>
                  <a:pt x="8798207" y="1476452"/>
                </a:lnTo>
                <a:lnTo>
                  <a:pt x="8835159" y="1444101"/>
                </a:lnTo>
                <a:lnTo>
                  <a:pt x="8872360" y="1412075"/>
                </a:lnTo>
                <a:lnTo>
                  <a:pt x="8909808" y="1380375"/>
                </a:lnTo>
                <a:lnTo>
                  <a:pt x="8947501" y="1349004"/>
                </a:lnTo>
                <a:lnTo>
                  <a:pt x="8985435" y="1317962"/>
                </a:lnTo>
                <a:lnTo>
                  <a:pt x="9023610" y="1287250"/>
                </a:lnTo>
                <a:lnTo>
                  <a:pt x="9062022" y="1256869"/>
                </a:lnTo>
                <a:lnTo>
                  <a:pt x="9100669" y="1226820"/>
                </a:lnTo>
                <a:lnTo>
                  <a:pt x="9139549" y="1197105"/>
                </a:lnTo>
                <a:lnTo>
                  <a:pt x="9178660" y="1167725"/>
                </a:lnTo>
                <a:lnTo>
                  <a:pt x="9217999" y="1138681"/>
                </a:lnTo>
                <a:lnTo>
                  <a:pt x="9257564" y="1109974"/>
                </a:lnTo>
                <a:lnTo>
                  <a:pt x="9297353" y="1081604"/>
                </a:lnTo>
                <a:lnTo>
                  <a:pt x="9337364" y="1053574"/>
                </a:lnTo>
                <a:lnTo>
                  <a:pt x="9377594" y="1025884"/>
                </a:lnTo>
                <a:lnTo>
                  <a:pt x="9418040" y="998536"/>
                </a:lnTo>
                <a:lnTo>
                  <a:pt x="9458702" y="971530"/>
                </a:lnTo>
                <a:lnTo>
                  <a:pt x="9499575" y="944868"/>
                </a:lnTo>
                <a:lnTo>
                  <a:pt x="9540659" y="918551"/>
                </a:lnTo>
                <a:lnTo>
                  <a:pt x="9581950" y="892580"/>
                </a:lnTo>
                <a:lnTo>
                  <a:pt x="9623447" y="866956"/>
                </a:lnTo>
                <a:lnTo>
                  <a:pt x="9665147" y="841681"/>
                </a:lnTo>
                <a:lnTo>
                  <a:pt x="9707048" y="816754"/>
                </a:lnTo>
                <a:lnTo>
                  <a:pt x="9749147" y="792179"/>
                </a:lnTo>
                <a:lnTo>
                  <a:pt x="9791443" y="767955"/>
                </a:lnTo>
                <a:lnTo>
                  <a:pt x="9833932" y="744083"/>
                </a:lnTo>
                <a:lnTo>
                  <a:pt x="9876613" y="720566"/>
                </a:lnTo>
                <a:lnTo>
                  <a:pt x="9919484" y="697404"/>
                </a:lnTo>
                <a:lnTo>
                  <a:pt x="9962542" y="674598"/>
                </a:lnTo>
                <a:lnTo>
                  <a:pt x="10005784" y="652149"/>
                </a:lnTo>
                <a:lnTo>
                  <a:pt x="10049209" y="630059"/>
                </a:lnTo>
                <a:lnTo>
                  <a:pt x="10092814" y="608328"/>
                </a:lnTo>
                <a:lnTo>
                  <a:pt x="10136597" y="586958"/>
                </a:lnTo>
                <a:lnTo>
                  <a:pt x="10180556" y="565950"/>
                </a:lnTo>
                <a:lnTo>
                  <a:pt x="10224688" y="545304"/>
                </a:lnTo>
                <a:lnTo>
                  <a:pt x="10268991" y="525023"/>
                </a:lnTo>
                <a:lnTo>
                  <a:pt x="10313463" y="505107"/>
                </a:lnTo>
                <a:lnTo>
                  <a:pt x="10358101" y="485558"/>
                </a:lnTo>
                <a:lnTo>
                  <a:pt x="10402903" y="466376"/>
                </a:lnTo>
                <a:lnTo>
                  <a:pt x="10447868" y="447563"/>
                </a:lnTo>
                <a:lnTo>
                  <a:pt x="10492991" y="429119"/>
                </a:lnTo>
                <a:lnTo>
                  <a:pt x="10538272" y="411046"/>
                </a:lnTo>
                <a:lnTo>
                  <a:pt x="10583708" y="393346"/>
                </a:lnTo>
                <a:lnTo>
                  <a:pt x="10629297" y="376018"/>
                </a:lnTo>
                <a:lnTo>
                  <a:pt x="10675036" y="359065"/>
                </a:lnTo>
                <a:lnTo>
                  <a:pt x="10720923" y="342487"/>
                </a:lnTo>
                <a:lnTo>
                  <a:pt x="10766956" y="326286"/>
                </a:lnTo>
                <a:lnTo>
                  <a:pt x="10813132" y="310462"/>
                </a:lnTo>
                <a:lnTo>
                  <a:pt x="10859450" y="295018"/>
                </a:lnTo>
                <a:lnTo>
                  <a:pt x="10905907" y="279953"/>
                </a:lnTo>
                <a:lnTo>
                  <a:pt x="10952500" y="265269"/>
                </a:lnTo>
                <a:lnTo>
                  <a:pt x="10999227" y="250968"/>
                </a:lnTo>
                <a:lnTo>
                  <a:pt x="11046087" y="237049"/>
                </a:lnTo>
                <a:lnTo>
                  <a:pt x="11093076" y="223516"/>
                </a:lnTo>
                <a:lnTo>
                  <a:pt x="11140193" y="210368"/>
                </a:lnTo>
                <a:lnTo>
                  <a:pt x="11187434" y="197606"/>
                </a:lnTo>
                <a:lnTo>
                  <a:pt x="11234799" y="185233"/>
                </a:lnTo>
                <a:lnTo>
                  <a:pt x="11282284" y="173248"/>
                </a:lnTo>
                <a:lnTo>
                  <a:pt x="11329888" y="161654"/>
                </a:lnTo>
                <a:lnTo>
                  <a:pt x="11377607" y="150451"/>
                </a:lnTo>
                <a:lnTo>
                  <a:pt x="11425440" y="139640"/>
                </a:lnTo>
                <a:lnTo>
                  <a:pt x="11473385" y="129223"/>
                </a:lnTo>
                <a:lnTo>
                  <a:pt x="11521439" y="119201"/>
                </a:lnTo>
                <a:lnTo>
                  <a:pt x="11569599" y="109574"/>
                </a:lnTo>
                <a:lnTo>
                  <a:pt x="11617864" y="100344"/>
                </a:lnTo>
                <a:lnTo>
                  <a:pt x="11666231" y="91512"/>
                </a:lnTo>
                <a:lnTo>
                  <a:pt x="11714698" y="83080"/>
                </a:lnTo>
                <a:lnTo>
                  <a:pt x="11763263" y="75047"/>
                </a:lnTo>
                <a:lnTo>
                  <a:pt x="11811923" y="67417"/>
                </a:lnTo>
                <a:lnTo>
                  <a:pt x="11860676" y="60188"/>
                </a:lnTo>
                <a:lnTo>
                  <a:pt x="11909519" y="53364"/>
                </a:lnTo>
                <a:lnTo>
                  <a:pt x="11958451" y="46944"/>
                </a:lnTo>
                <a:lnTo>
                  <a:pt x="12007470" y="40931"/>
                </a:lnTo>
                <a:lnTo>
                  <a:pt x="12056572" y="35324"/>
                </a:lnTo>
                <a:lnTo>
                  <a:pt x="12105756" y="30126"/>
                </a:lnTo>
                <a:lnTo>
                  <a:pt x="12155019" y="25337"/>
                </a:lnTo>
                <a:lnTo>
                  <a:pt x="12204359" y="20958"/>
                </a:lnTo>
                <a:lnTo>
                  <a:pt x="12253773" y="16991"/>
                </a:lnTo>
                <a:lnTo>
                  <a:pt x="12303260" y="13437"/>
                </a:lnTo>
                <a:lnTo>
                  <a:pt x="12352818" y="10297"/>
                </a:lnTo>
                <a:lnTo>
                  <a:pt x="12402443" y="7572"/>
                </a:lnTo>
                <a:lnTo>
                  <a:pt x="12452133" y="5263"/>
                </a:lnTo>
                <a:lnTo>
                  <a:pt x="12501887" y="3371"/>
                </a:lnTo>
                <a:lnTo>
                  <a:pt x="12551701" y="1898"/>
                </a:lnTo>
                <a:lnTo>
                  <a:pt x="12601574" y="844"/>
                </a:lnTo>
                <a:lnTo>
                  <a:pt x="12651504" y="211"/>
                </a:lnTo>
                <a:lnTo>
                  <a:pt x="12701487" y="0"/>
                </a:lnTo>
                <a:lnTo>
                  <a:pt x="13158798" y="0"/>
                </a:lnTo>
              </a:path>
            </a:pathLst>
          </a:custGeom>
          <a:ln w="19050">
            <a:gradFill>
              <a:gsLst>
                <a:gs pos="15000">
                  <a:schemeClr val="tx2"/>
                </a:gs>
                <a:gs pos="0">
                  <a:schemeClr val="bg1">
                    <a:alpha val="0"/>
                  </a:schemeClr>
                </a:gs>
              </a:gsLst>
              <a:lin ang="5400000" scaled="0"/>
            </a:gradFill>
          </a:ln>
        </p:spPr>
        <p:txBody>
          <a:bodyPr wrap="square" lIns="0" tIns="0" rIns="0" bIns="0" rtlCol="0"/>
          <a:lstStyle/>
          <a:p>
            <a:pPr marL="0" marR="0" lvl="0" indent="0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1F00413E-B619-B34F-57AB-0D37CAFD8EF8}"/>
              </a:ext>
            </a:extLst>
          </p:cNvPr>
          <p:cNvCxnSpPr>
            <a:cxnSpLocks/>
          </p:cNvCxnSpPr>
          <p:nvPr/>
        </p:nvCxnSpPr>
        <p:spPr>
          <a:xfrm flipH="1">
            <a:off x="334962" y="6678798"/>
            <a:ext cx="10980001" cy="0"/>
          </a:xfrm>
          <a:prstGeom prst="line">
            <a:avLst/>
          </a:prstGeom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92853712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465">
          <p15:clr>
            <a:srgbClr val="FBAE40"/>
          </p15:clr>
        </p15:guide>
        <p15:guide id="2" pos="128">
          <p15:clr>
            <a:srgbClr val="FBAE40"/>
          </p15:clr>
        </p15:guide>
        <p15:guide id="3" orient="horz" pos="2424">
          <p15:clr>
            <a:srgbClr val="FBAE40"/>
          </p15:clr>
        </p15:guide>
        <p15:guide id="4" pos="4530">
          <p15:clr>
            <a:srgbClr val="FBAE40"/>
          </p15:clr>
        </p15:guide>
        <p15:guide id="5" orient="horz" pos="141">
          <p15:clr>
            <a:srgbClr val="FBAE40"/>
          </p15:clr>
        </p15:guide>
        <p15:guide id="6" orient="horz" pos="306">
          <p15:clr>
            <a:srgbClr val="FBAE40"/>
          </p15:clr>
        </p15:guide>
        <p15:guide id="7" orient="horz" pos="485">
          <p15:clr>
            <a:srgbClr val="FBAE40"/>
          </p15:clr>
        </p15:guide>
      </p15:sldGuideLst>
    </p:ext>
  </p:extLst>
</p:sldLayout>
</file>

<file path=ppt/slideLayouts/slideLayout1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_Índice | Padrão - Escuro">
    <p:bg>
      <p:bgPr>
        <a:gradFill>
          <a:gsLst>
            <a:gs pos="67000">
              <a:schemeClr val="tx1"/>
            </a:gs>
            <a:gs pos="100000">
              <a:schemeClr val="tx1"/>
            </a:gs>
            <a:gs pos="0">
              <a:srgbClr val="161B21"/>
            </a:gs>
          </a:gsLst>
          <a:lin ang="84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Espaço Reservado para Número de Slide 5">
            <a:extLst>
              <a:ext uri="{FF2B5EF4-FFF2-40B4-BE49-F238E27FC236}">
                <a16:creationId xmlns:a16="http://schemas.microsoft.com/office/drawing/2014/main" id="{1C9AF77E-9895-4AC7-A1DF-EE12ACB0EE6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pPr marL="20022">
              <a:spcBef>
                <a:spcPts val="45"/>
              </a:spcBef>
            </a:pPr>
            <a:fld id="{81D60167-4931-47E6-BA6A-407CBD079E47}" type="slidenum">
              <a:rPr lang="pt-BR" spc="-15" smtClean="0"/>
              <a:pPr marL="20022">
                <a:spcBef>
                  <a:spcPts val="45"/>
                </a:spcBef>
              </a:pPr>
              <a:t>‹#›</a:t>
            </a:fld>
            <a:endParaRPr lang="pt-BR" spc="-15"/>
          </a:p>
        </p:txBody>
      </p:sp>
      <p:sp>
        <p:nvSpPr>
          <p:cNvPr id="12" name="Text Placeholder 3">
            <a:extLst>
              <a:ext uri="{FF2B5EF4-FFF2-40B4-BE49-F238E27FC236}">
                <a16:creationId xmlns:a16="http://schemas.microsoft.com/office/drawing/2014/main" id="{050BAD04-1FFE-3E42-A1B1-BDD8FE7DA82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5" y="368302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Índice</a:t>
            </a:r>
            <a:r>
              <a:rPr lang="en-US"/>
              <a:t> - </a:t>
            </a:r>
            <a:r>
              <a:rPr lang="en-US" err="1"/>
              <a:t>Padrão</a:t>
            </a:r>
            <a:endParaRPr lang="en-US"/>
          </a:p>
        </p:txBody>
      </p:sp>
      <p:sp>
        <p:nvSpPr>
          <p:cNvPr id="14" name="Text Placeholder 10">
            <a:extLst>
              <a:ext uri="{FF2B5EF4-FFF2-40B4-BE49-F238E27FC236}">
                <a16:creationId xmlns:a16="http://schemas.microsoft.com/office/drawing/2014/main" id="{27D03C84-7D32-1C70-A8E9-63EA0F348C1F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defRPr sz="900" baseline="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2" name="Text Placeholder 8">
            <a:extLst>
              <a:ext uri="{FF2B5EF4-FFF2-40B4-BE49-F238E27FC236}">
                <a16:creationId xmlns:a16="http://schemas.microsoft.com/office/drawing/2014/main" id="{9D8C61F7-2206-D64F-31E1-979FA329DE03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334964" y="1268415"/>
            <a:ext cx="11522075" cy="5076824"/>
          </a:xfrm>
          <a:prstGeom prst="rect">
            <a:avLst/>
          </a:prstGeom>
        </p:spPr>
        <p:txBody>
          <a:bodyPr wrap="square" lIns="0" tIns="0" rIns="0" bIns="0" numCol="2">
            <a:noAutofit/>
          </a:bodyPr>
          <a:lstStyle>
            <a:lvl1pPr marL="35997" indent="0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endParaRPr lang="en-US"/>
          </a:p>
          <a:p>
            <a:pPr lvl="0"/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endParaRPr lang="en-US"/>
          </a:p>
          <a:p>
            <a:pPr lvl="0"/>
            <a:endParaRPr lang="en-US"/>
          </a:p>
        </p:txBody>
      </p:sp>
      <p:sp>
        <p:nvSpPr>
          <p:cNvPr id="4" name="Picture 8">
            <a:extLst>
              <a:ext uri="{FF2B5EF4-FFF2-40B4-BE49-F238E27FC236}">
                <a16:creationId xmlns:a16="http://schemas.microsoft.com/office/drawing/2014/main" id="{783D2061-084A-94F3-C296-418296966C6B}"/>
              </a:ext>
            </a:extLst>
          </p:cNvPr>
          <p:cNvSpPr/>
          <p:nvPr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/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F065698B-521D-DD6F-BD6E-C11EA0C73942}"/>
              </a:ext>
            </a:extLst>
          </p:cNvPr>
          <p:cNvCxnSpPr>
            <a:cxnSpLocks/>
          </p:cNvCxnSpPr>
          <p:nvPr/>
        </p:nvCxnSpPr>
        <p:spPr>
          <a:xfrm>
            <a:off x="2" y="169333"/>
            <a:ext cx="12229571" cy="0"/>
          </a:xfrm>
          <a:prstGeom prst="line">
            <a:avLst/>
          </a:prstGeom>
          <a:ln w="1905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object 4">
            <a:extLst>
              <a:ext uri="{FF2B5EF4-FFF2-40B4-BE49-F238E27FC236}">
                <a16:creationId xmlns:a16="http://schemas.microsoft.com/office/drawing/2014/main" id="{4FA54AF8-53F1-9EE0-3CB8-1F854D32CA0E}"/>
              </a:ext>
            </a:extLst>
          </p:cNvPr>
          <p:cNvSpPr/>
          <p:nvPr/>
        </p:nvSpPr>
        <p:spPr>
          <a:xfrm rot="10247908" flipH="1">
            <a:off x="4106509" y="-4146683"/>
            <a:ext cx="8001039" cy="5749648"/>
          </a:xfrm>
          <a:custGeom>
            <a:avLst/>
            <a:gdLst>
              <a:gd name="connsiteX0" fmla="*/ 0 w 13940157"/>
              <a:gd name="connsiteY0" fmla="*/ 9200719 h 9456078"/>
              <a:gd name="connsiteX1" fmla="*/ 781360 w 13940157"/>
              <a:gd name="connsiteY1" fmla="*/ 9456078 h 9456078"/>
              <a:gd name="connsiteX2" fmla="*/ 831337 w 13940157"/>
              <a:gd name="connsiteY2" fmla="*/ 9455836 h 9456078"/>
              <a:gd name="connsiteX3" fmla="*/ 881253 w 13940157"/>
              <a:gd name="connsiteY3" fmla="*/ 9455111 h 9456078"/>
              <a:gd name="connsiteX4" fmla="*/ 931102 w 13940157"/>
              <a:gd name="connsiteY4" fmla="*/ 9453904 h 9456078"/>
              <a:gd name="connsiteX5" fmla="*/ 980884 w 13940157"/>
              <a:gd name="connsiteY5" fmla="*/ 9452217 h 9456078"/>
              <a:gd name="connsiteX6" fmla="*/ 1030594 w 13940157"/>
              <a:gd name="connsiteY6" fmla="*/ 9450052 h 9456078"/>
              <a:gd name="connsiteX7" fmla="*/ 1080230 w 13940157"/>
              <a:gd name="connsiteY7" fmla="*/ 9447409 h 9456078"/>
              <a:gd name="connsiteX8" fmla="*/ 1129789 w 13940157"/>
              <a:gd name="connsiteY8" fmla="*/ 9444290 h 9456078"/>
              <a:gd name="connsiteX9" fmla="*/ 1179267 w 13940157"/>
              <a:gd name="connsiteY9" fmla="*/ 9440698 h 9456078"/>
              <a:gd name="connsiteX10" fmla="*/ 1228662 w 13940157"/>
              <a:gd name="connsiteY10" fmla="*/ 9436632 h 9456078"/>
              <a:gd name="connsiteX11" fmla="*/ 1277970 w 13940157"/>
              <a:gd name="connsiteY11" fmla="*/ 9432096 h 9456078"/>
              <a:gd name="connsiteX12" fmla="*/ 1327189 w 13940157"/>
              <a:gd name="connsiteY12" fmla="*/ 9427089 h 9456078"/>
              <a:gd name="connsiteX13" fmla="*/ 1376316 w 13940157"/>
              <a:gd name="connsiteY13" fmla="*/ 9421615 h 9456078"/>
              <a:gd name="connsiteX14" fmla="*/ 1425347 w 13940157"/>
              <a:gd name="connsiteY14" fmla="*/ 9415673 h 9456078"/>
              <a:gd name="connsiteX15" fmla="*/ 1474280 w 13940157"/>
              <a:gd name="connsiteY15" fmla="*/ 9409267 h 9456078"/>
              <a:gd name="connsiteX16" fmla="*/ 1523111 w 13940157"/>
              <a:gd name="connsiteY16" fmla="*/ 9402396 h 9456078"/>
              <a:gd name="connsiteX17" fmla="*/ 1571838 w 13940157"/>
              <a:gd name="connsiteY17" fmla="*/ 9395063 h 9456078"/>
              <a:gd name="connsiteX18" fmla="*/ 1620458 w 13940157"/>
              <a:gd name="connsiteY18" fmla="*/ 9387270 h 9456078"/>
              <a:gd name="connsiteX19" fmla="*/ 1668967 w 13940157"/>
              <a:gd name="connsiteY19" fmla="*/ 9379017 h 9456078"/>
              <a:gd name="connsiteX20" fmla="*/ 1717362 w 13940157"/>
              <a:gd name="connsiteY20" fmla="*/ 9370306 h 9456078"/>
              <a:gd name="connsiteX21" fmla="*/ 1765641 w 13940157"/>
              <a:gd name="connsiteY21" fmla="*/ 9361139 h 9456078"/>
              <a:gd name="connsiteX22" fmla="*/ 1813800 w 13940157"/>
              <a:gd name="connsiteY22" fmla="*/ 9351517 h 9456078"/>
              <a:gd name="connsiteX23" fmla="*/ 1861837 w 13940157"/>
              <a:gd name="connsiteY23" fmla="*/ 9341441 h 9456078"/>
              <a:gd name="connsiteX24" fmla="*/ 1909749 w 13940157"/>
              <a:gd name="connsiteY24" fmla="*/ 9330914 h 9456078"/>
              <a:gd name="connsiteX25" fmla="*/ 1957532 w 13940157"/>
              <a:gd name="connsiteY25" fmla="*/ 9319936 h 9456078"/>
              <a:gd name="connsiteX26" fmla="*/ 2005183 w 13940157"/>
              <a:gd name="connsiteY26" fmla="*/ 9308509 h 9456078"/>
              <a:gd name="connsiteX27" fmla="*/ 2052699 w 13940157"/>
              <a:gd name="connsiteY27" fmla="*/ 9296635 h 9456078"/>
              <a:gd name="connsiteX28" fmla="*/ 2100079 w 13940157"/>
              <a:gd name="connsiteY28" fmla="*/ 9284315 h 9456078"/>
              <a:gd name="connsiteX29" fmla="*/ 2147317 w 13940157"/>
              <a:gd name="connsiteY29" fmla="*/ 9271550 h 9456078"/>
              <a:gd name="connsiteX30" fmla="*/ 2194412 w 13940157"/>
              <a:gd name="connsiteY30" fmla="*/ 9258342 h 9456078"/>
              <a:gd name="connsiteX31" fmla="*/ 2241360 w 13940157"/>
              <a:gd name="connsiteY31" fmla="*/ 9244693 h 9456078"/>
              <a:gd name="connsiteX32" fmla="*/ 2288159 w 13940157"/>
              <a:gd name="connsiteY32" fmla="*/ 9230604 h 9456078"/>
              <a:gd name="connsiteX33" fmla="*/ 2334805 w 13940157"/>
              <a:gd name="connsiteY33" fmla="*/ 9216076 h 9456078"/>
              <a:gd name="connsiteX34" fmla="*/ 2381295 w 13940157"/>
              <a:gd name="connsiteY34" fmla="*/ 9201111 h 9456078"/>
              <a:gd name="connsiteX35" fmla="*/ 2427627 w 13940157"/>
              <a:gd name="connsiteY35" fmla="*/ 9185710 h 9456078"/>
              <a:gd name="connsiteX36" fmla="*/ 2473797 w 13940157"/>
              <a:gd name="connsiteY36" fmla="*/ 9169876 h 9456078"/>
              <a:gd name="connsiteX37" fmla="*/ 2519802 w 13940157"/>
              <a:gd name="connsiteY37" fmla="*/ 9153608 h 9456078"/>
              <a:gd name="connsiteX38" fmla="*/ 2565640 w 13940157"/>
              <a:gd name="connsiteY38" fmla="*/ 9136910 h 9456078"/>
              <a:gd name="connsiteX39" fmla="*/ 2611307 w 13940157"/>
              <a:gd name="connsiteY39" fmla="*/ 9119782 h 9456078"/>
              <a:gd name="connsiteX40" fmla="*/ 2656800 w 13940157"/>
              <a:gd name="connsiteY40" fmla="*/ 9102226 h 9456078"/>
              <a:gd name="connsiteX41" fmla="*/ 2702116 w 13940157"/>
              <a:gd name="connsiteY41" fmla="*/ 9084243 h 9456078"/>
              <a:gd name="connsiteX42" fmla="*/ 2747253 w 13940157"/>
              <a:gd name="connsiteY42" fmla="*/ 9065835 h 9456078"/>
              <a:gd name="connsiteX43" fmla="*/ 2792207 w 13940157"/>
              <a:gd name="connsiteY43" fmla="*/ 9047004 h 9456078"/>
              <a:gd name="connsiteX44" fmla="*/ 2836975 w 13940157"/>
              <a:gd name="connsiteY44" fmla="*/ 9027750 h 9456078"/>
              <a:gd name="connsiteX45" fmla="*/ 2881555 w 13940157"/>
              <a:gd name="connsiteY45" fmla="*/ 9008075 h 9456078"/>
              <a:gd name="connsiteX46" fmla="*/ 2925942 w 13940157"/>
              <a:gd name="connsiteY46" fmla="*/ 8987981 h 9456078"/>
              <a:gd name="connsiteX47" fmla="*/ 2970135 w 13940157"/>
              <a:gd name="connsiteY47" fmla="*/ 8967470 h 9456078"/>
              <a:gd name="connsiteX48" fmla="*/ 3014130 w 13940157"/>
              <a:gd name="connsiteY48" fmla="*/ 8946542 h 9456078"/>
              <a:gd name="connsiteX49" fmla="*/ 3057924 w 13940157"/>
              <a:gd name="connsiteY49" fmla="*/ 8925199 h 9456078"/>
              <a:gd name="connsiteX50" fmla="*/ 3101514 w 13940157"/>
              <a:gd name="connsiteY50" fmla="*/ 8903443 h 9456078"/>
              <a:gd name="connsiteX51" fmla="*/ 3144898 w 13940157"/>
              <a:gd name="connsiteY51" fmla="*/ 8881275 h 9456078"/>
              <a:gd name="connsiteX52" fmla="*/ 3188071 w 13940157"/>
              <a:gd name="connsiteY52" fmla="*/ 8858697 h 9456078"/>
              <a:gd name="connsiteX53" fmla="*/ 3231032 w 13940157"/>
              <a:gd name="connsiteY53" fmla="*/ 8835710 h 9456078"/>
              <a:gd name="connsiteX54" fmla="*/ 3273777 w 13940157"/>
              <a:gd name="connsiteY54" fmla="*/ 8812316 h 9456078"/>
              <a:gd name="connsiteX55" fmla="*/ 3316303 w 13940157"/>
              <a:gd name="connsiteY55" fmla="*/ 8788516 h 9456078"/>
              <a:gd name="connsiteX56" fmla="*/ 3358607 w 13940157"/>
              <a:gd name="connsiteY56" fmla="*/ 8764311 h 9456078"/>
              <a:gd name="connsiteX57" fmla="*/ 3400686 w 13940157"/>
              <a:gd name="connsiteY57" fmla="*/ 8739704 h 9456078"/>
              <a:gd name="connsiteX58" fmla="*/ 3442537 w 13940157"/>
              <a:gd name="connsiteY58" fmla="*/ 8714695 h 9456078"/>
              <a:gd name="connsiteX59" fmla="*/ 3484157 w 13940157"/>
              <a:gd name="connsiteY59" fmla="*/ 8689286 h 9456078"/>
              <a:gd name="connsiteX60" fmla="*/ 3525543 w 13940157"/>
              <a:gd name="connsiteY60" fmla="*/ 8663479 h 9456078"/>
              <a:gd name="connsiteX61" fmla="*/ 3566693 w 13940157"/>
              <a:gd name="connsiteY61" fmla="*/ 8637274 h 9456078"/>
              <a:gd name="connsiteX62" fmla="*/ 3607602 w 13940157"/>
              <a:gd name="connsiteY62" fmla="*/ 8610675 h 9456078"/>
              <a:gd name="connsiteX63" fmla="*/ 3648268 w 13940157"/>
              <a:gd name="connsiteY63" fmla="*/ 8583681 h 9456078"/>
              <a:gd name="connsiteX64" fmla="*/ 3688689 w 13940157"/>
              <a:gd name="connsiteY64" fmla="*/ 8556295 h 9456078"/>
              <a:gd name="connsiteX65" fmla="*/ 3728860 w 13940157"/>
              <a:gd name="connsiteY65" fmla="*/ 8528517 h 9456078"/>
              <a:gd name="connsiteX66" fmla="*/ 3768779 w 13940157"/>
              <a:gd name="connsiteY66" fmla="*/ 8500351 h 9456078"/>
              <a:gd name="connsiteX67" fmla="*/ 3808443 w 13940157"/>
              <a:gd name="connsiteY67" fmla="*/ 8471796 h 9456078"/>
              <a:gd name="connsiteX68" fmla="*/ 3847849 w 13940157"/>
              <a:gd name="connsiteY68" fmla="*/ 8442854 h 9456078"/>
              <a:gd name="connsiteX69" fmla="*/ 3886994 w 13940157"/>
              <a:gd name="connsiteY69" fmla="*/ 8413528 h 9456078"/>
              <a:gd name="connsiteX70" fmla="*/ 3925875 w 13940157"/>
              <a:gd name="connsiteY70" fmla="*/ 8383818 h 9456078"/>
              <a:gd name="connsiteX71" fmla="*/ 3964489 w 13940157"/>
              <a:gd name="connsiteY71" fmla="*/ 8353726 h 9456078"/>
              <a:gd name="connsiteX72" fmla="*/ 4002833 w 13940157"/>
              <a:gd name="connsiteY72" fmla="*/ 8323253 h 9456078"/>
              <a:gd name="connsiteX73" fmla="*/ 4040904 w 13940157"/>
              <a:gd name="connsiteY73" fmla="*/ 8292401 h 9456078"/>
              <a:gd name="connsiteX74" fmla="*/ 4078699 w 13940157"/>
              <a:gd name="connsiteY74" fmla="*/ 8261172 h 9456078"/>
              <a:gd name="connsiteX75" fmla="*/ 4116214 w 13940157"/>
              <a:gd name="connsiteY75" fmla="*/ 8229566 h 9456078"/>
              <a:gd name="connsiteX76" fmla="*/ 4153447 w 13940157"/>
              <a:gd name="connsiteY76" fmla="*/ 8197585 h 9456078"/>
              <a:gd name="connsiteX77" fmla="*/ 4190395 w 13940157"/>
              <a:gd name="connsiteY77" fmla="*/ 8165232 h 9456078"/>
              <a:gd name="connsiteX78" fmla="*/ 4227055 w 13940157"/>
              <a:gd name="connsiteY78" fmla="*/ 8132507 h 9456078"/>
              <a:gd name="connsiteX79" fmla="*/ 4263424 w 13940157"/>
              <a:gd name="connsiteY79" fmla="*/ 8099411 h 9456078"/>
              <a:gd name="connsiteX80" fmla="*/ 4299499 w 13940157"/>
              <a:gd name="connsiteY80" fmla="*/ 8065947 h 9456078"/>
              <a:gd name="connsiteX81" fmla="*/ 4335276 w 13940157"/>
              <a:gd name="connsiteY81" fmla="*/ 8032115 h 9456078"/>
              <a:gd name="connsiteX82" fmla="*/ 4370753 w 13940157"/>
              <a:gd name="connsiteY82" fmla="*/ 7997918 h 9456078"/>
              <a:gd name="connsiteX83" fmla="*/ 4405927 w 13940157"/>
              <a:gd name="connsiteY83" fmla="*/ 7963356 h 9456078"/>
              <a:gd name="connsiteX84" fmla="*/ 4440795 w 13940157"/>
              <a:gd name="connsiteY84" fmla="*/ 7928432 h 9456078"/>
              <a:gd name="connsiteX85" fmla="*/ 4475354 w 13940157"/>
              <a:gd name="connsiteY85" fmla="*/ 7893146 h 9456078"/>
              <a:gd name="connsiteX86" fmla="*/ 4509600 w 13940157"/>
              <a:gd name="connsiteY86" fmla="*/ 7857501 h 9456078"/>
              <a:gd name="connsiteX87" fmla="*/ 4543531 w 13940157"/>
              <a:gd name="connsiteY87" fmla="*/ 7821497 h 9456078"/>
              <a:gd name="connsiteX88" fmla="*/ 4577143 w 13940157"/>
              <a:gd name="connsiteY88" fmla="*/ 7785136 h 9456078"/>
              <a:gd name="connsiteX89" fmla="*/ 4610435 w 13940157"/>
              <a:gd name="connsiteY89" fmla="*/ 7748420 h 9456078"/>
              <a:gd name="connsiteX90" fmla="*/ 4643402 w 13940157"/>
              <a:gd name="connsiteY90" fmla="*/ 7711350 h 9456078"/>
              <a:gd name="connsiteX91" fmla="*/ 4676042 w 13940157"/>
              <a:gd name="connsiteY91" fmla="*/ 7673928 h 9456078"/>
              <a:gd name="connsiteX92" fmla="*/ 4708351 w 13940157"/>
              <a:gd name="connsiteY92" fmla="*/ 7636155 h 9456078"/>
              <a:gd name="connsiteX93" fmla="*/ 4740327 w 13940157"/>
              <a:gd name="connsiteY93" fmla="*/ 7598032 h 9456078"/>
              <a:gd name="connsiteX94" fmla="*/ 4771967 w 13940157"/>
              <a:gd name="connsiteY94" fmla="*/ 7559561 h 9456078"/>
              <a:gd name="connsiteX95" fmla="*/ 4803267 w 13940157"/>
              <a:gd name="connsiteY95" fmla="*/ 7520744 h 9456078"/>
              <a:gd name="connsiteX96" fmla="*/ 4834225 w 13940157"/>
              <a:gd name="connsiteY96" fmla="*/ 7481582 h 9456078"/>
              <a:gd name="connsiteX97" fmla="*/ 4864838 w 13940157"/>
              <a:gd name="connsiteY97" fmla="*/ 7442077 h 9456078"/>
              <a:gd name="connsiteX98" fmla="*/ 8803671 w 13940157"/>
              <a:gd name="connsiteY98" fmla="*/ 2307814 h 9456078"/>
              <a:gd name="connsiteX99" fmla="*/ 8834262 w 13940157"/>
              <a:gd name="connsiteY99" fmla="*/ 2268285 h 9456078"/>
              <a:gd name="connsiteX100" fmla="*/ 8865156 w 13940157"/>
              <a:gd name="connsiteY100" fmla="*/ 2229056 h 9456078"/>
              <a:gd name="connsiteX101" fmla="*/ 8896349 w 13940157"/>
              <a:gd name="connsiteY101" fmla="*/ 2190127 h 9456078"/>
              <a:gd name="connsiteX102" fmla="*/ 8927839 w 13940157"/>
              <a:gd name="connsiteY102" fmla="*/ 2151500 h 9456078"/>
              <a:gd name="connsiteX103" fmla="*/ 8959624 w 13940157"/>
              <a:gd name="connsiteY103" fmla="*/ 2113176 h 9456078"/>
              <a:gd name="connsiteX104" fmla="*/ 8991701 w 13940157"/>
              <a:gd name="connsiteY104" fmla="*/ 2075157 h 9456078"/>
              <a:gd name="connsiteX105" fmla="*/ 9024069 w 13940157"/>
              <a:gd name="connsiteY105" fmla="*/ 2037442 h 9456078"/>
              <a:gd name="connsiteX106" fmla="*/ 9056725 w 13940157"/>
              <a:gd name="connsiteY106" fmla="*/ 2000034 h 9456078"/>
              <a:gd name="connsiteX107" fmla="*/ 9089667 w 13940157"/>
              <a:gd name="connsiteY107" fmla="*/ 1962934 h 9456078"/>
              <a:gd name="connsiteX108" fmla="*/ 9122892 w 13940157"/>
              <a:gd name="connsiteY108" fmla="*/ 1926142 h 9456078"/>
              <a:gd name="connsiteX109" fmla="*/ 9156398 w 13940157"/>
              <a:gd name="connsiteY109" fmla="*/ 1889660 h 9456078"/>
              <a:gd name="connsiteX110" fmla="*/ 9190183 w 13940157"/>
              <a:gd name="connsiteY110" fmla="*/ 1853489 h 9456078"/>
              <a:gd name="connsiteX111" fmla="*/ 9224245 w 13940157"/>
              <a:gd name="connsiteY111" fmla="*/ 1817630 h 9456078"/>
              <a:gd name="connsiteX112" fmla="*/ 9258581 w 13940157"/>
              <a:gd name="connsiteY112" fmla="*/ 1782084 h 9456078"/>
              <a:gd name="connsiteX113" fmla="*/ 9293189 w 13940157"/>
              <a:gd name="connsiteY113" fmla="*/ 1746853 h 9456078"/>
              <a:gd name="connsiteX114" fmla="*/ 9328066 w 13940157"/>
              <a:gd name="connsiteY114" fmla="*/ 1711937 h 9456078"/>
              <a:gd name="connsiteX115" fmla="*/ 9363211 w 13940157"/>
              <a:gd name="connsiteY115" fmla="*/ 1677337 h 9456078"/>
              <a:gd name="connsiteX116" fmla="*/ 9398621 w 13940157"/>
              <a:gd name="connsiteY116" fmla="*/ 1643056 h 9456078"/>
              <a:gd name="connsiteX117" fmla="*/ 9434294 w 13940157"/>
              <a:gd name="connsiteY117" fmla="*/ 1609093 h 9456078"/>
              <a:gd name="connsiteX118" fmla="*/ 9470227 w 13940157"/>
              <a:gd name="connsiteY118" fmla="*/ 1575450 h 9456078"/>
              <a:gd name="connsiteX119" fmla="*/ 9506418 w 13940157"/>
              <a:gd name="connsiteY119" fmla="*/ 1542128 h 9456078"/>
              <a:gd name="connsiteX120" fmla="*/ 9542866 w 13940157"/>
              <a:gd name="connsiteY120" fmla="*/ 1509129 h 9456078"/>
              <a:gd name="connsiteX121" fmla="*/ 9579567 w 13940157"/>
              <a:gd name="connsiteY121" fmla="*/ 1476452 h 9456078"/>
              <a:gd name="connsiteX122" fmla="*/ 9616519 w 13940157"/>
              <a:gd name="connsiteY122" fmla="*/ 1444101 h 9456078"/>
              <a:gd name="connsiteX123" fmla="*/ 9653720 w 13940157"/>
              <a:gd name="connsiteY123" fmla="*/ 1412075 h 9456078"/>
              <a:gd name="connsiteX124" fmla="*/ 9691168 w 13940157"/>
              <a:gd name="connsiteY124" fmla="*/ 1380375 h 9456078"/>
              <a:gd name="connsiteX125" fmla="*/ 9728861 w 13940157"/>
              <a:gd name="connsiteY125" fmla="*/ 1349004 h 9456078"/>
              <a:gd name="connsiteX126" fmla="*/ 9766795 w 13940157"/>
              <a:gd name="connsiteY126" fmla="*/ 1317962 h 9456078"/>
              <a:gd name="connsiteX127" fmla="*/ 9804970 w 13940157"/>
              <a:gd name="connsiteY127" fmla="*/ 1287250 h 9456078"/>
              <a:gd name="connsiteX128" fmla="*/ 9843382 w 13940157"/>
              <a:gd name="connsiteY128" fmla="*/ 1256869 h 9456078"/>
              <a:gd name="connsiteX129" fmla="*/ 9882029 w 13940157"/>
              <a:gd name="connsiteY129" fmla="*/ 1226820 h 9456078"/>
              <a:gd name="connsiteX130" fmla="*/ 9920909 w 13940157"/>
              <a:gd name="connsiteY130" fmla="*/ 1197105 h 9456078"/>
              <a:gd name="connsiteX131" fmla="*/ 9960020 w 13940157"/>
              <a:gd name="connsiteY131" fmla="*/ 1167725 h 9456078"/>
              <a:gd name="connsiteX132" fmla="*/ 9999359 w 13940157"/>
              <a:gd name="connsiteY132" fmla="*/ 1138681 h 9456078"/>
              <a:gd name="connsiteX133" fmla="*/ 10038924 w 13940157"/>
              <a:gd name="connsiteY133" fmla="*/ 1109974 h 9456078"/>
              <a:gd name="connsiteX134" fmla="*/ 10078713 w 13940157"/>
              <a:gd name="connsiteY134" fmla="*/ 1081604 h 9456078"/>
              <a:gd name="connsiteX135" fmla="*/ 10118724 w 13940157"/>
              <a:gd name="connsiteY135" fmla="*/ 1053574 h 9456078"/>
              <a:gd name="connsiteX136" fmla="*/ 10158954 w 13940157"/>
              <a:gd name="connsiteY136" fmla="*/ 1025884 h 9456078"/>
              <a:gd name="connsiteX137" fmla="*/ 10199400 w 13940157"/>
              <a:gd name="connsiteY137" fmla="*/ 998536 h 9456078"/>
              <a:gd name="connsiteX138" fmla="*/ 10240062 w 13940157"/>
              <a:gd name="connsiteY138" fmla="*/ 971530 h 9456078"/>
              <a:gd name="connsiteX139" fmla="*/ 10280935 w 13940157"/>
              <a:gd name="connsiteY139" fmla="*/ 944868 h 9456078"/>
              <a:gd name="connsiteX140" fmla="*/ 10322019 w 13940157"/>
              <a:gd name="connsiteY140" fmla="*/ 918551 h 9456078"/>
              <a:gd name="connsiteX141" fmla="*/ 10363310 w 13940157"/>
              <a:gd name="connsiteY141" fmla="*/ 892580 h 9456078"/>
              <a:gd name="connsiteX142" fmla="*/ 10404807 w 13940157"/>
              <a:gd name="connsiteY142" fmla="*/ 866956 h 9456078"/>
              <a:gd name="connsiteX143" fmla="*/ 10446507 w 13940157"/>
              <a:gd name="connsiteY143" fmla="*/ 841681 h 9456078"/>
              <a:gd name="connsiteX144" fmla="*/ 10488408 w 13940157"/>
              <a:gd name="connsiteY144" fmla="*/ 816754 h 9456078"/>
              <a:gd name="connsiteX145" fmla="*/ 10530507 w 13940157"/>
              <a:gd name="connsiteY145" fmla="*/ 792179 h 9456078"/>
              <a:gd name="connsiteX146" fmla="*/ 10572803 w 13940157"/>
              <a:gd name="connsiteY146" fmla="*/ 767955 h 9456078"/>
              <a:gd name="connsiteX147" fmla="*/ 10615292 w 13940157"/>
              <a:gd name="connsiteY147" fmla="*/ 744083 h 9456078"/>
              <a:gd name="connsiteX148" fmla="*/ 10657973 w 13940157"/>
              <a:gd name="connsiteY148" fmla="*/ 720566 h 9456078"/>
              <a:gd name="connsiteX149" fmla="*/ 10700844 w 13940157"/>
              <a:gd name="connsiteY149" fmla="*/ 697404 h 9456078"/>
              <a:gd name="connsiteX150" fmla="*/ 10743902 w 13940157"/>
              <a:gd name="connsiteY150" fmla="*/ 674598 h 9456078"/>
              <a:gd name="connsiteX151" fmla="*/ 10787144 w 13940157"/>
              <a:gd name="connsiteY151" fmla="*/ 652149 h 9456078"/>
              <a:gd name="connsiteX152" fmla="*/ 10830569 w 13940157"/>
              <a:gd name="connsiteY152" fmla="*/ 630059 h 9456078"/>
              <a:gd name="connsiteX153" fmla="*/ 10874174 w 13940157"/>
              <a:gd name="connsiteY153" fmla="*/ 608328 h 9456078"/>
              <a:gd name="connsiteX154" fmla="*/ 10917957 w 13940157"/>
              <a:gd name="connsiteY154" fmla="*/ 586958 h 9456078"/>
              <a:gd name="connsiteX155" fmla="*/ 10961916 w 13940157"/>
              <a:gd name="connsiteY155" fmla="*/ 565950 h 9456078"/>
              <a:gd name="connsiteX156" fmla="*/ 11006048 w 13940157"/>
              <a:gd name="connsiteY156" fmla="*/ 545304 h 9456078"/>
              <a:gd name="connsiteX157" fmla="*/ 11050351 w 13940157"/>
              <a:gd name="connsiteY157" fmla="*/ 525023 h 9456078"/>
              <a:gd name="connsiteX158" fmla="*/ 11094823 w 13940157"/>
              <a:gd name="connsiteY158" fmla="*/ 505107 h 9456078"/>
              <a:gd name="connsiteX159" fmla="*/ 11139461 w 13940157"/>
              <a:gd name="connsiteY159" fmla="*/ 485558 h 9456078"/>
              <a:gd name="connsiteX160" fmla="*/ 11184263 w 13940157"/>
              <a:gd name="connsiteY160" fmla="*/ 466376 h 9456078"/>
              <a:gd name="connsiteX161" fmla="*/ 11229228 w 13940157"/>
              <a:gd name="connsiteY161" fmla="*/ 447563 h 9456078"/>
              <a:gd name="connsiteX162" fmla="*/ 11274351 w 13940157"/>
              <a:gd name="connsiteY162" fmla="*/ 429119 h 9456078"/>
              <a:gd name="connsiteX163" fmla="*/ 11319632 w 13940157"/>
              <a:gd name="connsiteY163" fmla="*/ 411046 h 9456078"/>
              <a:gd name="connsiteX164" fmla="*/ 11365068 w 13940157"/>
              <a:gd name="connsiteY164" fmla="*/ 393346 h 9456078"/>
              <a:gd name="connsiteX165" fmla="*/ 11410657 w 13940157"/>
              <a:gd name="connsiteY165" fmla="*/ 376018 h 9456078"/>
              <a:gd name="connsiteX166" fmla="*/ 11456396 w 13940157"/>
              <a:gd name="connsiteY166" fmla="*/ 359065 h 9456078"/>
              <a:gd name="connsiteX167" fmla="*/ 11502283 w 13940157"/>
              <a:gd name="connsiteY167" fmla="*/ 342487 h 9456078"/>
              <a:gd name="connsiteX168" fmla="*/ 11548316 w 13940157"/>
              <a:gd name="connsiteY168" fmla="*/ 326286 h 9456078"/>
              <a:gd name="connsiteX169" fmla="*/ 11594492 w 13940157"/>
              <a:gd name="connsiteY169" fmla="*/ 310462 h 9456078"/>
              <a:gd name="connsiteX170" fmla="*/ 11640810 w 13940157"/>
              <a:gd name="connsiteY170" fmla="*/ 295018 h 9456078"/>
              <a:gd name="connsiteX171" fmla="*/ 11687267 w 13940157"/>
              <a:gd name="connsiteY171" fmla="*/ 279953 h 9456078"/>
              <a:gd name="connsiteX172" fmla="*/ 11733860 w 13940157"/>
              <a:gd name="connsiteY172" fmla="*/ 265269 h 9456078"/>
              <a:gd name="connsiteX173" fmla="*/ 11780587 w 13940157"/>
              <a:gd name="connsiteY173" fmla="*/ 250968 h 9456078"/>
              <a:gd name="connsiteX174" fmla="*/ 11827447 w 13940157"/>
              <a:gd name="connsiteY174" fmla="*/ 237049 h 9456078"/>
              <a:gd name="connsiteX175" fmla="*/ 11874436 w 13940157"/>
              <a:gd name="connsiteY175" fmla="*/ 223516 h 9456078"/>
              <a:gd name="connsiteX176" fmla="*/ 11921553 w 13940157"/>
              <a:gd name="connsiteY176" fmla="*/ 210368 h 9456078"/>
              <a:gd name="connsiteX177" fmla="*/ 11968794 w 13940157"/>
              <a:gd name="connsiteY177" fmla="*/ 197606 h 9456078"/>
              <a:gd name="connsiteX178" fmla="*/ 12016159 w 13940157"/>
              <a:gd name="connsiteY178" fmla="*/ 185233 h 9456078"/>
              <a:gd name="connsiteX179" fmla="*/ 12063644 w 13940157"/>
              <a:gd name="connsiteY179" fmla="*/ 173248 h 9456078"/>
              <a:gd name="connsiteX180" fmla="*/ 12111248 w 13940157"/>
              <a:gd name="connsiteY180" fmla="*/ 161654 h 9456078"/>
              <a:gd name="connsiteX181" fmla="*/ 12158967 w 13940157"/>
              <a:gd name="connsiteY181" fmla="*/ 150451 h 9456078"/>
              <a:gd name="connsiteX182" fmla="*/ 12206800 w 13940157"/>
              <a:gd name="connsiteY182" fmla="*/ 139640 h 9456078"/>
              <a:gd name="connsiteX183" fmla="*/ 12254745 w 13940157"/>
              <a:gd name="connsiteY183" fmla="*/ 129223 h 9456078"/>
              <a:gd name="connsiteX184" fmla="*/ 12302799 w 13940157"/>
              <a:gd name="connsiteY184" fmla="*/ 119201 h 9456078"/>
              <a:gd name="connsiteX185" fmla="*/ 12350959 w 13940157"/>
              <a:gd name="connsiteY185" fmla="*/ 109574 h 9456078"/>
              <a:gd name="connsiteX186" fmla="*/ 12399224 w 13940157"/>
              <a:gd name="connsiteY186" fmla="*/ 100344 h 9456078"/>
              <a:gd name="connsiteX187" fmla="*/ 12447591 w 13940157"/>
              <a:gd name="connsiteY187" fmla="*/ 91512 h 9456078"/>
              <a:gd name="connsiteX188" fmla="*/ 12496058 w 13940157"/>
              <a:gd name="connsiteY188" fmla="*/ 83080 h 9456078"/>
              <a:gd name="connsiteX189" fmla="*/ 12544623 w 13940157"/>
              <a:gd name="connsiteY189" fmla="*/ 75047 h 9456078"/>
              <a:gd name="connsiteX190" fmla="*/ 12593283 w 13940157"/>
              <a:gd name="connsiteY190" fmla="*/ 67417 h 9456078"/>
              <a:gd name="connsiteX191" fmla="*/ 12642036 w 13940157"/>
              <a:gd name="connsiteY191" fmla="*/ 60188 h 9456078"/>
              <a:gd name="connsiteX192" fmla="*/ 12690879 w 13940157"/>
              <a:gd name="connsiteY192" fmla="*/ 53364 h 9456078"/>
              <a:gd name="connsiteX193" fmla="*/ 12739811 w 13940157"/>
              <a:gd name="connsiteY193" fmla="*/ 46944 h 9456078"/>
              <a:gd name="connsiteX194" fmla="*/ 12788830 w 13940157"/>
              <a:gd name="connsiteY194" fmla="*/ 40931 h 9456078"/>
              <a:gd name="connsiteX195" fmla="*/ 12837932 w 13940157"/>
              <a:gd name="connsiteY195" fmla="*/ 35324 h 9456078"/>
              <a:gd name="connsiteX196" fmla="*/ 12887116 w 13940157"/>
              <a:gd name="connsiteY196" fmla="*/ 30126 h 9456078"/>
              <a:gd name="connsiteX197" fmla="*/ 12936379 w 13940157"/>
              <a:gd name="connsiteY197" fmla="*/ 25337 h 9456078"/>
              <a:gd name="connsiteX198" fmla="*/ 12985719 w 13940157"/>
              <a:gd name="connsiteY198" fmla="*/ 20958 h 9456078"/>
              <a:gd name="connsiteX199" fmla="*/ 13035133 w 13940157"/>
              <a:gd name="connsiteY199" fmla="*/ 16991 h 9456078"/>
              <a:gd name="connsiteX200" fmla="*/ 13084620 w 13940157"/>
              <a:gd name="connsiteY200" fmla="*/ 13437 h 9456078"/>
              <a:gd name="connsiteX201" fmla="*/ 13134178 w 13940157"/>
              <a:gd name="connsiteY201" fmla="*/ 10297 h 9456078"/>
              <a:gd name="connsiteX202" fmla="*/ 13183803 w 13940157"/>
              <a:gd name="connsiteY202" fmla="*/ 7572 h 9456078"/>
              <a:gd name="connsiteX203" fmla="*/ 13233493 w 13940157"/>
              <a:gd name="connsiteY203" fmla="*/ 5263 h 9456078"/>
              <a:gd name="connsiteX204" fmla="*/ 13283247 w 13940157"/>
              <a:gd name="connsiteY204" fmla="*/ 3371 h 9456078"/>
              <a:gd name="connsiteX205" fmla="*/ 13333061 w 13940157"/>
              <a:gd name="connsiteY205" fmla="*/ 1898 h 9456078"/>
              <a:gd name="connsiteX206" fmla="*/ 13382934 w 13940157"/>
              <a:gd name="connsiteY206" fmla="*/ 844 h 9456078"/>
              <a:gd name="connsiteX207" fmla="*/ 13432864 w 13940157"/>
              <a:gd name="connsiteY207" fmla="*/ 211 h 9456078"/>
              <a:gd name="connsiteX208" fmla="*/ 13482847 w 13940157"/>
              <a:gd name="connsiteY208" fmla="*/ 0 h 9456078"/>
              <a:gd name="connsiteX209" fmla="*/ 13940158 w 13940157"/>
              <a:gd name="connsiteY209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49234 w 13158799"/>
              <a:gd name="connsiteY5" fmla="*/ 9450052 h 9456078"/>
              <a:gd name="connsiteX6" fmla="*/ 298870 w 13158799"/>
              <a:gd name="connsiteY6" fmla="*/ 9447409 h 9456078"/>
              <a:gd name="connsiteX7" fmla="*/ 348429 w 13158799"/>
              <a:gd name="connsiteY7" fmla="*/ 9444290 h 9456078"/>
              <a:gd name="connsiteX8" fmla="*/ 397907 w 13158799"/>
              <a:gd name="connsiteY8" fmla="*/ 9440698 h 9456078"/>
              <a:gd name="connsiteX9" fmla="*/ 447302 w 13158799"/>
              <a:gd name="connsiteY9" fmla="*/ 9436632 h 9456078"/>
              <a:gd name="connsiteX10" fmla="*/ 496610 w 13158799"/>
              <a:gd name="connsiteY10" fmla="*/ 9432096 h 9456078"/>
              <a:gd name="connsiteX11" fmla="*/ 545829 w 13158799"/>
              <a:gd name="connsiteY11" fmla="*/ 9427089 h 9456078"/>
              <a:gd name="connsiteX12" fmla="*/ 594956 w 13158799"/>
              <a:gd name="connsiteY12" fmla="*/ 9421615 h 9456078"/>
              <a:gd name="connsiteX13" fmla="*/ 643987 w 13158799"/>
              <a:gd name="connsiteY13" fmla="*/ 9415673 h 9456078"/>
              <a:gd name="connsiteX14" fmla="*/ 692920 w 13158799"/>
              <a:gd name="connsiteY14" fmla="*/ 9409267 h 9456078"/>
              <a:gd name="connsiteX15" fmla="*/ 741751 w 13158799"/>
              <a:gd name="connsiteY15" fmla="*/ 9402396 h 9456078"/>
              <a:gd name="connsiteX16" fmla="*/ 790478 w 13158799"/>
              <a:gd name="connsiteY16" fmla="*/ 9395063 h 9456078"/>
              <a:gd name="connsiteX17" fmla="*/ 839098 w 13158799"/>
              <a:gd name="connsiteY17" fmla="*/ 9387270 h 9456078"/>
              <a:gd name="connsiteX18" fmla="*/ 887607 w 13158799"/>
              <a:gd name="connsiteY18" fmla="*/ 9379017 h 9456078"/>
              <a:gd name="connsiteX19" fmla="*/ 936002 w 13158799"/>
              <a:gd name="connsiteY19" fmla="*/ 9370306 h 9456078"/>
              <a:gd name="connsiteX20" fmla="*/ 984281 w 13158799"/>
              <a:gd name="connsiteY20" fmla="*/ 9361139 h 9456078"/>
              <a:gd name="connsiteX21" fmla="*/ 1032440 w 13158799"/>
              <a:gd name="connsiteY21" fmla="*/ 9351517 h 9456078"/>
              <a:gd name="connsiteX22" fmla="*/ 1080477 w 13158799"/>
              <a:gd name="connsiteY22" fmla="*/ 9341441 h 9456078"/>
              <a:gd name="connsiteX23" fmla="*/ 1128389 w 13158799"/>
              <a:gd name="connsiteY23" fmla="*/ 9330914 h 9456078"/>
              <a:gd name="connsiteX24" fmla="*/ 1176172 w 13158799"/>
              <a:gd name="connsiteY24" fmla="*/ 9319936 h 9456078"/>
              <a:gd name="connsiteX25" fmla="*/ 1223823 w 13158799"/>
              <a:gd name="connsiteY25" fmla="*/ 9308509 h 9456078"/>
              <a:gd name="connsiteX26" fmla="*/ 1271339 w 13158799"/>
              <a:gd name="connsiteY26" fmla="*/ 9296635 h 9456078"/>
              <a:gd name="connsiteX27" fmla="*/ 1318719 w 13158799"/>
              <a:gd name="connsiteY27" fmla="*/ 9284315 h 9456078"/>
              <a:gd name="connsiteX28" fmla="*/ 1365957 w 13158799"/>
              <a:gd name="connsiteY28" fmla="*/ 9271550 h 9456078"/>
              <a:gd name="connsiteX29" fmla="*/ 1413052 w 13158799"/>
              <a:gd name="connsiteY29" fmla="*/ 9258342 h 9456078"/>
              <a:gd name="connsiteX30" fmla="*/ 1460000 w 13158799"/>
              <a:gd name="connsiteY30" fmla="*/ 9244693 h 9456078"/>
              <a:gd name="connsiteX31" fmla="*/ 1506799 w 13158799"/>
              <a:gd name="connsiteY31" fmla="*/ 9230604 h 9456078"/>
              <a:gd name="connsiteX32" fmla="*/ 1553445 w 13158799"/>
              <a:gd name="connsiteY32" fmla="*/ 9216076 h 9456078"/>
              <a:gd name="connsiteX33" fmla="*/ 1599935 w 13158799"/>
              <a:gd name="connsiteY33" fmla="*/ 9201111 h 9456078"/>
              <a:gd name="connsiteX34" fmla="*/ 1646267 w 13158799"/>
              <a:gd name="connsiteY34" fmla="*/ 9185710 h 9456078"/>
              <a:gd name="connsiteX35" fmla="*/ 1692437 w 13158799"/>
              <a:gd name="connsiteY35" fmla="*/ 9169876 h 9456078"/>
              <a:gd name="connsiteX36" fmla="*/ 1738442 w 13158799"/>
              <a:gd name="connsiteY36" fmla="*/ 9153608 h 9456078"/>
              <a:gd name="connsiteX37" fmla="*/ 1784280 w 13158799"/>
              <a:gd name="connsiteY37" fmla="*/ 9136910 h 9456078"/>
              <a:gd name="connsiteX38" fmla="*/ 1829947 w 13158799"/>
              <a:gd name="connsiteY38" fmla="*/ 9119782 h 9456078"/>
              <a:gd name="connsiteX39" fmla="*/ 1875440 w 13158799"/>
              <a:gd name="connsiteY39" fmla="*/ 9102226 h 9456078"/>
              <a:gd name="connsiteX40" fmla="*/ 1920756 w 13158799"/>
              <a:gd name="connsiteY40" fmla="*/ 9084243 h 9456078"/>
              <a:gd name="connsiteX41" fmla="*/ 1965893 w 13158799"/>
              <a:gd name="connsiteY41" fmla="*/ 9065835 h 9456078"/>
              <a:gd name="connsiteX42" fmla="*/ 2010847 w 13158799"/>
              <a:gd name="connsiteY42" fmla="*/ 9047004 h 9456078"/>
              <a:gd name="connsiteX43" fmla="*/ 2055615 w 13158799"/>
              <a:gd name="connsiteY43" fmla="*/ 9027750 h 9456078"/>
              <a:gd name="connsiteX44" fmla="*/ 2100195 w 13158799"/>
              <a:gd name="connsiteY44" fmla="*/ 9008075 h 9456078"/>
              <a:gd name="connsiteX45" fmla="*/ 2144582 w 13158799"/>
              <a:gd name="connsiteY45" fmla="*/ 8987981 h 9456078"/>
              <a:gd name="connsiteX46" fmla="*/ 2188775 w 13158799"/>
              <a:gd name="connsiteY46" fmla="*/ 8967470 h 9456078"/>
              <a:gd name="connsiteX47" fmla="*/ 2232770 w 13158799"/>
              <a:gd name="connsiteY47" fmla="*/ 8946542 h 9456078"/>
              <a:gd name="connsiteX48" fmla="*/ 2276564 w 13158799"/>
              <a:gd name="connsiteY48" fmla="*/ 8925199 h 9456078"/>
              <a:gd name="connsiteX49" fmla="*/ 2320154 w 13158799"/>
              <a:gd name="connsiteY49" fmla="*/ 8903443 h 9456078"/>
              <a:gd name="connsiteX50" fmla="*/ 2363538 w 13158799"/>
              <a:gd name="connsiteY50" fmla="*/ 8881275 h 9456078"/>
              <a:gd name="connsiteX51" fmla="*/ 2406711 w 13158799"/>
              <a:gd name="connsiteY51" fmla="*/ 8858697 h 9456078"/>
              <a:gd name="connsiteX52" fmla="*/ 2449672 w 13158799"/>
              <a:gd name="connsiteY52" fmla="*/ 8835710 h 9456078"/>
              <a:gd name="connsiteX53" fmla="*/ 2492417 w 13158799"/>
              <a:gd name="connsiteY53" fmla="*/ 8812316 h 9456078"/>
              <a:gd name="connsiteX54" fmla="*/ 2534943 w 13158799"/>
              <a:gd name="connsiteY54" fmla="*/ 8788516 h 9456078"/>
              <a:gd name="connsiteX55" fmla="*/ 2577247 w 13158799"/>
              <a:gd name="connsiteY55" fmla="*/ 8764311 h 9456078"/>
              <a:gd name="connsiteX56" fmla="*/ 2619326 w 13158799"/>
              <a:gd name="connsiteY56" fmla="*/ 8739704 h 9456078"/>
              <a:gd name="connsiteX57" fmla="*/ 2661177 w 13158799"/>
              <a:gd name="connsiteY57" fmla="*/ 8714695 h 9456078"/>
              <a:gd name="connsiteX58" fmla="*/ 2702797 w 13158799"/>
              <a:gd name="connsiteY58" fmla="*/ 8689286 h 9456078"/>
              <a:gd name="connsiteX59" fmla="*/ 2744183 w 13158799"/>
              <a:gd name="connsiteY59" fmla="*/ 8663479 h 9456078"/>
              <a:gd name="connsiteX60" fmla="*/ 2785333 w 13158799"/>
              <a:gd name="connsiteY60" fmla="*/ 8637274 h 9456078"/>
              <a:gd name="connsiteX61" fmla="*/ 2826242 w 13158799"/>
              <a:gd name="connsiteY61" fmla="*/ 8610675 h 9456078"/>
              <a:gd name="connsiteX62" fmla="*/ 2866908 w 13158799"/>
              <a:gd name="connsiteY62" fmla="*/ 8583681 h 9456078"/>
              <a:gd name="connsiteX63" fmla="*/ 2907329 w 13158799"/>
              <a:gd name="connsiteY63" fmla="*/ 8556295 h 9456078"/>
              <a:gd name="connsiteX64" fmla="*/ 2947500 w 13158799"/>
              <a:gd name="connsiteY64" fmla="*/ 8528517 h 9456078"/>
              <a:gd name="connsiteX65" fmla="*/ 2987419 w 13158799"/>
              <a:gd name="connsiteY65" fmla="*/ 8500351 h 9456078"/>
              <a:gd name="connsiteX66" fmla="*/ 3027083 w 13158799"/>
              <a:gd name="connsiteY66" fmla="*/ 8471796 h 9456078"/>
              <a:gd name="connsiteX67" fmla="*/ 3066489 w 13158799"/>
              <a:gd name="connsiteY67" fmla="*/ 8442854 h 9456078"/>
              <a:gd name="connsiteX68" fmla="*/ 3105634 w 13158799"/>
              <a:gd name="connsiteY68" fmla="*/ 8413528 h 9456078"/>
              <a:gd name="connsiteX69" fmla="*/ 3144515 w 13158799"/>
              <a:gd name="connsiteY69" fmla="*/ 8383818 h 9456078"/>
              <a:gd name="connsiteX70" fmla="*/ 3183129 w 13158799"/>
              <a:gd name="connsiteY70" fmla="*/ 8353726 h 9456078"/>
              <a:gd name="connsiteX71" fmla="*/ 3221473 w 13158799"/>
              <a:gd name="connsiteY71" fmla="*/ 8323253 h 9456078"/>
              <a:gd name="connsiteX72" fmla="*/ 3259544 w 13158799"/>
              <a:gd name="connsiteY72" fmla="*/ 8292401 h 9456078"/>
              <a:gd name="connsiteX73" fmla="*/ 3297339 w 13158799"/>
              <a:gd name="connsiteY73" fmla="*/ 8261172 h 9456078"/>
              <a:gd name="connsiteX74" fmla="*/ 3334854 w 13158799"/>
              <a:gd name="connsiteY74" fmla="*/ 8229566 h 9456078"/>
              <a:gd name="connsiteX75" fmla="*/ 3372087 w 13158799"/>
              <a:gd name="connsiteY75" fmla="*/ 8197585 h 9456078"/>
              <a:gd name="connsiteX76" fmla="*/ 3409035 w 13158799"/>
              <a:gd name="connsiteY76" fmla="*/ 8165232 h 9456078"/>
              <a:gd name="connsiteX77" fmla="*/ 3445695 w 13158799"/>
              <a:gd name="connsiteY77" fmla="*/ 8132507 h 9456078"/>
              <a:gd name="connsiteX78" fmla="*/ 3482064 w 13158799"/>
              <a:gd name="connsiteY78" fmla="*/ 8099411 h 9456078"/>
              <a:gd name="connsiteX79" fmla="*/ 3518139 w 13158799"/>
              <a:gd name="connsiteY79" fmla="*/ 8065947 h 9456078"/>
              <a:gd name="connsiteX80" fmla="*/ 3553916 w 13158799"/>
              <a:gd name="connsiteY80" fmla="*/ 8032115 h 9456078"/>
              <a:gd name="connsiteX81" fmla="*/ 3589393 w 13158799"/>
              <a:gd name="connsiteY81" fmla="*/ 7997918 h 9456078"/>
              <a:gd name="connsiteX82" fmla="*/ 3624567 w 13158799"/>
              <a:gd name="connsiteY82" fmla="*/ 7963356 h 9456078"/>
              <a:gd name="connsiteX83" fmla="*/ 3659435 w 13158799"/>
              <a:gd name="connsiteY83" fmla="*/ 7928432 h 9456078"/>
              <a:gd name="connsiteX84" fmla="*/ 3693994 w 13158799"/>
              <a:gd name="connsiteY84" fmla="*/ 7893146 h 9456078"/>
              <a:gd name="connsiteX85" fmla="*/ 3728240 w 13158799"/>
              <a:gd name="connsiteY85" fmla="*/ 7857501 h 9456078"/>
              <a:gd name="connsiteX86" fmla="*/ 3762171 w 13158799"/>
              <a:gd name="connsiteY86" fmla="*/ 7821497 h 9456078"/>
              <a:gd name="connsiteX87" fmla="*/ 3795783 w 13158799"/>
              <a:gd name="connsiteY87" fmla="*/ 7785136 h 9456078"/>
              <a:gd name="connsiteX88" fmla="*/ 3829075 w 13158799"/>
              <a:gd name="connsiteY88" fmla="*/ 7748420 h 9456078"/>
              <a:gd name="connsiteX89" fmla="*/ 3862042 w 13158799"/>
              <a:gd name="connsiteY89" fmla="*/ 7711350 h 9456078"/>
              <a:gd name="connsiteX90" fmla="*/ 3894682 w 13158799"/>
              <a:gd name="connsiteY90" fmla="*/ 7673928 h 9456078"/>
              <a:gd name="connsiteX91" fmla="*/ 3926991 w 13158799"/>
              <a:gd name="connsiteY91" fmla="*/ 7636155 h 9456078"/>
              <a:gd name="connsiteX92" fmla="*/ 3958967 w 13158799"/>
              <a:gd name="connsiteY92" fmla="*/ 7598032 h 9456078"/>
              <a:gd name="connsiteX93" fmla="*/ 3990607 w 13158799"/>
              <a:gd name="connsiteY93" fmla="*/ 7559561 h 9456078"/>
              <a:gd name="connsiteX94" fmla="*/ 4021907 w 13158799"/>
              <a:gd name="connsiteY94" fmla="*/ 7520744 h 9456078"/>
              <a:gd name="connsiteX95" fmla="*/ 4052865 w 13158799"/>
              <a:gd name="connsiteY95" fmla="*/ 7481582 h 9456078"/>
              <a:gd name="connsiteX96" fmla="*/ 4083478 w 13158799"/>
              <a:gd name="connsiteY96" fmla="*/ 7442077 h 9456078"/>
              <a:gd name="connsiteX97" fmla="*/ 8022311 w 13158799"/>
              <a:gd name="connsiteY97" fmla="*/ 2307814 h 9456078"/>
              <a:gd name="connsiteX98" fmla="*/ 8052902 w 13158799"/>
              <a:gd name="connsiteY98" fmla="*/ 2268285 h 9456078"/>
              <a:gd name="connsiteX99" fmla="*/ 8083796 w 13158799"/>
              <a:gd name="connsiteY99" fmla="*/ 2229056 h 9456078"/>
              <a:gd name="connsiteX100" fmla="*/ 8114989 w 13158799"/>
              <a:gd name="connsiteY100" fmla="*/ 2190127 h 9456078"/>
              <a:gd name="connsiteX101" fmla="*/ 8146479 w 13158799"/>
              <a:gd name="connsiteY101" fmla="*/ 2151500 h 9456078"/>
              <a:gd name="connsiteX102" fmla="*/ 8178264 w 13158799"/>
              <a:gd name="connsiteY102" fmla="*/ 2113176 h 9456078"/>
              <a:gd name="connsiteX103" fmla="*/ 8210341 w 13158799"/>
              <a:gd name="connsiteY103" fmla="*/ 2075157 h 9456078"/>
              <a:gd name="connsiteX104" fmla="*/ 8242709 w 13158799"/>
              <a:gd name="connsiteY104" fmla="*/ 2037442 h 9456078"/>
              <a:gd name="connsiteX105" fmla="*/ 8275365 w 13158799"/>
              <a:gd name="connsiteY105" fmla="*/ 2000034 h 9456078"/>
              <a:gd name="connsiteX106" fmla="*/ 8308307 w 13158799"/>
              <a:gd name="connsiteY106" fmla="*/ 1962934 h 9456078"/>
              <a:gd name="connsiteX107" fmla="*/ 8341532 w 13158799"/>
              <a:gd name="connsiteY107" fmla="*/ 1926142 h 9456078"/>
              <a:gd name="connsiteX108" fmla="*/ 8375038 w 13158799"/>
              <a:gd name="connsiteY108" fmla="*/ 1889660 h 9456078"/>
              <a:gd name="connsiteX109" fmla="*/ 8408823 w 13158799"/>
              <a:gd name="connsiteY109" fmla="*/ 1853489 h 9456078"/>
              <a:gd name="connsiteX110" fmla="*/ 8442885 w 13158799"/>
              <a:gd name="connsiteY110" fmla="*/ 1817630 h 9456078"/>
              <a:gd name="connsiteX111" fmla="*/ 8477221 w 13158799"/>
              <a:gd name="connsiteY111" fmla="*/ 1782084 h 9456078"/>
              <a:gd name="connsiteX112" fmla="*/ 8511829 w 13158799"/>
              <a:gd name="connsiteY112" fmla="*/ 1746853 h 9456078"/>
              <a:gd name="connsiteX113" fmla="*/ 8546706 w 13158799"/>
              <a:gd name="connsiteY113" fmla="*/ 1711937 h 9456078"/>
              <a:gd name="connsiteX114" fmla="*/ 8581851 w 13158799"/>
              <a:gd name="connsiteY114" fmla="*/ 1677337 h 9456078"/>
              <a:gd name="connsiteX115" fmla="*/ 8617261 w 13158799"/>
              <a:gd name="connsiteY115" fmla="*/ 1643056 h 9456078"/>
              <a:gd name="connsiteX116" fmla="*/ 8652934 w 13158799"/>
              <a:gd name="connsiteY116" fmla="*/ 1609093 h 9456078"/>
              <a:gd name="connsiteX117" fmla="*/ 8688867 w 13158799"/>
              <a:gd name="connsiteY117" fmla="*/ 1575450 h 9456078"/>
              <a:gd name="connsiteX118" fmla="*/ 8725058 w 13158799"/>
              <a:gd name="connsiteY118" fmla="*/ 1542128 h 9456078"/>
              <a:gd name="connsiteX119" fmla="*/ 8761506 w 13158799"/>
              <a:gd name="connsiteY119" fmla="*/ 1509129 h 9456078"/>
              <a:gd name="connsiteX120" fmla="*/ 8798207 w 13158799"/>
              <a:gd name="connsiteY120" fmla="*/ 1476452 h 9456078"/>
              <a:gd name="connsiteX121" fmla="*/ 8835159 w 13158799"/>
              <a:gd name="connsiteY121" fmla="*/ 1444101 h 9456078"/>
              <a:gd name="connsiteX122" fmla="*/ 8872360 w 13158799"/>
              <a:gd name="connsiteY122" fmla="*/ 1412075 h 9456078"/>
              <a:gd name="connsiteX123" fmla="*/ 8909808 w 13158799"/>
              <a:gd name="connsiteY123" fmla="*/ 1380375 h 9456078"/>
              <a:gd name="connsiteX124" fmla="*/ 8947501 w 13158799"/>
              <a:gd name="connsiteY124" fmla="*/ 1349004 h 9456078"/>
              <a:gd name="connsiteX125" fmla="*/ 8985435 w 13158799"/>
              <a:gd name="connsiteY125" fmla="*/ 1317962 h 9456078"/>
              <a:gd name="connsiteX126" fmla="*/ 9023610 w 13158799"/>
              <a:gd name="connsiteY126" fmla="*/ 1287250 h 9456078"/>
              <a:gd name="connsiteX127" fmla="*/ 9062022 w 13158799"/>
              <a:gd name="connsiteY127" fmla="*/ 1256869 h 9456078"/>
              <a:gd name="connsiteX128" fmla="*/ 9100669 w 13158799"/>
              <a:gd name="connsiteY128" fmla="*/ 1226820 h 9456078"/>
              <a:gd name="connsiteX129" fmla="*/ 9139549 w 13158799"/>
              <a:gd name="connsiteY129" fmla="*/ 1197105 h 9456078"/>
              <a:gd name="connsiteX130" fmla="*/ 9178660 w 13158799"/>
              <a:gd name="connsiteY130" fmla="*/ 1167725 h 9456078"/>
              <a:gd name="connsiteX131" fmla="*/ 9217999 w 13158799"/>
              <a:gd name="connsiteY131" fmla="*/ 1138681 h 9456078"/>
              <a:gd name="connsiteX132" fmla="*/ 9257564 w 13158799"/>
              <a:gd name="connsiteY132" fmla="*/ 1109974 h 9456078"/>
              <a:gd name="connsiteX133" fmla="*/ 9297353 w 13158799"/>
              <a:gd name="connsiteY133" fmla="*/ 1081604 h 9456078"/>
              <a:gd name="connsiteX134" fmla="*/ 9337364 w 13158799"/>
              <a:gd name="connsiteY134" fmla="*/ 1053574 h 9456078"/>
              <a:gd name="connsiteX135" fmla="*/ 9377594 w 13158799"/>
              <a:gd name="connsiteY135" fmla="*/ 1025884 h 9456078"/>
              <a:gd name="connsiteX136" fmla="*/ 9418040 w 13158799"/>
              <a:gd name="connsiteY136" fmla="*/ 998536 h 9456078"/>
              <a:gd name="connsiteX137" fmla="*/ 9458702 w 13158799"/>
              <a:gd name="connsiteY137" fmla="*/ 971530 h 9456078"/>
              <a:gd name="connsiteX138" fmla="*/ 9499575 w 13158799"/>
              <a:gd name="connsiteY138" fmla="*/ 944868 h 9456078"/>
              <a:gd name="connsiteX139" fmla="*/ 9540659 w 13158799"/>
              <a:gd name="connsiteY139" fmla="*/ 918551 h 9456078"/>
              <a:gd name="connsiteX140" fmla="*/ 9581950 w 13158799"/>
              <a:gd name="connsiteY140" fmla="*/ 892580 h 9456078"/>
              <a:gd name="connsiteX141" fmla="*/ 9623447 w 13158799"/>
              <a:gd name="connsiteY141" fmla="*/ 866956 h 9456078"/>
              <a:gd name="connsiteX142" fmla="*/ 9665147 w 13158799"/>
              <a:gd name="connsiteY142" fmla="*/ 841681 h 9456078"/>
              <a:gd name="connsiteX143" fmla="*/ 9707048 w 13158799"/>
              <a:gd name="connsiteY143" fmla="*/ 816754 h 9456078"/>
              <a:gd name="connsiteX144" fmla="*/ 9749147 w 13158799"/>
              <a:gd name="connsiteY144" fmla="*/ 792179 h 9456078"/>
              <a:gd name="connsiteX145" fmla="*/ 9791443 w 13158799"/>
              <a:gd name="connsiteY145" fmla="*/ 767955 h 9456078"/>
              <a:gd name="connsiteX146" fmla="*/ 9833932 w 13158799"/>
              <a:gd name="connsiteY146" fmla="*/ 744083 h 9456078"/>
              <a:gd name="connsiteX147" fmla="*/ 9876613 w 13158799"/>
              <a:gd name="connsiteY147" fmla="*/ 720566 h 9456078"/>
              <a:gd name="connsiteX148" fmla="*/ 9919484 w 13158799"/>
              <a:gd name="connsiteY148" fmla="*/ 697404 h 9456078"/>
              <a:gd name="connsiteX149" fmla="*/ 9962542 w 13158799"/>
              <a:gd name="connsiteY149" fmla="*/ 674598 h 9456078"/>
              <a:gd name="connsiteX150" fmla="*/ 10005784 w 13158799"/>
              <a:gd name="connsiteY150" fmla="*/ 652149 h 9456078"/>
              <a:gd name="connsiteX151" fmla="*/ 10049209 w 13158799"/>
              <a:gd name="connsiteY151" fmla="*/ 630059 h 9456078"/>
              <a:gd name="connsiteX152" fmla="*/ 10092814 w 13158799"/>
              <a:gd name="connsiteY152" fmla="*/ 608328 h 9456078"/>
              <a:gd name="connsiteX153" fmla="*/ 10136597 w 13158799"/>
              <a:gd name="connsiteY153" fmla="*/ 586958 h 9456078"/>
              <a:gd name="connsiteX154" fmla="*/ 10180556 w 13158799"/>
              <a:gd name="connsiteY154" fmla="*/ 565950 h 9456078"/>
              <a:gd name="connsiteX155" fmla="*/ 10224688 w 13158799"/>
              <a:gd name="connsiteY155" fmla="*/ 545304 h 9456078"/>
              <a:gd name="connsiteX156" fmla="*/ 10268991 w 13158799"/>
              <a:gd name="connsiteY156" fmla="*/ 525023 h 9456078"/>
              <a:gd name="connsiteX157" fmla="*/ 10313463 w 13158799"/>
              <a:gd name="connsiteY157" fmla="*/ 505107 h 9456078"/>
              <a:gd name="connsiteX158" fmla="*/ 10358101 w 13158799"/>
              <a:gd name="connsiteY158" fmla="*/ 485558 h 9456078"/>
              <a:gd name="connsiteX159" fmla="*/ 10402903 w 13158799"/>
              <a:gd name="connsiteY159" fmla="*/ 466376 h 9456078"/>
              <a:gd name="connsiteX160" fmla="*/ 10447868 w 13158799"/>
              <a:gd name="connsiteY160" fmla="*/ 447563 h 9456078"/>
              <a:gd name="connsiteX161" fmla="*/ 10492991 w 13158799"/>
              <a:gd name="connsiteY161" fmla="*/ 429119 h 9456078"/>
              <a:gd name="connsiteX162" fmla="*/ 10538272 w 13158799"/>
              <a:gd name="connsiteY162" fmla="*/ 411046 h 9456078"/>
              <a:gd name="connsiteX163" fmla="*/ 10583708 w 13158799"/>
              <a:gd name="connsiteY163" fmla="*/ 393346 h 9456078"/>
              <a:gd name="connsiteX164" fmla="*/ 10629297 w 13158799"/>
              <a:gd name="connsiteY164" fmla="*/ 376018 h 9456078"/>
              <a:gd name="connsiteX165" fmla="*/ 10675036 w 13158799"/>
              <a:gd name="connsiteY165" fmla="*/ 359065 h 9456078"/>
              <a:gd name="connsiteX166" fmla="*/ 10720923 w 13158799"/>
              <a:gd name="connsiteY166" fmla="*/ 342487 h 9456078"/>
              <a:gd name="connsiteX167" fmla="*/ 10766956 w 13158799"/>
              <a:gd name="connsiteY167" fmla="*/ 326286 h 9456078"/>
              <a:gd name="connsiteX168" fmla="*/ 10813132 w 13158799"/>
              <a:gd name="connsiteY168" fmla="*/ 310462 h 9456078"/>
              <a:gd name="connsiteX169" fmla="*/ 10859450 w 13158799"/>
              <a:gd name="connsiteY169" fmla="*/ 295018 h 9456078"/>
              <a:gd name="connsiteX170" fmla="*/ 10905907 w 13158799"/>
              <a:gd name="connsiteY170" fmla="*/ 279953 h 9456078"/>
              <a:gd name="connsiteX171" fmla="*/ 10952500 w 13158799"/>
              <a:gd name="connsiteY171" fmla="*/ 265269 h 9456078"/>
              <a:gd name="connsiteX172" fmla="*/ 10999227 w 13158799"/>
              <a:gd name="connsiteY172" fmla="*/ 250968 h 9456078"/>
              <a:gd name="connsiteX173" fmla="*/ 11046087 w 13158799"/>
              <a:gd name="connsiteY173" fmla="*/ 237049 h 9456078"/>
              <a:gd name="connsiteX174" fmla="*/ 11093076 w 13158799"/>
              <a:gd name="connsiteY174" fmla="*/ 223516 h 9456078"/>
              <a:gd name="connsiteX175" fmla="*/ 11140193 w 13158799"/>
              <a:gd name="connsiteY175" fmla="*/ 210368 h 9456078"/>
              <a:gd name="connsiteX176" fmla="*/ 11187434 w 13158799"/>
              <a:gd name="connsiteY176" fmla="*/ 197606 h 9456078"/>
              <a:gd name="connsiteX177" fmla="*/ 11234799 w 13158799"/>
              <a:gd name="connsiteY177" fmla="*/ 185233 h 9456078"/>
              <a:gd name="connsiteX178" fmla="*/ 11282284 w 13158799"/>
              <a:gd name="connsiteY178" fmla="*/ 173248 h 9456078"/>
              <a:gd name="connsiteX179" fmla="*/ 11329888 w 13158799"/>
              <a:gd name="connsiteY179" fmla="*/ 161654 h 9456078"/>
              <a:gd name="connsiteX180" fmla="*/ 11377607 w 13158799"/>
              <a:gd name="connsiteY180" fmla="*/ 150451 h 9456078"/>
              <a:gd name="connsiteX181" fmla="*/ 11425440 w 13158799"/>
              <a:gd name="connsiteY181" fmla="*/ 139640 h 9456078"/>
              <a:gd name="connsiteX182" fmla="*/ 11473385 w 13158799"/>
              <a:gd name="connsiteY182" fmla="*/ 129223 h 9456078"/>
              <a:gd name="connsiteX183" fmla="*/ 11521439 w 13158799"/>
              <a:gd name="connsiteY183" fmla="*/ 119201 h 9456078"/>
              <a:gd name="connsiteX184" fmla="*/ 11569599 w 13158799"/>
              <a:gd name="connsiteY184" fmla="*/ 109574 h 9456078"/>
              <a:gd name="connsiteX185" fmla="*/ 11617864 w 13158799"/>
              <a:gd name="connsiteY185" fmla="*/ 100344 h 9456078"/>
              <a:gd name="connsiteX186" fmla="*/ 11666231 w 13158799"/>
              <a:gd name="connsiteY186" fmla="*/ 91512 h 9456078"/>
              <a:gd name="connsiteX187" fmla="*/ 11714698 w 13158799"/>
              <a:gd name="connsiteY187" fmla="*/ 83080 h 9456078"/>
              <a:gd name="connsiteX188" fmla="*/ 11763263 w 13158799"/>
              <a:gd name="connsiteY188" fmla="*/ 75047 h 9456078"/>
              <a:gd name="connsiteX189" fmla="*/ 11811923 w 13158799"/>
              <a:gd name="connsiteY189" fmla="*/ 67417 h 9456078"/>
              <a:gd name="connsiteX190" fmla="*/ 11860676 w 13158799"/>
              <a:gd name="connsiteY190" fmla="*/ 60188 h 9456078"/>
              <a:gd name="connsiteX191" fmla="*/ 11909519 w 13158799"/>
              <a:gd name="connsiteY191" fmla="*/ 53364 h 9456078"/>
              <a:gd name="connsiteX192" fmla="*/ 11958451 w 13158799"/>
              <a:gd name="connsiteY192" fmla="*/ 46944 h 9456078"/>
              <a:gd name="connsiteX193" fmla="*/ 12007470 w 13158799"/>
              <a:gd name="connsiteY193" fmla="*/ 40931 h 9456078"/>
              <a:gd name="connsiteX194" fmla="*/ 12056572 w 13158799"/>
              <a:gd name="connsiteY194" fmla="*/ 35324 h 9456078"/>
              <a:gd name="connsiteX195" fmla="*/ 12105756 w 13158799"/>
              <a:gd name="connsiteY195" fmla="*/ 30126 h 9456078"/>
              <a:gd name="connsiteX196" fmla="*/ 12155019 w 13158799"/>
              <a:gd name="connsiteY196" fmla="*/ 25337 h 9456078"/>
              <a:gd name="connsiteX197" fmla="*/ 12204359 w 13158799"/>
              <a:gd name="connsiteY197" fmla="*/ 20958 h 9456078"/>
              <a:gd name="connsiteX198" fmla="*/ 12253773 w 13158799"/>
              <a:gd name="connsiteY198" fmla="*/ 16991 h 9456078"/>
              <a:gd name="connsiteX199" fmla="*/ 12303260 w 13158799"/>
              <a:gd name="connsiteY199" fmla="*/ 13437 h 9456078"/>
              <a:gd name="connsiteX200" fmla="*/ 12352818 w 13158799"/>
              <a:gd name="connsiteY200" fmla="*/ 10297 h 9456078"/>
              <a:gd name="connsiteX201" fmla="*/ 12402443 w 13158799"/>
              <a:gd name="connsiteY201" fmla="*/ 7572 h 9456078"/>
              <a:gd name="connsiteX202" fmla="*/ 12452133 w 13158799"/>
              <a:gd name="connsiteY202" fmla="*/ 5263 h 9456078"/>
              <a:gd name="connsiteX203" fmla="*/ 12501887 w 13158799"/>
              <a:gd name="connsiteY203" fmla="*/ 3371 h 9456078"/>
              <a:gd name="connsiteX204" fmla="*/ 12551701 w 13158799"/>
              <a:gd name="connsiteY204" fmla="*/ 1898 h 9456078"/>
              <a:gd name="connsiteX205" fmla="*/ 12601574 w 13158799"/>
              <a:gd name="connsiteY205" fmla="*/ 844 h 9456078"/>
              <a:gd name="connsiteX206" fmla="*/ 12651504 w 13158799"/>
              <a:gd name="connsiteY206" fmla="*/ 211 h 9456078"/>
              <a:gd name="connsiteX207" fmla="*/ 12701487 w 13158799"/>
              <a:gd name="connsiteY207" fmla="*/ 0 h 9456078"/>
              <a:gd name="connsiteX208" fmla="*/ 13158798 w 13158799"/>
              <a:gd name="connsiteY208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28389 w 13158797"/>
              <a:gd name="connsiteY22" fmla="*/ 9330914 h 9456078"/>
              <a:gd name="connsiteX23" fmla="*/ 1176172 w 13158797"/>
              <a:gd name="connsiteY23" fmla="*/ 9319936 h 9456078"/>
              <a:gd name="connsiteX24" fmla="*/ 1223823 w 13158797"/>
              <a:gd name="connsiteY24" fmla="*/ 9308509 h 9456078"/>
              <a:gd name="connsiteX25" fmla="*/ 1271339 w 13158797"/>
              <a:gd name="connsiteY25" fmla="*/ 9296635 h 9456078"/>
              <a:gd name="connsiteX26" fmla="*/ 1318719 w 13158797"/>
              <a:gd name="connsiteY26" fmla="*/ 9284315 h 9456078"/>
              <a:gd name="connsiteX27" fmla="*/ 1365957 w 13158797"/>
              <a:gd name="connsiteY27" fmla="*/ 9271550 h 9456078"/>
              <a:gd name="connsiteX28" fmla="*/ 1413052 w 13158797"/>
              <a:gd name="connsiteY28" fmla="*/ 9258342 h 9456078"/>
              <a:gd name="connsiteX29" fmla="*/ 1460000 w 13158797"/>
              <a:gd name="connsiteY29" fmla="*/ 9244693 h 9456078"/>
              <a:gd name="connsiteX30" fmla="*/ 1506799 w 13158797"/>
              <a:gd name="connsiteY30" fmla="*/ 9230604 h 9456078"/>
              <a:gd name="connsiteX31" fmla="*/ 1553445 w 13158797"/>
              <a:gd name="connsiteY31" fmla="*/ 9216076 h 9456078"/>
              <a:gd name="connsiteX32" fmla="*/ 1599935 w 13158797"/>
              <a:gd name="connsiteY32" fmla="*/ 9201111 h 9456078"/>
              <a:gd name="connsiteX33" fmla="*/ 1646267 w 13158797"/>
              <a:gd name="connsiteY33" fmla="*/ 9185710 h 9456078"/>
              <a:gd name="connsiteX34" fmla="*/ 1692437 w 13158797"/>
              <a:gd name="connsiteY34" fmla="*/ 9169876 h 9456078"/>
              <a:gd name="connsiteX35" fmla="*/ 1738442 w 13158797"/>
              <a:gd name="connsiteY35" fmla="*/ 9153608 h 9456078"/>
              <a:gd name="connsiteX36" fmla="*/ 1784280 w 13158797"/>
              <a:gd name="connsiteY36" fmla="*/ 9136910 h 9456078"/>
              <a:gd name="connsiteX37" fmla="*/ 1829947 w 13158797"/>
              <a:gd name="connsiteY37" fmla="*/ 9119782 h 9456078"/>
              <a:gd name="connsiteX38" fmla="*/ 1875440 w 13158797"/>
              <a:gd name="connsiteY38" fmla="*/ 9102226 h 9456078"/>
              <a:gd name="connsiteX39" fmla="*/ 1920756 w 13158797"/>
              <a:gd name="connsiteY39" fmla="*/ 9084243 h 9456078"/>
              <a:gd name="connsiteX40" fmla="*/ 1965893 w 13158797"/>
              <a:gd name="connsiteY40" fmla="*/ 9065835 h 9456078"/>
              <a:gd name="connsiteX41" fmla="*/ 2010847 w 13158797"/>
              <a:gd name="connsiteY41" fmla="*/ 9047004 h 9456078"/>
              <a:gd name="connsiteX42" fmla="*/ 2055615 w 13158797"/>
              <a:gd name="connsiteY42" fmla="*/ 9027750 h 9456078"/>
              <a:gd name="connsiteX43" fmla="*/ 2100195 w 13158797"/>
              <a:gd name="connsiteY43" fmla="*/ 9008075 h 9456078"/>
              <a:gd name="connsiteX44" fmla="*/ 2144582 w 13158797"/>
              <a:gd name="connsiteY44" fmla="*/ 8987981 h 9456078"/>
              <a:gd name="connsiteX45" fmla="*/ 2188775 w 13158797"/>
              <a:gd name="connsiteY45" fmla="*/ 8967470 h 9456078"/>
              <a:gd name="connsiteX46" fmla="*/ 2232770 w 13158797"/>
              <a:gd name="connsiteY46" fmla="*/ 8946542 h 9456078"/>
              <a:gd name="connsiteX47" fmla="*/ 2276564 w 13158797"/>
              <a:gd name="connsiteY47" fmla="*/ 8925199 h 9456078"/>
              <a:gd name="connsiteX48" fmla="*/ 2320154 w 13158797"/>
              <a:gd name="connsiteY48" fmla="*/ 8903443 h 9456078"/>
              <a:gd name="connsiteX49" fmla="*/ 2363538 w 13158797"/>
              <a:gd name="connsiteY49" fmla="*/ 8881275 h 9456078"/>
              <a:gd name="connsiteX50" fmla="*/ 2406711 w 13158797"/>
              <a:gd name="connsiteY50" fmla="*/ 8858697 h 9456078"/>
              <a:gd name="connsiteX51" fmla="*/ 2449672 w 13158797"/>
              <a:gd name="connsiteY51" fmla="*/ 8835710 h 9456078"/>
              <a:gd name="connsiteX52" fmla="*/ 2492417 w 13158797"/>
              <a:gd name="connsiteY52" fmla="*/ 8812316 h 9456078"/>
              <a:gd name="connsiteX53" fmla="*/ 2534943 w 13158797"/>
              <a:gd name="connsiteY53" fmla="*/ 8788516 h 9456078"/>
              <a:gd name="connsiteX54" fmla="*/ 2577247 w 13158797"/>
              <a:gd name="connsiteY54" fmla="*/ 8764311 h 9456078"/>
              <a:gd name="connsiteX55" fmla="*/ 2619326 w 13158797"/>
              <a:gd name="connsiteY55" fmla="*/ 8739704 h 9456078"/>
              <a:gd name="connsiteX56" fmla="*/ 2661177 w 13158797"/>
              <a:gd name="connsiteY56" fmla="*/ 8714695 h 9456078"/>
              <a:gd name="connsiteX57" fmla="*/ 2702797 w 13158797"/>
              <a:gd name="connsiteY57" fmla="*/ 8689286 h 9456078"/>
              <a:gd name="connsiteX58" fmla="*/ 2744183 w 13158797"/>
              <a:gd name="connsiteY58" fmla="*/ 8663479 h 9456078"/>
              <a:gd name="connsiteX59" fmla="*/ 2785333 w 13158797"/>
              <a:gd name="connsiteY59" fmla="*/ 8637274 h 9456078"/>
              <a:gd name="connsiteX60" fmla="*/ 2826242 w 13158797"/>
              <a:gd name="connsiteY60" fmla="*/ 8610675 h 9456078"/>
              <a:gd name="connsiteX61" fmla="*/ 2866908 w 13158797"/>
              <a:gd name="connsiteY61" fmla="*/ 8583681 h 9456078"/>
              <a:gd name="connsiteX62" fmla="*/ 2907329 w 13158797"/>
              <a:gd name="connsiteY62" fmla="*/ 8556295 h 9456078"/>
              <a:gd name="connsiteX63" fmla="*/ 2947500 w 13158797"/>
              <a:gd name="connsiteY63" fmla="*/ 8528517 h 9456078"/>
              <a:gd name="connsiteX64" fmla="*/ 2987419 w 13158797"/>
              <a:gd name="connsiteY64" fmla="*/ 8500351 h 9456078"/>
              <a:gd name="connsiteX65" fmla="*/ 3027083 w 13158797"/>
              <a:gd name="connsiteY65" fmla="*/ 8471796 h 9456078"/>
              <a:gd name="connsiteX66" fmla="*/ 3066489 w 13158797"/>
              <a:gd name="connsiteY66" fmla="*/ 8442854 h 9456078"/>
              <a:gd name="connsiteX67" fmla="*/ 3105634 w 13158797"/>
              <a:gd name="connsiteY67" fmla="*/ 8413528 h 9456078"/>
              <a:gd name="connsiteX68" fmla="*/ 3144515 w 13158797"/>
              <a:gd name="connsiteY68" fmla="*/ 8383818 h 9456078"/>
              <a:gd name="connsiteX69" fmla="*/ 3183129 w 13158797"/>
              <a:gd name="connsiteY69" fmla="*/ 8353726 h 9456078"/>
              <a:gd name="connsiteX70" fmla="*/ 3221473 w 13158797"/>
              <a:gd name="connsiteY70" fmla="*/ 8323253 h 9456078"/>
              <a:gd name="connsiteX71" fmla="*/ 3259544 w 13158797"/>
              <a:gd name="connsiteY71" fmla="*/ 8292401 h 9456078"/>
              <a:gd name="connsiteX72" fmla="*/ 3297339 w 13158797"/>
              <a:gd name="connsiteY72" fmla="*/ 8261172 h 9456078"/>
              <a:gd name="connsiteX73" fmla="*/ 3334854 w 13158797"/>
              <a:gd name="connsiteY73" fmla="*/ 8229566 h 9456078"/>
              <a:gd name="connsiteX74" fmla="*/ 3372087 w 13158797"/>
              <a:gd name="connsiteY74" fmla="*/ 8197585 h 9456078"/>
              <a:gd name="connsiteX75" fmla="*/ 3409035 w 13158797"/>
              <a:gd name="connsiteY75" fmla="*/ 8165232 h 9456078"/>
              <a:gd name="connsiteX76" fmla="*/ 3445695 w 13158797"/>
              <a:gd name="connsiteY76" fmla="*/ 8132507 h 9456078"/>
              <a:gd name="connsiteX77" fmla="*/ 3482064 w 13158797"/>
              <a:gd name="connsiteY77" fmla="*/ 8099411 h 9456078"/>
              <a:gd name="connsiteX78" fmla="*/ 3518139 w 13158797"/>
              <a:gd name="connsiteY78" fmla="*/ 8065947 h 9456078"/>
              <a:gd name="connsiteX79" fmla="*/ 3553916 w 13158797"/>
              <a:gd name="connsiteY79" fmla="*/ 8032115 h 9456078"/>
              <a:gd name="connsiteX80" fmla="*/ 3589393 w 13158797"/>
              <a:gd name="connsiteY80" fmla="*/ 7997918 h 9456078"/>
              <a:gd name="connsiteX81" fmla="*/ 3624567 w 13158797"/>
              <a:gd name="connsiteY81" fmla="*/ 7963356 h 9456078"/>
              <a:gd name="connsiteX82" fmla="*/ 3659435 w 13158797"/>
              <a:gd name="connsiteY82" fmla="*/ 7928432 h 9456078"/>
              <a:gd name="connsiteX83" fmla="*/ 3693994 w 13158797"/>
              <a:gd name="connsiteY83" fmla="*/ 7893146 h 9456078"/>
              <a:gd name="connsiteX84" fmla="*/ 3728240 w 13158797"/>
              <a:gd name="connsiteY84" fmla="*/ 7857501 h 9456078"/>
              <a:gd name="connsiteX85" fmla="*/ 3762171 w 13158797"/>
              <a:gd name="connsiteY85" fmla="*/ 7821497 h 9456078"/>
              <a:gd name="connsiteX86" fmla="*/ 3795783 w 13158797"/>
              <a:gd name="connsiteY86" fmla="*/ 7785136 h 9456078"/>
              <a:gd name="connsiteX87" fmla="*/ 3829075 w 13158797"/>
              <a:gd name="connsiteY87" fmla="*/ 7748420 h 9456078"/>
              <a:gd name="connsiteX88" fmla="*/ 3862042 w 13158797"/>
              <a:gd name="connsiteY88" fmla="*/ 7711350 h 9456078"/>
              <a:gd name="connsiteX89" fmla="*/ 3894682 w 13158797"/>
              <a:gd name="connsiteY89" fmla="*/ 7673928 h 9456078"/>
              <a:gd name="connsiteX90" fmla="*/ 3926991 w 13158797"/>
              <a:gd name="connsiteY90" fmla="*/ 7636155 h 9456078"/>
              <a:gd name="connsiteX91" fmla="*/ 3958967 w 13158797"/>
              <a:gd name="connsiteY91" fmla="*/ 7598032 h 9456078"/>
              <a:gd name="connsiteX92" fmla="*/ 3990607 w 13158797"/>
              <a:gd name="connsiteY92" fmla="*/ 7559561 h 9456078"/>
              <a:gd name="connsiteX93" fmla="*/ 4021907 w 13158797"/>
              <a:gd name="connsiteY93" fmla="*/ 7520744 h 9456078"/>
              <a:gd name="connsiteX94" fmla="*/ 4052865 w 13158797"/>
              <a:gd name="connsiteY94" fmla="*/ 7481582 h 9456078"/>
              <a:gd name="connsiteX95" fmla="*/ 4083478 w 13158797"/>
              <a:gd name="connsiteY95" fmla="*/ 7442077 h 9456078"/>
              <a:gd name="connsiteX96" fmla="*/ 8022311 w 13158797"/>
              <a:gd name="connsiteY96" fmla="*/ 2307814 h 9456078"/>
              <a:gd name="connsiteX97" fmla="*/ 8052902 w 13158797"/>
              <a:gd name="connsiteY97" fmla="*/ 2268285 h 9456078"/>
              <a:gd name="connsiteX98" fmla="*/ 8083796 w 13158797"/>
              <a:gd name="connsiteY98" fmla="*/ 2229056 h 9456078"/>
              <a:gd name="connsiteX99" fmla="*/ 8114989 w 13158797"/>
              <a:gd name="connsiteY99" fmla="*/ 2190127 h 9456078"/>
              <a:gd name="connsiteX100" fmla="*/ 8146479 w 13158797"/>
              <a:gd name="connsiteY100" fmla="*/ 2151500 h 9456078"/>
              <a:gd name="connsiteX101" fmla="*/ 8178264 w 13158797"/>
              <a:gd name="connsiteY101" fmla="*/ 2113176 h 9456078"/>
              <a:gd name="connsiteX102" fmla="*/ 8210341 w 13158797"/>
              <a:gd name="connsiteY102" fmla="*/ 2075157 h 9456078"/>
              <a:gd name="connsiteX103" fmla="*/ 8242709 w 13158797"/>
              <a:gd name="connsiteY103" fmla="*/ 2037442 h 9456078"/>
              <a:gd name="connsiteX104" fmla="*/ 8275365 w 13158797"/>
              <a:gd name="connsiteY104" fmla="*/ 2000034 h 9456078"/>
              <a:gd name="connsiteX105" fmla="*/ 8308307 w 13158797"/>
              <a:gd name="connsiteY105" fmla="*/ 1962934 h 9456078"/>
              <a:gd name="connsiteX106" fmla="*/ 8341532 w 13158797"/>
              <a:gd name="connsiteY106" fmla="*/ 1926142 h 9456078"/>
              <a:gd name="connsiteX107" fmla="*/ 8375038 w 13158797"/>
              <a:gd name="connsiteY107" fmla="*/ 1889660 h 9456078"/>
              <a:gd name="connsiteX108" fmla="*/ 8408823 w 13158797"/>
              <a:gd name="connsiteY108" fmla="*/ 1853489 h 9456078"/>
              <a:gd name="connsiteX109" fmla="*/ 8442885 w 13158797"/>
              <a:gd name="connsiteY109" fmla="*/ 1817630 h 9456078"/>
              <a:gd name="connsiteX110" fmla="*/ 8477221 w 13158797"/>
              <a:gd name="connsiteY110" fmla="*/ 1782084 h 9456078"/>
              <a:gd name="connsiteX111" fmla="*/ 8511829 w 13158797"/>
              <a:gd name="connsiteY111" fmla="*/ 1746853 h 9456078"/>
              <a:gd name="connsiteX112" fmla="*/ 8546706 w 13158797"/>
              <a:gd name="connsiteY112" fmla="*/ 1711937 h 9456078"/>
              <a:gd name="connsiteX113" fmla="*/ 8581851 w 13158797"/>
              <a:gd name="connsiteY113" fmla="*/ 1677337 h 9456078"/>
              <a:gd name="connsiteX114" fmla="*/ 8617261 w 13158797"/>
              <a:gd name="connsiteY114" fmla="*/ 1643056 h 9456078"/>
              <a:gd name="connsiteX115" fmla="*/ 8652934 w 13158797"/>
              <a:gd name="connsiteY115" fmla="*/ 1609093 h 9456078"/>
              <a:gd name="connsiteX116" fmla="*/ 8688867 w 13158797"/>
              <a:gd name="connsiteY116" fmla="*/ 1575450 h 9456078"/>
              <a:gd name="connsiteX117" fmla="*/ 8725058 w 13158797"/>
              <a:gd name="connsiteY117" fmla="*/ 1542128 h 9456078"/>
              <a:gd name="connsiteX118" fmla="*/ 8761506 w 13158797"/>
              <a:gd name="connsiteY118" fmla="*/ 1509129 h 9456078"/>
              <a:gd name="connsiteX119" fmla="*/ 8798207 w 13158797"/>
              <a:gd name="connsiteY119" fmla="*/ 1476452 h 9456078"/>
              <a:gd name="connsiteX120" fmla="*/ 8835159 w 13158797"/>
              <a:gd name="connsiteY120" fmla="*/ 1444101 h 9456078"/>
              <a:gd name="connsiteX121" fmla="*/ 8872360 w 13158797"/>
              <a:gd name="connsiteY121" fmla="*/ 1412075 h 9456078"/>
              <a:gd name="connsiteX122" fmla="*/ 8909808 w 13158797"/>
              <a:gd name="connsiteY122" fmla="*/ 1380375 h 9456078"/>
              <a:gd name="connsiteX123" fmla="*/ 8947501 w 13158797"/>
              <a:gd name="connsiteY123" fmla="*/ 1349004 h 9456078"/>
              <a:gd name="connsiteX124" fmla="*/ 8985435 w 13158797"/>
              <a:gd name="connsiteY124" fmla="*/ 1317962 h 9456078"/>
              <a:gd name="connsiteX125" fmla="*/ 9023610 w 13158797"/>
              <a:gd name="connsiteY125" fmla="*/ 1287250 h 9456078"/>
              <a:gd name="connsiteX126" fmla="*/ 9062022 w 13158797"/>
              <a:gd name="connsiteY126" fmla="*/ 1256869 h 9456078"/>
              <a:gd name="connsiteX127" fmla="*/ 9100669 w 13158797"/>
              <a:gd name="connsiteY127" fmla="*/ 1226820 h 9456078"/>
              <a:gd name="connsiteX128" fmla="*/ 9139549 w 13158797"/>
              <a:gd name="connsiteY128" fmla="*/ 1197105 h 9456078"/>
              <a:gd name="connsiteX129" fmla="*/ 9178660 w 13158797"/>
              <a:gd name="connsiteY129" fmla="*/ 1167725 h 9456078"/>
              <a:gd name="connsiteX130" fmla="*/ 9217999 w 13158797"/>
              <a:gd name="connsiteY130" fmla="*/ 1138681 h 9456078"/>
              <a:gd name="connsiteX131" fmla="*/ 9257564 w 13158797"/>
              <a:gd name="connsiteY131" fmla="*/ 1109974 h 9456078"/>
              <a:gd name="connsiteX132" fmla="*/ 9297353 w 13158797"/>
              <a:gd name="connsiteY132" fmla="*/ 1081604 h 9456078"/>
              <a:gd name="connsiteX133" fmla="*/ 9337364 w 13158797"/>
              <a:gd name="connsiteY133" fmla="*/ 1053574 h 9456078"/>
              <a:gd name="connsiteX134" fmla="*/ 9377594 w 13158797"/>
              <a:gd name="connsiteY134" fmla="*/ 1025884 h 9456078"/>
              <a:gd name="connsiteX135" fmla="*/ 9418040 w 13158797"/>
              <a:gd name="connsiteY135" fmla="*/ 998536 h 9456078"/>
              <a:gd name="connsiteX136" fmla="*/ 9458702 w 13158797"/>
              <a:gd name="connsiteY136" fmla="*/ 971530 h 9456078"/>
              <a:gd name="connsiteX137" fmla="*/ 9499575 w 13158797"/>
              <a:gd name="connsiteY137" fmla="*/ 944868 h 9456078"/>
              <a:gd name="connsiteX138" fmla="*/ 9540659 w 13158797"/>
              <a:gd name="connsiteY138" fmla="*/ 918551 h 9456078"/>
              <a:gd name="connsiteX139" fmla="*/ 9581950 w 13158797"/>
              <a:gd name="connsiteY139" fmla="*/ 892580 h 9456078"/>
              <a:gd name="connsiteX140" fmla="*/ 9623447 w 13158797"/>
              <a:gd name="connsiteY140" fmla="*/ 866956 h 9456078"/>
              <a:gd name="connsiteX141" fmla="*/ 9665147 w 13158797"/>
              <a:gd name="connsiteY141" fmla="*/ 841681 h 9456078"/>
              <a:gd name="connsiteX142" fmla="*/ 9707048 w 13158797"/>
              <a:gd name="connsiteY142" fmla="*/ 816754 h 9456078"/>
              <a:gd name="connsiteX143" fmla="*/ 9749147 w 13158797"/>
              <a:gd name="connsiteY143" fmla="*/ 792179 h 9456078"/>
              <a:gd name="connsiteX144" fmla="*/ 9791443 w 13158797"/>
              <a:gd name="connsiteY144" fmla="*/ 767955 h 9456078"/>
              <a:gd name="connsiteX145" fmla="*/ 9833932 w 13158797"/>
              <a:gd name="connsiteY145" fmla="*/ 744083 h 9456078"/>
              <a:gd name="connsiteX146" fmla="*/ 9876613 w 13158797"/>
              <a:gd name="connsiteY146" fmla="*/ 720566 h 9456078"/>
              <a:gd name="connsiteX147" fmla="*/ 9919484 w 13158797"/>
              <a:gd name="connsiteY147" fmla="*/ 697404 h 9456078"/>
              <a:gd name="connsiteX148" fmla="*/ 9962542 w 13158797"/>
              <a:gd name="connsiteY148" fmla="*/ 674598 h 9456078"/>
              <a:gd name="connsiteX149" fmla="*/ 10005784 w 13158797"/>
              <a:gd name="connsiteY149" fmla="*/ 652149 h 9456078"/>
              <a:gd name="connsiteX150" fmla="*/ 10049209 w 13158797"/>
              <a:gd name="connsiteY150" fmla="*/ 630059 h 9456078"/>
              <a:gd name="connsiteX151" fmla="*/ 10092814 w 13158797"/>
              <a:gd name="connsiteY151" fmla="*/ 608328 h 9456078"/>
              <a:gd name="connsiteX152" fmla="*/ 10136597 w 13158797"/>
              <a:gd name="connsiteY152" fmla="*/ 586958 h 9456078"/>
              <a:gd name="connsiteX153" fmla="*/ 10180556 w 13158797"/>
              <a:gd name="connsiteY153" fmla="*/ 565950 h 9456078"/>
              <a:gd name="connsiteX154" fmla="*/ 10224688 w 13158797"/>
              <a:gd name="connsiteY154" fmla="*/ 545304 h 9456078"/>
              <a:gd name="connsiteX155" fmla="*/ 10268991 w 13158797"/>
              <a:gd name="connsiteY155" fmla="*/ 525023 h 9456078"/>
              <a:gd name="connsiteX156" fmla="*/ 10313463 w 13158797"/>
              <a:gd name="connsiteY156" fmla="*/ 505107 h 9456078"/>
              <a:gd name="connsiteX157" fmla="*/ 10358101 w 13158797"/>
              <a:gd name="connsiteY157" fmla="*/ 485558 h 9456078"/>
              <a:gd name="connsiteX158" fmla="*/ 10402903 w 13158797"/>
              <a:gd name="connsiteY158" fmla="*/ 466376 h 9456078"/>
              <a:gd name="connsiteX159" fmla="*/ 10447868 w 13158797"/>
              <a:gd name="connsiteY159" fmla="*/ 447563 h 9456078"/>
              <a:gd name="connsiteX160" fmla="*/ 10492991 w 13158797"/>
              <a:gd name="connsiteY160" fmla="*/ 429119 h 9456078"/>
              <a:gd name="connsiteX161" fmla="*/ 10538272 w 13158797"/>
              <a:gd name="connsiteY161" fmla="*/ 411046 h 9456078"/>
              <a:gd name="connsiteX162" fmla="*/ 10583708 w 13158797"/>
              <a:gd name="connsiteY162" fmla="*/ 393346 h 9456078"/>
              <a:gd name="connsiteX163" fmla="*/ 10629297 w 13158797"/>
              <a:gd name="connsiteY163" fmla="*/ 376018 h 9456078"/>
              <a:gd name="connsiteX164" fmla="*/ 10675036 w 13158797"/>
              <a:gd name="connsiteY164" fmla="*/ 359065 h 9456078"/>
              <a:gd name="connsiteX165" fmla="*/ 10720923 w 13158797"/>
              <a:gd name="connsiteY165" fmla="*/ 342487 h 9456078"/>
              <a:gd name="connsiteX166" fmla="*/ 10766956 w 13158797"/>
              <a:gd name="connsiteY166" fmla="*/ 326286 h 9456078"/>
              <a:gd name="connsiteX167" fmla="*/ 10813132 w 13158797"/>
              <a:gd name="connsiteY167" fmla="*/ 310462 h 9456078"/>
              <a:gd name="connsiteX168" fmla="*/ 10859450 w 13158797"/>
              <a:gd name="connsiteY168" fmla="*/ 295018 h 9456078"/>
              <a:gd name="connsiteX169" fmla="*/ 10905907 w 13158797"/>
              <a:gd name="connsiteY169" fmla="*/ 279953 h 9456078"/>
              <a:gd name="connsiteX170" fmla="*/ 10952500 w 13158797"/>
              <a:gd name="connsiteY170" fmla="*/ 265269 h 9456078"/>
              <a:gd name="connsiteX171" fmla="*/ 10999227 w 13158797"/>
              <a:gd name="connsiteY171" fmla="*/ 250968 h 9456078"/>
              <a:gd name="connsiteX172" fmla="*/ 11046087 w 13158797"/>
              <a:gd name="connsiteY172" fmla="*/ 237049 h 9456078"/>
              <a:gd name="connsiteX173" fmla="*/ 11093076 w 13158797"/>
              <a:gd name="connsiteY173" fmla="*/ 223516 h 9456078"/>
              <a:gd name="connsiteX174" fmla="*/ 11140193 w 13158797"/>
              <a:gd name="connsiteY174" fmla="*/ 210368 h 9456078"/>
              <a:gd name="connsiteX175" fmla="*/ 11187434 w 13158797"/>
              <a:gd name="connsiteY175" fmla="*/ 197606 h 9456078"/>
              <a:gd name="connsiteX176" fmla="*/ 11234799 w 13158797"/>
              <a:gd name="connsiteY176" fmla="*/ 185233 h 9456078"/>
              <a:gd name="connsiteX177" fmla="*/ 11282284 w 13158797"/>
              <a:gd name="connsiteY177" fmla="*/ 173248 h 9456078"/>
              <a:gd name="connsiteX178" fmla="*/ 11329888 w 13158797"/>
              <a:gd name="connsiteY178" fmla="*/ 161654 h 9456078"/>
              <a:gd name="connsiteX179" fmla="*/ 11377607 w 13158797"/>
              <a:gd name="connsiteY179" fmla="*/ 150451 h 9456078"/>
              <a:gd name="connsiteX180" fmla="*/ 11425440 w 13158797"/>
              <a:gd name="connsiteY180" fmla="*/ 139640 h 9456078"/>
              <a:gd name="connsiteX181" fmla="*/ 11473385 w 13158797"/>
              <a:gd name="connsiteY181" fmla="*/ 129223 h 9456078"/>
              <a:gd name="connsiteX182" fmla="*/ 11521439 w 13158797"/>
              <a:gd name="connsiteY182" fmla="*/ 119201 h 9456078"/>
              <a:gd name="connsiteX183" fmla="*/ 11569599 w 13158797"/>
              <a:gd name="connsiteY183" fmla="*/ 109574 h 9456078"/>
              <a:gd name="connsiteX184" fmla="*/ 11617864 w 13158797"/>
              <a:gd name="connsiteY184" fmla="*/ 100344 h 9456078"/>
              <a:gd name="connsiteX185" fmla="*/ 11666231 w 13158797"/>
              <a:gd name="connsiteY185" fmla="*/ 91512 h 9456078"/>
              <a:gd name="connsiteX186" fmla="*/ 11714698 w 13158797"/>
              <a:gd name="connsiteY186" fmla="*/ 83080 h 9456078"/>
              <a:gd name="connsiteX187" fmla="*/ 11763263 w 13158797"/>
              <a:gd name="connsiteY187" fmla="*/ 75047 h 9456078"/>
              <a:gd name="connsiteX188" fmla="*/ 11811923 w 13158797"/>
              <a:gd name="connsiteY188" fmla="*/ 67417 h 9456078"/>
              <a:gd name="connsiteX189" fmla="*/ 11860676 w 13158797"/>
              <a:gd name="connsiteY189" fmla="*/ 60188 h 9456078"/>
              <a:gd name="connsiteX190" fmla="*/ 11909519 w 13158797"/>
              <a:gd name="connsiteY190" fmla="*/ 53364 h 9456078"/>
              <a:gd name="connsiteX191" fmla="*/ 11958451 w 13158797"/>
              <a:gd name="connsiteY191" fmla="*/ 46944 h 9456078"/>
              <a:gd name="connsiteX192" fmla="*/ 12007470 w 13158797"/>
              <a:gd name="connsiteY192" fmla="*/ 40931 h 9456078"/>
              <a:gd name="connsiteX193" fmla="*/ 12056572 w 13158797"/>
              <a:gd name="connsiteY193" fmla="*/ 35324 h 9456078"/>
              <a:gd name="connsiteX194" fmla="*/ 12105756 w 13158797"/>
              <a:gd name="connsiteY194" fmla="*/ 30126 h 9456078"/>
              <a:gd name="connsiteX195" fmla="*/ 12155019 w 13158797"/>
              <a:gd name="connsiteY195" fmla="*/ 25337 h 9456078"/>
              <a:gd name="connsiteX196" fmla="*/ 12204359 w 13158797"/>
              <a:gd name="connsiteY196" fmla="*/ 20958 h 9456078"/>
              <a:gd name="connsiteX197" fmla="*/ 12253773 w 13158797"/>
              <a:gd name="connsiteY197" fmla="*/ 16991 h 9456078"/>
              <a:gd name="connsiteX198" fmla="*/ 12303260 w 13158797"/>
              <a:gd name="connsiteY198" fmla="*/ 13437 h 9456078"/>
              <a:gd name="connsiteX199" fmla="*/ 12352818 w 13158797"/>
              <a:gd name="connsiteY199" fmla="*/ 10297 h 9456078"/>
              <a:gd name="connsiteX200" fmla="*/ 12402443 w 13158797"/>
              <a:gd name="connsiteY200" fmla="*/ 7572 h 9456078"/>
              <a:gd name="connsiteX201" fmla="*/ 12452133 w 13158797"/>
              <a:gd name="connsiteY201" fmla="*/ 5263 h 9456078"/>
              <a:gd name="connsiteX202" fmla="*/ 12501887 w 13158797"/>
              <a:gd name="connsiteY202" fmla="*/ 3371 h 9456078"/>
              <a:gd name="connsiteX203" fmla="*/ 12551701 w 13158797"/>
              <a:gd name="connsiteY203" fmla="*/ 1898 h 9456078"/>
              <a:gd name="connsiteX204" fmla="*/ 12601574 w 13158797"/>
              <a:gd name="connsiteY204" fmla="*/ 844 h 9456078"/>
              <a:gd name="connsiteX205" fmla="*/ 12651504 w 13158797"/>
              <a:gd name="connsiteY205" fmla="*/ 211 h 9456078"/>
              <a:gd name="connsiteX206" fmla="*/ 12701487 w 13158797"/>
              <a:gd name="connsiteY206" fmla="*/ 0 h 9456078"/>
              <a:gd name="connsiteX207" fmla="*/ 13158798 w 13158797"/>
              <a:gd name="connsiteY207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98870 w 13158799"/>
              <a:gd name="connsiteY5" fmla="*/ 9447409 h 9456078"/>
              <a:gd name="connsiteX6" fmla="*/ 348429 w 13158799"/>
              <a:gd name="connsiteY6" fmla="*/ 9444290 h 9456078"/>
              <a:gd name="connsiteX7" fmla="*/ 397907 w 13158799"/>
              <a:gd name="connsiteY7" fmla="*/ 9440698 h 9456078"/>
              <a:gd name="connsiteX8" fmla="*/ 447302 w 13158799"/>
              <a:gd name="connsiteY8" fmla="*/ 9436632 h 9456078"/>
              <a:gd name="connsiteX9" fmla="*/ 496610 w 13158799"/>
              <a:gd name="connsiteY9" fmla="*/ 9432096 h 9456078"/>
              <a:gd name="connsiteX10" fmla="*/ 545829 w 13158799"/>
              <a:gd name="connsiteY10" fmla="*/ 9427089 h 9456078"/>
              <a:gd name="connsiteX11" fmla="*/ 594956 w 13158799"/>
              <a:gd name="connsiteY11" fmla="*/ 9421615 h 9456078"/>
              <a:gd name="connsiteX12" fmla="*/ 643987 w 13158799"/>
              <a:gd name="connsiteY12" fmla="*/ 9415673 h 9456078"/>
              <a:gd name="connsiteX13" fmla="*/ 692920 w 13158799"/>
              <a:gd name="connsiteY13" fmla="*/ 9409267 h 9456078"/>
              <a:gd name="connsiteX14" fmla="*/ 741751 w 13158799"/>
              <a:gd name="connsiteY14" fmla="*/ 9402396 h 9456078"/>
              <a:gd name="connsiteX15" fmla="*/ 790478 w 13158799"/>
              <a:gd name="connsiteY15" fmla="*/ 9395063 h 9456078"/>
              <a:gd name="connsiteX16" fmla="*/ 839098 w 13158799"/>
              <a:gd name="connsiteY16" fmla="*/ 9387270 h 9456078"/>
              <a:gd name="connsiteX17" fmla="*/ 887607 w 13158799"/>
              <a:gd name="connsiteY17" fmla="*/ 9379017 h 9456078"/>
              <a:gd name="connsiteX18" fmla="*/ 936002 w 13158799"/>
              <a:gd name="connsiteY18" fmla="*/ 9370306 h 9456078"/>
              <a:gd name="connsiteX19" fmla="*/ 984281 w 13158799"/>
              <a:gd name="connsiteY19" fmla="*/ 9361139 h 9456078"/>
              <a:gd name="connsiteX20" fmla="*/ 1032440 w 13158799"/>
              <a:gd name="connsiteY20" fmla="*/ 9351517 h 9456078"/>
              <a:gd name="connsiteX21" fmla="*/ 1080477 w 13158799"/>
              <a:gd name="connsiteY21" fmla="*/ 9341441 h 9456078"/>
              <a:gd name="connsiteX22" fmla="*/ 1176172 w 13158799"/>
              <a:gd name="connsiteY22" fmla="*/ 9319936 h 9456078"/>
              <a:gd name="connsiteX23" fmla="*/ 1223823 w 13158799"/>
              <a:gd name="connsiteY23" fmla="*/ 9308509 h 9456078"/>
              <a:gd name="connsiteX24" fmla="*/ 1271339 w 13158799"/>
              <a:gd name="connsiteY24" fmla="*/ 9296635 h 9456078"/>
              <a:gd name="connsiteX25" fmla="*/ 1318719 w 13158799"/>
              <a:gd name="connsiteY25" fmla="*/ 9284315 h 9456078"/>
              <a:gd name="connsiteX26" fmla="*/ 1365957 w 13158799"/>
              <a:gd name="connsiteY26" fmla="*/ 9271550 h 9456078"/>
              <a:gd name="connsiteX27" fmla="*/ 1413052 w 13158799"/>
              <a:gd name="connsiteY27" fmla="*/ 9258342 h 9456078"/>
              <a:gd name="connsiteX28" fmla="*/ 1460000 w 13158799"/>
              <a:gd name="connsiteY28" fmla="*/ 9244693 h 9456078"/>
              <a:gd name="connsiteX29" fmla="*/ 1506799 w 13158799"/>
              <a:gd name="connsiteY29" fmla="*/ 9230604 h 9456078"/>
              <a:gd name="connsiteX30" fmla="*/ 1553445 w 13158799"/>
              <a:gd name="connsiteY30" fmla="*/ 9216076 h 9456078"/>
              <a:gd name="connsiteX31" fmla="*/ 1599935 w 13158799"/>
              <a:gd name="connsiteY31" fmla="*/ 9201111 h 9456078"/>
              <a:gd name="connsiteX32" fmla="*/ 1646267 w 13158799"/>
              <a:gd name="connsiteY32" fmla="*/ 9185710 h 9456078"/>
              <a:gd name="connsiteX33" fmla="*/ 1692437 w 13158799"/>
              <a:gd name="connsiteY33" fmla="*/ 9169876 h 9456078"/>
              <a:gd name="connsiteX34" fmla="*/ 1738442 w 13158799"/>
              <a:gd name="connsiteY34" fmla="*/ 9153608 h 9456078"/>
              <a:gd name="connsiteX35" fmla="*/ 1784280 w 13158799"/>
              <a:gd name="connsiteY35" fmla="*/ 9136910 h 9456078"/>
              <a:gd name="connsiteX36" fmla="*/ 1829947 w 13158799"/>
              <a:gd name="connsiteY36" fmla="*/ 9119782 h 9456078"/>
              <a:gd name="connsiteX37" fmla="*/ 1875440 w 13158799"/>
              <a:gd name="connsiteY37" fmla="*/ 9102226 h 9456078"/>
              <a:gd name="connsiteX38" fmla="*/ 1920756 w 13158799"/>
              <a:gd name="connsiteY38" fmla="*/ 9084243 h 9456078"/>
              <a:gd name="connsiteX39" fmla="*/ 1965893 w 13158799"/>
              <a:gd name="connsiteY39" fmla="*/ 9065835 h 9456078"/>
              <a:gd name="connsiteX40" fmla="*/ 2010847 w 13158799"/>
              <a:gd name="connsiteY40" fmla="*/ 9047004 h 9456078"/>
              <a:gd name="connsiteX41" fmla="*/ 2055615 w 13158799"/>
              <a:gd name="connsiteY41" fmla="*/ 9027750 h 9456078"/>
              <a:gd name="connsiteX42" fmla="*/ 2100195 w 13158799"/>
              <a:gd name="connsiteY42" fmla="*/ 9008075 h 9456078"/>
              <a:gd name="connsiteX43" fmla="*/ 2144582 w 13158799"/>
              <a:gd name="connsiteY43" fmla="*/ 8987981 h 9456078"/>
              <a:gd name="connsiteX44" fmla="*/ 2188775 w 13158799"/>
              <a:gd name="connsiteY44" fmla="*/ 8967470 h 9456078"/>
              <a:gd name="connsiteX45" fmla="*/ 2232770 w 13158799"/>
              <a:gd name="connsiteY45" fmla="*/ 8946542 h 9456078"/>
              <a:gd name="connsiteX46" fmla="*/ 2276564 w 13158799"/>
              <a:gd name="connsiteY46" fmla="*/ 8925199 h 9456078"/>
              <a:gd name="connsiteX47" fmla="*/ 2320154 w 13158799"/>
              <a:gd name="connsiteY47" fmla="*/ 8903443 h 9456078"/>
              <a:gd name="connsiteX48" fmla="*/ 2363538 w 13158799"/>
              <a:gd name="connsiteY48" fmla="*/ 8881275 h 9456078"/>
              <a:gd name="connsiteX49" fmla="*/ 2406711 w 13158799"/>
              <a:gd name="connsiteY49" fmla="*/ 8858697 h 9456078"/>
              <a:gd name="connsiteX50" fmla="*/ 2449672 w 13158799"/>
              <a:gd name="connsiteY50" fmla="*/ 8835710 h 9456078"/>
              <a:gd name="connsiteX51" fmla="*/ 2492417 w 13158799"/>
              <a:gd name="connsiteY51" fmla="*/ 8812316 h 9456078"/>
              <a:gd name="connsiteX52" fmla="*/ 2534943 w 13158799"/>
              <a:gd name="connsiteY52" fmla="*/ 8788516 h 9456078"/>
              <a:gd name="connsiteX53" fmla="*/ 2577247 w 13158799"/>
              <a:gd name="connsiteY53" fmla="*/ 8764311 h 9456078"/>
              <a:gd name="connsiteX54" fmla="*/ 2619326 w 13158799"/>
              <a:gd name="connsiteY54" fmla="*/ 8739704 h 9456078"/>
              <a:gd name="connsiteX55" fmla="*/ 2661177 w 13158799"/>
              <a:gd name="connsiteY55" fmla="*/ 8714695 h 9456078"/>
              <a:gd name="connsiteX56" fmla="*/ 2702797 w 13158799"/>
              <a:gd name="connsiteY56" fmla="*/ 8689286 h 9456078"/>
              <a:gd name="connsiteX57" fmla="*/ 2744183 w 13158799"/>
              <a:gd name="connsiteY57" fmla="*/ 8663479 h 9456078"/>
              <a:gd name="connsiteX58" fmla="*/ 2785333 w 13158799"/>
              <a:gd name="connsiteY58" fmla="*/ 8637274 h 9456078"/>
              <a:gd name="connsiteX59" fmla="*/ 2826242 w 13158799"/>
              <a:gd name="connsiteY59" fmla="*/ 8610675 h 9456078"/>
              <a:gd name="connsiteX60" fmla="*/ 2866908 w 13158799"/>
              <a:gd name="connsiteY60" fmla="*/ 8583681 h 9456078"/>
              <a:gd name="connsiteX61" fmla="*/ 2907329 w 13158799"/>
              <a:gd name="connsiteY61" fmla="*/ 8556295 h 9456078"/>
              <a:gd name="connsiteX62" fmla="*/ 2947500 w 13158799"/>
              <a:gd name="connsiteY62" fmla="*/ 8528517 h 9456078"/>
              <a:gd name="connsiteX63" fmla="*/ 2987419 w 13158799"/>
              <a:gd name="connsiteY63" fmla="*/ 8500351 h 9456078"/>
              <a:gd name="connsiteX64" fmla="*/ 3027083 w 13158799"/>
              <a:gd name="connsiteY64" fmla="*/ 8471796 h 9456078"/>
              <a:gd name="connsiteX65" fmla="*/ 3066489 w 13158799"/>
              <a:gd name="connsiteY65" fmla="*/ 8442854 h 9456078"/>
              <a:gd name="connsiteX66" fmla="*/ 3105634 w 13158799"/>
              <a:gd name="connsiteY66" fmla="*/ 8413528 h 9456078"/>
              <a:gd name="connsiteX67" fmla="*/ 3144515 w 13158799"/>
              <a:gd name="connsiteY67" fmla="*/ 8383818 h 9456078"/>
              <a:gd name="connsiteX68" fmla="*/ 3183129 w 13158799"/>
              <a:gd name="connsiteY68" fmla="*/ 8353726 h 9456078"/>
              <a:gd name="connsiteX69" fmla="*/ 3221473 w 13158799"/>
              <a:gd name="connsiteY69" fmla="*/ 8323253 h 9456078"/>
              <a:gd name="connsiteX70" fmla="*/ 3259544 w 13158799"/>
              <a:gd name="connsiteY70" fmla="*/ 8292401 h 9456078"/>
              <a:gd name="connsiteX71" fmla="*/ 3297339 w 13158799"/>
              <a:gd name="connsiteY71" fmla="*/ 8261172 h 9456078"/>
              <a:gd name="connsiteX72" fmla="*/ 3334854 w 13158799"/>
              <a:gd name="connsiteY72" fmla="*/ 8229566 h 9456078"/>
              <a:gd name="connsiteX73" fmla="*/ 3372087 w 13158799"/>
              <a:gd name="connsiteY73" fmla="*/ 8197585 h 9456078"/>
              <a:gd name="connsiteX74" fmla="*/ 3409035 w 13158799"/>
              <a:gd name="connsiteY74" fmla="*/ 8165232 h 9456078"/>
              <a:gd name="connsiteX75" fmla="*/ 3445695 w 13158799"/>
              <a:gd name="connsiteY75" fmla="*/ 8132507 h 9456078"/>
              <a:gd name="connsiteX76" fmla="*/ 3482064 w 13158799"/>
              <a:gd name="connsiteY76" fmla="*/ 8099411 h 9456078"/>
              <a:gd name="connsiteX77" fmla="*/ 3518139 w 13158799"/>
              <a:gd name="connsiteY77" fmla="*/ 8065947 h 9456078"/>
              <a:gd name="connsiteX78" fmla="*/ 3553916 w 13158799"/>
              <a:gd name="connsiteY78" fmla="*/ 8032115 h 9456078"/>
              <a:gd name="connsiteX79" fmla="*/ 3589393 w 13158799"/>
              <a:gd name="connsiteY79" fmla="*/ 7997918 h 9456078"/>
              <a:gd name="connsiteX80" fmla="*/ 3624567 w 13158799"/>
              <a:gd name="connsiteY80" fmla="*/ 7963356 h 9456078"/>
              <a:gd name="connsiteX81" fmla="*/ 3659435 w 13158799"/>
              <a:gd name="connsiteY81" fmla="*/ 7928432 h 9456078"/>
              <a:gd name="connsiteX82" fmla="*/ 3693994 w 13158799"/>
              <a:gd name="connsiteY82" fmla="*/ 7893146 h 9456078"/>
              <a:gd name="connsiteX83" fmla="*/ 3728240 w 13158799"/>
              <a:gd name="connsiteY83" fmla="*/ 7857501 h 9456078"/>
              <a:gd name="connsiteX84" fmla="*/ 3762171 w 13158799"/>
              <a:gd name="connsiteY84" fmla="*/ 7821497 h 9456078"/>
              <a:gd name="connsiteX85" fmla="*/ 3795783 w 13158799"/>
              <a:gd name="connsiteY85" fmla="*/ 7785136 h 9456078"/>
              <a:gd name="connsiteX86" fmla="*/ 3829075 w 13158799"/>
              <a:gd name="connsiteY86" fmla="*/ 7748420 h 9456078"/>
              <a:gd name="connsiteX87" fmla="*/ 3862042 w 13158799"/>
              <a:gd name="connsiteY87" fmla="*/ 7711350 h 9456078"/>
              <a:gd name="connsiteX88" fmla="*/ 3894682 w 13158799"/>
              <a:gd name="connsiteY88" fmla="*/ 7673928 h 9456078"/>
              <a:gd name="connsiteX89" fmla="*/ 3926991 w 13158799"/>
              <a:gd name="connsiteY89" fmla="*/ 7636155 h 9456078"/>
              <a:gd name="connsiteX90" fmla="*/ 3958967 w 13158799"/>
              <a:gd name="connsiteY90" fmla="*/ 7598032 h 9456078"/>
              <a:gd name="connsiteX91" fmla="*/ 3990607 w 13158799"/>
              <a:gd name="connsiteY91" fmla="*/ 7559561 h 9456078"/>
              <a:gd name="connsiteX92" fmla="*/ 4021907 w 13158799"/>
              <a:gd name="connsiteY92" fmla="*/ 7520744 h 9456078"/>
              <a:gd name="connsiteX93" fmla="*/ 4052865 w 13158799"/>
              <a:gd name="connsiteY93" fmla="*/ 7481582 h 9456078"/>
              <a:gd name="connsiteX94" fmla="*/ 4083478 w 13158799"/>
              <a:gd name="connsiteY94" fmla="*/ 7442077 h 9456078"/>
              <a:gd name="connsiteX95" fmla="*/ 8022311 w 13158799"/>
              <a:gd name="connsiteY95" fmla="*/ 2307814 h 9456078"/>
              <a:gd name="connsiteX96" fmla="*/ 8052902 w 13158799"/>
              <a:gd name="connsiteY96" fmla="*/ 2268285 h 9456078"/>
              <a:gd name="connsiteX97" fmla="*/ 8083796 w 13158799"/>
              <a:gd name="connsiteY97" fmla="*/ 2229056 h 9456078"/>
              <a:gd name="connsiteX98" fmla="*/ 8114989 w 13158799"/>
              <a:gd name="connsiteY98" fmla="*/ 2190127 h 9456078"/>
              <a:gd name="connsiteX99" fmla="*/ 8146479 w 13158799"/>
              <a:gd name="connsiteY99" fmla="*/ 2151500 h 9456078"/>
              <a:gd name="connsiteX100" fmla="*/ 8178264 w 13158799"/>
              <a:gd name="connsiteY100" fmla="*/ 2113176 h 9456078"/>
              <a:gd name="connsiteX101" fmla="*/ 8210341 w 13158799"/>
              <a:gd name="connsiteY101" fmla="*/ 2075157 h 9456078"/>
              <a:gd name="connsiteX102" fmla="*/ 8242709 w 13158799"/>
              <a:gd name="connsiteY102" fmla="*/ 2037442 h 9456078"/>
              <a:gd name="connsiteX103" fmla="*/ 8275365 w 13158799"/>
              <a:gd name="connsiteY103" fmla="*/ 2000034 h 9456078"/>
              <a:gd name="connsiteX104" fmla="*/ 8308307 w 13158799"/>
              <a:gd name="connsiteY104" fmla="*/ 1962934 h 9456078"/>
              <a:gd name="connsiteX105" fmla="*/ 8341532 w 13158799"/>
              <a:gd name="connsiteY105" fmla="*/ 1926142 h 9456078"/>
              <a:gd name="connsiteX106" fmla="*/ 8375038 w 13158799"/>
              <a:gd name="connsiteY106" fmla="*/ 1889660 h 9456078"/>
              <a:gd name="connsiteX107" fmla="*/ 8408823 w 13158799"/>
              <a:gd name="connsiteY107" fmla="*/ 1853489 h 9456078"/>
              <a:gd name="connsiteX108" fmla="*/ 8442885 w 13158799"/>
              <a:gd name="connsiteY108" fmla="*/ 1817630 h 9456078"/>
              <a:gd name="connsiteX109" fmla="*/ 8477221 w 13158799"/>
              <a:gd name="connsiteY109" fmla="*/ 1782084 h 9456078"/>
              <a:gd name="connsiteX110" fmla="*/ 8511829 w 13158799"/>
              <a:gd name="connsiteY110" fmla="*/ 1746853 h 9456078"/>
              <a:gd name="connsiteX111" fmla="*/ 8546706 w 13158799"/>
              <a:gd name="connsiteY111" fmla="*/ 1711937 h 9456078"/>
              <a:gd name="connsiteX112" fmla="*/ 8581851 w 13158799"/>
              <a:gd name="connsiteY112" fmla="*/ 1677337 h 9456078"/>
              <a:gd name="connsiteX113" fmla="*/ 8617261 w 13158799"/>
              <a:gd name="connsiteY113" fmla="*/ 1643056 h 9456078"/>
              <a:gd name="connsiteX114" fmla="*/ 8652934 w 13158799"/>
              <a:gd name="connsiteY114" fmla="*/ 1609093 h 9456078"/>
              <a:gd name="connsiteX115" fmla="*/ 8688867 w 13158799"/>
              <a:gd name="connsiteY115" fmla="*/ 1575450 h 9456078"/>
              <a:gd name="connsiteX116" fmla="*/ 8725058 w 13158799"/>
              <a:gd name="connsiteY116" fmla="*/ 1542128 h 9456078"/>
              <a:gd name="connsiteX117" fmla="*/ 8761506 w 13158799"/>
              <a:gd name="connsiteY117" fmla="*/ 1509129 h 9456078"/>
              <a:gd name="connsiteX118" fmla="*/ 8798207 w 13158799"/>
              <a:gd name="connsiteY118" fmla="*/ 1476452 h 9456078"/>
              <a:gd name="connsiteX119" fmla="*/ 8835159 w 13158799"/>
              <a:gd name="connsiteY119" fmla="*/ 1444101 h 9456078"/>
              <a:gd name="connsiteX120" fmla="*/ 8872360 w 13158799"/>
              <a:gd name="connsiteY120" fmla="*/ 1412075 h 9456078"/>
              <a:gd name="connsiteX121" fmla="*/ 8909808 w 13158799"/>
              <a:gd name="connsiteY121" fmla="*/ 1380375 h 9456078"/>
              <a:gd name="connsiteX122" fmla="*/ 8947501 w 13158799"/>
              <a:gd name="connsiteY122" fmla="*/ 1349004 h 9456078"/>
              <a:gd name="connsiteX123" fmla="*/ 8985435 w 13158799"/>
              <a:gd name="connsiteY123" fmla="*/ 1317962 h 9456078"/>
              <a:gd name="connsiteX124" fmla="*/ 9023610 w 13158799"/>
              <a:gd name="connsiteY124" fmla="*/ 1287250 h 9456078"/>
              <a:gd name="connsiteX125" fmla="*/ 9062022 w 13158799"/>
              <a:gd name="connsiteY125" fmla="*/ 1256869 h 9456078"/>
              <a:gd name="connsiteX126" fmla="*/ 9100669 w 13158799"/>
              <a:gd name="connsiteY126" fmla="*/ 1226820 h 9456078"/>
              <a:gd name="connsiteX127" fmla="*/ 9139549 w 13158799"/>
              <a:gd name="connsiteY127" fmla="*/ 1197105 h 9456078"/>
              <a:gd name="connsiteX128" fmla="*/ 9178660 w 13158799"/>
              <a:gd name="connsiteY128" fmla="*/ 1167725 h 9456078"/>
              <a:gd name="connsiteX129" fmla="*/ 9217999 w 13158799"/>
              <a:gd name="connsiteY129" fmla="*/ 1138681 h 9456078"/>
              <a:gd name="connsiteX130" fmla="*/ 9257564 w 13158799"/>
              <a:gd name="connsiteY130" fmla="*/ 1109974 h 9456078"/>
              <a:gd name="connsiteX131" fmla="*/ 9297353 w 13158799"/>
              <a:gd name="connsiteY131" fmla="*/ 1081604 h 9456078"/>
              <a:gd name="connsiteX132" fmla="*/ 9337364 w 13158799"/>
              <a:gd name="connsiteY132" fmla="*/ 1053574 h 9456078"/>
              <a:gd name="connsiteX133" fmla="*/ 9377594 w 13158799"/>
              <a:gd name="connsiteY133" fmla="*/ 1025884 h 9456078"/>
              <a:gd name="connsiteX134" fmla="*/ 9418040 w 13158799"/>
              <a:gd name="connsiteY134" fmla="*/ 998536 h 9456078"/>
              <a:gd name="connsiteX135" fmla="*/ 9458702 w 13158799"/>
              <a:gd name="connsiteY135" fmla="*/ 971530 h 9456078"/>
              <a:gd name="connsiteX136" fmla="*/ 9499575 w 13158799"/>
              <a:gd name="connsiteY136" fmla="*/ 944868 h 9456078"/>
              <a:gd name="connsiteX137" fmla="*/ 9540659 w 13158799"/>
              <a:gd name="connsiteY137" fmla="*/ 918551 h 9456078"/>
              <a:gd name="connsiteX138" fmla="*/ 9581950 w 13158799"/>
              <a:gd name="connsiteY138" fmla="*/ 892580 h 9456078"/>
              <a:gd name="connsiteX139" fmla="*/ 9623447 w 13158799"/>
              <a:gd name="connsiteY139" fmla="*/ 866956 h 9456078"/>
              <a:gd name="connsiteX140" fmla="*/ 9665147 w 13158799"/>
              <a:gd name="connsiteY140" fmla="*/ 841681 h 9456078"/>
              <a:gd name="connsiteX141" fmla="*/ 9707048 w 13158799"/>
              <a:gd name="connsiteY141" fmla="*/ 816754 h 9456078"/>
              <a:gd name="connsiteX142" fmla="*/ 9749147 w 13158799"/>
              <a:gd name="connsiteY142" fmla="*/ 792179 h 9456078"/>
              <a:gd name="connsiteX143" fmla="*/ 9791443 w 13158799"/>
              <a:gd name="connsiteY143" fmla="*/ 767955 h 9456078"/>
              <a:gd name="connsiteX144" fmla="*/ 9833932 w 13158799"/>
              <a:gd name="connsiteY144" fmla="*/ 744083 h 9456078"/>
              <a:gd name="connsiteX145" fmla="*/ 9876613 w 13158799"/>
              <a:gd name="connsiteY145" fmla="*/ 720566 h 9456078"/>
              <a:gd name="connsiteX146" fmla="*/ 9919484 w 13158799"/>
              <a:gd name="connsiteY146" fmla="*/ 697404 h 9456078"/>
              <a:gd name="connsiteX147" fmla="*/ 9962542 w 13158799"/>
              <a:gd name="connsiteY147" fmla="*/ 674598 h 9456078"/>
              <a:gd name="connsiteX148" fmla="*/ 10005784 w 13158799"/>
              <a:gd name="connsiteY148" fmla="*/ 652149 h 9456078"/>
              <a:gd name="connsiteX149" fmla="*/ 10049209 w 13158799"/>
              <a:gd name="connsiteY149" fmla="*/ 630059 h 9456078"/>
              <a:gd name="connsiteX150" fmla="*/ 10092814 w 13158799"/>
              <a:gd name="connsiteY150" fmla="*/ 608328 h 9456078"/>
              <a:gd name="connsiteX151" fmla="*/ 10136597 w 13158799"/>
              <a:gd name="connsiteY151" fmla="*/ 586958 h 9456078"/>
              <a:gd name="connsiteX152" fmla="*/ 10180556 w 13158799"/>
              <a:gd name="connsiteY152" fmla="*/ 565950 h 9456078"/>
              <a:gd name="connsiteX153" fmla="*/ 10224688 w 13158799"/>
              <a:gd name="connsiteY153" fmla="*/ 545304 h 9456078"/>
              <a:gd name="connsiteX154" fmla="*/ 10268991 w 13158799"/>
              <a:gd name="connsiteY154" fmla="*/ 525023 h 9456078"/>
              <a:gd name="connsiteX155" fmla="*/ 10313463 w 13158799"/>
              <a:gd name="connsiteY155" fmla="*/ 505107 h 9456078"/>
              <a:gd name="connsiteX156" fmla="*/ 10358101 w 13158799"/>
              <a:gd name="connsiteY156" fmla="*/ 485558 h 9456078"/>
              <a:gd name="connsiteX157" fmla="*/ 10402903 w 13158799"/>
              <a:gd name="connsiteY157" fmla="*/ 466376 h 9456078"/>
              <a:gd name="connsiteX158" fmla="*/ 10447868 w 13158799"/>
              <a:gd name="connsiteY158" fmla="*/ 447563 h 9456078"/>
              <a:gd name="connsiteX159" fmla="*/ 10492991 w 13158799"/>
              <a:gd name="connsiteY159" fmla="*/ 429119 h 9456078"/>
              <a:gd name="connsiteX160" fmla="*/ 10538272 w 13158799"/>
              <a:gd name="connsiteY160" fmla="*/ 411046 h 9456078"/>
              <a:gd name="connsiteX161" fmla="*/ 10583708 w 13158799"/>
              <a:gd name="connsiteY161" fmla="*/ 393346 h 9456078"/>
              <a:gd name="connsiteX162" fmla="*/ 10629297 w 13158799"/>
              <a:gd name="connsiteY162" fmla="*/ 376018 h 9456078"/>
              <a:gd name="connsiteX163" fmla="*/ 10675036 w 13158799"/>
              <a:gd name="connsiteY163" fmla="*/ 359065 h 9456078"/>
              <a:gd name="connsiteX164" fmla="*/ 10720923 w 13158799"/>
              <a:gd name="connsiteY164" fmla="*/ 342487 h 9456078"/>
              <a:gd name="connsiteX165" fmla="*/ 10766956 w 13158799"/>
              <a:gd name="connsiteY165" fmla="*/ 326286 h 9456078"/>
              <a:gd name="connsiteX166" fmla="*/ 10813132 w 13158799"/>
              <a:gd name="connsiteY166" fmla="*/ 310462 h 9456078"/>
              <a:gd name="connsiteX167" fmla="*/ 10859450 w 13158799"/>
              <a:gd name="connsiteY167" fmla="*/ 295018 h 9456078"/>
              <a:gd name="connsiteX168" fmla="*/ 10905907 w 13158799"/>
              <a:gd name="connsiteY168" fmla="*/ 279953 h 9456078"/>
              <a:gd name="connsiteX169" fmla="*/ 10952500 w 13158799"/>
              <a:gd name="connsiteY169" fmla="*/ 265269 h 9456078"/>
              <a:gd name="connsiteX170" fmla="*/ 10999227 w 13158799"/>
              <a:gd name="connsiteY170" fmla="*/ 250968 h 9456078"/>
              <a:gd name="connsiteX171" fmla="*/ 11046087 w 13158799"/>
              <a:gd name="connsiteY171" fmla="*/ 237049 h 9456078"/>
              <a:gd name="connsiteX172" fmla="*/ 11093076 w 13158799"/>
              <a:gd name="connsiteY172" fmla="*/ 223516 h 9456078"/>
              <a:gd name="connsiteX173" fmla="*/ 11140193 w 13158799"/>
              <a:gd name="connsiteY173" fmla="*/ 210368 h 9456078"/>
              <a:gd name="connsiteX174" fmla="*/ 11187434 w 13158799"/>
              <a:gd name="connsiteY174" fmla="*/ 197606 h 9456078"/>
              <a:gd name="connsiteX175" fmla="*/ 11234799 w 13158799"/>
              <a:gd name="connsiteY175" fmla="*/ 185233 h 9456078"/>
              <a:gd name="connsiteX176" fmla="*/ 11282284 w 13158799"/>
              <a:gd name="connsiteY176" fmla="*/ 173248 h 9456078"/>
              <a:gd name="connsiteX177" fmla="*/ 11329888 w 13158799"/>
              <a:gd name="connsiteY177" fmla="*/ 161654 h 9456078"/>
              <a:gd name="connsiteX178" fmla="*/ 11377607 w 13158799"/>
              <a:gd name="connsiteY178" fmla="*/ 150451 h 9456078"/>
              <a:gd name="connsiteX179" fmla="*/ 11425440 w 13158799"/>
              <a:gd name="connsiteY179" fmla="*/ 139640 h 9456078"/>
              <a:gd name="connsiteX180" fmla="*/ 11473385 w 13158799"/>
              <a:gd name="connsiteY180" fmla="*/ 129223 h 9456078"/>
              <a:gd name="connsiteX181" fmla="*/ 11521439 w 13158799"/>
              <a:gd name="connsiteY181" fmla="*/ 119201 h 9456078"/>
              <a:gd name="connsiteX182" fmla="*/ 11569599 w 13158799"/>
              <a:gd name="connsiteY182" fmla="*/ 109574 h 9456078"/>
              <a:gd name="connsiteX183" fmla="*/ 11617864 w 13158799"/>
              <a:gd name="connsiteY183" fmla="*/ 100344 h 9456078"/>
              <a:gd name="connsiteX184" fmla="*/ 11666231 w 13158799"/>
              <a:gd name="connsiteY184" fmla="*/ 91512 h 9456078"/>
              <a:gd name="connsiteX185" fmla="*/ 11714698 w 13158799"/>
              <a:gd name="connsiteY185" fmla="*/ 83080 h 9456078"/>
              <a:gd name="connsiteX186" fmla="*/ 11763263 w 13158799"/>
              <a:gd name="connsiteY186" fmla="*/ 75047 h 9456078"/>
              <a:gd name="connsiteX187" fmla="*/ 11811923 w 13158799"/>
              <a:gd name="connsiteY187" fmla="*/ 67417 h 9456078"/>
              <a:gd name="connsiteX188" fmla="*/ 11860676 w 13158799"/>
              <a:gd name="connsiteY188" fmla="*/ 60188 h 9456078"/>
              <a:gd name="connsiteX189" fmla="*/ 11909519 w 13158799"/>
              <a:gd name="connsiteY189" fmla="*/ 53364 h 9456078"/>
              <a:gd name="connsiteX190" fmla="*/ 11958451 w 13158799"/>
              <a:gd name="connsiteY190" fmla="*/ 46944 h 9456078"/>
              <a:gd name="connsiteX191" fmla="*/ 12007470 w 13158799"/>
              <a:gd name="connsiteY191" fmla="*/ 40931 h 9456078"/>
              <a:gd name="connsiteX192" fmla="*/ 12056572 w 13158799"/>
              <a:gd name="connsiteY192" fmla="*/ 35324 h 9456078"/>
              <a:gd name="connsiteX193" fmla="*/ 12105756 w 13158799"/>
              <a:gd name="connsiteY193" fmla="*/ 30126 h 9456078"/>
              <a:gd name="connsiteX194" fmla="*/ 12155019 w 13158799"/>
              <a:gd name="connsiteY194" fmla="*/ 25337 h 9456078"/>
              <a:gd name="connsiteX195" fmla="*/ 12204359 w 13158799"/>
              <a:gd name="connsiteY195" fmla="*/ 20958 h 9456078"/>
              <a:gd name="connsiteX196" fmla="*/ 12253773 w 13158799"/>
              <a:gd name="connsiteY196" fmla="*/ 16991 h 9456078"/>
              <a:gd name="connsiteX197" fmla="*/ 12303260 w 13158799"/>
              <a:gd name="connsiteY197" fmla="*/ 13437 h 9456078"/>
              <a:gd name="connsiteX198" fmla="*/ 12352818 w 13158799"/>
              <a:gd name="connsiteY198" fmla="*/ 10297 h 9456078"/>
              <a:gd name="connsiteX199" fmla="*/ 12402443 w 13158799"/>
              <a:gd name="connsiteY199" fmla="*/ 7572 h 9456078"/>
              <a:gd name="connsiteX200" fmla="*/ 12452133 w 13158799"/>
              <a:gd name="connsiteY200" fmla="*/ 5263 h 9456078"/>
              <a:gd name="connsiteX201" fmla="*/ 12501887 w 13158799"/>
              <a:gd name="connsiteY201" fmla="*/ 3371 h 9456078"/>
              <a:gd name="connsiteX202" fmla="*/ 12551701 w 13158799"/>
              <a:gd name="connsiteY202" fmla="*/ 1898 h 9456078"/>
              <a:gd name="connsiteX203" fmla="*/ 12601574 w 13158799"/>
              <a:gd name="connsiteY203" fmla="*/ 844 h 9456078"/>
              <a:gd name="connsiteX204" fmla="*/ 12651504 w 13158799"/>
              <a:gd name="connsiteY204" fmla="*/ 211 h 9456078"/>
              <a:gd name="connsiteX205" fmla="*/ 12701487 w 13158799"/>
              <a:gd name="connsiteY205" fmla="*/ 0 h 9456078"/>
              <a:gd name="connsiteX206" fmla="*/ 13158798 w 13158799"/>
              <a:gd name="connsiteY206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76172 w 13158797"/>
              <a:gd name="connsiteY22" fmla="*/ 9319936 h 9456078"/>
              <a:gd name="connsiteX23" fmla="*/ 1223823 w 13158797"/>
              <a:gd name="connsiteY23" fmla="*/ 9308509 h 9456078"/>
              <a:gd name="connsiteX24" fmla="*/ 1271339 w 13158797"/>
              <a:gd name="connsiteY24" fmla="*/ 9296635 h 9456078"/>
              <a:gd name="connsiteX25" fmla="*/ 1318719 w 13158797"/>
              <a:gd name="connsiteY25" fmla="*/ 9284315 h 9456078"/>
              <a:gd name="connsiteX26" fmla="*/ 1365957 w 13158797"/>
              <a:gd name="connsiteY26" fmla="*/ 9271550 h 9456078"/>
              <a:gd name="connsiteX27" fmla="*/ 1413052 w 13158797"/>
              <a:gd name="connsiteY27" fmla="*/ 9258342 h 9456078"/>
              <a:gd name="connsiteX28" fmla="*/ 1460000 w 13158797"/>
              <a:gd name="connsiteY28" fmla="*/ 9244693 h 9456078"/>
              <a:gd name="connsiteX29" fmla="*/ 1506799 w 13158797"/>
              <a:gd name="connsiteY29" fmla="*/ 9230604 h 9456078"/>
              <a:gd name="connsiteX30" fmla="*/ 1553445 w 13158797"/>
              <a:gd name="connsiteY30" fmla="*/ 9216076 h 9456078"/>
              <a:gd name="connsiteX31" fmla="*/ 1599935 w 13158797"/>
              <a:gd name="connsiteY31" fmla="*/ 9201111 h 9456078"/>
              <a:gd name="connsiteX32" fmla="*/ 1646267 w 13158797"/>
              <a:gd name="connsiteY32" fmla="*/ 9185710 h 9456078"/>
              <a:gd name="connsiteX33" fmla="*/ 1692437 w 13158797"/>
              <a:gd name="connsiteY33" fmla="*/ 9169876 h 9456078"/>
              <a:gd name="connsiteX34" fmla="*/ 1738442 w 13158797"/>
              <a:gd name="connsiteY34" fmla="*/ 9153608 h 9456078"/>
              <a:gd name="connsiteX35" fmla="*/ 1784280 w 13158797"/>
              <a:gd name="connsiteY35" fmla="*/ 9136910 h 9456078"/>
              <a:gd name="connsiteX36" fmla="*/ 1829947 w 13158797"/>
              <a:gd name="connsiteY36" fmla="*/ 9119782 h 9456078"/>
              <a:gd name="connsiteX37" fmla="*/ 1875440 w 13158797"/>
              <a:gd name="connsiteY37" fmla="*/ 9102226 h 9456078"/>
              <a:gd name="connsiteX38" fmla="*/ 1920756 w 13158797"/>
              <a:gd name="connsiteY38" fmla="*/ 9084243 h 9456078"/>
              <a:gd name="connsiteX39" fmla="*/ 1965893 w 13158797"/>
              <a:gd name="connsiteY39" fmla="*/ 9065835 h 9456078"/>
              <a:gd name="connsiteX40" fmla="*/ 2055615 w 13158797"/>
              <a:gd name="connsiteY40" fmla="*/ 9027750 h 9456078"/>
              <a:gd name="connsiteX41" fmla="*/ 2100195 w 13158797"/>
              <a:gd name="connsiteY41" fmla="*/ 9008075 h 9456078"/>
              <a:gd name="connsiteX42" fmla="*/ 2144582 w 13158797"/>
              <a:gd name="connsiteY42" fmla="*/ 8987981 h 9456078"/>
              <a:gd name="connsiteX43" fmla="*/ 2188775 w 13158797"/>
              <a:gd name="connsiteY43" fmla="*/ 8967470 h 9456078"/>
              <a:gd name="connsiteX44" fmla="*/ 2232770 w 13158797"/>
              <a:gd name="connsiteY44" fmla="*/ 8946542 h 9456078"/>
              <a:gd name="connsiteX45" fmla="*/ 2276564 w 13158797"/>
              <a:gd name="connsiteY45" fmla="*/ 8925199 h 9456078"/>
              <a:gd name="connsiteX46" fmla="*/ 2320154 w 13158797"/>
              <a:gd name="connsiteY46" fmla="*/ 8903443 h 9456078"/>
              <a:gd name="connsiteX47" fmla="*/ 2363538 w 13158797"/>
              <a:gd name="connsiteY47" fmla="*/ 8881275 h 9456078"/>
              <a:gd name="connsiteX48" fmla="*/ 2406711 w 13158797"/>
              <a:gd name="connsiteY48" fmla="*/ 8858697 h 9456078"/>
              <a:gd name="connsiteX49" fmla="*/ 2449672 w 13158797"/>
              <a:gd name="connsiteY49" fmla="*/ 8835710 h 9456078"/>
              <a:gd name="connsiteX50" fmla="*/ 2492417 w 13158797"/>
              <a:gd name="connsiteY50" fmla="*/ 8812316 h 9456078"/>
              <a:gd name="connsiteX51" fmla="*/ 2534943 w 13158797"/>
              <a:gd name="connsiteY51" fmla="*/ 8788516 h 9456078"/>
              <a:gd name="connsiteX52" fmla="*/ 2577247 w 13158797"/>
              <a:gd name="connsiteY52" fmla="*/ 8764311 h 9456078"/>
              <a:gd name="connsiteX53" fmla="*/ 2619326 w 13158797"/>
              <a:gd name="connsiteY53" fmla="*/ 8739704 h 9456078"/>
              <a:gd name="connsiteX54" fmla="*/ 2661177 w 13158797"/>
              <a:gd name="connsiteY54" fmla="*/ 8714695 h 9456078"/>
              <a:gd name="connsiteX55" fmla="*/ 2702797 w 13158797"/>
              <a:gd name="connsiteY55" fmla="*/ 8689286 h 9456078"/>
              <a:gd name="connsiteX56" fmla="*/ 2744183 w 13158797"/>
              <a:gd name="connsiteY56" fmla="*/ 8663479 h 9456078"/>
              <a:gd name="connsiteX57" fmla="*/ 2785333 w 13158797"/>
              <a:gd name="connsiteY57" fmla="*/ 8637274 h 9456078"/>
              <a:gd name="connsiteX58" fmla="*/ 2826242 w 13158797"/>
              <a:gd name="connsiteY58" fmla="*/ 8610675 h 9456078"/>
              <a:gd name="connsiteX59" fmla="*/ 2866908 w 13158797"/>
              <a:gd name="connsiteY59" fmla="*/ 8583681 h 9456078"/>
              <a:gd name="connsiteX60" fmla="*/ 2907329 w 13158797"/>
              <a:gd name="connsiteY60" fmla="*/ 8556295 h 9456078"/>
              <a:gd name="connsiteX61" fmla="*/ 2947500 w 13158797"/>
              <a:gd name="connsiteY61" fmla="*/ 8528517 h 9456078"/>
              <a:gd name="connsiteX62" fmla="*/ 2987419 w 13158797"/>
              <a:gd name="connsiteY62" fmla="*/ 8500351 h 9456078"/>
              <a:gd name="connsiteX63" fmla="*/ 3027083 w 13158797"/>
              <a:gd name="connsiteY63" fmla="*/ 8471796 h 9456078"/>
              <a:gd name="connsiteX64" fmla="*/ 3066489 w 13158797"/>
              <a:gd name="connsiteY64" fmla="*/ 8442854 h 9456078"/>
              <a:gd name="connsiteX65" fmla="*/ 3105634 w 13158797"/>
              <a:gd name="connsiteY65" fmla="*/ 8413528 h 9456078"/>
              <a:gd name="connsiteX66" fmla="*/ 3144515 w 13158797"/>
              <a:gd name="connsiteY66" fmla="*/ 8383818 h 9456078"/>
              <a:gd name="connsiteX67" fmla="*/ 3183129 w 13158797"/>
              <a:gd name="connsiteY67" fmla="*/ 8353726 h 9456078"/>
              <a:gd name="connsiteX68" fmla="*/ 3221473 w 13158797"/>
              <a:gd name="connsiteY68" fmla="*/ 8323253 h 9456078"/>
              <a:gd name="connsiteX69" fmla="*/ 3259544 w 13158797"/>
              <a:gd name="connsiteY69" fmla="*/ 8292401 h 9456078"/>
              <a:gd name="connsiteX70" fmla="*/ 3297339 w 13158797"/>
              <a:gd name="connsiteY70" fmla="*/ 8261172 h 9456078"/>
              <a:gd name="connsiteX71" fmla="*/ 3334854 w 13158797"/>
              <a:gd name="connsiteY71" fmla="*/ 8229566 h 9456078"/>
              <a:gd name="connsiteX72" fmla="*/ 3372087 w 13158797"/>
              <a:gd name="connsiteY72" fmla="*/ 8197585 h 9456078"/>
              <a:gd name="connsiteX73" fmla="*/ 3409035 w 13158797"/>
              <a:gd name="connsiteY73" fmla="*/ 8165232 h 9456078"/>
              <a:gd name="connsiteX74" fmla="*/ 3445695 w 13158797"/>
              <a:gd name="connsiteY74" fmla="*/ 8132507 h 9456078"/>
              <a:gd name="connsiteX75" fmla="*/ 3482064 w 13158797"/>
              <a:gd name="connsiteY75" fmla="*/ 8099411 h 9456078"/>
              <a:gd name="connsiteX76" fmla="*/ 3518139 w 13158797"/>
              <a:gd name="connsiteY76" fmla="*/ 8065947 h 9456078"/>
              <a:gd name="connsiteX77" fmla="*/ 3553916 w 13158797"/>
              <a:gd name="connsiteY77" fmla="*/ 8032115 h 9456078"/>
              <a:gd name="connsiteX78" fmla="*/ 3589393 w 13158797"/>
              <a:gd name="connsiteY78" fmla="*/ 7997918 h 9456078"/>
              <a:gd name="connsiteX79" fmla="*/ 3624567 w 13158797"/>
              <a:gd name="connsiteY79" fmla="*/ 7963356 h 9456078"/>
              <a:gd name="connsiteX80" fmla="*/ 3659435 w 13158797"/>
              <a:gd name="connsiteY80" fmla="*/ 7928432 h 9456078"/>
              <a:gd name="connsiteX81" fmla="*/ 3693994 w 13158797"/>
              <a:gd name="connsiteY81" fmla="*/ 7893146 h 9456078"/>
              <a:gd name="connsiteX82" fmla="*/ 3728240 w 13158797"/>
              <a:gd name="connsiteY82" fmla="*/ 7857501 h 9456078"/>
              <a:gd name="connsiteX83" fmla="*/ 3762171 w 13158797"/>
              <a:gd name="connsiteY83" fmla="*/ 7821497 h 9456078"/>
              <a:gd name="connsiteX84" fmla="*/ 3795783 w 13158797"/>
              <a:gd name="connsiteY84" fmla="*/ 7785136 h 9456078"/>
              <a:gd name="connsiteX85" fmla="*/ 3829075 w 13158797"/>
              <a:gd name="connsiteY85" fmla="*/ 7748420 h 9456078"/>
              <a:gd name="connsiteX86" fmla="*/ 3862042 w 13158797"/>
              <a:gd name="connsiteY86" fmla="*/ 7711350 h 9456078"/>
              <a:gd name="connsiteX87" fmla="*/ 3894682 w 13158797"/>
              <a:gd name="connsiteY87" fmla="*/ 7673928 h 9456078"/>
              <a:gd name="connsiteX88" fmla="*/ 3926991 w 13158797"/>
              <a:gd name="connsiteY88" fmla="*/ 7636155 h 9456078"/>
              <a:gd name="connsiteX89" fmla="*/ 3958967 w 13158797"/>
              <a:gd name="connsiteY89" fmla="*/ 7598032 h 9456078"/>
              <a:gd name="connsiteX90" fmla="*/ 3990607 w 13158797"/>
              <a:gd name="connsiteY90" fmla="*/ 7559561 h 9456078"/>
              <a:gd name="connsiteX91" fmla="*/ 4021907 w 13158797"/>
              <a:gd name="connsiteY91" fmla="*/ 7520744 h 9456078"/>
              <a:gd name="connsiteX92" fmla="*/ 4052865 w 13158797"/>
              <a:gd name="connsiteY92" fmla="*/ 7481582 h 9456078"/>
              <a:gd name="connsiteX93" fmla="*/ 4083478 w 13158797"/>
              <a:gd name="connsiteY93" fmla="*/ 7442077 h 9456078"/>
              <a:gd name="connsiteX94" fmla="*/ 8022311 w 13158797"/>
              <a:gd name="connsiteY94" fmla="*/ 2307814 h 9456078"/>
              <a:gd name="connsiteX95" fmla="*/ 8052902 w 13158797"/>
              <a:gd name="connsiteY95" fmla="*/ 2268285 h 9456078"/>
              <a:gd name="connsiteX96" fmla="*/ 8083796 w 13158797"/>
              <a:gd name="connsiteY96" fmla="*/ 2229056 h 9456078"/>
              <a:gd name="connsiteX97" fmla="*/ 8114989 w 13158797"/>
              <a:gd name="connsiteY97" fmla="*/ 2190127 h 9456078"/>
              <a:gd name="connsiteX98" fmla="*/ 8146479 w 13158797"/>
              <a:gd name="connsiteY98" fmla="*/ 2151500 h 9456078"/>
              <a:gd name="connsiteX99" fmla="*/ 8178264 w 13158797"/>
              <a:gd name="connsiteY99" fmla="*/ 2113176 h 9456078"/>
              <a:gd name="connsiteX100" fmla="*/ 8210341 w 13158797"/>
              <a:gd name="connsiteY100" fmla="*/ 2075157 h 9456078"/>
              <a:gd name="connsiteX101" fmla="*/ 8242709 w 13158797"/>
              <a:gd name="connsiteY101" fmla="*/ 2037442 h 9456078"/>
              <a:gd name="connsiteX102" fmla="*/ 8275365 w 13158797"/>
              <a:gd name="connsiteY102" fmla="*/ 2000034 h 9456078"/>
              <a:gd name="connsiteX103" fmla="*/ 8308307 w 13158797"/>
              <a:gd name="connsiteY103" fmla="*/ 1962934 h 9456078"/>
              <a:gd name="connsiteX104" fmla="*/ 8341532 w 13158797"/>
              <a:gd name="connsiteY104" fmla="*/ 1926142 h 9456078"/>
              <a:gd name="connsiteX105" fmla="*/ 8375038 w 13158797"/>
              <a:gd name="connsiteY105" fmla="*/ 1889660 h 9456078"/>
              <a:gd name="connsiteX106" fmla="*/ 8408823 w 13158797"/>
              <a:gd name="connsiteY106" fmla="*/ 1853489 h 9456078"/>
              <a:gd name="connsiteX107" fmla="*/ 8442885 w 13158797"/>
              <a:gd name="connsiteY107" fmla="*/ 1817630 h 9456078"/>
              <a:gd name="connsiteX108" fmla="*/ 8477221 w 13158797"/>
              <a:gd name="connsiteY108" fmla="*/ 1782084 h 9456078"/>
              <a:gd name="connsiteX109" fmla="*/ 8511829 w 13158797"/>
              <a:gd name="connsiteY109" fmla="*/ 1746853 h 9456078"/>
              <a:gd name="connsiteX110" fmla="*/ 8546706 w 13158797"/>
              <a:gd name="connsiteY110" fmla="*/ 1711937 h 9456078"/>
              <a:gd name="connsiteX111" fmla="*/ 8581851 w 13158797"/>
              <a:gd name="connsiteY111" fmla="*/ 1677337 h 9456078"/>
              <a:gd name="connsiteX112" fmla="*/ 8617261 w 13158797"/>
              <a:gd name="connsiteY112" fmla="*/ 1643056 h 9456078"/>
              <a:gd name="connsiteX113" fmla="*/ 8652934 w 13158797"/>
              <a:gd name="connsiteY113" fmla="*/ 1609093 h 9456078"/>
              <a:gd name="connsiteX114" fmla="*/ 8688867 w 13158797"/>
              <a:gd name="connsiteY114" fmla="*/ 1575450 h 9456078"/>
              <a:gd name="connsiteX115" fmla="*/ 8725058 w 13158797"/>
              <a:gd name="connsiteY115" fmla="*/ 1542128 h 9456078"/>
              <a:gd name="connsiteX116" fmla="*/ 8761506 w 13158797"/>
              <a:gd name="connsiteY116" fmla="*/ 1509129 h 9456078"/>
              <a:gd name="connsiteX117" fmla="*/ 8798207 w 13158797"/>
              <a:gd name="connsiteY117" fmla="*/ 1476452 h 9456078"/>
              <a:gd name="connsiteX118" fmla="*/ 8835159 w 13158797"/>
              <a:gd name="connsiteY118" fmla="*/ 1444101 h 9456078"/>
              <a:gd name="connsiteX119" fmla="*/ 8872360 w 13158797"/>
              <a:gd name="connsiteY119" fmla="*/ 1412075 h 9456078"/>
              <a:gd name="connsiteX120" fmla="*/ 8909808 w 13158797"/>
              <a:gd name="connsiteY120" fmla="*/ 1380375 h 9456078"/>
              <a:gd name="connsiteX121" fmla="*/ 8947501 w 13158797"/>
              <a:gd name="connsiteY121" fmla="*/ 1349004 h 9456078"/>
              <a:gd name="connsiteX122" fmla="*/ 8985435 w 13158797"/>
              <a:gd name="connsiteY122" fmla="*/ 1317962 h 9456078"/>
              <a:gd name="connsiteX123" fmla="*/ 9023610 w 13158797"/>
              <a:gd name="connsiteY123" fmla="*/ 1287250 h 9456078"/>
              <a:gd name="connsiteX124" fmla="*/ 9062022 w 13158797"/>
              <a:gd name="connsiteY124" fmla="*/ 1256869 h 9456078"/>
              <a:gd name="connsiteX125" fmla="*/ 9100669 w 13158797"/>
              <a:gd name="connsiteY125" fmla="*/ 1226820 h 9456078"/>
              <a:gd name="connsiteX126" fmla="*/ 9139549 w 13158797"/>
              <a:gd name="connsiteY126" fmla="*/ 1197105 h 9456078"/>
              <a:gd name="connsiteX127" fmla="*/ 9178660 w 13158797"/>
              <a:gd name="connsiteY127" fmla="*/ 1167725 h 9456078"/>
              <a:gd name="connsiteX128" fmla="*/ 9217999 w 13158797"/>
              <a:gd name="connsiteY128" fmla="*/ 1138681 h 9456078"/>
              <a:gd name="connsiteX129" fmla="*/ 9257564 w 13158797"/>
              <a:gd name="connsiteY129" fmla="*/ 1109974 h 9456078"/>
              <a:gd name="connsiteX130" fmla="*/ 9297353 w 13158797"/>
              <a:gd name="connsiteY130" fmla="*/ 1081604 h 9456078"/>
              <a:gd name="connsiteX131" fmla="*/ 9337364 w 13158797"/>
              <a:gd name="connsiteY131" fmla="*/ 1053574 h 9456078"/>
              <a:gd name="connsiteX132" fmla="*/ 9377594 w 13158797"/>
              <a:gd name="connsiteY132" fmla="*/ 1025884 h 9456078"/>
              <a:gd name="connsiteX133" fmla="*/ 9418040 w 13158797"/>
              <a:gd name="connsiteY133" fmla="*/ 998536 h 9456078"/>
              <a:gd name="connsiteX134" fmla="*/ 9458702 w 13158797"/>
              <a:gd name="connsiteY134" fmla="*/ 971530 h 9456078"/>
              <a:gd name="connsiteX135" fmla="*/ 9499575 w 13158797"/>
              <a:gd name="connsiteY135" fmla="*/ 944868 h 9456078"/>
              <a:gd name="connsiteX136" fmla="*/ 9540659 w 13158797"/>
              <a:gd name="connsiteY136" fmla="*/ 918551 h 9456078"/>
              <a:gd name="connsiteX137" fmla="*/ 9581950 w 13158797"/>
              <a:gd name="connsiteY137" fmla="*/ 892580 h 9456078"/>
              <a:gd name="connsiteX138" fmla="*/ 9623447 w 13158797"/>
              <a:gd name="connsiteY138" fmla="*/ 866956 h 9456078"/>
              <a:gd name="connsiteX139" fmla="*/ 9665147 w 13158797"/>
              <a:gd name="connsiteY139" fmla="*/ 841681 h 9456078"/>
              <a:gd name="connsiteX140" fmla="*/ 9707048 w 13158797"/>
              <a:gd name="connsiteY140" fmla="*/ 816754 h 9456078"/>
              <a:gd name="connsiteX141" fmla="*/ 9749147 w 13158797"/>
              <a:gd name="connsiteY141" fmla="*/ 792179 h 9456078"/>
              <a:gd name="connsiteX142" fmla="*/ 9791443 w 13158797"/>
              <a:gd name="connsiteY142" fmla="*/ 767955 h 9456078"/>
              <a:gd name="connsiteX143" fmla="*/ 9833932 w 13158797"/>
              <a:gd name="connsiteY143" fmla="*/ 744083 h 9456078"/>
              <a:gd name="connsiteX144" fmla="*/ 9876613 w 13158797"/>
              <a:gd name="connsiteY144" fmla="*/ 720566 h 9456078"/>
              <a:gd name="connsiteX145" fmla="*/ 9919484 w 13158797"/>
              <a:gd name="connsiteY145" fmla="*/ 697404 h 9456078"/>
              <a:gd name="connsiteX146" fmla="*/ 9962542 w 13158797"/>
              <a:gd name="connsiteY146" fmla="*/ 674598 h 9456078"/>
              <a:gd name="connsiteX147" fmla="*/ 10005784 w 13158797"/>
              <a:gd name="connsiteY147" fmla="*/ 652149 h 9456078"/>
              <a:gd name="connsiteX148" fmla="*/ 10049209 w 13158797"/>
              <a:gd name="connsiteY148" fmla="*/ 630059 h 9456078"/>
              <a:gd name="connsiteX149" fmla="*/ 10092814 w 13158797"/>
              <a:gd name="connsiteY149" fmla="*/ 608328 h 9456078"/>
              <a:gd name="connsiteX150" fmla="*/ 10136597 w 13158797"/>
              <a:gd name="connsiteY150" fmla="*/ 586958 h 9456078"/>
              <a:gd name="connsiteX151" fmla="*/ 10180556 w 13158797"/>
              <a:gd name="connsiteY151" fmla="*/ 565950 h 9456078"/>
              <a:gd name="connsiteX152" fmla="*/ 10224688 w 13158797"/>
              <a:gd name="connsiteY152" fmla="*/ 545304 h 9456078"/>
              <a:gd name="connsiteX153" fmla="*/ 10268991 w 13158797"/>
              <a:gd name="connsiteY153" fmla="*/ 525023 h 9456078"/>
              <a:gd name="connsiteX154" fmla="*/ 10313463 w 13158797"/>
              <a:gd name="connsiteY154" fmla="*/ 505107 h 9456078"/>
              <a:gd name="connsiteX155" fmla="*/ 10358101 w 13158797"/>
              <a:gd name="connsiteY155" fmla="*/ 485558 h 9456078"/>
              <a:gd name="connsiteX156" fmla="*/ 10402903 w 13158797"/>
              <a:gd name="connsiteY156" fmla="*/ 466376 h 9456078"/>
              <a:gd name="connsiteX157" fmla="*/ 10447868 w 13158797"/>
              <a:gd name="connsiteY157" fmla="*/ 447563 h 9456078"/>
              <a:gd name="connsiteX158" fmla="*/ 10492991 w 13158797"/>
              <a:gd name="connsiteY158" fmla="*/ 429119 h 9456078"/>
              <a:gd name="connsiteX159" fmla="*/ 10538272 w 13158797"/>
              <a:gd name="connsiteY159" fmla="*/ 411046 h 9456078"/>
              <a:gd name="connsiteX160" fmla="*/ 10583708 w 13158797"/>
              <a:gd name="connsiteY160" fmla="*/ 393346 h 9456078"/>
              <a:gd name="connsiteX161" fmla="*/ 10629297 w 13158797"/>
              <a:gd name="connsiteY161" fmla="*/ 376018 h 9456078"/>
              <a:gd name="connsiteX162" fmla="*/ 10675036 w 13158797"/>
              <a:gd name="connsiteY162" fmla="*/ 359065 h 9456078"/>
              <a:gd name="connsiteX163" fmla="*/ 10720923 w 13158797"/>
              <a:gd name="connsiteY163" fmla="*/ 342487 h 9456078"/>
              <a:gd name="connsiteX164" fmla="*/ 10766956 w 13158797"/>
              <a:gd name="connsiteY164" fmla="*/ 326286 h 9456078"/>
              <a:gd name="connsiteX165" fmla="*/ 10813132 w 13158797"/>
              <a:gd name="connsiteY165" fmla="*/ 310462 h 9456078"/>
              <a:gd name="connsiteX166" fmla="*/ 10859450 w 13158797"/>
              <a:gd name="connsiteY166" fmla="*/ 295018 h 9456078"/>
              <a:gd name="connsiteX167" fmla="*/ 10905907 w 13158797"/>
              <a:gd name="connsiteY167" fmla="*/ 279953 h 9456078"/>
              <a:gd name="connsiteX168" fmla="*/ 10952500 w 13158797"/>
              <a:gd name="connsiteY168" fmla="*/ 265269 h 9456078"/>
              <a:gd name="connsiteX169" fmla="*/ 10999227 w 13158797"/>
              <a:gd name="connsiteY169" fmla="*/ 250968 h 9456078"/>
              <a:gd name="connsiteX170" fmla="*/ 11046087 w 13158797"/>
              <a:gd name="connsiteY170" fmla="*/ 237049 h 9456078"/>
              <a:gd name="connsiteX171" fmla="*/ 11093076 w 13158797"/>
              <a:gd name="connsiteY171" fmla="*/ 223516 h 9456078"/>
              <a:gd name="connsiteX172" fmla="*/ 11140193 w 13158797"/>
              <a:gd name="connsiteY172" fmla="*/ 210368 h 9456078"/>
              <a:gd name="connsiteX173" fmla="*/ 11187434 w 13158797"/>
              <a:gd name="connsiteY173" fmla="*/ 197606 h 9456078"/>
              <a:gd name="connsiteX174" fmla="*/ 11234799 w 13158797"/>
              <a:gd name="connsiteY174" fmla="*/ 185233 h 9456078"/>
              <a:gd name="connsiteX175" fmla="*/ 11282284 w 13158797"/>
              <a:gd name="connsiteY175" fmla="*/ 173248 h 9456078"/>
              <a:gd name="connsiteX176" fmla="*/ 11329888 w 13158797"/>
              <a:gd name="connsiteY176" fmla="*/ 161654 h 9456078"/>
              <a:gd name="connsiteX177" fmla="*/ 11377607 w 13158797"/>
              <a:gd name="connsiteY177" fmla="*/ 150451 h 9456078"/>
              <a:gd name="connsiteX178" fmla="*/ 11425440 w 13158797"/>
              <a:gd name="connsiteY178" fmla="*/ 139640 h 9456078"/>
              <a:gd name="connsiteX179" fmla="*/ 11473385 w 13158797"/>
              <a:gd name="connsiteY179" fmla="*/ 129223 h 9456078"/>
              <a:gd name="connsiteX180" fmla="*/ 11521439 w 13158797"/>
              <a:gd name="connsiteY180" fmla="*/ 119201 h 9456078"/>
              <a:gd name="connsiteX181" fmla="*/ 11569599 w 13158797"/>
              <a:gd name="connsiteY181" fmla="*/ 109574 h 9456078"/>
              <a:gd name="connsiteX182" fmla="*/ 11617864 w 13158797"/>
              <a:gd name="connsiteY182" fmla="*/ 100344 h 9456078"/>
              <a:gd name="connsiteX183" fmla="*/ 11666231 w 13158797"/>
              <a:gd name="connsiteY183" fmla="*/ 91512 h 9456078"/>
              <a:gd name="connsiteX184" fmla="*/ 11714698 w 13158797"/>
              <a:gd name="connsiteY184" fmla="*/ 83080 h 9456078"/>
              <a:gd name="connsiteX185" fmla="*/ 11763263 w 13158797"/>
              <a:gd name="connsiteY185" fmla="*/ 75047 h 9456078"/>
              <a:gd name="connsiteX186" fmla="*/ 11811923 w 13158797"/>
              <a:gd name="connsiteY186" fmla="*/ 67417 h 9456078"/>
              <a:gd name="connsiteX187" fmla="*/ 11860676 w 13158797"/>
              <a:gd name="connsiteY187" fmla="*/ 60188 h 9456078"/>
              <a:gd name="connsiteX188" fmla="*/ 11909519 w 13158797"/>
              <a:gd name="connsiteY188" fmla="*/ 53364 h 9456078"/>
              <a:gd name="connsiteX189" fmla="*/ 11958451 w 13158797"/>
              <a:gd name="connsiteY189" fmla="*/ 46944 h 9456078"/>
              <a:gd name="connsiteX190" fmla="*/ 12007470 w 13158797"/>
              <a:gd name="connsiteY190" fmla="*/ 40931 h 9456078"/>
              <a:gd name="connsiteX191" fmla="*/ 12056572 w 13158797"/>
              <a:gd name="connsiteY191" fmla="*/ 35324 h 9456078"/>
              <a:gd name="connsiteX192" fmla="*/ 12105756 w 13158797"/>
              <a:gd name="connsiteY192" fmla="*/ 30126 h 9456078"/>
              <a:gd name="connsiteX193" fmla="*/ 12155019 w 13158797"/>
              <a:gd name="connsiteY193" fmla="*/ 25337 h 9456078"/>
              <a:gd name="connsiteX194" fmla="*/ 12204359 w 13158797"/>
              <a:gd name="connsiteY194" fmla="*/ 20958 h 9456078"/>
              <a:gd name="connsiteX195" fmla="*/ 12253773 w 13158797"/>
              <a:gd name="connsiteY195" fmla="*/ 16991 h 9456078"/>
              <a:gd name="connsiteX196" fmla="*/ 12303260 w 13158797"/>
              <a:gd name="connsiteY196" fmla="*/ 13437 h 9456078"/>
              <a:gd name="connsiteX197" fmla="*/ 12352818 w 13158797"/>
              <a:gd name="connsiteY197" fmla="*/ 10297 h 9456078"/>
              <a:gd name="connsiteX198" fmla="*/ 12402443 w 13158797"/>
              <a:gd name="connsiteY198" fmla="*/ 7572 h 9456078"/>
              <a:gd name="connsiteX199" fmla="*/ 12452133 w 13158797"/>
              <a:gd name="connsiteY199" fmla="*/ 5263 h 9456078"/>
              <a:gd name="connsiteX200" fmla="*/ 12501887 w 13158797"/>
              <a:gd name="connsiteY200" fmla="*/ 3371 h 9456078"/>
              <a:gd name="connsiteX201" fmla="*/ 12551701 w 13158797"/>
              <a:gd name="connsiteY201" fmla="*/ 1898 h 9456078"/>
              <a:gd name="connsiteX202" fmla="*/ 12601574 w 13158797"/>
              <a:gd name="connsiteY202" fmla="*/ 844 h 9456078"/>
              <a:gd name="connsiteX203" fmla="*/ 12651504 w 13158797"/>
              <a:gd name="connsiteY203" fmla="*/ 211 h 9456078"/>
              <a:gd name="connsiteX204" fmla="*/ 12701487 w 13158797"/>
              <a:gd name="connsiteY204" fmla="*/ 0 h 9456078"/>
              <a:gd name="connsiteX205" fmla="*/ 13158798 w 13158797"/>
              <a:gd name="connsiteY205" fmla="*/ 0 h 94560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</a:cxnLst>
            <a:rect l="l" t="t" r="r" b="b"/>
            <a:pathLst>
              <a:path w="13158797" h="9456078">
                <a:moveTo>
                  <a:pt x="0" y="9456078"/>
                </a:moveTo>
                <a:lnTo>
                  <a:pt x="49977" y="9455836"/>
                </a:lnTo>
                <a:lnTo>
                  <a:pt x="99893" y="9455111"/>
                </a:lnTo>
                <a:lnTo>
                  <a:pt x="149742" y="9453904"/>
                </a:lnTo>
                <a:lnTo>
                  <a:pt x="199524" y="9452217"/>
                </a:lnTo>
                <a:lnTo>
                  <a:pt x="298870" y="9447409"/>
                </a:lnTo>
                <a:lnTo>
                  <a:pt x="348429" y="9444290"/>
                </a:lnTo>
                <a:lnTo>
                  <a:pt x="397907" y="9440698"/>
                </a:lnTo>
                <a:lnTo>
                  <a:pt x="447302" y="9436632"/>
                </a:lnTo>
                <a:lnTo>
                  <a:pt x="496610" y="9432096"/>
                </a:lnTo>
                <a:lnTo>
                  <a:pt x="545829" y="9427089"/>
                </a:lnTo>
                <a:lnTo>
                  <a:pt x="594956" y="9421615"/>
                </a:lnTo>
                <a:lnTo>
                  <a:pt x="643987" y="9415673"/>
                </a:lnTo>
                <a:lnTo>
                  <a:pt x="692920" y="9409267"/>
                </a:lnTo>
                <a:lnTo>
                  <a:pt x="741751" y="9402396"/>
                </a:lnTo>
                <a:lnTo>
                  <a:pt x="790478" y="9395063"/>
                </a:lnTo>
                <a:lnTo>
                  <a:pt x="839098" y="9387270"/>
                </a:lnTo>
                <a:lnTo>
                  <a:pt x="887607" y="9379017"/>
                </a:lnTo>
                <a:lnTo>
                  <a:pt x="936002" y="9370306"/>
                </a:lnTo>
                <a:lnTo>
                  <a:pt x="984281" y="9361139"/>
                </a:lnTo>
                <a:lnTo>
                  <a:pt x="1032440" y="9351517"/>
                </a:lnTo>
                <a:lnTo>
                  <a:pt x="1080477" y="9341441"/>
                </a:lnTo>
                <a:lnTo>
                  <a:pt x="1176172" y="9319936"/>
                </a:lnTo>
                <a:lnTo>
                  <a:pt x="1223823" y="9308509"/>
                </a:lnTo>
                <a:lnTo>
                  <a:pt x="1271339" y="9296635"/>
                </a:lnTo>
                <a:lnTo>
                  <a:pt x="1318719" y="9284315"/>
                </a:lnTo>
                <a:lnTo>
                  <a:pt x="1365957" y="9271550"/>
                </a:lnTo>
                <a:lnTo>
                  <a:pt x="1413052" y="9258342"/>
                </a:lnTo>
                <a:lnTo>
                  <a:pt x="1460000" y="9244693"/>
                </a:lnTo>
                <a:lnTo>
                  <a:pt x="1506799" y="9230604"/>
                </a:lnTo>
                <a:lnTo>
                  <a:pt x="1553445" y="9216076"/>
                </a:lnTo>
                <a:lnTo>
                  <a:pt x="1599935" y="9201111"/>
                </a:lnTo>
                <a:lnTo>
                  <a:pt x="1646267" y="9185710"/>
                </a:lnTo>
                <a:lnTo>
                  <a:pt x="1692437" y="9169876"/>
                </a:lnTo>
                <a:lnTo>
                  <a:pt x="1738442" y="9153608"/>
                </a:lnTo>
                <a:lnTo>
                  <a:pt x="1784280" y="9136910"/>
                </a:lnTo>
                <a:lnTo>
                  <a:pt x="1829947" y="9119782"/>
                </a:lnTo>
                <a:lnTo>
                  <a:pt x="1875440" y="9102226"/>
                </a:lnTo>
                <a:lnTo>
                  <a:pt x="1920756" y="9084243"/>
                </a:lnTo>
                <a:lnTo>
                  <a:pt x="1965893" y="9065835"/>
                </a:lnTo>
                <a:lnTo>
                  <a:pt x="2055615" y="9027750"/>
                </a:lnTo>
                <a:lnTo>
                  <a:pt x="2100195" y="9008075"/>
                </a:lnTo>
                <a:lnTo>
                  <a:pt x="2144582" y="8987981"/>
                </a:lnTo>
                <a:lnTo>
                  <a:pt x="2188775" y="8967470"/>
                </a:lnTo>
                <a:lnTo>
                  <a:pt x="2232770" y="8946542"/>
                </a:lnTo>
                <a:lnTo>
                  <a:pt x="2276564" y="8925199"/>
                </a:lnTo>
                <a:lnTo>
                  <a:pt x="2320154" y="8903443"/>
                </a:lnTo>
                <a:lnTo>
                  <a:pt x="2363538" y="8881275"/>
                </a:lnTo>
                <a:lnTo>
                  <a:pt x="2406711" y="8858697"/>
                </a:lnTo>
                <a:lnTo>
                  <a:pt x="2449672" y="8835710"/>
                </a:lnTo>
                <a:lnTo>
                  <a:pt x="2492417" y="8812316"/>
                </a:lnTo>
                <a:lnTo>
                  <a:pt x="2534943" y="8788516"/>
                </a:lnTo>
                <a:lnTo>
                  <a:pt x="2577247" y="8764311"/>
                </a:lnTo>
                <a:lnTo>
                  <a:pt x="2619326" y="8739704"/>
                </a:lnTo>
                <a:lnTo>
                  <a:pt x="2661177" y="8714695"/>
                </a:lnTo>
                <a:lnTo>
                  <a:pt x="2702797" y="8689286"/>
                </a:lnTo>
                <a:lnTo>
                  <a:pt x="2744183" y="8663479"/>
                </a:lnTo>
                <a:lnTo>
                  <a:pt x="2785333" y="8637274"/>
                </a:lnTo>
                <a:lnTo>
                  <a:pt x="2826242" y="8610675"/>
                </a:lnTo>
                <a:lnTo>
                  <a:pt x="2866908" y="8583681"/>
                </a:lnTo>
                <a:lnTo>
                  <a:pt x="2907329" y="8556295"/>
                </a:lnTo>
                <a:lnTo>
                  <a:pt x="2947500" y="8528517"/>
                </a:lnTo>
                <a:lnTo>
                  <a:pt x="2987419" y="8500351"/>
                </a:lnTo>
                <a:lnTo>
                  <a:pt x="3027083" y="8471796"/>
                </a:lnTo>
                <a:lnTo>
                  <a:pt x="3066489" y="8442854"/>
                </a:lnTo>
                <a:lnTo>
                  <a:pt x="3105634" y="8413528"/>
                </a:lnTo>
                <a:lnTo>
                  <a:pt x="3144515" y="8383818"/>
                </a:lnTo>
                <a:lnTo>
                  <a:pt x="3183129" y="8353726"/>
                </a:lnTo>
                <a:lnTo>
                  <a:pt x="3221473" y="8323253"/>
                </a:lnTo>
                <a:lnTo>
                  <a:pt x="3259544" y="8292401"/>
                </a:lnTo>
                <a:lnTo>
                  <a:pt x="3297339" y="8261172"/>
                </a:lnTo>
                <a:lnTo>
                  <a:pt x="3334854" y="8229566"/>
                </a:lnTo>
                <a:lnTo>
                  <a:pt x="3372087" y="8197585"/>
                </a:lnTo>
                <a:lnTo>
                  <a:pt x="3409035" y="8165232"/>
                </a:lnTo>
                <a:lnTo>
                  <a:pt x="3445695" y="8132507"/>
                </a:lnTo>
                <a:lnTo>
                  <a:pt x="3482064" y="8099411"/>
                </a:lnTo>
                <a:lnTo>
                  <a:pt x="3518139" y="8065947"/>
                </a:lnTo>
                <a:lnTo>
                  <a:pt x="3553916" y="8032115"/>
                </a:lnTo>
                <a:lnTo>
                  <a:pt x="3589393" y="7997918"/>
                </a:lnTo>
                <a:lnTo>
                  <a:pt x="3624567" y="7963356"/>
                </a:lnTo>
                <a:lnTo>
                  <a:pt x="3659435" y="7928432"/>
                </a:lnTo>
                <a:lnTo>
                  <a:pt x="3693994" y="7893146"/>
                </a:lnTo>
                <a:lnTo>
                  <a:pt x="3728240" y="7857501"/>
                </a:lnTo>
                <a:lnTo>
                  <a:pt x="3762171" y="7821497"/>
                </a:lnTo>
                <a:lnTo>
                  <a:pt x="3795783" y="7785136"/>
                </a:lnTo>
                <a:lnTo>
                  <a:pt x="3829075" y="7748420"/>
                </a:lnTo>
                <a:lnTo>
                  <a:pt x="3862042" y="7711350"/>
                </a:lnTo>
                <a:lnTo>
                  <a:pt x="3894682" y="7673928"/>
                </a:lnTo>
                <a:lnTo>
                  <a:pt x="3926991" y="7636155"/>
                </a:lnTo>
                <a:lnTo>
                  <a:pt x="3958967" y="7598032"/>
                </a:lnTo>
                <a:lnTo>
                  <a:pt x="3990607" y="7559561"/>
                </a:lnTo>
                <a:lnTo>
                  <a:pt x="4021907" y="7520744"/>
                </a:lnTo>
                <a:lnTo>
                  <a:pt x="4052865" y="7481582"/>
                </a:lnTo>
                <a:lnTo>
                  <a:pt x="4083478" y="7442077"/>
                </a:lnTo>
                <a:lnTo>
                  <a:pt x="8022311" y="2307814"/>
                </a:lnTo>
                <a:lnTo>
                  <a:pt x="8052902" y="2268285"/>
                </a:lnTo>
                <a:lnTo>
                  <a:pt x="8083796" y="2229056"/>
                </a:lnTo>
                <a:lnTo>
                  <a:pt x="8114989" y="2190127"/>
                </a:lnTo>
                <a:lnTo>
                  <a:pt x="8146479" y="2151500"/>
                </a:lnTo>
                <a:lnTo>
                  <a:pt x="8178264" y="2113176"/>
                </a:lnTo>
                <a:lnTo>
                  <a:pt x="8210341" y="2075157"/>
                </a:lnTo>
                <a:lnTo>
                  <a:pt x="8242709" y="2037442"/>
                </a:lnTo>
                <a:lnTo>
                  <a:pt x="8275365" y="2000034"/>
                </a:lnTo>
                <a:lnTo>
                  <a:pt x="8308307" y="1962934"/>
                </a:lnTo>
                <a:lnTo>
                  <a:pt x="8341532" y="1926142"/>
                </a:lnTo>
                <a:lnTo>
                  <a:pt x="8375038" y="1889660"/>
                </a:lnTo>
                <a:lnTo>
                  <a:pt x="8408823" y="1853489"/>
                </a:lnTo>
                <a:lnTo>
                  <a:pt x="8442885" y="1817630"/>
                </a:lnTo>
                <a:lnTo>
                  <a:pt x="8477221" y="1782084"/>
                </a:lnTo>
                <a:lnTo>
                  <a:pt x="8511829" y="1746853"/>
                </a:lnTo>
                <a:lnTo>
                  <a:pt x="8546706" y="1711937"/>
                </a:lnTo>
                <a:lnTo>
                  <a:pt x="8581851" y="1677337"/>
                </a:lnTo>
                <a:lnTo>
                  <a:pt x="8617261" y="1643056"/>
                </a:lnTo>
                <a:lnTo>
                  <a:pt x="8652934" y="1609093"/>
                </a:lnTo>
                <a:lnTo>
                  <a:pt x="8688867" y="1575450"/>
                </a:lnTo>
                <a:lnTo>
                  <a:pt x="8725058" y="1542128"/>
                </a:lnTo>
                <a:lnTo>
                  <a:pt x="8761506" y="1509129"/>
                </a:lnTo>
                <a:lnTo>
                  <a:pt x="8798207" y="1476452"/>
                </a:lnTo>
                <a:lnTo>
                  <a:pt x="8835159" y="1444101"/>
                </a:lnTo>
                <a:lnTo>
                  <a:pt x="8872360" y="1412075"/>
                </a:lnTo>
                <a:lnTo>
                  <a:pt x="8909808" y="1380375"/>
                </a:lnTo>
                <a:lnTo>
                  <a:pt x="8947501" y="1349004"/>
                </a:lnTo>
                <a:lnTo>
                  <a:pt x="8985435" y="1317962"/>
                </a:lnTo>
                <a:lnTo>
                  <a:pt x="9023610" y="1287250"/>
                </a:lnTo>
                <a:lnTo>
                  <a:pt x="9062022" y="1256869"/>
                </a:lnTo>
                <a:lnTo>
                  <a:pt x="9100669" y="1226820"/>
                </a:lnTo>
                <a:lnTo>
                  <a:pt x="9139549" y="1197105"/>
                </a:lnTo>
                <a:lnTo>
                  <a:pt x="9178660" y="1167725"/>
                </a:lnTo>
                <a:lnTo>
                  <a:pt x="9217999" y="1138681"/>
                </a:lnTo>
                <a:lnTo>
                  <a:pt x="9257564" y="1109974"/>
                </a:lnTo>
                <a:lnTo>
                  <a:pt x="9297353" y="1081604"/>
                </a:lnTo>
                <a:lnTo>
                  <a:pt x="9337364" y="1053574"/>
                </a:lnTo>
                <a:lnTo>
                  <a:pt x="9377594" y="1025884"/>
                </a:lnTo>
                <a:lnTo>
                  <a:pt x="9418040" y="998536"/>
                </a:lnTo>
                <a:lnTo>
                  <a:pt x="9458702" y="971530"/>
                </a:lnTo>
                <a:lnTo>
                  <a:pt x="9499575" y="944868"/>
                </a:lnTo>
                <a:lnTo>
                  <a:pt x="9540659" y="918551"/>
                </a:lnTo>
                <a:lnTo>
                  <a:pt x="9581950" y="892580"/>
                </a:lnTo>
                <a:lnTo>
                  <a:pt x="9623447" y="866956"/>
                </a:lnTo>
                <a:lnTo>
                  <a:pt x="9665147" y="841681"/>
                </a:lnTo>
                <a:lnTo>
                  <a:pt x="9707048" y="816754"/>
                </a:lnTo>
                <a:lnTo>
                  <a:pt x="9749147" y="792179"/>
                </a:lnTo>
                <a:lnTo>
                  <a:pt x="9791443" y="767955"/>
                </a:lnTo>
                <a:lnTo>
                  <a:pt x="9833932" y="744083"/>
                </a:lnTo>
                <a:lnTo>
                  <a:pt x="9876613" y="720566"/>
                </a:lnTo>
                <a:lnTo>
                  <a:pt x="9919484" y="697404"/>
                </a:lnTo>
                <a:lnTo>
                  <a:pt x="9962542" y="674598"/>
                </a:lnTo>
                <a:lnTo>
                  <a:pt x="10005784" y="652149"/>
                </a:lnTo>
                <a:lnTo>
                  <a:pt x="10049209" y="630059"/>
                </a:lnTo>
                <a:lnTo>
                  <a:pt x="10092814" y="608328"/>
                </a:lnTo>
                <a:lnTo>
                  <a:pt x="10136597" y="586958"/>
                </a:lnTo>
                <a:lnTo>
                  <a:pt x="10180556" y="565950"/>
                </a:lnTo>
                <a:lnTo>
                  <a:pt x="10224688" y="545304"/>
                </a:lnTo>
                <a:lnTo>
                  <a:pt x="10268991" y="525023"/>
                </a:lnTo>
                <a:lnTo>
                  <a:pt x="10313463" y="505107"/>
                </a:lnTo>
                <a:lnTo>
                  <a:pt x="10358101" y="485558"/>
                </a:lnTo>
                <a:lnTo>
                  <a:pt x="10402903" y="466376"/>
                </a:lnTo>
                <a:lnTo>
                  <a:pt x="10447868" y="447563"/>
                </a:lnTo>
                <a:lnTo>
                  <a:pt x="10492991" y="429119"/>
                </a:lnTo>
                <a:lnTo>
                  <a:pt x="10538272" y="411046"/>
                </a:lnTo>
                <a:lnTo>
                  <a:pt x="10583708" y="393346"/>
                </a:lnTo>
                <a:lnTo>
                  <a:pt x="10629297" y="376018"/>
                </a:lnTo>
                <a:lnTo>
                  <a:pt x="10675036" y="359065"/>
                </a:lnTo>
                <a:lnTo>
                  <a:pt x="10720923" y="342487"/>
                </a:lnTo>
                <a:lnTo>
                  <a:pt x="10766956" y="326286"/>
                </a:lnTo>
                <a:lnTo>
                  <a:pt x="10813132" y="310462"/>
                </a:lnTo>
                <a:lnTo>
                  <a:pt x="10859450" y="295018"/>
                </a:lnTo>
                <a:lnTo>
                  <a:pt x="10905907" y="279953"/>
                </a:lnTo>
                <a:lnTo>
                  <a:pt x="10952500" y="265269"/>
                </a:lnTo>
                <a:lnTo>
                  <a:pt x="10999227" y="250968"/>
                </a:lnTo>
                <a:lnTo>
                  <a:pt x="11046087" y="237049"/>
                </a:lnTo>
                <a:lnTo>
                  <a:pt x="11093076" y="223516"/>
                </a:lnTo>
                <a:lnTo>
                  <a:pt x="11140193" y="210368"/>
                </a:lnTo>
                <a:lnTo>
                  <a:pt x="11187434" y="197606"/>
                </a:lnTo>
                <a:lnTo>
                  <a:pt x="11234799" y="185233"/>
                </a:lnTo>
                <a:lnTo>
                  <a:pt x="11282284" y="173248"/>
                </a:lnTo>
                <a:lnTo>
                  <a:pt x="11329888" y="161654"/>
                </a:lnTo>
                <a:lnTo>
                  <a:pt x="11377607" y="150451"/>
                </a:lnTo>
                <a:lnTo>
                  <a:pt x="11425440" y="139640"/>
                </a:lnTo>
                <a:lnTo>
                  <a:pt x="11473385" y="129223"/>
                </a:lnTo>
                <a:lnTo>
                  <a:pt x="11521439" y="119201"/>
                </a:lnTo>
                <a:lnTo>
                  <a:pt x="11569599" y="109574"/>
                </a:lnTo>
                <a:lnTo>
                  <a:pt x="11617864" y="100344"/>
                </a:lnTo>
                <a:lnTo>
                  <a:pt x="11666231" y="91512"/>
                </a:lnTo>
                <a:lnTo>
                  <a:pt x="11714698" y="83080"/>
                </a:lnTo>
                <a:lnTo>
                  <a:pt x="11763263" y="75047"/>
                </a:lnTo>
                <a:lnTo>
                  <a:pt x="11811923" y="67417"/>
                </a:lnTo>
                <a:lnTo>
                  <a:pt x="11860676" y="60188"/>
                </a:lnTo>
                <a:lnTo>
                  <a:pt x="11909519" y="53364"/>
                </a:lnTo>
                <a:lnTo>
                  <a:pt x="11958451" y="46944"/>
                </a:lnTo>
                <a:lnTo>
                  <a:pt x="12007470" y="40931"/>
                </a:lnTo>
                <a:lnTo>
                  <a:pt x="12056572" y="35324"/>
                </a:lnTo>
                <a:lnTo>
                  <a:pt x="12105756" y="30126"/>
                </a:lnTo>
                <a:lnTo>
                  <a:pt x="12155019" y="25337"/>
                </a:lnTo>
                <a:lnTo>
                  <a:pt x="12204359" y="20958"/>
                </a:lnTo>
                <a:lnTo>
                  <a:pt x="12253773" y="16991"/>
                </a:lnTo>
                <a:lnTo>
                  <a:pt x="12303260" y="13437"/>
                </a:lnTo>
                <a:lnTo>
                  <a:pt x="12352818" y="10297"/>
                </a:lnTo>
                <a:lnTo>
                  <a:pt x="12402443" y="7572"/>
                </a:lnTo>
                <a:lnTo>
                  <a:pt x="12452133" y="5263"/>
                </a:lnTo>
                <a:lnTo>
                  <a:pt x="12501887" y="3371"/>
                </a:lnTo>
                <a:lnTo>
                  <a:pt x="12551701" y="1898"/>
                </a:lnTo>
                <a:lnTo>
                  <a:pt x="12601574" y="844"/>
                </a:lnTo>
                <a:lnTo>
                  <a:pt x="12651504" y="211"/>
                </a:lnTo>
                <a:lnTo>
                  <a:pt x="12701487" y="0"/>
                </a:lnTo>
                <a:lnTo>
                  <a:pt x="13158798" y="0"/>
                </a:lnTo>
              </a:path>
            </a:pathLst>
          </a:custGeom>
          <a:ln w="19050">
            <a:gradFill>
              <a:gsLst>
                <a:gs pos="18000">
                  <a:schemeClr val="accent2"/>
                </a:gs>
                <a:gs pos="0">
                  <a:schemeClr val="bg1">
                    <a:alpha val="0"/>
                  </a:schemeClr>
                </a:gs>
              </a:gsLst>
              <a:lin ang="5400000" scaled="0"/>
            </a:gradFill>
          </a:ln>
        </p:spPr>
        <p:txBody>
          <a:bodyPr wrap="square" lIns="0" tIns="0" rIns="0" bIns="0" rtlCol="0"/>
          <a:lstStyle/>
          <a:p>
            <a:pPr marL="0" marR="0" lvl="0" indent="0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147355C3-E565-CD06-62D4-5A5093D7D7B3}"/>
              </a:ext>
            </a:extLst>
          </p:cNvPr>
          <p:cNvCxnSpPr>
            <a:cxnSpLocks/>
          </p:cNvCxnSpPr>
          <p:nvPr/>
        </p:nvCxnSpPr>
        <p:spPr>
          <a:xfrm flipH="1">
            <a:off x="334962" y="6678798"/>
            <a:ext cx="10980001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59008549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465">
          <p15:clr>
            <a:srgbClr val="FBAE40"/>
          </p15:clr>
        </p15:guide>
        <p15:guide id="2" pos="128">
          <p15:clr>
            <a:srgbClr val="FBAE40"/>
          </p15:clr>
        </p15:guide>
        <p15:guide id="3" orient="horz" pos="2424">
          <p15:clr>
            <a:srgbClr val="FBAE40"/>
          </p15:clr>
        </p15:guide>
        <p15:guide id="4" pos="4530">
          <p15:clr>
            <a:srgbClr val="FBAE40"/>
          </p15:clr>
        </p15:guide>
        <p15:guide id="5" orient="horz" pos="141">
          <p15:clr>
            <a:srgbClr val="FBAE40"/>
          </p15:clr>
        </p15:guide>
        <p15:guide id="6" orient="horz" pos="306">
          <p15:clr>
            <a:srgbClr val="FBAE40"/>
          </p15:clr>
        </p15:guide>
        <p15:guide id="7" orient="horz" pos="485">
          <p15:clr>
            <a:srgbClr val="FBAE40"/>
          </p15:clr>
        </p15:guide>
      </p15:sldGuideLst>
    </p:ext>
  </p:extLst>
</p:sldLayout>
</file>

<file path=ppt/slideLayouts/slideLayout1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4_Índice - Offwhite - 10 títulos">
    <p:bg>
      <p:bgPr>
        <a:gradFill>
          <a:gsLst>
            <a:gs pos="67000">
              <a:schemeClr val="tx1"/>
            </a:gs>
            <a:gs pos="100000">
              <a:schemeClr val="tx1"/>
            </a:gs>
            <a:gs pos="0">
              <a:srgbClr val="161B21"/>
            </a:gs>
          </a:gsLst>
          <a:lin ang="84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" name="Espaço Reservado para Número de Slide 5">
            <a:extLst>
              <a:ext uri="{FF2B5EF4-FFF2-40B4-BE49-F238E27FC236}">
                <a16:creationId xmlns:a16="http://schemas.microsoft.com/office/drawing/2014/main" id="{8B43B5D6-9411-2916-3463-C0BBC4CE3A6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pPr marL="20022">
              <a:spcBef>
                <a:spcPts val="45"/>
              </a:spcBef>
            </a:pPr>
            <a:fld id="{81D60167-4931-47E6-BA6A-407CBD079E47}" type="slidenum">
              <a:rPr lang="pt-BR" spc="-15" smtClean="0"/>
              <a:pPr marL="20022">
                <a:spcBef>
                  <a:spcPts val="45"/>
                </a:spcBef>
              </a:pPr>
              <a:t>‹#›</a:t>
            </a:fld>
            <a:endParaRPr lang="pt-BR" spc="-15"/>
          </a:p>
        </p:txBody>
      </p:sp>
      <p:sp>
        <p:nvSpPr>
          <p:cNvPr id="95" name="Text Placeholder 3">
            <a:extLst>
              <a:ext uri="{FF2B5EF4-FFF2-40B4-BE49-F238E27FC236}">
                <a16:creationId xmlns:a16="http://schemas.microsoft.com/office/drawing/2014/main" id="{1F9E0DEB-08E9-5248-44F9-9916F0925C87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5" y="368302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pt-BR"/>
              <a:t>Índice | Até 10 títulos</a:t>
            </a:r>
            <a:endParaRPr lang="en-US"/>
          </a:p>
        </p:txBody>
      </p:sp>
      <p:sp>
        <p:nvSpPr>
          <p:cNvPr id="96" name="Text Placeholder 10">
            <a:extLst>
              <a:ext uri="{FF2B5EF4-FFF2-40B4-BE49-F238E27FC236}">
                <a16:creationId xmlns:a16="http://schemas.microsoft.com/office/drawing/2014/main" id="{86EE135B-8461-A8E5-B808-1CCC5F3ABF32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defRPr sz="900" baseline="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7" name="Text Placeholder 21">
            <a:extLst>
              <a:ext uri="{FF2B5EF4-FFF2-40B4-BE49-F238E27FC236}">
                <a16:creationId xmlns:a16="http://schemas.microsoft.com/office/drawing/2014/main" id="{C68EECD8-4868-C403-065A-798C94914B21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1217551" y="1232282"/>
            <a:ext cx="4304945" cy="58564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98" name="Text Placeholder 21">
            <a:extLst>
              <a:ext uri="{FF2B5EF4-FFF2-40B4-BE49-F238E27FC236}">
                <a16:creationId xmlns:a16="http://schemas.microsoft.com/office/drawing/2014/main" id="{377F7479-B5E7-D307-06B9-71E3BA37F3EF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1217551" y="2153419"/>
            <a:ext cx="4304945" cy="595341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99" name="Text Placeholder 21">
            <a:extLst>
              <a:ext uri="{FF2B5EF4-FFF2-40B4-BE49-F238E27FC236}">
                <a16:creationId xmlns:a16="http://schemas.microsoft.com/office/drawing/2014/main" id="{A9CB3A34-F081-C677-A00F-67C1873C062A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1217551" y="3163685"/>
            <a:ext cx="4304945" cy="60135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0" name="Text Placeholder 21">
            <a:extLst>
              <a:ext uri="{FF2B5EF4-FFF2-40B4-BE49-F238E27FC236}">
                <a16:creationId xmlns:a16="http://schemas.microsoft.com/office/drawing/2014/main" id="{66627ED0-3A46-8737-6897-D3BDDB091302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1217551" y="4182010"/>
            <a:ext cx="4304945" cy="60135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1" name="Text Placeholder 21">
            <a:extLst>
              <a:ext uri="{FF2B5EF4-FFF2-40B4-BE49-F238E27FC236}">
                <a16:creationId xmlns:a16="http://schemas.microsoft.com/office/drawing/2014/main" id="{4A98C90D-F543-2D3A-9F32-FF02504B384D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6978589" y="1232282"/>
            <a:ext cx="4304945" cy="581956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2" name="Text Placeholder 21">
            <a:extLst>
              <a:ext uri="{FF2B5EF4-FFF2-40B4-BE49-F238E27FC236}">
                <a16:creationId xmlns:a16="http://schemas.microsoft.com/office/drawing/2014/main" id="{02D303FD-4338-9202-3742-445CFAC544F9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6978589" y="2153417"/>
            <a:ext cx="4304945" cy="591654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3" name="Text Placeholder 21">
            <a:extLst>
              <a:ext uri="{FF2B5EF4-FFF2-40B4-BE49-F238E27FC236}">
                <a16:creationId xmlns:a16="http://schemas.microsoft.com/office/drawing/2014/main" id="{DAB51C54-4BA1-024C-8F1D-E61343BFAC42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978589" y="3163685"/>
            <a:ext cx="4304945" cy="591654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4" name="Text Placeholder 21">
            <a:extLst>
              <a:ext uri="{FF2B5EF4-FFF2-40B4-BE49-F238E27FC236}">
                <a16:creationId xmlns:a16="http://schemas.microsoft.com/office/drawing/2014/main" id="{31C27C31-0117-4C41-7DD9-9A95AE01F9D5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6978589" y="4182010"/>
            <a:ext cx="4304945" cy="597666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5" name="Text Placeholder 21">
            <a:extLst>
              <a:ext uri="{FF2B5EF4-FFF2-40B4-BE49-F238E27FC236}">
                <a16:creationId xmlns:a16="http://schemas.microsoft.com/office/drawing/2014/main" id="{305C7304-230E-F6CE-A76D-99DF1E692F08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334966" y="1232284"/>
            <a:ext cx="666897" cy="666897"/>
          </a:xfrm>
          <a:prstGeom prst="rect">
            <a:avLst/>
          </a:prstGeom>
          <a:noFill/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1.</a:t>
            </a:r>
            <a:endParaRPr lang="pt-BR"/>
          </a:p>
        </p:txBody>
      </p:sp>
      <p:sp>
        <p:nvSpPr>
          <p:cNvPr id="106" name="Text Placeholder 21">
            <a:extLst>
              <a:ext uri="{FF2B5EF4-FFF2-40B4-BE49-F238E27FC236}">
                <a16:creationId xmlns:a16="http://schemas.microsoft.com/office/drawing/2014/main" id="{646BD931-2CC9-4B26-938C-C6A9327B317A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334966" y="2153419"/>
            <a:ext cx="666897" cy="666897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2.</a:t>
            </a:r>
            <a:endParaRPr lang="pt-BR"/>
          </a:p>
        </p:txBody>
      </p:sp>
      <p:sp>
        <p:nvSpPr>
          <p:cNvPr id="107" name="Text Placeholder 21">
            <a:extLst>
              <a:ext uri="{FF2B5EF4-FFF2-40B4-BE49-F238E27FC236}">
                <a16:creationId xmlns:a16="http://schemas.microsoft.com/office/drawing/2014/main" id="{7EF60F9A-51DE-3649-80E7-711C186485AA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334966" y="3163687"/>
            <a:ext cx="666897" cy="666897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3.</a:t>
            </a:r>
            <a:endParaRPr lang="pt-BR"/>
          </a:p>
        </p:txBody>
      </p:sp>
      <p:sp>
        <p:nvSpPr>
          <p:cNvPr id="108" name="Text Placeholder 21">
            <a:extLst>
              <a:ext uri="{FF2B5EF4-FFF2-40B4-BE49-F238E27FC236}">
                <a16:creationId xmlns:a16="http://schemas.microsoft.com/office/drawing/2014/main" id="{454FB385-5582-984D-3BEC-2409DCFBBEA7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334966" y="4182012"/>
            <a:ext cx="666897" cy="666897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4.</a:t>
            </a:r>
            <a:endParaRPr lang="pt-BR"/>
          </a:p>
        </p:txBody>
      </p:sp>
      <p:sp>
        <p:nvSpPr>
          <p:cNvPr id="109" name="Text Placeholder 21">
            <a:extLst>
              <a:ext uri="{FF2B5EF4-FFF2-40B4-BE49-F238E27FC236}">
                <a16:creationId xmlns:a16="http://schemas.microsoft.com/office/drawing/2014/main" id="{48AFB4A3-A713-3B36-5C4C-116B17982407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6096004" y="1232284"/>
            <a:ext cx="666897" cy="666897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6.</a:t>
            </a:r>
            <a:endParaRPr lang="pt-BR"/>
          </a:p>
        </p:txBody>
      </p:sp>
      <p:sp>
        <p:nvSpPr>
          <p:cNvPr id="110" name="Text Placeholder 21">
            <a:extLst>
              <a:ext uri="{FF2B5EF4-FFF2-40B4-BE49-F238E27FC236}">
                <a16:creationId xmlns:a16="http://schemas.microsoft.com/office/drawing/2014/main" id="{455A5A6A-C346-A345-7676-47650852DEC5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6096004" y="2153419"/>
            <a:ext cx="666897" cy="666897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7.</a:t>
            </a:r>
            <a:endParaRPr lang="pt-BR"/>
          </a:p>
        </p:txBody>
      </p:sp>
      <p:sp>
        <p:nvSpPr>
          <p:cNvPr id="111" name="Text Placeholder 21">
            <a:extLst>
              <a:ext uri="{FF2B5EF4-FFF2-40B4-BE49-F238E27FC236}">
                <a16:creationId xmlns:a16="http://schemas.microsoft.com/office/drawing/2014/main" id="{C9036724-53EE-61EA-4F36-0647670CC647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6096004" y="3163687"/>
            <a:ext cx="666897" cy="666897"/>
          </a:xfrm>
          <a:prstGeom prst="rect">
            <a:avLst/>
          </a:prstGeom>
          <a:noFill/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8.</a:t>
            </a:r>
            <a:endParaRPr lang="pt-BR"/>
          </a:p>
        </p:txBody>
      </p:sp>
      <p:sp>
        <p:nvSpPr>
          <p:cNvPr id="112" name="Text Placeholder 21">
            <a:extLst>
              <a:ext uri="{FF2B5EF4-FFF2-40B4-BE49-F238E27FC236}">
                <a16:creationId xmlns:a16="http://schemas.microsoft.com/office/drawing/2014/main" id="{59FC8DE1-DA8C-E6FC-0074-C1233AE33862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6096004" y="4182012"/>
            <a:ext cx="666897" cy="666897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9.</a:t>
            </a:r>
            <a:endParaRPr lang="pt-BR"/>
          </a:p>
        </p:txBody>
      </p:sp>
      <p:sp>
        <p:nvSpPr>
          <p:cNvPr id="113" name="Text Placeholder 21">
            <a:extLst>
              <a:ext uri="{FF2B5EF4-FFF2-40B4-BE49-F238E27FC236}">
                <a16:creationId xmlns:a16="http://schemas.microsoft.com/office/drawing/2014/main" id="{CD7EC131-607A-502B-D5DB-EACD3848C447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1217551" y="5195931"/>
            <a:ext cx="4304945" cy="60135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14" name="Text Placeholder 21">
            <a:extLst>
              <a:ext uri="{FF2B5EF4-FFF2-40B4-BE49-F238E27FC236}">
                <a16:creationId xmlns:a16="http://schemas.microsoft.com/office/drawing/2014/main" id="{39366CD8-736E-E9F0-1631-408CE9342B73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6978589" y="5195931"/>
            <a:ext cx="4304945" cy="597666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15" name="Text Placeholder 21">
            <a:extLst>
              <a:ext uri="{FF2B5EF4-FFF2-40B4-BE49-F238E27FC236}">
                <a16:creationId xmlns:a16="http://schemas.microsoft.com/office/drawing/2014/main" id="{A36BD412-4DD9-0776-5A73-B5939ACF9185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334966" y="5195933"/>
            <a:ext cx="666897" cy="666897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5.</a:t>
            </a:r>
            <a:endParaRPr lang="pt-BR"/>
          </a:p>
        </p:txBody>
      </p:sp>
      <p:sp>
        <p:nvSpPr>
          <p:cNvPr id="116" name="Text Placeholder 21">
            <a:extLst>
              <a:ext uri="{FF2B5EF4-FFF2-40B4-BE49-F238E27FC236}">
                <a16:creationId xmlns:a16="http://schemas.microsoft.com/office/drawing/2014/main" id="{0D56432C-F90B-BE78-9849-16EDFA25EDF3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6096004" y="5195933"/>
            <a:ext cx="666897" cy="666897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10.</a:t>
            </a:r>
            <a:endParaRPr lang="pt-BR"/>
          </a:p>
        </p:txBody>
      </p:sp>
      <p:sp>
        <p:nvSpPr>
          <p:cNvPr id="3" name="Picture 8">
            <a:extLst>
              <a:ext uri="{FF2B5EF4-FFF2-40B4-BE49-F238E27FC236}">
                <a16:creationId xmlns:a16="http://schemas.microsoft.com/office/drawing/2014/main" id="{15C4B308-9A73-C952-BC94-A59F0C0C9921}"/>
              </a:ext>
            </a:extLst>
          </p:cNvPr>
          <p:cNvSpPr/>
          <p:nvPr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/>
          </a:p>
        </p:txBody>
      </p:sp>
      <p:cxnSp>
        <p:nvCxnSpPr>
          <p:cNvPr id="2" name="Straight Connector 1">
            <a:extLst>
              <a:ext uri="{FF2B5EF4-FFF2-40B4-BE49-F238E27FC236}">
                <a16:creationId xmlns:a16="http://schemas.microsoft.com/office/drawing/2014/main" id="{CE520D13-0977-0020-E843-B1F49AD9DBB4}"/>
              </a:ext>
            </a:extLst>
          </p:cNvPr>
          <p:cNvCxnSpPr>
            <a:cxnSpLocks/>
          </p:cNvCxnSpPr>
          <p:nvPr/>
        </p:nvCxnSpPr>
        <p:spPr>
          <a:xfrm>
            <a:off x="2" y="169333"/>
            <a:ext cx="12229571" cy="0"/>
          </a:xfrm>
          <a:prstGeom prst="line">
            <a:avLst/>
          </a:prstGeom>
          <a:ln w="1905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object 4">
            <a:extLst>
              <a:ext uri="{FF2B5EF4-FFF2-40B4-BE49-F238E27FC236}">
                <a16:creationId xmlns:a16="http://schemas.microsoft.com/office/drawing/2014/main" id="{C3E900F5-D2B5-DCE6-DEB6-07FA9585743D}"/>
              </a:ext>
            </a:extLst>
          </p:cNvPr>
          <p:cNvSpPr/>
          <p:nvPr/>
        </p:nvSpPr>
        <p:spPr>
          <a:xfrm rot="10247908" flipH="1">
            <a:off x="4106509" y="-4146683"/>
            <a:ext cx="8001039" cy="5749648"/>
          </a:xfrm>
          <a:custGeom>
            <a:avLst/>
            <a:gdLst>
              <a:gd name="connsiteX0" fmla="*/ 0 w 13940157"/>
              <a:gd name="connsiteY0" fmla="*/ 9200719 h 9456078"/>
              <a:gd name="connsiteX1" fmla="*/ 781360 w 13940157"/>
              <a:gd name="connsiteY1" fmla="*/ 9456078 h 9456078"/>
              <a:gd name="connsiteX2" fmla="*/ 831337 w 13940157"/>
              <a:gd name="connsiteY2" fmla="*/ 9455836 h 9456078"/>
              <a:gd name="connsiteX3" fmla="*/ 881253 w 13940157"/>
              <a:gd name="connsiteY3" fmla="*/ 9455111 h 9456078"/>
              <a:gd name="connsiteX4" fmla="*/ 931102 w 13940157"/>
              <a:gd name="connsiteY4" fmla="*/ 9453904 h 9456078"/>
              <a:gd name="connsiteX5" fmla="*/ 980884 w 13940157"/>
              <a:gd name="connsiteY5" fmla="*/ 9452217 h 9456078"/>
              <a:gd name="connsiteX6" fmla="*/ 1030594 w 13940157"/>
              <a:gd name="connsiteY6" fmla="*/ 9450052 h 9456078"/>
              <a:gd name="connsiteX7" fmla="*/ 1080230 w 13940157"/>
              <a:gd name="connsiteY7" fmla="*/ 9447409 h 9456078"/>
              <a:gd name="connsiteX8" fmla="*/ 1129789 w 13940157"/>
              <a:gd name="connsiteY8" fmla="*/ 9444290 h 9456078"/>
              <a:gd name="connsiteX9" fmla="*/ 1179267 w 13940157"/>
              <a:gd name="connsiteY9" fmla="*/ 9440698 h 9456078"/>
              <a:gd name="connsiteX10" fmla="*/ 1228662 w 13940157"/>
              <a:gd name="connsiteY10" fmla="*/ 9436632 h 9456078"/>
              <a:gd name="connsiteX11" fmla="*/ 1277970 w 13940157"/>
              <a:gd name="connsiteY11" fmla="*/ 9432096 h 9456078"/>
              <a:gd name="connsiteX12" fmla="*/ 1327189 w 13940157"/>
              <a:gd name="connsiteY12" fmla="*/ 9427089 h 9456078"/>
              <a:gd name="connsiteX13" fmla="*/ 1376316 w 13940157"/>
              <a:gd name="connsiteY13" fmla="*/ 9421615 h 9456078"/>
              <a:gd name="connsiteX14" fmla="*/ 1425347 w 13940157"/>
              <a:gd name="connsiteY14" fmla="*/ 9415673 h 9456078"/>
              <a:gd name="connsiteX15" fmla="*/ 1474280 w 13940157"/>
              <a:gd name="connsiteY15" fmla="*/ 9409267 h 9456078"/>
              <a:gd name="connsiteX16" fmla="*/ 1523111 w 13940157"/>
              <a:gd name="connsiteY16" fmla="*/ 9402396 h 9456078"/>
              <a:gd name="connsiteX17" fmla="*/ 1571838 w 13940157"/>
              <a:gd name="connsiteY17" fmla="*/ 9395063 h 9456078"/>
              <a:gd name="connsiteX18" fmla="*/ 1620458 w 13940157"/>
              <a:gd name="connsiteY18" fmla="*/ 9387270 h 9456078"/>
              <a:gd name="connsiteX19" fmla="*/ 1668967 w 13940157"/>
              <a:gd name="connsiteY19" fmla="*/ 9379017 h 9456078"/>
              <a:gd name="connsiteX20" fmla="*/ 1717362 w 13940157"/>
              <a:gd name="connsiteY20" fmla="*/ 9370306 h 9456078"/>
              <a:gd name="connsiteX21" fmla="*/ 1765641 w 13940157"/>
              <a:gd name="connsiteY21" fmla="*/ 9361139 h 9456078"/>
              <a:gd name="connsiteX22" fmla="*/ 1813800 w 13940157"/>
              <a:gd name="connsiteY22" fmla="*/ 9351517 h 9456078"/>
              <a:gd name="connsiteX23" fmla="*/ 1861837 w 13940157"/>
              <a:gd name="connsiteY23" fmla="*/ 9341441 h 9456078"/>
              <a:gd name="connsiteX24" fmla="*/ 1909749 w 13940157"/>
              <a:gd name="connsiteY24" fmla="*/ 9330914 h 9456078"/>
              <a:gd name="connsiteX25" fmla="*/ 1957532 w 13940157"/>
              <a:gd name="connsiteY25" fmla="*/ 9319936 h 9456078"/>
              <a:gd name="connsiteX26" fmla="*/ 2005183 w 13940157"/>
              <a:gd name="connsiteY26" fmla="*/ 9308509 h 9456078"/>
              <a:gd name="connsiteX27" fmla="*/ 2052699 w 13940157"/>
              <a:gd name="connsiteY27" fmla="*/ 9296635 h 9456078"/>
              <a:gd name="connsiteX28" fmla="*/ 2100079 w 13940157"/>
              <a:gd name="connsiteY28" fmla="*/ 9284315 h 9456078"/>
              <a:gd name="connsiteX29" fmla="*/ 2147317 w 13940157"/>
              <a:gd name="connsiteY29" fmla="*/ 9271550 h 9456078"/>
              <a:gd name="connsiteX30" fmla="*/ 2194412 w 13940157"/>
              <a:gd name="connsiteY30" fmla="*/ 9258342 h 9456078"/>
              <a:gd name="connsiteX31" fmla="*/ 2241360 w 13940157"/>
              <a:gd name="connsiteY31" fmla="*/ 9244693 h 9456078"/>
              <a:gd name="connsiteX32" fmla="*/ 2288159 w 13940157"/>
              <a:gd name="connsiteY32" fmla="*/ 9230604 h 9456078"/>
              <a:gd name="connsiteX33" fmla="*/ 2334805 w 13940157"/>
              <a:gd name="connsiteY33" fmla="*/ 9216076 h 9456078"/>
              <a:gd name="connsiteX34" fmla="*/ 2381295 w 13940157"/>
              <a:gd name="connsiteY34" fmla="*/ 9201111 h 9456078"/>
              <a:gd name="connsiteX35" fmla="*/ 2427627 w 13940157"/>
              <a:gd name="connsiteY35" fmla="*/ 9185710 h 9456078"/>
              <a:gd name="connsiteX36" fmla="*/ 2473797 w 13940157"/>
              <a:gd name="connsiteY36" fmla="*/ 9169876 h 9456078"/>
              <a:gd name="connsiteX37" fmla="*/ 2519802 w 13940157"/>
              <a:gd name="connsiteY37" fmla="*/ 9153608 h 9456078"/>
              <a:gd name="connsiteX38" fmla="*/ 2565640 w 13940157"/>
              <a:gd name="connsiteY38" fmla="*/ 9136910 h 9456078"/>
              <a:gd name="connsiteX39" fmla="*/ 2611307 w 13940157"/>
              <a:gd name="connsiteY39" fmla="*/ 9119782 h 9456078"/>
              <a:gd name="connsiteX40" fmla="*/ 2656800 w 13940157"/>
              <a:gd name="connsiteY40" fmla="*/ 9102226 h 9456078"/>
              <a:gd name="connsiteX41" fmla="*/ 2702116 w 13940157"/>
              <a:gd name="connsiteY41" fmla="*/ 9084243 h 9456078"/>
              <a:gd name="connsiteX42" fmla="*/ 2747253 w 13940157"/>
              <a:gd name="connsiteY42" fmla="*/ 9065835 h 9456078"/>
              <a:gd name="connsiteX43" fmla="*/ 2792207 w 13940157"/>
              <a:gd name="connsiteY43" fmla="*/ 9047004 h 9456078"/>
              <a:gd name="connsiteX44" fmla="*/ 2836975 w 13940157"/>
              <a:gd name="connsiteY44" fmla="*/ 9027750 h 9456078"/>
              <a:gd name="connsiteX45" fmla="*/ 2881555 w 13940157"/>
              <a:gd name="connsiteY45" fmla="*/ 9008075 h 9456078"/>
              <a:gd name="connsiteX46" fmla="*/ 2925942 w 13940157"/>
              <a:gd name="connsiteY46" fmla="*/ 8987981 h 9456078"/>
              <a:gd name="connsiteX47" fmla="*/ 2970135 w 13940157"/>
              <a:gd name="connsiteY47" fmla="*/ 8967470 h 9456078"/>
              <a:gd name="connsiteX48" fmla="*/ 3014130 w 13940157"/>
              <a:gd name="connsiteY48" fmla="*/ 8946542 h 9456078"/>
              <a:gd name="connsiteX49" fmla="*/ 3057924 w 13940157"/>
              <a:gd name="connsiteY49" fmla="*/ 8925199 h 9456078"/>
              <a:gd name="connsiteX50" fmla="*/ 3101514 w 13940157"/>
              <a:gd name="connsiteY50" fmla="*/ 8903443 h 9456078"/>
              <a:gd name="connsiteX51" fmla="*/ 3144898 w 13940157"/>
              <a:gd name="connsiteY51" fmla="*/ 8881275 h 9456078"/>
              <a:gd name="connsiteX52" fmla="*/ 3188071 w 13940157"/>
              <a:gd name="connsiteY52" fmla="*/ 8858697 h 9456078"/>
              <a:gd name="connsiteX53" fmla="*/ 3231032 w 13940157"/>
              <a:gd name="connsiteY53" fmla="*/ 8835710 h 9456078"/>
              <a:gd name="connsiteX54" fmla="*/ 3273777 w 13940157"/>
              <a:gd name="connsiteY54" fmla="*/ 8812316 h 9456078"/>
              <a:gd name="connsiteX55" fmla="*/ 3316303 w 13940157"/>
              <a:gd name="connsiteY55" fmla="*/ 8788516 h 9456078"/>
              <a:gd name="connsiteX56" fmla="*/ 3358607 w 13940157"/>
              <a:gd name="connsiteY56" fmla="*/ 8764311 h 9456078"/>
              <a:gd name="connsiteX57" fmla="*/ 3400686 w 13940157"/>
              <a:gd name="connsiteY57" fmla="*/ 8739704 h 9456078"/>
              <a:gd name="connsiteX58" fmla="*/ 3442537 w 13940157"/>
              <a:gd name="connsiteY58" fmla="*/ 8714695 h 9456078"/>
              <a:gd name="connsiteX59" fmla="*/ 3484157 w 13940157"/>
              <a:gd name="connsiteY59" fmla="*/ 8689286 h 9456078"/>
              <a:gd name="connsiteX60" fmla="*/ 3525543 w 13940157"/>
              <a:gd name="connsiteY60" fmla="*/ 8663479 h 9456078"/>
              <a:gd name="connsiteX61" fmla="*/ 3566693 w 13940157"/>
              <a:gd name="connsiteY61" fmla="*/ 8637274 h 9456078"/>
              <a:gd name="connsiteX62" fmla="*/ 3607602 w 13940157"/>
              <a:gd name="connsiteY62" fmla="*/ 8610675 h 9456078"/>
              <a:gd name="connsiteX63" fmla="*/ 3648268 w 13940157"/>
              <a:gd name="connsiteY63" fmla="*/ 8583681 h 9456078"/>
              <a:gd name="connsiteX64" fmla="*/ 3688689 w 13940157"/>
              <a:gd name="connsiteY64" fmla="*/ 8556295 h 9456078"/>
              <a:gd name="connsiteX65" fmla="*/ 3728860 w 13940157"/>
              <a:gd name="connsiteY65" fmla="*/ 8528517 h 9456078"/>
              <a:gd name="connsiteX66" fmla="*/ 3768779 w 13940157"/>
              <a:gd name="connsiteY66" fmla="*/ 8500351 h 9456078"/>
              <a:gd name="connsiteX67" fmla="*/ 3808443 w 13940157"/>
              <a:gd name="connsiteY67" fmla="*/ 8471796 h 9456078"/>
              <a:gd name="connsiteX68" fmla="*/ 3847849 w 13940157"/>
              <a:gd name="connsiteY68" fmla="*/ 8442854 h 9456078"/>
              <a:gd name="connsiteX69" fmla="*/ 3886994 w 13940157"/>
              <a:gd name="connsiteY69" fmla="*/ 8413528 h 9456078"/>
              <a:gd name="connsiteX70" fmla="*/ 3925875 w 13940157"/>
              <a:gd name="connsiteY70" fmla="*/ 8383818 h 9456078"/>
              <a:gd name="connsiteX71" fmla="*/ 3964489 w 13940157"/>
              <a:gd name="connsiteY71" fmla="*/ 8353726 h 9456078"/>
              <a:gd name="connsiteX72" fmla="*/ 4002833 w 13940157"/>
              <a:gd name="connsiteY72" fmla="*/ 8323253 h 9456078"/>
              <a:gd name="connsiteX73" fmla="*/ 4040904 w 13940157"/>
              <a:gd name="connsiteY73" fmla="*/ 8292401 h 9456078"/>
              <a:gd name="connsiteX74" fmla="*/ 4078699 w 13940157"/>
              <a:gd name="connsiteY74" fmla="*/ 8261172 h 9456078"/>
              <a:gd name="connsiteX75" fmla="*/ 4116214 w 13940157"/>
              <a:gd name="connsiteY75" fmla="*/ 8229566 h 9456078"/>
              <a:gd name="connsiteX76" fmla="*/ 4153447 w 13940157"/>
              <a:gd name="connsiteY76" fmla="*/ 8197585 h 9456078"/>
              <a:gd name="connsiteX77" fmla="*/ 4190395 w 13940157"/>
              <a:gd name="connsiteY77" fmla="*/ 8165232 h 9456078"/>
              <a:gd name="connsiteX78" fmla="*/ 4227055 w 13940157"/>
              <a:gd name="connsiteY78" fmla="*/ 8132507 h 9456078"/>
              <a:gd name="connsiteX79" fmla="*/ 4263424 w 13940157"/>
              <a:gd name="connsiteY79" fmla="*/ 8099411 h 9456078"/>
              <a:gd name="connsiteX80" fmla="*/ 4299499 w 13940157"/>
              <a:gd name="connsiteY80" fmla="*/ 8065947 h 9456078"/>
              <a:gd name="connsiteX81" fmla="*/ 4335276 w 13940157"/>
              <a:gd name="connsiteY81" fmla="*/ 8032115 h 9456078"/>
              <a:gd name="connsiteX82" fmla="*/ 4370753 w 13940157"/>
              <a:gd name="connsiteY82" fmla="*/ 7997918 h 9456078"/>
              <a:gd name="connsiteX83" fmla="*/ 4405927 w 13940157"/>
              <a:gd name="connsiteY83" fmla="*/ 7963356 h 9456078"/>
              <a:gd name="connsiteX84" fmla="*/ 4440795 w 13940157"/>
              <a:gd name="connsiteY84" fmla="*/ 7928432 h 9456078"/>
              <a:gd name="connsiteX85" fmla="*/ 4475354 w 13940157"/>
              <a:gd name="connsiteY85" fmla="*/ 7893146 h 9456078"/>
              <a:gd name="connsiteX86" fmla="*/ 4509600 w 13940157"/>
              <a:gd name="connsiteY86" fmla="*/ 7857501 h 9456078"/>
              <a:gd name="connsiteX87" fmla="*/ 4543531 w 13940157"/>
              <a:gd name="connsiteY87" fmla="*/ 7821497 h 9456078"/>
              <a:gd name="connsiteX88" fmla="*/ 4577143 w 13940157"/>
              <a:gd name="connsiteY88" fmla="*/ 7785136 h 9456078"/>
              <a:gd name="connsiteX89" fmla="*/ 4610435 w 13940157"/>
              <a:gd name="connsiteY89" fmla="*/ 7748420 h 9456078"/>
              <a:gd name="connsiteX90" fmla="*/ 4643402 w 13940157"/>
              <a:gd name="connsiteY90" fmla="*/ 7711350 h 9456078"/>
              <a:gd name="connsiteX91" fmla="*/ 4676042 w 13940157"/>
              <a:gd name="connsiteY91" fmla="*/ 7673928 h 9456078"/>
              <a:gd name="connsiteX92" fmla="*/ 4708351 w 13940157"/>
              <a:gd name="connsiteY92" fmla="*/ 7636155 h 9456078"/>
              <a:gd name="connsiteX93" fmla="*/ 4740327 w 13940157"/>
              <a:gd name="connsiteY93" fmla="*/ 7598032 h 9456078"/>
              <a:gd name="connsiteX94" fmla="*/ 4771967 w 13940157"/>
              <a:gd name="connsiteY94" fmla="*/ 7559561 h 9456078"/>
              <a:gd name="connsiteX95" fmla="*/ 4803267 w 13940157"/>
              <a:gd name="connsiteY95" fmla="*/ 7520744 h 9456078"/>
              <a:gd name="connsiteX96" fmla="*/ 4834225 w 13940157"/>
              <a:gd name="connsiteY96" fmla="*/ 7481582 h 9456078"/>
              <a:gd name="connsiteX97" fmla="*/ 4864838 w 13940157"/>
              <a:gd name="connsiteY97" fmla="*/ 7442077 h 9456078"/>
              <a:gd name="connsiteX98" fmla="*/ 8803671 w 13940157"/>
              <a:gd name="connsiteY98" fmla="*/ 2307814 h 9456078"/>
              <a:gd name="connsiteX99" fmla="*/ 8834262 w 13940157"/>
              <a:gd name="connsiteY99" fmla="*/ 2268285 h 9456078"/>
              <a:gd name="connsiteX100" fmla="*/ 8865156 w 13940157"/>
              <a:gd name="connsiteY100" fmla="*/ 2229056 h 9456078"/>
              <a:gd name="connsiteX101" fmla="*/ 8896349 w 13940157"/>
              <a:gd name="connsiteY101" fmla="*/ 2190127 h 9456078"/>
              <a:gd name="connsiteX102" fmla="*/ 8927839 w 13940157"/>
              <a:gd name="connsiteY102" fmla="*/ 2151500 h 9456078"/>
              <a:gd name="connsiteX103" fmla="*/ 8959624 w 13940157"/>
              <a:gd name="connsiteY103" fmla="*/ 2113176 h 9456078"/>
              <a:gd name="connsiteX104" fmla="*/ 8991701 w 13940157"/>
              <a:gd name="connsiteY104" fmla="*/ 2075157 h 9456078"/>
              <a:gd name="connsiteX105" fmla="*/ 9024069 w 13940157"/>
              <a:gd name="connsiteY105" fmla="*/ 2037442 h 9456078"/>
              <a:gd name="connsiteX106" fmla="*/ 9056725 w 13940157"/>
              <a:gd name="connsiteY106" fmla="*/ 2000034 h 9456078"/>
              <a:gd name="connsiteX107" fmla="*/ 9089667 w 13940157"/>
              <a:gd name="connsiteY107" fmla="*/ 1962934 h 9456078"/>
              <a:gd name="connsiteX108" fmla="*/ 9122892 w 13940157"/>
              <a:gd name="connsiteY108" fmla="*/ 1926142 h 9456078"/>
              <a:gd name="connsiteX109" fmla="*/ 9156398 w 13940157"/>
              <a:gd name="connsiteY109" fmla="*/ 1889660 h 9456078"/>
              <a:gd name="connsiteX110" fmla="*/ 9190183 w 13940157"/>
              <a:gd name="connsiteY110" fmla="*/ 1853489 h 9456078"/>
              <a:gd name="connsiteX111" fmla="*/ 9224245 w 13940157"/>
              <a:gd name="connsiteY111" fmla="*/ 1817630 h 9456078"/>
              <a:gd name="connsiteX112" fmla="*/ 9258581 w 13940157"/>
              <a:gd name="connsiteY112" fmla="*/ 1782084 h 9456078"/>
              <a:gd name="connsiteX113" fmla="*/ 9293189 w 13940157"/>
              <a:gd name="connsiteY113" fmla="*/ 1746853 h 9456078"/>
              <a:gd name="connsiteX114" fmla="*/ 9328066 w 13940157"/>
              <a:gd name="connsiteY114" fmla="*/ 1711937 h 9456078"/>
              <a:gd name="connsiteX115" fmla="*/ 9363211 w 13940157"/>
              <a:gd name="connsiteY115" fmla="*/ 1677337 h 9456078"/>
              <a:gd name="connsiteX116" fmla="*/ 9398621 w 13940157"/>
              <a:gd name="connsiteY116" fmla="*/ 1643056 h 9456078"/>
              <a:gd name="connsiteX117" fmla="*/ 9434294 w 13940157"/>
              <a:gd name="connsiteY117" fmla="*/ 1609093 h 9456078"/>
              <a:gd name="connsiteX118" fmla="*/ 9470227 w 13940157"/>
              <a:gd name="connsiteY118" fmla="*/ 1575450 h 9456078"/>
              <a:gd name="connsiteX119" fmla="*/ 9506418 w 13940157"/>
              <a:gd name="connsiteY119" fmla="*/ 1542128 h 9456078"/>
              <a:gd name="connsiteX120" fmla="*/ 9542866 w 13940157"/>
              <a:gd name="connsiteY120" fmla="*/ 1509129 h 9456078"/>
              <a:gd name="connsiteX121" fmla="*/ 9579567 w 13940157"/>
              <a:gd name="connsiteY121" fmla="*/ 1476452 h 9456078"/>
              <a:gd name="connsiteX122" fmla="*/ 9616519 w 13940157"/>
              <a:gd name="connsiteY122" fmla="*/ 1444101 h 9456078"/>
              <a:gd name="connsiteX123" fmla="*/ 9653720 w 13940157"/>
              <a:gd name="connsiteY123" fmla="*/ 1412075 h 9456078"/>
              <a:gd name="connsiteX124" fmla="*/ 9691168 w 13940157"/>
              <a:gd name="connsiteY124" fmla="*/ 1380375 h 9456078"/>
              <a:gd name="connsiteX125" fmla="*/ 9728861 w 13940157"/>
              <a:gd name="connsiteY125" fmla="*/ 1349004 h 9456078"/>
              <a:gd name="connsiteX126" fmla="*/ 9766795 w 13940157"/>
              <a:gd name="connsiteY126" fmla="*/ 1317962 h 9456078"/>
              <a:gd name="connsiteX127" fmla="*/ 9804970 w 13940157"/>
              <a:gd name="connsiteY127" fmla="*/ 1287250 h 9456078"/>
              <a:gd name="connsiteX128" fmla="*/ 9843382 w 13940157"/>
              <a:gd name="connsiteY128" fmla="*/ 1256869 h 9456078"/>
              <a:gd name="connsiteX129" fmla="*/ 9882029 w 13940157"/>
              <a:gd name="connsiteY129" fmla="*/ 1226820 h 9456078"/>
              <a:gd name="connsiteX130" fmla="*/ 9920909 w 13940157"/>
              <a:gd name="connsiteY130" fmla="*/ 1197105 h 9456078"/>
              <a:gd name="connsiteX131" fmla="*/ 9960020 w 13940157"/>
              <a:gd name="connsiteY131" fmla="*/ 1167725 h 9456078"/>
              <a:gd name="connsiteX132" fmla="*/ 9999359 w 13940157"/>
              <a:gd name="connsiteY132" fmla="*/ 1138681 h 9456078"/>
              <a:gd name="connsiteX133" fmla="*/ 10038924 w 13940157"/>
              <a:gd name="connsiteY133" fmla="*/ 1109974 h 9456078"/>
              <a:gd name="connsiteX134" fmla="*/ 10078713 w 13940157"/>
              <a:gd name="connsiteY134" fmla="*/ 1081604 h 9456078"/>
              <a:gd name="connsiteX135" fmla="*/ 10118724 w 13940157"/>
              <a:gd name="connsiteY135" fmla="*/ 1053574 h 9456078"/>
              <a:gd name="connsiteX136" fmla="*/ 10158954 w 13940157"/>
              <a:gd name="connsiteY136" fmla="*/ 1025884 h 9456078"/>
              <a:gd name="connsiteX137" fmla="*/ 10199400 w 13940157"/>
              <a:gd name="connsiteY137" fmla="*/ 998536 h 9456078"/>
              <a:gd name="connsiteX138" fmla="*/ 10240062 w 13940157"/>
              <a:gd name="connsiteY138" fmla="*/ 971530 h 9456078"/>
              <a:gd name="connsiteX139" fmla="*/ 10280935 w 13940157"/>
              <a:gd name="connsiteY139" fmla="*/ 944868 h 9456078"/>
              <a:gd name="connsiteX140" fmla="*/ 10322019 w 13940157"/>
              <a:gd name="connsiteY140" fmla="*/ 918551 h 9456078"/>
              <a:gd name="connsiteX141" fmla="*/ 10363310 w 13940157"/>
              <a:gd name="connsiteY141" fmla="*/ 892580 h 9456078"/>
              <a:gd name="connsiteX142" fmla="*/ 10404807 w 13940157"/>
              <a:gd name="connsiteY142" fmla="*/ 866956 h 9456078"/>
              <a:gd name="connsiteX143" fmla="*/ 10446507 w 13940157"/>
              <a:gd name="connsiteY143" fmla="*/ 841681 h 9456078"/>
              <a:gd name="connsiteX144" fmla="*/ 10488408 w 13940157"/>
              <a:gd name="connsiteY144" fmla="*/ 816754 h 9456078"/>
              <a:gd name="connsiteX145" fmla="*/ 10530507 w 13940157"/>
              <a:gd name="connsiteY145" fmla="*/ 792179 h 9456078"/>
              <a:gd name="connsiteX146" fmla="*/ 10572803 w 13940157"/>
              <a:gd name="connsiteY146" fmla="*/ 767955 h 9456078"/>
              <a:gd name="connsiteX147" fmla="*/ 10615292 w 13940157"/>
              <a:gd name="connsiteY147" fmla="*/ 744083 h 9456078"/>
              <a:gd name="connsiteX148" fmla="*/ 10657973 w 13940157"/>
              <a:gd name="connsiteY148" fmla="*/ 720566 h 9456078"/>
              <a:gd name="connsiteX149" fmla="*/ 10700844 w 13940157"/>
              <a:gd name="connsiteY149" fmla="*/ 697404 h 9456078"/>
              <a:gd name="connsiteX150" fmla="*/ 10743902 w 13940157"/>
              <a:gd name="connsiteY150" fmla="*/ 674598 h 9456078"/>
              <a:gd name="connsiteX151" fmla="*/ 10787144 w 13940157"/>
              <a:gd name="connsiteY151" fmla="*/ 652149 h 9456078"/>
              <a:gd name="connsiteX152" fmla="*/ 10830569 w 13940157"/>
              <a:gd name="connsiteY152" fmla="*/ 630059 h 9456078"/>
              <a:gd name="connsiteX153" fmla="*/ 10874174 w 13940157"/>
              <a:gd name="connsiteY153" fmla="*/ 608328 h 9456078"/>
              <a:gd name="connsiteX154" fmla="*/ 10917957 w 13940157"/>
              <a:gd name="connsiteY154" fmla="*/ 586958 h 9456078"/>
              <a:gd name="connsiteX155" fmla="*/ 10961916 w 13940157"/>
              <a:gd name="connsiteY155" fmla="*/ 565950 h 9456078"/>
              <a:gd name="connsiteX156" fmla="*/ 11006048 w 13940157"/>
              <a:gd name="connsiteY156" fmla="*/ 545304 h 9456078"/>
              <a:gd name="connsiteX157" fmla="*/ 11050351 w 13940157"/>
              <a:gd name="connsiteY157" fmla="*/ 525023 h 9456078"/>
              <a:gd name="connsiteX158" fmla="*/ 11094823 w 13940157"/>
              <a:gd name="connsiteY158" fmla="*/ 505107 h 9456078"/>
              <a:gd name="connsiteX159" fmla="*/ 11139461 w 13940157"/>
              <a:gd name="connsiteY159" fmla="*/ 485558 h 9456078"/>
              <a:gd name="connsiteX160" fmla="*/ 11184263 w 13940157"/>
              <a:gd name="connsiteY160" fmla="*/ 466376 h 9456078"/>
              <a:gd name="connsiteX161" fmla="*/ 11229228 w 13940157"/>
              <a:gd name="connsiteY161" fmla="*/ 447563 h 9456078"/>
              <a:gd name="connsiteX162" fmla="*/ 11274351 w 13940157"/>
              <a:gd name="connsiteY162" fmla="*/ 429119 h 9456078"/>
              <a:gd name="connsiteX163" fmla="*/ 11319632 w 13940157"/>
              <a:gd name="connsiteY163" fmla="*/ 411046 h 9456078"/>
              <a:gd name="connsiteX164" fmla="*/ 11365068 w 13940157"/>
              <a:gd name="connsiteY164" fmla="*/ 393346 h 9456078"/>
              <a:gd name="connsiteX165" fmla="*/ 11410657 w 13940157"/>
              <a:gd name="connsiteY165" fmla="*/ 376018 h 9456078"/>
              <a:gd name="connsiteX166" fmla="*/ 11456396 w 13940157"/>
              <a:gd name="connsiteY166" fmla="*/ 359065 h 9456078"/>
              <a:gd name="connsiteX167" fmla="*/ 11502283 w 13940157"/>
              <a:gd name="connsiteY167" fmla="*/ 342487 h 9456078"/>
              <a:gd name="connsiteX168" fmla="*/ 11548316 w 13940157"/>
              <a:gd name="connsiteY168" fmla="*/ 326286 h 9456078"/>
              <a:gd name="connsiteX169" fmla="*/ 11594492 w 13940157"/>
              <a:gd name="connsiteY169" fmla="*/ 310462 h 9456078"/>
              <a:gd name="connsiteX170" fmla="*/ 11640810 w 13940157"/>
              <a:gd name="connsiteY170" fmla="*/ 295018 h 9456078"/>
              <a:gd name="connsiteX171" fmla="*/ 11687267 w 13940157"/>
              <a:gd name="connsiteY171" fmla="*/ 279953 h 9456078"/>
              <a:gd name="connsiteX172" fmla="*/ 11733860 w 13940157"/>
              <a:gd name="connsiteY172" fmla="*/ 265269 h 9456078"/>
              <a:gd name="connsiteX173" fmla="*/ 11780587 w 13940157"/>
              <a:gd name="connsiteY173" fmla="*/ 250968 h 9456078"/>
              <a:gd name="connsiteX174" fmla="*/ 11827447 w 13940157"/>
              <a:gd name="connsiteY174" fmla="*/ 237049 h 9456078"/>
              <a:gd name="connsiteX175" fmla="*/ 11874436 w 13940157"/>
              <a:gd name="connsiteY175" fmla="*/ 223516 h 9456078"/>
              <a:gd name="connsiteX176" fmla="*/ 11921553 w 13940157"/>
              <a:gd name="connsiteY176" fmla="*/ 210368 h 9456078"/>
              <a:gd name="connsiteX177" fmla="*/ 11968794 w 13940157"/>
              <a:gd name="connsiteY177" fmla="*/ 197606 h 9456078"/>
              <a:gd name="connsiteX178" fmla="*/ 12016159 w 13940157"/>
              <a:gd name="connsiteY178" fmla="*/ 185233 h 9456078"/>
              <a:gd name="connsiteX179" fmla="*/ 12063644 w 13940157"/>
              <a:gd name="connsiteY179" fmla="*/ 173248 h 9456078"/>
              <a:gd name="connsiteX180" fmla="*/ 12111248 w 13940157"/>
              <a:gd name="connsiteY180" fmla="*/ 161654 h 9456078"/>
              <a:gd name="connsiteX181" fmla="*/ 12158967 w 13940157"/>
              <a:gd name="connsiteY181" fmla="*/ 150451 h 9456078"/>
              <a:gd name="connsiteX182" fmla="*/ 12206800 w 13940157"/>
              <a:gd name="connsiteY182" fmla="*/ 139640 h 9456078"/>
              <a:gd name="connsiteX183" fmla="*/ 12254745 w 13940157"/>
              <a:gd name="connsiteY183" fmla="*/ 129223 h 9456078"/>
              <a:gd name="connsiteX184" fmla="*/ 12302799 w 13940157"/>
              <a:gd name="connsiteY184" fmla="*/ 119201 h 9456078"/>
              <a:gd name="connsiteX185" fmla="*/ 12350959 w 13940157"/>
              <a:gd name="connsiteY185" fmla="*/ 109574 h 9456078"/>
              <a:gd name="connsiteX186" fmla="*/ 12399224 w 13940157"/>
              <a:gd name="connsiteY186" fmla="*/ 100344 h 9456078"/>
              <a:gd name="connsiteX187" fmla="*/ 12447591 w 13940157"/>
              <a:gd name="connsiteY187" fmla="*/ 91512 h 9456078"/>
              <a:gd name="connsiteX188" fmla="*/ 12496058 w 13940157"/>
              <a:gd name="connsiteY188" fmla="*/ 83080 h 9456078"/>
              <a:gd name="connsiteX189" fmla="*/ 12544623 w 13940157"/>
              <a:gd name="connsiteY189" fmla="*/ 75047 h 9456078"/>
              <a:gd name="connsiteX190" fmla="*/ 12593283 w 13940157"/>
              <a:gd name="connsiteY190" fmla="*/ 67417 h 9456078"/>
              <a:gd name="connsiteX191" fmla="*/ 12642036 w 13940157"/>
              <a:gd name="connsiteY191" fmla="*/ 60188 h 9456078"/>
              <a:gd name="connsiteX192" fmla="*/ 12690879 w 13940157"/>
              <a:gd name="connsiteY192" fmla="*/ 53364 h 9456078"/>
              <a:gd name="connsiteX193" fmla="*/ 12739811 w 13940157"/>
              <a:gd name="connsiteY193" fmla="*/ 46944 h 9456078"/>
              <a:gd name="connsiteX194" fmla="*/ 12788830 w 13940157"/>
              <a:gd name="connsiteY194" fmla="*/ 40931 h 9456078"/>
              <a:gd name="connsiteX195" fmla="*/ 12837932 w 13940157"/>
              <a:gd name="connsiteY195" fmla="*/ 35324 h 9456078"/>
              <a:gd name="connsiteX196" fmla="*/ 12887116 w 13940157"/>
              <a:gd name="connsiteY196" fmla="*/ 30126 h 9456078"/>
              <a:gd name="connsiteX197" fmla="*/ 12936379 w 13940157"/>
              <a:gd name="connsiteY197" fmla="*/ 25337 h 9456078"/>
              <a:gd name="connsiteX198" fmla="*/ 12985719 w 13940157"/>
              <a:gd name="connsiteY198" fmla="*/ 20958 h 9456078"/>
              <a:gd name="connsiteX199" fmla="*/ 13035133 w 13940157"/>
              <a:gd name="connsiteY199" fmla="*/ 16991 h 9456078"/>
              <a:gd name="connsiteX200" fmla="*/ 13084620 w 13940157"/>
              <a:gd name="connsiteY200" fmla="*/ 13437 h 9456078"/>
              <a:gd name="connsiteX201" fmla="*/ 13134178 w 13940157"/>
              <a:gd name="connsiteY201" fmla="*/ 10297 h 9456078"/>
              <a:gd name="connsiteX202" fmla="*/ 13183803 w 13940157"/>
              <a:gd name="connsiteY202" fmla="*/ 7572 h 9456078"/>
              <a:gd name="connsiteX203" fmla="*/ 13233493 w 13940157"/>
              <a:gd name="connsiteY203" fmla="*/ 5263 h 9456078"/>
              <a:gd name="connsiteX204" fmla="*/ 13283247 w 13940157"/>
              <a:gd name="connsiteY204" fmla="*/ 3371 h 9456078"/>
              <a:gd name="connsiteX205" fmla="*/ 13333061 w 13940157"/>
              <a:gd name="connsiteY205" fmla="*/ 1898 h 9456078"/>
              <a:gd name="connsiteX206" fmla="*/ 13382934 w 13940157"/>
              <a:gd name="connsiteY206" fmla="*/ 844 h 9456078"/>
              <a:gd name="connsiteX207" fmla="*/ 13432864 w 13940157"/>
              <a:gd name="connsiteY207" fmla="*/ 211 h 9456078"/>
              <a:gd name="connsiteX208" fmla="*/ 13482847 w 13940157"/>
              <a:gd name="connsiteY208" fmla="*/ 0 h 9456078"/>
              <a:gd name="connsiteX209" fmla="*/ 13940158 w 13940157"/>
              <a:gd name="connsiteY209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49234 w 13158799"/>
              <a:gd name="connsiteY5" fmla="*/ 9450052 h 9456078"/>
              <a:gd name="connsiteX6" fmla="*/ 298870 w 13158799"/>
              <a:gd name="connsiteY6" fmla="*/ 9447409 h 9456078"/>
              <a:gd name="connsiteX7" fmla="*/ 348429 w 13158799"/>
              <a:gd name="connsiteY7" fmla="*/ 9444290 h 9456078"/>
              <a:gd name="connsiteX8" fmla="*/ 397907 w 13158799"/>
              <a:gd name="connsiteY8" fmla="*/ 9440698 h 9456078"/>
              <a:gd name="connsiteX9" fmla="*/ 447302 w 13158799"/>
              <a:gd name="connsiteY9" fmla="*/ 9436632 h 9456078"/>
              <a:gd name="connsiteX10" fmla="*/ 496610 w 13158799"/>
              <a:gd name="connsiteY10" fmla="*/ 9432096 h 9456078"/>
              <a:gd name="connsiteX11" fmla="*/ 545829 w 13158799"/>
              <a:gd name="connsiteY11" fmla="*/ 9427089 h 9456078"/>
              <a:gd name="connsiteX12" fmla="*/ 594956 w 13158799"/>
              <a:gd name="connsiteY12" fmla="*/ 9421615 h 9456078"/>
              <a:gd name="connsiteX13" fmla="*/ 643987 w 13158799"/>
              <a:gd name="connsiteY13" fmla="*/ 9415673 h 9456078"/>
              <a:gd name="connsiteX14" fmla="*/ 692920 w 13158799"/>
              <a:gd name="connsiteY14" fmla="*/ 9409267 h 9456078"/>
              <a:gd name="connsiteX15" fmla="*/ 741751 w 13158799"/>
              <a:gd name="connsiteY15" fmla="*/ 9402396 h 9456078"/>
              <a:gd name="connsiteX16" fmla="*/ 790478 w 13158799"/>
              <a:gd name="connsiteY16" fmla="*/ 9395063 h 9456078"/>
              <a:gd name="connsiteX17" fmla="*/ 839098 w 13158799"/>
              <a:gd name="connsiteY17" fmla="*/ 9387270 h 9456078"/>
              <a:gd name="connsiteX18" fmla="*/ 887607 w 13158799"/>
              <a:gd name="connsiteY18" fmla="*/ 9379017 h 9456078"/>
              <a:gd name="connsiteX19" fmla="*/ 936002 w 13158799"/>
              <a:gd name="connsiteY19" fmla="*/ 9370306 h 9456078"/>
              <a:gd name="connsiteX20" fmla="*/ 984281 w 13158799"/>
              <a:gd name="connsiteY20" fmla="*/ 9361139 h 9456078"/>
              <a:gd name="connsiteX21" fmla="*/ 1032440 w 13158799"/>
              <a:gd name="connsiteY21" fmla="*/ 9351517 h 9456078"/>
              <a:gd name="connsiteX22" fmla="*/ 1080477 w 13158799"/>
              <a:gd name="connsiteY22" fmla="*/ 9341441 h 9456078"/>
              <a:gd name="connsiteX23" fmla="*/ 1128389 w 13158799"/>
              <a:gd name="connsiteY23" fmla="*/ 9330914 h 9456078"/>
              <a:gd name="connsiteX24" fmla="*/ 1176172 w 13158799"/>
              <a:gd name="connsiteY24" fmla="*/ 9319936 h 9456078"/>
              <a:gd name="connsiteX25" fmla="*/ 1223823 w 13158799"/>
              <a:gd name="connsiteY25" fmla="*/ 9308509 h 9456078"/>
              <a:gd name="connsiteX26" fmla="*/ 1271339 w 13158799"/>
              <a:gd name="connsiteY26" fmla="*/ 9296635 h 9456078"/>
              <a:gd name="connsiteX27" fmla="*/ 1318719 w 13158799"/>
              <a:gd name="connsiteY27" fmla="*/ 9284315 h 9456078"/>
              <a:gd name="connsiteX28" fmla="*/ 1365957 w 13158799"/>
              <a:gd name="connsiteY28" fmla="*/ 9271550 h 9456078"/>
              <a:gd name="connsiteX29" fmla="*/ 1413052 w 13158799"/>
              <a:gd name="connsiteY29" fmla="*/ 9258342 h 9456078"/>
              <a:gd name="connsiteX30" fmla="*/ 1460000 w 13158799"/>
              <a:gd name="connsiteY30" fmla="*/ 9244693 h 9456078"/>
              <a:gd name="connsiteX31" fmla="*/ 1506799 w 13158799"/>
              <a:gd name="connsiteY31" fmla="*/ 9230604 h 9456078"/>
              <a:gd name="connsiteX32" fmla="*/ 1553445 w 13158799"/>
              <a:gd name="connsiteY32" fmla="*/ 9216076 h 9456078"/>
              <a:gd name="connsiteX33" fmla="*/ 1599935 w 13158799"/>
              <a:gd name="connsiteY33" fmla="*/ 9201111 h 9456078"/>
              <a:gd name="connsiteX34" fmla="*/ 1646267 w 13158799"/>
              <a:gd name="connsiteY34" fmla="*/ 9185710 h 9456078"/>
              <a:gd name="connsiteX35" fmla="*/ 1692437 w 13158799"/>
              <a:gd name="connsiteY35" fmla="*/ 9169876 h 9456078"/>
              <a:gd name="connsiteX36" fmla="*/ 1738442 w 13158799"/>
              <a:gd name="connsiteY36" fmla="*/ 9153608 h 9456078"/>
              <a:gd name="connsiteX37" fmla="*/ 1784280 w 13158799"/>
              <a:gd name="connsiteY37" fmla="*/ 9136910 h 9456078"/>
              <a:gd name="connsiteX38" fmla="*/ 1829947 w 13158799"/>
              <a:gd name="connsiteY38" fmla="*/ 9119782 h 9456078"/>
              <a:gd name="connsiteX39" fmla="*/ 1875440 w 13158799"/>
              <a:gd name="connsiteY39" fmla="*/ 9102226 h 9456078"/>
              <a:gd name="connsiteX40" fmla="*/ 1920756 w 13158799"/>
              <a:gd name="connsiteY40" fmla="*/ 9084243 h 9456078"/>
              <a:gd name="connsiteX41" fmla="*/ 1965893 w 13158799"/>
              <a:gd name="connsiteY41" fmla="*/ 9065835 h 9456078"/>
              <a:gd name="connsiteX42" fmla="*/ 2010847 w 13158799"/>
              <a:gd name="connsiteY42" fmla="*/ 9047004 h 9456078"/>
              <a:gd name="connsiteX43" fmla="*/ 2055615 w 13158799"/>
              <a:gd name="connsiteY43" fmla="*/ 9027750 h 9456078"/>
              <a:gd name="connsiteX44" fmla="*/ 2100195 w 13158799"/>
              <a:gd name="connsiteY44" fmla="*/ 9008075 h 9456078"/>
              <a:gd name="connsiteX45" fmla="*/ 2144582 w 13158799"/>
              <a:gd name="connsiteY45" fmla="*/ 8987981 h 9456078"/>
              <a:gd name="connsiteX46" fmla="*/ 2188775 w 13158799"/>
              <a:gd name="connsiteY46" fmla="*/ 8967470 h 9456078"/>
              <a:gd name="connsiteX47" fmla="*/ 2232770 w 13158799"/>
              <a:gd name="connsiteY47" fmla="*/ 8946542 h 9456078"/>
              <a:gd name="connsiteX48" fmla="*/ 2276564 w 13158799"/>
              <a:gd name="connsiteY48" fmla="*/ 8925199 h 9456078"/>
              <a:gd name="connsiteX49" fmla="*/ 2320154 w 13158799"/>
              <a:gd name="connsiteY49" fmla="*/ 8903443 h 9456078"/>
              <a:gd name="connsiteX50" fmla="*/ 2363538 w 13158799"/>
              <a:gd name="connsiteY50" fmla="*/ 8881275 h 9456078"/>
              <a:gd name="connsiteX51" fmla="*/ 2406711 w 13158799"/>
              <a:gd name="connsiteY51" fmla="*/ 8858697 h 9456078"/>
              <a:gd name="connsiteX52" fmla="*/ 2449672 w 13158799"/>
              <a:gd name="connsiteY52" fmla="*/ 8835710 h 9456078"/>
              <a:gd name="connsiteX53" fmla="*/ 2492417 w 13158799"/>
              <a:gd name="connsiteY53" fmla="*/ 8812316 h 9456078"/>
              <a:gd name="connsiteX54" fmla="*/ 2534943 w 13158799"/>
              <a:gd name="connsiteY54" fmla="*/ 8788516 h 9456078"/>
              <a:gd name="connsiteX55" fmla="*/ 2577247 w 13158799"/>
              <a:gd name="connsiteY55" fmla="*/ 8764311 h 9456078"/>
              <a:gd name="connsiteX56" fmla="*/ 2619326 w 13158799"/>
              <a:gd name="connsiteY56" fmla="*/ 8739704 h 9456078"/>
              <a:gd name="connsiteX57" fmla="*/ 2661177 w 13158799"/>
              <a:gd name="connsiteY57" fmla="*/ 8714695 h 9456078"/>
              <a:gd name="connsiteX58" fmla="*/ 2702797 w 13158799"/>
              <a:gd name="connsiteY58" fmla="*/ 8689286 h 9456078"/>
              <a:gd name="connsiteX59" fmla="*/ 2744183 w 13158799"/>
              <a:gd name="connsiteY59" fmla="*/ 8663479 h 9456078"/>
              <a:gd name="connsiteX60" fmla="*/ 2785333 w 13158799"/>
              <a:gd name="connsiteY60" fmla="*/ 8637274 h 9456078"/>
              <a:gd name="connsiteX61" fmla="*/ 2826242 w 13158799"/>
              <a:gd name="connsiteY61" fmla="*/ 8610675 h 9456078"/>
              <a:gd name="connsiteX62" fmla="*/ 2866908 w 13158799"/>
              <a:gd name="connsiteY62" fmla="*/ 8583681 h 9456078"/>
              <a:gd name="connsiteX63" fmla="*/ 2907329 w 13158799"/>
              <a:gd name="connsiteY63" fmla="*/ 8556295 h 9456078"/>
              <a:gd name="connsiteX64" fmla="*/ 2947500 w 13158799"/>
              <a:gd name="connsiteY64" fmla="*/ 8528517 h 9456078"/>
              <a:gd name="connsiteX65" fmla="*/ 2987419 w 13158799"/>
              <a:gd name="connsiteY65" fmla="*/ 8500351 h 9456078"/>
              <a:gd name="connsiteX66" fmla="*/ 3027083 w 13158799"/>
              <a:gd name="connsiteY66" fmla="*/ 8471796 h 9456078"/>
              <a:gd name="connsiteX67" fmla="*/ 3066489 w 13158799"/>
              <a:gd name="connsiteY67" fmla="*/ 8442854 h 9456078"/>
              <a:gd name="connsiteX68" fmla="*/ 3105634 w 13158799"/>
              <a:gd name="connsiteY68" fmla="*/ 8413528 h 9456078"/>
              <a:gd name="connsiteX69" fmla="*/ 3144515 w 13158799"/>
              <a:gd name="connsiteY69" fmla="*/ 8383818 h 9456078"/>
              <a:gd name="connsiteX70" fmla="*/ 3183129 w 13158799"/>
              <a:gd name="connsiteY70" fmla="*/ 8353726 h 9456078"/>
              <a:gd name="connsiteX71" fmla="*/ 3221473 w 13158799"/>
              <a:gd name="connsiteY71" fmla="*/ 8323253 h 9456078"/>
              <a:gd name="connsiteX72" fmla="*/ 3259544 w 13158799"/>
              <a:gd name="connsiteY72" fmla="*/ 8292401 h 9456078"/>
              <a:gd name="connsiteX73" fmla="*/ 3297339 w 13158799"/>
              <a:gd name="connsiteY73" fmla="*/ 8261172 h 9456078"/>
              <a:gd name="connsiteX74" fmla="*/ 3334854 w 13158799"/>
              <a:gd name="connsiteY74" fmla="*/ 8229566 h 9456078"/>
              <a:gd name="connsiteX75" fmla="*/ 3372087 w 13158799"/>
              <a:gd name="connsiteY75" fmla="*/ 8197585 h 9456078"/>
              <a:gd name="connsiteX76" fmla="*/ 3409035 w 13158799"/>
              <a:gd name="connsiteY76" fmla="*/ 8165232 h 9456078"/>
              <a:gd name="connsiteX77" fmla="*/ 3445695 w 13158799"/>
              <a:gd name="connsiteY77" fmla="*/ 8132507 h 9456078"/>
              <a:gd name="connsiteX78" fmla="*/ 3482064 w 13158799"/>
              <a:gd name="connsiteY78" fmla="*/ 8099411 h 9456078"/>
              <a:gd name="connsiteX79" fmla="*/ 3518139 w 13158799"/>
              <a:gd name="connsiteY79" fmla="*/ 8065947 h 9456078"/>
              <a:gd name="connsiteX80" fmla="*/ 3553916 w 13158799"/>
              <a:gd name="connsiteY80" fmla="*/ 8032115 h 9456078"/>
              <a:gd name="connsiteX81" fmla="*/ 3589393 w 13158799"/>
              <a:gd name="connsiteY81" fmla="*/ 7997918 h 9456078"/>
              <a:gd name="connsiteX82" fmla="*/ 3624567 w 13158799"/>
              <a:gd name="connsiteY82" fmla="*/ 7963356 h 9456078"/>
              <a:gd name="connsiteX83" fmla="*/ 3659435 w 13158799"/>
              <a:gd name="connsiteY83" fmla="*/ 7928432 h 9456078"/>
              <a:gd name="connsiteX84" fmla="*/ 3693994 w 13158799"/>
              <a:gd name="connsiteY84" fmla="*/ 7893146 h 9456078"/>
              <a:gd name="connsiteX85" fmla="*/ 3728240 w 13158799"/>
              <a:gd name="connsiteY85" fmla="*/ 7857501 h 9456078"/>
              <a:gd name="connsiteX86" fmla="*/ 3762171 w 13158799"/>
              <a:gd name="connsiteY86" fmla="*/ 7821497 h 9456078"/>
              <a:gd name="connsiteX87" fmla="*/ 3795783 w 13158799"/>
              <a:gd name="connsiteY87" fmla="*/ 7785136 h 9456078"/>
              <a:gd name="connsiteX88" fmla="*/ 3829075 w 13158799"/>
              <a:gd name="connsiteY88" fmla="*/ 7748420 h 9456078"/>
              <a:gd name="connsiteX89" fmla="*/ 3862042 w 13158799"/>
              <a:gd name="connsiteY89" fmla="*/ 7711350 h 9456078"/>
              <a:gd name="connsiteX90" fmla="*/ 3894682 w 13158799"/>
              <a:gd name="connsiteY90" fmla="*/ 7673928 h 9456078"/>
              <a:gd name="connsiteX91" fmla="*/ 3926991 w 13158799"/>
              <a:gd name="connsiteY91" fmla="*/ 7636155 h 9456078"/>
              <a:gd name="connsiteX92" fmla="*/ 3958967 w 13158799"/>
              <a:gd name="connsiteY92" fmla="*/ 7598032 h 9456078"/>
              <a:gd name="connsiteX93" fmla="*/ 3990607 w 13158799"/>
              <a:gd name="connsiteY93" fmla="*/ 7559561 h 9456078"/>
              <a:gd name="connsiteX94" fmla="*/ 4021907 w 13158799"/>
              <a:gd name="connsiteY94" fmla="*/ 7520744 h 9456078"/>
              <a:gd name="connsiteX95" fmla="*/ 4052865 w 13158799"/>
              <a:gd name="connsiteY95" fmla="*/ 7481582 h 9456078"/>
              <a:gd name="connsiteX96" fmla="*/ 4083478 w 13158799"/>
              <a:gd name="connsiteY96" fmla="*/ 7442077 h 9456078"/>
              <a:gd name="connsiteX97" fmla="*/ 8022311 w 13158799"/>
              <a:gd name="connsiteY97" fmla="*/ 2307814 h 9456078"/>
              <a:gd name="connsiteX98" fmla="*/ 8052902 w 13158799"/>
              <a:gd name="connsiteY98" fmla="*/ 2268285 h 9456078"/>
              <a:gd name="connsiteX99" fmla="*/ 8083796 w 13158799"/>
              <a:gd name="connsiteY99" fmla="*/ 2229056 h 9456078"/>
              <a:gd name="connsiteX100" fmla="*/ 8114989 w 13158799"/>
              <a:gd name="connsiteY100" fmla="*/ 2190127 h 9456078"/>
              <a:gd name="connsiteX101" fmla="*/ 8146479 w 13158799"/>
              <a:gd name="connsiteY101" fmla="*/ 2151500 h 9456078"/>
              <a:gd name="connsiteX102" fmla="*/ 8178264 w 13158799"/>
              <a:gd name="connsiteY102" fmla="*/ 2113176 h 9456078"/>
              <a:gd name="connsiteX103" fmla="*/ 8210341 w 13158799"/>
              <a:gd name="connsiteY103" fmla="*/ 2075157 h 9456078"/>
              <a:gd name="connsiteX104" fmla="*/ 8242709 w 13158799"/>
              <a:gd name="connsiteY104" fmla="*/ 2037442 h 9456078"/>
              <a:gd name="connsiteX105" fmla="*/ 8275365 w 13158799"/>
              <a:gd name="connsiteY105" fmla="*/ 2000034 h 9456078"/>
              <a:gd name="connsiteX106" fmla="*/ 8308307 w 13158799"/>
              <a:gd name="connsiteY106" fmla="*/ 1962934 h 9456078"/>
              <a:gd name="connsiteX107" fmla="*/ 8341532 w 13158799"/>
              <a:gd name="connsiteY107" fmla="*/ 1926142 h 9456078"/>
              <a:gd name="connsiteX108" fmla="*/ 8375038 w 13158799"/>
              <a:gd name="connsiteY108" fmla="*/ 1889660 h 9456078"/>
              <a:gd name="connsiteX109" fmla="*/ 8408823 w 13158799"/>
              <a:gd name="connsiteY109" fmla="*/ 1853489 h 9456078"/>
              <a:gd name="connsiteX110" fmla="*/ 8442885 w 13158799"/>
              <a:gd name="connsiteY110" fmla="*/ 1817630 h 9456078"/>
              <a:gd name="connsiteX111" fmla="*/ 8477221 w 13158799"/>
              <a:gd name="connsiteY111" fmla="*/ 1782084 h 9456078"/>
              <a:gd name="connsiteX112" fmla="*/ 8511829 w 13158799"/>
              <a:gd name="connsiteY112" fmla="*/ 1746853 h 9456078"/>
              <a:gd name="connsiteX113" fmla="*/ 8546706 w 13158799"/>
              <a:gd name="connsiteY113" fmla="*/ 1711937 h 9456078"/>
              <a:gd name="connsiteX114" fmla="*/ 8581851 w 13158799"/>
              <a:gd name="connsiteY114" fmla="*/ 1677337 h 9456078"/>
              <a:gd name="connsiteX115" fmla="*/ 8617261 w 13158799"/>
              <a:gd name="connsiteY115" fmla="*/ 1643056 h 9456078"/>
              <a:gd name="connsiteX116" fmla="*/ 8652934 w 13158799"/>
              <a:gd name="connsiteY116" fmla="*/ 1609093 h 9456078"/>
              <a:gd name="connsiteX117" fmla="*/ 8688867 w 13158799"/>
              <a:gd name="connsiteY117" fmla="*/ 1575450 h 9456078"/>
              <a:gd name="connsiteX118" fmla="*/ 8725058 w 13158799"/>
              <a:gd name="connsiteY118" fmla="*/ 1542128 h 9456078"/>
              <a:gd name="connsiteX119" fmla="*/ 8761506 w 13158799"/>
              <a:gd name="connsiteY119" fmla="*/ 1509129 h 9456078"/>
              <a:gd name="connsiteX120" fmla="*/ 8798207 w 13158799"/>
              <a:gd name="connsiteY120" fmla="*/ 1476452 h 9456078"/>
              <a:gd name="connsiteX121" fmla="*/ 8835159 w 13158799"/>
              <a:gd name="connsiteY121" fmla="*/ 1444101 h 9456078"/>
              <a:gd name="connsiteX122" fmla="*/ 8872360 w 13158799"/>
              <a:gd name="connsiteY122" fmla="*/ 1412075 h 9456078"/>
              <a:gd name="connsiteX123" fmla="*/ 8909808 w 13158799"/>
              <a:gd name="connsiteY123" fmla="*/ 1380375 h 9456078"/>
              <a:gd name="connsiteX124" fmla="*/ 8947501 w 13158799"/>
              <a:gd name="connsiteY124" fmla="*/ 1349004 h 9456078"/>
              <a:gd name="connsiteX125" fmla="*/ 8985435 w 13158799"/>
              <a:gd name="connsiteY125" fmla="*/ 1317962 h 9456078"/>
              <a:gd name="connsiteX126" fmla="*/ 9023610 w 13158799"/>
              <a:gd name="connsiteY126" fmla="*/ 1287250 h 9456078"/>
              <a:gd name="connsiteX127" fmla="*/ 9062022 w 13158799"/>
              <a:gd name="connsiteY127" fmla="*/ 1256869 h 9456078"/>
              <a:gd name="connsiteX128" fmla="*/ 9100669 w 13158799"/>
              <a:gd name="connsiteY128" fmla="*/ 1226820 h 9456078"/>
              <a:gd name="connsiteX129" fmla="*/ 9139549 w 13158799"/>
              <a:gd name="connsiteY129" fmla="*/ 1197105 h 9456078"/>
              <a:gd name="connsiteX130" fmla="*/ 9178660 w 13158799"/>
              <a:gd name="connsiteY130" fmla="*/ 1167725 h 9456078"/>
              <a:gd name="connsiteX131" fmla="*/ 9217999 w 13158799"/>
              <a:gd name="connsiteY131" fmla="*/ 1138681 h 9456078"/>
              <a:gd name="connsiteX132" fmla="*/ 9257564 w 13158799"/>
              <a:gd name="connsiteY132" fmla="*/ 1109974 h 9456078"/>
              <a:gd name="connsiteX133" fmla="*/ 9297353 w 13158799"/>
              <a:gd name="connsiteY133" fmla="*/ 1081604 h 9456078"/>
              <a:gd name="connsiteX134" fmla="*/ 9337364 w 13158799"/>
              <a:gd name="connsiteY134" fmla="*/ 1053574 h 9456078"/>
              <a:gd name="connsiteX135" fmla="*/ 9377594 w 13158799"/>
              <a:gd name="connsiteY135" fmla="*/ 1025884 h 9456078"/>
              <a:gd name="connsiteX136" fmla="*/ 9418040 w 13158799"/>
              <a:gd name="connsiteY136" fmla="*/ 998536 h 9456078"/>
              <a:gd name="connsiteX137" fmla="*/ 9458702 w 13158799"/>
              <a:gd name="connsiteY137" fmla="*/ 971530 h 9456078"/>
              <a:gd name="connsiteX138" fmla="*/ 9499575 w 13158799"/>
              <a:gd name="connsiteY138" fmla="*/ 944868 h 9456078"/>
              <a:gd name="connsiteX139" fmla="*/ 9540659 w 13158799"/>
              <a:gd name="connsiteY139" fmla="*/ 918551 h 9456078"/>
              <a:gd name="connsiteX140" fmla="*/ 9581950 w 13158799"/>
              <a:gd name="connsiteY140" fmla="*/ 892580 h 9456078"/>
              <a:gd name="connsiteX141" fmla="*/ 9623447 w 13158799"/>
              <a:gd name="connsiteY141" fmla="*/ 866956 h 9456078"/>
              <a:gd name="connsiteX142" fmla="*/ 9665147 w 13158799"/>
              <a:gd name="connsiteY142" fmla="*/ 841681 h 9456078"/>
              <a:gd name="connsiteX143" fmla="*/ 9707048 w 13158799"/>
              <a:gd name="connsiteY143" fmla="*/ 816754 h 9456078"/>
              <a:gd name="connsiteX144" fmla="*/ 9749147 w 13158799"/>
              <a:gd name="connsiteY144" fmla="*/ 792179 h 9456078"/>
              <a:gd name="connsiteX145" fmla="*/ 9791443 w 13158799"/>
              <a:gd name="connsiteY145" fmla="*/ 767955 h 9456078"/>
              <a:gd name="connsiteX146" fmla="*/ 9833932 w 13158799"/>
              <a:gd name="connsiteY146" fmla="*/ 744083 h 9456078"/>
              <a:gd name="connsiteX147" fmla="*/ 9876613 w 13158799"/>
              <a:gd name="connsiteY147" fmla="*/ 720566 h 9456078"/>
              <a:gd name="connsiteX148" fmla="*/ 9919484 w 13158799"/>
              <a:gd name="connsiteY148" fmla="*/ 697404 h 9456078"/>
              <a:gd name="connsiteX149" fmla="*/ 9962542 w 13158799"/>
              <a:gd name="connsiteY149" fmla="*/ 674598 h 9456078"/>
              <a:gd name="connsiteX150" fmla="*/ 10005784 w 13158799"/>
              <a:gd name="connsiteY150" fmla="*/ 652149 h 9456078"/>
              <a:gd name="connsiteX151" fmla="*/ 10049209 w 13158799"/>
              <a:gd name="connsiteY151" fmla="*/ 630059 h 9456078"/>
              <a:gd name="connsiteX152" fmla="*/ 10092814 w 13158799"/>
              <a:gd name="connsiteY152" fmla="*/ 608328 h 9456078"/>
              <a:gd name="connsiteX153" fmla="*/ 10136597 w 13158799"/>
              <a:gd name="connsiteY153" fmla="*/ 586958 h 9456078"/>
              <a:gd name="connsiteX154" fmla="*/ 10180556 w 13158799"/>
              <a:gd name="connsiteY154" fmla="*/ 565950 h 9456078"/>
              <a:gd name="connsiteX155" fmla="*/ 10224688 w 13158799"/>
              <a:gd name="connsiteY155" fmla="*/ 545304 h 9456078"/>
              <a:gd name="connsiteX156" fmla="*/ 10268991 w 13158799"/>
              <a:gd name="connsiteY156" fmla="*/ 525023 h 9456078"/>
              <a:gd name="connsiteX157" fmla="*/ 10313463 w 13158799"/>
              <a:gd name="connsiteY157" fmla="*/ 505107 h 9456078"/>
              <a:gd name="connsiteX158" fmla="*/ 10358101 w 13158799"/>
              <a:gd name="connsiteY158" fmla="*/ 485558 h 9456078"/>
              <a:gd name="connsiteX159" fmla="*/ 10402903 w 13158799"/>
              <a:gd name="connsiteY159" fmla="*/ 466376 h 9456078"/>
              <a:gd name="connsiteX160" fmla="*/ 10447868 w 13158799"/>
              <a:gd name="connsiteY160" fmla="*/ 447563 h 9456078"/>
              <a:gd name="connsiteX161" fmla="*/ 10492991 w 13158799"/>
              <a:gd name="connsiteY161" fmla="*/ 429119 h 9456078"/>
              <a:gd name="connsiteX162" fmla="*/ 10538272 w 13158799"/>
              <a:gd name="connsiteY162" fmla="*/ 411046 h 9456078"/>
              <a:gd name="connsiteX163" fmla="*/ 10583708 w 13158799"/>
              <a:gd name="connsiteY163" fmla="*/ 393346 h 9456078"/>
              <a:gd name="connsiteX164" fmla="*/ 10629297 w 13158799"/>
              <a:gd name="connsiteY164" fmla="*/ 376018 h 9456078"/>
              <a:gd name="connsiteX165" fmla="*/ 10675036 w 13158799"/>
              <a:gd name="connsiteY165" fmla="*/ 359065 h 9456078"/>
              <a:gd name="connsiteX166" fmla="*/ 10720923 w 13158799"/>
              <a:gd name="connsiteY166" fmla="*/ 342487 h 9456078"/>
              <a:gd name="connsiteX167" fmla="*/ 10766956 w 13158799"/>
              <a:gd name="connsiteY167" fmla="*/ 326286 h 9456078"/>
              <a:gd name="connsiteX168" fmla="*/ 10813132 w 13158799"/>
              <a:gd name="connsiteY168" fmla="*/ 310462 h 9456078"/>
              <a:gd name="connsiteX169" fmla="*/ 10859450 w 13158799"/>
              <a:gd name="connsiteY169" fmla="*/ 295018 h 9456078"/>
              <a:gd name="connsiteX170" fmla="*/ 10905907 w 13158799"/>
              <a:gd name="connsiteY170" fmla="*/ 279953 h 9456078"/>
              <a:gd name="connsiteX171" fmla="*/ 10952500 w 13158799"/>
              <a:gd name="connsiteY171" fmla="*/ 265269 h 9456078"/>
              <a:gd name="connsiteX172" fmla="*/ 10999227 w 13158799"/>
              <a:gd name="connsiteY172" fmla="*/ 250968 h 9456078"/>
              <a:gd name="connsiteX173" fmla="*/ 11046087 w 13158799"/>
              <a:gd name="connsiteY173" fmla="*/ 237049 h 9456078"/>
              <a:gd name="connsiteX174" fmla="*/ 11093076 w 13158799"/>
              <a:gd name="connsiteY174" fmla="*/ 223516 h 9456078"/>
              <a:gd name="connsiteX175" fmla="*/ 11140193 w 13158799"/>
              <a:gd name="connsiteY175" fmla="*/ 210368 h 9456078"/>
              <a:gd name="connsiteX176" fmla="*/ 11187434 w 13158799"/>
              <a:gd name="connsiteY176" fmla="*/ 197606 h 9456078"/>
              <a:gd name="connsiteX177" fmla="*/ 11234799 w 13158799"/>
              <a:gd name="connsiteY177" fmla="*/ 185233 h 9456078"/>
              <a:gd name="connsiteX178" fmla="*/ 11282284 w 13158799"/>
              <a:gd name="connsiteY178" fmla="*/ 173248 h 9456078"/>
              <a:gd name="connsiteX179" fmla="*/ 11329888 w 13158799"/>
              <a:gd name="connsiteY179" fmla="*/ 161654 h 9456078"/>
              <a:gd name="connsiteX180" fmla="*/ 11377607 w 13158799"/>
              <a:gd name="connsiteY180" fmla="*/ 150451 h 9456078"/>
              <a:gd name="connsiteX181" fmla="*/ 11425440 w 13158799"/>
              <a:gd name="connsiteY181" fmla="*/ 139640 h 9456078"/>
              <a:gd name="connsiteX182" fmla="*/ 11473385 w 13158799"/>
              <a:gd name="connsiteY182" fmla="*/ 129223 h 9456078"/>
              <a:gd name="connsiteX183" fmla="*/ 11521439 w 13158799"/>
              <a:gd name="connsiteY183" fmla="*/ 119201 h 9456078"/>
              <a:gd name="connsiteX184" fmla="*/ 11569599 w 13158799"/>
              <a:gd name="connsiteY184" fmla="*/ 109574 h 9456078"/>
              <a:gd name="connsiteX185" fmla="*/ 11617864 w 13158799"/>
              <a:gd name="connsiteY185" fmla="*/ 100344 h 9456078"/>
              <a:gd name="connsiteX186" fmla="*/ 11666231 w 13158799"/>
              <a:gd name="connsiteY186" fmla="*/ 91512 h 9456078"/>
              <a:gd name="connsiteX187" fmla="*/ 11714698 w 13158799"/>
              <a:gd name="connsiteY187" fmla="*/ 83080 h 9456078"/>
              <a:gd name="connsiteX188" fmla="*/ 11763263 w 13158799"/>
              <a:gd name="connsiteY188" fmla="*/ 75047 h 9456078"/>
              <a:gd name="connsiteX189" fmla="*/ 11811923 w 13158799"/>
              <a:gd name="connsiteY189" fmla="*/ 67417 h 9456078"/>
              <a:gd name="connsiteX190" fmla="*/ 11860676 w 13158799"/>
              <a:gd name="connsiteY190" fmla="*/ 60188 h 9456078"/>
              <a:gd name="connsiteX191" fmla="*/ 11909519 w 13158799"/>
              <a:gd name="connsiteY191" fmla="*/ 53364 h 9456078"/>
              <a:gd name="connsiteX192" fmla="*/ 11958451 w 13158799"/>
              <a:gd name="connsiteY192" fmla="*/ 46944 h 9456078"/>
              <a:gd name="connsiteX193" fmla="*/ 12007470 w 13158799"/>
              <a:gd name="connsiteY193" fmla="*/ 40931 h 9456078"/>
              <a:gd name="connsiteX194" fmla="*/ 12056572 w 13158799"/>
              <a:gd name="connsiteY194" fmla="*/ 35324 h 9456078"/>
              <a:gd name="connsiteX195" fmla="*/ 12105756 w 13158799"/>
              <a:gd name="connsiteY195" fmla="*/ 30126 h 9456078"/>
              <a:gd name="connsiteX196" fmla="*/ 12155019 w 13158799"/>
              <a:gd name="connsiteY196" fmla="*/ 25337 h 9456078"/>
              <a:gd name="connsiteX197" fmla="*/ 12204359 w 13158799"/>
              <a:gd name="connsiteY197" fmla="*/ 20958 h 9456078"/>
              <a:gd name="connsiteX198" fmla="*/ 12253773 w 13158799"/>
              <a:gd name="connsiteY198" fmla="*/ 16991 h 9456078"/>
              <a:gd name="connsiteX199" fmla="*/ 12303260 w 13158799"/>
              <a:gd name="connsiteY199" fmla="*/ 13437 h 9456078"/>
              <a:gd name="connsiteX200" fmla="*/ 12352818 w 13158799"/>
              <a:gd name="connsiteY200" fmla="*/ 10297 h 9456078"/>
              <a:gd name="connsiteX201" fmla="*/ 12402443 w 13158799"/>
              <a:gd name="connsiteY201" fmla="*/ 7572 h 9456078"/>
              <a:gd name="connsiteX202" fmla="*/ 12452133 w 13158799"/>
              <a:gd name="connsiteY202" fmla="*/ 5263 h 9456078"/>
              <a:gd name="connsiteX203" fmla="*/ 12501887 w 13158799"/>
              <a:gd name="connsiteY203" fmla="*/ 3371 h 9456078"/>
              <a:gd name="connsiteX204" fmla="*/ 12551701 w 13158799"/>
              <a:gd name="connsiteY204" fmla="*/ 1898 h 9456078"/>
              <a:gd name="connsiteX205" fmla="*/ 12601574 w 13158799"/>
              <a:gd name="connsiteY205" fmla="*/ 844 h 9456078"/>
              <a:gd name="connsiteX206" fmla="*/ 12651504 w 13158799"/>
              <a:gd name="connsiteY206" fmla="*/ 211 h 9456078"/>
              <a:gd name="connsiteX207" fmla="*/ 12701487 w 13158799"/>
              <a:gd name="connsiteY207" fmla="*/ 0 h 9456078"/>
              <a:gd name="connsiteX208" fmla="*/ 13158798 w 13158799"/>
              <a:gd name="connsiteY208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28389 w 13158797"/>
              <a:gd name="connsiteY22" fmla="*/ 9330914 h 9456078"/>
              <a:gd name="connsiteX23" fmla="*/ 1176172 w 13158797"/>
              <a:gd name="connsiteY23" fmla="*/ 9319936 h 9456078"/>
              <a:gd name="connsiteX24" fmla="*/ 1223823 w 13158797"/>
              <a:gd name="connsiteY24" fmla="*/ 9308509 h 9456078"/>
              <a:gd name="connsiteX25" fmla="*/ 1271339 w 13158797"/>
              <a:gd name="connsiteY25" fmla="*/ 9296635 h 9456078"/>
              <a:gd name="connsiteX26" fmla="*/ 1318719 w 13158797"/>
              <a:gd name="connsiteY26" fmla="*/ 9284315 h 9456078"/>
              <a:gd name="connsiteX27" fmla="*/ 1365957 w 13158797"/>
              <a:gd name="connsiteY27" fmla="*/ 9271550 h 9456078"/>
              <a:gd name="connsiteX28" fmla="*/ 1413052 w 13158797"/>
              <a:gd name="connsiteY28" fmla="*/ 9258342 h 9456078"/>
              <a:gd name="connsiteX29" fmla="*/ 1460000 w 13158797"/>
              <a:gd name="connsiteY29" fmla="*/ 9244693 h 9456078"/>
              <a:gd name="connsiteX30" fmla="*/ 1506799 w 13158797"/>
              <a:gd name="connsiteY30" fmla="*/ 9230604 h 9456078"/>
              <a:gd name="connsiteX31" fmla="*/ 1553445 w 13158797"/>
              <a:gd name="connsiteY31" fmla="*/ 9216076 h 9456078"/>
              <a:gd name="connsiteX32" fmla="*/ 1599935 w 13158797"/>
              <a:gd name="connsiteY32" fmla="*/ 9201111 h 9456078"/>
              <a:gd name="connsiteX33" fmla="*/ 1646267 w 13158797"/>
              <a:gd name="connsiteY33" fmla="*/ 9185710 h 9456078"/>
              <a:gd name="connsiteX34" fmla="*/ 1692437 w 13158797"/>
              <a:gd name="connsiteY34" fmla="*/ 9169876 h 9456078"/>
              <a:gd name="connsiteX35" fmla="*/ 1738442 w 13158797"/>
              <a:gd name="connsiteY35" fmla="*/ 9153608 h 9456078"/>
              <a:gd name="connsiteX36" fmla="*/ 1784280 w 13158797"/>
              <a:gd name="connsiteY36" fmla="*/ 9136910 h 9456078"/>
              <a:gd name="connsiteX37" fmla="*/ 1829947 w 13158797"/>
              <a:gd name="connsiteY37" fmla="*/ 9119782 h 9456078"/>
              <a:gd name="connsiteX38" fmla="*/ 1875440 w 13158797"/>
              <a:gd name="connsiteY38" fmla="*/ 9102226 h 9456078"/>
              <a:gd name="connsiteX39" fmla="*/ 1920756 w 13158797"/>
              <a:gd name="connsiteY39" fmla="*/ 9084243 h 9456078"/>
              <a:gd name="connsiteX40" fmla="*/ 1965893 w 13158797"/>
              <a:gd name="connsiteY40" fmla="*/ 9065835 h 9456078"/>
              <a:gd name="connsiteX41" fmla="*/ 2010847 w 13158797"/>
              <a:gd name="connsiteY41" fmla="*/ 9047004 h 9456078"/>
              <a:gd name="connsiteX42" fmla="*/ 2055615 w 13158797"/>
              <a:gd name="connsiteY42" fmla="*/ 9027750 h 9456078"/>
              <a:gd name="connsiteX43" fmla="*/ 2100195 w 13158797"/>
              <a:gd name="connsiteY43" fmla="*/ 9008075 h 9456078"/>
              <a:gd name="connsiteX44" fmla="*/ 2144582 w 13158797"/>
              <a:gd name="connsiteY44" fmla="*/ 8987981 h 9456078"/>
              <a:gd name="connsiteX45" fmla="*/ 2188775 w 13158797"/>
              <a:gd name="connsiteY45" fmla="*/ 8967470 h 9456078"/>
              <a:gd name="connsiteX46" fmla="*/ 2232770 w 13158797"/>
              <a:gd name="connsiteY46" fmla="*/ 8946542 h 9456078"/>
              <a:gd name="connsiteX47" fmla="*/ 2276564 w 13158797"/>
              <a:gd name="connsiteY47" fmla="*/ 8925199 h 9456078"/>
              <a:gd name="connsiteX48" fmla="*/ 2320154 w 13158797"/>
              <a:gd name="connsiteY48" fmla="*/ 8903443 h 9456078"/>
              <a:gd name="connsiteX49" fmla="*/ 2363538 w 13158797"/>
              <a:gd name="connsiteY49" fmla="*/ 8881275 h 9456078"/>
              <a:gd name="connsiteX50" fmla="*/ 2406711 w 13158797"/>
              <a:gd name="connsiteY50" fmla="*/ 8858697 h 9456078"/>
              <a:gd name="connsiteX51" fmla="*/ 2449672 w 13158797"/>
              <a:gd name="connsiteY51" fmla="*/ 8835710 h 9456078"/>
              <a:gd name="connsiteX52" fmla="*/ 2492417 w 13158797"/>
              <a:gd name="connsiteY52" fmla="*/ 8812316 h 9456078"/>
              <a:gd name="connsiteX53" fmla="*/ 2534943 w 13158797"/>
              <a:gd name="connsiteY53" fmla="*/ 8788516 h 9456078"/>
              <a:gd name="connsiteX54" fmla="*/ 2577247 w 13158797"/>
              <a:gd name="connsiteY54" fmla="*/ 8764311 h 9456078"/>
              <a:gd name="connsiteX55" fmla="*/ 2619326 w 13158797"/>
              <a:gd name="connsiteY55" fmla="*/ 8739704 h 9456078"/>
              <a:gd name="connsiteX56" fmla="*/ 2661177 w 13158797"/>
              <a:gd name="connsiteY56" fmla="*/ 8714695 h 9456078"/>
              <a:gd name="connsiteX57" fmla="*/ 2702797 w 13158797"/>
              <a:gd name="connsiteY57" fmla="*/ 8689286 h 9456078"/>
              <a:gd name="connsiteX58" fmla="*/ 2744183 w 13158797"/>
              <a:gd name="connsiteY58" fmla="*/ 8663479 h 9456078"/>
              <a:gd name="connsiteX59" fmla="*/ 2785333 w 13158797"/>
              <a:gd name="connsiteY59" fmla="*/ 8637274 h 9456078"/>
              <a:gd name="connsiteX60" fmla="*/ 2826242 w 13158797"/>
              <a:gd name="connsiteY60" fmla="*/ 8610675 h 9456078"/>
              <a:gd name="connsiteX61" fmla="*/ 2866908 w 13158797"/>
              <a:gd name="connsiteY61" fmla="*/ 8583681 h 9456078"/>
              <a:gd name="connsiteX62" fmla="*/ 2907329 w 13158797"/>
              <a:gd name="connsiteY62" fmla="*/ 8556295 h 9456078"/>
              <a:gd name="connsiteX63" fmla="*/ 2947500 w 13158797"/>
              <a:gd name="connsiteY63" fmla="*/ 8528517 h 9456078"/>
              <a:gd name="connsiteX64" fmla="*/ 2987419 w 13158797"/>
              <a:gd name="connsiteY64" fmla="*/ 8500351 h 9456078"/>
              <a:gd name="connsiteX65" fmla="*/ 3027083 w 13158797"/>
              <a:gd name="connsiteY65" fmla="*/ 8471796 h 9456078"/>
              <a:gd name="connsiteX66" fmla="*/ 3066489 w 13158797"/>
              <a:gd name="connsiteY66" fmla="*/ 8442854 h 9456078"/>
              <a:gd name="connsiteX67" fmla="*/ 3105634 w 13158797"/>
              <a:gd name="connsiteY67" fmla="*/ 8413528 h 9456078"/>
              <a:gd name="connsiteX68" fmla="*/ 3144515 w 13158797"/>
              <a:gd name="connsiteY68" fmla="*/ 8383818 h 9456078"/>
              <a:gd name="connsiteX69" fmla="*/ 3183129 w 13158797"/>
              <a:gd name="connsiteY69" fmla="*/ 8353726 h 9456078"/>
              <a:gd name="connsiteX70" fmla="*/ 3221473 w 13158797"/>
              <a:gd name="connsiteY70" fmla="*/ 8323253 h 9456078"/>
              <a:gd name="connsiteX71" fmla="*/ 3259544 w 13158797"/>
              <a:gd name="connsiteY71" fmla="*/ 8292401 h 9456078"/>
              <a:gd name="connsiteX72" fmla="*/ 3297339 w 13158797"/>
              <a:gd name="connsiteY72" fmla="*/ 8261172 h 9456078"/>
              <a:gd name="connsiteX73" fmla="*/ 3334854 w 13158797"/>
              <a:gd name="connsiteY73" fmla="*/ 8229566 h 9456078"/>
              <a:gd name="connsiteX74" fmla="*/ 3372087 w 13158797"/>
              <a:gd name="connsiteY74" fmla="*/ 8197585 h 9456078"/>
              <a:gd name="connsiteX75" fmla="*/ 3409035 w 13158797"/>
              <a:gd name="connsiteY75" fmla="*/ 8165232 h 9456078"/>
              <a:gd name="connsiteX76" fmla="*/ 3445695 w 13158797"/>
              <a:gd name="connsiteY76" fmla="*/ 8132507 h 9456078"/>
              <a:gd name="connsiteX77" fmla="*/ 3482064 w 13158797"/>
              <a:gd name="connsiteY77" fmla="*/ 8099411 h 9456078"/>
              <a:gd name="connsiteX78" fmla="*/ 3518139 w 13158797"/>
              <a:gd name="connsiteY78" fmla="*/ 8065947 h 9456078"/>
              <a:gd name="connsiteX79" fmla="*/ 3553916 w 13158797"/>
              <a:gd name="connsiteY79" fmla="*/ 8032115 h 9456078"/>
              <a:gd name="connsiteX80" fmla="*/ 3589393 w 13158797"/>
              <a:gd name="connsiteY80" fmla="*/ 7997918 h 9456078"/>
              <a:gd name="connsiteX81" fmla="*/ 3624567 w 13158797"/>
              <a:gd name="connsiteY81" fmla="*/ 7963356 h 9456078"/>
              <a:gd name="connsiteX82" fmla="*/ 3659435 w 13158797"/>
              <a:gd name="connsiteY82" fmla="*/ 7928432 h 9456078"/>
              <a:gd name="connsiteX83" fmla="*/ 3693994 w 13158797"/>
              <a:gd name="connsiteY83" fmla="*/ 7893146 h 9456078"/>
              <a:gd name="connsiteX84" fmla="*/ 3728240 w 13158797"/>
              <a:gd name="connsiteY84" fmla="*/ 7857501 h 9456078"/>
              <a:gd name="connsiteX85" fmla="*/ 3762171 w 13158797"/>
              <a:gd name="connsiteY85" fmla="*/ 7821497 h 9456078"/>
              <a:gd name="connsiteX86" fmla="*/ 3795783 w 13158797"/>
              <a:gd name="connsiteY86" fmla="*/ 7785136 h 9456078"/>
              <a:gd name="connsiteX87" fmla="*/ 3829075 w 13158797"/>
              <a:gd name="connsiteY87" fmla="*/ 7748420 h 9456078"/>
              <a:gd name="connsiteX88" fmla="*/ 3862042 w 13158797"/>
              <a:gd name="connsiteY88" fmla="*/ 7711350 h 9456078"/>
              <a:gd name="connsiteX89" fmla="*/ 3894682 w 13158797"/>
              <a:gd name="connsiteY89" fmla="*/ 7673928 h 9456078"/>
              <a:gd name="connsiteX90" fmla="*/ 3926991 w 13158797"/>
              <a:gd name="connsiteY90" fmla="*/ 7636155 h 9456078"/>
              <a:gd name="connsiteX91" fmla="*/ 3958967 w 13158797"/>
              <a:gd name="connsiteY91" fmla="*/ 7598032 h 9456078"/>
              <a:gd name="connsiteX92" fmla="*/ 3990607 w 13158797"/>
              <a:gd name="connsiteY92" fmla="*/ 7559561 h 9456078"/>
              <a:gd name="connsiteX93" fmla="*/ 4021907 w 13158797"/>
              <a:gd name="connsiteY93" fmla="*/ 7520744 h 9456078"/>
              <a:gd name="connsiteX94" fmla="*/ 4052865 w 13158797"/>
              <a:gd name="connsiteY94" fmla="*/ 7481582 h 9456078"/>
              <a:gd name="connsiteX95" fmla="*/ 4083478 w 13158797"/>
              <a:gd name="connsiteY95" fmla="*/ 7442077 h 9456078"/>
              <a:gd name="connsiteX96" fmla="*/ 8022311 w 13158797"/>
              <a:gd name="connsiteY96" fmla="*/ 2307814 h 9456078"/>
              <a:gd name="connsiteX97" fmla="*/ 8052902 w 13158797"/>
              <a:gd name="connsiteY97" fmla="*/ 2268285 h 9456078"/>
              <a:gd name="connsiteX98" fmla="*/ 8083796 w 13158797"/>
              <a:gd name="connsiteY98" fmla="*/ 2229056 h 9456078"/>
              <a:gd name="connsiteX99" fmla="*/ 8114989 w 13158797"/>
              <a:gd name="connsiteY99" fmla="*/ 2190127 h 9456078"/>
              <a:gd name="connsiteX100" fmla="*/ 8146479 w 13158797"/>
              <a:gd name="connsiteY100" fmla="*/ 2151500 h 9456078"/>
              <a:gd name="connsiteX101" fmla="*/ 8178264 w 13158797"/>
              <a:gd name="connsiteY101" fmla="*/ 2113176 h 9456078"/>
              <a:gd name="connsiteX102" fmla="*/ 8210341 w 13158797"/>
              <a:gd name="connsiteY102" fmla="*/ 2075157 h 9456078"/>
              <a:gd name="connsiteX103" fmla="*/ 8242709 w 13158797"/>
              <a:gd name="connsiteY103" fmla="*/ 2037442 h 9456078"/>
              <a:gd name="connsiteX104" fmla="*/ 8275365 w 13158797"/>
              <a:gd name="connsiteY104" fmla="*/ 2000034 h 9456078"/>
              <a:gd name="connsiteX105" fmla="*/ 8308307 w 13158797"/>
              <a:gd name="connsiteY105" fmla="*/ 1962934 h 9456078"/>
              <a:gd name="connsiteX106" fmla="*/ 8341532 w 13158797"/>
              <a:gd name="connsiteY106" fmla="*/ 1926142 h 9456078"/>
              <a:gd name="connsiteX107" fmla="*/ 8375038 w 13158797"/>
              <a:gd name="connsiteY107" fmla="*/ 1889660 h 9456078"/>
              <a:gd name="connsiteX108" fmla="*/ 8408823 w 13158797"/>
              <a:gd name="connsiteY108" fmla="*/ 1853489 h 9456078"/>
              <a:gd name="connsiteX109" fmla="*/ 8442885 w 13158797"/>
              <a:gd name="connsiteY109" fmla="*/ 1817630 h 9456078"/>
              <a:gd name="connsiteX110" fmla="*/ 8477221 w 13158797"/>
              <a:gd name="connsiteY110" fmla="*/ 1782084 h 9456078"/>
              <a:gd name="connsiteX111" fmla="*/ 8511829 w 13158797"/>
              <a:gd name="connsiteY111" fmla="*/ 1746853 h 9456078"/>
              <a:gd name="connsiteX112" fmla="*/ 8546706 w 13158797"/>
              <a:gd name="connsiteY112" fmla="*/ 1711937 h 9456078"/>
              <a:gd name="connsiteX113" fmla="*/ 8581851 w 13158797"/>
              <a:gd name="connsiteY113" fmla="*/ 1677337 h 9456078"/>
              <a:gd name="connsiteX114" fmla="*/ 8617261 w 13158797"/>
              <a:gd name="connsiteY114" fmla="*/ 1643056 h 9456078"/>
              <a:gd name="connsiteX115" fmla="*/ 8652934 w 13158797"/>
              <a:gd name="connsiteY115" fmla="*/ 1609093 h 9456078"/>
              <a:gd name="connsiteX116" fmla="*/ 8688867 w 13158797"/>
              <a:gd name="connsiteY116" fmla="*/ 1575450 h 9456078"/>
              <a:gd name="connsiteX117" fmla="*/ 8725058 w 13158797"/>
              <a:gd name="connsiteY117" fmla="*/ 1542128 h 9456078"/>
              <a:gd name="connsiteX118" fmla="*/ 8761506 w 13158797"/>
              <a:gd name="connsiteY118" fmla="*/ 1509129 h 9456078"/>
              <a:gd name="connsiteX119" fmla="*/ 8798207 w 13158797"/>
              <a:gd name="connsiteY119" fmla="*/ 1476452 h 9456078"/>
              <a:gd name="connsiteX120" fmla="*/ 8835159 w 13158797"/>
              <a:gd name="connsiteY120" fmla="*/ 1444101 h 9456078"/>
              <a:gd name="connsiteX121" fmla="*/ 8872360 w 13158797"/>
              <a:gd name="connsiteY121" fmla="*/ 1412075 h 9456078"/>
              <a:gd name="connsiteX122" fmla="*/ 8909808 w 13158797"/>
              <a:gd name="connsiteY122" fmla="*/ 1380375 h 9456078"/>
              <a:gd name="connsiteX123" fmla="*/ 8947501 w 13158797"/>
              <a:gd name="connsiteY123" fmla="*/ 1349004 h 9456078"/>
              <a:gd name="connsiteX124" fmla="*/ 8985435 w 13158797"/>
              <a:gd name="connsiteY124" fmla="*/ 1317962 h 9456078"/>
              <a:gd name="connsiteX125" fmla="*/ 9023610 w 13158797"/>
              <a:gd name="connsiteY125" fmla="*/ 1287250 h 9456078"/>
              <a:gd name="connsiteX126" fmla="*/ 9062022 w 13158797"/>
              <a:gd name="connsiteY126" fmla="*/ 1256869 h 9456078"/>
              <a:gd name="connsiteX127" fmla="*/ 9100669 w 13158797"/>
              <a:gd name="connsiteY127" fmla="*/ 1226820 h 9456078"/>
              <a:gd name="connsiteX128" fmla="*/ 9139549 w 13158797"/>
              <a:gd name="connsiteY128" fmla="*/ 1197105 h 9456078"/>
              <a:gd name="connsiteX129" fmla="*/ 9178660 w 13158797"/>
              <a:gd name="connsiteY129" fmla="*/ 1167725 h 9456078"/>
              <a:gd name="connsiteX130" fmla="*/ 9217999 w 13158797"/>
              <a:gd name="connsiteY130" fmla="*/ 1138681 h 9456078"/>
              <a:gd name="connsiteX131" fmla="*/ 9257564 w 13158797"/>
              <a:gd name="connsiteY131" fmla="*/ 1109974 h 9456078"/>
              <a:gd name="connsiteX132" fmla="*/ 9297353 w 13158797"/>
              <a:gd name="connsiteY132" fmla="*/ 1081604 h 9456078"/>
              <a:gd name="connsiteX133" fmla="*/ 9337364 w 13158797"/>
              <a:gd name="connsiteY133" fmla="*/ 1053574 h 9456078"/>
              <a:gd name="connsiteX134" fmla="*/ 9377594 w 13158797"/>
              <a:gd name="connsiteY134" fmla="*/ 1025884 h 9456078"/>
              <a:gd name="connsiteX135" fmla="*/ 9418040 w 13158797"/>
              <a:gd name="connsiteY135" fmla="*/ 998536 h 9456078"/>
              <a:gd name="connsiteX136" fmla="*/ 9458702 w 13158797"/>
              <a:gd name="connsiteY136" fmla="*/ 971530 h 9456078"/>
              <a:gd name="connsiteX137" fmla="*/ 9499575 w 13158797"/>
              <a:gd name="connsiteY137" fmla="*/ 944868 h 9456078"/>
              <a:gd name="connsiteX138" fmla="*/ 9540659 w 13158797"/>
              <a:gd name="connsiteY138" fmla="*/ 918551 h 9456078"/>
              <a:gd name="connsiteX139" fmla="*/ 9581950 w 13158797"/>
              <a:gd name="connsiteY139" fmla="*/ 892580 h 9456078"/>
              <a:gd name="connsiteX140" fmla="*/ 9623447 w 13158797"/>
              <a:gd name="connsiteY140" fmla="*/ 866956 h 9456078"/>
              <a:gd name="connsiteX141" fmla="*/ 9665147 w 13158797"/>
              <a:gd name="connsiteY141" fmla="*/ 841681 h 9456078"/>
              <a:gd name="connsiteX142" fmla="*/ 9707048 w 13158797"/>
              <a:gd name="connsiteY142" fmla="*/ 816754 h 9456078"/>
              <a:gd name="connsiteX143" fmla="*/ 9749147 w 13158797"/>
              <a:gd name="connsiteY143" fmla="*/ 792179 h 9456078"/>
              <a:gd name="connsiteX144" fmla="*/ 9791443 w 13158797"/>
              <a:gd name="connsiteY144" fmla="*/ 767955 h 9456078"/>
              <a:gd name="connsiteX145" fmla="*/ 9833932 w 13158797"/>
              <a:gd name="connsiteY145" fmla="*/ 744083 h 9456078"/>
              <a:gd name="connsiteX146" fmla="*/ 9876613 w 13158797"/>
              <a:gd name="connsiteY146" fmla="*/ 720566 h 9456078"/>
              <a:gd name="connsiteX147" fmla="*/ 9919484 w 13158797"/>
              <a:gd name="connsiteY147" fmla="*/ 697404 h 9456078"/>
              <a:gd name="connsiteX148" fmla="*/ 9962542 w 13158797"/>
              <a:gd name="connsiteY148" fmla="*/ 674598 h 9456078"/>
              <a:gd name="connsiteX149" fmla="*/ 10005784 w 13158797"/>
              <a:gd name="connsiteY149" fmla="*/ 652149 h 9456078"/>
              <a:gd name="connsiteX150" fmla="*/ 10049209 w 13158797"/>
              <a:gd name="connsiteY150" fmla="*/ 630059 h 9456078"/>
              <a:gd name="connsiteX151" fmla="*/ 10092814 w 13158797"/>
              <a:gd name="connsiteY151" fmla="*/ 608328 h 9456078"/>
              <a:gd name="connsiteX152" fmla="*/ 10136597 w 13158797"/>
              <a:gd name="connsiteY152" fmla="*/ 586958 h 9456078"/>
              <a:gd name="connsiteX153" fmla="*/ 10180556 w 13158797"/>
              <a:gd name="connsiteY153" fmla="*/ 565950 h 9456078"/>
              <a:gd name="connsiteX154" fmla="*/ 10224688 w 13158797"/>
              <a:gd name="connsiteY154" fmla="*/ 545304 h 9456078"/>
              <a:gd name="connsiteX155" fmla="*/ 10268991 w 13158797"/>
              <a:gd name="connsiteY155" fmla="*/ 525023 h 9456078"/>
              <a:gd name="connsiteX156" fmla="*/ 10313463 w 13158797"/>
              <a:gd name="connsiteY156" fmla="*/ 505107 h 9456078"/>
              <a:gd name="connsiteX157" fmla="*/ 10358101 w 13158797"/>
              <a:gd name="connsiteY157" fmla="*/ 485558 h 9456078"/>
              <a:gd name="connsiteX158" fmla="*/ 10402903 w 13158797"/>
              <a:gd name="connsiteY158" fmla="*/ 466376 h 9456078"/>
              <a:gd name="connsiteX159" fmla="*/ 10447868 w 13158797"/>
              <a:gd name="connsiteY159" fmla="*/ 447563 h 9456078"/>
              <a:gd name="connsiteX160" fmla="*/ 10492991 w 13158797"/>
              <a:gd name="connsiteY160" fmla="*/ 429119 h 9456078"/>
              <a:gd name="connsiteX161" fmla="*/ 10538272 w 13158797"/>
              <a:gd name="connsiteY161" fmla="*/ 411046 h 9456078"/>
              <a:gd name="connsiteX162" fmla="*/ 10583708 w 13158797"/>
              <a:gd name="connsiteY162" fmla="*/ 393346 h 9456078"/>
              <a:gd name="connsiteX163" fmla="*/ 10629297 w 13158797"/>
              <a:gd name="connsiteY163" fmla="*/ 376018 h 9456078"/>
              <a:gd name="connsiteX164" fmla="*/ 10675036 w 13158797"/>
              <a:gd name="connsiteY164" fmla="*/ 359065 h 9456078"/>
              <a:gd name="connsiteX165" fmla="*/ 10720923 w 13158797"/>
              <a:gd name="connsiteY165" fmla="*/ 342487 h 9456078"/>
              <a:gd name="connsiteX166" fmla="*/ 10766956 w 13158797"/>
              <a:gd name="connsiteY166" fmla="*/ 326286 h 9456078"/>
              <a:gd name="connsiteX167" fmla="*/ 10813132 w 13158797"/>
              <a:gd name="connsiteY167" fmla="*/ 310462 h 9456078"/>
              <a:gd name="connsiteX168" fmla="*/ 10859450 w 13158797"/>
              <a:gd name="connsiteY168" fmla="*/ 295018 h 9456078"/>
              <a:gd name="connsiteX169" fmla="*/ 10905907 w 13158797"/>
              <a:gd name="connsiteY169" fmla="*/ 279953 h 9456078"/>
              <a:gd name="connsiteX170" fmla="*/ 10952500 w 13158797"/>
              <a:gd name="connsiteY170" fmla="*/ 265269 h 9456078"/>
              <a:gd name="connsiteX171" fmla="*/ 10999227 w 13158797"/>
              <a:gd name="connsiteY171" fmla="*/ 250968 h 9456078"/>
              <a:gd name="connsiteX172" fmla="*/ 11046087 w 13158797"/>
              <a:gd name="connsiteY172" fmla="*/ 237049 h 9456078"/>
              <a:gd name="connsiteX173" fmla="*/ 11093076 w 13158797"/>
              <a:gd name="connsiteY173" fmla="*/ 223516 h 9456078"/>
              <a:gd name="connsiteX174" fmla="*/ 11140193 w 13158797"/>
              <a:gd name="connsiteY174" fmla="*/ 210368 h 9456078"/>
              <a:gd name="connsiteX175" fmla="*/ 11187434 w 13158797"/>
              <a:gd name="connsiteY175" fmla="*/ 197606 h 9456078"/>
              <a:gd name="connsiteX176" fmla="*/ 11234799 w 13158797"/>
              <a:gd name="connsiteY176" fmla="*/ 185233 h 9456078"/>
              <a:gd name="connsiteX177" fmla="*/ 11282284 w 13158797"/>
              <a:gd name="connsiteY177" fmla="*/ 173248 h 9456078"/>
              <a:gd name="connsiteX178" fmla="*/ 11329888 w 13158797"/>
              <a:gd name="connsiteY178" fmla="*/ 161654 h 9456078"/>
              <a:gd name="connsiteX179" fmla="*/ 11377607 w 13158797"/>
              <a:gd name="connsiteY179" fmla="*/ 150451 h 9456078"/>
              <a:gd name="connsiteX180" fmla="*/ 11425440 w 13158797"/>
              <a:gd name="connsiteY180" fmla="*/ 139640 h 9456078"/>
              <a:gd name="connsiteX181" fmla="*/ 11473385 w 13158797"/>
              <a:gd name="connsiteY181" fmla="*/ 129223 h 9456078"/>
              <a:gd name="connsiteX182" fmla="*/ 11521439 w 13158797"/>
              <a:gd name="connsiteY182" fmla="*/ 119201 h 9456078"/>
              <a:gd name="connsiteX183" fmla="*/ 11569599 w 13158797"/>
              <a:gd name="connsiteY183" fmla="*/ 109574 h 9456078"/>
              <a:gd name="connsiteX184" fmla="*/ 11617864 w 13158797"/>
              <a:gd name="connsiteY184" fmla="*/ 100344 h 9456078"/>
              <a:gd name="connsiteX185" fmla="*/ 11666231 w 13158797"/>
              <a:gd name="connsiteY185" fmla="*/ 91512 h 9456078"/>
              <a:gd name="connsiteX186" fmla="*/ 11714698 w 13158797"/>
              <a:gd name="connsiteY186" fmla="*/ 83080 h 9456078"/>
              <a:gd name="connsiteX187" fmla="*/ 11763263 w 13158797"/>
              <a:gd name="connsiteY187" fmla="*/ 75047 h 9456078"/>
              <a:gd name="connsiteX188" fmla="*/ 11811923 w 13158797"/>
              <a:gd name="connsiteY188" fmla="*/ 67417 h 9456078"/>
              <a:gd name="connsiteX189" fmla="*/ 11860676 w 13158797"/>
              <a:gd name="connsiteY189" fmla="*/ 60188 h 9456078"/>
              <a:gd name="connsiteX190" fmla="*/ 11909519 w 13158797"/>
              <a:gd name="connsiteY190" fmla="*/ 53364 h 9456078"/>
              <a:gd name="connsiteX191" fmla="*/ 11958451 w 13158797"/>
              <a:gd name="connsiteY191" fmla="*/ 46944 h 9456078"/>
              <a:gd name="connsiteX192" fmla="*/ 12007470 w 13158797"/>
              <a:gd name="connsiteY192" fmla="*/ 40931 h 9456078"/>
              <a:gd name="connsiteX193" fmla="*/ 12056572 w 13158797"/>
              <a:gd name="connsiteY193" fmla="*/ 35324 h 9456078"/>
              <a:gd name="connsiteX194" fmla="*/ 12105756 w 13158797"/>
              <a:gd name="connsiteY194" fmla="*/ 30126 h 9456078"/>
              <a:gd name="connsiteX195" fmla="*/ 12155019 w 13158797"/>
              <a:gd name="connsiteY195" fmla="*/ 25337 h 9456078"/>
              <a:gd name="connsiteX196" fmla="*/ 12204359 w 13158797"/>
              <a:gd name="connsiteY196" fmla="*/ 20958 h 9456078"/>
              <a:gd name="connsiteX197" fmla="*/ 12253773 w 13158797"/>
              <a:gd name="connsiteY197" fmla="*/ 16991 h 9456078"/>
              <a:gd name="connsiteX198" fmla="*/ 12303260 w 13158797"/>
              <a:gd name="connsiteY198" fmla="*/ 13437 h 9456078"/>
              <a:gd name="connsiteX199" fmla="*/ 12352818 w 13158797"/>
              <a:gd name="connsiteY199" fmla="*/ 10297 h 9456078"/>
              <a:gd name="connsiteX200" fmla="*/ 12402443 w 13158797"/>
              <a:gd name="connsiteY200" fmla="*/ 7572 h 9456078"/>
              <a:gd name="connsiteX201" fmla="*/ 12452133 w 13158797"/>
              <a:gd name="connsiteY201" fmla="*/ 5263 h 9456078"/>
              <a:gd name="connsiteX202" fmla="*/ 12501887 w 13158797"/>
              <a:gd name="connsiteY202" fmla="*/ 3371 h 9456078"/>
              <a:gd name="connsiteX203" fmla="*/ 12551701 w 13158797"/>
              <a:gd name="connsiteY203" fmla="*/ 1898 h 9456078"/>
              <a:gd name="connsiteX204" fmla="*/ 12601574 w 13158797"/>
              <a:gd name="connsiteY204" fmla="*/ 844 h 9456078"/>
              <a:gd name="connsiteX205" fmla="*/ 12651504 w 13158797"/>
              <a:gd name="connsiteY205" fmla="*/ 211 h 9456078"/>
              <a:gd name="connsiteX206" fmla="*/ 12701487 w 13158797"/>
              <a:gd name="connsiteY206" fmla="*/ 0 h 9456078"/>
              <a:gd name="connsiteX207" fmla="*/ 13158798 w 13158797"/>
              <a:gd name="connsiteY207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98870 w 13158799"/>
              <a:gd name="connsiteY5" fmla="*/ 9447409 h 9456078"/>
              <a:gd name="connsiteX6" fmla="*/ 348429 w 13158799"/>
              <a:gd name="connsiteY6" fmla="*/ 9444290 h 9456078"/>
              <a:gd name="connsiteX7" fmla="*/ 397907 w 13158799"/>
              <a:gd name="connsiteY7" fmla="*/ 9440698 h 9456078"/>
              <a:gd name="connsiteX8" fmla="*/ 447302 w 13158799"/>
              <a:gd name="connsiteY8" fmla="*/ 9436632 h 9456078"/>
              <a:gd name="connsiteX9" fmla="*/ 496610 w 13158799"/>
              <a:gd name="connsiteY9" fmla="*/ 9432096 h 9456078"/>
              <a:gd name="connsiteX10" fmla="*/ 545829 w 13158799"/>
              <a:gd name="connsiteY10" fmla="*/ 9427089 h 9456078"/>
              <a:gd name="connsiteX11" fmla="*/ 594956 w 13158799"/>
              <a:gd name="connsiteY11" fmla="*/ 9421615 h 9456078"/>
              <a:gd name="connsiteX12" fmla="*/ 643987 w 13158799"/>
              <a:gd name="connsiteY12" fmla="*/ 9415673 h 9456078"/>
              <a:gd name="connsiteX13" fmla="*/ 692920 w 13158799"/>
              <a:gd name="connsiteY13" fmla="*/ 9409267 h 9456078"/>
              <a:gd name="connsiteX14" fmla="*/ 741751 w 13158799"/>
              <a:gd name="connsiteY14" fmla="*/ 9402396 h 9456078"/>
              <a:gd name="connsiteX15" fmla="*/ 790478 w 13158799"/>
              <a:gd name="connsiteY15" fmla="*/ 9395063 h 9456078"/>
              <a:gd name="connsiteX16" fmla="*/ 839098 w 13158799"/>
              <a:gd name="connsiteY16" fmla="*/ 9387270 h 9456078"/>
              <a:gd name="connsiteX17" fmla="*/ 887607 w 13158799"/>
              <a:gd name="connsiteY17" fmla="*/ 9379017 h 9456078"/>
              <a:gd name="connsiteX18" fmla="*/ 936002 w 13158799"/>
              <a:gd name="connsiteY18" fmla="*/ 9370306 h 9456078"/>
              <a:gd name="connsiteX19" fmla="*/ 984281 w 13158799"/>
              <a:gd name="connsiteY19" fmla="*/ 9361139 h 9456078"/>
              <a:gd name="connsiteX20" fmla="*/ 1032440 w 13158799"/>
              <a:gd name="connsiteY20" fmla="*/ 9351517 h 9456078"/>
              <a:gd name="connsiteX21" fmla="*/ 1080477 w 13158799"/>
              <a:gd name="connsiteY21" fmla="*/ 9341441 h 9456078"/>
              <a:gd name="connsiteX22" fmla="*/ 1176172 w 13158799"/>
              <a:gd name="connsiteY22" fmla="*/ 9319936 h 9456078"/>
              <a:gd name="connsiteX23" fmla="*/ 1223823 w 13158799"/>
              <a:gd name="connsiteY23" fmla="*/ 9308509 h 9456078"/>
              <a:gd name="connsiteX24" fmla="*/ 1271339 w 13158799"/>
              <a:gd name="connsiteY24" fmla="*/ 9296635 h 9456078"/>
              <a:gd name="connsiteX25" fmla="*/ 1318719 w 13158799"/>
              <a:gd name="connsiteY25" fmla="*/ 9284315 h 9456078"/>
              <a:gd name="connsiteX26" fmla="*/ 1365957 w 13158799"/>
              <a:gd name="connsiteY26" fmla="*/ 9271550 h 9456078"/>
              <a:gd name="connsiteX27" fmla="*/ 1413052 w 13158799"/>
              <a:gd name="connsiteY27" fmla="*/ 9258342 h 9456078"/>
              <a:gd name="connsiteX28" fmla="*/ 1460000 w 13158799"/>
              <a:gd name="connsiteY28" fmla="*/ 9244693 h 9456078"/>
              <a:gd name="connsiteX29" fmla="*/ 1506799 w 13158799"/>
              <a:gd name="connsiteY29" fmla="*/ 9230604 h 9456078"/>
              <a:gd name="connsiteX30" fmla="*/ 1553445 w 13158799"/>
              <a:gd name="connsiteY30" fmla="*/ 9216076 h 9456078"/>
              <a:gd name="connsiteX31" fmla="*/ 1599935 w 13158799"/>
              <a:gd name="connsiteY31" fmla="*/ 9201111 h 9456078"/>
              <a:gd name="connsiteX32" fmla="*/ 1646267 w 13158799"/>
              <a:gd name="connsiteY32" fmla="*/ 9185710 h 9456078"/>
              <a:gd name="connsiteX33" fmla="*/ 1692437 w 13158799"/>
              <a:gd name="connsiteY33" fmla="*/ 9169876 h 9456078"/>
              <a:gd name="connsiteX34" fmla="*/ 1738442 w 13158799"/>
              <a:gd name="connsiteY34" fmla="*/ 9153608 h 9456078"/>
              <a:gd name="connsiteX35" fmla="*/ 1784280 w 13158799"/>
              <a:gd name="connsiteY35" fmla="*/ 9136910 h 9456078"/>
              <a:gd name="connsiteX36" fmla="*/ 1829947 w 13158799"/>
              <a:gd name="connsiteY36" fmla="*/ 9119782 h 9456078"/>
              <a:gd name="connsiteX37" fmla="*/ 1875440 w 13158799"/>
              <a:gd name="connsiteY37" fmla="*/ 9102226 h 9456078"/>
              <a:gd name="connsiteX38" fmla="*/ 1920756 w 13158799"/>
              <a:gd name="connsiteY38" fmla="*/ 9084243 h 9456078"/>
              <a:gd name="connsiteX39" fmla="*/ 1965893 w 13158799"/>
              <a:gd name="connsiteY39" fmla="*/ 9065835 h 9456078"/>
              <a:gd name="connsiteX40" fmla="*/ 2010847 w 13158799"/>
              <a:gd name="connsiteY40" fmla="*/ 9047004 h 9456078"/>
              <a:gd name="connsiteX41" fmla="*/ 2055615 w 13158799"/>
              <a:gd name="connsiteY41" fmla="*/ 9027750 h 9456078"/>
              <a:gd name="connsiteX42" fmla="*/ 2100195 w 13158799"/>
              <a:gd name="connsiteY42" fmla="*/ 9008075 h 9456078"/>
              <a:gd name="connsiteX43" fmla="*/ 2144582 w 13158799"/>
              <a:gd name="connsiteY43" fmla="*/ 8987981 h 9456078"/>
              <a:gd name="connsiteX44" fmla="*/ 2188775 w 13158799"/>
              <a:gd name="connsiteY44" fmla="*/ 8967470 h 9456078"/>
              <a:gd name="connsiteX45" fmla="*/ 2232770 w 13158799"/>
              <a:gd name="connsiteY45" fmla="*/ 8946542 h 9456078"/>
              <a:gd name="connsiteX46" fmla="*/ 2276564 w 13158799"/>
              <a:gd name="connsiteY46" fmla="*/ 8925199 h 9456078"/>
              <a:gd name="connsiteX47" fmla="*/ 2320154 w 13158799"/>
              <a:gd name="connsiteY47" fmla="*/ 8903443 h 9456078"/>
              <a:gd name="connsiteX48" fmla="*/ 2363538 w 13158799"/>
              <a:gd name="connsiteY48" fmla="*/ 8881275 h 9456078"/>
              <a:gd name="connsiteX49" fmla="*/ 2406711 w 13158799"/>
              <a:gd name="connsiteY49" fmla="*/ 8858697 h 9456078"/>
              <a:gd name="connsiteX50" fmla="*/ 2449672 w 13158799"/>
              <a:gd name="connsiteY50" fmla="*/ 8835710 h 9456078"/>
              <a:gd name="connsiteX51" fmla="*/ 2492417 w 13158799"/>
              <a:gd name="connsiteY51" fmla="*/ 8812316 h 9456078"/>
              <a:gd name="connsiteX52" fmla="*/ 2534943 w 13158799"/>
              <a:gd name="connsiteY52" fmla="*/ 8788516 h 9456078"/>
              <a:gd name="connsiteX53" fmla="*/ 2577247 w 13158799"/>
              <a:gd name="connsiteY53" fmla="*/ 8764311 h 9456078"/>
              <a:gd name="connsiteX54" fmla="*/ 2619326 w 13158799"/>
              <a:gd name="connsiteY54" fmla="*/ 8739704 h 9456078"/>
              <a:gd name="connsiteX55" fmla="*/ 2661177 w 13158799"/>
              <a:gd name="connsiteY55" fmla="*/ 8714695 h 9456078"/>
              <a:gd name="connsiteX56" fmla="*/ 2702797 w 13158799"/>
              <a:gd name="connsiteY56" fmla="*/ 8689286 h 9456078"/>
              <a:gd name="connsiteX57" fmla="*/ 2744183 w 13158799"/>
              <a:gd name="connsiteY57" fmla="*/ 8663479 h 9456078"/>
              <a:gd name="connsiteX58" fmla="*/ 2785333 w 13158799"/>
              <a:gd name="connsiteY58" fmla="*/ 8637274 h 9456078"/>
              <a:gd name="connsiteX59" fmla="*/ 2826242 w 13158799"/>
              <a:gd name="connsiteY59" fmla="*/ 8610675 h 9456078"/>
              <a:gd name="connsiteX60" fmla="*/ 2866908 w 13158799"/>
              <a:gd name="connsiteY60" fmla="*/ 8583681 h 9456078"/>
              <a:gd name="connsiteX61" fmla="*/ 2907329 w 13158799"/>
              <a:gd name="connsiteY61" fmla="*/ 8556295 h 9456078"/>
              <a:gd name="connsiteX62" fmla="*/ 2947500 w 13158799"/>
              <a:gd name="connsiteY62" fmla="*/ 8528517 h 9456078"/>
              <a:gd name="connsiteX63" fmla="*/ 2987419 w 13158799"/>
              <a:gd name="connsiteY63" fmla="*/ 8500351 h 9456078"/>
              <a:gd name="connsiteX64" fmla="*/ 3027083 w 13158799"/>
              <a:gd name="connsiteY64" fmla="*/ 8471796 h 9456078"/>
              <a:gd name="connsiteX65" fmla="*/ 3066489 w 13158799"/>
              <a:gd name="connsiteY65" fmla="*/ 8442854 h 9456078"/>
              <a:gd name="connsiteX66" fmla="*/ 3105634 w 13158799"/>
              <a:gd name="connsiteY66" fmla="*/ 8413528 h 9456078"/>
              <a:gd name="connsiteX67" fmla="*/ 3144515 w 13158799"/>
              <a:gd name="connsiteY67" fmla="*/ 8383818 h 9456078"/>
              <a:gd name="connsiteX68" fmla="*/ 3183129 w 13158799"/>
              <a:gd name="connsiteY68" fmla="*/ 8353726 h 9456078"/>
              <a:gd name="connsiteX69" fmla="*/ 3221473 w 13158799"/>
              <a:gd name="connsiteY69" fmla="*/ 8323253 h 9456078"/>
              <a:gd name="connsiteX70" fmla="*/ 3259544 w 13158799"/>
              <a:gd name="connsiteY70" fmla="*/ 8292401 h 9456078"/>
              <a:gd name="connsiteX71" fmla="*/ 3297339 w 13158799"/>
              <a:gd name="connsiteY71" fmla="*/ 8261172 h 9456078"/>
              <a:gd name="connsiteX72" fmla="*/ 3334854 w 13158799"/>
              <a:gd name="connsiteY72" fmla="*/ 8229566 h 9456078"/>
              <a:gd name="connsiteX73" fmla="*/ 3372087 w 13158799"/>
              <a:gd name="connsiteY73" fmla="*/ 8197585 h 9456078"/>
              <a:gd name="connsiteX74" fmla="*/ 3409035 w 13158799"/>
              <a:gd name="connsiteY74" fmla="*/ 8165232 h 9456078"/>
              <a:gd name="connsiteX75" fmla="*/ 3445695 w 13158799"/>
              <a:gd name="connsiteY75" fmla="*/ 8132507 h 9456078"/>
              <a:gd name="connsiteX76" fmla="*/ 3482064 w 13158799"/>
              <a:gd name="connsiteY76" fmla="*/ 8099411 h 9456078"/>
              <a:gd name="connsiteX77" fmla="*/ 3518139 w 13158799"/>
              <a:gd name="connsiteY77" fmla="*/ 8065947 h 9456078"/>
              <a:gd name="connsiteX78" fmla="*/ 3553916 w 13158799"/>
              <a:gd name="connsiteY78" fmla="*/ 8032115 h 9456078"/>
              <a:gd name="connsiteX79" fmla="*/ 3589393 w 13158799"/>
              <a:gd name="connsiteY79" fmla="*/ 7997918 h 9456078"/>
              <a:gd name="connsiteX80" fmla="*/ 3624567 w 13158799"/>
              <a:gd name="connsiteY80" fmla="*/ 7963356 h 9456078"/>
              <a:gd name="connsiteX81" fmla="*/ 3659435 w 13158799"/>
              <a:gd name="connsiteY81" fmla="*/ 7928432 h 9456078"/>
              <a:gd name="connsiteX82" fmla="*/ 3693994 w 13158799"/>
              <a:gd name="connsiteY82" fmla="*/ 7893146 h 9456078"/>
              <a:gd name="connsiteX83" fmla="*/ 3728240 w 13158799"/>
              <a:gd name="connsiteY83" fmla="*/ 7857501 h 9456078"/>
              <a:gd name="connsiteX84" fmla="*/ 3762171 w 13158799"/>
              <a:gd name="connsiteY84" fmla="*/ 7821497 h 9456078"/>
              <a:gd name="connsiteX85" fmla="*/ 3795783 w 13158799"/>
              <a:gd name="connsiteY85" fmla="*/ 7785136 h 9456078"/>
              <a:gd name="connsiteX86" fmla="*/ 3829075 w 13158799"/>
              <a:gd name="connsiteY86" fmla="*/ 7748420 h 9456078"/>
              <a:gd name="connsiteX87" fmla="*/ 3862042 w 13158799"/>
              <a:gd name="connsiteY87" fmla="*/ 7711350 h 9456078"/>
              <a:gd name="connsiteX88" fmla="*/ 3894682 w 13158799"/>
              <a:gd name="connsiteY88" fmla="*/ 7673928 h 9456078"/>
              <a:gd name="connsiteX89" fmla="*/ 3926991 w 13158799"/>
              <a:gd name="connsiteY89" fmla="*/ 7636155 h 9456078"/>
              <a:gd name="connsiteX90" fmla="*/ 3958967 w 13158799"/>
              <a:gd name="connsiteY90" fmla="*/ 7598032 h 9456078"/>
              <a:gd name="connsiteX91" fmla="*/ 3990607 w 13158799"/>
              <a:gd name="connsiteY91" fmla="*/ 7559561 h 9456078"/>
              <a:gd name="connsiteX92" fmla="*/ 4021907 w 13158799"/>
              <a:gd name="connsiteY92" fmla="*/ 7520744 h 9456078"/>
              <a:gd name="connsiteX93" fmla="*/ 4052865 w 13158799"/>
              <a:gd name="connsiteY93" fmla="*/ 7481582 h 9456078"/>
              <a:gd name="connsiteX94" fmla="*/ 4083478 w 13158799"/>
              <a:gd name="connsiteY94" fmla="*/ 7442077 h 9456078"/>
              <a:gd name="connsiteX95" fmla="*/ 8022311 w 13158799"/>
              <a:gd name="connsiteY95" fmla="*/ 2307814 h 9456078"/>
              <a:gd name="connsiteX96" fmla="*/ 8052902 w 13158799"/>
              <a:gd name="connsiteY96" fmla="*/ 2268285 h 9456078"/>
              <a:gd name="connsiteX97" fmla="*/ 8083796 w 13158799"/>
              <a:gd name="connsiteY97" fmla="*/ 2229056 h 9456078"/>
              <a:gd name="connsiteX98" fmla="*/ 8114989 w 13158799"/>
              <a:gd name="connsiteY98" fmla="*/ 2190127 h 9456078"/>
              <a:gd name="connsiteX99" fmla="*/ 8146479 w 13158799"/>
              <a:gd name="connsiteY99" fmla="*/ 2151500 h 9456078"/>
              <a:gd name="connsiteX100" fmla="*/ 8178264 w 13158799"/>
              <a:gd name="connsiteY100" fmla="*/ 2113176 h 9456078"/>
              <a:gd name="connsiteX101" fmla="*/ 8210341 w 13158799"/>
              <a:gd name="connsiteY101" fmla="*/ 2075157 h 9456078"/>
              <a:gd name="connsiteX102" fmla="*/ 8242709 w 13158799"/>
              <a:gd name="connsiteY102" fmla="*/ 2037442 h 9456078"/>
              <a:gd name="connsiteX103" fmla="*/ 8275365 w 13158799"/>
              <a:gd name="connsiteY103" fmla="*/ 2000034 h 9456078"/>
              <a:gd name="connsiteX104" fmla="*/ 8308307 w 13158799"/>
              <a:gd name="connsiteY104" fmla="*/ 1962934 h 9456078"/>
              <a:gd name="connsiteX105" fmla="*/ 8341532 w 13158799"/>
              <a:gd name="connsiteY105" fmla="*/ 1926142 h 9456078"/>
              <a:gd name="connsiteX106" fmla="*/ 8375038 w 13158799"/>
              <a:gd name="connsiteY106" fmla="*/ 1889660 h 9456078"/>
              <a:gd name="connsiteX107" fmla="*/ 8408823 w 13158799"/>
              <a:gd name="connsiteY107" fmla="*/ 1853489 h 9456078"/>
              <a:gd name="connsiteX108" fmla="*/ 8442885 w 13158799"/>
              <a:gd name="connsiteY108" fmla="*/ 1817630 h 9456078"/>
              <a:gd name="connsiteX109" fmla="*/ 8477221 w 13158799"/>
              <a:gd name="connsiteY109" fmla="*/ 1782084 h 9456078"/>
              <a:gd name="connsiteX110" fmla="*/ 8511829 w 13158799"/>
              <a:gd name="connsiteY110" fmla="*/ 1746853 h 9456078"/>
              <a:gd name="connsiteX111" fmla="*/ 8546706 w 13158799"/>
              <a:gd name="connsiteY111" fmla="*/ 1711937 h 9456078"/>
              <a:gd name="connsiteX112" fmla="*/ 8581851 w 13158799"/>
              <a:gd name="connsiteY112" fmla="*/ 1677337 h 9456078"/>
              <a:gd name="connsiteX113" fmla="*/ 8617261 w 13158799"/>
              <a:gd name="connsiteY113" fmla="*/ 1643056 h 9456078"/>
              <a:gd name="connsiteX114" fmla="*/ 8652934 w 13158799"/>
              <a:gd name="connsiteY114" fmla="*/ 1609093 h 9456078"/>
              <a:gd name="connsiteX115" fmla="*/ 8688867 w 13158799"/>
              <a:gd name="connsiteY115" fmla="*/ 1575450 h 9456078"/>
              <a:gd name="connsiteX116" fmla="*/ 8725058 w 13158799"/>
              <a:gd name="connsiteY116" fmla="*/ 1542128 h 9456078"/>
              <a:gd name="connsiteX117" fmla="*/ 8761506 w 13158799"/>
              <a:gd name="connsiteY117" fmla="*/ 1509129 h 9456078"/>
              <a:gd name="connsiteX118" fmla="*/ 8798207 w 13158799"/>
              <a:gd name="connsiteY118" fmla="*/ 1476452 h 9456078"/>
              <a:gd name="connsiteX119" fmla="*/ 8835159 w 13158799"/>
              <a:gd name="connsiteY119" fmla="*/ 1444101 h 9456078"/>
              <a:gd name="connsiteX120" fmla="*/ 8872360 w 13158799"/>
              <a:gd name="connsiteY120" fmla="*/ 1412075 h 9456078"/>
              <a:gd name="connsiteX121" fmla="*/ 8909808 w 13158799"/>
              <a:gd name="connsiteY121" fmla="*/ 1380375 h 9456078"/>
              <a:gd name="connsiteX122" fmla="*/ 8947501 w 13158799"/>
              <a:gd name="connsiteY122" fmla="*/ 1349004 h 9456078"/>
              <a:gd name="connsiteX123" fmla="*/ 8985435 w 13158799"/>
              <a:gd name="connsiteY123" fmla="*/ 1317962 h 9456078"/>
              <a:gd name="connsiteX124" fmla="*/ 9023610 w 13158799"/>
              <a:gd name="connsiteY124" fmla="*/ 1287250 h 9456078"/>
              <a:gd name="connsiteX125" fmla="*/ 9062022 w 13158799"/>
              <a:gd name="connsiteY125" fmla="*/ 1256869 h 9456078"/>
              <a:gd name="connsiteX126" fmla="*/ 9100669 w 13158799"/>
              <a:gd name="connsiteY126" fmla="*/ 1226820 h 9456078"/>
              <a:gd name="connsiteX127" fmla="*/ 9139549 w 13158799"/>
              <a:gd name="connsiteY127" fmla="*/ 1197105 h 9456078"/>
              <a:gd name="connsiteX128" fmla="*/ 9178660 w 13158799"/>
              <a:gd name="connsiteY128" fmla="*/ 1167725 h 9456078"/>
              <a:gd name="connsiteX129" fmla="*/ 9217999 w 13158799"/>
              <a:gd name="connsiteY129" fmla="*/ 1138681 h 9456078"/>
              <a:gd name="connsiteX130" fmla="*/ 9257564 w 13158799"/>
              <a:gd name="connsiteY130" fmla="*/ 1109974 h 9456078"/>
              <a:gd name="connsiteX131" fmla="*/ 9297353 w 13158799"/>
              <a:gd name="connsiteY131" fmla="*/ 1081604 h 9456078"/>
              <a:gd name="connsiteX132" fmla="*/ 9337364 w 13158799"/>
              <a:gd name="connsiteY132" fmla="*/ 1053574 h 9456078"/>
              <a:gd name="connsiteX133" fmla="*/ 9377594 w 13158799"/>
              <a:gd name="connsiteY133" fmla="*/ 1025884 h 9456078"/>
              <a:gd name="connsiteX134" fmla="*/ 9418040 w 13158799"/>
              <a:gd name="connsiteY134" fmla="*/ 998536 h 9456078"/>
              <a:gd name="connsiteX135" fmla="*/ 9458702 w 13158799"/>
              <a:gd name="connsiteY135" fmla="*/ 971530 h 9456078"/>
              <a:gd name="connsiteX136" fmla="*/ 9499575 w 13158799"/>
              <a:gd name="connsiteY136" fmla="*/ 944868 h 9456078"/>
              <a:gd name="connsiteX137" fmla="*/ 9540659 w 13158799"/>
              <a:gd name="connsiteY137" fmla="*/ 918551 h 9456078"/>
              <a:gd name="connsiteX138" fmla="*/ 9581950 w 13158799"/>
              <a:gd name="connsiteY138" fmla="*/ 892580 h 9456078"/>
              <a:gd name="connsiteX139" fmla="*/ 9623447 w 13158799"/>
              <a:gd name="connsiteY139" fmla="*/ 866956 h 9456078"/>
              <a:gd name="connsiteX140" fmla="*/ 9665147 w 13158799"/>
              <a:gd name="connsiteY140" fmla="*/ 841681 h 9456078"/>
              <a:gd name="connsiteX141" fmla="*/ 9707048 w 13158799"/>
              <a:gd name="connsiteY141" fmla="*/ 816754 h 9456078"/>
              <a:gd name="connsiteX142" fmla="*/ 9749147 w 13158799"/>
              <a:gd name="connsiteY142" fmla="*/ 792179 h 9456078"/>
              <a:gd name="connsiteX143" fmla="*/ 9791443 w 13158799"/>
              <a:gd name="connsiteY143" fmla="*/ 767955 h 9456078"/>
              <a:gd name="connsiteX144" fmla="*/ 9833932 w 13158799"/>
              <a:gd name="connsiteY144" fmla="*/ 744083 h 9456078"/>
              <a:gd name="connsiteX145" fmla="*/ 9876613 w 13158799"/>
              <a:gd name="connsiteY145" fmla="*/ 720566 h 9456078"/>
              <a:gd name="connsiteX146" fmla="*/ 9919484 w 13158799"/>
              <a:gd name="connsiteY146" fmla="*/ 697404 h 9456078"/>
              <a:gd name="connsiteX147" fmla="*/ 9962542 w 13158799"/>
              <a:gd name="connsiteY147" fmla="*/ 674598 h 9456078"/>
              <a:gd name="connsiteX148" fmla="*/ 10005784 w 13158799"/>
              <a:gd name="connsiteY148" fmla="*/ 652149 h 9456078"/>
              <a:gd name="connsiteX149" fmla="*/ 10049209 w 13158799"/>
              <a:gd name="connsiteY149" fmla="*/ 630059 h 9456078"/>
              <a:gd name="connsiteX150" fmla="*/ 10092814 w 13158799"/>
              <a:gd name="connsiteY150" fmla="*/ 608328 h 9456078"/>
              <a:gd name="connsiteX151" fmla="*/ 10136597 w 13158799"/>
              <a:gd name="connsiteY151" fmla="*/ 586958 h 9456078"/>
              <a:gd name="connsiteX152" fmla="*/ 10180556 w 13158799"/>
              <a:gd name="connsiteY152" fmla="*/ 565950 h 9456078"/>
              <a:gd name="connsiteX153" fmla="*/ 10224688 w 13158799"/>
              <a:gd name="connsiteY153" fmla="*/ 545304 h 9456078"/>
              <a:gd name="connsiteX154" fmla="*/ 10268991 w 13158799"/>
              <a:gd name="connsiteY154" fmla="*/ 525023 h 9456078"/>
              <a:gd name="connsiteX155" fmla="*/ 10313463 w 13158799"/>
              <a:gd name="connsiteY155" fmla="*/ 505107 h 9456078"/>
              <a:gd name="connsiteX156" fmla="*/ 10358101 w 13158799"/>
              <a:gd name="connsiteY156" fmla="*/ 485558 h 9456078"/>
              <a:gd name="connsiteX157" fmla="*/ 10402903 w 13158799"/>
              <a:gd name="connsiteY157" fmla="*/ 466376 h 9456078"/>
              <a:gd name="connsiteX158" fmla="*/ 10447868 w 13158799"/>
              <a:gd name="connsiteY158" fmla="*/ 447563 h 9456078"/>
              <a:gd name="connsiteX159" fmla="*/ 10492991 w 13158799"/>
              <a:gd name="connsiteY159" fmla="*/ 429119 h 9456078"/>
              <a:gd name="connsiteX160" fmla="*/ 10538272 w 13158799"/>
              <a:gd name="connsiteY160" fmla="*/ 411046 h 9456078"/>
              <a:gd name="connsiteX161" fmla="*/ 10583708 w 13158799"/>
              <a:gd name="connsiteY161" fmla="*/ 393346 h 9456078"/>
              <a:gd name="connsiteX162" fmla="*/ 10629297 w 13158799"/>
              <a:gd name="connsiteY162" fmla="*/ 376018 h 9456078"/>
              <a:gd name="connsiteX163" fmla="*/ 10675036 w 13158799"/>
              <a:gd name="connsiteY163" fmla="*/ 359065 h 9456078"/>
              <a:gd name="connsiteX164" fmla="*/ 10720923 w 13158799"/>
              <a:gd name="connsiteY164" fmla="*/ 342487 h 9456078"/>
              <a:gd name="connsiteX165" fmla="*/ 10766956 w 13158799"/>
              <a:gd name="connsiteY165" fmla="*/ 326286 h 9456078"/>
              <a:gd name="connsiteX166" fmla="*/ 10813132 w 13158799"/>
              <a:gd name="connsiteY166" fmla="*/ 310462 h 9456078"/>
              <a:gd name="connsiteX167" fmla="*/ 10859450 w 13158799"/>
              <a:gd name="connsiteY167" fmla="*/ 295018 h 9456078"/>
              <a:gd name="connsiteX168" fmla="*/ 10905907 w 13158799"/>
              <a:gd name="connsiteY168" fmla="*/ 279953 h 9456078"/>
              <a:gd name="connsiteX169" fmla="*/ 10952500 w 13158799"/>
              <a:gd name="connsiteY169" fmla="*/ 265269 h 9456078"/>
              <a:gd name="connsiteX170" fmla="*/ 10999227 w 13158799"/>
              <a:gd name="connsiteY170" fmla="*/ 250968 h 9456078"/>
              <a:gd name="connsiteX171" fmla="*/ 11046087 w 13158799"/>
              <a:gd name="connsiteY171" fmla="*/ 237049 h 9456078"/>
              <a:gd name="connsiteX172" fmla="*/ 11093076 w 13158799"/>
              <a:gd name="connsiteY172" fmla="*/ 223516 h 9456078"/>
              <a:gd name="connsiteX173" fmla="*/ 11140193 w 13158799"/>
              <a:gd name="connsiteY173" fmla="*/ 210368 h 9456078"/>
              <a:gd name="connsiteX174" fmla="*/ 11187434 w 13158799"/>
              <a:gd name="connsiteY174" fmla="*/ 197606 h 9456078"/>
              <a:gd name="connsiteX175" fmla="*/ 11234799 w 13158799"/>
              <a:gd name="connsiteY175" fmla="*/ 185233 h 9456078"/>
              <a:gd name="connsiteX176" fmla="*/ 11282284 w 13158799"/>
              <a:gd name="connsiteY176" fmla="*/ 173248 h 9456078"/>
              <a:gd name="connsiteX177" fmla="*/ 11329888 w 13158799"/>
              <a:gd name="connsiteY177" fmla="*/ 161654 h 9456078"/>
              <a:gd name="connsiteX178" fmla="*/ 11377607 w 13158799"/>
              <a:gd name="connsiteY178" fmla="*/ 150451 h 9456078"/>
              <a:gd name="connsiteX179" fmla="*/ 11425440 w 13158799"/>
              <a:gd name="connsiteY179" fmla="*/ 139640 h 9456078"/>
              <a:gd name="connsiteX180" fmla="*/ 11473385 w 13158799"/>
              <a:gd name="connsiteY180" fmla="*/ 129223 h 9456078"/>
              <a:gd name="connsiteX181" fmla="*/ 11521439 w 13158799"/>
              <a:gd name="connsiteY181" fmla="*/ 119201 h 9456078"/>
              <a:gd name="connsiteX182" fmla="*/ 11569599 w 13158799"/>
              <a:gd name="connsiteY182" fmla="*/ 109574 h 9456078"/>
              <a:gd name="connsiteX183" fmla="*/ 11617864 w 13158799"/>
              <a:gd name="connsiteY183" fmla="*/ 100344 h 9456078"/>
              <a:gd name="connsiteX184" fmla="*/ 11666231 w 13158799"/>
              <a:gd name="connsiteY184" fmla="*/ 91512 h 9456078"/>
              <a:gd name="connsiteX185" fmla="*/ 11714698 w 13158799"/>
              <a:gd name="connsiteY185" fmla="*/ 83080 h 9456078"/>
              <a:gd name="connsiteX186" fmla="*/ 11763263 w 13158799"/>
              <a:gd name="connsiteY186" fmla="*/ 75047 h 9456078"/>
              <a:gd name="connsiteX187" fmla="*/ 11811923 w 13158799"/>
              <a:gd name="connsiteY187" fmla="*/ 67417 h 9456078"/>
              <a:gd name="connsiteX188" fmla="*/ 11860676 w 13158799"/>
              <a:gd name="connsiteY188" fmla="*/ 60188 h 9456078"/>
              <a:gd name="connsiteX189" fmla="*/ 11909519 w 13158799"/>
              <a:gd name="connsiteY189" fmla="*/ 53364 h 9456078"/>
              <a:gd name="connsiteX190" fmla="*/ 11958451 w 13158799"/>
              <a:gd name="connsiteY190" fmla="*/ 46944 h 9456078"/>
              <a:gd name="connsiteX191" fmla="*/ 12007470 w 13158799"/>
              <a:gd name="connsiteY191" fmla="*/ 40931 h 9456078"/>
              <a:gd name="connsiteX192" fmla="*/ 12056572 w 13158799"/>
              <a:gd name="connsiteY192" fmla="*/ 35324 h 9456078"/>
              <a:gd name="connsiteX193" fmla="*/ 12105756 w 13158799"/>
              <a:gd name="connsiteY193" fmla="*/ 30126 h 9456078"/>
              <a:gd name="connsiteX194" fmla="*/ 12155019 w 13158799"/>
              <a:gd name="connsiteY194" fmla="*/ 25337 h 9456078"/>
              <a:gd name="connsiteX195" fmla="*/ 12204359 w 13158799"/>
              <a:gd name="connsiteY195" fmla="*/ 20958 h 9456078"/>
              <a:gd name="connsiteX196" fmla="*/ 12253773 w 13158799"/>
              <a:gd name="connsiteY196" fmla="*/ 16991 h 9456078"/>
              <a:gd name="connsiteX197" fmla="*/ 12303260 w 13158799"/>
              <a:gd name="connsiteY197" fmla="*/ 13437 h 9456078"/>
              <a:gd name="connsiteX198" fmla="*/ 12352818 w 13158799"/>
              <a:gd name="connsiteY198" fmla="*/ 10297 h 9456078"/>
              <a:gd name="connsiteX199" fmla="*/ 12402443 w 13158799"/>
              <a:gd name="connsiteY199" fmla="*/ 7572 h 9456078"/>
              <a:gd name="connsiteX200" fmla="*/ 12452133 w 13158799"/>
              <a:gd name="connsiteY200" fmla="*/ 5263 h 9456078"/>
              <a:gd name="connsiteX201" fmla="*/ 12501887 w 13158799"/>
              <a:gd name="connsiteY201" fmla="*/ 3371 h 9456078"/>
              <a:gd name="connsiteX202" fmla="*/ 12551701 w 13158799"/>
              <a:gd name="connsiteY202" fmla="*/ 1898 h 9456078"/>
              <a:gd name="connsiteX203" fmla="*/ 12601574 w 13158799"/>
              <a:gd name="connsiteY203" fmla="*/ 844 h 9456078"/>
              <a:gd name="connsiteX204" fmla="*/ 12651504 w 13158799"/>
              <a:gd name="connsiteY204" fmla="*/ 211 h 9456078"/>
              <a:gd name="connsiteX205" fmla="*/ 12701487 w 13158799"/>
              <a:gd name="connsiteY205" fmla="*/ 0 h 9456078"/>
              <a:gd name="connsiteX206" fmla="*/ 13158798 w 13158799"/>
              <a:gd name="connsiteY206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76172 w 13158797"/>
              <a:gd name="connsiteY22" fmla="*/ 9319936 h 9456078"/>
              <a:gd name="connsiteX23" fmla="*/ 1223823 w 13158797"/>
              <a:gd name="connsiteY23" fmla="*/ 9308509 h 9456078"/>
              <a:gd name="connsiteX24" fmla="*/ 1271339 w 13158797"/>
              <a:gd name="connsiteY24" fmla="*/ 9296635 h 9456078"/>
              <a:gd name="connsiteX25" fmla="*/ 1318719 w 13158797"/>
              <a:gd name="connsiteY25" fmla="*/ 9284315 h 9456078"/>
              <a:gd name="connsiteX26" fmla="*/ 1365957 w 13158797"/>
              <a:gd name="connsiteY26" fmla="*/ 9271550 h 9456078"/>
              <a:gd name="connsiteX27" fmla="*/ 1413052 w 13158797"/>
              <a:gd name="connsiteY27" fmla="*/ 9258342 h 9456078"/>
              <a:gd name="connsiteX28" fmla="*/ 1460000 w 13158797"/>
              <a:gd name="connsiteY28" fmla="*/ 9244693 h 9456078"/>
              <a:gd name="connsiteX29" fmla="*/ 1506799 w 13158797"/>
              <a:gd name="connsiteY29" fmla="*/ 9230604 h 9456078"/>
              <a:gd name="connsiteX30" fmla="*/ 1553445 w 13158797"/>
              <a:gd name="connsiteY30" fmla="*/ 9216076 h 9456078"/>
              <a:gd name="connsiteX31" fmla="*/ 1599935 w 13158797"/>
              <a:gd name="connsiteY31" fmla="*/ 9201111 h 9456078"/>
              <a:gd name="connsiteX32" fmla="*/ 1646267 w 13158797"/>
              <a:gd name="connsiteY32" fmla="*/ 9185710 h 9456078"/>
              <a:gd name="connsiteX33" fmla="*/ 1692437 w 13158797"/>
              <a:gd name="connsiteY33" fmla="*/ 9169876 h 9456078"/>
              <a:gd name="connsiteX34" fmla="*/ 1738442 w 13158797"/>
              <a:gd name="connsiteY34" fmla="*/ 9153608 h 9456078"/>
              <a:gd name="connsiteX35" fmla="*/ 1784280 w 13158797"/>
              <a:gd name="connsiteY35" fmla="*/ 9136910 h 9456078"/>
              <a:gd name="connsiteX36" fmla="*/ 1829947 w 13158797"/>
              <a:gd name="connsiteY36" fmla="*/ 9119782 h 9456078"/>
              <a:gd name="connsiteX37" fmla="*/ 1875440 w 13158797"/>
              <a:gd name="connsiteY37" fmla="*/ 9102226 h 9456078"/>
              <a:gd name="connsiteX38" fmla="*/ 1920756 w 13158797"/>
              <a:gd name="connsiteY38" fmla="*/ 9084243 h 9456078"/>
              <a:gd name="connsiteX39" fmla="*/ 1965893 w 13158797"/>
              <a:gd name="connsiteY39" fmla="*/ 9065835 h 9456078"/>
              <a:gd name="connsiteX40" fmla="*/ 2055615 w 13158797"/>
              <a:gd name="connsiteY40" fmla="*/ 9027750 h 9456078"/>
              <a:gd name="connsiteX41" fmla="*/ 2100195 w 13158797"/>
              <a:gd name="connsiteY41" fmla="*/ 9008075 h 9456078"/>
              <a:gd name="connsiteX42" fmla="*/ 2144582 w 13158797"/>
              <a:gd name="connsiteY42" fmla="*/ 8987981 h 9456078"/>
              <a:gd name="connsiteX43" fmla="*/ 2188775 w 13158797"/>
              <a:gd name="connsiteY43" fmla="*/ 8967470 h 9456078"/>
              <a:gd name="connsiteX44" fmla="*/ 2232770 w 13158797"/>
              <a:gd name="connsiteY44" fmla="*/ 8946542 h 9456078"/>
              <a:gd name="connsiteX45" fmla="*/ 2276564 w 13158797"/>
              <a:gd name="connsiteY45" fmla="*/ 8925199 h 9456078"/>
              <a:gd name="connsiteX46" fmla="*/ 2320154 w 13158797"/>
              <a:gd name="connsiteY46" fmla="*/ 8903443 h 9456078"/>
              <a:gd name="connsiteX47" fmla="*/ 2363538 w 13158797"/>
              <a:gd name="connsiteY47" fmla="*/ 8881275 h 9456078"/>
              <a:gd name="connsiteX48" fmla="*/ 2406711 w 13158797"/>
              <a:gd name="connsiteY48" fmla="*/ 8858697 h 9456078"/>
              <a:gd name="connsiteX49" fmla="*/ 2449672 w 13158797"/>
              <a:gd name="connsiteY49" fmla="*/ 8835710 h 9456078"/>
              <a:gd name="connsiteX50" fmla="*/ 2492417 w 13158797"/>
              <a:gd name="connsiteY50" fmla="*/ 8812316 h 9456078"/>
              <a:gd name="connsiteX51" fmla="*/ 2534943 w 13158797"/>
              <a:gd name="connsiteY51" fmla="*/ 8788516 h 9456078"/>
              <a:gd name="connsiteX52" fmla="*/ 2577247 w 13158797"/>
              <a:gd name="connsiteY52" fmla="*/ 8764311 h 9456078"/>
              <a:gd name="connsiteX53" fmla="*/ 2619326 w 13158797"/>
              <a:gd name="connsiteY53" fmla="*/ 8739704 h 9456078"/>
              <a:gd name="connsiteX54" fmla="*/ 2661177 w 13158797"/>
              <a:gd name="connsiteY54" fmla="*/ 8714695 h 9456078"/>
              <a:gd name="connsiteX55" fmla="*/ 2702797 w 13158797"/>
              <a:gd name="connsiteY55" fmla="*/ 8689286 h 9456078"/>
              <a:gd name="connsiteX56" fmla="*/ 2744183 w 13158797"/>
              <a:gd name="connsiteY56" fmla="*/ 8663479 h 9456078"/>
              <a:gd name="connsiteX57" fmla="*/ 2785333 w 13158797"/>
              <a:gd name="connsiteY57" fmla="*/ 8637274 h 9456078"/>
              <a:gd name="connsiteX58" fmla="*/ 2826242 w 13158797"/>
              <a:gd name="connsiteY58" fmla="*/ 8610675 h 9456078"/>
              <a:gd name="connsiteX59" fmla="*/ 2866908 w 13158797"/>
              <a:gd name="connsiteY59" fmla="*/ 8583681 h 9456078"/>
              <a:gd name="connsiteX60" fmla="*/ 2907329 w 13158797"/>
              <a:gd name="connsiteY60" fmla="*/ 8556295 h 9456078"/>
              <a:gd name="connsiteX61" fmla="*/ 2947500 w 13158797"/>
              <a:gd name="connsiteY61" fmla="*/ 8528517 h 9456078"/>
              <a:gd name="connsiteX62" fmla="*/ 2987419 w 13158797"/>
              <a:gd name="connsiteY62" fmla="*/ 8500351 h 9456078"/>
              <a:gd name="connsiteX63" fmla="*/ 3027083 w 13158797"/>
              <a:gd name="connsiteY63" fmla="*/ 8471796 h 9456078"/>
              <a:gd name="connsiteX64" fmla="*/ 3066489 w 13158797"/>
              <a:gd name="connsiteY64" fmla="*/ 8442854 h 9456078"/>
              <a:gd name="connsiteX65" fmla="*/ 3105634 w 13158797"/>
              <a:gd name="connsiteY65" fmla="*/ 8413528 h 9456078"/>
              <a:gd name="connsiteX66" fmla="*/ 3144515 w 13158797"/>
              <a:gd name="connsiteY66" fmla="*/ 8383818 h 9456078"/>
              <a:gd name="connsiteX67" fmla="*/ 3183129 w 13158797"/>
              <a:gd name="connsiteY67" fmla="*/ 8353726 h 9456078"/>
              <a:gd name="connsiteX68" fmla="*/ 3221473 w 13158797"/>
              <a:gd name="connsiteY68" fmla="*/ 8323253 h 9456078"/>
              <a:gd name="connsiteX69" fmla="*/ 3259544 w 13158797"/>
              <a:gd name="connsiteY69" fmla="*/ 8292401 h 9456078"/>
              <a:gd name="connsiteX70" fmla="*/ 3297339 w 13158797"/>
              <a:gd name="connsiteY70" fmla="*/ 8261172 h 9456078"/>
              <a:gd name="connsiteX71" fmla="*/ 3334854 w 13158797"/>
              <a:gd name="connsiteY71" fmla="*/ 8229566 h 9456078"/>
              <a:gd name="connsiteX72" fmla="*/ 3372087 w 13158797"/>
              <a:gd name="connsiteY72" fmla="*/ 8197585 h 9456078"/>
              <a:gd name="connsiteX73" fmla="*/ 3409035 w 13158797"/>
              <a:gd name="connsiteY73" fmla="*/ 8165232 h 9456078"/>
              <a:gd name="connsiteX74" fmla="*/ 3445695 w 13158797"/>
              <a:gd name="connsiteY74" fmla="*/ 8132507 h 9456078"/>
              <a:gd name="connsiteX75" fmla="*/ 3482064 w 13158797"/>
              <a:gd name="connsiteY75" fmla="*/ 8099411 h 9456078"/>
              <a:gd name="connsiteX76" fmla="*/ 3518139 w 13158797"/>
              <a:gd name="connsiteY76" fmla="*/ 8065947 h 9456078"/>
              <a:gd name="connsiteX77" fmla="*/ 3553916 w 13158797"/>
              <a:gd name="connsiteY77" fmla="*/ 8032115 h 9456078"/>
              <a:gd name="connsiteX78" fmla="*/ 3589393 w 13158797"/>
              <a:gd name="connsiteY78" fmla="*/ 7997918 h 9456078"/>
              <a:gd name="connsiteX79" fmla="*/ 3624567 w 13158797"/>
              <a:gd name="connsiteY79" fmla="*/ 7963356 h 9456078"/>
              <a:gd name="connsiteX80" fmla="*/ 3659435 w 13158797"/>
              <a:gd name="connsiteY80" fmla="*/ 7928432 h 9456078"/>
              <a:gd name="connsiteX81" fmla="*/ 3693994 w 13158797"/>
              <a:gd name="connsiteY81" fmla="*/ 7893146 h 9456078"/>
              <a:gd name="connsiteX82" fmla="*/ 3728240 w 13158797"/>
              <a:gd name="connsiteY82" fmla="*/ 7857501 h 9456078"/>
              <a:gd name="connsiteX83" fmla="*/ 3762171 w 13158797"/>
              <a:gd name="connsiteY83" fmla="*/ 7821497 h 9456078"/>
              <a:gd name="connsiteX84" fmla="*/ 3795783 w 13158797"/>
              <a:gd name="connsiteY84" fmla="*/ 7785136 h 9456078"/>
              <a:gd name="connsiteX85" fmla="*/ 3829075 w 13158797"/>
              <a:gd name="connsiteY85" fmla="*/ 7748420 h 9456078"/>
              <a:gd name="connsiteX86" fmla="*/ 3862042 w 13158797"/>
              <a:gd name="connsiteY86" fmla="*/ 7711350 h 9456078"/>
              <a:gd name="connsiteX87" fmla="*/ 3894682 w 13158797"/>
              <a:gd name="connsiteY87" fmla="*/ 7673928 h 9456078"/>
              <a:gd name="connsiteX88" fmla="*/ 3926991 w 13158797"/>
              <a:gd name="connsiteY88" fmla="*/ 7636155 h 9456078"/>
              <a:gd name="connsiteX89" fmla="*/ 3958967 w 13158797"/>
              <a:gd name="connsiteY89" fmla="*/ 7598032 h 9456078"/>
              <a:gd name="connsiteX90" fmla="*/ 3990607 w 13158797"/>
              <a:gd name="connsiteY90" fmla="*/ 7559561 h 9456078"/>
              <a:gd name="connsiteX91" fmla="*/ 4021907 w 13158797"/>
              <a:gd name="connsiteY91" fmla="*/ 7520744 h 9456078"/>
              <a:gd name="connsiteX92" fmla="*/ 4052865 w 13158797"/>
              <a:gd name="connsiteY92" fmla="*/ 7481582 h 9456078"/>
              <a:gd name="connsiteX93" fmla="*/ 4083478 w 13158797"/>
              <a:gd name="connsiteY93" fmla="*/ 7442077 h 9456078"/>
              <a:gd name="connsiteX94" fmla="*/ 8022311 w 13158797"/>
              <a:gd name="connsiteY94" fmla="*/ 2307814 h 9456078"/>
              <a:gd name="connsiteX95" fmla="*/ 8052902 w 13158797"/>
              <a:gd name="connsiteY95" fmla="*/ 2268285 h 9456078"/>
              <a:gd name="connsiteX96" fmla="*/ 8083796 w 13158797"/>
              <a:gd name="connsiteY96" fmla="*/ 2229056 h 9456078"/>
              <a:gd name="connsiteX97" fmla="*/ 8114989 w 13158797"/>
              <a:gd name="connsiteY97" fmla="*/ 2190127 h 9456078"/>
              <a:gd name="connsiteX98" fmla="*/ 8146479 w 13158797"/>
              <a:gd name="connsiteY98" fmla="*/ 2151500 h 9456078"/>
              <a:gd name="connsiteX99" fmla="*/ 8178264 w 13158797"/>
              <a:gd name="connsiteY99" fmla="*/ 2113176 h 9456078"/>
              <a:gd name="connsiteX100" fmla="*/ 8210341 w 13158797"/>
              <a:gd name="connsiteY100" fmla="*/ 2075157 h 9456078"/>
              <a:gd name="connsiteX101" fmla="*/ 8242709 w 13158797"/>
              <a:gd name="connsiteY101" fmla="*/ 2037442 h 9456078"/>
              <a:gd name="connsiteX102" fmla="*/ 8275365 w 13158797"/>
              <a:gd name="connsiteY102" fmla="*/ 2000034 h 9456078"/>
              <a:gd name="connsiteX103" fmla="*/ 8308307 w 13158797"/>
              <a:gd name="connsiteY103" fmla="*/ 1962934 h 9456078"/>
              <a:gd name="connsiteX104" fmla="*/ 8341532 w 13158797"/>
              <a:gd name="connsiteY104" fmla="*/ 1926142 h 9456078"/>
              <a:gd name="connsiteX105" fmla="*/ 8375038 w 13158797"/>
              <a:gd name="connsiteY105" fmla="*/ 1889660 h 9456078"/>
              <a:gd name="connsiteX106" fmla="*/ 8408823 w 13158797"/>
              <a:gd name="connsiteY106" fmla="*/ 1853489 h 9456078"/>
              <a:gd name="connsiteX107" fmla="*/ 8442885 w 13158797"/>
              <a:gd name="connsiteY107" fmla="*/ 1817630 h 9456078"/>
              <a:gd name="connsiteX108" fmla="*/ 8477221 w 13158797"/>
              <a:gd name="connsiteY108" fmla="*/ 1782084 h 9456078"/>
              <a:gd name="connsiteX109" fmla="*/ 8511829 w 13158797"/>
              <a:gd name="connsiteY109" fmla="*/ 1746853 h 9456078"/>
              <a:gd name="connsiteX110" fmla="*/ 8546706 w 13158797"/>
              <a:gd name="connsiteY110" fmla="*/ 1711937 h 9456078"/>
              <a:gd name="connsiteX111" fmla="*/ 8581851 w 13158797"/>
              <a:gd name="connsiteY111" fmla="*/ 1677337 h 9456078"/>
              <a:gd name="connsiteX112" fmla="*/ 8617261 w 13158797"/>
              <a:gd name="connsiteY112" fmla="*/ 1643056 h 9456078"/>
              <a:gd name="connsiteX113" fmla="*/ 8652934 w 13158797"/>
              <a:gd name="connsiteY113" fmla="*/ 1609093 h 9456078"/>
              <a:gd name="connsiteX114" fmla="*/ 8688867 w 13158797"/>
              <a:gd name="connsiteY114" fmla="*/ 1575450 h 9456078"/>
              <a:gd name="connsiteX115" fmla="*/ 8725058 w 13158797"/>
              <a:gd name="connsiteY115" fmla="*/ 1542128 h 9456078"/>
              <a:gd name="connsiteX116" fmla="*/ 8761506 w 13158797"/>
              <a:gd name="connsiteY116" fmla="*/ 1509129 h 9456078"/>
              <a:gd name="connsiteX117" fmla="*/ 8798207 w 13158797"/>
              <a:gd name="connsiteY117" fmla="*/ 1476452 h 9456078"/>
              <a:gd name="connsiteX118" fmla="*/ 8835159 w 13158797"/>
              <a:gd name="connsiteY118" fmla="*/ 1444101 h 9456078"/>
              <a:gd name="connsiteX119" fmla="*/ 8872360 w 13158797"/>
              <a:gd name="connsiteY119" fmla="*/ 1412075 h 9456078"/>
              <a:gd name="connsiteX120" fmla="*/ 8909808 w 13158797"/>
              <a:gd name="connsiteY120" fmla="*/ 1380375 h 9456078"/>
              <a:gd name="connsiteX121" fmla="*/ 8947501 w 13158797"/>
              <a:gd name="connsiteY121" fmla="*/ 1349004 h 9456078"/>
              <a:gd name="connsiteX122" fmla="*/ 8985435 w 13158797"/>
              <a:gd name="connsiteY122" fmla="*/ 1317962 h 9456078"/>
              <a:gd name="connsiteX123" fmla="*/ 9023610 w 13158797"/>
              <a:gd name="connsiteY123" fmla="*/ 1287250 h 9456078"/>
              <a:gd name="connsiteX124" fmla="*/ 9062022 w 13158797"/>
              <a:gd name="connsiteY124" fmla="*/ 1256869 h 9456078"/>
              <a:gd name="connsiteX125" fmla="*/ 9100669 w 13158797"/>
              <a:gd name="connsiteY125" fmla="*/ 1226820 h 9456078"/>
              <a:gd name="connsiteX126" fmla="*/ 9139549 w 13158797"/>
              <a:gd name="connsiteY126" fmla="*/ 1197105 h 9456078"/>
              <a:gd name="connsiteX127" fmla="*/ 9178660 w 13158797"/>
              <a:gd name="connsiteY127" fmla="*/ 1167725 h 9456078"/>
              <a:gd name="connsiteX128" fmla="*/ 9217999 w 13158797"/>
              <a:gd name="connsiteY128" fmla="*/ 1138681 h 9456078"/>
              <a:gd name="connsiteX129" fmla="*/ 9257564 w 13158797"/>
              <a:gd name="connsiteY129" fmla="*/ 1109974 h 9456078"/>
              <a:gd name="connsiteX130" fmla="*/ 9297353 w 13158797"/>
              <a:gd name="connsiteY130" fmla="*/ 1081604 h 9456078"/>
              <a:gd name="connsiteX131" fmla="*/ 9337364 w 13158797"/>
              <a:gd name="connsiteY131" fmla="*/ 1053574 h 9456078"/>
              <a:gd name="connsiteX132" fmla="*/ 9377594 w 13158797"/>
              <a:gd name="connsiteY132" fmla="*/ 1025884 h 9456078"/>
              <a:gd name="connsiteX133" fmla="*/ 9418040 w 13158797"/>
              <a:gd name="connsiteY133" fmla="*/ 998536 h 9456078"/>
              <a:gd name="connsiteX134" fmla="*/ 9458702 w 13158797"/>
              <a:gd name="connsiteY134" fmla="*/ 971530 h 9456078"/>
              <a:gd name="connsiteX135" fmla="*/ 9499575 w 13158797"/>
              <a:gd name="connsiteY135" fmla="*/ 944868 h 9456078"/>
              <a:gd name="connsiteX136" fmla="*/ 9540659 w 13158797"/>
              <a:gd name="connsiteY136" fmla="*/ 918551 h 9456078"/>
              <a:gd name="connsiteX137" fmla="*/ 9581950 w 13158797"/>
              <a:gd name="connsiteY137" fmla="*/ 892580 h 9456078"/>
              <a:gd name="connsiteX138" fmla="*/ 9623447 w 13158797"/>
              <a:gd name="connsiteY138" fmla="*/ 866956 h 9456078"/>
              <a:gd name="connsiteX139" fmla="*/ 9665147 w 13158797"/>
              <a:gd name="connsiteY139" fmla="*/ 841681 h 9456078"/>
              <a:gd name="connsiteX140" fmla="*/ 9707048 w 13158797"/>
              <a:gd name="connsiteY140" fmla="*/ 816754 h 9456078"/>
              <a:gd name="connsiteX141" fmla="*/ 9749147 w 13158797"/>
              <a:gd name="connsiteY141" fmla="*/ 792179 h 9456078"/>
              <a:gd name="connsiteX142" fmla="*/ 9791443 w 13158797"/>
              <a:gd name="connsiteY142" fmla="*/ 767955 h 9456078"/>
              <a:gd name="connsiteX143" fmla="*/ 9833932 w 13158797"/>
              <a:gd name="connsiteY143" fmla="*/ 744083 h 9456078"/>
              <a:gd name="connsiteX144" fmla="*/ 9876613 w 13158797"/>
              <a:gd name="connsiteY144" fmla="*/ 720566 h 9456078"/>
              <a:gd name="connsiteX145" fmla="*/ 9919484 w 13158797"/>
              <a:gd name="connsiteY145" fmla="*/ 697404 h 9456078"/>
              <a:gd name="connsiteX146" fmla="*/ 9962542 w 13158797"/>
              <a:gd name="connsiteY146" fmla="*/ 674598 h 9456078"/>
              <a:gd name="connsiteX147" fmla="*/ 10005784 w 13158797"/>
              <a:gd name="connsiteY147" fmla="*/ 652149 h 9456078"/>
              <a:gd name="connsiteX148" fmla="*/ 10049209 w 13158797"/>
              <a:gd name="connsiteY148" fmla="*/ 630059 h 9456078"/>
              <a:gd name="connsiteX149" fmla="*/ 10092814 w 13158797"/>
              <a:gd name="connsiteY149" fmla="*/ 608328 h 9456078"/>
              <a:gd name="connsiteX150" fmla="*/ 10136597 w 13158797"/>
              <a:gd name="connsiteY150" fmla="*/ 586958 h 9456078"/>
              <a:gd name="connsiteX151" fmla="*/ 10180556 w 13158797"/>
              <a:gd name="connsiteY151" fmla="*/ 565950 h 9456078"/>
              <a:gd name="connsiteX152" fmla="*/ 10224688 w 13158797"/>
              <a:gd name="connsiteY152" fmla="*/ 545304 h 9456078"/>
              <a:gd name="connsiteX153" fmla="*/ 10268991 w 13158797"/>
              <a:gd name="connsiteY153" fmla="*/ 525023 h 9456078"/>
              <a:gd name="connsiteX154" fmla="*/ 10313463 w 13158797"/>
              <a:gd name="connsiteY154" fmla="*/ 505107 h 9456078"/>
              <a:gd name="connsiteX155" fmla="*/ 10358101 w 13158797"/>
              <a:gd name="connsiteY155" fmla="*/ 485558 h 9456078"/>
              <a:gd name="connsiteX156" fmla="*/ 10402903 w 13158797"/>
              <a:gd name="connsiteY156" fmla="*/ 466376 h 9456078"/>
              <a:gd name="connsiteX157" fmla="*/ 10447868 w 13158797"/>
              <a:gd name="connsiteY157" fmla="*/ 447563 h 9456078"/>
              <a:gd name="connsiteX158" fmla="*/ 10492991 w 13158797"/>
              <a:gd name="connsiteY158" fmla="*/ 429119 h 9456078"/>
              <a:gd name="connsiteX159" fmla="*/ 10538272 w 13158797"/>
              <a:gd name="connsiteY159" fmla="*/ 411046 h 9456078"/>
              <a:gd name="connsiteX160" fmla="*/ 10583708 w 13158797"/>
              <a:gd name="connsiteY160" fmla="*/ 393346 h 9456078"/>
              <a:gd name="connsiteX161" fmla="*/ 10629297 w 13158797"/>
              <a:gd name="connsiteY161" fmla="*/ 376018 h 9456078"/>
              <a:gd name="connsiteX162" fmla="*/ 10675036 w 13158797"/>
              <a:gd name="connsiteY162" fmla="*/ 359065 h 9456078"/>
              <a:gd name="connsiteX163" fmla="*/ 10720923 w 13158797"/>
              <a:gd name="connsiteY163" fmla="*/ 342487 h 9456078"/>
              <a:gd name="connsiteX164" fmla="*/ 10766956 w 13158797"/>
              <a:gd name="connsiteY164" fmla="*/ 326286 h 9456078"/>
              <a:gd name="connsiteX165" fmla="*/ 10813132 w 13158797"/>
              <a:gd name="connsiteY165" fmla="*/ 310462 h 9456078"/>
              <a:gd name="connsiteX166" fmla="*/ 10859450 w 13158797"/>
              <a:gd name="connsiteY166" fmla="*/ 295018 h 9456078"/>
              <a:gd name="connsiteX167" fmla="*/ 10905907 w 13158797"/>
              <a:gd name="connsiteY167" fmla="*/ 279953 h 9456078"/>
              <a:gd name="connsiteX168" fmla="*/ 10952500 w 13158797"/>
              <a:gd name="connsiteY168" fmla="*/ 265269 h 9456078"/>
              <a:gd name="connsiteX169" fmla="*/ 10999227 w 13158797"/>
              <a:gd name="connsiteY169" fmla="*/ 250968 h 9456078"/>
              <a:gd name="connsiteX170" fmla="*/ 11046087 w 13158797"/>
              <a:gd name="connsiteY170" fmla="*/ 237049 h 9456078"/>
              <a:gd name="connsiteX171" fmla="*/ 11093076 w 13158797"/>
              <a:gd name="connsiteY171" fmla="*/ 223516 h 9456078"/>
              <a:gd name="connsiteX172" fmla="*/ 11140193 w 13158797"/>
              <a:gd name="connsiteY172" fmla="*/ 210368 h 9456078"/>
              <a:gd name="connsiteX173" fmla="*/ 11187434 w 13158797"/>
              <a:gd name="connsiteY173" fmla="*/ 197606 h 9456078"/>
              <a:gd name="connsiteX174" fmla="*/ 11234799 w 13158797"/>
              <a:gd name="connsiteY174" fmla="*/ 185233 h 9456078"/>
              <a:gd name="connsiteX175" fmla="*/ 11282284 w 13158797"/>
              <a:gd name="connsiteY175" fmla="*/ 173248 h 9456078"/>
              <a:gd name="connsiteX176" fmla="*/ 11329888 w 13158797"/>
              <a:gd name="connsiteY176" fmla="*/ 161654 h 9456078"/>
              <a:gd name="connsiteX177" fmla="*/ 11377607 w 13158797"/>
              <a:gd name="connsiteY177" fmla="*/ 150451 h 9456078"/>
              <a:gd name="connsiteX178" fmla="*/ 11425440 w 13158797"/>
              <a:gd name="connsiteY178" fmla="*/ 139640 h 9456078"/>
              <a:gd name="connsiteX179" fmla="*/ 11473385 w 13158797"/>
              <a:gd name="connsiteY179" fmla="*/ 129223 h 9456078"/>
              <a:gd name="connsiteX180" fmla="*/ 11521439 w 13158797"/>
              <a:gd name="connsiteY180" fmla="*/ 119201 h 9456078"/>
              <a:gd name="connsiteX181" fmla="*/ 11569599 w 13158797"/>
              <a:gd name="connsiteY181" fmla="*/ 109574 h 9456078"/>
              <a:gd name="connsiteX182" fmla="*/ 11617864 w 13158797"/>
              <a:gd name="connsiteY182" fmla="*/ 100344 h 9456078"/>
              <a:gd name="connsiteX183" fmla="*/ 11666231 w 13158797"/>
              <a:gd name="connsiteY183" fmla="*/ 91512 h 9456078"/>
              <a:gd name="connsiteX184" fmla="*/ 11714698 w 13158797"/>
              <a:gd name="connsiteY184" fmla="*/ 83080 h 9456078"/>
              <a:gd name="connsiteX185" fmla="*/ 11763263 w 13158797"/>
              <a:gd name="connsiteY185" fmla="*/ 75047 h 9456078"/>
              <a:gd name="connsiteX186" fmla="*/ 11811923 w 13158797"/>
              <a:gd name="connsiteY186" fmla="*/ 67417 h 9456078"/>
              <a:gd name="connsiteX187" fmla="*/ 11860676 w 13158797"/>
              <a:gd name="connsiteY187" fmla="*/ 60188 h 9456078"/>
              <a:gd name="connsiteX188" fmla="*/ 11909519 w 13158797"/>
              <a:gd name="connsiteY188" fmla="*/ 53364 h 9456078"/>
              <a:gd name="connsiteX189" fmla="*/ 11958451 w 13158797"/>
              <a:gd name="connsiteY189" fmla="*/ 46944 h 9456078"/>
              <a:gd name="connsiteX190" fmla="*/ 12007470 w 13158797"/>
              <a:gd name="connsiteY190" fmla="*/ 40931 h 9456078"/>
              <a:gd name="connsiteX191" fmla="*/ 12056572 w 13158797"/>
              <a:gd name="connsiteY191" fmla="*/ 35324 h 9456078"/>
              <a:gd name="connsiteX192" fmla="*/ 12105756 w 13158797"/>
              <a:gd name="connsiteY192" fmla="*/ 30126 h 9456078"/>
              <a:gd name="connsiteX193" fmla="*/ 12155019 w 13158797"/>
              <a:gd name="connsiteY193" fmla="*/ 25337 h 9456078"/>
              <a:gd name="connsiteX194" fmla="*/ 12204359 w 13158797"/>
              <a:gd name="connsiteY194" fmla="*/ 20958 h 9456078"/>
              <a:gd name="connsiteX195" fmla="*/ 12253773 w 13158797"/>
              <a:gd name="connsiteY195" fmla="*/ 16991 h 9456078"/>
              <a:gd name="connsiteX196" fmla="*/ 12303260 w 13158797"/>
              <a:gd name="connsiteY196" fmla="*/ 13437 h 9456078"/>
              <a:gd name="connsiteX197" fmla="*/ 12352818 w 13158797"/>
              <a:gd name="connsiteY197" fmla="*/ 10297 h 9456078"/>
              <a:gd name="connsiteX198" fmla="*/ 12402443 w 13158797"/>
              <a:gd name="connsiteY198" fmla="*/ 7572 h 9456078"/>
              <a:gd name="connsiteX199" fmla="*/ 12452133 w 13158797"/>
              <a:gd name="connsiteY199" fmla="*/ 5263 h 9456078"/>
              <a:gd name="connsiteX200" fmla="*/ 12501887 w 13158797"/>
              <a:gd name="connsiteY200" fmla="*/ 3371 h 9456078"/>
              <a:gd name="connsiteX201" fmla="*/ 12551701 w 13158797"/>
              <a:gd name="connsiteY201" fmla="*/ 1898 h 9456078"/>
              <a:gd name="connsiteX202" fmla="*/ 12601574 w 13158797"/>
              <a:gd name="connsiteY202" fmla="*/ 844 h 9456078"/>
              <a:gd name="connsiteX203" fmla="*/ 12651504 w 13158797"/>
              <a:gd name="connsiteY203" fmla="*/ 211 h 9456078"/>
              <a:gd name="connsiteX204" fmla="*/ 12701487 w 13158797"/>
              <a:gd name="connsiteY204" fmla="*/ 0 h 9456078"/>
              <a:gd name="connsiteX205" fmla="*/ 13158798 w 13158797"/>
              <a:gd name="connsiteY205" fmla="*/ 0 h 94560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</a:cxnLst>
            <a:rect l="l" t="t" r="r" b="b"/>
            <a:pathLst>
              <a:path w="13158797" h="9456078">
                <a:moveTo>
                  <a:pt x="0" y="9456078"/>
                </a:moveTo>
                <a:lnTo>
                  <a:pt x="49977" y="9455836"/>
                </a:lnTo>
                <a:lnTo>
                  <a:pt x="99893" y="9455111"/>
                </a:lnTo>
                <a:lnTo>
                  <a:pt x="149742" y="9453904"/>
                </a:lnTo>
                <a:lnTo>
                  <a:pt x="199524" y="9452217"/>
                </a:lnTo>
                <a:lnTo>
                  <a:pt x="298870" y="9447409"/>
                </a:lnTo>
                <a:lnTo>
                  <a:pt x="348429" y="9444290"/>
                </a:lnTo>
                <a:lnTo>
                  <a:pt x="397907" y="9440698"/>
                </a:lnTo>
                <a:lnTo>
                  <a:pt x="447302" y="9436632"/>
                </a:lnTo>
                <a:lnTo>
                  <a:pt x="496610" y="9432096"/>
                </a:lnTo>
                <a:lnTo>
                  <a:pt x="545829" y="9427089"/>
                </a:lnTo>
                <a:lnTo>
                  <a:pt x="594956" y="9421615"/>
                </a:lnTo>
                <a:lnTo>
                  <a:pt x="643987" y="9415673"/>
                </a:lnTo>
                <a:lnTo>
                  <a:pt x="692920" y="9409267"/>
                </a:lnTo>
                <a:lnTo>
                  <a:pt x="741751" y="9402396"/>
                </a:lnTo>
                <a:lnTo>
                  <a:pt x="790478" y="9395063"/>
                </a:lnTo>
                <a:lnTo>
                  <a:pt x="839098" y="9387270"/>
                </a:lnTo>
                <a:lnTo>
                  <a:pt x="887607" y="9379017"/>
                </a:lnTo>
                <a:lnTo>
                  <a:pt x="936002" y="9370306"/>
                </a:lnTo>
                <a:lnTo>
                  <a:pt x="984281" y="9361139"/>
                </a:lnTo>
                <a:lnTo>
                  <a:pt x="1032440" y="9351517"/>
                </a:lnTo>
                <a:lnTo>
                  <a:pt x="1080477" y="9341441"/>
                </a:lnTo>
                <a:lnTo>
                  <a:pt x="1176172" y="9319936"/>
                </a:lnTo>
                <a:lnTo>
                  <a:pt x="1223823" y="9308509"/>
                </a:lnTo>
                <a:lnTo>
                  <a:pt x="1271339" y="9296635"/>
                </a:lnTo>
                <a:lnTo>
                  <a:pt x="1318719" y="9284315"/>
                </a:lnTo>
                <a:lnTo>
                  <a:pt x="1365957" y="9271550"/>
                </a:lnTo>
                <a:lnTo>
                  <a:pt x="1413052" y="9258342"/>
                </a:lnTo>
                <a:lnTo>
                  <a:pt x="1460000" y="9244693"/>
                </a:lnTo>
                <a:lnTo>
                  <a:pt x="1506799" y="9230604"/>
                </a:lnTo>
                <a:lnTo>
                  <a:pt x="1553445" y="9216076"/>
                </a:lnTo>
                <a:lnTo>
                  <a:pt x="1599935" y="9201111"/>
                </a:lnTo>
                <a:lnTo>
                  <a:pt x="1646267" y="9185710"/>
                </a:lnTo>
                <a:lnTo>
                  <a:pt x="1692437" y="9169876"/>
                </a:lnTo>
                <a:lnTo>
                  <a:pt x="1738442" y="9153608"/>
                </a:lnTo>
                <a:lnTo>
                  <a:pt x="1784280" y="9136910"/>
                </a:lnTo>
                <a:lnTo>
                  <a:pt x="1829947" y="9119782"/>
                </a:lnTo>
                <a:lnTo>
                  <a:pt x="1875440" y="9102226"/>
                </a:lnTo>
                <a:lnTo>
                  <a:pt x="1920756" y="9084243"/>
                </a:lnTo>
                <a:lnTo>
                  <a:pt x="1965893" y="9065835"/>
                </a:lnTo>
                <a:lnTo>
                  <a:pt x="2055615" y="9027750"/>
                </a:lnTo>
                <a:lnTo>
                  <a:pt x="2100195" y="9008075"/>
                </a:lnTo>
                <a:lnTo>
                  <a:pt x="2144582" y="8987981"/>
                </a:lnTo>
                <a:lnTo>
                  <a:pt x="2188775" y="8967470"/>
                </a:lnTo>
                <a:lnTo>
                  <a:pt x="2232770" y="8946542"/>
                </a:lnTo>
                <a:lnTo>
                  <a:pt x="2276564" y="8925199"/>
                </a:lnTo>
                <a:lnTo>
                  <a:pt x="2320154" y="8903443"/>
                </a:lnTo>
                <a:lnTo>
                  <a:pt x="2363538" y="8881275"/>
                </a:lnTo>
                <a:lnTo>
                  <a:pt x="2406711" y="8858697"/>
                </a:lnTo>
                <a:lnTo>
                  <a:pt x="2449672" y="8835710"/>
                </a:lnTo>
                <a:lnTo>
                  <a:pt x="2492417" y="8812316"/>
                </a:lnTo>
                <a:lnTo>
                  <a:pt x="2534943" y="8788516"/>
                </a:lnTo>
                <a:lnTo>
                  <a:pt x="2577247" y="8764311"/>
                </a:lnTo>
                <a:lnTo>
                  <a:pt x="2619326" y="8739704"/>
                </a:lnTo>
                <a:lnTo>
                  <a:pt x="2661177" y="8714695"/>
                </a:lnTo>
                <a:lnTo>
                  <a:pt x="2702797" y="8689286"/>
                </a:lnTo>
                <a:lnTo>
                  <a:pt x="2744183" y="8663479"/>
                </a:lnTo>
                <a:lnTo>
                  <a:pt x="2785333" y="8637274"/>
                </a:lnTo>
                <a:lnTo>
                  <a:pt x="2826242" y="8610675"/>
                </a:lnTo>
                <a:lnTo>
                  <a:pt x="2866908" y="8583681"/>
                </a:lnTo>
                <a:lnTo>
                  <a:pt x="2907329" y="8556295"/>
                </a:lnTo>
                <a:lnTo>
                  <a:pt x="2947500" y="8528517"/>
                </a:lnTo>
                <a:lnTo>
                  <a:pt x="2987419" y="8500351"/>
                </a:lnTo>
                <a:lnTo>
                  <a:pt x="3027083" y="8471796"/>
                </a:lnTo>
                <a:lnTo>
                  <a:pt x="3066489" y="8442854"/>
                </a:lnTo>
                <a:lnTo>
                  <a:pt x="3105634" y="8413528"/>
                </a:lnTo>
                <a:lnTo>
                  <a:pt x="3144515" y="8383818"/>
                </a:lnTo>
                <a:lnTo>
                  <a:pt x="3183129" y="8353726"/>
                </a:lnTo>
                <a:lnTo>
                  <a:pt x="3221473" y="8323253"/>
                </a:lnTo>
                <a:lnTo>
                  <a:pt x="3259544" y="8292401"/>
                </a:lnTo>
                <a:lnTo>
                  <a:pt x="3297339" y="8261172"/>
                </a:lnTo>
                <a:lnTo>
                  <a:pt x="3334854" y="8229566"/>
                </a:lnTo>
                <a:lnTo>
                  <a:pt x="3372087" y="8197585"/>
                </a:lnTo>
                <a:lnTo>
                  <a:pt x="3409035" y="8165232"/>
                </a:lnTo>
                <a:lnTo>
                  <a:pt x="3445695" y="8132507"/>
                </a:lnTo>
                <a:lnTo>
                  <a:pt x="3482064" y="8099411"/>
                </a:lnTo>
                <a:lnTo>
                  <a:pt x="3518139" y="8065947"/>
                </a:lnTo>
                <a:lnTo>
                  <a:pt x="3553916" y="8032115"/>
                </a:lnTo>
                <a:lnTo>
                  <a:pt x="3589393" y="7997918"/>
                </a:lnTo>
                <a:lnTo>
                  <a:pt x="3624567" y="7963356"/>
                </a:lnTo>
                <a:lnTo>
                  <a:pt x="3659435" y="7928432"/>
                </a:lnTo>
                <a:lnTo>
                  <a:pt x="3693994" y="7893146"/>
                </a:lnTo>
                <a:lnTo>
                  <a:pt x="3728240" y="7857501"/>
                </a:lnTo>
                <a:lnTo>
                  <a:pt x="3762171" y="7821497"/>
                </a:lnTo>
                <a:lnTo>
                  <a:pt x="3795783" y="7785136"/>
                </a:lnTo>
                <a:lnTo>
                  <a:pt x="3829075" y="7748420"/>
                </a:lnTo>
                <a:lnTo>
                  <a:pt x="3862042" y="7711350"/>
                </a:lnTo>
                <a:lnTo>
                  <a:pt x="3894682" y="7673928"/>
                </a:lnTo>
                <a:lnTo>
                  <a:pt x="3926991" y="7636155"/>
                </a:lnTo>
                <a:lnTo>
                  <a:pt x="3958967" y="7598032"/>
                </a:lnTo>
                <a:lnTo>
                  <a:pt x="3990607" y="7559561"/>
                </a:lnTo>
                <a:lnTo>
                  <a:pt x="4021907" y="7520744"/>
                </a:lnTo>
                <a:lnTo>
                  <a:pt x="4052865" y="7481582"/>
                </a:lnTo>
                <a:lnTo>
                  <a:pt x="4083478" y="7442077"/>
                </a:lnTo>
                <a:lnTo>
                  <a:pt x="8022311" y="2307814"/>
                </a:lnTo>
                <a:lnTo>
                  <a:pt x="8052902" y="2268285"/>
                </a:lnTo>
                <a:lnTo>
                  <a:pt x="8083796" y="2229056"/>
                </a:lnTo>
                <a:lnTo>
                  <a:pt x="8114989" y="2190127"/>
                </a:lnTo>
                <a:lnTo>
                  <a:pt x="8146479" y="2151500"/>
                </a:lnTo>
                <a:lnTo>
                  <a:pt x="8178264" y="2113176"/>
                </a:lnTo>
                <a:lnTo>
                  <a:pt x="8210341" y="2075157"/>
                </a:lnTo>
                <a:lnTo>
                  <a:pt x="8242709" y="2037442"/>
                </a:lnTo>
                <a:lnTo>
                  <a:pt x="8275365" y="2000034"/>
                </a:lnTo>
                <a:lnTo>
                  <a:pt x="8308307" y="1962934"/>
                </a:lnTo>
                <a:lnTo>
                  <a:pt x="8341532" y="1926142"/>
                </a:lnTo>
                <a:lnTo>
                  <a:pt x="8375038" y="1889660"/>
                </a:lnTo>
                <a:lnTo>
                  <a:pt x="8408823" y="1853489"/>
                </a:lnTo>
                <a:lnTo>
                  <a:pt x="8442885" y="1817630"/>
                </a:lnTo>
                <a:lnTo>
                  <a:pt x="8477221" y="1782084"/>
                </a:lnTo>
                <a:lnTo>
                  <a:pt x="8511829" y="1746853"/>
                </a:lnTo>
                <a:lnTo>
                  <a:pt x="8546706" y="1711937"/>
                </a:lnTo>
                <a:lnTo>
                  <a:pt x="8581851" y="1677337"/>
                </a:lnTo>
                <a:lnTo>
                  <a:pt x="8617261" y="1643056"/>
                </a:lnTo>
                <a:lnTo>
                  <a:pt x="8652934" y="1609093"/>
                </a:lnTo>
                <a:lnTo>
                  <a:pt x="8688867" y="1575450"/>
                </a:lnTo>
                <a:lnTo>
                  <a:pt x="8725058" y="1542128"/>
                </a:lnTo>
                <a:lnTo>
                  <a:pt x="8761506" y="1509129"/>
                </a:lnTo>
                <a:lnTo>
                  <a:pt x="8798207" y="1476452"/>
                </a:lnTo>
                <a:lnTo>
                  <a:pt x="8835159" y="1444101"/>
                </a:lnTo>
                <a:lnTo>
                  <a:pt x="8872360" y="1412075"/>
                </a:lnTo>
                <a:lnTo>
                  <a:pt x="8909808" y="1380375"/>
                </a:lnTo>
                <a:lnTo>
                  <a:pt x="8947501" y="1349004"/>
                </a:lnTo>
                <a:lnTo>
                  <a:pt x="8985435" y="1317962"/>
                </a:lnTo>
                <a:lnTo>
                  <a:pt x="9023610" y="1287250"/>
                </a:lnTo>
                <a:lnTo>
                  <a:pt x="9062022" y="1256869"/>
                </a:lnTo>
                <a:lnTo>
                  <a:pt x="9100669" y="1226820"/>
                </a:lnTo>
                <a:lnTo>
                  <a:pt x="9139549" y="1197105"/>
                </a:lnTo>
                <a:lnTo>
                  <a:pt x="9178660" y="1167725"/>
                </a:lnTo>
                <a:lnTo>
                  <a:pt x="9217999" y="1138681"/>
                </a:lnTo>
                <a:lnTo>
                  <a:pt x="9257564" y="1109974"/>
                </a:lnTo>
                <a:lnTo>
                  <a:pt x="9297353" y="1081604"/>
                </a:lnTo>
                <a:lnTo>
                  <a:pt x="9337364" y="1053574"/>
                </a:lnTo>
                <a:lnTo>
                  <a:pt x="9377594" y="1025884"/>
                </a:lnTo>
                <a:lnTo>
                  <a:pt x="9418040" y="998536"/>
                </a:lnTo>
                <a:lnTo>
                  <a:pt x="9458702" y="971530"/>
                </a:lnTo>
                <a:lnTo>
                  <a:pt x="9499575" y="944868"/>
                </a:lnTo>
                <a:lnTo>
                  <a:pt x="9540659" y="918551"/>
                </a:lnTo>
                <a:lnTo>
                  <a:pt x="9581950" y="892580"/>
                </a:lnTo>
                <a:lnTo>
                  <a:pt x="9623447" y="866956"/>
                </a:lnTo>
                <a:lnTo>
                  <a:pt x="9665147" y="841681"/>
                </a:lnTo>
                <a:lnTo>
                  <a:pt x="9707048" y="816754"/>
                </a:lnTo>
                <a:lnTo>
                  <a:pt x="9749147" y="792179"/>
                </a:lnTo>
                <a:lnTo>
                  <a:pt x="9791443" y="767955"/>
                </a:lnTo>
                <a:lnTo>
                  <a:pt x="9833932" y="744083"/>
                </a:lnTo>
                <a:lnTo>
                  <a:pt x="9876613" y="720566"/>
                </a:lnTo>
                <a:lnTo>
                  <a:pt x="9919484" y="697404"/>
                </a:lnTo>
                <a:lnTo>
                  <a:pt x="9962542" y="674598"/>
                </a:lnTo>
                <a:lnTo>
                  <a:pt x="10005784" y="652149"/>
                </a:lnTo>
                <a:lnTo>
                  <a:pt x="10049209" y="630059"/>
                </a:lnTo>
                <a:lnTo>
                  <a:pt x="10092814" y="608328"/>
                </a:lnTo>
                <a:lnTo>
                  <a:pt x="10136597" y="586958"/>
                </a:lnTo>
                <a:lnTo>
                  <a:pt x="10180556" y="565950"/>
                </a:lnTo>
                <a:lnTo>
                  <a:pt x="10224688" y="545304"/>
                </a:lnTo>
                <a:lnTo>
                  <a:pt x="10268991" y="525023"/>
                </a:lnTo>
                <a:lnTo>
                  <a:pt x="10313463" y="505107"/>
                </a:lnTo>
                <a:lnTo>
                  <a:pt x="10358101" y="485558"/>
                </a:lnTo>
                <a:lnTo>
                  <a:pt x="10402903" y="466376"/>
                </a:lnTo>
                <a:lnTo>
                  <a:pt x="10447868" y="447563"/>
                </a:lnTo>
                <a:lnTo>
                  <a:pt x="10492991" y="429119"/>
                </a:lnTo>
                <a:lnTo>
                  <a:pt x="10538272" y="411046"/>
                </a:lnTo>
                <a:lnTo>
                  <a:pt x="10583708" y="393346"/>
                </a:lnTo>
                <a:lnTo>
                  <a:pt x="10629297" y="376018"/>
                </a:lnTo>
                <a:lnTo>
                  <a:pt x="10675036" y="359065"/>
                </a:lnTo>
                <a:lnTo>
                  <a:pt x="10720923" y="342487"/>
                </a:lnTo>
                <a:lnTo>
                  <a:pt x="10766956" y="326286"/>
                </a:lnTo>
                <a:lnTo>
                  <a:pt x="10813132" y="310462"/>
                </a:lnTo>
                <a:lnTo>
                  <a:pt x="10859450" y="295018"/>
                </a:lnTo>
                <a:lnTo>
                  <a:pt x="10905907" y="279953"/>
                </a:lnTo>
                <a:lnTo>
                  <a:pt x="10952500" y="265269"/>
                </a:lnTo>
                <a:lnTo>
                  <a:pt x="10999227" y="250968"/>
                </a:lnTo>
                <a:lnTo>
                  <a:pt x="11046087" y="237049"/>
                </a:lnTo>
                <a:lnTo>
                  <a:pt x="11093076" y="223516"/>
                </a:lnTo>
                <a:lnTo>
                  <a:pt x="11140193" y="210368"/>
                </a:lnTo>
                <a:lnTo>
                  <a:pt x="11187434" y="197606"/>
                </a:lnTo>
                <a:lnTo>
                  <a:pt x="11234799" y="185233"/>
                </a:lnTo>
                <a:lnTo>
                  <a:pt x="11282284" y="173248"/>
                </a:lnTo>
                <a:lnTo>
                  <a:pt x="11329888" y="161654"/>
                </a:lnTo>
                <a:lnTo>
                  <a:pt x="11377607" y="150451"/>
                </a:lnTo>
                <a:lnTo>
                  <a:pt x="11425440" y="139640"/>
                </a:lnTo>
                <a:lnTo>
                  <a:pt x="11473385" y="129223"/>
                </a:lnTo>
                <a:lnTo>
                  <a:pt x="11521439" y="119201"/>
                </a:lnTo>
                <a:lnTo>
                  <a:pt x="11569599" y="109574"/>
                </a:lnTo>
                <a:lnTo>
                  <a:pt x="11617864" y="100344"/>
                </a:lnTo>
                <a:lnTo>
                  <a:pt x="11666231" y="91512"/>
                </a:lnTo>
                <a:lnTo>
                  <a:pt x="11714698" y="83080"/>
                </a:lnTo>
                <a:lnTo>
                  <a:pt x="11763263" y="75047"/>
                </a:lnTo>
                <a:lnTo>
                  <a:pt x="11811923" y="67417"/>
                </a:lnTo>
                <a:lnTo>
                  <a:pt x="11860676" y="60188"/>
                </a:lnTo>
                <a:lnTo>
                  <a:pt x="11909519" y="53364"/>
                </a:lnTo>
                <a:lnTo>
                  <a:pt x="11958451" y="46944"/>
                </a:lnTo>
                <a:lnTo>
                  <a:pt x="12007470" y="40931"/>
                </a:lnTo>
                <a:lnTo>
                  <a:pt x="12056572" y="35324"/>
                </a:lnTo>
                <a:lnTo>
                  <a:pt x="12105756" y="30126"/>
                </a:lnTo>
                <a:lnTo>
                  <a:pt x="12155019" y="25337"/>
                </a:lnTo>
                <a:lnTo>
                  <a:pt x="12204359" y="20958"/>
                </a:lnTo>
                <a:lnTo>
                  <a:pt x="12253773" y="16991"/>
                </a:lnTo>
                <a:lnTo>
                  <a:pt x="12303260" y="13437"/>
                </a:lnTo>
                <a:lnTo>
                  <a:pt x="12352818" y="10297"/>
                </a:lnTo>
                <a:lnTo>
                  <a:pt x="12402443" y="7572"/>
                </a:lnTo>
                <a:lnTo>
                  <a:pt x="12452133" y="5263"/>
                </a:lnTo>
                <a:lnTo>
                  <a:pt x="12501887" y="3371"/>
                </a:lnTo>
                <a:lnTo>
                  <a:pt x="12551701" y="1898"/>
                </a:lnTo>
                <a:lnTo>
                  <a:pt x="12601574" y="844"/>
                </a:lnTo>
                <a:lnTo>
                  <a:pt x="12651504" y="211"/>
                </a:lnTo>
                <a:lnTo>
                  <a:pt x="12701487" y="0"/>
                </a:lnTo>
                <a:lnTo>
                  <a:pt x="13158798" y="0"/>
                </a:lnTo>
              </a:path>
            </a:pathLst>
          </a:custGeom>
          <a:ln w="19050">
            <a:gradFill>
              <a:gsLst>
                <a:gs pos="18000">
                  <a:schemeClr val="accent2"/>
                </a:gs>
                <a:gs pos="0">
                  <a:schemeClr val="bg1">
                    <a:alpha val="0"/>
                  </a:schemeClr>
                </a:gs>
              </a:gsLst>
              <a:lin ang="5400000" scaled="0"/>
            </a:gradFill>
          </a:ln>
        </p:spPr>
        <p:txBody>
          <a:bodyPr wrap="square" lIns="0" tIns="0" rIns="0" bIns="0" rtlCol="0"/>
          <a:lstStyle/>
          <a:p>
            <a:pPr marL="0" marR="0" lvl="0" indent="0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3D654237-7A8B-7549-A6FA-F7E001C96C03}"/>
              </a:ext>
            </a:extLst>
          </p:cNvPr>
          <p:cNvCxnSpPr>
            <a:cxnSpLocks/>
          </p:cNvCxnSpPr>
          <p:nvPr/>
        </p:nvCxnSpPr>
        <p:spPr>
          <a:xfrm flipH="1">
            <a:off x="334962" y="6678798"/>
            <a:ext cx="10980001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37172468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465">
          <p15:clr>
            <a:srgbClr val="FBAE40"/>
          </p15:clr>
        </p15:guide>
        <p15:guide id="2" pos="128">
          <p15:clr>
            <a:srgbClr val="FBAE40"/>
          </p15:clr>
        </p15:guide>
        <p15:guide id="3" orient="horz" pos="2424">
          <p15:clr>
            <a:srgbClr val="FBAE40"/>
          </p15:clr>
        </p15:guide>
        <p15:guide id="4" pos="4530">
          <p15:clr>
            <a:srgbClr val="FBAE40"/>
          </p15:clr>
        </p15:guide>
        <p15:guide id="5" orient="horz" pos="141">
          <p15:clr>
            <a:srgbClr val="FBAE40"/>
          </p15:clr>
        </p15:guide>
        <p15:guide id="6" orient="horz" pos="306">
          <p15:clr>
            <a:srgbClr val="FBAE40"/>
          </p15:clr>
        </p15:guide>
        <p15:guide id="7" orient="horz" pos="485">
          <p15:clr>
            <a:srgbClr val="FBAE40"/>
          </p15:clr>
        </p15:guide>
      </p15:sldGuideLst>
    </p:ext>
  </p:extLst>
</p:sldLayout>
</file>

<file path=ppt/slideLayouts/slideLayout1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5_Índice - Offwhite - 14 títulos">
    <p:bg>
      <p:bgPr>
        <a:gradFill>
          <a:gsLst>
            <a:gs pos="67000">
              <a:schemeClr val="tx1"/>
            </a:gs>
            <a:gs pos="100000">
              <a:schemeClr val="tx1"/>
            </a:gs>
            <a:gs pos="0">
              <a:srgbClr val="161B21"/>
            </a:gs>
          </a:gsLst>
          <a:lin ang="84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" name="Espaço Reservado para Número de Slide 5">
            <a:extLst>
              <a:ext uri="{FF2B5EF4-FFF2-40B4-BE49-F238E27FC236}">
                <a16:creationId xmlns:a16="http://schemas.microsoft.com/office/drawing/2014/main" id="{8B43B5D6-9411-2916-3463-C0BBC4CE3A6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pPr marL="20022">
              <a:spcBef>
                <a:spcPts val="45"/>
              </a:spcBef>
            </a:pPr>
            <a:fld id="{81D60167-4931-47E6-BA6A-407CBD079E47}" type="slidenum">
              <a:rPr lang="pt-BR" spc="-15" smtClean="0"/>
              <a:pPr marL="20022">
                <a:spcBef>
                  <a:spcPts val="45"/>
                </a:spcBef>
              </a:pPr>
              <a:t>‹#›</a:t>
            </a:fld>
            <a:endParaRPr lang="pt-BR" spc="-15"/>
          </a:p>
        </p:txBody>
      </p:sp>
      <p:sp>
        <p:nvSpPr>
          <p:cNvPr id="95" name="Text Placeholder 3">
            <a:extLst>
              <a:ext uri="{FF2B5EF4-FFF2-40B4-BE49-F238E27FC236}">
                <a16:creationId xmlns:a16="http://schemas.microsoft.com/office/drawing/2014/main" id="{1F9E0DEB-08E9-5248-44F9-9916F0925C87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5" y="368302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pt-BR"/>
              <a:t>Índice | Até 14 títulos</a:t>
            </a:r>
            <a:endParaRPr lang="en-US"/>
          </a:p>
        </p:txBody>
      </p:sp>
      <p:sp>
        <p:nvSpPr>
          <p:cNvPr id="96" name="Text Placeholder 10">
            <a:extLst>
              <a:ext uri="{FF2B5EF4-FFF2-40B4-BE49-F238E27FC236}">
                <a16:creationId xmlns:a16="http://schemas.microsoft.com/office/drawing/2014/main" id="{86EE135B-8461-A8E5-B808-1CCC5F3ABF32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defRPr sz="900" baseline="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7" name="Text Placeholder 21">
            <a:extLst>
              <a:ext uri="{FF2B5EF4-FFF2-40B4-BE49-F238E27FC236}">
                <a16:creationId xmlns:a16="http://schemas.microsoft.com/office/drawing/2014/main" id="{C68EECD8-4868-C403-065A-798C94914B21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1112441" y="1232284"/>
            <a:ext cx="3633266" cy="494267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98" name="Text Placeholder 21">
            <a:extLst>
              <a:ext uri="{FF2B5EF4-FFF2-40B4-BE49-F238E27FC236}">
                <a16:creationId xmlns:a16="http://schemas.microsoft.com/office/drawing/2014/main" id="{377F7479-B5E7-D307-06B9-71E3BA37F3EF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1112441" y="1986612"/>
            <a:ext cx="3633266" cy="502453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99" name="Text Placeholder 21">
            <a:extLst>
              <a:ext uri="{FF2B5EF4-FFF2-40B4-BE49-F238E27FC236}">
                <a16:creationId xmlns:a16="http://schemas.microsoft.com/office/drawing/2014/main" id="{A9CB3A34-F081-C677-A00F-67C1873C062A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1112441" y="2743933"/>
            <a:ext cx="3633266" cy="507526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0" name="Text Placeholder 21">
            <a:extLst>
              <a:ext uri="{FF2B5EF4-FFF2-40B4-BE49-F238E27FC236}">
                <a16:creationId xmlns:a16="http://schemas.microsoft.com/office/drawing/2014/main" id="{66627ED0-3A46-8737-6897-D3BDDB091302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1112441" y="3509439"/>
            <a:ext cx="3633266" cy="507526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1" name="Text Placeholder 21">
            <a:extLst>
              <a:ext uri="{FF2B5EF4-FFF2-40B4-BE49-F238E27FC236}">
                <a16:creationId xmlns:a16="http://schemas.microsoft.com/office/drawing/2014/main" id="{4A98C90D-F543-2D3A-9F32-FF02504B384D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6873479" y="1237476"/>
            <a:ext cx="3633266" cy="491156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2" name="Text Placeholder 21">
            <a:extLst>
              <a:ext uri="{FF2B5EF4-FFF2-40B4-BE49-F238E27FC236}">
                <a16:creationId xmlns:a16="http://schemas.microsoft.com/office/drawing/2014/main" id="{02D303FD-4338-9202-3742-445CFAC544F9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6873479" y="1986612"/>
            <a:ext cx="3633266" cy="499341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3" name="Text Placeholder 21">
            <a:extLst>
              <a:ext uri="{FF2B5EF4-FFF2-40B4-BE49-F238E27FC236}">
                <a16:creationId xmlns:a16="http://schemas.microsoft.com/office/drawing/2014/main" id="{DAB51C54-4BA1-024C-8F1D-E61343BFAC42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873479" y="2743934"/>
            <a:ext cx="3633266" cy="499341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4" name="Text Placeholder 21">
            <a:extLst>
              <a:ext uri="{FF2B5EF4-FFF2-40B4-BE49-F238E27FC236}">
                <a16:creationId xmlns:a16="http://schemas.microsoft.com/office/drawing/2014/main" id="{31C27C31-0117-4C41-7DD9-9A95AE01F9D5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6873479" y="3509440"/>
            <a:ext cx="3633266" cy="504415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5" name="Text Placeholder 21">
            <a:extLst>
              <a:ext uri="{FF2B5EF4-FFF2-40B4-BE49-F238E27FC236}">
                <a16:creationId xmlns:a16="http://schemas.microsoft.com/office/drawing/2014/main" id="{305C7304-230E-F6CE-A76D-99DF1E692F08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334965" y="1237091"/>
            <a:ext cx="562844" cy="562844"/>
          </a:xfrm>
          <a:prstGeom prst="rect">
            <a:avLst/>
          </a:prstGeom>
          <a:noFill/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1.</a:t>
            </a:r>
            <a:endParaRPr lang="pt-BR"/>
          </a:p>
        </p:txBody>
      </p:sp>
      <p:sp>
        <p:nvSpPr>
          <p:cNvPr id="106" name="Text Placeholder 21">
            <a:extLst>
              <a:ext uri="{FF2B5EF4-FFF2-40B4-BE49-F238E27FC236}">
                <a16:creationId xmlns:a16="http://schemas.microsoft.com/office/drawing/2014/main" id="{646BD931-2CC9-4B26-938C-C6A9327B317A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334965" y="1986613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2.</a:t>
            </a:r>
            <a:endParaRPr lang="pt-BR"/>
          </a:p>
        </p:txBody>
      </p:sp>
      <p:sp>
        <p:nvSpPr>
          <p:cNvPr id="107" name="Text Placeholder 21">
            <a:extLst>
              <a:ext uri="{FF2B5EF4-FFF2-40B4-BE49-F238E27FC236}">
                <a16:creationId xmlns:a16="http://schemas.microsoft.com/office/drawing/2014/main" id="{7EF60F9A-51DE-3649-80E7-711C186485AA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334965" y="2743933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3.</a:t>
            </a:r>
            <a:endParaRPr lang="pt-BR"/>
          </a:p>
        </p:txBody>
      </p:sp>
      <p:sp>
        <p:nvSpPr>
          <p:cNvPr id="108" name="Text Placeholder 21">
            <a:extLst>
              <a:ext uri="{FF2B5EF4-FFF2-40B4-BE49-F238E27FC236}">
                <a16:creationId xmlns:a16="http://schemas.microsoft.com/office/drawing/2014/main" id="{454FB385-5582-984D-3BEC-2409DCFBBEA7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334965" y="3509439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4.</a:t>
            </a:r>
            <a:endParaRPr lang="pt-BR"/>
          </a:p>
        </p:txBody>
      </p:sp>
      <p:sp>
        <p:nvSpPr>
          <p:cNvPr id="109" name="Text Placeholder 21">
            <a:extLst>
              <a:ext uri="{FF2B5EF4-FFF2-40B4-BE49-F238E27FC236}">
                <a16:creationId xmlns:a16="http://schemas.microsoft.com/office/drawing/2014/main" id="{48AFB4A3-A713-3B36-5C4C-116B17982407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6096003" y="1242285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8.</a:t>
            </a:r>
            <a:endParaRPr lang="pt-BR"/>
          </a:p>
        </p:txBody>
      </p:sp>
      <p:sp>
        <p:nvSpPr>
          <p:cNvPr id="110" name="Text Placeholder 21">
            <a:extLst>
              <a:ext uri="{FF2B5EF4-FFF2-40B4-BE49-F238E27FC236}">
                <a16:creationId xmlns:a16="http://schemas.microsoft.com/office/drawing/2014/main" id="{455A5A6A-C346-A345-7676-47650852DEC5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6096003" y="1986613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9.</a:t>
            </a:r>
            <a:endParaRPr lang="pt-BR"/>
          </a:p>
        </p:txBody>
      </p:sp>
      <p:sp>
        <p:nvSpPr>
          <p:cNvPr id="111" name="Text Placeholder 21">
            <a:extLst>
              <a:ext uri="{FF2B5EF4-FFF2-40B4-BE49-F238E27FC236}">
                <a16:creationId xmlns:a16="http://schemas.microsoft.com/office/drawing/2014/main" id="{C9036724-53EE-61EA-4F36-0647670CC647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6096003" y="2743933"/>
            <a:ext cx="562844" cy="562844"/>
          </a:xfrm>
          <a:prstGeom prst="rect">
            <a:avLst/>
          </a:prstGeom>
          <a:noFill/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10.</a:t>
            </a:r>
            <a:endParaRPr lang="pt-BR"/>
          </a:p>
        </p:txBody>
      </p:sp>
      <p:sp>
        <p:nvSpPr>
          <p:cNvPr id="112" name="Text Placeholder 21">
            <a:extLst>
              <a:ext uri="{FF2B5EF4-FFF2-40B4-BE49-F238E27FC236}">
                <a16:creationId xmlns:a16="http://schemas.microsoft.com/office/drawing/2014/main" id="{59FC8DE1-DA8C-E6FC-0074-C1233AE33862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6096003" y="3509439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11.</a:t>
            </a:r>
            <a:endParaRPr lang="pt-BR"/>
          </a:p>
        </p:txBody>
      </p:sp>
      <p:sp>
        <p:nvSpPr>
          <p:cNvPr id="113" name="Text Placeholder 21">
            <a:extLst>
              <a:ext uri="{FF2B5EF4-FFF2-40B4-BE49-F238E27FC236}">
                <a16:creationId xmlns:a16="http://schemas.microsoft.com/office/drawing/2014/main" id="{CD7EC131-607A-502B-D5DB-EACD3848C447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1112441" y="4285152"/>
            <a:ext cx="3633266" cy="507526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14" name="Text Placeholder 21">
            <a:extLst>
              <a:ext uri="{FF2B5EF4-FFF2-40B4-BE49-F238E27FC236}">
                <a16:creationId xmlns:a16="http://schemas.microsoft.com/office/drawing/2014/main" id="{39366CD8-736E-E9F0-1631-408CE9342B73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6873479" y="4285153"/>
            <a:ext cx="3633266" cy="504415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15" name="Text Placeholder 21">
            <a:extLst>
              <a:ext uri="{FF2B5EF4-FFF2-40B4-BE49-F238E27FC236}">
                <a16:creationId xmlns:a16="http://schemas.microsoft.com/office/drawing/2014/main" id="{A36BD412-4DD9-0776-5A73-B5939ACF9185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334965" y="4285152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5.</a:t>
            </a:r>
            <a:endParaRPr lang="pt-BR"/>
          </a:p>
        </p:txBody>
      </p:sp>
      <p:sp>
        <p:nvSpPr>
          <p:cNvPr id="116" name="Text Placeholder 21">
            <a:extLst>
              <a:ext uri="{FF2B5EF4-FFF2-40B4-BE49-F238E27FC236}">
                <a16:creationId xmlns:a16="http://schemas.microsoft.com/office/drawing/2014/main" id="{0D56432C-F90B-BE78-9849-16EDFA25EDF3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6096003" y="4285152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12.</a:t>
            </a:r>
            <a:endParaRPr lang="pt-BR"/>
          </a:p>
        </p:txBody>
      </p:sp>
      <p:sp>
        <p:nvSpPr>
          <p:cNvPr id="26" name="Text Placeholder 21">
            <a:extLst>
              <a:ext uri="{FF2B5EF4-FFF2-40B4-BE49-F238E27FC236}">
                <a16:creationId xmlns:a16="http://schemas.microsoft.com/office/drawing/2014/main" id="{C5B1F338-8D07-6165-2984-C97D76B836F9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1112441" y="5064614"/>
            <a:ext cx="3633266" cy="507526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27" name="Text Placeholder 21">
            <a:extLst>
              <a:ext uri="{FF2B5EF4-FFF2-40B4-BE49-F238E27FC236}">
                <a16:creationId xmlns:a16="http://schemas.microsoft.com/office/drawing/2014/main" id="{6AC2D12D-986D-3DD5-FBFC-D384978B998E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6873479" y="5064614"/>
            <a:ext cx="3633266" cy="504415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28" name="Text Placeholder 21">
            <a:extLst>
              <a:ext uri="{FF2B5EF4-FFF2-40B4-BE49-F238E27FC236}">
                <a16:creationId xmlns:a16="http://schemas.microsoft.com/office/drawing/2014/main" id="{91E97FC2-9348-4E3B-00E5-76B9F5F34636}"/>
              </a:ext>
            </a:extLst>
          </p:cNvPr>
          <p:cNvSpPr>
            <a:spLocks noGrp="1"/>
          </p:cNvSpPr>
          <p:nvPr>
            <p:ph type="body" sz="quarter" idx="39" hasCustomPrompt="1"/>
          </p:nvPr>
        </p:nvSpPr>
        <p:spPr>
          <a:xfrm>
            <a:off x="334965" y="5064614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6.</a:t>
            </a:r>
            <a:endParaRPr lang="pt-BR"/>
          </a:p>
        </p:txBody>
      </p:sp>
      <p:sp>
        <p:nvSpPr>
          <p:cNvPr id="29" name="Text Placeholder 21">
            <a:extLst>
              <a:ext uri="{FF2B5EF4-FFF2-40B4-BE49-F238E27FC236}">
                <a16:creationId xmlns:a16="http://schemas.microsoft.com/office/drawing/2014/main" id="{10FCC27C-9F7B-60DD-448A-FA5C70190D61}"/>
              </a:ext>
            </a:extLst>
          </p:cNvPr>
          <p:cNvSpPr>
            <a:spLocks noGrp="1"/>
          </p:cNvSpPr>
          <p:nvPr>
            <p:ph type="body" sz="quarter" idx="40" hasCustomPrompt="1"/>
          </p:nvPr>
        </p:nvSpPr>
        <p:spPr>
          <a:xfrm>
            <a:off x="6096003" y="5064614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13.</a:t>
            </a:r>
            <a:endParaRPr lang="pt-BR"/>
          </a:p>
        </p:txBody>
      </p:sp>
      <p:sp>
        <p:nvSpPr>
          <p:cNvPr id="30" name="Text Placeholder 21">
            <a:extLst>
              <a:ext uri="{FF2B5EF4-FFF2-40B4-BE49-F238E27FC236}">
                <a16:creationId xmlns:a16="http://schemas.microsoft.com/office/drawing/2014/main" id="{647A3C75-F52C-9572-4AC8-DF3C9EC74895}"/>
              </a:ext>
            </a:extLst>
          </p:cNvPr>
          <p:cNvSpPr>
            <a:spLocks noGrp="1"/>
          </p:cNvSpPr>
          <p:nvPr>
            <p:ph type="body" sz="quarter" idx="41" hasCustomPrompt="1"/>
          </p:nvPr>
        </p:nvSpPr>
        <p:spPr>
          <a:xfrm>
            <a:off x="1112441" y="5840327"/>
            <a:ext cx="3633266" cy="507526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31" name="Text Placeholder 21">
            <a:extLst>
              <a:ext uri="{FF2B5EF4-FFF2-40B4-BE49-F238E27FC236}">
                <a16:creationId xmlns:a16="http://schemas.microsoft.com/office/drawing/2014/main" id="{CF181672-FCCE-ED51-44CD-B257A5102052}"/>
              </a:ext>
            </a:extLst>
          </p:cNvPr>
          <p:cNvSpPr>
            <a:spLocks noGrp="1"/>
          </p:cNvSpPr>
          <p:nvPr>
            <p:ph type="body" sz="quarter" idx="42" hasCustomPrompt="1"/>
          </p:nvPr>
        </p:nvSpPr>
        <p:spPr>
          <a:xfrm>
            <a:off x="6873479" y="5840328"/>
            <a:ext cx="3633266" cy="504415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32" name="Text Placeholder 21">
            <a:extLst>
              <a:ext uri="{FF2B5EF4-FFF2-40B4-BE49-F238E27FC236}">
                <a16:creationId xmlns:a16="http://schemas.microsoft.com/office/drawing/2014/main" id="{C4E37429-91F7-9872-16AB-E9D998B9B034}"/>
              </a:ext>
            </a:extLst>
          </p:cNvPr>
          <p:cNvSpPr>
            <a:spLocks noGrp="1"/>
          </p:cNvSpPr>
          <p:nvPr>
            <p:ph type="body" sz="quarter" idx="43" hasCustomPrompt="1"/>
          </p:nvPr>
        </p:nvSpPr>
        <p:spPr>
          <a:xfrm>
            <a:off x="334965" y="5840327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7.</a:t>
            </a:r>
            <a:endParaRPr lang="pt-BR"/>
          </a:p>
        </p:txBody>
      </p:sp>
      <p:sp>
        <p:nvSpPr>
          <p:cNvPr id="33" name="Text Placeholder 21">
            <a:extLst>
              <a:ext uri="{FF2B5EF4-FFF2-40B4-BE49-F238E27FC236}">
                <a16:creationId xmlns:a16="http://schemas.microsoft.com/office/drawing/2014/main" id="{996E1AEB-6FC0-93DB-7162-B62353FB6F67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6096003" y="5840327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14.</a:t>
            </a:r>
            <a:endParaRPr lang="pt-BR"/>
          </a:p>
        </p:txBody>
      </p:sp>
      <p:sp>
        <p:nvSpPr>
          <p:cNvPr id="3" name="Picture 8">
            <a:extLst>
              <a:ext uri="{FF2B5EF4-FFF2-40B4-BE49-F238E27FC236}">
                <a16:creationId xmlns:a16="http://schemas.microsoft.com/office/drawing/2014/main" id="{40D4B1AE-2876-9D52-23DD-7F3F7CBFA259}"/>
              </a:ext>
            </a:extLst>
          </p:cNvPr>
          <p:cNvSpPr/>
          <p:nvPr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/>
          </a:p>
        </p:txBody>
      </p:sp>
      <p:cxnSp>
        <p:nvCxnSpPr>
          <p:cNvPr id="2" name="Straight Connector 1">
            <a:extLst>
              <a:ext uri="{FF2B5EF4-FFF2-40B4-BE49-F238E27FC236}">
                <a16:creationId xmlns:a16="http://schemas.microsoft.com/office/drawing/2014/main" id="{17D24408-FB74-1089-B433-0DF2980CDC98}"/>
              </a:ext>
            </a:extLst>
          </p:cNvPr>
          <p:cNvCxnSpPr>
            <a:cxnSpLocks/>
          </p:cNvCxnSpPr>
          <p:nvPr/>
        </p:nvCxnSpPr>
        <p:spPr>
          <a:xfrm>
            <a:off x="2" y="169333"/>
            <a:ext cx="12229571" cy="0"/>
          </a:xfrm>
          <a:prstGeom prst="line">
            <a:avLst/>
          </a:prstGeom>
          <a:ln w="1905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object 4">
            <a:extLst>
              <a:ext uri="{FF2B5EF4-FFF2-40B4-BE49-F238E27FC236}">
                <a16:creationId xmlns:a16="http://schemas.microsoft.com/office/drawing/2014/main" id="{D7C5E417-B862-B520-5604-54C31C0F7237}"/>
              </a:ext>
            </a:extLst>
          </p:cNvPr>
          <p:cNvSpPr/>
          <p:nvPr/>
        </p:nvSpPr>
        <p:spPr>
          <a:xfrm rot="10247908" flipH="1">
            <a:off x="4106509" y="-4146683"/>
            <a:ext cx="8001039" cy="5749648"/>
          </a:xfrm>
          <a:custGeom>
            <a:avLst/>
            <a:gdLst>
              <a:gd name="connsiteX0" fmla="*/ 0 w 13940157"/>
              <a:gd name="connsiteY0" fmla="*/ 9200719 h 9456078"/>
              <a:gd name="connsiteX1" fmla="*/ 781360 w 13940157"/>
              <a:gd name="connsiteY1" fmla="*/ 9456078 h 9456078"/>
              <a:gd name="connsiteX2" fmla="*/ 831337 w 13940157"/>
              <a:gd name="connsiteY2" fmla="*/ 9455836 h 9456078"/>
              <a:gd name="connsiteX3" fmla="*/ 881253 w 13940157"/>
              <a:gd name="connsiteY3" fmla="*/ 9455111 h 9456078"/>
              <a:gd name="connsiteX4" fmla="*/ 931102 w 13940157"/>
              <a:gd name="connsiteY4" fmla="*/ 9453904 h 9456078"/>
              <a:gd name="connsiteX5" fmla="*/ 980884 w 13940157"/>
              <a:gd name="connsiteY5" fmla="*/ 9452217 h 9456078"/>
              <a:gd name="connsiteX6" fmla="*/ 1030594 w 13940157"/>
              <a:gd name="connsiteY6" fmla="*/ 9450052 h 9456078"/>
              <a:gd name="connsiteX7" fmla="*/ 1080230 w 13940157"/>
              <a:gd name="connsiteY7" fmla="*/ 9447409 h 9456078"/>
              <a:gd name="connsiteX8" fmla="*/ 1129789 w 13940157"/>
              <a:gd name="connsiteY8" fmla="*/ 9444290 h 9456078"/>
              <a:gd name="connsiteX9" fmla="*/ 1179267 w 13940157"/>
              <a:gd name="connsiteY9" fmla="*/ 9440698 h 9456078"/>
              <a:gd name="connsiteX10" fmla="*/ 1228662 w 13940157"/>
              <a:gd name="connsiteY10" fmla="*/ 9436632 h 9456078"/>
              <a:gd name="connsiteX11" fmla="*/ 1277970 w 13940157"/>
              <a:gd name="connsiteY11" fmla="*/ 9432096 h 9456078"/>
              <a:gd name="connsiteX12" fmla="*/ 1327189 w 13940157"/>
              <a:gd name="connsiteY12" fmla="*/ 9427089 h 9456078"/>
              <a:gd name="connsiteX13" fmla="*/ 1376316 w 13940157"/>
              <a:gd name="connsiteY13" fmla="*/ 9421615 h 9456078"/>
              <a:gd name="connsiteX14" fmla="*/ 1425347 w 13940157"/>
              <a:gd name="connsiteY14" fmla="*/ 9415673 h 9456078"/>
              <a:gd name="connsiteX15" fmla="*/ 1474280 w 13940157"/>
              <a:gd name="connsiteY15" fmla="*/ 9409267 h 9456078"/>
              <a:gd name="connsiteX16" fmla="*/ 1523111 w 13940157"/>
              <a:gd name="connsiteY16" fmla="*/ 9402396 h 9456078"/>
              <a:gd name="connsiteX17" fmla="*/ 1571838 w 13940157"/>
              <a:gd name="connsiteY17" fmla="*/ 9395063 h 9456078"/>
              <a:gd name="connsiteX18" fmla="*/ 1620458 w 13940157"/>
              <a:gd name="connsiteY18" fmla="*/ 9387270 h 9456078"/>
              <a:gd name="connsiteX19" fmla="*/ 1668967 w 13940157"/>
              <a:gd name="connsiteY19" fmla="*/ 9379017 h 9456078"/>
              <a:gd name="connsiteX20" fmla="*/ 1717362 w 13940157"/>
              <a:gd name="connsiteY20" fmla="*/ 9370306 h 9456078"/>
              <a:gd name="connsiteX21" fmla="*/ 1765641 w 13940157"/>
              <a:gd name="connsiteY21" fmla="*/ 9361139 h 9456078"/>
              <a:gd name="connsiteX22" fmla="*/ 1813800 w 13940157"/>
              <a:gd name="connsiteY22" fmla="*/ 9351517 h 9456078"/>
              <a:gd name="connsiteX23" fmla="*/ 1861837 w 13940157"/>
              <a:gd name="connsiteY23" fmla="*/ 9341441 h 9456078"/>
              <a:gd name="connsiteX24" fmla="*/ 1909749 w 13940157"/>
              <a:gd name="connsiteY24" fmla="*/ 9330914 h 9456078"/>
              <a:gd name="connsiteX25" fmla="*/ 1957532 w 13940157"/>
              <a:gd name="connsiteY25" fmla="*/ 9319936 h 9456078"/>
              <a:gd name="connsiteX26" fmla="*/ 2005183 w 13940157"/>
              <a:gd name="connsiteY26" fmla="*/ 9308509 h 9456078"/>
              <a:gd name="connsiteX27" fmla="*/ 2052699 w 13940157"/>
              <a:gd name="connsiteY27" fmla="*/ 9296635 h 9456078"/>
              <a:gd name="connsiteX28" fmla="*/ 2100079 w 13940157"/>
              <a:gd name="connsiteY28" fmla="*/ 9284315 h 9456078"/>
              <a:gd name="connsiteX29" fmla="*/ 2147317 w 13940157"/>
              <a:gd name="connsiteY29" fmla="*/ 9271550 h 9456078"/>
              <a:gd name="connsiteX30" fmla="*/ 2194412 w 13940157"/>
              <a:gd name="connsiteY30" fmla="*/ 9258342 h 9456078"/>
              <a:gd name="connsiteX31" fmla="*/ 2241360 w 13940157"/>
              <a:gd name="connsiteY31" fmla="*/ 9244693 h 9456078"/>
              <a:gd name="connsiteX32" fmla="*/ 2288159 w 13940157"/>
              <a:gd name="connsiteY32" fmla="*/ 9230604 h 9456078"/>
              <a:gd name="connsiteX33" fmla="*/ 2334805 w 13940157"/>
              <a:gd name="connsiteY33" fmla="*/ 9216076 h 9456078"/>
              <a:gd name="connsiteX34" fmla="*/ 2381295 w 13940157"/>
              <a:gd name="connsiteY34" fmla="*/ 9201111 h 9456078"/>
              <a:gd name="connsiteX35" fmla="*/ 2427627 w 13940157"/>
              <a:gd name="connsiteY35" fmla="*/ 9185710 h 9456078"/>
              <a:gd name="connsiteX36" fmla="*/ 2473797 w 13940157"/>
              <a:gd name="connsiteY36" fmla="*/ 9169876 h 9456078"/>
              <a:gd name="connsiteX37" fmla="*/ 2519802 w 13940157"/>
              <a:gd name="connsiteY37" fmla="*/ 9153608 h 9456078"/>
              <a:gd name="connsiteX38" fmla="*/ 2565640 w 13940157"/>
              <a:gd name="connsiteY38" fmla="*/ 9136910 h 9456078"/>
              <a:gd name="connsiteX39" fmla="*/ 2611307 w 13940157"/>
              <a:gd name="connsiteY39" fmla="*/ 9119782 h 9456078"/>
              <a:gd name="connsiteX40" fmla="*/ 2656800 w 13940157"/>
              <a:gd name="connsiteY40" fmla="*/ 9102226 h 9456078"/>
              <a:gd name="connsiteX41" fmla="*/ 2702116 w 13940157"/>
              <a:gd name="connsiteY41" fmla="*/ 9084243 h 9456078"/>
              <a:gd name="connsiteX42" fmla="*/ 2747253 w 13940157"/>
              <a:gd name="connsiteY42" fmla="*/ 9065835 h 9456078"/>
              <a:gd name="connsiteX43" fmla="*/ 2792207 w 13940157"/>
              <a:gd name="connsiteY43" fmla="*/ 9047004 h 9456078"/>
              <a:gd name="connsiteX44" fmla="*/ 2836975 w 13940157"/>
              <a:gd name="connsiteY44" fmla="*/ 9027750 h 9456078"/>
              <a:gd name="connsiteX45" fmla="*/ 2881555 w 13940157"/>
              <a:gd name="connsiteY45" fmla="*/ 9008075 h 9456078"/>
              <a:gd name="connsiteX46" fmla="*/ 2925942 w 13940157"/>
              <a:gd name="connsiteY46" fmla="*/ 8987981 h 9456078"/>
              <a:gd name="connsiteX47" fmla="*/ 2970135 w 13940157"/>
              <a:gd name="connsiteY47" fmla="*/ 8967470 h 9456078"/>
              <a:gd name="connsiteX48" fmla="*/ 3014130 w 13940157"/>
              <a:gd name="connsiteY48" fmla="*/ 8946542 h 9456078"/>
              <a:gd name="connsiteX49" fmla="*/ 3057924 w 13940157"/>
              <a:gd name="connsiteY49" fmla="*/ 8925199 h 9456078"/>
              <a:gd name="connsiteX50" fmla="*/ 3101514 w 13940157"/>
              <a:gd name="connsiteY50" fmla="*/ 8903443 h 9456078"/>
              <a:gd name="connsiteX51" fmla="*/ 3144898 w 13940157"/>
              <a:gd name="connsiteY51" fmla="*/ 8881275 h 9456078"/>
              <a:gd name="connsiteX52" fmla="*/ 3188071 w 13940157"/>
              <a:gd name="connsiteY52" fmla="*/ 8858697 h 9456078"/>
              <a:gd name="connsiteX53" fmla="*/ 3231032 w 13940157"/>
              <a:gd name="connsiteY53" fmla="*/ 8835710 h 9456078"/>
              <a:gd name="connsiteX54" fmla="*/ 3273777 w 13940157"/>
              <a:gd name="connsiteY54" fmla="*/ 8812316 h 9456078"/>
              <a:gd name="connsiteX55" fmla="*/ 3316303 w 13940157"/>
              <a:gd name="connsiteY55" fmla="*/ 8788516 h 9456078"/>
              <a:gd name="connsiteX56" fmla="*/ 3358607 w 13940157"/>
              <a:gd name="connsiteY56" fmla="*/ 8764311 h 9456078"/>
              <a:gd name="connsiteX57" fmla="*/ 3400686 w 13940157"/>
              <a:gd name="connsiteY57" fmla="*/ 8739704 h 9456078"/>
              <a:gd name="connsiteX58" fmla="*/ 3442537 w 13940157"/>
              <a:gd name="connsiteY58" fmla="*/ 8714695 h 9456078"/>
              <a:gd name="connsiteX59" fmla="*/ 3484157 w 13940157"/>
              <a:gd name="connsiteY59" fmla="*/ 8689286 h 9456078"/>
              <a:gd name="connsiteX60" fmla="*/ 3525543 w 13940157"/>
              <a:gd name="connsiteY60" fmla="*/ 8663479 h 9456078"/>
              <a:gd name="connsiteX61" fmla="*/ 3566693 w 13940157"/>
              <a:gd name="connsiteY61" fmla="*/ 8637274 h 9456078"/>
              <a:gd name="connsiteX62" fmla="*/ 3607602 w 13940157"/>
              <a:gd name="connsiteY62" fmla="*/ 8610675 h 9456078"/>
              <a:gd name="connsiteX63" fmla="*/ 3648268 w 13940157"/>
              <a:gd name="connsiteY63" fmla="*/ 8583681 h 9456078"/>
              <a:gd name="connsiteX64" fmla="*/ 3688689 w 13940157"/>
              <a:gd name="connsiteY64" fmla="*/ 8556295 h 9456078"/>
              <a:gd name="connsiteX65" fmla="*/ 3728860 w 13940157"/>
              <a:gd name="connsiteY65" fmla="*/ 8528517 h 9456078"/>
              <a:gd name="connsiteX66" fmla="*/ 3768779 w 13940157"/>
              <a:gd name="connsiteY66" fmla="*/ 8500351 h 9456078"/>
              <a:gd name="connsiteX67" fmla="*/ 3808443 w 13940157"/>
              <a:gd name="connsiteY67" fmla="*/ 8471796 h 9456078"/>
              <a:gd name="connsiteX68" fmla="*/ 3847849 w 13940157"/>
              <a:gd name="connsiteY68" fmla="*/ 8442854 h 9456078"/>
              <a:gd name="connsiteX69" fmla="*/ 3886994 w 13940157"/>
              <a:gd name="connsiteY69" fmla="*/ 8413528 h 9456078"/>
              <a:gd name="connsiteX70" fmla="*/ 3925875 w 13940157"/>
              <a:gd name="connsiteY70" fmla="*/ 8383818 h 9456078"/>
              <a:gd name="connsiteX71" fmla="*/ 3964489 w 13940157"/>
              <a:gd name="connsiteY71" fmla="*/ 8353726 h 9456078"/>
              <a:gd name="connsiteX72" fmla="*/ 4002833 w 13940157"/>
              <a:gd name="connsiteY72" fmla="*/ 8323253 h 9456078"/>
              <a:gd name="connsiteX73" fmla="*/ 4040904 w 13940157"/>
              <a:gd name="connsiteY73" fmla="*/ 8292401 h 9456078"/>
              <a:gd name="connsiteX74" fmla="*/ 4078699 w 13940157"/>
              <a:gd name="connsiteY74" fmla="*/ 8261172 h 9456078"/>
              <a:gd name="connsiteX75" fmla="*/ 4116214 w 13940157"/>
              <a:gd name="connsiteY75" fmla="*/ 8229566 h 9456078"/>
              <a:gd name="connsiteX76" fmla="*/ 4153447 w 13940157"/>
              <a:gd name="connsiteY76" fmla="*/ 8197585 h 9456078"/>
              <a:gd name="connsiteX77" fmla="*/ 4190395 w 13940157"/>
              <a:gd name="connsiteY77" fmla="*/ 8165232 h 9456078"/>
              <a:gd name="connsiteX78" fmla="*/ 4227055 w 13940157"/>
              <a:gd name="connsiteY78" fmla="*/ 8132507 h 9456078"/>
              <a:gd name="connsiteX79" fmla="*/ 4263424 w 13940157"/>
              <a:gd name="connsiteY79" fmla="*/ 8099411 h 9456078"/>
              <a:gd name="connsiteX80" fmla="*/ 4299499 w 13940157"/>
              <a:gd name="connsiteY80" fmla="*/ 8065947 h 9456078"/>
              <a:gd name="connsiteX81" fmla="*/ 4335276 w 13940157"/>
              <a:gd name="connsiteY81" fmla="*/ 8032115 h 9456078"/>
              <a:gd name="connsiteX82" fmla="*/ 4370753 w 13940157"/>
              <a:gd name="connsiteY82" fmla="*/ 7997918 h 9456078"/>
              <a:gd name="connsiteX83" fmla="*/ 4405927 w 13940157"/>
              <a:gd name="connsiteY83" fmla="*/ 7963356 h 9456078"/>
              <a:gd name="connsiteX84" fmla="*/ 4440795 w 13940157"/>
              <a:gd name="connsiteY84" fmla="*/ 7928432 h 9456078"/>
              <a:gd name="connsiteX85" fmla="*/ 4475354 w 13940157"/>
              <a:gd name="connsiteY85" fmla="*/ 7893146 h 9456078"/>
              <a:gd name="connsiteX86" fmla="*/ 4509600 w 13940157"/>
              <a:gd name="connsiteY86" fmla="*/ 7857501 h 9456078"/>
              <a:gd name="connsiteX87" fmla="*/ 4543531 w 13940157"/>
              <a:gd name="connsiteY87" fmla="*/ 7821497 h 9456078"/>
              <a:gd name="connsiteX88" fmla="*/ 4577143 w 13940157"/>
              <a:gd name="connsiteY88" fmla="*/ 7785136 h 9456078"/>
              <a:gd name="connsiteX89" fmla="*/ 4610435 w 13940157"/>
              <a:gd name="connsiteY89" fmla="*/ 7748420 h 9456078"/>
              <a:gd name="connsiteX90" fmla="*/ 4643402 w 13940157"/>
              <a:gd name="connsiteY90" fmla="*/ 7711350 h 9456078"/>
              <a:gd name="connsiteX91" fmla="*/ 4676042 w 13940157"/>
              <a:gd name="connsiteY91" fmla="*/ 7673928 h 9456078"/>
              <a:gd name="connsiteX92" fmla="*/ 4708351 w 13940157"/>
              <a:gd name="connsiteY92" fmla="*/ 7636155 h 9456078"/>
              <a:gd name="connsiteX93" fmla="*/ 4740327 w 13940157"/>
              <a:gd name="connsiteY93" fmla="*/ 7598032 h 9456078"/>
              <a:gd name="connsiteX94" fmla="*/ 4771967 w 13940157"/>
              <a:gd name="connsiteY94" fmla="*/ 7559561 h 9456078"/>
              <a:gd name="connsiteX95" fmla="*/ 4803267 w 13940157"/>
              <a:gd name="connsiteY95" fmla="*/ 7520744 h 9456078"/>
              <a:gd name="connsiteX96" fmla="*/ 4834225 w 13940157"/>
              <a:gd name="connsiteY96" fmla="*/ 7481582 h 9456078"/>
              <a:gd name="connsiteX97" fmla="*/ 4864838 w 13940157"/>
              <a:gd name="connsiteY97" fmla="*/ 7442077 h 9456078"/>
              <a:gd name="connsiteX98" fmla="*/ 8803671 w 13940157"/>
              <a:gd name="connsiteY98" fmla="*/ 2307814 h 9456078"/>
              <a:gd name="connsiteX99" fmla="*/ 8834262 w 13940157"/>
              <a:gd name="connsiteY99" fmla="*/ 2268285 h 9456078"/>
              <a:gd name="connsiteX100" fmla="*/ 8865156 w 13940157"/>
              <a:gd name="connsiteY100" fmla="*/ 2229056 h 9456078"/>
              <a:gd name="connsiteX101" fmla="*/ 8896349 w 13940157"/>
              <a:gd name="connsiteY101" fmla="*/ 2190127 h 9456078"/>
              <a:gd name="connsiteX102" fmla="*/ 8927839 w 13940157"/>
              <a:gd name="connsiteY102" fmla="*/ 2151500 h 9456078"/>
              <a:gd name="connsiteX103" fmla="*/ 8959624 w 13940157"/>
              <a:gd name="connsiteY103" fmla="*/ 2113176 h 9456078"/>
              <a:gd name="connsiteX104" fmla="*/ 8991701 w 13940157"/>
              <a:gd name="connsiteY104" fmla="*/ 2075157 h 9456078"/>
              <a:gd name="connsiteX105" fmla="*/ 9024069 w 13940157"/>
              <a:gd name="connsiteY105" fmla="*/ 2037442 h 9456078"/>
              <a:gd name="connsiteX106" fmla="*/ 9056725 w 13940157"/>
              <a:gd name="connsiteY106" fmla="*/ 2000034 h 9456078"/>
              <a:gd name="connsiteX107" fmla="*/ 9089667 w 13940157"/>
              <a:gd name="connsiteY107" fmla="*/ 1962934 h 9456078"/>
              <a:gd name="connsiteX108" fmla="*/ 9122892 w 13940157"/>
              <a:gd name="connsiteY108" fmla="*/ 1926142 h 9456078"/>
              <a:gd name="connsiteX109" fmla="*/ 9156398 w 13940157"/>
              <a:gd name="connsiteY109" fmla="*/ 1889660 h 9456078"/>
              <a:gd name="connsiteX110" fmla="*/ 9190183 w 13940157"/>
              <a:gd name="connsiteY110" fmla="*/ 1853489 h 9456078"/>
              <a:gd name="connsiteX111" fmla="*/ 9224245 w 13940157"/>
              <a:gd name="connsiteY111" fmla="*/ 1817630 h 9456078"/>
              <a:gd name="connsiteX112" fmla="*/ 9258581 w 13940157"/>
              <a:gd name="connsiteY112" fmla="*/ 1782084 h 9456078"/>
              <a:gd name="connsiteX113" fmla="*/ 9293189 w 13940157"/>
              <a:gd name="connsiteY113" fmla="*/ 1746853 h 9456078"/>
              <a:gd name="connsiteX114" fmla="*/ 9328066 w 13940157"/>
              <a:gd name="connsiteY114" fmla="*/ 1711937 h 9456078"/>
              <a:gd name="connsiteX115" fmla="*/ 9363211 w 13940157"/>
              <a:gd name="connsiteY115" fmla="*/ 1677337 h 9456078"/>
              <a:gd name="connsiteX116" fmla="*/ 9398621 w 13940157"/>
              <a:gd name="connsiteY116" fmla="*/ 1643056 h 9456078"/>
              <a:gd name="connsiteX117" fmla="*/ 9434294 w 13940157"/>
              <a:gd name="connsiteY117" fmla="*/ 1609093 h 9456078"/>
              <a:gd name="connsiteX118" fmla="*/ 9470227 w 13940157"/>
              <a:gd name="connsiteY118" fmla="*/ 1575450 h 9456078"/>
              <a:gd name="connsiteX119" fmla="*/ 9506418 w 13940157"/>
              <a:gd name="connsiteY119" fmla="*/ 1542128 h 9456078"/>
              <a:gd name="connsiteX120" fmla="*/ 9542866 w 13940157"/>
              <a:gd name="connsiteY120" fmla="*/ 1509129 h 9456078"/>
              <a:gd name="connsiteX121" fmla="*/ 9579567 w 13940157"/>
              <a:gd name="connsiteY121" fmla="*/ 1476452 h 9456078"/>
              <a:gd name="connsiteX122" fmla="*/ 9616519 w 13940157"/>
              <a:gd name="connsiteY122" fmla="*/ 1444101 h 9456078"/>
              <a:gd name="connsiteX123" fmla="*/ 9653720 w 13940157"/>
              <a:gd name="connsiteY123" fmla="*/ 1412075 h 9456078"/>
              <a:gd name="connsiteX124" fmla="*/ 9691168 w 13940157"/>
              <a:gd name="connsiteY124" fmla="*/ 1380375 h 9456078"/>
              <a:gd name="connsiteX125" fmla="*/ 9728861 w 13940157"/>
              <a:gd name="connsiteY125" fmla="*/ 1349004 h 9456078"/>
              <a:gd name="connsiteX126" fmla="*/ 9766795 w 13940157"/>
              <a:gd name="connsiteY126" fmla="*/ 1317962 h 9456078"/>
              <a:gd name="connsiteX127" fmla="*/ 9804970 w 13940157"/>
              <a:gd name="connsiteY127" fmla="*/ 1287250 h 9456078"/>
              <a:gd name="connsiteX128" fmla="*/ 9843382 w 13940157"/>
              <a:gd name="connsiteY128" fmla="*/ 1256869 h 9456078"/>
              <a:gd name="connsiteX129" fmla="*/ 9882029 w 13940157"/>
              <a:gd name="connsiteY129" fmla="*/ 1226820 h 9456078"/>
              <a:gd name="connsiteX130" fmla="*/ 9920909 w 13940157"/>
              <a:gd name="connsiteY130" fmla="*/ 1197105 h 9456078"/>
              <a:gd name="connsiteX131" fmla="*/ 9960020 w 13940157"/>
              <a:gd name="connsiteY131" fmla="*/ 1167725 h 9456078"/>
              <a:gd name="connsiteX132" fmla="*/ 9999359 w 13940157"/>
              <a:gd name="connsiteY132" fmla="*/ 1138681 h 9456078"/>
              <a:gd name="connsiteX133" fmla="*/ 10038924 w 13940157"/>
              <a:gd name="connsiteY133" fmla="*/ 1109974 h 9456078"/>
              <a:gd name="connsiteX134" fmla="*/ 10078713 w 13940157"/>
              <a:gd name="connsiteY134" fmla="*/ 1081604 h 9456078"/>
              <a:gd name="connsiteX135" fmla="*/ 10118724 w 13940157"/>
              <a:gd name="connsiteY135" fmla="*/ 1053574 h 9456078"/>
              <a:gd name="connsiteX136" fmla="*/ 10158954 w 13940157"/>
              <a:gd name="connsiteY136" fmla="*/ 1025884 h 9456078"/>
              <a:gd name="connsiteX137" fmla="*/ 10199400 w 13940157"/>
              <a:gd name="connsiteY137" fmla="*/ 998536 h 9456078"/>
              <a:gd name="connsiteX138" fmla="*/ 10240062 w 13940157"/>
              <a:gd name="connsiteY138" fmla="*/ 971530 h 9456078"/>
              <a:gd name="connsiteX139" fmla="*/ 10280935 w 13940157"/>
              <a:gd name="connsiteY139" fmla="*/ 944868 h 9456078"/>
              <a:gd name="connsiteX140" fmla="*/ 10322019 w 13940157"/>
              <a:gd name="connsiteY140" fmla="*/ 918551 h 9456078"/>
              <a:gd name="connsiteX141" fmla="*/ 10363310 w 13940157"/>
              <a:gd name="connsiteY141" fmla="*/ 892580 h 9456078"/>
              <a:gd name="connsiteX142" fmla="*/ 10404807 w 13940157"/>
              <a:gd name="connsiteY142" fmla="*/ 866956 h 9456078"/>
              <a:gd name="connsiteX143" fmla="*/ 10446507 w 13940157"/>
              <a:gd name="connsiteY143" fmla="*/ 841681 h 9456078"/>
              <a:gd name="connsiteX144" fmla="*/ 10488408 w 13940157"/>
              <a:gd name="connsiteY144" fmla="*/ 816754 h 9456078"/>
              <a:gd name="connsiteX145" fmla="*/ 10530507 w 13940157"/>
              <a:gd name="connsiteY145" fmla="*/ 792179 h 9456078"/>
              <a:gd name="connsiteX146" fmla="*/ 10572803 w 13940157"/>
              <a:gd name="connsiteY146" fmla="*/ 767955 h 9456078"/>
              <a:gd name="connsiteX147" fmla="*/ 10615292 w 13940157"/>
              <a:gd name="connsiteY147" fmla="*/ 744083 h 9456078"/>
              <a:gd name="connsiteX148" fmla="*/ 10657973 w 13940157"/>
              <a:gd name="connsiteY148" fmla="*/ 720566 h 9456078"/>
              <a:gd name="connsiteX149" fmla="*/ 10700844 w 13940157"/>
              <a:gd name="connsiteY149" fmla="*/ 697404 h 9456078"/>
              <a:gd name="connsiteX150" fmla="*/ 10743902 w 13940157"/>
              <a:gd name="connsiteY150" fmla="*/ 674598 h 9456078"/>
              <a:gd name="connsiteX151" fmla="*/ 10787144 w 13940157"/>
              <a:gd name="connsiteY151" fmla="*/ 652149 h 9456078"/>
              <a:gd name="connsiteX152" fmla="*/ 10830569 w 13940157"/>
              <a:gd name="connsiteY152" fmla="*/ 630059 h 9456078"/>
              <a:gd name="connsiteX153" fmla="*/ 10874174 w 13940157"/>
              <a:gd name="connsiteY153" fmla="*/ 608328 h 9456078"/>
              <a:gd name="connsiteX154" fmla="*/ 10917957 w 13940157"/>
              <a:gd name="connsiteY154" fmla="*/ 586958 h 9456078"/>
              <a:gd name="connsiteX155" fmla="*/ 10961916 w 13940157"/>
              <a:gd name="connsiteY155" fmla="*/ 565950 h 9456078"/>
              <a:gd name="connsiteX156" fmla="*/ 11006048 w 13940157"/>
              <a:gd name="connsiteY156" fmla="*/ 545304 h 9456078"/>
              <a:gd name="connsiteX157" fmla="*/ 11050351 w 13940157"/>
              <a:gd name="connsiteY157" fmla="*/ 525023 h 9456078"/>
              <a:gd name="connsiteX158" fmla="*/ 11094823 w 13940157"/>
              <a:gd name="connsiteY158" fmla="*/ 505107 h 9456078"/>
              <a:gd name="connsiteX159" fmla="*/ 11139461 w 13940157"/>
              <a:gd name="connsiteY159" fmla="*/ 485558 h 9456078"/>
              <a:gd name="connsiteX160" fmla="*/ 11184263 w 13940157"/>
              <a:gd name="connsiteY160" fmla="*/ 466376 h 9456078"/>
              <a:gd name="connsiteX161" fmla="*/ 11229228 w 13940157"/>
              <a:gd name="connsiteY161" fmla="*/ 447563 h 9456078"/>
              <a:gd name="connsiteX162" fmla="*/ 11274351 w 13940157"/>
              <a:gd name="connsiteY162" fmla="*/ 429119 h 9456078"/>
              <a:gd name="connsiteX163" fmla="*/ 11319632 w 13940157"/>
              <a:gd name="connsiteY163" fmla="*/ 411046 h 9456078"/>
              <a:gd name="connsiteX164" fmla="*/ 11365068 w 13940157"/>
              <a:gd name="connsiteY164" fmla="*/ 393346 h 9456078"/>
              <a:gd name="connsiteX165" fmla="*/ 11410657 w 13940157"/>
              <a:gd name="connsiteY165" fmla="*/ 376018 h 9456078"/>
              <a:gd name="connsiteX166" fmla="*/ 11456396 w 13940157"/>
              <a:gd name="connsiteY166" fmla="*/ 359065 h 9456078"/>
              <a:gd name="connsiteX167" fmla="*/ 11502283 w 13940157"/>
              <a:gd name="connsiteY167" fmla="*/ 342487 h 9456078"/>
              <a:gd name="connsiteX168" fmla="*/ 11548316 w 13940157"/>
              <a:gd name="connsiteY168" fmla="*/ 326286 h 9456078"/>
              <a:gd name="connsiteX169" fmla="*/ 11594492 w 13940157"/>
              <a:gd name="connsiteY169" fmla="*/ 310462 h 9456078"/>
              <a:gd name="connsiteX170" fmla="*/ 11640810 w 13940157"/>
              <a:gd name="connsiteY170" fmla="*/ 295018 h 9456078"/>
              <a:gd name="connsiteX171" fmla="*/ 11687267 w 13940157"/>
              <a:gd name="connsiteY171" fmla="*/ 279953 h 9456078"/>
              <a:gd name="connsiteX172" fmla="*/ 11733860 w 13940157"/>
              <a:gd name="connsiteY172" fmla="*/ 265269 h 9456078"/>
              <a:gd name="connsiteX173" fmla="*/ 11780587 w 13940157"/>
              <a:gd name="connsiteY173" fmla="*/ 250968 h 9456078"/>
              <a:gd name="connsiteX174" fmla="*/ 11827447 w 13940157"/>
              <a:gd name="connsiteY174" fmla="*/ 237049 h 9456078"/>
              <a:gd name="connsiteX175" fmla="*/ 11874436 w 13940157"/>
              <a:gd name="connsiteY175" fmla="*/ 223516 h 9456078"/>
              <a:gd name="connsiteX176" fmla="*/ 11921553 w 13940157"/>
              <a:gd name="connsiteY176" fmla="*/ 210368 h 9456078"/>
              <a:gd name="connsiteX177" fmla="*/ 11968794 w 13940157"/>
              <a:gd name="connsiteY177" fmla="*/ 197606 h 9456078"/>
              <a:gd name="connsiteX178" fmla="*/ 12016159 w 13940157"/>
              <a:gd name="connsiteY178" fmla="*/ 185233 h 9456078"/>
              <a:gd name="connsiteX179" fmla="*/ 12063644 w 13940157"/>
              <a:gd name="connsiteY179" fmla="*/ 173248 h 9456078"/>
              <a:gd name="connsiteX180" fmla="*/ 12111248 w 13940157"/>
              <a:gd name="connsiteY180" fmla="*/ 161654 h 9456078"/>
              <a:gd name="connsiteX181" fmla="*/ 12158967 w 13940157"/>
              <a:gd name="connsiteY181" fmla="*/ 150451 h 9456078"/>
              <a:gd name="connsiteX182" fmla="*/ 12206800 w 13940157"/>
              <a:gd name="connsiteY182" fmla="*/ 139640 h 9456078"/>
              <a:gd name="connsiteX183" fmla="*/ 12254745 w 13940157"/>
              <a:gd name="connsiteY183" fmla="*/ 129223 h 9456078"/>
              <a:gd name="connsiteX184" fmla="*/ 12302799 w 13940157"/>
              <a:gd name="connsiteY184" fmla="*/ 119201 h 9456078"/>
              <a:gd name="connsiteX185" fmla="*/ 12350959 w 13940157"/>
              <a:gd name="connsiteY185" fmla="*/ 109574 h 9456078"/>
              <a:gd name="connsiteX186" fmla="*/ 12399224 w 13940157"/>
              <a:gd name="connsiteY186" fmla="*/ 100344 h 9456078"/>
              <a:gd name="connsiteX187" fmla="*/ 12447591 w 13940157"/>
              <a:gd name="connsiteY187" fmla="*/ 91512 h 9456078"/>
              <a:gd name="connsiteX188" fmla="*/ 12496058 w 13940157"/>
              <a:gd name="connsiteY188" fmla="*/ 83080 h 9456078"/>
              <a:gd name="connsiteX189" fmla="*/ 12544623 w 13940157"/>
              <a:gd name="connsiteY189" fmla="*/ 75047 h 9456078"/>
              <a:gd name="connsiteX190" fmla="*/ 12593283 w 13940157"/>
              <a:gd name="connsiteY190" fmla="*/ 67417 h 9456078"/>
              <a:gd name="connsiteX191" fmla="*/ 12642036 w 13940157"/>
              <a:gd name="connsiteY191" fmla="*/ 60188 h 9456078"/>
              <a:gd name="connsiteX192" fmla="*/ 12690879 w 13940157"/>
              <a:gd name="connsiteY192" fmla="*/ 53364 h 9456078"/>
              <a:gd name="connsiteX193" fmla="*/ 12739811 w 13940157"/>
              <a:gd name="connsiteY193" fmla="*/ 46944 h 9456078"/>
              <a:gd name="connsiteX194" fmla="*/ 12788830 w 13940157"/>
              <a:gd name="connsiteY194" fmla="*/ 40931 h 9456078"/>
              <a:gd name="connsiteX195" fmla="*/ 12837932 w 13940157"/>
              <a:gd name="connsiteY195" fmla="*/ 35324 h 9456078"/>
              <a:gd name="connsiteX196" fmla="*/ 12887116 w 13940157"/>
              <a:gd name="connsiteY196" fmla="*/ 30126 h 9456078"/>
              <a:gd name="connsiteX197" fmla="*/ 12936379 w 13940157"/>
              <a:gd name="connsiteY197" fmla="*/ 25337 h 9456078"/>
              <a:gd name="connsiteX198" fmla="*/ 12985719 w 13940157"/>
              <a:gd name="connsiteY198" fmla="*/ 20958 h 9456078"/>
              <a:gd name="connsiteX199" fmla="*/ 13035133 w 13940157"/>
              <a:gd name="connsiteY199" fmla="*/ 16991 h 9456078"/>
              <a:gd name="connsiteX200" fmla="*/ 13084620 w 13940157"/>
              <a:gd name="connsiteY200" fmla="*/ 13437 h 9456078"/>
              <a:gd name="connsiteX201" fmla="*/ 13134178 w 13940157"/>
              <a:gd name="connsiteY201" fmla="*/ 10297 h 9456078"/>
              <a:gd name="connsiteX202" fmla="*/ 13183803 w 13940157"/>
              <a:gd name="connsiteY202" fmla="*/ 7572 h 9456078"/>
              <a:gd name="connsiteX203" fmla="*/ 13233493 w 13940157"/>
              <a:gd name="connsiteY203" fmla="*/ 5263 h 9456078"/>
              <a:gd name="connsiteX204" fmla="*/ 13283247 w 13940157"/>
              <a:gd name="connsiteY204" fmla="*/ 3371 h 9456078"/>
              <a:gd name="connsiteX205" fmla="*/ 13333061 w 13940157"/>
              <a:gd name="connsiteY205" fmla="*/ 1898 h 9456078"/>
              <a:gd name="connsiteX206" fmla="*/ 13382934 w 13940157"/>
              <a:gd name="connsiteY206" fmla="*/ 844 h 9456078"/>
              <a:gd name="connsiteX207" fmla="*/ 13432864 w 13940157"/>
              <a:gd name="connsiteY207" fmla="*/ 211 h 9456078"/>
              <a:gd name="connsiteX208" fmla="*/ 13482847 w 13940157"/>
              <a:gd name="connsiteY208" fmla="*/ 0 h 9456078"/>
              <a:gd name="connsiteX209" fmla="*/ 13940158 w 13940157"/>
              <a:gd name="connsiteY209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49234 w 13158799"/>
              <a:gd name="connsiteY5" fmla="*/ 9450052 h 9456078"/>
              <a:gd name="connsiteX6" fmla="*/ 298870 w 13158799"/>
              <a:gd name="connsiteY6" fmla="*/ 9447409 h 9456078"/>
              <a:gd name="connsiteX7" fmla="*/ 348429 w 13158799"/>
              <a:gd name="connsiteY7" fmla="*/ 9444290 h 9456078"/>
              <a:gd name="connsiteX8" fmla="*/ 397907 w 13158799"/>
              <a:gd name="connsiteY8" fmla="*/ 9440698 h 9456078"/>
              <a:gd name="connsiteX9" fmla="*/ 447302 w 13158799"/>
              <a:gd name="connsiteY9" fmla="*/ 9436632 h 9456078"/>
              <a:gd name="connsiteX10" fmla="*/ 496610 w 13158799"/>
              <a:gd name="connsiteY10" fmla="*/ 9432096 h 9456078"/>
              <a:gd name="connsiteX11" fmla="*/ 545829 w 13158799"/>
              <a:gd name="connsiteY11" fmla="*/ 9427089 h 9456078"/>
              <a:gd name="connsiteX12" fmla="*/ 594956 w 13158799"/>
              <a:gd name="connsiteY12" fmla="*/ 9421615 h 9456078"/>
              <a:gd name="connsiteX13" fmla="*/ 643987 w 13158799"/>
              <a:gd name="connsiteY13" fmla="*/ 9415673 h 9456078"/>
              <a:gd name="connsiteX14" fmla="*/ 692920 w 13158799"/>
              <a:gd name="connsiteY14" fmla="*/ 9409267 h 9456078"/>
              <a:gd name="connsiteX15" fmla="*/ 741751 w 13158799"/>
              <a:gd name="connsiteY15" fmla="*/ 9402396 h 9456078"/>
              <a:gd name="connsiteX16" fmla="*/ 790478 w 13158799"/>
              <a:gd name="connsiteY16" fmla="*/ 9395063 h 9456078"/>
              <a:gd name="connsiteX17" fmla="*/ 839098 w 13158799"/>
              <a:gd name="connsiteY17" fmla="*/ 9387270 h 9456078"/>
              <a:gd name="connsiteX18" fmla="*/ 887607 w 13158799"/>
              <a:gd name="connsiteY18" fmla="*/ 9379017 h 9456078"/>
              <a:gd name="connsiteX19" fmla="*/ 936002 w 13158799"/>
              <a:gd name="connsiteY19" fmla="*/ 9370306 h 9456078"/>
              <a:gd name="connsiteX20" fmla="*/ 984281 w 13158799"/>
              <a:gd name="connsiteY20" fmla="*/ 9361139 h 9456078"/>
              <a:gd name="connsiteX21" fmla="*/ 1032440 w 13158799"/>
              <a:gd name="connsiteY21" fmla="*/ 9351517 h 9456078"/>
              <a:gd name="connsiteX22" fmla="*/ 1080477 w 13158799"/>
              <a:gd name="connsiteY22" fmla="*/ 9341441 h 9456078"/>
              <a:gd name="connsiteX23" fmla="*/ 1128389 w 13158799"/>
              <a:gd name="connsiteY23" fmla="*/ 9330914 h 9456078"/>
              <a:gd name="connsiteX24" fmla="*/ 1176172 w 13158799"/>
              <a:gd name="connsiteY24" fmla="*/ 9319936 h 9456078"/>
              <a:gd name="connsiteX25" fmla="*/ 1223823 w 13158799"/>
              <a:gd name="connsiteY25" fmla="*/ 9308509 h 9456078"/>
              <a:gd name="connsiteX26" fmla="*/ 1271339 w 13158799"/>
              <a:gd name="connsiteY26" fmla="*/ 9296635 h 9456078"/>
              <a:gd name="connsiteX27" fmla="*/ 1318719 w 13158799"/>
              <a:gd name="connsiteY27" fmla="*/ 9284315 h 9456078"/>
              <a:gd name="connsiteX28" fmla="*/ 1365957 w 13158799"/>
              <a:gd name="connsiteY28" fmla="*/ 9271550 h 9456078"/>
              <a:gd name="connsiteX29" fmla="*/ 1413052 w 13158799"/>
              <a:gd name="connsiteY29" fmla="*/ 9258342 h 9456078"/>
              <a:gd name="connsiteX30" fmla="*/ 1460000 w 13158799"/>
              <a:gd name="connsiteY30" fmla="*/ 9244693 h 9456078"/>
              <a:gd name="connsiteX31" fmla="*/ 1506799 w 13158799"/>
              <a:gd name="connsiteY31" fmla="*/ 9230604 h 9456078"/>
              <a:gd name="connsiteX32" fmla="*/ 1553445 w 13158799"/>
              <a:gd name="connsiteY32" fmla="*/ 9216076 h 9456078"/>
              <a:gd name="connsiteX33" fmla="*/ 1599935 w 13158799"/>
              <a:gd name="connsiteY33" fmla="*/ 9201111 h 9456078"/>
              <a:gd name="connsiteX34" fmla="*/ 1646267 w 13158799"/>
              <a:gd name="connsiteY34" fmla="*/ 9185710 h 9456078"/>
              <a:gd name="connsiteX35" fmla="*/ 1692437 w 13158799"/>
              <a:gd name="connsiteY35" fmla="*/ 9169876 h 9456078"/>
              <a:gd name="connsiteX36" fmla="*/ 1738442 w 13158799"/>
              <a:gd name="connsiteY36" fmla="*/ 9153608 h 9456078"/>
              <a:gd name="connsiteX37" fmla="*/ 1784280 w 13158799"/>
              <a:gd name="connsiteY37" fmla="*/ 9136910 h 9456078"/>
              <a:gd name="connsiteX38" fmla="*/ 1829947 w 13158799"/>
              <a:gd name="connsiteY38" fmla="*/ 9119782 h 9456078"/>
              <a:gd name="connsiteX39" fmla="*/ 1875440 w 13158799"/>
              <a:gd name="connsiteY39" fmla="*/ 9102226 h 9456078"/>
              <a:gd name="connsiteX40" fmla="*/ 1920756 w 13158799"/>
              <a:gd name="connsiteY40" fmla="*/ 9084243 h 9456078"/>
              <a:gd name="connsiteX41" fmla="*/ 1965893 w 13158799"/>
              <a:gd name="connsiteY41" fmla="*/ 9065835 h 9456078"/>
              <a:gd name="connsiteX42" fmla="*/ 2010847 w 13158799"/>
              <a:gd name="connsiteY42" fmla="*/ 9047004 h 9456078"/>
              <a:gd name="connsiteX43" fmla="*/ 2055615 w 13158799"/>
              <a:gd name="connsiteY43" fmla="*/ 9027750 h 9456078"/>
              <a:gd name="connsiteX44" fmla="*/ 2100195 w 13158799"/>
              <a:gd name="connsiteY44" fmla="*/ 9008075 h 9456078"/>
              <a:gd name="connsiteX45" fmla="*/ 2144582 w 13158799"/>
              <a:gd name="connsiteY45" fmla="*/ 8987981 h 9456078"/>
              <a:gd name="connsiteX46" fmla="*/ 2188775 w 13158799"/>
              <a:gd name="connsiteY46" fmla="*/ 8967470 h 9456078"/>
              <a:gd name="connsiteX47" fmla="*/ 2232770 w 13158799"/>
              <a:gd name="connsiteY47" fmla="*/ 8946542 h 9456078"/>
              <a:gd name="connsiteX48" fmla="*/ 2276564 w 13158799"/>
              <a:gd name="connsiteY48" fmla="*/ 8925199 h 9456078"/>
              <a:gd name="connsiteX49" fmla="*/ 2320154 w 13158799"/>
              <a:gd name="connsiteY49" fmla="*/ 8903443 h 9456078"/>
              <a:gd name="connsiteX50" fmla="*/ 2363538 w 13158799"/>
              <a:gd name="connsiteY50" fmla="*/ 8881275 h 9456078"/>
              <a:gd name="connsiteX51" fmla="*/ 2406711 w 13158799"/>
              <a:gd name="connsiteY51" fmla="*/ 8858697 h 9456078"/>
              <a:gd name="connsiteX52" fmla="*/ 2449672 w 13158799"/>
              <a:gd name="connsiteY52" fmla="*/ 8835710 h 9456078"/>
              <a:gd name="connsiteX53" fmla="*/ 2492417 w 13158799"/>
              <a:gd name="connsiteY53" fmla="*/ 8812316 h 9456078"/>
              <a:gd name="connsiteX54" fmla="*/ 2534943 w 13158799"/>
              <a:gd name="connsiteY54" fmla="*/ 8788516 h 9456078"/>
              <a:gd name="connsiteX55" fmla="*/ 2577247 w 13158799"/>
              <a:gd name="connsiteY55" fmla="*/ 8764311 h 9456078"/>
              <a:gd name="connsiteX56" fmla="*/ 2619326 w 13158799"/>
              <a:gd name="connsiteY56" fmla="*/ 8739704 h 9456078"/>
              <a:gd name="connsiteX57" fmla="*/ 2661177 w 13158799"/>
              <a:gd name="connsiteY57" fmla="*/ 8714695 h 9456078"/>
              <a:gd name="connsiteX58" fmla="*/ 2702797 w 13158799"/>
              <a:gd name="connsiteY58" fmla="*/ 8689286 h 9456078"/>
              <a:gd name="connsiteX59" fmla="*/ 2744183 w 13158799"/>
              <a:gd name="connsiteY59" fmla="*/ 8663479 h 9456078"/>
              <a:gd name="connsiteX60" fmla="*/ 2785333 w 13158799"/>
              <a:gd name="connsiteY60" fmla="*/ 8637274 h 9456078"/>
              <a:gd name="connsiteX61" fmla="*/ 2826242 w 13158799"/>
              <a:gd name="connsiteY61" fmla="*/ 8610675 h 9456078"/>
              <a:gd name="connsiteX62" fmla="*/ 2866908 w 13158799"/>
              <a:gd name="connsiteY62" fmla="*/ 8583681 h 9456078"/>
              <a:gd name="connsiteX63" fmla="*/ 2907329 w 13158799"/>
              <a:gd name="connsiteY63" fmla="*/ 8556295 h 9456078"/>
              <a:gd name="connsiteX64" fmla="*/ 2947500 w 13158799"/>
              <a:gd name="connsiteY64" fmla="*/ 8528517 h 9456078"/>
              <a:gd name="connsiteX65" fmla="*/ 2987419 w 13158799"/>
              <a:gd name="connsiteY65" fmla="*/ 8500351 h 9456078"/>
              <a:gd name="connsiteX66" fmla="*/ 3027083 w 13158799"/>
              <a:gd name="connsiteY66" fmla="*/ 8471796 h 9456078"/>
              <a:gd name="connsiteX67" fmla="*/ 3066489 w 13158799"/>
              <a:gd name="connsiteY67" fmla="*/ 8442854 h 9456078"/>
              <a:gd name="connsiteX68" fmla="*/ 3105634 w 13158799"/>
              <a:gd name="connsiteY68" fmla="*/ 8413528 h 9456078"/>
              <a:gd name="connsiteX69" fmla="*/ 3144515 w 13158799"/>
              <a:gd name="connsiteY69" fmla="*/ 8383818 h 9456078"/>
              <a:gd name="connsiteX70" fmla="*/ 3183129 w 13158799"/>
              <a:gd name="connsiteY70" fmla="*/ 8353726 h 9456078"/>
              <a:gd name="connsiteX71" fmla="*/ 3221473 w 13158799"/>
              <a:gd name="connsiteY71" fmla="*/ 8323253 h 9456078"/>
              <a:gd name="connsiteX72" fmla="*/ 3259544 w 13158799"/>
              <a:gd name="connsiteY72" fmla="*/ 8292401 h 9456078"/>
              <a:gd name="connsiteX73" fmla="*/ 3297339 w 13158799"/>
              <a:gd name="connsiteY73" fmla="*/ 8261172 h 9456078"/>
              <a:gd name="connsiteX74" fmla="*/ 3334854 w 13158799"/>
              <a:gd name="connsiteY74" fmla="*/ 8229566 h 9456078"/>
              <a:gd name="connsiteX75" fmla="*/ 3372087 w 13158799"/>
              <a:gd name="connsiteY75" fmla="*/ 8197585 h 9456078"/>
              <a:gd name="connsiteX76" fmla="*/ 3409035 w 13158799"/>
              <a:gd name="connsiteY76" fmla="*/ 8165232 h 9456078"/>
              <a:gd name="connsiteX77" fmla="*/ 3445695 w 13158799"/>
              <a:gd name="connsiteY77" fmla="*/ 8132507 h 9456078"/>
              <a:gd name="connsiteX78" fmla="*/ 3482064 w 13158799"/>
              <a:gd name="connsiteY78" fmla="*/ 8099411 h 9456078"/>
              <a:gd name="connsiteX79" fmla="*/ 3518139 w 13158799"/>
              <a:gd name="connsiteY79" fmla="*/ 8065947 h 9456078"/>
              <a:gd name="connsiteX80" fmla="*/ 3553916 w 13158799"/>
              <a:gd name="connsiteY80" fmla="*/ 8032115 h 9456078"/>
              <a:gd name="connsiteX81" fmla="*/ 3589393 w 13158799"/>
              <a:gd name="connsiteY81" fmla="*/ 7997918 h 9456078"/>
              <a:gd name="connsiteX82" fmla="*/ 3624567 w 13158799"/>
              <a:gd name="connsiteY82" fmla="*/ 7963356 h 9456078"/>
              <a:gd name="connsiteX83" fmla="*/ 3659435 w 13158799"/>
              <a:gd name="connsiteY83" fmla="*/ 7928432 h 9456078"/>
              <a:gd name="connsiteX84" fmla="*/ 3693994 w 13158799"/>
              <a:gd name="connsiteY84" fmla="*/ 7893146 h 9456078"/>
              <a:gd name="connsiteX85" fmla="*/ 3728240 w 13158799"/>
              <a:gd name="connsiteY85" fmla="*/ 7857501 h 9456078"/>
              <a:gd name="connsiteX86" fmla="*/ 3762171 w 13158799"/>
              <a:gd name="connsiteY86" fmla="*/ 7821497 h 9456078"/>
              <a:gd name="connsiteX87" fmla="*/ 3795783 w 13158799"/>
              <a:gd name="connsiteY87" fmla="*/ 7785136 h 9456078"/>
              <a:gd name="connsiteX88" fmla="*/ 3829075 w 13158799"/>
              <a:gd name="connsiteY88" fmla="*/ 7748420 h 9456078"/>
              <a:gd name="connsiteX89" fmla="*/ 3862042 w 13158799"/>
              <a:gd name="connsiteY89" fmla="*/ 7711350 h 9456078"/>
              <a:gd name="connsiteX90" fmla="*/ 3894682 w 13158799"/>
              <a:gd name="connsiteY90" fmla="*/ 7673928 h 9456078"/>
              <a:gd name="connsiteX91" fmla="*/ 3926991 w 13158799"/>
              <a:gd name="connsiteY91" fmla="*/ 7636155 h 9456078"/>
              <a:gd name="connsiteX92" fmla="*/ 3958967 w 13158799"/>
              <a:gd name="connsiteY92" fmla="*/ 7598032 h 9456078"/>
              <a:gd name="connsiteX93" fmla="*/ 3990607 w 13158799"/>
              <a:gd name="connsiteY93" fmla="*/ 7559561 h 9456078"/>
              <a:gd name="connsiteX94" fmla="*/ 4021907 w 13158799"/>
              <a:gd name="connsiteY94" fmla="*/ 7520744 h 9456078"/>
              <a:gd name="connsiteX95" fmla="*/ 4052865 w 13158799"/>
              <a:gd name="connsiteY95" fmla="*/ 7481582 h 9456078"/>
              <a:gd name="connsiteX96" fmla="*/ 4083478 w 13158799"/>
              <a:gd name="connsiteY96" fmla="*/ 7442077 h 9456078"/>
              <a:gd name="connsiteX97" fmla="*/ 8022311 w 13158799"/>
              <a:gd name="connsiteY97" fmla="*/ 2307814 h 9456078"/>
              <a:gd name="connsiteX98" fmla="*/ 8052902 w 13158799"/>
              <a:gd name="connsiteY98" fmla="*/ 2268285 h 9456078"/>
              <a:gd name="connsiteX99" fmla="*/ 8083796 w 13158799"/>
              <a:gd name="connsiteY99" fmla="*/ 2229056 h 9456078"/>
              <a:gd name="connsiteX100" fmla="*/ 8114989 w 13158799"/>
              <a:gd name="connsiteY100" fmla="*/ 2190127 h 9456078"/>
              <a:gd name="connsiteX101" fmla="*/ 8146479 w 13158799"/>
              <a:gd name="connsiteY101" fmla="*/ 2151500 h 9456078"/>
              <a:gd name="connsiteX102" fmla="*/ 8178264 w 13158799"/>
              <a:gd name="connsiteY102" fmla="*/ 2113176 h 9456078"/>
              <a:gd name="connsiteX103" fmla="*/ 8210341 w 13158799"/>
              <a:gd name="connsiteY103" fmla="*/ 2075157 h 9456078"/>
              <a:gd name="connsiteX104" fmla="*/ 8242709 w 13158799"/>
              <a:gd name="connsiteY104" fmla="*/ 2037442 h 9456078"/>
              <a:gd name="connsiteX105" fmla="*/ 8275365 w 13158799"/>
              <a:gd name="connsiteY105" fmla="*/ 2000034 h 9456078"/>
              <a:gd name="connsiteX106" fmla="*/ 8308307 w 13158799"/>
              <a:gd name="connsiteY106" fmla="*/ 1962934 h 9456078"/>
              <a:gd name="connsiteX107" fmla="*/ 8341532 w 13158799"/>
              <a:gd name="connsiteY107" fmla="*/ 1926142 h 9456078"/>
              <a:gd name="connsiteX108" fmla="*/ 8375038 w 13158799"/>
              <a:gd name="connsiteY108" fmla="*/ 1889660 h 9456078"/>
              <a:gd name="connsiteX109" fmla="*/ 8408823 w 13158799"/>
              <a:gd name="connsiteY109" fmla="*/ 1853489 h 9456078"/>
              <a:gd name="connsiteX110" fmla="*/ 8442885 w 13158799"/>
              <a:gd name="connsiteY110" fmla="*/ 1817630 h 9456078"/>
              <a:gd name="connsiteX111" fmla="*/ 8477221 w 13158799"/>
              <a:gd name="connsiteY111" fmla="*/ 1782084 h 9456078"/>
              <a:gd name="connsiteX112" fmla="*/ 8511829 w 13158799"/>
              <a:gd name="connsiteY112" fmla="*/ 1746853 h 9456078"/>
              <a:gd name="connsiteX113" fmla="*/ 8546706 w 13158799"/>
              <a:gd name="connsiteY113" fmla="*/ 1711937 h 9456078"/>
              <a:gd name="connsiteX114" fmla="*/ 8581851 w 13158799"/>
              <a:gd name="connsiteY114" fmla="*/ 1677337 h 9456078"/>
              <a:gd name="connsiteX115" fmla="*/ 8617261 w 13158799"/>
              <a:gd name="connsiteY115" fmla="*/ 1643056 h 9456078"/>
              <a:gd name="connsiteX116" fmla="*/ 8652934 w 13158799"/>
              <a:gd name="connsiteY116" fmla="*/ 1609093 h 9456078"/>
              <a:gd name="connsiteX117" fmla="*/ 8688867 w 13158799"/>
              <a:gd name="connsiteY117" fmla="*/ 1575450 h 9456078"/>
              <a:gd name="connsiteX118" fmla="*/ 8725058 w 13158799"/>
              <a:gd name="connsiteY118" fmla="*/ 1542128 h 9456078"/>
              <a:gd name="connsiteX119" fmla="*/ 8761506 w 13158799"/>
              <a:gd name="connsiteY119" fmla="*/ 1509129 h 9456078"/>
              <a:gd name="connsiteX120" fmla="*/ 8798207 w 13158799"/>
              <a:gd name="connsiteY120" fmla="*/ 1476452 h 9456078"/>
              <a:gd name="connsiteX121" fmla="*/ 8835159 w 13158799"/>
              <a:gd name="connsiteY121" fmla="*/ 1444101 h 9456078"/>
              <a:gd name="connsiteX122" fmla="*/ 8872360 w 13158799"/>
              <a:gd name="connsiteY122" fmla="*/ 1412075 h 9456078"/>
              <a:gd name="connsiteX123" fmla="*/ 8909808 w 13158799"/>
              <a:gd name="connsiteY123" fmla="*/ 1380375 h 9456078"/>
              <a:gd name="connsiteX124" fmla="*/ 8947501 w 13158799"/>
              <a:gd name="connsiteY124" fmla="*/ 1349004 h 9456078"/>
              <a:gd name="connsiteX125" fmla="*/ 8985435 w 13158799"/>
              <a:gd name="connsiteY125" fmla="*/ 1317962 h 9456078"/>
              <a:gd name="connsiteX126" fmla="*/ 9023610 w 13158799"/>
              <a:gd name="connsiteY126" fmla="*/ 1287250 h 9456078"/>
              <a:gd name="connsiteX127" fmla="*/ 9062022 w 13158799"/>
              <a:gd name="connsiteY127" fmla="*/ 1256869 h 9456078"/>
              <a:gd name="connsiteX128" fmla="*/ 9100669 w 13158799"/>
              <a:gd name="connsiteY128" fmla="*/ 1226820 h 9456078"/>
              <a:gd name="connsiteX129" fmla="*/ 9139549 w 13158799"/>
              <a:gd name="connsiteY129" fmla="*/ 1197105 h 9456078"/>
              <a:gd name="connsiteX130" fmla="*/ 9178660 w 13158799"/>
              <a:gd name="connsiteY130" fmla="*/ 1167725 h 9456078"/>
              <a:gd name="connsiteX131" fmla="*/ 9217999 w 13158799"/>
              <a:gd name="connsiteY131" fmla="*/ 1138681 h 9456078"/>
              <a:gd name="connsiteX132" fmla="*/ 9257564 w 13158799"/>
              <a:gd name="connsiteY132" fmla="*/ 1109974 h 9456078"/>
              <a:gd name="connsiteX133" fmla="*/ 9297353 w 13158799"/>
              <a:gd name="connsiteY133" fmla="*/ 1081604 h 9456078"/>
              <a:gd name="connsiteX134" fmla="*/ 9337364 w 13158799"/>
              <a:gd name="connsiteY134" fmla="*/ 1053574 h 9456078"/>
              <a:gd name="connsiteX135" fmla="*/ 9377594 w 13158799"/>
              <a:gd name="connsiteY135" fmla="*/ 1025884 h 9456078"/>
              <a:gd name="connsiteX136" fmla="*/ 9418040 w 13158799"/>
              <a:gd name="connsiteY136" fmla="*/ 998536 h 9456078"/>
              <a:gd name="connsiteX137" fmla="*/ 9458702 w 13158799"/>
              <a:gd name="connsiteY137" fmla="*/ 971530 h 9456078"/>
              <a:gd name="connsiteX138" fmla="*/ 9499575 w 13158799"/>
              <a:gd name="connsiteY138" fmla="*/ 944868 h 9456078"/>
              <a:gd name="connsiteX139" fmla="*/ 9540659 w 13158799"/>
              <a:gd name="connsiteY139" fmla="*/ 918551 h 9456078"/>
              <a:gd name="connsiteX140" fmla="*/ 9581950 w 13158799"/>
              <a:gd name="connsiteY140" fmla="*/ 892580 h 9456078"/>
              <a:gd name="connsiteX141" fmla="*/ 9623447 w 13158799"/>
              <a:gd name="connsiteY141" fmla="*/ 866956 h 9456078"/>
              <a:gd name="connsiteX142" fmla="*/ 9665147 w 13158799"/>
              <a:gd name="connsiteY142" fmla="*/ 841681 h 9456078"/>
              <a:gd name="connsiteX143" fmla="*/ 9707048 w 13158799"/>
              <a:gd name="connsiteY143" fmla="*/ 816754 h 9456078"/>
              <a:gd name="connsiteX144" fmla="*/ 9749147 w 13158799"/>
              <a:gd name="connsiteY144" fmla="*/ 792179 h 9456078"/>
              <a:gd name="connsiteX145" fmla="*/ 9791443 w 13158799"/>
              <a:gd name="connsiteY145" fmla="*/ 767955 h 9456078"/>
              <a:gd name="connsiteX146" fmla="*/ 9833932 w 13158799"/>
              <a:gd name="connsiteY146" fmla="*/ 744083 h 9456078"/>
              <a:gd name="connsiteX147" fmla="*/ 9876613 w 13158799"/>
              <a:gd name="connsiteY147" fmla="*/ 720566 h 9456078"/>
              <a:gd name="connsiteX148" fmla="*/ 9919484 w 13158799"/>
              <a:gd name="connsiteY148" fmla="*/ 697404 h 9456078"/>
              <a:gd name="connsiteX149" fmla="*/ 9962542 w 13158799"/>
              <a:gd name="connsiteY149" fmla="*/ 674598 h 9456078"/>
              <a:gd name="connsiteX150" fmla="*/ 10005784 w 13158799"/>
              <a:gd name="connsiteY150" fmla="*/ 652149 h 9456078"/>
              <a:gd name="connsiteX151" fmla="*/ 10049209 w 13158799"/>
              <a:gd name="connsiteY151" fmla="*/ 630059 h 9456078"/>
              <a:gd name="connsiteX152" fmla="*/ 10092814 w 13158799"/>
              <a:gd name="connsiteY152" fmla="*/ 608328 h 9456078"/>
              <a:gd name="connsiteX153" fmla="*/ 10136597 w 13158799"/>
              <a:gd name="connsiteY153" fmla="*/ 586958 h 9456078"/>
              <a:gd name="connsiteX154" fmla="*/ 10180556 w 13158799"/>
              <a:gd name="connsiteY154" fmla="*/ 565950 h 9456078"/>
              <a:gd name="connsiteX155" fmla="*/ 10224688 w 13158799"/>
              <a:gd name="connsiteY155" fmla="*/ 545304 h 9456078"/>
              <a:gd name="connsiteX156" fmla="*/ 10268991 w 13158799"/>
              <a:gd name="connsiteY156" fmla="*/ 525023 h 9456078"/>
              <a:gd name="connsiteX157" fmla="*/ 10313463 w 13158799"/>
              <a:gd name="connsiteY157" fmla="*/ 505107 h 9456078"/>
              <a:gd name="connsiteX158" fmla="*/ 10358101 w 13158799"/>
              <a:gd name="connsiteY158" fmla="*/ 485558 h 9456078"/>
              <a:gd name="connsiteX159" fmla="*/ 10402903 w 13158799"/>
              <a:gd name="connsiteY159" fmla="*/ 466376 h 9456078"/>
              <a:gd name="connsiteX160" fmla="*/ 10447868 w 13158799"/>
              <a:gd name="connsiteY160" fmla="*/ 447563 h 9456078"/>
              <a:gd name="connsiteX161" fmla="*/ 10492991 w 13158799"/>
              <a:gd name="connsiteY161" fmla="*/ 429119 h 9456078"/>
              <a:gd name="connsiteX162" fmla="*/ 10538272 w 13158799"/>
              <a:gd name="connsiteY162" fmla="*/ 411046 h 9456078"/>
              <a:gd name="connsiteX163" fmla="*/ 10583708 w 13158799"/>
              <a:gd name="connsiteY163" fmla="*/ 393346 h 9456078"/>
              <a:gd name="connsiteX164" fmla="*/ 10629297 w 13158799"/>
              <a:gd name="connsiteY164" fmla="*/ 376018 h 9456078"/>
              <a:gd name="connsiteX165" fmla="*/ 10675036 w 13158799"/>
              <a:gd name="connsiteY165" fmla="*/ 359065 h 9456078"/>
              <a:gd name="connsiteX166" fmla="*/ 10720923 w 13158799"/>
              <a:gd name="connsiteY166" fmla="*/ 342487 h 9456078"/>
              <a:gd name="connsiteX167" fmla="*/ 10766956 w 13158799"/>
              <a:gd name="connsiteY167" fmla="*/ 326286 h 9456078"/>
              <a:gd name="connsiteX168" fmla="*/ 10813132 w 13158799"/>
              <a:gd name="connsiteY168" fmla="*/ 310462 h 9456078"/>
              <a:gd name="connsiteX169" fmla="*/ 10859450 w 13158799"/>
              <a:gd name="connsiteY169" fmla="*/ 295018 h 9456078"/>
              <a:gd name="connsiteX170" fmla="*/ 10905907 w 13158799"/>
              <a:gd name="connsiteY170" fmla="*/ 279953 h 9456078"/>
              <a:gd name="connsiteX171" fmla="*/ 10952500 w 13158799"/>
              <a:gd name="connsiteY171" fmla="*/ 265269 h 9456078"/>
              <a:gd name="connsiteX172" fmla="*/ 10999227 w 13158799"/>
              <a:gd name="connsiteY172" fmla="*/ 250968 h 9456078"/>
              <a:gd name="connsiteX173" fmla="*/ 11046087 w 13158799"/>
              <a:gd name="connsiteY173" fmla="*/ 237049 h 9456078"/>
              <a:gd name="connsiteX174" fmla="*/ 11093076 w 13158799"/>
              <a:gd name="connsiteY174" fmla="*/ 223516 h 9456078"/>
              <a:gd name="connsiteX175" fmla="*/ 11140193 w 13158799"/>
              <a:gd name="connsiteY175" fmla="*/ 210368 h 9456078"/>
              <a:gd name="connsiteX176" fmla="*/ 11187434 w 13158799"/>
              <a:gd name="connsiteY176" fmla="*/ 197606 h 9456078"/>
              <a:gd name="connsiteX177" fmla="*/ 11234799 w 13158799"/>
              <a:gd name="connsiteY177" fmla="*/ 185233 h 9456078"/>
              <a:gd name="connsiteX178" fmla="*/ 11282284 w 13158799"/>
              <a:gd name="connsiteY178" fmla="*/ 173248 h 9456078"/>
              <a:gd name="connsiteX179" fmla="*/ 11329888 w 13158799"/>
              <a:gd name="connsiteY179" fmla="*/ 161654 h 9456078"/>
              <a:gd name="connsiteX180" fmla="*/ 11377607 w 13158799"/>
              <a:gd name="connsiteY180" fmla="*/ 150451 h 9456078"/>
              <a:gd name="connsiteX181" fmla="*/ 11425440 w 13158799"/>
              <a:gd name="connsiteY181" fmla="*/ 139640 h 9456078"/>
              <a:gd name="connsiteX182" fmla="*/ 11473385 w 13158799"/>
              <a:gd name="connsiteY182" fmla="*/ 129223 h 9456078"/>
              <a:gd name="connsiteX183" fmla="*/ 11521439 w 13158799"/>
              <a:gd name="connsiteY183" fmla="*/ 119201 h 9456078"/>
              <a:gd name="connsiteX184" fmla="*/ 11569599 w 13158799"/>
              <a:gd name="connsiteY184" fmla="*/ 109574 h 9456078"/>
              <a:gd name="connsiteX185" fmla="*/ 11617864 w 13158799"/>
              <a:gd name="connsiteY185" fmla="*/ 100344 h 9456078"/>
              <a:gd name="connsiteX186" fmla="*/ 11666231 w 13158799"/>
              <a:gd name="connsiteY186" fmla="*/ 91512 h 9456078"/>
              <a:gd name="connsiteX187" fmla="*/ 11714698 w 13158799"/>
              <a:gd name="connsiteY187" fmla="*/ 83080 h 9456078"/>
              <a:gd name="connsiteX188" fmla="*/ 11763263 w 13158799"/>
              <a:gd name="connsiteY188" fmla="*/ 75047 h 9456078"/>
              <a:gd name="connsiteX189" fmla="*/ 11811923 w 13158799"/>
              <a:gd name="connsiteY189" fmla="*/ 67417 h 9456078"/>
              <a:gd name="connsiteX190" fmla="*/ 11860676 w 13158799"/>
              <a:gd name="connsiteY190" fmla="*/ 60188 h 9456078"/>
              <a:gd name="connsiteX191" fmla="*/ 11909519 w 13158799"/>
              <a:gd name="connsiteY191" fmla="*/ 53364 h 9456078"/>
              <a:gd name="connsiteX192" fmla="*/ 11958451 w 13158799"/>
              <a:gd name="connsiteY192" fmla="*/ 46944 h 9456078"/>
              <a:gd name="connsiteX193" fmla="*/ 12007470 w 13158799"/>
              <a:gd name="connsiteY193" fmla="*/ 40931 h 9456078"/>
              <a:gd name="connsiteX194" fmla="*/ 12056572 w 13158799"/>
              <a:gd name="connsiteY194" fmla="*/ 35324 h 9456078"/>
              <a:gd name="connsiteX195" fmla="*/ 12105756 w 13158799"/>
              <a:gd name="connsiteY195" fmla="*/ 30126 h 9456078"/>
              <a:gd name="connsiteX196" fmla="*/ 12155019 w 13158799"/>
              <a:gd name="connsiteY196" fmla="*/ 25337 h 9456078"/>
              <a:gd name="connsiteX197" fmla="*/ 12204359 w 13158799"/>
              <a:gd name="connsiteY197" fmla="*/ 20958 h 9456078"/>
              <a:gd name="connsiteX198" fmla="*/ 12253773 w 13158799"/>
              <a:gd name="connsiteY198" fmla="*/ 16991 h 9456078"/>
              <a:gd name="connsiteX199" fmla="*/ 12303260 w 13158799"/>
              <a:gd name="connsiteY199" fmla="*/ 13437 h 9456078"/>
              <a:gd name="connsiteX200" fmla="*/ 12352818 w 13158799"/>
              <a:gd name="connsiteY200" fmla="*/ 10297 h 9456078"/>
              <a:gd name="connsiteX201" fmla="*/ 12402443 w 13158799"/>
              <a:gd name="connsiteY201" fmla="*/ 7572 h 9456078"/>
              <a:gd name="connsiteX202" fmla="*/ 12452133 w 13158799"/>
              <a:gd name="connsiteY202" fmla="*/ 5263 h 9456078"/>
              <a:gd name="connsiteX203" fmla="*/ 12501887 w 13158799"/>
              <a:gd name="connsiteY203" fmla="*/ 3371 h 9456078"/>
              <a:gd name="connsiteX204" fmla="*/ 12551701 w 13158799"/>
              <a:gd name="connsiteY204" fmla="*/ 1898 h 9456078"/>
              <a:gd name="connsiteX205" fmla="*/ 12601574 w 13158799"/>
              <a:gd name="connsiteY205" fmla="*/ 844 h 9456078"/>
              <a:gd name="connsiteX206" fmla="*/ 12651504 w 13158799"/>
              <a:gd name="connsiteY206" fmla="*/ 211 h 9456078"/>
              <a:gd name="connsiteX207" fmla="*/ 12701487 w 13158799"/>
              <a:gd name="connsiteY207" fmla="*/ 0 h 9456078"/>
              <a:gd name="connsiteX208" fmla="*/ 13158798 w 13158799"/>
              <a:gd name="connsiteY208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28389 w 13158797"/>
              <a:gd name="connsiteY22" fmla="*/ 9330914 h 9456078"/>
              <a:gd name="connsiteX23" fmla="*/ 1176172 w 13158797"/>
              <a:gd name="connsiteY23" fmla="*/ 9319936 h 9456078"/>
              <a:gd name="connsiteX24" fmla="*/ 1223823 w 13158797"/>
              <a:gd name="connsiteY24" fmla="*/ 9308509 h 9456078"/>
              <a:gd name="connsiteX25" fmla="*/ 1271339 w 13158797"/>
              <a:gd name="connsiteY25" fmla="*/ 9296635 h 9456078"/>
              <a:gd name="connsiteX26" fmla="*/ 1318719 w 13158797"/>
              <a:gd name="connsiteY26" fmla="*/ 9284315 h 9456078"/>
              <a:gd name="connsiteX27" fmla="*/ 1365957 w 13158797"/>
              <a:gd name="connsiteY27" fmla="*/ 9271550 h 9456078"/>
              <a:gd name="connsiteX28" fmla="*/ 1413052 w 13158797"/>
              <a:gd name="connsiteY28" fmla="*/ 9258342 h 9456078"/>
              <a:gd name="connsiteX29" fmla="*/ 1460000 w 13158797"/>
              <a:gd name="connsiteY29" fmla="*/ 9244693 h 9456078"/>
              <a:gd name="connsiteX30" fmla="*/ 1506799 w 13158797"/>
              <a:gd name="connsiteY30" fmla="*/ 9230604 h 9456078"/>
              <a:gd name="connsiteX31" fmla="*/ 1553445 w 13158797"/>
              <a:gd name="connsiteY31" fmla="*/ 9216076 h 9456078"/>
              <a:gd name="connsiteX32" fmla="*/ 1599935 w 13158797"/>
              <a:gd name="connsiteY32" fmla="*/ 9201111 h 9456078"/>
              <a:gd name="connsiteX33" fmla="*/ 1646267 w 13158797"/>
              <a:gd name="connsiteY33" fmla="*/ 9185710 h 9456078"/>
              <a:gd name="connsiteX34" fmla="*/ 1692437 w 13158797"/>
              <a:gd name="connsiteY34" fmla="*/ 9169876 h 9456078"/>
              <a:gd name="connsiteX35" fmla="*/ 1738442 w 13158797"/>
              <a:gd name="connsiteY35" fmla="*/ 9153608 h 9456078"/>
              <a:gd name="connsiteX36" fmla="*/ 1784280 w 13158797"/>
              <a:gd name="connsiteY36" fmla="*/ 9136910 h 9456078"/>
              <a:gd name="connsiteX37" fmla="*/ 1829947 w 13158797"/>
              <a:gd name="connsiteY37" fmla="*/ 9119782 h 9456078"/>
              <a:gd name="connsiteX38" fmla="*/ 1875440 w 13158797"/>
              <a:gd name="connsiteY38" fmla="*/ 9102226 h 9456078"/>
              <a:gd name="connsiteX39" fmla="*/ 1920756 w 13158797"/>
              <a:gd name="connsiteY39" fmla="*/ 9084243 h 9456078"/>
              <a:gd name="connsiteX40" fmla="*/ 1965893 w 13158797"/>
              <a:gd name="connsiteY40" fmla="*/ 9065835 h 9456078"/>
              <a:gd name="connsiteX41" fmla="*/ 2010847 w 13158797"/>
              <a:gd name="connsiteY41" fmla="*/ 9047004 h 9456078"/>
              <a:gd name="connsiteX42" fmla="*/ 2055615 w 13158797"/>
              <a:gd name="connsiteY42" fmla="*/ 9027750 h 9456078"/>
              <a:gd name="connsiteX43" fmla="*/ 2100195 w 13158797"/>
              <a:gd name="connsiteY43" fmla="*/ 9008075 h 9456078"/>
              <a:gd name="connsiteX44" fmla="*/ 2144582 w 13158797"/>
              <a:gd name="connsiteY44" fmla="*/ 8987981 h 9456078"/>
              <a:gd name="connsiteX45" fmla="*/ 2188775 w 13158797"/>
              <a:gd name="connsiteY45" fmla="*/ 8967470 h 9456078"/>
              <a:gd name="connsiteX46" fmla="*/ 2232770 w 13158797"/>
              <a:gd name="connsiteY46" fmla="*/ 8946542 h 9456078"/>
              <a:gd name="connsiteX47" fmla="*/ 2276564 w 13158797"/>
              <a:gd name="connsiteY47" fmla="*/ 8925199 h 9456078"/>
              <a:gd name="connsiteX48" fmla="*/ 2320154 w 13158797"/>
              <a:gd name="connsiteY48" fmla="*/ 8903443 h 9456078"/>
              <a:gd name="connsiteX49" fmla="*/ 2363538 w 13158797"/>
              <a:gd name="connsiteY49" fmla="*/ 8881275 h 9456078"/>
              <a:gd name="connsiteX50" fmla="*/ 2406711 w 13158797"/>
              <a:gd name="connsiteY50" fmla="*/ 8858697 h 9456078"/>
              <a:gd name="connsiteX51" fmla="*/ 2449672 w 13158797"/>
              <a:gd name="connsiteY51" fmla="*/ 8835710 h 9456078"/>
              <a:gd name="connsiteX52" fmla="*/ 2492417 w 13158797"/>
              <a:gd name="connsiteY52" fmla="*/ 8812316 h 9456078"/>
              <a:gd name="connsiteX53" fmla="*/ 2534943 w 13158797"/>
              <a:gd name="connsiteY53" fmla="*/ 8788516 h 9456078"/>
              <a:gd name="connsiteX54" fmla="*/ 2577247 w 13158797"/>
              <a:gd name="connsiteY54" fmla="*/ 8764311 h 9456078"/>
              <a:gd name="connsiteX55" fmla="*/ 2619326 w 13158797"/>
              <a:gd name="connsiteY55" fmla="*/ 8739704 h 9456078"/>
              <a:gd name="connsiteX56" fmla="*/ 2661177 w 13158797"/>
              <a:gd name="connsiteY56" fmla="*/ 8714695 h 9456078"/>
              <a:gd name="connsiteX57" fmla="*/ 2702797 w 13158797"/>
              <a:gd name="connsiteY57" fmla="*/ 8689286 h 9456078"/>
              <a:gd name="connsiteX58" fmla="*/ 2744183 w 13158797"/>
              <a:gd name="connsiteY58" fmla="*/ 8663479 h 9456078"/>
              <a:gd name="connsiteX59" fmla="*/ 2785333 w 13158797"/>
              <a:gd name="connsiteY59" fmla="*/ 8637274 h 9456078"/>
              <a:gd name="connsiteX60" fmla="*/ 2826242 w 13158797"/>
              <a:gd name="connsiteY60" fmla="*/ 8610675 h 9456078"/>
              <a:gd name="connsiteX61" fmla="*/ 2866908 w 13158797"/>
              <a:gd name="connsiteY61" fmla="*/ 8583681 h 9456078"/>
              <a:gd name="connsiteX62" fmla="*/ 2907329 w 13158797"/>
              <a:gd name="connsiteY62" fmla="*/ 8556295 h 9456078"/>
              <a:gd name="connsiteX63" fmla="*/ 2947500 w 13158797"/>
              <a:gd name="connsiteY63" fmla="*/ 8528517 h 9456078"/>
              <a:gd name="connsiteX64" fmla="*/ 2987419 w 13158797"/>
              <a:gd name="connsiteY64" fmla="*/ 8500351 h 9456078"/>
              <a:gd name="connsiteX65" fmla="*/ 3027083 w 13158797"/>
              <a:gd name="connsiteY65" fmla="*/ 8471796 h 9456078"/>
              <a:gd name="connsiteX66" fmla="*/ 3066489 w 13158797"/>
              <a:gd name="connsiteY66" fmla="*/ 8442854 h 9456078"/>
              <a:gd name="connsiteX67" fmla="*/ 3105634 w 13158797"/>
              <a:gd name="connsiteY67" fmla="*/ 8413528 h 9456078"/>
              <a:gd name="connsiteX68" fmla="*/ 3144515 w 13158797"/>
              <a:gd name="connsiteY68" fmla="*/ 8383818 h 9456078"/>
              <a:gd name="connsiteX69" fmla="*/ 3183129 w 13158797"/>
              <a:gd name="connsiteY69" fmla="*/ 8353726 h 9456078"/>
              <a:gd name="connsiteX70" fmla="*/ 3221473 w 13158797"/>
              <a:gd name="connsiteY70" fmla="*/ 8323253 h 9456078"/>
              <a:gd name="connsiteX71" fmla="*/ 3259544 w 13158797"/>
              <a:gd name="connsiteY71" fmla="*/ 8292401 h 9456078"/>
              <a:gd name="connsiteX72" fmla="*/ 3297339 w 13158797"/>
              <a:gd name="connsiteY72" fmla="*/ 8261172 h 9456078"/>
              <a:gd name="connsiteX73" fmla="*/ 3334854 w 13158797"/>
              <a:gd name="connsiteY73" fmla="*/ 8229566 h 9456078"/>
              <a:gd name="connsiteX74" fmla="*/ 3372087 w 13158797"/>
              <a:gd name="connsiteY74" fmla="*/ 8197585 h 9456078"/>
              <a:gd name="connsiteX75" fmla="*/ 3409035 w 13158797"/>
              <a:gd name="connsiteY75" fmla="*/ 8165232 h 9456078"/>
              <a:gd name="connsiteX76" fmla="*/ 3445695 w 13158797"/>
              <a:gd name="connsiteY76" fmla="*/ 8132507 h 9456078"/>
              <a:gd name="connsiteX77" fmla="*/ 3482064 w 13158797"/>
              <a:gd name="connsiteY77" fmla="*/ 8099411 h 9456078"/>
              <a:gd name="connsiteX78" fmla="*/ 3518139 w 13158797"/>
              <a:gd name="connsiteY78" fmla="*/ 8065947 h 9456078"/>
              <a:gd name="connsiteX79" fmla="*/ 3553916 w 13158797"/>
              <a:gd name="connsiteY79" fmla="*/ 8032115 h 9456078"/>
              <a:gd name="connsiteX80" fmla="*/ 3589393 w 13158797"/>
              <a:gd name="connsiteY80" fmla="*/ 7997918 h 9456078"/>
              <a:gd name="connsiteX81" fmla="*/ 3624567 w 13158797"/>
              <a:gd name="connsiteY81" fmla="*/ 7963356 h 9456078"/>
              <a:gd name="connsiteX82" fmla="*/ 3659435 w 13158797"/>
              <a:gd name="connsiteY82" fmla="*/ 7928432 h 9456078"/>
              <a:gd name="connsiteX83" fmla="*/ 3693994 w 13158797"/>
              <a:gd name="connsiteY83" fmla="*/ 7893146 h 9456078"/>
              <a:gd name="connsiteX84" fmla="*/ 3728240 w 13158797"/>
              <a:gd name="connsiteY84" fmla="*/ 7857501 h 9456078"/>
              <a:gd name="connsiteX85" fmla="*/ 3762171 w 13158797"/>
              <a:gd name="connsiteY85" fmla="*/ 7821497 h 9456078"/>
              <a:gd name="connsiteX86" fmla="*/ 3795783 w 13158797"/>
              <a:gd name="connsiteY86" fmla="*/ 7785136 h 9456078"/>
              <a:gd name="connsiteX87" fmla="*/ 3829075 w 13158797"/>
              <a:gd name="connsiteY87" fmla="*/ 7748420 h 9456078"/>
              <a:gd name="connsiteX88" fmla="*/ 3862042 w 13158797"/>
              <a:gd name="connsiteY88" fmla="*/ 7711350 h 9456078"/>
              <a:gd name="connsiteX89" fmla="*/ 3894682 w 13158797"/>
              <a:gd name="connsiteY89" fmla="*/ 7673928 h 9456078"/>
              <a:gd name="connsiteX90" fmla="*/ 3926991 w 13158797"/>
              <a:gd name="connsiteY90" fmla="*/ 7636155 h 9456078"/>
              <a:gd name="connsiteX91" fmla="*/ 3958967 w 13158797"/>
              <a:gd name="connsiteY91" fmla="*/ 7598032 h 9456078"/>
              <a:gd name="connsiteX92" fmla="*/ 3990607 w 13158797"/>
              <a:gd name="connsiteY92" fmla="*/ 7559561 h 9456078"/>
              <a:gd name="connsiteX93" fmla="*/ 4021907 w 13158797"/>
              <a:gd name="connsiteY93" fmla="*/ 7520744 h 9456078"/>
              <a:gd name="connsiteX94" fmla="*/ 4052865 w 13158797"/>
              <a:gd name="connsiteY94" fmla="*/ 7481582 h 9456078"/>
              <a:gd name="connsiteX95" fmla="*/ 4083478 w 13158797"/>
              <a:gd name="connsiteY95" fmla="*/ 7442077 h 9456078"/>
              <a:gd name="connsiteX96" fmla="*/ 8022311 w 13158797"/>
              <a:gd name="connsiteY96" fmla="*/ 2307814 h 9456078"/>
              <a:gd name="connsiteX97" fmla="*/ 8052902 w 13158797"/>
              <a:gd name="connsiteY97" fmla="*/ 2268285 h 9456078"/>
              <a:gd name="connsiteX98" fmla="*/ 8083796 w 13158797"/>
              <a:gd name="connsiteY98" fmla="*/ 2229056 h 9456078"/>
              <a:gd name="connsiteX99" fmla="*/ 8114989 w 13158797"/>
              <a:gd name="connsiteY99" fmla="*/ 2190127 h 9456078"/>
              <a:gd name="connsiteX100" fmla="*/ 8146479 w 13158797"/>
              <a:gd name="connsiteY100" fmla="*/ 2151500 h 9456078"/>
              <a:gd name="connsiteX101" fmla="*/ 8178264 w 13158797"/>
              <a:gd name="connsiteY101" fmla="*/ 2113176 h 9456078"/>
              <a:gd name="connsiteX102" fmla="*/ 8210341 w 13158797"/>
              <a:gd name="connsiteY102" fmla="*/ 2075157 h 9456078"/>
              <a:gd name="connsiteX103" fmla="*/ 8242709 w 13158797"/>
              <a:gd name="connsiteY103" fmla="*/ 2037442 h 9456078"/>
              <a:gd name="connsiteX104" fmla="*/ 8275365 w 13158797"/>
              <a:gd name="connsiteY104" fmla="*/ 2000034 h 9456078"/>
              <a:gd name="connsiteX105" fmla="*/ 8308307 w 13158797"/>
              <a:gd name="connsiteY105" fmla="*/ 1962934 h 9456078"/>
              <a:gd name="connsiteX106" fmla="*/ 8341532 w 13158797"/>
              <a:gd name="connsiteY106" fmla="*/ 1926142 h 9456078"/>
              <a:gd name="connsiteX107" fmla="*/ 8375038 w 13158797"/>
              <a:gd name="connsiteY107" fmla="*/ 1889660 h 9456078"/>
              <a:gd name="connsiteX108" fmla="*/ 8408823 w 13158797"/>
              <a:gd name="connsiteY108" fmla="*/ 1853489 h 9456078"/>
              <a:gd name="connsiteX109" fmla="*/ 8442885 w 13158797"/>
              <a:gd name="connsiteY109" fmla="*/ 1817630 h 9456078"/>
              <a:gd name="connsiteX110" fmla="*/ 8477221 w 13158797"/>
              <a:gd name="connsiteY110" fmla="*/ 1782084 h 9456078"/>
              <a:gd name="connsiteX111" fmla="*/ 8511829 w 13158797"/>
              <a:gd name="connsiteY111" fmla="*/ 1746853 h 9456078"/>
              <a:gd name="connsiteX112" fmla="*/ 8546706 w 13158797"/>
              <a:gd name="connsiteY112" fmla="*/ 1711937 h 9456078"/>
              <a:gd name="connsiteX113" fmla="*/ 8581851 w 13158797"/>
              <a:gd name="connsiteY113" fmla="*/ 1677337 h 9456078"/>
              <a:gd name="connsiteX114" fmla="*/ 8617261 w 13158797"/>
              <a:gd name="connsiteY114" fmla="*/ 1643056 h 9456078"/>
              <a:gd name="connsiteX115" fmla="*/ 8652934 w 13158797"/>
              <a:gd name="connsiteY115" fmla="*/ 1609093 h 9456078"/>
              <a:gd name="connsiteX116" fmla="*/ 8688867 w 13158797"/>
              <a:gd name="connsiteY116" fmla="*/ 1575450 h 9456078"/>
              <a:gd name="connsiteX117" fmla="*/ 8725058 w 13158797"/>
              <a:gd name="connsiteY117" fmla="*/ 1542128 h 9456078"/>
              <a:gd name="connsiteX118" fmla="*/ 8761506 w 13158797"/>
              <a:gd name="connsiteY118" fmla="*/ 1509129 h 9456078"/>
              <a:gd name="connsiteX119" fmla="*/ 8798207 w 13158797"/>
              <a:gd name="connsiteY119" fmla="*/ 1476452 h 9456078"/>
              <a:gd name="connsiteX120" fmla="*/ 8835159 w 13158797"/>
              <a:gd name="connsiteY120" fmla="*/ 1444101 h 9456078"/>
              <a:gd name="connsiteX121" fmla="*/ 8872360 w 13158797"/>
              <a:gd name="connsiteY121" fmla="*/ 1412075 h 9456078"/>
              <a:gd name="connsiteX122" fmla="*/ 8909808 w 13158797"/>
              <a:gd name="connsiteY122" fmla="*/ 1380375 h 9456078"/>
              <a:gd name="connsiteX123" fmla="*/ 8947501 w 13158797"/>
              <a:gd name="connsiteY123" fmla="*/ 1349004 h 9456078"/>
              <a:gd name="connsiteX124" fmla="*/ 8985435 w 13158797"/>
              <a:gd name="connsiteY124" fmla="*/ 1317962 h 9456078"/>
              <a:gd name="connsiteX125" fmla="*/ 9023610 w 13158797"/>
              <a:gd name="connsiteY125" fmla="*/ 1287250 h 9456078"/>
              <a:gd name="connsiteX126" fmla="*/ 9062022 w 13158797"/>
              <a:gd name="connsiteY126" fmla="*/ 1256869 h 9456078"/>
              <a:gd name="connsiteX127" fmla="*/ 9100669 w 13158797"/>
              <a:gd name="connsiteY127" fmla="*/ 1226820 h 9456078"/>
              <a:gd name="connsiteX128" fmla="*/ 9139549 w 13158797"/>
              <a:gd name="connsiteY128" fmla="*/ 1197105 h 9456078"/>
              <a:gd name="connsiteX129" fmla="*/ 9178660 w 13158797"/>
              <a:gd name="connsiteY129" fmla="*/ 1167725 h 9456078"/>
              <a:gd name="connsiteX130" fmla="*/ 9217999 w 13158797"/>
              <a:gd name="connsiteY130" fmla="*/ 1138681 h 9456078"/>
              <a:gd name="connsiteX131" fmla="*/ 9257564 w 13158797"/>
              <a:gd name="connsiteY131" fmla="*/ 1109974 h 9456078"/>
              <a:gd name="connsiteX132" fmla="*/ 9297353 w 13158797"/>
              <a:gd name="connsiteY132" fmla="*/ 1081604 h 9456078"/>
              <a:gd name="connsiteX133" fmla="*/ 9337364 w 13158797"/>
              <a:gd name="connsiteY133" fmla="*/ 1053574 h 9456078"/>
              <a:gd name="connsiteX134" fmla="*/ 9377594 w 13158797"/>
              <a:gd name="connsiteY134" fmla="*/ 1025884 h 9456078"/>
              <a:gd name="connsiteX135" fmla="*/ 9418040 w 13158797"/>
              <a:gd name="connsiteY135" fmla="*/ 998536 h 9456078"/>
              <a:gd name="connsiteX136" fmla="*/ 9458702 w 13158797"/>
              <a:gd name="connsiteY136" fmla="*/ 971530 h 9456078"/>
              <a:gd name="connsiteX137" fmla="*/ 9499575 w 13158797"/>
              <a:gd name="connsiteY137" fmla="*/ 944868 h 9456078"/>
              <a:gd name="connsiteX138" fmla="*/ 9540659 w 13158797"/>
              <a:gd name="connsiteY138" fmla="*/ 918551 h 9456078"/>
              <a:gd name="connsiteX139" fmla="*/ 9581950 w 13158797"/>
              <a:gd name="connsiteY139" fmla="*/ 892580 h 9456078"/>
              <a:gd name="connsiteX140" fmla="*/ 9623447 w 13158797"/>
              <a:gd name="connsiteY140" fmla="*/ 866956 h 9456078"/>
              <a:gd name="connsiteX141" fmla="*/ 9665147 w 13158797"/>
              <a:gd name="connsiteY141" fmla="*/ 841681 h 9456078"/>
              <a:gd name="connsiteX142" fmla="*/ 9707048 w 13158797"/>
              <a:gd name="connsiteY142" fmla="*/ 816754 h 9456078"/>
              <a:gd name="connsiteX143" fmla="*/ 9749147 w 13158797"/>
              <a:gd name="connsiteY143" fmla="*/ 792179 h 9456078"/>
              <a:gd name="connsiteX144" fmla="*/ 9791443 w 13158797"/>
              <a:gd name="connsiteY144" fmla="*/ 767955 h 9456078"/>
              <a:gd name="connsiteX145" fmla="*/ 9833932 w 13158797"/>
              <a:gd name="connsiteY145" fmla="*/ 744083 h 9456078"/>
              <a:gd name="connsiteX146" fmla="*/ 9876613 w 13158797"/>
              <a:gd name="connsiteY146" fmla="*/ 720566 h 9456078"/>
              <a:gd name="connsiteX147" fmla="*/ 9919484 w 13158797"/>
              <a:gd name="connsiteY147" fmla="*/ 697404 h 9456078"/>
              <a:gd name="connsiteX148" fmla="*/ 9962542 w 13158797"/>
              <a:gd name="connsiteY148" fmla="*/ 674598 h 9456078"/>
              <a:gd name="connsiteX149" fmla="*/ 10005784 w 13158797"/>
              <a:gd name="connsiteY149" fmla="*/ 652149 h 9456078"/>
              <a:gd name="connsiteX150" fmla="*/ 10049209 w 13158797"/>
              <a:gd name="connsiteY150" fmla="*/ 630059 h 9456078"/>
              <a:gd name="connsiteX151" fmla="*/ 10092814 w 13158797"/>
              <a:gd name="connsiteY151" fmla="*/ 608328 h 9456078"/>
              <a:gd name="connsiteX152" fmla="*/ 10136597 w 13158797"/>
              <a:gd name="connsiteY152" fmla="*/ 586958 h 9456078"/>
              <a:gd name="connsiteX153" fmla="*/ 10180556 w 13158797"/>
              <a:gd name="connsiteY153" fmla="*/ 565950 h 9456078"/>
              <a:gd name="connsiteX154" fmla="*/ 10224688 w 13158797"/>
              <a:gd name="connsiteY154" fmla="*/ 545304 h 9456078"/>
              <a:gd name="connsiteX155" fmla="*/ 10268991 w 13158797"/>
              <a:gd name="connsiteY155" fmla="*/ 525023 h 9456078"/>
              <a:gd name="connsiteX156" fmla="*/ 10313463 w 13158797"/>
              <a:gd name="connsiteY156" fmla="*/ 505107 h 9456078"/>
              <a:gd name="connsiteX157" fmla="*/ 10358101 w 13158797"/>
              <a:gd name="connsiteY157" fmla="*/ 485558 h 9456078"/>
              <a:gd name="connsiteX158" fmla="*/ 10402903 w 13158797"/>
              <a:gd name="connsiteY158" fmla="*/ 466376 h 9456078"/>
              <a:gd name="connsiteX159" fmla="*/ 10447868 w 13158797"/>
              <a:gd name="connsiteY159" fmla="*/ 447563 h 9456078"/>
              <a:gd name="connsiteX160" fmla="*/ 10492991 w 13158797"/>
              <a:gd name="connsiteY160" fmla="*/ 429119 h 9456078"/>
              <a:gd name="connsiteX161" fmla="*/ 10538272 w 13158797"/>
              <a:gd name="connsiteY161" fmla="*/ 411046 h 9456078"/>
              <a:gd name="connsiteX162" fmla="*/ 10583708 w 13158797"/>
              <a:gd name="connsiteY162" fmla="*/ 393346 h 9456078"/>
              <a:gd name="connsiteX163" fmla="*/ 10629297 w 13158797"/>
              <a:gd name="connsiteY163" fmla="*/ 376018 h 9456078"/>
              <a:gd name="connsiteX164" fmla="*/ 10675036 w 13158797"/>
              <a:gd name="connsiteY164" fmla="*/ 359065 h 9456078"/>
              <a:gd name="connsiteX165" fmla="*/ 10720923 w 13158797"/>
              <a:gd name="connsiteY165" fmla="*/ 342487 h 9456078"/>
              <a:gd name="connsiteX166" fmla="*/ 10766956 w 13158797"/>
              <a:gd name="connsiteY166" fmla="*/ 326286 h 9456078"/>
              <a:gd name="connsiteX167" fmla="*/ 10813132 w 13158797"/>
              <a:gd name="connsiteY167" fmla="*/ 310462 h 9456078"/>
              <a:gd name="connsiteX168" fmla="*/ 10859450 w 13158797"/>
              <a:gd name="connsiteY168" fmla="*/ 295018 h 9456078"/>
              <a:gd name="connsiteX169" fmla="*/ 10905907 w 13158797"/>
              <a:gd name="connsiteY169" fmla="*/ 279953 h 9456078"/>
              <a:gd name="connsiteX170" fmla="*/ 10952500 w 13158797"/>
              <a:gd name="connsiteY170" fmla="*/ 265269 h 9456078"/>
              <a:gd name="connsiteX171" fmla="*/ 10999227 w 13158797"/>
              <a:gd name="connsiteY171" fmla="*/ 250968 h 9456078"/>
              <a:gd name="connsiteX172" fmla="*/ 11046087 w 13158797"/>
              <a:gd name="connsiteY172" fmla="*/ 237049 h 9456078"/>
              <a:gd name="connsiteX173" fmla="*/ 11093076 w 13158797"/>
              <a:gd name="connsiteY173" fmla="*/ 223516 h 9456078"/>
              <a:gd name="connsiteX174" fmla="*/ 11140193 w 13158797"/>
              <a:gd name="connsiteY174" fmla="*/ 210368 h 9456078"/>
              <a:gd name="connsiteX175" fmla="*/ 11187434 w 13158797"/>
              <a:gd name="connsiteY175" fmla="*/ 197606 h 9456078"/>
              <a:gd name="connsiteX176" fmla="*/ 11234799 w 13158797"/>
              <a:gd name="connsiteY176" fmla="*/ 185233 h 9456078"/>
              <a:gd name="connsiteX177" fmla="*/ 11282284 w 13158797"/>
              <a:gd name="connsiteY177" fmla="*/ 173248 h 9456078"/>
              <a:gd name="connsiteX178" fmla="*/ 11329888 w 13158797"/>
              <a:gd name="connsiteY178" fmla="*/ 161654 h 9456078"/>
              <a:gd name="connsiteX179" fmla="*/ 11377607 w 13158797"/>
              <a:gd name="connsiteY179" fmla="*/ 150451 h 9456078"/>
              <a:gd name="connsiteX180" fmla="*/ 11425440 w 13158797"/>
              <a:gd name="connsiteY180" fmla="*/ 139640 h 9456078"/>
              <a:gd name="connsiteX181" fmla="*/ 11473385 w 13158797"/>
              <a:gd name="connsiteY181" fmla="*/ 129223 h 9456078"/>
              <a:gd name="connsiteX182" fmla="*/ 11521439 w 13158797"/>
              <a:gd name="connsiteY182" fmla="*/ 119201 h 9456078"/>
              <a:gd name="connsiteX183" fmla="*/ 11569599 w 13158797"/>
              <a:gd name="connsiteY183" fmla="*/ 109574 h 9456078"/>
              <a:gd name="connsiteX184" fmla="*/ 11617864 w 13158797"/>
              <a:gd name="connsiteY184" fmla="*/ 100344 h 9456078"/>
              <a:gd name="connsiteX185" fmla="*/ 11666231 w 13158797"/>
              <a:gd name="connsiteY185" fmla="*/ 91512 h 9456078"/>
              <a:gd name="connsiteX186" fmla="*/ 11714698 w 13158797"/>
              <a:gd name="connsiteY186" fmla="*/ 83080 h 9456078"/>
              <a:gd name="connsiteX187" fmla="*/ 11763263 w 13158797"/>
              <a:gd name="connsiteY187" fmla="*/ 75047 h 9456078"/>
              <a:gd name="connsiteX188" fmla="*/ 11811923 w 13158797"/>
              <a:gd name="connsiteY188" fmla="*/ 67417 h 9456078"/>
              <a:gd name="connsiteX189" fmla="*/ 11860676 w 13158797"/>
              <a:gd name="connsiteY189" fmla="*/ 60188 h 9456078"/>
              <a:gd name="connsiteX190" fmla="*/ 11909519 w 13158797"/>
              <a:gd name="connsiteY190" fmla="*/ 53364 h 9456078"/>
              <a:gd name="connsiteX191" fmla="*/ 11958451 w 13158797"/>
              <a:gd name="connsiteY191" fmla="*/ 46944 h 9456078"/>
              <a:gd name="connsiteX192" fmla="*/ 12007470 w 13158797"/>
              <a:gd name="connsiteY192" fmla="*/ 40931 h 9456078"/>
              <a:gd name="connsiteX193" fmla="*/ 12056572 w 13158797"/>
              <a:gd name="connsiteY193" fmla="*/ 35324 h 9456078"/>
              <a:gd name="connsiteX194" fmla="*/ 12105756 w 13158797"/>
              <a:gd name="connsiteY194" fmla="*/ 30126 h 9456078"/>
              <a:gd name="connsiteX195" fmla="*/ 12155019 w 13158797"/>
              <a:gd name="connsiteY195" fmla="*/ 25337 h 9456078"/>
              <a:gd name="connsiteX196" fmla="*/ 12204359 w 13158797"/>
              <a:gd name="connsiteY196" fmla="*/ 20958 h 9456078"/>
              <a:gd name="connsiteX197" fmla="*/ 12253773 w 13158797"/>
              <a:gd name="connsiteY197" fmla="*/ 16991 h 9456078"/>
              <a:gd name="connsiteX198" fmla="*/ 12303260 w 13158797"/>
              <a:gd name="connsiteY198" fmla="*/ 13437 h 9456078"/>
              <a:gd name="connsiteX199" fmla="*/ 12352818 w 13158797"/>
              <a:gd name="connsiteY199" fmla="*/ 10297 h 9456078"/>
              <a:gd name="connsiteX200" fmla="*/ 12402443 w 13158797"/>
              <a:gd name="connsiteY200" fmla="*/ 7572 h 9456078"/>
              <a:gd name="connsiteX201" fmla="*/ 12452133 w 13158797"/>
              <a:gd name="connsiteY201" fmla="*/ 5263 h 9456078"/>
              <a:gd name="connsiteX202" fmla="*/ 12501887 w 13158797"/>
              <a:gd name="connsiteY202" fmla="*/ 3371 h 9456078"/>
              <a:gd name="connsiteX203" fmla="*/ 12551701 w 13158797"/>
              <a:gd name="connsiteY203" fmla="*/ 1898 h 9456078"/>
              <a:gd name="connsiteX204" fmla="*/ 12601574 w 13158797"/>
              <a:gd name="connsiteY204" fmla="*/ 844 h 9456078"/>
              <a:gd name="connsiteX205" fmla="*/ 12651504 w 13158797"/>
              <a:gd name="connsiteY205" fmla="*/ 211 h 9456078"/>
              <a:gd name="connsiteX206" fmla="*/ 12701487 w 13158797"/>
              <a:gd name="connsiteY206" fmla="*/ 0 h 9456078"/>
              <a:gd name="connsiteX207" fmla="*/ 13158798 w 13158797"/>
              <a:gd name="connsiteY207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98870 w 13158799"/>
              <a:gd name="connsiteY5" fmla="*/ 9447409 h 9456078"/>
              <a:gd name="connsiteX6" fmla="*/ 348429 w 13158799"/>
              <a:gd name="connsiteY6" fmla="*/ 9444290 h 9456078"/>
              <a:gd name="connsiteX7" fmla="*/ 397907 w 13158799"/>
              <a:gd name="connsiteY7" fmla="*/ 9440698 h 9456078"/>
              <a:gd name="connsiteX8" fmla="*/ 447302 w 13158799"/>
              <a:gd name="connsiteY8" fmla="*/ 9436632 h 9456078"/>
              <a:gd name="connsiteX9" fmla="*/ 496610 w 13158799"/>
              <a:gd name="connsiteY9" fmla="*/ 9432096 h 9456078"/>
              <a:gd name="connsiteX10" fmla="*/ 545829 w 13158799"/>
              <a:gd name="connsiteY10" fmla="*/ 9427089 h 9456078"/>
              <a:gd name="connsiteX11" fmla="*/ 594956 w 13158799"/>
              <a:gd name="connsiteY11" fmla="*/ 9421615 h 9456078"/>
              <a:gd name="connsiteX12" fmla="*/ 643987 w 13158799"/>
              <a:gd name="connsiteY12" fmla="*/ 9415673 h 9456078"/>
              <a:gd name="connsiteX13" fmla="*/ 692920 w 13158799"/>
              <a:gd name="connsiteY13" fmla="*/ 9409267 h 9456078"/>
              <a:gd name="connsiteX14" fmla="*/ 741751 w 13158799"/>
              <a:gd name="connsiteY14" fmla="*/ 9402396 h 9456078"/>
              <a:gd name="connsiteX15" fmla="*/ 790478 w 13158799"/>
              <a:gd name="connsiteY15" fmla="*/ 9395063 h 9456078"/>
              <a:gd name="connsiteX16" fmla="*/ 839098 w 13158799"/>
              <a:gd name="connsiteY16" fmla="*/ 9387270 h 9456078"/>
              <a:gd name="connsiteX17" fmla="*/ 887607 w 13158799"/>
              <a:gd name="connsiteY17" fmla="*/ 9379017 h 9456078"/>
              <a:gd name="connsiteX18" fmla="*/ 936002 w 13158799"/>
              <a:gd name="connsiteY18" fmla="*/ 9370306 h 9456078"/>
              <a:gd name="connsiteX19" fmla="*/ 984281 w 13158799"/>
              <a:gd name="connsiteY19" fmla="*/ 9361139 h 9456078"/>
              <a:gd name="connsiteX20" fmla="*/ 1032440 w 13158799"/>
              <a:gd name="connsiteY20" fmla="*/ 9351517 h 9456078"/>
              <a:gd name="connsiteX21" fmla="*/ 1080477 w 13158799"/>
              <a:gd name="connsiteY21" fmla="*/ 9341441 h 9456078"/>
              <a:gd name="connsiteX22" fmla="*/ 1176172 w 13158799"/>
              <a:gd name="connsiteY22" fmla="*/ 9319936 h 9456078"/>
              <a:gd name="connsiteX23" fmla="*/ 1223823 w 13158799"/>
              <a:gd name="connsiteY23" fmla="*/ 9308509 h 9456078"/>
              <a:gd name="connsiteX24" fmla="*/ 1271339 w 13158799"/>
              <a:gd name="connsiteY24" fmla="*/ 9296635 h 9456078"/>
              <a:gd name="connsiteX25" fmla="*/ 1318719 w 13158799"/>
              <a:gd name="connsiteY25" fmla="*/ 9284315 h 9456078"/>
              <a:gd name="connsiteX26" fmla="*/ 1365957 w 13158799"/>
              <a:gd name="connsiteY26" fmla="*/ 9271550 h 9456078"/>
              <a:gd name="connsiteX27" fmla="*/ 1413052 w 13158799"/>
              <a:gd name="connsiteY27" fmla="*/ 9258342 h 9456078"/>
              <a:gd name="connsiteX28" fmla="*/ 1460000 w 13158799"/>
              <a:gd name="connsiteY28" fmla="*/ 9244693 h 9456078"/>
              <a:gd name="connsiteX29" fmla="*/ 1506799 w 13158799"/>
              <a:gd name="connsiteY29" fmla="*/ 9230604 h 9456078"/>
              <a:gd name="connsiteX30" fmla="*/ 1553445 w 13158799"/>
              <a:gd name="connsiteY30" fmla="*/ 9216076 h 9456078"/>
              <a:gd name="connsiteX31" fmla="*/ 1599935 w 13158799"/>
              <a:gd name="connsiteY31" fmla="*/ 9201111 h 9456078"/>
              <a:gd name="connsiteX32" fmla="*/ 1646267 w 13158799"/>
              <a:gd name="connsiteY32" fmla="*/ 9185710 h 9456078"/>
              <a:gd name="connsiteX33" fmla="*/ 1692437 w 13158799"/>
              <a:gd name="connsiteY33" fmla="*/ 9169876 h 9456078"/>
              <a:gd name="connsiteX34" fmla="*/ 1738442 w 13158799"/>
              <a:gd name="connsiteY34" fmla="*/ 9153608 h 9456078"/>
              <a:gd name="connsiteX35" fmla="*/ 1784280 w 13158799"/>
              <a:gd name="connsiteY35" fmla="*/ 9136910 h 9456078"/>
              <a:gd name="connsiteX36" fmla="*/ 1829947 w 13158799"/>
              <a:gd name="connsiteY36" fmla="*/ 9119782 h 9456078"/>
              <a:gd name="connsiteX37" fmla="*/ 1875440 w 13158799"/>
              <a:gd name="connsiteY37" fmla="*/ 9102226 h 9456078"/>
              <a:gd name="connsiteX38" fmla="*/ 1920756 w 13158799"/>
              <a:gd name="connsiteY38" fmla="*/ 9084243 h 9456078"/>
              <a:gd name="connsiteX39" fmla="*/ 1965893 w 13158799"/>
              <a:gd name="connsiteY39" fmla="*/ 9065835 h 9456078"/>
              <a:gd name="connsiteX40" fmla="*/ 2010847 w 13158799"/>
              <a:gd name="connsiteY40" fmla="*/ 9047004 h 9456078"/>
              <a:gd name="connsiteX41" fmla="*/ 2055615 w 13158799"/>
              <a:gd name="connsiteY41" fmla="*/ 9027750 h 9456078"/>
              <a:gd name="connsiteX42" fmla="*/ 2100195 w 13158799"/>
              <a:gd name="connsiteY42" fmla="*/ 9008075 h 9456078"/>
              <a:gd name="connsiteX43" fmla="*/ 2144582 w 13158799"/>
              <a:gd name="connsiteY43" fmla="*/ 8987981 h 9456078"/>
              <a:gd name="connsiteX44" fmla="*/ 2188775 w 13158799"/>
              <a:gd name="connsiteY44" fmla="*/ 8967470 h 9456078"/>
              <a:gd name="connsiteX45" fmla="*/ 2232770 w 13158799"/>
              <a:gd name="connsiteY45" fmla="*/ 8946542 h 9456078"/>
              <a:gd name="connsiteX46" fmla="*/ 2276564 w 13158799"/>
              <a:gd name="connsiteY46" fmla="*/ 8925199 h 9456078"/>
              <a:gd name="connsiteX47" fmla="*/ 2320154 w 13158799"/>
              <a:gd name="connsiteY47" fmla="*/ 8903443 h 9456078"/>
              <a:gd name="connsiteX48" fmla="*/ 2363538 w 13158799"/>
              <a:gd name="connsiteY48" fmla="*/ 8881275 h 9456078"/>
              <a:gd name="connsiteX49" fmla="*/ 2406711 w 13158799"/>
              <a:gd name="connsiteY49" fmla="*/ 8858697 h 9456078"/>
              <a:gd name="connsiteX50" fmla="*/ 2449672 w 13158799"/>
              <a:gd name="connsiteY50" fmla="*/ 8835710 h 9456078"/>
              <a:gd name="connsiteX51" fmla="*/ 2492417 w 13158799"/>
              <a:gd name="connsiteY51" fmla="*/ 8812316 h 9456078"/>
              <a:gd name="connsiteX52" fmla="*/ 2534943 w 13158799"/>
              <a:gd name="connsiteY52" fmla="*/ 8788516 h 9456078"/>
              <a:gd name="connsiteX53" fmla="*/ 2577247 w 13158799"/>
              <a:gd name="connsiteY53" fmla="*/ 8764311 h 9456078"/>
              <a:gd name="connsiteX54" fmla="*/ 2619326 w 13158799"/>
              <a:gd name="connsiteY54" fmla="*/ 8739704 h 9456078"/>
              <a:gd name="connsiteX55" fmla="*/ 2661177 w 13158799"/>
              <a:gd name="connsiteY55" fmla="*/ 8714695 h 9456078"/>
              <a:gd name="connsiteX56" fmla="*/ 2702797 w 13158799"/>
              <a:gd name="connsiteY56" fmla="*/ 8689286 h 9456078"/>
              <a:gd name="connsiteX57" fmla="*/ 2744183 w 13158799"/>
              <a:gd name="connsiteY57" fmla="*/ 8663479 h 9456078"/>
              <a:gd name="connsiteX58" fmla="*/ 2785333 w 13158799"/>
              <a:gd name="connsiteY58" fmla="*/ 8637274 h 9456078"/>
              <a:gd name="connsiteX59" fmla="*/ 2826242 w 13158799"/>
              <a:gd name="connsiteY59" fmla="*/ 8610675 h 9456078"/>
              <a:gd name="connsiteX60" fmla="*/ 2866908 w 13158799"/>
              <a:gd name="connsiteY60" fmla="*/ 8583681 h 9456078"/>
              <a:gd name="connsiteX61" fmla="*/ 2907329 w 13158799"/>
              <a:gd name="connsiteY61" fmla="*/ 8556295 h 9456078"/>
              <a:gd name="connsiteX62" fmla="*/ 2947500 w 13158799"/>
              <a:gd name="connsiteY62" fmla="*/ 8528517 h 9456078"/>
              <a:gd name="connsiteX63" fmla="*/ 2987419 w 13158799"/>
              <a:gd name="connsiteY63" fmla="*/ 8500351 h 9456078"/>
              <a:gd name="connsiteX64" fmla="*/ 3027083 w 13158799"/>
              <a:gd name="connsiteY64" fmla="*/ 8471796 h 9456078"/>
              <a:gd name="connsiteX65" fmla="*/ 3066489 w 13158799"/>
              <a:gd name="connsiteY65" fmla="*/ 8442854 h 9456078"/>
              <a:gd name="connsiteX66" fmla="*/ 3105634 w 13158799"/>
              <a:gd name="connsiteY66" fmla="*/ 8413528 h 9456078"/>
              <a:gd name="connsiteX67" fmla="*/ 3144515 w 13158799"/>
              <a:gd name="connsiteY67" fmla="*/ 8383818 h 9456078"/>
              <a:gd name="connsiteX68" fmla="*/ 3183129 w 13158799"/>
              <a:gd name="connsiteY68" fmla="*/ 8353726 h 9456078"/>
              <a:gd name="connsiteX69" fmla="*/ 3221473 w 13158799"/>
              <a:gd name="connsiteY69" fmla="*/ 8323253 h 9456078"/>
              <a:gd name="connsiteX70" fmla="*/ 3259544 w 13158799"/>
              <a:gd name="connsiteY70" fmla="*/ 8292401 h 9456078"/>
              <a:gd name="connsiteX71" fmla="*/ 3297339 w 13158799"/>
              <a:gd name="connsiteY71" fmla="*/ 8261172 h 9456078"/>
              <a:gd name="connsiteX72" fmla="*/ 3334854 w 13158799"/>
              <a:gd name="connsiteY72" fmla="*/ 8229566 h 9456078"/>
              <a:gd name="connsiteX73" fmla="*/ 3372087 w 13158799"/>
              <a:gd name="connsiteY73" fmla="*/ 8197585 h 9456078"/>
              <a:gd name="connsiteX74" fmla="*/ 3409035 w 13158799"/>
              <a:gd name="connsiteY74" fmla="*/ 8165232 h 9456078"/>
              <a:gd name="connsiteX75" fmla="*/ 3445695 w 13158799"/>
              <a:gd name="connsiteY75" fmla="*/ 8132507 h 9456078"/>
              <a:gd name="connsiteX76" fmla="*/ 3482064 w 13158799"/>
              <a:gd name="connsiteY76" fmla="*/ 8099411 h 9456078"/>
              <a:gd name="connsiteX77" fmla="*/ 3518139 w 13158799"/>
              <a:gd name="connsiteY77" fmla="*/ 8065947 h 9456078"/>
              <a:gd name="connsiteX78" fmla="*/ 3553916 w 13158799"/>
              <a:gd name="connsiteY78" fmla="*/ 8032115 h 9456078"/>
              <a:gd name="connsiteX79" fmla="*/ 3589393 w 13158799"/>
              <a:gd name="connsiteY79" fmla="*/ 7997918 h 9456078"/>
              <a:gd name="connsiteX80" fmla="*/ 3624567 w 13158799"/>
              <a:gd name="connsiteY80" fmla="*/ 7963356 h 9456078"/>
              <a:gd name="connsiteX81" fmla="*/ 3659435 w 13158799"/>
              <a:gd name="connsiteY81" fmla="*/ 7928432 h 9456078"/>
              <a:gd name="connsiteX82" fmla="*/ 3693994 w 13158799"/>
              <a:gd name="connsiteY82" fmla="*/ 7893146 h 9456078"/>
              <a:gd name="connsiteX83" fmla="*/ 3728240 w 13158799"/>
              <a:gd name="connsiteY83" fmla="*/ 7857501 h 9456078"/>
              <a:gd name="connsiteX84" fmla="*/ 3762171 w 13158799"/>
              <a:gd name="connsiteY84" fmla="*/ 7821497 h 9456078"/>
              <a:gd name="connsiteX85" fmla="*/ 3795783 w 13158799"/>
              <a:gd name="connsiteY85" fmla="*/ 7785136 h 9456078"/>
              <a:gd name="connsiteX86" fmla="*/ 3829075 w 13158799"/>
              <a:gd name="connsiteY86" fmla="*/ 7748420 h 9456078"/>
              <a:gd name="connsiteX87" fmla="*/ 3862042 w 13158799"/>
              <a:gd name="connsiteY87" fmla="*/ 7711350 h 9456078"/>
              <a:gd name="connsiteX88" fmla="*/ 3894682 w 13158799"/>
              <a:gd name="connsiteY88" fmla="*/ 7673928 h 9456078"/>
              <a:gd name="connsiteX89" fmla="*/ 3926991 w 13158799"/>
              <a:gd name="connsiteY89" fmla="*/ 7636155 h 9456078"/>
              <a:gd name="connsiteX90" fmla="*/ 3958967 w 13158799"/>
              <a:gd name="connsiteY90" fmla="*/ 7598032 h 9456078"/>
              <a:gd name="connsiteX91" fmla="*/ 3990607 w 13158799"/>
              <a:gd name="connsiteY91" fmla="*/ 7559561 h 9456078"/>
              <a:gd name="connsiteX92" fmla="*/ 4021907 w 13158799"/>
              <a:gd name="connsiteY92" fmla="*/ 7520744 h 9456078"/>
              <a:gd name="connsiteX93" fmla="*/ 4052865 w 13158799"/>
              <a:gd name="connsiteY93" fmla="*/ 7481582 h 9456078"/>
              <a:gd name="connsiteX94" fmla="*/ 4083478 w 13158799"/>
              <a:gd name="connsiteY94" fmla="*/ 7442077 h 9456078"/>
              <a:gd name="connsiteX95" fmla="*/ 8022311 w 13158799"/>
              <a:gd name="connsiteY95" fmla="*/ 2307814 h 9456078"/>
              <a:gd name="connsiteX96" fmla="*/ 8052902 w 13158799"/>
              <a:gd name="connsiteY96" fmla="*/ 2268285 h 9456078"/>
              <a:gd name="connsiteX97" fmla="*/ 8083796 w 13158799"/>
              <a:gd name="connsiteY97" fmla="*/ 2229056 h 9456078"/>
              <a:gd name="connsiteX98" fmla="*/ 8114989 w 13158799"/>
              <a:gd name="connsiteY98" fmla="*/ 2190127 h 9456078"/>
              <a:gd name="connsiteX99" fmla="*/ 8146479 w 13158799"/>
              <a:gd name="connsiteY99" fmla="*/ 2151500 h 9456078"/>
              <a:gd name="connsiteX100" fmla="*/ 8178264 w 13158799"/>
              <a:gd name="connsiteY100" fmla="*/ 2113176 h 9456078"/>
              <a:gd name="connsiteX101" fmla="*/ 8210341 w 13158799"/>
              <a:gd name="connsiteY101" fmla="*/ 2075157 h 9456078"/>
              <a:gd name="connsiteX102" fmla="*/ 8242709 w 13158799"/>
              <a:gd name="connsiteY102" fmla="*/ 2037442 h 9456078"/>
              <a:gd name="connsiteX103" fmla="*/ 8275365 w 13158799"/>
              <a:gd name="connsiteY103" fmla="*/ 2000034 h 9456078"/>
              <a:gd name="connsiteX104" fmla="*/ 8308307 w 13158799"/>
              <a:gd name="connsiteY104" fmla="*/ 1962934 h 9456078"/>
              <a:gd name="connsiteX105" fmla="*/ 8341532 w 13158799"/>
              <a:gd name="connsiteY105" fmla="*/ 1926142 h 9456078"/>
              <a:gd name="connsiteX106" fmla="*/ 8375038 w 13158799"/>
              <a:gd name="connsiteY106" fmla="*/ 1889660 h 9456078"/>
              <a:gd name="connsiteX107" fmla="*/ 8408823 w 13158799"/>
              <a:gd name="connsiteY107" fmla="*/ 1853489 h 9456078"/>
              <a:gd name="connsiteX108" fmla="*/ 8442885 w 13158799"/>
              <a:gd name="connsiteY108" fmla="*/ 1817630 h 9456078"/>
              <a:gd name="connsiteX109" fmla="*/ 8477221 w 13158799"/>
              <a:gd name="connsiteY109" fmla="*/ 1782084 h 9456078"/>
              <a:gd name="connsiteX110" fmla="*/ 8511829 w 13158799"/>
              <a:gd name="connsiteY110" fmla="*/ 1746853 h 9456078"/>
              <a:gd name="connsiteX111" fmla="*/ 8546706 w 13158799"/>
              <a:gd name="connsiteY111" fmla="*/ 1711937 h 9456078"/>
              <a:gd name="connsiteX112" fmla="*/ 8581851 w 13158799"/>
              <a:gd name="connsiteY112" fmla="*/ 1677337 h 9456078"/>
              <a:gd name="connsiteX113" fmla="*/ 8617261 w 13158799"/>
              <a:gd name="connsiteY113" fmla="*/ 1643056 h 9456078"/>
              <a:gd name="connsiteX114" fmla="*/ 8652934 w 13158799"/>
              <a:gd name="connsiteY114" fmla="*/ 1609093 h 9456078"/>
              <a:gd name="connsiteX115" fmla="*/ 8688867 w 13158799"/>
              <a:gd name="connsiteY115" fmla="*/ 1575450 h 9456078"/>
              <a:gd name="connsiteX116" fmla="*/ 8725058 w 13158799"/>
              <a:gd name="connsiteY116" fmla="*/ 1542128 h 9456078"/>
              <a:gd name="connsiteX117" fmla="*/ 8761506 w 13158799"/>
              <a:gd name="connsiteY117" fmla="*/ 1509129 h 9456078"/>
              <a:gd name="connsiteX118" fmla="*/ 8798207 w 13158799"/>
              <a:gd name="connsiteY118" fmla="*/ 1476452 h 9456078"/>
              <a:gd name="connsiteX119" fmla="*/ 8835159 w 13158799"/>
              <a:gd name="connsiteY119" fmla="*/ 1444101 h 9456078"/>
              <a:gd name="connsiteX120" fmla="*/ 8872360 w 13158799"/>
              <a:gd name="connsiteY120" fmla="*/ 1412075 h 9456078"/>
              <a:gd name="connsiteX121" fmla="*/ 8909808 w 13158799"/>
              <a:gd name="connsiteY121" fmla="*/ 1380375 h 9456078"/>
              <a:gd name="connsiteX122" fmla="*/ 8947501 w 13158799"/>
              <a:gd name="connsiteY122" fmla="*/ 1349004 h 9456078"/>
              <a:gd name="connsiteX123" fmla="*/ 8985435 w 13158799"/>
              <a:gd name="connsiteY123" fmla="*/ 1317962 h 9456078"/>
              <a:gd name="connsiteX124" fmla="*/ 9023610 w 13158799"/>
              <a:gd name="connsiteY124" fmla="*/ 1287250 h 9456078"/>
              <a:gd name="connsiteX125" fmla="*/ 9062022 w 13158799"/>
              <a:gd name="connsiteY125" fmla="*/ 1256869 h 9456078"/>
              <a:gd name="connsiteX126" fmla="*/ 9100669 w 13158799"/>
              <a:gd name="connsiteY126" fmla="*/ 1226820 h 9456078"/>
              <a:gd name="connsiteX127" fmla="*/ 9139549 w 13158799"/>
              <a:gd name="connsiteY127" fmla="*/ 1197105 h 9456078"/>
              <a:gd name="connsiteX128" fmla="*/ 9178660 w 13158799"/>
              <a:gd name="connsiteY128" fmla="*/ 1167725 h 9456078"/>
              <a:gd name="connsiteX129" fmla="*/ 9217999 w 13158799"/>
              <a:gd name="connsiteY129" fmla="*/ 1138681 h 9456078"/>
              <a:gd name="connsiteX130" fmla="*/ 9257564 w 13158799"/>
              <a:gd name="connsiteY130" fmla="*/ 1109974 h 9456078"/>
              <a:gd name="connsiteX131" fmla="*/ 9297353 w 13158799"/>
              <a:gd name="connsiteY131" fmla="*/ 1081604 h 9456078"/>
              <a:gd name="connsiteX132" fmla="*/ 9337364 w 13158799"/>
              <a:gd name="connsiteY132" fmla="*/ 1053574 h 9456078"/>
              <a:gd name="connsiteX133" fmla="*/ 9377594 w 13158799"/>
              <a:gd name="connsiteY133" fmla="*/ 1025884 h 9456078"/>
              <a:gd name="connsiteX134" fmla="*/ 9418040 w 13158799"/>
              <a:gd name="connsiteY134" fmla="*/ 998536 h 9456078"/>
              <a:gd name="connsiteX135" fmla="*/ 9458702 w 13158799"/>
              <a:gd name="connsiteY135" fmla="*/ 971530 h 9456078"/>
              <a:gd name="connsiteX136" fmla="*/ 9499575 w 13158799"/>
              <a:gd name="connsiteY136" fmla="*/ 944868 h 9456078"/>
              <a:gd name="connsiteX137" fmla="*/ 9540659 w 13158799"/>
              <a:gd name="connsiteY137" fmla="*/ 918551 h 9456078"/>
              <a:gd name="connsiteX138" fmla="*/ 9581950 w 13158799"/>
              <a:gd name="connsiteY138" fmla="*/ 892580 h 9456078"/>
              <a:gd name="connsiteX139" fmla="*/ 9623447 w 13158799"/>
              <a:gd name="connsiteY139" fmla="*/ 866956 h 9456078"/>
              <a:gd name="connsiteX140" fmla="*/ 9665147 w 13158799"/>
              <a:gd name="connsiteY140" fmla="*/ 841681 h 9456078"/>
              <a:gd name="connsiteX141" fmla="*/ 9707048 w 13158799"/>
              <a:gd name="connsiteY141" fmla="*/ 816754 h 9456078"/>
              <a:gd name="connsiteX142" fmla="*/ 9749147 w 13158799"/>
              <a:gd name="connsiteY142" fmla="*/ 792179 h 9456078"/>
              <a:gd name="connsiteX143" fmla="*/ 9791443 w 13158799"/>
              <a:gd name="connsiteY143" fmla="*/ 767955 h 9456078"/>
              <a:gd name="connsiteX144" fmla="*/ 9833932 w 13158799"/>
              <a:gd name="connsiteY144" fmla="*/ 744083 h 9456078"/>
              <a:gd name="connsiteX145" fmla="*/ 9876613 w 13158799"/>
              <a:gd name="connsiteY145" fmla="*/ 720566 h 9456078"/>
              <a:gd name="connsiteX146" fmla="*/ 9919484 w 13158799"/>
              <a:gd name="connsiteY146" fmla="*/ 697404 h 9456078"/>
              <a:gd name="connsiteX147" fmla="*/ 9962542 w 13158799"/>
              <a:gd name="connsiteY147" fmla="*/ 674598 h 9456078"/>
              <a:gd name="connsiteX148" fmla="*/ 10005784 w 13158799"/>
              <a:gd name="connsiteY148" fmla="*/ 652149 h 9456078"/>
              <a:gd name="connsiteX149" fmla="*/ 10049209 w 13158799"/>
              <a:gd name="connsiteY149" fmla="*/ 630059 h 9456078"/>
              <a:gd name="connsiteX150" fmla="*/ 10092814 w 13158799"/>
              <a:gd name="connsiteY150" fmla="*/ 608328 h 9456078"/>
              <a:gd name="connsiteX151" fmla="*/ 10136597 w 13158799"/>
              <a:gd name="connsiteY151" fmla="*/ 586958 h 9456078"/>
              <a:gd name="connsiteX152" fmla="*/ 10180556 w 13158799"/>
              <a:gd name="connsiteY152" fmla="*/ 565950 h 9456078"/>
              <a:gd name="connsiteX153" fmla="*/ 10224688 w 13158799"/>
              <a:gd name="connsiteY153" fmla="*/ 545304 h 9456078"/>
              <a:gd name="connsiteX154" fmla="*/ 10268991 w 13158799"/>
              <a:gd name="connsiteY154" fmla="*/ 525023 h 9456078"/>
              <a:gd name="connsiteX155" fmla="*/ 10313463 w 13158799"/>
              <a:gd name="connsiteY155" fmla="*/ 505107 h 9456078"/>
              <a:gd name="connsiteX156" fmla="*/ 10358101 w 13158799"/>
              <a:gd name="connsiteY156" fmla="*/ 485558 h 9456078"/>
              <a:gd name="connsiteX157" fmla="*/ 10402903 w 13158799"/>
              <a:gd name="connsiteY157" fmla="*/ 466376 h 9456078"/>
              <a:gd name="connsiteX158" fmla="*/ 10447868 w 13158799"/>
              <a:gd name="connsiteY158" fmla="*/ 447563 h 9456078"/>
              <a:gd name="connsiteX159" fmla="*/ 10492991 w 13158799"/>
              <a:gd name="connsiteY159" fmla="*/ 429119 h 9456078"/>
              <a:gd name="connsiteX160" fmla="*/ 10538272 w 13158799"/>
              <a:gd name="connsiteY160" fmla="*/ 411046 h 9456078"/>
              <a:gd name="connsiteX161" fmla="*/ 10583708 w 13158799"/>
              <a:gd name="connsiteY161" fmla="*/ 393346 h 9456078"/>
              <a:gd name="connsiteX162" fmla="*/ 10629297 w 13158799"/>
              <a:gd name="connsiteY162" fmla="*/ 376018 h 9456078"/>
              <a:gd name="connsiteX163" fmla="*/ 10675036 w 13158799"/>
              <a:gd name="connsiteY163" fmla="*/ 359065 h 9456078"/>
              <a:gd name="connsiteX164" fmla="*/ 10720923 w 13158799"/>
              <a:gd name="connsiteY164" fmla="*/ 342487 h 9456078"/>
              <a:gd name="connsiteX165" fmla="*/ 10766956 w 13158799"/>
              <a:gd name="connsiteY165" fmla="*/ 326286 h 9456078"/>
              <a:gd name="connsiteX166" fmla="*/ 10813132 w 13158799"/>
              <a:gd name="connsiteY166" fmla="*/ 310462 h 9456078"/>
              <a:gd name="connsiteX167" fmla="*/ 10859450 w 13158799"/>
              <a:gd name="connsiteY167" fmla="*/ 295018 h 9456078"/>
              <a:gd name="connsiteX168" fmla="*/ 10905907 w 13158799"/>
              <a:gd name="connsiteY168" fmla="*/ 279953 h 9456078"/>
              <a:gd name="connsiteX169" fmla="*/ 10952500 w 13158799"/>
              <a:gd name="connsiteY169" fmla="*/ 265269 h 9456078"/>
              <a:gd name="connsiteX170" fmla="*/ 10999227 w 13158799"/>
              <a:gd name="connsiteY170" fmla="*/ 250968 h 9456078"/>
              <a:gd name="connsiteX171" fmla="*/ 11046087 w 13158799"/>
              <a:gd name="connsiteY171" fmla="*/ 237049 h 9456078"/>
              <a:gd name="connsiteX172" fmla="*/ 11093076 w 13158799"/>
              <a:gd name="connsiteY172" fmla="*/ 223516 h 9456078"/>
              <a:gd name="connsiteX173" fmla="*/ 11140193 w 13158799"/>
              <a:gd name="connsiteY173" fmla="*/ 210368 h 9456078"/>
              <a:gd name="connsiteX174" fmla="*/ 11187434 w 13158799"/>
              <a:gd name="connsiteY174" fmla="*/ 197606 h 9456078"/>
              <a:gd name="connsiteX175" fmla="*/ 11234799 w 13158799"/>
              <a:gd name="connsiteY175" fmla="*/ 185233 h 9456078"/>
              <a:gd name="connsiteX176" fmla="*/ 11282284 w 13158799"/>
              <a:gd name="connsiteY176" fmla="*/ 173248 h 9456078"/>
              <a:gd name="connsiteX177" fmla="*/ 11329888 w 13158799"/>
              <a:gd name="connsiteY177" fmla="*/ 161654 h 9456078"/>
              <a:gd name="connsiteX178" fmla="*/ 11377607 w 13158799"/>
              <a:gd name="connsiteY178" fmla="*/ 150451 h 9456078"/>
              <a:gd name="connsiteX179" fmla="*/ 11425440 w 13158799"/>
              <a:gd name="connsiteY179" fmla="*/ 139640 h 9456078"/>
              <a:gd name="connsiteX180" fmla="*/ 11473385 w 13158799"/>
              <a:gd name="connsiteY180" fmla="*/ 129223 h 9456078"/>
              <a:gd name="connsiteX181" fmla="*/ 11521439 w 13158799"/>
              <a:gd name="connsiteY181" fmla="*/ 119201 h 9456078"/>
              <a:gd name="connsiteX182" fmla="*/ 11569599 w 13158799"/>
              <a:gd name="connsiteY182" fmla="*/ 109574 h 9456078"/>
              <a:gd name="connsiteX183" fmla="*/ 11617864 w 13158799"/>
              <a:gd name="connsiteY183" fmla="*/ 100344 h 9456078"/>
              <a:gd name="connsiteX184" fmla="*/ 11666231 w 13158799"/>
              <a:gd name="connsiteY184" fmla="*/ 91512 h 9456078"/>
              <a:gd name="connsiteX185" fmla="*/ 11714698 w 13158799"/>
              <a:gd name="connsiteY185" fmla="*/ 83080 h 9456078"/>
              <a:gd name="connsiteX186" fmla="*/ 11763263 w 13158799"/>
              <a:gd name="connsiteY186" fmla="*/ 75047 h 9456078"/>
              <a:gd name="connsiteX187" fmla="*/ 11811923 w 13158799"/>
              <a:gd name="connsiteY187" fmla="*/ 67417 h 9456078"/>
              <a:gd name="connsiteX188" fmla="*/ 11860676 w 13158799"/>
              <a:gd name="connsiteY188" fmla="*/ 60188 h 9456078"/>
              <a:gd name="connsiteX189" fmla="*/ 11909519 w 13158799"/>
              <a:gd name="connsiteY189" fmla="*/ 53364 h 9456078"/>
              <a:gd name="connsiteX190" fmla="*/ 11958451 w 13158799"/>
              <a:gd name="connsiteY190" fmla="*/ 46944 h 9456078"/>
              <a:gd name="connsiteX191" fmla="*/ 12007470 w 13158799"/>
              <a:gd name="connsiteY191" fmla="*/ 40931 h 9456078"/>
              <a:gd name="connsiteX192" fmla="*/ 12056572 w 13158799"/>
              <a:gd name="connsiteY192" fmla="*/ 35324 h 9456078"/>
              <a:gd name="connsiteX193" fmla="*/ 12105756 w 13158799"/>
              <a:gd name="connsiteY193" fmla="*/ 30126 h 9456078"/>
              <a:gd name="connsiteX194" fmla="*/ 12155019 w 13158799"/>
              <a:gd name="connsiteY194" fmla="*/ 25337 h 9456078"/>
              <a:gd name="connsiteX195" fmla="*/ 12204359 w 13158799"/>
              <a:gd name="connsiteY195" fmla="*/ 20958 h 9456078"/>
              <a:gd name="connsiteX196" fmla="*/ 12253773 w 13158799"/>
              <a:gd name="connsiteY196" fmla="*/ 16991 h 9456078"/>
              <a:gd name="connsiteX197" fmla="*/ 12303260 w 13158799"/>
              <a:gd name="connsiteY197" fmla="*/ 13437 h 9456078"/>
              <a:gd name="connsiteX198" fmla="*/ 12352818 w 13158799"/>
              <a:gd name="connsiteY198" fmla="*/ 10297 h 9456078"/>
              <a:gd name="connsiteX199" fmla="*/ 12402443 w 13158799"/>
              <a:gd name="connsiteY199" fmla="*/ 7572 h 9456078"/>
              <a:gd name="connsiteX200" fmla="*/ 12452133 w 13158799"/>
              <a:gd name="connsiteY200" fmla="*/ 5263 h 9456078"/>
              <a:gd name="connsiteX201" fmla="*/ 12501887 w 13158799"/>
              <a:gd name="connsiteY201" fmla="*/ 3371 h 9456078"/>
              <a:gd name="connsiteX202" fmla="*/ 12551701 w 13158799"/>
              <a:gd name="connsiteY202" fmla="*/ 1898 h 9456078"/>
              <a:gd name="connsiteX203" fmla="*/ 12601574 w 13158799"/>
              <a:gd name="connsiteY203" fmla="*/ 844 h 9456078"/>
              <a:gd name="connsiteX204" fmla="*/ 12651504 w 13158799"/>
              <a:gd name="connsiteY204" fmla="*/ 211 h 9456078"/>
              <a:gd name="connsiteX205" fmla="*/ 12701487 w 13158799"/>
              <a:gd name="connsiteY205" fmla="*/ 0 h 9456078"/>
              <a:gd name="connsiteX206" fmla="*/ 13158798 w 13158799"/>
              <a:gd name="connsiteY206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76172 w 13158797"/>
              <a:gd name="connsiteY22" fmla="*/ 9319936 h 9456078"/>
              <a:gd name="connsiteX23" fmla="*/ 1223823 w 13158797"/>
              <a:gd name="connsiteY23" fmla="*/ 9308509 h 9456078"/>
              <a:gd name="connsiteX24" fmla="*/ 1271339 w 13158797"/>
              <a:gd name="connsiteY24" fmla="*/ 9296635 h 9456078"/>
              <a:gd name="connsiteX25" fmla="*/ 1318719 w 13158797"/>
              <a:gd name="connsiteY25" fmla="*/ 9284315 h 9456078"/>
              <a:gd name="connsiteX26" fmla="*/ 1365957 w 13158797"/>
              <a:gd name="connsiteY26" fmla="*/ 9271550 h 9456078"/>
              <a:gd name="connsiteX27" fmla="*/ 1413052 w 13158797"/>
              <a:gd name="connsiteY27" fmla="*/ 9258342 h 9456078"/>
              <a:gd name="connsiteX28" fmla="*/ 1460000 w 13158797"/>
              <a:gd name="connsiteY28" fmla="*/ 9244693 h 9456078"/>
              <a:gd name="connsiteX29" fmla="*/ 1506799 w 13158797"/>
              <a:gd name="connsiteY29" fmla="*/ 9230604 h 9456078"/>
              <a:gd name="connsiteX30" fmla="*/ 1553445 w 13158797"/>
              <a:gd name="connsiteY30" fmla="*/ 9216076 h 9456078"/>
              <a:gd name="connsiteX31" fmla="*/ 1599935 w 13158797"/>
              <a:gd name="connsiteY31" fmla="*/ 9201111 h 9456078"/>
              <a:gd name="connsiteX32" fmla="*/ 1646267 w 13158797"/>
              <a:gd name="connsiteY32" fmla="*/ 9185710 h 9456078"/>
              <a:gd name="connsiteX33" fmla="*/ 1692437 w 13158797"/>
              <a:gd name="connsiteY33" fmla="*/ 9169876 h 9456078"/>
              <a:gd name="connsiteX34" fmla="*/ 1738442 w 13158797"/>
              <a:gd name="connsiteY34" fmla="*/ 9153608 h 9456078"/>
              <a:gd name="connsiteX35" fmla="*/ 1784280 w 13158797"/>
              <a:gd name="connsiteY35" fmla="*/ 9136910 h 9456078"/>
              <a:gd name="connsiteX36" fmla="*/ 1829947 w 13158797"/>
              <a:gd name="connsiteY36" fmla="*/ 9119782 h 9456078"/>
              <a:gd name="connsiteX37" fmla="*/ 1875440 w 13158797"/>
              <a:gd name="connsiteY37" fmla="*/ 9102226 h 9456078"/>
              <a:gd name="connsiteX38" fmla="*/ 1920756 w 13158797"/>
              <a:gd name="connsiteY38" fmla="*/ 9084243 h 9456078"/>
              <a:gd name="connsiteX39" fmla="*/ 1965893 w 13158797"/>
              <a:gd name="connsiteY39" fmla="*/ 9065835 h 9456078"/>
              <a:gd name="connsiteX40" fmla="*/ 2055615 w 13158797"/>
              <a:gd name="connsiteY40" fmla="*/ 9027750 h 9456078"/>
              <a:gd name="connsiteX41" fmla="*/ 2100195 w 13158797"/>
              <a:gd name="connsiteY41" fmla="*/ 9008075 h 9456078"/>
              <a:gd name="connsiteX42" fmla="*/ 2144582 w 13158797"/>
              <a:gd name="connsiteY42" fmla="*/ 8987981 h 9456078"/>
              <a:gd name="connsiteX43" fmla="*/ 2188775 w 13158797"/>
              <a:gd name="connsiteY43" fmla="*/ 8967470 h 9456078"/>
              <a:gd name="connsiteX44" fmla="*/ 2232770 w 13158797"/>
              <a:gd name="connsiteY44" fmla="*/ 8946542 h 9456078"/>
              <a:gd name="connsiteX45" fmla="*/ 2276564 w 13158797"/>
              <a:gd name="connsiteY45" fmla="*/ 8925199 h 9456078"/>
              <a:gd name="connsiteX46" fmla="*/ 2320154 w 13158797"/>
              <a:gd name="connsiteY46" fmla="*/ 8903443 h 9456078"/>
              <a:gd name="connsiteX47" fmla="*/ 2363538 w 13158797"/>
              <a:gd name="connsiteY47" fmla="*/ 8881275 h 9456078"/>
              <a:gd name="connsiteX48" fmla="*/ 2406711 w 13158797"/>
              <a:gd name="connsiteY48" fmla="*/ 8858697 h 9456078"/>
              <a:gd name="connsiteX49" fmla="*/ 2449672 w 13158797"/>
              <a:gd name="connsiteY49" fmla="*/ 8835710 h 9456078"/>
              <a:gd name="connsiteX50" fmla="*/ 2492417 w 13158797"/>
              <a:gd name="connsiteY50" fmla="*/ 8812316 h 9456078"/>
              <a:gd name="connsiteX51" fmla="*/ 2534943 w 13158797"/>
              <a:gd name="connsiteY51" fmla="*/ 8788516 h 9456078"/>
              <a:gd name="connsiteX52" fmla="*/ 2577247 w 13158797"/>
              <a:gd name="connsiteY52" fmla="*/ 8764311 h 9456078"/>
              <a:gd name="connsiteX53" fmla="*/ 2619326 w 13158797"/>
              <a:gd name="connsiteY53" fmla="*/ 8739704 h 9456078"/>
              <a:gd name="connsiteX54" fmla="*/ 2661177 w 13158797"/>
              <a:gd name="connsiteY54" fmla="*/ 8714695 h 9456078"/>
              <a:gd name="connsiteX55" fmla="*/ 2702797 w 13158797"/>
              <a:gd name="connsiteY55" fmla="*/ 8689286 h 9456078"/>
              <a:gd name="connsiteX56" fmla="*/ 2744183 w 13158797"/>
              <a:gd name="connsiteY56" fmla="*/ 8663479 h 9456078"/>
              <a:gd name="connsiteX57" fmla="*/ 2785333 w 13158797"/>
              <a:gd name="connsiteY57" fmla="*/ 8637274 h 9456078"/>
              <a:gd name="connsiteX58" fmla="*/ 2826242 w 13158797"/>
              <a:gd name="connsiteY58" fmla="*/ 8610675 h 9456078"/>
              <a:gd name="connsiteX59" fmla="*/ 2866908 w 13158797"/>
              <a:gd name="connsiteY59" fmla="*/ 8583681 h 9456078"/>
              <a:gd name="connsiteX60" fmla="*/ 2907329 w 13158797"/>
              <a:gd name="connsiteY60" fmla="*/ 8556295 h 9456078"/>
              <a:gd name="connsiteX61" fmla="*/ 2947500 w 13158797"/>
              <a:gd name="connsiteY61" fmla="*/ 8528517 h 9456078"/>
              <a:gd name="connsiteX62" fmla="*/ 2987419 w 13158797"/>
              <a:gd name="connsiteY62" fmla="*/ 8500351 h 9456078"/>
              <a:gd name="connsiteX63" fmla="*/ 3027083 w 13158797"/>
              <a:gd name="connsiteY63" fmla="*/ 8471796 h 9456078"/>
              <a:gd name="connsiteX64" fmla="*/ 3066489 w 13158797"/>
              <a:gd name="connsiteY64" fmla="*/ 8442854 h 9456078"/>
              <a:gd name="connsiteX65" fmla="*/ 3105634 w 13158797"/>
              <a:gd name="connsiteY65" fmla="*/ 8413528 h 9456078"/>
              <a:gd name="connsiteX66" fmla="*/ 3144515 w 13158797"/>
              <a:gd name="connsiteY66" fmla="*/ 8383818 h 9456078"/>
              <a:gd name="connsiteX67" fmla="*/ 3183129 w 13158797"/>
              <a:gd name="connsiteY67" fmla="*/ 8353726 h 9456078"/>
              <a:gd name="connsiteX68" fmla="*/ 3221473 w 13158797"/>
              <a:gd name="connsiteY68" fmla="*/ 8323253 h 9456078"/>
              <a:gd name="connsiteX69" fmla="*/ 3259544 w 13158797"/>
              <a:gd name="connsiteY69" fmla="*/ 8292401 h 9456078"/>
              <a:gd name="connsiteX70" fmla="*/ 3297339 w 13158797"/>
              <a:gd name="connsiteY70" fmla="*/ 8261172 h 9456078"/>
              <a:gd name="connsiteX71" fmla="*/ 3334854 w 13158797"/>
              <a:gd name="connsiteY71" fmla="*/ 8229566 h 9456078"/>
              <a:gd name="connsiteX72" fmla="*/ 3372087 w 13158797"/>
              <a:gd name="connsiteY72" fmla="*/ 8197585 h 9456078"/>
              <a:gd name="connsiteX73" fmla="*/ 3409035 w 13158797"/>
              <a:gd name="connsiteY73" fmla="*/ 8165232 h 9456078"/>
              <a:gd name="connsiteX74" fmla="*/ 3445695 w 13158797"/>
              <a:gd name="connsiteY74" fmla="*/ 8132507 h 9456078"/>
              <a:gd name="connsiteX75" fmla="*/ 3482064 w 13158797"/>
              <a:gd name="connsiteY75" fmla="*/ 8099411 h 9456078"/>
              <a:gd name="connsiteX76" fmla="*/ 3518139 w 13158797"/>
              <a:gd name="connsiteY76" fmla="*/ 8065947 h 9456078"/>
              <a:gd name="connsiteX77" fmla="*/ 3553916 w 13158797"/>
              <a:gd name="connsiteY77" fmla="*/ 8032115 h 9456078"/>
              <a:gd name="connsiteX78" fmla="*/ 3589393 w 13158797"/>
              <a:gd name="connsiteY78" fmla="*/ 7997918 h 9456078"/>
              <a:gd name="connsiteX79" fmla="*/ 3624567 w 13158797"/>
              <a:gd name="connsiteY79" fmla="*/ 7963356 h 9456078"/>
              <a:gd name="connsiteX80" fmla="*/ 3659435 w 13158797"/>
              <a:gd name="connsiteY80" fmla="*/ 7928432 h 9456078"/>
              <a:gd name="connsiteX81" fmla="*/ 3693994 w 13158797"/>
              <a:gd name="connsiteY81" fmla="*/ 7893146 h 9456078"/>
              <a:gd name="connsiteX82" fmla="*/ 3728240 w 13158797"/>
              <a:gd name="connsiteY82" fmla="*/ 7857501 h 9456078"/>
              <a:gd name="connsiteX83" fmla="*/ 3762171 w 13158797"/>
              <a:gd name="connsiteY83" fmla="*/ 7821497 h 9456078"/>
              <a:gd name="connsiteX84" fmla="*/ 3795783 w 13158797"/>
              <a:gd name="connsiteY84" fmla="*/ 7785136 h 9456078"/>
              <a:gd name="connsiteX85" fmla="*/ 3829075 w 13158797"/>
              <a:gd name="connsiteY85" fmla="*/ 7748420 h 9456078"/>
              <a:gd name="connsiteX86" fmla="*/ 3862042 w 13158797"/>
              <a:gd name="connsiteY86" fmla="*/ 7711350 h 9456078"/>
              <a:gd name="connsiteX87" fmla="*/ 3894682 w 13158797"/>
              <a:gd name="connsiteY87" fmla="*/ 7673928 h 9456078"/>
              <a:gd name="connsiteX88" fmla="*/ 3926991 w 13158797"/>
              <a:gd name="connsiteY88" fmla="*/ 7636155 h 9456078"/>
              <a:gd name="connsiteX89" fmla="*/ 3958967 w 13158797"/>
              <a:gd name="connsiteY89" fmla="*/ 7598032 h 9456078"/>
              <a:gd name="connsiteX90" fmla="*/ 3990607 w 13158797"/>
              <a:gd name="connsiteY90" fmla="*/ 7559561 h 9456078"/>
              <a:gd name="connsiteX91" fmla="*/ 4021907 w 13158797"/>
              <a:gd name="connsiteY91" fmla="*/ 7520744 h 9456078"/>
              <a:gd name="connsiteX92" fmla="*/ 4052865 w 13158797"/>
              <a:gd name="connsiteY92" fmla="*/ 7481582 h 9456078"/>
              <a:gd name="connsiteX93" fmla="*/ 4083478 w 13158797"/>
              <a:gd name="connsiteY93" fmla="*/ 7442077 h 9456078"/>
              <a:gd name="connsiteX94" fmla="*/ 8022311 w 13158797"/>
              <a:gd name="connsiteY94" fmla="*/ 2307814 h 9456078"/>
              <a:gd name="connsiteX95" fmla="*/ 8052902 w 13158797"/>
              <a:gd name="connsiteY95" fmla="*/ 2268285 h 9456078"/>
              <a:gd name="connsiteX96" fmla="*/ 8083796 w 13158797"/>
              <a:gd name="connsiteY96" fmla="*/ 2229056 h 9456078"/>
              <a:gd name="connsiteX97" fmla="*/ 8114989 w 13158797"/>
              <a:gd name="connsiteY97" fmla="*/ 2190127 h 9456078"/>
              <a:gd name="connsiteX98" fmla="*/ 8146479 w 13158797"/>
              <a:gd name="connsiteY98" fmla="*/ 2151500 h 9456078"/>
              <a:gd name="connsiteX99" fmla="*/ 8178264 w 13158797"/>
              <a:gd name="connsiteY99" fmla="*/ 2113176 h 9456078"/>
              <a:gd name="connsiteX100" fmla="*/ 8210341 w 13158797"/>
              <a:gd name="connsiteY100" fmla="*/ 2075157 h 9456078"/>
              <a:gd name="connsiteX101" fmla="*/ 8242709 w 13158797"/>
              <a:gd name="connsiteY101" fmla="*/ 2037442 h 9456078"/>
              <a:gd name="connsiteX102" fmla="*/ 8275365 w 13158797"/>
              <a:gd name="connsiteY102" fmla="*/ 2000034 h 9456078"/>
              <a:gd name="connsiteX103" fmla="*/ 8308307 w 13158797"/>
              <a:gd name="connsiteY103" fmla="*/ 1962934 h 9456078"/>
              <a:gd name="connsiteX104" fmla="*/ 8341532 w 13158797"/>
              <a:gd name="connsiteY104" fmla="*/ 1926142 h 9456078"/>
              <a:gd name="connsiteX105" fmla="*/ 8375038 w 13158797"/>
              <a:gd name="connsiteY105" fmla="*/ 1889660 h 9456078"/>
              <a:gd name="connsiteX106" fmla="*/ 8408823 w 13158797"/>
              <a:gd name="connsiteY106" fmla="*/ 1853489 h 9456078"/>
              <a:gd name="connsiteX107" fmla="*/ 8442885 w 13158797"/>
              <a:gd name="connsiteY107" fmla="*/ 1817630 h 9456078"/>
              <a:gd name="connsiteX108" fmla="*/ 8477221 w 13158797"/>
              <a:gd name="connsiteY108" fmla="*/ 1782084 h 9456078"/>
              <a:gd name="connsiteX109" fmla="*/ 8511829 w 13158797"/>
              <a:gd name="connsiteY109" fmla="*/ 1746853 h 9456078"/>
              <a:gd name="connsiteX110" fmla="*/ 8546706 w 13158797"/>
              <a:gd name="connsiteY110" fmla="*/ 1711937 h 9456078"/>
              <a:gd name="connsiteX111" fmla="*/ 8581851 w 13158797"/>
              <a:gd name="connsiteY111" fmla="*/ 1677337 h 9456078"/>
              <a:gd name="connsiteX112" fmla="*/ 8617261 w 13158797"/>
              <a:gd name="connsiteY112" fmla="*/ 1643056 h 9456078"/>
              <a:gd name="connsiteX113" fmla="*/ 8652934 w 13158797"/>
              <a:gd name="connsiteY113" fmla="*/ 1609093 h 9456078"/>
              <a:gd name="connsiteX114" fmla="*/ 8688867 w 13158797"/>
              <a:gd name="connsiteY114" fmla="*/ 1575450 h 9456078"/>
              <a:gd name="connsiteX115" fmla="*/ 8725058 w 13158797"/>
              <a:gd name="connsiteY115" fmla="*/ 1542128 h 9456078"/>
              <a:gd name="connsiteX116" fmla="*/ 8761506 w 13158797"/>
              <a:gd name="connsiteY116" fmla="*/ 1509129 h 9456078"/>
              <a:gd name="connsiteX117" fmla="*/ 8798207 w 13158797"/>
              <a:gd name="connsiteY117" fmla="*/ 1476452 h 9456078"/>
              <a:gd name="connsiteX118" fmla="*/ 8835159 w 13158797"/>
              <a:gd name="connsiteY118" fmla="*/ 1444101 h 9456078"/>
              <a:gd name="connsiteX119" fmla="*/ 8872360 w 13158797"/>
              <a:gd name="connsiteY119" fmla="*/ 1412075 h 9456078"/>
              <a:gd name="connsiteX120" fmla="*/ 8909808 w 13158797"/>
              <a:gd name="connsiteY120" fmla="*/ 1380375 h 9456078"/>
              <a:gd name="connsiteX121" fmla="*/ 8947501 w 13158797"/>
              <a:gd name="connsiteY121" fmla="*/ 1349004 h 9456078"/>
              <a:gd name="connsiteX122" fmla="*/ 8985435 w 13158797"/>
              <a:gd name="connsiteY122" fmla="*/ 1317962 h 9456078"/>
              <a:gd name="connsiteX123" fmla="*/ 9023610 w 13158797"/>
              <a:gd name="connsiteY123" fmla="*/ 1287250 h 9456078"/>
              <a:gd name="connsiteX124" fmla="*/ 9062022 w 13158797"/>
              <a:gd name="connsiteY124" fmla="*/ 1256869 h 9456078"/>
              <a:gd name="connsiteX125" fmla="*/ 9100669 w 13158797"/>
              <a:gd name="connsiteY125" fmla="*/ 1226820 h 9456078"/>
              <a:gd name="connsiteX126" fmla="*/ 9139549 w 13158797"/>
              <a:gd name="connsiteY126" fmla="*/ 1197105 h 9456078"/>
              <a:gd name="connsiteX127" fmla="*/ 9178660 w 13158797"/>
              <a:gd name="connsiteY127" fmla="*/ 1167725 h 9456078"/>
              <a:gd name="connsiteX128" fmla="*/ 9217999 w 13158797"/>
              <a:gd name="connsiteY128" fmla="*/ 1138681 h 9456078"/>
              <a:gd name="connsiteX129" fmla="*/ 9257564 w 13158797"/>
              <a:gd name="connsiteY129" fmla="*/ 1109974 h 9456078"/>
              <a:gd name="connsiteX130" fmla="*/ 9297353 w 13158797"/>
              <a:gd name="connsiteY130" fmla="*/ 1081604 h 9456078"/>
              <a:gd name="connsiteX131" fmla="*/ 9337364 w 13158797"/>
              <a:gd name="connsiteY131" fmla="*/ 1053574 h 9456078"/>
              <a:gd name="connsiteX132" fmla="*/ 9377594 w 13158797"/>
              <a:gd name="connsiteY132" fmla="*/ 1025884 h 9456078"/>
              <a:gd name="connsiteX133" fmla="*/ 9418040 w 13158797"/>
              <a:gd name="connsiteY133" fmla="*/ 998536 h 9456078"/>
              <a:gd name="connsiteX134" fmla="*/ 9458702 w 13158797"/>
              <a:gd name="connsiteY134" fmla="*/ 971530 h 9456078"/>
              <a:gd name="connsiteX135" fmla="*/ 9499575 w 13158797"/>
              <a:gd name="connsiteY135" fmla="*/ 944868 h 9456078"/>
              <a:gd name="connsiteX136" fmla="*/ 9540659 w 13158797"/>
              <a:gd name="connsiteY136" fmla="*/ 918551 h 9456078"/>
              <a:gd name="connsiteX137" fmla="*/ 9581950 w 13158797"/>
              <a:gd name="connsiteY137" fmla="*/ 892580 h 9456078"/>
              <a:gd name="connsiteX138" fmla="*/ 9623447 w 13158797"/>
              <a:gd name="connsiteY138" fmla="*/ 866956 h 9456078"/>
              <a:gd name="connsiteX139" fmla="*/ 9665147 w 13158797"/>
              <a:gd name="connsiteY139" fmla="*/ 841681 h 9456078"/>
              <a:gd name="connsiteX140" fmla="*/ 9707048 w 13158797"/>
              <a:gd name="connsiteY140" fmla="*/ 816754 h 9456078"/>
              <a:gd name="connsiteX141" fmla="*/ 9749147 w 13158797"/>
              <a:gd name="connsiteY141" fmla="*/ 792179 h 9456078"/>
              <a:gd name="connsiteX142" fmla="*/ 9791443 w 13158797"/>
              <a:gd name="connsiteY142" fmla="*/ 767955 h 9456078"/>
              <a:gd name="connsiteX143" fmla="*/ 9833932 w 13158797"/>
              <a:gd name="connsiteY143" fmla="*/ 744083 h 9456078"/>
              <a:gd name="connsiteX144" fmla="*/ 9876613 w 13158797"/>
              <a:gd name="connsiteY144" fmla="*/ 720566 h 9456078"/>
              <a:gd name="connsiteX145" fmla="*/ 9919484 w 13158797"/>
              <a:gd name="connsiteY145" fmla="*/ 697404 h 9456078"/>
              <a:gd name="connsiteX146" fmla="*/ 9962542 w 13158797"/>
              <a:gd name="connsiteY146" fmla="*/ 674598 h 9456078"/>
              <a:gd name="connsiteX147" fmla="*/ 10005784 w 13158797"/>
              <a:gd name="connsiteY147" fmla="*/ 652149 h 9456078"/>
              <a:gd name="connsiteX148" fmla="*/ 10049209 w 13158797"/>
              <a:gd name="connsiteY148" fmla="*/ 630059 h 9456078"/>
              <a:gd name="connsiteX149" fmla="*/ 10092814 w 13158797"/>
              <a:gd name="connsiteY149" fmla="*/ 608328 h 9456078"/>
              <a:gd name="connsiteX150" fmla="*/ 10136597 w 13158797"/>
              <a:gd name="connsiteY150" fmla="*/ 586958 h 9456078"/>
              <a:gd name="connsiteX151" fmla="*/ 10180556 w 13158797"/>
              <a:gd name="connsiteY151" fmla="*/ 565950 h 9456078"/>
              <a:gd name="connsiteX152" fmla="*/ 10224688 w 13158797"/>
              <a:gd name="connsiteY152" fmla="*/ 545304 h 9456078"/>
              <a:gd name="connsiteX153" fmla="*/ 10268991 w 13158797"/>
              <a:gd name="connsiteY153" fmla="*/ 525023 h 9456078"/>
              <a:gd name="connsiteX154" fmla="*/ 10313463 w 13158797"/>
              <a:gd name="connsiteY154" fmla="*/ 505107 h 9456078"/>
              <a:gd name="connsiteX155" fmla="*/ 10358101 w 13158797"/>
              <a:gd name="connsiteY155" fmla="*/ 485558 h 9456078"/>
              <a:gd name="connsiteX156" fmla="*/ 10402903 w 13158797"/>
              <a:gd name="connsiteY156" fmla="*/ 466376 h 9456078"/>
              <a:gd name="connsiteX157" fmla="*/ 10447868 w 13158797"/>
              <a:gd name="connsiteY157" fmla="*/ 447563 h 9456078"/>
              <a:gd name="connsiteX158" fmla="*/ 10492991 w 13158797"/>
              <a:gd name="connsiteY158" fmla="*/ 429119 h 9456078"/>
              <a:gd name="connsiteX159" fmla="*/ 10538272 w 13158797"/>
              <a:gd name="connsiteY159" fmla="*/ 411046 h 9456078"/>
              <a:gd name="connsiteX160" fmla="*/ 10583708 w 13158797"/>
              <a:gd name="connsiteY160" fmla="*/ 393346 h 9456078"/>
              <a:gd name="connsiteX161" fmla="*/ 10629297 w 13158797"/>
              <a:gd name="connsiteY161" fmla="*/ 376018 h 9456078"/>
              <a:gd name="connsiteX162" fmla="*/ 10675036 w 13158797"/>
              <a:gd name="connsiteY162" fmla="*/ 359065 h 9456078"/>
              <a:gd name="connsiteX163" fmla="*/ 10720923 w 13158797"/>
              <a:gd name="connsiteY163" fmla="*/ 342487 h 9456078"/>
              <a:gd name="connsiteX164" fmla="*/ 10766956 w 13158797"/>
              <a:gd name="connsiteY164" fmla="*/ 326286 h 9456078"/>
              <a:gd name="connsiteX165" fmla="*/ 10813132 w 13158797"/>
              <a:gd name="connsiteY165" fmla="*/ 310462 h 9456078"/>
              <a:gd name="connsiteX166" fmla="*/ 10859450 w 13158797"/>
              <a:gd name="connsiteY166" fmla="*/ 295018 h 9456078"/>
              <a:gd name="connsiteX167" fmla="*/ 10905907 w 13158797"/>
              <a:gd name="connsiteY167" fmla="*/ 279953 h 9456078"/>
              <a:gd name="connsiteX168" fmla="*/ 10952500 w 13158797"/>
              <a:gd name="connsiteY168" fmla="*/ 265269 h 9456078"/>
              <a:gd name="connsiteX169" fmla="*/ 10999227 w 13158797"/>
              <a:gd name="connsiteY169" fmla="*/ 250968 h 9456078"/>
              <a:gd name="connsiteX170" fmla="*/ 11046087 w 13158797"/>
              <a:gd name="connsiteY170" fmla="*/ 237049 h 9456078"/>
              <a:gd name="connsiteX171" fmla="*/ 11093076 w 13158797"/>
              <a:gd name="connsiteY171" fmla="*/ 223516 h 9456078"/>
              <a:gd name="connsiteX172" fmla="*/ 11140193 w 13158797"/>
              <a:gd name="connsiteY172" fmla="*/ 210368 h 9456078"/>
              <a:gd name="connsiteX173" fmla="*/ 11187434 w 13158797"/>
              <a:gd name="connsiteY173" fmla="*/ 197606 h 9456078"/>
              <a:gd name="connsiteX174" fmla="*/ 11234799 w 13158797"/>
              <a:gd name="connsiteY174" fmla="*/ 185233 h 9456078"/>
              <a:gd name="connsiteX175" fmla="*/ 11282284 w 13158797"/>
              <a:gd name="connsiteY175" fmla="*/ 173248 h 9456078"/>
              <a:gd name="connsiteX176" fmla="*/ 11329888 w 13158797"/>
              <a:gd name="connsiteY176" fmla="*/ 161654 h 9456078"/>
              <a:gd name="connsiteX177" fmla="*/ 11377607 w 13158797"/>
              <a:gd name="connsiteY177" fmla="*/ 150451 h 9456078"/>
              <a:gd name="connsiteX178" fmla="*/ 11425440 w 13158797"/>
              <a:gd name="connsiteY178" fmla="*/ 139640 h 9456078"/>
              <a:gd name="connsiteX179" fmla="*/ 11473385 w 13158797"/>
              <a:gd name="connsiteY179" fmla="*/ 129223 h 9456078"/>
              <a:gd name="connsiteX180" fmla="*/ 11521439 w 13158797"/>
              <a:gd name="connsiteY180" fmla="*/ 119201 h 9456078"/>
              <a:gd name="connsiteX181" fmla="*/ 11569599 w 13158797"/>
              <a:gd name="connsiteY181" fmla="*/ 109574 h 9456078"/>
              <a:gd name="connsiteX182" fmla="*/ 11617864 w 13158797"/>
              <a:gd name="connsiteY182" fmla="*/ 100344 h 9456078"/>
              <a:gd name="connsiteX183" fmla="*/ 11666231 w 13158797"/>
              <a:gd name="connsiteY183" fmla="*/ 91512 h 9456078"/>
              <a:gd name="connsiteX184" fmla="*/ 11714698 w 13158797"/>
              <a:gd name="connsiteY184" fmla="*/ 83080 h 9456078"/>
              <a:gd name="connsiteX185" fmla="*/ 11763263 w 13158797"/>
              <a:gd name="connsiteY185" fmla="*/ 75047 h 9456078"/>
              <a:gd name="connsiteX186" fmla="*/ 11811923 w 13158797"/>
              <a:gd name="connsiteY186" fmla="*/ 67417 h 9456078"/>
              <a:gd name="connsiteX187" fmla="*/ 11860676 w 13158797"/>
              <a:gd name="connsiteY187" fmla="*/ 60188 h 9456078"/>
              <a:gd name="connsiteX188" fmla="*/ 11909519 w 13158797"/>
              <a:gd name="connsiteY188" fmla="*/ 53364 h 9456078"/>
              <a:gd name="connsiteX189" fmla="*/ 11958451 w 13158797"/>
              <a:gd name="connsiteY189" fmla="*/ 46944 h 9456078"/>
              <a:gd name="connsiteX190" fmla="*/ 12007470 w 13158797"/>
              <a:gd name="connsiteY190" fmla="*/ 40931 h 9456078"/>
              <a:gd name="connsiteX191" fmla="*/ 12056572 w 13158797"/>
              <a:gd name="connsiteY191" fmla="*/ 35324 h 9456078"/>
              <a:gd name="connsiteX192" fmla="*/ 12105756 w 13158797"/>
              <a:gd name="connsiteY192" fmla="*/ 30126 h 9456078"/>
              <a:gd name="connsiteX193" fmla="*/ 12155019 w 13158797"/>
              <a:gd name="connsiteY193" fmla="*/ 25337 h 9456078"/>
              <a:gd name="connsiteX194" fmla="*/ 12204359 w 13158797"/>
              <a:gd name="connsiteY194" fmla="*/ 20958 h 9456078"/>
              <a:gd name="connsiteX195" fmla="*/ 12253773 w 13158797"/>
              <a:gd name="connsiteY195" fmla="*/ 16991 h 9456078"/>
              <a:gd name="connsiteX196" fmla="*/ 12303260 w 13158797"/>
              <a:gd name="connsiteY196" fmla="*/ 13437 h 9456078"/>
              <a:gd name="connsiteX197" fmla="*/ 12352818 w 13158797"/>
              <a:gd name="connsiteY197" fmla="*/ 10297 h 9456078"/>
              <a:gd name="connsiteX198" fmla="*/ 12402443 w 13158797"/>
              <a:gd name="connsiteY198" fmla="*/ 7572 h 9456078"/>
              <a:gd name="connsiteX199" fmla="*/ 12452133 w 13158797"/>
              <a:gd name="connsiteY199" fmla="*/ 5263 h 9456078"/>
              <a:gd name="connsiteX200" fmla="*/ 12501887 w 13158797"/>
              <a:gd name="connsiteY200" fmla="*/ 3371 h 9456078"/>
              <a:gd name="connsiteX201" fmla="*/ 12551701 w 13158797"/>
              <a:gd name="connsiteY201" fmla="*/ 1898 h 9456078"/>
              <a:gd name="connsiteX202" fmla="*/ 12601574 w 13158797"/>
              <a:gd name="connsiteY202" fmla="*/ 844 h 9456078"/>
              <a:gd name="connsiteX203" fmla="*/ 12651504 w 13158797"/>
              <a:gd name="connsiteY203" fmla="*/ 211 h 9456078"/>
              <a:gd name="connsiteX204" fmla="*/ 12701487 w 13158797"/>
              <a:gd name="connsiteY204" fmla="*/ 0 h 9456078"/>
              <a:gd name="connsiteX205" fmla="*/ 13158798 w 13158797"/>
              <a:gd name="connsiteY205" fmla="*/ 0 h 94560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</a:cxnLst>
            <a:rect l="l" t="t" r="r" b="b"/>
            <a:pathLst>
              <a:path w="13158797" h="9456078">
                <a:moveTo>
                  <a:pt x="0" y="9456078"/>
                </a:moveTo>
                <a:lnTo>
                  <a:pt x="49977" y="9455836"/>
                </a:lnTo>
                <a:lnTo>
                  <a:pt x="99893" y="9455111"/>
                </a:lnTo>
                <a:lnTo>
                  <a:pt x="149742" y="9453904"/>
                </a:lnTo>
                <a:lnTo>
                  <a:pt x="199524" y="9452217"/>
                </a:lnTo>
                <a:lnTo>
                  <a:pt x="298870" y="9447409"/>
                </a:lnTo>
                <a:lnTo>
                  <a:pt x="348429" y="9444290"/>
                </a:lnTo>
                <a:lnTo>
                  <a:pt x="397907" y="9440698"/>
                </a:lnTo>
                <a:lnTo>
                  <a:pt x="447302" y="9436632"/>
                </a:lnTo>
                <a:lnTo>
                  <a:pt x="496610" y="9432096"/>
                </a:lnTo>
                <a:lnTo>
                  <a:pt x="545829" y="9427089"/>
                </a:lnTo>
                <a:lnTo>
                  <a:pt x="594956" y="9421615"/>
                </a:lnTo>
                <a:lnTo>
                  <a:pt x="643987" y="9415673"/>
                </a:lnTo>
                <a:lnTo>
                  <a:pt x="692920" y="9409267"/>
                </a:lnTo>
                <a:lnTo>
                  <a:pt x="741751" y="9402396"/>
                </a:lnTo>
                <a:lnTo>
                  <a:pt x="790478" y="9395063"/>
                </a:lnTo>
                <a:lnTo>
                  <a:pt x="839098" y="9387270"/>
                </a:lnTo>
                <a:lnTo>
                  <a:pt x="887607" y="9379017"/>
                </a:lnTo>
                <a:lnTo>
                  <a:pt x="936002" y="9370306"/>
                </a:lnTo>
                <a:lnTo>
                  <a:pt x="984281" y="9361139"/>
                </a:lnTo>
                <a:lnTo>
                  <a:pt x="1032440" y="9351517"/>
                </a:lnTo>
                <a:lnTo>
                  <a:pt x="1080477" y="9341441"/>
                </a:lnTo>
                <a:lnTo>
                  <a:pt x="1176172" y="9319936"/>
                </a:lnTo>
                <a:lnTo>
                  <a:pt x="1223823" y="9308509"/>
                </a:lnTo>
                <a:lnTo>
                  <a:pt x="1271339" y="9296635"/>
                </a:lnTo>
                <a:lnTo>
                  <a:pt x="1318719" y="9284315"/>
                </a:lnTo>
                <a:lnTo>
                  <a:pt x="1365957" y="9271550"/>
                </a:lnTo>
                <a:lnTo>
                  <a:pt x="1413052" y="9258342"/>
                </a:lnTo>
                <a:lnTo>
                  <a:pt x="1460000" y="9244693"/>
                </a:lnTo>
                <a:lnTo>
                  <a:pt x="1506799" y="9230604"/>
                </a:lnTo>
                <a:lnTo>
                  <a:pt x="1553445" y="9216076"/>
                </a:lnTo>
                <a:lnTo>
                  <a:pt x="1599935" y="9201111"/>
                </a:lnTo>
                <a:lnTo>
                  <a:pt x="1646267" y="9185710"/>
                </a:lnTo>
                <a:lnTo>
                  <a:pt x="1692437" y="9169876"/>
                </a:lnTo>
                <a:lnTo>
                  <a:pt x="1738442" y="9153608"/>
                </a:lnTo>
                <a:lnTo>
                  <a:pt x="1784280" y="9136910"/>
                </a:lnTo>
                <a:lnTo>
                  <a:pt x="1829947" y="9119782"/>
                </a:lnTo>
                <a:lnTo>
                  <a:pt x="1875440" y="9102226"/>
                </a:lnTo>
                <a:lnTo>
                  <a:pt x="1920756" y="9084243"/>
                </a:lnTo>
                <a:lnTo>
                  <a:pt x="1965893" y="9065835"/>
                </a:lnTo>
                <a:lnTo>
                  <a:pt x="2055615" y="9027750"/>
                </a:lnTo>
                <a:lnTo>
                  <a:pt x="2100195" y="9008075"/>
                </a:lnTo>
                <a:lnTo>
                  <a:pt x="2144582" y="8987981"/>
                </a:lnTo>
                <a:lnTo>
                  <a:pt x="2188775" y="8967470"/>
                </a:lnTo>
                <a:lnTo>
                  <a:pt x="2232770" y="8946542"/>
                </a:lnTo>
                <a:lnTo>
                  <a:pt x="2276564" y="8925199"/>
                </a:lnTo>
                <a:lnTo>
                  <a:pt x="2320154" y="8903443"/>
                </a:lnTo>
                <a:lnTo>
                  <a:pt x="2363538" y="8881275"/>
                </a:lnTo>
                <a:lnTo>
                  <a:pt x="2406711" y="8858697"/>
                </a:lnTo>
                <a:lnTo>
                  <a:pt x="2449672" y="8835710"/>
                </a:lnTo>
                <a:lnTo>
                  <a:pt x="2492417" y="8812316"/>
                </a:lnTo>
                <a:lnTo>
                  <a:pt x="2534943" y="8788516"/>
                </a:lnTo>
                <a:lnTo>
                  <a:pt x="2577247" y="8764311"/>
                </a:lnTo>
                <a:lnTo>
                  <a:pt x="2619326" y="8739704"/>
                </a:lnTo>
                <a:lnTo>
                  <a:pt x="2661177" y="8714695"/>
                </a:lnTo>
                <a:lnTo>
                  <a:pt x="2702797" y="8689286"/>
                </a:lnTo>
                <a:lnTo>
                  <a:pt x="2744183" y="8663479"/>
                </a:lnTo>
                <a:lnTo>
                  <a:pt x="2785333" y="8637274"/>
                </a:lnTo>
                <a:lnTo>
                  <a:pt x="2826242" y="8610675"/>
                </a:lnTo>
                <a:lnTo>
                  <a:pt x="2866908" y="8583681"/>
                </a:lnTo>
                <a:lnTo>
                  <a:pt x="2907329" y="8556295"/>
                </a:lnTo>
                <a:lnTo>
                  <a:pt x="2947500" y="8528517"/>
                </a:lnTo>
                <a:lnTo>
                  <a:pt x="2987419" y="8500351"/>
                </a:lnTo>
                <a:lnTo>
                  <a:pt x="3027083" y="8471796"/>
                </a:lnTo>
                <a:lnTo>
                  <a:pt x="3066489" y="8442854"/>
                </a:lnTo>
                <a:lnTo>
                  <a:pt x="3105634" y="8413528"/>
                </a:lnTo>
                <a:lnTo>
                  <a:pt x="3144515" y="8383818"/>
                </a:lnTo>
                <a:lnTo>
                  <a:pt x="3183129" y="8353726"/>
                </a:lnTo>
                <a:lnTo>
                  <a:pt x="3221473" y="8323253"/>
                </a:lnTo>
                <a:lnTo>
                  <a:pt x="3259544" y="8292401"/>
                </a:lnTo>
                <a:lnTo>
                  <a:pt x="3297339" y="8261172"/>
                </a:lnTo>
                <a:lnTo>
                  <a:pt x="3334854" y="8229566"/>
                </a:lnTo>
                <a:lnTo>
                  <a:pt x="3372087" y="8197585"/>
                </a:lnTo>
                <a:lnTo>
                  <a:pt x="3409035" y="8165232"/>
                </a:lnTo>
                <a:lnTo>
                  <a:pt x="3445695" y="8132507"/>
                </a:lnTo>
                <a:lnTo>
                  <a:pt x="3482064" y="8099411"/>
                </a:lnTo>
                <a:lnTo>
                  <a:pt x="3518139" y="8065947"/>
                </a:lnTo>
                <a:lnTo>
                  <a:pt x="3553916" y="8032115"/>
                </a:lnTo>
                <a:lnTo>
                  <a:pt x="3589393" y="7997918"/>
                </a:lnTo>
                <a:lnTo>
                  <a:pt x="3624567" y="7963356"/>
                </a:lnTo>
                <a:lnTo>
                  <a:pt x="3659435" y="7928432"/>
                </a:lnTo>
                <a:lnTo>
                  <a:pt x="3693994" y="7893146"/>
                </a:lnTo>
                <a:lnTo>
                  <a:pt x="3728240" y="7857501"/>
                </a:lnTo>
                <a:lnTo>
                  <a:pt x="3762171" y="7821497"/>
                </a:lnTo>
                <a:lnTo>
                  <a:pt x="3795783" y="7785136"/>
                </a:lnTo>
                <a:lnTo>
                  <a:pt x="3829075" y="7748420"/>
                </a:lnTo>
                <a:lnTo>
                  <a:pt x="3862042" y="7711350"/>
                </a:lnTo>
                <a:lnTo>
                  <a:pt x="3894682" y="7673928"/>
                </a:lnTo>
                <a:lnTo>
                  <a:pt x="3926991" y="7636155"/>
                </a:lnTo>
                <a:lnTo>
                  <a:pt x="3958967" y="7598032"/>
                </a:lnTo>
                <a:lnTo>
                  <a:pt x="3990607" y="7559561"/>
                </a:lnTo>
                <a:lnTo>
                  <a:pt x="4021907" y="7520744"/>
                </a:lnTo>
                <a:lnTo>
                  <a:pt x="4052865" y="7481582"/>
                </a:lnTo>
                <a:lnTo>
                  <a:pt x="4083478" y="7442077"/>
                </a:lnTo>
                <a:lnTo>
                  <a:pt x="8022311" y="2307814"/>
                </a:lnTo>
                <a:lnTo>
                  <a:pt x="8052902" y="2268285"/>
                </a:lnTo>
                <a:lnTo>
                  <a:pt x="8083796" y="2229056"/>
                </a:lnTo>
                <a:lnTo>
                  <a:pt x="8114989" y="2190127"/>
                </a:lnTo>
                <a:lnTo>
                  <a:pt x="8146479" y="2151500"/>
                </a:lnTo>
                <a:lnTo>
                  <a:pt x="8178264" y="2113176"/>
                </a:lnTo>
                <a:lnTo>
                  <a:pt x="8210341" y="2075157"/>
                </a:lnTo>
                <a:lnTo>
                  <a:pt x="8242709" y="2037442"/>
                </a:lnTo>
                <a:lnTo>
                  <a:pt x="8275365" y="2000034"/>
                </a:lnTo>
                <a:lnTo>
                  <a:pt x="8308307" y="1962934"/>
                </a:lnTo>
                <a:lnTo>
                  <a:pt x="8341532" y="1926142"/>
                </a:lnTo>
                <a:lnTo>
                  <a:pt x="8375038" y="1889660"/>
                </a:lnTo>
                <a:lnTo>
                  <a:pt x="8408823" y="1853489"/>
                </a:lnTo>
                <a:lnTo>
                  <a:pt x="8442885" y="1817630"/>
                </a:lnTo>
                <a:lnTo>
                  <a:pt x="8477221" y="1782084"/>
                </a:lnTo>
                <a:lnTo>
                  <a:pt x="8511829" y="1746853"/>
                </a:lnTo>
                <a:lnTo>
                  <a:pt x="8546706" y="1711937"/>
                </a:lnTo>
                <a:lnTo>
                  <a:pt x="8581851" y="1677337"/>
                </a:lnTo>
                <a:lnTo>
                  <a:pt x="8617261" y="1643056"/>
                </a:lnTo>
                <a:lnTo>
                  <a:pt x="8652934" y="1609093"/>
                </a:lnTo>
                <a:lnTo>
                  <a:pt x="8688867" y="1575450"/>
                </a:lnTo>
                <a:lnTo>
                  <a:pt x="8725058" y="1542128"/>
                </a:lnTo>
                <a:lnTo>
                  <a:pt x="8761506" y="1509129"/>
                </a:lnTo>
                <a:lnTo>
                  <a:pt x="8798207" y="1476452"/>
                </a:lnTo>
                <a:lnTo>
                  <a:pt x="8835159" y="1444101"/>
                </a:lnTo>
                <a:lnTo>
                  <a:pt x="8872360" y="1412075"/>
                </a:lnTo>
                <a:lnTo>
                  <a:pt x="8909808" y="1380375"/>
                </a:lnTo>
                <a:lnTo>
                  <a:pt x="8947501" y="1349004"/>
                </a:lnTo>
                <a:lnTo>
                  <a:pt x="8985435" y="1317962"/>
                </a:lnTo>
                <a:lnTo>
                  <a:pt x="9023610" y="1287250"/>
                </a:lnTo>
                <a:lnTo>
                  <a:pt x="9062022" y="1256869"/>
                </a:lnTo>
                <a:lnTo>
                  <a:pt x="9100669" y="1226820"/>
                </a:lnTo>
                <a:lnTo>
                  <a:pt x="9139549" y="1197105"/>
                </a:lnTo>
                <a:lnTo>
                  <a:pt x="9178660" y="1167725"/>
                </a:lnTo>
                <a:lnTo>
                  <a:pt x="9217999" y="1138681"/>
                </a:lnTo>
                <a:lnTo>
                  <a:pt x="9257564" y="1109974"/>
                </a:lnTo>
                <a:lnTo>
                  <a:pt x="9297353" y="1081604"/>
                </a:lnTo>
                <a:lnTo>
                  <a:pt x="9337364" y="1053574"/>
                </a:lnTo>
                <a:lnTo>
                  <a:pt x="9377594" y="1025884"/>
                </a:lnTo>
                <a:lnTo>
                  <a:pt x="9418040" y="998536"/>
                </a:lnTo>
                <a:lnTo>
                  <a:pt x="9458702" y="971530"/>
                </a:lnTo>
                <a:lnTo>
                  <a:pt x="9499575" y="944868"/>
                </a:lnTo>
                <a:lnTo>
                  <a:pt x="9540659" y="918551"/>
                </a:lnTo>
                <a:lnTo>
                  <a:pt x="9581950" y="892580"/>
                </a:lnTo>
                <a:lnTo>
                  <a:pt x="9623447" y="866956"/>
                </a:lnTo>
                <a:lnTo>
                  <a:pt x="9665147" y="841681"/>
                </a:lnTo>
                <a:lnTo>
                  <a:pt x="9707048" y="816754"/>
                </a:lnTo>
                <a:lnTo>
                  <a:pt x="9749147" y="792179"/>
                </a:lnTo>
                <a:lnTo>
                  <a:pt x="9791443" y="767955"/>
                </a:lnTo>
                <a:lnTo>
                  <a:pt x="9833932" y="744083"/>
                </a:lnTo>
                <a:lnTo>
                  <a:pt x="9876613" y="720566"/>
                </a:lnTo>
                <a:lnTo>
                  <a:pt x="9919484" y="697404"/>
                </a:lnTo>
                <a:lnTo>
                  <a:pt x="9962542" y="674598"/>
                </a:lnTo>
                <a:lnTo>
                  <a:pt x="10005784" y="652149"/>
                </a:lnTo>
                <a:lnTo>
                  <a:pt x="10049209" y="630059"/>
                </a:lnTo>
                <a:lnTo>
                  <a:pt x="10092814" y="608328"/>
                </a:lnTo>
                <a:lnTo>
                  <a:pt x="10136597" y="586958"/>
                </a:lnTo>
                <a:lnTo>
                  <a:pt x="10180556" y="565950"/>
                </a:lnTo>
                <a:lnTo>
                  <a:pt x="10224688" y="545304"/>
                </a:lnTo>
                <a:lnTo>
                  <a:pt x="10268991" y="525023"/>
                </a:lnTo>
                <a:lnTo>
                  <a:pt x="10313463" y="505107"/>
                </a:lnTo>
                <a:lnTo>
                  <a:pt x="10358101" y="485558"/>
                </a:lnTo>
                <a:lnTo>
                  <a:pt x="10402903" y="466376"/>
                </a:lnTo>
                <a:lnTo>
                  <a:pt x="10447868" y="447563"/>
                </a:lnTo>
                <a:lnTo>
                  <a:pt x="10492991" y="429119"/>
                </a:lnTo>
                <a:lnTo>
                  <a:pt x="10538272" y="411046"/>
                </a:lnTo>
                <a:lnTo>
                  <a:pt x="10583708" y="393346"/>
                </a:lnTo>
                <a:lnTo>
                  <a:pt x="10629297" y="376018"/>
                </a:lnTo>
                <a:lnTo>
                  <a:pt x="10675036" y="359065"/>
                </a:lnTo>
                <a:lnTo>
                  <a:pt x="10720923" y="342487"/>
                </a:lnTo>
                <a:lnTo>
                  <a:pt x="10766956" y="326286"/>
                </a:lnTo>
                <a:lnTo>
                  <a:pt x="10813132" y="310462"/>
                </a:lnTo>
                <a:lnTo>
                  <a:pt x="10859450" y="295018"/>
                </a:lnTo>
                <a:lnTo>
                  <a:pt x="10905907" y="279953"/>
                </a:lnTo>
                <a:lnTo>
                  <a:pt x="10952500" y="265269"/>
                </a:lnTo>
                <a:lnTo>
                  <a:pt x="10999227" y="250968"/>
                </a:lnTo>
                <a:lnTo>
                  <a:pt x="11046087" y="237049"/>
                </a:lnTo>
                <a:lnTo>
                  <a:pt x="11093076" y="223516"/>
                </a:lnTo>
                <a:lnTo>
                  <a:pt x="11140193" y="210368"/>
                </a:lnTo>
                <a:lnTo>
                  <a:pt x="11187434" y="197606"/>
                </a:lnTo>
                <a:lnTo>
                  <a:pt x="11234799" y="185233"/>
                </a:lnTo>
                <a:lnTo>
                  <a:pt x="11282284" y="173248"/>
                </a:lnTo>
                <a:lnTo>
                  <a:pt x="11329888" y="161654"/>
                </a:lnTo>
                <a:lnTo>
                  <a:pt x="11377607" y="150451"/>
                </a:lnTo>
                <a:lnTo>
                  <a:pt x="11425440" y="139640"/>
                </a:lnTo>
                <a:lnTo>
                  <a:pt x="11473385" y="129223"/>
                </a:lnTo>
                <a:lnTo>
                  <a:pt x="11521439" y="119201"/>
                </a:lnTo>
                <a:lnTo>
                  <a:pt x="11569599" y="109574"/>
                </a:lnTo>
                <a:lnTo>
                  <a:pt x="11617864" y="100344"/>
                </a:lnTo>
                <a:lnTo>
                  <a:pt x="11666231" y="91512"/>
                </a:lnTo>
                <a:lnTo>
                  <a:pt x="11714698" y="83080"/>
                </a:lnTo>
                <a:lnTo>
                  <a:pt x="11763263" y="75047"/>
                </a:lnTo>
                <a:lnTo>
                  <a:pt x="11811923" y="67417"/>
                </a:lnTo>
                <a:lnTo>
                  <a:pt x="11860676" y="60188"/>
                </a:lnTo>
                <a:lnTo>
                  <a:pt x="11909519" y="53364"/>
                </a:lnTo>
                <a:lnTo>
                  <a:pt x="11958451" y="46944"/>
                </a:lnTo>
                <a:lnTo>
                  <a:pt x="12007470" y="40931"/>
                </a:lnTo>
                <a:lnTo>
                  <a:pt x="12056572" y="35324"/>
                </a:lnTo>
                <a:lnTo>
                  <a:pt x="12105756" y="30126"/>
                </a:lnTo>
                <a:lnTo>
                  <a:pt x="12155019" y="25337"/>
                </a:lnTo>
                <a:lnTo>
                  <a:pt x="12204359" y="20958"/>
                </a:lnTo>
                <a:lnTo>
                  <a:pt x="12253773" y="16991"/>
                </a:lnTo>
                <a:lnTo>
                  <a:pt x="12303260" y="13437"/>
                </a:lnTo>
                <a:lnTo>
                  <a:pt x="12352818" y="10297"/>
                </a:lnTo>
                <a:lnTo>
                  <a:pt x="12402443" y="7572"/>
                </a:lnTo>
                <a:lnTo>
                  <a:pt x="12452133" y="5263"/>
                </a:lnTo>
                <a:lnTo>
                  <a:pt x="12501887" y="3371"/>
                </a:lnTo>
                <a:lnTo>
                  <a:pt x="12551701" y="1898"/>
                </a:lnTo>
                <a:lnTo>
                  <a:pt x="12601574" y="844"/>
                </a:lnTo>
                <a:lnTo>
                  <a:pt x="12651504" y="211"/>
                </a:lnTo>
                <a:lnTo>
                  <a:pt x="12701487" y="0"/>
                </a:lnTo>
                <a:lnTo>
                  <a:pt x="13158798" y="0"/>
                </a:lnTo>
              </a:path>
            </a:pathLst>
          </a:custGeom>
          <a:ln w="19050">
            <a:gradFill>
              <a:gsLst>
                <a:gs pos="18000">
                  <a:schemeClr val="accent2"/>
                </a:gs>
                <a:gs pos="0">
                  <a:schemeClr val="bg1">
                    <a:alpha val="0"/>
                  </a:schemeClr>
                </a:gs>
              </a:gsLst>
              <a:lin ang="5400000" scaled="0"/>
            </a:gradFill>
          </a:ln>
        </p:spPr>
        <p:txBody>
          <a:bodyPr wrap="square" lIns="0" tIns="0" rIns="0" bIns="0" rtlCol="0"/>
          <a:lstStyle/>
          <a:p>
            <a:pPr marL="0" marR="0" lvl="0" indent="0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4658A386-52FA-00C7-C721-432D2FB1ADAA}"/>
              </a:ext>
            </a:extLst>
          </p:cNvPr>
          <p:cNvCxnSpPr>
            <a:cxnSpLocks/>
          </p:cNvCxnSpPr>
          <p:nvPr/>
        </p:nvCxnSpPr>
        <p:spPr>
          <a:xfrm flipH="1">
            <a:off x="334962" y="6678798"/>
            <a:ext cx="10980001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1900810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465">
          <p15:clr>
            <a:srgbClr val="FBAE40"/>
          </p15:clr>
        </p15:guide>
        <p15:guide id="2" pos="128">
          <p15:clr>
            <a:srgbClr val="FBAE40"/>
          </p15:clr>
        </p15:guide>
        <p15:guide id="3" orient="horz" pos="2424">
          <p15:clr>
            <a:srgbClr val="FBAE40"/>
          </p15:clr>
        </p15:guide>
        <p15:guide id="4" pos="4530">
          <p15:clr>
            <a:srgbClr val="FBAE40"/>
          </p15:clr>
        </p15:guide>
        <p15:guide id="5" orient="horz" pos="141">
          <p15:clr>
            <a:srgbClr val="FBAE40"/>
          </p15:clr>
        </p15:guide>
        <p15:guide id="6" orient="horz" pos="306">
          <p15:clr>
            <a:srgbClr val="FBAE40"/>
          </p15:clr>
        </p15:guide>
        <p15:guide id="7" orient="horz" pos="485">
          <p15:clr>
            <a:srgbClr val="FBAE40"/>
          </p15:clr>
        </p15:guide>
      </p15:sldGuideLst>
    </p:ext>
  </p:extLst>
</p:sldLayout>
</file>

<file path=ppt/slideLayouts/slideLayout139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3_Título | 1 linha - Branco 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509521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defRPr sz="11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pPr marL="20022">
              <a:spcBef>
                <a:spcPts val="45"/>
              </a:spcBef>
            </a:pPr>
            <a:fld id="{81D60167-4931-47E6-BA6A-407CBD079E47}" type="slidenum">
              <a:rPr lang="pt-BR" spc="-15" smtClean="0"/>
              <a:pPr marL="20022">
                <a:spcBef>
                  <a:spcPts val="45"/>
                </a:spcBef>
              </a:pPr>
              <a:t>‹#›</a:t>
            </a:fld>
            <a:endParaRPr lang="pt-BR" spc="-15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5" y="368302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tx1">
                    <a:lumMod val="85000"/>
                    <a:lumOff val="15000"/>
                  </a:schemeClr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defRPr sz="900" baseline="0">
                <a:solidFill>
                  <a:schemeClr val="tx1">
                    <a:lumMod val="85000"/>
                    <a:lumOff val="15000"/>
                  </a:schemeClr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2" name="Text Placeholder 8">
            <a:extLst>
              <a:ext uri="{FF2B5EF4-FFF2-40B4-BE49-F238E27FC236}">
                <a16:creationId xmlns:a16="http://schemas.microsoft.com/office/drawing/2014/main" id="{7A7A9582-3614-801A-785B-273FCD3E092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4" y="1949416"/>
            <a:ext cx="11522075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tx1">
                    <a:lumMod val="85000"/>
                    <a:lumOff val="15000"/>
                  </a:schemeClr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4" y="1518529"/>
            <a:ext cx="11522585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Picture 8">
            <a:extLst>
              <a:ext uri="{FF2B5EF4-FFF2-40B4-BE49-F238E27FC236}">
                <a16:creationId xmlns:a16="http://schemas.microsoft.com/office/drawing/2014/main" id="{9429EAB7-9C7C-DB55-2137-57D6FB3CA32A}"/>
              </a:ext>
            </a:extLst>
          </p:cNvPr>
          <p:cNvSpPr/>
          <p:nvPr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tx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/>
          </a:p>
        </p:txBody>
      </p: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39C03017-6CEE-FFFF-8135-D661C0DBBC37}"/>
              </a:ext>
            </a:extLst>
          </p:cNvPr>
          <p:cNvCxnSpPr>
            <a:cxnSpLocks/>
          </p:cNvCxnSpPr>
          <p:nvPr/>
        </p:nvCxnSpPr>
        <p:spPr>
          <a:xfrm>
            <a:off x="2" y="169333"/>
            <a:ext cx="12229571" cy="0"/>
          </a:xfrm>
          <a:prstGeom prst="line">
            <a:avLst/>
          </a:prstGeom>
          <a:ln w="190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object 4">
            <a:extLst>
              <a:ext uri="{FF2B5EF4-FFF2-40B4-BE49-F238E27FC236}">
                <a16:creationId xmlns:a16="http://schemas.microsoft.com/office/drawing/2014/main" id="{364C00B2-B10F-B792-45F6-A57A8A301C42}"/>
              </a:ext>
            </a:extLst>
          </p:cNvPr>
          <p:cNvSpPr/>
          <p:nvPr/>
        </p:nvSpPr>
        <p:spPr>
          <a:xfrm rot="10247908" flipH="1">
            <a:off x="4106509" y="-4146683"/>
            <a:ext cx="8001039" cy="5749648"/>
          </a:xfrm>
          <a:custGeom>
            <a:avLst/>
            <a:gdLst>
              <a:gd name="connsiteX0" fmla="*/ 0 w 13940157"/>
              <a:gd name="connsiteY0" fmla="*/ 9200719 h 9456078"/>
              <a:gd name="connsiteX1" fmla="*/ 781360 w 13940157"/>
              <a:gd name="connsiteY1" fmla="*/ 9456078 h 9456078"/>
              <a:gd name="connsiteX2" fmla="*/ 831337 w 13940157"/>
              <a:gd name="connsiteY2" fmla="*/ 9455836 h 9456078"/>
              <a:gd name="connsiteX3" fmla="*/ 881253 w 13940157"/>
              <a:gd name="connsiteY3" fmla="*/ 9455111 h 9456078"/>
              <a:gd name="connsiteX4" fmla="*/ 931102 w 13940157"/>
              <a:gd name="connsiteY4" fmla="*/ 9453904 h 9456078"/>
              <a:gd name="connsiteX5" fmla="*/ 980884 w 13940157"/>
              <a:gd name="connsiteY5" fmla="*/ 9452217 h 9456078"/>
              <a:gd name="connsiteX6" fmla="*/ 1030594 w 13940157"/>
              <a:gd name="connsiteY6" fmla="*/ 9450052 h 9456078"/>
              <a:gd name="connsiteX7" fmla="*/ 1080230 w 13940157"/>
              <a:gd name="connsiteY7" fmla="*/ 9447409 h 9456078"/>
              <a:gd name="connsiteX8" fmla="*/ 1129789 w 13940157"/>
              <a:gd name="connsiteY8" fmla="*/ 9444290 h 9456078"/>
              <a:gd name="connsiteX9" fmla="*/ 1179267 w 13940157"/>
              <a:gd name="connsiteY9" fmla="*/ 9440698 h 9456078"/>
              <a:gd name="connsiteX10" fmla="*/ 1228662 w 13940157"/>
              <a:gd name="connsiteY10" fmla="*/ 9436632 h 9456078"/>
              <a:gd name="connsiteX11" fmla="*/ 1277970 w 13940157"/>
              <a:gd name="connsiteY11" fmla="*/ 9432096 h 9456078"/>
              <a:gd name="connsiteX12" fmla="*/ 1327189 w 13940157"/>
              <a:gd name="connsiteY12" fmla="*/ 9427089 h 9456078"/>
              <a:gd name="connsiteX13" fmla="*/ 1376316 w 13940157"/>
              <a:gd name="connsiteY13" fmla="*/ 9421615 h 9456078"/>
              <a:gd name="connsiteX14" fmla="*/ 1425347 w 13940157"/>
              <a:gd name="connsiteY14" fmla="*/ 9415673 h 9456078"/>
              <a:gd name="connsiteX15" fmla="*/ 1474280 w 13940157"/>
              <a:gd name="connsiteY15" fmla="*/ 9409267 h 9456078"/>
              <a:gd name="connsiteX16" fmla="*/ 1523111 w 13940157"/>
              <a:gd name="connsiteY16" fmla="*/ 9402396 h 9456078"/>
              <a:gd name="connsiteX17" fmla="*/ 1571838 w 13940157"/>
              <a:gd name="connsiteY17" fmla="*/ 9395063 h 9456078"/>
              <a:gd name="connsiteX18" fmla="*/ 1620458 w 13940157"/>
              <a:gd name="connsiteY18" fmla="*/ 9387270 h 9456078"/>
              <a:gd name="connsiteX19" fmla="*/ 1668967 w 13940157"/>
              <a:gd name="connsiteY19" fmla="*/ 9379017 h 9456078"/>
              <a:gd name="connsiteX20" fmla="*/ 1717362 w 13940157"/>
              <a:gd name="connsiteY20" fmla="*/ 9370306 h 9456078"/>
              <a:gd name="connsiteX21" fmla="*/ 1765641 w 13940157"/>
              <a:gd name="connsiteY21" fmla="*/ 9361139 h 9456078"/>
              <a:gd name="connsiteX22" fmla="*/ 1813800 w 13940157"/>
              <a:gd name="connsiteY22" fmla="*/ 9351517 h 9456078"/>
              <a:gd name="connsiteX23" fmla="*/ 1861837 w 13940157"/>
              <a:gd name="connsiteY23" fmla="*/ 9341441 h 9456078"/>
              <a:gd name="connsiteX24" fmla="*/ 1909749 w 13940157"/>
              <a:gd name="connsiteY24" fmla="*/ 9330914 h 9456078"/>
              <a:gd name="connsiteX25" fmla="*/ 1957532 w 13940157"/>
              <a:gd name="connsiteY25" fmla="*/ 9319936 h 9456078"/>
              <a:gd name="connsiteX26" fmla="*/ 2005183 w 13940157"/>
              <a:gd name="connsiteY26" fmla="*/ 9308509 h 9456078"/>
              <a:gd name="connsiteX27" fmla="*/ 2052699 w 13940157"/>
              <a:gd name="connsiteY27" fmla="*/ 9296635 h 9456078"/>
              <a:gd name="connsiteX28" fmla="*/ 2100079 w 13940157"/>
              <a:gd name="connsiteY28" fmla="*/ 9284315 h 9456078"/>
              <a:gd name="connsiteX29" fmla="*/ 2147317 w 13940157"/>
              <a:gd name="connsiteY29" fmla="*/ 9271550 h 9456078"/>
              <a:gd name="connsiteX30" fmla="*/ 2194412 w 13940157"/>
              <a:gd name="connsiteY30" fmla="*/ 9258342 h 9456078"/>
              <a:gd name="connsiteX31" fmla="*/ 2241360 w 13940157"/>
              <a:gd name="connsiteY31" fmla="*/ 9244693 h 9456078"/>
              <a:gd name="connsiteX32" fmla="*/ 2288159 w 13940157"/>
              <a:gd name="connsiteY32" fmla="*/ 9230604 h 9456078"/>
              <a:gd name="connsiteX33" fmla="*/ 2334805 w 13940157"/>
              <a:gd name="connsiteY33" fmla="*/ 9216076 h 9456078"/>
              <a:gd name="connsiteX34" fmla="*/ 2381295 w 13940157"/>
              <a:gd name="connsiteY34" fmla="*/ 9201111 h 9456078"/>
              <a:gd name="connsiteX35" fmla="*/ 2427627 w 13940157"/>
              <a:gd name="connsiteY35" fmla="*/ 9185710 h 9456078"/>
              <a:gd name="connsiteX36" fmla="*/ 2473797 w 13940157"/>
              <a:gd name="connsiteY36" fmla="*/ 9169876 h 9456078"/>
              <a:gd name="connsiteX37" fmla="*/ 2519802 w 13940157"/>
              <a:gd name="connsiteY37" fmla="*/ 9153608 h 9456078"/>
              <a:gd name="connsiteX38" fmla="*/ 2565640 w 13940157"/>
              <a:gd name="connsiteY38" fmla="*/ 9136910 h 9456078"/>
              <a:gd name="connsiteX39" fmla="*/ 2611307 w 13940157"/>
              <a:gd name="connsiteY39" fmla="*/ 9119782 h 9456078"/>
              <a:gd name="connsiteX40" fmla="*/ 2656800 w 13940157"/>
              <a:gd name="connsiteY40" fmla="*/ 9102226 h 9456078"/>
              <a:gd name="connsiteX41" fmla="*/ 2702116 w 13940157"/>
              <a:gd name="connsiteY41" fmla="*/ 9084243 h 9456078"/>
              <a:gd name="connsiteX42" fmla="*/ 2747253 w 13940157"/>
              <a:gd name="connsiteY42" fmla="*/ 9065835 h 9456078"/>
              <a:gd name="connsiteX43" fmla="*/ 2792207 w 13940157"/>
              <a:gd name="connsiteY43" fmla="*/ 9047004 h 9456078"/>
              <a:gd name="connsiteX44" fmla="*/ 2836975 w 13940157"/>
              <a:gd name="connsiteY44" fmla="*/ 9027750 h 9456078"/>
              <a:gd name="connsiteX45" fmla="*/ 2881555 w 13940157"/>
              <a:gd name="connsiteY45" fmla="*/ 9008075 h 9456078"/>
              <a:gd name="connsiteX46" fmla="*/ 2925942 w 13940157"/>
              <a:gd name="connsiteY46" fmla="*/ 8987981 h 9456078"/>
              <a:gd name="connsiteX47" fmla="*/ 2970135 w 13940157"/>
              <a:gd name="connsiteY47" fmla="*/ 8967470 h 9456078"/>
              <a:gd name="connsiteX48" fmla="*/ 3014130 w 13940157"/>
              <a:gd name="connsiteY48" fmla="*/ 8946542 h 9456078"/>
              <a:gd name="connsiteX49" fmla="*/ 3057924 w 13940157"/>
              <a:gd name="connsiteY49" fmla="*/ 8925199 h 9456078"/>
              <a:gd name="connsiteX50" fmla="*/ 3101514 w 13940157"/>
              <a:gd name="connsiteY50" fmla="*/ 8903443 h 9456078"/>
              <a:gd name="connsiteX51" fmla="*/ 3144898 w 13940157"/>
              <a:gd name="connsiteY51" fmla="*/ 8881275 h 9456078"/>
              <a:gd name="connsiteX52" fmla="*/ 3188071 w 13940157"/>
              <a:gd name="connsiteY52" fmla="*/ 8858697 h 9456078"/>
              <a:gd name="connsiteX53" fmla="*/ 3231032 w 13940157"/>
              <a:gd name="connsiteY53" fmla="*/ 8835710 h 9456078"/>
              <a:gd name="connsiteX54" fmla="*/ 3273777 w 13940157"/>
              <a:gd name="connsiteY54" fmla="*/ 8812316 h 9456078"/>
              <a:gd name="connsiteX55" fmla="*/ 3316303 w 13940157"/>
              <a:gd name="connsiteY55" fmla="*/ 8788516 h 9456078"/>
              <a:gd name="connsiteX56" fmla="*/ 3358607 w 13940157"/>
              <a:gd name="connsiteY56" fmla="*/ 8764311 h 9456078"/>
              <a:gd name="connsiteX57" fmla="*/ 3400686 w 13940157"/>
              <a:gd name="connsiteY57" fmla="*/ 8739704 h 9456078"/>
              <a:gd name="connsiteX58" fmla="*/ 3442537 w 13940157"/>
              <a:gd name="connsiteY58" fmla="*/ 8714695 h 9456078"/>
              <a:gd name="connsiteX59" fmla="*/ 3484157 w 13940157"/>
              <a:gd name="connsiteY59" fmla="*/ 8689286 h 9456078"/>
              <a:gd name="connsiteX60" fmla="*/ 3525543 w 13940157"/>
              <a:gd name="connsiteY60" fmla="*/ 8663479 h 9456078"/>
              <a:gd name="connsiteX61" fmla="*/ 3566693 w 13940157"/>
              <a:gd name="connsiteY61" fmla="*/ 8637274 h 9456078"/>
              <a:gd name="connsiteX62" fmla="*/ 3607602 w 13940157"/>
              <a:gd name="connsiteY62" fmla="*/ 8610675 h 9456078"/>
              <a:gd name="connsiteX63" fmla="*/ 3648268 w 13940157"/>
              <a:gd name="connsiteY63" fmla="*/ 8583681 h 9456078"/>
              <a:gd name="connsiteX64" fmla="*/ 3688689 w 13940157"/>
              <a:gd name="connsiteY64" fmla="*/ 8556295 h 9456078"/>
              <a:gd name="connsiteX65" fmla="*/ 3728860 w 13940157"/>
              <a:gd name="connsiteY65" fmla="*/ 8528517 h 9456078"/>
              <a:gd name="connsiteX66" fmla="*/ 3768779 w 13940157"/>
              <a:gd name="connsiteY66" fmla="*/ 8500351 h 9456078"/>
              <a:gd name="connsiteX67" fmla="*/ 3808443 w 13940157"/>
              <a:gd name="connsiteY67" fmla="*/ 8471796 h 9456078"/>
              <a:gd name="connsiteX68" fmla="*/ 3847849 w 13940157"/>
              <a:gd name="connsiteY68" fmla="*/ 8442854 h 9456078"/>
              <a:gd name="connsiteX69" fmla="*/ 3886994 w 13940157"/>
              <a:gd name="connsiteY69" fmla="*/ 8413528 h 9456078"/>
              <a:gd name="connsiteX70" fmla="*/ 3925875 w 13940157"/>
              <a:gd name="connsiteY70" fmla="*/ 8383818 h 9456078"/>
              <a:gd name="connsiteX71" fmla="*/ 3964489 w 13940157"/>
              <a:gd name="connsiteY71" fmla="*/ 8353726 h 9456078"/>
              <a:gd name="connsiteX72" fmla="*/ 4002833 w 13940157"/>
              <a:gd name="connsiteY72" fmla="*/ 8323253 h 9456078"/>
              <a:gd name="connsiteX73" fmla="*/ 4040904 w 13940157"/>
              <a:gd name="connsiteY73" fmla="*/ 8292401 h 9456078"/>
              <a:gd name="connsiteX74" fmla="*/ 4078699 w 13940157"/>
              <a:gd name="connsiteY74" fmla="*/ 8261172 h 9456078"/>
              <a:gd name="connsiteX75" fmla="*/ 4116214 w 13940157"/>
              <a:gd name="connsiteY75" fmla="*/ 8229566 h 9456078"/>
              <a:gd name="connsiteX76" fmla="*/ 4153447 w 13940157"/>
              <a:gd name="connsiteY76" fmla="*/ 8197585 h 9456078"/>
              <a:gd name="connsiteX77" fmla="*/ 4190395 w 13940157"/>
              <a:gd name="connsiteY77" fmla="*/ 8165232 h 9456078"/>
              <a:gd name="connsiteX78" fmla="*/ 4227055 w 13940157"/>
              <a:gd name="connsiteY78" fmla="*/ 8132507 h 9456078"/>
              <a:gd name="connsiteX79" fmla="*/ 4263424 w 13940157"/>
              <a:gd name="connsiteY79" fmla="*/ 8099411 h 9456078"/>
              <a:gd name="connsiteX80" fmla="*/ 4299499 w 13940157"/>
              <a:gd name="connsiteY80" fmla="*/ 8065947 h 9456078"/>
              <a:gd name="connsiteX81" fmla="*/ 4335276 w 13940157"/>
              <a:gd name="connsiteY81" fmla="*/ 8032115 h 9456078"/>
              <a:gd name="connsiteX82" fmla="*/ 4370753 w 13940157"/>
              <a:gd name="connsiteY82" fmla="*/ 7997918 h 9456078"/>
              <a:gd name="connsiteX83" fmla="*/ 4405927 w 13940157"/>
              <a:gd name="connsiteY83" fmla="*/ 7963356 h 9456078"/>
              <a:gd name="connsiteX84" fmla="*/ 4440795 w 13940157"/>
              <a:gd name="connsiteY84" fmla="*/ 7928432 h 9456078"/>
              <a:gd name="connsiteX85" fmla="*/ 4475354 w 13940157"/>
              <a:gd name="connsiteY85" fmla="*/ 7893146 h 9456078"/>
              <a:gd name="connsiteX86" fmla="*/ 4509600 w 13940157"/>
              <a:gd name="connsiteY86" fmla="*/ 7857501 h 9456078"/>
              <a:gd name="connsiteX87" fmla="*/ 4543531 w 13940157"/>
              <a:gd name="connsiteY87" fmla="*/ 7821497 h 9456078"/>
              <a:gd name="connsiteX88" fmla="*/ 4577143 w 13940157"/>
              <a:gd name="connsiteY88" fmla="*/ 7785136 h 9456078"/>
              <a:gd name="connsiteX89" fmla="*/ 4610435 w 13940157"/>
              <a:gd name="connsiteY89" fmla="*/ 7748420 h 9456078"/>
              <a:gd name="connsiteX90" fmla="*/ 4643402 w 13940157"/>
              <a:gd name="connsiteY90" fmla="*/ 7711350 h 9456078"/>
              <a:gd name="connsiteX91" fmla="*/ 4676042 w 13940157"/>
              <a:gd name="connsiteY91" fmla="*/ 7673928 h 9456078"/>
              <a:gd name="connsiteX92" fmla="*/ 4708351 w 13940157"/>
              <a:gd name="connsiteY92" fmla="*/ 7636155 h 9456078"/>
              <a:gd name="connsiteX93" fmla="*/ 4740327 w 13940157"/>
              <a:gd name="connsiteY93" fmla="*/ 7598032 h 9456078"/>
              <a:gd name="connsiteX94" fmla="*/ 4771967 w 13940157"/>
              <a:gd name="connsiteY94" fmla="*/ 7559561 h 9456078"/>
              <a:gd name="connsiteX95" fmla="*/ 4803267 w 13940157"/>
              <a:gd name="connsiteY95" fmla="*/ 7520744 h 9456078"/>
              <a:gd name="connsiteX96" fmla="*/ 4834225 w 13940157"/>
              <a:gd name="connsiteY96" fmla="*/ 7481582 h 9456078"/>
              <a:gd name="connsiteX97" fmla="*/ 4864838 w 13940157"/>
              <a:gd name="connsiteY97" fmla="*/ 7442077 h 9456078"/>
              <a:gd name="connsiteX98" fmla="*/ 8803671 w 13940157"/>
              <a:gd name="connsiteY98" fmla="*/ 2307814 h 9456078"/>
              <a:gd name="connsiteX99" fmla="*/ 8834262 w 13940157"/>
              <a:gd name="connsiteY99" fmla="*/ 2268285 h 9456078"/>
              <a:gd name="connsiteX100" fmla="*/ 8865156 w 13940157"/>
              <a:gd name="connsiteY100" fmla="*/ 2229056 h 9456078"/>
              <a:gd name="connsiteX101" fmla="*/ 8896349 w 13940157"/>
              <a:gd name="connsiteY101" fmla="*/ 2190127 h 9456078"/>
              <a:gd name="connsiteX102" fmla="*/ 8927839 w 13940157"/>
              <a:gd name="connsiteY102" fmla="*/ 2151500 h 9456078"/>
              <a:gd name="connsiteX103" fmla="*/ 8959624 w 13940157"/>
              <a:gd name="connsiteY103" fmla="*/ 2113176 h 9456078"/>
              <a:gd name="connsiteX104" fmla="*/ 8991701 w 13940157"/>
              <a:gd name="connsiteY104" fmla="*/ 2075157 h 9456078"/>
              <a:gd name="connsiteX105" fmla="*/ 9024069 w 13940157"/>
              <a:gd name="connsiteY105" fmla="*/ 2037442 h 9456078"/>
              <a:gd name="connsiteX106" fmla="*/ 9056725 w 13940157"/>
              <a:gd name="connsiteY106" fmla="*/ 2000034 h 9456078"/>
              <a:gd name="connsiteX107" fmla="*/ 9089667 w 13940157"/>
              <a:gd name="connsiteY107" fmla="*/ 1962934 h 9456078"/>
              <a:gd name="connsiteX108" fmla="*/ 9122892 w 13940157"/>
              <a:gd name="connsiteY108" fmla="*/ 1926142 h 9456078"/>
              <a:gd name="connsiteX109" fmla="*/ 9156398 w 13940157"/>
              <a:gd name="connsiteY109" fmla="*/ 1889660 h 9456078"/>
              <a:gd name="connsiteX110" fmla="*/ 9190183 w 13940157"/>
              <a:gd name="connsiteY110" fmla="*/ 1853489 h 9456078"/>
              <a:gd name="connsiteX111" fmla="*/ 9224245 w 13940157"/>
              <a:gd name="connsiteY111" fmla="*/ 1817630 h 9456078"/>
              <a:gd name="connsiteX112" fmla="*/ 9258581 w 13940157"/>
              <a:gd name="connsiteY112" fmla="*/ 1782084 h 9456078"/>
              <a:gd name="connsiteX113" fmla="*/ 9293189 w 13940157"/>
              <a:gd name="connsiteY113" fmla="*/ 1746853 h 9456078"/>
              <a:gd name="connsiteX114" fmla="*/ 9328066 w 13940157"/>
              <a:gd name="connsiteY114" fmla="*/ 1711937 h 9456078"/>
              <a:gd name="connsiteX115" fmla="*/ 9363211 w 13940157"/>
              <a:gd name="connsiteY115" fmla="*/ 1677337 h 9456078"/>
              <a:gd name="connsiteX116" fmla="*/ 9398621 w 13940157"/>
              <a:gd name="connsiteY116" fmla="*/ 1643056 h 9456078"/>
              <a:gd name="connsiteX117" fmla="*/ 9434294 w 13940157"/>
              <a:gd name="connsiteY117" fmla="*/ 1609093 h 9456078"/>
              <a:gd name="connsiteX118" fmla="*/ 9470227 w 13940157"/>
              <a:gd name="connsiteY118" fmla="*/ 1575450 h 9456078"/>
              <a:gd name="connsiteX119" fmla="*/ 9506418 w 13940157"/>
              <a:gd name="connsiteY119" fmla="*/ 1542128 h 9456078"/>
              <a:gd name="connsiteX120" fmla="*/ 9542866 w 13940157"/>
              <a:gd name="connsiteY120" fmla="*/ 1509129 h 9456078"/>
              <a:gd name="connsiteX121" fmla="*/ 9579567 w 13940157"/>
              <a:gd name="connsiteY121" fmla="*/ 1476452 h 9456078"/>
              <a:gd name="connsiteX122" fmla="*/ 9616519 w 13940157"/>
              <a:gd name="connsiteY122" fmla="*/ 1444101 h 9456078"/>
              <a:gd name="connsiteX123" fmla="*/ 9653720 w 13940157"/>
              <a:gd name="connsiteY123" fmla="*/ 1412075 h 9456078"/>
              <a:gd name="connsiteX124" fmla="*/ 9691168 w 13940157"/>
              <a:gd name="connsiteY124" fmla="*/ 1380375 h 9456078"/>
              <a:gd name="connsiteX125" fmla="*/ 9728861 w 13940157"/>
              <a:gd name="connsiteY125" fmla="*/ 1349004 h 9456078"/>
              <a:gd name="connsiteX126" fmla="*/ 9766795 w 13940157"/>
              <a:gd name="connsiteY126" fmla="*/ 1317962 h 9456078"/>
              <a:gd name="connsiteX127" fmla="*/ 9804970 w 13940157"/>
              <a:gd name="connsiteY127" fmla="*/ 1287250 h 9456078"/>
              <a:gd name="connsiteX128" fmla="*/ 9843382 w 13940157"/>
              <a:gd name="connsiteY128" fmla="*/ 1256869 h 9456078"/>
              <a:gd name="connsiteX129" fmla="*/ 9882029 w 13940157"/>
              <a:gd name="connsiteY129" fmla="*/ 1226820 h 9456078"/>
              <a:gd name="connsiteX130" fmla="*/ 9920909 w 13940157"/>
              <a:gd name="connsiteY130" fmla="*/ 1197105 h 9456078"/>
              <a:gd name="connsiteX131" fmla="*/ 9960020 w 13940157"/>
              <a:gd name="connsiteY131" fmla="*/ 1167725 h 9456078"/>
              <a:gd name="connsiteX132" fmla="*/ 9999359 w 13940157"/>
              <a:gd name="connsiteY132" fmla="*/ 1138681 h 9456078"/>
              <a:gd name="connsiteX133" fmla="*/ 10038924 w 13940157"/>
              <a:gd name="connsiteY133" fmla="*/ 1109974 h 9456078"/>
              <a:gd name="connsiteX134" fmla="*/ 10078713 w 13940157"/>
              <a:gd name="connsiteY134" fmla="*/ 1081604 h 9456078"/>
              <a:gd name="connsiteX135" fmla="*/ 10118724 w 13940157"/>
              <a:gd name="connsiteY135" fmla="*/ 1053574 h 9456078"/>
              <a:gd name="connsiteX136" fmla="*/ 10158954 w 13940157"/>
              <a:gd name="connsiteY136" fmla="*/ 1025884 h 9456078"/>
              <a:gd name="connsiteX137" fmla="*/ 10199400 w 13940157"/>
              <a:gd name="connsiteY137" fmla="*/ 998536 h 9456078"/>
              <a:gd name="connsiteX138" fmla="*/ 10240062 w 13940157"/>
              <a:gd name="connsiteY138" fmla="*/ 971530 h 9456078"/>
              <a:gd name="connsiteX139" fmla="*/ 10280935 w 13940157"/>
              <a:gd name="connsiteY139" fmla="*/ 944868 h 9456078"/>
              <a:gd name="connsiteX140" fmla="*/ 10322019 w 13940157"/>
              <a:gd name="connsiteY140" fmla="*/ 918551 h 9456078"/>
              <a:gd name="connsiteX141" fmla="*/ 10363310 w 13940157"/>
              <a:gd name="connsiteY141" fmla="*/ 892580 h 9456078"/>
              <a:gd name="connsiteX142" fmla="*/ 10404807 w 13940157"/>
              <a:gd name="connsiteY142" fmla="*/ 866956 h 9456078"/>
              <a:gd name="connsiteX143" fmla="*/ 10446507 w 13940157"/>
              <a:gd name="connsiteY143" fmla="*/ 841681 h 9456078"/>
              <a:gd name="connsiteX144" fmla="*/ 10488408 w 13940157"/>
              <a:gd name="connsiteY144" fmla="*/ 816754 h 9456078"/>
              <a:gd name="connsiteX145" fmla="*/ 10530507 w 13940157"/>
              <a:gd name="connsiteY145" fmla="*/ 792179 h 9456078"/>
              <a:gd name="connsiteX146" fmla="*/ 10572803 w 13940157"/>
              <a:gd name="connsiteY146" fmla="*/ 767955 h 9456078"/>
              <a:gd name="connsiteX147" fmla="*/ 10615292 w 13940157"/>
              <a:gd name="connsiteY147" fmla="*/ 744083 h 9456078"/>
              <a:gd name="connsiteX148" fmla="*/ 10657973 w 13940157"/>
              <a:gd name="connsiteY148" fmla="*/ 720566 h 9456078"/>
              <a:gd name="connsiteX149" fmla="*/ 10700844 w 13940157"/>
              <a:gd name="connsiteY149" fmla="*/ 697404 h 9456078"/>
              <a:gd name="connsiteX150" fmla="*/ 10743902 w 13940157"/>
              <a:gd name="connsiteY150" fmla="*/ 674598 h 9456078"/>
              <a:gd name="connsiteX151" fmla="*/ 10787144 w 13940157"/>
              <a:gd name="connsiteY151" fmla="*/ 652149 h 9456078"/>
              <a:gd name="connsiteX152" fmla="*/ 10830569 w 13940157"/>
              <a:gd name="connsiteY152" fmla="*/ 630059 h 9456078"/>
              <a:gd name="connsiteX153" fmla="*/ 10874174 w 13940157"/>
              <a:gd name="connsiteY153" fmla="*/ 608328 h 9456078"/>
              <a:gd name="connsiteX154" fmla="*/ 10917957 w 13940157"/>
              <a:gd name="connsiteY154" fmla="*/ 586958 h 9456078"/>
              <a:gd name="connsiteX155" fmla="*/ 10961916 w 13940157"/>
              <a:gd name="connsiteY155" fmla="*/ 565950 h 9456078"/>
              <a:gd name="connsiteX156" fmla="*/ 11006048 w 13940157"/>
              <a:gd name="connsiteY156" fmla="*/ 545304 h 9456078"/>
              <a:gd name="connsiteX157" fmla="*/ 11050351 w 13940157"/>
              <a:gd name="connsiteY157" fmla="*/ 525023 h 9456078"/>
              <a:gd name="connsiteX158" fmla="*/ 11094823 w 13940157"/>
              <a:gd name="connsiteY158" fmla="*/ 505107 h 9456078"/>
              <a:gd name="connsiteX159" fmla="*/ 11139461 w 13940157"/>
              <a:gd name="connsiteY159" fmla="*/ 485558 h 9456078"/>
              <a:gd name="connsiteX160" fmla="*/ 11184263 w 13940157"/>
              <a:gd name="connsiteY160" fmla="*/ 466376 h 9456078"/>
              <a:gd name="connsiteX161" fmla="*/ 11229228 w 13940157"/>
              <a:gd name="connsiteY161" fmla="*/ 447563 h 9456078"/>
              <a:gd name="connsiteX162" fmla="*/ 11274351 w 13940157"/>
              <a:gd name="connsiteY162" fmla="*/ 429119 h 9456078"/>
              <a:gd name="connsiteX163" fmla="*/ 11319632 w 13940157"/>
              <a:gd name="connsiteY163" fmla="*/ 411046 h 9456078"/>
              <a:gd name="connsiteX164" fmla="*/ 11365068 w 13940157"/>
              <a:gd name="connsiteY164" fmla="*/ 393346 h 9456078"/>
              <a:gd name="connsiteX165" fmla="*/ 11410657 w 13940157"/>
              <a:gd name="connsiteY165" fmla="*/ 376018 h 9456078"/>
              <a:gd name="connsiteX166" fmla="*/ 11456396 w 13940157"/>
              <a:gd name="connsiteY166" fmla="*/ 359065 h 9456078"/>
              <a:gd name="connsiteX167" fmla="*/ 11502283 w 13940157"/>
              <a:gd name="connsiteY167" fmla="*/ 342487 h 9456078"/>
              <a:gd name="connsiteX168" fmla="*/ 11548316 w 13940157"/>
              <a:gd name="connsiteY168" fmla="*/ 326286 h 9456078"/>
              <a:gd name="connsiteX169" fmla="*/ 11594492 w 13940157"/>
              <a:gd name="connsiteY169" fmla="*/ 310462 h 9456078"/>
              <a:gd name="connsiteX170" fmla="*/ 11640810 w 13940157"/>
              <a:gd name="connsiteY170" fmla="*/ 295018 h 9456078"/>
              <a:gd name="connsiteX171" fmla="*/ 11687267 w 13940157"/>
              <a:gd name="connsiteY171" fmla="*/ 279953 h 9456078"/>
              <a:gd name="connsiteX172" fmla="*/ 11733860 w 13940157"/>
              <a:gd name="connsiteY172" fmla="*/ 265269 h 9456078"/>
              <a:gd name="connsiteX173" fmla="*/ 11780587 w 13940157"/>
              <a:gd name="connsiteY173" fmla="*/ 250968 h 9456078"/>
              <a:gd name="connsiteX174" fmla="*/ 11827447 w 13940157"/>
              <a:gd name="connsiteY174" fmla="*/ 237049 h 9456078"/>
              <a:gd name="connsiteX175" fmla="*/ 11874436 w 13940157"/>
              <a:gd name="connsiteY175" fmla="*/ 223516 h 9456078"/>
              <a:gd name="connsiteX176" fmla="*/ 11921553 w 13940157"/>
              <a:gd name="connsiteY176" fmla="*/ 210368 h 9456078"/>
              <a:gd name="connsiteX177" fmla="*/ 11968794 w 13940157"/>
              <a:gd name="connsiteY177" fmla="*/ 197606 h 9456078"/>
              <a:gd name="connsiteX178" fmla="*/ 12016159 w 13940157"/>
              <a:gd name="connsiteY178" fmla="*/ 185233 h 9456078"/>
              <a:gd name="connsiteX179" fmla="*/ 12063644 w 13940157"/>
              <a:gd name="connsiteY179" fmla="*/ 173248 h 9456078"/>
              <a:gd name="connsiteX180" fmla="*/ 12111248 w 13940157"/>
              <a:gd name="connsiteY180" fmla="*/ 161654 h 9456078"/>
              <a:gd name="connsiteX181" fmla="*/ 12158967 w 13940157"/>
              <a:gd name="connsiteY181" fmla="*/ 150451 h 9456078"/>
              <a:gd name="connsiteX182" fmla="*/ 12206800 w 13940157"/>
              <a:gd name="connsiteY182" fmla="*/ 139640 h 9456078"/>
              <a:gd name="connsiteX183" fmla="*/ 12254745 w 13940157"/>
              <a:gd name="connsiteY183" fmla="*/ 129223 h 9456078"/>
              <a:gd name="connsiteX184" fmla="*/ 12302799 w 13940157"/>
              <a:gd name="connsiteY184" fmla="*/ 119201 h 9456078"/>
              <a:gd name="connsiteX185" fmla="*/ 12350959 w 13940157"/>
              <a:gd name="connsiteY185" fmla="*/ 109574 h 9456078"/>
              <a:gd name="connsiteX186" fmla="*/ 12399224 w 13940157"/>
              <a:gd name="connsiteY186" fmla="*/ 100344 h 9456078"/>
              <a:gd name="connsiteX187" fmla="*/ 12447591 w 13940157"/>
              <a:gd name="connsiteY187" fmla="*/ 91512 h 9456078"/>
              <a:gd name="connsiteX188" fmla="*/ 12496058 w 13940157"/>
              <a:gd name="connsiteY188" fmla="*/ 83080 h 9456078"/>
              <a:gd name="connsiteX189" fmla="*/ 12544623 w 13940157"/>
              <a:gd name="connsiteY189" fmla="*/ 75047 h 9456078"/>
              <a:gd name="connsiteX190" fmla="*/ 12593283 w 13940157"/>
              <a:gd name="connsiteY190" fmla="*/ 67417 h 9456078"/>
              <a:gd name="connsiteX191" fmla="*/ 12642036 w 13940157"/>
              <a:gd name="connsiteY191" fmla="*/ 60188 h 9456078"/>
              <a:gd name="connsiteX192" fmla="*/ 12690879 w 13940157"/>
              <a:gd name="connsiteY192" fmla="*/ 53364 h 9456078"/>
              <a:gd name="connsiteX193" fmla="*/ 12739811 w 13940157"/>
              <a:gd name="connsiteY193" fmla="*/ 46944 h 9456078"/>
              <a:gd name="connsiteX194" fmla="*/ 12788830 w 13940157"/>
              <a:gd name="connsiteY194" fmla="*/ 40931 h 9456078"/>
              <a:gd name="connsiteX195" fmla="*/ 12837932 w 13940157"/>
              <a:gd name="connsiteY195" fmla="*/ 35324 h 9456078"/>
              <a:gd name="connsiteX196" fmla="*/ 12887116 w 13940157"/>
              <a:gd name="connsiteY196" fmla="*/ 30126 h 9456078"/>
              <a:gd name="connsiteX197" fmla="*/ 12936379 w 13940157"/>
              <a:gd name="connsiteY197" fmla="*/ 25337 h 9456078"/>
              <a:gd name="connsiteX198" fmla="*/ 12985719 w 13940157"/>
              <a:gd name="connsiteY198" fmla="*/ 20958 h 9456078"/>
              <a:gd name="connsiteX199" fmla="*/ 13035133 w 13940157"/>
              <a:gd name="connsiteY199" fmla="*/ 16991 h 9456078"/>
              <a:gd name="connsiteX200" fmla="*/ 13084620 w 13940157"/>
              <a:gd name="connsiteY200" fmla="*/ 13437 h 9456078"/>
              <a:gd name="connsiteX201" fmla="*/ 13134178 w 13940157"/>
              <a:gd name="connsiteY201" fmla="*/ 10297 h 9456078"/>
              <a:gd name="connsiteX202" fmla="*/ 13183803 w 13940157"/>
              <a:gd name="connsiteY202" fmla="*/ 7572 h 9456078"/>
              <a:gd name="connsiteX203" fmla="*/ 13233493 w 13940157"/>
              <a:gd name="connsiteY203" fmla="*/ 5263 h 9456078"/>
              <a:gd name="connsiteX204" fmla="*/ 13283247 w 13940157"/>
              <a:gd name="connsiteY204" fmla="*/ 3371 h 9456078"/>
              <a:gd name="connsiteX205" fmla="*/ 13333061 w 13940157"/>
              <a:gd name="connsiteY205" fmla="*/ 1898 h 9456078"/>
              <a:gd name="connsiteX206" fmla="*/ 13382934 w 13940157"/>
              <a:gd name="connsiteY206" fmla="*/ 844 h 9456078"/>
              <a:gd name="connsiteX207" fmla="*/ 13432864 w 13940157"/>
              <a:gd name="connsiteY207" fmla="*/ 211 h 9456078"/>
              <a:gd name="connsiteX208" fmla="*/ 13482847 w 13940157"/>
              <a:gd name="connsiteY208" fmla="*/ 0 h 9456078"/>
              <a:gd name="connsiteX209" fmla="*/ 13940158 w 13940157"/>
              <a:gd name="connsiteY209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49234 w 13158799"/>
              <a:gd name="connsiteY5" fmla="*/ 9450052 h 9456078"/>
              <a:gd name="connsiteX6" fmla="*/ 298870 w 13158799"/>
              <a:gd name="connsiteY6" fmla="*/ 9447409 h 9456078"/>
              <a:gd name="connsiteX7" fmla="*/ 348429 w 13158799"/>
              <a:gd name="connsiteY7" fmla="*/ 9444290 h 9456078"/>
              <a:gd name="connsiteX8" fmla="*/ 397907 w 13158799"/>
              <a:gd name="connsiteY8" fmla="*/ 9440698 h 9456078"/>
              <a:gd name="connsiteX9" fmla="*/ 447302 w 13158799"/>
              <a:gd name="connsiteY9" fmla="*/ 9436632 h 9456078"/>
              <a:gd name="connsiteX10" fmla="*/ 496610 w 13158799"/>
              <a:gd name="connsiteY10" fmla="*/ 9432096 h 9456078"/>
              <a:gd name="connsiteX11" fmla="*/ 545829 w 13158799"/>
              <a:gd name="connsiteY11" fmla="*/ 9427089 h 9456078"/>
              <a:gd name="connsiteX12" fmla="*/ 594956 w 13158799"/>
              <a:gd name="connsiteY12" fmla="*/ 9421615 h 9456078"/>
              <a:gd name="connsiteX13" fmla="*/ 643987 w 13158799"/>
              <a:gd name="connsiteY13" fmla="*/ 9415673 h 9456078"/>
              <a:gd name="connsiteX14" fmla="*/ 692920 w 13158799"/>
              <a:gd name="connsiteY14" fmla="*/ 9409267 h 9456078"/>
              <a:gd name="connsiteX15" fmla="*/ 741751 w 13158799"/>
              <a:gd name="connsiteY15" fmla="*/ 9402396 h 9456078"/>
              <a:gd name="connsiteX16" fmla="*/ 790478 w 13158799"/>
              <a:gd name="connsiteY16" fmla="*/ 9395063 h 9456078"/>
              <a:gd name="connsiteX17" fmla="*/ 839098 w 13158799"/>
              <a:gd name="connsiteY17" fmla="*/ 9387270 h 9456078"/>
              <a:gd name="connsiteX18" fmla="*/ 887607 w 13158799"/>
              <a:gd name="connsiteY18" fmla="*/ 9379017 h 9456078"/>
              <a:gd name="connsiteX19" fmla="*/ 936002 w 13158799"/>
              <a:gd name="connsiteY19" fmla="*/ 9370306 h 9456078"/>
              <a:gd name="connsiteX20" fmla="*/ 984281 w 13158799"/>
              <a:gd name="connsiteY20" fmla="*/ 9361139 h 9456078"/>
              <a:gd name="connsiteX21" fmla="*/ 1032440 w 13158799"/>
              <a:gd name="connsiteY21" fmla="*/ 9351517 h 9456078"/>
              <a:gd name="connsiteX22" fmla="*/ 1080477 w 13158799"/>
              <a:gd name="connsiteY22" fmla="*/ 9341441 h 9456078"/>
              <a:gd name="connsiteX23" fmla="*/ 1128389 w 13158799"/>
              <a:gd name="connsiteY23" fmla="*/ 9330914 h 9456078"/>
              <a:gd name="connsiteX24" fmla="*/ 1176172 w 13158799"/>
              <a:gd name="connsiteY24" fmla="*/ 9319936 h 9456078"/>
              <a:gd name="connsiteX25" fmla="*/ 1223823 w 13158799"/>
              <a:gd name="connsiteY25" fmla="*/ 9308509 h 9456078"/>
              <a:gd name="connsiteX26" fmla="*/ 1271339 w 13158799"/>
              <a:gd name="connsiteY26" fmla="*/ 9296635 h 9456078"/>
              <a:gd name="connsiteX27" fmla="*/ 1318719 w 13158799"/>
              <a:gd name="connsiteY27" fmla="*/ 9284315 h 9456078"/>
              <a:gd name="connsiteX28" fmla="*/ 1365957 w 13158799"/>
              <a:gd name="connsiteY28" fmla="*/ 9271550 h 9456078"/>
              <a:gd name="connsiteX29" fmla="*/ 1413052 w 13158799"/>
              <a:gd name="connsiteY29" fmla="*/ 9258342 h 9456078"/>
              <a:gd name="connsiteX30" fmla="*/ 1460000 w 13158799"/>
              <a:gd name="connsiteY30" fmla="*/ 9244693 h 9456078"/>
              <a:gd name="connsiteX31" fmla="*/ 1506799 w 13158799"/>
              <a:gd name="connsiteY31" fmla="*/ 9230604 h 9456078"/>
              <a:gd name="connsiteX32" fmla="*/ 1553445 w 13158799"/>
              <a:gd name="connsiteY32" fmla="*/ 9216076 h 9456078"/>
              <a:gd name="connsiteX33" fmla="*/ 1599935 w 13158799"/>
              <a:gd name="connsiteY33" fmla="*/ 9201111 h 9456078"/>
              <a:gd name="connsiteX34" fmla="*/ 1646267 w 13158799"/>
              <a:gd name="connsiteY34" fmla="*/ 9185710 h 9456078"/>
              <a:gd name="connsiteX35" fmla="*/ 1692437 w 13158799"/>
              <a:gd name="connsiteY35" fmla="*/ 9169876 h 9456078"/>
              <a:gd name="connsiteX36" fmla="*/ 1738442 w 13158799"/>
              <a:gd name="connsiteY36" fmla="*/ 9153608 h 9456078"/>
              <a:gd name="connsiteX37" fmla="*/ 1784280 w 13158799"/>
              <a:gd name="connsiteY37" fmla="*/ 9136910 h 9456078"/>
              <a:gd name="connsiteX38" fmla="*/ 1829947 w 13158799"/>
              <a:gd name="connsiteY38" fmla="*/ 9119782 h 9456078"/>
              <a:gd name="connsiteX39" fmla="*/ 1875440 w 13158799"/>
              <a:gd name="connsiteY39" fmla="*/ 9102226 h 9456078"/>
              <a:gd name="connsiteX40" fmla="*/ 1920756 w 13158799"/>
              <a:gd name="connsiteY40" fmla="*/ 9084243 h 9456078"/>
              <a:gd name="connsiteX41" fmla="*/ 1965893 w 13158799"/>
              <a:gd name="connsiteY41" fmla="*/ 9065835 h 9456078"/>
              <a:gd name="connsiteX42" fmla="*/ 2010847 w 13158799"/>
              <a:gd name="connsiteY42" fmla="*/ 9047004 h 9456078"/>
              <a:gd name="connsiteX43" fmla="*/ 2055615 w 13158799"/>
              <a:gd name="connsiteY43" fmla="*/ 9027750 h 9456078"/>
              <a:gd name="connsiteX44" fmla="*/ 2100195 w 13158799"/>
              <a:gd name="connsiteY44" fmla="*/ 9008075 h 9456078"/>
              <a:gd name="connsiteX45" fmla="*/ 2144582 w 13158799"/>
              <a:gd name="connsiteY45" fmla="*/ 8987981 h 9456078"/>
              <a:gd name="connsiteX46" fmla="*/ 2188775 w 13158799"/>
              <a:gd name="connsiteY46" fmla="*/ 8967470 h 9456078"/>
              <a:gd name="connsiteX47" fmla="*/ 2232770 w 13158799"/>
              <a:gd name="connsiteY47" fmla="*/ 8946542 h 9456078"/>
              <a:gd name="connsiteX48" fmla="*/ 2276564 w 13158799"/>
              <a:gd name="connsiteY48" fmla="*/ 8925199 h 9456078"/>
              <a:gd name="connsiteX49" fmla="*/ 2320154 w 13158799"/>
              <a:gd name="connsiteY49" fmla="*/ 8903443 h 9456078"/>
              <a:gd name="connsiteX50" fmla="*/ 2363538 w 13158799"/>
              <a:gd name="connsiteY50" fmla="*/ 8881275 h 9456078"/>
              <a:gd name="connsiteX51" fmla="*/ 2406711 w 13158799"/>
              <a:gd name="connsiteY51" fmla="*/ 8858697 h 9456078"/>
              <a:gd name="connsiteX52" fmla="*/ 2449672 w 13158799"/>
              <a:gd name="connsiteY52" fmla="*/ 8835710 h 9456078"/>
              <a:gd name="connsiteX53" fmla="*/ 2492417 w 13158799"/>
              <a:gd name="connsiteY53" fmla="*/ 8812316 h 9456078"/>
              <a:gd name="connsiteX54" fmla="*/ 2534943 w 13158799"/>
              <a:gd name="connsiteY54" fmla="*/ 8788516 h 9456078"/>
              <a:gd name="connsiteX55" fmla="*/ 2577247 w 13158799"/>
              <a:gd name="connsiteY55" fmla="*/ 8764311 h 9456078"/>
              <a:gd name="connsiteX56" fmla="*/ 2619326 w 13158799"/>
              <a:gd name="connsiteY56" fmla="*/ 8739704 h 9456078"/>
              <a:gd name="connsiteX57" fmla="*/ 2661177 w 13158799"/>
              <a:gd name="connsiteY57" fmla="*/ 8714695 h 9456078"/>
              <a:gd name="connsiteX58" fmla="*/ 2702797 w 13158799"/>
              <a:gd name="connsiteY58" fmla="*/ 8689286 h 9456078"/>
              <a:gd name="connsiteX59" fmla="*/ 2744183 w 13158799"/>
              <a:gd name="connsiteY59" fmla="*/ 8663479 h 9456078"/>
              <a:gd name="connsiteX60" fmla="*/ 2785333 w 13158799"/>
              <a:gd name="connsiteY60" fmla="*/ 8637274 h 9456078"/>
              <a:gd name="connsiteX61" fmla="*/ 2826242 w 13158799"/>
              <a:gd name="connsiteY61" fmla="*/ 8610675 h 9456078"/>
              <a:gd name="connsiteX62" fmla="*/ 2866908 w 13158799"/>
              <a:gd name="connsiteY62" fmla="*/ 8583681 h 9456078"/>
              <a:gd name="connsiteX63" fmla="*/ 2907329 w 13158799"/>
              <a:gd name="connsiteY63" fmla="*/ 8556295 h 9456078"/>
              <a:gd name="connsiteX64" fmla="*/ 2947500 w 13158799"/>
              <a:gd name="connsiteY64" fmla="*/ 8528517 h 9456078"/>
              <a:gd name="connsiteX65" fmla="*/ 2987419 w 13158799"/>
              <a:gd name="connsiteY65" fmla="*/ 8500351 h 9456078"/>
              <a:gd name="connsiteX66" fmla="*/ 3027083 w 13158799"/>
              <a:gd name="connsiteY66" fmla="*/ 8471796 h 9456078"/>
              <a:gd name="connsiteX67" fmla="*/ 3066489 w 13158799"/>
              <a:gd name="connsiteY67" fmla="*/ 8442854 h 9456078"/>
              <a:gd name="connsiteX68" fmla="*/ 3105634 w 13158799"/>
              <a:gd name="connsiteY68" fmla="*/ 8413528 h 9456078"/>
              <a:gd name="connsiteX69" fmla="*/ 3144515 w 13158799"/>
              <a:gd name="connsiteY69" fmla="*/ 8383818 h 9456078"/>
              <a:gd name="connsiteX70" fmla="*/ 3183129 w 13158799"/>
              <a:gd name="connsiteY70" fmla="*/ 8353726 h 9456078"/>
              <a:gd name="connsiteX71" fmla="*/ 3221473 w 13158799"/>
              <a:gd name="connsiteY71" fmla="*/ 8323253 h 9456078"/>
              <a:gd name="connsiteX72" fmla="*/ 3259544 w 13158799"/>
              <a:gd name="connsiteY72" fmla="*/ 8292401 h 9456078"/>
              <a:gd name="connsiteX73" fmla="*/ 3297339 w 13158799"/>
              <a:gd name="connsiteY73" fmla="*/ 8261172 h 9456078"/>
              <a:gd name="connsiteX74" fmla="*/ 3334854 w 13158799"/>
              <a:gd name="connsiteY74" fmla="*/ 8229566 h 9456078"/>
              <a:gd name="connsiteX75" fmla="*/ 3372087 w 13158799"/>
              <a:gd name="connsiteY75" fmla="*/ 8197585 h 9456078"/>
              <a:gd name="connsiteX76" fmla="*/ 3409035 w 13158799"/>
              <a:gd name="connsiteY76" fmla="*/ 8165232 h 9456078"/>
              <a:gd name="connsiteX77" fmla="*/ 3445695 w 13158799"/>
              <a:gd name="connsiteY77" fmla="*/ 8132507 h 9456078"/>
              <a:gd name="connsiteX78" fmla="*/ 3482064 w 13158799"/>
              <a:gd name="connsiteY78" fmla="*/ 8099411 h 9456078"/>
              <a:gd name="connsiteX79" fmla="*/ 3518139 w 13158799"/>
              <a:gd name="connsiteY79" fmla="*/ 8065947 h 9456078"/>
              <a:gd name="connsiteX80" fmla="*/ 3553916 w 13158799"/>
              <a:gd name="connsiteY80" fmla="*/ 8032115 h 9456078"/>
              <a:gd name="connsiteX81" fmla="*/ 3589393 w 13158799"/>
              <a:gd name="connsiteY81" fmla="*/ 7997918 h 9456078"/>
              <a:gd name="connsiteX82" fmla="*/ 3624567 w 13158799"/>
              <a:gd name="connsiteY82" fmla="*/ 7963356 h 9456078"/>
              <a:gd name="connsiteX83" fmla="*/ 3659435 w 13158799"/>
              <a:gd name="connsiteY83" fmla="*/ 7928432 h 9456078"/>
              <a:gd name="connsiteX84" fmla="*/ 3693994 w 13158799"/>
              <a:gd name="connsiteY84" fmla="*/ 7893146 h 9456078"/>
              <a:gd name="connsiteX85" fmla="*/ 3728240 w 13158799"/>
              <a:gd name="connsiteY85" fmla="*/ 7857501 h 9456078"/>
              <a:gd name="connsiteX86" fmla="*/ 3762171 w 13158799"/>
              <a:gd name="connsiteY86" fmla="*/ 7821497 h 9456078"/>
              <a:gd name="connsiteX87" fmla="*/ 3795783 w 13158799"/>
              <a:gd name="connsiteY87" fmla="*/ 7785136 h 9456078"/>
              <a:gd name="connsiteX88" fmla="*/ 3829075 w 13158799"/>
              <a:gd name="connsiteY88" fmla="*/ 7748420 h 9456078"/>
              <a:gd name="connsiteX89" fmla="*/ 3862042 w 13158799"/>
              <a:gd name="connsiteY89" fmla="*/ 7711350 h 9456078"/>
              <a:gd name="connsiteX90" fmla="*/ 3894682 w 13158799"/>
              <a:gd name="connsiteY90" fmla="*/ 7673928 h 9456078"/>
              <a:gd name="connsiteX91" fmla="*/ 3926991 w 13158799"/>
              <a:gd name="connsiteY91" fmla="*/ 7636155 h 9456078"/>
              <a:gd name="connsiteX92" fmla="*/ 3958967 w 13158799"/>
              <a:gd name="connsiteY92" fmla="*/ 7598032 h 9456078"/>
              <a:gd name="connsiteX93" fmla="*/ 3990607 w 13158799"/>
              <a:gd name="connsiteY93" fmla="*/ 7559561 h 9456078"/>
              <a:gd name="connsiteX94" fmla="*/ 4021907 w 13158799"/>
              <a:gd name="connsiteY94" fmla="*/ 7520744 h 9456078"/>
              <a:gd name="connsiteX95" fmla="*/ 4052865 w 13158799"/>
              <a:gd name="connsiteY95" fmla="*/ 7481582 h 9456078"/>
              <a:gd name="connsiteX96" fmla="*/ 4083478 w 13158799"/>
              <a:gd name="connsiteY96" fmla="*/ 7442077 h 9456078"/>
              <a:gd name="connsiteX97" fmla="*/ 8022311 w 13158799"/>
              <a:gd name="connsiteY97" fmla="*/ 2307814 h 9456078"/>
              <a:gd name="connsiteX98" fmla="*/ 8052902 w 13158799"/>
              <a:gd name="connsiteY98" fmla="*/ 2268285 h 9456078"/>
              <a:gd name="connsiteX99" fmla="*/ 8083796 w 13158799"/>
              <a:gd name="connsiteY99" fmla="*/ 2229056 h 9456078"/>
              <a:gd name="connsiteX100" fmla="*/ 8114989 w 13158799"/>
              <a:gd name="connsiteY100" fmla="*/ 2190127 h 9456078"/>
              <a:gd name="connsiteX101" fmla="*/ 8146479 w 13158799"/>
              <a:gd name="connsiteY101" fmla="*/ 2151500 h 9456078"/>
              <a:gd name="connsiteX102" fmla="*/ 8178264 w 13158799"/>
              <a:gd name="connsiteY102" fmla="*/ 2113176 h 9456078"/>
              <a:gd name="connsiteX103" fmla="*/ 8210341 w 13158799"/>
              <a:gd name="connsiteY103" fmla="*/ 2075157 h 9456078"/>
              <a:gd name="connsiteX104" fmla="*/ 8242709 w 13158799"/>
              <a:gd name="connsiteY104" fmla="*/ 2037442 h 9456078"/>
              <a:gd name="connsiteX105" fmla="*/ 8275365 w 13158799"/>
              <a:gd name="connsiteY105" fmla="*/ 2000034 h 9456078"/>
              <a:gd name="connsiteX106" fmla="*/ 8308307 w 13158799"/>
              <a:gd name="connsiteY106" fmla="*/ 1962934 h 9456078"/>
              <a:gd name="connsiteX107" fmla="*/ 8341532 w 13158799"/>
              <a:gd name="connsiteY107" fmla="*/ 1926142 h 9456078"/>
              <a:gd name="connsiteX108" fmla="*/ 8375038 w 13158799"/>
              <a:gd name="connsiteY108" fmla="*/ 1889660 h 9456078"/>
              <a:gd name="connsiteX109" fmla="*/ 8408823 w 13158799"/>
              <a:gd name="connsiteY109" fmla="*/ 1853489 h 9456078"/>
              <a:gd name="connsiteX110" fmla="*/ 8442885 w 13158799"/>
              <a:gd name="connsiteY110" fmla="*/ 1817630 h 9456078"/>
              <a:gd name="connsiteX111" fmla="*/ 8477221 w 13158799"/>
              <a:gd name="connsiteY111" fmla="*/ 1782084 h 9456078"/>
              <a:gd name="connsiteX112" fmla="*/ 8511829 w 13158799"/>
              <a:gd name="connsiteY112" fmla="*/ 1746853 h 9456078"/>
              <a:gd name="connsiteX113" fmla="*/ 8546706 w 13158799"/>
              <a:gd name="connsiteY113" fmla="*/ 1711937 h 9456078"/>
              <a:gd name="connsiteX114" fmla="*/ 8581851 w 13158799"/>
              <a:gd name="connsiteY114" fmla="*/ 1677337 h 9456078"/>
              <a:gd name="connsiteX115" fmla="*/ 8617261 w 13158799"/>
              <a:gd name="connsiteY115" fmla="*/ 1643056 h 9456078"/>
              <a:gd name="connsiteX116" fmla="*/ 8652934 w 13158799"/>
              <a:gd name="connsiteY116" fmla="*/ 1609093 h 9456078"/>
              <a:gd name="connsiteX117" fmla="*/ 8688867 w 13158799"/>
              <a:gd name="connsiteY117" fmla="*/ 1575450 h 9456078"/>
              <a:gd name="connsiteX118" fmla="*/ 8725058 w 13158799"/>
              <a:gd name="connsiteY118" fmla="*/ 1542128 h 9456078"/>
              <a:gd name="connsiteX119" fmla="*/ 8761506 w 13158799"/>
              <a:gd name="connsiteY119" fmla="*/ 1509129 h 9456078"/>
              <a:gd name="connsiteX120" fmla="*/ 8798207 w 13158799"/>
              <a:gd name="connsiteY120" fmla="*/ 1476452 h 9456078"/>
              <a:gd name="connsiteX121" fmla="*/ 8835159 w 13158799"/>
              <a:gd name="connsiteY121" fmla="*/ 1444101 h 9456078"/>
              <a:gd name="connsiteX122" fmla="*/ 8872360 w 13158799"/>
              <a:gd name="connsiteY122" fmla="*/ 1412075 h 9456078"/>
              <a:gd name="connsiteX123" fmla="*/ 8909808 w 13158799"/>
              <a:gd name="connsiteY123" fmla="*/ 1380375 h 9456078"/>
              <a:gd name="connsiteX124" fmla="*/ 8947501 w 13158799"/>
              <a:gd name="connsiteY124" fmla="*/ 1349004 h 9456078"/>
              <a:gd name="connsiteX125" fmla="*/ 8985435 w 13158799"/>
              <a:gd name="connsiteY125" fmla="*/ 1317962 h 9456078"/>
              <a:gd name="connsiteX126" fmla="*/ 9023610 w 13158799"/>
              <a:gd name="connsiteY126" fmla="*/ 1287250 h 9456078"/>
              <a:gd name="connsiteX127" fmla="*/ 9062022 w 13158799"/>
              <a:gd name="connsiteY127" fmla="*/ 1256869 h 9456078"/>
              <a:gd name="connsiteX128" fmla="*/ 9100669 w 13158799"/>
              <a:gd name="connsiteY128" fmla="*/ 1226820 h 9456078"/>
              <a:gd name="connsiteX129" fmla="*/ 9139549 w 13158799"/>
              <a:gd name="connsiteY129" fmla="*/ 1197105 h 9456078"/>
              <a:gd name="connsiteX130" fmla="*/ 9178660 w 13158799"/>
              <a:gd name="connsiteY130" fmla="*/ 1167725 h 9456078"/>
              <a:gd name="connsiteX131" fmla="*/ 9217999 w 13158799"/>
              <a:gd name="connsiteY131" fmla="*/ 1138681 h 9456078"/>
              <a:gd name="connsiteX132" fmla="*/ 9257564 w 13158799"/>
              <a:gd name="connsiteY132" fmla="*/ 1109974 h 9456078"/>
              <a:gd name="connsiteX133" fmla="*/ 9297353 w 13158799"/>
              <a:gd name="connsiteY133" fmla="*/ 1081604 h 9456078"/>
              <a:gd name="connsiteX134" fmla="*/ 9337364 w 13158799"/>
              <a:gd name="connsiteY134" fmla="*/ 1053574 h 9456078"/>
              <a:gd name="connsiteX135" fmla="*/ 9377594 w 13158799"/>
              <a:gd name="connsiteY135" fmla="*/ 1025884 h 9456078"/>
              <a:gd name="connsiteX136" fmla="*/ 9418040 w 13158799"/>
              <a:gd name="connsiteY136" fmla="*/ 998536 h 9456078"/>
              <a:gd name="connsiteX137" fmla="*/ 9458702 w 13158799"/>
              <a:gd name="connsiteY137" fmla="*/ 971530 h 9456078"/>
              <a:gd name="connsiteX138" fmla="*/ 9499575 w 13158799"/>
              <a:gd name="connsiteY138" fmla="*/ 944868 h 9456078"/>
              <a:gd name="connsiteX139" fmla="*/ 9540659 w 13158799"/>
              <a:gd name="connsiteY139" fmla="*/ 918551 h 9456078"/>
              <a:gd name="connsiteX140" fmla="*/ 9581950 w 13158799"/>
              <a:gd name="connsiteY140" fmla="*/ 892580 h 9456078"/>
              <a:gd name="connsiteX141" fmla="*/ 9623447 w 13158799"/>
              <a:gd name="connsiteY141" fmla="*/ 866956 h 9456078"/>
              <a:gd name="connsiteX142" fmla="*/ 9665147 w 13158799"/>
              <a:gd name="connsiteY142" fmla="*/ 841681 h 9456078"/>
              <a:gd name="connsiteX143" fmla="*/ 9707048 w 13158799"/>
              <a:gd name="connsiteY143" fmla="*/ 816754 h 9456078"/>
              <a:gd name="connsiteX144" fmla="*/ 9749147 w 13158799"/>
              <a:gd name="connsiteY144" fmla="*/ 792179 h 9456078"/>
              <a:gd name="connsiteX145" fmla="*/ 9791443 w 13158799"/>
              <a:gd name="connsiteY145" fmla="*/ 767955 h 9456078"/>
              <a:gd name="connsiteX146" fmla="*/ 9833932 w 13158799"/>
              <a:gd name="connsiteY146" fmla="*/ 744083 h 9456078"/>
              <a:gd name="connsiteX147" fmla="*/ 9876613 w 13158799"/>
              <a:gd name="connsiteY147" fmla="*/ 720566 h 9456078"/>
              <a:gd name="connsiteX148" fmla="*/ 9919484 w 13158799"/>
              <a:gd name="connsiteY148" fmla="*/ 697404 h 9456078"/>
              <a:gd name="connsiteX149" fmla="*/ 9962542 w 13158799"/>
              <a:gd name="connsiteY149" fmla="*/ 674598 h 9456078"/>
              <a:gd name="connsiteX150" fmla="*/ 10005784 w 13158799"/>
              <a:gd name="connsiteY150" fmla="*/ 652149 h 9456078"/>
              <a:gd name="connsiteX151" fmla="*/ 10049209 w 13158799"/>
              <a:gd name="connsiteY151" fmla="*/ 630059 h 9456078"/>
              <a:gd name="connsiteX152" fmla="*/ 10092814 w 13158799"/>
              <a:gd name="connsiteY152" fmla="*/ 608328 h 9456078"/>
              <a:gd name="connsiteX153" fmla="*/ 10136597 w 13158799"/>
              <a:gd name="connsiteY153" fmla="*/ 586958 h 9456078"/>
              <a:gd name="connsiteX154" fmla="*/ 10180556 w 13158799"/>
              <a:gd name="connsiteY154" fmla="*/ 565950 h 9456078"/>
              <a:gd name="connsiteX155" fmla="*/ 10224688 w 13158799"/>
              <a:gd name="connsiteY155" fmla="*/ 545304 h 9456078"/>
              <a:gd name="connsiteX156" fmla="*/ 10268991 w 13158799"/>
              <a:gd name="connsiteY156" fmla="*/ 525023 h 9456078"/>
              <a:gd name="connsiteX157" fmla="*/ 10313463 w 13158799"/>
              <a:gd name="connsiteY157" fmla="*/ 505107 h 9456078"/>
              <a:gd name="connsiteX158" fmla="*/ 10358101 w 13158799"/>
              <a:gd name="connsiteY158" fmla="*/ 485558 h 9456078"/>
              <a:gd name="connsiteX159" fmla="*/ 10402903 w 13158799"/>
              <a:gd name="connsiteY159" fmla="*/ 466376 h 9456078"/>
              <a:gd name="connsiteX160" fmla="*/ 10447868 w 13158799"/>
              <a:gd name="connsiteY160" fmla="*/ 447563 h 9456078"/>
              <a:gd name="connsiteX161" fmla="*/ 10492991 w 13158799"/>
              <a:gd name="connsiteY161" fmla="*/ 429119 h 9456078"/>
              <a:gd name="connsiteX162" fmla="*/ 10538272 w 13158799"/>
              <a:gd name="connsiteY162" fmla="*/ 411046 h 9456078"/>
              <a:gd name="connsiteX163" fmla="*/ 10583708 w 13158799"/>
              <a:gd name="connsiteY163" fmla="*/ 393346 h 9456078"/>
              <a:gd name="connsiteX164" fmla="*/ 10629297 w 13158799"/>
              <a:gd name="connsiteY164" fmla="*/ 376018 h 9456078"/>
              <a:gd name="connsiteX165" fmla="*/ 10675036 w 13158799"/>
              <a:gd name="connsiteY165" fmla="*/ 359065 h 9456078"/>
              <a:gd name="connsiteX166" fmla="*/ 10720923 w 13158799"/>
              <a:gd name="connsiteY166" fmla="*/ 342487 h 9456078"/>
              <a:gd name="connsiteX167" fmla="*/ 10766956 w 13158799"/>
              <a:gd name="connsiteY167" fmla="*/ 326286 h 9456078"/>
              <a:gd name="connsiteX168" fmla="*/ 10813132 w 13158799"/>
              <a:gd name="connsiteY168" fmla="*/ 310462 h 9456078"/>
              <a:gd name="connsiteX169" fmla="*/ 10859450 w 13158799"/>
              <a:gd name="connsiteY169" fmla="*/ 295018 h 9456078"/>
              <a:gd name="connsiteX170" fmla="*/ 10905907 w 13158799"/>
              <a:gd name="connsiteY170" fmla="*/ 279953 h 9456078"/>
              <a:gd name="connsiteX171" fmla="*/ 10952500 w 13158799"/>
              <a:gd name="connsiteY171" fmla="*/ 265269 h 9456078"/>
              <a:gd name="connsiteX172" fmla="*/ 10999227 w 13158799"/>
              <a:gd name="connsiteY172" fmla="*/ 250968 h 9456078"/>
              <a:gd name="connsiteX173" fmla="*/ 11046087 w 13158799"/>
              <a:gd name="connsiteY173" fmla="*/ 237049 h 9456078"/>
              <a:gd name="connsiteX174" fmla="*/ 11093076 w 13158799"/>
              <a:gd name="connsiteY174" fmla="*/ 223516 h 9456078"/>
              <a:gd name="connsiteX175" fmla="*/ 11140193 w 13158799"/>
              <a:gd name="connsiteY175" fmla="*/ 210368 h 9456078"/>
              <a:gd name="connsiteX176" fmla="*/ 11187434 w 13158799"/>
              <a:gd name="connsiteY176" fmla="*/ 197606 h 9456078"/>
              <a:gd name="connsiteX177" fmla="*/ 11234799 w 13158799"/>
              <a:gd name="connsiteY177" fmla="*/ 185233 h 9456078"/>
              <a:gd name="connsiteX178" fmla="*/ 11282284 w 13158799"/>
              <a:gd name="connsiteY178" fmla="*/ 173248 h 9456078"/>
              <a:gd name="connsiteX179" fmla="*/ 11329888 w 13158799"/>
              <a:gd name="connsiteY179" fmla="*/ 161654 h 9456078"/>
              <a:gd name="connsiteX180" fmla="*/ 11377607 w 13158799"/>
              <a:gd name="connsiteY180" fmla="*/ 150451 h 9456078"/>
              <a:gd name="connsiteX181" fmla="*/ 11425440 w 13158799"/>
              <a:gd name="connsiteY181" fmla="*/ 139640 h 9456078"/>
              <a:gd name="connsiteX182" fmla="*/ 11473385 w 13158799"/>
              <a:gd name="connsiteY182" fmla="*/ 129223 h 9456078"/>
              <a:gd name="connsiteX183" fmla="*/ 11521439 w 13158799"/>
              <a:gd name="connsiteY183" fmla="*/ 119201 h 9456078"/>
              <a:gd name="connsiteX184" fmla="*/ 11569599 w 13158799"/>
              <a:gd name="connsiteY184" fmla="*/ 109574 h 9456078"/>
              <a:gd name="connsiteX185" fmla="*/ 11617864 w 13158799"/>
              <a:gd name="connsiteY185" fmla="*/ 100344 h 9456078"/>
              <a:gd name="connsiteX186" fmla="*/ 11666231 w 13158799"/>
              <a:gd name="connsiteY186" fmla="*/ 91512 h 9456078"/>
              <a:gd name="connsiteX187" fmla="*/ 11714698 w 13158799"/>
              <a:gd name="connsiteY187" fmla="*/ 83080 h 9456078"/>
              <a:gd name="connsiteX188" fmla="*/ 11763263 w 13158799"/>
              <a:gd name="connsiteY188" fmla="*/ 75047 h 9456078"/>
              <a:gd name="connsiteX189" fmla="*/ 11811923 w 13158799"/>
              <a:gd name="connsiteY189" fmla="*/ 67417 h 9456078"/>
              <a:gd name="connsiteX190" fmla="*/ 11860676 w 13158799"/>
              <a:gd name="connsiteY190" fmla="*/ 60188 h 9456078"/>
              <a:gd name="connsiteX191" fmla="*/ 11909519 w 13158799"/>
              <a:gd name="connsiteY191" fmla="*/ 53364 h 9456078"/>
              <a:gd name="connsiteX192" fmla="*/ 11958451 w 13158799"/>
              <a:gd name="connsiteY192" fmla="*/ 46944 h 9456078"/>
              <a:gd name="connsiteX193" fmla="*/ 12007470 w 13158799"/>
              <a:gd name="connsiteY193" fmla="*/ 40931 h 9456078"/>
              <a:gd name="connsiteX194" fmla="*/ 12056572 w 13158799"/>
              <a:gd name="connsiteY194" fmla="*/ 35324 h 9456078"/>
              <a:gd name="connsiteX195" fmla="*/ 12105756 w 13158799"/>
              <a:gd name="connsiteY195" fmla="*/ 30126 h 9456078"/>
              <a:gd name="connsiteX196" fmla="*/ 12155019 w 13158799"/>
              <a:gd name="connsiteY196" fmla="*/ 25337 h 9456078"/>
              <a:gd name="connsiteX197" fmla="*/ 12204359 w 13158799"/>
              <a:gd name="connsiteY197" fmla="*/ 20958 h 9456078"/>
              <a:gd name="connsiteX198" fmla="*/ 12253773 w 13158799"/>
              <a:gd name="connsiteY198" fmla="*/ 16991 h 9456078"/>
              <a:gd name="connsiteX199" fmla="*/ 12303260 w 13158799"/>
              <a:gd name="connsiteY199" fmla="*/ 13437 h 9456078"/>
              <a:gd name="connsiteX200" fmla="*/ 12352818 w 13158799"/>
              <a:gd name="connsiteY200" fmla="*/ 10297 h 9456078"/>
              <a:gd name="connsiteX201" fmla="*/ 12402443 w 13158799"/>
              <a:gd name="connsiteY201" fmla="*/ 7572 h 9456078"/>
              <a:gd name="connsiteX202" fmla="*/ 12452133 w 13158799"/>
              <a:gd name="connsiteY202" fmla="*/ 5263 h 9456078"/>
              <a:gd name="connsiteX203" fmla="*/ 12501887 w 13158799"/>
              <a:gd name="connsiteY203" fmla="*/ 3371 h 9456078"/>
              <a:gd name="connsiteX204" fmla="*/ 12551701 w 13158799"/>
              <a:gd name="connsiteY204" fmla="*/ 1898 h 9456078"/>
              <a:gd name="connsiteX205" fmla="*/ 12601574 w 13158799"/>
              <a:gd name="connsiteY205" fmla="*/ 844 h 9456078"/>
              <a:gd name="connsiteX206" fmla="*/ 12651504 w 13158799"/>
              <a:gd name="connsiteY206" fmla="*/ 211 h 9456078"/>
              <a:gd name="connsiteX207" fmla="*/ 12701487 w 13158799"/>
              <a:gd name="connsiteY207" fmla="*/ 0 h 9456078"/>
              <a:gd name="connsiteX208" fmla="*/ 13158798 w 13158799"/>
              <a:gd name="connsiteY208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28389 w 13158797"/>
              <a:gd name="connsiteY22" fmla="*/ 9330914 h 9456078"/>
              <a:gd name="connsiteX23" fmla="*/ 1176172 w 13158797"/>
              <a:gd name="connsiteY23" fmla="*/ 9319936 h 9456078"/>
              <a:gd name="connsiteX24" fmla="*/ 1223823 w 13158797"/>
              <a:gd name="connsiteY24" fmla="*/ 9308509 h 9456078"/>
              <a:gd name="connsiteX25" fmla="*/ 1271339 w 13158797"/>
              <a:gd name="connsiteY25" fmla="*/ 9296635 h 9456078"/>
              <a:gd name="connsiteX26" fmla="*/ 1318719 w 13158797"/>
              <a:gd name="connsiteY26" fmla="*/ 9284315 h 9456078"/>
              <a:gd name="connsiteX27" fmla="*/ 1365957 w 13158797"/>
              <a:gd name="connsiteY27" fmla="*/ 9271550 h 9456078"/>
              <a:gd name="connsiteX28" fmla="*/ 1413052 w 13158797"/>
              <a:gd name="connsiteY28" fmla="*/ 9258342 h 9456078"/>
              <a:gd name="connsiteX29" fmla="*/ 1460000 w 13158797"/>
              <a:gd name="connsiteY29" fmla="*/ 9244693 h 9456078"/>
              <a:gd name="connsiteX30" fmla="*/ 1506799 w 13158797"/>
              <a:gd name="connsiteY30" fmla="*/ 9230604 h 9456078"/>
              <a:gd name="connsiteX31" fmla="*/ 1553445 w 13158797"/>
              <a:gd name="connsiteY31" fmla="*/ 9216076 h 9456078"/>
              <a:gd name="connsiteX32" fmla="*/ 1599935 w 13158797"/>
              <a:gd name="connsiteY32" fmla="*/ 9201111 h 9456078"/>
              <a:gd name="connsiteX33" fmla="*/ 1646267 w 13158797"/>
              <a:gd name="connsiteY33" fmla="*/ 9185710 h 9456078"/>
              <a:gd name="connsiteX34" fmla="*/ 1692437 w 13158797"/>
              <a:gd name="connsiteY34" fmla="*/ 9169876 h 9456078"/>
              <a:gd name="connsiteX35" fmla="*/ 1738442 w 13158797"/>
              <a:gd name="connsiteY35" fmla="*/ 9153608 h 9456078"/>
              <a:gd name="connsiteX36" fmla="*/ 1784280 w 13158797"/>
              <a:gd name="connsiteY36" fmla="*/ 9136910 h 9456078"/>
              <a:gd name="connsiteX37" fmla="*/ 1829947 w 13158797"/>
              <a:gd name="connsiteY37" fmla="*/ 9119782 h 9456078"/>
              <a:gd name="connsiteX38" fmla="*/ 1875440 w 13158797"/>
              <a:gd name="connsiteY38" fmla="*/ 9102226 h 9456078"/>
              <a:gd name="connsiteX39" fmla="*/ 1920756 w 13158797"/>
              <a:gd name="connsiteY39" fmla="*/ 9084243 h 9456078"/>
              <a:gd name="connsiteX40" fmla="*/ 1965893 w 13158797"/>
              <a:gd name="connsiteY40" fmla="*/ 9065835 h 9456078"/>
              <a:gd name="connsiteX41" fmla="*/ 2010847 w 13158797"/>
              <a:gd name="connsiteY41" fmla="*/ 9047004 h 9456078"/>
              <a:gd name="connsiteX42" fmla="*/ 2055615 w 13158797"/>
              <a:gd name="connsiteY42" fmla="*/ 9027750 h 9456078"/>
              <a:gd name="connsiteX43" fmla="*/ 2100195 w 13158797"/>
              <a:gd name="connsiteY43" fmla="*/ 9008075 h 9456078"/>
              <a:gd name="connsiteX44" fmla="*/ 2144582 w 13158797"/>
              <a:gd name="connsiteY44" fmla="*/ 8987981 h 9456078"/>
              <a:gd name="connsiteX45" fmla="*/ 2188775 w 13158797"/>
              <a:gd name="connsiteY45" fmla="*/ 8967470 h 9456078"/>
              <a:gd name="connsiteX46" fmla="*/ 2232770 w 13158797"/>
              <a:gd name="connsiteY46" fmla="*/ 8946542 h 9456078"/>
              <a:gd name="connsiteX47" fmla="*/ 2276564 w 13158797"/>
              <a:gd name="connsiteY47" fmla="*/ 8925199 h 9456078"/>
              <a:gd name="connsiteX48" fmla="*/ 2320154 w 13158797"/>
              <a:gd name="connsiteY48" fmla="*/ 8903443 h 9456078"/>
              <a:gd name="connsiteX49" fmla="*/ 2363538 w 13158797"/>
              <a:gd name="connsiteY49" fmla="*/ 8881275 h 9456078"/>
              <a:gd name="connsiteX50" fmla="*/ 2406711 w 13158797"/>
              <a:gd name="connsiteY50" fmla="*/ 8858697 h 9456078"/>
              <a:gd name="connsiteX51" fmla="*/ 2449672 w 13158797"/>
              <a:gd name="connsiteY51" fmla="*/ 8835710 h 9456078"/>
              <a:gd name="connsiteX52" fmla="*/ 2492417 w 13158797"/>
              <a:gd name="connsiteY52" fmla="*/ 8812316 h 9456078"/>
              <a:gd name="connsiteX53" fmla="*/ 2534943 w 13158797"/>
              <a:gd name="connsiteY53" fmla="*/ 8788516 h 9456078"/>
              <a:gd name="connsiteX54" fmla="*/ 2577247 w 13158797"/>
              <a:gd name="connsiteY54" fmla="*/ 8764311 h 9456078"/>
              <a:gd name="connsiteX55" fmla="*/ 2619326 w 13158797"/>
              <a:gd name="connsiteY55" fmla="*/ 8739704 h 9456078"/>
              <a:gd name="connsiteX56" fmla="*/ 2661177 w 13158797"/>
              <a:gd name="connsiteY56" fmla="*/ 8714695 h 9456078"/>
              <a:gd name="connsiteX57" fmla="*/ 2702797 w 13158797"/>
              <a:gd name="connsiteY57" fmla="*/ 8689286 h 9456078"/>
              <a:gd name="connsiteX58" fmla="*/ 2744183 w 13158797"/>
              <a:gd name="connsiteY58" fmla="*/ 8663479 h 9456078"/>
              <a:gd name="connsiteX59" fmla="*/ 2785333 w 13158797"/>
              <a:gd name="connsiteY59" fmla="*/ 8637274 h 9456078"/>
              <a:gd name="connsiteX60" fmla="*/ 2826242 w 13158797"/>
              <a:gd name="connsiteY60" fmla="*/ 8610675 h 9456078"/>
              <a:gd name="connsiteX61" fmla="*/ 2866908 w 13158797"/>
              <a:gd name="connsiteY61" fmla="*/ 8583681 h 9456078"/>
              <a:gd name="connsiteX62" fmla="*/ 2907329 w 13158797"/>
              <a:gd name="connsiteY62" fmla="*/ 8556295 h 9456078"/>
              <a:gd name="connsiteX63" fmla="*/ 2947500 w 13158797"/>
              <a:gd name="connsiteY63" fmla="*/ 8528517 h 9456078"/>
              <a:gd name="connsiteX64" fmla="*/ 2987419 w 13158797"/>
              <a:gd name="connsiteY64" fmla="*/ 8500351 h 9456078"/>
              <a:gd name="connsiteX65" fmla="*/ 3027083 w 13158797"/>
              <a:gd name="connsiteY65" fmla="*/ 8471796 h 9456078"/>
              <a:gd name="connsiteX66" fmla="*/ 3066489 w 13158797"/>
              <a:gd name="connsiteY66" fmla="*/ 8442854 h 9456078"/>
              <a:gd name="connsiteX67" fmla="*/ 3105634 w 13158797"/>
              <a:gd name="connsiteY67" fmla="*/ 8413528 h 9456078"/>
              <a:gd name="connsiteX68" fmla="*/ 3144515 w 13158797"/>
              <a:gd name="connsiteY68" fmla="*/ 8383818 h 9456078"/>
              <a:gd name="connsiteX69" fmla="*/ 3183129 w 13158797"/>
              <a:gd name="connsiteY69" fmla="*/ 8353726 h 9456078"/>
              <a:gd name="connsiteX70" fmla="*/ 3221473 w 13158797"/>
              <a:gd name="connsiteY70" fmla="*/ 8323253 h 9456078"/>
              <a:gd name="connsiteX71" fmla="*/ 3259544 w 13158797"/>
              <a:gd name="connsiteY71" fmla="*/ 8292401 h 9456078"/>
              <a:gd name="connsiteX72" fmla="*/ 3297339 w 13158797"/>
              <a:gd name="connsiteY72" fmla="*/ 8261172 h 9456078"/>
              <a:gd name="connsiteX73" fmla="*/ 3334854 w 13158797"/>
              <a:gd name="connsiteY73" fmla="*/ 8229566 h 9456078"/>
              <a:gd name="connsiteX74" fmla="*/ 3372087 w 13158797"/>
              <a:gd name="connsiteY74" fmla="*/ 8197585 h 9456078"/>
              <a:gd name="connsiteX75" fmla="*/ 3409035 w 13158797"/>
              <a:gd name="connsiteY75" fmla="*/ 8165232 h 9456078"/>
              <a:gd name="connsiteX76" fmla="*/ 3445695 w 13158797"/>
              <a:gd name="connsiteY76" fmla="*/ 8132507 h 9456078"/>
              <a:gd name="connsiteX77" fmla="*/ 3482064 w 13158797"/>
              <a:gd name="connsiteY77" fmla="*/ 8099411 h 9456078"/>
              <a:gd name="connsiteX78" fmla="*/ 3518139 w 13158797"/>
              <a:gd name="connsiteY78" fmla="*/ 8065947 h 9456078"/>
              <a:gd name="connsiteX79" fmla="*/ 3553916 w 13158797"/>
              <a:gd name="connsiteY79" fmla="*/ 8032115 h 9456078"/>
              <a:gd name="connsiteX80" fmla="*/ 3589393 w 13158797"/>
              <a:gd name="connsiteY80" fmla="*/ 7997918 h 9456078"/>
              <a:gd name="connsiteX81" fmla="*/ 3624567 w 13158797"/>
              <a:gd name="connsiteY81" fmla="*/ 7963356 h 9456078"/>
              <a:gd name="connsiteX82" fmla="*/ 3659435 w 13158797"/>
              <a:gd name="connsiteY82" fmla="*/ 7928432 h 9456078"/>
              <a:gd name="connsiteX83" fmla="*/ 3693994 w 13158797"/>
              <a:gd name="connsiteY83" fmla="*/ 7893146 h 9456078"/>
              <a:gd name="connsiteX84" fmla="*/ 3728240 w 13158797"/>
              <a:gd name="connsiteY84" fmla="*/ 7857501 h 9456078"/>
              <a:gd name="connsiteX85" fmla="*/ 3762171 w 13158797"/>
              <a:gd name="connsiteY85" fmla="*/ 7821497 h 9456078"/>
              <a:gd name="connsiteX86" fmla="*/ 3795783 w 13158797"/>
              <a:gd name="connsiteY86" fmla="*/ 7785136 h 9456078"/>
              <a:gd name="connsiteX87" fmla="*/ 3829075 w 13158797"/>
              <a:gd name="connsiteY87" fmla="*/ 7748420 h 9456078"/>
              <a:gd name="connsiteX88" fmla="*/ 3862042 w 13158797"/>
              <a:gd name="connsiteY88" fmla="*/ 7711350 h 9456078"/>
              <a:gd name="connsiteX89" fmla="*/ 3894682 w 13158797"/>
              <a:gd name="connsiteY89" fmla="*/ 7673928 h 9456078"/>
              <a:gd name="connsiteX90" fmla="*/ 3926991 w 13158797"/>
              <a:gd name="connsiteY90" fmla="*/ 7636155 h 9456078"/>
              <a:gd name="connsiteX91" fmla="*/ 3958967 w 13158797"/>
              <a:gd name="connsiteY91" fmla="*/ 7598032 h 9456078"/>
              <a:gd name="connsiteX92" fmla="*/ 3990607 w 13158797"/>
              <a:gd name="connsiteY92" fmla="*/ 7559561 h 9456078"/>
              <a:gd name="connsiteX93" fmla="*/ 4021907 w 13158797"/>
              <a:gd name="connsiteY93" fmla="*/ 7520744 h 9456078"/>
              <a:gd name="connsiteX94" fmla="*/ 4052865 w 13158797"/>
              <a:gd name="connsiteY94" fmla="*/ 7481582 h 9456078"/>
              <a:gd name="connsiteX95" fmla="*/ 4083478 w 13158797"/>
              <a:gd name="connsiteY95" fmla="*/ 7442077 h 9456078"/>
              <a:gd name="connsiteX96" fmla="*/ 8022311 w 13158797"/>
              <a:gd name="connsiteY96" fmla="*/ 2307814 h 9456078"/>
              <a:gd name="connsiteX97" fmla="*/ 8052902 w 13158797"/>
              <a:gd name="connsiteY97" fmla="*/ 2268285 h 9456078"/>
              <a:gd name="connsiteX98" fmla="*/ 8083796 w 13158797"/>
              <a:gd name="connsiteY98" fmla="*/ 2229056 h 9456078"/>
              <a:gd name="connsiteX99" fmla="*/ 8114989 w 13158797"/>
              <a:gd name="connsiteY99" fmla="*/ 2190127 h 9456078"/>
              <a:gd name="connsiteX100" fmla="*/ 8146479 w 13158797"/>
              <a:gd name="connsiteY100" fmla="*/ 2151500 h 9456078"/>
              <a:gd name="connsiteX101" fmla="*/ 8178264 w 13158797"/>
              <a:gd name="connsiteY101" fmla="*/ 2113176 h 9456078"/>
              <a:gd name="connsiteX102" fmla="*/ 8210341 w 13158797"/>
              <a:gd name="connsiteY102" fmla="*/ 2075157 h 9456078"/>
              <a:gd name="connsiteX103" fmla="*/ 8242709 w 13158797"/>
              <a:gd name="connsiteY103" fmla="*/ 2037442 h 9456078"/>
              <a:gd name="connsiteX104" fmla="*/ 8275365 w 13158797"/>
              <a:gd name="connsiteY104" fmla="*/ 2000034 h 9456078"/>
              <a:gd name="connsiteX105" fmla="*/ 8308307 w 13158797"/>
              <a:gd name="connsiteY105" fmla="*/ 1962934 h 9456078"/>
              <a:gd name="connsiteX106" fmla="*/ 8341532 w 13158797"/>
              <a:gd name="connsiteY106" fmla="*/ 1926142 h 9456078"/>
              <a:gd name="connsiteX107" fmla="*/ 8375038 w 13158797"/>
              <a:gd name="connsiteY107" fmla="*/ 1889660 h 9456078"/>
              <a:gd name="connsiteX108" fmla="*/ 8408823 w 13158797"/>
              <a:gd name="connsiteY108" fmla="*/ 1853489 h 9456078"/>
              <a:gd name="connsiteX109" fmla="*/ 8442885 w 13158797"/>
              <a:gd name="connsiteY109" fmla="*/ 1817630 h 9456078"/>
              <a:gd name="connsiteX110" fmla="*/ 8477221 w 13158797"/>
              <a:gd name="connsiteY110" fmla="*/ 1782084 h 9456078"/>
              <a:gd name="connsiteX111" fmla="*/ 8511829 w 13158797"/>
              <a:gd name="connsiteY111" fmla="*/ 1746853 h 9456078"/>
              <a:gd name="connsiteX112" fmla="*/ 8546706 w 13158797"/>
              <a:gd name="connsiteY112" fmla="*/ 1711937 h 9456078"/>
              <a:gd name="connsiteX113" fmla="*/ 8581851 w 13158797"/>
              <a:gd name="connsiteY113" fmla="*/ 1677337 h 9456078"/>
              <a:gd name="connsiteX114" fmla="*/ 8617261 w 13158797"/>
              <a:gd name="connsiteY114" fmla="*/ 1643056 h 9456078"/>
              <a:gd name="connsiteX115" fmla="*/ 8652934 w 13158797"/>
              <a:gd name="connsiteY115" fmla="*/ 1609093 h 9456078"/>
              <a:gd name="connsiteX116" fmla="*/ 8688867 w 13158797"/>
              <a:gd name="connsiteY116" fmla="*/ 1575450 h 9456078"/>
              <a:gd name="connsiteX117" fmla="*/ 8725058 w 13158797"/>
              <a:gd name="connsiteY117" fmla="*/ 1542128 h 9456078"/>
              <a:gd name="connsiteX118" fmla="*/ 8761506 w 13158797"/>
              <a:gd name="connsiteY118" fmla="*/ 1509129 h 9456078"/>
              <a:gd name="connsiteX119" fmla="*/ 8798207 w 13158797"/>
              <a:gd name="connsiteY119" fmla="*/ 1476452 h 9456078"/>
              <a:gd name="connsiteX120" fmla="*/ 8835159 w 13158797"/>
              <a:gd name="connsiteY120" fmla="*/ 1444101 h 9456078"/>
              <a:gd name="connsiteX121" fmla="*/ 8872360 w 13158797"/>
              <a:gd name="connsiteY121" fmla="*/ 1412075 h 9456078"/>
              <a:gd name="connsiteX122" fmla="*/ 8909808 w 13158797"/>
              <a:gd name="connsiteY122" fmla="*/ 1380375 h 9456078"/>
              <a:gd name="connsiteX123" fmla="*/ 8947501 w 13158797"/>
              <a:gd name="connsiteY123" fmla="*/ 1349004 h 9456078"/>
              <a:gd name="connsiteX124" fmla="*/ 8985435 w 13158797"/>
              <a:gd name="connsiteY124" fmla="*/ 1317962 h 9456078"/>
              <a:gd name="connsiteX125" fmla="*/ 9023610 w 13158797"/>
              <a:gd name="connsiteY125" fmla="*/ 1287250 h 9456078"/>
              <a:gd name="connsiteX126" fmla="*/ 9062022 w 13158797"/>
              <a:gd name="connsiteY126" fmla="*/ 1256869 h 9456078"/>
              <a:gd name="connsiteX127" fmla="*/ 9100669 w 13158797"/>
              <a:gd name="connsiteY127" fmla="*/ 1226820 h 9456078"/>
              <a:gd name="connsiteX128" fmla="*/ 9139549 w 13158797"/>
              <a:gd name="connsiteY128" fmla="*/ 1197105 h 9456078"/>
              <a:gd name="connsiteX129" fmla="*/ 9178660 w 13158797"/>
              <a:gd name="connsiteY129" fmla="*/ 1167725 h 9456078"/>
              <a:gd name="connsiteX130" fmla="*/ 9217999 w 13158797"/>
              <a:gd name="connsiteY130" fmla="*/ 1138681 h 9456078"/>
              <a:gd name="connsiteX131" fmla="*/ 9257564 w 13158797"/>
              <a:gd name="connsiteY131" fmla="*/ 1109974 h 9456078"/>
              <a:gd name="connsiteX132" fmla="*/ 9297353 w 13158797"/>
              <a:gd name="connsiteY132" fmla="*/ 1081604 h 9456078"/>
              <a:gd name="connsiteX133" fmla="*/ 9337364 w 13158797"/>
              <a:gd name="connsiteY133" fmla="*/ 1053574 h 9456078"/>
              <a:gd name="connsiteX134" fmla="*/ 9377594 w 13158797"/>
              <a:gd name="connsiteY134" fmla="*/ 1025884 h 9456078"/>
              <a:gd name="connsiteX135" fmla="*/ 9418040 w 13158797"/>
              <a:gd name="connsiteY135" fmla="*/ 998536 h 9456078"/>
              <a:gd name="connsiteX136" fmla="*/ 9458702 w 13158797"/>
              <a:gd name="connsiteY136" fmla="*/ 971530 h 9456078"/>
              <a:gd name="connsiteX137" fmla="*/ 9499575 w 13158797"/>
              <a:gd name="connsiteY137" fmla="*/ 944868 h 9456078"/>
              <a:gd name="connsiteX138" fmla="*/ 9540659 w 13158797"/>
              <a:gd name="connsiteY138" fmla="*/ 918551 h 9456078"/>
              <a:gd name="connsiteX139" fmla="*/ 9581950 w 13158797"/>
              <a:gd name="connsiteY139" fmla="*/ 892580 h 9456078"/>
              <a:gd name="connsiteX140" fmla="*/ 9623447 w 13158797"/>
              <a:gd name="connsiteY140" fmla="*/ 866956 h 9456078"/>
              <a:gd name="connsiteX141" fmla="*/ 9665147 w 13158797"/>
              <a:gd name="connsiteY141" fmla="*/ 841681 h 9456078"/>
              <a:gd name="connsiteX142" fmla="*/ 9707048 w 13158797"/>
              <a:gd name="connsiteY142" fmla="*/ 816754 h 9456078"/>
              <a:gd name="connsiteX143" fmla="*/ 9749147 w 13158797"/>
              <a:gd name="connsiteY143" fmla="*/ 792179 h 9456078"/>
              <a:gd name="connsiteX144" fmla="*/ 9791443 w 13158797"/>
              <a:gd name="connsiteY144" fmla="*/ 767955 h 9456078"/>
              <a:gd name="connsiteX145" fmla="*/ 9833932 w 13158797"/>
              <a:gd name="connsiteY145" fmla="*/ 744083 h 9456078"/>
              <a:gd name="connsiteX146" fmla="*/ 9876613 w 13158797"/>
              <a:gd name="connsiteY146" fmla="*/ 720566 h 9456078"/>
              <a:gd name="connsiteX147" fmla="*/ 9919484 w 13158797"/>
              <a:gd name="connsiteY147" fmla="*/ 697404 h 9456078"/>
              <a:gd name="connsiteX148" fmla="*/ 9962542 w 13158797"/>
              <a:gd name="connsiteY148" fmla="*/ 674598 h 9456078"/>
              <a:gd name="connsiteX149" fmla="*/ 10005784 w 13158797"/>
              <a:gd name="connsiteY149" fmla="*/ 652149 h 9456078"/>
              <a:gd name="connsiteX150" fmla="*/ 10049209 w 13158797"/>
              <a:gd name="connsiteY150" fmla="*/ 630059 h 9456078"/>
              <a:gd name="connsiteX151" fmla="*/ 10092814 w 13158797"/>
              <a:gd name="connsiteY151" fmla="*/ 608328 h 9456078"/>
              <a:gd name="connsiteX152" fmla="*/ 10136597 w 13158797"/>
              <a:gd name="connsiteY152" fmla="*/ 586958 h 9456078"/>
              <a:gd name="connsiteX153" fmla="*/ 10180556 w 13158797"/>
              <a:gd name="connsiteY153" fmla="*/ 565950 h 9456078"/>
              <a:gd name="connsiteX154" fmla="*/ 10224688 w 13158797"/>
              <a:gd name="connsiteY154" fmla="*/ 545304 h 9456078"/>
              <a:gd name="connsiteX155" fmla="*/ 10268991 w 13158797"/>
              <a:gd name="connsiteY155" fmla="*/ 525023 h 9456078"/>
              <a:gd name="connsiteX156" fmla="*/ 10313463 w 13158797"/>
              <a:gd name="connsiteY156" fmla="*/ 505107 h 9456078"/>
              <a:gd name="connsiteX157" fmla="*/ 10358101 w 13158797"/>
              <a:gd name="connsiteY157" fmla="*/ 485558 h 9456078"/>
              <a:gd name="connsiteX158" fmla="*/ 10402903 w 13158797"/>
              <a:gd name="connsiteY158" fmla="*/ 466376 h 9456078"/>
              <a:gd name="connsiteX159" fmla="*/ 10447868 w 13158797"/>
              <a:gd name="connsiteY159" fmla="*/ 447563 h 9456078"/>
              <a:gd name="connsiteX160" fmla="*/ 10492991 w 13158797"/>
              <a:gd name="connsiteY160" fmla="*/ 429119 h 9456078"/>
              <a:gd name="connsiteX161" fmla="*/ 10538272 w 13158797"/>
              <a:gd name="connsiteY161" fmla="*/ 411046 h 9456078"/>
              <a:gd name="connsiteX162" fmla="*/ 10583708 w 13158797"/>
              <a:gd name="connsiteY162" fmla="*/ 393346 h 9456078"/>
              <a:gd name="connsiteX163" fmla="*/ 10629297 w 13158797"/>
              <a:gd name="connsiteY163" fmla="*/ 376018 h 9456078"/>
              <a:gd name="connsiteX164" fmla="*/ 10675036 w 13158797"/>
              <a:gd name="connsiteY164" fmla="*/ 359065 h 9456078"/>
              <a:gd name="connsiteX165" fmla="*/ 10720923 w 13158797"/>
              <a:gd name="connsiteY165" fmla="*/ 342487 h 9456078"/>
              <a:gd name="connsiteX166" fmla="*/ 10766956 w 13158797"/>
              <a:gd name="connsiteY166" fmla="*/ 326286 h 9456078"/>
              <a:gd name="connsiteX167" fmla="*/ 10813132 w 13158797"/>
              <a:gd name="connsiteY167" fmla="*/ 310462 h 9456078"/>
              <a:gd name="connsiteX168" fmla="*/ 10859450 w 13158797"/>
              <a:gd name="connsiteY168" fmla="*/ 295018 h 9456078"/>
              <a:gd name="connsiteX169" fmla="*/ 10905907 w 13158797"/>
              <a:gd name="connsiteY169" fmla="*/ 279953 h 9456078"/>
              <a:gd name="connsiteX170" fmla="*/ 10952500 w 13158797"/>
              <a:gd name="connsiteY170" fmla="*/ 265269 h 9456078"/>
              <a:gd name="connsiteX171" fmla="*/ 10999227 w 13158797"/>
              <a:gd name="connsiteY171" fmla="*/ 250968 h 9456078"/>
              <a:gd name="connsiteX172" fmla="*/ 11046087 w 13158797"/>
              <a:gd name="connsiteY172" fmla="*/ 237049 h 9456078"/>
              <a:gd name="connsiteX173" fmla="*/ 11093076 w 13158797"/>
              <a:gd name="connsiteY173" fmla="*/ 223516 h 9456078"/>
              <a:gd name="connsiteX174" fmla="*/ 11140193 w 13158797"/>
              <a:gd name="connsiteY174" fmla="*/ 210368 h 9456078"/>
              <a:gd name="connsiteX175" fmla="*/ 11187434 w 13158797"/>
              <a:gd name="connsiteY175" fmla="*/ 197606 h 9456078"/>
              <a:gd name="connsiteX176" fmla="*/ 11234799 w 13158797"/>
              <a:gd name="connsiteY176" fmla="*/ 185233 h 9456078"/>
              <a:gd name="connsiteX177" fmla="*/ 11282284 w 13158797"/>
              <a:gd name="connsiteY177" fmla="*/ 173248 h 9456078"/>
              <a:gd name="connsiteX178" fmla="*/ 11329888 w 13158797"/>
              <a:gd name="connsiteY178" fmla="*/ 161654 h 9456078"/>
              <a:gd name="connsiteX179" fmla="*/ 11377607 w 13158797"/>
              <a:gd name="connsiteY179" fmla="*/ 150451 h 9456078"/>
              <a:gd name="connsiteX180" fmla="*/ 11425440 w 13158797"/>
              <a:gd name="connsiteY180" fmla="*/ 139640 h 9456078"/>
              <a:gd name="connsiteX181" fmla="*/ 11473385 w 13158797"/>
              <a:gd name="connsiteY181" fmla="*/ 129223 h 9456078"/>
              <a:gd name="connsiteX182" fmla="*/ 11521439 w 13158797"/>
              <a:gd name="connsiteY182" fmla="*/ 119201 h 9456078"/>
              <a:gd name="connsiteX183" fmla="*/ 11569599 w 13158797"/>
              <a:gd name="connsiteY183" fmla="*/ 109574 h 9456078"/>
              <a:gd name="connsiteX184" fmla="*/ 11617864 w 13158797"/>
              <a:gd name="connsiteY184" fmla="*/ 100344 h 9456078"/>
              <a:gd name="connsiteX185" fmla="*/ 11666231 w 13158797"/>
              <a:gd name="connsiteY185" fmla="*/ 91512 h 9456078"/>
              <a:gd name="connsiteX186" fmla="*/ 11714698 w 13158797"/>
              <a:gd name="connsiteY186" fmla="*/ 83080 h 9456078"/>
              <a:gd name="connsiteX187" fmla="*/ 11763263 w 13158797"/>
              <a:gd name="connsiteY187" fmla="*/ 75047 h 9456078"/>
              <a:gd name="connsiteX188" fmla="*/ 11811923 w 13158797"/>
              <a:gd name="connsiteY188" fmla="*/ 67417 h 9456078"/>
              <a:gd name="connsiteX189" fmla="*/ 11860676 w 13158797"/>
              <a:gd name="connsiteY189" fmla="*/ 60188 h 9456078"/>
              <a:gd name="connsiteX190" fmla="*/ 11909519 w 13158797"/>
              <a:gd name="connsiteY190" fmla="*/ 53364 h 9456078"/>
              <a:gd name="connsiteX191" fmla="*/ 11958451 w 13158797"/>
              <a:gd name="connsiteY191" fmla="*/ 46944 h 9456078"/>
              <a:gd name="connsiteX192" fmla="*/ 12007470 w 13158797"/>
              <a:gd name="connsiteY192" fmla="*/ 40931 h 9456078"/>
              <a:gd name="connsiteX193" fmla="*/ 12056572 w 13158797"/>
              <a:gd name="connsiteY193" fmla="*/ 35324 h 9456078"/>
              <a:gd name="connsiteX194" fmla="*/ 12105756 w 13158797"/>
              <a:gd name="connsiteY194" fmla="*/ 30126 h 9456078"/>
              <a:gd name="connsiteX195" fmla="*/ 12155019 w 13158797"/>
              <a:gd name="connsiteY195" fmla="*/ 25337 h 9456078"/>
              <a:gd name="connsiteX196" fmla="*/ 12204359 w 13158797"/>
              <a:gd name="connsiteY196" fmla="*/ 20958 h 9456078"/>
              <a:gd name="connsiteX197" fmla="*/ 12253773 w 13158797"/>
              <a:gd name="connsiteY197" fmla="*/ 16991 h 9456078"/>
              <a:gd name="connsiteX198" fmla="*/ 12303260 w 13158797"/>
              <a:gd name="connsiteY198" fmla="*/ 13437 h 9456078"/>
              <a:gd name="connsiteX199" fmla="*/ 12352818 w 13158797"/>
              <a:gd name="connsiteY199" fmla="*/ 10297 h 9456078"/>
              <a:gd name="connsiteX200" fmla="*/ 12402443 w 13158797"/>
              <a:gd name="connsiteY200" fmla="*/ 7572 h 9456078"/>
              <a:gd name="connsiteX201" fmla="*/ 12452133 w 13158797"/>
              <a:gd name="connsiteY201" fmla="*/ 5263 h 9456078"/>
              <a:gd name="connsiteX202" fmla="*/ 12501887 w 13158797"/>
              <a:gd name="connsiteY202" fmla="*/ 3371 h 9456078"/>
              <a:gd name="connsiteX203" fmla="*/ 12551701 w 13158797"/>
              <a:gd name="connsiteY203" fmla="*/ 1898 h 9456078"/>
              <a:gd name="connsiteX204" fmla="*/ 12601574 w 13158797"/>
              <a:gd name="connsiteY204" fmla="*/ 844 h 9456078"/>
              <a:gd name="connsiteX205" fmla="*/ 12651504 w 13158797"/>
              <a:gd name="connsiteY205" fmla="*/ 211 h 9456078"/>
              <a:gd name="connsiteX206" fmla="*/ 12701487 w 13158797"/>
              <a:gd name="connsiteY206" fmla="*/ 0 h 9456078"/>
              <a:gd name="connsiteX207" fmla="*/ 13158798 w 13158797"/>
              <a:gd name="connsiteY207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98870 w 13158799"/>
              <a:gd name="connsiteY5" fmla="*/ 9447409 h 9456078"/>
              <a:gd name="connsiteX6" fmla="*/ 348429 w 13158799"/>
              <a:gd name="connsiteY6" fmla="*/ 9444290 h 9456078"/>
              <a:gd name="connsiteX7" fmla="*/ 397907 w 13158799"/>
              <a:gd name="connsiteY7" fmla="*/ 9440698 h 9456078"/>
              <a:gd name="connsiteX8" fmla="*/ 447302 w 13158799"/>
              <a:gd name="connsiteY8" fmla="*/ 9436632 h 9456078"/>
              <a:gd name="connsiteX9" fmla="*/ 496610 w 13158799"/>
              <a:gd name="connsiteY9" fmla="*/ 9432096 h 9456078"/>
              <a:gd name="connsiteX10" fmla="*/ 545829 w 13158799"/>
              <a:gd name="connsiteY10" fmla="*/ 9427089 h 9456078"/>
              <a:gd name="connsiteX11" fmla="*/ 594956 w 13158799"/>
              <a:gd name="connsiteY11" fmla="*/ 9421615 h 9456078"/>
              <a:gd name="connsiteX12" fmla="*/ 643987 w 13158799"/>
              <a:gd name="connsiteY12" fmla="*/ 9415673 h 9456078"/>
              <a:gd name="connsiteX13" fmla="*/ 692920 w 13158799"/>
              <a:gd name="connsiteY13" fmla="*/ 9409267 h 9456078"/>
              <a:gd name="connsiteX14" fmla="*/ 741751 w 13158799"/>
              <a:gd name="connsiteY14" fmla="*/ 9402396 h 9456078"/>
              <a:gd name="connsiteX15" fmla="*/ 790478 w 13158799"/>
              <a:gd name="connsiteY15" fmla="*/ 9395063 h 9456078"/>
              <a:gd name="connsiteX16" fmla="*/ 839098 w 13158799"/>
              <a:gd name="connsiteY16" fmla="*/ 9387270 h 9456078"/>
              <a:gd name="connsiteX17" fmla="*/ 887607 w 13158799"/>
              <a:gd name="connsiteY17" fmla="*/ 9379017 h 9456078"/>
              <a:gd name="connsiteX18" fmla="*/ 936002 w 13158799"/>
              <a:gd name="connsiteY18" fmla="*/ 9370306 h 9456078"/>
              <a:gd name="connsiteX19" fmla="*/ 984281 w 13158799"/>
              <a:gd name="connsiteY19" fmla="*/ 9361139 h 9456078"/>
              <a:gd name="connsiteX20" fmla="*/ 1032440 w 13158799"/>
              <a:gd name="connsiteY20" fmla="*/ 9351517 h 9456078"/>
              <a:gd name="connsiteX21" fmla="*/ 1080477 w 13158799"/>
              <a:gd name="connsiteY21" fmla="*/ 9341441 h 9456078"/>
              <a:gd name="connsiteX22" fmla="*/ 1176172 w 13158799"/>
              <a:gd name="connsiteY22" fmla="*/ 9319936 h 9456078"/>
              <a:gd name="connsiteX23" fmla="*/ 1223823 w 13158799"/>
              <a:gd name="connsiteY23" fmla="*/ 9308509 h 9456078"/>
              <a:gd name="connsiteX24" fmla="*/ 1271339 w 13158799"/>
              <a:gd name="connsiteY24" fmla="*/ 9296635 h 9456078"/>
              <a:gd name="connsiteX25" fmla="*/ 1318719 w 13158799"/>
              <a:gd name="connsiteY25" fmla="*/ 9284315 h 9456078"/>
              <a:gd name="connsiteX26" fmla="*/ 1365957 w 13158799"/>
              <a:gd name="connsiteY26" fmla="*/ 9271550 h 9456078"/>
              <a:gd name="connsiteX27" fmla="*/ 1413052 w 13158799"/>
              <a:gd name="connsiteY27" fmla="*/ 9258342 h 9456078"/>
              <a:gd name="connsiteX28" fmla="*/ 1460000 w 13158799"/>
              <a:gd name="connsiteY28" fmla="*/ 9244693 h 9456078"/>
              <a:gd name="connsiteX29" fmla="*/ 1506799 w 13158799"/>
              <a:gd name="connsiteY29" fmla="*/ 9230604 h 9456078"/>
              <a:gd name="connsiteX30" fmla="*/ 1553445 w 13158799"/>
              <a:gd name="connsiteY30" fmla="*/ 9216076 h 9456078"/>
              <a:gd name="connsiteX31" fmla="*/ 1599935 w 13158799"/>
              <a:gd name="connsiteY31" fmla="*/ 9201111 h 9456078"/>
              <a:gd name="connsiteX32" fmla="*/ 1646267 w 13158799"/>
              <a:gd name="connsiteY32" fmla="*/ 9185710 h 9456078"/>
              <a:gd name="connsiteX33" fmla="*/ 1692437 w 13158799"/>
              <a:gd name="connsiteY33" fmla="*/ 9169876 h 9456078"/>
              <a:gd name="connsiteX34" fmla="*/ 1738442 w 13158799"/>
              <a:gd name="connsiteY34" fmla="*/ 9153608 h 9456078"/>
              <a:gd name="connsiteX35" fmla="*/ 1784280 w 13158799"/>
              <a:gd name="connsiteY35" fmla="*/ 9136910 h 9456078"/>
              <a:gd name="connsiteX36" fmla="*/ 1829947 w 13158799"/>
              <a:gd name="connsiteY36" fmla="*/ 9119782 h 9456078"/>
              <a:gd name="connsiteX37" fmla="*/ 1875440 w 13158799"/>
              <a:gd name="connsiteY37" fmla="*/ 9102226 h 9456078"/>
              <a:gd name="connsiteX38" fmla="*/ 1920756 w 13158799"/>
              <a:gd name="connsiteY38" fmla="*/ 9084243 h 9456078"/>
              <a:gd name="connsiteX39" fmla="*/ 1965893 w 13158799"/>
              <a:gd name="connsiteY39" fmla="*/ 9065835 h 9456078"/>
              <a:gd name="connsiteX40" fmla="*/ 2010847 w 13158799"/>
              <a:gd name="connsiteY40" fmla="*/ 9047004 h 9456078"/>
              <a:gd name="connsiteX41" fmla="*/ 2055615 w 13158799"/>
              <a:gd name="connsiteY41" fmla="*/ 9027750 h 9456078"/>
              <a:gd name="connsiteX42" fmla="*/ 2100195 w 13158799"/>
              <a:gd name="connsiteY42" fmla="*/ 9008075 h 9456078"/>
              <a:gd name="connsiteX43" fmla="*/ 2144582 w 13158799"/>
              <a:gd name="connsiteY43" fmla="*/ 8987981 h 9456078"/>
              <a:gd name="connsiteX44" fmla="*/ 2188775 w 13158799"/>
              <a:gd name="connsiteY44" fmla="*/ 8967470 h 9456078"/>
              <a:gd name="connsiteX45" fmla="*/ 2232770 w 13158799"/>
              <a:gd name="connsiteY45" fmla="*/ 8946542 h 9456078"/>
              <a:gd name="connsiteX46" fmla="*/ 2276564 w 13158799"/>
              <a:gd name="connsiteY46" fmla="*/ 8925199 h 9456078"/>
              <a:gd name="connsiteX47" fmla="*/ 2320154 w 13158799"/>
              <a:gd name="connsiteY47" fmla="*/ 8903443 h 9456078"/>
              <a:gd name="connsiteX48" fmla="*/ 2363538 w 13158799"/>
              <a:gd name="connsiteY48" fmla="*/ 8881275 h 9456078"/>
              <a:gd name="connsiteX49" fmla="*/ 2406711 w 13158799"/>
              <a:gd name="connsiteY49" fmla="*/ 8858697 h 9456078"/>
              <a:gd name="connsiteX50" fmla="*/ 2449672 w 13158799"/>
              <a:gd name="connsiteY50" fmla="*/ 8835710 h 9456078"/>
              <a:gd name="connsiteX51" fmla="*/ 2492417 w 13158799"/>
              <a:gd name="connsiteY51" fmla="*/ 8812316 h 9456078"/>
              <a:gd name="connsiteX52" fmla="*/ 2534943 w 13158799"/>
              <a:gd name="connsiteY52" fmla="*/ 8788516 h 9456078"/>
              <a:gd name="connsiteX53" fmla="*/ 2577247 w 13158799"/>
              <a:gd name="connsiteY53" fmla="*/ 8764311 h 9456078"/>
              <a:gd name="connsiteX54" fmla="*/ 2619326 w 13158799"/>
              <a:gd name="connsiteY54" fmla="*/ 8739704 h 9456078"/>
              <a:gd name="connsiteX55" fmla="*/ 2661177 w 13158799"/>
              <a:gd name="connsiteY55" fmla="*/ 8714695 h 9456078"/>
              <a:gd name="connsiteX56" fmla="*/ 2702797 w 13158799"/>
              <a:gd name="connsiteY56" fmla="*/ 8689286 h 9456078"/>
              <a:gd name="connsiteX57" fmla="*/ 2744183 w 13158799"/>
              <a:gd name="connsiteY57" fmla="*/ 8663479 h 9456078"/>
              <a:gd name="connsiteX58" fmla="*/ 2785333 w 13158799"/>
              <a:gd name="connsiteY58" fmla="*/ 8637274 h 9456078"/>
              <a:gd name="connsiteX59" fmla="*/ 2826242 w 13158799"/>
              <a:gd name="connsiteY59" fmla="*/ 8610675 h 9456078"/>
              <a:gd name="connsiteX60" fmla="*/ 2866908 w 13158799"/>
              <a:gd name="connsiteY60" fmla="*/ 8583681 h 9456078"/>
              <a:gd name="connsiteX61" fmla="*/ 2907329 w 13158799"/>
              <a:gd name="connsiteY61" fmla="*/ 8556295 h 9456078"/>
              <a:gd name="connsiteX62" fmla="*/ 2947500 w 13158799"/>
              <a:gd name="connsiteY62" fmla="*/ 8528517 h 9456078"/>
              <a:gd name="connsiteX63" fmla="*/ 2987419 w 13158799"/>
              <a:gd name="connsiteY63" fmla="*/ 8500351 h 9456078"/>
              <a:gd name="connsiteX64" fmla="*/ 3027083 w 13158799"/>
              <a:gd name="connsiteY64" fmla="*/ 8471796 h 9456078"/>
              <a:gd name="connsiteX65" fmla="*/ 3066489 w 13158799"/>
              <a:gd name="connsiteY65" fmla="*/ 8442854 h 9456078"/>
              <a:gd name="connsiteX66" fmla="*/ 3105634 w 13158799"/>
              <a:gd name="connsiteY66" fmla="*/ 8413528 h 9456078"/>
              <a:gd name="connsiteX67" fmla="*/ 3144515 w 13158799"/>
              <a:gd name="connsiteY67" fmla="*/ 8383818 h 9456078"/>
              <a:gd name="connsiteX68" fmla="*/ 3183129 w 13158799"/>
              <a:gd name="connsiteY68" fmla="*/ 8353726 h 9456078"/>
              <a:gd name="connsiteX69" fmla="*/ 3221473 w 13158799"/>
              <a:gd name="connsiteY69" fmla="*/ 8323253 h 9456078"/>
              <a:gd name="connsiteX70" fmla="*/ 3259544 w 13158799"/>
              <a:gd name="connsiteY70" fmla="*/ 8292401 h 9456078"/>
              <a:gd name="connsiteX71" fmla="*/ 3297339 w 13158799"/>
              <a:gd name="connsiteY71" fmla="*/ 8261172 h 9456078"/>
              <a:gd name="connsiteX72" fmla="*/ 3334854 w 13158799"/>
              <a:gd name="connsiteY72" fmla="*/ 8229566 h 9456078"/>
              <a:gd name="connsiteX73" fmla="*/ 3372087 w 13158799"/>
              <a:gd name="connsiteY73" fmla="*/ 8197585 h 9456078"/>
              <a:gd name="connsiteX74" fmla="*/ 3409035 w 13158799"/>
              <a:gd name="connsiteY74" fmla="*/ 8165232 h 9456078"/>
              <a:gd name="connsiteX75" fmla="*/ 3445695 w 13158799"/>
              <a:gd name="connsiteY75" fmla="*/ 8132507 h 9456078"/>
              <a:gd name="connsiteX76" fmla="*/ 3482064 w 13158799"/>
              <a:gd name="connsiteY76" fmla="*/ 8099411 h 9456078"/>
              <a:gd name="connsiteX77" fmla="*/ 3518139 w 13158799"/>
              <a:gd name="connsiteY77" fmla="*/ 8065947 h 9456078"/>
              <a:gd name="connsiteX78" fmla="*/ 3553916 w 13158799"/>
              <a:gd name="connsiteY78" fmla="*/ 8032115 h 9456078"/>
              <a:gd name="connsiteX79" fmla="*/ 3589393 w 13158799"/>
              <a:gd name="connsiteY79" fmla="*/ 7997918 h 9456078"/>
              <a:gd name="connsiteX80" fmla="*/ 3624567 w 13158799"/>
              <a:gd name="connsiteY80" fmla="*/ 7963356 h 9456078"/>
              <a:gd name="connsiteX81" fmla="*/ 3659435 w 13158799"/>
              <a:gd name="connsiteY81" fmla="*/ 7928432 h 9456078"/>
              <a:gd name="connsiteX82" fmla="*/ 3693994 w 13158799"/>
              <a:gd name="connsiteY82" fmla="*/ 7893146 h 9456078"/>
              <a:gd name="connsiteX83" fmla="*/ 3728240 w 13158799"/>
              <a:gd name="connsiteY83" fmla="*/ 7857501 h 9456078"/>
              <a:gd name="connsiteX84" fmla="*/ 3762171 w 13158799"/>
              <a:gd name="connsiteY84" fmla="*/ 7821497 h 9456078"/>
              <a:gd name="connsiteX85" fmla="*/ 3795783 w 13158799"/>
              <a:gd name="connsiteY85" fmla="*/ 7785136 h 9456078"/>
              <a:gd name="connsiteX86" fmla="*/ 3829075 w 13158799"/>
              <a:gd name="connsiteY86" fmla="*/ 7748420 h 9456078"/>
              <a:gd name="connsiteX87" fmla="*/ 3862042 w 13158799"/>
              <a:gd name="connsiteY87" fmla="*/ 7711350 h 9456078"/>
              <a:gd name="connsiteX88" fmla="*/ 3894682 w 13158799"/>
              <a:gd name="connsiteY88" fmla="*/ 7673928 h 9456078"/>
              <a:gd name="connsiteX89" fmla="*/ 3926991 w 13158799"/>
              <a:gd name="connsiteY89" fmla="*/ 7636155 h 9456078"/>
              <a:gd name="connsiteX90" fmla="*/ 3958967 w 13158799"/>
              <a:gd name="connsiteY90" fmla="*/ 7598032 h 9456078"/>
              <a:gd name="connsiteX91" fmla="*/ 3990607 w 13158799"/>
              <a:gd name="connsiteY91" fmla="*/ 7559561 h 9456078"/>
              <a:gd name="connsiteX92" fmla="*/ 4021907 w 13158799"/>
              <a:gd name="connsiteY92" fmla="*/ 7520744 h 9456078"/>
              <a:gd name="connsiteX93" fmla="*/ 4052865 w 13158799"/>
              <a:gd name="connsiteY93" fmla="*/ 7481582 h 9456078"/>
              <a:gd name="connsiteX94" fmla="*/ 4083478 w 13158799"/>
              <a:gd name="connsiteY94" fmla="*/ 7442077 h 9456078"/>
              <a:gd name="connsiteX95" fmla="*/ 8022311 w 13158799"/>
              <a:gd name="connsiteY95" fmla="*/ 2307814 h 9456078"/>
              <a:gd name="connsiteX96" fmla="*/ 8052902 w 13158799"/>
              <a:gd name="connsiteY96" fmla="*/ 2268285 h 9456078"/>
              <a:gd name="connsiteX97" fmla="*/ 8083796 w 13158799"/>
              <a:gd name="connsiteY97" fmla="*/ 2229056 h 9456078"/>
              <a:gd name="connsiteX98" fmla="*/ 8114989 w 13158799"/>
              <a:gd name="connsiteY98" fmla="*/ 2190127 h 9456078"/>
              <a:gd name="connsiteX99" fmla="*/ 8146479 w 13158799"/>
              <a:gd name="connsiteY99" fmla="*/ 2151500 h 9456078"/>
              <a:gd name="connsiteX100" fmla="*/ 8178264 w 13158799"/>
              <a:gd name="connsiteY100" fmla="*/ 2113176 h 9456078"/>
              <a:gd name="connsiteX101" fmla="*/ 8210341 w 13158799"/>
              <a:gd name="connsiteY101" fmla="*/ 2075157 h 9456078"/>
              <a:gd name="connsiteX102" fmla="*/ 8242709 w 13158799"/>
              <a:gd name="connsiteY102" fmla="*/ 2037442 h 9456078"/>
              <a:gd name="connsiteX103" fmla="*/ 8275365 w 13158799"/>
              <a:gd name="connsiteY103" fmla="*/ 2000034 h 9456078"/>
              <a:gd name="connsiteX104" fmla="*/ 8308307 w 13158799"/>
              <a:gd name="connsiteY104" fmla="*/ 1962934 h 9456078"/>
              <a:gd name="connsiteX105" fmla="*/ 8341532 w 13158799"/>
              <a:gd name="connsiteY105" fmla="*/ 1926142 h 9456078"/>
              <a:gd name="connsiteX106" fmla="*/ 8375038 w 13158799"/>
              <a:gd name="connsiteY106" fmla="*/ 1889660 h 9456078"/>
              <a:gd name="connsiteX107" fmla="*/ 8408823 w 13158799"/>
              <a:gd name="connsiteY107" fmla="*/ 1853489 h 9456078"/>
              <a:gd name="connsiteX108" fmla="*/ 8442885 w 13158799"/>
              <a:gd name="connsiteY108" fmla="*/ 1817630 h 9456078"/>
              <a:gd name="connsiteX109" fmla="*/ 8477221 w 13158799"/>
              <a:gd name="connsiteY109" fmla="*/ 1782084 h 9456078"/>
              <a:gd name="connsiteX110" fmla="*/ 8511829 w 13158799"/>
              <a:gd name="connsiteY110" fmla="*/ 1746853 h 9456078"/>
              <a:gd name="connsiteX111" fmla="*/ 8546706 w 13158799"/>
              <a:gd name="connsiteY111" fmla="*/ 1711937 h 9456078"/>
              <a:gd name="connsiteX112" fmla="*/ 8581851 w 13158799"/>
              <a:gd name="connsiteY112" fmla="*/ 1677337 h 9456078"/>
              <a:gd name="connsiteX113" fmla="*/ 8617261 w 13158799"/>
              <a:gd name="connsiteY113" fmla="*/ 1643056 h 9456078"/>
              <a:gd name="connsiteX114" fmla="*/ 8652934 w 13158799"/>
              <a:gd name="connsiteY114" fmla="*/ 1609093 h 9456078"/>
              <a:gd name="connsiteX115" fmla="*/ 8688867 w 13158799"/>
              <a:gd name="connsiteY115" fmla="*/ 1575450 h 9456078"/>
              <a:gd name="connsiteX116" fmla="*/ 8725058 w 13158799"/>
              <a:gd name="connsiteY116" fmla="*/ 1542128 h 9456078"/>
              <a:gd name="connsiteX117" fmla="*/ 8761506 w 13158799"/>
              <a:gd name="connsiteY117" fmla="*/ 1509129 h 9456078"/>
              <a:gd name="connsiteX118" fmla="*/ 8798207 w 13158799"/>
              <a:gd name="connsiteY118" fmla="*/ 1476452 h 9456078"/>
              <a:gd name="connsiteX119" fmla="*/ 8835159 w 13158799"/>
              <a:gd name="connsiteY119" fmla="*/ 1444101 h 9456078"/>
              <a:gd name="connsiteX120" fmla="*/ 8872360 w 13158799"/>
              <a:gd name="connsiteY120" fmla="*/ 1412075 h 9456078"/>
              <a:gd name="connsiteX121" fmla="*/ 8909808 w 13158799"/>
              <a:gd name="connsiteY121" fmla="*/ 1380375 h 9456078"/>
              <a:gd name="connsiteX122" fmla="*/ 8947501 w 13158799"/>
              <a:gd name="connsiteY122" fmla="*/ 1349004 h 9456078"/>
              <a:gd name="connsiteX123" fmla="*/ 8985435 w 13158799"/>
              <a:gd name="connsiteY123" fmla="*/ 1317962 h 9456078"/>
              <a:gd name="connsiteX124" fmla="*/ 9023610 w 13158799"/>
              <a:gd name="connsiteY124" fmla="*/ 1287250 h 9456078"/>
              <a:gd name="connsiteX125" fmla="*/ 9062022 w 13158799"/>
              <a:gd name="connsiteY125" fmla="*/ 1256869 h 9456078"/>
              <a:gd name="connsiteX126" fmla="*/ 9100669 w 13158799"/>
              <a:gd name="connsiteY126" fmla="*/ 1226820 h 9456078"/>
              <a:gd name="connsiteX127" fmla="*/ 9139549 w 13158799"/>
              <a:gd name="connsiteY127" fmla="*/ 1197105 h 9456078"/>
              <a:gd name="connsiteX128" fmla="*/ 9178660 w 13158799"/>
              <a:gd name="connsiteY128" fmla="*/ 1167725 h 9456078"/>
              <a:gd name="connsiteX129" fmla="*/ 9217999 w 13158799"/>
              <a:gd name="connsiteY129" fmla="*/ 1138681 h 9456078"/>
              <a:gd name="connsiteX130" fmla="*/ 9257564 w 13158799"/>
              <a:gd name="connsiteY130" fmla="*/ 1109974 h 9456078"/>
              <a:gd name="connsiteX131" fmla="*/ 9297353 w 13158799"/>
              <a:gd name="connsiteY131" fmla="*/ 1081604 h 9456078"/>
              <a:gd name="connsiteX132" fmla="*/ 9337364 w 13158799"/>
              <a:gd name="connsiteY132" fmla="*/ 1053574 h 9456078"/>
              <a:gd name="connsiteX133" fmla="*/ 9377594 w 13158799"/>
              <a:gd name="connsiteY133" fmla="*/ 1025884 h 9456078"/>
              <a:gd name="connsiteX134" fmla="*/ 9418040 w 13158799"/>
              <a:gd name="connsiteY134" fmla="*/ 998536 h 9456078"/>
              <a:gd name="connsiteX135" fmla="*/ 9458702 w 13158799"/>
              <a:gd name="connsiteY135" fmla="*/ 971530 h 9456078"/>
              <a:gd name="connsiteX136" fmla="*/ 9499575 w 13158799"/>
              <a:gd name="connsiteY136" fmla="*/ 944868 h 9456078"/>
              <a:gd name="connsiteX137" fmla="*/ 9540659 w 13158799"/>
              <a:gd name="connsiteY137" fmla="*/ 918551 h 9456078"/>
              <a:gd name="connsiteX138" fmla="*/ 9581950 w 13158799"/>
              <a:gd name="connsiteY138" fmla="*/ 892580 h 9456078"/>
              <a:gd name="connsiteX139" fmla="*/ 9623447 w 13158799"/>
              <a:gd name="connsiteY139" fmla="*/ 866956 h 9456078"/>
              <a:gd name="connsiteX140" fmla="*/ 9665147 w 13158799"/>
              <a:gd name="connsiteY140" fmla="*/ 841681 h 9456078"/>
              <a:gd name="connsiteX141" fmla="*/ 9707048 w 13158799"/>
              <a:gd name="connsiteY141" fmla="*/ 816754 h 9456078"/>
              <a:gd name="connsiteX142" fmla="*/ 9749147 w 13158799"/>
              <a:gd name="connsiteY142" fmla="*/ 792179 h 9456078"/>
              <a:gd name="connsiteX143" fmla="*/ 9791443 w 13158799"/>
              <a:gd name="connsiteY143" fmla="*/ 767955 h 9456078"/>
              <a:gd name="connsiteX144" fmla="*/ 9833932 w 13158799"/>
              <a:gd name="connsiteY144" fmla="*/ 744083 h 9456078"/>
              <a:gd name="connsiteX145" fmla="*/ 9876613 w 13158799"/>
              <a:gd name="connsiteY145" fmla="*/ 720566 h 9456078"/>
              <a:gd name="connsiteX146" fmla="*/ 9919484 w 13158799"/>
              <a:gd name="connsiteY146" fmla="*/ 697404 h 9456078"/>
              <a:gd name="connsiteX147" fmla="*/ 9962542 w 13158799"/>
              <a:gd name="connsiteY147" fmla="*/ 674598 h 9456078"/>
              <a:gd name="connsiteX148" fmla="*/ 10005784 w 13158799"/>
              <a:gd name="connsiteY148" fmla="*/ 652149 h 9456078"/>
              <a:gd name="connsiteX149" fmla="*/ 10049209 w 13158799"/>
              <a:gd name="connsiteY149" fmla="*/ 630059 h 9456078"/>
              <a:gd name="connsiteX150" fmla="*/ 10092814 w 13158799"/>
              <a:gd name="connsiteY150" fmla="*/ 608328 h 9456078"/>
              <a:gd name="connsiteX151" fmla="*/ 10136597 w 13158799"/>
              <a:gd name="connsiteY151" fmla="*/ 586958 h 9456078"/>
              <a:gd name="connsiteX152" fmla="*/ 10180556 w 13158799"/>
              <a:gd name="connsiteY152" fmla="*/ 565950 h 9456078"/>
              <a:gd name="connsiteX153" fmla="*/ 10224688 w 13158799"/>
              <a:gd name="connsiteY153" fmla="*/ 545304 h 9456078"/>
              <a:gd name="connsiteX154" fmla="*/ 10268991 w 13158799"/>
              <a:gd name="connsiteY154" fmla="*/ 525023 h 9456078"/>
              <a:gd name="connsiteX155" fmla="*/ 10313463 w 13158799"/>
              <a:gd name="connsiteY155" fmla="*/ 505107 h 9456078"/>
              <a:gd name="connsiteX156" fmla="*/ 10358101 w 13158799"/>
              <a:gd name="connsiteY156" fmla="*/ 485558 h 9456078"/>
              <a:gd name="connsiteX157" fmla="*/ 10402903 w 13158799"/>
              <a:gd name="connsiteY157" fmla="*/ 466376 h 9456078"/>
              <a:gd name="connsiteX158" fmla="*/ 10447868 w 13158799"/>
              <a:gd name="connsiteY158" fmla="*/ 447563 h 9456078"/>
              <a:gd name="connsiteX159" fmla="*/ 10492991 w 13158799"/>
              <a:gd name="connsiteY159" fmla="*/ 429119 h 9456078"/>
              <a:gd name="connsiteX160" fmla="*/ 10538272 w 13158799"/>
              <a:gd name="connsiteY160" fmla="*/ 411046 h 9456078"/>
              <a:gd name="connsiteX161" fmla="*/ 10583708 w 13158799"/>
              <a:gd name="connsiteY161" fmla="*/ 393346 h 9456078"/>
              <a:gd name="connsiteX162" fmla="*/ 10629297 w 13158799"/>
              <a:gd name="connsiteY162" fmla="*/ 376018 h 9456078"/>
              <a:gd name="connsiteX163" fmla="*/ 10675036 w 13158799"/>
              <a:gd name="connsiteY163" fmla="*/ 359065 h 9456078"/>
              <a:gd name="connsiteX164" fmla="*/ 10720923 w 13158799"/>
              <a:gd name="connsiteY164" fmla="*/ 342487 h 9456078"/>
              <a:gd name="connsiteX165" fmla="*/ 10766956 w 13158799"/>
              <a:gd name="connsiteY165" fmla="*/ 326286 h 9456078"/>
              <a:gd name="connsiteX166" fmla="*/ 10813132 w 13158799"/>
              <a:gd name="connsiteY166" fmla="*/ 310462 h 9456078"/>
              <a:gd name="connsiteX167" fmla="*/ 10859450 w 13158799"/>
              <a:gd name="connsiteY167" fmla="*/ 295018 h 9456078"/>
              <a:gd name="connsiteX168" fmla="*/ 10905907 w 13158799"/>
              <a:gd name="connsiteY168" fmla="*/ 279953 h 9456078"/>
              <a:gd name="connsiteX169" fmla="*/ 10952500 w 13158799"/>
              <a:gd name="connsiteY169" fmla="*/ 265269 h 9456078"/>
              <a:gd name="connsiteX170" fmla="*/ 10999227 w 13158799"/>
              <a:gd name="connsiteY170" fmla="*/ 250968 h 9456078"/>
              <a:gd name="connsiteX171" fmla="*/ 11046087 w 13158799"/>
              <a:gd name="connsiteY171" fmla="*/ 237049 h 9456078"/>
              <a:gd name="connsiteX172" fmla="*/ 11093076 w 13158799"/>
              <a:gd name="connsiteY172" fmla="*/ 223516 h 9456078"/>
              <a:gd name="connsiteX173" fmla="*/ 11140193 w 13158799"/>
              <a:gd name="connsiteY173" fmla="*/ 210368 h 9456078"/>
              <a:gd name="connsiteX174" fmla="*/ 11187434 w 13158799"/>
              <a:gd name="connsiteY174" fmla="*/ 197606 h 9456078"/>
              <a:gd name="connsiteX175" fmla="*/ 11234799 w 13158799"/>
              <a:gd name="connsiteY175" fmla="*/ 185233 h 9456078"/>
              <a:gd name="connsiteX176" fmla="*/ 11282284 w 13158799"/>
              <a:gd name="connsiteY176" fmla="*/ 173248 h 9456078"/>
              <a:gd name="connsiteX177" fmla="*/ 11329888 w 13158799"/>
              <a:gd name="connsiteY177" fmla="*/ 161654 h 9456078"/>
              <a:gd name="connsiteX178" fmla="*/ 11377607 w 13158799"/>
              <a:gd name="connsiteY178" fmla="*/ 150451 h 9456078"/>
              <a:gd name="connsiteX179" fmla="*/ 11425440 w 13158799"/>
              <a:gd name="connsiteY179" fmla="*/ 139640 h 9456078"/>
              <a:gd name="connsiteX180" fmla="*/ 11473385 w 13158799"/>
              <a:gd name="connsiteY180" fmla="*/ 129223 h 9456078"/>
              <a:gd name="connsiteX181" fmla="*/ 11521439 w 13158799"/>
              <a:gd name="connsiteY181" fmla="*/ 119201 h 9456078"/>
              <a:gd name="connsiteX182" fmla="*/ 11569599 w 13158799"/>
              <a:gd name="connsiteY182" fmla="*/ 109574 h 9456078"/>
              <a:gd name="connsiteX183" fmla="*/ 11617864 w 13158799"/>
              <a:gd name="connsiteY183" fmla="*/ 100344 h 9456078"/>
              <a:gd name="connsiteX184" fmla="*/ 11666231 w 13158799"/>
              <a:gd name="connsiteY184" fmla="*/ 91512 h 9456078"/>
              <a:gd name="connsiteX185" fmla="*/ 11714698 w 13158799"/>
              <a:gd name="connsiteY185" fmla="*/ 83080 h 9456078"/>
              <a:gd name="connsiteX186" fmla="*/ 11763263 w 13158799"/>
              <a:gd name="connsiteY186" fmla="*/ 75047 h 9456078"/>
              <a:gd name="connsiteX187" fmla="*/ 11811923 w 13158799"/>
              <a:gd name="connsiteY187" fmla="*/ 67417 h 9456078"/>
              <a:gd name="connsiteX188" fmla="*/ 11860676 w 13158799"/>
              <a:gd name="connsiteY188" fmla="*/ 60188 h 9456078"/>
              <a:gd name="connsiteX189" fmla="*/ 11909519 w 13158799"/>
              <a:gd name="connsiteY189" fmla="*/ 53364 h 9456078"/>
              <a:gd name="connsiteX190" fmla="*/ 11958451 w 13158799"/>
              <a:gd name="connsiteY190" fmla="*/ 46944 h 9456078"/>
              <a:gd name="connsiteX191" fmla="*/ 12007470 w 13158799"/>
              <a:gd name="connsiteY191" fmla="*/ 40931 h 9456078"/>
              <a:gd name="connsiteX192" fmla="*/ 12056572 w 13158799"/>
              <a:gd name="connsiteY192" fmla="*/ 35324 h 9456078"/>
              <a:gd name="connsiteX193" fmla="*/ 12105756 w 13158799"/>
              <a:gd name="connsiteY193" fmla="*/ 30126 h 9456078"/>
              <a:gd name="connsiteX194" fmla="*/ 12155019 w 13158799"/>
              <a:gd name="connsiteY194" fmla="*/ 25337 h 9456078"/>
              <a:gd name="connsiteX195" fmla="*/ 12204359 w 13158799"/>
              <a:gd name="connsiteY195" fmla="*/ 20958 h 9456078"/>
              <a:gd name="connsiteX196" fmla="*/ 12253773 w 13158799"/>
              <a:gd name="connsiteY196" fmla="*/ 16991 h 9456078"/>
              <a:gd name="connsiteX197" fmla="*/ 12303260 w 13158799"/>
              <a:gd name="connsiteY197" fmla="*/ 13437 h 9456078"/>
              <a:gd name="connsiteX198" fmla="*/ 12352818 w 13158799"/>
              <a:gd name="connsiteY198" fmla="*/ 10297 h 9456078"/>
              <a:gd name="connsiteX199" fmla="*/ 12402443 w 13158799"/>
              <a:gd name="connsiteY199" fmla="*/ 7572 h 9456078"/>
              <a:gd name="connsiteX200" fmla="*/ 12452133 w 13158799"/>
              <a:gd name="connsiteY200" fmla="*/ 5263 h 9456078"/>
              <a:gd name="connsiteX201" fmla="*/ 12501887 w 13158799"/>
              <a:gd name="connsiteY201" fmla="*/ 3371 h 9456078"/>
              <a:gd name="connsiteX202" fmla="*/ 12551701 w 13158799"/>
              <a:gd name="connsiteY202" fmla="*/ 1898 h 9456078"/>
              <a:gd name="connsiteX203" fmla="*/ 12601574 w 13158799"/>
              <a:gd name="connsiteY203" fmla="*/ 844 h 9456078"/>
              <a:gd name="connsiteX204" fmla="*/ 12651504 w 13158799"/>
              <a:gd name="connsiteY204" fmla="*/ 211 h 9456078"/>
              <a:gd name="connsiteX205" fmla="*/ 12701487 w 13158799"/>
              <a:gd name="connsiteY205" fmla="*/ 0 h 9456078"/>
              <a:gd name="connsiteX206" fmla="*/ 13158798 w 13158799"/>
              <a:gd name="connsiteY206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76172 w 13158797"/>
              <a:gd name="connsiteY22" fmla="*/ 9319936 h 9456078"/>
              <a:gd name="connsiteX23" fmla="*/ 1223823 w 13158797"/>
              <a:gd name="connsiteY23" fmla="*/ 9308509 h 9456078"/>
              <a:gd name="connsiteX24" fmla="*/ 1271339 w 13158797"/>
              <a:gd name="connsiteY24" fmla="*/ 9296635 h 9456078"/>
              <a:gd name="connsiteX25" fmla="*/ 1318719 w 13158797"/>
              <a:gd name="connsiteY25" fmla="*/ 9284315 h 9456078"/>
              <a:gd name="connsiteX26" fmla="*/ 1365957 w 13158797"/>
              <a:gd name="connsiteY26" fmla="*/ 9271550 h 9456078"/>
              <a:gd name="connsiteX27" fmla="*/ 1413052 w 13158797"/>
              <a:gd name="connsiteY27" fmla="*/ 9258342 h 9456078"/>
              <a:gd name="connsiteX28" fmla="*/ 1460000 w 13158797"/>
              <a:gd name="connsiteY28" fmla="*/ 9244693 h 9456078"/>
              <a:gd name="connsiteX29" fmla="*/ 1506799 w 13158797"/>
              <a:gd name="connsiteY29" fmla="*/ 9230604 h 9456078"/>
              <a:gd name="connsiteX30" fmla="*/ 1553445 w 13158797"/>
              <a:gd name="connsiteY30" fmla="*/ 9216076 h 9456078"/>
              <a:gd name="connsiteX31" fmla="*/ 1599935 w 13158797"/>
              <a:gd name="connsiteY31" fmla="*/ 9201111 h 9456078"/>
              <a:gd name="connsiteX32" fmla="*/ 1646267 w 13158797"/>
              <a:gd name="connsiteY32" fmla="*/ 9185710 h 9456078"/>
              <a:gd name="connsiteX33" fmla="*/ 1692437 w 13158797"/>
              <a:gd name="connsiteY33" fmla="*/ 9169876 h 9456078"/>
              <a:gd name="connsiteX34" fmla="*/ 1738442 w 13158797"/>
              <a:gd name="connsiteY34" fmla="*/ 9153608 h 9456078"/>
              <a:gd name="connsiteX35" fmla="*/ 1784280 w 13158797"/>
              <a:gd name="connsiteY35" fmla="*/ 9136910 h 9456078"/>
              <a:gd name="connsiteX36" fmla="*/ 1829947 w 13158797"/>
              <a:gd name="connsiteY36" fmla="*/ 9119782 h 9456078"/>
              <a:gd name="connsiteX37" fmla="*/ 1875440 w 13158797"/>
              <a:gd name="connsiteY37" fmla="*/ 9102226 h 9456078"/>
              <a:gd name="connsiteX38" fmla="*/ 1920756 w 13158797"/>
              <a:gd name="connsiteY38" fmla="*/ 9084243 h 9456078"/>
              <a:gd name="connsiteX39" fmla="*/ 1965893 w 13158797"/>
              <a:gd name="connsiteY39" fmla="*/ 9065835 h 9456078"/>
              <a:gd name="connsiteX40" fmla="*/ 2055615 w 13158797"/>
              <a:gd name="connsiteY40" fmla="*/ 9027750 h 9456078"/>
              <a:gd name="connsiteX41" fmla="*/ 2100195 w 13158797"/>
              <a:gd name="connsiteY41" fmla="*/ 9008075 h 9456078"/>
              <a:gd name="connsiteX42" fmla="*/ 2144582 w 13158797"/>
              <a:gd name="connsiteY42" fmla="*/ 8987981 h 9456078"/>
              <a:gd name="connsiteX43" fmla="*/ 2188775 w 13158797"/>
              <a:gd name="connsiteY43" fmla="*/ 8967470 h 9456078"/>
              <a:gd name="connsiteX44" fmla="*/ 2232770 w 13158797"/>
              <a:gd name="connsiteY44" fmla="*/ 8946542 h 9456078"/>
              <a:gd name="connsiteX45" fmla="*/ 2276564 w 13158797"/>
              <a:gd name="connsiteY45" fmla="*/ 8925199 h 9456078"/>
              <a:gd name="connsiteX46" fmla="*/ 2320154 w 13158797"/>
              <a:gd name="connsiteY46" fmla="*/ 8903443 h 9456078"/>
              <a:gd name="connsiteX47" fmla="*/ 2363538 w 13158797"/>
              <a:gd name="connsiteY47" fmla="*/ 8881275 h 9456078"/>
              <a:gd name="connsiteX48" fmla="*/ 2406711 w 13158797"/>
              <a:gd name="connsiteY48" fmla="*/ 8858697 h 9456078"/>
              <a:gd name="connsiteX49" fmla="*/ 2449672 w 13158797"/>
              <a:gd name="connsiteY49" fmla="*/ 8835710 h 9456078"/>
              <a:gd name="connsiteX50" fmla="*/ 2492417 w 13158797"/>
              <a:gd name="connsiteY50" fmla="*/ 8812316 h 9456078"/>
              <a:gd name="connsiteX51" fmla="*/ 2534943 w 13158797"/>
              <a:gd name="connsiteY51" fmla="*/ 8788516 h 9456078"/>
              <a:gd name="connsiteX52" fmla="*/ 2577247 w 13158797"/>
              <a:gd name="connsiteY52" fmla="*/ 8764311 h 9456078"/>
              <a:gd name="connsiteX53" fmla="*/ 2619326 w 13158797"/>
              <a:gd name="connsiteY53" fmla="*/ 8739704 h 9456078"/>
              <a:gd name="connsiteX54" fmla="*/ 2661177 w 13158797"/>
              <a:gd name="connsiteY54" fmla="*/ 8714695 h 9456078"/>
              <a:gd name="connsiteX55" fmla="*/ 2702797 w 13158797"/>
              <a:gd name="connsiteY55" fmla="*/ 8689286 h 9456078"/>
              <a:gd name="connsiteX56" fmla="*/ 2744183 w 13158797"/>
              <a:gd name="connsiteY56" fmla="*/ 8663479 h 9456078"/>
              <a:gd name="connsiteX57" fmla="*/ 2785333 w 13158797"/>
              <a:gd name="connsiteY57" fmla="*/ 8637274 h 9456078"/>
              <a:gd name="connsiteX58" fmla="*/ 2826242 w 13158797"/>
              <a:gd name="connsiteY58" fmla="*/ 8610675 h 9456078"/>
              <a:gd name="connsiteX59" fmla="*/ 2866908 w 13158797"/>
              <a:gd name="connsiteY59" fmla="*/ 8583681 h 9456078"/>
              <a:gd name="connsiteX60" fmla="*/ 2907329 w 13158797"/>
              <a:gd name="connsiteY60" fmla="*/ 8556295 h 9456078"/>
              <a:gd name="connsiteX61" fmla="*/ 2947500 w 13158797"/>
              <a:gd name="connsiteY61" fmla="*/ 8528517 h 9456078"/>
              <a:gd name="connsiteX62" fmla="*/ 2987419 w 13158797"/>
              <a:gd name="connsiteY62" fmla="*/ 8500351 h 9456078"/>
              <a:gd name="connsiteX63" fmla="*/ 3027083 w 13158797"/>
              <a:gd name="connsiteY63" fmla="*/ 8471796 h 9456078"/>
              <a:gd name="connsiteX64" fmla="*/ 3066489 w 13158797"/>
              <a:gd name="connsiteY64" fmla="*/ 8442854 h 9456078"/>
              <a:gd name="connsiteX65" fmla="*/ 3105634 w 13158797"/>
              <a:gd name="connsiteY65" fmla="*/ 8413528 h 9456078"/>
              <a:gd name="connsiteX66" fmla="*/ 3144515 w 13158797"/>
              <a:gd name="connsiteY66" fmla="*/ 8383818 h 9456078"/>
              <a:gd name="connsiteX67" fmla="*/ 3183129 w 13158797"/>
              <a:gd name="connsiteY67" fmla="*/ 8353726 h 9456078"/>
              <a:gd name="connsiteX68" fmla="*/ 3221473 w 13158797"/>
              <a:gd name="connsiteY68" fmla="*/ 8323253 h 9456078"/>
              <a:gd name="connsiteX69" fmla="*/ 3259544 w 13158797"/>
              <a:gd name="connsiteY69" fmla="*/ 8292401 h 9456078"/>
              <a:gd name="connsiteX70" fmla="*/ 3297339 w 13158797"/>
              <a:gd name="connsiteY70" fmla="*/ 8261172 h 9456078"/>
              <a:gd name="connsiteX71" fmla="*/ 3334854 w 13158797"/>
              <a:gd name="connsiteY71" fmla="*/ 8229566 h 9456078"/>
              <a:gd name="connsiteX72" fmla="*/ 3372087 w 13158797"/>
              <a:gd name="connsiteY72" fmla="*/ 8197585 h 9456078"/>
              <a:gd name="connsiteX73" fmla="*/ 3409035 w 13158797"/>
              <a:gd name="connsiteY73" fmla="*/ 8165232 h 9456078"/>
              <a:gd name="connsiteX74" fmla="*/ 3445695 w 13158797"/>
              <a:gd name="connsiteY74" fmla="*/ 8132507 h 9456078"/>
              <a:gd name="connsiteX75" fmla="*/ 3482064 w 13158797"/>
              <a:gd name="connsiteY75" fmla="*/ 8099411 h 9456078"/>
              <a:gd name="connsiteX76" fmla="*/ 3518139 w 13158797"/>
              <a:gd name="connsiteY76" fmla="*/ 8065947 h 9456078"/>
              <a:gd name="connsiteX77" fmla="*/ 3553916 w 13158797"/>
              <a:gd name="connsiteY77" fmla="*/ 8032115 h 9456078"/>
              <a:gd name="connsiteX78" fmla="*/ 3589393 w 13158797"/>
              <a:gd name="connsiteY78" fmla="*/ 7997918 h 9456078"/>
              <a:gd name="connsiteX79" fmla="*/ 3624567 w 13158797"/>
              <a:gd name="connsiteY79" fmla="*/ 7963356 h 9456078"/>
              <a:gd name="connsiteX80" fmla="*/ 3659435 w 13158797"/>
              <a:gd name="connsiteY80" fmla="*/ 7928432 h 9456078"/>
              <a:gd name="connsiteX81" fmla="*/ 3693994 w 13158797"/>
              <a:gd name="connsiteY81" fmla="*/ 7893146 h 9456078"/>
              <a:gd name="connsiteX82" fmla="*/ 3728240 w 13158797"/>
              <a:gd name="connsiteY82" fmla="*/ 7857501 h 9456078"/>
              <a:gd name="connsiteX83" fmla="*/ 3762171 w 13158797"/>
              <a:gd name="connsiteY83" fmla="*/ 7821497 h 9456078"/>
              <a:gd name="connsiteX84" fmla="*/ 3795783 w 13158797"/>
              <a:gd name="connsiteY84" fmla="*/ 7785136 h 9456078"/>
              <a:gd name="connsiteX85" fmla="*/ 3829075 w 13158797"/>
              <a:gd name="connsiteY85" fmla="*/ 7748420 h 9456078"/>
              <a:gd name="connsiteX86" fmla="*/ 3862042 w 13158797"/>
              <a:gd name="connsiteY86" fmla="*/ 7711350 h 9456078"/>
              <a:gd name="connsiteX87" fmla="*/ 3894682 w 13158797"/>
              <a:gd name="connsiteY87" fmla="*/ 7673928 h 9456078"/>
              <a:gd name="connsiteX88" fmla="*/ 3926991 w 13158797"/>
              <a:gd name="connsiteY88" fmla="*/ 7636155 h 9456078"/>
              <a:gd name="connsiteX89" fmla="*/ 3958967 w 13158797"/>
              <a:gd name="connsiteY89" fmla="*/ 7598032 h 9456078"/>
              <a:gd name="connsiteX90" fmla="*/ 3990607 w 13158797"/>
              <a:gd name="connsiteY90" fmla="*/ 7559561 h 9456078"/>
              <a:gd name="connsiteX91" fmla="*/ 4021907 w 13158797"/>
              <a:gd name="connsiteY91" fmla="*/ 7520744 h 9456078"/>
              <a:gd name="connsiteX92" fmla="*/ 4052865 w 13158797"/>
              <a:gd name="connsiteY92" fmla="*/ 7481582 h 9456078"/>
              <a:gd name="connsiteX93" fmla="*/ 4083478 w 13158797"/>
              <a:gd name="connsiteY93" fmla="*/ 7442077 h 9456078"/>
              <a:gd name="connsiteX94" fmla="*/ 8022311 w 13158797"/>
              <a:gd name="connsiteY94" fmla="*/ 2307814 h 9456078"/>
              <a:gd name="connsiteX95" fmla="*/ 8052902 w 13158797"/>
              <a:gd name="connsiteY95" fmla="*/ 2268285 h 9456078"/>
              <a:gd name="connsiteX96" fmla="*/ 8083796 w 13158797"/>
              <a:gd name="connsiteY96" fmla="*/ 2229056 h 9456078"/>
              <a:gd name="connsiteX97" fmla="*/ 8114989 w 13158797"/>
              <a:gd name="connsiteY97" fmla="*/ 2190127 h 9456078"/>
              <a:gd name="connsiteX98" fmla="*/ 8146479 w 13158797"/>
              <a:gd name="connsiteY98" fmla="*/ 2151500 h 9456078"/>
              <a:gd name="connsiteX99" fmla="*/ 8178264 w 13158797"/>
              <a:gd name="connsiteY99" fmla="*/ 2113176 h 9456078"/>
              <a:gd name="connsiteX100" fmla="*/ 8210341 w 13158797"/>
              <a:gd name="connsiteY100" fmla="*/ 2075157 h 9456078"/>
              <a:gd name="connsiteX101" fmla="*/ 8242709 w 13158797"/>
              <a:gd name="connsiteY101" fmla="*/ 2037442 h 9456078"/>
              <a:gd name="connsiteX102" fmla="*/ 8275365 w 13158797"/>
              <a:gd name="connsiteY102" fmla="*/ 2000034 h 9456078"/>
              <a:gd name="connsiteX103" fmla="*/ 8308307 w 13158797"/>
              <a:gd name="connsiteY103" fmla="*/ 1962934 h 9456078"/>
              <a:gd name="connsiteX104" fmla="*/ 8341532 w 13158797"/>
              <a:gd name="connsiteY104" fmla="*/ 1926142 h 9456078"/>
              <a:gd name="connsiteX105" fmla="*/ 8375038 w 13158797"/>
              <a:gd name="connsiteY105" fmla="*/ 1889660 h 9456078"/>
              <a:gd name="connsiteX106" fmla="*/ 8408823 w 13158797"/>
              <a:gd name="connsiteY106" fmla="*/ 1853489 h 9456078"/>
              <a:gd name="connsiteX107" fmla="*/ 8442885 w 13158797"/>
              <a:gd name="connsiteY107" fmla="*/ 1817630 h 9456078"/>
              <a:gd name="connsiteX108" fmla="*/ 8477221 w 13158797"/>
              <a:gd name="connsiteY108" fmla="*/ 1782084 h 9456078"/>
              <a:gd name="connsiteX109" fmla="*/ 8511829 w 13158797"/>
              <a:gd name="connsiteY109" fmla="*/ 1746853 h 9456078"/>
              <a:gd name="connsiteX110" fmla="*/ 8546706 w 13158797"/>
              <a:gd name="connsiteY110" fmla="*/ 1711937 h 9456078"/>
              <a:gd name="connsiteX111" fmla="*/ 8581851 w 13158797"/>
              <a:gd name="connsiteY111" fmla="*/ 1677337 h 9456078"/>
              <a:gd name="connsiteX112" fmla="*/ 8617261 w 13158797"/>
              <a:gd name="connsiteY112" fmla="*/ 1643056 h 9456078"/>
              <a:gd name="connsiteX113" fmla="*/ 8652934 w 13158797"/>
              <a:gd name="connsiteY113" fmla="*/ 1609093 h 9456078"/>
              <a:gd name="connsiteX114" fmla="*/ 8688867 w 13158797"/>
              <a:gd name="connsiteY114" fmla="*/ 1575450 h 9456078"/>
              <a:gd name="connsiteX115" fmla="*/ 8725058 w 13158797"/>
              <a:gd name="connsiteY115" fmla="*/ 1542128 h 9456078"/>
              <a:gd name="connsiteX116" fmla="*/ 8761506 w 13158797"/>
              <a:gd name="connsiteY116" fmla="*/ 1509129 h 9456078"/>
              <a:gd name="connsiteX117" fmla="*/ 8798207 w 13158797"/>
              <a:gd name="connsiteY117" fmla="*/ 1476452 h 9456078"/>
              <a:gd name="connsiteX118" fmla="*/ 8835159 w 13158797"/>
              <a:gd name="connsiteY118" fmla="*/ 1444101 h 9456078"/>
              <a:gd name="connsiteX119" fmla="*/ 8872360 w 13158797"/>
              <a:gd name="connsiteY119" fmla="*/ 1412075 h 9456078"/>
              <a:gd name="connsiteX120" fmla="*/ 8909808 w 13158797"/>
              <a:gd name="connsiteY120" fmla="*/ 1380375 h 9456078"/>
              <a:gd name="connsiteX121" fmla="*/ 8947501 w 13158797"/>
              <a:gd name="connsiteY121" fmla="*/ 1349004 h 9456078"/>
              <a:gd name="connsiteX122" fmla="*/ 8985435 w 13158797"/>
              <a:gd name="connsiteY122" fmla="*/ 1317962 h 9456078"/>
              <a:gd name="connsiteX123" fmla="*/ 9023610 w 13158797"/>
              <a:gd name="connsiteY123" fmla="*/ 1287250 h 9456078"/>
              <a:gd name="connsiteX124" fmla="*/ 9062022 w 13158797"/>
              <a:gd name="connsiteY124" fmla="*/ 1256869 h 9456078"/>
              <a:gd name="connsiteX125" fmla="*/ 9100669 w 13158797"/>
              <a:gd name="connsiteY125" fmla="*/ 1226820 h 9456078"/>
              <a:gd name="connsiteX126" fmla="*/ 9139549 w 13158797"/>
              <a:gd name="connsiteY126" fmla="*/ 1197105 h 9456078"/>
              <a:gd name="connsiteX127" fmla="*/ 9178660 w 13158797"/>
              <a:gd name="connsiteY127" fmla="*/ 1167725 h 9456078"/>
              <a:gd name="connsiteX128" fmla="*/ 9217999 w 13158797"/>
              <a:gd name="connsiteY128" fmla="*/ 1138681 h 9456078"/>
              <a:gd name="connsiteX129" fmla="*/ 9257564 w 13158797"/>
              <a:gd name="connsiteY129" fmla="*/ 1109974 h 9456078"/>
              <a:gd name="connsiteX130" fmla="*/ 9297353 w 13158797"/>
              <a:gd name="connsiteY130" fmla="*/ 1081604 h 9456078"/>
              <a:gd name="connsiteX131" fmla="*/ 9337364 w 13158797"/>
              <a:gd name="connsiteY131" fmla="*/ 1053574 h 9456078"/>
              <a:gd name="connsiteX132" fmla="*/ 9377594 w 13158797"/>
              <a:gd name="connsiteY132" fmla="*/ 1025884 h 9456078"/>
              <a:gd name="connsiteX133" fmla="*/ 9418040 w 13158797"/>
              <a:gd name="connsiteY133" fmla="*/ 998536 h 9456078"/>
              <a:gd name="connsiteX134" fmla="*/ 9458702 w 13158797"/>
              <a:gd name="connsiteY134" fmla="*/ 971530 h 9456078"/>
              <a:gd name="connsiteX135" fmla="*/ 9499575 w 13158797"/>
              <a:gd name="connsiteY135" fmla="*/ 944868 h 9456078"/>
              <a:gd name="connsiteX136" fmla="*/ 9540659 w 13158797"/>
              <a:gd name="connsiteY136" fmla="*/ 918551 h 9456078"/>
              <a:gd name="connsiteX137" fmla="*/ 9581950 w 13158797"/>
              <a:gd name="connsiteY137" fmla="*/ 892580 h 9456078"/>
              <a:gd name="connsiteX138" fmla="*/ 9623447 w 13158797"/>
              <a:gd name="connsiteY138" fmla="*/ 866956 h 9456078"/>
              <a:gd name="connsiteX139" fmla="*/ 9665147 w 13158797"/>
              <a:gd name="connsiteY139" fmla="*/ 841681 h 9456078"/>
              <a:gd name="connsiteX140" fmla="*/ 9707048 w 13158797"/>
              <a:gd name="connsiteY140" fmla="*/ 816754 h 9456078"/>
              <a:gd name="connsiteX141" fmla="*/ 9749147 w 13158797"/>
              <a:gd name="connsiteY141" fmla="*/ 792179 h 9456078"/>
              <a:gd name="connsiteX142" fmla="*/ 9791443 w 13158797"/>
              <a:gd name="connsiteY142" fmla="*/ 767955 h 9456078"/>
              <a:gd name="connsiteX143" fmla="*/ 9833932 w 13158797"/>
              <a:gd name="connsiteY143" fmla="*/ 744083 h 9456078"/>
              <a:gd name="connsiteX144" fmla="*/ 9876613 w 13158797"/>
              <a:gd name="connsiteY144" fmla="*/ 720566 h 9456078"/>
              <a:gd name="connsiteX145" fmla="*/ 9919484 w 13158797"/>
              <a:gd name="connsiteY145" fmla="*/ 697404 h 9456078"/>
              <a:gd name="connsiteX146" fmla="*/ 9962542 w 13158797"/>
              <a:gd name="connsiteY146" fmla="*/ 674598 h 9456078"/>
              <a:gd name="connsiteX147" fmla="*/ 10005784 w 13158797"/>
              <a:gd name="connsiteY147" fmla="*/ 652149 h 9456078"/>
              <a:gd name="connsiteX148" fmla="*/ 10049209 w 13158797"/>
              <a:gd name="connsiteY148" fmla="*/ 630059 h 9456078"/>
              <a:gd name="connsiteX149" fmla="*/ 10092814 w 13158797"/>
              <a:gd name="connsiteY149" fmla="*/ 608328 h 9456078"/>
              <a:gd name="connsiteX150" fmla="*/ 10136597 w 13158797"/>
              <a:gd name="connsiteY150" fmla="*/ 586958 h 9456078"/>
              <a:gd name="connsiteX151" fmla="*/ 10180556 w 13158797"/>
              <a:gd name="connsiteY151" fmla="*/ 565950 h 9456078"/>
              <a:gd name="connsiteX152" fmla="*/ 10224688 w 13158797"/>
              <a:gd name="connsiteY152" fmla="*/ 545304 h 9456078"/>
              <a:gd name="connsiteX153" fmla="*/ 10268991 w 13158797"/>
              <a:gd name="connsiteY153" fmla="*/ 525023 h 9456078"/>
              <a:gd name="connsiteX154" fmla="*/ 10313463 w 13158797"/>
              <a:gd name="connsiteY154" fmla="*/ 505107 h 9456078"/>
              <a:gd name="connsiteX155" fmla="*/ 10358101 w 13158797"/>
              <a:gd name="connsiteY155" fmla="*/ 485558 h 9456078"/>
              <a:gd name="connsiteX156" fmla="*/ 10402903 w 13158797"/>
              <a:gd name="connsiteY156" fmla="*/ 466376 h 9456078"/>
              <a:gd name="connsiteX157" fmla="*/ 10447868 w 13158797"/>
              <a:gd name="connsiteY157" fmla="*/ 447563 h 9456078"/>
              <a:gd name="connsiteX158" fmla="*/ 10492991 w 13158797"/>
              <a:gd name="connsiteY158" fmla="*/ 429119 h 9456078"/>
              <a:gd name="connsiteX159" fmla="*/ 10538272 w 13158797"/>
              <a:gd name="connsiteY159" fmla="*/ 411046 h 9456078"/>
              <a:gd name="connsiteX160" fmla="*/ 10583708 w 13158797"/>
              <a:gd name="connsiteY160" fmla="*/ 393346 h 9456078"/>
              <a:gd name="connsiteX161" fmla="*/ 10629297 w 13158797"/>
              <a:gd name="connsiteY161" fmla="*/ 376018 h 9456078"/>
              <a:gd name="connsiteX162" fmla="*/ 10675036 w 13158797"/>
              <a:gd name="connsiteY162" fmla="*/ 359065 h 9456078"/>
              <a:gd name="connsiteX163" fmla="*/ 10720923 w 13158797"/>
              <a:gd name="connsiteY163" fmla="*/ 342487 h 9456078"/>
              <a:gd name="connsiteX164" fmla="*/ 10766956 w 13158797"/>
              <a:gd name="connsiteY164" fmla="*/ 326286 h 9456078"/>
              <a:gd name="connsiteX165" fmla="*/ 10813132 w 13158797"/>
              <a:gd name="connsiteY165" fmla="*/ 310462 h 9456078"/>
              <a:gd name="connsiteX166" fmla="*/ 10859450 w 13158797"/>
              <a:gd name="connsiteY166" fmla="*/ 295018 h 9456078"/>
              <a:gd name="connsiteX167" fmla="*/ 10905907 w 13158797"/>
              <a:gd name="connsiteY167" fmla="*/ 279953 h 9456078"/>
              <a:gd name="connsiteX168" fmla="*/ 10952500 w 13158797"/>
              <a:gd name="connsiteY168" fmla="*/ 265269 h 9456078"/>
              <a:gd name="connsiteX169" fmla="*/ 10999227 w 13158797"/>
              <a:gd name="connsiteY169" fmla="*/ 250968 h 9456078"/>
              <a:gd name="connsiteX170" fmla="*/ 11046087 w 13158797"/>
              <a:gd name="connsiteY170" fmla="*/ 237049 h 9456078"/>
              <a:gd name="connsiteX171" fmla="*/ 11093076 w 13158797"/>
              <a:gd name="connsiteY171" fmla="*/ 223516 h 9456078"/>
              <a:gd name="connsiteX172" fmla="*/ 11140193 w 13158797"/>
              <a:gd name="connsiteY172" fmla="*/ 210368 h 9456078"/>
              <a:gd name="connsiteX173" fmla="*/ 11187434 w 13158797"/>
              <a:gd name="connsiteY173" fmla="*/ 197606 h 9456078"/>
              <a:gd name="connsiteX174" fmla="*/ 11234799 w 13158797"/>
              <a:gd name="connsiteY174" fmla="*/ 185233 h 9456078"/>
              <a:gd name="connsiteX175" fmla="*/ 11282284 w 13158797"/>
              <a:gd name="connsiteY175" fmla="*/ 173248 h 9456078"/>
              <a:gd name="connsiteX176" fmla="*/ 11329888 w 13158797"/>
              <a:gd name="connsiteY176" fmla="*/ 161654 h 9456078"/>
              <a:gd name="connsiteX177" fmla="*/ 11377607 w 13158797"/>
              <a:gd name="connsiteY177" fmla="*/ 150451 h 9456078"/>
              <a:gd name="connsiteX178" fmla="*/ 11425440 w 13158797"/>
              <a:gd name="connsiteY178" fmla="*/ 139640 h 9456078"/>
              <a:gd name="connsiteX179" fmla="*/ 11473385 w 13158797"/>
              <a:gd name="connsiteY179" fmla="*/ 129223 h 9456078"/>
              <a:gd name="connsiteX180" fmla="*/ 11521439 w 13158797"/>
              <a:gd name="connsiteY180" fmla="*/ 119201 h 9456078"/>
              <a:gd name="connsiteX181" fmla="*/ 11569599 w 13158797"/>
              <a:gd name="connsiteY181" fmla="*/ 109574 h 9456078"/>
              <a:gd name="connsiteX182" fmla="*/ 11617864 w 13158797"/>
              <a:gd name="connsiteY182" fmla="*/ 100344 h 9456078"/>
              <a:gd name="connsiteX183" fmla="*/ 11666231 w 13158797"/>
              <a:gd name="connsiteY183" fmla="*/ 91512 h 9456078"/>
              <a:gd name="connsiteX184" fmla="*/ 11714698 w 13158797"/>
              <a:gd name="connsiteY184" fmla="*/ 83080 h 9456078"/>
              <a:gd name="connsiteX185" fmla="*/ 11763263 w 13158797"/>
              <a:gd name="connsiteY185" fmla="*/ 75047 h 9456078"/>
              <a:gd name="connsiteX186" fmla="*/ 11811923 w 13158797"/>
              <a:gd name="connsiteY186" fmla="*/ 67417 h 9456078"/>
              <a:gd name="connsiteX187" fmla="*/ 11860676 w 13158797"/>
              <a:gd name="connsiteY187" fmla="*/ 60188 h 9456078"/>
              <a:gd name="connsiteX188" fmla="*/ 11909519 w 13158797"/>
              <a:gd name="connsiteY188" fmla="*/ 53364 h 9456078"/>
              <a:gd name="connsiteX189" fmla="*/ 11958451 w 13158797"/>
              <a:gd name="connsiteY189" fmla="*/ 46944 h 9456078"/>
              <a:gd name="connsiteX190" fmla="*/ 12007470 w 13158797"/>
              <a:gd name="connsiteY190" fmla="*/ 40931 h 9456078"/>
              <a:gd name="connsiteX191" fmla="*/ 12056572 w 13158797"/>
              <a:gd name="connsiteY191" fmla="*/ 35324 h 9456078"/>
              <a:gd name="connsiteX192" fmla="*/ 12105756 w 13158797"/>
              <a:gd name="connsiteY192" fmla="*/ 30126 h 9456078"/>
              <a:gd name="connsiteX193" fmla="*/ 12155019 w 13158797"/>
              <a:gd name="connsiteY193" fmla="*/ 25337 h 9456078"/>
              <a:gd name="connsiteX194" fmla="*/ 12204359 w 13158797"/>
              <a:gd name="connsiteY194" fmla="*/ 20958 h 9456078"/>
              <a:gd name="connsiteX195" fmla="*/ 12253773 w 13158797"/>
              <a:gd name="connsiteY195" fmla="*/ 16991 h 9456078"/>
              <a:gd name="connsiteX196" fmla="*/ 12303260 w 13158797"/>
              <a:gd name="connsiteY196" fmla="*/ 13437 h 9456078"/>
              <a:gd name="connsiteX197" fmla="*/ 12352818 w 13158797"/>
              <a:gd name="connsiteY197" fmla="*/ 10297 h 9456078"/>
              <a:gd name="connsiteX198" fmla="*/ 12402443 w 13158797"/>
              <a:gd name="connsiteY198" fmla="*/ 7572 h 9456078"/>
              <a:gd name="connsiteX199" fmla="*/ 12452133 w 13158797"/>
              <a:gd name="connsiteY199" fmla="*/ 5263 h 9456078"/>
              <a:gd name="connsiteX200" fmla="*/ 12501887 w 13158797"/>
              <a:gd name="connsiteY200" fmla="*/ 3371 h 9456078"/>
              <a:gd name="connsiteX201" fmla="*/ 12551701 w 13158797"/>
              <a:gd name="connsiteY201" fmla="*/ 1898 h 9456078"/>
              <a:gd name="connsiteX202" fmla="*/ 12601574 w 13158797"/>
              <a:gd name="connsiteY202" fmla="*/ 844 h 9456078"/>
              <a:gd name="connsiteX203" fmla="*/ 12651504 w 13158797"/>
              <a:gd name="connsiteY203" fmla="*/ 211 h 9456078"/>
              <a:gd name="connsiteX204" fmla="*/ 12701487 w 13158797"/>
              <a:gd name="connsiteY204" fmla="*/ 0 h 9456078"/>
              <a:gd name="connsiteX205" fmla="*/ 13158798 w 13158797"/>
              <a:gd name="connsiteY205" fmla="*/ 0 h 94560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</a:cxnLst>
            <a:rect l="l" t="t" r="r" b="b"/>
            <a:pathLst>
              <a:path w="13158797" h="9456078">
                <a:moveTo>
                  <a:pt x="0" y="9456078"/>
                </a:moveTo>
                <a:lnTo>
                  <a:pt x="49977" y="9455836"/>
                </a:lnTo>
                <a:lnTo>
                  <a:pt x="99893" y="9455111"/>
                </a:lnTo>
                <a:lnTo>
                  <a:pt x="149742" y="9453904"/>
                </a:lnTo>
                <a:lnTo>
                  <a:pt x="199524" y="9452217"/>
                </a:lnTo>
                <a:lnTo>
                  <a:pt x="298870" y="9447409"/>
                </a:lnTo>
                <a:lnTo>
                  <a:pt x="348429" y="9444290"/>
                </a:lnTo>
                <a:lnTo>
                  <a:pt x="397907" y="9440698"/>
                </a:lnTo>
                <a:lnTo>
                  <a:pt x="447302" y="9436632"/>
                </a:lnTo>
                <a:lnTo>
                  <a:pt x="496610" y="9432096"/>
                </a:lnTo>
                <a:lnTo>
                  <a:pt x="545829" y="9427089"/>
                </a:lnTo>
                <a:lnTo>
                  <a:pt x="594956" y="9421615"/>
                </a:lnTo>
                <a:lnTo>
                  <a:pt x="643987" y="9415673"/>
                </a:lnTo>
                <a:lnTo>
                  <a:pt x="692920" y="9409267"/>
                </a:lnTo>
                <a:lnTo>
                  <a:pt x="741751" y="9402396"/>
                </a:lnTo>
                <a:lnTo>
                  <a:pt x="790478" y="9395063"/>
                </a:lnTo>
                <a:lnTo>
                  <a:pt x="839098" y="9387270"/>
                </a:lnTo>
                <a:lnTo>
                  <a:pt x="887607" y="9379017"/>
                </a:lnTo>
                <a:lnTo>
                  <a:pt x="936002" y="9370306"/>
                </a:lnTo>
                <a:lnTo>
                  <a:pt x="984281" y="9361139"/>
                </a:lnTo>
                <a:lnTo>
                  <a:pt x="1032440" y="9351517"/>
                </a:lnTo>
                <a:lnTo>
                  <a:pt x="1080477" y="9341441"/>
                </a:lnTo>
                <a:lnTo>
                  <a:pt x="1176172" y="9319936"/>
                </a:lnTo>
                <a:lnTo>
                  <a:pt x="1223823" y="9308509"/>
                </a:lnTo>
                <a:lnTo>
                  <a:pt x="1271339" y="9296635"/>
                </a:lnTo>
                <a:lnTo>
                  <a:pt x="1318719" y="9284315"/>
                </a:lnTo>
                <a:lnTo>
                  <a:pt x="1365957" y="9271550"/>
                </a:lnTo>
                <a:lnTo>
                  <a:pt x="1413052" y="9258342"/>
                </a:lnTo>
                <a:lnTo>
                  <a:pt x="1460000" y="9244693"/>
                </a:lnTo>
                <a:lnTo>
                  <a:pt x="1506799" y="9230604"/>
                </a:lnTo>
                <a:lnTo>
                  <a:pt x="1553445" y="9216076"/>
                </a:lnTo>
                <a:lnTo>
                  <a:pt x="1599935" y="9201111"/>
                </a:lnTo>
                <a:lnTo>
                  <a:pt x="1646267" y="9185710"/>
                </a:lnTo>
                <a:lnTo>
                  <a:pt x="1692437" y="9169876"/>
                </a:lnTo>
                <a:lnTo>
                  <a:pt x="1738442" y="9153608"/>
                </a:lnTo>
                <a:lnTo>
                  <a:pt x="1784280" y="9136910"/>
                </a:lnTo>
                <a:lnTo>
                  <a:pt x="1829947" y="9119782"/>
                </a:lnTo>
                <a:lnTo>
                  <a:pt x="1875440" y="9102226"/>
                </a:lnTo>
                <a:lnTo>
                  <a:pt x="1920756" y="9084243"/>
                </a:lnTo>
                <a:lnTo>
                  <a:pt x="1965893" y="9065835"/>
                </a:lnTo>
                <a:lnTo>
                  <a:pt x="2055615" y="9027750"/>
                </a:lnTo>
                <a:lnTo>
                  <a:pt x="2100195" y="9008075"/>
                </a:lnTo>
                <a:lnTo>
                  <a:pt x="2144582" y="8987981"/>
                </a:lnTo>
                <a:lnTo>
                  <a:pt x="2188775" y="8967470"/>
                </a:lnTo>
                <a:lnTo>
                  <a:pt x="2232770" y="8946542"/>
                </a:lnTo>
                <a:lnTo>
                  <a:pt x="2276564" y="8925199"/>
                </a:lnTo>
                <a:lnTo>
                  <a:pt x="2320154" y="8903443"/>
                </a:lnTo>
                <a:lnTo>
                  <a:pt x="2363538" y="8881275"/>
                </a:lnTo>
                <a:lnTo>
                  <a:pt x="2406711" y="8858697"/>
                </a:lnTo>
                <a:lnTo>
                  <a:pt x="2449672" y="8835710"/>
                </a:lnTo>
                <a:lnTo>
                  <a:pt x="2492417" y="8812316"/>
                </a:lnTo>
                <a:lnTo>
                  <a:pt x="2534943" y="8788516"/>
                </a:lnTo>
                <a:lnTo>
                  <a:pt x="2577247" y="8764311"/>
                </a:lnTo>
                <a:lnTo>
                  <a:pt x="2619326" y="8739704"/>
                </a:lnTo>
                <a:lnTo>
                  <a:pt x="2661177" y="8714695"/>
                </a:lnTo>
                <a:lnTo>
                  <a:pt x="2702797" y="8689286"/>
                </a:lnTo>
                <a:lnTo>
                  <a:pt x="2744183" y="8663479"/>
                </a:lnTo>
                <a:lnTo>
                  <a:pt x="2785333" y="8637274"/>
                </a:lnTo>
                <a:lnTo>
                  <a:pt x="2826242" y="8610675"/>
                </a:lnTo>
                <a:lnTo>
                  <a:pt x="2866908" y="8583681"/>
                </a:lnTo>
                <a:lnTo>
                  <a:pt x="2907329" y="8556295"/>
                </a:lnTo>
                <a:lnTo>
                  <a:pt x="2947500" y="8528517"/>
                </a:lnTo>
                <a:lnTo>
                  <a:pt x="2987419" y="8500351"/>
                </a:lnTo>
                <a:lnTo>
                  <a:pt x="3027083" y="8471796"/>
                </a:lnTo>
                <a:lnTo>
                  <a:pt x="3066489" y="8442854"/>
                </a:lnTo>
                <a:lnTo>
                  <a:pt x="3105634" y="8413528"/>
                </a:lnTo>
                <a:lnTo>
                  <a:pt x="3144515" y="8383818"/>
                </a:lnTo>
                <a:lnTo>
                  <a:pt x="3183129" y="8353726"/>
                </a:lnTo>
                <a:lnTo>
                  <a:pt x="3221473" y="8323253"/>
                </a:lnTo>
                <a:lnTo>
                  <a:pt x="3259544" y="8292401"/>
                </a:lnTo>
                <a:lnTo>
                  <a:pt x="3297339" y="8261172"/>
                </a:lnTo>
                <a:lnTo>
                  <a:pt x="3334854" y="8229566"/>
                </a:lnTo>
                <a:lnTo>
                  <a:pt x="3372087" y="8197585"/>
                </a:lnTo>
                <a:lnTo>
                  <a:pt x="3409035" y="8165232"/>
                </a:lnTo>
                <a:lnTo>
                  <a:pt x="3445695" y="8132507"/>
                </a:lnTo>
                <a:lnTo>
                  <a:pt x="3482064" y="8099411"/>
                </a:lnTo>
                <a:lnTo>
                  <a:pt x="3518139" y="8065947"/>
                </a:lnTo>
                <a:lnTo>
                  <a:pt x="3553916" y="8032115"/>
                </a:lnTo>
                <a:lnTo>
                  <a:pt x="3589393" y="7997918"/>
                </a:lnTo>
                <a:lnTo>
                  <a:pt x="3624567" y="7963356"/>
                </a:lnTo>
                <a:lnTo>
                  <a:pt x="3659435" y="7928432"/>
                </a:lnTo>
                <a:lnTo>
                  <a:pt x="3693994" y="7893146"/>
                </a:lnTo>
                <a:lnTo>
                  <a:pt x="3728240" y="7857501"/>
                </a:lnTo>
                <a:lnTo>
                  <a:pt x="3762171" y="7821497"/>
                </a:lnTo>
                <a:lnTo>
                  <a:pt x="3795783" y="7785136"/>
                </a:lnTo>
                <a:lnTo>
                  <a:pt x="3829075" y="7748420"/>
                </a:lnTo>
                <a:lnTo>
                  <a:pt x="3862042" y="7711350"/>
                </a:lnTo>
                <a:lnTo>
                  <a:pt x="3894682" y="7673928"/>
                </a:lnTo>
                <a:lnTo>
                  <a:pt x="3926991" y="7636155"/>
                </a:lnTo>
                <a:lnTo>
                  <a:pt x="3958967" y="7598032"/>
                </a:lnTo>
                <a:lnTo>
                  <a:pt x="3990607" y="7559561"/>
                </a:lnTo>
                <a:lnTo>
                  <a:pt x="4021907" y="7520744"/>
                </a:lnTo>
                <a:lnTo>
                  <a:pt x="4052865" y="7481582"/>
                </a:lnTo>
                <a:lnTo>
                  <a:pt x="4083478" y="7442077"/>
                </a:lnTo>
                <a:lnTo>
                  <a:pt x="8022311" y="2307814"/>
                </a:lnTo>
                <a:lnTo>
                  <a:pt x="8052902" y="2268285"/>
                </a:lnTo>
                <a:lnTo>
                  <a:pt x="8083796" y="2229056"/>
                </a:lnTo>
                <a:lnTo>
                  <a:pt x="8114989" y="2190127"/>
                </a:lnTo>
                <a:lnTo>
                  <a:pt x="8146479" y="2151500"/>
                </a:lnTo>
                <a:lnTo>
                  <a:pt x="8178264" y="2113176"/>
                </a:lnTo>
                <a:lnTo>
                  <a:pt x="8210341" y="2075157"/>
                </a:lnTo>
                <a:lnTo>
                  <a:pt x="8242709" y="2037442"/>
                </a:lnTo>
                <a:lnTo>
                  <a:pt x="8275365" y="2000034"/>
                </a:lnTo>
                <a:lnTo>
                  <a:pt x="8308307" y="1962934"/>
                </a:lnTo>
                <a:lnTo>
                  <a:pt x="8341532" y="1926142"/>
                </a:lnTo>
                <a:lnTo>
                  <a:pt x="8375038" y="1889660"/>
                </a:lnTo>
                <a:lnTo>
                  <a:pt x="8408823" y="1853489"/>
                </a:lnTo>
                <a:lnTo>
                  <a:pt x="8442885" y="1817630"/>
                </a:lnTo>
                <a:lnTo>
                  <a:pt x="8477221" y="1782084"/>
                </a:lnTo>
                <a:lnTo>
                  <a:pt x="8511829" y="1746853"/>
                </a:lnTo>
                <a:lnTo>
                  <a:pt x="8546706" y="1711937"/>
                </a:lnTo>
                <a:lnTo>
                  <a:pt x="8581851" y="1677337"/>
                </a:lnTo>
                <a:lnTo>
                  <a:pt x="8617261" y="1643056"/>
                </a:lnTo>
                <a:lnTo>
                  <a:pt x="8652934" y="1609093"/>
                </a:lnTo>
                <a:lnTo>
                  <a:pt x="8688867" y="1575450"/>
                </a:lnTo>
                <a:lnTo>
                  <a:pt x="8725058" y="1542128"/>
                </a:lnTo>
                <a:lnTo>
                  <a:pt x="8761506" y="1509129"/>
                </a:lnTo>
                <a:lnTo>
                  <a:pt x="8798207" y="1476452"/>
                </a:lnTo>
                <a:lnTo>
                  <a:pt x="8835159" y="1444101"/>
                </a:lnTo>
                <a:lnTo>
                  <a:pt x="8872360" y="1412075"/>
                </a:lnTo>
                <a:lnTo>
                  <a:pt x="8909808" y="1380375"/>
                </a:lnTo>
                <a:lnTo>
                  <a:pt x="8947501" y="1349004"/>
                </a:lnTo>
                <a:lnTo>
                  <a:pt x="8985435" y="1317962"/>
                </a:lnTo>
                <a:lnTo>
                  <a:pt x="9023610" y="1287250"/>
                </a:lnTo>
                <a:lnTo>
                  <a:pt x="9062022" y="1256869"/>
                </a:lnTo>
                <a:lnTo>
                  <a:pt x="9100669" y="1226820"/>
                </a:lnTo>
                <a:lnTo>
                  <a:pt x="9139549" y="1197105"/>
                </a:lnTo>
                <a:lnTo>
                  <a:pt x="9178660" y="1167725"/>
                </a:lnTo>
                <a:lnTo>
                  <a:pt x="9217999" y="1138681"/>
                </a:lnTo>
                <a:lnTo>
                  <a:pt x="9257564" y="1109974"/>
                </a:lnTo>
                <a:lnTo>
                  <a:pt x="9297353" y="1081604"/>
                </a:lnTo>
                <a:lnTo>
                  <a:pt x="9337364" y="1053574"/>
                </a:lnTo>
                <a:lnTo>
                  <a:pt x="9377594" y="1025884"/>
                </a:lnTo>
                <a:lnTo>
                  <a:pt x="9418040" y="998536"/>
                </a:lnTo>
                <a:lnTo>
                  <a:pt x="9458702" y="971530"/>
                </a:lnTo>
                <a:lnTo>
                  <a:pt x="9499575" y="944868"/>
                </a:lnTo>
                <a:lnTo>
                  <a:pt x="9540659" y="918551"/>
                </a:lnTo>
                <a:lnTo>
                  <a:pt x="9581950" y="892580"/>
                </a:lnTo>
                <a:lnTo>
                  <a:pt x="9623447" y="866956"/>
                </a:lnTo>
                <a:lnTo>
                  <a:pt x="9665147" y="841681"/>
                </a:lnTo>
                <a:lnTo>
                  <a:pt x="9707048" y="816754"/>
                </a:lnTo>
                <a:lnTo>
                  <a:pt x="9749147" y="792179"/>
                </a:lnTo>
                <a:lnTo>
                  <a:pt x="9791443" y="767955"/>
                </a:lnTo>
                <a:lnTo>
                  <a:pt x="9833932" y="744083"/>
                </a:lnTo>
                <a:lnTo>
                  <a:pt x="9876613" y="720566"/>
                </a:lnTo>
                <a:lnTo>
                  <a:pt x="9919484" y="697404"/>
                </a:lnTo>
                <a:lnTo>
                  <a:pt x="9962542" y="674598"/>
                </a:lnTo>
                <a:lnTo>
                  <a:pt x="10005784" y="652149"/>
                </a:lnTo>
                <a:lnTo>
                  <a:pt x="10049209" y="630059"/>
                </a:lnTo>
                <a:lnTo>
                  <a:pt x="10092814" y="608328"/>
                </a:lnTo>
                <a:lnTo>
                  <a:pt x="10136597" y="586958"/>
                </a:lnTo>
                <a:lnTo>
                  <a:pt x="10180556" y="565950"/>
                </a:lnTo>
                <a:lnTo>
                  <a:pt x="10224688" y="545304"/>
                </a:lnTo>
                <a:lnTo>
                  <a:pt x="10268991" y="525023"/>
                </a:lnTo>
                <a:lnTo>
                  <a:pt x="10313463" y="505107"/>
                </a:lnTo>
                <a:lnTo>
                  <a:pt x="10358101" y="485558"/>
                </a:lnTo>
                <a:lnTo>
                  <a:pt x="10402903" y="466376"/>
                </a:lnTo>
                <a:lnTo>
                  <a:pt x="10447868" y="447563"/>
                </a:lnTo>
                <a:lnTo>
                  <a:pt x="10492991" y="429119"/>
                </a:lnTo>
                <a:lnTo>
                  <a:pt x="10538272" y="411046"/>
                </a:lnTo>
                <a:lnTo>
                  <a:pt x="10583708" y="393346"/>
                </a:lnTo>
                <a:lnTo>
                  <a:pt x="10629297" y="376018"/>
                </a:lnTo>
                <a:lnTo>
                  <a:pt x="10675036" y="359065"/>
                </a:lnTo>
                <a:lnTo>
                  <a:pt x="10720923" y="342487"/>
                </a:lnTo>
                <a:lnTo>
                  <a:pt x="10766956" y="326286"/>
                </a:lnTo>
                <a:lnTo>
                  <a:pt x="10813132" y="310462"/>
                </a:lnTo>
                <a:lnTo>
                  <a:pt x="10859450" y="295018"/>
                </a:lnTo>
                <a:lnTo>
                  <a:pt x="10905907" y="279953"/>
                </a:lnTo>
                <a:lnTo>
                  <a:pt x="10952500" y="265269"/>
                </a:lnTo>
                <a:lnTo>
                  <a:pt x="10999227" y="250968"/>
                </a:lnTo>
                <a:lnTo>
                  <a:pt x="11046087" y="237049"/>
                </a:lnTo>
                <a:lnTo>
                  <a:pt x="11093076" y="223516"/>
                </a:lnTo>
                <a:lnTo>
                  <a:pt x="11140193" y="210368"/>
                </a:lnTo>
                <a:lnTo>
                  <a:pt x="11187434" y="197606"/>
                </a:lnTo>
                <a:lnTo>
                  <a:pt x="11234799" y="185233"/>
                </a:lnTo>
                <a:lnTo>
                  <a:pt x="11282284" y="173248"/>
                </a:lnTo>
                <a:lnTo>
                  <a:pt x="11329888" y="161654"/>
                </a:lnTo>
                <a:lnTo>
                  <a:pt x="11377607" y="150451"/>
                </a:lnTo>
                <a:lnTo>
                  <a:pt x="11425440" y="139640"/>
                </a:lnTo>
                <a:lnTo>
                  <a:pt x="11473385" y="129223"/>
                </a:lnTo>
                <a:lnTo>
                  <a:pt x="11521439" y="119201"/>
                </a:lnTo>
                <a:lnTo>
                  <a:pt x="11569599" y="109574"/>
                </a:lnTo>
                <a:lnTo>
                  <a:pt x="11617864" y="100344"/>
                </a:lnTo>
                <a:lnTo>
                  <a:pt x="11666231" y="91512"/>
                </a:lnTo>
                <a:lnTo>
                  <a:pt x="11714698" y="83080"/>
                </a:lnTo>
                <a:lnTo>
                  <a:pt x="11763263" y="75047"/>
                </a:lnTo>
                <a:lnTo>
                  <a:pt x="11811923" y="67417"/>
                </a:lnTo>
                <a:lnTo>
                  <a:pt x="11860676" y="60188"/>
                </a:lnTo>
                <a:lnTo>
                  <a:pt x="11909519" y="53364"/>
                </a:lnTo>
                <a:lnTo>
                  <a:pt x="11958451" y="46944"/>
                </a:lnTo>
                <a:lnTo>
                  <a:pt x="12007470" y="40931"/>
                </a:lnTo>
                <a:lnTo>
                  <a:pt x="12056572" y="35324"/>
                </a:lnTo>
                <a:lnTo>
                  <a:pt x="12105756" y="30126"/>
                </a:lnTo>
                <a:lnTo>
                  <a:pt x="12155019" y="25337"/>
                </a:lnTo>
                <a:lnTo>
                  <a:pt x="12204359" y="20958"/>
                </a:lnTo>
                <a:lnTo>
                  <a:pt x="12253773" y="16991"/>
                </a:lnTo>
                <a:lnTo>
                  <a:pt x="12303260" y="13437"/>
                </a:lnTo>
                <a:lnTo>
                  <a:pt x="12352818" y="10297"/>
                </a:lnTo>
                <a:lnTo>
                  <a:pt x="12402443" y="7572"/>
                </a:lnTo>
                <a:lnTo>
                  <a:pt x="12452133" y="5263"/>
                </a:lnTo>
                <a:lnTo>
                  <a:pt x="12501887" y="3371"/>
                </a:lnTo>
                <a:lnTo>
                  <a:pt x="12551701" y="1898"/>
                </a:lnTo>
                <a:lnTo>
                  <a:pt x="12601574" y="844"/>
                </a:lnTo>
                <a:lnTo>
                  <a:pt x="12651504" y="211"/>
                </a:lnTo>
                <a:lnTo>
                  <a:pt x="12701487" y="0"/>
                </a:lnTo>
                <a:lnTo>
                  <a:pt x="13158798" y="0"/>
                </a:lnTo>
              </a:path>
            </a:pathLst>
          </a:custGeom>
          <a:ln w="19050">
            <a:gradFill>
              <a:gsLst>
                <a:gs pos="15000">
                  <a:schemeClr val="tx2"/>
                </a:gs>
                <a:gs pos="0">
                  <a:schemeClr val="bg1">
                    <a:alpha val="0"/>
                  </a:schemeClr>
                </a:gs>
              </a:gsLst>
              <a:lin ang="5400000" scaled="0"/>
            </a:gradFill>
          </a:ln>
        </p:spPr>
        <p:txBody>
          <a:bodyPr wrap="square" lIns="0" tIns="0" rIns="0" bIns="0" rtlCol="0"/>
          <a:lstStyle/>
          <a:p>
            <a:pPr marL="0" marR="0" lvl="0" indent="0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7386E73B-247A-53EE-BBDF-E29641B5F9E0}"/>
              </a:ext>
            </a:extLst>
          </p:cNvPr>
          <p:cNvCxnSpPr>
            <a:cxnSpLocks/>
          </p:cNvCxnSpPr>
          <p:nvPr/>
        </p:nvCxnSpPr>
        <p:spPr>
          <a:xfrm flipH="1">
            <a:off x="334962" y="6678798"/>
            <a:ext cx="10980001" cy="0"/>
          </a:xfrm>
          <a:prstGeom prst="line">
            <a:avLst/>
          </a:prstGeom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14635988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4530">
          <p15:clr>
            <a:srgbClr val="FBAE40"/>
          </p15:clr>
        </p15:guide>
        <p15:guide id="2" orient="horz" pos="2410">
          <p15:clr>
            <a:srgbClr val="FBAE40"/>
          </p15:clr>
        </p15:guide>
        <p15:guide id="3" orient="horz" pos="141">
          <p15:clr>
            <a:srgbClr val="FBAE40"/>
          </p15:clr>
        </p15:guide>
        <p15:guide id="4" pos="128">
          <p15:clr>
            <a:srgbClr val="FBAE40"/>
          </p15:clr>
        </p15:guide>
        <p15:guide id="5" orient="horz" pos="2465">
          <p15:clr>
            <a:srgbClr val="FBAE40"/>
          </p15:clr>
        </p15:guide>
        <p15:guide id="6" orient="horz" pos="485">
          <p15:clr>
            <a:srgbClr val="FBAE40"/>
          </p15:clr>
        </p15:guide>
        <p15:guide id="7" orient="horz" pos="567">
          <p15:clr>
            <a:srgbClr val="FBAE40"/>
          </p15:clr>
        </p15:guide>
      </p15:sldGuideLst>
    </p:ext>
  </p:extLst>
</p:sldLayout>
</file>

<file path=ppt/slideLayouts/slideLayout140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3_Título | 2 linhas - Branco 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509521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pPr marL="20022">
              <a:spcBef>
                <a:spcPts val="45"/>
              </a:spcBef>
            </a:pPr>
            <a:fld id="{81D60167-4931-47E6-BA6A-407CBD079E47}" type="slidenum">
              <a:rPr lang="pt-BR" spc="-15" smtClean="0"/>
              <a:pPr marL="20022">
                <a:spcBef>
                  <a:spcPts val="45"/>
                </a:spcBef>
              </a:pPr>
              <a:t>‹#›</a:t>
            </a:fld>
            <a:endParaRPr lang="pt-BR" spc="-15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5" y="368302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tx1">
                    <a:lumMod val="85000"/>
                    <a:lumOff val="15000"/>
                  </a:schemeClr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5" y="1949416"/>
            <a:ext cx="5648397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>
                    <a:lumMod val="85000"/>
                    <a:lumOff val="15000"/>
                  </a:schemeClr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tx1">
                    <a:lumMod val="85000"/>
                    <a:lumOff val="15000"/>
                  </a:schemeClr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2" name="Text Placeholder 8">
            <a:extLst>
              <a:ext uri="{FF2B5EF4-FFF2-40B4-BE49-F238E27FC236}">
                <a16:creationId xmlns:a16="http://schemas.microsoft.com/office/drawing/2014/main" id="{A0F307EA-4C29-0128-C5F3-1EC020414CC8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208642" y="1949416"/>
            <a:ext cx="5648397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>
                    <a:lumMod val="85000"/>
                    <a:lumOff val="15000"/>
                  </a:schemeClr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FC74B37E-4911-072A-7204-9C9ACA9A1C80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5" y="1518529"/>
            <a:ext cx="5648397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8" name="Text Placeholder 8">
            <a:extLst>
              <a:ext uri="{FF2B5EF4-FFF2-40B4-BE49-F238E27FC236}">
                <a16:creationId xmlns:a16="http://schemas.microsoft.com/office/drawing/2014/main" id="{75ABF0D0-FF53-6AFF-585A-B5197E38DF03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208642" y="1518529"/>
            <a:ext cx="5648397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Picture 8">
            <a:extLst>
              <a:ext uri="{FF2B5EF4-FFF2-40B4-BE49-F238E27FC236}">
                <a16:creationId xmlns:a16="http://schemas.microsoft.com/office/drawing/2014/main" id="{1943F4AD-5909-A027-AB7E-4B0B0CAB4873}"/>
              </a:ext>
            </a:extLst>
          </p:cNvPr>
          <p:cNvSpPr/>
          <p:nvPr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tx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/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3616412D-DE90-817B-54BB-23F888952ABC}"/>
              </a:ext>
            </a:extLst>
          </p:cNvPr>
          <p:cNvCxnSpPr>
            <a:cxnSpLocks/>
          </p:cNvCxnSpPr>
          <p:nvPr/>
        </p:nvCxnSpPr>
        <p:spPr>
          <a:xfrm>
            <a:off x="2" y="169333"/>
            <a:ext cx="12229571" cy="0"/>
          </a:xfrm>
          <a:prstGeom prst="line">
            <a:avLst/>
          </a:prstGeom>
          <a:ln w="190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object 4">
            <a:extLst>
              <a:ext uri="{FF2B5EF4-FFF2-40B4-BE49-F238E27FC236}">
                <a16:creationId xmlns:a16="http://schemas.microsoft.com/office/drawing/2014/main" id="{C5004964-A8D5-62D5-7847-D18DE5CAFF49}"/>
              </a:ext>
            </a:extLst>
          </p:cNvPr>
          <p:cNvSpPr/>
          <p:nvPr/>
        </p:nvSpPr>
        <p:spPr>
          <a:xfrm rot="10247908" flipH="1">
            <a:off x="4106509" y="-4146683"/>
            <a:ext cx="8001039" cy="5749648"/>
          </a:xfrm>
          <a:custGeom>
            <a:avLst/>
            <a:gdLst>
              <a:gd name="connsiteX0" fmla="*/ 0 w 13940157"/>
              <a:gd name="connsiteY0" fmla="*/ 9200719 h 9456078"/>
              <a:gd name="connsiteX1" fmla="*/ 781360 w 13940157"/>
              <a:gd name="connsiteY1" fmla="*/ 9456078 h 9456078"/>
              <a:gd name="connsiteX2" fmla="*/ 831337 w 13940157"/>
              <a:gd name="connsiteY2" fmla="*/ 9455836 h 9456078"/>
              <a:gd name="connsiteX3" fmla="*/ 881253 w 13940157"/>
              <a:gd name="connsiteY3" fmla="*/ 9455111 h 9456078"/>
              <a:gd name="connsiteX4" fmla="*/ 931102 w 13940157"/>
              <a:gd name="connsiteY4" fmla="*/ 9453904 h 9456078"/>
              <a:gd name="connsiteX5" fmla="*/ 980884 w 13940157"/>
              <a:gd name="connsiteY5" fmla="*/ 9452217 h 9456078"/>
              <a:gd name="connsiteX6" fmla="*/ 1030594 w 13940157"/>
              <a:gd name="connsiteY6" fmla="*/ 9450052 h 9456078"/>
              <a:gd name="connsiteX7" fmla="*/ 1080230 w 13940157"/>
              <a:gd name="connsiteY7" fmla="*/ 9447409 h 9456078"/>
              <a:gd name="connsiteX8" fmla="*/ 1129789 w 13940157"/>
              <a:gd name="connsiteY8" fmla="*/ 9444290 h 9456078"/>
              <a:gd name="connsiteX9" fmla="*/ 1179267 w 13940157"/>
              <a:gd name="connsiteY9" fmla="*/ 9440698 h 9456078"/>
              <a:gd name="connsiteX10" fmla="*/ 1228662 w 13940157"/>
              <a:gd name="connsiteY10" fmla="*/ 9436632 h 9456078"/>
              <a:gd name="connsiteX11" fmla="*/ 1277970 w 13940157"/>
              <a:gd name="connsiteY11" fmla="*/ 9432096 h 9456078"/>
              <a:gd name="connsiteX12" fmla="*/ 1327189 w 13940157"/>
              <a:gd name="connsiteY12" fmla="*/ 9427089 h 9456078"/>
              <a:gd name="connsiteX13" fmla="*/ 1376316 w 13940157"/>
              <a:gd name="connsiteY13" fmla="*/ 9421615 h 9456078"/>
              <a:gd name="connsiteX14" fmla="*/ 1425347 w 13940157"/>
              <a:gd name="connsiteY14" fmla="*/ 9415673 h 9456078"/>
              <a:gd name="connsiteX15" fmla="*/ 1474280 w 13940157"/>
              <a:gd name="connsiteY15" fmla="*/ 9409267 h 9456078"/>
              <a:gd name="connsiteX16" fmla="*/ 1523111 w 13940157"/>
              <a:gd name="connsiteY16" fmla="*/ 9402396 h 9456078"/>
              <a:gd name="connsiteX17" fmla="*/ 1571838 w 13940157"/>
              <a:gd name="connsiteY17" fmla="*/ 9395063 h 9456078"/>
              <a:gd name="connsiteX18" fmla="*/ 1620458 w 13940157"/>
              <a:gd name="connsiteY18" fmla="*/ 9387270 h 9456078"/>
              <a:gd name="connsiteX19" fmla="*/ 1668967 w 13940157"/>
              <a:gd name="connsiteY19" fmla="*/ 9379017 h 9456078"/>
              <a:gd name="connsiteX20" fmla="*/ 1717362 w 13940157"/>
              <a:gd name="connsiteY20" fmla="*/ 9370306 h 9456078"/>
              <a:gd name="connsiteX21" fmla="*/ 1765641 w 13940157"/>
              <a:gd name="connsiteY21" fmla="*/ 9361139 h 9456078"/>
              <a:gd name="connsiteX22" fmla="*/ 1813800 w 13940157"/>
              <a:gd name="connsiteY22" fmla="*/ 9351517 h 9456078"/>
              <a:gd name="connsiteX23" fmla="*/ 1861837 w 13940157"/>
              <a:gd name="connsiteY23" fmla="*/ 9341441 h 9456078"/>
              <a:gd name="connsiteX24" fmla="*/ 1909749 w 13940157"/>
              <a:gd name="connsiteY24" fmla="*/ 9330914 h 9456078"/>
              <a:gd name="connsiteX25" fmla="*/ 1957532 w 13940157"/>
              <a:gd name="connsiteY25" fmla="*/ 9319936 h 9456078"/>
              <a:gd name="connsiteX26" fmla="*/ 2005183 w 13940157"/>
              <a:gd name="connsiteY26" fmla="*/ 9308509 h 9456078"/>
              <a:gd name="connsiteX27" fmla="*/ 2052699 w 13940157"/>
              <a:gd name="connsiteY27" fmla="*/ 9296635 h 9456078"/>
              <a:gd name="connsiteX28" fmla="*/ 2100079 w 13940157"/>
              <a:gd name="connsiteY28" fmla="*/ 9284315 h 9456078"/>
              <a:gd name="connsiteX29" fmla="*/ 2147317 w 13940157"/>
              <a:gd name="connsiteY29" fmla="*/ 9271550 h 9456078"/>
              <a:gd name="connsiteX30" fmla="*/ 2194412 w 13940157"/>
              <a:gd name="connsiteY30" fmla="*/ 9258342 h 9456078"/>
              <a:gd name="connsiteX31" fmla="*/ 2241360 w 13940157"/>
              <a:gd name="connsiteY31" fmla="*/ 9244693 h 9456078"/>
              <a:gd name="connsiteX32" fmla="*/ 2288159 w 13940157"/>
              <a:gd name="connsiteY32" fmla="*/ 9230604 h 9456078"/>
              <a:gd name="connsiteX33" fmla="*/ 2334805 w 13940157"/>
              <a:gd name="connsiteY33" fmla="*/ 9216076 h 9456078"/>
              <a:gd name="connsiteX34" fmla="*/ 2381295 w 13940157"/>
              <a:gd name="connsiteY34" fmla="*/ 9201111 h 9456078"/>
              <a:gd name="connsiteX35" fmla="*/ 2427627 w 13940157"/>
              <a:gd name="connsiteY35" fmla="*/ 9185710 h 9456078"/>
              <a:gd name="connsiteX36" fmla="*/ 2473797 w 13940157"/>
              <a:gd name="connsiteY36" fmla="*/ 9169876 h 9456078"/>
              <a:gd name="connsiteX37" fmla="*/ 2519802 w 13940157"/>
              <a:gd name="connsiteY37" fmla="*/ 9153608 h 9456078"/>
              <a:gd name="connsiteX38" fmla="*/ 2565640 w 13940157"/>
              <a:gd name="connsiteY38" fmla="*/ 9136910 h 9456078"/>
              <a:gd name="connsiteX39" fmla="*/ 2611307 w 13940157"/>
              <a:gd name="connsiteY39" fmla="*/ 9119782 h 9456078"/>
              <a:gd name="connsiteX40" fmla="*/ 2656800 w 13940157"/>
              <a:gd name="connsiteY40" fmla="*/ 9102226 h 9456078"/>
              <a:gd name="connsiteX41" fmla="*/ 2702116 w 13940157"/>
              <a:gd name="connsiteY41" fmla="*/ 9084243 h 9456078"/>
              <a:gd name="connsiteX42" fmla="*/ 2747253 w 13940157"/>
              <a:gd name="connsiteY42" fmla="*/ 9065835 h 9456078"/>
              <a:gd name="connsiteX43" fmla="*/ 2792207 w 13940157"/>
              <a:gd name="connsiteY43" fmla="*/ 9047004 h 9456078"/>
              <a:gd name="connsiteX44" fmla="*/ 2836975 w 13940157"/>
              <a:gd name="connsiteY44" fmla="*/ 9027750 h 9456078"/>
              <a:gd name="connsiteX45" fmla="*/ 2881555 w 13940157"/>
              <a:gd name="connsiteY45" fmla="*/ 9008075 h 9456078"/>
              <a:gd name="connsiteX46" fmla="*/ 2925942 w 13940157"/>
              <a:gd name="connsiteY46" fmla="*/ 8987981 h 9456078"/>
              <a:gd name="connsiteX47" fmla="*/ 2970135 w 13940157"/>
              <a:gd name="connsiteY47" fmla="*/ 8967470 h 9456078"/>
              <a:gd name="connsiteX48" fmla="*/ 3014130 w 13940157"/>
              <a:gd name="connsiteY48" fmla="*/ 8946542 h 9456078"/>
              <a:gd name="connsiteX49" fmla="*/ 3057924 w 13940157"/>
              <a:gd name="connsiteY49" fmla="*/ 8925199 h 9456078"/>
              <a:gd name="connsiteX50" fmla="*/ 3101514 w 13940157"/>
              <a:gd name="connsiteY50" fmla="*/ 8903443 h 9456078"/>
              <a:gd name="connsiteX51" fmla="*/ 3144898 w 13940157"/>
              <a:gd name="connsiteY51" fmla="*/ 8881275 h 9456078"/>
              <a:gd name="connsiteX52" fmla="*/ 3188071 w 13940157"/>
              <a:gd name="connsiteY52" fmla="*/ 8858697 h 9456078"/>
              <a:gd name="connsiteX53" fmla="*/ 3231032 w 13940157"/>
              <a:gd name="connsiteY53" fmla="*/ 8835710 h 9456078"/>
              <a:gd name="connsiteX54" fmla="*/ 3273777 w 13940157"/>
              <a:gd name="connsiteY54" fmla="*/ 8812316 h 9456078"/>
              <a:gd name="connsiteX55" fmla="*/ 3316303 w 13940157"/>
              <a:gd name="connsiteY55" fmla="*/ 8788516 h 9456078"/>
              <a:gd name="connsiteX56" fmla="*/ 3358607 w 13940157"/>
              <a:gd name="connsiteY56" fmla="*/ 8764311 h 9456078"/>
              <a:gd name="connsiteX57" fmla="*/ 3400686 w 13940157"/>
              <a:gd name="connsiteY57" fmla="*/ 8739704 h 9456078"/>
              <a:gd name="connsiteX58" fmla="*/ 3442537 w 13940157"/>
              <a:gd name="connsiteY58" fmla="*/ 8714695 h 9456078"/>
              <a:gd name="connsiteX59" fmla="*/ 3484157 w 13940157"/>
              <a:gd name="connsiteY59" fmla="*/ 8689286 h 9456078"/>
              <a:gd name="connsiteX60" fmla="*/ 3525543 w 13940157"/>
              <a:gd name="connsiteY60" fmla="*/ 8663479 h 9456078"/>
              <a:gd name="connsiteX61" fmla="*/ 3566693 w 13940157"/>
              <a:gd name="connsiteY61" fmla="*/ 8637274 h 9456078"/>
              <a:gd name="connsiteX62" fmla="*/ 3607602 w 13940157"/>
              <a:gd name="connsiteY62" fmla="*/ 8610675 h 9456078"/>
              <a:gd name="connsiteX63" fmla="*/ 3648268 w 13940157"/>
              <a:gd name="connsiteY63" fmla="*/ 8583681 h 9456078"/>
              <a:gd name="connsiteX64" fmla="*/ 3688689 w 13940157"/>
              <a:gd name="connsiteY64" fmla="*/ 8556295 h 9456078"/>
              <a:gd name="connsiteX65" fmla="*/ 3728860 w 13940157"/>
              <a:gd name="connsiteY65" fmla="*/ 8528517 h 9456078"/>
              <a:gd name="connsiteX66" fmla="*/ 3768779 w 13940157"/>
              <a:gd name="connsiteY66" fmla="*/ 8500351 h 9456078"/>
              <a:gd name="connsiteX67" fmla="*/ 3808443 w 13940157"/>
              <a:gd name="connsiteY67" fmla="*/ 8471796 h 9456078"/>
              <a:gd name="connsiteX68" fmla="*/ 3847849 w 13940157"/>
              <a:gd name="connsiteY68" fmla="*/ 8442854 h 9456078"/>
              <a:gd name="connsiteX69" fmla="*/ 3886994 w 13940157"/>
              <a:gd name="connsiteY69" fmla="*/ 8413528 h 9456078"/>
              <a:gd name="connsiteX70" fmla="*/ 3925875 w 13940157"/>
              <a:gd name="connsiteY70" fmla="*/ 8383818 h 9456078"/>
              <a:gd name="connsiteX71" fmla="*/ 3964489 w 13940157"/>
              <a:gd name="connsiteY71" fmla="*/ 8353726 h 9456078"/>
              <a:gd name="connsiteX72" fmla="*/ 4002833 w 13940157"/>
              <a:gd name="connsiteY72" fmla="*/ 8323253 h 9456078"/>
              <a:gd name="connsiteX73" fmla="*/ 4040904 w 13940157"/>
              <a:gd name="connsiteY73" fmla="*/ 8292401 h 9456078"/>
              <a:gd name="connsiteX74" fmla="*/ 4078699 w 13940157"/>
              <a:gd name="connsiteY74" fmla="*/ 8261172 h 9456078"/>
              <a:gd name="connsiteX75" fmla="*/ 4116214 w 13940157"/>
              <a:gd name="connsiteY75" fmla="*/ 8229566 h 9456078"/>
              <a:gd name="connsiteX76" fmla="*/ 4153447 w 13940157"/>
              <a:gd name="connsiteY76" fmla="*/ 8197585 h 9456078"/>
              <a:gd name="connsiteX77" fmla="*/ 4190395 w 13940157"/>
              <a:gd name="connsiteY77" fmla="*/ 8165232 h 9456078"/>
              <a:gd name="connsiteX78" fmla="*/ 4227055 w 13940157"/>
              <a:gd name="connsiteY78" fmla="*/ 8132507 h 9456078"/>
              <a:gd name="connsiteX79" fmla="*/ 4263424 w 13940157"/>
              <a:gd name="connsiteY79" fmla="*/ 8099411 h 9456078"/>
              <a:gd name="connsiteX80" fmla="*/ 4299499 w 13940157"/>
              <a:gd name="connsiteY80" fmla="*/ 8065947 h 9456078"/>
              <a:gd name="connsiteX81" fmla="*/ 4335276 w 13940157"/>
              <a:gd name="connsiteY81" fmla="*/ 8032115 h 9456078"/>
              <a:gd name="connsiteX82" fmla="*/ 4370753 w 13940157"/>
              <a:gd name="connsiteY82" fmla="*/ 7997918 h 9456078"/>
              <a:gd name="connsiteX83" fmla="*/ 4405927 w 13940157"/>
              <a:gd name="connsiteY83" fmla="*/ 7963356 h 9456078"/>
              <a:gd name="connsiteX84" fmla="*/ 4440795 w 13940157"/>
              <a:gd name="connsiteY84" fmla="*/ 7928432 h 9456078"/>
              <a:gd name="connsiteX85" fmla="*/ 4475354 w 13940157"/>
              <a:gd name="connsiteY85" fmla="*/ 7893146 h 9456078"/>
              <a:gd name="connsiteX86" fmla="*/ 4509600 w 13940157"/>
              <a:gd name="connsiteY86" fmla="*/ 7857501 h 9456078"/>
              <a:gd name="connsiteX87" fmla="*/ 4543531 w 13940157"/>
              <a:gd name="connsiteY87" fmla="*/ 7821497 h 9456078"/>
              <a:gd name="connsiteX88" fmla="*/ 4577143 w 13940157"/>
              <a:gd name="connsiteY88" fmla="*/ 7785136 h 9456078"/>
              <a:gd name="connsiteX89" fmla="*/ 4610435 w 13940157"/>
              <a:gd name="connsiteY89" fmla="*/ 7748420 h 9456078"/>
              <a:gd name="connsiteX90" fmla="*/ 4643402 w 13940157"/>
              <a:gd name="connsiteY90" fmla="*/ 7711350 h 9456078"/>
              <a:gd name="connsiteX91" fmla="*/ 4676042 w 13940157"/>
              <a:gd name="connsiteY91" fmla="*/ 7673928 h 9456078"/>
              <a:gd name="connsiteX92" fmla="*/ 4708351 w 13940157"/>
              <a:gd name="connsiteY92" fmla="*/ 7636155 h 9456078"/>
              <a:gd name="connsiteX93" fmla="*/ 4740327 w 13940157"/>
              <a:gd name="connsiteY93" fmla="*/ 7598032 h 9456078"/>
              <a:gd name="connsiteX94" fmla="*/ 4771967 w 13940157"/>
              <a:gd name="connsiteY94" fmla="*/ 7559561 h 9456078"/>
              <a:gd name="connsiteX95" fmla="*/ 4803267 w 13940157"/>
              <a:gd name="connsiteY95" fmla="*/ 7520744 h 9456078"/>
              <a:gd name="connsiteX96" fmla="*/ 4834225 w 13940157"/>
              <a:gd name="connsiteY96" fmla="*/ 7481582 h 9456078"/>
              <a:gd name="connsiteX97" fmla="*/ 4864838 w 13940157"/>
              <a:gd name="connsiteY97" fmla="*/ 7442077 h 9456078"/>
              <a:gd name="connsiteX98" fmla="*/ 8803671 w 13940157"/>
              <a:gd name="connsiteY98" fmla="*/ 2307814 h 9456078"/>
              <a:gd name="connsiteX99" fmla="*/ 8834262 w 13940157"/>
              <a:gd name="connsiteY99" fmla="*/ 2268285 h 9456078"/>
              <a:gd name="connsiteX100" fmla="*/ 8865156 w 13940157"/>
              <a:gd name="connsiteY100" fmla="*/ 2229056 h 9456078"/>
              <a:gd name="connsiteX101" fmla="*/ 8896349 w 13940157"/>
              <a:gd name="connsiteY101" fmla="*/ 2190127 h 9456078"/>
              <a:gd name="connsiteX102" fmla="*/ 8927839 w 13940157"/>
              <a:gd name="connsiteY102" fmla="*/ 2151500 h 9456078"/>
              <a:gd name="connsiteX103" fmla="*/ 8959624 w 13940157"/>
              <a:gd name="connsiteY103" fmla="*/ 2113176 h 9456078"/>
              <a:gd name="connsiteX104" fmla="*/ 8991701 w 13940157"/>
              <a:gd name="connsiteY104" fmla="*/ 2075157 h 9456078"/>
              <a:gd name="connsiteX105" fmla="*/ 9024069 w 13940157"/>
              <a:gd name="connsiteY105" fmla="*/ 2037442 h 9456078"/>
              <a:gd name="connsiteX106" fmla="*/ 9056725 w 13940157"/>
              <a:gd name="connsiteY106" fmla="*/ 2000034 h 9456078"/>
              <a:gd name="connsiteX107" fmla="*/ 9089667 w 13940157"/>
              <a:gd name="connsiteY107" fmla="*/ 1962934 h 9456078"/>
              <a:gd name="connsiteX108" fmla="*/ 9122892 w 13940157"/>
              <a:gd name="connsiteY108" fmla="*/ 1926142 h 9456078"/>
              <a:gd name="connsiteX109" fmla="*/ 9156398 w 13940157"/>
              <a:gd name="connsiteY109" fmla="*/ 1889660 h 9456078"/>
              <a:gd name="connsiteX110" fmla="*/ 9190183 w 13940157"/>
              <a:gd name="connsiteY110" fmla="*/ 1853489 h 9456078"/>
              <a:gd name="connsiteX111" fmla="*/ 9224245 w 13940157"/>
              <a:gd name="connsiteY111" fmla="*/ 1817630 h 9456078"/>
              <a:gd name="connsiteX112" fmla="*/ 9258581 w 13940157"/>
              <a:gd name="connsiteY112" fmla="*/ 1782084 h 9456078"/>
              <a:gd name="connsiteX113" fmla="*/ 9293189 w 13940157"/>
              <a:gd name="connsiteY113" fmla="*/ 1746853 h 9456078"/>
              <a:gd name="connsiteX114" fmla="*/ 9328066 w 13940157"/>
              <a:gd name="connsiteY114" fmla="*/ 1711937 h 9456078"/>
              <a:gd name="connsiteX115" fmla="*/ 9363211 w 13940157"/>
              <a:gd name="connsiteY115" fmla="*/ 1677337 h 9456078"/>
              <a:gd name="connsiteX116" fmla="*/ 9398621 w 13940157"/>
              <a:gd name="connsiteY116" fmla="*/ 1643056 h 9456078"/>
              <a:gd name="connsiteX117" fmla="*/ 9434294 w 13940157"/>
              <a:gd name="connsiteY117" fmla="*/ 1609093 h 9456078"/>
              <a:gd name="connsiteX118" fmla="*/ 9470227 w 13940157"/>
              <a:gd name="connsiteY118" fmla="*/ 1575450 h 9456078"/>
              <a:gd name="connsiteX119" fmla="*/ 9506418 w 13940157"/>
              <a:gd name="connsiteY119" fmla="*/ 1542128 h 9456078"/>
              <a:gd name="connsiteX120" fmla="*/ 9542866 w 13940157"/>
              <a:gd name="connsiteY120" fmla="*/ 1509129 h 9456078"/>
              <a:gd name="connsiteX121" fmla="*/ 9579567 w 13940157"/>
              <a:gd name="connsiteY121" fmla="*/ 1476452 h 9456078"/>
              <a:gd name="connsiteX122" fmla="*/ 9616519 w 13940157"/>
              <a:gd name="connsiteY122" fmla="*/ 1444101 h 9456078"/>
              <a:gd name="connsiteX123" fmla="*/ 9653720 w 13940157"/>
              <a:gd name="connsiteY123" fmla="*/ 1412075 h 9456078"/>
              <a:gd name="connsiteX124" fmla="*/ 9691168 w 13940157"/>
              <a:gd name="connsiteY124" fmla="*/ 1380375 h 9456078"/>
              <a:gd name="connsiteX125" fmla="*/ 9728861 w 13940157"/>
              <a:gd name="connsiteY125" fmla="*/ 1349004 h 9456078"/>
              <a:gd name="connsiteX126" fmla="*/ 9766795 w 13940157"/>
              <a:gd name="connsiteY126" fmla="*/ 1317962 h 9456078"/>
              <a:gd name="connsiteX127" fmla="*/ 9804970 w 13940157"/>
              <a:gd name="connsiteY127" fmla="*/ 1287250 h 9456078"/>
              <a:gd name="connsiteX128" fmla="*/ 9843382 w 13940157"/>
              <a:gd name="connsiteY128" fmla="*/ 1256869 h 9456078"/>
              <a:gd name="connsiteX129" fmla="*/ 9882029 w 13940157"/>
              <a:gd name="connsiteY129" fmla="*/ 1226820 h 9456078"/>
              <a:gd name="connsiteX130" fmla="*/ 9920909 w 13940157"/>
              <a:gd name="connsiteY130" fmla="*/ 1197105 h 9456078"/>
              <a:gd name="connsiteX131" fmla="*/ 9960020 w 13940157"/>
              <a:gd name="connsiteY131" fmla="*/ 1167725 h 9456078"/>
              <a:gd name="connsiteX132" fmla="*/ 9999359 w 13940157"/>
              <a:gd name="connsiteY132" fmla="*/ 1138681 h 9456078"/>
              <a:gd name="connsiteX133" fmla="*/ 10038924 w 13940157"/>
              <a:gd name="connsiteY133" fmla="*/ 1109974 h 9456078"/>
              <a:gd name="connsiteX134" fmla="*/ 10078713 w 13940157"/>
              <a:gd name="connsiteY134" fmla="*/ 1081604 h 9456078"/>
              <a:gd name="connsiteX135" fmla="*/ 10118724 w 13940157"/>
              <a:gd name="connsiteY135" fmla="*/ 1053574 h 9456078"/>
              <a:gd name="connsiteX136" fmla="*/ 10158954 w 13940157"/>
              <a:gd name="connsiteY136" fmla="*/ 1025884 h 9456078"/>
              <a:gd name="connsiteX137" fmla="*/ 10199400 w 13940157"/>
              <a:gd name="connsiteY137" fmla="*/ 998536 h 9456078"/>
              <a:gd name="connsiteX138" fmla="*/ 10240062 w 13940157"/>
              <a:gd name="connsiteY138" fmla="*/ 971530 h 9456078"/>
              <a:gd name="connsiteX139" fmla="*/ 10280935 w 13940157"/>
              <a:gd name="connsiteY139" fmla="*/ 944868 h 9456078"/>
              <a:gd name="connsiteX140" fmla="*/ 10322019 w 13940157"/>
              <a:gd name="connsiteY140" fmla="*/ 918551 h 9456078"/>
              <a:gd name="connsiteX141" fmla="*/ 10363310 w 13940157"/>
              <a:gd name="connsiteY141" fmla="*/ 892580 h 9456078"/>
              <a:gd name="connsiteX142" fmla="*/ 10404807 w 13940157"/>
              <a:gd name="connsiteY142" fmla="*/ 866956 h 9456078"/>
              <a:gd name="connsiteX143" fmla="*/ 10446507 w 13940157"/>
              <a:gd name="connsiteY143" fmla="*/ 841681 h 9456078"/>
              <a:gd name="connsiteX144" fmla="*/ 10488408 w 13940157"/>
              <a:gd name="connsiteY144" fmla="*/ 816754 h 9456078"/>
              <a:gd name="connsiteX145" fmla="*/ 10530507 w 13940157"/>
              <a:gd name="connsiteY145" fmla="*/ 792179 h 9456078"/>
              <a:gd name="connsiteX146" fmla="*/ 10572803 w 13940157"/>
              <a:gd name="connsiteY146" fmla="*/ 767955 h 9456078"/>
              <a:gd name="connsiteX147" fmla="*/ 10615292 w 13940157"/>
              <a:gd name="connsiteY147" fmla="*/ 744083 h 9456078"/>
              <a:gd name="connsiteX148" fmla="*/ 10657973 w 13940157"/>
              <a:gd name="connsiteY148" fmla="*/ 720566 h 9456078"/>
              <a:gd name="connsiteX149" fmla="*/ 10700844 w 13940157"/>
              <a:gd name="connsiteY149" fmla="*/ 697404 h 9456078"/>
              <a:gd name="connsiteX150" fmla="*/ 10743902 w 13940157"/>
              <a:gd name="connsiteY150" fmla="*/ 674598 h 9456078"/>
              <a:gd name="connsiteX151" fmla="*/ 10787144 w 13940157"/>
              <a:gd name="connsiteY151" fmla="*/ 652149 h 9456078"/>
              <a:gd name="connsiteX152" fmla="*/ 10830569 w 13940157"/>
              <a:gd name="connsiteY152" fmla="*/ 630059 h 9456078"/>
              <a:gd name="connsiteX153" fmla="*/ 10874174 w 13940157"/>
              <a:gd name="connsiteY153" fmla="*/ 608328 h 9456078"/>
              <a:gd name="connsiteX154" fmla="*/ 10917957 w 13940157"/>
              <a:gd name="connsiteY154" fmla="*/ 586958 h 9456078"/>
              <a:gd name="connsiteX155" fmla="*/ 10961916 w 13940157"/>
              <a:gd name="connsiteY155" fmla="*/ 565950 h 9456078"/>
              <a:gd name="connsiteX156" fmla="*/ 11006048 w 13940157"/>
              <a:gd name="connsiteY156" fmla="*/ 545304 h 9456078"/>
              <a:gd name="connsiteX157" fmla="*/ 11050351 w 13940157"/>
              <a:gd name="connsiteY157" fmla="*/ 525023 h 9456078"/>
              <a:gd name="connsiteX158" fmla="*/ 11094823 w 13940157"/>
              <a:gd name="connsiteY158" fmla="*/ 505107 h 9456078"/>
              <a:gd name="connsiteX159" fmla="*/ 11139461 w 13940157"/>
              <a:gd name="connsiteY159" fmla="*/ 485558 h 9456078"/>
              <a:gd name="connsiteX160" fmla="*/ 11184263 w 13940157"/>
              <a:gd name="connsiteY160" fmla="*/ 466376 h 9456078"/>
              <a:gd name="connsiteX161" fmla="*/ 11229228 w 13940157"/>
              <a:gd name="connsiteY161" fmla="*/ 447563 h 9456078"/>
              <a:gd name="connsiteX162" fmla="*/ 11274351 w 13940157"/>
              <a:gd name="connsiteY162" fmla="*/ 429119 h 9456078"/>
              <a:gd name="connsiteX163" fmla="*/ 11319632 w 13940157"/>
              <a:gd name="connsiteY163" fmla="*/ 411046 h 9456078"/>
              <a:gd name="connsiteX164" fmla="*/ 11365068 w 13940157"/>
              <a:gd name="connsiteY164" fmla="*/ 393346 h 9456078"/>
              <a:gd name="connsiteX165" fmla="*/ 11410657 w 13940157"/>
              <a:gd name="connsiteY165" fmla="*/ 376018 h 9456078"/>
              <a:gd name="connsiteX166" fmla="*/ 11456396 w 13940157"/>
              <a:gd name="connsiteY166" fmla="*/ 359065 h 9456078"/>
              <a:gd name="connsiteX167" fmla="*/ 11502283 w 13940157"/>
              <a:gd name="connsiteY167" fmla="*/ 342487 h 9456078"/>
              <a:gd name="connsiteX168" fmla="*/ 11548316 w 13940157"/>
              <a:gd name="connsiteY168" fmla="*/ 326286 h 9456078"/>
              <a:gd name="connsiteX169" fmla="*/ 11594492 w 13940157"/>
              <a:gd name="connsiteY169" fmla="*/ 310462 h 9456078"/>
              <a:gd name="connsiteX170" fmla="*/ 11640810 w 13940157"/>
              <a:gd name="connsiteY170" fmla="*/ 295018 h 9456078"/>
              <a:gd name="connsiteX171" fmla="*/ 11687267 w 13940157"/>
              <a:gd name="connsiteY171" fmla="*/ 279953 h 9456078"/>
              <a:gd name="connsiteX172" fmla="*/ 11733860 w 13940157"/>
              <a:gd name="connsiteY172" fmla="*/ 265269 h 9456078"/>
              <a:gd name="connsiteX173" fmla="*/ 11780587 w 13940157"/>
              <a:gd name="connsiteY173" fmla="*/ 250968 h 9456078"/>
              <a:gd name="connsiteX174" fmla="*/ 11827447 w 13940157"/>
              <a:gd name="connsiteY174" fmla="*/ 237049 h 9456078"/>
              <a:gd name="connsiteX175" fmla="*/ 11874436 w 13940157"/>
              <a:gd name="connsiteY175" fmla="*/ 223516 h 9456078"/>
              <a:gd name="connsiteX176" fmla="*/ 11921553 w 13940157"/>
              <a:gd name="connsiteY176" fmla="*/ 210368 h 9456078"/>
              <a:gd name="connsiteX177" fmla="*/ 11968794 w 13940157"/>
              <a:gd name="connsiteY177" fmla="*/ 197606 h 9456078"/>
              <a:gd name="connsiteX178" fmla="*/ 12016159 w 13940157"/>
              <a:gd name="connsiteY178" fmla="*/ 185233 h 9456078"/>
              <a:gd name="connsiteX179" fmla="*/ 12063644 w 13940157"/>
              <a:gd name="connsiteY179" fmla="*/ 173248 h 9456078"/>
              <a:gd name="connsiteX180" fmla="*/ 12111248 w 13940157"/>
              <a:gd name="connsiteY180" fmla="*/ 161654 h 9456078"/>
              <a:gd name="connsiteX181" fmla="*/ 12158967 w 13940157"/>
              <a:gd name="connsiteY181" fmla="*/ 150451 h 9456078"/>
              <a:gd name="connsiteX182" fmla="*/ 12206800 w 13940157"/>
              <a:gd name="connsiteY182" fmla="*/ 139640 h 9456078"/>
              <a:gd name="connsiteX183" fmla="*/ 12254745 w 13940157"/>
              <a:gd name="connsiteY183" fmla="*/ 129223 h 9456078"/>
              <a:gd name="connsiteX184" fmla="*/ 12302799 w 13940157"/>
              <a:gd name="connsiteY184" fmla="*/ 119201 h 9456078"/>
              <a:gd name="connsiteX185" fmla="*/ 12350959 w 13940157"/>
              <a:gd name="connsiteY185" fmla="*/ 109574 h 9456078"/>
              <a:gd name="connsiteX186" fmla="*/ 12399224 w 13940157"/>
              <a:gd name="connsiteY186" fmla="*/ 100344 h 9456078"/>
              <a:gd name="connsiteX187" fmla="*/ 12447591 w 13940157"/>
              <a:gd name="connsiteY187" fmla="*/ 91512 h 9456078"/>
              <a:gd name="connsiteX188" fmla="*/ 12496058 w 13940157"/>
              <a:gd name="connsiteY188" fmla="*/ 83080 h 9456078"/>
              <a:gd name="connsiteX189" fmla="*/ 12544623 w 13940157"/>
              <a:gd name="connsiteY189" fmla="*/ 75047 h 9456078"/>
              <a:gd name="connsiteX190" fmla="*/ 12593283 w 13940157"/>
              <a:gd name="connsiteY190" fmla="*/ 67417 h 9456078"/>
              <a:gd name="connsiteX191" fmla="*/ 12642036 w 13940157"/>
              <a:gd name="connsiteY191" fmla="*/ 60188 h 9456078"/>
              <a:gd name="connsiteX192" fmla="*/ 12690879 w 13940157"/>
              <a:gd name="connsiteY192" fmla="*/ 53364 h 9456078"/>
              <a:gd name="connsiteX193" fmla="*/ 12739811 w 13940157"/>
              <a:gd name="connsiteY193" fmla="*/ 46944 h 9456078"/>
              <a:gd name="connsiteX194" fmla="*/ 12788830 w 13940157"/>
              <a:gd name="connsiteY194" fmla="*/ 40931 h 9456078"/>
              <a:gd name="connsiteX195" fmla="*/ 12837932 w 13940157"/>
              <a:gd name="connsiteY195" fmla="*/ 35324 h 9456078"/>
              <a:gd name="connsiteX196" fmla="*/ 12887116 w 13940157"/>
              <a:gd name="connsiteY196" fmla="*/ 30126 h 9456078"/>
              <a:gd name="connsiteX197" fmla="*/ 12936379 w 13940157"/>
              <a:gd name="connsiteY197" fmla="*/ 25337 h 9456078"/>
              <a:gd name="connsiteX198" fmla="*/ 12985719 w 13940157"/>
              <a:gd name="connsiteY198" fmla="*/ 20958 h 9456078"/>
              <a:gd name="connsiteX199" fmla="*/ 13035133 w 13940157"/>
              <a:gd name="connsiteY199" fmla="*/ 16991 h 9456078"/>
              <a:gd name="connsiteX200" fmla="*/ 13084620 w 13940157"/>
              <a:gd name="connsiteY200" fmla="*/ 13437 h 9456078"/>
              <a:gd name="connsiteX201" fmla="*/ 13134178 w 13940157"/>
              <a:gd name="connsiteY201" fmla="*/ 10297 h 9456078"/>
              <a:gd name="connsiteX202" fmla="*/ 13183803 w 13940157"/>
              <a:gd name="connsiteY202" fmla="*/ 7572 h 9456078"/>
              <a:gd name="connsiteX203" fmla="*/ 13233493 w 13940157"/>
              <a:gd name="connsiteY203" fmla="*/ 5263 h 9456078"/>
              <a:gd name="connsiteX204" fmla="*/ 13283247 w 13940157"/>
              <a:gd name="connsiteY204" fmla="*/ 3371 h 9456078"/>
              <a:gd name="connsiteX205" fmla="*/ 13333061 w 13940157"/>
              <a:gd name="connsiteY205" fmla="*/ 1898 h 9456078"/>
              <a:gd name="connsiteX206" fmla="*/ 13382934 w 13940157"/>
              <a:gd name="connsiteY206" fmla="*/ 844 h 9456078"/>
              <a:gd name="connsiteX207" fmla="*/ 13432864 w 13940157"/>
              <a:gd name="connsiteY207" fmla="*/ 211 h 9456078"/>
              <a:gd name="connsiteX208" fmla="*/ 13482847 w 13940157"/>
              <a:gd name="connsiteY208" fmla="*/ 0 h 9456078"/>
              <a:gd name="connsiteX209" fmla="*/ 13940158 w 13940157"/>
              <a:gd name="connsiteY209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49234 w 13158799"/>
              <a:gd name="connsiteY5" fmla="*/ 9450052 h 9456078"/>
              <a:gd name="connsiteX6" fmla="*/ 298870 w 13158799"/>
              <a:gd name="connsiteY6" fmla="*/ 9447409 h 9456078"/>
              <a:gd name="connsiteX7" fmla="*/ 348429 w 13158799"/>
              <a:gd name="connsiteY7" fmla="*/ 9444290 h 9456078"/>
              <a:gd name="connsiteX8" fmla="*/ 397907 w 13158799"/>
              <a:gd name="connsiteY8" fmla="*/ 9440698 h 9456078"/>
              <a:gd name="connsiteX9" fmla="*/ 447302 w 13158799"/>
              <a:gd name="connsiteY9" fmla="*/ 9436632 h 9456078"/>
              <a:gd name="connsiteX10" fmla="*/ 496610 w 13158799"/>
              <a:gd name="connsiteY10" fmla="*/ 9432096 h 9456078"/>
              <a:gd name="connsiteX11" fmla="*/ 545829 w 13158799"/>
              <a:gd name="connsiteY11" fmla="*/ 9427089 h 9456078"/>
              <a:gd name="connsiteX12" fmla="*/ 594956 w 13158799"/>
              <a:gd name="connsiteY12" fmla="*/ 9421615 h 9456078"/>
              <a:gd name="connsiteX13" fmla="*/ 643987 w 13158799"/>
              <a:gd name="connsiteY13" fmla="*/ 9415673 h 9456078"/>
              <a:gd name="connsiteX14" fmla="*/ 692920 w 13158799"/>
              <a:gd name="connsiteY14" fmla="*/ 9409267 h 9456078"/>
              <a:gd name="connsiteX15" fmla="*/ 741751 w 13158799"/>
              <a:gd name="connsiteY15" fmla="*/ 9402396 h 9456078"/>
              <a:gd name="connsiteX16" fmla="*/ 790478 w 13158799"/>
              <a:gd name="connsiteY16" fmla="*/ 9395063 h 9456078"/>
              <a:gd name="connsiteX17" fmla="*/ 839098 w 13158799"/>
              <a:gd name="connsiteY17" fmla="*/ 9387270 h 9456078"/>
              <a:gd name="connsiteX18" fmla="*/ 887607 w 13158799"/>
              <a:gd name="connsiteY18" fmla="*/ 9379017 h 9456078"/>
              <a:gd name="connsiteX19" fmla="*/ 936002 w 13158799"/>
              <a:gd name="connsiteY19" fmla="*/ 9370306 h 9456078"/>
              <a:gd name="connsiteX20" fmla="*/ 984281 w 13158799"/>
              <a:gd name="connsiteY20" fmla="*/ 9361139 h 9456078"/>
              <a:gd name="connsiteX21" fmla="*/ 1032440 w 13158799"/>
              <a:gd name="connsiteY21" fmla="*/ 9351517 h 9456078"/>
              <a:gd name="connsiteX22" fmla="*/ 1080477 w 13158799"/>
              <a:gd name="connsiteY22" fmla="*/ 9341441 h 9456078"/>
              <a:gd name="connsiteX23" fmla="*/ 1128389 w 13158799"/>
              <a:gd name="connsiteY23" fmla="*/ 9330914 h 9456078"/>
              <a:gd name="connsiteX24" fmla="*/ 1176172 w 13158799"/>
              <a:gd name="connsiteY24" fmla="*/ 9319936 h 9456078"/>
              <a:gd name="connsiteX25" fmla="*/ 1223823 w 13158799"/>
              <a:gd name="connsiteY25" fmla="*/ 9308509 h 9456078"/>
              <a:gd name="connsiteX26" fmla="*/ 1271339 w 13158799"/>
              <a:gd name="connsiteY26" fmla="*/ 9296635 h 9456078"/>
              <a:gd name="connsiteX27" fmla="*/ 1318719 w 13158799"/>
              <a:gd name="connsiteY27" fmla="*/ 9284315 h 9456078"/>
              <a:gd name="connsiteX28" fmla="*/ 1365957 w 13158799"/>
              <a:gd name="connsiteY28" fmla="*/ 9271550 h 9456078"/>
              <a:gd name="connsiteX29" fmla="*/ 1413052 w 13158799"/>
              <a:gd name="connsiteY29" fmla="*/ 9258342 h 9456078"/>
              <a:gd name="connsiteX30" fmla="*/ 1460000 w 13158799"/>
              <a:gd name="connsiteY30" fmla="*/ 9244693 h 9456078"/>
              <a:gd name="connsiteX31" fmla="*/ 1506799 w 13158799"/>
              <a:gd name="connsiteY31" fmla="*/ 9230604 h 9456078"/>
              <a:gd name="connsiteX32" fmla="*/ 1553445 w 13158799"/>
              <a:gd name="connsiteY32" fmla="*/ 9216076 h 9456078"/>
              <a:gd name="connsiteX33" fmla="*/ 1599935 w 13158799"/>
              <a:gd name="connsiteY33" fmla="*/ 9201111 h 9456078"/>
              <a:gd name="connsiteX34" fmla="*/ 1646267 w 13158799"/>
              <a:gd name="connsiteY34" fmla="*/ 9185710 h 9456078"/>
              <a:gd name="connsiteX35" fmla="*/ 1692437 w 13158799"/>
              <a:gd name="connsiteY35" fmla="*/ 9169876 h 9456078"/>
              <a:gd name="connsiteX36" fmla="*/ 1738442 w 13158799"/>
              <a:gd name="connsiteY36" fmla="*/ 9153608 h 9456078"/>
              <a:gd name="connsiteX37" fmla="*/ 1784280 w 13158799"/>
              <a:gd name="connsiteY37" fmla="*/ 9136910 h 9456078"/>
              <a:gd name="connsiteX38" fmla="*/ 1829947 w 13158799"/>
              <a:gd name="connsiteY38" fmla="*/ 9119782 h 9456078"/>
              <a:gd name="connsiteX39" fmla="*/ 1875440 w 13158799"/>
              <a:gd name="connsiteY39" fmla="*/ 9102226 h 9456078"/>
              <a:gd name="connsiteX40" fmla="*/ 1920756 w 13158799"/>
              <a:gd name="connsiteY40" fmla="*/ 9084243 h 9456078"/>
              <a:gd name="connsiteX41" fmla="*/ 1965893 w 13158799"/>
              <a:gd name="connsiteY41" fmla="*/ 9065835 h 9456078"/>
              <a:gd name="connsiteX42" fmla="*/ 2010847 w 13158799"/>
              <a:gd name="connsiteY42" fmla="*/ 9047004 h 9456078"/>
              <a:gd name="connsiteX43" fmla="*/ 2055615 w 13158799"/>
              <a:gd name="connsiteY43" fmla="*/ 9027750 h 9456078"/>
              <a:gd name="connsiteX44" fmla="*/ 2100195 w 13158799"/>
              <a:gd name="connsiteY44" fmla="*/ 9008075 h 9456078"/>
              <a:gd name="connsiteX45" fmla="*/ 2144582 w 13158799"/>
              <a:gd name="connsiteY45" fmla="*/ 8987981 h 9456078"/>
              <a:gd name="connsiteX46" fmla="*/ 2188775 w 13158799"/>
              <a:gd name="connsiteY46" fmla="*/ 8967470 h 9456078"/>
              <a:gd name="connsiteX47" fmla="*/ 2232770 w 13158799"/>
              <a:gd name="connsiteY47" fmla="*/ 8946542 h 9456078"/>
              <a:gd name="connsiteX48" fmla="*/ 2276564 w 13158799"/>
              <a:gd name="connsiteY48" fmla="*/ 8925199 h 9456078"/>
              <a:gd name="connsiteX49" fmla="*/ 2320154 w 13158799"/>
              <a:gd name="connsiteY49" fmla="*/ 8903443 h 9456078"/>
              <a:gd name="connsiteX50" fmla="*/ 2363538 w 13158799"/>
              <a:gd name="connsiteY50" fmla="*/ 8881275 h 9456078"/>
              <a:gd name="connsiteX51" fmla="*/ 2406711 w 13158799"/>
              <a:gd name="connsiteY51" fmla="*/ 8858697 h 9456078"/>
              <a:gd name="connsiteX52" fmla="*/ 2449672 w 13158799"/>
              <a:gd name="connsiteY52" fmla="*/ 8835710 h 9456078"/>
              <a:gd name="connsiteX53" fmla="*/ 2492417 w 13158799"/>
              <a:gd name="connsiteY53" fmla="*/ 8812316 h 9456078"/>
              <a:gd name="connsiteX54" fmla="*/ 2534943 w 13158799"/>
              <a:gd name="connsiteY54" fmla="*/ 8788516 h 9456078"/>
              <a:gd name="connsiteX55" fmla="*/ 2577247 w 13158799"/>
              <a:gd name="connsiteY55" fmla="*/ 8764311 h 9456078"/>
              <a:gd name="connsiteX56" fmla="*/ 2619326 w 13158799"/>
              <a:gd name="connsiteY56" fmla="*/ 8739704 h 9456078"/>
              <a:gd name="connsiteX57" fmla="*/ 2661177 w 13158799"/>
              <a:gd name="connsiteY57" fmla="*/ 8714695 h 9456078"/>
              <a:gd name="connsiteX58" fmla="*/ 2702797 w 13158799"/>
              <a:gd name="connsiteY58" fmla="*/ 8689286 h 9456078"/>
              <a:gd name="connsiteX59" fmla="*/ 2744183 w 13158799"/>
              <a:gd name="connsiteY59" fmla="*/ 8663479 h 9456078"/>
              <a:gd name="connsiteX60" fmla="*/ 2785333 w 13158799"/>
              <a:gd name="connsiteY60" fmla="*/ 8637274 h 9456078"/>
              <a:gd name="connsiteX61" fmla="*/ 2826242 w 13158799"/>
              <a:gd name="connsiteY61" fmla="*/ 8610675 h 9456078"/>
              <a:gd name="connsiteX62" fmla="*/ 2866908 w 13158799"/>
              <a:gd name="connsiteY62" fmla="*/ 8583681 h 9456078"/>
              <a:gd name="connsiteX63" fmla="*/ 2907329 w 13158799"/>
              <a:gd name="connsiteY63" fmla="*/ 8556295 h 9456078"/>
              <a:gd name="connsiteX64" fmla="*/ 2947500 w 13158799"/>
              <a:gd name="connsiteY64" fmla="*/ 8528517 h 9456078"/>
              <a:gd name="connsiteX65" fmla="*/ 2987419 w 13158799"/>
              <a:gd name="connsiteY65" fmla="*/ 8500351 h 9456078"/>
              <a:gd name="connsiteX66" fmla="*/ 3027083 w 13158799"/>
              <a:gd name="connsiteY66" fmla="*/ 8471796 h 9456078"/>
              <a:gd name="connsiteX67" fmla="*/ 3066489 w 13158799"/>
              <a:gd name="connsiteY67" fmla="*/ 8442854 h 9456078"/>
              <a:gd name="connsiteX68" fmla="*/ 3105634 w 13158799"/>
              <a:gd name="connsiteY68" fmla="*/ 8413528 h 9456078"/>
              <a:gd name="connsiteX69" fmla="*/ 3144515 w 13158799"/>
              <a:gd name="connsiteY69" fmla="*/ 8383818 h 9456078"/>
              <a:gd name="connsiteX70" fmla="*/ 3183129 w 13158799"/>
              <a:gd name="connsiteY70" fmla="*/ 8353726 h 9456078"/>
              <a:gd name="connsiteX71" fmla="*/ 3221473 w 13158799"/>
              <a:gd name="connsiteY71" fmla="*/ 8323253 h 9456078"/>
              <a:gd name="connsiteX72" fmla="*/ 3259544 w 13158799"/>
              <a:gd name="connsiteY72" fmla="*/ 8292401 h 9456078"/>
              <a:gd name="connsiteX73" fmla="*/ 3297339 w 13158799"/>
              <a:gd name="connsiteY73" fmla="*/ 8261172 h 9456078"/>
              <a:gd name="connsiteX74" fmla="*/ 3334854 w 13158799"/>
              <a:gd name="connsiteY74" fmla="*/ 8229566 h 9456078"/>
              <a:gd name="connsiteX75" fmla="*/ 3372087 w 13158799"/>
              <a:gd name="connsiteY75" fmla="*/ 8197585 h 9456078"/>
              <a:gd name="connsiteX76" fmla="*/ 3409035 w 13158799"/>
              <a:gd name="connsiteY76" fmla="*/ 8165232 h 9456078"/>
              <a:gd name="connsiteX77" fmla="*/ 3445695 w 13158799"/>
              <a:gd name="connsiteY77" fmla="*/ 8132507 h 9456078"/>
              <a:gd name="connsiteX78" fmla="*/ 3482064 w 13158799"/>
              <a:gd name="connsiteY78" fmla="*/ 8099411 h 9456078"/>
              <a:gd name="connsiteX79" fmla="*/ 3518139 w 13158799"/>
              <a:gd name="connsiteY79" fmla="*/ 8065947 h 9456078"/>
              <a:gd name="connsiteX80" fmla="*/ 3553916 w 13158799"/>
              <a:gd name="connsiteY80" fmla="*/ 8032115 h 9456078"/>
              <a:gd name="connsiteX81" fmla="*/ 3589393 w 13158799"/>
              <a:gd name="connsiteY81" fmla="*/ 7997918 h 9456078"/>
              <a:gd name="connsiteX82" fmla="*/ 3624567 w 13158799"/>
              <a:gd name="connsiteY82" fmla="*/ 7963356 h 9456078"/>
              <a:gd name="connsiteX83" fmla="*/ 3659435 w 13158799"/>
              <a:gd name="connsiteY83" fmla="*/ 7928432 h 9456078"/>
              <a:gd name="connsiteX84" fmla="*/ 3693994 w 13158799"/>
              <a:gd name="connsiteY84" fmla="*/ 7893146 h 9456078"/>
              <a:gd name="connsiteX85" fmla="*/ 3728240 w 13158799"/>
              <a:gd name="connsiteY85" fmla="*/ 7857501 h 9456078"/>
              <a:gd name="connsiteX86" fmla="*/ 3762171 w 13158799"/>
              <a:gd name="connsiteY86" fmla="*/ 7821497 h 9456078"/>
              <a:gd name="connsiteX87" fmla="*/ 3795783 w 13158799"/>
              <a:gd name="connsiteY87" fmla="*/ 7785136 h 9456078"/>
              <a:gd name="connsiteX88" fmla="*/ 3829075 w 13158799"/>
              <a:gd name="connsiteY88" fmla="*/ 7748420 h 9456078"/>
              <a:gd name="connsiteX89" fmla="*/ 3862042 w 13158799"/>
              <a:gd name="connsiteY89" fmla="*/ 7711350 h 9456078"/>
              <a:gd name="connsiteX90" fmla="*/ 3894682 w 13158799"/>
              <a:gd name="connsiteY90" fmla="*/ 7673928 h 9456078"/>
              <a:gd name="connsiteX91" fmla="*/ 3926991 w 13158799"/>
              <a:gd name="connsiteY91" fmla="*/ 7636155 h 9456078"/>
              <a:gd name="connsiteX92" fmla="*/ 3958967 w 13158799"/>
              <a:gd name="connsiteY92" fmla="*/ 7598032 h 9456078"/>
              <a:gd name="connsiteX93" fmla="*/ 3990607 w 13158799"/>
              <a:gd name="connsiteY93" fmla="*/ 7559561 h 9456078"/>
              <a:gd name="connsiteX94" fmla="*/ 4021907 w 13158799"/>
              <a:gd name="connsiteY94" fmla="*/ 7520744 h 9456078"/>
              <a:gd name="connsiteX95" fmla="*/ 4052865 w 13158799"/>
              <a:gd name="connsiteY95" fmla="*/ 7481582 h 9456078"/>
              <a:gd name="connsiteX96" fmla="*/ 4083478 w 13158799"/>
              <a:gd name="connsiteY96" fmla="*/ 7442077 h 9456078"/>
              <a:gd name="connsiteX97" fmla="*/ 8022311 w 13158799"/>
              <a:gd name="connsiteY97" fmla="*/ 2307814 h 9456078"/>
              <a:gd name="connsiteX98" fmla="*/ 8052902 w 13158799"/>
              <a:gd name="connsiteY98" fmla="*/ 2268285 h 9456078"/>
              <a:gd name="connsiteX99" fmla="*/ 8083796 w 13158799"/>
              <a:gd name="connsiteY99" fmla="*/ 2229056 h 9456078"/>
              <a:gd name="connsiteX100" fmla="*/ 8114989 w 13158799"/>
              <a:gd name="connsiteY100" fmla="*/ 2190127 h 9456078"/>
              <a:gd name="connsiteX101" fmla="*/ 8146479 w 13158799"/>
              <a:gd name="connsiteY101" fmla="*/ 2151500 h 9456078"/>
              <a:gd name="connsiteX102" fmla="*/ 8178264 w 13158799"/>
              <a:gd name="connsiteY102" fmla="*/ 2113176 h 9456078"/>
              <a:gd name="connsiteX103" fmla="*/ 8210341 w 13158799"/>
              <a:gd name="connsiteY103" fmla="*/ 2075157 h 9456078"/>
              <a:gd name="connsiteX104" fmla="*/ 8242709 w 13158799"/>
              <a:gd name="connsiteY104" fmla="*/ 2037442 h 9456078"/>
              <a:gd name="connsiteX105" fmla="*/ 8275365 w 13158799"/>
              <a:gd name="connsiteY105" fmla="*/ 2000034 h 9456078"/>
              <a:gd name="connsiteX106" fmla="*/ 8308307 w 13158799"/>
              <a:gd name="connsiteY106" fmla="*/ 1962934 h 9456078"/>
              <a:gd name="connsiteX107" fmla="*/ 8341532 w 13158799"/>
              <a:gd name="connsiteY107" fmla="*/ 1926142 h 9456078"/>
              <a:gd name="connsiteX108" fmla="*/ 8375038 w 13158799"/>
              <a:gd name="connsiteY108" fmla="*/ 1889660 h 9456078"/>
              <a:gd name="connsiteX109" fmla="*/ 8408823 w 13158799"/>
              <a:gd name="connsiteY109" fmla="*/ 1853489 h 9456078"/>
              <a:gd name="connsiteX110" fmla="*/ 8442885 w 13158799"/>
              <a:gd name="connsiteY110" fmla="*/ 1817630 h 9456078"/>
              <a:gd name="connsiteX111" fmla="*/ 8477221 w 13158799"/>
              <a:gd name="connsiteY111" fmla="*/ 1782084 h 9456078"/>
              <a:gd name="connsiteX112" fmla="*/ 8511829 w 13158799"/>
              <a:gd name="connsiteY112" fmla="*/ 1746853 h 9456078"/>
              <a:gd name="connsiteX113" fmla="*/ 8546706 w 13158799"/>
              <a:gd name="connsiteY113" fmla="*/ 1711937 h 9456078"/>
              <a:gd name="connsiteX114" fmla="*/ 8581851 w 13158799"/>
              <a:gd name="connsiteY114" fmla="*/ 1677337 h 9456078"/>
              <a:gd name="connsiteX115" fmla="*/ 8617261 w 13158799"/>
              <a:gd name="connsiteY115" fmla="*/ 1643056 h 9456078"/>
              <a:gd name="connsiteX116" fmla="*/ 8652934 w 13158799"/>
              <a:gd name="connsiteY116" fmla="*/ 1609093 h 9456078"/>
              <a:gd name="connsiteX117" fmla="*/ 8688867 w 13158799"/>
              <a:gd name="connsiteY117" fmla="*/ 1575450 h 9456078"/>
              <a:gd name="connsiteX118" fmla="*/ 8725058 w 13158799"/>
              <a:gd name="connsiteY118" fmla="*/ 1542128 h 9456078"/>
              <a:gd name="connsiteX119" fmla="*/ 8761506 w 13158799"/>
              <a:gd name="connsiteY119" fmla="*/ 1509129 h 9456078"/>
              <a:gd name="connsiteX120" fmla="*/ 8798207 w 13158799"/>
              <a:gd name="connsiteY120" fmla="*/ 1476452 h 9456078"/>
              <a:gd name="connsiteX121" fmla="*/ 8835159 w 13158799"/>
              <a:gd name="connsiteY121" fmla="*/ 1444101 h 9456078"/>
              <a:gd name="connsiteX122" fmla="*/ 8872360 w 13158799"/>
              <a:gd name="connsiteY122" fmla="*/ 1412075 h 9456078"/>
              <a:gd name="connsiteX123" fmla="*/ 8909808 w 13158799"/>
              <a:gd name="connsiteY123" fmla="*/ 1380375 h 9456078"/>
              <a:gd name="connsiteX124" fmla="*/ 8947501 w 13158799"/>
              <a:gd name="connsiteY124" fmla="*/ 1349004 h 9456078"/>
              <a:gd name="connsiteX125" fmla="*/ 8985435 w 13158799"/>
              <a:gd name="connsiteY125" fmla="*/ 1317962 h 9456078"/>
              <a:gd name="connsiteX126" fmla="*/ 9023610 w 13158799"/>
              <a:gd name="connsiteY126" fmla="*/ 1287250 h 9456078"/>
              <a:gd name="connsiteX127" fmla="*/ 9062022 w 13158799"/>
              <a:gd name="connsiteY127" fmla="*/ 1256869 h 9456078"/>
              <a:gd name="connsiteX128" fmla="*/ 9100669 w 13158799"/>
              <a:gd name="connsiteY128" fmla="*/ 1226820 h 9456078"/>
              <a:gd name="connsiteX129" fmla="*/ 9139549 w 13158799"/>
              <a:gd name="connsiteY129" fmla="*/ 1197105 h 9456078"/>
              <a:gd name="connsiteX130" fmla="*/ 9178660 w 13158799"/>
              <a:gd name="connsiteY130" fmla="*/ 1167725 h 9456078"/>
              <a:gd name="connsiteX131" fmla="*/ 9217999 w 13158799"/>
              <a:gd name="connsiteY131" fmla="*/ 1138681 h 9456078"/>
              <a:gd name="connsiteX132" fmla="*/ 9257564 w 13158799"/>
              <a:gd name="connsiteY132" fmla="*/ 1109974 h 9456078"/>
              <a:gd name="connsiteX133" fmla="*/ 9297353 w 13158799"/>
              <a:gd name="connsiteY133" fmla="*/ 1081604 h 9456078"/>
              <a:gd name="connsiteX134" fmla="*/ 9337364 w 13158799"/>
              <a:gd name="connsiteY134" fmla="*/ 1053574 h 9456078"/>
              <a:gd name="connsiteX135" fmla="*/ 9377594 w 13158799"/>
              <a:gd name="connsiteY135" fmla="*/ 1025884 h 9456078"/>
              <a:gd name="connsiteX136" fmla="*/ 9418040 w 13158799"/>
              <a:gd name="connsiteY136" fmla="*/ 998536 h 9456078"/>
              <a:gd name="connsiteX137" fmla="*/ 9458702 w 13158799"/>
              <a:gd name="connsiteY137" fmla="*/ 971530 h 9456078"/>
              <a:gd name="connsiteX138" fmla="*/ 9499575 w 13158799"/>
              <a:gd name="connsiteY138" fmla="*/ 944868 h 9456078"/>
              <a:gd name="connsiteX139" fmla="*/ 9540659 w 13158799"/>
              <a:gd name="connsiteY139" fmla="*/ 918551 h 9456078"/>
              <a:gd name="connsiteX140" fmla="*/ 9581950 w 13158799"/>
              <a:gd name="connsiteY140" fmla="*/ 892580 h 9456078"/>
              <a:gd name="connsiteX141" fmla="*/ 9623447 w 13158799"/>
              <a:gd name="connsiteY141" fmla="*/ 866956 h 9456078"/>
              <a:gd name="connsiteX142" fmla="*/ 9665147 w 13158799"/>
              <a:gd name="connsiteY142" fmla="*/ 841681 h 9456078"/>
              <a:gd name="connsiteX143" fmla="*/ 9707048 w 13158799"/>
              <a:gd name="connsiteY143" fmla="*/ 816754 h 9456078"/>
              <a:gd name="connsiteX144" fmla="*/ 9749147 w 13158799"/>
              <a:gd name="connsiteY144" fmla="*/ 792179 h 9456078"/>
              <a:gd name="connsiteX145" fmla="*/ 9791443 w 13158799"/>
              <a:gd name="connsiteY145" fmla="*/ 767955 h 9456078"/>
              <a:gd name="connsiteX146" fmla="*/ 9833932 w 13158799"/>
              <a:gd name="connsiteY146" fmla="*/ 744083 h 9456078"/>
              <a:gd name="connsiteX147" fmla="*/ 9876613 w 13158799"/>
              <a:gd name="connsiteY147" fmla="*/ 720566 h 9456078"/>
              <a:gd name="connsiteX148" fmla="*/ 9919484 w 13158799"/>
              <a:gd name="connsiteY148" fmla="*/ 697404 h 9456078"/>
              <a:gd name="connsiteX149" fmla="*/ 9962542 w 13158799"/>
              <a:gd name="connsiteY149" fmla="*/ 674598 h 9456078"/>
              <a:gd name="connsiteX150" fmla="*/ 10005784 w 13158799"/>
              <a:gd name="connsiteY150" fmla="*/ 652149 h 9456078"/>
              <a:gd name="connsiteX151" fmla="*/ 10049209 w 13158799"/>
              <a:gd name="connsiteY151" fmla="*/ 630059 h 9456078"/>
              <a:gd name="connsiteX152" fmla="*/ 10092814 w 13158799"/>
              <a:gd name="connsiteY152" fmla="*/ 608328 h 9456078"/>
              <a:gd name="connsiteX153" fmla="*/ 10136597 w 13158799"/>
              <a:gd name="connsiteY153" fmla="*/ 586958 h 9456078"/>
              <a:gd name="connsiteX154" fmla="*/ 10180556 w 13158799"/>
              <a:gd name="connsiteY154" fmla="*/ 565950 h 9456078"/>
              <a:gd name="connsiteX155" fmla="*/ 10224688 w 13158799"/>
              <a:gd name="connsiteY155" fmla="*/ 545304 h 9456078"/>
              <a:gd name="connsiteX156" fmla="*/ 10268991 w 13158799"/>
              <a:gd name="connsiteY156" fmla="*/ 525023 h 9456078"/>
              <a:gd name="connsiteX157" fmla="*/ 10313463 w 13158799"/>
              <a:gd name="connsiteY157" fmla="*/ 505107 h 9456078"/>
              <a:gd name="connsiteX158" fmla="*/ 10358101 w 13158799"/>
              <a:gd name="connsiteY158" fmla="*/ 485558 h 9456078"/>
              <a:gd name="connsiteX159" fmla="*/ 10402903 w 13158799"/>
              <a:gd name="connsiteY159" fmla="*/ 466376 h 9456078"/>
              <a:gd name="connsiteX160" fmla="*/ 10447868 w 13158799"/>
              <a:gd name="connsiteY160" fmla="*/ 447563 h 9456078"/>
              <a:gd name="connsiteX161" fmla="*/ 10492991 w 13158799"/>
              <a:gd name="connsiteY161" fmla="*/ 429119 h 9456078"/>
              <a:gd name="connsiteX162" fmla="*/ 10538272 w 13158799"/>
              <a:gd name="connsiteY162" fmla="*/ 411046 h 9456078"/>
              <a:gd name="connsiteX163" fmla="*/ 10583708 w 13158799"/>
              <a:gd name="connsiteY163" fmla="*/ 393346 h 9456078"/>
              <a:gd name="connsiteX164" fmla="*/ 10629297 w 13158799"/>
              <a:gd name="connsiteY164" fmla="*/ 376018 h 9456078"/>
              <a:gd name="connsiteX165" fmla="*/ 10675036 w 13158799"/>
              <a:gd name="connsiteY165" fmla="*/ 359065 h 9456078"/>
              <a:gd name="connsiteX166" fmla="*/ 10720923 w 13158799"/>
              <a:gd name="connsiteY166" fmla="*/ 342487 h 9456078"/>
              <a:gd name="connsiteX167" fmla="*/ 10766956 w 13158799"/>
              <a:gd name="connsiteY167" fmla="*/ 326286 h 9456078"/>
              <a:gd name="connsiteX168" fmla="*/ 10813132 w 13158799"/>
              <a:gd name="connsiteY168" fmla="*/ 310462 h 9456078"/>
              <a:gd name="connsiteX169" fmla="*/ 10859450 w 13158799"/>
              <a:gd name="connsiteY169" fmla="*/ 295018 h 9456078"/>
              <a:gd name="connsiteX170" fmla="*/ 10905907 w 13158799"/>
              <a:gd name="connsiteY170" fmla="*/ 279953 h 9456078"/>
              <a:gd name="connsiteX171" fmla="*/ 10952500 w 13158799"/>
              <a:gd name="connsiteY171" fmla="*/ 265269 h 9456078"/>
              <a:gd name="connsiteX172" fmla="*/ 10999227 w 13158799"/>
              <a:gd name="connsiteY172" fmla="*/ 250968 h 9456078"/>
              <a:gd name="connsiteX173" fmla="*/ 11046087 w 13158799"/>
              <a:gd name="connsiteY173" fmla="*/ 237049 h 9456078"/>
              <a:gd name="connsiteX174" fmla="*/ 11093076 w 13158799"/>
              <a:gd name="connsiteY174" fmla="*/ 223516 h 9456078"/>
              <a:gd name="connsiteX175" fmla="*/ 11140193 w 13158799"/>
              <a:gd name="connsiteY175" fmla="*/ 210368 h 9456078"/>
              <a:gd name="connsiteX176" fmla="*/ 11187434 w 13158799"/>
              <a:gd name="connsiteY176" fmla="*/ 197606 h 9456078"/>
              <a:gd name="connsiteX177" fmla="*/ 11234799 w 13158799"/>
              <a:gd name="connsiteY177" fmla="*/ 185233 h 9456078"/>
              <a:gd name="connsiteX178" fmla="*/ 11282284 w 13158799"/>
              <a:gd name="connsiteY178" fmla="*/ 173248 h 9456078"/>
              <a:gd name="connsiteX179" fmla="*/ 11329888 w 13158799"/>
              <a:gd name="connsiteY179" fmla="*/ 161654 h 9456078"/>
              <a:gd name="connsiteX180" fmla="*/ 11377607 w 13158799"/>
              <a:gd name="connsiteY180" fmla="*/ 150451 h 9456078"/>
              <a:gd name="connsiteX181" fmla="*/ 11425440 w 13158799"/>
              <a:gd name="connsiteY181" fmla="*/ 139640 h 9456078"/>
              <a:gd name="connsiteX182" fmla="*/ 11473385 w 13158799"/>
              <a:gd name="connsiteY182" fmla="*/ 129223 h 9456078"/>
              <a:gd name="connsiteX183" fmla="*/ 11521439 w 13158799"/>
              <a:gd name="connsiteY183" fmla="*/ 119201 h 9456078"/>
              <a:gd name="connsiteX184" fmla="*/ 11569599 w 13158799"/>
              <a:gd name="connsiteY184" fmla="*/ 109574 h 9456078"/>
              <a:gd name="connsiteX185" fmla="*/ 11617864 w 13158799"/>
              <a:gd name="connsiteY185" fmla="*/ 100344 h 9456078"/>
              <a:gd name="connsiteX186" fmla="*/ 11666231 w 13158799"/>
              <a:gd name="connsiteY186" fmla="*/ 91512 h 9456078"/>
              <a:gd name="connsiteX187" fmla="*/ 11714698 w 13158799"/>
              <a:gd name="connsiteY187" fmla="*/ 83080 h 9456078"/>
              <a:gd name="connsiteX188" fmla="*/ 11763263 w 13158799"/>
              <a:gd name="connsiteY188" fmla="*/ 75047 h 9456078"/>
              <a:gd name="connsiteX189" fmla="*/ 11811923 w 13158799"/>
              <a:gd name="connsiteY189" fmla="*/ 67417 h 9456078"/>
              <a:gd name="connsiteX190" fmla="*/ 11860676 w 13158799"/>
              <a:gd name="connsiteY190" fmla="*/ 60188 h 9456078"/>
              <a:gd name="connsiteX191" fmla="*/ 11909519 w 13158799"/>
              <a:gd name="connsiteY191" fmla="*/ 53364 h 9456078"/>
              <a:gd name="connsiteX192" fmla="*/ 11958451 w 13158799"/>
              <a:gd name="connsiteY192" fmla="*/ 46944 h 9456078"/>
              <a:gd name="connsiteX193" fmla="*/ 12007470 w 13158799"/>
              <a:gd name="connsiteY193" fmla="*/ 40931 h 9456078"/>
              <a:gd name="connsiteX194" fmla="*/ 12056572 w 13158799"/>
              <a:gd name="connsiteY194" fmla="*/ 35324 h 9456078"/>
              <a:gd name="connsiteX195" fmla="*/ 12105756 w 13158799"/>
              <a:gd name="connsiteY195" fmla="*/ 30126 h 9456078"/>
              <a:gd name="connsiteX196" fmla="*/ 12155019 w 13158799"/>
              <a:gd name="connsiteY196" fmla="*/ 25337 h 9456078"/>
              <a:gd name="connsiteX197" fmla="*/ 12204359 w 13158799"/>
              <a:gd name="connsiteY197" fmla="*/ 20958 h 9456078"/>
              <a:gd name="connsiteX198" fmla="*/ 12253773 w 13158799"/>
              <a:gd name="connsiteY198" fmla="*/ 16991 h 9456078"/>
              <a:gd name="connsiteX199" fmla="*/ 12303260 w 13158799"/>
              <a:gd name="connsiteY199" fmla="*/ 13437 h 9456078"/>
              <a:gd name="connsiteX200" fmla="*/ 12352818 w 13158799"/>
              <a:gd name="connsiteY200" fmla="*/ 10297 h 9456078"/>
              <a:gd name="connsiteX201" fmla="*/ 12402443 w 13158799"/>
              <a:gd name="connsiteY201" fmla="*/ 7572 h 9456078"/>
              <a:gd name="connsiteX202" fmla="*/ 12452133 w 13158799"/>
              <a:gd name="connsiteY202" fmla="*/ 5263 h 9456078"/>
              <a:gd name="connsiteX203" fmla="*/ 12501887 w 13158799"/>
              <a:gd name="connsiteY203" fmla="*/ 3371 h 9456078"/>
              <a:gd name="connsiteX204" fmla="*/ 12551701 w 13158799"/>
              <a:gd name="connsiteY204" fmla="*/ 1898 h 9456078"/>
              <a:gd name="connsiteX205" fmla="*/ 12601574 w 13158799"/>
              <a:gd name="connsiteY205" fmla="*/ 844 h 9456078"/>
              <a:gd name="connsiteX206" fmla="*/ 12651504 w 13158799"/>
              <a:gd name="connsiteY206" fmla="*/ 211 h 9456078"/>
              <a:gd name="connsiteX207" fmla="*/ 12701487 w 13158799"/>
              <a:gd name="connsiteY207" fmla="*/ 0 h 9456078"/>
              <a:gd name="connsiteX208" fmla="*/ 13158798 w 13158799"/>
              <a:gd name="connsiteY208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28389 w 13158797"/>
              <a:gd name="connsiteY22" fmla="*/ 9330914 h 9456078"/>
              <a:gd name="connsiteX23" fmla="*/ 1176172 w 13158797"/>
              <a:gd name="connsiteY23" fmla="*/ 9319936 h 9456078"/>
              <a:gd name="connsiteX24" fmla="*/ 1223823 w 13158797"/>
              <a:gd name="connsiteY24" fmla="*/ 9308509 h 9456078"/>
              <a:gd name="connsiteX25" fmla="*/ 1271339 w 13158797"/>
              <a:gd name="connsiteY25" fmla="*/ 9296635 h 9456078"/>
              <a:gd name="connsiteX26" fmla="*/ 1318719 w 13158797"/>
              <a:gd name="connsiteY26" fmla="*/ 9284315 h 9456078"/>
              <a:gd name="connsiteX27" fmla="*/ 1365957 w 13158797"/>
              <a:gd name="connsiteY27" fmla="*/ 9271550 h 9456078"/>
              <a:gd name="connsiteX28" fmla="*/ 1413052 w 13158797"/>
              <a:gd name="connsiteY28" fmla="*/ 9258342 h 9456078"/>
              <a:gd name="connsiteX29" fmla="*/ 1460000 w 13158797"/>
              <a:gd name="connsiteY29" fmla="*/ 9244693 h 9456078"/>
              <a:gd name="connsiteX30" fmla="*/ 1506799 w 13158797"/>
              <a:gd name="connsiteY30" fmla="*/ 9230604 h 9456078"/>
              <a:gd name="connsiteX31" fmla="*/ 1553445 w 13158797"/>
              <a:gd name="connsiteY31" fmla="*/ 9216076 h 9456078"/>
              <a:gd name="connsiteX32" fmla="*/ 1599935 w 13158797"/>
              <a:gd name="connsiteY32" fmla="*/ 9201111 h 9456078"/>
              <a:gd name="connsiteX33" fmla="*/ 1646267 w 13158797"/>
              <a:gd name="connsiteY33" fmla="*/ 9185710 h 9456078"/>
              <a:gd name="connsiteX34" fmla="*/ 1692437 w 13158797"/>
              <a:gd name="connsiteY34" fmla="*/ 9169876 h 9456078"/>
              <a:gd name="connsiteX35" fmla="*/ 1738442 w 13158797"/>
              <a:gd name="connsiteY35" fmla="*/ 9153608 h 9456078"/>
              <a:gd name="connsiteX36" fmla="*/ 1784280 w 13158797"/>
              <a:gd name="connsiteY36" fmla="*/ 9136910 h 9456078"/>
              <a:gd name="connsiteX37" fmla="*/ 1829947 w 13158797"/>
              <a:gd name="connsiteY37" fmla="*/ 9119782 h 9456078"/>
              <a:gd name="connsiteX38" fmla="*/ 1875440 w 13158797"/>
              <a:gd name="connsiteY38" fmla="*/ 9102226 h 9456078"/>
              <a:gd name="connsiteX39" fmla="*/ 1920756 w 13158797"/>
              <a:gd name="connsiteY39" fmla="*/ 9084243 h 9456078"/>
              <a:gd name="connsiteX40" fmla="*/ 1965893 w 13158797"/>
              <a:gd name="connsiteY40" fmla="*/ 9065835 h 9456078"/>
              <a:gd name="connsiteX41" fmla="*/ 2010847 w 13158797"/>
              <a:gd name="connsiteY41" fmla="*/ 9047004 h 9456078"/>
              <a:gd name="connsiteX42" fmla="*/ 2055615 w 13158797"/>
              <a:gd name="connsiteY42" fmla="*/ 9027750 h 9456078"/>
              <a:gd name="connsiteX43" fmla="*/ 2100195 w 13158797"/>
              <a:gd name="connsiteY43" fmla="*/ 9008075 h 9456078"/>
              <a:gd name="connsiteX44" fmla="*/ 2144582 w 13158797"/>
              <a:gd name="connsiteY44" fmla="*/ 8987981 h 9456078"/>
              <a:gd name="connsiteX45" fmla="*/ 2188775 w 13158797"/>
              <a:gd name="connsiteY45" fmla="*/ 8967470 h 9456078"/>
              <a:gd name="connsiteX46" fmla="*/ 2232770 w 13158797"/>
              <a:gd name="connsiteY46" fmla="*/ 8946542 h 9456078"/>
              <a:gd name="connsiteX47" fmla="*/ 2276564 w 13158797"/>
              <a:gd name="connsiteY47" fmla="*/ 8925199 h 9456078"/>
              <a:gd name="connsiteX48" fmla="*/ 2320154 w 13158797"/>
              <a:gd name="connsiteY48" fmla="*/ 8903443 h 9456078"/>
              <a:gd name="connsiteX49" fmla="*/ 2363538 w 13158797"/>
              <a:gd name="connsiteY49" fmla="*/ 8881275 h 9456078"/>
              <a:gd name="connsiteX50" fmla="*/ 2406711 w 13158797"/>
              <a:gd name="connsiteY50" fmla="*/ 8858697 h 9456078"/>
              <a:gd name="connsiteX51" fmla="*/ 2449672 w 13158797"/>
              <a:gd name="connsiteY51" fmla="*/ 8835710 h 9456078"/>
              <a:gd name="connsiteX52" fmla="*/ 2492417 w 13158797"/>
              <a:gd name="connsiteY52" fmla="*/ 8812316 h 9456078"/>
              <a:gd name="connsiteX53" fmla="*/ 2534943 w 13158797"/>
              <a:gd name="connsiteY53" fmla="*/ 8788516 h 9456078"/>
              <a:gd name="connsiteX54" fmla="*/ 2577247 w 13158797"/>
              <a:gd name="connsiteY54" fmla="*/ 8764311 h 9456078"/>
              <a:gd name="connsiteX55" fmla="*/ 2619326 w 13158797"/>
              <a:gd name="connsiteY55" fmla="*/ 8739704 h 9456078"/>
              <a:gd name="connsiteX56" fmla="*/ 2661177 w 13158797"/>
              <a:gd name="connsiteY56" fmla="*/ 8714695 h 9456078"/>
              <a:gd name="connsiteX57" fmla="*/ 2702797 w 13158797"/>
              <a:gd name="connsiteY57" fmla="*/ 8689286 h 9456078"/>
              <a:gd name="connsiteX58" fmla="*/ 2744183 w 13158797"/>
              <a:gd name="connsiteY58" fmla="*/ 8663479 h 9456078"/>
              <a:gd name="connsiteX59" fmla="*/ 2785333 w 13158797"/>
              <a:gd name="connsiteY59" fmla="*/ 8637274 h 9456078"/>
              <a:gd name="connsiteX60" fmla="*/ 2826242 w 13158797"/>
              <a:gd name="connsiteY60" fmla="*/ 8610675 h 9456078"/>
              <a:gd name="connsiteX61" fmla="*/ 2866908 w 13158797"/>
              <a:gd name="connsiteY61" fmla="*/ 8583681 h 9456078"/>
              <a:gd name="connsiteX62" fmla="*/ 2907329 w 13158797"/>
              <a:gd name="connsiteY62" fmla="*/ 8556295 h 9456078"/>
              <a:gd name="connsiteX63" fmla="*/ 2947500 w 13158797"/>
              <a:gd name="connsiteY63" fmla="*/ 8528517 h 9456078"/>
              <a:gd name="connsiteX64" fmla="*/ 2987419 w 13158797"/>
              <a:gd name="connsiteY64" fmla="*/ 8500351 h 9456078"/>
              <a:gd name="connsiteX65" fmla="*/ 3027083 w 13158797"/>
              <a:gd name="connsiteY65" fmla="*/ 8471796 h 9456078"/>
              <a:gd name="connsiteX66" fmla="*/ 3066489 w 13158797"/>
              <a:gd name="connsiteY66" fmla="*/ 8442854 h 9456078"/>
              <a:gd name="connsiteX67" fmla="*/ 3105634 w 13158797"/>
              <a:gd name="connsiteY67" fmla="*/ 8413528 h 9456078"/>
              <a:gd name="connsiteX68" fmla="*/ 3144515 w 13158797"/>
              <a:gd name="connsiteY68" fmla="*/ 8383818 h 9456078"/>
              <a:gd name="connsiteX69" fmla="*/ 3183129 w 13158797"/>
              <a:gd name="connsiteY69" fmla="*/ 8353726 h 9456078"/>
              <a:gd name="connsiteX70" fmla="*/ 3221473 w 13158797"/>
              <a:gd name="connsiteY70" fmla="*/ 8323253 h 9456078"/>
              <a:gd name="connsiteX71" fmla="*/ 3259544 w 13158797"/>
              <a:gd name="connsiteY71" fmla="*/ 8292401 h 9456078"/>
              <a:gd name="connsiteX72" fmla="*/ 3297339 w 13158797"/>
              <a:gd name="connsiteY72" fmla="*/ 8261172 h 9456078"/>
              <a:gd name="connsiteX73" fmla="*/ 3334854 w 13158797"/>
              <a:gd name="connsiteY73" fmla="*/ 8229566 h 9456078"/>
              <a:gd name="connsiteX74" fmla="*/ 3372087 w 13158797"/>
              <a:gd name="connsiteY74" fmla="*/ 8197585 h 9456078"/>
              <a:gd name="connsiteX75" fmla="*/ 3409035 w 13158797"/>
              <a:gd name="connsiteY75" fmla="*/ 8165232 h 9456078"/>
              <a:gd name="connsiteX76" fmla="*/ 3445695 w 13158797"/>
              <a:gd name="connsiteY76" fmla="*/ 8132507 h 9456078"/>
              <a:gd name="connsiteX77" fmla="*/ 3482064 w 13158797"/>
              <a:gd name="connsiteY77" fmla="*/ 8099411 h 9456078"/>
              <a:gd name="connsiteX78" fmla="*/ 3518139 w 13158797"/>
              <a:gd name="connsiteY78" fmla="*/ 8065947 h 9456078"/>
              <a:gd name="connsiteX79" fmla="*/ 3553916 w 13158797"/>
              <a:gd name="connsiteY79" fmla="*/ 8032115 h 9456078"/>
              <a:gd name="connsiteX80" fmla="*/ 3589393 w 13158797"/>
              <a:gd name="connsiteY80" fmla="*/ 7997918 h 9456078"/>
              <a:gd name="connsiteX81" fmla="*/ 3624567 w 13158797"/>
              <a:gd name="connsiteY81" fmla="*/ 7963356 h 9456078"/>
              <a:gd name="connsiteX82" fmla="*/ 3659435 w 13158797"/>
              <a:gd name="connsiteY82" fmla="*/ 7928432 h 9456078"/>
              <a:gd name="connsiteX83" fmla="*/ 3693994 w 13158797"/>
              <a:gd name="connsiteY83" fmla="*/ 7893146 h 9456078"/>
              <a:gd name="connsiteX84" fmla="*/ 3728240 w 13158797"/>
              <a:gd name="connsiteY84" fmla="*/ 7857501 h 9456078"/>
              <a:gd name="connsiteX85" fmla="*/ 3762171 w 13158797"/>
              <a:gd name="connsiteY85" fmla="*/ 7821497 h 9456078"/>
              <a:gd name="connsiteX86" fmla="*/ 3795783 w 13158797"/>
              <a:gd name="connsiteY86" fmla="*/ 7785136 h 9456078"/>
              <a:gd name="connsiteX87" fmla="*/ 3829075 w 13158797"/>
              <a:gd name="connsiteY87" fmla="*/ 7748420 h 9456078"/>
              <a:gd name="connsiteX88" fmla="*/ 3862042 w 13158797"/>
              <a:gd name="connsiteY88" fmla="*/ 7711350 h 9456078"/>
              <a:gd name="connsiteX89" fmla="*/ 3894682 w 13158797"/>
              <a:gd name="connsiteY89" fmla="*/ 7673928 h 9456078"/>
              <a:gd name="connsiteX90" fmla="*/ 3926991 w 13158797"/>
              <a:gd name="connsiteY90" fmla="*/ 7636155 h 9456078"/>
              <a:gd name="connsiteX91" fmla="*/ 3958967 w 13158797"/>
              <a:gd name="connsiteY91" fmla="*/ 7598032 h 9456078"/>
              <a:gd name="connsiteX92" fmla="*/ 3990607 w 13158797"/>
              <a:gd name="connsiteY92" fmla="*/ 7559561 h 9456078"/>
              <a:gd name="connsiteX93" fmla="*/ 4021907 w 13158797"/>
              <a:gd name="connsiteY93" fmla="*/ 7520744 h 9456078"/>
              <a:gd name="connsiteX94" fmla="*/ 4052865 w 13158797"/>
              <a:gd name="connsiteY94" fmla="*/ 7481582 h 9456078"/>
              <a:gd name="connsiteX95" fmla="*/ 4083478 w 13158797"/>
              <a:gd name="connsiteY95" fmla="*/ 7442077 h 9456078"/>
              <a:gd name="connsiteX96" fmla="*/ 8022311 w 13158797"/>
              <a:gd name="connsiteY96" fmla="*/ 2307814 h 9456078"/>
              <a:gd name="connsiteX97" fmla="*/ 8052902 w 13158797"/>
              <a:gd name="connsiteY97" fmla="*/ 2268285 h 9456078"/>
              <a:gd name="connsiteX98" fmla="*/ 8083796 w 13158797"/>
              <a:gd name="connsiteY98" fmla="*/ 2229056 h 9456078"/>
              <a:gd name="connsiteX99" fmla="*/ 8114989 w 13158797"/>
              <a:gd name="connsiteY99" fmla="*/ 2190127 h 9456078"/>
              <a:gd name="connsiteX100" fmla="*/ 8146479 w 13158797"/>
              <a:gd name="connsiteY100" fmla="*/ 2151500 h 9456078"/>
              <a:gd name="connsiteX101" fmla="*/ 8178264 w 13158797"/>
              <a:gd name="connsiteY101" fmla="*/ 2113176 h 9456078"/>
              <a:gd name="connsiteX102" fmla="*/ 8210341 w 13158797"/>
              <a:gd name="connsiteY102" fmla="*/ 2075157 h 9456078"/>
              <a:gd name="connsiteX103" fmla="*/ 8242709 w 13158797"/>
              <a:gd name="connsiteY103" fmla="*/ 2037442 h 9456078"/>
              <a:gd name="connsiteX104" fmla="*/ 8275365 w 13158797"/>
              <a:gd name="connsiteY104" fmla="*/ 2000034 h 9456078"/>
              <a:gd name="connsiteX105" fmla="*/ 8308307 w 13158797"/>
              <a:gd name="connsiteY105" fmla="*/ 1962934 h 9456078"/>
              <a:gd name="connsiteX106" fmla="*/ 8341532 w 13158797"/>
              <a:gd name="connsiteY106" fmla="*/ 1926142 h 9456078"/>
              <a:gd name="connsiteX107" fmla="*/ 8375038 w 13158797"/>
              <a:gd name="connsiteY107" fmla="*/ 1889660 h 9456078"/>
              <a:gd name="connsiteX108" fmla="*/ 8408823 w 13158797"/>
              <a:gd name="connsiteY108" fmla="*/ 1853489 h 9456078"/>
              <a:gd name="connsiteX109" fmla="*/ 8442885 w 13158797"/>
              <a:gd name="connsiteY109" fmla="*/ 1817630 h 9456078"/>
              <a:gd name="connsiteX110" fmla="*/ 8477221 w 13158797"/>
              <a:gd name="connsiteY110" fmla="*/ 1782084 h 9456078"/>
              <a:gd name="connsiteX111" fmla="*/ 8511829 w 13158797"/>
              <a:gd name="connsiteY111" fmla="*/ 1746853 h 9456078"/>
              <a:gd name="connsiteX112" fmla="*/ 8546706 w 13158797"/>
              <a:gd name="connsiteY112" fmla="*/ 1711937 h 9456078"/>
              <a:gd name="connsiteX113" fmla="*/ 8581851 w 13158797"/>
              <a:gd name="connsiteY113" fmla="*/ 1677337 h 9456078"/>
              <a:gd name="connsiteX114" fmla="*/ 8617261 w 13158797"/>
              <a:gd name="connsiteY114" fmla="*/ 1643056 h 9456078"/>
              <a:gd name="connsiteX115" fmla="*/ 8652934 w 13158797"/>
              <a:gd name="connsiteY115" fmla="*/ 1609093 h 9456078"/>
              <a:gd name="connsiteX116" fmla="*/ 8688867 w 13158797"/>
              <a:gd name="connsiteY116" fmla="*/ 1575450 h 9456078"/>
              <a:gd name="connsiteX117" fmla="*/ 8725058 w 13158797"/>
              <a:gd name="connsiteY117" fmla="*/ 1542128 h 9456078"/>
              <a:gd name="connsiteX118" fmla="*/ 8761506 w 13158797"/>
              <a:gd name="connsiteY118" fmla="*/ 1509129 h 9456078"/>
              <a:gd name="connsiteX119" fmla="*/ 8798207 w 13158797"/>
              <a:gd name="connsiteY119" fmla="*/ 1476452 h 9456078"/>
              <a:gd name="connsiteX120" fmla="*/ 8835159 w 13158797"/>
              <a:gd name="connsiteY120" fmla="*/ 1444101 h 9456078"/>
              <a:gd name="connsiteX121" fmla="*/ 8872360 w 13158797"/>
              <a:gd name="connsiteY121" fmla="*/ 1412075 h 9456078"/>
              <a:gd name="connsiteX122" fmla="*/ 8909808 w 13158797"/>
              <a:gd name="connsiteY122" fmla="*/ 1380375 h 9456078"/>
              <a:gd name="connsiteX123" fmla="*/ 8947501 w 13158797"/>
              <a:gd name="connsiteY123" fmla="*/ 1349004 h 9456078"/>
              <a:gd name="connsiteX124" fmla="*/ 8985435 w 13158797"/>
              <a:gd name="connsiteY124" fmla="*/ 1317962 h 9456078"/>
              <a:gd name="connsiteX125" fmla="*/ 9023610 w 13158797"/>
              <a:gd name="connsiteY125" fmla="*/ 1287250 h 9456078"/>
              <a:gd name="connsiteX126" fmla="*/ 9062022 w 13158797"/>
              <a:gd name="connsiteY126" fmla="*/ 1256869 h 9456078"/>
              <a:gd name="connsiteX127" fmla="*/ 9100669 w 13158797"/>
              <a:gd name="connsiteY127" fmla="*/ 1226820 h 9456078"/>
              <a:gd name="connsiteX128" fmla="*/ 9139549 w 13158797"/>
              <a:gd name="connsiteY128" fmla="*/ 1197105 h 9456078"/>
              <a:gd name="connsiteX129" fmla="*/ 9178660 w 13158797"/>
              <a:gd name="connsiteY129" fmla="*/ 1167725 h 9456078"/>
              <a:gd name="connsiteX130" fmla="*/ 9217999 w 13158797"/>
              <a:gd name="connsiteY130" fmla="*/ 1138681 h 9456078"/>
              <a:gd name="connsiteX131" fmla="*/ 9257564 w 13158797"/>
              <a:gd name="connsiteY131" fmla="*/ 1109974 h 9456078"/>
              <a:gd name="connsiteX132" fmla="*/ 9297353 w 13158797"/>
              <a:gd name="connsiteY132" fmla="*/ 1081604 h 9456078"/>
              <a:gd name="connsiteX133" fmla="*/ 9337364 w 13158797"/>
              <a:gd name="connsiteY133" fmla="*/ 1053574 h 9456078"/>
              <a:gd name="connsiteX134" fmla="*/ 9377594 w 13158797"/>
              <a:gd name="connsiteY134" fmla="*/ 1025884 h 9456078"/>
              <a:gd name="connsiteX135" fmla="*/ 9418040 w 13158797"/>
              <a:gd name="connsiteY135" fmla="*/ 998536 h 9456078"/>
              <a:gd name="connsiteX136" fmla="*/ 9458702 w 13158797"/>
              <a:gd name="connsiteY136" fmla="*/ 971530 h 9456078"/>
              <a:gd name="connsiteX137" fmla="*/ 9499575 w 13158797"/>
              <a:gd name="connsiteY137" fmla="*/ 944868 h 9456078"/>
              <a:gd name="connsiteX138" fmla="*/ 9540659 w 13158797"/>
              <a:gd name="connsiteY138" fmla="*/ 918551 h 9456078"/>
              <a:gd name="connsiteX139" fmla="*/ 9581950 w 13158797"/>
              <a:gd name="connsiteY139" fmla="*/ 892580 h 9456078"/>
              <a:gd name="connsiteX140" fmla="*/ 9623447 w 13158797"/>
              <a:gd name="connsiteY140" fmla="*/ 866956 h 9456078"/>
              <a:gd name="connsiteX141" fmla="*/ 9665147 w 13158797"/>
              <a:gd name="connsiteY141" fmla="*/ 841681 h 9456078"/>
              <a:gd name="connsiteX142" fmla="*/ 9707048 w 13158797"/>
              <a:gd name="connsiteY142" fmla="*/ 816754 h 9456078"/>
              <a:gd name="connsiteX143" fmla="*/ 9749147 w 13158797"/>
              <a:gd name="connsiteY143" fmla="*/ 792179 h 9456078"/>
              <a:gd name="connsiteX144" fmla="*/ 9791443 w 13158797"/>
              <a:gd name="connsiteY144" fmla="*/ 767955 h 9456078"/>
              <a:gd name="connsiteX145" fmla="*/ 9833932 w 13158797"/>
              <a:gd name="connsiteY145" fmla="*/ 744083 h 9456078"/>
              <a:gd name="connsiteX146" fmla="*/ 9876613 w 13158797"/>
              <a:gd name="connsiteY146" fmla="*/ 720566 h 9456078"/>
              <a:gd name="connsiteX147" fmla="*/ 9919484 w 13158797"/>
              <a:gd name="connsiteY147" fmla="*/ 697404 h 9456078"/>
              <a:gd name="connsiteX148" fmla="*/ 9962542 w 13158797"/>
              <a:gd name="connsiteY148" fmla="*/ 674598 h 9456078"/>
              <a:gd name="connsiteX149" fmla="*/ 10005784 w 13158797"/>
              <a:gd name="connsiteY149" fmla="*/ 652149 h 9456078"/>
              <a:gd name="connsiteX150" fmla="*/ 10049209 w 13158797"/>
              <a:gd name="connsiteY150" fmla="*/ 630059 h 9456078"/>
              <a:gd name="connsiteX151" fmla="*/ 10092814 w 13158797"/>
              <a:gd name="connsiteY151" fmla="*/ 608328 h 9456078"/>
              <a:gd name="connsiteX152" fmla="*/ 10136597 w 13158797"/>
              <a:gd name="connsiteY152" fmla="*/ 586958 h 9456078"/>
              <a:gd name="connsiteX153" fmla="*/ 10180556 w 13158797"/>
              <a:gd name="connsiteY153" fmla="*/ 565950 h 9456078"/>
              <a:gd name="connsiteX154" fmla="*/ 10224688 w 13158797"/>
              <a:gd name="connsiteY154" fmla="*/ 545304 h 9456078"/>
              <a:gd name="connsiteX155" fmla="*/ 10268991 w 13158797"/>
              <a:gd name="connsiteY155" fmla="*/ 525023 h 9456078"/>
              <a:gd name="connsiteX156" fmla="*/ 10313463 w 13158797"/>
              <a:gd name="connsiteY156" fmla="*/ 505107 h 9456078"/>
              <a:gd name="connsiteX157" fmla="*/ 10358101 w 13158797"/>
              <a:gd name="connsiteY157" fmla="*/ 485558 h 9456078"/>
              <a:gd name="connsiteX158" fmla="*/ 10402903 w 13158797"/>
              <a:gd name="connsiteY158" fmla="*/ 466376 h 9456078"/>
              <a:gd name="connsiteX159" fmla="*/ 10447868 w 13158797"/>
              <a:gd name="connsiteY159" fmla="*/ 447563 h 9456078"/>
              <a:gd name="connsiteX160" fmla="*/ 10492991 w 13158797"/>
              <a:gd name="connsiteY160" fmla="*/ 429119 h 9456078"/>
              <a:gd name="connsiteX161" fmla="*/ 10538272 w 13158797"/>
              <a:gd name="connsiteY161" fmla="*/ 411046 h 9456078"/>
              <a:gd name="connsiteX162" fmla="*/ 10583708 w 13158797"/>
              <a:gd name="connsiteY162" fmla="*/ 393346 h 9456078"/>
              <a:gd name="connsiteX163" fmla="*/ 10629297 w 13158797"/>
              <a:gd name="connsiteY163" fmla="*/ 376018 h 9456078"/>
              <a:gd name="connsiteX164" fmla="*/ 10675036 w 13158797"/>
              <a:gd name="connsiteY164" fmla="*/ 359065 h 9456078"/>
              <a:gd name="connsiteX165" fmla="*/ 10720923 w 13158797"/>
              <a:gd name="connsiteY165" fmla="*/ 342487 h 9456078"/>
              <a:gd name="connsiteX166" fmla="*/ 10766956 w 13158797"/>
              <a:gd name="connsiteY166" fmla="*/ 326286 h 9456078"/>
              <a:gd name="connsiteX167" fmla="*/ 10813132 w 13158797"/>
              <a:gd name="connsiteY167" fmla="*/ 310462 h 9456078"/>
              <a:gd name="connsiteX168" fmla="*/ 10859450 w 13158797"/>
              <a:gd name="connsiteY168" fmla="*/ 295018 h 9456078"/>
              <a:gd name="connsiteX169" fmla="*/ 10905907 w 13158797"/>
              <a:gd name="connsiteY169" fmla="*/ 279953 h 9456078"/>
              <a:gd name="connsiteX170" fmla="*/ 10952500 w 13158797"/>
              <a:gd name="connsiteY170" fmla="*/ 265269 h 9456078"/>
              <a:gd name="connsiteX171" fmla="*/ 10999227 w 13158797"/>
              <a:gd name="connsiteY171" fmla="*/ 250968 h 9456078"/>
              <a:gd name="connsiteX172" fmla="*/ 11046087 w 13158797"/>
              <a:gd name="connsiteY172" fmla="*/ 237049 h 9456078"/>
              <a:gd name="connsiteX173" fmla="*/ 11093076 w 13158797"/>
              <a:gd name="connsiteY173" fmla="*/ 223516 h 9456078"/>
              <a:gd name="connsiteX174" fmla="*/ 11140193 w 13158797"/>
              <a:gd name="connsiteY174" fmla="*/ 210368 h 9456078"/>
              <a:gd name="connsiteX175" fmla="*/ 11187434 w 13158797"/>
              <a:gd name="connsiteY175" fmla="*/ 197606 h 9456078"/>
              <a:gd name="connsiteX176" fmla="*/ 11234799 w 13158797"/>
              <a:gd name="connsiteY176" fmla="*/ 185233 h 9456078"/>
              <a:gd name="connsiteX177" fmla="*/ 11282284 w 13158797"/>
              <a:gd name="connsiteY177" fmla="*/ 173248 h 9456078"/>
              <a:gd name="connsiteX178" fmla="*/ 11329888 w 13158797"/>
              <a:gd name="connsiteY178" fmla="*/ 161654 h 9456078"/>
              <a:gd name="connsiteX179" fmla="*/ 11377607 w 13158797"/>
              <a:gd name="connsiteY179" fmla="*/ 150451 h 9456078"/>
              <a:gd name="connsiteX180" fmla="*/ 11425440 w 13158797"/>
              <a:gd name="connsiteY180" fmla="*/ 139640 h 9456078"/>
              <a:gd name="connsiteX181" fmla="*/ 11473385 w 13158797"/>
              <a:gd name="connsiteY181" fmla="*/ 129223 h 9456078"/>
              <a:gd name="connsiteX182" fmla="*/ 11521439 w 13158797"/>
              <a:gd name="connsiteY182" fmla="*/ 119201 h 9456078"/>
              <a:gd name="connsiteX183" fmla="*/ 11569599 w 13158797"/>
              <a:gd name="connsiteY183" fmla="*/ 109574 h 9456078"/>
              <a:gd name="connsiteX184" fmla="*/ 11617864 w 13158797"/>
              <a:gd name="connsiteY184" fmla="*/ 100344 h 9456078"/>
              <a:gd name="connsiteX185" fmla="*/ 11666231 w 13158797"/>
              <a:gd name="connsiteY185" fmla="*/ 91512 h 9456078"/>
              <a:gd name="connsiteX186" fmla="*/ 11714698 w 13158797"/>
              <a:gd name="connsiteY186" fmla="*/ 83080 h 9456078"/>
              <a:gd name="connsiteX187" fmla="*/ 11763263 w 13158797"/>
              <a:gd name="connsiteY187" fmla="*/ 75047 h 9456078"/>
              <a:gd name="connsiteX188" fmla="*/ 11811923 w 13158797"/>
              <a:gd name="connsiteY188" fmla="*/ 67417 h 9456078"/>
              <a:gd name="connsiteX189" fmla="*/ 11860676 w 13158797"/>
              <a:gd name="connsiteY189" fmla="*/ 60188 h 9456078"/>
              <a:gd name="connsiteX190" fmla="*/ 11909519 w 13158797"/>
              <a:gd name="connsiteY190" fmla="*/ 53364 h 9456078"/>
              <a:gd name="connsiteX191" fmla="*/ 11958451 w 13158797"/>
              <a:gd name="connsiteY191" fmla="*/ 46944 h 9456078"/>
              <a:gd name="connsiteX192" fmla="*/ 12007470 w 13158797"/>
              <a:gd name="connsiteY192" fmla="*/ 40931 h 9456078"/>
              <a:gd name="connsiteX193" fmla="*/ 12056572 w 13158797"/>
              <a:gd name="connsiteY193" fmla="*/ 35324 h 9456078"/>
              <a:gd name="connsiteX194" fmla="*/ 12105756 w 13158797"/>
              <a:gd name="connsiteY194" fmla="*/ 30126 h 9456078"/>
              <a:gd name="connsiteX195" fmla="*/ 12155019 w 13158797"/>
              <a:gd name="connsiteY195" fmla="*/ 25337 h 9456078"/>
              <a:gd name="connsiteX196" fmla="*/ 12204359 w 13158797"/>
              <a:gd name="connsiteY196" fmla="*/ 20958 h 9456078"/>
              <a:gd name="connsiteX197" fmla="*/ 12253773 w 13158797"/>
              <a:gd name="connsiteY197" fmla="*/ 16991 h 9456078"/>
              <a:gd name="connsiteX198" fmla="*/ 12303260 w 13158797"/>
              <a:gd name="connsiteY198" fmla="*/ 13437 h 9456078"/>
              <a:gd name="connsiteX199" fmla="*/ 12352818 w 13158797"/>
              <a:gd name="connsiteY199" fmla="*/ 10297 h 9456078"/>
              <a:gd name="connsiteX200" fmla="*/ 12402443 w 13158797"/>
              <a:gd name="connsiteY200" fmla="*/ 7572 h 9456078"/>
              <a:gd name="connsiteX201" fmla="*/ 12452133 w 13158797"/>
              <a:gd name="connsiteY201" fmla="*/ 5263 h 9456078"/>
              <a:gd name="connsiteX202" fmla="*/ 12501887 w 13158797"/>
              <a:gd name="connsiteY202" fmla="*/ 3371 h 9456078"/>
              <a:gd name="connsiteX203" fmla="*/ 12551701 w 13158797"/>
              <a:gd name="connsiteY203" fmla="*/ 1898 h 9456078"/>
              <a:gd name="connsiteX204" fmla="*/ 12601574 w 13158797"/>
              <a:gd name="connsiteY204" fmla="*/ 844 h 9456078"/>
              <a:gd name="connsiteX205" fmla="*/ 12651504 w 13158797"/>
              <a:gd name="connsiteY205" fmla="*/ 211 h 9456078"/>
              <a:gd name="connsiteX206" fmla="*/ 12701487 w 13158797"/>
              <a:gd name="connsiteY206" fmla="*/ 0 h 9456078"/>
              <a:gd name="connsiteX207" fmla="*/ 13158798 w 13158797"/>
              <a:gd name="connsiteY207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98870 w 13158799"/>
              <a:gd name="connsiteY5" fmla="*/ 9447409 h 9456078"/>
              <a:gd name="connsiteX6" fmla="*/ 348429 w 13158799"/>
              <a:gd name="connsiteY6" fmla="*/ 9444290 h 9456078"/>
              <a:gd name="connsiteX7" fmla="*/ 397907 w 13158799"/>
              <a:gd name="connsiteY7" fmla="*/ 9440698 h 9456078"/>
              <a:gd name="connsiteX8" fmla="*/ 447302 w 13158799"/>
              <a:gd name="connsiteY8" fmla="*/ 9436632 h 9456078"/>
              <a:gd name="connsiteX9" fmla="*/ 496610 w 13158799"/>
              <a:gd name="connsiteY9" fmla="*/ 9432096 h 9456078"/>
              <a:gd name="connsiteX10" fmla="*/ 545829 w 13158799"/>
              <a:gd name="connsiteY10" fmla="*/ 9427089 h 9456078"/>
              <a:gd name="connsiteX11" fmla="*/ 594956 w 13158799"/>
              <a:gd name="connsiteY11" fmla="*/ 9421615 h 9456078"/>
              <a:gd name="connsiteX12" fmla="*/ 643987 w 13158799"/>
              <a:gd name="connsiteY12" fmla="*/ 9415673 h 9456078"/>
              <a:gd name="connsiteX13" fmla="*/ 692920 w 13158799"/>
              <a:gd name="connsiteY13" fmla="*/ 9409267 h 9456078"/>
              <a:gd name="connsiteX14" fmla="*/ 741751 w 13158799"/>
              <a:gd name="connsiteY14" fmla="*/ 9402396 h 9456078"/>
              <a:gd name="connsiteX15" fmla="*/ 790478 w 13158799"/>
              <a:gd name="connsiteY15" fmla="*/ 9395063 h 9456078"/>
              <a:gd name="connsiteX16" fmla="*/ 839098 w 13158799"/>
              <a:gd name="connsiteY16" fmla="*/ 9387270 h 9456078"/>
              <a:gd name="connsiteX17" fmla="*/ 887607 w 13158799"/>
              <a:gd name="connsiteY17" fmla="*/ 9379017 h 9456078"/>
              <a:gd name="connsiteX18" fmla="*/ 936002 w 13158799"/>
              <a:gd name="connsiteY18" fmla="*/ 9370306 h 9456078"/>
              <a:gd name="connsiteX19" fmla="*/ 984281 w 13158799"/>
              <a:gd name="connsiteY19" fmla="*/ 9361139 h 9456078"/>
              <a:gd name="connsiteX20" fmla="*/ 1032440 w 13158799"/>
              <a:gd name="connsiteY20" fmla="*/ 9351517 h 9456078"/>
              <a:gd name="connsiteX21" fmla="*/ 1080477 w 13158799"/>
              <a:gd name="connsiteY21" fmla="*/ 9341441 h 9456078"/>
              <a:gd name="connsiteX22" fmla="*/ 1176172 w 13158799"/>
              <a:gd name="connsiteY22" fmla="*/ 9319936 h 9456078"/>
              <a:gd name="connsiteX23" fmla="*/ 1223823 w 13158799"/>
              <a:gd name="connsiteY23" fmla="*/ 9308509 h 9456078"/>
              <a:gd name="connsiteX24" fmla="*/ 1271339 w 13158799"/>
              <a:gd name="connsiteY24" fmla="*/ 9296635 h 9456078"/>
              <a:gd name="connsiteX25" fmla="*/ 1318719 w 13158799"/>
              <a:gd name="connsiteY25" fmla="*/ 9284315 h 9456078"/>
              <a:gd name="connsiteX26" fmla="*/ 1365957 w 13158799"/>
              <a:gd name="connsiteY26" fmla="*/ 9271550 h 9456078"/>
              <a:gd name="connsiteX27" fmla="*/ 1413052 w 13158799"/>
              <a:gd name="connsiteY27" fmla="*/ 9258342 h 9456078"/>
              <a:gd name="connsiteX28" fmla="*/ 1460000 w 13158799"/>
              <a:gd name="connsiteY28" fmla="*/ 9244693 h 9456078"/>
              <a:gd name="connsiteX29" fmla="*/ 1506799 w 13158799"/>
              <a:gd name="connsiteY29" fmla="*/ 9230604 h 9456078"/>
              <a:gd name="connsiteX30" fmla="*/ 1553445 w 13158799"/>
              <a:gd name="connsiteY30" fmla="*/ 9216076 h 9456078"/>
              <a:gd name="connsiteX31" fmla="*/ 1599935 w 13158799"/>
              <a:gd name="connsiteY31" fmla="*/ 9201111 h 9456078"/>
              <a:gd name="connsiteX32" fmla="*/ 1646267 w 13158799"/>
              <a:gd name="connsiteY32" fmla="*/ 9185710 h 9456078"/>
              <a:gd name="connsiteX33" fmla="*/ 1692437 w 13158799"/>
              <a:gd name="connsiteY33" fmla="*/ 9169876 h 9456078"/>
              <a:gd name="connsiteX34" fmla="*/ 1738442 w 13158799"/>
              <a:gd name="connsiteY34" fmla="*/ 9153608 h 9456078"/>
              <a:gd name="connsiteX35" fmla="*/ 1784280 w 13158799"/>
              <a:gd name="connsiteY35" fmla="*/ 9136910 h 9456078"/>
              <a:gd name="connsiteX36" fmla="*/ 1829947 w 13158799"/>
              <a:gd name="connsiteY36" fmla="*/ 9119782 h 9456078"/>
              <a:gd name="connsiteX37" fmla="*/ 1875440 w 13158799"/>
              <a:gd name="connsiteY37" fmla="*/ 9102226 h 9456078"/>
              <a:gd name="connsiteX38" fmla="*/ 1920756 w 13158799"/>
              <a:gd name="connsiteY38" fmla="*/ 9084243 h 9456078"/>
              <a:gd name="connsiteX39" fmla="*/ 1965893 w 13158799"/>
              <a:gd name="connsiteY39" fmla="*/ 9065835 h 9456078"/>
              <a:gd name="connsiteX40" fmla="*/ 2010847 w 13158799"/>
              <a:gd name="connsiteY40" fmla="*/ 9047004 h 9456078"/>
              <a:gd name="connsiteX41" fmla="*/ 2055615 w 13158799"/>
              <a:gd name="connsiteY41" fmla="*/ 9027750 h 9456078"/>
              <a:gd name="connsiteX42" fmla="*/ 2100195 w 13158799"/>
              <a:gd name="connsiteY42" fmla="*/ 9008075 h 9456078"/>
              <a:gd name="connsiteX43" fmla="*/ 2144582 w 13158799"/>
              <a:gd name="connsiteY43" fmla="*/ 8987981 h 9456078"/>
              <a:gd name="connsiteX44" fmla="*/ 2188775 w 13158799"/>
              <a:gd name="connsiteY44" fmla="*/ 8967470 h 9456078"/>
              <a:gd name="connsiteX45" fmla="*/ 2232770 w 13158799"/>
              <a:gd name="connsiteY45" fmla="*/ 8946542 h 9456078"/>
              <a:gd name="connsiteX46" fmla="*/ 2276564 w 13158799"/>
              <a:gd name="connsiteY46" fmla="*/ 8925199 h 9456078"/>
              <a:gd name="connsiteX47" fmla="*/ 2320154 w 13158799"/>
              <a:gd name="connsiteY47" fmla="*/ 8903443 h 9456078"/>
              <a:gd name="connsiteX48" fmla="*/ 2363538 w 13158799"/>
              <a:gd name="connsiteY48" fmla="*/ 8881275 h 9456078"/>
              <a:gd name="connsiteX49" fmla="*/ 2406711 w 13158799"/>
              <a:gd name="connsiteY49" fmla="*/ 8858697 h 9456078"/>
              <a:gd name="connsiteX50" fmla="*/ 2449672 w 13158799"/>
              <a:gd name="connsiteY50" fmla="*/ 8835710 h 9456078"/>
              <a:gd name="connsiteX51" fmla="*/ 2492417 w 13158799"/>
              <a:gd name="connsiteY51" fmla="*/ 8812316 h 9456078"/>
              <a:gd name="connsiteX52" fmla="*/ 2534943 w 13158799"/>
              <a:gd name="connsiteY52" fmla="*/ 8788516 h 9456078"/>
              <a:gd name="connsiteX53" fmla="*/ 2577247 w 13158799"/>
              <a:gd name="connsiteY53" fmla="*/ 8764311 h 9456078"/>
              <a:gd name="connsiteX54" fmla="*/ 2619326 w 13158799"/>
              <a:gd name="connsiteY54" fmla="*/ 8739704 h 9456078"/>
              <a:gd name="connsiteX55" fmla="*/ 2661177 w 13158799"/>
              <a:gd name="connsiteY55" fmla="*/ 8714695 h 9456078"/>
              <a:gd name="connsiteX56" fmla="*/ 2702797 w 13158799"/>
              <a:gd name="connsiteY56" fmla="*/ 8689286 h 9456078"/>
              <a:gd name="connsiteX57" fmla="*/ 2744183 w 13158799"/>
              <a:gd name="connsiteY57" fmla="*/ 8663479 h 9456078"/>
              <a:gd name="connsiteX58" fmla="*/ 2785333 w 13158799"/>
              <a:gd name="connsiteY58" fmla="*/ 8637274 h 9456078"/>
              <a:gd name="connsiteX59" fmla="*/ 2826242 w 13158799"/>
              <a:gd name="connsiteY59" fmla="*/ 8610675 h 9456078"/>
              <a:gd name="connsiteX60" fmla="*/ 2866908 w 13158799"/>
              <a:gd name="connsiteY60" fmla="*/ 8583681 h 9456078"/>
              <a:gd name="connsiteX61" fmla="*/ 2907329 w 13158799"/>
              <a:gd name="connsiteY61" fmla="*/ 8556295 h 9456078"/>
              <a:gd name="connsiteX62" fmla="*/ 2947500 w 13158799"/>
              <a:gd name="connsiteY62" fmla="*/ 8528517 h 9456078"/>
              <a:gd name="connsiteX63" fmla="*/ 2987419 w 13158799"/>
              <a:gd name="connsiteY63" fmla="*/ 8500351 h 9456078"/>
              <a:gd name="connsiteX64" fmla="*/ 3027083 w 13158799"/>
              <a:gd name="connsiteY64" fmla="*/ 8471796 h 9456078"/>
              <a:gd name="connsiteX65" fmla="*/ 3066489 w 13158799"/>
              <a:gd name="connsiteY65" fmla="*/ 8442854 h 9456078"/>
              <a:gd name="connsiteX66" fmla="*/ 3105634 w 13158799"/>
              <a:gd name="connsiteY66" fmla="*/ 8413528 h 9456078"/>
              <a:gd name="connsiteX67" fmla="*/ 3144515 w 13158799"/>
              <a:gd name="connsiteY67" fmla="*/ 8383818 h 9456078"/>
              <a:gd name="connsiteX68" fmla="*/ 3183129 w 13158799"/>
              <a:gd name="connsiteY68" fmla="*/ 8353726 h 9456078"/>
              <a:gd name="connsiteX69" fmla="*/ 3221473 w 13158799"/>
              <a:gd name="connsiteY69" fmla="*/ 8323253 h 9456078"/>
              <a:gd name="connsiteX70" fmla="*/ 3259544 w 13158799"/>
              <a:gd name="connsiteY70" fmla="*/ 8292401 h 9456078"/>
              <a:gd name="connsiteX71" fmla="*/ 3297339 w 13158799"/>
              <a:gd name="connsiteY71" fmla="*/ 8261172 h 9456078"/>
              <a:gd name="connsiteX72" fmla="*/ 3334854 w 13158799"/>
              <a:gd name="connsiteY72" fmla="*/ 8229566 h 9456078"/>
              <a:gd name="connsiteX73" fmla="*/ 3372087 w 13158799"/>
              <a:gd name="connsiteY73" fmla="*/ 8197585 h 9456078"/>
              <a:gd name="connsiteX74" fmla="*/ 3409035 w 13158799"/>
              <a:gd name="connsiteY74" fmla="*/ 8165232 h 9456078"/>
              <a:gd name="connsiteX75" fmla="*/ 3445695 w 13158799"/>
              <a:gd name="connsiteY75" fmla="*/ 8132507 h 9456078"/>
              <a:gd name="connsiteX76" fmla="*/ 3482064 w 13158799"/>
              <a:gd name="connsiteY76" fmla="*/ 8099411 h 9456078"/>
              <a:gd name="connsiteX77" fmla="*/ 3518139 w 13158799"/>
              <a:gd name="connsiteY77" fmla="*/ 8065947 h 9456078"/>
              <a:gd name="connsiteX78" fmla="*/ 3553916 w 13158799"/>
              <a:gd name="connsiteY78" fmla="*/ 8032115 h 9456078"/>
              <a:gd name="connsiteX79" fmla="*/ 3589393 w 13158799"/>
              <a:gd name="connsiteY79" fmla="*/ 7997918 h 9456078"/>
              <a:gd name="connsiteX80" fmla="*/ 3624567 w 13158799"/>
              <a:gd name="connsiteY80" fmla="*/ 7963356 h 9456078"/>
              <a:gd name="connsiteX81" fmla="*/ 3659435 w 13158799"/>
              <a:gd name="connsiteY81" fmla="*/ 7928432 h 9456078"/>
              <a:gd name="connsiteX82" fmla="*/ 3693994 w 13158799"/>
              <a:gd name="connsiteY82" fmla="*/ 7893146 h 9456078"/>
              <a:gd name="connsiteX83" fmla="*/ 3728240 w 13158799"/>
              <a:gd name="connsiteY83" fmla="*/ 7857501 h 9456078"/>
              <a:gd name="connsiteX84" fmla="*/ 3762171 w 13158799"/>
              <a:gd name="connsiteY84" fmla="*/ 7821497 h 9456078"/>
              <a:gd name="connsiteX85" fmla="*/ 3795783 w 13158799"/>
              <a:gd name="connsiteY85" fmla="*/ 7785136 h 9456078"/>
              <a:gd name="connsiteX86" fmla="*/ 3829075 w 13158799"/>
              <a:gd name="connsiteY86" fmla="*/ 7748420 h 9456078"/>
              <a:gd name="connsiteX87" fmla="*/ 3862042 w 13158799"/>
              <a:gd name="connsiteY87" fmla="*/ 7711350 h 9456078"/>
              <a:gd name="connsiteX88" fmla="*/ 3894682 w 13158799"/>
              <a:gd name="connsiteY88" fmla="*/ 7673928 h 9456078"/>
              <a:gd name="connsiteX89" fmla="*/ 3926991 w 13158799"/>
              <a:gd name="connsiteY89" fmla="*/ 7636155 h 9456078"/>
              <a:gd name="connsiteX90" fmla="*/ 3958967 w 13158799"/>
              <a:gd name="connsiteY90" fmla="*/ 7598032 h 9456078"/>
              <a:gd name="connsiteX91" fmla="*/ 3990607 w 13158799"/>
              <a:gd name="connsiteY91" fmla="*/ 7559561 h 9456078"/>
              <a:gd name="connsiteX92" fmla="*/ 4021907 w 13158799"/>
              <a:gd name="connsiteY92" fmla="*/ 7520744 h 9456078"/>
              <a:gd name="connsiteX93" fmla="*/ 4052865 w 13158799"/>
              <a:gd name="connsiteY93" fmla="*/ 7481582 h 9456078"/>
              <a:gd name="connsiteX94" fmla="*/ 4083478 w 13158799"/>
              <a:gd name="connsiteY94" fmla="*/ 7442077 h 9456078"/>
              <a:gd name="connsiteX95" fmla="*/ 8022311 w 13158799"/>
              <a:gd name="connsiteY95" fmla="*/ 2307814 h 9456078"/>
              <a:gd name="connsiteX96" fmla="*/ 8052902 w 13158799"/>
              <a:gd name="connsiteY96" fmla="*/ 2268285 h 9456078"/>
              <a:gd name="connsiteX97" fmla="*/ 8083796 w 13158799"/>
              <a:gd name="connsiteY97" fmla="*/ 2229056 h 9456078"/>
              <a:gd name="connsiteX98" fmla="*/ 8114989 w 13158799"/>
              <a:gd name="connsiteY98" fmla="*/ 2190127 h 9456078"/>
              <a:gd name="connsiteX99" fmla="*/ 8146479 w 13158799"/>
              <a:gd name="connsiteY99" fmla="*/ 2151500 h 9456078"/>
              <a:gd name="connsiteX100" fmla="*/ 8178264 w 13158799"/>
              <a:gd name="connsiteY100" fmla="*/ 2113176 h 9456078"/>
              <a:gd name="connsiteX101" fmla="*/ 8210341 w 13158799"/>
              <a:gd name="connsiteY101" fmla="*/ 2075157 h 9456078"/>
              <a:gd name="connsiteX102" fmla="*/ 8242709 w 13158799"/>
              <a:gd name="connsiteY102" fmla="*/ 2037442 h 9456078"/>
              <a:gd name="connsiteX103" fmla="*/ 8275365 w 13158799"/>
              <a:gd name="connsiteY103" fmla="*/ 2000034 h 9456078"/>
              <a:gd name="connsiteX104" fmla="*/ 8308307 w 13158799"/>
              <a:gd name="connsiteY104" fmla="*/ 1962934 h 9456078"/>
              <a:gd name="connsiteX105" fmla="*/ 8341532 w 13158799"/>
              <a:gd name="connsiteY105" fmla="*/ 1926142 h 9456078"/>
              <a:gd name="connsiteX106" fmla="*/ 8375038 w 13158799"/>
              <a:gd name="connsiteY106" fmla="*/ 1889660 h 9456078"/>
              <a:gd name="connsiteX107" fmla="*/ 8408823 w 13158799"/>
              <a:gd name="connsiteY107" fmla="*/ 1853489 h 9456078"/>
              <a:gd name="connsiteX108" fmla="*/ 8442885 w 13158799"/>
              <a:gd name="connsiteY108" fmla="*/ 1817630 h 9456078"/>
              <a:gd name="connsiteX109" fmla="*/ 8477221 w 13158799"/>
              <a:gd name="connsiteY109" fmla="*/ 1782084 h 9456078"/>
              <a:gd name="connsiteX110" fmla="*/ 8511829 w 13158799"/>
              <a:gd name="connsiteY110" fmla="*/ 1746853 h 9456078"/>
              <a:gd name="connsiteX111" fmla="*/ 8546706 w 13158799"/>
              <a:gd name="connsiteY111" fmla="*/ 1711937 h 9456078"/>
              <a:gd name="connsiteX112" fmla="*/ 8581851 w 13158799"/>
              <a:gd name="connsiteY112" fmla="*/ 1677337 h 9456078"/>
              <a:gd name="connsiteX113" fmla="*/ 8617261 w 13158799"/>
              <a:gd name="connsiteY113" fmla="*/ 1643056 h 9456078"/>
              <a:gd name="connsiteX114" fmla="*/ 8652934 w 13158799"/>
              <a:gd name="connsiteY114" fmla="*/ 1609093 h 9456078"/>
              <a:gd name="connsiteX115" fmla="*/ 8688867 w 13158799"/>
              <a:gd name="connsiteY115" fmla="*/ 1575450 h 9456078"/>
              <a:gd name="connsiteX116" fmla="*/ 8725058 w 13158799"/>
              <a:gd name="connsiteY116" fmla="*/ 1542128 h 9456078"/>
              <a:gd name="connsiteX117" fmla="*/ 8761506 w 13158799"/>
              <a:gd name="connsiteY117" fmla="*/ 1509129 h 9456078"/>
              <a:gd name="connsiteX118" fmla="*/ 8798207 w 13158799"/>
              <a:gd name="connsiteY118" fmla="*/ 1476452 h 9456078"/>
              <a:gd name="connsiteX119" fmla="*/ 8835159 w 13158799"/>
              <a:gd name="connsiteY119" fmla="*/ 1444101 h 9456078"/>
              <a:gd name="connsiteX120" fmla="*/ 8872360 w 13158799"/>
              <a:gd name="connsiteY120" fmla="*/ 1412075 h 9456078"/>
              <a:gd name="connsiteX121" fmla="*/ 8909808 w 13158799"/>
              <a:gd name="connsiteY121" fmla="*/ 1380375 h 9456078"/>
              <a:gd name="connsiteX122" fmla="*/ 8947501 w 13158799"/>
              <a:gd name="connsiteY122" fmla="*/ 1349004 h 9456078"/>
              <a:gd name="connsiteX123" fmla="*/ 8985435 w 13158799"/>
              <a:gd name="connsiteY123" fmla="*/ 1317962 h 9456078"/>
              <a:gd name="connsiteX124" fmla="*/ 9023610 w 13158799"/>
              <a:gd name="connsiteY124" fmla="*/ 1287250 h 9456078"/>
              <a:gd name="connsiteX125" fmla="*/ 9062022 w 13158799"/>
              <a:gd name="connsiteY125" fmla="*/ 1256869 h 9456078"/>
              <a:gd name="connsiteX126" fmla="*/ 9100669 w 13158799"/>
              <a:gd name="connsiteY126" fmla="*/ 1226820 h 9456078"/>
              <a:gd name="connsiteX127" fmla="*/ 9139549 w 13158799"/>
              <a:gd name="connsiteY127" fmla="*/ 1197105 h 9456078"/>
              <a:gd name="connsiteX128" fmla="*/ 9178660 w 13158799"/>
              <a:gd name="connsiteY128" fmla="*/ 1167725 h 9456078"/>
              <a:gd name="connsiteX129" fmla="*/ 9217999 w 13158799"/>
              <a:gd name="connsiteY129" fmla="*/ 1138681 h 9456078"/>
              <a:gd name="connsiteX130" fmla="*/ 9257564 w 13158799"/>
              <a:gd name="connsiteY130" fmla="*/ 1109974 h 9456078"/>
              <a:gd name="connsiteX131" fmla="*/ 9297353 w 13158799"/>
              <a:gd name="connsiteY131" fmla="*/ 1081604 h 9456078"/>
              <a:gd name="connsiteX132" fmla="*/ 9337364 w 13158799"/>
              <a:gd name="connsiteY132" fmla="*/ 1053574 h 9456078"/>
              <a:gd name="connsiteX133" fmla="*/ 9377594 w 13158799"/>
              <a:gd name="connsiteY133" fmla="*/ 1025884 h 9456078"/>
              <a:gd name="connsiteX134" fmla="*/ 9418040 w 13158799"/>
              <a:gd name="connsiteY134" fmla="*/ 998536 h 9456078"/>
              <a:gd name="connsiteX135" fmla="*/ 9458702 w 13158799"/>
              <a:gd name="connsiteY135" fmla="*/ 971530 h 9456078"/>
              <a:gd name="connsiteX136" fmla="*/ 9499575 w 13158799"/>
              <a:gd name="connsiteY136" fmla="*/ 944868 h 9456078"/>
              <a:gd name="connsiteX137" fmla="*/ 9540659 w 13158799"/>
              <a:gd name="connsiteY137" fmla="*/ 918551 h 9456078"/>
              <a:gd name="connsiteX138" fmla="*/ 9581950 w 13158799"/>
              <a:gd name="connsiteY138" fmla="*/ 892580 h 9456078"/>
              <a:gd name="connsiteX139" fmla="*/ 9623447 w 13158799"/>
              <a:gd name="connsiteY139" fmla="*/ 866956 h 9456078"/>
              <a:gd name="connsiteX140" fmla="*/ 9665147 w 13158799"/>
              <a:gd name="connsiteY140" fmla="*/ 841681 h 9456078"/>
              <a:gd name="connsiteX141" fmla="*/ 9707048 w 13158799"/>
              <a:gd name="connsiteY141" fmla="*/ 816754 h 9456078"/>
              <a:gd name="connsiteX142" fmla="*/ 9749147 w 13158799"/>
              <a:gd name="connsiteY142" fmla="*/ 792179 h 9456078"/>
              <a:gd name="connsiteX143" fmla="*/ 9791443 w 13158799"/>
              <a:gd name="connsiteY143" fmla="*/ 767955 h 9456078"/>
              <a:gd name="connsiteX144" fmla="*/ 9833932 w 13158799"/>
              <a:gd name="connsiteY144" fmla="*/ 744083 h 9456078"/>
              <a:gd name="connsiteX145" fmla="*/ 9876613 w 13158799"/>
              <a:gd name="connsiteY145" fmla="*/ 720566 h 9456078"/>
              <a:gd name="connsiteX146" fmla="*/ 9919484 w 13158799"/>
              <a:gd name="connsiteY146" fmla="*/ 697404 h 9456078"/>
              <a:gd name="connsiteX147" fmla="*/ 9962542 w 13158799"/>
              <a:gd name="connsiteY147" fmla="*/ 674598 h 9456078"/>
              <a:gd name="connsiteX148" fmla="*/ 10005784 w 13158799"/>
              <a:gd name="connsiteY148" fmla="*/ 652149 h 9456078"/>
              <a:gd name="connsiteX149" fmla="*/ 10049209 w 13158799"/>
              <a:gd name="connsiteY149" fmla="*/ 630059 h 9456078"/>
              <a:gd name="connsiteX150" fmla="*/ 10092814 w 13158799"/>
              <a:gd name="connsiteY150" fmla="*/ 608328 h 9456078"/>
              <a:gd name="connsiteX151" fmla="*/ 10136597 w 13158799"/>
              <a:gd name="connsiteY151" fmla="*/ 586958 h 9456078"/>
              <a:gd name="connsiteX152" fmla="*/ 10180556 w 13158799"/>
              <a:gd name="connsiteY152" fmla="*/ 565950 h 9456078"/>
              <a:gd name="connsiteX153" fmla="*/ 10224688 w 13158799"/>
              <a:gd name="connsiteY153" fmla="*/ 545304 h 9456078"/>
              <a:gd name="connsiteX154" fmla="*/ 10268991 w 13158799"/>
              <a:gd name="connsiteY154" fmla="*/ 525023 h 9456078"/>
              <a:gd name="connsiteX155" fmla="*/ 10313463 w 13158799"/>
              <a:gd name="connsiteY155" fmla="*/ 505107 h 9456078"/>
              <a:gd name="connsiteX156" fmla="*/ 10358101 w 13158799"/>
              <a:gd name="connsiteY156" fmla="*/ 485558 h 9456078"/>
              <a:gd name="connsiteX157" fmla="*/ 10402903 w 13158799"/>
              <a:gd name="connsiteY157" fmla="*/ 466376 h 9456078"/>
              <a:gd name="connsiteX158" fmla="*/ 10447868 w 13158799"/>
              <a:gd name="connsiteY158" fmla="*/ 447563 h 9456078"/>
              <a:gd name="connsiteX159" fmla="*/ 10492991 w 13158799"/>
              <a:gd name="connsiteY159" fmla="*/ 429119 h 9456078"/>
              <a:gd name="connsiteX160" fmla="*/ 10538272 w 13158799"/>
              <a:gd name="connsiteY160" fmla="*/ 411046 h 9456078"/>
              <a:gd name="connsiteX161" fmla="*/ 10583708 w 13158799"/>
              <a:gd name="connsiteY161" fmla="*/ 393346 h 9456078"/>
              <a:gd name="connsiteX162" fmla="*/ 10629297 w 13158799"/>
              <a:gd name="connsiteY162" fmla="*/ 376018 h 9456078"/>
              <a:gd name="connsiteX163" fmla="*/ 10675036 w 13158799"/>
              <a:gd name="connsiteY163" fmla="*/ 359065 h 9456078"/>
              <a:gd name="connsiteX164" fmla="*/ 10720923 w 13158799"/>
              <a:gd name="connsiteY164" fmla="*/ 342487 h 9456078"/>
              <a:gd name="connsiteX165" fmla="*/ 10766956 w 13158799"/>
              <a:gd name="connsiteY165" fmla="*/ 326286 h 9456078"/>
              <a:gd name="connsiteX166" fmla="*/ 10813132 w 13158799"/>
              <a:gd name="connsiteY166" fmla="*/ 310462 h 9456078"/>
              <a:gd name="connsiteX167" fmla="*/ 10859450 w 13158799"/>
              <a:gd name="connsiteY167" fmla="*/ 295018 h 9456078"/>
              <a:gd name="connsiteX168" fmla="*/ 10905907 w 13158799"/>
              <a:gd name="connsiteY168" fmla="*/ 279953 h 9456078"/>
              <a:gd name="connsiteX169" fmla="*/ 10952500 w 13158799"/>
              <a:gd name="connsiteY169" fmla="*/ 265269 h 9456078"/>
              <a:gd name="connsiteX170" fmla="*/ 10999227 w 13158799"/>
              <a:gd name="connsiteY170" fmla="*/ 250968 h 9456078"/>
              <a:gd name="connsiteX171" fmla="*/ 11046087 w 13158799"/>
              <a:gd name="connsiteY171" fmla="*/ 237049 h 9456078"/>
              <a:gd name="connsiteX172" fmla="*/ 11093076 w 13158799"/>
              <a:gd name="connsiteY172" fmla="*/ 223516 h 9456078"/>
              <a:gd name="connsiteX173" fmla="*/ 11140193 w 13158799"/>
              <a:gd name="connsiteY173" fmla="*/ 210368 h 9456078"/>
              <a:gd name="connsiteX174" fmla="*/ 11187434 w 13158799"/>
              <a:gd name="connsiteY174" fmla="*/ 197606 h 9456078"/>
              <a:gd name="connsiteX175" fmla="*/ 11234799 w 13158799"/>
              <a:gd name="connsiteY175" fmla="*/ 185233 h 9456078"/>
              <a:gd name="connsiteX176" fmla="*/ 11282284 w 13158799"/>
              <a:gd name="connsiteY176" fmla="*/ 173248 h 9456078"/>
              <a:gd name="connsiteX177" fmla="*/ 11329888 w 13158799"/>
              <a:gd name="connsiteY177" fmla="*/ 161654 h 9456078"/>
              <a:gd name="connsiteX178" fmla="*/ 11377607 w 13158799"/>
              <a:gd name="connsiteY178" fmla="*/ 150451 h 9456078"/>
              <a:gd name="connsiteX179" fmla="*/ 11425440 w 13158799"/>
              <a:gd name="connsiteY179" fmla="*/ 139640 h 9456078"/>
              <a:gd name="connsiteX180" fmla="*/ 11473385 w 13158799"/>
              <a:gd name="connsiteY180" fmla="*/ 129223 h 9456078"/>
              <a:gd name="connsiteX181" fmla="*/ 11521439 w 13158799"/>
              <a:gd name="connsiteY181" fmla="*/ 119201 h 9456078"/>
              <a:gd name="connsiteX182" fmla="*/ 11569599 w 13158799"/>
              <a:gd name="connsiteY182" fmla="*/ 109574 h 9456078"/>
              <a:gd name="connsiteX183" fmla="*/ 11617864 w 13158799"/>
              <a:gd name="connsiteY183" fmla="*/ 100344 h 9456078"/>
              <a:gd name="connsiteX184" fmla="*/ 11666231 w 13158799"/>
              <a:gd name="connsiteY184" fmla="*/ 91512 h 9456078"/>
              <a:gd name="connsiteX185" fmla="*/ 11714698 w 13158799"/>
              <a:gd name="connsiteY185" fmla="*/ 83080 h 9456078"/>
              <a:gd name="connsiteX186" fmla="*/ 11763263 w 13158799"/>
              <a:gd name="connsiteY186" fmla="*/ 75047 h 9456078"/>
              <a:gd name="connsiteX187" fmla="*/ 11811923 w 13158799"/>
              <a:gd name="connsiteY187" fmla="*/ 67417 h 9456078"/>
              <a:gd name="connsiteX188" fmla="*/ 11860676 w 13158799"/>
              <a:gd name="connsiteY188" fmla="*/ 60188 h 9456078"/>
              <a:gd name="connsiteX189" fmla="*/ 11909519 w 13158799"/>
              <a:gd name="connsiteY189" fmla="*/ 53364 h 9456078"/>
              <a:gd name="connsiteX190" fmla="*/ 11958451 w 13158799"/>
              <a:gd name="connsiteY190" fmla="*/ 46944 h 9456078"/>
              <a:gd name="connsiteX191" fmla="*/ 12007470 w 13158799"/>
              <a:gd name="connsiteY191" fmla="*/ 40931 h 9456078"/>
              <a:gd name="connsiteX192" fmla="*/ 12056572 w 13158799"/>
              <a:gd name="connsiteY192" fmla="*/ 35324 h 9456078"/>
              <a:gd name="connsiteX193" fmla="*/ 12105756 w 13158799"/>
              <a:gd name="connsiteY193" fmla="*/ 30126 h 9456078"/>
              <a:gd name="connsiteX194" fmla="*/ 12155019 w 13158799"/>
              <a:gd name="connsiteY194" fmla="*/ 25337 h 9456078"/>
              <a:gd name="connsiteX195" fmla="*/ 12204359 w 13158799"/>
              <a:gd name="connsiteY195" fmla="*/ 20958 h 9456078"/>
              <a:gd name="connsiteX196" fmla="*/ 12253773 w 13158799"/>
              <a:gd name="connsiteY196" fmla="*/ 16991 h 9456078"/>
              <a:gd name="connsiteX197" fmla="*/ 12303260 w 13158799"/>
              <a:gd name="connsiteY197" fmla="*/ 13437 h 9456078"/>
              <a:gd name="connsiteX198" fmla="*/ 12352818 w 13158799"/>
              <a:gd name="connsiteY198" fmla="*/ 10297 h 9456078"/>
              <a:gd name="connsiteX199" fmla="*/ 12402443 w 13158799"/>
              <a:gd name="connsiteY199" fmla="*/ 7572 h 9456078"/>
              <a:gd name="connsiteX200" fmla="*/ 12452133 w 13158799"/>
              <a:gd name="connsiteY200" fmla="*/ 5263 h 9456078"/>
              <a:gd name="connsiteX201" fmla="*/ 12501887 w 13158799"/>
              <a:gd name="connsiteY201" fmla="*/ 3371 h 9456078"/>
              <a:gd name="connsiteX202" fmla="*/ 12551701 w 13158799"/>
              <a:gd name="connsiteY202" fmla="*/ 1898 h 9456078"/>
              <a:gd name="connsiteX203" fmla="*/ 12601574 w 13158799"/>
              <a:gd name="connsiteY203" fmla="*/ 844 h 9456078"/>
              <a:gd name="connsiteX204" fmla="*/ 12651504 w 13158799"/>
              <a:gd name="connsiteY204" fmla="*/ 211 h 9456078"/>
              <a:gd name="connsiteX205" fmla="*/ 12701487 w 13158799"/>
              <a:gd name="connsiteY205" fmla="*/ 0 h 9456078"/>
              <a:gd name="connsiteX206" fmla="*/ 13158798 w 13158799"/>
              <a:gd name="connsiteY206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76172 w 13158797"/>
              <a:gd name="connsiteY22" fmla="*/ 9319936 h 9456078"/>
              <a:gd name="connsiteX23" fmla="*/ 1223823 w 13158797"/>
              <a:gd name="connsiteY23" fmla="*/ 9308509 h 9456078"/>
              <a:gd name="connsiteX24" fmla="*/ 1271339 w 13158797"/>
              <a:gd name="connsiteY24" fmla="*/ 9296635 h 9456078"/>
              <a:gd name="connsiteX25" fmla="*/ 1318719 w 13158797"/>
              <a:gd name="connsiteY25" fmla="*/ 9284315 h 9456078"/>
              <a:gd name="connsiteX26" fmla="*/ 1365957 w 13158797"/>
              <a:gd name="connsiteY26" fmla="*/ 9271550 h 9456078"/>
              <a:gd name="connsiteX27" fmla="*/ 1413052 w 13158797"/>
              <a:gd name="connsiteY27" fmla="*/ 9258342 h 9456078"/>
              <a:gd name="connsiteX28" fmla="*/ 1460000 w 13158797"/>
              <a:gd name="connsiteY28" fmla="*/ 9244693 h 9456078"/>
              <a:gd name="connsiteX29" fmla="*/ 1506799 w 13158797"/>
              <a:gd name="connsiteY29" fmla="*/ 9230604 h 9456078"/>
              <a:gd name="connsiteX30" fmla="*/ 1553445 w 13158797"/>
              <a:gd name="connsiteY30" fmla="*/ 9216076 h 9456078"/>
              <a:gd name="connsiteX31" fmla="*/ 1599935 w 13158797"/>
              <a:gd name="connsiteY31" fmla="*/ 9201111 h 9456078"/>
              <a:gd name="connsiteX32" fmla="*/ 1646267 w 13158797"/>
              <a:gd name="connsiteY32" fmla="*/ 9185710 h 9456078"/>
              <a:gd name="connsiteX33" fmla="*/ 1692437 w 13158797"/>
              <a:gd name="connsiteY33" fmla="*/ 9169876 h 9456078"/>
              <a:gd name="connsiteX34" fmla="*/ 1738442 w 13158797"/>
              <a:gd name="connsiteY34" fmla="*/ 9153608 h 9456078"/>
              <a:gd name="connsiteX35" fmla="*/ 1784280 w 13158797"/>
              <a:gd name="connsiteY35" fmla="*/ 9136910 h 9456078"/>
              <a:gd name="connsiteX36" fmla="*/ 1829947 w 13158797"/>
              <a:gd name="connsiteY36" fmla="*/ 9119782 h 9456078"/>
              <a:gd name="connsiteX37" fmla="*/ 1875440 w 13158797"/>
              <a:gd name="connsiteY37" fmla="*/ 9102226 h 9456078"/>
              <a:gd name="connsiteX38" fmla="*/ 1920756 w 13158797"/>
              <a:gd name="connsiteY38" fmla="*/ 9084243 h 9456078"/>
              <a:gd name="connsiteX39" fmla="*/ 1965893 w 13158797"/>
              <a:gd name="connsiteY39" fmla="*/ 9065835 h 9456078"/>
              <a:gd name="connsiteX40" fmla="*/ 2055615 w 13158797"/>
              <a:gd name="connsiteY40" fmla="*/ 9027750 h 9456078"/>
              <a:gd name="connsiteX41" fmla="*/ 2100195 w 13158797"/>
              <a:gd name="connsiteY41" fmla="*/ 9008075 h 9456078"/>
              <a:gd name="connsiteX42" fmla="*/ 2144582 w 13158797"/>
              <a:gd name="connsiteY42" fmla="*/ 8987981 h 9456078"/>
              <a:gd name="connsiteX43" fmla="*/ 2188775 w 13158797"/>
              <a:gd name="connsiteY43" fmla="*/ 8967470 h 9456078"/>
              <a:gd name="connsiteX44" fmla="*/ 2232770 w 13158797"/>
              <a:gd name="connsiteY44" fmla="*/ 8946542 h 9456078"/>
              <a:gd name="connsiteX45" fmla="*/ 2276564 w 13158797"/>
              <a:gd name="connsiteY45" fmla="*/ 8925199 h 9456078"/>
              <a:gd name="connsiteX46" fmla="*/ 2320154 w 13158797"/>
              <a:gd name="connsiteY46" fmla="*/ 8903443 h 9456078"/>
              <a:gd name="connsiteX47" fmla="*/ 2363538 w 13158797"/>
              <a:gd name="connsiteY47" fmla="*/ 8881275 h 9456078"/>
              <a:gd name="connsiteX48" fmla="*/ 2406711 w 13158797"/>
              <a:gd name="connsiteY48" fmla="*/ 8858697 h 9456078"/>
              <a:gd name="connsiteX49" fmla="*/ 2449672 w 13158797"/>
              <a:gd name="connsiteY49" fmla="*/ 8835710 h 9456078"/>
              <a:gd name="connsiteX50" fmla="*/ 2492417 w 13158797"/>
              <a:gd name="connsiteY50" fmla="*/ 8812316 h 9456078"/>
              <a:gd name="connsiteX51" fmla="*/ 2534943 w 13158797"/>
              <a:gd name="connsiteY51" fmla="*/ 8788516 h 9456078"/>
              <a:gd name="connsiteX52" fmla="*/ 2577247 w 13158797"/>
              <a:gd name="connsiteY52" fmla="*/ 8764311 h 9456078"/>
              <a:gd name="connsiteX53" fmla="*/ 2619326 w 13158797"/>
              <a:gd name="connsiteY53" fmla="*/ 8739704 h 9456078"/>
              <a:gd name="connsiteX54" fmla="*/ 2661177 w 13158797"/>
              <a:gd name="connsiteY54" fmla="*/ 8714695 h 9456078"/>
              <a:gd name="connsiteX55" fmla="*/ 2702797 w 13158797"/>
              <a:gd name="connsiteY55" fmla="*/ 8689286 h 9456078"/>
              <a:gd name="connsiteX56" fmla="*/ 2744183 w 13158797"/>
              <a:gd name="connsiteY56" fmla="*/ 8663479 h 9456078"/>
              <a:gd name="connsiteX57" fmla="*/ 2785333 w 13158797"/>
              <a:gd name="connsiteY57" fmla="*/ 8637274 h 9456078"/>
              <a:gd name="connsiteX58" fmla="*/ 2826242 w 13158797"/>
              <a:gd name="connsiteY58" fmla="*/ 8610675 h 9456078"/>
              <a:gd name="connsiteX59" fmla="*/ 2866908 w 13158797"/>
              <a:gd name="connsiteY59" fmla="*/ 8583681 h 9456078"/>
              <a:gd name="connsiteX60" fmla="*/ 2907329 w 13158797"/>
              <a:gd name="connsiteY60" fmla="*/ 8556295 h 9456078"/>
              <a:gd name="connsiteX61" fmla="*/ 2947500 w 13158797"/>
              <a:gd name="connsiteY61" fmla="*/ 8528517 h 9456078"/>
              <a:gd name="connsiteX62" fmla="*/ 2987419 w 13158797"/>
              <a:gd name="connsiteY62" fmla="*/ 8500351 h 9456078"/>
              <a:gd name="connsiteX63" fmla="*/ 3027083 w 13158797"/>
              <a:gd name="connsiteY63" fmla="*/ 8471796 h 9456078"/>
              <a:gd name="connsiteX64" fmla="*/ 3066489 w 13158797"/>
              <a:gd name="connsiteY64" fmla="*/ 8442854 h 9456078"/>
              <a:gd name="connsiteX65" fmla="*/ 3105634 w 13158797"/>
              <a:gd name="connsiteY65" fmla="*/ 8413528 h 9456078"/>
              <a:gd name="connsiteX66" fmla="*/ 3144515 w 13158797"/>
              <a:gd name="connsiteY66" fmla="*/ 8383818 h 9456078"/>
              <a:gd name="connsiteX67" fmla="*/ 3183129 w 13158797"/>
              <a:gd name="connsiteY67" fmla="*/ 8353726 h 9456078"/>
              <a:gd name="connsiteX68" fmla="*/ 3221473 w 13158797"/>
              <a:gd name="connsiteY68" fmla="*/ 8323253 h 9456078"/>
              <a:gd name="connsiteX69" fmla="*/ 3259544 w 13158797"/>
              <a:gd name="connsiteY69" fmla="*/ 8292401 h 9456078"/>
              <a:gd name="connsiteX70" fmla="*/ 3297339 w 13158797"/>
              <a:gd name="connsiteY70" fmla="*/ 8261172 h 9456078"/>
              <a:gd name="connsiteX71" fmla="*/ 3334854 w 13158797"/>
              <a:gd name="connsiteY71" fmla="*/ 8229566 h 9456078"/>
              <a:gd name="connsiteX72" fmla="*/ 3372087 w 13158797"/>
              <a:gd name="connsiteY72" fmla="*/ 8197585 h 9456078"/>
              <a:gd name="connsiteX73" fmla="*/ 3409035 w 13158797"/>
              <a:gd name="connsiteY73" fmla="*/ 8165232 h 9456078"/>
              <a:gd name="connsiteX74" fmla="*/ 3445695 w 13158797"/>
              <a:gd name="connsiteY74" fmla="*/ 8132507 h 9456078"/>
              <a:gd name="connsiteX75" fmla="*/ 3482064 w 13158797"/>
              <a:gd name="connsiteY75" fmla="*/ 8099411 h 9456078"/>
              <a:gd name="connsiteX76" fmla="*/ 3518139 w 13158797"/>
              <a:gd name="connsiteY76" fmla="*/ 8065947 h 9456078"/>
              <a:gd name="connsiteX77" fmla="*/ 3553916 w 13158797"/>
              <a:gd name="connsiteY77" fmla="*/ 8032115 h 9456078"/>
              <a:gd name="connsiteX78" fmla="*/ 3589393 w 13158797"/>
              <a:gd name="connsiteY78" fmla="*/ 7997918 h 9456078"/>
              <a:gd name="connsiteX79" fmla="*/ 3624567 w 13158797"/>
              <a:gd name="connsiteY79" fmla="*/ 7963356 h 9456078"/>
              <a:gd name="connsiteX80" fmla="*/ 3659435 w 13158797"/>
              <a:gd name="connsiteY80" fmla="*/ 7928432 h 9456078"/>
              <a:gd name="connsiteX81" fmla="*/ 3693994 w 13158797"/>
              <a:gd name="connsiteY81" fmla="*/ 7893146 h 9456078"/>
              <a:gd name="connsiteX82" fmla="*/ 3728240 w 13158797"/>
              <a:gd name="connsiteY82" fmla="*/ 7857501 h 9456078"/>
              <a:gd name="connsiteX83" fmla="*/ 3762171 w 13158797"/>
              <a:gd name="connsiteY83" fmla="*/ 7821497 h 9456078"/>
              <a:gd name="connsiteX84" fmla="*/ 3795783 w 13158797"/>
              <a:gd name="connsiteY84" fmla="*/ 7785136 h 9456078"/>
              <a:gd name="connsiteX85" fmla="*/ 3829075 w 13158797"/>
              <a:gd name="connsiteY85" fmla="*/ 7748420 h 9456078"/>
              <a:gd name="connsiteX86" fmla="*/ 3862042 w 13158797"/>
              <a:gd name="connsiteY86" fmla="*/ 7711350 h 9456078"/>
              <a:gd name="connsiteX87" fmla="*/ 3894682 w 13158797"/>
              <a:gd name="connsiteY87" fmla="*/ 7673928 h 9456078"/>
              <a:gd name="connsiteX88" fmla="*/ 3926991 w 13158797"/>
              <a:gd name="connsiteY88" fmla="*/ 7636155 h 9456078"/>
              <a:gd name="connsiteX89" fmla="*/ 3958967 w 13158797"/>
              <a:gd name="connsiteY89" fmla="*/ 7598032 h 9456078"/>
              <a:gd name="connsiteX90" fmla="*/ 3990607 w 13158797"/>
              <a:gd name="connsiteY90" fmla="*/ 7559561 h 9456078"/>
              <a:gd name="connsiteX91" fmla="*/ 4021907 w 13158797"/>
              <a:gd name="connsiteY91" fmla="*/ 7520744 h 9456078"/>
              <a:gd name="connsiteX92" fmla="*/ 4052865 w 13158797"/>
              <a:gd name="connsiteY92" fmla="*/ 7481582 h 9456078"/>
              <a:gd name="connsiteX93" fmla="*/ 4083478 w 13158797"/>
              <a:gd name="connsiteY93" fmla="*/ 7442077 h 9456078"/>
              <a:gd name="connsiteX94" fmla="*/ 8022311 w 13158797"/>
              <a:gd name="connsiteY94" fmla="*/ 2307814 h 9456078"/>
              <a:gd name="connsiteX95" fmla="*/ 8052902 w 13158797"/>
              <a:gd name="connsiteY95" fmla="*/ 2268285 h 9456078"/>
              <a:gd name="connsiteX96" fmla="*/ 8083796 w 13158797"/>
              <a:gd name="connsiteY96" fmla="*/ 2229056 h 9456078"/>
              <a:gd name="connsiteX97" fmla="*/ 8114989 w 13158797"/>
              <a:gd name="connsiteY97" fmla="*/ 2190127 h 9456078"/>
              <a:gd name="connsiteX98" fmla="*/ 8146479 w 13158797"/>
              <a:gd name="connsiteY98" fmla="*/ 2151500 h 9456078"/>
              <a:gd name="connsiteX99" fmla="*/ 8178264 w 13158797"/>
              <a:gd name="connsiteY99" fmla="*/ 2113176 h 9456078"/>
              <a:gd name="connsiteX100" fmla="*/ 8210341 w 13158797"/>
              <a:gd name="connsiteY100" fmla="*/ 2075157 h 9456078"/>
              <a:gd name="connsiteX101" fmla="*/ 8242709 w 13158797"/>
              <a:gd name="connsiteY101" fmla="*/ 2037442 h 9456078"/>
              <a:gd name="connsiteX102" fmla="*/ 8275365 w 13158797"/>
              <a:gd name="connsiteY102" fmla="*/ 2000034 h 9456078"/>
              <a:gd name="connsiteX103" fmla="*/ 8308307 w 13158797"/>
              <a:gd name="connsiteY103" fmla="*/ 1962934 h 9456078"/>
              <a:gd name="connsiteX104" fmla="*/ 8341532 w 13158797"/>
              <a:gd name="connsiteY104" fmla="*/ 1926142 h 9456078"/>
              <a:gd name="connsiteX105" fmla="*/ 8375038 w 13158797"/>
              <a:gd name="connsiteY105" fmla="*/ 1889660 h 9456078"/>
              <a:gd name="connsiteX106" fmla="*/ 8408823 w 13158797"/>
              <a:gd name="connsiteY106" fmla="*/ 1853489 h 9456078"/>
              <a:gd name="connsiteX107" fmla="*/ 8442885 w 13158797"/>
              <a:gd name="connsiteY107" fmla="*/ 1817630 h 9456078"/>
              <a:gd name="connsiteX108" fmla="*/ 8477221 w 13158797"/>
              <a:gd name="connsiteY108" fmla="*/ 1782084 h 9456078"/>
              <a:gd name="connsiteX109" fmla="*/ 8511829 w 13158797"/>
              <a:gd name="connsiteY109" fmla="*/ 1746853 h 9456078"/>
              <a:gd name="connsiteX110" fmla="*/ 8546706 w 13158797"/>
              <a:gd name="connsiteY110" fmla="*/ 1711937 h 9456078"/>
              <a:gd name="connsiteX111" fmla="*/ 8581851 w 13158797"/>
              <a:gd name="connsiteY111" fmla="*/ 1677337 h 9456078"/>
              <a:gd name="connsiteX112" fmla="*/ 8617261 w 13158797"/>
              <a:gd name="connsiteY112" fmla="*/ 1643056 h 9456078"/>
              <a:gd name="connsiteX113" fmla="*/ 8652934 w 13158797"/>
              <a:gd name="connsiteY113" fmla="*/ 1609093 h 9456078"/>
              <a:gd name="connsiteX114" fmla="*/ 8688867 w 13158797"/>
              <a:gd name="connsiteY114" fmla="*/ 1575450 h 9456078"/>
              <a:gd name="connsiteX115" fmla="*/ 8725058 w 13158797"/>
              <a:gd name="connsiteY115" fmla="*/ 1542128 h 9456078"/>
              <a:gd name="connsiteX116" fmla="*/ 8761506 w 13158797"/>
              <a:gd name="connsiteY116" fmla="*/ 1509129 h 9456078"/>
              <a:gd name="connsiteX117" fmla="*/ 8798207 w 13158797"/>
              <a:gd name="connsiteY117" fmla="*/ 1476452 h 9456078"/>
              <a:gd name="connsiteX118" fmla="*/ 8835159 w 13158797"/>
              <a:gd name="connsiteY118" fmla="*/ 1444101 h 9456078"/>
              <a:gd name="connsiteX119" fmla="*/ 8872360 w 13158797"/>
              <a:gd name="connsiteY119" fmla="*/ 1412075 h 9456078"/>
              <a:gd name="connsiteX120" fmla="*/ 8909808 w 13158797"/>
              <a:gd name="connsiteY120" fmla="*/ 1380375 h 9456078"/>
              <a:gd name="connsiteX121" fmla="*/ 8947501 w 13158797"/>
              <a:gd name="connsiteY121" fmla="*/ 1349004 h 9456078"/>
              <a:gd name="connsiteX122" fmla="*/ 8985435 w 13158797"/>
              <a:gd name="connsiteY122" fmla="*/ 1317962 h 9456078"/>
              <a:gd name="connsiteX123" fmla="*/ 9023610 w 13158797"/>
              <a:gd name="connsiteY123" fmla="*/ 1287250 h 9456078"/>
              <a:gd name="connsiteX124" fmla="*/ 9062022 w 13158797"/>
              <a:gd name="connsiteY124" fmla="*/ 1256869 h 9456078"/>
              <a:gd name="connsiteX125" fmla="*/ 9100669 w 13158797"/>
              <a:gd name="connsiteY125" fmla="*/ 1226820 h 9456078"/>
              <a:gd name="connsiteX126" fmla="*/ 9139549 w 13158797"/>
              <a:gd name="connsiteY126" fmla="*/ 1197105 h 9456078"/>
              <a:gd name="connsiteX127" fmla="*/ 9178660 w 13158797"/>
              <a:gd name="connsiteY127" fmla="*/ 1167725 h 9456078"/>
              <a:gd name="connsiteX128" fmla="*/ 9217999 w 13158797"/>
              <a:gd name="connsiteY128" fmla="*/ 1138681 h 9456078"/>
              <a:gd name="connsiteX129" fmla="*/ 9257564 w 13158797"/>
              <a:gd name="connsiteY129" fmla="*/ 1109974 h 9456078"/>
              <a:gd name="connsiteX130" fmla="*/ 9297353 w 13158797"/>
              <a:gd name="connsiteY130" fmla="*/ 1081604 h 9456078"/>
              <a:gd name="connsiteX131" fmla="*/ 9337364 w 13158797"/>
              <a:gd name="connsiteY131" fmla="*/ 1053574 h 9456078"/>
              <a:gd name="connsiteX132" fmla="*/ 9377594 w 13158797"/>
              <a:gd name="connsiteY132" fmla="*/ 1025884 h 9456078"/>
              <a:gd name="connsiteX133" fmla="*/ 9418040 w 13158797"/>
              <a:gd name="connsiteY133" fmla="*/ 998536 h 9456078"/>
              <a:gd name="connsiteX134" fmla="*/ 9458702 w 13158797"/>
              <a:gd name="connsiteY134" fmla="*/ 971530 h 9456078"/>
              <a:gd name="connsiteX135" fmla="*/ 9499575 w 13158797"/>
              <a:gd name="connsiteY135" fmla="*/ 944868 h 9456078"/>
              <a:gd name="connsiteX136" fmla="*/ 9540659 w 13158797"/>
              <a:gd name="connsiteY136" fmla="*/ 918551 h 9456078"/>
              <a:gd name="connsiteX137" fmla="*/ 9581950 w 13158797"/>
              <a:gd name="connsiteY137" fmla="*/ 892580 h 9456078"/>
              <a:gd name="connsiteX138" fmla="*/ 9623447 w 13158797"/>
              <a:gd name="connsiteY138" fmla="*/ 866956 h 9456078"/>
              <a:gd name="connsiteX139" fmla="*/ 9665147 w 13158797"/>
              <a:gd name="connsiteY139" fmla="*/ 841681 h 9456078"/>
              <a:gd name="connsiteX140" fmla="*/ 9707048 w 13158797"/>
              <a:gd name="connsiteY140" fmla="*/ 816754 h 9456078"/>
              <a:gd name="connsiteX141" fmla="*/ 9749147 w 13158797"/>
              <a:gd name="connsiteY141" fmla="*/ 792179 h 9456078"/>
              <a:gd name="connsiteX142" fmla="*/ 9791443 w 13158797"/>
              <a:gd name="connsiteY142" fmla="*/ 767955 h 9456078"/>
              <a:gd name="connsiteX143" fmla="*/ 9833932 w 13158797"/>
              <a:gd name="connsiteY143" fmla="*/ 744083 h 9456078"/>
              <a:gd name="connsiteX144" fmla="*/ 9876613 w 13158797"/>
              <a:gd name="connsiteY144" fmla="*/ 720566 h 9456078"/>
              <a:gd name="connsiteX145" fmla="*/ 9919484 w 13158797"/>
              <a:gd name="connsiteY145" fmla="*/ 697404 h 9456078"/>
              <a:gd name="connsiteX146" fmla="*/ 9962542 w 13158797"/>
              <a:gd name="connsiteY146" fmla="*/ 674598 h 9456078"/>
              <a:gd name="connsiteX147" fmla="*/ 10005784 w 13158797"/>
              <a:gd name="connsiteY147" fmla="*/ 652149 h 9456078"/>
              <a:gd name="connsiteX148" fmla="*/ 10049209 w 13158797"/>
              <a:gd name="connsiteY148" fmla="*/ 630059 h 9456078"/>
              <a:gd name="connsiteX149" fmla="*/ 10092814 w 13158797"/>
              <a:gd name="connsiteY149" fmla="*/ 608328 h 9456078"/>
              <a:gd name="connsiteX150" fmla="*/ 10136597 w 13158797"/>
              <a:gd name="connsiteY150" fmla="*/ 586958 h 9456078"/>
              <a:gd name="connsiteX151" fmla="*/ 10180556 w 13158797"/>
              <a:gd name="connsiteY151" fmla="*/ 565950 h 9456078"/>
              <a:gd name="connsiteX152" fmla="*/ 10224688 w 13158797"/>
              <a:gd name="connsiteY152" fmla="*/ 545304 h 9456078"/>
              <a:gd name="connsiteX153" fmla="*/ 10268991 w 13158797"/>
              <a:gd name="connsiteY153" fmla="*/ 525023 h 9456078"/>
              <a:gd name="connsiteX154" fmla="*/ 10313463 w 13158797"/>
              <a:gd name="connsiteY154" fmla="*/ 505107 h 9456078"/>
              <a:gd name="connsiteX155" fmla="*/ 10358101 w 13158797"/>
              <a:gd name="connsiteY155" fmla="*/ 485558 h 9456078"/>
              <a:gd name="connsiteX156" fmla="*/ 10402903 w 13158797"/>
              <a:gd name="connsiteY156" fmla="*/ 466376 h 9456078"/>
              <a:gd name="connsiteX157" fmla="*/ 10447868 w 13158797"/>
              <a:gd name="connsiteY157" fmla="*/ 447563 h 9456078"/>
              <a:gd name="connsiteX158" fmla="*/ 10492991 w 13158797"/>
              <a:gd name="connsiteY158" fmla="*/ 429119 h 9456078"/>
              <a:gd name="connsiteX159" fmla="*/ 10538272 w 13158797"/>
              <a:gd name="connsiteY159" fmla="*/ 411046 h 9456078"/>
              <a:gd name="connsiteX160" fmla="*/ 10583708 w 13158797"/>
              <a:gd name="connsiteY160" fmla="*/ 393346 h 9456078"/>
              <a:gd name="connsiteX161" fmla="*/ 10629297 w 13158797"/>
              <a:gd name="connsiteY161" fmla="*/ 376018 h 9456078"/>
              <a:gd name="connsiteX162" fmla="*/ 10675036 w 13158797"/>
              <a:gd name="connsiteY162" fmla="*/ 359065 h 9456078"/>
              <a:gd name="connsiteX163" fmla="*/ 10720923 w 13158797"/>
              <a:gd name="connsiteY163" fmla="*/ 342487 h 9456078"/>
              <a:gd name="connsiteX164" fmla="*/ 10766956 w 13158797"/>
              <a:gd name="connsiteY164" fmla="*/ 326286 h 9456078"/>
              <a:gd name="connsiteX165" fmla="*/ 10813132 w 13158797"/>
              <a:gd name="connsiteY165" fmla="*/ 310462 h 9456078"/>
              <a:gd name="connsiteX166" fmla="*/ 10859450 w 13158797"/>
              <a:gd name="connsiteY166" fmla="*/ 295018 h 9456078"/>
              <a:gd name="connsiteX167" fmla="*/ 10905907 w 13158797"/>
              <a:gd name="connsiteY167" fmla="*/ 279953 h 9456078"/>
              <a:gd name="connsiteX168" fmla="*/ 10952500 w 13158797"/>
              <a:gd name="connsiteY168" fmla="*/ 265269 h 9456078"/>
              <a:gd name="connsiteX169" fmla="*/ 10999227 w 13158797"/>
              <a:gd name="connsiteY169" fmla="*/ 250968 h 9456078"/>
              <a:gd name="connsiteX170" fmla="*/ 11046087 w 13158797"/>
              <a:gd name="connsiteY170" fmla="*/ 237049 h 9456078"/>
              <a:gd name="connsiteX171" fmla="*/ 11093076 w 13158797"/>
              <a:gd name="connsiteY171" fmla="*/ 223516 h 9456078"/>
              <a:gd name="connsiteX172" fmla="*/ 11140193 w 13158797"/>
              <a:gd name="connsiteY172" fmla="*/ 210368 h 9456078"/>
              <a:gd name="connsiteX173" fmla="*/ 11187434 w 13158797"/>
              <a:gd name="connsiteY173" fmla="*/ 197606 h 9456078"/>
              <a:gd name="connsiteX174" fmla="*/ 11234799 w 13158797"/>
              <a:gd name="connsiteY174" fmla="*/ 185233 h 9456078"/>
              <a:gd name="connsiteX175" fmla="*/ 11282284 w 13158797"/>
              <a:gd name="connsiteY175" fmla="*/ 173248 h 9456078"/>
              <a:gd name="connsiteX176" fmla="*/ 11329888 w 13158797"/>
              <a:gd name="connsiteY176" fmla="*/ 161654 h 9456078"/>
              <a:gd name="connsiteX177" fmla="*/ 11377607 w 13158797"/>
              <a:gd name="connsiteY177" fmla="*/ 150451 h 9456078"/>
              <a:gd name="connsiteX178" fmla="*/ 11425440 w 13158797"/>
              <a:gd name="connsiteY178" fmla="*/ 139640 h 9456078"/>
              <a:gd name="connsiteX179" fmla="*/ 11473385 w 13158797"/>
              <a:gd name="connsiteY179" fmla="*/ 129223 h 9456078"/>
              <a:gd name="connsiteX180" fmla="*/ 11521439 w 13158797"/>
              <a:gd name="connsiteY180" fmla="*/ 119201 h 9456078"/>
              <a:gd name="connsiteX181" fmla="*/ 11569599 w 13158797"/>
              <a:gd name="connsiteY181" fmla="*/ 109574 h 9456078"/>
              <a:gd name="connsiteX182" fmla="*/ 11617864 w 13158797"/>
              <a:gd name="connsiteY182" fmla="*/ 100344 h 9456078"/>
              <a:gd name="connsiteX183" fmla="*/ 11666231 w 13158797"/>
              <a:gd name="connsiteY183" fmla="*/ 91512 h 9456078"/>
              <a:gd name="connsiteX184" fmla="*/ 11714698 w 13158797"/>
              <a:gd name="connsiteY184" fmla="*/ 83080 h 9456078"/>
              <a:gd name="connsiteX185" fmla="*/ 11763263 w 13158797"/>
              <a:gd name="connsiteY185" fmla="*/ 75047 h 9456078"/>
              <a:gd name="connsiteX186" fmla="*/ 11811923 w 13158797"/>
              <a:gd name="connsiteY186" fmla="*/ 67417 h 9456078"/>
              <a:gd name="connsiteX187" fmla="*/ 11860676 w 13158797"/>
              <a:gd name="connsiteY187" fmla="*/ 60188 h 9456078"/>
              <a:gd name="connsiteX188" fmla="*/ 11909519 w 13158797"/>
              <a:gd name="connsiteY188" fmla="*/ 53364 h 9456078"/>
              <a:gd name="connsiteX189" fmla="*/ 11958451 w 13158797"/>
              <a:gd name="connsiteY189" fmla="*/ 46944 h 9456078"/>
              <a:gd name="connsiteX190" fmla="*/ 12007470 w 13158797"/>
              <a:gd name="connsiteY190" fmla="*/ 40931 h 9456078"/>
              <a:gd name="connsiteX191" fmla="*/ 12056572 w 13158797"/>
              <a:gd name="connsiteY191" fmla="*/ 35324 h 9456078"/>
              <a:gd name="connsiteX192" fmla="*/ 12105756 w 13158797"/>
              <a:gd name="connsiteY192" fmla="*/ 30126 h 9456078"/>
              <a:gd name="connsiteX193" fmla="*/ 12155019 w 13158797"/>
              <a:gd name="connsiteY193" fmla="*/ 25337 h 9456078"/>
              <a:gd name="connsiteX194" fmla="*/ 12204359 w 13158797"/>
              <a:gd name="connsiteY194" fmla="*/ 20958 h 9456078"/>
              <a:gd name="connsiteX195" fmla="*/ 12253773 w 13158797"/>
              <a:gd name="connsiteY195" fmla="*/ 16991 h 9456078"/>
              <a:gd name="connsiteX196" fmla="*/ 12303260 w 13158797"/>
              <a:gd name="connsiteY196" fmla="*/ 13437 h 9456078"/>
              <a:gd name="connsiteX197" fmla="*/ 12352818 w 13158797"/>
              <a:gd name="connsiteY197" fmla="*/ 10297 h 9456078"/>
              <a:gd name="connsiteX198" fmla="*/ 12402443 w 13158797"/>
              <a:gd name="connsiteY198" fmla="*/ 7572 h 9456078"/>
              <a:gd name="connsiteX199" fmla="*/ 12452133 w 13158797"/>
              <a:gd name="connsiteY199" fmla="*/ 5263 h 9456078"/>
              <a:gd name="connsiteX200" fmla="*/ 12501887 w 13158797"/>
              <a:gd name="connsiteY200" fmla="*/ 3371 h 9456078"/>
              <a:gd name="connsiteX201" fmla="*/ 12551701 w 13158797"/>
              <a:gd name="connsiteY201" fmla="*/ 1898 h 9456078"/>
              <a:gd name="connsiteX202" fmla="*/ 12601574 w 13158797"/>
              <a:gd name="connsiteY202" fmla="*/ 844 h 9456078"/>
              <a:gd name="connsiteX203" fmla="*/ 12651504 w 13158797"/>
              <a:gd name="connsiteY203" fmla="*/ 211 h 9456078"/>
              <a:gd name="connsiteX204" fmla="*/ 12701487 w 13158797"/>
              <a:gd name="connsiteY204" fmla="*/ 0 h 9456078"/>
              <a:gd name="connsiteX205" fmla="*/ 13158798 w 13158797"/>
              <a:gd name="connsiteY205" fmla="*/ 0 h 94560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</a:cxnLst>
            <a:rect l="l" t="t" r="r" b="b"/>
            <a:pathLst>
              <a:path w="13158797" h="9456078">
                <a:moveTo>
                  <a:pt x="0" y="9456078"/>
                </a:moveTo>
                <a:lnTo>
                  <a:pt x="49977" y="9455836"/>
                </a:lnTo>
                <a:lnTo>
                  <a:pt x="99893" y="9455111"/>
                </a:lnTo>
                <a:lnTo>
                  <a:pt x="149742" y="9453904"/>
                </a:lnTo>
                <a:lnTo>
                  <a:pt x="199524" y="9452217"/>
                </a:lnTo>
                <a:lnTo>
                  <a:pt x="298870" y="9447409"/>
                </a:lnTo>
                <a:lnTo>
                  <a:pt x="348429" y="9444290"/>
                </a:lnTo>
                <a:lnTo>
                  <a:pt x="397907" y="9440698"/>
                </a:lnTo>
                <a:lnTo>
                  <a:pt x="447302" y="9436632"/>
                </a:lnTo>
                <a:lnTo>
                  <a:pt x="496610" y="9432096"/>
                </a:lnTo>
                <a:lnTo>
                  <a:pt x="545829" y="9427089"/>
                </a:lnTo>
                <a:lnTo>
                  <a:pt x="594956" y="9421615"/>
                </a:lnTo>
                <a:lnTo>
                  <a:pt x="643987" y="9415673"/>
                </a:lnTo>
                <a:lnTo>
                  <a:pt x="692920" y="9409267"/>
                </a:lnTo>
                <a:lnTo>
                  <a:pt x="741751" y="9402396"/>
                </a:lnTo>
                <a:lnTo>
                  <a:pt x="790478" y="9395063"/>
                </a:lnTo>
                <a:lnTo>
                  <a:pt x="839098" y="9387270"/>
                </a:lnTo>
                <a:lnTo>
                  <a:pt x="887607" y="9379017"/>
                </a:lnTo>
                <a:lnTo>
                  <a:pt x="936002" y="9370306"/>
                </a:lnTo>
                <a:lnTo>
                  <a:pt x="984281" y="9361139"/>
                </a:lnTo>
                <a:lnTo>
                  <a:pt x="1032440" y="9351517"/>
                </a:lnTo>
                <a:lnTo>
                  <a:pt x="1080477" y="9341441"/>
                </a:lnTo>
                <a:lnTo>
                  <a:pt x="1176172" y="9319936"/>
                </a:lnTo>
                <a:lnTo>
                  <a:pt x="1223823" y="9308509"/>
                </a:lnTo>
                <a:lnTo>
                  <a:pt x="1271339" y="9296635"/>
                </a:lnTo>
                <a:lnTo>
                  <a:pt x="1318719" y="9284315"/>
                </a:lnTo>
                <a:lnTo>
                  <a:pt x="1365957" y="9271550"/>
                </a:lnTo>
                <a:lnTo>
                  <a:pt x="1413052" y="9258342"/>
                </a:lnTo>
                <a:lnTo>
                  <a:pt x="1460000" y="9244693"/>
                </a:lnTo>
                <a:lnTo>
                  <a:pt x="1506799" y="9230604"/>
                </a:lnTo>
                <a:lnTo>
                  <a:pt x="1553445" y="9216076"/>
                </a:lnTo>
                <a:lnTo>
                  <a:pt x="1599935" y="9201111"/>
                </a:lnTo>
                <a:lnTo>
                  <a:pt x="1646267" y="9185710"/>
                </a:lnTo>
                <a:lnTo>
                  <a:pt x="1692437" y="9169876"/>
                </a:lnTo>
                <a:lnTo>
                  <a:pt x="1738442" y="9153608"/>
                </a:lnTo>
                <a:lnTo>
                  <a:pt x="1784280" y="9136910"/>
                </a:lnTo>
                <a:lnTo>
                  <a:pt x="1829947" y="9119782"/>
                </a:lnTo>
                <a:lnTo>
                  <a:pt x="1875440" y="9102226"/>
                </a:lnTo>
                <a:lnTo>
                  <a:pt x="1920756" y="9084243"/>
                </a:lnTo>
                <a:lnTo>
                  <a:pt x="1965893" y="9065835"/>
                </a:lnTo>
                <a:lnTo>
                  <a:pt x="2055615" y="9027750"/>
                </a:lnTo>
                <a:lnTo>
                  <a:pt x="2100195" y="9008075"/>
                </a:lnTo>
                <a:lnTo>
                  <a:pt x="2144582" y="8987981"/>
                </a:lnTo>
                <a:lnTo>
                  <a:pt x="2188775" y="8967470"/>
                </a:lnTo>
                <a:lnTo>
                  <a:pt x="2232770" y="8946542"/>
                </a:lnTo>
                <a:lnTo>
                  <a:pt x="2276564" y="8925199"/>
                </a:lnTo>
                <a:lnTo>
                  <a:pt x="2320154" y="8903443"/>
                </a:lnTo>
                <a:lnTo>
                  <a:pt x="2363538" y="8881275"/>
                </a:lnTo>
                <a:lnTo>
                  <a:pt x="2406711" y="8858697"/>
                </a:lnTo>
                <a:lnTo>
                  <a:pt x="2449672" y="8835710"/>
                </a:lnTo>
                <a:lnTo>
                  <a:pt x="2492417" y="8812316"/>
                </a:lnTo>
                <a:lnTo>
                  <a:pt x="2534943" y="8788516"/>
                </a:lnTo>
                <a:lnTo>
                  <a:pt x="2577247" y="8764311"/>
                </a:lnTo>
                <a:lnTo>
                  <a:pt x="2619326" y="8739704"/>
                </a:lnTo>
                <a:lnTo>
                  <a:pt x="2661177" y="8714695"/>
                </a:lnTo>
                <a:lnTo>
                  <a:pt x="2702797" y="8689286"/>
                </a:lnTo>
                <a:lnTo>
                  <a:pt x="2744183" y="8663479"/>
                </a:lnTo>
                <a:lnTo>
                  <a:pt x="2785333" y="8637274"/>
                </a:lnTo>
                <a:lnTo>
                  <a:pt x="2826242" y="8610675"/>
                </a:lnTo>
                <a:lnTo>
                  <a:pt x="2866908" y="8583681"/>
                </a:lnTo>
                <a:lnTo>
                  <a:pt x="2907329" y="8556295"/>
                </a:lnTo>
                <a:lnTo>
                  <a:pt x="2947500" y="8528517"/>
                </a:lnTo>
                <a:lnTo>
                  <a:pt x="2987419" y="8500351"/>
                </a:lnTo>
                <a:lnTo>
                  <a:pt x="3027083" y="8471796"/>
                </a:lnTo>
                <a:lnTo>
                  <a:pt x="3066489" y="8442854"/>
                </a:lnTo>
                <a:lnTo>
                  <a:pt x="3105634" y="8413528"/>
                </a:lnTo>
                <a:lnTo>
                  <a:pt x="3144515" y="8383818"/>
                </a:lnTo>
                <a:lnTo>
                  <a:pt x="3183129" y="8353726"/>
                </a:lnTo>
                <a:lnTo>
                  <a:pt x="3221473" y="8323253"/>
                </a:lnTo>
                <a:lnTo>
                  <a:pt x="3259544" y="8292401"/>
                </a:lnTo>
                <a:lnTo>
                  <a:pt x="3297339" y="8261172"/>
                </a:lnTo>
                <a:lnTo>
                  <a:pt x="3334854" y="8229566"/>
                </a:lnTo>
                <a:lnTo>
                  <a:pt x="3372087" y="8197585"/>
                </a:lnTo>
                <a:lnTo>
                  <a:pt x="3409035" y="8165232"/>
                </a:lnTo>
                <a:lnTo>
                  <a:pt x="3445695" y="8132507"/>
                </a:lnTo>
                <a:lnTo>
                  <a:pt x="3482064" y="8099411"/>
                </a:lnTo>
                <a:lnTo>
                  <a:pt x="3518139" y="8065947"/>
                </a:lnTo>
                <a:lnTo>
                  <a:pt x="3553916" y="8032115"/>
                </a:lnTo>
                <a:lnTo>
                  <a:pt x="3589393" y="7997918"/>
                </a:lnTo>
                <a:lnTo>
                  <a:pt x="3624567" y="7963356"/>
                </a:lnTo>
                <a:lnTo>
                  <a:pt x="3659435" y="7928432"/>
                </a:lnTo>
                <a:lnTo>
                  <a:pt x="3693994" y="7893146"/>
                </a:lnTo>
                <a:lnTo>
                  <a:pt x="3728240" y="7857501"/>
                </a:lnTo>
                <a:lnTo>
                  <a:pt x="3762171" y="7821497"/>
                </a:lnTo>
                <a:lnTo>
                  <a:pt x="3795783" y="7785136"/>
                </a:lnTo>
                <a:lnTo>
                  <a:pt x="3829075" y="7748420"/>
                </a:lnTo>
                <a:lnTo>
                  <a:pt x="3862042" y="7711350"/>
                </a:lnTo>
                <a:lnTo>
                  <a:pt x="3894682" y="7673928"/>
                </a:lnTo>
                <a:lnTo>
                  <a:pt x="3926991" y="7636155"/>
                </a:lnTo>
                <a:lnTo>
                  <a:pt x="3958967" y="7598032"/>
                </a:lnTo>
                <a:lnTo>
                  <a:pt x="3990607" y="7559561"/>
                </a:lnTo>
                <a:lnTo>
                  <a:pt x="4021907" y="7520744"/>
                </a:lnTo>
                <a:lnTo>
                  <a:pt x="4052865" y="7481582"/>
                </a:lnTo>
                <a:lnTo>
                  <a:pt x="4083478" y="7442077"/>
                </a:lnTo>
                <a:lnTo>
                  <a:pt x="8022311" y="2307814"/>
                </a:lnTo>
                <a:lnTo>
                  <a:pt x="8052902" y="2268285"/>
                </a:lnTo>
                <a:lnTo>
                  <a:pt x="8083796" y="2229056"/>
                </a:lnTo>
                <a:lnTo>
                  <a:pt x="8114989" y="2190127"/>
                </a:lnTo>
                <a:lnTo>
                  <a:pt x="8146479" y="2151500"/>
                </a:lnTo>
                <a:lnTo>
                  <a:pt x="8178264" y="2113176"/>
                </a:lnTo>
                <a:lnTo>
                  <a:pt x="8210341" y="2075157"/>
                </a:lnTo>
                <a:lnTo>
                  <a:pt x="8242709" y="2037442"/>
                </a:lnTo>
                <a:lnTo>
                  <a:pt x="8275365" y="2000034"/>
                </a:lnTo>
                <a:lnTo>
                  <a:pt x="8308307" y="1962934"/>
                </a:lnTo>
                <a:lnTo>
                  <a:pt x="8341532" y="1926142"/>
                </a:lnTo>
                <a:lnTo>
                  <a:pt x="8375038" y="1889660"/>
                </a:lnTo>
                <a:lnTo>
                  <a:pt x="8408823" y="1853489"/>
                </a:lnTo>
                <a:lnTo>
                  <a:pt x="8442885" y="1817630"/>
                </a:lnTo>
                <a:lnTo>
                  <a:pt x="8477221" y="1782084"/>
                </a:lnTo>
                <a:lnTo>
                  <a:pt x="8511829" y="1746853"/>
                </a:lnTo>
                <a:lnTo>
                  <a:pt x="8546706" y="1711937"/>
                </a:lnTo>
                <a:lnTo>
                  <a:pt x="8581851" y="1677337"/>
                </a:lnTo>
                <a:lnTo>
                  <a:pt x="8617261" y="1643056"/>
                </a:lnTo>
                <a:lnTo>
                  <a:pt x="8652934" y="1609093"/>
                </a:lnTo>
                <a:lnTo>
                  <a:pt x="8688867" y="1575450"/>
                </a:lnTo>
                <a:lnTo>
                  <a:pt x="8725058" y="1542128"/>
                </a:lnTo>
                <a:lnTo>
                  <a:pt x="8761506" y="1509129"/>
                </a:lnTo>
                <a:lnTo>
                  <a:pt x="8798207" y="1476452"/>
                </a:lnTo>
                <a:lnTo>
                  <a:pt x="8835159" y="1444101"/>
                </a:lnTo>
                <a:lnTo>
                  <a:pt x="8872360" y="1412075"/>
                </a:lnTo>
                <a:lnTo>
                  <a:pt x="8909808" y="1380375"/>
                </a:lnTo>
                <a:lnTo>
                  <a:pt x="8947501" y="1349004"/>
                </a:lnTo>
                <a:lnTo>
                  <a:pt x="8985435" y="1317962"/>
                </a:lnTo>
                <a:lnTo>
                  <a:pt x="9023610" y="1287250"/>
                </a:lnTo>
                <a:lnTo>
                  <a:pt x="9062022" y="1256869"/>
                </a:lnTo>
                <a:lnTo>
                  <a:pt x="9100669" y="1226820"/>
                </a:lnTo>
                <a:lnTo>
                  <a:pt x="9139549" y="1197105"/>
                </a:lnTo>
                <a:lnTo>
                  <a:pt x="9178660" y="1167725"/>
                </a:lnTo>
                <a:lnTo>
                  <a:pt x="9217999" y="1138681"/>
                </a:lnTo>
                <a:lnTo>
                  <a:pt x="9257564" y="1109974"/>
                </a:lnTo>
                <a:lnTo>
                  <a:pt x="9297353" y="1081604"/>
                </a:lnTo>
                <a:lnTo>
                  <a:pt x="9337364" y="1053574"/>
                </a:lnTo>
                <a:lnTo>
                  <a:pt x="9377594" y="1025884"/>
                </a:lnTo>
                <a:lnTo>
                  <a:pt x="9418040" y="998536"/>
                </a:lnTo>
                <a:lnTo>
                  <a:pt x="9458702" y="971530"/>
                </a:lnTo>
                <a:lnTo>
                  <a:pt x="9499575" y="944868"/>
                </a:lnTo>
                <a:lnTo>
                  <a:pt x="9540659" y="918551"/>
                </a:lnTo>
                <a:lnTo>
                  <a:pt x="9581950" y="892580"/>
                </a:lnTo>
                <a:lnTo>
                  <a:pt x="9623447" y="866956"/>
                </a:lnTo>
                <a:lnTo>
                  <a:pt x="9665147" y="841681"/>
                </a:lnTo>
                <a:lnTo>
                  <a:pt x="9707048" y="816754"/>
                </a:lnTo>
                <a:lnTo>
                  <a:pt x="9749147" y="792179"/>
                </a:lnTo>
                <a:lnTo>
                  <a:pt x="9791443" y="767955"/>
                </a:lnTo>
                <a:lnTo>
                  <a:pt x="9833932" y="744083"/>
                </a:lnTo>
                <a:lnTo>
                  <a:pt x="9876613" y="720566"/>
                </a:lnTo>
                <a:lnTo>
                  <a:pt x="9919484" y="697404"/>
                </a:lnTo>
                <a:lnTo>
                  <a:pt x="9962542" y="674598"/>
                </a:lnTo>
                <a:lnTo>
                  <a:pt x="10005784" y="652149"/>
                </a:lnTo>
                <a:lnTo>
                  <a:pt x="10049209" y="630059"/>
                </a:lnTo>
                <a:lnTo>
                  <a:pt x="10092814" y="608328"/>
                </a:lnTo>
                <a:lnTo>
                  <a:pt x="10136597" y="586958"/>
                </a:lnTo>
                <a:lnTo>
                  <a:pt x="10180556" y="565950"/>
                </a:lnTo>
                <a:lnTo>
                  <a:pt x="10224688" y="545304"/>
                </a:lnTo>
                <a:lnTo>
                  <a:pt x="10268991" y="525023"/>
                </a:lnTo>
                <a:lnTo>
                  <a:pt x="10313463" y="505107"/>
                </a:lnTo>
                <a:lnTo>
                  <a:pt x="10358101" y="485558"/>
                </a:lnTo>
                <a:lnTo>
                  <a:pt x="10402903" y="466376"/>
                </a:lnTo>
                <a:lnTo>
                  <a:pt x="10447868" y="447563"/>
                </a:lnTo>
                <a:lnTo>
                  <a:pt x="10492991" y="429119"/>
                </a:lnTo>
                <a:lnTo>
                  <a:pt x="10538272" y="411046"/>
                </a:lnTo>
                <a:lnTo>
                  <a:pt x="10583708" y="393346"/>
                </a:lnTo>
                <a:lnTo>
                  <a:pt x="10629297" y="376018"/>
                </a:lnTo>
                <a:lnTo>
                  <a:pt x="10675036" y="359065"/>
                </a:lnTo>
                <a:lnTo>
                  <a:pt x="10720923" y="342487"/>
                </a:lnTo>
                <a:lnTo>
                  <a:pt x="10766956" y="326286"/>
                </a:lnTo>
                <a:lnTo>
                  <a:pt x="10813132" y="310462"/>
                </a:lnTo>
                <a:lnTo>
                  <a:pt x="10859450" y="295018"/>
                </a:lnTo>
                <a:lnTo>
                  <a:pt x="10905907" y="279953"/>
                </a:lnTo>
                <a:lnTo>
                  <a:pt x="10952500" y="265269"/>
                </a:lnTo>
                <a:lnTo>
                  <a:pt x="10999227" y="250968"/>
                </a:lnTo>
                <a:lnTo>
                  <a:pt x="11046087" y="237049"/>
                </a:lnTo>
                <a:lnTo>
                  <a:pt x="11093076" y="223516"/>
                </a:lnTo>
                <a:lnTo>
                  <a:pt x="11140193" y="210368"/>
                </a:lnTo>
                <a:lnTo>
                  <a:pt x="11187434" y="197606"/>
                </a:lnTo>
                <a:lnTo>
                  <a:pt x="11234799" y="185233"/>
                </a:lnTo>
                <a:lnTo>
                  <a:pt x="11282284" y="173248"/>
                </a:lnTo>
                <a:lnTo>
                  <a:pt x="11329888" y="161654"/>
                </a:lnTo>
                <a:lnTo>
                  <a:pt x="11377607" y="150451"/>
                </a:lnTo>
                <a:lnTo>
                  <a:pt x="11425440" y="139640"/>
                </a:lnTo>
                <a:lnTo>
                  <a:pt x="11473385" y="129223"/>
                </a:lnTo>
                <a:lnTo>
                  <a:pt x="11521439" y="119201"/>
                </a:lnTo>
                <a:lnTo>
                  <a:pt x="11569599" y="109574"/>
                </a:lnTo>
                <a:lnTo>
                  <a:pt x="11617864" y="100344"/>
                </a:lnTo>
                <a:lnTo>
                  <a:pt x="11666231" y="91512"/>
                </a:lnTo>
                <a:lnTo>
                  <a:pt x="11714698" y="83080"/>
                </a:lnTo>
                <a:lnTo>
                  <a:pt x="11763263" y="75047"/>
                </a:lnTo>
                <a:lnTo>
                  <a:pt x="11811923" y="67417"/>
                </a:lnTo>
                <a:lnTo>
                  <a:pt x="11860676" y="60188"/>
                </a:lnTo>
                <a:lnTo>
                  <a:pt x="11909519" y="53364"/>
                </a:lnTo>
                <a:lnTo>
                  <a:pt x="11958451" y="46944"/>
                </a:lnTo>
                <a:lnTo>
                  <a:pt x="12007470" y="40931"/>
                </a:lnTo>
                <a:lnTo>
                  <a:pt x="12056572" y="35324"/>
                </a:lnTo>
                <a:lnTo>
                  <a:pt x="12105756" y="30126"/>
                </a:lnTo>
                <a:lnTo>
                  <a:pt x="12155019" y="25337"/>
                </a:lnTo>
                <a:lnTo>
                  <a:pt x="12204359" y="20958"/>
                </a:lnTo>
                <a:lnTo>
                  <a:pt x="12253773" y="16991"/>
                </a:lnTo>
                <a:lnTo>
                  <a:pt x="12303260" y="13437"/>
                </a:lnTo>
                <a:lnTo>
                  <a:pt x="12352818" y="10297"/>
                </a:lnTo>
                <a:lnTo>
                  <a:pt x="12402443" y="7572"/>
                </a:lnTo>
                <a:lnTo>
                  <a:pt x="12452133" y="5263"/>
                </a:lnTo>
                <a:lnTo>
                  <a:pt x="12501887" y="3371"/>
                </a:lnTo>
                <a:lnTo>
                  <a:pt x="12551701" y="1898"/>
                </a:lnTo>
                <a:lnTo>
                  <a:pt x="12601574" y="844"/>
                </a:lnTo>
                <a:lnTo>
                  <a:pt x="12651504" y="211"/>
                </a:lnTo>
                <a:lnTo>
                  <a:pt x="12701487" y="0"/>
                </a:lnTo>
                <a:lnTo>
                  <a:pt x="13158798" y="0"/>
                </a:lnTo>
              </a:path>
            </a:pathLst>
          </a:custGeom>
          <a:ln w="19050">
            <a:gradFill>
              <a:gsLst>
                <a:gs pos="15000">
                  <a:schemeClr val="tx2"/>
                </a:gs>
                <a:gs pos="0">
                  <a:schemeClr val="bg1">
                    <a:alpha val="0"/>
                  </a:schemeClr>
                </a:gs>
              </a:gsLst>
              <a:lin ang="5400000" scaled="0"/>
            </a:gradFill>
          </a:ln>
        </p:spPr>
        <p:txBody>
          <a:bodyPr wrap="square" lIns="0" tIns="0" rIns="0" bIns="0" rtlCol="0"/>
          <a:lstStyle/>
          <a:p>
            <a:pPr marL="0" marR="0" lvl="0" indent="0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6F5D9E45-CD14-A20E-A4B7-7B03E55383DE}"/>
              </a:ext>
            </a:extLst>
          </p:cNvPr>
          <p:cNvCxnSpPr>
            <a:cxnSpLocks/>
          </p:cNvCxnSpPr>
          <p:nvPr/>
        </p:nvCxnSpPr>
        <p:spPr>
          <a:xfrm flipH="1">
            <a:off x="334962" y="6678798"/>
            <a:ext cx="10980001" cy="0"/>
          </a:xfrm>
          <a:prstGeom prst="line">
            <a:avLst/>
          </a:prstGeom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64909117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4530">
          <p15:clr>
            <a:srgbClr val="FBAE40"/>
          </p15:clr>
        </p15:guide>
        <p15:guide id="2" orient="horz" pos="2410">
          <p15:clr>
            <a:srgbClr val="FBAE40"/>
          </p15:clr>
        </p15:guide>
        <p15:guide id="3" orient="horz" pos="141">
          <p15:clr>
            <a:srgbClr val="FBAE40"/>
          </p15:clr>
        </p15:guide>
        <p15:guide id="4" pos="128">
          <p15:clr>
            <a:srgbClr val="FBAE40"/>
          </p15:clr>
        </p15:guide>
        <p15:guide id="5" orient="horz" pos="2465">
          <p15:clr>
            <a:srgbClr val="FBAE40"/>
          </p15:clr>
        </p15:guide>
        <p15:guide id="6" orient="horz" pos="485">
          <p15:clr>
            <a:srgbClr val="FBAE40"/>
          </p15:clr>
        </p15:guide>
        <p15:guide id="7" orient="horz" pos="567">
          <p15:clr>
            <a:srgbClr val="FBAE40"/>
          </p15:clr>
        </p15:guide>
      </p15:sldGuideLst>
    </p:ext>
  </p:extLst>
</p:sldLayout>
</file>

<file path=ppt/slideLayouts/slideLayout141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3_Título | Box lateral - Branco 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tângulo 1">
            <a:extLst>
              <a:ext uri="{FF2B5EF4-FFF2-40B4-BE49-F238E27FC236}">
                <a16:creationId xmlns:a16="http://schemas.microsoft.com/office/drawing/2014/main" id="{0B0E7351-5252-E626-42EB-CDCE7C083C49}"/>
              </a:ext>
            </a:extLst>
          </p:cNvPr>
          <p:cNvSpPr/>
          <p:nvPr/>
        </p:nvSpPr>
        <p:spPr>
          <a:xfrm>
            <a:off x="0" y="1"/>
            <a:ext cx="5420020" cy="6858000"/>
          </a:xfrm>
          <a:prstGeom prst="rect">
            <a:avLst/>
          </a:prstGeom>
          <a:gradFill>
            <a:gsLst>
              <a:gs pos="0">
                <a:schemeClr val="tx1"/>
              </a:gs>
              <a:gs pos="23000">
                <a:schemeClr val="tx1"/>
              </a:gs>
              <a:gs pos="55000">
                <a:srgbClr val="161B21"/>
              </a:gs>
            </a:gsLst>
            <a:lin ang="8400000" scaled="0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sz="849"/>
          </a:p>
        </p:txBody>
      </p:sp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509521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pPr marL="20022">
              <a:spcBef>
                <a:spcPts val="45"/>
              </a:spcBef>
            </a:pPr>
            <a:fld id="{81D60167-4931-47E6-BA6A-407CBD079E47}" type="slidenum">
              <a:rPr lang="pt-BR" spc="-15" smtClean="0"/>
              <a:pPr marL="20022">
                <a:spcBef>
                  <a:spcPts val="45"/>
                </a:spcBef>
              </a:pPr>
              <a:t>‹#›</a:t>
            </a:fld>
            <a:endParaRPr lang="pt-BR" spc="-15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5" y="368302"/>
            <a:ext cx="5085057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47028" y="1751285"/>
            <a:ext cx="4369353" cy="156104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3D29ABC6-2275-8D02-5D8F-6C312831087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333166" y="3849328"/>
            <a:ext cx="4383213" cy="158838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:a16="http://schemas.microsoft.com/office/drawing/2014/main" id="{89936DB2-1144-3AFC-1BBA-E1BDEB5020C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5767047" y="1484313"/>
            <a:ext cx="6077927" cy="445872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2" name="Conector Reto 2">
            <a:extLst>
              <a:ext uri="{FF2B5EF4-FFF2-40B4-BE49-F238E27FC236}">
                <a16:creationId xmlns:a16="http://schemas.microsoft.com/office/drawing/2014/main" id="{D24BE17E-F6B3-8EAE-EC30-BB9C725FC11E}"/>
              </a:ext>
            </a:extLst>
          </p:cNvPr>
          <p:cNvCxnSpPr>
            <a:cxnSpLocks/>
          </p:cNvCxnSpPr>
          <p:nvPr/>
        </p:nvCxnSpPr>
        <p:spPr>
          <a:xfrm flipH="1">
            <a:off x="2" y="1482784"/>
            <a:ext cx="1457739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Conector Reto 7">
            <a:extLst>
              <a:ext uri="{FF2B5EF4-FFF2-40B4-BE49-F238E27FC236}">
                <a16:creationId xmlns:a16="http://schemas.microsoft.com/office/drawing/2014/main" id="{0D6EA7A2-501E-AE25-217B-771E1489503C}"/>
              </a:ext>
            </a:extLst>
          </p:cNvPr>
          <p:cNvCxnSpPr>
            <a:cxnSpLocks/>
          </p:cNvCxnSpPr>
          <p:nvPr/>
        </p:nvCxnSpPr>
        <p:spPr>
          <a:xfrm flipH="1">
            <a:off x="2" y="3580828"/>
            <a:ext cx="1457739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Picture 8">
            <a:extLst>
              <a:ext uri="{FF2B5EF4-FFF2-40B4-BE49-F238E27FC236}">
                <a16:creationId xmlns:a16="http://schemas.microsoft.com/office/drawing/2014/main" id="{17E4CCC7-1929-43B7-5053-E4687D9CD03C}"/>
              </a:ext>
            </a:extLst>
          </p:cNvPr>
          <p:cNvSpPr/>
          <p:nvPr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tx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/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AA4C09E7-58F7-D1C0-7F9D-8BDE6540D76F}"/>
              </a:ext>
            </a:extLst>
          </p:cNvPr>
          <p:cNvCxnSpPr>
            <a:cxnSpLocks/>
          </p:cNvCxnSpPr>
          <p:nvPr/>
        </p:nvCxnSpPr>
        <p:spPr>
          <a:xfrm>
            <a:off x="5529943" y="169333"/>
            <a:ext cx="6699628" cy="0"/>
          </a:xfrm>
          <a:prstGeom prst="line">
            <a:avLst/>
          </a:prstGeom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object 4">
            <a:extLst>
              <a:ext uri="{FF2B5EF4-FFF2-40B4-BE49-F238E27FC236}">
                <a16:creationId xmlns:a16="http://schemas.microsoft.com/office/drawing/2014/main" id="{3326D04B-5317-36B2-D8FC-7DA9E201E8D9}"/>
              </a:ext>
            </a:extLst>
          </p:cNvPr>
          <p:cNvSpPr/>
          <p:nvPr/>
        </p:nvSpPr>
        <p:spPr>
          <a:xfrm rot="10247908" flipH="1">
            <a:off x="4106509" y="-4146683"/>
            <a:ext cx="8001039" cy="5749648"/>
          </a:xfrm>
          <a:custGeom>
            <a:avLst/>
            <a:gdLst>
              <a:gd name="connsiteX0" fmla="*/ 0 w 13940157"/>
              <a:gd name="connsiteY0" fmla="*/ 9200719 h 9456078"/>
              <a:gd name="connsiteX1" fmla="*/ 781360 w 13940157"/>
              <a:gd name="connsiteY1" fmla="*/ 9456078 h 9456078"/>
              <a:gd name="connsiteX2" fmla="*/ 831337 w 13940157"/>
              <a:gd name="connsiteY2" fmla="*/ 9455836 h 9456078"/>
              <a:gd name="connsiteX3" fmla="*/ 881253 w 13940157"/>
              <a:gd name="connsiteY3" fmla="*/ 9455111 h 9456078"/>
              <a:gd name="connsiteX4" fmla="*/ 931102 w 13940157"/>
              <a:gd name="connsiteY4" fmla="*/ 9453904 h 9456078"/>
              <a:gd name="connsiteX5" fmla="*/ 980884 w 13940157"/>
              <a:gd name="connsiteY5" fmla="*/ 9452217 h 9456078"/>
              <a:gd name="connsiteX6" fmla="*/ 1030594 w 13940157"/>
              <a:gd name="connsiteY6" fmla="*/ 9450052 h 9456078"/>
              <a:gd name="connsiteX7" fmla="*/ 1080230 w 13940157"/>
              <a:gd name="connsiteY7" fmla="*/ 9447409 h 9456078"/>
              <a:gd name="connsiteX8" fmla="*/ 1129789 w 13940157"/>
              <a:gd name="connsiteY8" fmla="*/ 9444290 h 9456078"/>
              <a:gd name="connsiteX9" fmla="*/ 1179267 w 13940157"/>
              <a:gd name="connsiteY9" fmla="*/ 9440698 h 9456078"/>
              <a:gd name="connsiteX10" fmla="*/ 1228662 w 13940157"/>
              <a:gd name="connsiteY10" fmla="*/ 9436632 h 9456078"/>
              <a:gd name="connsiteX11" fmla="*/ 1277970 w 13940157"/>
              <a:gd name="connsiteY11" fmla="*/ 9432096 h 9456078"/>
              <a:gd name="connsiteX12" fmla="*/ 1327189 w 13940157"/>
              <a:gd name="connsiteY12" fmla="*/ 9427089 h 9456078"/>
              <a:gd name="connsiteX13" fmla="*/ 1376316 w 13940157"/>
              <a:gd name="connsiteY13" fmla="*/ 9421615 h 9456078"/>
              <a:gd name="connsiteX14" fmla="*/ 1425347 w 13940157"/>
              <a:gd name="connsiteY14" fmla="*/ 9415673 h 9456078"/>
              <a:gd name="connsiteX15" fmla="*/ 1474280 w 13940157"/>
              <a:gd name="connsiteY15" fmla="*/ 9409267 h 9456078"/>
              <a:gd name="connsiteX16" fmla="*/ 1523111 w 13940157"/>
              <a:gd name="connsiteY16" fmla="*/ 9402396 h 9456078"/>
              <a:gd name="connsiteX17" fmla="*/ 1571838 w 13940157"/>
              <a:gd name="connsiteY17" fmla="*/ 9395063 h 9456078"/>
              <a:gd name="connsiteX18" fmla="*/ 1620458 w 13940157"/>
              <a:gd name="connsiteY18" fmla="*/ 9387270 h 9456078"/>
              <a:gd name="connsiteX19" fmla="*/ 1668967 w 13940157"/>
              <a:gd name="connsiteY19" fmla="*/ 9379017 h 9456078"/>
              <a:gd name="connsiteX20" fmla="*/ 1717362 w 13940157"/>
              <a:gd name="connsiteY20" fmla="*/ 9370306 h 9456078"/>
              <a:gd name="connsiteX21" fmla="*/ 1765641 w 13940157"/>
              <a:gd name="connsiteY21" fmla="*/ 9361139 h 9456078"/>
              <a:gd name="connsiteX22" fmla="*/ 1813800 w 13940157"/>
              <a:gd name="connsiteY22" fmla="*/ 9351517 h 9456078"/>
              <a:gd name="connsiteX23" fmla="*/ 1861837 w 13940157"/>
              <a:gd name="connsiteY23" fmla="*/ 9341441 h 9456078"/>
              <a:gd name="connsiteX24" fmla="*/ 1909749 w 13940157"/>
              <a:gd name="connsiteY24" fmla="*/ 9330914 h 9456078"/>
              <a:gd name="connsiteX25" fmla="*/ 1957532 w 13940157"/>
              <a:gd name="connsiteY25" fmla="*/ 9319936 h 9456078"/>
              <a:gd name="connsiteX26" fmla="*/ 2005183 w 13940157"/>
              <a:gd name="connsiteY26" fmla="*/ 9308509 h 9456078"/>
              <a:gd name="connsiteX27" fmla="*/ 2052699 w 13940157"/>
              <a:gd name="connsiteY27" fmla="*/ 9296635 h 9456078"/>
              <a:gd name="connsiteX28" fmla="*/ 2100079 w 13940157"/>
              <a:gd name="connsiteY28" fmla="*/ 9284315 h 9456078"/>
              <a:gd name="connsiteX29" fmla="*/ 2147317 w 13940157"/>
              <a:gd name="connsiteY29" fmla="*/ 9271550 h 9456078"/>
              <a:gd name="connsiteX30" fmla="*/ 2194412 w 13940157"/>
              <a:gd name="connsiteY30" fmla="*/ 9258342 h 9456078"/>
              <a:gd name="connsiteX31" fmla="*/ 2241360 w 13940157"/>
              <a:gd name="connsiteY31" fmla="*/ 9244693 h 9456078"/>
              <a:gd name="connsiteX32" fmla="*/ 2288159 w 13940157"/>
              <a:gd name="connsiteY32" fmla="*/ 9230604 h 9456078"/>
              <a:gd name="connsiteX33" fmla="*/ 2334805 w 13940157"/>
              <a:gd name="connsiteY33" fmla="*/ 9216076 h 9456078"/>
              <a:gd name="connsiteX34" fmla="*/ 2381295 w 13940157"/>
              <a:gd name="connsiteY34" fmla="*/ 9201111 h 9456078"/>
              <a:gd name="connsiteX35" fmla="*/ 2427627 w 13940157"/>
              <a:gd name="connsiteY35" fmla="*/ 9185710 h 9456078"/>
              <a:gd name="connsiteX36" fmla="*/ 2473797 w 13940157"/>
              <a:gd name="connsiteY36" fmla="*/ 9169876 h 9456078"/>
              <a:gd name="connsiteX37" fmla="*/ 2519802 w 13940157"/>
              <a:gd name="connsiteY37" fmla="*/ 9153608 h 9456078"/>
              <a:gd name="connsiteX38" fmla="*/ 2565640 w 13940157"/>
              <a:gd name="connsiteY38" fmla="*/ 9136910 h 9456078"/>
              <a:gd name="connsiteX39" fmla="*/ 2611307 w 13940157"/>
              <a:gd name="connsiteY39" fmla="*/ 9119782 h 9456078"/>
              <a:gd name="connsiteX40" fmla="*/ 2656800 w 13940157"/>
              <a:gd name="connsiteY40" fmla="*/ 9102226 h 9456078"/>
              <a:gd name="connsiteX41" fmla="*/ 2702116 w 13940157"/>
              <a:gd name="connsiteY41" fmla="*/ 9084243 h 9456078"/>
              <a:gd name="connsiteX42" fmla="*/ 2747253 w 13940157"/>
              <a:gd name="connsiteY42" fmla="*/ 9065835 h 9456078"/>
              <a:gd name="connsiteX43" fmla="*/ 2792207 w 13940157"/>
              <a:gd name="connsiteY43" fmla="*/ 9047004 h 9456078"/>
              <a:gd name="connsiteX44" fmla="*/ 2836975 w 13940157"/>
              <a:gd name="connsiteY44" fmla="*/ 9027750 h 9456078"/>
              <a:gd name="connsiteX45" fmla="*/ 2881555 w 13940157"/>
              <a:gd name="connsiteY45" fmla="*/ 9008075 h 9456078"/>
              <a:gd name="connsiteX46" fmla="*/ 2925942 w 13940157"/>
              <a:gd name="connsiteY46" fmla="*/ 8987981 h 9456078"/>
              <a:gd name="connsiteX47" fmla="*/ 2970135 w 13940157"/>
              <a:gd name="connsiteY47" fmla="*/ 8967470 h 9456078"/>
              <a:gd name="connsiteX48" fmla="*/ 3014130 w 13940157"/>
              <a:gd name="connsiteY48" fmla="*/ 8946542 h 9456078"/>
              <a:gd name="connsiteX49" fmla="*/ 3057924 w 13940157"/>
              <a:gd name="connsiteY49" fmla="*/ 8925199 h 9456078"/>
              <a:gd name="connsiteX50" fmla="*/ 3101514 w 13940157"/>
              <a:gd name="connsiteY50" fmla="*/ 8903443 h 9456078"/>
              <a:gd name="connsiteX51" fmla="*/ 3144898 w 13940157"/>
              <a:gd name="connsiteY51" fmla="*/ 8881275 h 9456078"/>
              <a:gd name="connsiteX52" fmla="*/ 3188071 w 13940157"/>
              <a:gd name="connsiteY52" fmla="*/ 8858697 h 9456078"/>
              <a:gd name="connsiteX53" fmla="*/ 3231032 w 13940157"/>
              <a:gd name="connsiteY53" fmla="*/ 8835710 h 9456078"/>
              <a:gd name="connsiteX54" fmla="*/ 3273777 w 13940157"/>
              <a:gd name="connsiteY54" fmla="*/ 8812316 h 9456078"/>
              <a:gd name="connsiteX55" fmla="*/ 3316303 w 13940157"/>
              <a:gd name="connsiteY55" fmla="*/ 8788516 h 9456078"/>
              <a:gd name="connsiteX56" fmla="*/ 3358607 w 13940157"/>
              <a:gd name="connsiteY56" fmla="*/ 8764311 h 9456078"/>
              <a:gd name="connsiteX57" fmla="*/ 3400686 w 13940157"/>
              <a:gd name="connsiteY57" fmla="*/ 8739704 h 9456078"/>
              <a:gd name="connsiteX58" fmla="*/ 3442537 w 13940157"/>
              <a:gd name="connsiteY58" fmla="*/ 8714695 h 9456078"/>
              <a:gd name="connsiteX59" fmla="*/ 3484157 w 13940157"/>
              <a:gd name="connsiteY59" fmla="*/ 8689286 h 9456078"/>
              <a:gd name="connsiteX60" fmla="*/ 3525543 w 13940157"/>
              <a:gd name="connsiteY60" fmla="*/ 8663479 h 9456078"/>
              <a:gd name="connsiteX61" fmla="*/ 3566693 w 13940157"/>
              <a:gd name="connsiteY61" fmla="*/ 8637274 h 9456078"/>
              <a:gd name="connsiteX62" fmla="*/ 3607602 w 13940157"/>
              <a:gd name="connsiteY62" fmla="*/ 8610675 h 9456078"/>
              <a:gd name="connsiteX63" fmla="*/ 3648268 w 13940157"/>
              <a:gd name="connsiteY63" fmla="*/ 8583681 h 9456078"/>
              <a:gd name="connsiteX64" fmla="*/ 3688689 w 13940157"/>
              <a:gd name="connsiteY64" fmla="*/ 8556295 h 9456078"/>
              <a:gd name="connsiteX65" fmla="*/ 3728860 w 13940157"/>
              <a:gd name="connsiteY65" fmla="*/ 8528517 h 9456078"/>
              <a:gd name="connsiteX66" fmla="*/ 3768779 w 13940157"/>
              <a:gd name="connsiteY66" fmla="*/ 8500351 h 9456078"/>
              <a:gd name="connsiteX67" fmla="*/ 3808443 w 13940157"/>
              <a:gd name="connsiteY67" fmla="*/ 8471796 h 9456078"/>
              <a:gd name="connsiteX68" fmla="*/ 3847849 w 13940157"/>
              <a:gd name="connsiteY68" fmla="*/ 8442854 h 9456078"/>
              <a:gd name="connsiteX69" fmla="*/ 3886994 w 13940157"/>
              <a:gd name="connsiteY69" fmla="*/ 8413528 h 9456078"/>
              <a:gd name="connsiteX70" fmla="*/ 3925875 w 13940157"/>
              <a:gd name="connsiteY70" fmla="*/ 8383818 h 9456078"/>
              <a:gd name="connsiteX71" fmla="*/ 3964489 w 13940157"/>
              <a:gd name="connsiteY71" fmla="*/ 8353726 h 9456078"/>
              <a:gd name="connsiteX72" fmla="*/ 4002833 w 13940157"/>
              <a:gd name="connsiteY72" fmla="*/ 8323253 h 9456078"/>
              <a:gd name="connsiteX73" fmla="*/ 4040904 w 13940157"/>
              <a:gd name="connsiteY73" fmla="*/ 8292401 h 9456078"/>
              <a:gd name="connsiteX74" fmla="*/ 4078699 w 13940157"/>
              <a:gd name="connsiteY74" fmla="*/ 8261172 h 9456078"/>
              <a:gd name="connsiteX75" fmla="*/ 4116214 w 13940157"/>
              <a:gd name="connsiteY75" fmla="*/ 8229566 h 9456078"/>
              <a:gd name="connsiteX76" fmla="*/ 4153447 w 13940157"/>
              <a:gd name="connsiteY76" fmla="*/ 8197585 h 9456078"/>
              <a:gd name="connsiteX77" fmla="*/ 4190395 w 13940157"/>
              <a:gd name="connsiteY77" fmla="*/ 8165232 h 9456078"/>
              <a:gd name="connsiteX78" fmla="*/ 4227055 w 13940157"/>
              <a:gd name="connsiteY78" fmla="*/ 8132507 h 9456078"/>
              <a:gd name="connsiteX79" fmla="*/ 4263424 w 13940157"/>
              <a:gd name="connsiteY79" fmla="*/ 8099411 h 9456078"/>
              <a:gd name="connsiteX80" fmla="*/ 4299499 w 13940157"/>
              <a:gd name="connsiteY80" fmla="*/ 8065947 h 9456078"/>
              <a:gd name="connsiteX81" fmla="*/ 4335276 w 13940157"/>
              <a:gd name="connsiteY81" fmla="*/ 8032115 h 9456078"/>
              <a:gd name="connsiteX82" fmla="*/ 4370753 w 13940157"/>
              <a:gd name="connsiteY82" fmla="*/ 7997918 h 9456078"/>
              <a:gd name="connsiteX83" fmla="*/ 4405927 w 13940157"/>
              <a:gd name="connsiteY83" fmla="*/ 7963356 h 9456078"/>
              <a:gd name="connsiteX84" fmla="*/ 4440795 w 13940157"/>
              <a:gd name="connsiteY84" fmla="*/ 7928432 h 9456078"/>
              <a:gd name="connsiteX85" fmla="*/ 4475354 w 13940157"/>
              <a:gd name="connsiteY85" fmla="*/ 7893146 h 9456078"/>
              <a:gd name="connsiteX86" fmla="*/ 4509600 w 13940157"/>
              <a:gd name="connsiteY86" fmla="*/ 7857501 h 9456078"/>
              <a:gd name="connsiteX87" fmla="*/ 4543531 w 13940157"/>
              <a:gd name="connsiteY87" fmla="*/ 7821497 h 9456078"/>
              <a:gd name="connsiteX88" fmla="*/ 4577143 w 13940157"/>
              <a:gd name="connsiteY88" fmla="*/ 7785136 h 9456078"/>
              <a:gd name="connsiteX89" fmla="*/ 4610435 w 13940157"/>
              <a:gd name="connsiteY89" fmla="*/ 7748420 h 9456078"/>
              <a:gd name="connsiteX90" fmla="*/ 4643402 w 13940157"/>
              <a:gd name="connsiteY90" fmla="*/ 7711350 h 9456078"/>
              <a:gd name="connsiteX91" fmla="*/ 4676042 w 13940157"/>
              <a:gd name="connsiteY91" fmla="*/ 7673928 h 9456078"/>
              <a:gd name="connsiteX92" fmla="*/ 4708351 w 13940157"/>
              <a:gd name="connsiteY92" fmla="*/ 7636155 h 9456078"/>
              <a:gd name="connsiteX93" fmla="*/ 4740327 w 13940157"/>
              <a:gd name="connsiteY93" fmla="*/ 7598032 h 9456078"/>
              <a:gd name="connsiteX94" fmla="*/ 4771967 w 13940157"/>
              <a:gd name="connsiteY94" fmla="*/ 7559561 h 9456078"/>
              <a:gd name="connsiteX95" fmla="*/ 4803267 w 13940157"/>
              <a:gd name="connsiteY95" fmla="*/ 7520744 h 9456078"/>
              <a:gd name="connsiteX96" fmla="*/ 4834225 w 13940157"/>
              <a:gd name="connsiteY96" fmla="*/ 7481582 h 9456078"/>
              <a:gd name="connsiteX97" fmla="*/ 4864838 w 13940157"/>
              <a:gd name="connsiteY97" fmla="*/ 7442077 h 9456078"/>
              <a:gd name="connsiteX98" fmla="*/ 8803671 w 13940157"/>
              <a:gd name="connsiteY98" fmla="*/ 2307814 h 9456078"/>
              <a:gd name="connsiteX99" fmla="*/ 8834262 w 13940157"/>
              <a:gd name="connsiteY99" fmla="*/ 2268285 h 9456078"/>
              <a:gd name="connsiteX100" fmla="*/ 8865156 w 13940157"/>
              <a:gd name="connsiteY100" fmla="*/ 2229056 h 9456078"/>
              <a:gd name="connsiteX101" fmla="*/ 8896349 w 13940157"/>
              <a:gd name="connsiteY101" fmla="*/ 2190127 h 9456078"/>
              <a:gd name="connsiteX102" fmla="*/ 8927839 w 13940157"/>
              <a:gd name="connsiteY102" fmla="*/ 2151500 h 9456078"/>
              <a:gd name="connsiteX103" fmla="*/ 8959624 w 13940157"/>
              <a:gd name="connsiteY103" fmla="*/ 2113176 h 9456078"/>
              <a:gd name="connsiteX104" fmla="*/ 8991701 w 13940157"/>
              <a:gd name="connsiteY104" fmla="*/ 2075157 h 9456078"/>
              <a:gd name="connsiteX105" fmla="*/ 9024069 w 13940157"/>
              <a:gd name="connsiteY105" fmla="*/ 2037442 h 9456078"/>
              <a:gd name="connsiteX106" fmla="*/ 9056725 w 13940157"/>
              <a:gd name="connsiteY106" fmla="*/ 2000034 h 9456078"/>
              <a:gd name="connsiteX107" fmla="*/ 9089667 w 13940157"/>
              <a:gd name="connsiteY107" fmla="*/ 1962934 h 9456078"/>
              <a:gd name="connsiteX108" fmla="*/ 9122892 w 13940157"/>
              <a:gd name="connsiteY108" fmla="*/ 1926142 h 9456078"/>
              <a:gd name="connsiteX109" fmla="*/ 9156398 w 13940157"/>
              <a:gd name="connsiteY109" fmla="*/ 1889660 h 9456078"/>
              <a:gd name="connsiteX110" fmla="*/ 9190183 w 13940157"/>
              <a:gd name="connsiteY110" fmla="*/ 1853489 h 9456078"/>
              <a:gd name="connsiteX111" fmla="*/ 9224245 w 13940157"/>
              <a:gd name="connsiteY111" fmla="*/ 1817630 h 9456078"/>
              <a:gd name="connsiteX112" fmla="*/ 9258581 w 13940157"/>
              <a:gd name="connsiteY112" fmla="*/ 1782084 h 9456078"/>
              <a:gd name="connsiteX113" fmla="*/ 9293189 w 13940157"/>
              <a:gd name="connsiteY113" fmla="*/ 1746853 h 9456078"/>
              <a:gd name="connsiteX114" fmla="*/ 9328066 w 13940157"/>
              <a:gd name="connsiteY114" fmla="*/ 1711937 h 9456078"/>
              <a:gd name="connsiteX115" fmla="*/ 9363211 w 13940157"/>
              <a:gd name="connsiteY115" fmla="*/ 1677337 h 9456078"/>
              <a:gd name="connsiteX116" fmla="*/ 9398621 w 13940157"/>
              <a:gd name="connsiteY116" fmla="*/ 1643056 h 9456078"/>
              <a:gd name="connsiteX117" fmla="*/ 9434294 w 13940157"/>
              <a:gd name="connsiteY117" fmla="*/ 1609093 h 9456078"/>
              <a:gd name="connsiteX118" fmla="*/ 9470227 w 13940157"/>
              <a:gd name="connsiteY118" fmla="*/ 1575450 h 9456078"/>
              <a:gd name="connsiteX119" fmla="*/ 9506418 w 13940157"/>
              <a:gd name="connsiteY119" fmla="*/ 1542128 h 9456078"/>
              <a:gd name="connsiteX120" fmla="*/ 9542866 w 13940157"/>
              <a:gd name="connsiteY120" fmla="*/ 1509129 h 9456078"/>
              <a:gd name="connsiteX121" fmla="*/ 9579567 w 13940157"/>
              <a:gd name="connsiteY121" fmla="*/ 1476452 h 9456078"/>
              <a:gd name="connsiteX122" fmla="*/ 9616519 w 13940157"/>
              <a:gd name="connsiteY122" fmla="*/ 1444101 h 9456078"/>
              <a:gd name="connsiteX123" fmla="*/ 9653720 w 13940157"/>
              <a:gd name="connsiteY123" fmla="*/ 1412075 h 9456078"/>
              <a:gd name="connsiteX124" fmla="*/ 9691168 w 13940157"/>
              <a:gd name="connsiteY124" fmla="*/ 1380375 h 9456078"/>
              <a:gd name="connsiteX125" fmla="*/ 9728861 w 13940157"/>
              <a:gd name="connsiteY125" fmla="*/ 1349004 h 9456078"/>
              <a:gd name="connsiteX126" fmla="*/ 9766795 w 13940157"/>
              <a:gd name="connsiteY126" fmla="*/ 1317962 h 9456078"/>
              <a:gd name="connsiteX127" fmla="*/ 9804970 w 13940157"/>
              <a:gd name="connsiteY127" fmla="*/ 1287250 h 9456078"/>
              <a:gd name="connsiteX128" fmla="*/ 9843382 w 13940157"/>
              <a:gd name="connsiteY128" fmla="*/ 1256869 h 9456078"/>
              <a:gd name="connsiteX129" fmla="*/ 9882029 w 13940157"/>
              <a:gd name="connsiteY129" fmla="*/ 1226820 h 9456078"/>
              <a:gd name="connsiteX130" fmla="*/ 9920909 w 13940157"/>
              <a:gd name="connsiteY130" fmla="*/ 1197105 h 9456078"/>
              <a:gd name="connsiteX131" fmla="*/ 9960020 w 13940157"/>
              <a:gd name="connsiteY131" fmla="*/ 1167725 h 9456078"/>
              <a:gd name="connsiteX132" fmla="*/ 9999359 w 13940157"/>
              <a:gd name="connsiteY132" fmla="*/ 1138681 h 9456078"/>
              <a:gd name="connsiteX133" fmla="*/ 10038924 w 13940157"/>
              <a:gd name="connsiteY133" fmla="*/ 1109974 h 9456078"/>
              <a:gd name="connsiteX134" fmla="*/ 10078713 w 13940157"/>
              <a:gd name="connsiteY134" fmla="*/ 1081604 h 9456078"/>
              <a:gd name="connsiteX135" fmla="*/ 10118724 w 13940157"/>
              <a:gd name="connsiteY135" fmla="*/ 1053574 h 9456078"/>
              <a:gd name="connsiteX136" fmla="*/ 10158954 w 13940157"/>
              <a:gd name="connsiteY136" fmla="*/ 1025884 h 9456078"/>
              <a:gd name="connsiteX137" fmla="*/ 10199400 w 13940157"/>
              <a:gd name="connsiteY137" fmla="*/ 998536 h 9456078"/>
              <a:gd name="connsiteX138" fmla="*/ 10240062 w 13940157"/>
              <a:gd name="connsiteY138" fmla="*/ 971530 h 9456078"/>
              <a:gd name="connsiteX139" fmla="*/ 10280935 w 13940157"/>
              <a:gd name="connsiteY139" fmla="*/ 944868 h 9456078"/>
              <a:gd name="connsiteX140" fmla="*/ 10322019 w 13940157"/>
              <a:gd name="connsiteY140" fmla="*/ 918551 h 9456078"/>
              <a:gd name="connsiteX141" fmla="*/ 10363310 w 13940157"/>
              <a:gd name="connsiteY141" fmla="*/ 892580 h 9456078"/>
              <a:gd name="connsiteX142" fmla="*/ 10404807 w 13940157"/>
              <a:gd name="connsiteY142" fmla="*/ 866956 h 9456078"/>
              <a:gd name="connsiteX143" fmla="*/ 10446507 w 13940157"/>
              <a:gd name="connsiteY143" fmla="*/ 841681 h 9456078"/>
              <a:gd name="connsiteX144" fmla="*/ 10488408 w 13940157"/>
              <a:gd name="connsiteY144" fmla="*/ 816754 h 9456078"/>
              <a:gd name="connsiteX145" fmla="*/ 10530507 w 13940157"/>
              <a:gd name="connsiteY145" fmla="*/ 792179 h 9456078"/>
              <a:gd name="connsiteX146" fmla="*/ 10572803 w 13940157"/>
              <a:gd name="connsiteY146" fmla="*/ 767955 h 9456078"/>
              <a:gd name="connsiteX147" fmla="*/ 10615292 w 13940157"/>
              <a:gd name="connsiteY147" fmla="*/ 744083 h 9456078"/>
              <a:gd name="connsiteX148" fmla="*/ 10657973 w 13940157"/>
              <a:gd name="connsiteY148" fmla="*/ 720566 h 9456078"/>
              <a:gd name="connsiteX149" fmla="*/ 10700844 w 13940157"/>
              <a:gd name="connsiteY149" fmla="*/ 697404 h 9456078"/>
              <a:gd name="connsiteX150" fmla="*/ 10743902 w 13940157"/>
              <a:gd name="connsiteY150" fmla="*/ 674598 h 9456078"/>
              <a:gd name="connsiteX151" fmla="*/ 10787144 w 13940157"/>
              <a:gd name="connsiteY151" fmla="*/ 652149 h 9456078"/>
              <a:gd name="connsiteX152" fmla="*/ 10830569 w 13940157"/>
              <a:gd name="connsiteY152" fmla="*/ 630059 h 9456078"/>
              <a:gd name="connsiteX153" fmla="*/ 10874174 w 13940157"/>
              <a:gd name="connsiteY153" fmla="*/ 608328 h 9456078"/>
              <a:gd name="connsiteX154" fmla="*/ 10917957 w 13940157"/>
              <a:gd name="connsiteY154" fmla="*/ 586958 h 9456078"/>
              <a:gd name="connsiteX155" fmla="*/ 10961916 w 13940157"/>
              <a:gd name="connsiteY155" fmla="*/ 565950 h 9456078"/>
              <a:gd name="connsiteX156" fmla="*/ 11006048 w 13940157"/>
              <a:gd name="connsiteY156" fmla="*/ 545304 h 9456078"/>
              <a:gd name="connsiteX157" fmla="*/ 11050351 w 13940157"/>
              <a:gd name="connsiteY157" fmla="*/ 525023 h 9456078"/>
              <a:gd name="connsiteX158" fmla="*/ 11094823 w 13940157"/>
              <a:gd name="connsiteY158" fmla="*/ 505107 h 9456078"/>
              <a:gd name="connsiteX159" fmla="*/ 11139461 w 13940157"/>
              <a:gd name="connsiteY159" fmla="*/ 485558 h 9456078"/>
              <a:gd name="connsiteX160" fmla="*/ 11184263 w 13940157"/>
              <a:gd name="connsiteY160" fmla="*/ 466376 h 9456078"/>
              <a:gd name="connsiteX161" fmla="*/ 11229228 w 13940157"/>
              <a:gd name="connsiteY161" fmla="*/ 447563 h 9456078"/>
              <a:gd name="connsiteX162" fmla="*/ 11274351 w 13940157"/>
              <a:gd name="connsiteY162" fmla="*/ 429119 h 9456078"/>
              <a:gd name="connsiteX163" fmla="*/ 11319632 w 13940157"/>
              <a:gd name="connsiteY163" fmla="*/ 411046 h 9456078"/>
              <a:gd name="connsiteX164" fmla="*/ 11365068 w 13940157"/>
              <a:gd name="connsiteY164" fmla="*/ 393346 h 9456078"/>
              <a:gd name="connsiteX165" fmla="*/ 11410657 w 13940157"/>
              <a:gd name="connsiteY165" fmla="*/ 376018 h 9456078"/>
              <a:gd name="connsiteX166" fmla="*/ 11456396 w 13940157"/>
              <a:gd name="connsiteY166" fmla="*/ 359065 h 9456078"/>
              <a:gd name="connsiteX167" fmla="*/ 11502283 w 13940157"/>
              <a:gd name="connsiteY167" fmla="*/ 342487 h 9456078"/>
              <a:gd name="connsiteX168" fmla="*/ 11548316 w 13940157"/>
              <a:gd name="connsiteY168" fmla="*/ 326286 h 9456078"/>
              <a:gd name="connsiteX169" fmla="*/ 11594492 w 13940157"/>
              <a:gd name="connsiteY169" fmla="*/ 310462 h 9456078"/>
              <a:gd name="connsiteX170" fmla="*/ 11640810 w 13940157"/>
              <a:gd name="connsiteY170" fmla="*/ 295018 h 9456078"/>
              <a:gd name="connsiteX171" fmla="*/ 11687267 w 13940157"/>
              <a:gd name="connsiteY171" fmla="*/ 279953 h 9456078"/>
              <a:gd name="connsiteX172" fmla="*/ 11733860 w 13940157"/>
              <a:gd name="connsiteY172" fmla="*/ 265269 h 9456078"/>
              <a:gd name="connsiteX173" fmla="*/ 11780587 w 13940157"/>
              <a:gd name="connsiteY173" fmla="*/ 250968 h 9456078"/>
              <a:gd name="connsiteX174" fmla="*/ 11827447 w 13940157"/>
              <a:gd name="connsiteY174" fmla="*/ 237049 h 9456078"/>
              <a:gd name="connsiteX175" fmla="*/ 11874436 w 13940157"/>
              <a:gd name="connsiteY175" fmla="*/ 223516 h 9456078"/>
              <a:gd name="connsiteX176" fmla="*/ 11921553 w 13940157"/>
              <a:gd name="connsiteY176" fmla="*/ 210368 h 9456078"/>
              <a:gd name="connsiteX177" fmla="*/ 11968794 w 13940157"/>
              <a:gd name="connsiteY177" fmla="*/ 197606 h 9456078"/>
              <a:gd name="connsiteX178" fmla="*/ 12016159 w 13940157"/>
              <a:gd name="connsiteY178" fmla="*/ 185233 h 9456078"/>
              <a:gd name="connsiteX179" fmla="*/ 12063644 w 13940157"/>
              <a:gd name="connsiteY179" fmla="*/ 173248 h 9456078"/>
              <a:gd name="connsiteX180" fmla="*/ 12111248 w 13940157"/>
              <a:gd name="connsiteY180" fmla="*/ 161654 h 9456078"/>
              <a:gd name="connsiteX181" fmla="*/ 12158967 w 13940157"/>
              <a:gd name="connsiteY181" fmla="*/ 150451 h 9456078"/>
              <a:gd name="connsiteX182" fmla="*/ 12206800 w 13940157"/>
              <a:gd name="connsiteY182" fmla="*/ 139640 h 9456078"/>
              <a:gd name="connsiteX183" fmla="*/ 12254745 w 13940157"/>
              <a:gd name="connsiteY183" fmla="*/ 129223 h 9456078"/>
              <a:gd name="connsiteX184" fmla="*/ 12302799 w 13940157"/>
              <a:gd name="connsiteY184" fmla="*/ 119201 h 9456078"/>
              <a:gd name="connsiteX185" fmla="*/ 12350959 w 13940157"/>
              <a:gd name="connsiteY185" fmla="*/ 109574 h 9456078"/>
              <a:gd name="connsiteX186" fmla="*/ 12399224 w 13940157"/>
              <a:gd name="connsiteY186" fmla="*/ 100344 h 9456078"/>
              <a:gd name="connsiteX187" fmla="*/ 12447591 w 13940157"/>
              <a:gd name="connsiteY187" fmla="*/ 91512 h 9456078"/>
              <a:gd name="connsiteX188" fmla="*/ 12496058 w 13940157"/>
              <a:gd name="connsiteY188" fmla="*/ 83080 h 9456078"/>
              <a:gd name="connsiteX189" fmla="*/ 12544623 w 13940157"/>
              <a:gd name="connsiteY189" fmla="*/ 75047 h 9456078"/>
              <a:gd name="connsiteX190" fmla="*/ 12593283 w 13940157"/>
              <a:gd name="connsiteY190" fmla="*/ 67417 h 9456078"/>
              <a:gd name="connsiteX191" fmla="*/ 12642036 w 13940157"/>
              <a:gd name="connsiteY191" fmla="*/ 60188 h 9456078"/>
              <a:gd name="connsiteX192" fmla="*/ 12690879 w 13940157"/>
              <a:gd name="connsiteY192" fmla="*/ 53364 h 9456078"/>
              <a:gd name="connsiteX193" fmla="*/ 12739811 w 13940157"/>
              <a:gd name="connsiteY193" fmla="*/ 46944 h 9456078"/>
              <a:gd name="connsiteX194" fmla="*/ 12788830 w 13940157"/>
              <a:gd name="connsiteY194" fmla="*/ 40931 h 9456078"/>
              <a:gd name="connsiteX195" fmla="*/ 12837932 w 13940157"/>
              <a:gd name="connsiteY195" fmla="*/ 35324 h 9456078"/>
              <a:gd name="connsiteX196" fmla="*/ 12887116 w 13940157"/>
              <a:gd name="connsiteY196" fmla="*/ 30126 h 9456078"/>
              <a:gd name="connsiteX197" fmla="*/ 12936379 w 13940157"/>
              <a:gd name="connsiteY197" fmla="*/ 25337 h 9456078"/>
              <a:gd name="connsiteX198" fmla="*/ 12985719 w 13940157"/>
              <a:gd name="connsiteY198" fmla="*/ 20958 h 9456078"/>
              <a:gd name="connsiteX199" fmla="*/ 13035133 w 13940157"/>
              <a:gd name="connsiteY199" fmla="*/ 16991 h 9456078"/>
              <a:gd name="connsiteX200" fmla="*/ 13084620 w 13940157"/>
              <a:gd name="connsiteY200" fmla="*/ 13437 h 9456078"/>
              <a:gd name="connsiteX201" fmla="*/ 13134178 w 13940157"/>
              <a:gd name="connsiteY201" fmla="*/ 10297 h 9456078"/>
              <a:gd name="connsiteX202" fmla="*/ 13183803 w 13940157"/>
              <a:gd name="connsiteY202" fmla="*/ 7572 h 9456078"/>
              <a:gd name="connsiteX203" fmla="*/ 13233493 w 13940157"/>
              <a:gd name="connsiteY203" fmla="*/ 5263 h 9456078"/>
              <a:gd name="connsiteX204" fmla="*/ 13283247 w 13940157"/>
              <a:gd name="connsiteY204" fmla="*/ 3371 h 9456078"/>
              <a:gd name="connsiteX205" fmla="*/ 13333061 w 13940157"/>
              <a:gd name="connsiteY205" fmla="*/ 1898 h 9456078"/>
              <a:gd name="connsiteX206" fmla="*/ 13382934 w 13940157"/>
              <a:gd name="connsiteY206" fmla="*/ 844 h 9456078"/>
              <a:gd name="connsiteX207" fmla="*/ 13432864 w 13940157"/>
              <a:gd name="connsiteY207" fmla="*/ 211 h 9456078"/>
              <a:gd name="connsiteX208" fmla="*/ 13482847 w 13940157"/>
              <a:gd name="connsiteY208" fmla="*/ 0 h 9456078"/>
              <a:gd name="connsiteX209" fmla="*/ 13940158 w 13940157"/>
              <a:gd name="connsiteY209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49234 w 13158799"/>
              <a:gd name="connsiteY5" fmla="*/ 9450052 h 9456078"/>
              <a:gd name="connsiteX6" fmla="*/ 298870 w 13158799"/>
              <a:gd name="connsiteY6" fmla="*/ 9447409 h 9456078"/>
              <a:gd name="connsiteX7" fmla="*/ 348429 w 13158799"/>
              <a:gd name="connsiteY7" fmla="*/ 9444290 h 9456078"/>
              <a:gd name="connsiteX8" fmla="*/ 397907 w 13158799"/>
              <a:gd name="connsiteY8" fmla="*/ 9440698 h 9456078"/>
              <a:gd name="connsiteX9" fmla="*/ 447302 w 13158799"/>
              <a:gd name="connsiteY9" fmla="*/ 9436632 h 9456078"/>
              <a:gd name="connsiteX10" fmla="*/ 496610 w 13158799"/>
              <a:gd name="connsiteY10" fmla="*/ 9432096 h 9456078"/>
              <a:gd name="connsiteX11" fmla="*/ 545829 w 13158799"/>
              <a:gd name="connsiteY11" fmla="*/ 9427089 h 9456078"/>
              <a:gd name="connsiteX12" fmla="*/ 594956 w 13158799"/>
              <a:gd name="connsiteY12" fmla="*/ 9421615 h 9456078"/>
              <a:gd name="connsiteX13" fmla="*/ 643987 w 13158799"/>
              <a:gd name="connsiteY13" fmla="*/ 9415673 h 9456078"/>
              <a:gd name="connsiteX14" fmla="*/ 692920 w 13158799"/>
              <a:gd name="connsiteY14" fmla="*/ 9409267 h 9456078"/>
              <a:gd name="connsiteX15" fmla="*/ 741751 w 13158799"/>
              <a:gd name="connsiteY15" fmla="*/ 9402396 h 9456078"/>
              <a:gd name="connsiteX16" fmla="*/ 790478 w 13158799"/>
              <a:gd name="connsiteY16" fmla="*/ 9395063 h 9456078"/>
              <a:gd name="connsiteX17" fmla="*/ 839098 w 13158799"/>
              <a:gd name="connsiteY17" fmla="*/ 9387270 h 9456078"/>
              <a:gd name="connsiteX18" fmla="*/ 887607 w 13158799"/>
              <a:gd name="connsiteY18" fmla="*/ 9379017 h 9456078"/>
              <a:gd name="connsiteX19" fmla="*/ 936002 w 13158799"/>
              <a:gd name="connsiteY19" fmla="*/ 9370306 h 9456078"/>
              <a:gd name="connsiteX20" fmla="*/ 984281 w 13158799"/>
              <a:gd name="connsiteY20" fmla="*/ 9361139 h 9456078"/>
              <a:gd name="connsiteX21" fmla="*/ 1032440 w 13158799"/>
              <a:gd name="connsiteY21" fmla="*/ 9351517 h 9456078"/>
              <a:gd name="connsiteX22" fmla="*/ 1080477 w 13158799"/>
              <a:gd name="connsiteY22" fmla="*/ 9341441 h 9456078"/>
              <a:gd name="connsiteX23" fmla="*/ 1128389 w 13158799"/>
              <a:gd name="connsiteY23" fmla="*/ 9330914 h 9456078"/>
              <a:gd name="connsiteX24" fmla="*/ 1176172 w 13158799"/>
              <a:gd name="connsiteY24" fmla="*/ 9319936 h 9456078"/>
              <a:gd name="connsiteX25" fmla="*/ 1223823 w 13158799"/>
              <a:gd name="connsiteY25" fmla="*/ 9308509 h 9456078"/>
              <a:gd name="connsiteX26" fmla="*/ 1271339 w 13158799"/>
              <a:gd name="connsiteY26" fmla="*/ 9296635 h 9456078"/>
              <a:gd name="connsiteX27" fmla="*/ 1318719 w 13158799"/>
              <a:gd name="connsiteY27" fmla="*/ 9284315 h 9456078"/>
              <a:gd name="connsiteX28" fmla="*/ 1365957 w 13158799"/>
              <a:gd name="connsiteY28" fmla="*/ 9271550 h 9456078"/>
              <a:gd name="connsiteX29" fmla="*/ 1413052 w 13158799"/>
              <a:gd name="connsiteY29" fmla="*/ 9258342 h 9456078"/>
              <a:gd name="connsiteX30" fmla="*/ 1460000 w 13158799"/>
              <a:gd name="connsiteY30" fmla="*/ 9244693 h 9456078"/>
              <a:gd name="connsiteX31" fmla="*/ 1506799 w 13158799"/>
              <a:gd name="connsiteY31" fmla="*/ 9230604 h 9456078"/>
              <a:gd name="connsiteX32" fmla="*/ 1553445 w 13158799"/>
              <a:gd name="connsiteY32" fmla="*/ 9216076 h 9456078"/>
              <a:gd name="connsiteX33" fmla="*/ 1599935 w 13158799"/>
              <a:gd name="connsiteY33" fmla="*/ 9201111 h 9456078"/>
              <a:gd name="connsiteX34" fmla="*/ 1646267 w 13158799"/>
              <a:gd name="connsiteY34" fmla="*/ 9185710 h 9456078"/>
              <a:gd name="connsiteX35" fmla="*/ 1692437 w 13158799"/>
              <a:gd name="connsiteY35" fmla="*/ 9169876 h 9456078"/>
              <a:gd name="connsiteX36" fmla="*/ 1738442 w 13158799"/>
              <a:gd name="connsiteY36" fmla="*/ 9153608 h 9456078"/>
              <a:gd name="connsiteX37" fmla="*/ 1784280 w 13158799"/>
              <a:gd name="connsiteY37" fmla="*/ 9136910 h 9456078"/>
              <a:gd name="connsiteX38" fmla="*/ 1829947 w 13158799"/>
              <a:gd name="connsiteY38" fmla="*/ 9119782 h 9456078"/>
              <a:gd name="connsiteX39" fmla="*/ 1875440 w 13158799"/>
              <a:gd name="connsiteY39" fmla="*/ 9102226 h 9456078"/>
              <a:gd name="connsiteX40" fmla="*/ 1920756 w 13158799"/>
              <a:gd name="connsiteY40" fmla="*/ 9084243 h 9456078"/>
              <a:gd name="connsiteX41" fmla="*/ 1965893 w 13158799"/>
              <a:gd name="connsiteY41" fmla="*/ 9065835 h 9456078"/>
              <a:gd name="connsiteX42" fmla="*/ 2010847 w 13158799"/>
              <a:gd name="connsiteY42" fmla="*/ 9047004 h 9456078"/>
              <a:gd name="connsiteX43" fmla="*/ 2055615 w 13158799"/>
              <a:gd name="connsiteY43" fmla="*/ 9027750 h 9456078"/>
              <a:gd name="connsiteX44" fmla="*/ 2100195 w 13158799"/>
              <a:gd name="connsiteY44" fmla="*/ 9008075 h 9456078"/>
              <a:gd name="connsiteX45" fmla="*/ 2144582 w 13158799"/>
              <a:gd name="connsiteY45" fmla="*/ 8987981 h 9456078"/>
              <a:gd name="connsiteX46" fmla="*/ 2188775 w 13158799"/>
              <a:gd name="connsiteY46" fmla="*/ 8967470 h 9456078"/>
              <a:gd name="connsiteX47" fmla="*/ 2232770 w 13158799"/>
              <a:gd name="connsiteY47" fmla="*/ 8946542 h 9456078"/>
              <a:gd name="connsiteX48" fmla="*/ 2276564 w 13158799"/>
              <a:gd name="connsiteY48" fmla="*/ 8925199 h 9456078"/>
              <a:gd name="connsiteX49" fmla="*/ 2320154 w 13158799"/>
              <a:gd name="connsiteY49" fmla="*/ 8903443 h 9456078"/>
              <a:gd name="connsiteX50" fmla="*/ 2363538 w 13158799"/>
              <a:gd name="connsiteY50" fmla="*/ 8881275 h 9456078"/>
              <a:gd name="connsiteX51" fmla="*/ 2406711 w 13158799"/>
              <a:gd name="connsiteY51" fmla="*/ 8858697 h 9456078"/>
              <a:gd name="connsiteX52" fmla="*/ 2449672 w 13158799"/>
              <a:gd name="connsiteY52" fmla="*/ 8835710 h 9456078"/>
              <a:gd name="connsiteX53" fmla="*/ 2492417 w 13158799"/>
              <a:gd name="connsiteY53" fmla="*/ 8812316 h 9456078"/>
              <a:gd name="connsiteX54" fmla="*/ 2534943 w 13158799"/>
              <a:gd name="connsiteY54" fmla="*/ 8788516 h 9456078"/>
              <a:gd name="connsiteX55" fmla="*/ 2577247 w 13158799"/>
              <a:gd name="connsiteY55" fmla="*/ 8764311 h 9456078"/>
              <a:gd name="connsiteX56" fmla="*/ 2619326 w 13158799"/>
              <a:gd name="connsiteY56" fmla="*/ 8739704 h 9456078"/>
              <a:gd name="connsiteX57" fmla="*/ 2661177 w 13158799"/>
              <a:gd name="connsiteY57" fmla="*/ 8714695 h 9456078"/>
              <a:gd name="connsiteX58" fmla="*/ 2702797 w 13158799"/>
              <a:gd name="connsiteY58" fmla="*/ 8689286 h 9456078"/>
              <a:gd name="connsiteX59" fmla="*/ 2744183 w 13158799"/>
              <a:gd name="connsiteY59" fmla="*/ 8663479 h 9456078"/>
              <a:gd name="connsiteX60" fmla="*/ 2785333 w 13158799"/>
              <a:gd name="connsiteY60" fmla="*/ 8637274 h 9456078"/>
              <a:gd name="connsiteX61" fmla="*/ 2826242 w 13158799"/>
              <a:gd name="connsiteY61" fmla="*/ 8610675 h 9456078"/>
              <a:gd name="connsiteX62" fmla="*/ 2866908 w 13158799"/>
              <a:gd name="connsiteY62" fmla="*/ 8583681 h 9456078"/>
              <a:gd name="connsiteX63" fmla="*/ 2907329 w 13158799"/>
              <a:gd name="connsiteY63" fmla="*/ 8556295 h 9456078"/>
              <a:gd name="connsiteX64" fmla="*/ 2947500 w 13158799"/>
              <a:gd name="connsiteY64" fmla="*/ 8528517 h 9456078"/>
              <a:gd name="connsiteX65" fmla="*/ 2987419 w 13158799"/>
              <a:gd name="connsiteY65" fmla="*/ 8500351 h 9456078"/>
              <a:gd name="connsiteX66" fmla="*/ 3027083 w 13158799"/>
              <a:gd name="connsiteY66" fmla="*/ 8471796 h 9456078"/>
              <a:gd name="connsiteX67" fmla="*/ 3066489 w 13158799"/>
              <a:gd name="connsiteY67" fmla="*/ 8442854 h 9456078"/>
              <a:gd name="connsiteX68" fmla="*/ 3105634 w 13158799"/>
              <a:gd name="connsiteY68" fmla="*/ 8413528 h 9456078"/>
              <a:gd name="connsiteX69" fmla="*/ 3144515 w 13158799"/>
              <a:gd name="connsiteY69" fmla="*/ 8383818 h 9456078"/>
              <a:gd name="connsiteX70" fmla="*/ 3183129 w 13158799"/>
              <a:gd name="connsiteY70" fmla="*/ 8353726 h 9456078"/>
              <a:gd name="connsiteX71" fmla="*/ 3221473 w 13158799"/>
              <a:gd name="connsiteY71" fmla="*/ 8323253 h 9456078"/>
              <a:gd name="connsiteX72" fmla="*/ 3259544 w 13158799"/>
              <a:gd name="connsiteY72" fmla="*/ 8292401 h 9456078"/>
              <a:gd name="connsiteX73" fmla="*/ 3297339 w 13158799"/>
              <a:gd name="connsiteY73" fmla="*/ 8261172 h 9456078"/>
              <a:gd name="connsiteX74" fmla="*/ 3334854 w 13158799"/>
              <a:gd name="connsiteY74" fmla="*/ 8229566 h 9456078"/>
              <a:gd name="connsiteX75" fmla="*/ 3372087 w 13158799"/>
              <a:gd name="connsiteY75" fmla="*/ 8197585 h 9456078"/>
              <a:gd name="connsiteX76" fmla="*/ 3409035 w 13158799"/>
              <a:gd name="connsiteY76" fmla="*/ 8165232 h 9456078"/>
              <a:gd name="connsiteX77" fmla="*/ 3445695 w 13158799"/>
              <a:gd name="connsiteY77" fmla="*/ 8132507 h 9456078"/>
              <a:gd name="connsiteX78" fmla="*/ 3482064 w 13158799"/>
              <a:gd name="connsiteY78" fmla="*/ 8099411 h 9456078"/>
              <a:gd name="connsiteX79" fmla="*/ 3518139 w 13158799"/>
              <a:gd name="connsiteY79" fmla="*/ 8065947 h 9456078"/>
              <a:gd name="connsiteX80" fmla="*/ 3553916 w 13158799"/>
              <a:gd name="connsiteY80" fmla="*/ 8032115 h 9456078"/>
              <a:gd name="connsiteX81" fmla="*/ 3589393 w 13158799"/>
              <a:gd name="connsiteY81" fmla="*/ 7997918 h 9456078"/>
              <a:gd name="connsiteX82" fmla="*/ 3624567 w 13158799"/>
              <a:gd name="connsiteY82" fmla="*/ 7963356 h 9456078"/>
              <a:gd name="connsiteX83" fmla="*/ 3659435 w 13158799"/>
              <a:gd name="connsiteY83" fmla="*/ 7928432 h 9456078"/>
              <a:gd name="connsiteX84" fmla="*/ 3693994 w 13158799"/>
              <a:gd name="connsiteY84" fmla="*/ 7893146 h 9456078"/>
              <a:gd name="connsiteX85" fmla="*/ 3728240 w 13158799"/>
              <a:gd name="connsiteY85" fmla="*/ 7857501 h 9456078"/>
              <a:gd name="connsiteX86" fmla="*/ 3762171 w 13158799"/>
              <a:gd name="connsiteY86" fmla="*/ 7821497 h 9456078"/>
              <a:gd name="connsiteX87" fmla="*/ 3795783 w 13158799"/>
              <a:gd name="connsiteY87" fmla="*/ 7785136 h 9456078"/>
              <a:gd name="connsiteX88" fmla="*/ 3829075 w 13158799"/>
              <a:gd name="connsiteY88" fmla="*/ 7748420 h 9456078"/>
              <a:gd name="connsiteX89" fmla="*/ 3862042 w 13158799"/>
              <a:gd name="connsiteY89" fmla="*/ 7711350 h 9456078"/>
              <a:gd name="connsiteX90" fmla="*/ 3894682 w 13158799"/>
              <a:gd name="connsiteY90" fmla="*/ 7673928 h 9456078"/>
              <a:gd name="connsiteX91" fmla="*/ 3926991 w 13158799"/>
              <a:gd name="connsiteY91" fmla="*/ 7636155 h 9456078"/>
              <a:gd name="connsiteX92" fmla="*/ 3958967 w 13158799"/>
              <a:gd name="connsiteY92" fmla="*/ 7598032 h 9456078"/>
              <a:gd name="connsiteX93" fmla="*/ 3990607 w 13158799"/>
              <a:gd name="connsiteY93" fmla="*/ 7559561 h 9456078"/>
              <a:gd name="connsiteX94" fmla="*/ 4021907 w 13158799"/>
              <a:gd name="connsiteY94" fmla="*/ 7520744 h 9456078"/>
              <a:gd name="connsiteX95" fmla="*/ 4052865 w 13158799"/>
              <a:gd name="connsiteY95" fmla="*/ 7481582 h 9456078"/>
              <a:gd name="connsiteX96" fmla="*/ 4083478 w 13158799"/>
              <a:gd name="connsiteY96" fmla="*/ 7442077 h 9456078"/>
              <a:gd name="connsiteX97" fmla="*/ 8022311 w 13158799"/>
              <a:gd name="connsiteY97" fmla="*/ 2307814 h 9456078"/>
              <a:gd name="connsiteX98" fmla="*/ 8052902 w 13158799"/>
              <a:gd name="connsiteY98" fmla="*/ 2268285 h 9456078"/>
              <a:gd name="connsiteX99" fmla="*/ 8083796 w 13158799"/>
              <a:gd name="connsiteY99" fmla="*/ 2229056 h 9456078"/>
              <a:gd name="connsiteX100" fmla="*/ 8114989 w 13158799"/>
              <a:gd name="connsiteY100" fmla="*/ 2190127 h 9456078"/>
              <a:gd name="connsiteX101" fmla="*/ 8146479 w 13158799"/>
              <a:gd name="connsiteY101" fmla="*/ 2151500 h 9456078"/>
              <a:gd name="connsiteX102" fmla="*/ 8178264 w 13158799"/>
              <a:gd name="connsiteY102" fmla="*/ 2113176 h 9456078"/>
              <a:gd name="connsiteX103" fmla="*/ 8210341 w 13158799"/>
              <a:gd name="connsiteY103" fmla="*/ 2075157 h 9456078"/>
              <a:gd name="connsiteX104" fmla="*/ 8242709 w 13158799"/>
              <a:gd name="connsiteY104" fmla="*/ 2037442 h 9456078"/>
              <a:gd name="connsiteX105" fmla="*/ 8275365 w 13158799"/>
              <a:gd name="connsiteY105" fmla="*/ 2000034 h 9456078"/>
              <a:gd name="connsiteX106" fmla="*/ 8308307 w 13158799"/>
              <a:gd name="connsiteY106" fmla="*/ 1962934 h 9456078"/>
              <a:gd name="connsiteX107" fmla="*/ 8341532 w 13158799"/>
              <a:gd name="connsiteY107" fmla="*/ 1926142 h 9456078"/>
              <a:gd name="connsiteX108" fmla="*/ 8375038 w 13158799"/>
              <a:gd name="connsiteY108" fmla="*/ 1889660 h 9456078"/>
              <a:gd name="connsiteX109" fmla="*/ 8408823 w 13158799"/>
              <a:gd name="connsiteY109" fmla="*/ 1853489 h 9456078"/>
              <a:gd name="connsiteX110" fmla="*/ 8442885 w 13158799"/>
              <a:gd name="connsiteY110" fmla="*/ 1817630 h 9456078"/>
              <a:gd name="connsiteX111" fmla="*/ 8477221 w 13158799"/>
              <a:gd name="connsiteY111" fmla="*/ 1782084 h 9456078"/>
              <a:gd name="connsiteX112" fmla="*/ 8511829 w 13158799"/>
              <a:gd name="connsiteY112" fmla="*/ 1746853 h 9456078"/>
              <a:gd name="connsiteX113" fmla="*/ 8546706 w 13158799"/>
              <a:gd name="connsiteY113" fmla="*/ 1711937 h 9456078"/>
              <a:gd name="connsiteX114" fmla="*/ 8581851 w 13158799"/>
              <a:gd name="connsiteY114" fmla="*/ 1677337 h 9456078"/>
              <a:gd name="connsiteX115" fmla="*/ 8617261 w 13158799"/>
              <a:gd name="connsiteY115" fmla="*/ 1643056 h 9456078"/>
              <a:gd name="connsiteX116" fmla="*/ 8652934 w 13158799"/>
              <a:gd name="connsiteY116" fmla="*/ 1609093 h 9456078"/>
              <a:gd name="connsiteX117" fmla="*/ 8688867 w 13158799"/>
              <a:gd name="connsiteY117" fmla="*/ 1575450 h 9456078"/>
              <a:gd name="connsiteX118" fmla="*/ 8725058 w 13158799"/>
              <a:gd name="connsiteY118" fmla="*/ 1542128 h 9456078"/>
              <a:gd name="connsiteX119" fmla="*/ 8761506 w 13158799"/>
              <a:gd name="connsiteY119" fmla="*/ 1509129 h 9456078"/>
              <a:gd name="connsiteX120" fmla="*/ 8798207 w 13158799"/>
              <a:gd name="connsiteY120" fmla="*/ 1476452 h 9456078"/>
              <a:gd name="connsiteX121" fmla="*/ 8835159 w 13158799"/>
              <a:gd name="connsiteY121" fmla="*/ 1444101 h 9456078"/>
              <a:gd name="connsiteX122" fmla="*/ 8872360 w 13158799"/>
              <a:gd name="connsiteY122" fmla="*/ 1412075 h 9456078"/>
              <a:gd name="connsiteX123" fmla="*/ 8909808 w 13158799"/>
              <a:gd name="connsiteY123" fmla="*/ 1380375 h 9456078"/>
              <a:gd name="connsiteX124" fmla="*/ 8947501 w 13158799"/>
              <a:gd name="connsiteY124" fmla="*/ 1349004 h 9456078"/>
              <a:gd name="connsiteX125" fmla="*/ 8985435 w 13158799"/>
              <a:gd name="connsiteY125" fmla="*/ 1317962 h 9456078"/>
              <a:gd name="connsiteX126" fmla="*/ 9023610 w 13158799"/>
              <a:gd name="connsiteY126" fmla="*/ 1287250 h 9456078"/>
              <a:gd name="connsiteX127" fmla="*/ 9062022 w 13158799"/>
              <a:gd name="connsiteY127" fmla="*/ 1256869 h 9456078"/>
              <a:gd name="connsiteX128" fmla="*/ 9100669 w 13158799"/>
              <a:gd name="connsiteY128" fmla="*/ 1226820 h 9456078"/>
              <a:gd name="connsiteX129" fmla="*/ 9139549 w 13158799"/>
              <a:gd name="connsiteY129" fmla="*/ 1197105 h 9456078"/>
              <a:gd name="connsiteX130" fmla="*/ 9178660 w 13158799"/>
              <a:gd name="connsiteY130" fmla="*/ 1167725 h 9456078"/>
              <a:gd name="connsiteX131" fmla="*/ 9217999 w 13158799"/>
              <a:gd name="connsiteY131" fmla="*/ 1138681 h 9456078"/>
              <a:gd name="connsiteX132" fmla="*/ 9257564 w 13158799"/>
              <a:gd name="connsiteY132" fmla="*/ 1109974 h 9456078"/>
              <a:gd name="connsiteX133" fmla="*/ 9297353 w 13158799"/>
              <a:gd name="connsiteY133" fmla="*/ 1081604 h 9456078"/>
              <a:gd name="connsiteX134" fmla="*/ 9337364 w 13158799"/>
              <a:gd name="connsiteY134" fmla="*/ 1053574 h 9456078"/>
              <a:gd name="connsiteX135" fmla="*/ 9377594 w 13158799"/>
              <a:gd name="connsiteY135" fmla="*/ 1025884 h 9456078"/>
              <a:gd name="connsiteX136" fmla="*/ 9418040 w 13158799"/>
              <a:gd name="connsiteY136" fmla="*/ 998536 h 9456078"/>
              <a:gd name="connsiteX137" fmla="*/ 9458702 w 13158799"/>
              <a:gd name="connsiteY137" fmla="*/ 971530 h 9456078"/>
              <a:gd name="connsiteX138" fmla="*/ 9499575 w 13158799"/>
              <a:gd name="connsiteY138" fmla="*/ 944868 h 9456078"/>
              <a:gd name="connsiteX139" fmla="*/ 9540659 w 13158799"/>
              <a:gd name="connsiteY139" fmla="*/ 918551 h 9456078"/>
              <a:gd name="connsiteX140" fmla="*/ 9581950 w 13158799"/>
              <a:gd name="connsiteY140" fmla="*/ 892580 h 9456078"/>
              <a:gd name="connsiteX141" fmla="*/ 9623447 w 13158799"/>
              <a:gd name="connsiteY141" fmla="*/ 866956 h 9456078"/>
              <a:gd name="connsiteX142" fmla="*/ 9665147 w 13158799"/>
              <a:gd name="connsiteY142" fmla="*/ 841681 h 9456078"/>
              <a:gd name="connsiteX143" fmla="*/ 9707048 w 13158799"/>
              <a:gd name="connsiteY143" fmla="*/ 816754 h 9456078"/>
              <a:gd name="connsiteX144" fmla="*/ 9749147 w 13158799"/>
              <a:gd name="connsiteY144" fmla="*/ 792179 h 9456078"/>
              <a:gd name="connsiteX145" fmla="*/ 9791443 w 13158799"/>
              <a:gd name="connsiteY145" fmla="*/ 767955 h 9456078"/>
              <a:gd name="connsiteX146" fmla="*/ 9833932 w 13158799"/>
              <a:gd name="connsiteY146" fmla="*/ 744083 h 9456078"/>
              <a:gd name="connsiteX147" fmla="*/ 9876613 w 13158799"/>
              <a:gd name="connsiteY147" fmla="*/ 720566 h 9456078"/>
              <a:gd name="connsiteX148" fmla="*/ 9919484 w 13158799"/>
              <a:gd name="connsiteY148" fmla="*/ 697404 h 9456078"/>
              <a:gd name="connsiteX149" fmla="*/ 9962542 w 13158799"/>
              <a:gd name="connsiteY149" fmla="*/ 674598 h 9456078"/>
              <a:gd name="connsiteX150" fmla="*/ 10005784 w 13158799"/>
              <a:gd name="connsiteY150" fmla="*/ 652149 h 9456078"/>
              <a:gd name="connsiteX151" fmla="*/ 10049209 w 13158799"/>
              <a:gd name="connsiteY151" fmla="*/ 630059 h 9456078"/>
              <a:gd name="connsiteX152" fmla="*/ 10092814 w 13158799"/>
              <a:gd name="connsiteY152" fmla="*/ 608328 h 9456078"/>
              <a:gd name="connsiteX153" fmla="*/ 10136597 w 13158799"/>
              <a:gd name="connsiteY153" fmla="*/ 586958 h 9456078"/>
              <a:gd name="connsiteX154" fmla="*/ 10180556 w 13158799"/>
              <a:gd name="connsiteY154" fmla="*/ 565950 h 9456078"/>
              <a:gd name="connsiteX155" fmla="*/ 10224688 w 13158799"/>
              <a:gd name="connsiteY155" fmla="*/ 545304 h 9456078"/>
              <a:gd name="connsiteX156" fmla="*/ 10268991 w 13158799"/>
              <a:gd name="connsiteY156" fmla="*/ 525023 h 9456078"/>
              <a:gd name="connsiteX157" fmla="*/ 10313463 w 13158799"/>
              <a:gd name="connsiteY157" fmla="*/ 505107 h 9456078"/>
              <a:gd name="connsiteX158" fmla="*/ 10358101 w 13158799"/>
              <a:gd name="connsiteY158" fmla="*/ 485558 h 9456078"/>
              <a:gd name="connsiteX159" fmla="*/ 10402903 w 13158799"/>
              <a:gd name="connsiteY159" fmla="*/ 466376 h 9456078"/>
              <a:gd name="connsiteX160" fmla="*/ 10447868 w 13158799"/>
              <a:gd name="connsiteY160" fmla="*/ 447563 h 9456078"/>
              <a:gd name="connsiteX161" fmla="*/ 10492991 w 13158799"/>
              <a:gd name="connsiteY161" fmla="*/ 429119 h 9456078"/>
              <a:gd name="connsiteX162" fmla="*/ 10538272 w 13158799"/>
              <a:gd name="connsiteY162" fmla="*/ 411046 h 9456078"/>
              <a:gd name="connsiteX163" fmla="*/ 10583708 w 13158799"/>
              <a:gd name="connsiteY163" fmla="*/ 393346 h 9456078"/>
              <a:gd name="connsiteX164" fmla="*/ 10629297 w 13158799"/>
              <a:gd name="connsiteY164" fmla="*/ 376018 h 9456078"/>
              <a:gd name="connsiteX165" fmla="*/ 10675036 w 13158799"/>
              <a:gd name="connsiteY165" fmla="*/ 359065 h 9456078"/>
              <a:gd name="connsiteX166" fmla="*/ 10720923 w 13158799"/>
              <a:gd name="connsiteY166" fmla="*/ 342487 h 9456078"/>
              <a:gd name="connsiteX167" fmla="*/ 10766956 w 13158799"/>
              <a:gd name="connsiteY167" fmla="*/ 326286 h 9456078"/>
              <a:gd name="connsiteX168" fmla="*/ 10813132 w 13158799"/>
              <a:gd name="connsiteY168" fmla="*/ 310462 h 9456078"/>
              <a:gd name="connsiteX169" fmla="*/ 10859450 w 13158799"/>
              <a:gd name="connsiteY169" fmla="*/ 295018 h 9456078"/>
              <a:gd name="connsiteX170" fmla="*/ 10905907 w 13158799"/>
              <a:gd name="connsiteY170" fmla="*/ 279953 h 9456078"/>
              <a:gd name="connsiteX171" fmla="*/ 10952500 w 13158799"/>
              <a:gd name="connsiteY171" fmla="*/ 265269 h 9456078"/>
              <a:gd name="connsiteX172" fmla="*/ 10999227 w 13158799"/>
              <a:gd name="connsiteY172" fmla="*/ 250968 h 9456078"/>
              <a:gd name="connsiteX173" fmla="*/ 11046087 w 13158799"/>
              <a:gd name="connsiteY173" fmla="*/ 237049 h 9456078"/>
              <a:gd name="connsiteX174" fmla="*/ 11093076 w 13158799"/>
              <a:gd name="connsiteY174" fmla="*/ 223516 h 9456078"/>
              <a:gd name="connsiteX175" fmla="*/ 11140193 w 13158799"/>
              <a:gd name="connsiteY175" fmla="*/ 210368 h 9456078"/>
              <a:gd name="connsiteX176" fmla="*/ 11187434 w 13158799"/>
              <a:gd name="connsiteY176" fmla="*/ 197606 h 9456078"/>
              <a:gd name="connsiteX177" fmla="*/ 11234799 w 13158799"/>
              <a:gd name="connsiteY177" fmla="*/ 185233 h 9456078"/>
              <a:gd name="connsiteX178" fmla="*/ 11282284 w 13158799"/>
              <a:gd name="connsiteY178" fmla="*/ 173248 h 9456078"/>
              <a:gd name="connsiteX179" fmla="*/ 11329888 w 13158799"/>
              <a:gd name="connsiteY179" fmla="*/ 161654 h 9456078"/>
              <a:gd name="connsiteX180" fmla="*/ 11377607 w 13158799"/>
              <a:gd name="connsiteY180" fmla="*/ 150451 h 9456078"/>
              <a:gd name="connsiteX181" fmla="*/ 11425440 w 13158799"/>
              <a:gd name="connsiteY181" fmla="*/ 139640 h 9456078"/>
              <a:gd name="connsiteX182" fmla="*/ 11473385 w 13158799"/>
              <a:gd name="connsiteY182" fmla="*/ 129223 h 9456078"/>
              <a:gd name="connsiteX183" fmla="*/ 11521439 w 13158799"/>
              <a:gd name="connsiteY183" fmla="*/ 119201 h 9456078"/>
              <a:gd name="connsiteX184" fmla="*/ 11569599 w 13158799"/>
              <a:gd name="connsiteY184" fmla="*/ 109574 h 9456078"/>
              <a:gd name="connsiteX185" fmla="*/ 11617864 w 13158799"/>
              <a:gd name="connsiteY185" fmla="*/ 100344 h 9456078"/>
              <a:gd name="connsiteX186" fmla="*/ 11666231 w 13158799"/>
              <a:gd name="connsiteY186" fmla="*/ 91512 h 9456078"/>
              <a:gd name="connsiteX187" fmla="*/ 11714698 w 13158799"/>
              <a:gd name="connsiteY187" fmla="*/ 83080 h 9456078"/>
              <a:gd name="connsiteX188" fmla="*/ 11763263 w 13158799"/>
              <a:gd name="connsiteY188" fmla="*/ 75047 h 9456078"/>
              <a:gd name="connsiteX189" fmla="*/ 11811923 w 13158799"/>
              <a:gd name="connsiteY189" fmla="*/ 67417 h 9456078"/>
              <a:gd name="connsiteX190" fmla="*/ 11860676 w 13158799"/>
              <a:gd name="connsiteY190" fmla="*/ 60188 h 9456078"/>
              <a:gd name="connsiteX191" fmla="*/ 11909519 w 13158799"/>
              <a:gd name="connsiteY191" fmla="*/ 53364 h 9456078"/>
              <a:gd name="connsiteX192" fmla="*/ 11958451 w 13158799"/>
              <a:gd name="connsiteY192" fmla="*/ 46944 h 9456078"/>
              <a:gd name="connsiteX193" fmla="*/ 12007470 w 13158799"/>
              <a:gd name="connsiteY193" fmla="*/ 40931 h 9456078"/>
              <a:gd name="connsiteX194" fmla="*/ 12056572 w 13158799"/>
              <a:gd name="connsiteY194" fmla="*/ 35324 h 9456078"/>
              <a:gd name="connsiteX195" fmla="*/ 12105756 w 13158799"/>
              <a:gd name="connsiteY195" fmla="*/ 30126 h 9456078"/>
              <a:gd name="connsiteX196" fmla="*/ 12155019 w 13158799"/>
              <a:gd name="connsiteY196" fmla="*/ 25337 h 9456078"/>
              <a:gd name="connsiteX197" fmla="*/ 12204359 w 13158799"/>
              <a:gd name="connsiteY197" fmla="*/ 20958 h 9456078"/>
              <a:gd name="connsiteX198" fmla="*/ 12253773 w 13158799"/>
              <a:gd name="connsiteY198" fmla="*/ 16991 h 9456078"/>
              <a:gd name="connsiteX199" fmla="*/ 12303260 w 13158799"/>
              <a:gd name="connsiteY199" fmla="*/ 13437 h 9456078"/>
              <a:gd name="connsiteX200" fmla="*/ 12352818 w 13158799"/>
              <a:gd name="connsiteY200" fmla="*/ 10297 h 9456078"/>
              <a:gd name="connsiteX201" fmla="*/ 12402443 w 13158799"/>
              <a:gd name="connsiteY201" fmla="*/ 7572 h 9456078"/>
              <a:gd name="connsiteX202" fmla="*/ 12452133 w 13158799"/>
              <a:gd name="connsiteY202" fmla="*/ 5263 h 9456078"/>
              <a:gd name="connsiteX203" fmla="*/ 12501887 w 13158799"/>
              <a:gd name="connsiteY203" fmla="*/ 3371 h 9456078"/>
              <a:gd name="connsiteX204" fmla="*/ 12551701 w 13158799"/>
              <a:gd name="connsiteY204" fmla="*/ 1898 h 9456078"/>
              <a:gd name="connsiteX205" fmla="*/ 12601574 w 13158799"/>
              <a:gd name="connsiteY205" fmla="*/ 844 h 9456078"/>
              <a:gd name="connsiteX206" fmla="*/ 12651504 w 13158799"/>
              <a:gd name="connsiteY206" fmla="*/ 211 h 9456078"/>
              <a:gd name="connsiteX207" fmla="*/ 12701487 w 13158799"/>
              <a:gd name="connsiteY207" fmla="*/ 0 h 9456078"/>
              <a:gd name="connsiteX208" fmla="*/ 13158798 w 13158799"/>
              <a:gd name="connsiteY208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28389 w 13158797"/>
              <a:gd name="connsiteY22" fmla="*/ 9330914 h 9456078"/>
              <a:gd name="connsiteX23" fmla="*/ 1176172 w 13158797"/>
              <a:gd name="connsiteY23" fmla="*/ 9319936 h 9456078"/>
              <a:gd name="connsiteX24" fmla="*/ 1223823 w 13158797"/>
              <a:gd name="connsiteY24" fmla="*/ 9308509 h 9456078"/>
              <a:gd name="connsiteX25" fmla="*/ 1271339 w 13158797"/>
              <a:gd name="connsiteY25" fmla="*/ 9296635 h 9456078"/>
              <a:gd name="connsiteX26" fmla="*/ 1318719 w 13158797"/>
              <a:gd name="connsiteY26" fmla="*/ 9284315 h 9456078"/>
              <a:gd name="connsiteX27" fmla="*/ 1365957 w 13158797"/>
              <a:gd name="connsiteY27" fmla="*/ 9271550 h 9456078"/>
              <a:gd name="connsiteX28" fmla="*/ 1413052 w 13158797"/>
              <a:gd name="connsiteY28" fmla="*/ 9258342 h 9456078"/>
              <a:gd name="connsiteX29" fmla="*/ 1460000 w 13158797"/>
              <a:gd name="connsiteY29" fmla="*/ 9244693 h 9456078"/>
              <a:gd name="connsiteX30" fmla="*/ 1506799 w 13158797"/>
              <a:gd name="connsiteY30" fmla="*/ 9230604 h 9456078"/>
              <a:gd name="connsiteX31" fmla="*/ 1553445 w 13158797"/>
              <a:gd name="connsiteY31" fmla="*/ 9216076 h 9456078"/>
              <a:gd name="connsiteX32" fmla="*/ 1599935 w 13158797"/>
              <a:gd name="connsiteY32" fmla="*/ 9201111 h 9456078"/>
              <a:gd name="connsiteX33" fmla="*/ 1646267 w 13158797"/>
              <a:gd name="connsiteY33" fmla="*/ 9185710 h 9456078"/>
              <a:gd name="connsiteX34" fmla="*/ 1692437 w 13158797"/>
              <a:gd name="connsiteY34" fmla="*/ 9169876 h 9456078"/>
              <a:gd name="connsiteX35" fmla="*/ 1738442 w 13158797"/>
              <a:gd name="connsiteY35" fmla="*/ 9153608 h 9456078"/>
              <a:gd name="connsiteX36" fmla="*/ 1784280 w 13158797"/>
              <a:gd name="connsiteY36" fmla="*/ 9136910 h 9456078"/>
              <a:gd name="connsiteX37" fmla="*/ 1829947 w 13158797"/>
              <a:gd name="connsiteY37" fmla="*/ 9119782 h 9456078"/>
              <a:gd name="connsiteX38" fmla="*/ 1875440 w 13158797"/>
              <a:gd name="connsiteY38" fmla="*/ 9102226 h 9456078"/>
              <a:gd name="connsiteX39" fmla="*/ 1920756 w 13158797"/>
              <a:gd name="connsiteY39" fmla="*/ 9084243 h 9456078"/>
              <a:gd name="connsiteX40" fmla="*/ 1965893 w 13158797"/>
              <a:gd name="connsiteY40" fmla="*/ 9065835 h 9456078"/>
              <a:gd name="connsiteX41" fmla="*/ 2010847 w 13158797"/>
              <a:gd name="connsiteY41" fmla="*/ 9047004 h 9456078"/>
              <a:gd name="connsiteX42" fmla="*/ 2055615 w 13158797"/>
              <a:gd name="connsiteY42" fmla="*/ 9027750 h 9456078"/>
              <a:gd name="connsiteX43" fmla="*/ 2100195 w 13158797"/>
              <a:gd name="connsiteY43" fmla="*/ 9008075 h 9456078"/>
              <a:gd name="connsiteX44" fmla="*/ 2144582 w 13158797"/>
              <a:gd name="connsiteY44" fmla="*/ 8987981 h 9456078"/>
              <a:gd name="connsiteX45" fmla="*/ 2188775 w 13158797"/>
              <a:gd name="connsiteY45" fmla="*/ 8967470 h 9456078"/>
              <a:gd name="connsiteX46" fmla="*/ 2232770 w 13158797"/>
              <a:gd name="connsiteY46" fmla="*/ 8946542 h 9456078"/>
              <a:gd name="connsiteX47" fmla="*/ 2276564 w 13158797"/>
              <a:gd name="connsiteY47" fmla="*/ 8925199 h 9456078"/>
              <a:gd name="connsiteX48" fmla="*/ 2320154 w 13158797"/>
              <a:gd name="connsiteY48" fmla="*/ 8903443 h 9456078"/>
              <a:gd name="connsiteX49" fmla="*/ 2363538 w 13158797"/>
              <a:gd name="connsiteY49" fmla="*/ 8881275 h 9456078"/>
              <a:gd name="connsiteX50" fmla="*/ 2406711 w 13158797"/>
              <a:gd name="connsiteY50" fmla="*/ 8858697 h 9456078"/>
              <a:gd name="connsiteX51" fmla="*/ 2449672 w 13158797"/>
              <a:gd name="connsiteY51" fmla="*/ 8835710 h 9456078"/>
              <a:gd name="connsiteX52" fmla="*/ 2492417 w 13158797"/>
              <a:gd name="connsiteY52" fmla="*/ 8812316 h 9456078"/>
              <a:gd name="connsiteX53" fmla="*/ 2534943 w 13158797"/>
              <a:gd name="connsiteY53" fmla="*/ 8788516 h 9456078"/>
              <a:gd name="connsiteX54" fmla="*/ 2577247 w 13158797"/>
              <a:gd name="connsiteY54" fmla="*/ 8764311 h 9456078"/>
              <a:gd name="connsiteX55" fmla="*/ 2619326 w 13158797"/>
              <a:gd name="connsiteY55" fmla="*/ 8739704 h 9456078"/>
              <a:gd name="connsiteX56" fmla="*/ 2661177 w 13158797"/>
              <a:gd name="connsiteY56" fmla="*/ 8714695 h 9456078"/>
              <a:gd name="connsiteX57" fmla="*/ 2702797 w 13158797"/>
              <a:gd name="connsiteY57" fmla="*/ 8689286 h 9456078"/>
              <a:gd name="connsiteX58" fmla="*/ 2744183 w 13158797"/>
              <a:gd name="connsiteY58" fmla="*/ 8663479 h 9456078"/>
              <a:gd name="connsiteX59" fmla="*/ 2785333 w 13158797"/>
              <a:gd name="connsiteY59" fmla="*/ 8637274 h 9456078"/>
              <a:gd name="connsiteX60" fmla="*/ 2826242 w 13158797"/>
              <a:gd name="connsiteY60" fmla="*/ 8610675 h 9456078"/>
              <a:gd name="connsiteX61" fmla="*/ 2866908 w 13158797"/>
              <a:gd name="connsiteY61" fmla="*/ 8583681 h 9456078"/>
              <a:gd name="connsiteX62" fmla="*/ 2907329 w 13158797"/>
              <a:gd name="connsiteY62" fmla="*/ 8556295 h 9456078"/>
              <a:gd name="connsiteX63" fmla="*/ 2947500 w 13158797"/>
              <a:gd name="connsiteY63" fmla="*/ 8528517 h 9456078"/>
              <a:gd name="connsiteX64" fmla="*/ 2987419 w 13158797"/>
              <a:gd name="connsiteY64" fmla="*/ 8500351 h 9456078"/>
              <a:gd name="connsiteX65" fmla="*/ 3027083 w 13158797"/>
              <a:gd name="connsiteY65" fmla="*/ 8471796 h 9456078"/>
              <a:gd name="connsiteX66" fmla="*/ 3066489 w 13158797"/>
              <a:gd name="connsiteY66" fmla="*/ 8442854 h 9456078"/>
              <a:gd name="connsiteX67" fmla="*/ 3105634 w 13158797"/>
              <a:gd name="connsiteY67" fmla="*/ 8413528 h 9456078"/>
              <a:gd name="connsiteX68" fmla="*/ 3144515 w 13158797"/>
              <a:gd name="connsiteY68" fmla="*/ 8383818 h 9456078"/>
              <a:gd name="connsiteX69" fmla="*/ 3183129 w 13158797"/>
              <a:gd name="connsiteY69" fmla="*/ 8353726 h 9456078"/>
              <a:gd name="connsiteX70" fmla="*/ 3221473 w 13158797"/>
              <a:gd name="connsiteY70" fmla="*/ 8323253 h 9456078"/>
              <a:gd name="connsiteX71" fmla="*/ 3259544 w 13158797"/>
              <a:gd name="connsiteY71" fmla="*/ 8292401 h 9456078"/>
              <a:gd name="connsiteX72" fmla="*/ 3297339 w 13158797"/>
              <a:gd name="connsiteY72" fmla="*/ 8261172 h 9456078"/>
              <a:gd name="connsiteX73" fmla="*/ 3334854 w 13158797"/>
              <a:gd name="connsiteY73" fmla="*/ 8229566 h 9456078"/>
              <a:gd name="connsiteX74" fmla="*/ 3372087 w 13158797"/>
              <a:gd name="connsiteY74" fmla="*/ 8197585 h 9456078"/>
              <a:gd name="connsiteX75" fmla="*/ 3409035 w 13158797"/>
              <a:gd name="connsiteY75" fmla="*/ 8165232 h 9456078"/>
              <a:gd name="connsiteX76" fmla="*/ 3445695 w 13158797"/>
              <a:gd name="connsiteY76" fmla="*/ 8132507 h 9456078"/>
              <a:gd name="connsiteX77" fmla="*/ 3482064 w 13158797"/>
              <a:gd name="connsiteY77" fmla="*/ 8099411 h 9456078"/>
              <a:gd name="connsiteX78" fmla="*/ 3518139 w 13158797"/>
              <a:gd name="connsiteY78" fmla="*/ 8065947 h 9456078"/>
              <a:gd name="connsiteX79" fmla="*/ 3553916 w 13158797"/>
              <a:gd name="connsiteY79" fmla="*/ 8032115 h 9456078"/>
              <a:gd name="connsiteX80" fmla="*/ 3589393 w 13158797"/>
              <a:gd name="connsiteY80" fmla="*/ 7997918 h 9456078"/>
              <a:gd name="connsiteX81" fmla="*/ 3624567 w 13158797"/>
              <a:gd name="connsiteY81" fmla="*/ 7963356 h 9456078"/>
              <a:gd name="connsiteX82" fmla="*/ 3659435 w 13158797"/>
              <a:gd name="connsiteY82" fmla="*/ 7928432 h 9456078"/>
              <a:gd name="connsiteX83" fmla="*/ 3693994 w 13158797"/>
              <a:gd name="connsiteY83" fmla="*/ 7893146 h 9456078"/>
              <a:gd name="connsiteX84" fmla="*/ 3728240 w 13158797"/>
              <a:gd name="connsiteY84" fmla="*/ 7857501 h 9456078"/>
              <a:gd name="connsiteX85" fmla="*/ 3762171 w 13158797"/>
              <a:gd name="connsiteY85" fmla="*/ 7821497 h 9456078"/>
              <a:gd name="connsiteX86" fmla="*/ 3795783 w 13158797"/>
              <a:gd name="connsiteY86" fmla="*/ 7785136 h 9456078"/>
              <a:gd name="connsiteX87" fmla="*/ 3829075 w 13158797"/>
              <a:gd name="connsiteY87" fmla="*/ 7748420 h 9456078"/>
              <a:gd name="connsiteX88" fmla="*/ 3862042 w 13158797"/>
              <a:gd name="connsiteY88" fmla="*/ 7711350 h 9456078"/>
              <a:gd name="connsiteX89" fmla="*/ 3894682 w 13158797"/>
              <a:gd name="connsiteY89" fmla="*/ 7673928 h 9456078"/>
              <a:gd name="connsiteX90" fmla="*/ 3926991 w 13158797"/>
              <a:gd name="connsiteY90" fmla="*/ 7636155 h 9456078"/>
              <a:gd name="connsiteX91" fmla="*/ 3958967 w 13158797"/>
              <a:gd name="connsiteY91" fmla="*/ 7598032 h 9456078"/>
              <a:gd name="connsiteX92" fmla="*/ 3990607 w 13158797"/>
              <a:gd name="connsiteY92" fmla="*/ 7559561 h 9456078"/>
              <a:gd name="connsiteX93" fmla="*/ 4021907 w 13158797"/>
              <a:gd name="connsiteY93" fmla="*/ 7520744 h 9456078"/>
              <a:gd name="connsiteX94" fmla="*/ 4052865 w 13158797"/>
              <a:gd name="connsiteY94" fmla="*/ 7481582 h 9456078"/>
              <a:gd name="connsiteX95" fmla="*/ 4083478 w 13158797"/>
              <a:gd name="connsiteY95" fmla="*/ 7442077 h 9456078"/>
              <a:gd name="connsiteX96" fmla="*/ 8022311 w 13158797"/>
              <a:gd name="connsiteY96" fmla="*/ 2307814 h 9456078"/>
              <a:gd name="connsiteX97" fmla="*/ 8052902 w 13158797"/>
              <a:gd name="connsiteY97" fmla="*/ 2268285 h 9456078"/>
              <a:gd name="connsiteX98" fmla="*/ 8083796 w 13158797"/>
              <a:gd name="connsiteY98" fmla="*/ 2229056 h 9456078"/>
              <a:gd name="connsiteX99" fmla="*/ 8114989 w 13158797"/>
              <a:gd name="connsiteY99" fmla="*/ 2190127 h 9456078"/>
              <a:gd name="connsiteX100" fmla="*/ 8146479 w 13158797"/>
              <a:gd name="connsiteY100" fmla="*/ 2151500 h 9456078"/>
              <a:gd name="connsiteX101" fmla="*/ 8178264 w 13158797"/>
              <a:gd name="connsiteY101" fmla="*/ 2113176 h 9456078"/>
              <a:gd name="connsiteX102" fmla="*/ 8210341 w 13158797"/>
              <a:gd name="connsiteY102" fmla="*/ 2075157 h 9456078"/>
              <a:gd name="connsiteX103" fmla="*/ 8242709 w 13158797"/>
              <a:gd name="connsiteY103" fmla="*/ 2037442 h 9456078"/>
              <a:gd name="connsiteX104" fmla="*/ 8275365 w 13158797"/>
              <a:gd name="connsiteY104" fmla="*/ 2000034 h 9456078"/>
              <a:gd name="connsiteX105" fmla="*/ 8308307 w 13158797"/>
              <a:gd name="connsiteY105" fmla="*/ 1962934 h 9456078"/>
              <a:gd name="connsiteX106" fmla="*/ 8341532 w 13158797"/>
              <a:gd name="connsiteY106" fmla="*/ 1926142 h 9456078"/>
              <a:gd name="connsiteX107" fmla="*/ 8375038 w 13158797"/>
              <a:gd name="connsiteY107" fmla="*/ 1889660 h 9456078"/>
              <a:gd name="connsiteX108" fmla="*/ 8408823 w 13158797"/>
              <a:gd name="connsiteY108" fmla="*/ 1853489 h 9456078"/>
              <a:gd name="connsiteX109" fmla="*/ 8442885 w 13158797"/>
              <a:gd name="connsiteY109" fmla="*/ 1817630 h 9456078"/>
              <a:gd name="connsiteX110" fmla="*/ 8477221 w 13158797"/>
              <a:gd name="connsiteY110" fmla="*/ 1782084 h 9456078"/>
              <a:gd name="connsiteX111" fmla="*/ 8511829 w 13158797"/>
              <a:gd name="connsiteY111" fmla="*/ 1746853 h 9456078"/>
              <a:gd name="connsiteX112" fmla="*/ 8546706 w 13158797"/>
              <a:gd name="connsiteY112" fmla="*/ 1711937 h 9456078"/>
              <a:gd name="connsiteX113" fmla="*/ 8581851 w 13158797"/>
              <a:gd name="connsiteY113" fmla="*/ 1677337 h 9456078"/>
              <a:gd name="connsiteX114" fmla="*/ 8617261 w 13158797"/>
              <a:gd name="connsiteY114" fmla="*/ 1643056 h 9456078"/>
              <a:gd name="connsiteX115" fmla="*/ 8652934 w 13158797"/>
              <a:gd name="connsiteY115" fmla="*/ 1609093 h 9456078"/>
              <a:gd name="connsiteX116" fmla="*/ 8688867 w 13158797"/>
              <a:gd name="connsiteY116" fmla="*/ 1575450 h 9456078"/>
              <a:gd name="connsiteX117" fmla="*/ 8725058 w 13158797"/>
              <a:gd name="connsiteY117" fmla="*/ 1542128 h 9456078"/>
              <a:gd name="connsiteX118" fmla="*/ 8761506 w 13158797"/>
              <a:gd name="connsiteY118" fmla="*/ 1509129 h 9456078"/>
              <a:gd name="connsiteX119" fmla="*/ 8798207 w 13158797"/>
              <a:gd name="connsiteY119" fmla="*/ 1476452 h 9456078"/>
              <a:gd name="connsiteX120" fmla="*/ 8835159 w 13158797"/>
              <a:gd name="connsiteY120" fmla="*/ 1444101 h 9456078"/>
              <a:gd name="connsiteX121" fmla="*/ 8872360 w 13158797"/>
              <a:gd name="connsiteY121" fmla="*/ 1412075 h 9456078"/>
              <a:gd name="connsiteX122" fmla="*/ 8909808 w 13158797"/>
              <a:gd name="connsiteY122" fmla="*/ 1380375 h 9456078"/>
              <a:gd name="connsiteX123" fmla="*/ 8947501 w 13158797"/>
              <a:gd name="connsiteY123" fmla="*/ 1349004 h 9456078"/>
              <a:gd name="connsiteX124" fmla="*/ 8985435 w 13158797"/>
              <a:gd name="connsiteY124" fmla="*/ 1317962 h 9456078"/>
              <a:gd name="connsiteX125" fmla="*/ 9023610 w 13158797"/>
              <a:gd name="connsiteY125" fmla="*/ 1287250 h 9456078"/>
              <a:gd name="connsiteX126" fmla="*/ 9062022 w 13158797"/>
              <a:gd name="connsiteY126" fmla="*/ 1256869 h 9456078"/>
              <a:gd name="connsiteX127" fmla="*/ 9100669 w 13158797"/>
              <a:gd name="connsiteY127" fmla="*/ 1226820 h 9456078"/>
              <a:gd name="connsiteX128" fmla="*/ 9139549 w 13158797"/>
              <a:gd name="connsiteY128" fmla="*/ 1197105 h 9456078"/>
              <a:gd name="connsiteX129" fmla="*/ 9178660 w 13158797"/>
              <a:gd name="connsiteY129" fmla="*/ 1167725 h 9456078"/>
              <a:gd name="connsiteX130" fmla="*/ 9217999 w 13158797"/>
              <a:gd name="connsiteY130" fmla="*/ 1138681 h 9456078"/>
              <a:gd name="connsiteX131" fmla="*/ 9257564 w 13158797"/>
              <a:gd name="connsiteY131" fmla="*/ 1109974 h 9456078"/>
              <a:gd name="connsiteX132" fmla="*/ 9297353 w 13158797"/>
              <a:gd name="connsiteY132" fmla="*/ 1081604 h 9456078"/>
              <a:gd name="connsiteX133" fmla="*/ 9337364 w 13158797"/>
              <a:gd name="connsiteY133" fmla="*/ 1053574 h 9456078"/>
              <a:gd name="connsiteX134" fmla="*/ 9377594 w 13158797"/>
              <a:gd name="connsiteY134" fmla="*/ 1025884 h 9456078"/>
              <a:gd name="connsiteX135" fmla="*/ 9418040 w 13158797"/>
              <a:gd name="connsiteY135" fmla="*/ 998536 h 9456078"/>
              <a:gd name="connsiteX136" fmla="*/ 9458702 w 13158797"/>
              <a:gd name="connsiteY136" fmla="*/ 971530 h 9456078"/>
              <a:gd name="connsiteX137" fmla="*/ 9499575 w 13158797"/>
              <a:gd name="connsiteY137" fmla="*/ 944868 h 9456078"/>
              <a:gd name="connsiteX138" fmla="*/ 9540659 w 13158797"/>
              <a:gd name="connsiteY138" fmla="*/ 918551 h 9456078"/>
              <a:gd name="connsiteX139" fmla="*/ 9581950 w 13158797"/>
              <a:gd name="connsiteY139" fmla="*/ 892580 h 9456078"/>
              <a:gd name="connsiteX140" fmla="*/ 9623447 w 13158797"/>
              <a:gd name="connsiteY140" fmla="*/ 866956 h 9456078"/>
              <a:gd name="connsiteX141" fmla="*/ 9665147 w 13158797"/>
              <a:gd name="connsiteY141" fmla="*/ 841681 h 9456078"/>
              <a:gd name="connsiteX142" fmla="*/ 9707048 w 13158797"/>
              <a:gd name="connsiteY142" fmla="*/ 816754 h 9456078"/>
              <a:gd name="connsiteX143" fmla="*/ 9749147 w 13158797"/>
              <a:gd name="connsiteY143" fmla="*/ 792179 h 9456078"/>
              <a:gd name="connsiteX144" fmla="*/ 9791443 w 13158797"/>
              <a:gd name="connsiteY144" fmla="*/ 767955 h 9456078"/>
              <a:gd name="connsiteX145" fmla="*/ 9833932 w 13158797"/>
              <a:gd name="connsiteY145" fmla="*/ 744083 h 9456078"/>
              <a:gd name="connsiteX146" fmla="*/ 9876613 w 13158797"/>
              <a:gd name="connsiteY146" fmla="*/ 720566 h 9456078"/>
              <a:gd name="connsiteX147" fmla="*/ 9919484 w 13158797"/>
              <a:gd name="connsiteY147" fmla="*/ 697404 h 9456078"/>
              <a:gd name="connsiteX148" fmla="*/ 9962542 w 13158797"/>
              <a:gd name="connsiteY148" fmla="*/ 674598 h 9456078"/>
              <a:gd name="connsiteX149" fmla="*/ 10005784 w 13158797"/>
              <a:gd name="connsiteY149" fmla="*/ 652149 h 9456078"/>
              <a:gd name="connsiteX150" fmla="*/ 10049209 w 13158797"/>
              <a:gd name="connsiteY150" fmla="*/ 630059 h 9456078"/>
              <a:gd name="connsiteX151" fmla="*/ 10092814 w 13158797"/>
              <a:gd name="connsiteY151" fmla="*/ 608328 h 9456078"/>
              <a:gd name="connsiteX152" fmla="*/ 10136597 w 13158797"/>
              <a:gd name="connsiteY152" fmla="*/ 586958 h 9456078"/>
              <a:gd name="connsiteX153" fmla="*/ 10180556 w 13158797"/>
              <a:gd name="connsiteY153" fmla="*/ 565950 h 9456078"/>
              <a:gd name="connsiteX154" fmla="*/ 10224688 w 13158797"/>
              <a:gd name="connsiteY154" fmla="*/ 545304 h 9456078"/>
              <a:gd name="connsiteX155" fmla="*/ 10268991 w 13158797"/>
              <a:gd name="connsiteY155" fmla="*/ 525023 h 9456078"/>
              <a:gd name="connsiteX156" fmla="*/ 10313463 w 13158797"/>
              <a:gd name="connsiteY156" fmla="*/ 505107 h 9456078"/>
              <a:gd name="connsiteX157" fmla="*/ 10358101 w 13158797"/>
              <a:gd name="connsiteY157" fmla="*/ 485558 h 9456078"/>
              <a:gd name="connsiteX158" fmla="*/ 10402903 w 13158797"/>
              <a:gd name="connsiteY158" fmla="*/ 466376 h 9456078"/>
              <a:gd name="connsiteX159" fmla="*/ 10447868 w 13158797"/>
              <a:gd name="connsiteY159" fmla="*/ 447563 h 9456078"/>
              <a:gd name="connsiteX160" fmla="*/ 10492991 w 13158797"/>
              <a:gd name="connsiteY160" fmla="*/ 429119 h 9456078"/>
              <a:gd name="connsiteX161" fmla="*/ 10538272 w 13158797"/>
              <a:gd name="connsiteY161" fmla="*/ 411046 h 9456078"/>
              <a:gd name="connsiteX162" fmla="*/ 10583708 w 13158797"/>
              <a:gd name="connsiteY162" fmla="*/ 393346 h 9456078"/>
              <a:gd name="connsiteX163" fmla="*/ 10629297 w 13158797"/>
              <a:gd name="connsiteY163" fmla="*/ 376018 h 9456078"/>
              <a:gd name="connsiteX164" fmla="*/ 10675036 w 13158797"/>
              <a:gd name="connsiteY164" fmla="*/ 359065 h 9456078"/>
              <a:gd name="connsiteX165" fmla="*/ 10720923 w 13158797"/>
              <a:gd name="connsiteY165" fmla="*/ 342487 h 9456078"/>
              <a:gd name="connsiteX166" fmla="*/ 10766956 w 13158797"/>
              <a:gd name="connsiteY166" fmla="*/ 326286 h 9456078"/>
              <a:gd name="connsiteX167" fmla="*/ 10813132 w 13158797"/>
              <a:gd name="connsiteY167" fmla="*/ 310462 h 9456078"/>
              <a:gd name="connsiteX168" fmla="*/ 10859450 w 13158797"/>
              <a:gd name="connsiteY168" fmla="*/ 295018 h 9456078"/>
              <a:gd name="connsiteX169" fmla="*/ 10905907 w 13158797"/>
              <a:gd name="connsiteY169" fmla="*/ 279953 h 9456078"/>
              <a:gd name="connsiteX170" fmla="*/ 10952500 w 13158797"/>
              <a:gd name="connsiteY170" fmla="*/ 265269 h 9456078"/>
              <a:gd name="connsiteX171" fmla="*/ 10999227 w 13158797"/>
              <a:gd name="connsiteY171" fmla="*/ 250968 h 9456078"/>
              <a:gd name="connsiteX172" fmla="*/ 11046087 w 13158797"/>
              <a:gd name="connsiteY172" fmla="*/ 237049 h 9456078"/>
              <a:gd name="connsiteX173" fmla="*/ 11093076 w 13158797"/>
              <a:gd name="connsiteY173" fmla="*/ 223516 h 9456078"/>
              <a:gd name="connsiteX174" fmla="*/ 11140193 w 13158797"/>
              <a:gd name="connsiteY174" fmla="*/ 210368 h 9456078"/>
              <a:gd name="connsiteX175" fmla="*/ 11187434 w 13158797"/>
              <a:gd name="connsiteY175" fmla="*/ 197606 h 9456078"/>
              <a:gd name="connsiteX176" fmla="*/ 11234799 w 13158797"/>
              <a:gd name="connsiteY176" fmla="*/ 185233 h 9456078"/>
              <a:gd name="connsiteX177" fmla="*/ 11282284 w 13158797"/>
              <a:gd name="connsiteY177" fmla="*/ 173248 h 9456078"/>
              <a:gd name="connsiteX178" fmla="*/ 11329888 w 13158797"/>
              <a:gd name="connsiteY178" fmla="*/ 161654 h 9456078"/>
              <a:gd name="connsiteX179" fmla="*/ 11377607 w 13158797"/>
              <a:gd name="connsiteY179" fmla="*/ 150451 h 9456078"/>
              <a:gd name="connsiteX180" fmla="*/ 11425440 w 13158797"/>
              <a:gd name="connsiteY180" fmla="*/ 139640 h 9456078"/>
              <a:gd name="connsiteX181" fmla="*/ 11473385 w 13158797"/>
              <a:gd name="connsiteY181" fmla="*/ 129223 h 9456078"/>
              <a:gd name="connsiteX182" fmla="*/ 11521439 w 13158797"/>
              <a:gd name="connsiteY182" fmla="*/ 119201 h 9456078"/>
              <a:gd name="connsiteX183" fmla="*/ 11569599 w 13158797"/>
              <a:gd name="connsiteY183" fmla="*/ 109574 h 9456078"/>
              <a:gd name="connsiteX184" fmla="*/ 11617864 w 13158797"/>
              <a:gd name="connsiteY184" fmla="*/ 100344 h 9456078"/>
              <a:gd name="connsiteX185" fmla="*/ 11666231 w 13158797"/>
              <a:gd name="connsiteY185" fmla="*/ 91512 h 9456078"/>
              <a:gd name="connsiteX186" fmla="*/ 11714698 w 13158797"/>
              <a:gd name="connsiteY186" fmla="*/ 83080 h 9456078"/>
              <a:gd name="connsiteX187" fmla="*/ 11763263 w 13158797"/>
              <a:gd name="connsiteY187" fmla="*/ 75047 h 9456078"/>
              <a:gd name="connsiteX188" fmla="*/ 11811923 w 13158797"/>
              <a:gd name="connsiteY188" fmla="*/ 67417 h 9456078"/>
              <a:gd name="connsiteX189" fmla="*/ 11860676 w 13158797"/>
              <a:gd name="connsiteY189" fmla="*/ 60188 h 9456078"/>
              <a:gd name="connsiteX190" fmla="*/ 11909519 w 13158797"/>
              <a:gd name="connsiteY190" fmla="*/ 53364 h 9456078"/>
              <a:gd name="connsiteX191" fmla="*/ 11958451 w 13158797"/>
              <a:gd name="connsiteY191" fmla="*/ 46944 h 9456078"/>
              <a:gd name="connsiteX192" fmla="*/ 12007470 w 13158797"/>
              <a:gd name="connsiteY192" fmla="*/ 40931 h 9456078"/>
              <a:gd name="connsiteX193" fmla="*/ 12056572 w 13158797"/>
              <a:gd name="connsiteY193" fmla="*/ 35324 h 9456078"/>
              <a:gd name="connsiteX194" fmla="*/ 12105756 w 13158797"/>
              <a:gd name="connsiteY194" fmla="*/ 30126 h 9456078"/>
              <a:gd name="connsiteX195" fmla="*/ 12155019 w 13158797"/>
              <a:gd name="connsiteY195" fmla="*/ 25337 h 9456078"/>
              <a:gd name="connsiteX196" fmla="*/ 12204359 w 13158797"/>
              <a:gd name="connsiteY196" fmla="*/ 20958 h 9456078"/>
              <a:gd name="connsiteX197" fmla="*/ 12253773 w 13158797"/>
              <a:gd name="connsiteY197" fmla="*/ 16991 h 9456078"/>
              <a:gd name="connsiteX198" fmla="*/ 12303260 w 13158797"/>
              <a:gd name="connsiteY198" fmla="*/ 13437 h 9456078"/>
              <a:gd name="connsiteX199" fmla="*/ 12352818 w 13158797"/>
              <a:gd name="connsiteY199" fmla="*/ 10297 h 9456078"/>
              <a:gd name="connsiteX200" fmla="*/ 12402443 w 13158797"/>
              <a:gd name="connsiteY200" fmla="*/ 7572 h 9456078"/>
              <a:gd name="connsiteX201" fmla="*/ 12452133 w 13158797"/>
              <a:gd name="connsiteY201" fmla="*/ 5263 h 9456078"/>
              <a:gd name="connsiteX202" fmla="*/ 12501887 w 13158797"/>
              <a:gd name="connsiteY202" fmla="*/ 3371 h 9456078"/>
              <a:gd name="connsiteX203" fmla="*/ 12551701 w 13158797"/>
              <a:gd name="connsiteY203" fmla="*/ 1898 h 9456078"/>
              <a:gd name="connsiteX204" fmla="*/ 12601574 w 13158797"/>
              <a:gd name="connsiteY204" fmla="*/ 844 h 9456078"/>
              <a:gd name="connsiteX205" fmla="*/ 12651504 w 13158797"/>
              <a:gd name="connsiteY205" fmla="*/ 211 h 9456078"/>
              <a:gd name="connsiteX206" fmla="*/ 12701487 w 13158797"/>
              <a:gd name="connsiteY206" fmla="*/ 0 h 9456078"/>
              <a:gd name="connsiteX207" fmla="*/ 13158798 w 13158797"/>
              <a:gd name="connsiteY207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98870 w 13158799"/>
              <a:gd name="connsiteY5" fmla="*/ 9447409 h 9456078"/>
              <a:gd name="connsiteX6" fmla="*/ 348429 w 13158799"/>
              <a:gd name="connsiteY6" fmla="*/ 9444290 h 9456078"/>
              <a:gd name="connsiteX7" fmla="*/ 397907 w 13158799"/>
              <a:gd name="connsiteY7" fmla="*/ 9440698 h 9456078"/>
              <a:gd name="connsiteX8" fmla="*/ 447302 w 13158799"/>
              <a:gd name="connsiteY8" fmla="*/ 9436632 h 9456078"/>
              <a:gd name="connsiteX9" fmla="*/ 496610 w 13158799"/>
              <a:gd name="connsiteY9" fmla="*/ 9432096 h 9456078"/>
              <a:gd name="connsiteX10" fmla="*/ 545829 w 13158799"/>
              <a:gd name="connsiteY10" fmla="*/ 9427089 h 9456078"/>
              <a:gd name="connsiteX11" fmla="*/ 594956 w 13158799"/>
              <a:gd name="connsiteY11" fmla="*/ 9421615 h 9456078"/>
              <a:gd name="connsiteX12" fmla="*/ 643987 w 13158799"/>
              <a:gd name="connsiteY12" fmla="*/ 9415673 h 9456078"/>
              <a:gd name="connsiteX13" fmla="*/ 692920 w 13158799"/>
              <a:gd name="connsiteY13" fmla="*/ 9409267 h 9456078"/>
              <a:gd name="connsiteX14" fmla="*/ 741751 w 13158799"/>
              <a:gd name="connsiteY14" fmla="*/ 9402396 h 9456078"/>
              <a:gd name="connsiteX15" fmla="*/ 790478 w 13158799"/>
              <a:gd name="connsiteY15" fmla="*/ 9395063 h 9456078"/>
              <a:gd name="connsiteX16" fmla="*/ 839098 w 13158799"/>
              <a:gd name="connsiteY16" fmla="*/ 9387270 h 9456078"/>
              <a:gd name="connsiteX17" fmla="*/ 887607 w 13158799"/>
              <a:gd name="connsiteY17" fmla="*/ 9379017 h 9456078"/>
              <a:gd name="connsiteX18" fmla="*/ 936002 w 13158799"/>
              <a:gd name="connsiteY18" fmla="*/ 9370306 h 9456078"/>
              <a:gd name="connsiteX19" fmla="*/ 984281 w 13158799"/>
              <a:gd name="connsiteY19" fmla="*/ 9361139 h 9456078"/>
              <a:gd name="connsiteX20" fmla="*/ 1032440 w 13158799"/>
              <a:gd name="connsiteY20" fmla="*/ 9351517 h 9456078"/>
              <a:gd name="connsiteX21" fmla="*/ 1080477 w 13158799"/>
              <a:gd name="connsiteY21" fmla="*/ 9341441 h 9456078"/>
              <a:gd name="connsiteX22" fmla="*/ 1176172 w 13158799"/>
              <a:gd name="connsiteY22" fmla="*/ 9319936 h 9456078"/>
              <a:gd name="connsiteX23" fmla="*/ 1223823 w 13158799"/>
              <a:gd name="connsiteY23" fmla="*/ 9308509 h 9456078"/>
              <a:gd name="connsiteX24" fmla="*/ 1271339 w 13158799"/>
              <a:gd name="connsiteY24" fmla="*/ 9296635 h 9456078"/>
              <a:gd name="connsiteX25" fmla="*/ 1318719 w 13158799"/>
              <a:gd name="connsiteY25" fmla="*/ 9284315 h 9456078"/>
              <a:gd name="connsiteX26" fmla="*/ 1365957 w 13158799"/>
              <a:gd name="connsiteY26" fmla="*/ 9271550 h 9456078"/>
              <a:gd name="connsiteX27" fmla="*/ 1413052 w 13158799"/>
              <a:gd name="connsiteY27" fmla="*/ 9258342 h 9456078"/>
              <a:gd name="connsiteX28" fmla="*/ 1460000 w 13158799"/>
              <a:gd name="connsiteY28" fmla="*/ 9244693 h 9456078"/>
              <a:gd name="connsiteX29" fmla="*/ 1506799 w 13158799"/>
              <a:gd name="connsiteY29" fmla="*/ 9230604 h 9456078"/>
              <a:gd name="connsiteX30" fmla="*/ 1553445 w 13158799"/>
              <a:gd name="connsiteY30" fmla="*/ 9216076 h 9456078"/>
              <a:gd name="connsiteX31" fmla="*/ 1599935 w 13158799"/>
              <a:gd name="connsiteY31" fmla="*/ 9201111 h 9456078"/>
              <a:gd name="connsiteX32" fmla="*/ 1646267 w 13158799"/>
              <a:gd name="connsiteY32" fmla="*/ 9185710 h 9456078"/>
              <a:gd name="connsiteX33" fmla="*/ 1692437 w 13158799"/>
              <a:gd name="connsiteY33" fmla="*/ 9169876 h 9456078"/>
              <a:gd name="connsiteX34" fmla="*/ 1738442 w 13158799"/>
              <a:gd name="connsiteY34" fmla="*/ 9153608 h 9456078"/>
              <a:gd name="connsiteX35" fmla="*/ 1784280 w 13158799"/>
              <a:gd name="connsiteY35" fmla="*/ 9136910 h 9456078"/>
              <a:gd name="connsiteX36" fmla="*/ 1829947 w 13158799"/>
              <a:gd name="connsiteY36" fmla="*/ 9119782 h 9456078"/>
              <a:gd name="connsiteX37" fmla="*/ 1875440 w 13158799"/>
              <a:gd name="connsiteY37" fmla="*/ 9102226 h 9456078"/>
              <a:gd name="connsiteX38" fmla="*/ 1920756 w 13158799"/>
              <a:gd name="connsiteY38" fmla="*/ 9084243 h 9456078"/>
              <a:gd name="connsiteX39" fmla="*/ 1965893 w 13158799"/>
              <a:gd name="connsiteY39" fmla="*/ 9065835 h 9456078"/>
              <a:gd name="connsiteX40" fmla="*/ 2010847 w 13158799"/>
              <a:gd name="connsiteY40" fmla="*/ 9047004 h 9456078"/>
              <a:gd name="connsiteX41" fmla="*/ 2055615 w 13158799"/>
              <a:gd name="connsiteY41" fmla="*/ 9027750 h 9456078"/>
              <a:gd name="connsiteX42" fmla="*/ 2100195 w 13158799"/>
              <a:gd name="connsiteY42" fmla="*/ 9008075 h 9456078"/>
              <a:gd name="connsiteX43" fmla="*/ 2144582 w 13158799"/>
              <a:gd name="connsiteY43" fmla="*/ 8987981 h 9456078"/>
              <a:gd name="connsiteX44" fmla="*/ 2188775 w 13158799"/>
              <a:gd name="connsiteY44" fmla="*/ 8967470 h 9456078"/>
              <a:gd name="connsiteX45" fmla="*/ 2232770 w 13158799"/>
              <a:gd name="connsiteY45" fmla="*/ 8946542 h 9456078"/>
              <a:gd name="connsiteX46" fmla="*/ 2276564 w 13158799"/>
              <a:gd name="connsiteY46" fmla="*/ 8925199 h 9456078"/>
              <a:gd name="connsiteX47" fmla="*/ 2320154 w 13158799"/>
              <a:gd name="connsiteY47" fmla="*/ 8903443 h 9456078"/>
              <a:gd name="connsiteX48" fmla="*/ 2363538 w 13158799"/>
              <a:gd name="connsiteY48" fmla="*/ 8881275 h 9456078"/>
              <a:gd name="connsiteX49" fmla="*/ 2406711 w 13158799"/>
              <a:gd name="connsiteY49" fmla="*/ 8858697 h 9456078"/>
              <a:gd name="connsiteX50" fmla="*/ 2449672 w 13158799"/>
              <a:gd name="connsiteY50" fmla="*/ 8835710 h 9456078"/>
              <a:gd name="connsiteX51" fmla="*/ 2492417 w 13158799"/>
              <a:gd name="connsiteY51" fmla="*/ 8812316 h 9456078"/>
              <a:gd name="connsiteX52" fmla="*/ 2534943 w 13158799"/>
              <a:gd name="connsiteY52" fmla="*/ 8788516 h 9456078"/>
              <a:gd name="connsiteX53" fmla="*/ 2577247 w 13158799"/>
              <a:gd name="connsiteY53" fmla="*/ 8764311 h 9456078"/>
              <a:gd name="connsiteX54" fmla="*/ 2619326 w 13158799"/>
              <a:gd name="connsiteY54" fmla="*/ 8739704 h 9456078"/>
              <a:gd name="connsiteX55" fmla="*/ 2661177 w 13158799"/>
              <a:gd name="connsiteY55" fmla="*/ 8714695 h 9456078"/>
              <a:gd name="connsiteX56" fmla="*/ 2702797 w 13158799"/>
              <a:gd name="connsiteY56" fmla="*/ 8689286 h 9456078"/>
              <a:gd name="connsiteX57" fmla="*/ 2744183 w 13158799"/>
              <a:gd name="connsiteY57" fmla="*/ 8663479 h 9456078"/>
              <a:gd name="connsiteX58" fmla="*/ 2785333 w 13158799"/>
              <a:gd name="connsiteY58" fmla="*/ 8637274 h 9456078"/>
              <a:gd name="connsiteX59" fmla="*/ 2826242 w 13158799"/>
              <a:gd name="connsiteY59" fmla="*/ 8610675 h 9456078"/>
              <a:gd name="connsiteX60" fmla="*/ 2866908 w 13158799"/>
              <a:gd name="connsiteY60" fmla="*/ 8583681 h 9456078"/>
              <a:gd name="connsiteX61" fmla="*/ 2907329 w 13158799"/>
              <a:gd name="connsiteY61" fmla="*/ 8556295 h 9456078"/>
              <a:gd name="connsiteX62" fmla="*/ 2947500 w 13158799"/>
              <a:gd name="connsiteY62" fmla="*/ 8528517 h 9456078"/>
              <a:gd name="connsiteX63" fmla="*/ 2987419 w 13158799"/>
              <a:gd name="connsiteY63" fmla="*/ 8500351 h 9456078"/>
              <a:gd name="connsiteX64" fmla="*/ 3027083 w 13158799"/>
              <a:gd name="connsiteY64" fmla="*/ 8471796 h 9456078"/>
              <a:gd name="connsiteX65" fmla="*/ 3066489 w 13158799"/>
              <a:gd name="connsiteY65" fmla="*/ 8442854 h 9456078"/>
              <a:gd name="connsiteX66" fmla="*/ 3105634 w 13158799"/>
              <a:gd name="connsiteY66" fmla="*/ 8413528 h 9456078"/>
              <a:gd name="connsiteX67" fmla="*/ 3144515 w 13158799"/>
              <a:gd name="connsiteY67" fmla="*/ 8383818 h 9456078"/>
              <a:gd name="connsiteX68" fmla="*/ 3183129 w 13158799"/>
              <a:gd name="connsiteY68" fmla="*/ 8353726 h 9456078"/>
              <a:gd name="connsiteX69" fmla="*/ 3221473 w 13158799"/>
              <a:gd name="connsiteY69" fmla="*/ 8323253 h 9456078"/>
              <a:gd name="connsiteX70" fmla="*/ 3259544 w 13158799"/>
              <a:gd name="connsiteY70" fmla="*/ 8292401 h 9456078"/>
              <a:gd name="connsiteX71" fmla="*/ 3297339 w 13158799"/>
              <a:gd name="connsiteY71" fmla="*/ 8261172 h 9456078"/>
              <a:gd name="connsiteX72" fmla="*/ 3334854 w 13158799"/>
              <a:gd name="connsiteY72" fmla="*/ 8229566 h 9456078"/>
              <a:gd name="connsiteX73" fmla="*/ 3372087 w 13158799"/>
              <a:gd name="connsiteY73" fmla="*/ 8197585 h 9456078"/>
              <a:gd name="connsiteX74" fmla="*/ 3409035 w 13158799"/>
              <a:gd name="connsiteY74" fmla="*/ 8165232 h 9456078"/>
              <a:gd name="connsiteX75" fmla="*/ 3445695 w 13158799"/>
              <a:gd name="connsiteY75" fmla="*/ 8132507 h 9456078"/>
              <a:gd name="connsiteX76" fmla="*/ 3482064 w 13158799"/>
              <a:gd name="connsiteY76" fmla="*/ 8099411 h 9456078"/>
              <a:gd name="connsiteX77" fmla="*/ 3518139 w 13158799"/>
              <a:gd name="connsiteY77" fmla="*/ 8065947 h 9456078"/>
              <a:gd name="connsiteX78" fmla="*/ 3553916 w 13158799"/>
              <a:gd name="connsiteY78" fmla="*/ 8032115 h 9456078"/>
              <a:gd name="connsiteX79" fmla="*/ 3589393 w 13158799"/>
              <a:gd name="connsiteY79" fmla="*/ 7997918 h 9456078"/>
              <a:gd name="connsiteX80" fmla="*/ 3624567 w 13158799"/>
              <a:gd name="connsiteY80" fmla="*/ 7963356 h 9456078"/>
              <a:gd name="connsiteX81" fmla="*/ 3659435 w 13158799"/>
              <a:gd name="connsiteY81" fmla="*/ 7928432 h 9456078"/>
              <a:gd name="connsiteX82" fmla="*/ 3693994 w 13158799"/>
              <a:gd name="connsiteY82" fmla="*/ 7893146 h 9456078"/>
              <a:gd name="connsiteX83" fmla="*/ 3728240 w 13158799"/>
              <a:gd name="connsiteY83" fmla="*/ 7857501 h 9456078"/>
              <a:gd name="connsiteX84" fmla="*/ 3762171 w 13158799"/>
              <a:gd name="connsiteY84" fmla="*/ 7821497 h 9456078"/>
              <a:gd name="connsiteX85" fmla="*/ 3795783 w 13158799"/>
              <a:gd name="connsiteY85" fmla="*/ 7785136 h 9456078"/>
              <a:gd name="connsiteX86" fmla="*/ 3829075 w 13158799"/>
              <a:gd name="connsiteY86" fmla="*/ 7748420 h 9456078"/>
              <a:gd name="connsiteX87" fmla="*/ 3862042 w 13158799"/>
              <a:gd name="connsiteY87" fmla="*/ 7711350 h 9456078"/>
              <a:gd name="connsiteX88" fmla="*/ 3894682 w 13158799"/>
              <a:gd name="connsiteY88" fmla="*/ 7673928 h 9456078"/>
              <a:gd name="connsiteX89" fmla="*/ 3926991 w 13158799"/>
              <a:gd name="connsiteY89" fmla="*/ 7636155 h 9456078"/>
              <a:gd name="connsiteX90" fmla="*/ 3958967 w 13158799"/>
              <a:gd name="connsiteY90" fmla="*/ 7598032 h 9456078"/>
              <a:gd name="connsiteX91" fmla="*/ 3990607 w 13158799"/>
              <a:gd name="connsiteY91" fmla="*/ 7559561 h 9456078"/>
              <a:gd name="connsiteX92" fmla="*/ 4021907 w 13158799"/>
              <a:gd name="connsiteY92" fmla="*/ 7520744 h 9456078"/>
              <a:gd name="connsiteX93" fmla="*/ 4052865 w 13158799"/>
              <a:gd name="connsiteY93" fmla="*/ 7481582 h 9456078"/>
              <a:gd name="connsiteX94" fmla="*/ 4083478 w 13158799"/>
              <a:gd name="connsiteY94" fmla="*/ 7442077 h 9456078"/>
              <a:gd name="connsiteX95" fmla="*/ 8022311 w 13158799"/>
              <a:gd name="connsiteY95" fmla="*/ 2307814 h 9456078"/>
              <a:gd name="connsiteX96" fmla="*/ 8052902 w 13158799"/>
              <a:gd name="connsiteY96" fmla="*/ 2268285 h 9456078"/>
              <a:gd name="connsiteX97" fmla="*/ 8083796 w 13158799"/>
              <a:gd name="connsiteY97" fmla="*/ 2229056 h 9456078"/>
              <a:gd name="connsiteX98" fmla="*/ 8114989 w 13158799"/>
              <a:gd name="connsiteY98" fmla="*/ 2190127 h 9456078"/>
              <a:gd name="connsiteX99" fmla="*/ 8146479 w 13158799"/>
              <a:gd name="connsiteY99" fmla="*/ 2151500 h 9456078"/>
              <a:gd name="connsiteX100" fmla="*/ 8178264 w 13158799"/>
              <a:gd name="connsiteY100" fmla="*/ 2113176 h 9456078"/>
              <a:gd name="connsiteX101" fmla="*/ 8210341 w 13158799"/>
              <a:gd name="connsiteY101" fmla="*/ 2075157 h 9456078"/>
              <a:gd name="connsiteX102" fmla="*/ 8242709 w 13158799"/>
              <a:gd name="connsiteY102" fmla="*/ 2037442 h 9456078"/>
              <a:gd name="connsiteX103" fmla="*/ 8275365 w 13158799"/>
              <a:gd name="connsiteY103" fmla="*/ 2000034 h 9456078"/>
              <a:gd name="connsiteX104" fmla="*/ 8308307 w 13158799"/>
              <a:gd name="connsiteY104" fmla="*/ 1962934 h 9456078"/>
              <a:gd name="connsiteX105" fmla="*/ 8341532 w 13158799"/>
              <a:gd name="connsiteY105" fmla="*/ 1926142 h 9456078"/>
              <a:gd name="connsiteX106" fmla="*/ 8375038 w 13158799"/>
              <a:gd name="connsiteY106" fmla="*/ 1889660 h 9456078"/>
              <a:gd name="connsiteX107" fmla="*/ 8408823 w 13158799"/>
              <a:gd name="connsiteY107" fmla="*/ 1853489 h 9456078"/>
              <a:gd name="connsiteX108" fmla="*/ 8442885 w 13158799"/>
              <a:gd name="connsiteY108" fmla="*/ 1817630 h 9456078"/>
              <a:gd name="connsiteX109" fmla="*/ 8477221 w 13158799"/>
              <a:gd name="connsiteY109" fmla="*/ 1782084 h 9456078"/>
              <a:gd name="connsiteX110" fmla="*/ 8511829 w 13158799"/>
              <a:gd name="connsiteY110" fmla="*/ 1746853 h 9456078"/>
              <a:gd name="connsiteX111" fmla="*/ 8546706 w 13158799"/>
              <a:gd name="connsiteY111" fmla="*/ 1711937 h 9456078"/>
              <a:gd name="connsiteX112" fmla="*/ 8581851 w 13158799"/>
              <a:gd name="connsiteY112" fmla="*/ 1677337 h 9456078"/>
              <a:gd name="connsiteX113" fmla="*/ 8617261 w 13158799"/>
              <a:gd name="connsiteY113" fmla="*/ 1643056 h 9456078"/>
              <a:gd name="connsiteX114" fmla="*/ 8652934 w 13158799"/>
              <a:gd name="connsiteY114" fmla="*/ 1609093 h 9456078"/>
              <a:gd name="connsiteX115" fmla="*/ 8688867 w 13158799"/>
              <a:gd name="connsiteY115" fmla="*/ 1575450 h 9456078"/>
              <a:gd name="connsiteX116" fmla="*/ 8725058 w 13158799"/>
              <a:gd name="connsiteY116" fmla="*/ 1542128 h 9456078"/>
              <a:gd name="connsiteX117" fmla="*/ 8761506 w 13158799"/>
              <a:gd name="connsiteY117" fmla="*/ 1509129 h 9456078"/>
              <a:gd name="connsiteX118" fmla="*/ 8798207 w 13158799"/>
              <a:gd name="connsiteY118" fmla="*/ 1476452 h 9456078"/>
              <a:gd name="connsiteX119" fmla="*/ 8835159 w 13158799"/>
              <a:gd name="connsiteY119" fmla="*/ 1444101 h 9456078"/>
              <a:gd name="connsiteX120" fmla="*/ 8872360 w 13158799"/>
              <a:gd name="connsiteY120" fmla="*/ 1412075 h 9456078"/>
              <a:gd name="connsiteX121" fmla="*/ 8909808 w 13158799"/>
              <a:gd name="connsiteY121" fmla="*/ 1380375 h 9456078"/>
              <a:gd name="connsiteX122" fmla="*/ 8947501 w 13158799"/>
              <a:gd name="connsiteY122" fmla="*/ 1349004 h 9456078"/>
              <a:gd name="connsiteX123" fmla="*/ 8985435 w 13158799"/>
              <a:gd name="connsiteY123" fmla="*/ 1317962 h 9456078"/>
              <a:gd name="connsiteX124" fmla="*/ 9023610 w 13158799"/>
              <a:gd name="connsiteY124" fmla="*/ 1287250 h 9456078"/>
              <a:gd name="connsiteX125" fmla="*/ 9062022 w 13158799"/>
              <a:gd name="connsiteY125" fmla="*/ 1256869 h 9456078"/>
              <a:gd name="connsiteX126" fmla="*/ 9100669 w 13158799"/>
              <a:gd name="connsiteY126" fmla="*/ 1226820 h 9456078"/>
              <a:gd name="connsiteX127" fmla="*/ 9139549 w 13158799"/>
              <a:gd name="connsiteY127" fmla="*/ 1197105 h 9456078"/>
              <a:gd name="connsiteX128" fmla="*/ 9178660 w 13158799"/>
              <a:gd name="connsiteY128" fmla="*/ 1167725 h 9456078"/>
              <a:gd name="connsiteX129" fmla="*/ 9217999 w 13158799"/>
              <a:gd name="connsiteY129" fmla="*/ 1138681 h 9456078"/>
              <a:gd name="connsiteX130" fmla="*/ 9257564 w 13158799"/>
              <a:gd name="connsiteY130" fmla="*/ 1109974 h 9456078"/>
              <a:gd name="connsiteX131" fmla="*/ 9297353 w 13158799"/>
              <a:gd name="connsiteY131" fmla="*/ 1081604 h 9456078"/>
              <a:gd name="connsiteX132" fmla="*/ 9337364 w 13158799"/>
              <a:gd name="connsiteY132" fmla="*/ 1053574 h 9456078"/>
              <a:gd name="connsiteX133" fmla="*/ 9377594 w 13158799"/>
              <a:gd name="connsiteY133" fmla="*/ 1025884 h 9456078"/>
              <a:gd name="connsiteX134" fmla="*/ 9418040 w 13158799"/>
              <a:gd name="connsiteY134" fmla="*/ 998536 h 9456078"/>
              <a:gd name="connsiteX135" fmla="*/ 9458702 w 13158799"/>
              <a:gd name="connsiteY135" fmla="*/ 971530 h 9456078"/>
              <a:gd name="connsiteX136" fmla="*/ 9499575 w 13158799"/>
              <a:gd name="connsiteY136" fmla="*/ 944868 h 9456078"/>
              <a:gd name="connsiteX137" fmla="*/ 9540659 w 13158799"/>
              <a:gd name="connsiteY137" fmla="*/ 918551 h 9456078"/>
              <a:gd name="connsiteX138" fmla="*/ 9581950 w 13158799"/>
              <a:gd name="connsiteY138" fmla="*/ 892580 h 9456078"/>
              <a:gd name="connsiteX139" fmla="*/ 9623447 w 13158799"/>
              <a:gd name="connsiteY139" fmla="*/ 866956 h 9456078"/>
              <a:gd name="connsiteX140" fmla="*/ 9665147 w 13158799"/>
              <a:gd name="connsiteY140" fmla="*/ 841681 h 9456078"/>
              <a:gd name="connsiteX141" fmla="*/ 9707048 w 13158799"/>
              <a:gd name="connsiteY141" fmla="*/ 816754 h 9456078"/>
              <a:gd name="connsiteX142" fmla="*/ 9749147 w 13158799"/>
              <a:gd name="connsiteY142" fmla="*/ 792179 h 9456078"/>
              <a:gd name="connsiteX143" fmla="*/ 9791443 w 13158799"/>
              <a:gd name="connsiteY143" fmla="*/ 767955 h 9456078"/>
              <a:gd name="connsiteX144" fmla="*/ 9833932 w 13158799"/>
              <a:gd name="connsiteY144" fmla="*/ 744083 h 9456078"/>
              <a:gd name="connsiteX145" fmla="*/ 9876613 w 13158799"/>
              <a:gd name="connsiteY145" fmla="*/ 720566 h 9456078"/>
              <a:gd name="connsiteX146" fmla="*/ 9919484 w 13158799"/>
              <a:gd name="connsiteY146" fmla="*/ 697404 h 9456078"/>
              <a:gd name="connsiteX147" fmla="*/ 9962542 w 13158799"/>
              <a:gd name="connsiteY147" fmla="*/ 674598 h 9456078"/>
              <a:gd name="connsiteX148" fmla="*/ 10005784 w 13158799"/>
              <a:gd name="connsiteY148" fmla="*/ 652149 h 9456078"/>
              <a:gd name="connsiteX149" fmla="*/ 10049209 w 13158799"/>
              <a:gd name="connsiteY149" fmla="*/ 630059 h 9456078"/>
              <a:gd name="connsiteX150" fmla="*/ 10092814 w 13158799"/>
              <a:gd name="connsiteY150" fmla="*/ 608328 h 9456078"/>
              <a:gd name="connsiteX151" fmla="*/ 10136597 w 13158799"/>
              <a:gd name="connsiteY151" fmla="*/ 586958 h 9456078"/>
              <a:gd name="connsiteX152" fmla="*/ 10180556 w 13158799"/>
              <a:gd name="connsiteY152" fmla="*/ 565950 h 9456078"/>
              <a:gd name="connsiteX153" fmla="*/ 10224688 w 13158799"/>
              <a:gd name="connsiteY153" fmla="*/ 545304 h 9456078"/>
              <a:gd name="connsiteX154" fmla="*/ 10268991 w 13158799"/>
              <a:gd name="connsiteY154" fmla="*/ 525023 h 9456078"/>
              <a:gd name="connsiteX155" fmla="*/ 10313463 w 13158799"/>
              <a:gd name="connsiteY155" fmla="*/ 505107 h 9456078"/>
              <a:gd name="connsiteX156" fmla="*/ 10358101 w 13158799"/>
              <a:gd name="connsiteY156" fmla="*/ 485558 h 9456078"/>
              <a:gd name="connsiteX157" fmla="*/ 10402903 w 13158799"/>
              <a:gd name="connsiteY157" fmla="*/ 466376 h 9456078"/>
              <a:gd name="connsiteX158" fmla="*/ 10447868 w 13158799"/>
              <a:gd name="connsiteY158" fmla="*/ 447563 h 9456078"/>
              <a:gd name="connsiteX159" fmla="*/ 10492991 w 13158799"/>
              <a:gd name="connsiteY159" fmla="*/ 429119 h 9456078"/>
              <a:gd name="connsiteX160" fmla="*/ 10538272 w 13158799"/>
              <a:gd name="connsiteY160" fmla="*/ 411046 h 9456078"/>
              <a:gd name="connsiteX161" fmla="*/ 10583708 w 13158799"/>
              <a:gd name="connsiteY161" fmla="*/ 393346 h 9456078"/>
              <a:gd name="connsiteX162" fmla="*/ 10629297 w 13158799"/>
              <a:gd name="connsiteY162" fmla="*/ 376018 h 9456078"/>
              <a:gd name="connsiteX163" fmla="*/ 10675036 w 13158799"/>
              <a:gd name="connsiteY163" fmla="*/ 359065 h 9456078"/>
              <a:gd name="connsiteX164" fmla="*/ 10720923 w 13158799"/>
              <a:gd name="connsiteY164" fmla="*/ 342487 h 9456078"/>
              <a:gd name="connsiteX165" fmla="*/ 10766956 w 13158799"/>
              <a:gd name="connsiteY165" fmla="*/ 326286 h 9456078"/>
              <a:gd name="connsiteX166" fmla="*/ 10813132 w 13158799"/>
              <a:gd name="connsiteY166" fmla="*/ 310462 h 9456078"/>
              <a:gd name="connsiteX167" fmla="*/ 10859450 w 13158799"/>
              <a:gd name="connsiteY167" fmla="*/ 295018 h 9456078"/>
              <a:gd name="connsiteX168" fmla="*/ 10905907 w 13158799"/>
              <a:gd name="connsiteY168" fmla="*/ 279953 h 9456078"/>
              <a:gd name="connsiteX169" fmla="*/ 10952500 w 13158799"/>
              <a:gd name="connsiteY169" fmla="*/ 265269 h 9456078"/>
              <a:gd name="connsiteX170" fmla="*/ 10999227 w 13158799"/>
              <a:gd name="connsiteY170" fmla="*/ 250968 h 9456078"/>
              <a:gd name="connsiteX171" fmla="*/ 11046087 w 13158799"/>
              <a:gd name="connsiteY171" fmla="*/ 237049 h 9456078"/>
              <a:gd name="connsiteX172" fmla="*/ 11093076 w 13158799"/>
              <a:gd name="connsiteY172" fmla="*/ 223516 h 9456078"/>
              <a:gd name="connsiteX173" fmla="*/ 11140193 w 13158799"/>
              <a:gd name="connsiteY173" fmla="*/ 210368 h 9456078"/>
              <a:gd name="connsiteX174" fmla="*/ 11187434 w 13158799"/>
              <a:gd name="connsiteY174" fmla="*/ 197606 h 9456078"/>
              <a:gd name="connsiteX175" fmla="*/ 11234799 w 13158799"/>
              <a:gd name="connsiteY175" fmla="*/ 185233 h 9456078"/>
              <a:gd name="connsiteX176" fmla="*/ 11282284 w 13158799"/>
              <a:gd name="connsiteY176" fmla="*/ 173248 h 9456078"/>
              <a:gd name="connsiteX177" fmla="*/ 11329888 w 13158799"/>
              <a:gd name="connsiteY177" fmla="*/ 161654 h 9456078"/>
              <a:gd name="connsiteX178" fmla="*/ 11377607 w 13158799"/>
              <a:gd name="connsiteY178" fmla="*/ 150451 h 9456078"/>
              <a:gd name="connsiteX179" fmla="*/ 11425440 w 13158799"/>
              <a:gd name="connsiteY179" fmla="*/ 139640 h 9456078"/>
              <a:gd name="connsiteX180" fmla="*/ 11473385 w 13158799"/>
              <a:gd name="connsiteY180" fmla="*/ 129223 h 9456078"/>
              <a:gd name="connsiteX181" fmla="*/ 11521439 w 13158799"/>
              <a:gd name="connsiteY181" fmla="*/ 119201 h 9456078"/>
              <a:gd name="connsiteX182" fmla="*/ 11569599 w 13158799"/>
              <a:gd name="connsiteY182" fmla="*/ 109574 h 9456078"/>
              <a:gd name="connsiteX183" fmla="*/ 11617864 w 13158799"/>
              <a:gd name="connsiteY183" fmla="*/ 100344 h 9456078"/>
              <a:gd name="connsiteX184" fmla="*/ 11666231 w 13158799"/>
              <a:gd name="connsiteY184" fmla="*/ 91512 h 9456078"/>
              <a:gd name="connsiteX185" fmla="*/ 11714698 w 13158799"/>
              <a:gd name="connsiteY185" fmla="*/ 83080 h 9456078"/>
              <a:gd name="connsiteX186" fmla="*/ 11763263 w 13158799"/>
              <a:gd name="connsiteY186" fmla="*/ 75047 h 9456078"/>
              <a:gd name="connsiteX187" fmla="*/ 11811923 w 13158799"/>
              <a:gd name="connsiteY187" fmla="*/ 67417 h 9456078"/>
              <a:gd name="connsiteX188" fmla="*/ 11860676 w 13158799"/>
              <a:gd name="connsiteY188" fmla="*/ 60188 h 9456078"/>
              <a:gd name="connsiteX189" fmla="*/ 11909519 w 13158799"/>
              <a:gd name="connsiteY189" fmla="*/ 53364 h 9456078"/>
              <a:gd name="connsiteX190" fmla="*/ 11958451 w 13158799"/>
              <a:gd name="connsiteY190" fmla="*/ 46944 h 9456078"/>
              <a:gd name="connsiteX191" fmla="*/ 12007470 w 13158799"/>
              <a:gd name="connsiteY191" fmla="*/ 40931 h 9456078"/>
              <a:gd name="connsiteX192" fmla="*/ 12056572 w 13158799"/>
              <a:gd name="connsiteY192" fmla="*/ 35324 h 9456078"/>
              <a:gd name="connsiteX193" fmla="*/ 12105756 w 13158799"/>
              <a:gd name="connsiteY193" fmla="*/ 30126 h 9456078"/>
              <a:gd name="connsiteX194" fmla="*/ 12155019 w 13158799"/>
              <a:gd name="connsiteY194" fmla="*/ 25337 h 9456078"/>
              <a:gd name="connsiteX195" fmla="*/ 12204359 w 13158799"/>
              <a:gd name="connsiteY195" fmla="*/ 20958 h 9456078"/>
              <a:gd name="connsiteX196" fmla="*/ 12253773 w 13158799"/>
              <a:gd name="connsiteY196" fmla="*/ 16991 h 9456078"/>
              <a:gd name="connsiteX197" fmla="*/ 12303260 w 13158799"/>
              <a:gd name="connsiteY197" fmla="*/ 13437 h 9456078"/>
              <a:gd name="connsiteX198" fmla="*/ 12352818 w 13158799"/>
              <a:gd name="connsiteY198" fmla="*/ 10297 h 9456078"/>
              <a:gd name="connsiteX199" fmla="*/ 12402443 w 13158799"/>
              <a:gd name="connsiteY199" fmla="*/ 7572 h 9456078"/>
              <a:gd name="connsiteX200" fmla="*/ 12452133 w 13158799"/>
              <a:gd name="connsiteY200" fmla="*/ 5263 h 9456078"/>
              <a:gd name="connsiteX201" fmla="*/ 12501887 w 13158799"/>
              <a:gd name="connsiteY201" fmla="*/ 3371 h 9456078"/>
              <a:gd name="connsiteX202" fmla="*/ 12551701 w 13158799"/>
              <a:gd name="connsiteY202" fmla="*/ 1898 h 9456078"/>
              <a:gd name="connsiteX203" fmla="*/ 12601574 w 13158799"/>
              <a:gd name="connsiteY203" fmla="*/ 844 h 9456078"/>
              <a:gd name="connsiteX204" fmla="*/ 12651504 w 13158799"/>
              <a:gd name="connsiteY204" fmla="*/ 211 h 9456078"/>
              <a:gd name="connsiteX205" fmla="*/ 12701487 w 13158799"/>
              <a:gd name="connsiteY205" fmla="*/ 0 h 9456078"/>
              <a:gd name="connsiteX206" fmla="*/ 13158798 w 13158799"/>
              <a:gd name="connsiteY206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76172 w 13158797"/>
              <a:gd name="connsiteY22" fmla="*/ 9319936 h 9456078"/>
              <a:gd name="connsiteX23" fmla="*/ 1223823 w 13158797"/>
              <a:gd name="connsiteY23" fmla="*/ 9308509 h 9456078"/>
              <a:gd name="connsiteX24" fmla="*/ 1271339 w 13158797"/>
              <a:gd name="connsiteY24" fmla="*/ 9296635 h 9456078"/>
              <a:gd name="connsiteX25" fmla="*/ 1318719 w 13158797"/>
              <a:gd name="connsiteY25" fmla="*/ 9284315 h 9456078"/>
              <a:gd name="connsiteX26" fmla="*/ 1365957 w 13158797"/>
              <a:gd name="connsiteY26" fmla="*/ 9271550 h 9456078"/>
              <a:gd name="connsiteX27" fmla="*/ 1413052 w 13158797"/>
              <a:gd name="connsiteY27" fmla="*/ 9258342 h 9456078"/>
              <a:gd name="connsiteX28" fmla="*/ 1460000 w 13158797"/>
              <a:gd name="connsiteY28" fmla="*/ 9244693 h 9456078"/>
              <a:gd name="connsiteX29" fmla="*/ 1506799 w 13158797"/>
              <a:gd name="connsiteY29" fmla="*/ 9230604 h 9456078"/>
              <a:gd name="connsiteX30" fmla="*/ 1553445 w 13158797"/>
              <a:gd name="connsiteY30" fmla="*/ 9216076 h 9456078"/>
              <a:gd name="connsiteX31" fmla="*/ 1599935 w 13158797"/>
              <a:gd name="connsiteY31" fmla="*/ 9201111 h 9456078"/>
              <a:gd name="connsiteX32" fmla="*/ 1646267 w 13158797"/>
              <a:gd name="connsiteY32" fmla="*/ 9185710 h 9456078"/>
              <a:gd name="connsiteX33" fmla="*/ 1692437 w 13158797"/>
              <a:gd name="connsiteY33" fmla="*/ 9169876 h 9456078"/>
              <a:gd name="connsiteX34" fmla="*/ 1738442 w 13158797"/>
              <a:gd name="connsiteY34" fmla="*/ 9153608 h 9456078"/>
              <a:gd name="connsiteX35" fmla="*/ 1784280 w 13158797"/>
              <a:gd name="connsiteY35" fmla="*/ 9136910 h 9456078"/>
              <a:gd name="connsiteX36" fmla="*/ 1829947 w 13158797"/>
              <a:gd name="connsiteY36" fmla="*/ 9119782 h 9456078"/>
              <a:gd name="connsiteX37" fmla="*/ 1875440 w 13158797"/>
              <a:gd name="connsiteY37" fmla="*/ 9102226 h 9456078"/>
              <a:gd name="connsiteX38" fmla="*/ 1920756 w 13158797"/>
              <a:gd name="connsiteY38" fmla="*/ 9084243 h 9456078"/>
              <a:gd name="connsiteX39" fmla="*/ 1965893 w 13158797"/>
              <a:gd name="connsiteY39" fmla="*/ 9065835 h 9456078"/>
              <a:gd name="connsiteX40" fmla="*/ 2055615 w 13158797"/>
              <a:gd name="connsiteY40" fmla="*/ 9027750 h 9456078"/>
              <a:gd name="connsiteX41" fmla="*/ 2100195 w 13158797"/>
              <a:gd name="connsiteY41" fmla="*/ 9008075 h 9456078"/>
              <a:gd name="connsiteX42" fmla="*/ 2144582 w 13158797"/>
              <a:gd name="connsiteY42" fmla="*/ 8987981 h 9456078"/>
              <a:gd name="connsiteX43" fmla="*/ 2188775 w 13158797"/>
              <a:gd name="connsiteY43" fmla="*/ 8967470 h 9456078"/>
              <a:gd name="connsiteX44" fmla="*/ 2232770 w 13158797"/>
              <a:gd name="connsiteY44" fmla="*/ 8946542 h 9456078"/>
              <a:gd name="connsiteX45" fmla="*/ 2276564 w 13158797"/>
              <a:gd name="connsiteY45" fmla="*/ 8925199 h 9456078"/>
              <a:gd name="connsiteX46" fmla="*/ 2320154 w 13158797"/>
              <a:gd name="connsiteY46" fmla="*/ 8903443 h 9456078"/>
              <a:gd name="connsiteX47" fmla="*/ 2363538 w 13158797"/>
              <a:gd name="connsiteY47" fmla="*/ 8881275 h 9456078"/>
              <a:gd name="connsiteX48" fmla="*/ 2406711 w 13158797"/>
              <a:gd name="connsiteY48" fmla="*/ 8858697 h 9456078"/>
              <a:gd name="connsiteX49" fmla="*/ 2449672 w 13158797"/>
              <a:gd name="connsiteY49" fmla="*/ 8835710 h 9456078"/>
              <a:gd name="connsiteX50" fmla="*/ 2492417 w 13158797"/>
              <a:gd name="connsiteY50" fmla="*/ 8812316 h 9456078"/>
              <a:gd name="connsiteX51" fmla="*/ 2534943 w 13158797"/>
              <a:gd name="connsiteY51" fmla="*/ 8788516 h 9456078"/>
              <a:gd name="connsiteX52" fmla="*/ 2577247 w 13158797"/>
              <a:gd name="connsiteY52" fmla="*/ 8764311 h 9456078"/>
              <a:gd name="connsiteX53" fmla="*/ 2619326 w 13158797"/>
              <a:gd name="connsiteY53" fmla="*/ 8739704 h 9456078"/>
              <a:gd name="connsiteX54" fmla="*/ 2661177 w 13158797"/>
              <a:gd name="connsiteY54" fmla="*/ 8714695 h 9456078"/>
              <a:gd name="connsiteX55" fmla="*/ 2702797 w 13158797"/>
              <a:gd name="connsiteY55" fmla="*/ 8689286 h 9456078"/>
              <a:gd name="connsiteX56" fmla="*/ 2744183 w 13158797"/>
              <a:gd name="connsiteY56" fmla="*/ 8663479 h 9456078"/>
              <a:gd name="connsiteX57" fmla="*/ 2785333 w 13158797"/>
              <a:gd name="connsiteY57" fmla="*/ 8637274 h 9456078"/>
              <a:gd name="connsiteX58" fmla="*/ 2826242 w 13158797"/>
              <a:gd name="connsiteY58" fmla="*/ 8610675 h 9456078"/>
              <a:gd name="connsiteX59" fmla="*/ 2866908 w 13158797"/>
              <a:gd name="connsiteY59" fmla="*/ 8583681 h 9456078"/>
              <a:gd name="connsiteX60" fmla="*/ 2907329 w 13158797"/>
              <a:gd name="connsiteY60" fmla="*/ 8556295 h 9456078"/>
              <a:gd name="connsiteX61" fmla="*/ 2947500 w 13158797"/>
              <a:gd name="connsiteY61" fmla="*/ 8528517 h 9456078"/>
              <a:gd name="connsiteX62" fmla="*/ 2987419 w 13158797"/>
              <a:gd name="connsiteY62" fmla="*/ 8500351 h 9456078"/>
              <a:gd name="connsiteX63" fmla="*/ 3027083 w 13158797"/>
              <a:gd name="connsiteY63" fmla="*/ 8471796 h 9456078"/>
              <a:gd name="connsiteX64" fmla="*/ 3066489 w 13158797"/>
              <a:gd name="connsiteY64" fmla="*/ 8442854 h 9456078"/>
              <a:gd name="connsiteX65" fmla="*/ 3105634 w 13158797"/>
              <a:gd name="connsiteY65" fmla="*/ 8413528 h 9456078"/>
              <a:gd name="connsiteX66" fmla="*/ 3144515 w 13158797"/>
              <a:gd name="connsiteY66" fmla="*/ 8383818 h 9456078"/>
              <a:gd name="connsiteX67" fmla="*/ 3183129 w 13158797"/>
              <a:gd name="connsiteY67" fmla="*/ 8353726 h 9456078"/>
              <a:gd name="connsiteX68" fmla="*/ 3221473 w 13158797"/>
              <a:gd name="connsiteY68" fmla="*/ 8323253 h 9456078"/>
              <a:gd name="connsiteX69" fmla="*/ 3259544 w 13158797"/>
              <a:gd name="connsiteY69" fmla="*/ 8292401 h 9456078"/>
              <a:gd name="connsiteX70" fmla="*/ 3297339 w 13158797"/>
              <a:gd name="connsiteY70" fmla="*/ 8261172 h 9456078"/>
              <a:gd name="connsiteX71" fmla="*/ 3334854 w 13158797"/>
              <a:gd name="connsiteY71" fmla="*/ 8229566 h 9456078"/>
              <a:gd name="connsiteX72" fmla="*/ 3372087 w 13158797"/>
              <a:gd name="connsiteY72" fmla="*/ 8197585 h 9456078"/>
              <a:gd name="connsiteX73" fmla="*/ 3409035 w 13158797"/>
              <a:gd name="connsiteY73" fmla="*/ 8165232 h 9456078"/>
              <a:gd name="connsiteX74" fmla="*/ 3445695 w 13158797"/>
              <a:gd name="connsiteY74" fmla="*/ 8132507 h 9456078"/>
              <a:gd name="connsiteX75" fmla="*/ 3482064 w 13158797"/>
              <a:gd name="connsiteY75" fmla="*/ 8099411 h 9456078"/>
              <a:gd name="connsiteX76" fmla="*/ 3518139 w 13158797"/>
              <a:gd name="connsiteY76" fmla="*/ 8065947 h 9456078"/>
              <a:gd name="connsiteX77" fmla="*/ 3553916 w 13158797"/>
              <a:gd name="connsiteY77" fmla="*/ 8032115 h 9456078"/>
              <a:gd name="connsiteX78" fmla="*/ 3589393 w 13158797"/>
              <a:gd name="connsiteY78" fmla="*/ 7997918 h 9456078"/>
              <a:gd name="connsiteX79" fmla="*/ 3624567 w 13158797"/>
              <a:gd name="connsiteY79" fmla="*/ 7963356 h 9456078"/>
              <a:gd name="connsiteX80" fmla="*/ 3659435 w 13158797"/>
              <a:gd name="connsiteY80" fmla="*/ 7928432 h 9456078"/>
              <a:gd name="connsiteX81" fmla="*/ 3693994 w 13158797"/>
              <a:gd name="connsiteY81" fmla="*/ 7893146 h 9456078"/>
              <a:gd name="connsiteX82" fmla="*/ 3728240 w 13158797"/>
              <a:gd name="connsiteY82" fmla="*/ 7857501 h 9456078"/>
              <a:gd name="connsiteX83" fmla="*/ 3762171 w 13158797"/>
              <a:gd name="connsiteY83" fmla="*/ 7821497 h 9456078"/>
              <a:gd name="connsiteX84" fmla="*/ 3795783 w 13158797"/>
              <a:gd name="connsiteY84" fmla="*/ 7785136 h 9456078"/>
              <a:gd name="connsiteX85" fmla="*/ 3829075 w 13158797"/>
              <a:gd name="connsiteY85" fmla="*/ 7748420 h 9456078"/>
              <a:gd name="connsiteX86" fmla="*/ 3862042 w 13158797"/>
              <a:gd name="connsiteY86" fmla="*/ 7711350 h 9456078"/>
              <a:gd name="connsiteX87" fmla="*/ 3894682 w 13158797"/>
              <a:gd name="connsiteY87" fmla="*/ 7673928 h 9456078"/>
              <a:gd name="connsiteX88" fmla="*/ 3926991 w 13158797"/>
              <a:gd name="connsiteY88" fmla="*/ 7636155 h 9456078"/>
              <a:gd name="connsiteX89" fmla="*/ 3958967 w 13158797"/>
              <a:gd name="connsiteY89" fmla="*/ 7598032 h 9456078"/>
              <a:gd name="connsiteX90" fmla="*/ 3990607 w 13158797"/>
              <a:gd name="connsiteY90" fmla="*/ 7559561 h 9456078"/>
              <a:gd name="connsiteX91" fmla="*/ 4021907 w 13158797"/>
              <a:gd name="connsiteY91" fmla="*/ 7520744 h 9456078"/>
              <a:gd name="connsiteX92" fmla="*/ 4052865 w 13158797"/>
              <a:gd name="connsiteY92" fmla="*/ 7481582 h 9456078"/>
              <a:gd name="connsiteX93" fmla="*/ 4083478 w 13158797"/>
              <a:gd name="connsiteY93" fmla="*/ 7442077 h 9456078"/>
              <a:gd name="connsiteX94" fmla="*/ 8022311 w 13158797"/>
              <a:gd name="connsiteY94" fmla="*/ 2307814 h 9456078"/>
              <a:gd name="connsiteX95" fmla="*/ 8052902 w 13158797"/>
              <a:gd name="connsiteY95" fmla="*/ 2268285 h 9456078"/>
              <a:gd name="connsiteX96" fmla="*/ 8083796 w 13158797"/>
              <a:gd name="connsiteY96" fmla="*/ 2229056 h 9456078"/>
              <a:gd name="connsiteX97" fmla="*/ 8114989 w 13158797"/>
              <a:gd name="connsiteY97" fmla="*/ 2190127 h 9456078"/>
              <a:gd name="connsiteX98" fmla="*/ 8146479 w 13158797"/>
              <a:gd name="connsiteY98" fmla="*/ 2151500 h 9456078"/>
              <a:gd name="connsiteX99" fmla="*/ 8178264 w 13158797"/>
              <a:gd name="connsiteY99" fmla="*/ 2113176 h 9456078"/>
              <a:gd name="connsiteX100" fmla="*/ 8210341 w 13158797"/>
              <a:gd name="connsiteY100" fmla="*/ 2075157 h 9456078"/>
              <a:gd name="connsiteX101" fmla="*/ 8242709 w 13158797"/>
              <a:gd name="connsiteY101" fmla="*/ 2037442 h 9456078"/>
              <a:gd name="connsiteX102" fmla="*/ 8275365 w 13158797"/>
              <a:gd name="connsiteY102" fmla="*/ 2000034 h 9456078"/>
              <a:gd name="connsiteX103" fmla="*/ 8308307 w 13158797"/>
              <a:gd name="connsiteY103" fmla="*/ 1962934 h 9456078"/>
              <a:gd name="connsiteX104" fmla="*/ 8341532 w 13158797"/>
              <a:gd name="connsiteY104" fmla="*/ 1926142 h 9456078"/>
              <a:gd name="connsiteX105" fmla="*/ 8375038 w 13158797"/>
              <a:gd name="connsiteY105" fmla="*/ 1889660 h 9456078"/>
              <a:gd name="connsiteX106" fmla="*/ 8408823 w 13158797"/>
              <a:gd name="connsiteY106" fmla="*/ 1853489 h 9456078"/>
              <a:gd name="connsiteX107" fmla="*/ 8442885 w 13158797"/>
              <a:gd name="connsiteY107" fmla="*/ 1817630 h 9456078"/>
              <a:gd name="connsiteX108" fmla="*/ 8477221 w 13158797"/>
              <a:gd name="connsiteY108" fmla="*/ 1782084 h 9456078"/>
              <a:gd name="connsiteX109" fmla="*/ 8511829 w 13158797"/>
              <a:gd name="connsiteY109" fmla="*/ 1746853 h 9456078"/>
              <a:gd name="connsiteX110" fmla="*/ 8546706 w 13158797"/>
              <a:gd name="connsiteY110" fmla="*/ 1711937 h 9456078"/>
              <a:gd name="connsiteX111" fmla="*/ 8581851 w 13158797"/>
              <a:gd name="connsiteY111" fmla="*/ 1677337 h 9456078"/>
              <a:gd name="connsiteX112" fmla="*/ 8617261 w 13158797"/>
              <a:gd name="connsiteY112" fmla="*/ 1643056 h 9456078"/>
              <a:gd name="connsiteX113" fmla="*/ 8652934 w 13158797"/>
              <a:gd name="connsiteY113" fmla="*/ 1609093 h 9456078"/>
              <a:gd name="connsiteX114" fmla="*/ 8688867 w 13158797"/>
              <a:gd name="connsiteY114" fmla="*/ 1575450 h 9456078"/>
              <a:gd name="connsiteX115" fmla="*/ 8725058 w 13158797"/>
              <a:gd name="connsiteY115" fmla="*/ 1542128 h 9456078"/>
              <a:gd name="connsiteX116" fmla="*/ 8761506 w 13158797"/>
              <a:gd name="connsiteY116" fmla="*/ 1509129 h 9456078"/>
              <a:gd name="connsiteX117" fmla="*/ 8798207 w 13158797"/>
              <a:gd name="connsiteY117" fmla="*/ 1476452 h 9456078"/>
              <a:gd name="connsiteX118" fmla="*/ 8835159 w 13158797"/>
              <a:gd name="connsiteY118" fmla="*/ 1444101 h 9456078"/>
              <a:gd name="connsiteX119" fmla="*/ 8872360 w 13158797"/>
              <a:gd name="connsiteY119" fmla="*/ 1412075 h 9456078"/>
              <a:gd name="connsiteX120" fmla="*/ 8909808 w 13158797"/>
              <a:gd name="connsiteY120" fmla="*/ 1380375 h 9456078"/>
              <a:gd name="connsiteX121" fmla="*/ 8947501 w 13158797"/>
              <a:gd name="connsiteY121" fmla="*/ 1349004 h 9456078"/>
              <a:gd name="connsiteX122" fmla="*/ 8985435 w 13158797"/>
              <a:gd name="connsiteY122" fmla="*/ 1317962 h 9456078"/>
              <a:gd name="connsiteX123" fmla="*/ 9023610 w 13158797"/>
              <a:gd name="connsiteY123" fmla="*/ 1287250 h 9456078"/>
              <a:gd name="connsiteX124" fmla="*/ 9062022 w 13158797"/>
              <a:gd name="connsiteY124" fmla="*/ 1256869 h 9456078"/>
              <a:gd name="connsiteX125" fmla="*/ 9100669 w 13158797"/>
              <a:gd name="connsiteY125" fmla="*/ 1226820 h 9456078"/>
              <a:gd name="connsiteX126" fmla="*/ 9139549 w 13158797"/>
              <a:gd name="connsiteY126" fmla="*/ 1197105 h 9456078"/>
              <a:gd name="connsiteX127" fmla="*/ 9178660 w 13158797"/>
              <a:gd name="connsiteY127" fmla="*/ 1167725 h 9456078"/>
              <a:gd name="connsiteX128" fmla="*/ 9217999 w 13158797"/>
              <a:gd name="connsiteY128" fmla="*/ 1138681 h 9456078"/>
              <a:gd name="connsiteX129" fmla="*/ 9257564 w 13158797"/>
              <a:gd name="connsiteY129" fmla="*/ 1109974 h 9456078"/>
              <a:gd name="connsiteX130" fmla="*/ 9297353 w 13158797"/>
              <a:gd name="connsiteY130" fmla="*/ 1081604 h 9456078"/>
              <a:gd name="connsiteX131" fmla="*/ 9337364 w 13158797"/>
              <a:gd name="connsiteY131" fmla="*/ 1053574 h 9456078"/>
              <a:gd name="connsiteX132" fmla="*/ 9377594 w 13158797"/>
              <a:gd name="connsiteY132" fmla="*/ 1025884 h 9456078"/>
              <a:gd name="connsiteX133" fmla="*/ 9418040 w 13158797"/>
              <a:gd name="connsiteY133" fmla="*/ 998536 h 9456078"/>
              <a:gd name="connsiteX134" fmla="*/ 9458702 w 13158797"/>
              <a:gd name="connsiteY134" fmla="*/ 971530 h 9456078"/>
              <a:gd name="connsiteX135" fmla="*/ 9499575 w 13158797"/>
              <a:gd name="connsiteY135" fmla="*/ 944868 h 9456078"/>
              <a:gd name="connsiteX136" fmla="*/ 9540659 w 13158797"/>
              <a:gd name="connsiteY136" fmla="*/ 918551 h 9456078"/>
              <a:gd name="connsiteX137" fmla="*/ 9581950 w 13158797"/>
              <a:gd name="connsiteY137" fmla="*/ 892580 h 9456078"/>
              <a:gd name="connsiteX138" fmla="*/ 9623447 w 13158797"/>
              <a:gd name="connsiteY138" fmla="*/ 866956 h 9456078"/>
              <a:gd name="connsiteX139" fmla="*/ 9665147 w 13158797"/>
              <a:gd name="connsiteY139" fmla="*/ 841681 h 9456078"/>
              <a:gd name="connsiteX140" fmla="*/ 9707048 w 13158797"/>
              <a:gd name="connsiteY140" fmla="*/ 816754 h 9456078"/>
              <a:gd name="connsiteX141" fmla="*/ 9749147 w 13158797"/>
              <a:gd name="connsiteY141" fmla="*/ 792179 h 9456078"/>
              <a:gd name="connsiteX142" fmla="*/ 9791443 w 13158797"/>
              <a:gd name="connsiteY142" fmla="*/ 767955 h 9456078"/>
              <a:gd name="connsiteX143" fmla="*/ 9833932 w 13158797"/>
              <a:gd name="connsiteY143" fmla="*/ 744083 h 9456078"/>
              <a:gd name="connsiteX144" fmla="*/ 9876613 w 13158797"/>
              <a:gd name="connsiteY144" fmla="*/ 720566 h 9456078"/>
              <a:gd name="connsiteX145" fmla="*/ 9919484 w 13158797"/>
              <a:gd name="connsiteY145" fmla="*/ 697404 h 9456078"/>
              <a:gd name="connsiteX146" fmla="*/ 9962542 w 13158797"/>
              <a:gd name="connsiteY146" fmla="*/ 674598 h 9456078"/>
              <a:gd name="connsiteX147" fmla="*/ 10005784 w 13158797"/>
              <a:gd name="connsiteY147" fmla="*/ 652149 h 9456078"/>
              <a:gd name="connsiteX148" fmla="*/ 10049209 w 13158797"/>
              <a:gd name="connsiteY148" fmla="*/ 630059 h 9456078"/>
              <a:gd name="connsiteX149" fmla="*/ 10092814 w 13158797"/>
              <a:gd name="connsiteY149" fmla="*/ 608328 h 9456078"/>
              <a:gd name="connsiteX150" fmla="*/ 10136597 w 13158797"/>
              <a:gd name="connsiteY150" fmla="*/ 586958 h 9456078"/>
              <a:gd name="connsiteX151" fmla="*/ 10180556 w 13158797"/>
              <a:gd name="connsiteY151" fmla="*/ 565950 h 9456078"/>
              <a:gd name="connsiteX152" fmla="*/ 10224688 w 13158797"/>
              <a:gd name="connsiteY152" fmla="*/ 545304 h 9456078"/>
              <a:gd name="connsiteX153" fmla="*/ 10268991 w 13158797"/>
              <a:gd name="connsiteY153" fmla="*/ 525023 h 9456078"/>
              <a:gd name="connsiteX154" fmla="*/ 10313463 w 13158797"/>
              <a:gd name="connsiteY154" fmla="*/ 505107 h 9456078"/>
              <a:gd name="connsiteX155" fmla="*/ 10358101 w 13158797"/>
              <a:gd name="connsiteY155" fmla="*/ 485558 h 9456078"/>
              <a:gd name="connsiteX156" fmla="*/ 10402903 w 13158797"/>
              <a:gd name="connsiteY156" fmla="*/ 466376 h 9456078"/>
              <a:gd name="connsiteX157" fmla="*/ 10447868 w 13158797"/>
              <a:gd name="connsiteY157" fmla="*/ 447563 h 9456078"/>
              <a:gd name="connsiteX158" fmla="*/ 10492991 w 13158797"/>
              <a:gd name="connsiteY158" fmla="*/ 429119 h 9456078"/>
              <a:gd name="connsiteX159" fmla="*/ 10538272 w 13158797"/>
              <a:gd name="connsiteY159" fmla="*/ 411046 h 9456078"/>
              <a:gd name="connsiteX160" fmla="*/ 10583708 w 13158797"/>
              <a:gd name="connsiteY160" fmla="*/ 393346 h 9456078"/>
              <a:gd name="connsiteX161" fmla="*/ 10629297 w 13158797"/>
              <a:gd name="connsiteY161" fmla="*/ 376018 h 9456078"/>
              <a:gd name="connsiteX162" fmla="*/ 10675036 w 13158797"/>
              <a:gd name="connsiteY162" fmla="*/ 359065 h 9456078"/>
              <a:gd name="connsiteX163" fmla="*/ 10720923 w 13158797"/>
              <a:gd name="connsiteY163" fmla="*/ 342487 h 9456078"/>
              <a:gd name="connsiteX164" fmla="*/ 10766956 w 13158797"/>
              <a:gd name="connsiteY164" fmla="*/ 326286 h 9456078"/>
              <a:gd name="connsiteX165" fmla="*/ 10813132 w 13158797"/>
              <a:gd name="connsiteY165" fmla="*/ 310462 h 9456078"/>
              <a:gd name="connsiteX166" fmla="*/ 10859450 w 13158797"/>
              <a:gd name="connsiteY166" fmla="*/ 295018 h 9456078"/>
              <a:gd name="connsiteX167" fmla="*/ 10905907 w 13158797"/>
              <a:gd name="connsiteY167" fmla="*/ 279953 h 9456078"/>
              <a:gd name="connsiteX168" fmla="*/ 10952500 w 13158797"/>
              <a:gd name="connsiteY168" fmla="*/ 265269 h 9456078"/>
              <a:gd name="connsiteX169" fmla="*/ 10999227 w 13158797"/>
              <a:gd name="connsiteY169" fmla="*/ 250968 h 9456078"/>
              <a:gd name="connsiteX170" fmla="*/ 11046087 w 13158797"/>
              <a:gd name="connsiteY170" fmla="*/ 237049 h 9456078"/>
              <a:gd name="connsiteX171" fmla="*/ 11093076 w 13158797"/>
              <a:gd name="connsiteY171" fmla="*/ 223516 h 9456078"/>
              <a:gd name="connsiteX172" fmla="*/ 11140193 w 13158797"/>
              <a:gd name="connsiteY172" fmla="*/ 210368 h 9456078"/>
              <a:gd name="connsiteX173" fmla="*/ 11187434 w 13158797"/>
              <a:gd name="connsiteY173" fmla="*/ 197606 h 9456078"/>
              <a:gd name="connsiteX174" fmla="*/ 11234799 w 13158797"/>
              <a:gd name="connsiteY174" fmla="*/ 185233 h 9456078"/>
              <a:gd name="connsiteX175" fmla="*/ 11282284 w 13158797"/>
              <a:gd name="connsiteY175" fmla="*/ 173248 h 9456078"/>
              <a:gd name="connsiteX176" fmla="*/ 11329888 w 13158797"/>
              <a:gd name="connsiteY176" fmla="*/ 161654 h 9456078"/>
              <a:gd name="connsiteX177" fmla="*/ 11377607 w 13158797"/>
              <a:gd name="connsiteY177" fmla="*/ 150451 h 9456078"/>
              <a:gd name="connsiteX178" fmla="*/ 11425440 w 13158797"/>
              <a:gd name="connsiteY178" fmla="*/ 139640 h 9456078"/>
              <a:gd name="connsiteX179" fmla="*/ 11473385 w 13158797"/>
              <a:gd name="connsiteY179" fmla="*/ 129223 h 9456078"/>
              <a:gd name="connsiteX180" fmla="*/ 11521439 w 13158797"/>
              <a:gd name="connsiteY180" fmla="*/ 119201 h 9456078"/>
              <a:gd name="connsiteX181" fmla="*/ 11569599 w 13158797"/>
              <a:gd name="connsiteY181" fmla="*/ 109574 h 9456078"/>
              <a:gd name="connsiteX182" fmla="*/ 11617864 w 13158797"/>
              <a:gd name="connsiteY182" fmla="*/ 100344 h 9456078"/>
              <a:gd name="connsiteX183" fmla="*/ 11666231 w 13158797"/>
              <a:gd name="connsiteY183" fmla="*/ 91512 h 9456078"/>
              <a:gd name="connsiteX184" fmla="*/ 11714698 w 13158797"/>
              <a:gd name="connsiteY184" fmla="*/ 83080 h 9456078"/>
              <a:gd name="connsiteX185" fmla="*/ 11763263 w 13158797"/>
              <a:gd name="connsiteY185" fmla="*/ 75047 h 9456078"/>
              <a:gd name="connsiteX186" fmla="*/ 11811923 w 13158797"/>
              <a:gd name="connsiteY186" fmla="*/ 67417 h 9456078"/>
              <a:gd name="connsiteX187" fmla="*/ 11860676 w 13158797"/>
              <a:gd name="connsiteY187" fmla="*/ 60188 h 9456078"/>
              <a:gd name="connsiteX188" fmla="*/ 11909519 w 13158797"/>
              <a:gd name="connsiteY188" fmla="*/ 53364 h 9456078"/>
              <a:gd name="connsiteX189" fmla="*/ 11958451 w 13158797"/>
              <a:gd name="connsiteY189" fmla="*/ 46944 h 9456078"/>
              <a:gd name="connsiteX190" fmla="*/ 12007470 w 13158797"/>
              <a:gd name="connsiteY190" fmla="*/ 40931 h 9456078"/>
              <a:gd name="connsiteX191" fmla="*/ 12056572 w 13158797"/>
              <a:gd name="connsiteY191" fmla="*/ 35324 h 9456078"/>
              <a:gd name="connsiteX192" fmla="*/ 12105756 w 13158797"/>
              <a:gd name="connsiteY192" fmla="*/ 30126 h 9456078"/>
              <a:gd name="connsiteX193" fmla="*/ 12155019 w 13158797"/>
              <a:gd name="connsiteY193" fmla="*/ 25337 h 9456078"/>
              <a:gd name="connsiteX194" fmla="*/ 12204359 w 13158797"/>
              <a:gd name="connsiteY194" fmla="*/ 20958 h 9456078"/>
              <a:gd name="connsiteX195" fmla="*/ 12253773 w 13158797"/>
              <a:gd name="connsiteY195" fmla="*/ 16991 h 9456078"/>
              <a:gd name="connsiteX196" fmla="*/ 12303260 w 13158797"/>
              <a:gd name="connsiteY196" fmla="*/ 13437 h 9456078"/>
              <a:gd name="connsiteX197" fmla="*/ 12352818 w 13158797"/>
              <a:gd name="connsiteY197" fmla="*/ 10297 h 9456078"/>
              <a:gd name="connsiteX198" fmla="*/ 12402443 w 13158797"/>
              <a:gd name="connsiteY198" fmla="*/ 7572 h 9456078"/>
              <a:gd name="connsiteX199" fmla="*/ 12452133 w 13158797"/>
              <a:gd name="connsiteY199" fmla="*/ 5263 h 9456078"/>
              <a:gd name="connsiteX200" fmla="*/ 12501887 w 13158797"/>
              <a:gd name="connsiteY200" fmla="*/ 3371 h 9456078"/>
              <a:gd name="connsiteX201" fmla="*/ 12551701 w 13158797"/>
              <a:gd name="connsiteY201" fmla="*/ 1898 h 9456078"/>
              <a:gd name="connsiteX202" fmla="*/ 12601574 w 13158797"/>
              <a:gd name="connsiteY202" fmla="*/ 844 h 9456078"/>
              <a:gd name="connsiteX203" fmla="*/ 12651504 w 13158797"/>
              <a:gd name="connsiteY203" fmla="*/ 211 h 9456078"/>
              <a:gd name="connsiteX204" fmla="*/ 12701487 w 13158797"/>
              <a:gd name="connsiteY204" fmla="*/ 0 h 9456078"/>
              <a:gd name="connsiteX205" fmla="*/ 13158798 w 13158797"/>
              <a:gd name="connsiteY205" fmla="*/ 0 h 94560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</a:cxnLst>
            <a:rect l="l" t="t" r="r" b="b"/>
            <a:pathLst>
              <a:path w="13158797" h="9456078">
                <a:moveTo>
                  <a:pt x="0" y="9456078"/>
                </a:moveTo>
                <a:lnTo>
                  <a:pt x="49977" y="9455836"/>
                </a:lnTo>
                <a:lnTo>
                  <a:pt x="99893" y="9455111"/>
                </a:lnTo>
                <a:lnTo>
                  <a:pt x="149742" y="9453904"/>
                </a:lnTo>
                <a:lnTo>
                  <a:pt x="199524" y="9452217"/>
                </a:lnTo>
                <a:lnTo>
                  <a:pt x="298870" y="9447409"/>
                </a:lnTo>
                <a:lnTo>
                  <a:pt x="348429" y="9444290"/>
                </a:lnTo>
                <a:lnTo>
                  <a:pt x="397907" y="9440698"/>
                </a:lnTo>
                <a:lnTo>
                  <a:pt x="447302" y="9436632"/>
                </a:lnTo>
                <a:lnTo>
                  <a:pt x="496610" y="9432096"/>
                </a:lnTo>
                <a:lnTo>
                  <a:pt x="545829" y="9427089"/>
                </a:lnTo>
                <a:lnTo>
                  <a:pt x="594956" y="9421615"/>
                </a:lnTo>
                <a:lnTo>
                  <a:pt x="643987" y="9415673"/>
                </a:lnTo>
                <a:lnTo>
                  <a:pt x="692920" y="9409267"/>
                </a:lnTo>
                <a:lnTo>
                  <a:pt x="741751" y="9402396"/>
                </a:lnTo>
                <a:lnTo>
                  <a:pt x="790478" y="9395063"/>
                </a:lnTo>
                <a:lnTo>
                  <a:pt x="839098" y="9387270"/>
                </a:lnTo>
                <a:lnTo>
                  <a:pt x="887607" y="9379017"/>
                </a:lnTo>
                <a:lnTo>
                  <a:pt x="936002" y="9370306"/>
                </a:lnTo>
                <a:lnTo>
                  <a:pt x="984281" y="9361139"/>
                </a:lnTo>
                <a:lnTo>
                  <a:pt x="1032440" y="9351517"/>
                </a:lnTo>
                <a:lnTo>
                  <a:pt x="1080477" y="9341441"/>
                </a:lnTo>
                <a:lnTo>
                  <a:pt x="1176172" y="9319936"/>
                </a:lnTo>
                <a:lnTo>
                  <a:pt x="1223823" y="9308509"/>
                </a:lnTo>
                <a:lnTo>
                  <a:pt x="1271339" y="9296635"/>
                </a:lnTo>
                <a:lnTo>
                  <a:pt x="1318719" y="9284315"/>
                </a:lnTo>
                <a:lnTo>
                  <a:pt x="1365957" y="9271550"/>
                </a:lnTo>
                <a:lnTo>
                  <a:pt x="1413052" y="9258342"/>
                </a:lnTo>
                <a:lnTo>
                  <a:pt x="1460000" y="9244693"/>
                </a:lnTo>
                <a:lnTo>
                  <a:pt x="1506799" y="9230604"/>
                </a:lnTo>
                <a:lnTo>
                  <a:pt x="1553445" y="9216076"/>
                </a:lnTo>
                <a:lnTo>
                  <a:pt x="1599935" y="9201111"/>
                </a:lnTo>
                <a:lnTo>
                  <a:pt x="1646267" y="9185710"/>
                </a:lnTo>
                <a:lnTo>
                  <a:pt x="1692437" y="9169876"/>
                </a:lnTo>
                <a:lnTo>
                  <a:pt x="1738442" y="9153608"/>
                </a:lnTo>
                <a:lnTo>
                  <a:pt x="1784280" y="9136910"/>
                </a:lnTo>
                <a:lnTo>
                  <a:pt x="1829947" y="9119782"/>
                </a:lnTo>
                <a:lnTo>
                  <a:pt x="1875440" y="9102226"/>
                </a:lnTo>
                <a:lnTo>
                  <a:pt x="1920756" y="9084243"/>
                </a:lnTo>
                <a:lnTo>
                  <a:pt x="1965893" y="9065835"/>
                </a:lnTo>
                <a:lnTo>
                  <a:pt x="2055615" y="9027750"/>
                </a:lnTo>
                <a:lnTo>
                  <a:pt x="2100195" y="9008075"/>
                </a:lnTo>
                <a:lnTo>
                  <a:pt x="2144582" y="8987981"/>
                </a:lnTo>
                <a:lnTo>
                  <a:pt x="2188775" y="8967470"/>
                </a:lnTo>
                <a:lnTo>
                  <a:pt x="2232770" y="8946542"/>
                </a:lnTo>
                <a:lnTo>
                  <a:pt x="2276564" y="8925199"/>
                </a:lnTo>
                <a:lnTo>
                  <a:pt x="2320154" y="8903443"/>
                </a:lnTo>
                <a:lnTo>
                  <a:pt x="2363538" y="8881275"/>
                </a:lnTo>
                <a:lnTo>
                  <a:pt x="2406711" y="8858697"/>
                </a:lnTo>
                <a:lnTo>
                  <a:pt x="2449672" y="8835710"/>
                </a:lnTo>
                <a:lnTo>
                  <a:pt x="2492417" y="8812316"/>
                </a:lnTo>
                <a:lnTo>
                  <a:pt x="2534943" y="8788516"/>
                </a:lnTo>
                <a:lnTo>
                  <a:pt x="2577247" y="8764311"/>
                </a:lnTo>
                <a:lnTo>
                  <a:pt x="2619326" y="8739704"/>
                </a:lnTo>
                <a:lnTo>
                  <a:pt x="2661177" y="8714695"/>
                </a:lnTo>
                <a:lnTo>
                  <a:pt x="2702797" y="8689286"/>
                </a:lnTo>
                <a:lnTo>
                  <a:pt x="2744183" y="8663479"/>
                </a:lnTo>
                <a:lnTo>
                  <a:pt x="2785333" y="8637274"/>
                </a:lnTo>
                <a:lnTo>
                  <a:pt x="2826242" y="8610675"/>
                </a:lnTo>
                <a:lnTo>
                  <a:pt x="2866908" y="8583681"/>
                </a:lnTo>
                <a:lnTo>
                  <a:pt x="2907329" y="8556295"/>
                </a:lnTo>
                <a:lnTo>
                  <a:pt x="2947500" y="8528517"/>
                </a:lnTo>
                <a:lnTo>
                  <a:pt x="2987419" y="8500351"/>
                </a:lnTo>
                <a:lnTo>
                  <a:pt x="3027083" y="8471796"/>
                </a:lnTo>
                <a:lnTo>
                  <a:pt x="3066489" y="8442854"/>
                </a:lnTo>
                <a:lnTo>
                  <a:pt x="3105634" y="8413528"/>
                </a:lnTo>
                <a:lnTo>
                  <a:pt x="3144515" y="8383818"/>
                </a:lnTo>
                <a:lnTo>
                  <a:pt x="3183129" y="8353726"/>
                </a:lnTo>
                <a:lnTo>
                  <a:pt x="3221473" y="8323253"/>
                </a:lnTo>
                <a:lnTo>
                  <a:pt x="3259544" y="8292401"/>
                </a:lnTo>
                <a:lnTo>
                  <a:pt x="3297339" y="8261172"/>
                </a:lnTo>
                <a:lnTo>
                  <a:pt x="3334854" y="8229566"/>
                </a:lnTo>
                <a:lnTo>
                  <a:pt x="3372087" y="8197585"/>
                </a:lnTo>
                <a:lnTo>
                  <a:pt x="3409035" y="8165232"/>
                </a:lnTo>
                <a:lnTo>
                  <a:pt x="3445695" y="8132507"/>
                </a:lnTo>
                <a:lnTo>
                  <a:pt x="3482064" y="8099411"/>
                </a:lnTo>
                <a:lnTo>
                  <a:pt x="3518139" y="8065947"/>
                </a:lnTo>
                <a:lnTo>
                  <a:pt x="3553916" y="8032115"/>
                </a:lnTo>
                <a:lnTo>
                  <a:pt x="3589393" y="7997918"/>
                </a:lnTo>
                <a:lnTo>
                  <a:pt x="3624567" y="7963356"/>
                </a:lnTo>
                <a:lnTo>
                  <a:pt x="3659435" y="7928432"/>
                </a:lnTo>
                <a:lnTo>
                  <a:pt x="3693994" y="7893146"/>
                </a:lnTo>
                <a:lnTo>
                  <a:pt x="3728240" y="7857501"/>
                </a:lnTo>
                <a:lnTo>
                  <a:pt x="3762171" y="7821497"/>
                </a:lnTo>
                <a:lnTo>
                  <a:pt x="3795783" y="7785136"/>
                </a:lnTo>
                <a:lnTo>
                  <a:pt x="3829075" y="7748420"/>
                </a:lnTo>
                <a:lnTo>
                  <a:pt x="3862042" y="7711350"/>
                </a:lnTo>
                <a:lnTo>
                  <a:pt x="3894682" y="7673928"/>
                </a:lnTo>
                <a:lnTo>
                  <a:pt x="3926991" y="7636155"/>
                </a:lnTo>
                <a:lnTo>
                  <a:pt x="3958967" y="7598032"/>
                </a:lnTo>
                <a:lnTo>
                  <a:pt x="3990607" y="7559561"/>
                </a:lnTo>
                <a:lnTo>
                  <a:pt x="4021907" y="7520744"/>
                </a:lnTo>
                <a:lnTo>
                  <a:pt x="4052865" y="7481582"/>
                </a:lnTo>
                <a:lnTo>
                  <a:pt x="4083478" y="7442077"/>
                </a:lnTo>
                <a:lnTo>
                  <a:pt x="8022311" y="2307814"/>
                </a:lnTo>
                <a:lnTo>
                  <a:pt x="8052902" y="2268285"/>
                </a:lnTo>
                <a:lnTo>
                  <a:pt x="8083796" y="2229056"/>
                </a:lnTo>
                <a:lnTo>
                  <a:pt x="8114989" y="2190127"/>
                </a:lnTo>
                <a:lnTo>
                  <a:pt x="8146479" y="2151500"/>
                </a:lnTo>
                <a:lnTo>
                  <a:pt x="8178264" y="2113176"/>
                </a:lnTo>
                <a:lnTo>
                  <a:pt x="8210341" y="2075157"/>
                </a:lnTo>
                <a:lnTo>
                  <a:pt x="8242709" y="2037442"/>
                </a:lnTo>
                <a:lnTo>
                  <a:pt x="8275365" y="2000034"/>
                </a:lnTo>
                <a:lnTo>
                  <a:pt x="8308307" y="1962934"/>
                </a:lnTo>
                <a:lnTo>
                  <a:pt x="8341532" y="1926142"/>
                </a:lnTo>
                <a:lnTo>
                  <a:pt x="8375038" y="1889660"/>
                </a:lnTo>
                <a:lnTo>
                  <a:pt x="8408823" y="1853489"/>
                </a:lnTo>
                <a:lnTo>
                  <a:pt x="8442885" y="1817630"/>
                </a:lnTo>
                <a:lnTo>
                  <a:pt x="8477221" y="1782084"/>
                </a:lnTo>
                <a:lnTo>
                  <a:pt x="8511829" y="1746853"/>
                </a:lnTo>
                <a:lnTo>
                  <a:pt x="8546706" y="1711937"/>
                </a:lnTo>
                <a:lnTo>
                  <a:pt x="8581851" y="1677337"/>
                </a:lnTo>
                <a:lnTo>
                  <a:pt x="8617261" y="1643056"/>
                </a:lnTo>
                <a:lnTo>
                  <a:pt x="8652934" y="1609093"/>
                </a:lnTo>
                <a:lnTo>
                  <a:pt x="8688867" y="1575450"/>
                </a:lnTo>
                <a:lnTo>
                  <a:pt x="8725058" y="1542128"/>
                </a:lnTo>
                <a:lnTo>
                  <a:pt x="8761506" y="1509129"/>
                </a:lnTo>
                <a:lnTo>
                  <a:pt x="8798207" y="1476452"/>
                </a:lnTo>
                <a:lnTo>
                  <a:pt x="8835159" y="1444101"/>
                </a:lnTo>
                <a:lnTo>
                  <a:pt x="8872360" y="1412075"/>
                </a:lnTo>
                <a:lnTo>
                  <a:pt x="8909808" y="1380375"/>
                </a:lnTo>
                <a:lnTo>
                  <a:pt x="8947501" y="1349004"/>
                </a:lnTo>
                <a:lnTo>
                  <a:pt x="8985435" y="1317962"/>
                </a:lnTo>
                <a:lnTo>
                  <a:pt x="9023610" y="1287250"/>
                </a:lnTo>
                <a:lnTo>
                  <a:pt x="9062022" y="1256869"/>
                </a:lnTo>
                <a:lnTo>
                  <a:pt x="9100669" y="1226820"/>
                </a:lnTo>
                <a:lnTo>
                  <a:pt x="9139549" y="1197105"/>
                </a:lnTo>
                <a:lnTo>
                  <a:pt x="9178660" y="1167725"/>
                </a:lnTo>
                <a:lnTo>
                  <a:pt x="9217999" y="1138681"/>
                </a:lnTo>
                <a:lnTo>
                  <a:pt x="9257564" y="1109974"/>
                </a:lnTo>
                <a:lnTo>
                  <a:pt x="9297353" y="1081604"/>
                </a:lnTo>
                <a:lnTo>
                  <a:pt x="9337364" y="1053574"/>
                </a:lnTo>
                <a:lnTo>
                  <a:pt x="9377594" y="1025884"/>
                </a:lnTo>
                <a:lnTo>
                  <a:pt x="9418040" y="998536"/>
                </a:lnTo>
                <a:lnTo>
                  <a:pt x="9458702" y="971530"/>
                </a:lnTo>
                <a:lnTo>
                  <a:pt x="9499575" y="944868"/>
                </a:lnTo>
                <a:lnTo>
                  <a:pt x="9540659" y="918551"/>
                </a:lnTo>
                <a:lnTo>
                  <a:pt x="9581950" y="892580"/>
                </a:lnTo>
                <a:lnTo>
                  <a:pt x="9623447" y="866956"/>
                </a:lnTo>
                <a:lnTo>
                  <a:pt x="9665147" y="841681"/>
                </a:lnTo>
                <a:lnTo>
                  <a:pt x="9707048" y="816754"/>
                </a:lnTo>
                <a:lnTo>
                  <a:pt x="9749147" y="792179"/>
                </a:lnTo>
                <a:lnTo>
                  <a:pt x="9791443" y="767955"/>
                </a:lnTo>
                <a:lnTo>
                  <a:pt x="9833932" y="744083"/>
                </a:lnTo>
                <a:lnTo>
                  <a:pt x="9876613" y="720566"/>
                </a:lnTo>
                <a:lnTo>
                  <a:pt x="9919484" y="697404"/>
                </a:lnTo>
                <a:lnTo>
                  <a:pt x="9962542" y="674598"/>
                </a:lnTo>
                <a:lnTo>
                  <a:pt x="10005784" y="652149"/>
                </a:lnTo>
                <a:lnTo>
                  <a:pt x="10049209" y="630059"/>
                </a:lnTo>
                <a:lnTo>
                  <a:pt x="10092814" y="608328"/>
                </a:lnTo>
                <a:lnTo>
                  <a:pt x="10136597" y="586958"/>
                </a:lnTo>
                <a:lnTo>
                  <a:pt x="10180556" y="565950"/>
                </a:lnTo>
                <a:lnTo>
                  <a:pt x="10224688" y="545304"/>
                </a:lnTo>
                <a:lnTo>
                  <a:pt x="10268991" y="525023"/>
                </a:lnTo>
                <a:lnTo>
                  <a:pt x="10313463" y="505107"/>
                </a:lnTo>
                <a:lnTo>
                  <a:pt x="10358101" y="485558"/>
                </a:lnTo>
                <a:lnTo>
                  <a:pt x="10402903" y="466376"/>
                </a:lnTo>
                <a:lnTo>
                  <a:pt x="10447868" y="447563"/>
                </a:lnTo>
                <a:lnTo>
                  <a:pt x="10492991" y="429119"/>
                </a:lnTo>
                <a:lnTo>
                  <a:pt x="10538272" y="411046"/>
                </a:lnTo>
                <a:lnTo>
                  <a:pt x="10583708" y="393346"/>
                </a:lnTo>
                <a:lnTo>
                  <a:pt x="10629297" y="376018"/>
                </a:lnTo>
                <a:lnTo>
                  <a:pt x="10675036" y="359065"/>
                </a:lnTo>
                <a:lnTo>
                  <a:pt x="10720923" y="342487"/>
                </a:lnTo>
                <a:lnTo>
                  <a:pt x="10766956" y="326286"/>
                </a:lnTo>
                <a:lnTo>
                  <a:pt x="10813132" y="310462"/>
                </a:lnTo>
                <a:lnTo>
                  <a:pt x="10859450" y="295018"/>
                </a:lnTo>
                <a:lnTo>
                  <a:pt x="10905907" y="279953"/>
                </a:lnTo>
                <a:lnTo>
                  <a:pt x="10952500" y="265269"/>
                </a:lnTo>
                <a:lnTo>
                  <a:pt x="10999227" y="250968"/>
                </a:lnTo>
                <a:lnTo>
                  <a:pt x="11046087" y="237049"/>
                </a:lnTo>
                <a:lnTo>
                  <a:pt x="11093076" y="223516"/>
                </a:lnTo>
                <a:lnTo>
                  <a:pt x="11140193" y="210368"/>
                </a:lnTo>
                <a:lnTo>
                  <a:pt x="11187434" y="197606"/>
                </a:lnTo>
                <a:lnTo>
                  <a:pt x="11234799" y="185233"/>
                </a:lnTo>
                <a:lnTo>
                  <a:pt x="11282284" y="173248"/>
                </a:lnTo>
                <a:lnTo>
                  <a:pt x="11329888" y="161654"/>
                </a:lnTo>
                <a:lnTo>
                  <a:pt x="11377607" y="150451"/>
                </a:lnTo>
                <a:lnTo>
                  <a:pt x="11425440" y="139640"/>
                </a:lnTo>
                <a:lnTo>
                  <a:pt x="11473385" y="129223"/>
                </a:lnTo>
                <a:lnTo>
                  <a:pt x="11521439" y="119201"/>
                </a:lnTo>
                <a:lnTo>
                  <a:pt x="11569599" y="109574"/>
                </a:lnTo>
                <a:lnTo>
                  <a:pt x="11617864" y="100344"/>
                </a:lnTo>
                <a:lnTo>
                  <a:pt x="11666231" y="91512"/>
                </a:lnTo>
                <a:lnTo>
                  <a:pt x="11714698" y="83080"/>
                </a:lnTo>
                <a:lnTo>
                  <a:pt x="11763263" y="75047"/>
                </a:lnTo>
                <a:lnTo>
                  <a:pt x="11811923" y="67417"/>
                </a:lnTo>
                <a:lnTo>
                  <a:pt x="11860676" y="60188"/>
                </a:lnTo>
                <a:lnTo>
                  <a:pt x="11909519" y="53364"/>
                </a:lnTo>
                <a:lnTo>
                  <a:pt x="11958451" y="46944"/>
                </a:lnTo>
                <a:lnTo>
                  <a:pt x="12007470" y="40931"/>
                </a:lnTo>
                <a:lnTo>
                  <a:pt x="12056572" y="35324"/>
                </a:lnTo>
                <a:lnTo>
                  <a:pt x="12105756" y="30126"/>
                </a:lnTo>
                <a:lnTo>
                  <a:pt x="12155019" y="25337"/>
                </a:lnTo>
                <a:lnTo>
                  <a:pt x="12204359" y="20958"/>
                </a:lnTo>
                <a:lnTo>
                  <a:pt x="12253773" y="16991"/>
                </a:lnTo>
                <a:lnTo>
                  <a:pt x="12303260" y="13437"/>
                </a:lnTo>
                <a:lnTo>
                  <a:pt x="12352818" y="10297"/>
                </a:lnTo>
                <a:lnTo>
                  <a:pt x="12402443" y="7572"/>
                </a:lnTo>
                <a:lnTo>
                  <a:pt x="12452133" y="5263"/>
                </a:lnTo>
                <a:lnTo>
                  <a:pt x="12501887" y="3371"/>
                </a:lnTo>
                <a:lnTo>
                  <a:pt x="12551701" y="1898"/>
                </a:lnTo>
                <a:lnTo>
                  <a:pt x="12601574" y="844"/>
                </a:lnTo>
                <a:lnTo>
                  <a:pt x="12651504" y="211"/>
                </a:lnTo>
                <a:lnTo>
                  <a:pt x="12701487" y="0"/>
                </a:lnTo>
                <a:lnTo>
                  <a:pt x="13158798" y="0"/>
                </a:lnTo>
              </a:path>
            </a:pathLst>
          </a:custGeom>
          <a:ln w="19050">
            <a:gradFill>
              <a:gsLst>
                <a:gs pos="14000">
                  <a:schemeClr val="tx2"/>
                </a:gs>
                <a:gs pos="0">
                  <a:schemeClr val="bg1">
                    <a:alpha val="0"/>
                  </a:schemeClr>
                </a:gs>
              </a:gsLst>
              <a:lin ang="5400000" scaled="0"/>
            </a:gradFill>
          </a:ln>
        </p:spPr>
        <p:txBody>
          <a:bodyPr wrap="square" lIns="0" tIns="0" rIns="0" bIns="0" rtlCol="0"/>
          <a:lstStyle/>
          <a:p>
            <a:pPr marL="0" marR="0" lvl="0" indent="0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16EA7F2F-F9FB-1505-1D7F-4808F02B5E7E}"/>
              </a:ext>
            </a:extLst>
          </p:cNvPr>
          <p:cNvCxnSpPr>
            <a:cxnSpLocks/>
          </p:cNvCxnSpPr>
          <p:nvPr/>
        </p:nvCxnSpPr>
        <p:spPr>
          <a:xfrm flipH="1">
            <a:off x="5529944" y="6678798"/>
            <a:ext cx="5785020" cy="0"/>
          </a:xfrm>
          <a:prstGeom prst="line">
            <a:avLst/>
          </a:prstGeom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86260651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4530">
          <p15:clr>
            <a:srgbClr val="FBAE40"/>
          </p15:clr>
        </p15:guide>
        <p15:guide id="2" orient="horz" pos="2410">
          <p15:clr>
            <a:srgbClr val="FBAE40"/>
          </p15:clr>
        </p15:guide>
        <p15:guide id="3" orient="horz" pos="141">
          <p15:clr>
            <a:srgbClr val="FBAE40"/>
          </p15:clr>
        </p15:guide>
        <p15:guide id="4" pos="128">
          <p15:clr>
            <a:srgbClr val="FBAE40"/>
          </p15:clr>
        </p15:guide>
        <p15:guide id="5" orient="horz" pos="2465">
          <p15:clr>
            <a:srgbClr val="FBAE40"/>
          </p15:clr>
        </p15:guide>
        <p15:guide id="6" orient="horz" pos="471">
          <p15:clr>
            <a:srgbClr val="FBAE40"/>
          </p15:clr>
        </p15:guide>
        <p15:guide id="7" orient="horz" pos="567">
          <p15:clr>
            <a:srgbClr val="FBAE40"/>
          </p15:clr>
        </p15:guide>
      </p15:sldGuideLst>
    </p:ext>
  </p:extLst>
</p:sldLayout>
</file>

<file path=ppt/slideLayouts/slideLayout142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3_Título | 2 linhas - Escuro">
    <p:bg>
      <p:bgPr>
        <a:gradFill>
          <a:gsLst>
            <a:gs pos="67000">
              <a:schemeClr val="tx1"/>
            </a:gs>
            <a:gs pos="100000">
              <a:schemeClr val="tx1"/>
            </a:gs>
            <a:gs pos="0">
              <a:srgbClr val="161B21"/>
            </a:gs>
          </a:gsLst>
          <a:lin ang="84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5" y="368302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5629EC08-34A0-4F4F-BF0C-DAE3D73CA1C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5" y="1949415"/>
            <a:ext cx="5648397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8" name="Text Placeholder 10">
            <a:extLst>
              <a:ext uri="{FF2B5EF4-FFF2-40B4-BE49-F238E27FC236}">
                <a16:creationId xmlns:a16="http://schemas.microsoft.com/office/drawing/2014/main" id="{F37A98A2-2A9D-056F-7CA4-B986B8170761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8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AECBC137-580C-65EB-C713-E63CDBDB515E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208641" y="1949415"/>
            <a:ext cx="5648398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Text Placeholder 8">
            <a:extLst>
              <a:ext uri="{FF2B5EF4-FFF2-40B4-BE49-F238E27FC236}">
                <a16:creationId xmlns:a16="http://schemas.microsoft.com/office/drawing/2014/main" id="{D1CF13AF-F1F7-29D7-F0C3-C23BE528C9A0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5" y="1518528"/>
            <a:ext cx="5648397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47497781-FD6B-9B5D-3237-9AD784B8880E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208641" y="1518528"/>
            <a:ext cx="5648398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2" name="Picture 8">
            <a:extLst>
              <a:ext uri="{FF2B5EF4-FFF2-40B4-BE49-F238E27FC236}">
                <a16:creationId xmlns:a16="http://schemas.microsoft.com/office/drawing/2014/main" id="{3817326F-902B-78F4-AB0D-A7DACB0B1494}"/>
              </a:ext>
            </a:extLst>
          </p:cNvPr>
          <p:cNvSpPr/>
          <p:nvPr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/>
          </a:p>
        </p:txBody>
      </p:sp>
      <p:cxnSp>
        <p:nvCxnSpPr>
          <p:cNvPr id="2" name="Straight Connector 1">
            <a:extLst>
              <a:ext uri="{FF2B5EF4-FFF2-40B4-BE49-F238E27FC236}">
                <a16:creationId xmlns:a16="http://schemas.microsoft.com/office/drawing/2014/main" id="{558BA19F-FF7C-DEDD-7893-A00EE7B54BB0}"/>
              </a:ext>
            </a:extLst>
          </p:cNvPr>
          <p:cNvCxnSpPr>
            <a:cxnSpLocks/>
          </p:cNvCxnSpPr>
          <p:nvPr/>
        </p:nvCxnSpPr>
        <p:spPr>
          <a:xfrm>
            <a:off x="2" y="169333"/>
            <a:ext cx="12229571" cy="0"/>
          </a:xfrm>
          <a:prstGeom prst="line">
            <a:avLst/>
          </a:prstGeom>
          <a:ln w="1905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object 4">
            <a:extLst>
              <a:ext uri="{FF2B5EF4-FFF2-40B4-BE49-F238E27FC236}">
                <a16:creationId xmlns:a16="http://schemas.microsoft.com/office/drawing/2014/main" id="{34983A01-315D-9F68-CCA2-B3C5032DEC0F}"/>
              </a:ext>
            </a:extLst>
          </p:cNvPr>
          <p:cNvSpPr/>
          <p:nvPr/>
        </p:nvSpPr>
        <p:spPr>
          <a:xfrm rot="10247908" flipH="1">
            <a:off x="4106509" y="-4146683"/>
            <a:ext cx="8001039" cy="5749648"/>
          </a:xfrm>
          <a:custGeom>
            <a:avLst/>
            <a:gdLst>
              <a:gd name="connsiteX0" fmla="*/ 0 w 13940157"/>
              <a:gd name="connsiteY0" fmla="*/ 9200719 h 9456078"/>
              <a:gd name="connsiteX1" fmla="*/ 781360 w 13940157"/>
              <a:gd name="connsiteY1" fmla="*/ 9456078 h 9456078"/>
              <a:gd name="connsiteX2" fmla="*/ 831337 w 13940157"/>
              <a:gd name="connsiteY2" fmla="*/ 9455836 h 9456078"/>
              <a:gd name="connsiteX3" fmla="*/ 881253 w 13940157"/>
              <a:gd name="connsiteY3" fmla="*/ 9455111 h 9456078"/>
              <a:gd name="connsiteX4" fmla="*/ 931102 w 13940157"/>
              <a:gd name="connsiteY4" fmla="*/ 9453904 h 9456078"/>
              <a:gd name="connsiteX5" fmla="*/ 980884 w 13940157"/>
              <a:gd name="connsiteY5" fmla="*/ 9452217 h 9456078"/>
              <a:gd name="connsiteX6" fmla="*/ 1030594 w 13940157"/>
              <a:gd name="connsiteY6" fmla="*/ 9450052 h 9456078"/>
              <a:gd name="connsiteX7" fmla="*/ 1080230 w 13940157"/>
              <a:gd name="connsiteY7" fmla="*/ 9447409 h 9456078"/>
              <a:gd name="connsiteX8" fmla="*/ 1129789 w 13940157"/>
              <a:gd name="connsiteY8" fmla="*/ 9444290 h 9456078"/>
              <a:gd name="connsiteX9" fmla="*/ 1179267 w 13940157"/>
              <a:gd name="connsiteY9" fmla="*/ 9440698 h 9456078"/>
              <a:gd name="connsiteX10" fmla="*/ 1228662 w 13940157"/>
              <a:gd name="connsiteY10" fmla="*/ 9436632 h 9456078"/>
              <a:gd name="connsiteX11" fmla="*/ 1277970 w 13940157"/>
              <a:gd name="connsiteY11" fmla="*/ 9432096 h 9456078"/>
              <a:gd name="connsiteX12" fmla="*/ 1327189 w 13940157"/>
              <a:gd name="connsiteY12" fmla="*/ 9427089 h 9456078"/>
              <a:gd name="connsiteX13" fmla="*/ 1376316 w 13940157"/>
              <a:gd name="connsiteY13" fmla="*/ 9421615 h 9456078"/>
              <a:gd name="connsiteX14" fmla="*/ 1425347 w 13940157"/>
              <a:gd name="connsiteY14" fmla="*/ 9415673 h 9456078"/>
              <a:gd name="connsiteX15" fmla="*/ 1474280 w 13940157"/>
              <a:gd name="connsiteY15" fmla="*/ 9409267 h 9456078"/>
              <a:gd name="connsiteX16" fmla="*/ 1523111 w 13940157"/>
              <a:gd name="connsiteY16" fmla="*/ 9402396 h 9456078"/>
              <a:gd name="connsiteX17" fmla="*/ 1571838 w 13940157"/>
              <a:gd name="connsiteY17" fmla="*/ 9395063 h 9456078"/>
              <a:gd name="connsiteX18" fmla="*/ 1620458 w 13940157"/>
              <a:gd name="connsiteY18" fmla="*/ 9387270 h 9456078"/>
              <a:gd name="connsiteX19" fmla="*/ 1668967 w 13940157"/>
              <a:gd name="connsiteY19" fmla="*/ 9379017 h 9456078"/>
              <a:gd name="connsiteX20" fmla="*/ 1717362 w 13940157"/>
              <a:gd name="connsiteY20" fmla="*/ 9370306 h 9456078"/>
              <a:gd name="connsiteX21" fmla="*/ 1765641 w 13940157"/>
              <a:gd name="connsiteY21" fmla="*/ 9361139 h 9456078"/>
              <a:gd name="connsiteX22" fmla="*/ 1813800 w 13940157"/>
              <a:gd name="connsiteY22" fmla="*/ 9351517 h 9456078"/>
              <a:gd name="connsiteX23" fmla="*/ 1861837 w 13940157"/>
              <a:gd name="connsiteY23" fmla="*/ 9341441 h 9456078"/>
              <a:gd name="connsiteX24" fmla="*/ 1909749 w 13940157"/>
              <a:gd name="connsiteY24" fmla="*/ 9330914 h 9456078"/>
              <a:gd name="connsiteX25" fmla="*/ 1957532 w 13940157"/>
              <a:gd name="connsiteY25" fmla="*/ 9319936 h 9456078"/>
              <a:gd name="connsiteX26" fmla="*/ 2005183 w 13940157"/>
              <a:gd name="connsiteY26" fmla="*/ 9308509 h 9456078"/>
              <a:gd name="connsiteX27" fmla="*/ 2052699 w 13940157"/>
              <a:gd name="connsiteY27" fmla="*/ 9296635 h 9456078"/>
              <a:gd name="connsiteX28" fmla="*/ 2100079 w 13940157"/>
              <a:gd name="connsiteY28" fmla="*/ 9284315 h 9456078"/>
              <a:gd name="connsiteX29" fmla="*/ 2147317 w 13940157"/>
              <a:gd name="connsiteY29" fmla="*/ 9271550 h 9456078"/>
              <a:gd name="connsiteX30" fmla="*/ 2194412 w 13940157"/>
              <a:gd name="connsiteY30" fmla="*/ 9258342 h 9456078"/>
              <a:gd name="connsiteX31" fmla="*/ 2241360 w 13940157"/>
              <a:gd name="connsiteY31" fmla="*/ 9244693 h 9456078"/>
              <a:gd name="connsiteX32" fmla="*/ 2288159 w 13940157"/>
              <a:gd name="connsiteY32" fmla="*/ 9230604 h 9456078"/>
              <a:gd name="connsiteX33" fmla="*/ 2334805 w 13940157"/>
              <a:gd name="connsiteY33" fmla="*/ 9216076 h 9456078"/>
              <a:gd name="connsiteX34" fmla="*/ 2381295 w 13940157"/>
              <a:gd name="connsiteY34" fmla="*/ 9201111 h 9456078"/>
              <a:gd name="connsiteX35" fmla="*/ 2427627 w 13940157"/>
              <a:gd name="connsiteY35" fmla="*/ 9185710 h 9456078"/>
              <a:gd name="connsiteX36" fmla="*/ 2473797 w 13940157"/>
              <a:gd name="connsiteY36" fmla="*/ 9169876 h 9456078"/>
              <a:gd name="connsiteX37" fmla="*/ 2519802 w 13940157"/>
              <a:gd name="connsiteY37" fmla="*/ 9153608 h 9456078"/>
              <a:gd name="connsiteX38" fmla="*/ 2565640 w 13940157"/>
              <a:gd name="connsiteY38" fmla="*/ 9136910 h 9456078"/>
              <a:gd name="connsiteX39" fmla="*/ 2611307 w 13940157"/>
              <a:gd name="connsiteY39" fmla="*/ 9119782 h 9456078"/>
              <a:gd name="connsiteX40" fmla="*/ 2656800 w 13940157"/>
              <a:gd name="connsiteY40" fmla="*/ 9102226 h 9456078"/>
              <a:gd name="connsiteX41" fmla="*/ 2702116 w 13940157"/>
              <a:gd name="connsiteY41" fmla="*/ 9084243 h 9456078"/>
              <a:gd name="connsiteX42" fmla="*/ 2747253 w 13940157"/>
              <a:gd name="connsiteY42" fmla="*/ 9065835 h 9456078"/>
              <a:gd name="connsiteX43" fmla="*/ 2792207 w 13940157"/>
              <a:gd name="connsiteY43" fmla="*/ 9047004 h 9456078"/>
              <a:gd name="connsiteX44" fmla="*/ 2836975 w 13940157"/>
              <a:gd name="connsiteY44" fmla="*/ 9027750 h 9456078"/>
              <a:gd name="connsiteX45" fmla="*/ 2881555 w 13940157"/>
              <a:gd name="connsiteY45" fmla="*/ 9008075 h 9456078"/>
              <a:gd name="connsiteX46" fmla="*/ 2925942 w 13940157"/>
              <a:gd name="connsiteY46" fmla="*/ 8987981 h 9456078"/>
              <a:gd name="connsiteX47" fmla="*/ 2970135 w 13940157"/>
              <a:gd name="connsiteY47" fmla="*/ 8967470 h 9456078"/>
              <a:gd name="connsiteX48" fmla="*/ 3014130 w 13940157"/>
              <a:gd name="connsiteY48" fmla="*/ 8946542 h 9456078"/>
              <a:gd name="connsiteX49" fmla="*/ 3057924 w 13940157"/>
              <a:gd name="connsiteY49" fmla="*/ 8925199 h 9456078"/>
              <a:gd name="connsiteX50" fmla="*/ 3101514 w 13940157"/>
              <a:gd name="connsiteY50" fmla="*/ 8903443 h 9456078"/>
              <a:gd name="connsiteX51" fmla="*/ 3144898 w 13940157"/>
              <a:gd name="connsiteY51" fmla="*/ 8881275 h 9456078"/>
              <a:gd name="connsiteX52" fmla="*/ 3188071 w 13940157"/>
              <a:gd name="connsiteY52" fmla="*/ 8858697 h 9456078"/>
              <a:gd name="connsiteX53" fmla="*/ 3231032 w 13940157"/>
              <a:gd name="connsiteY53" fmla="*/ 8835710 h 9456078"/>
              <a:gd name="connsiteX54" fmla="*/ 3273777 w 13940157"/>
              <a:gd name="connsiteY54" fmla="*/ 8812316 h 9456078"/>
              <a:gd name="connsiteX55" fmla="*/ 3316303 w 13940157"/>
              <a:gd name="connsiteY55" fmla="*/ 8788516 h 9456078"/>
              <a:gd name="connsiteX56" fmla="*/ 3358607 w 13940157"/>
              <a:gd name="connsiteY56" fmla="*/ 8764311 h 9456078"/>
              <a:gd name="connsiteX57" fmla="*/ 3400686 w 13940157"/>
              <a:gd name="connsiteY57" fmla="*/ 8739704 h 9456078"/>
              <a:gd name="connsiteX58" fmla="*/ 3442537 w 13940157"/>
              <a:gd name="connsiteY58" fmla="*/ 8714695 h 9456078"/>
              <a:gd name="connsiteX59" fmla="*/ 3484157 w 13940157"/>
              <a:gd name="connsiteY59" fmla="*/ 8689286 h 9456078"/>
              <a:gd name="connsiteX60" fmla="*/ 3525543 w 13940157"/>
              <a:gd name="connsiteY60" fmla="*/ 8663479 h 9456078"/>
              <a:gd name="connsiteX61" fmla="*/ 3566693 w 13940157"/>
              <a:gd name="connsiteY61" fmla="*/ 8637274 h 9456078"/>
              <a:gd name="connsiteX62" fmla="*/ 3607602 w 13940157"/>
              <a:gd name="connsiteY62" fmla="*/ 8610675 h 9456078"/>
              <a:gd name="connsiteX63" fmla="*/ 3648268 w 13940157"/>
              <a:gd name="connsiteY63" fmla="*/ 8583681 h 9456078"/>
              <a:gd name="connsiteX64" fmla="*/ 3688689 w 13940157"/>
              <a:gd name="connsiteY64" fmla="*/ 8556295 h 9456078"/>
              <a:gd name="connsiteX65" fmla="*/ 3728860 w 13940157"/>
              <a:gd name="connsiteY65" fmla="*/ 8528517 h 9456078"/>
              <a:gd name="connsiteX66" fmla="*/ 3768779 w 13940157"/>
              <a:gd name="connsiteY66" fmla="*/ 8500351 h 9456078"/>
              <a:gd name="connsiteX67" fmla="*/ 3808443 w 13940157"/>
              <a:gd name="connsiteY67" fmla="*/ 8471796 h 9456078"/>
              <a:gd name="connsiteX68" fmla="*/ 3847849 w 13940157"/>
              <a:gd name="connsiteY68" fmla="*/ 8442854 h 9456078"/>
              <a:gd name="connsiteX69" fmla="*/ 3886994 w 13940157"/>
              <a:gd name="connsiteY69" fmla="*/ 8413528 h 9456078"/>
              <a:gd name="connsiteX70" fmla="*/ 3925875 w 13940157"/>
              <a:gd name="connsiteY70" fmla="*/ 8383818 h 9456078"/>
              <a:gd name="connsiteX71" fmla="*/ 3964489 w 13940157"/>
              <a:gd name="connsiteY71" fmla="*/ 8353726 h 9456078"/>
              <a:gd name="connsiteX72" fmla="*/ 4002833 w 13940157"/>
              <a:gd name="connsiteY72" fmla="*/ 8323253 h 9456078"/>
              <a:gd name="connsiteX73" fmla="*/ 4040904 w 13940157"/>
              <a:gd name="connsiteY73" fmla="*/ 8292401 h 9456078"/>
              <a:gd name="connsiteX74" fmla="*/ 4078699 w 13940157"/>
              <a:gd name="connsiteY74" fmla="*/ 8261172 h 9456078"/>
              <a:gd name="connsiteX75" fmla="*/ 4116214 w 13940157"/>
              <a:gd name="connsiteY75" fmla="*/ 8229566 h 9456078"/>
              <a:gd name="connsiteX76" fmla="*/ 4153447 w 13940157"/>
              <a:gd name="connsiteY76" fmla="*/ 8197585 h 9456078"/>
              <a:gd name="connsiteX77" fmla="*/ 4190395 w 13940157"/>
              <a:gd name="connsiteY77" fmla="*/ 8165232 h 9456078"/>
              <a:gd name="connsiteX78" fmla="*/ 4227055 w 13940157"/>
              <a:gd name="connsiteY78" fmla="*/ 8132507 h 9456078"/>
              <a:gd name="connsiteX79" fmla="*/ 4263424 w 13940157"/>
              <a:gd name="connsiteY79" fmla="*/ 8099411 h 9456078"/>
              <a:gd name="connsiteX80" fmla="*/ 4299499 w 13940157"/>
              <a:gd name="connsiteY80" fmla="*/ 8065947 h 9456078"/>
              <a:gd name="connsiteX81" fmla="*/ 4335276 w 13940157"/>
              <a:gd name="connsiteY81" fmla="*/ 8032115 h 9456078"/>
              <a:gd name="connsiteX82" fmla="*/ 4370753 w 13940157"/>
              <a:gd name="connsiteY82" fmla="*/ 7997918 h 9456078"/>
              <a:gd name="connsiteX83" fmla="*/ 4405927 w 13940157"/>
              <a:gd name="connsiteY83" fmla="*/ 7963356 h 9456078"/>
              <a:gd name="connsiteX84" fmla="*/ 4440795 w 13940157"/>
              <a:gd name="connsiteY84" fmla="*/ 7928432 h 9456078"/>
              <a:gd name="connsiteX85" fmla="*/ 4475354 w 13940157"/>
              <a:gd name="connsiteY85" fmla="*/ 7893146 h 9456078"/>
              <a:gd name="connsiteX86" fmla="*/ 4509600 w 13940157"/>
              <a:gd name="connsiteY86" fmla="*/ 7857501 h 9456078"/>
              <a:gd name="connsiteX87" fmla="*/ 4543531 w 13940157"/>
              <a:gd name="connsiteY87" fmla="*/ 7821497 h 9456078"/>
              <a:gd name="connsiteX88" fmla="*/ 4577143 w 13940157"/>
              <a:gd name="connsiteY88" fmla="*/ 7785136 h 9456078"/>
              <a:gd name="connsiteX89" fmla="*/ 4610435 w 13940157"/>
              <a:gd name="connsiteY89" fmla="*/ 7748420 h 9456078"/>
              <a:gd name="connsiteX90" fmla="*/ 4643402 w 13940157"/>
              <a:gd name="connsiteY90" fmla="*/ 7711350 h 9456078"/>
              <a:gd name="connsiteX91" fmla="*/ 4676042 w 13940157"/>
              <a:gd name="connsiteY91" fmla="*/ 7673928 h 9456078"/>
              <a:gd name="connsiteX92" fmla="*/ 4708351 w 13940157"/>
              <a:gd name="connsiteY92" fmla="*/ 7636155 h 9456078"/>
              <a:gd name="connsiteX93" fmla="*/ 4740327 w 13940157"/>
              <a:gd name="connsiteY93" fmla="*/ 7598032 h 9456078"/>
              <a:gd name="connsiteX94" fmla="*/ 4771967 w 13940157"/>
              <a:gd name="connsiteY94" fmla="*/ 7559561 h 9456078"/>
              <a:gd name="connsiteX95" fmla="*/ 4803267 w 13940157"/>
              <a:gd name="connsiteY95" fmla="*/ 7520744 h 9456078"/>
              <a:gd name="connsiteX96" fmla="*/ 4834225 w 13940157"/>
              <a:gd name="connsiteY96" fmla="*/ 7481582 h 9456078"/>
              <a:gd name="connsiteX97" fmla="*/ 4864838 w 13940157"/>
              <a:gd name="connsiteY97" fmla="*/ 7442077 h 9456078"/>
              <a:gd name="connsiteX98" fmla="*/ 8803671 w 13940157"/>
              <a:gd name="connsiteY98" fmla="*/ 2307814 h 9456078"/>
              <a:gd name="connsiteX99" fmla="*/ 8834262 w 13940157"/>
              <a:gd name="connsiteY99" fmla="*/ 2268285 h 9456078"/>
              <a:gd name="connsiteX100" fmla="*/ 8865156 w 13940157"/>
              <a:gd name="connsiteY100" fmla="*/ 2229056 h 9456078"/>
              <a:gd name="connsiteX101" fmla="*/ 8896349 w 13940157"/>
              <a:gd name="connsiteY101" fmla="*/ 2190127 h 9456078"/>
              <a:gd name="connsiteX102" fmla="*/ 8927839 w 13940157"/>
              <a:gd name="connsiteY102" fmla="*/ 2151500 h 9456078"/>
              <a:gd name="connsiteX103" fmla="*/ 8959624 w 13940157"/>
              <a:gd name="connsiteY103" fmla="*/ 2113176 h 9456078"/>
              <a:gd name="connsiteX104" fmla="*/ 8991701 w 13940157"/>
              <a:gd name="connsiteY104" fmla="*/ 2075157 h 9456078"/>
              <a:gd name="connsiteX105" fmla="*/ 9024069 w 13940157"/>
              <a:gd name="connsiteY105" fmla="*/ 2037442 h 9456078"/>
              <a:gd name="connsiteX106" fmla="*/ 9056725 w 13940157"/>
              <a:gd name="connsiteY106" fmla="*/ 2000034 h 9456078"/>
              <a:gd name="connsiteX107" fmla="*/ 9089667 w 13940157"/>
              <a:gd name="connsiteY107" fmla="*/ 1962934 h 9456078"/>
              <a:gd name="connsiteX108" fmla="*/ 9122892 w 13940157"/>
              <a:gd name="connsiteY108" fmla="*/ 1926142 h 9456078"/>
              <a:gd name="connsiteX109" fmla="*/ 9156398 w 13940157"/>
              <a:gd name="connsiteY109" fmla="*/ 1889660 h 9456078"/>
              <a:gd name="connsiteX110" fmla="*/ 9190183 w 13940157"/>
              <a:gd name="connsiteY110" fmla="*/ 1853489 h 9456078"/>
              <a:gd name="connsiteX111" fmla="*/ 9224245 w 13940157"/>
              <a:gd name="connsiteY111" fmla="*/ 1817630 h 9456078"/>
              <a:gd name="connsiteX112" fmla="*/ 9258581 w 13940157"/>
              <a:gd name="connsiteY112" fmla="*/ 1782084 h 9456078"/>
              <a:gd name="connsiteX113" fmla="*/ 9293189 w 13940157"/>
              <a:gd name="connsiteY113" fmla="*/ 1746853 h 9456078"/>
              <a:gd name="connsiteX114" fmla="*/ 9328066 w 13940157"/>
              <a:gd name="connsiteY114" fmla="*/ 1711937 h 9456078"/>
              <a:gd name="connsiteX115" fmla="*/ 9363211 w 13940157"/>
              <a:gd name="connsiteY115" fmla="*/ 1677337 h 9456078"/>
              <a:gd name="connsiteX116" fmla="*/ 9398621 w 13940157"/>
              <a:gd name="connsiteY116" fmla="*/ 1643056 h 9456078"/>
              <a:gd name="connsiteX117" fmla="*/ 9434294 w 13940157"/>
              <a:gd name="connsiteY117" fmla="*/ 1609093 h 9456078"/>
              <a:gd name="connsiteX118" fmla="*/ 9470227 w 13940157"/>
              <a:gd name="connsiteY118" fmla="*/ 1575450 h 9456078"/>
              <a:gd name="connsiteX119" fmla="*/ 9506418 w 13940157"/>
              <a:gd name="connsiteY119" fmla="*/ 1542128 h 9456078"/>
              <a:gd name="connsiteX120" fmla="*/ 9542866 w 13940157"/>
              <a:gd name="connsiteY120" fmla="*/ 1509129 h 9456078"/>
              <a:gd name="connsiteX121" fmla="*/ 9579567 w 13940157"/>
              <a:gd name="connsiteY121" fmla="*/ 1476452 h 9456078"/>
              <a:gd name="connsiteX122" fmla="*/ 9616519 w 13940157"/>
              <a:gd name="connsiteY122" fmla="*/ 1444101 h 9456078"/>
              <a:gd name="connsiteX123" fmla="*/ 9653720 w 13940157"/>
              <a:gd name="connsiteY123" fmla="*/ 1412075 h 9456078"/>
              <a:gd name="connsiteX124" fmla="*/ 9691168 w 13940157"/>
              <a:gd name="connsiteY124" fmla="*/ 1380375 h 9456078"/>
              <a:gd name="connsiteX125" fmla="*/ 9728861 w 13940157"/>
              <a:gd name="connsiteY125" fmla="*/ 1349004 h 9456078"/>
              <a:gd name="connsiteX126" fmla="*/ 9766795 w 13940157"/>
              <a:gd name="connsiteY126" fmla="*/ 1317962 h 9456078"/>
              <a:gd name="connsiteX127" fmla="*/ 9804970 w 13940157"/>
              <a:gd name="connsiteY127" fmla="*/ 1287250 h 9456078"/>
              <a:gd name="connsiteX128" fmla="*/ 9843382 w 13940157"/>
              <a:gd name="connsiteY128" fmla="*/ 1256869 h 9456078"/>
              <a:gd name="connsiteX129" fmla="*/ 9882029 w 13940157"/>
              <a:gd name="connsiteY129" fmla="*/ 1226820 h 9456078"/>
              <a:gd name="connsiteX130" fmla="*/ 9920909 w 13940157"/>
              <a:gd name="connsiteY130" fmla="*/ 1197105 h 9456078"/>
              <a:gd name="connsiteX131" fmla="*/ 9960020 w 13940157"/>
              <a:gd name="connsiteY131" fmla="*/ 1167725 h 9456078"/>
              <a:gd name="connsiteX132" fmla="*/ 9999359 w 13940157"/>
              <a:gd name="connsiteY132" fmla="*/ 1138681 h 9456078"/>
              <a:gd name="connsiteX133" fmla="*/ 10038924 w 13940157"/>
              <a:gd name="connsiteY133" fmla="*/ 1109974 h 9456078"/>
              <a:gd name="connsiteX134" fmla="*/ 10078713 w 13940157"/>
              <a:gd name="connsiteY134" fmla="*/ 1081604 h 9456078"/>
              <a:gd name="connsiteX135" fmla="*/ 10118724 w 13940157"/>
              <a:gd name="connsiteY135" fmla="*/ 1053574 h 9456078"/>
              <a:gd name="connsiteX136" fmla="*/ 10158954 w 13940157"/>
              <a:gd name="connsiteY136" fmla="*/ 1025884 h 9456078"/>
              <a:gd name="connsiteX137" fmla="*/ 10199400 w 13940157"/>
              <a:gd name="connsiteY137" fmla="*/ 998536 h 9456078"/>
              <a:gd name="connsiteX138" fmla="*/ 10240062 w 13940157"/>
              <a:gd name="connsiteY138" fmla="*/ 971530 h 9456078"/>
              <a:gd name="connsiteX139" fmla="*/ 10280935 w 13940157"/>
              <a:gd name="connsiteY139" fmla="*/ 944868 h 9456078"/>
              <a:gd name="connsiteX140" fmla="*/ 10322019 w 13940157"/>
              <a:gd name="connsiteY140" fmla="*/ 918551 h 9456078"/>
              <a:gd name="connsiteX141" fmla="*/ 10363310 w 13940157"/>
              <a:gd name="connsiteY141" fmla="*/ 892580 h 9456078"/>
              <a:gd name="connsiteX142" fmla="*/ 10404807 w 13940157"/>
              <a:gd name="connsiteY142" fmla="*/ 866956 h 9456078"/>
              <a:gd name="connsiteX143" fmla="*/ 10446507 w 13940157"/>
              <a:gd name="connsiteY143" fmla="*/ 841681 h 9456078"/>
              <a:gd name="connsiteX144" fmla="*/ 10488408 w 13940157"/>
              <a:gd name="connsiteY144" fmla="*/ 816754 h 9456078"/>
              <a:gd name="connsiteX145" fmla="*/ 10530507 w 13940157"/>
              <a:gd name="connsiteY145" fmla="*/ 792179 h 9456078"/>
              <a:gd name="connsiteX146" fmla="*/ 10572803 w 13940157"/>
              <a:gd name="connsiteY146" fmla="*/ 767955 h 9456078"/>
              <a:gd name="connsiteX147" fmla="*/ 10615292 w 13940157"/>
              <a:gd name="connsiteY147" fmla="*/ 744083 h 9456078"/>
              <a:gd name="connsiteX148" fmla="*/ 10657973 w 13940157"/>
              <a:gd name="connsiteY148" fmla="*/ 720566 h 9456078"/>
              <a:gd name="connsiteX149" fmla="*/ 10700844 w 13940157"/>
              <a:gd name="connsiteY149" fmla="*/ 697404 h 9456078"/>
              <a:gd name="connsiteX150" fmla="*/ 10743902 w 13940157"/>
              <a:gd name="connsiteY150" fmla="*/ 674598 h 9456078"/>
              <a:gd name="connsiteX151" fmla="*/ 10787144 w 13940157"/>
              <a:gd name="connsiteY151" fmla="*/ 652149 h 9456078"/>
              <a:gd name="connsiteX152" fmla="*/ 10830569 w 13940157"/>
              <a:gd name="connsiteY152" fmla="*/ 630059 h 9456078"/>
              <a:gd name="connsiteX153" fmla="*/ 10874174 w 13940157"/>
              <a:gd name="connsiteY153" fmla="*/ 608328 h 9456078"/>
              <a:gd name="connsiteX154" fmla="*/ 10917957 w 13940157"/>
              <a:gd name="connsiteY154" fmla="*/ 586958 h 9456078"/>
              <a:gd name="connsiteX155" fmla="*/ 10961916 w 13940157"/>
              <a:gd name="connsiteY155" fmla="*/ 565950 h 9456078"/>
              <a:gd name="connsiteX156" fmla="*/ 11006048 w 13940157"/>
              <a:gd name="connsiteY156" fmla="*/ 545304 h 9456078"/>
              <a:gd name="connsiteX157" fmla="*/ 11050351 w 13940157"/>
              <a:gd name="connsiteY157" fmla="*/ 525023 h 9456078"/>
              <a:gd name="connsiteX158" fmla="*/ 11094823 w 13940157"/>
              <a:gd name="connsiteY158" fmla="*/ 505107 h 9456078"/>
              <a:gd name="connsiteX159" fmla="*/ 11139461 w 13940157"/>
              <a:gd name="connsiteY159" fmla="*/ 485558 h 9456078"/>
              <a:gd name="connsiteX160" fmla="*/ 11184263 w 13940157"/>
              <a:gd name="connsiteY160" fmla="*/ 466376 h 9456078"/>
              <a:gd name="connsiteX161" fmla="*/ 11229228 w 13940157"/>
              <a:gd name="connsiteY161" fmla="*/ 447563 h 9456078"/>
              <a:gd name="connsiteX162" fmla="*/ 11274351 w 13940157"/>
              <a:gd name="connsiteY162" fmla="*/ 429119 h 9456078"/>
              <a:gd name="connsiteX163" fmla="*/ 11319632 w 13940157"/>
              <a:gd name="connsiteY163" fmla="*/ 411046 h 9456078"/>
              <a:gd name="connsiteX164" fmla="*/ 11365068 w 13940157"/>
              <a:gd name="connsiteY164" fmla="*/ 393346 h 9456078"/>
              <a:gd name="connsiteX165" fmla="*/ 11410657 w 13940157"/>
              <a:gd name="connsiteY165" fmla="*/ 376018 h 9456078"/>
              <a:gd name="connsiteX166" fmla="*/ 11456396 w 13940157"/>
              <a:gd name="connsiteY166" fmla="*/ 359065 h 9456078"/>
              <a:gd name="connsiteX167" fmla="*/ 11502283 w 13940157"/>
              <a:gd name="connsiteY167" fmla="*/ 342487 h 9456078"/>
              <a:gd name="connsiteX168" fmla="*/ 11548316 w 13940157"/>
              <a:gd name="connsiteY168" fmla="*/ 326286 h 9456078"/>
              <a:gd name="connsiteX169" fmla="*/ 11594492 w 13940157"/>
              <a:gd name="connsiteY169" fmla="*/ 310462 h 9456078"/>
              <a:gd name="connsiteX170" fmla="*/ 11640810 w 13940157"/>
              <a:gd name="connsiteY170" fmla="*/ 295018 h 9456078"/>
              <a:gd name="connsiteX171" fmla="*/ 11687267 w 13940157"/>
              <a:gd name="connsiteY171" fmla="*/ 279953 h 9456078"/>
              <a:gd name="connsiteX172" fmla="*/ 11733860 w 13940157"/>
              <a:gd name="connsiteY172" fmla="*/ 265269 h 9456078"/>
              <a:gd name="connsiteX173" fmla="*/ 11780587 w 13940157"/>
              <a:gd name="connsiteY173" fmla="*/ 250968 h 9456078"/>
              <a:gd name="connsiteX174" fmla="*/ 11827447 w 13940157"/>
              <a:gd name="connsiteY174" fmla="*/ 237049 h 9456078"/>
              <a:gd name="connsiteX175" fmla="*/ 11874436 w 13940157"/>
              <a:gd name="connsiteY175" fmla="*/ 223516 h 9456078"/>
              <a:gd name="connsiteX176" fmla="*/ 11921553 w 13940157"/>
              <a:gd name="connsiteY176" fmla="*/ 210368 h 9456078"/>
              <a:gd name="connsiteX177" fmla="*/ 11968794 w 13940157"/>
              <a:gd name="connsiteY177" fmla="*/ 197606 h 9456078"/>
              <a:gd name="connsiteX178" fmla="*/ 12016159 w 13940157"/>
              <a:gd name="connsiteY178" fmla="*/ 185233 h 9456078"/>
              <a:gd name="connsiteX179" fmla="*/ 12063644 w 13940157"/>
              <a:gd name="connsiteY179" fmla="*/ 173248 h 9456078"/>
              <a:gd name="connsiteX180" fmla="*/ 12111248 w 13940157"/>
              <a:gd name="connsiteY180" fmla="*/ 161654 h 9456078"/>
              <a:gd name="connsiteX181" fmla="*/ 12158967 w 13940157"/>
              <a:gd name="connsiteY181" fmla="*/ 150451 h 9456078"/>
              <a:gd name="connsiteX182" fmla="*/ 12206800 w 13940157"/>
              <a:gd name="connsiteY182" fmla="*/ 139640 h 9456078"/>
              <a:gd name="connsiteX183" fmla="*/ 12254745 w 13940157"/>
              <a:gd name="connsiteY183" fmla="*/ 129223 h 9456078"/>
              <a:gd name="connsiteX184" fmla="*/ 12302799 w 13940157"/>
              <a:gd name="connsiteY184" fmla="*/ 119201 h 9456078"/>
              <a:gd name="connsiteX185" fmla="*/ 12350959 w 13940157"/>
              <a:gd name="connsiteY185" fmla="*/ 109574 h 9456078"/>
              <a:gd name="connsiteX186" fmla="*/ 12399224 w 13940157"/>
              <a:gd name="connsiteY186" fmla="*/ 100344 h 9456078"/>
              <a:gd name="connsiteX187" fmla="*/ 12447591 w 13940157"/>
              <a:gd name="connsiteY187" fmla="*/ 91512 h 9456078"/>
              <a:gd name="connsiteX188" fmla="*/ 12496058 w 13940157"/>
              <a:gd name="connsiteY188" fmla="*/ 83080 h 9456078"/>
              <a:gd name="connsiteX189" fmla="*/ 12544623 w 13940157"/>
              <a:gd name="connsiteY189" fmla="*/ 75047 h 9456078"/>
              <a:gd name="connsiteX190" fmla="*/ 12593283 w 13940157"/>
              <a:gd name="connsiteY190" fmla="*/ 67417 h 9456078"/>
              <a:gd name="connsiteX191" fmla="*/ 12642036 w 13940157"/>
              <a:gd name="connsiteY191" fmla="*/ 60188 h 9456078"/>
              <a:gd name="connsiteX192" fmla="*/ 12690879 w 13940157"/>
              <a:gd name="connsiteY192" fmla="*/ 53364 h 9456078"/>
              <a:gd name="connsiteX193" fmla="*/ 12739811 w 13940157"/>
              <a:gd name="connsiteY193" fmla="*/ 46944 h 9456078"/>
              <a:gd name="connsiteX194" fmla="*/ 12788830 w 13940157"/>
              <a:gd name="connsiteY194" fmla="*/ 40931 h 9456078"/>
              <a:gd name="connsiteX195" fmla="*/ 12837932 w 13940157"/>
              <a:gd name="connsiteY195" fmla="*/ 35324 h 9456078"/>
              <a:gd name="connsiteX196" fmla="*/ 12887116 w 13940157"/>
              <a:gd name="connsiteY196" fmla="*/ 30126 h 9456078"/>
              <a:gd name="connsiteX197" fmla="*/ 12936379 w 13940157"/>
              <a:gd name="connsiteY197" fmla="*/ 25337 h 9456078"/>
              <a:gd name="connsiteX198" fmla="*/ 12985719 w 13940157"/>
              <a:gd name="connsiteY198" fmla="*/ 20958 h 9456078"/>
              <a:gd name="connsiteX199" fmla="*/ 13035133 w 13940157"/>
              <a:gd name="connsiteY199" fmla="*/ 16991 h 9456078"/>
              <a:gd name="connsiteX200" fmla="*/ 13084620 w 13940157"/>
              <a:gd name="connsiteY200" fmla="*/ 13437 h 9456078"/>
              <a:gd name="connsiteX201" fmla="*/ 13134178 w 13940157"/>
              <a:gd name="connsiteY201" fmla="*/ 10297 h 9456078"/>
              <a:gd name="connsiteX202" fmla="*/ 13183803 w 13940157"/>
              <a:gd name="connsiteY202" fmla="*/ 7572 h 9456078"/>
              <a:gd name="connsiteX203" fmla="*/ 13233493 w 13940157"/>
              <a:gd name="connsiteY203" fmla="*/ 5263 h 9456078"/>
              <a:gd name="connsiteX204" fmla="*/ 13283247 w 13940157"/>
              <a:gd name="connsiteY204" fmla="*/ 3371 h 9456078"/>
              <a:gd name="connsiteX205" fmla="*/ 13333061 w 13940157"/>
              <a:gd name="connsiteY205" fmla="*/ 1898 h 9456078"/>
              <a:gd name="connsiteX206" fmla="*/ 13382934 w 13940157"/>
              <a:gd name="connsiteY206" fmla="*/ 844 h 9456078"/>
              <a:gd name="connsiteX207" fmla="*/ 13432864 w 13940157"/>
              <a:gd name="connsiteY207" fmla="*/ 211 h 9456078"/>
              <a:gd name="connsiteX208" fmla="*/ 13482847 w 13940157"/>
              <a:gd name="connsiteY208" fmla="*/ 0 h 9456078"/>
              <a:gd name="connsiteX209" fmla="*/ 13940158 w 13940157"/>
              <a:gd name="connsiteY209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49234 w 13158799"/>
              <a:gd name="connsiteY5" fmla="*/ 9450052 h 9456078"/>
              <a:gd name="connsiteX6" fmla="*/ 298870 w 13158799"/>
              <a:gd name="connsiteY6" fmla="*/ 9447409 h 9456078"/>
              <a:gd name="connsiteX7" fmla="*/ 348429 w 13158799"/>
              <a:gd name="connsiteY7" fmla="*/ 9444290 h 9456078"/>
              <a:gd name="connsiteX8" fmla="*/ 397907 w 13158799"/>
              <a:gd name="connsiteY8" fmla="*/ 9440698 h 9456078"/>
              <a:gd name="connsiteX9" fmla="*/ 447302 w 13158799"/>
              <a:gd name="connsiteY9" fmla="*/ 9436632 h 9456078"/>
              <a:gd name="connsiteX10" fmla="*/ 496610 w 13158799"/>
              <a:gd name="connsiteY10" fmla="*/ 9432096 h 9456078"/>
              <a:gd name="connsiteX11" fmla="*/ 545829 w 13158799"/>
              <a:gd name="connsiteY11" fmla="*/ 9427089 h 9456078"/>
              <a:gd name="connsiteX12" fmla="*/ 594956 w 13158799"/>
              <a:gd name="connsiteY12" fmla="*/ 9421615 h 9456078"/>
              <a:gd name="connsiteX13" fmla="*/ 643987 w 13158799"/>
              <a:gd name="connsiteY13" fmla="*/ 9415673 h 9456078"/>
              <a:gd name="connsiteX14" fmla="*/ 692920 w 13158799"/>
              <a:gd name="connsiteY14" fmla="*/ 9409267 h 9456078"/>
              <a:gd name="connsiteX15" fmla="*/ 741751 w 13158799"/>
              <a:gd name="connsiteY15" fmla="*/ 9402396 h 9456078"/>
              <a:gd name="connsiteX16" fmla="*/ 790478 w 13158799"/>
              <a:gd name="connsiteY16" fmla="*/ 9395063 h 9456078"/>
              <a:gd name="connsiteX17" fmla="*/ 839098 w 13158799"/>
              <a:gd name="connsiteY17" fmla="*/ 9387270 h 9456078"/>
              <a:gd name="connsiteX18" fmla="*/ 887607 w 13158799"/>
              <a:gd name="connsiteY18" fmla="*/ 9379017 h 9456078"/>
              <a:gd name="connsiteX19" fmla="*/ 936002 w 13158799"/>
              <a:gd name="connsiteY19" fmla="*/ 9370306 h 9456078"/>
              <a:gd name="connsiteX20" fmla="*/ 984281 w 13158799"/>
              <a:gd name="connsiteY20" fmla="*/ 9361139 h 9456078"/>
              <a:gd name="connsiteX21" fmla="*/ 1032440 w 13158799"/>
              <a:gd name="connsiteY21" fmla="*/ 9351517 h 9456078"/>
              <a:gd name="connsiteX22" fmla="*/ 1080477 w 13158799"/>
              <a:gd name="connsiteY22" fmla="*/ 9341441 h 9456078"/>
              <a:gd name="connsiteX23" fmla="*/ 1128389 w 13158799"/>
              <a:gd name="connsiteY23" fmla="*/ 9330914 h 9456078"/>
              <a:gd name="connsiteX24" fmla="*/ 1176172 w 13158799"/>
              <a:gd name="connsiteY24" fmla="*/ 9319936 h 9456078"/>
              <a:gd name="connsiteX25" fmla="*/ 1223823 w 13158799"/>
              <a:gd name="connsiteY25" fmla="*/ 9308509 h 9456078"/>
              <a:gd name="connsiteX26" fmla="*/ 1271339 w 13158799"/>
              <a:gd name="connsiteY26" fmla="*/ 9296635 h 9456078"/>
              <a:gd name="connsiteX27" fmla="*/ 1318719 w 13158799"/>
              <a:gd name="connsiteY27" fmla="*/ 9284315 h 9456078"/>
              <a:gd name="connsiteX28" fmla="*/ 1365957 w 13158799"/>
              <a:gd name="connsiteY28" fmla="*/ 9271550 h 9456078"/>
              <a:gd name="connsiteX29" fmla="*/ 1413052 w 13158799"/>
              <a:gd name="connsiteY29" fmla="*/ 9258342 h 9456078"/>
              <a:gd name="connsiteX30" fmla="*/ 1460000 w 13158799"/>
              <a:gd name="connsiteY30" fmla="*/ 9244693 h 9456078"/>
              <a:gd name="connsiteX31" fmla="*/ 1506799 w 13158799"/>
              <a:gd name="connsiteY31" fmla="*/ 9230604 h 9456078"/>
              <a:gd name="connsiteX32" fmla="*/ 1553445 w 13158799"/>
              <a:gd name="connsiteY32" fmla="*/ 9216076 h 9456078"/>
              <a:gd name="connsiteX33" fmla="*/ 1599935 w 13158799"/>
              <a:gd name="connsiteY33" fmla="*/ 9201111 h 9456078"/>
              <a:gd name="connsiteX34" fmla="*/ 1646267 w 13158799"/>
              <a:gd name="connsiteY34" fmla="*/ 9185710 h 9456078"/>
              <a:gd name="connsiteX35" fmla="*/ 1692437 w 13158799"/>
              <a:gd name="connsiteY35" fmla="*/ 9169876 h 9456078"/>
              <a:gd name="connsiteX36" fmla="*/ 1738442 w 13158799"/>
              <a:gd name="connsiteY36" fmla="*/ 9153608 h 9456078"/>
              <a:gd name="connsiteX37" fmla="*/ 1784280 w 13158799"/>
              <a:gd name="connsiteY37" fmla="*/ 9136910 h 9456078"/>
              <a:gd name="connsiteX38" fmla="*/ 1829947 w 13158799"/>
              <a:gd name="connsiteY38" fmla="*/ 9119782 h 9456078"/>
              <a:gd name="connsiteX39" fmla="*/ 1875440 w 13158799"/>
              <a:gd name="connsiteY39" fmla="*/ 9102226 h 9456078"/>
              <a:gd name="connsiteX40" fmla="*/ 1920756 w 13158799"/>
              <a:gd name="connsiteY40" fmla="*/ 9084243 h 9456078"/>
              <a:gd name="connsiteX41" fmla="*/ 1965893 w 13158799"/>
              <a:gd name="connsiteY41" fmla="*/ 9065835 h 9456078"/>
              <a:gd name="connsiteX42" fmla="*/ 2010847 w 13158799"/>
              <a:gd name="connsiteY42" fmla="*/ 9047004 h 9456078"/>
              <a:gd name="connsiteX43" fmla="*/ 2055615 w 13158799"/>
              <a:gd name="connsiteY43" fmla="*/ 9027750 h 9456078"/>
              <a:gd name="connsiteX44" fmla="*/ 2100195 w 13158799"/>
              <a:gd name="connsiteY44" fmla="*/ 9008075 h 9456078"/>
              <a:gd name="connsiteX45" fmla="*/ 2144582 w 13158799"/>
              <a:gd name="connsiteY45" fmla="*/ 8987981 h 9456078"/>
              <a:gd name="connsiteX46" fmla="*/ 2188775 w 13158799"/>
              <a:gd name="connsiteY46" fmla="*/ 8967470 h 9456078"/>
              <a:gd name="connsiteX47" fmla="*/ 2232770 w 13158799"/>
              <a:gd name="connsiteY47" fmla="*/ 8946542 h 9456078"/>
              <a:gd name="connsiteX48" fmla="*/ 2276564 w 13158799"/>
              <a:gd name="connsiteY48" fmla="*/ 8925199 h 9456078"/>
              <a:gd name="connsiteX49" fmla="*/ 2320154 w 13158799"/>
              <a:gd name="connsiteY49" fmla="*/ 8903443 h 9456078"/>
              <a:gd name="connsiteX50" fmla="*/ 2363538 w 13158799"/>
              <a:gd name="connsiteY50" fmla="*/ 8881275 h 9456078"/>
              <a:gd name="connsiteX51" fmla="*/ 2406711 w 13158799"/>
              <a:gd name="connsiteY51" fmla="*/ 8858697 h 9456078"/>
              <a:gd name="connsiteX52" fmla="*/ 2449672 w 13158799"/>
              <a:gd name="connsiteY52" fmla="*/ 8835710 h 9456078"/>
              <a:gd name="connsiteX53" fmla="*/ 2492417 w 13158799"/>
              <a:gd name="connsiteY53" fmla="*/ 8812316 h 9456078"/>
              <a:gd name="connsiteX54" fmla="*/ 2534943 w 13158799"/>
              <a:gd name="connsiteY54" fmla="*/ 8788516 h 9456078"/>
              <a:gd name="connsiteX55" fmla="*/ 2577247 w 13158799"/>
              <a:gd name="connsiteY55" fmla="*/ 8764311 h 9456078"/>
              <a:gd name="connsiteX56" fmla="*/ 2619326 w 13158799"/>
              <a:gd name="connsiteY56" fmla="*/ 8739704 h 9456078"/>
              <a:gd name="connsiteX57" fmla="*/ 2661177 w 13158799"/>
              <a:gd name="connsiteY57" fmla="*/ 8714695 h 9456078"/>
              <a:gd name="connsiteX58" fmla="*/ 2702797 w 13158799"/>
              <a:gd name="connsiteY58" fmla="*/ 8689286 h 9456078"/>
              <a:gd name="connsiteX59" fmla="*/ 2744183 w 13158799"/>
              <a:gd name="connsiteY59" fmla="*/ 8663479 h 9456078"/>
              <a:gd name="connsiteX60" fmla="*/ 2785333 w 13158799"/>
              <a:gd name="connsiteY60" fmla="*/ 8637274 h 9456078"/>
              <a:gd name="connsiteX61" fmla="*/ 2826242 w 13158799"/>
              <a:gd name="connsiteY61" fmla="*/ 8610675 h 9456078"/>
              <a:gd name="connsiteX62" fmla="*/ 2866908 w 13158799"/>
              <a:gd name="connsiteY62" fmla="*/ 8583681 h 9456078"/>
              <a:gd name="connsiteX63" fmla="*/ 2907329 w 13158799"/>
              <a:gd name="connsiteY63" fmla="*/ 8556295 h 9456078"/>
              <a:gd name="connsiteX64" fmla="*/ 2947500 w 13158799"/>
              <a:gd name="connsiteY64" fmla="*/ 8528517 h 9456078"/>
              <a:gd name="connsiteX65" fmla="*/ 2987419 w 13158799"/>
              <a:gd name="connsiteY65" fmla="*/ 8500351 h 9456078"/>
              <a:gd name="connsiteX66" fmla="*/ 3027083 w 13158799"/>
              <a:gd name="connsiteY66" fmla="*/ 8471796 h 9456078"/>
              <a:gd name="connsiteX67" fmla="*/ 3066489 w 13158799"/>
              <a:gd name="connsiteY67" fmla="*/ 8442854 h 9456078"/>
              <a:gd name="connsiteX68" fmla="*/ 3105634 w 13158799"/>
              <a:gd name="connsiteY68" fmla="*/ 8413528 h 9456078"/>
              <a:gd name="connsiteX69" fmla="*/ 3144515 w 13158799"/>
              <a:gd name="connsiteY69" fmla="*/ 8383818 h 9456078"/>
              <a:gd name="connsiteX70" fmla="*/ 3183129 w 13158799"/>
              <a:gd name="connsiteY70" fmla="*/ 8353726 h 9456078"/>
              <a:gd name="connsiteX71" fmla="*/ 3221473 w 13158799"/>
              <a:gd name="connsiteY71" fmla="*/ 8323253 h 9456078"/>
              <a:gd name="connsiteX72" fmla="*/ 3259544 w 13158799"/>
              <a:gd name="connsiteY72" fmla="*/ 8292401 h 9456078"/>
              <a:gd name="connsiteX73" fmla="*/ 3297339 w 13158799"/>
              <a:gd name="connsiteY73" fmla="*/ 8261172 h 9456078"/>
              <a:gd name="connsiteX74" fmla="*/ 3334854 w 13158799"/>
              <a:gd name="connsiteY74" fmla="*/ 8229566 h 9456078"/>
              <a:gd name="connsiteX75" fmla="*/ 3372087 w 13158799"/>
              <a:gd name="connsiteY75" fmla="*/ 8197585 h 9456078"/>
              <a:gd name="connsiteX76" fmla="*/ 3409035 w 13158799"/>
              <a:gd name="connsiteY76" fmla="*/ 8165232 h 9456078"/>
              <a:gd name="connsiteX77" fmla="*/ 3445695 w 13158799"/>
              <a:gd name="connsiteY77" fmla="*/ 8132507 h 9456078"/>
              <a:gd name="connsiteX78" fmla="*/ 3482064 w 13158799"/>
              <a:gd name="connsiteY78" fmla="*/ 8099411 h 9456078"/>
              <a:gd name="connsiteX79" fmla="*/ 3518139 w 13158799"/>
              <a:gd name="connsiteY79" fmla="*/ 8065947 h 9456078"/>
              <a:gd name="connsiteX80" fmla="*/ 3553916 w 13158799"/>
              <a:gd name="connsiteY80" fmla="*/ 8032115 h 9456078"/>
              <a:gd name="connsiteX81" fmla="*/ 3589393 w 13158799"/>
              <a:gd name="connsiteY81" fmla="*/ 7997918 h 9456078"/>
              <a:gd name="connsiteX82" fmla="*/ 3624567 w 13158799"/>
              <a:gd name="connsiteY82" fmla="*/ 7963356 h 9456078"/>
              <a:gd name="connsiteX83" fmla="*/ 3659435 w 13158799"/>
              <a:gd name="connsiteY83" fmla="*/ 7928432 h 9456078"/>
              <a:gd name="connsiteX84" fmla="*/ 3693994 w 13158799"/>
              <a:gd name="connsiteY84" fmla="*/ 7893146 h 9456078"/>
              <a:gd name="connsiteX85" fmla="*/ 3728240 w 13158799"/>
              <a:gd name="connsiteY85" fmla="*/ 7857501 h 9456078"/>
              <a:gd name="connsiteX86" fmla="*/ 3762171 w 13158799"/>
              <a:gd name="connsiteY86" fmla="*/ 7821497 h 9456078"/>
              <a:gd name="connsiteX87" fmla="*/ 3795783 w 13158799"/>
              <a:gd name="connsiteY87" fmla="*/ 7785136 h 9456078"/>
              <a:gd name="connsiteX88" fmla="*/ 3829075 w 13158799"/>
              <a:gd name="connsiteY88" fmla="*/ 7748420 h 9456078"/>
              <a:gd name="connsiteX89" fmla="*/ 3862042 w 13158799"/>
              <a:gd name="connsiteY89" fmla="*/ 7711350 h 9456078"/>
              <a:gd name="connsiteX90" fmla="*/ 3894682 w 13158799"/>
              <a:gd name="connsiteY90" fmla="*/ 7673928 h 9456078"/>
              <a:gd name="connsiteX91" fmla="*/ 3926991 w 13158799"/>
              <a:gd name="connsiteY91" fmla="*/ 7636155 h 9456078"/>
              <a:gd name="connsiteX92" fmla="*/ 3958967 w 13158799"/>
              <a:gd name="connsiteY92" fmla="*/ 7598032 h 9456078"/>
              <a:gd name="connsiteX93" fmla="*/ 3990607 w 13158799"/>
              <a:gd name="connsiteY93" fmla="*/ 7559561 h 9456078"/>
              <a:gd name="connsiteX94" fmla="*/ 4021907 w 13158799"/>
              <a:gd name="connsiteY94" fmla="*/ 7520744 h 9456078"/>
              <a:gd name="connsiteX95" fmla="*/ 4052865 w 13158799"/>
              <a:gd name="connsiteY95" fmla="*/ 7481582 h 9456078"/>
              <a:gd name="connsiteX96" fmla="*/ 4083478 w 13158799"/>
              <a:gd name="connsiteY96" fmla="*/ 7442077 h 9456078"/>
              <a:gd name="connsiteX97" fmla="*/ 8022311 w 13158799"/>
              <a:gd name="connsiteY97" fmla="*/ 2307814 h 9456078"/>
              <a:gd name="connsiteX98" fmla="*/ 8052902 w 13158799"/>
              <a:gd name="connsiteY98" fmla="*/ 2268285 h 9456078"/>
              <a:gd name="connsiteX99" fmla="*/ 8083796 w 13158799"/>
              <a:gd name="connsiteY99" fmla="*/ 2229056 h 9456078"/>
              <a:gd name="connsiteX100" fmla="*/ 8114989 w 13158799"/>
              <a:gd name="connsiteY100" fmla="*/ 2190127 h 9456078"/>
              <a:gd name="connsiteX101" fmla="*/ 8146479 w 13158799"/>
              <a:gd name="connsiteY101" fmla="*/ 2151500 h 9456078"/>
              <a:gd name="connsiteX102" fmla="*/ 8178264 w 13158799"/>
              <a:gd name="connsiteY102" fmla="*/ 2113176 h 9456078"/>
              <a:gd name="connsiteX103" fmla="*/ 8210341 w 13158799"/>
              <a:gd name="connsiteY103" fmla="*/ 2075157 h 9456078"/>
              <a:gd name="connsiteX104" fmla="*/ 8242709 w 13158799"/>
              <a:gd name="connsiteY104" fmla="*/ 2037442 h 9456078"/>
              <a:gd name="connsiteX105" fmla="*/ 8275365 w 13158799"/>
              <a:gd name="connsiteY105" fmla="*/ 2000034 h 9456078"/>
              <a:gd name="connsiteX106" fmla="*/ 8308307 w 13158799"/>
              <a:gd name="connsiteY106" fmla="*/ 1962934 h 9456078"/>
              <a:gd name="connsiteX107" fmla="*/ 8341532 w 13158799"/>
              <a:gd name="connsiteY107" fmla="*/ 1926142 h 9456078"/>
              <a:gd name="connsiteX108" fmla="*/ 8375038 w 13158799"/>
              <a:gd name="connsiteY108" fmla="*/ 1889660 h 9456078"/>
              <a:gd name="connsiteX109" fmla="*/ 8408823 w 13158799"/>
              <a:gd name="connsiteY109" fmla="*/ 1853489 h 9456078"/>
              <a:gd name="connsiteX110" fmla="*/ 8442885 w 13158799"/>
              <a:gd name="connsiteY110" fmla="*/ 1817630 h 9456078"/>
              <a:gd name="connsiteX111" fmla="*/ 8477221 w 13158799"/>
              <a:gd name="connsiteY111" fmla="*/ 1782084 h 9456078"/>
              <a:gd name="connsiteX112" fmla="*/ 8511829 w 13158799"/>
              <a:gd name="connsiteY112" fmla="*/ 1746853 h 9456078"/>
              <a:gd name="connsiteX113" fmla="*/ 8546706 w 13158799"/>
              <a:gd name="connsiteY113" fmla="*/ 1711937 h 9456078"/>
              <a:gd name="connsiteX114" fmla="*/ 8581851 w 13158799"/>
              <a:gd name="connsiteY114" fmla="*/ 1677337 h 9456078"/>
              <a:gd name="connsiteX115" fmla="*/ 8617261 w 13158799"/>
              <a:gd name="connsiteY115" fmla="*/ 1643056 h 9456078"/>
              <a:gd name="connsiteX116" fmla="*/ 8652934 w 13158799"/>
              <a:gd name="connsiteY116" fmla="*/ 1609093 h 9456078"/>
              <a:gd name="connsiteX117" fmla="*/ 8688867 w 13158799"/>
              <a:gd name="connsiteY117" fmla="*/ 1575450 h 9456078"/>
              <a:gd name="connsiteX118" fmla="*/ 8725058 w 13158799"/>
              <a:gd name="connsiteY118" fmla="*/ 1542128 h 9456078"/>
              <a:gd name="connsiteX119" fmla="*/ 8761506 w 13158799"/>
              <a:gd name="connsiteY119" fmla="*/ 1509129 h 9456078"/>
              <a:gd name="connsiteX120" fmla="*/ 8798207 w 13158799"/>
              <a:gd name="connsiteY120" fmla="*/ 1476452 h 9456078"/>
              <a:gd name="connsiteX121" fmla="*/ 8835159 w 13158799"/>
              <a:gd name="connsiteY121" fmla="*/ 1444101 h 9456078"/>
              <a:gd name="connsiteX122" fmla="*/ 8872360 w 13158799"/>
              <a:gd name="connsiteY122" fmla="*/ 1412075 h 9456078"/>
              <a:gd name="connsiteX123" fmla="*/ 8909808 w 13158799"/>
              <a:gd name="connsiteY123" fmla="*/ 1380375 h 9456078"/>
              <a:gd name="connsiteX124" fmla="*/ 8947501 w 13158799"/>
              <a:gd name="connsiteY124" fmla="*/ 1349004 h 9456078"/>
              <a:gd name="connsiteX125" fmla="*/ 8985435 w 13158799"/>
              <a:gd name="connsiteY125" fmla="*/ 1317962 h 9456078"/>
              <a:gd name="connsiteX126" fmla="*/ 9023610 w 13158799"/>
              <a:gd name="connsiteY126" fmla="*/ 1287250 h 9456078"/>
              <a:gd name="connsiteX127" fmla="*/ 9062022 w 13158799"/>
              <a:gd name="connsiteY127" fmla="*/ 1256869 h 9456078"/>
              <a:gd name="connsiteX128" fmla="*/ 9100669 w 13158799"/>
              <a:gd name="connsiteY128" fmla="*/ 1226820 h 9456078"/>
              <a:gd name="connsiteX129" fmla="*/ 9139549 w 13158799"/>
              <a:gd name="connsiteY129" fmla="*/ 1197105 h 9456078"/>
              <a:gd name="connsiteX130" fmla="*/ 9178660 w 13158799"/>
              <a:gd name="connsiteY130" fmla="*/ 1167725 h 9456078"/>
              <a:gd name="connsiteX131" fmla="*/ 9217999 w 13158799"/>
              <a:gd name="connsiteY131" fmla="*/ 1138681 h 9456078"/>
              <a:gd name="connsiteX132" fmla="*/ 9257564 w 13158799"/>
              <a:gd name="connsiteY132" fmla="*/ 1109974 h 9456078"/>
              <a:gd name="connsiteX133" fmla="*/ 9297353 w 13158799"/>
              <a:gd name="connsiteY133" fmla="*/ 1081604 h 9456078"/>
              <a:gd name="connsiteX134" fmla="*/ 9337364 w 13158799"/>
              <a:gd name="connsiteY134" fmla="*/ 1053574 h 9456078"/>
              <a:gd name="connsiteX135" fmla="*/ 9377594 w 13158799"/>
              <a:gd name="connsiteY135" fmla="*/ 1025884 h 9456078"/>
              <a:gd name="connsiteX136" fmla="*/ 9418040 w 13158799"/>
              <a:gd name="connsiteY136" fmla="*/ 998536 h 9456078"/>
              <a:gd name="connsiteX137" fmla="*/ 9458702 w 13158799"/>
              <a:gd name="connsiteY137" fmla="*/ 971530 h 9456078"/>
              <a:gd name="connsiteX138" fmla="*/ 9499575 w 13158799"/>
              <a:gd name="connsiteY138" fmla="*/ 944868 h 9456078"/>
              <a:gd name="connsiteX139" fmla="*/ 9540659 w 13158799"/>
              <a:gd name="connsiteY139" fmla="*/ 918551 h 9456078"/>
              <a:gd name="connsiteX140" fmla="*/ 9581950 w 13158799"/>
              <a:gd name="connsiteY140" fmla="*/ 892580 h 9456078"/>
              <a:gd name="connsiteX141" fmla="*/ 9623447 w 13158799"/>
              <a:gd name="connsiteY141" fmla="*/ 866956 h 9456078"/>
              <a:gd name="connsiteX142" fmla="*/ 9665147 w 13158799"/>
              <a:gd name="connsiteY142" fmla="*/ 841681 h 9456078"/>
              <a:gd name="connsiteX143" fmla="*/ 9707048 w 13158799"/>
              <a:gd name="connsiteY143" fmla="*/ 816754 h 9456078"/>
              <a:gd name="connsiteX144" fmla="*/ 9749147 w 13158799"/>
              <a:gd name="connsiteY144" fmla="*/ 792179 h 9456078"/>
              <a:gd name="connsiteX145" fmla="*/ 9791443 w 13158799"/>
              <a:gd name="connsiteY145" fmla="*/ 767955 h 9456078"/>
              <a:gd name="connsiteX146" fmla="*/ 9833932 w 13158799"/>
              <a:gd name="connsiteY146" fmla="*/ 744083 h 9456078"/>
              <a:gd name="connsiteX147" fmla="*/ 9876613 w 13158799"/>
              <a:gd name="connsiteY147" fmla="*/ 720566 h 9456078"/>
              <a:gd name="connsiteX148" fmla="*/ 9919484 w 13158799"/>
              <a:gd name="connsiteY148" fmla="*/ 697404 h 9456078"/>
              <a:gd name="connsiteX149" fmla="*/ 9962542 w 13158799"/>
              <a:gd name="connsiteY149" fmla="*/ 674598 h 9456078"/>
              <a:gd name="connsiteX150" fmla="*/ 10005784 w 13158799"/>
              <a:gd name="connsiteY150" fmla="*/ 652149 h 9456078"/>
              <a:gd name="connsiteX151" fmla="*/ 10049209 w 13158799"/>
              <a:gd name="connsiteY151" fmla="*/ 630059 h 9456078"/>
              <a:gd name="connsiteX152" fmla="*/ 10092814 w 13158799"/>
              <a:gd name="connsiteY152" fmla="*/ 608328 h 9456078"/>
              <a:gd name="connsiteX153" fmla="*/ 10136597 w 13158799"/>
              <a:gd name="connsiteY153" fmla="*/ 586958 h 9456078"/>
              <a:gd name="connsiteX154" fmla="*/ 10180556 w 13158799"/>
              <a:gd name="connsiteY154" fmla="*/ 565950 h 9456078"/>
              <a:gd name="connsiteX155" fmla="*/ 10224688 w 13158799"/>
              <a:gd name="connsiteY155" fmla="*/ 545304 h 9456078"/>
              <a:gd name="connsiteX156" fmla="*/ 10268991 w 13158799"/>
              <a:gd name="connsiteY156" fmla="*/ 525023 h 9456078"/>
              <a:gd name="connsiteX157" fmla="*/ 10313463 w 13158799"/>
              <a:gd name="connsiteY157" fmla="*/ 505107 h 9456078"/>
              <a:gd name="connsiteX158" fmla="*/ 10358101 w 13158799"/>
              <a:gd name="connsiteY158" fmla="*/ 485558 h 9456078"/>
              <a:gd name="connsiteX159" fmla="*/ 10402903 w 13158799"/>
              <a:gd name="connsiteY159" fmla="*/ 466376 h 9456078"/>
              <a:gd name="connsiteX160" fmla="*/ 10447868 w 13158799"/>
              <a:gd name="connsiteY160" fmla="*/ 447563 h 9456078"/>
              <a:gd name="connsiteX161" fmla="*/ 10492991 w 13158799"/>
              <a:gd name="connsiteY161" fmla="*/ 429119 h 9456078"/>
              <a:gd name="connsiteX162" fmla="*/ 10538272 w 13158799"/>
              <a:gd name="connsiteY162" fmla="*/ 411046 h 9456078"/>
              <a:gd name="connsiteX163" fmla="*/ 10583708 w 13158799"/>
              <a:gd name="connsiteY163" fmla="*/ 393346 h 9456078"/>
              <a:gd name="connsiteX164" fmla="*/ 10629297 w 13158799"/>
              <a:gd name="connsiteY164" fmla="*/ 376018 h 9456078"/>
              <a:gd name="connsiteX165" fmla="*/ 10675036 w 13158799"/>
              <a:gd name="connsiteY165" fmla="*/ 359065 h 9456078"/>
              <a:gd name="connsiteX166" fmla="*/ 10720923 w 13158799"/>
              <a:gd name="connsiteY166" fmla="*/ 342487 h 9456078"/>
              <a:gd name="connsiteX167" fmla="*/ 10766956 w 13158799"/>
              <a:gd name="connsiteY167" fmla="*/ 326286 h 9456078"/>
              <a:gd name="connsiteX168" fmla="*/ 10813132 w 13158799"/>
              <a:gd name="connsiteY168" fmla="*/ 310462 h 9456078"/>
              <a:gd name="connsiteX169" fmla="*/ 10859450 w 13158799"/>
              <a:gd name="connsiteY169" fmla="*/ 295018 h 9456078"/>
              <a:gd name="connsiteX170" fmla="*/ 10905907 w 13158799"/>
              <a:gd name="connsiteY170" fmla="*/ 279953 h 9456078"/>
              <a:gd name="connsiteX171" fmla="*/ 10952500 w 13158799"/>
              <a:gd name="connsiteY171" fmla="*/ 265269 h 9456078"/>
              <a:gd name="connsiteX172" fmla="*/ 10999227 w 13158799"/>
              <a:gd name="connsiteY172" fmla="*/ 250968 h 9456078"/>
              <a:gd name="connsiteX173" fmla="*/ 11046087 w 13158799"/>
              <a:gd name="connsiteY173" fmla="*/ 237049 h 9456078"/>
              <a:gd name="connsiteX174" fmla="*/ 11093076 w 13158799"/>
              <a:gd name="connsiteY174" fmla="*/ 223516 h 9456078"/>
              <a:gd name="connsiteX175" fmla="*/ 11140193 w 13158799"/>
              <a:gd name="connsiteY175" fmla="*/ 210368 h 9456078"/>
              <a:gd name="connsiteX176" fmla="*/ 11187434 w 13158799"/>
              <a:gd name="connsiteY176" fmla="*/ 197606 h 9456078"/>
              <a:gd name="connsiteX177" fmla="*/ 11234799 w 13158799"/>
              <a:gd name="connsiteY177" fmla="*/ 185233 h 9456078"/>
              <a:gd name="connsiteX178" fmla="*/ 11282284 w 13158799"/>
              <a:gd name="connsiteY178" fmla="*/ 173248 h 9456078"/>
              <a:gd name="connsiteX179" fmla="*/ 11329888 w 13158799"/>
              <a:gd name="connsiteY179" fmla="*/ 161654 h 9456078"/>
              <a:gd name="connsiteX180" fmla="*/ 11377607 w 13158799"/>
              <a:gd name="connsiteY180" fmla="*/ 150451 h 9456078"/>
              <a:gd name="connsiteX181" fmla="*/ 11425440 w 13158799"/>
              <a:gd name="connsiteY181" fmla="*/ 139640 h 9456078"/>
              <a:gd name="connsiteX182" fmla="*/ 11473385 w 13158799"/>
              <a:gd name="connsiteY182" fmla="*/ 129223 h 9456078"/>
              <a:gd name="connsiteX183" fmla="*/ 11521439 w 13158799"/>
              <a:gd name="connsiteY183" fmla="*/ 119201 h 9456078"/>
              <a:gd name="connsiteX184" fmla="*/ 11569599 w 13158799"/>
              <a:gd name="connsiteY184" fmla="*/ 109574 h 9456078"/>
              <a:gd name="connsiteX185" fmla="*/ 11617864 w 13158799"/>
              <a:gd name="connsiteY185" fmla="*/ 100344 h 9456078"/>
              <a:gd name="connsiteX186" fmla="*/ 11666231 w 13158799"/>
              <a:gd name="connsiteY186" fmla="*/ 91512 h 9456078"/>
              <a:gd name="connsiteX187" fmla="*/ 11714698 w 13158799"/>
              <a:gd name="connsiteY187" fmla="*/ 83080 h 9456078"/>
              <a:gd name="connsiteX188" fmla="*/ 11763263 w 13158799"/>
              <a:gd name="connsiteY188" fmla="*/ 75047 h 9456078"/>
              <a:gd name="connsiteX189" fmla="*/ 11811923 w 13158799"/>
              <a:gd name="connsiteY189" fmla="*/ 67417 h 9456078"/>
              <a:gd name="connsiteX190" fmla="*/ 11860676 w 13158799"/>
              <a:gd name="connsiteY190" fmla="*/ 60188 h 9456078"/>
              <a:gd name="connsiteX191" fmla="*/ 11909519 w 13158799"/>
              <a:gd name="connsiteY191" fmla="*/ 53364 h 9456078"/>
              <a:gd name="connsiteX192" fmla="*/ 11958451 w 13158799"/>
              <a:gd name="connsiteY192" fmla="*/ 46944 h 9456078"/>
              <a:gd name="connsiteX193" fmla="*/ 12007470 w 13158799"/>
              <a:gd name="connsiteY193" fmla="*/ 40931 h 9456078"/>
              <a:gd name="connsiteX194" fmla="*/ 12056572 w 13158799"/>
              <a:gd name="connsiteY194" fmla="*/ 35324 h 9456078"/>
              <a:gd name="connsiteX195" fmla="*/ 12105756 w 13158799"/>
              <a:gd name="connsiteY195" fmla="*/ 30126 h 9456078"/>
              <a:gd name="connsiteX196" fmla="*/ 12155019 w 13158799"/>
              <a:gd name="connsiteY196" fmla="*/ 25337 h 9456078"/>
              <a:gd name="connsiteX197" fmla="*/ 12204359 w 13158799"/>
              <a:gd name="connsiteY197" fmla="*/ 20958 h 9456078"/>
              <a:gd name="connsiteX198" fmla="*/ 12253773 w 13158799"/>
              <a:gd name="connsiteY198" fmla="*/ 16991 h 9456078"/>
              <a:gd name="connsiteX199" fmla="*/ 12303260 w 13158799"/>
              <a:gd name="connsiteY199" fmla="*/ 13437 h 9456078"/>
              <a:gd name="connsiteX200" fmla="*/ 12352818 w 13158799"/>
              <a:gd name="connsiteY200" fmla="*/ 10297 h 9456078"/>
              <a:gd name="connsiteX201" fmla="*/ 12402443 w 13158799"/>
              <a:gd name="connsiteY201" fmla="*/ 7572 h 9456078"/>
              <a:gd name="connsiteX202" fmla="*/ 12452133 w 13158799"/>
              <a:gd name="connsiteY202" fmla="*/ 5263 h 9456078"/>
              <a:gd name="connsiteX203" fmla="*/ 12501887 w 13158799"/>
              <a:gd name="connsiteY203" fmla="*/ 3371 h 9456078"/>
              <a:gd name="connsiteX204" fmla="*/ 12551701 w 13158799"/>
              <a:gd name="connsiteY204" fmla="*/ 1898 h 9456078"/>
              <a:gd name="connsiteX205" fmla="*/ 12601574 w 13158799"/>
              <a:gd name="connsiteY205" fmla="*/ 844 h 9456078"/>
              <a:gd name="connsiteX206" fmla="*/ 12651504 w 13158799"/>
              <a:gd name="connsiteY206" fmla="*/ 211 h 9456078"/>
              <a:gd name="connsiteX207" fmla="*/ 12701487 w 13158799"/>
              <a:gd name="connsiteY207" fmla="*/ 0 h 9456078"/>
              <a:gd name="connsiteX208" fmla="*/ 13158798 w 13158799"/>
              <a:gd name="connsiteY208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28389 w 13158797"/>
              <a:gd name="connsiteY22" fmla="*/ 9330914 h 9456078"/>
              <a:gd name="connsiteX23" fmla="*/ 1176172 w 13158797"/>
              <a:gd name="connsiteY23" fmla="*/ 9319936 h 9456078"/>
              <a:gd name="connsiteX24" fmla="*/ 1223823 w 13158797"/>
              <a:gd name="connsiteY24" fmla="*/ 9308509 h 9456078"/>
              <a:gd name="connsiteX25" fmla="*/ 1271339 w 13158797"/>
              <a:gd name="connsiteY25" fmla="*/ 9296635 h 9456078"/>
              <a:gd name="connsiteX26" fmla="*/ 1318719 w 13158797"/>
              <a:gd name="connsiteY26" fmla="*/ 9284315 h 9456078"/>
              <a:gd name="connsiteX27" fmla="*/ 1365957 w 13158797"/>
              <a:gd name="connsiteY27" fmla="*/ 9271550 h 9456078"/>
              <a:gd name="connsiteX28" fmla="*/ 1413052 w 13158797"/>
              <a:gd name="connsiteY28" fmla="*/ 9258342 h 9456078"/>
              <a:gd name="connsiteX29" fmla="*/ 1460000 w 13158797"/>
              <a:gd name="connsiteY29" fmla="*/ 9244693 h 9456078"/>
              <a:gd name="connsiteX30" fmla="*/ 1506799 w 13158797"/>
              <a:gd name="connsiteY30" fmla="*/ 9230604 h 9456078"/>
              <a:gd name="connsiteX31" fmla="*/ 1553445 w 13158797"/>
              <a:gd name="connsiteY31" fmla="*/ 9216076 h 9456078"/>
              <a:gd name="connsiteX32" fmla="*/ 1599935 w 13158797"/>
              <a:gd name="connsiteY32" fmla="*/ 9201111 h 9456078"/>
              <a:gd name="connsiteX33" fmla="*/ 1646267 w 13158797"/>
              <a:gd name="connsiteY33" fmla="*/ 9185710 h 9456078"/>
              <a:gd name="connsiteX34" fmla="*/ 1692437 w 13158797"/>
              <a:gd name="connsiteY34" fmla="*/ 9169876 h 9456078"/>
              <a:gd name="connsiteX35" fmla="*/ 1738442 w 13158797"/>
              <a:gd name="connsiteY35" fmla="*/ 9153608 h 9456078"/>
              <a:gd name="connsiteX36" fmla="*/ 1784280 w 13158797"/>
              <a:gd name="connsiteY36" fmla="*/ 9136910 h 9456078"/>
              <a:gd name="connsiteX37" fmla="*/ 1829947 w 13158797"/>
              <a:gd name="connsiteY37" fmla="*/ 9119782 h 9456078"/>
              <a:gd name="connsiteX38" fmla="*/ 1875440 w 13158797"/>
              <a:gd name="connsiteY38" fmla="*/ 9102226 h 9456078"/>
              <a:gd name="connsiteX39" fmla="*/ 1920756 w 13158797"/>
              <a:gd name="connsiteY39" fmla="*/ 9084243 h 9456078"/>
              <a:gd name="connsiteX40" fmla="*/ 1965893 w 13158797"/>
              <a:gd name="connsiteY40" fmla="*/ 9065835 h 9456078"/>
              <a:gd name="connsiteX41" fmla="*/ 2010847 w 13158797"/>
              <a:gd name="connsiteY41" fmla="*/ 9047004 h 9456078"/>
              <a:gd name="connsiteX42" fmla="*/ 2055615 w 13158797"/>
              <a:gd name="connsiteY42" fmla="*/ 9027750 h 9456078"/>
              <a:gd name="connsiteX43" fmla="*/ 2100195 w 13158797"/>
              <a:gd name="connsiteY43" fmla="*/ 9008075 h 9456078"/>
              <a:gd name="connsiteX44" fmla="*/ 2144582 w 13158797"/>
              <a:gd name="connsiteY44" fmla="*/ 8987981 h 9456078"/>
              <a:gd name="connsiteX45" fmla="*/ 2188775 w 13158797"/>
              <a:gd name="connsiteY45" fmla="*/ 8967470 h 9456078"/>
              <a:gd name="connsiteX46" fmla="*/ 2232770 w 13158797"/>
              <a:gd name="connsiteY46" fmla="*/ 8946542 h 9456078"/>
              <a:gd name="connsiteX47" fmla="*/ 2276564 w 13158797"/>
              <a:gd name="connsiteY47" fmla="*/ 8925199 h 9456078"/>
              <a:gd name="connsiteX48" fmla="*/ 2320154 w 13158797"/>
              <a:gd name="connsiteY48" fmla="*/ 8903443 h 9456078"/>
              <a:gd name="connsiteX49" fmla="*/ 2363538 w 13158797"/>
              <a:gd name="connsiteY49" fmla="*/ 8881275 h 9456078"/>
              <a:gd name="connsiteX50" fmla="*/ 2406711 w 13158797"/>
              <a:gd name="connsiteY50" fmla="*/ 8858697 h 9456078"/>
              <a:gd name="connsiteX51" fmla="*/ 2449672 w 13158797"/>
              <a:gd name="connsiteY51" fmla="*/ 8835710 h 9456078"/>
              <a:gd name="connsiteX52" fmla="*/ 2492417 w 13158797"/>
              <a:gd name="connsiteY52" fmla="*/ 8812316 h 9456078"/>
              <a:gd name="connsiteX53" fmla="*/ 2534943 w 13158797"/>
              <a:gd name="connsiteY53" fmla="*/ 8788516 h 9456078"/>
              <a:gd name="connsiteX54" fmla="*/ 2577247 w 13158797"/>
              <a:gd name="connsiteY54" fmla="*/ 8764311 h 9456078"/>
              <a:gd name="connsiteX55" fmla="*/ 2619326 w 13158797"/>
              <a:gd name="connsiteY55" fmla="*/ 8739704 h 9456078"/>
              <a:gd name="connsiteX56" fmla="*/ 2661177 w 13158797"/>
              <a:gd name="connsiteY56" fmla="*/ 8714695 h 9456078"/>
              <a:gd name="connsiteX57" fmla="*/ 2702797 w 13158797"/>
              <a:gd name="connsiteY57" fmla="*/ 8689286 h 9456078"/>
              <a:gd name="connsiteX58" fmla="*/ 2744183 w 13158797"/>
              <a:gd name="connsiteY58" fmla="*/ 8663479 h 9456078"/>
              <a:gd name="connsiteX59" fmla="*/ 2785333 w 13158797"/>
              <a:gd name="connsiteY59" fmla="*/ 8637274 h 9456078"/>
              <a:gd name="connsiteX60" fmla="*/ 2826242 w 13158797"/>
              <a:gd name="connsiteY60" fmla="*/ 8610675 h 9456078"/>
              <a:gd name="connsiteX61" fmla="*/ 2866908 w 13158797"/>
              <a:gd name="connsiteY61" fmla="*/ 8583681 h 9456078"/>
              <a:gd name="connsiteX62" fmla="*/ 2907329 w 13158797"/>
              <a:gd name="connsiteY62" fmla="*/ 8556295 h 9456078"/>
              <a:gd name="connsiteX63" fmla="*/ 2947500 w 13158797"/>
              <a:gd name="connsiteY63" fmla="*/ 8528517 h 9456078"/>
              <a:gd name="connsiteX64" fmla="*/ 2987419 w 13158797"/>
              <a:gd name="connsiteY64" fmla="*/ 8500351 h 9456078"/>
              <a:gd name="connsiteX65" fmla="*/ 3027083 w 13158797"/>
              <a:gd name="connsiteY65" fmla="*/ 8471796 h 9456078"/>
              <a:gd name="connsiteX66" fmla="*/ 3066489 w 13158797"/>
              <a:gd name="connsiteY66" fmla="*/ 8442854 h 9456078"/>
              <a:gd name="connsiteX67" fmla="*/ 3105634 w 13158797"/>
              <a:gd name="connsiteY67" fmla="*/ 8413528 h 9456078"/>
              <a:gd name="connsiteX68" fmla="*/ 3144515 w 13158797"/>
              <a:gd name="connsiteY68" fmla="*/ 8383818 h 9456078"/>
              <a:gd name="connsiteX69" fmla="*/ 3183129 w 13158797"/>
              <a:gd name="connsiteY69" fmla="*/ 8353726 h 9456078"/>
              <a:gd name="connsiteX70" fmla="*/ 3221473 w 13158797"/>
              <a:gd name="connsiteY70" fmla="*/ 8323253 h 9456078"/>
              <a:gd name="connsiteX71" fmla="*/ 3259544 w 13158797"/>
              <a:gd name="connsiteY71" fmla="*/ 8292401 h 9456078"/>
              <a:gd name="connsiteX72" fmla="*/ 3297339 w 13158797"/>
              <a:gd name="connsiteY72" fmla="*/ 8261172 h 9456078"/>
              <a:gd name="connsiteX73" fmla="*/ 3334854 w 13158797"/>
              <a:gd name="connsiteY73" fmla="*/ 8229566 h 9456078"/>
              <a:gd name="connsiteX74" fmla="*/ 3372087 w 13158797"/>
              <a:gd name="connsiteY74" fmla="*/ 8197585 h 9456078"/>
              <a:gd name="connsiteX75" fmla="*/ 3409035 w 13158797"/>
              <a:gd name="connsiteY75" fmla="*/ 8165232 h 9456078"/>
              <a:gd name="connsiteX76" fmla="*/ 3445695 w 13158797"/>
              <a:gd name="connsiteY76" fmla="*/ 8132507 h 9456078"/>
              <a:gd name="connsiteX77" fmla="*/ 3482064 w 13158797"/>
              <a:gd name="connsiteY77" fmla="*/ 8099411 h 9456078"/>
              <a:gd name="connsiteX78" fmla="*/ 3518139 w 13158797"/>
              <a:gd name="connsiteY78" fmla="*/ 8065947 h 9456078"/>
              <a:gd name="connsiteX79" fmla="*/ 3553916 w 13158797"/>
              <a:gd name="connsiteY79" fmla="*/ 8032115 h 9456078"/>
              <a:gd name="connsiteX80" fmla="*/ 3589393 w 13158797"/>
              <a:gd name="connsiteY80" fmla="*/ 7997918 h 9456078"/>
              <a:gd name="connsiteX81" fmla="*/ 3624567 w 13158797"/>
              <a:gd name="connsiteY81" fmla="*/ 7963356 h 9456078"/>
              <a:gd name="connsiteX82" fmla="*/ 3659435 w 13158797"/>
              <a:gd name="connsiteY82" fmla="*/ 7928432 h 9456078"/>
              <a:gd name="connsiteX83" fmla="*/ 3693994 w 13158797"/>
              <a:gd name="connsiteY83" fmla="*/ 7893146 h 9456078"/>
              <a:gd name="connsiteX84" fmla="*/ 3728240 w 13158797"/>
              <a:gd name="connsiteY84" fmla="*/ 7857501 h 9456078"/>
              <a:gd name="connsiteX85" fmla="*/ 3762171 w 13158797"/>
              <a:gd name="connsiteY85" fmla="*/ 7821497 h 9456078"/>
              <a:gd name="connsiteX86" fmla="*/ 3795783 w 13158797"/>
              <a:gd name="connsiteY86" fmla="*/ 7785136 h 9456078"/>
              <a:gd name="connsiteX87" fmla="*/ 3829075 w 13158797"/>
              <a:gd name="connsiteY87" fmla="*/ 7748420 h 9456078"/>
              <a:gd name="connsiteX88" fmla="*/ 3862042 w 13158797"/>
              <a:gd name="connsiteY88" fmla="*/ 7711350 h 9456078"/>
              <a:gd name="connsiteX89" fmla="*/ 3894682 w 13158797"/>
              <a:gd name="connsiteY89" fmla="*/ 7673928 h 9456078"/>
              <a:gd name="connsiteX90" fmla="*/ 3926991 w 13158797"/>
              <a:gd name="connsiteY90" fmla="*/ 7636155 h 9456078"/>
              <a:gd name="connsiteX91" fmla="*/ 3958967 w 13158797"/>
              <a:gd name="connsiteY91" fmla="*/ 7598032 h 9456078"/>
              <a:gd name="connsiteX92" fmla="*/ 3990607 w 13158797"/>
              <a:gd name="connsiteY92" fmla="*/ 7559561 h 9456078"/>
              <a:gd name="connsiteX93" fmla="*/ 4021907 w 13158797"/>
              <a:gd name="connsiteY93" fmla="*/ 7520744 h 9456078"/>
              <a:gd name="connsiteX94" fmla="*/ 4052865 w 13158797"/>
              <a:gd name="connsiteY94" fmla="*/ 7481582 h 9456078"/>
              <a:gd name="connsiteX95" fmla="*/ 4083478 w 13158797"/>
              <a:gd name="connsiteY95" fmla="*/ 7442077 h 9456078"/>
              <a:gd name="connsiteX96" fmla="*/ 8022311 w 13158797"/>
              <a:gd name="connsiteY96" fmla="*/ 2307814 h 9456078"/>
              <a:gd name="connsiteX97" fmla="*/ 8052902 w 13158797"/>
              <a:gd name="connsiteY97" fmla="*/ 2268285 h 9456078"/>
              <a:gd name="connsiteX98" fmla="*/ 8083796 w 13158797"/>
              <a:gd name="connsiteY98" fmla="*/ 2229056 h 9456078"/>
              <a:gd name="connsiteX99" fmla="*/ 8114989 w 13158797"/>
              <a:gd name="connsiteY99" fmla="*/ 2190127 h 9456078"/>
              <a:gd name="connsiteX100" fmla="*/ 8146479 w 13158797"/>
              <a:gd name="connsiteY100" fmla="*/ 2151500 h 9456078"/>
              <a:gd name="connsiteX101" fmla="*/ 8178264 w 13158797"/>
              <a:gd name="connsiteY101" fmla="*/ 2113176 h 9456078"/>
              <a:gd name="connsiteX102" fmla="*/ 8210341 w 13158797"/>
              <a:gd name="connsiteY102" fmla="*/ 2075157 h 9456078"/>
              <a:gd name="connsiteX103" fmla="*/ 8242709 w 13158797"/>
              <a:gd name="connsiteY103" fmla="*/ 2037442 h 9456078"/>
              <a:gd name="connsiteX104" fmla="*/ 8275365 w 13158797"/>
              <a:gd name="connsiteY104" fmla="*/ 2000034 h 9456078"/>
              <a:gd name="connsiteX105" fmla="*/ 8308307 w 13158797"/>
              <a:gd name="connsiteY105" fmla="*/ 1962934 h 9456078"/>
              <a:gd name="connsiteX106" fmla="*/ 8341532 w 13158797"/>
              <a:gd name="connsiteY106" fmla="*/ 1926142 h 9456078"/>
              <a:gd name="connsiteX107" fmla="*/ 8375038 w 13158797"/>
              <a:gd name="connsiteY107" fmla="*/ 1889660 h 9456078"/>
              <a:gd name="connsiteX108" fmla="*/ 8408823 w 13158797"/>
              <a:gd name="connsiteY108" fmla="*/ 1853489 h 9456078"/>
              <a:gd name="connsiteX109" fmla="*/ 8442885 w 13158797"/>
              <a:gd name="connsiteY109" fmla="*/ 1817630 h 9456078"/>
              <a:gd name="connsiteX110" fmla="*/ 8477221 w 13158797"/>
              <a:gd name="connsiteY110" fmla="*/ 1782084 h 9456078"/>
              <a:gd name="connsiteX111" fmla="*/ 8511829 w 13158797"/>
              <a:gd name="connsiteY111" fmla="*/ 1746853 h 9456078"/>
              <a:gd name="connsiteX112" fmla="*/ 8546706 w 13158797"/>
              <a:gd name="connsiteY112" fmla="*/ 1711937 h 9456078"/>
              <a:gd name="connsiteX113" fmla="*/ 8581851 w 13158797"/>
              <a:gd name="connsiteY113" fmla="*/ 1677337 h 9456078"/>
              <a:gd name="connsiteX114" fmla="*/ 8617261 w 13158797"/>
              <a:gd name="connsiteY114" fmla="*/ 1643056 h 9456078"/>
              <a:gd name="connsiteX115" fmla="*/ 8652934 w 13158797"/>
              <a:gd name="connsiteY115" fmla="*/ 1609093 h 9456078"/>
              <a:gd name="connsiteX116" fmla="*/ 8688867 w 13158797"/>
              <a:gd name="connsiteY116" fmla="*/ 1575450 h 9456078"/>
              <a:gd name="connsiteX117" fmla="*/ 8725058 w 13158797"/>
              <a:gd name="connsiteY117" fmla="*/ 1542128 h 9456078"/>
              <a:gd name="connsiteX118" fmla="*/ 8761506 w 13158797"/>
              <a:gd name="connsiteY118" fmla="*/ 1509129 h 9456078"/>
              <a:gd name="connsiteX119" fmla="*/ 8798207 w 13158797"/>
              <a:gd name="connsiteY119" fmla="*/ 1476452 h 9456078"/>
              <a:gd name="connsiteX120" fmla="*/ 8835159 w 13158797"/>
              <a:gd name="connsiteY120" fmla="*/ 1444101 h 9456078"/>
              <a:gd name="connsiteX121" fmla="*/ 8872360 w 13158797"/>
              <a:gd name="connsiteY121" fmla="*/ 1412075 h 9456078"/>
              <a:gd name="connsiteX122" fmla="*/ 8909808 w 13158797"/>
              <a:gd name="connsiteY122" fmla="*/ 1380375 h 9456078"/>
              <a:gd name="connsiteX123" fmla="*/ 8947501 w 13158797"/>
              <a:gd name="connsiteY123" fmla="*/ 1349004 h 9456078"/>
              <a:gd name="connsiteX124" fmla="*/ 8985435 w 13158797"/>
              <a:gd name="connsiteY124" fmla="*/ 1317962 h 9456078"/>
              <a:gd name="connsiteX125" fmla="*/ 9023610 w 13158797"/>
              <a:gd name="connsiteY125" fmla="*/ 1287250 h 9456078"/>
              <a:gd name="connsiteX126" fmla="*/ 9062022 w 13158797"/>
              <a:gd name="connsiteY126" fmla="*/ 1256869 h 9456078"/>
              <a:gd name="connsiteX127" fmla="*/ 9100669 w 13158797"/>
              <a:gd name="connsiteY127" fmla="*/ 1226820 h 9456078"/>
              <a:gd name="connsiteX128" fmla="*/ 9139549 w 13158797"/>
              <a:gd name="connsiteY128" fmla="*/ 1197105 h 9456078"/>
              <a:gd name="connsiteX129" fmla="*/ 9178660 w 13158797"/>
              <a:gd name="connsiteY129" fmla="*/ 1167725 h 9456078"/>
              <a:gd name="connsiteX130" fmla="*/ 9217999 w 13158797"/>
              <a:gd name="connsiteY130" fmla="*/ 1138681 h 9456078"/>
              <a:gd name="connsiteX131" fmla="*/ 9257564 w 13158797"/>
              <a:gd name="connsiteY131" fmla="*/ 1109974 h 9456078"/>
              <a:gd name="connsiteX132" fmla="*/ 9297353 w 13158797"/>
              <a:gd name="connsiteY132" fmla="*/ 1081604 h 9456078"/>
              <a:gd name="connsiteX133" fmla="*/ 9337364 w 13158797"/>
              <a:gd name="connsiteY133" fmla="*/ 1053574 h 9456078"/>
              <a:gd name="connsiteX134" fmla="*/ 9377594 w 13158797"/>
              <a:gd name="connsiteY134" fmla="*/ 1025884 h 9456078"/>
              <a:gd name="connsiteX135" fmla="*/ 9418040 w 13158797"/>
              <a:gd name="connsiteY135" fmla="*/ 998536 h 9456078"/>
              <a:gd name="connsiteX136" fmla="*/ 9458702 w 13158797"/>
              <a:gd name="connsiteY136" fmla="*/ 971530 h 9456078"/>
              <a:gd name="connsiteX137" fmla="*/ 9499575 w 13158797"/>
              <a:gd name="connsiteY137" fmla="*/ 944868 h 9456078"/>
              <a:gd name="connsiteX138" fmla="*/ 9540659 w 13158797"/>
              <a:gd name="connsiteY138" fmla="*/ 918551 h 9456078"/>
              <a:gd name="connsiteX139" fmla="*/ 9581950 w 13158797"/>
              <a:gd name="connsiteY139" fmla="*/ 892580 h 9456078"/>
              <a:gd name="connsiteX140" fmla="*/ 9623447 w 13158797"/>
              <a:gd name="connsiteY140" fmla="*/ 866956 h 9456078"/>
              <a:gd name="connsiteX141" fmla="*/ 9665147 w 13158797"/>
              <a:gd name="connsiteY141" fmla="*/ 841681 h 9456078"/>
              <a:gd name="connsiteX142" fmla="*/ 9707048 w 13158797"/>
              <a:gd name="connsiteY142" fmla="*/ 816754 h 9456078"/>
              <a:gd name="connsiteX143" fmla="*/ 9749147 w 13158797"/>
              <a:gd name="connsiteY143" fmla="*/ 792179 h 9456078"/>
              <a:gd name="connsiteX144" fmla="*/ 9791443 w 13158797"/>
              <a:gd name="connsiteY144" fmla="*/ 767955 h 9456078"/>
              <a:gd name="connsiteX145" fmla="*/ 9833932 w 13158797"/>
              <a:gd name="connsiteY145" fmla="*/ 744083 h 9456078"/>
              <a:gd name="connsiteX146" fmla="*/ 9876613 w 13158797"/>
              <a:gd name="connsiteY146" fmla="*/ 720566 h 9456078"/>
              <a:gd name="connsiteX147" fmla="*/ 9919484 w 13158797"/>
              <a:gd name="connsiteY147" fmla="*/ 697404 h 9456078"/>
              <a:gd name="connsiteX148" fmla="*/ 9962542 w 13158797"/>
              <a:gd name="connsiteY148" fmla="*/ 674598 h 9456078"/>
              <a:gd name="connsiteX149" fmla="*/ 10005784 w 13158797"/>
              <a:gd name="connsiteY149" fmla="*/ 652149 h 9456078"/>
              <a:gd name="connsiteX150" fmla="*/ 10049209 w 13158797"/>
              <a:gd name="connsiteY150" fmla="*/ 630059 h 9456078"/>
              <a:gd name="connsiteX151" fmla="*/ 10092814 w 13158797"/>
              <a:gd name="connsiteY151" fmla="*/ 608328 h 9456078"/>
              <a:gd name="connsiteX152" fmla="*/ 10136597 w 13158797"/>
              <a:gd name="connsiteY152" fmla="*/ 586958 h 9456078"/>
              <a:gd name="connsiteX153" fmla="*/ 10180556 w 13158797"/>
              <a:gd name="connsiteY153" fmla="*/ 565950 h 9456078"/>
              <a:gd name="connsiteX154" fmla="*/ 10224688 w 13158797"/>
              <a:gd name="connsiteY154" fmla="*/ 545304 h 9456078"/>
              <a:gd name="connsiteX155" fmla="*/ 10268991 w 13158797"/>
              <a:gd name="connsiteY155" fmla="*/ 525023 h 9456078"/>
              <a:gd name="connsiteX156" fmla="*/ 10313463 w 13158797"/>
              <a:gd name="connsiteY156" fmla="*/ 505107 h 9456078"/>
              <a:gd name="connsiteX157" fmla="*/ 10358101 w 13158797"/>
              <a:gd name="connsiteY157" fmla="*/ 485558 h 9456078"/>
              <a:gd name="connsiteX158" fmla="*/ 10402903 w 13158797"/>
              <a:gd name="connsiteY158" fmla="*/ 466376 h 9456078"/>
              <a:gd name="connsiteX159" fmla="*/ 10447868 w 13158797"/>
              <a:gd name="connsiteY159" fmla="*/ 447563 h 9456078"/>
              <a:gd name="connsiteX160" fmla="*/ 10492991 w 13158797"/>
              <a:gd name="connsiteY160" fmla="*/ 429119 h 9456078"/>
              <a:gd name="connsiteX161" fmla="*/ 10538272 w 13158797"/>
              <a:gd name="connsiteY161" fmla="*/ 411046 h 9456078"/>
              <a:gd name="connsiteX162" fmla="*/ 10583708 w 13158797"/>
              <a:gd name="connsiteY162" fmla="*/ 393346 h 9456078"/>
              <a:gd name="connsiteX163" fmla="*/ 10629297 w 13158797"/>
              <a:gd name="connsiteY163" fmla="*/ 376018 h 9456078"/>
              <a:gd name="connsiteX164" fmla="*/ 10675036 w 13158797"/>
              <a:gd name="connsiteY164" fmla="*/ 359065 h 9456078"/>
              <a:gd name="connsiteX165" fmla="*/ 10720923 w 13158797"/>
              <a:gd name="connsiteY165" fmla="*/ 342487 h 9456078"/>
              <a:gd name="connsiteX166" fmla="*/ 10766956 w 13158797"/>
              <a:gd name="connsiteY166" fmla="*/ 326286 h 9456078"/>
              <a:gd name="connsiteX167" fmla="*/ 10813132 w 13158797"/>
              <a:gd name="connsiteY167" fmla="*/ 310462 h 9456078"/>
              <a:gd name="connsiteX168" fmla="*/ 10859450 w 13158797"/>
              <a:gd name="connsiteY168" fmla="*/ 295018 h 9456078"/>
              <a:gd name="connsiteX169" fmla="*/ 10905907 w 13158797"/>
              <a:gd name="connsiteY169" fmla="*/ 279953 h 9456078"/>
              <a:gd name="connsiteX170" fmla="*/ 10952500 w 13158797"/>
              <a:gd name="connsiteY170" fmla="*/ 265269 h 9456078"/>
              <a:gd name="connsiteX171" fmla="*/ 10999227 w 13158797"/>
              <a:gd name="connsiteY171" fmla="*/ 250968 h 9456078"/>
              <a:gd name="connsiteX172" fmla="*/ 11046087 w 13158797"/>
              <a:gd name="connsiteY172" fmla="*/ 237049 h 9456078"/>
              <a:gd name="connsiteX173" fmla="*/ 11093076 w 13158797"/>
              <a:gd name="connsiteY173" fmla="*/ 223516 h 9456078"/>
              <a:gd name="connsiteX174" fmla="*/ 11140193 w 13158797"/>
              <a:gd name="connsiteY174" fmla="*/ 210368 h 9456078"/>
              <a:gd name="connsiteX175" fmla="*/ 11187434 w 13158797"/>
              <a:gd name="connsiteY175" fmla="*/ 197606 h 9456078"/>
              <a:gd name="connsiteX176" fmla="*/ 11234799 w 13158797"/>
              <a:gd name="connsiteY176" fmla="*/ 185233 h 9456078"/>
              <a:gd name="connsiteX177" fmla="*/ 11282284 w 13158797"/>
              <a:gd name="connsiteY177" fmla="*/ 173248 h 9456078"/>
              <a:gd name="connsiteX178" fmla="*/ 11329888 w 13158797"/>
              <a:gd name="connsiteY178" fmla="*/ 161654 h 9456078"/>
              <a:gd name="connsiteX179" fmla="*/ 11377607 w 13158797"/>
              <a:gd name="connsiteY179" fmla="*/ 150451 h 9456078"/>
              <a:gd name="connsiteX180" fmla="*/ 11425440 w 13158797"/>
              <a:gd name="connsiteY180" fmla="*/ 139640 h 9456078"/>
              <a:gd name="connsiteX181" fmla="*/ 11473385 w 13158797"/>
              <a:gd name="connsiteY181" fmla="*/ 129223 h 9456078"/>
              <a:gd name="connsiteX182" fmla="*/ 11521439 w 13158797"/>
              <a:gd name="connsiteY182" fmla="*/ 119201 h 9456078"/>
              <a:gd name="connsiteX183" fmla="*/ 11569599 w 13158797"/>
              <a:gd name="connsiteY183" fmla="*/ 109574 h 9456078"/>
              <a:gd name="connsiteX184" fmla="*/ 11617864 w 13158797"/>
              <a:gd name="connsiteY184" fmla="*/ 100344 h 9456078"/>
              <a:gd name="connsiteX185" fmla="*/ 11666231 w 13158797"/>
              <a:gd name="connsiteY185" fmla="*/ 91512 h 9456078"/>
              <a:gd name="connsiteX186" fmla="*/ 11714698 w 13158797"/>
              <a:gd name="connsiteY186" fmla="*/ 83080 h 9456078"/>
              <a:gd name="connsiteX187" fmla="*/ 11763263 w 13158797"/>
              <a:gd name="connsiteY187" fmla="*/ 75047 h 9456078"/>
              <a:gd name="connsiteX188" fmla="*/ 11811923 w 13158797"/>
              <a:gd name="connsiteY188" fmla="*/ 67417 h 9456078"/>
              <a:gd name="connsiteX189" fmla="*/ 11860676 w 13158797"/>
              <a:gd name="connsiteY189" fmla="*/ 60188 h 9456078"/>
              <a:gd name="connsiteX190" fmla="*/ 11909519 w 13158797"/>
              <a:gd name="connsiteY190" fmla="*/ 53364 h 9456078"/>
              <a:gd name="connsiteX191" fmla="*/ 11958451 w 13158797"/>
              <a:gd name="connsiteY191" fmla="*/ 46944 h 9456078"/>
              <a:gd name="connsiteX192" fmla="*/ 12007470 w 13158797"/>
              <a:gd name="connsiteY192" fmla="*/ 40931 h 9456078"/>
              <a:gd name="connsiteX193" fmla="*/ 12056572 w 13158797"/>
              <a:gd name="connsiteY193" fmla="*/ 35324 h 9456078"/>
              <a:gd name="connsiteX194" fmla="*/ 12105756 w 13158797"/>
              <a:gd name="connsiteY194" fmla="*/ 30126 h 9456078"/>
              <a:gd name="connsiteX195" fmla="*/ 12155019 w 13158797"/>
              <a:gd name="connsiteY195" fmla="*/ 25337 h 9456078"/>
              <a:gd name="connsiteX196" fmla="*/ 12204359 w 13158797"/>
              <a:gd name="connsiteY196" fmla="*/ 20958 h 9456078"/>
              <a:gd name="connsiteX197" fmla="*/ 12253773 w 13158797"/>
              <a:gd name="connsiteY197" fmla="*/ 16991 h 9456078"/>
              <a:gd name="connsiteX198" fmla="*/ 12303260 w 13158797"/>
              <a:gd name="connsiteY198" fmla="*/ 13437 h 9456078"/>
              <a:gd name="connsiteX199" fmla="*/ 12352818 w 13158797"/>
              <a:gd name="connsiteY199" fmla="*/ 10297 h 9456078"/>
              <a:gd name="connsiteX200" fmla="*/ 12402443 w 13158797"/>
              <a:gd name="connsiteY200" fmla="*/ 7572 h 9456078"/>
              <a:gd name="connsiteX201" fmla="*/ 12452133 w 13158797"/>
              <a:gd name="connsiteY201" fmla="*/ 5263 h 9456078"/>
              <a:gd name="connsiteX202" fmla="*/ 12501887 w 13158797"/>
              <a:gd name="connsiteY202" fmla="*/ 3371 h 9456078"/>
              <a:gd name="connsiteX203" fmla="*/ 12551701 w 13158797"/>
              <a:gd name="connsiteY203" fmla="*/ 1898 h 9456078"/>
              <a:gd name="connsiteX204" fmla="*/ 12601574 w 13158797"/>
              <a:gd name="connsiteY204" fmla="*/ 844 h 9456078"/>
              <a:gd name="connsiteX205" fmla="*/ 12651504 w 13158797"/>
              <a:gd name="connsiteY205" fmla="*/ 211 h 9456078"/>
              <a:gd name="connsiteX206" fmla="*/ 12701487 w 13158797"/>
              <a:gd name="connsiteY206" fmla="*/ 0 h 9456078"/>
              <a:gd name="connsiteX207" fmla="*/ 13158798 w 13158797"/>
              <a:gd name="connsiteY207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98870 w 13158799"/>
              <a:gd name="connsiteY5" fmla="*/ 9447409 h 9456078"/>
              <a:gd name="connsiteX6" fmla="*/ 348429 w 13158799"/>
              <a:gd name="connsiteY6" fmla="*/ 9444290 h 9456078"/>
              <a:gd name="connsiteX7" fmla="*/ 397907 w 13158799"/>
              <a:gd name="connsiteY7" fmla="*/ 9440698 h 9456078"/>
              <a:gd name="connsiteX8" fmla="*/ 447302 w 13158799"/>
              <a:gd name="connsiteY8" fmla="*/ 9436632 h 9456078"/>
              <a:gd name="connsiteX9" fmla="*/ 496610 w 13158799"/>
              <a:gd name="connsiteY9" fmla="*/ 9432096 h 9456078"/>
              <a:gd name="connsiteX10" fmla="*/ 545829 w 13158799"/>
              <a:gd name="connsiteY10" fmla="*/ 9427089 h 9456078"/>
              <a:gd name="connsiteX11" fmla="*/ 594956 w 13158799"/>
              <a:gd name="connsiteY11" fmla="*/ 9421615 h 9456078"/>
              <a:gd name="connsiteX12" fmla="*/ 643987 w 13158799"/>
              <a:gd name="connsiteY12" fmla="*/ 9415673 h 9456078"/>
              <a:gd name="connsiteX13" fmla="*/ 692920 w 13158799"/>
              <a:gd name="connsiteY13" fmla="*/ 9409267 h 9456078"/>
              <a:gd name="connsiteX14" fmla="*/ 741751 w 13158799"/>
              <a:gd name="connsiteY14" fmla="*/ 9402396 h 9456078"/>
              <a:gd name="connsiteX15" fmla="*/ 790478 w 13158799"/>
              <a:gd name="connsiteY15" fmla="*/ 9395063 h 9456078"/>
              <a:gd name="connsiteX16" fmla="*/ 839098 w 13158799"/>
              <a:gd name="connsiteY16" fmla="*/ 9387270 h 9456078"/>
              <a:gd name="connsiteX17" fmla="*/ 887607 w 13158799"/>
              <a:gd name="connsiteY17" fmla="*/ 9379017 h 9456078"/>
              <a:gd name="connsiteX18" fmla="*/ 936002 w 13158799"/>
              <a:gd name="connsiteY18" fmla="*/ 9370306 h 9456078"/>
              <a:gd name="connsiteX19" fmla="*/ 984281 w 13158799"/>
              <a:gd name="connsiteY19" fmla="*/ 9361139 h 9456078"/>
              <a:gd name="connsiteX20" fmla="*/ 1032440 w 13158799"/>
              <a:gd name="connsiteY20" fmla="*/ 9351517 h 9456078"/>
              <a:gd name="connsiteX21" fmla="*/ 1080477 w 13158799"/>
              <a:gd name="connsiteY21" fmla="*/ 9341441 h 9456078"/>
              <a:gd name="connsiteX22" fmla="*/ 1176172 w 13158799"/>
              <a:gd name="connsiteY22" fmla="*/ 9319936 h 9456078"/>
              <a:gd name="connsiteX23" fmla="*/ 1223823 w 13158799"/>
              <a:gd name="connsiteY23" fmla="*/ 9308509 h 9456078"/>
              <a:gd name="connsiteX24" fmla="*/ 1271339 w 13158799"/>
              <a:gd name="connsiteY24" fmla="*/ 9296635 h 9456078"/>
              <a:gd name="connsiteX25" fmla="*/ 1318719 w 13158799"/>
              <a:gd name="connsiteY25" fmla="*/ 9284315 h 9456078"/>
              <a:gd name="connsiteX26" fmla="*/ 1365957 w 13158799"/>
              <a:gd name="connsiteY26" fmla="*/ 9271550 h 9456078"/>
              <a:gd name="connsiteX27" fmla="*/ 1413052 w 13158799"/>
              <a:gd name="connsiteY27" fmla="*/ 9258342 h 9456078"/>
              <a:gd name="connsiteX28" fmla="*/ 1460000 w 13158799"/>
              <a:gd name="connsiteY28" fmla="*/ 9244693 h 9456078"/>
              <a:gd name="connsiteX29" fmla="*/ 1506799 w 13158799"/>
              <a:gd name="connsiteY29" fmla="*/ 9230604 h 9456078"/>
              <a:gd name="connsiteX30" fmla="*/ 1553445 w 13158799"/>
              <a:gd name="connsiteY30" fmla="*/ 9216076 h 9456078"/>
              <a:gd name="connsiteX31" fmla="*/ 1599935 w 13158799"/>
              <a:gd name="connsiteY31" fmla="*/ 9201111 h 9456078"/>
              <a:gd name="connsiteX32" fmla="*/ 1646267 w 13158799"/>
              <a:gd name="connsiteY32" fmla="*/ 9185710 h 9456078"/>
              <a:gd name="connsiteX33" fmla="*/ 1692437 w 13158799"/>
              <a:gd name="connsiteY33" fmla="*/ 9169876 h 9456078"/>
              <a:gd name="connsiteX34" fmla="*/ 1738442 w 13158799"/>
              <a:gd name="connsiteY34" fmla="*/ 9153608 h 9456078"/>
              <a:gd name="connsiteX35" fmla="*/ 1784280 w 13158799"/>
              <a:gd name="connsiteY35" fmla="*/ 9136910 h 9456078"/>
              <a:gd name="connsiteX36" fmla="*/ 1829947 w 13158799"/>
              <a:gd name="connsiteY36" fmla="*/ 9119782 h 9456078"/>
              <a:gd name="connsiteX37" fmla="*/ 1875440 w 13158799"/>
              <a:gd name="connsiteY37" fmla="*/ 9102226 h 9456078"/>
              <a:gd name="connsiteX38" fmla="*/ 1920756 w 13158799"/>
              <a:gd name="connsiteY38" fmla="*/ 9084243 h 9456078"/>
              <a:gd name="connsiteX39" fmla="*/ 1965893 w 13158799"/>
              <a:gd name="connsiteY39" fmla="*/ 9065835 h 9456078"/>
              <a:gd name="connsiteX40" fmla="*/ 2010847 w 13158799"/>
              <a:gd name="connsiteY40" fmla="*/ 9047004 h 9456078"/>
              <a:gd name="connsiteX41" fmla="*/ 2055615 w 13158799"/>
              <a:gd name="connsiteY41" fmla="*/ 9027750 h 9456078"/>
              <a:gd name="connsiteX42" fmla="*/ 2100195 w 13158799"/>
              <a:gd name="connsiteY42" fmla="*/ 9008075 h 9456078"/>
              <a:gd name="connsiteX43" fmla="*/ 2144582 w 13158799"/>
              <a:gd name="connsiteY43" fmla="*/ 8987981 h 9456078"/>
              <a:gd name="connsiteX44" fmla="*/ 2188775 w 13158799"/>
              <a:gd name="connsiteY44" fmla="*/ 8967470 h 9456078"/>
              <a:gd name="connsiteX45" fmla="*/ 2232770 w 13158799"/>
              <a:gd name="connsiteY45" fmla="*/ 8946542 h 9456078"/>
              <a:gd name="connsiteX46" fmla="*/ 2276564 w 13158799"/>
              <a:gd name="connsiteY46" fmla="*/ 8925199 h 9456078"/>
              <a:gd name="connsiteX47" fmla="*/ 2320154 w 13158799"/>
              <a:gd name="connsiteY47" fmla="*/ 8903443 h 9456078"/>
              <a:gd name="connsiteX48" fmla="*/ 2363538 w 13158799"/>
              <a:gd name="connsiteY48" fmla="*/ 8881275 h 9456078"/>
              <a:gd name="connsiteX49" fmla="*/ 2406711 w 13158799"/>
              <a:gd name="connsiteY49" fmla="*/ 8858697 h 9456078"/>
              <a:gd name="connsiteX50" fmla="*/ 2449672 w 13158799"/>
              <a:gd name="connsiteY50" fmla="*/ 8835710 h 9456078"/>
              <a:gd name="connsiteX51" fmla="*/ 2492417 w 13158799"/>
              <a:gd name="connsiteY51" fmla="*/ 8812316 h 9456078"/>
              <a:gd name="connsiteX52" fmla="*/ 2534943 w 13158799"/>
              <a:gd name="connsiteY52" fmla="*/ 8788516 h 9456078"/>
              <a:gd name="connsiteX53" fmla="*/ 2577247 w 13158799"/>
              <a:gd name="connsiteY53" fmla="*/ 8764311 h 9456078"/>
              <a:gd name="connsiteX54" fmla="*/ 2619326 w 13158799"/>
              <a:gd name="connsiteY54" fmla="*/ 8739704 h 9456078"/>
              <a:gd name="connsiteX55" fmla="*/ 2661177 w 13158799"/>
              <a:gd name="connsiteY55" fmla="*/ 8714695 h 9456078"/>
              <a:gd name="connsiteX56" fmla="*/ 2702797 w 13158799"/>
              <a:gd name="connsiteY56" fmla="*/ 8689286 h 9456078"/>
              <a:gd name="connsiteX57" fmla="*/ 2744183 w 13158799"/>
              <a:gd name="connsiteY57" fmla="*/ 8663479 h 9456078"/>
              <a:gd name="connsiteX58" fmla="*/ 2785333 w 13158799"/>
              <a:gd name="connsiteY58" fmla="*/ 8637274 h 9456078"/>
              <a:gd name="connsiteX59" fmla="*/ 2826242 w 13158799"/>
              <a:gd name="connsiteY59" fmla="*/ 8610675 h 9456078"/>
              <a:gd name="connsiteX60" fmla="*/ 2866908 w 13158799"/>
              <a:gd name="connsiteY60" fmla="*/ 8583681 h 9456078"/>
              <a:gd name="connsiteX61" fmla="*/ 2907329 w 13158799"/>
              <a:gd name="connsiteY61" fmla="*/ 8556295 h 9456078"/>
              <a:gd name="connsiteX62" fmla="*/ 2947500 w 13158799"/>
              <a:gd name="connsiteY62" fmla="*/ 8528517 h 9456078"/>
              <a:gd name="connsiteX63" fmla="*/ 2987419 w 13158799"/>
              <a:gd name="connsiteY63" fmla="*/ 8500351 h 9456078"/>
              <a:gd name="connsiteX64" fmla="*/ 3027083 w 13158799"/>
              <a:gd name="connsiteY64" fmla="*/ 8471796 h 9456078"/>
              <a:gd name="connsiteX65" fmla="*/ 3066489 w 13158799"/>
              <a:gd name="connsiteY65" fmla="*/ 8442854 h 9456078"/>
              <a:gd name="connsiteX66" fmla="*/ 3105634 w 13158799"/>
              <a:gd name="connsiteY66" fmla="*/ 8413528 h 9456078"/>
              <a:gd name="connsiteX67" fmla="*/ 3144515 w 13158799"/>
              <a:gd name="connsiteY67" fmla="*/ 8383818 h 9456078"/>
              <a:gd name="connsiteX68" fmla="*/ 3183129 w 13158799"/>
              <a:gd name="connsiteY68" fmla="*/ 8353726 h 9456078"/>
              <a:gd name="connsiteX69" fmla="*/ 3221473 w 13158799"/>
              <a:gd name="connsiteY69" fmla="*/ 8323253 h 9456078"/>
              <a:gd name="connsiteX70" fmla="*/ 3259544 w 13158799"/>
              <a:gd name="connsiteY70" fmla="*/ 8292401 h 9456078"/>
              <a:gd name="connsiteX71" fmla="*/ 3297339 w 13158799"/>
              <a:gd name="connsiteY71" fmla="*/ 8261172 h 9456078"/>
              <a:gd name="connsiteX72" fmla="*/ 3334854 w 13158799"/>
              <a:gd name="connsiteY72" fmla="*/ 8229566 h 9456078"/>
              <a:gd name="connsiteX73" fmla="*/ 3372087 w 13158799"/>
              <a:gd name="connsiteY73" fmla="*/ 8197585 h 9456078"/>
              <a:gd name="connsiteX74" fmla="*/ 3409035 w 13158799"/>
              <a:gd name="connsiteY74" fmla="*/ 8165232 h 9456078"/>
              <a:gd name="connsiteX75" fmla="*/ 3445695 w 13158799"/>
              <a:gd name="connsiteY75" fmla="*/ 8132507 h 9456078"/>
              <a:gd name="connsiteX76" fmla="*/ 3482064 w 13158799"/>
              <a:gd name="connsiteY76" fmla="*/ 8099411 h 9456078"/>
              <a:gd name="connsiteX77" fmla="*/ 3518139 w 13158799"/>
              <a:gd name="connsiteY77" fmla="*/ 8065947 h 9456078"/>
              <a:gd name="connsiteX78" fmla="*/ 3553916 w 13158799"/>
              <a:gd name="connsiteY78" fmla="*/ 8032115 h 9456078"/>
              <a:gd name="connsiteX79" fmla="*/ 3589393 w 13158799"/>
              <a:gd name="connsiteY79" fmla="*/ 7997918 h 9456078"/>
              <a:gd name="connsiteX80" fmla="*/ 3624567 w 13158799"/>
              <a:gd name="connsiteY80" fmla="*/ 7963356 h 9456078"/>
              <a:gd name="connsiteX81" fmla="*/ 3659435 w 13158799"/>
              <a:gd name="connsiteY81" fmla="*/ 7928432 h 9456078"/>
              <a:gd name="connsiteX82" fmla="*/ 3693994 w 13158799"/>
              <a:gd name="connsiteY82" fmla="*/ 7893146 h 9456078"/>
              <a:gd name="connsiteX83" fmla="*/ 3728240 w 13158799"/>
              <a:gd name="connsiteY83" fmla="*/ 7857501 h 9456078"/>
              <a:gd name="connsiteX84" fmla="*/ 3762171 w 13158799"/>
              <a:gd name="connsiteY84" fmla="*/ 7821497 h 9456078"/>
              <a:gd name="connsiteX85" fmla="*/ 3795783 w 13158799"/>
              <a:gd name="connsiteY85" fmla="*/ 7785136 h 9456078"/>
              <a:gd name="connsiteX86" fmla="*/ 3829075 w 13158799"/>
              <a:gd name="connsiteY86" fmla="*/ 7748420 h 9456078"/>
              <a:gd name="connsiteX87" fmla="*/ 3862042 w 13158799"/>
              <a:gd name="connsiteY87" fmla="*/ 7711350 h 9456078"/>
              <a:gd name="connsiteX88" fmla="*/ 3894682 w 13158799"/>
              <a:gd name="connsiteY88" fmla="*/ 7673928 h 9456078"/>
              <a:gd name="connsiteX89" fmla="*/ 3926991 w 13158799"/>
              <a:gd name="connsiteY89" fmla="*/ 7636155 h 9456078"/>
              <a:gd name="connsiteX90" fmla="*/ 3958967 w 13158799"/>
              <a:gd name="connsiteY90" fmla="*/ 7598032 h 9456078"/>
              <a:gd name="connsiteX91" fmla="*/ 3990607 w 13158799"/>
              <a:gd name="connsiteY91" fmla="*/ 7559561 h 9456078"/>
              <a:gd name="connsiteX92" fmla="*/ 4021907 w 13158799"/>
              <a:gd name="connsiteY92" fmla="*/ 7520744 h 9456078"/>
              <a:gd name="connsiteX93" fmla="*/ 4052865 w 13158799"/>
              <a:gd name="connsiteY93" fmla="*/ 7481582 h 9456078"/>
              <a:gd name="connsiteX94" fmla="*/ 4083478 w 13158799"/>
              <a:gd name="connsiteY94" fmla="*/ 7442077 h 9456078"/>
              <a:gd name="connsiteX95" fmla="*/ 8022311 w 13158799"/>
              <a:gd name="connsiteY95" fmla="*/ 2307814 h 9456078"/>
              <a:gd name="connsiteX96" fmla="*/ 8052902 w 13158799"/>
              <a:gd name="connsiteY96" fmla="*/ 2268285 h 9456078"/>
              <a:gd name="connsiteX97" fmla="*/ 8083796 w 13158799"/>
              <a:gd name="connsiteY97" fmla="*/ 2229056 h 9456078"/>
              <a:gd name="connsiteX98" fmla="*/ 8114989 w 13158799"/>
              <a:gd name="connsiteY98" fmla="*/ 2190127 h 9456078"/>
              <a:gd name="connsiteX99" fmla="*/ 8146479 w 13158799"/>
              <a:gd name="connsiteY99" fmla="*/ 2151500 h 9456078"/>
              <a:gd name="connsiteX100" fmla="*/ 8178264 w 13158799"/>
              <a:gd name="connsiteY100" fmla="*/ 2113176 h 9456078"/>
              <a:gd name="connsiteX101" fmla="*/ 8210341 w 13158799"/>
              <a:gd name="connsiteY101" fmla="*/ 2075157 h 9456078"/>
              <a:gd name="connsiteX102" fmla="*/ 8242709 w 13158799"/>
              <a:gd name="connsiteY102" fmla="*/ 2037442 h 9456078"/>
              <a:gd name="connsiteX103" fmla="*/ 8275365 w 13158799"/>
              <a:gd name="connsiteY103" fmla="*/ 2000034 h 9456078"/>
              <a:gd name="connsiteX104" fmla="*/ 8308307 w 13158799"/>
              <a:gd name="connsiteY104" fmla="*/ 1962934 h 9456078"/>
              <a:gd name="connsiteX105" fmla="*/ 8341532 w 13158799"/>
              <a:gd name="connsiteY105" fmla="*/ 1926142 h 9456078"/>
              <a:gd name="connsiteX106" fmla="*/ 8375038 w 13158799"/>
              <a:gd name="connsiteY106" fmla="*/ 1889660 h 9456078"/>
              <a:gd name="connsiteX107" fmla="*/ 8408823 w 13158799"/>
              <a:gd name="connsiteY107" fmla="*/ 1853489 h 9456078"/>
              <a:gd name="connsiteX108" fmla="*/ 8442885 w 13158799"/>
              <a:gd name="connsiteY108" fmla="*/ 1817630 h 9456078"/>
              <a:gd name="connsiteX109" fmla="*/ 8477221 w 13158799"/>
              <a:gd name="connsiteY109" fmla="*/ 1782084 h 9456078"/>
              <a:gd name="connsiteX110" fmla="*/ 8511829 w 13158799"/>
              <a:gd name="connsiteY110" fmla="*/ 1746853 h 9456078"/>
              <a:gd name="connsiteX111" fmla="*/ 8546706 w 13158799"/>
              <a:gd name="connsiteY111" fmla="*/ 1711937 h 9456078"/>
              <a:gd name="connsiteX112" fmla="*/ 8581851 w 13158799"/>
              <a:gd name="connsiteY112" fmla="*/ 1677337 h 9456078"/>
              <a:gd name="connsiteX113" fmla="*/ 8617261 w 13158799"/>
              <a:gd name="connsiteY113" fmla="*/ 1643056 h 9456078"/>
              <a:gd name="connsiteX114" fmla="*/ 8652934 w 13158799"/>
              <a:gd name="connsiteY114" fmla="*/ 1609093 h 9456078"/>
              <a:gd name="connsiteX115" fmla="*/ 8688867 w 13158799"/>
              <a:gd name="connsiteY115" fmla="*/ 1575450 h 9456078"/>
              <a:gd name="connsiteX116" fmla="*/ 8725058 w 13158799"/>
              <a:gd name="connsiteY116" fmla="*/ 1542128 h 9456078"/>
              <a:gd name="connsiteX117" fmla="*/ 8761506 w 13158799"/>
              <a:gd name="connsiteY117" fmla="*/ 1509129 h 9456078"/>
              <a:gd name="connsiteX118" fmla="*/ 8798207 w 13158799"/>
              <a:gd name="connsiteY118" fmla="*/ 1476452 h 9456078"/>
              <a:gd name="connsiteX119" fmla="*/ 8835159 w 13158799"/>
              <a:gd name="connsiteY119" fmla="*/ 1444101 h 9456078"/>
              <a:gd name="connsiteX120" fmla="*/ 8872360 w 13158799"/>
              <a:gd name="connsiteY120" fmla="*/ 1412075 h 9456078"/>
              <a:gd name="connsiteX121" fmla="*/ 8909808 w 13158799"/>
              <a:gd name="connsiteY121" fmla="*/ 1380375 h 9456078"/>
              <a:gd name="connsiteX122" fmla="*/ 8947501 w 13158799"/>
              <a:gd name="connsiteY122" fmla="*/ 1349004 h 9456078"/>
              <a:gd name="connsiteX123" fmla="*/ 8985435 w 13158799"/>
              <a:gd name="connsiteY123" fmla="*/ 1317962 h 9456078"/>
              <a:gd name="connsiteX124" fmla="*/ 9023610 w 13158799"/>
              <a:gd name="connsiteY124" fmla="*/ 1287250 h 9456078"/>
              <a:gd name="connsiteX125" fmla="*/ 9062022 w 13158799"/>
              <a:gd name="connsiteY125" fmla="*/ 1256869 h 9456078"/>
              <a:gd name="connsiteX126" fmla="*/ 9100669 w 13158799"/>
              <a:gd name="connsiteY126" fmla="*/ 1226820 h 9456078"/>
              <a:gd name="connsiteX127" fmla="*/ 9139549 w 13158799"/>
              <a:gd name="connsiteY127" fmla="*/ 1197105 h 9456078"/>
              <a:gd name="connsiteX128" fmla="*/ 9178660 w 13158799"/>
              <a:gd name="connsiteY128" fmla="*/ 1167725 h 9456078"/>
              <a:gd name="connsiteX129" fmla="*/ 9217999 w 13158799"/>
              <a:gd name="connsiteY129" fmla="*/ 1138681 h 9456078"/>
              <a:gd name="connsiteX130" fmla="*/ 9257564 w 13158799"/>
              <a:gd name="connsiteY130" fmla="*/ 1109974 h 9456078"/>
              <a:gd name="connsiteX131" fmla="*/ 9297353 w 13158799"/>
              <a:gd name="connsiteY131" fmla="*/ 1081604 h 9456078"/>
              <a:gd name="connsiteX132" fmla="*/ 9337364 w 13158799"/>
              <a:gd name="connsiteY132" fmla="*/ 1053574 h 9456078"/>
              <a:gd name="connsiteX133" fmla="*/ 9377594 w 13158799"/>
              <a:gd name="connsiteY133" fmla="*/ 1025884 h 9456078"/>
              <a:gd name="connsiteX134" fmla="*/ 9418040 w 13158799"/>
              <a:gd name="connsiteY134" fmla="*/ 998536 h 9456078"/>
              <a:gd name="connsiteX135" fmla="*/ 9458702 w 13158799"/>
              <a:gd name="connsiteY135" fmla="*/ 971530 h 9456078"/>
              <a:gd name="connsiteX136" fmla="*/ 9499575 w 13158799"/>
              <a:gd name="connsiteY136" fmla="*/ 944868 h 9456078"/>
              <a:gd name="connsiteX137" fmla="*/ 9540659 w 13158799"/>
              <a:gd name="connsiteY137" fmla="*/ 918551 h 9456078"/>
              <a:gd name="connsiteX138" fmla="*/ 9581950 w 13158799"/>
              <a:gd name="connsiteY138" fmla="*/ 892580 h 9456078"/>
              <a:gd name="connsiteX139" fmla="*/ 9623447 w 13158799"/>
              <a:gd name="connsiteY139" fmla="*/ 866956 h 9456078"/>
              <a:gd name="connsiteX140" fmla="*/ 9665147 w 13158799"/>
              <a:gd name="connsiteY140" fmla="*/ 841681 h 9456078"/>
              <a:gd name="connsiteX141" fmla="*/ 9707048 w 13158799"/>
              <a:gd name="connsiteY141" fmla="*/ 816754 h 9456078"/>
              <a:gd name="connsiteX142" fmla="*/ 9749147 w 13158799"/>
              <a:gd name="connsiteY142" fmla="*/ 792179 h 9456078"/>
              <a:gd name="connsiteX143" fmla="*/ 9791443 w 13158799"/>
              <a:gd name="connsiteY143" fmla="*/ 767955 h 9456078"/>
              <a:gd name="connsiteX144" fmla="*/ 9833932 w 13158799"/>
              <a:gd name="connsiteY144" fmla="*/ 744083 h 9456078"/>
              <a:gd name="connsiteX145" fmla="*/ 9876613 w 13158799"/>
              <a:gd name="connsiteY145" fmla="*/ 720566 h 9456078"/>
              <a:gd name="connsiteX146" fmla="*/ 9919484 w 13158799"/>
              <a:gd name="connsiteY146" fmla="*/ 697404 h 9456078"/>
              <a:gd name="connsiteX147" fmla="*/ 9962542 w 13158799"/>
              <a:gd name="connsiteY147" fmla="*/ 674598 h 9456078"/>
              <a:gd name="connsiteX148" fmla="*/ 10005784 w 13158799"/>
              <a:gd name="connsiteY148" fmla="*/ 652149 h 9456078"/>
              <a:gd name="connsiteX149" fmla="*/ 10049209 w 13158799"/>
              <a:gd name="connsiteY149" fmla="*/ 630059 h 9456078"/>
              <a:gd name="connsiteX150" fmla="*/ 10092814 w 13158799"/>
              <a:gd name="connsiteY150" fmla="*/ 608328 h 9456078"/>
              <a:gd name="connsiteX151" fmla="*/ 10136597 w 13158799"/>
              <a:gd name="connsiteY151" fmla="*/ 586958 h 9456078"/>
              <a:gd name="connsiteX152" fmla="*/ 10180556 w 13158799"/>
              <a:gd name="connsiteY152" fmla="*/ 565950 h 9456078"/>
              <a:gd name="connsiteX153" fmla="*/ 10224688 w 13158799"/>
              <a:gd name="connsiteY153" fmla="*/ 545304 h 9456078"/>
              <a:gd name="connsiteX154" fmla="*/ 10268991 w 13158799"/>
              <a:gd name="connsiteY154" fmla="*/ 525023 h 9456078"/>
              <a:gd name="connsiteX155" fmla="*/ 10313463 w 13158799"/>
              <a:gd name="connsiteY155" fmla="*/ 505107 h 9456078"/>
              <a:gd name="connsiteX156" fmla="*/ 10358101 w 13158799"/>
              <a:gd name="connsiteY156" fmla="*/ 485558 h 9456078"/>
              <a:gd name="connsiteX157" fmla="*/ 10402903 w 13158799"/>
              <a:gd name="connsiteY157" fmla="*/ 466376 h 9456078"/>
              <a:gd name="connsiteX158" fmla="*/ 10447868 w 13158799"/>
              <a:gd name="connsiteY158" fmla="*/ 447563 h 9456078"/>
              <a:gd name="connsiteX159" fmla="*/ 10492991 w 13158799"/>
              <a:gd name="connsiteY159" fmla="*/ 429119 h 9456078"/>
              <a:gd name="connsiteX160" fmla="*/ 10538272 w 13158799"/>
              <a:gd name="connsiteY160" fmla="*/ 411046 h 9456078"/>
              <a:gd name="connsiteX161" fmla="*/ 10583708 w 13158799"/>
              <a:gd name="connsiteY161" fmla="*/ 393346 h 9456078"/>
              <a:gd name="connsiteX162" fmla="*/ 10629297 w 13158799"/>
              <a:gd name="connsiteY162" fmla="*/ 376018 h 9456078"/>
              <a:gd name="connsiteX163" fmla="*/ 10675036 w 13158799"/>
              <a:gd name="connsiteY163" fmla="*/ 359065 h 9456078"/>
              <a:gd name="connsiteX164" fmla="*/ 10720923 w 13158799"/>
              <a:gd name="connsiteY164" fmla="*/ 342487 h 9456078"/>
              <a:gd name="connsiteX165" fmla="*/ 10766956 w 13158799"/>
              <a:gd name="connsiteY165" fmla="*/ 326286 h 9456078"/>
              <a:gd name="connsiteX166" fmla="*/ 10813132 w 13158799"/>
              <a:gd name="connsiteY166" fmla="*/ 310462 h 9456078"/>
              <a:gd name="connsiteX167" fmla="*/ 10859450 w 13158799"/>
              <a:gd name="connsiteY167" fmla="*/ 295018 h 9456078"/>
              <a:gd name="connsiteX168" fmla="*/ 10905907 w 13158799"/>
              <a:gd name="connsiteY168" fmla="*/ 279953 h 9456078"/>
              <a:gd name="connsiteX169" fmla="*/ 10952500 w 13158799"/>
              <a:gd name="connsiteY169" fmla="*/ 265269 h 9456078"/>
              <a:gd name="connsiteX170" fmla="*/ 10999227 w 13158799"/>
              <a:gd name="connsiteY170" fmla="*/ 250968 h 9456078"/>
              <a:gd name="connsiteX171" fmla="*/ 11046087 w 13158799"/>
              <a:gd name="connsiteY171" fmla="*/ 237049 h 9456078"/>
              <a:gd name="connsiteX172" fmla="*/ 11093076 w 13158799"/>
              <a:gd name="connsiteY172" fmla="*/ 223516 h 9456078"/>
              <a:gd name="connsiteX173" fmla="*/ 11140193 w 13158799"/>
              <a:gd name="connsiteY173" fmla="*/ 210368 h 9456078"/>
              <a:gd name="connsiteX174" fmla="*/ 11187434 w 13158799"/>
              <a:gd name="connsiteY174" fmla="*/ 197606 h 9456078"/>
              <a:gd name="connsiteX175" fmla="*/ 11234799 w 13158799"/>
              <a:gd name="connsiteY175" fmla="*/ 185233 h 9456078"/>
              <a:gd name="connsiteX176" fmla="*/ 11282284 w 13158799"/>
              <a:gd name="connsiteY176" fmla="*/ 173248 h 9456078"/>
              <a:gd name="connsiteX177" fmla="*/ 11329888 w 13158799"/>
              <a:gd name="connsiteY177" fmla="*/ 161654 h 9456078"/>
              <a:gd name="connsiteX178" fmla="*/ 11377607 w 13158799"/>
              <a:gd name="connsiteY178" fmla="*/ 150451 h 9456078"/>
              <a:gd name="connsiteX179" fmla="*/ 11425440 w 13158799"/>
              <a:gd name="connsiteY179" fmla="*/ 139640 h 9456078"/>
              <a:gd name="connsiteX180" fmla="*/ 11473385 w 13158799"/>
              <a:gd name="connsiteY180" fmla="*/ 129223 h 9456078"/>
              <a:gd name="connsiteX181" fmla="*/ 11521439 w 13158799"/>
              <a:gd name="connsiteY181" fmla="*/ 119201 h 9456078"/>
              <a:gd name="connsiteX182" fmla="*/ 11569599 w 13158799"/>
              <a:gd name="connsiteY182" fmla="*/ 109574 h 9456078"/>
              <a:gd name="connsiteX183" fmla="*/ 11617864 w 13158799"/>
              <a:gd name="connsiteY183" fmla="*/ 100344 h 9456078"/>
              <a:gd name="connsiteX184" fmla="*/ 11666231 w 13158799"/>
              <a:gd name="connsiteY184" fmla="*/ 91512 h 9456078"/>
              <a:gd name="connsiteX185" fmla="*/ 11714698 w 13158799"/>
              <a:gd name="connsiteY185" fmla="*/ 83080 h 9456078"/>
              <a:gd name="connsiteX186" fmla="*/ 11763263 w 13158799"/>
              <a:gd name="connsiteY186" fmla="*/ 75047 h 9456078"/>
              <a:gd name="connsiteX187" fmla="*/ 11811923 w 13158799"/>
              <a:gd name="connsiteY187" fmla="*/ 67417 h 9456078"/>
              <a:gd name="connsiteX188" fmla="*/ 11860676 w 13158799"/>
              <a:gd name="connsiteY188" fmla="*/ 60188 h 9456078"/>
              <a:gd name="connsiteX189" fmla="*/ 11909519 w 13158799"/>
              <a:gd name="connsiteY189" fmla="*/ 53364 h 9456078"/>
              <a:gd name="connsiteX190" fmla="*/ 11958451 w 13158799"/>
              <a:gd name="connsiteY190" fmla="*/ 46944 h 9456078"/>
              <a:gd name="connsiteX191" fmla="*/ 12007470 w 13158799"/>
              <a:gd name="connsiteY191" fmla="*/ 40931 h 9456078"/>
              <a:gd name="connsiteX192" fmla="*/ 12056572 w 13158799"/>
              <a:gd name="connsiteY192" fmla="*/ 35324 h 9456078"/>
              <a:gd name="connsiteX193" fmla="*/ 12105756 w 13158799"/>
              <a:gd name="connsiteY193" fmla="*/ 30126 h 9456078"/>
              <a:gd name="connsiteX194" fmla="*/ 12155019 w 13158799"/>
              <a:gd name="connsiteY194" fmla="*/ 25337 h 9456078"/>
              <a:gd name="connsiteX195" fmla="*/ 12204359 w 13158799"/>
              <a:gd name="connsiteY195" fmla="*/ 20958 h 9456078"/>
              <a:gd name="connsiteX196" fmla="*/ 12253773 w 13158799"/>
              <a:gd name="connsiteY196" fmla="*/ 16991 h 9456078"/>
              <a:gd name="connsiteX197" fmla="*/ 12303260 w 13158799"/>
              <a:gd name="connsiteY197" fmla="*/ 13437 h 9456078"/>
              <a:gd name="connsiteX198" fmla="*/ 12352818 w 13158799"/>
              <a:gd name="connsiteY198" fmla="*/ 10297 h 9456078"/>
              <a:gd name="connsiteX199" fmla="*/ 12402443 w 13158799"/>
              <a:gd name="connsiteY199" fmla="*/ 7572 h 9456078"/>
              <a:gd name="connsiteX200" fmla="*/ 12452133 w 13158799"/>
              <a:gd name="connsiteY200" fmla="*/ 5263 h 9456078"/>
              <a:gd name="connsiteX201" fmla="*/ 12501887 w 13158799"/>
              <a:gd name="connsiteY201" fmla="*/ 3371 h 9456078"/>
              <a:gd name="connsiteX202" fmla="*/ 12551701 w 13158799"/>
              <a:gd name="connsiteY202" fmla="*/ 1898 h 9456078"/>
              <a:gd name="connsiteX203" fmla="*/ 12601574 w 13158799"/>
              <a:gd name="connsiteY203" fmla="*/ 844 h 9456078"/>
              <a:gd name="connsiteX204" fmla="*/ 12651504 w 13158799"/>
              <a:gd name="connsiteY204" fmla="*/ 211 h 9456078"/>
              <a:gd name="connsiteX205" fmla="*/ 12701487 w 13158799"/>
              <a:gd name="connsiteY205" fmla="*/ 0 h 9456078"/>
              <a:gd name="connsiteX206" fmla="*/ 13158798 w 13158799"/>
              <a:gd name="connsiteY206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76172 w 13158797"/>
              <a:gd name="connsiteY22" fmla="*/ 9319936 h 9456078"/>
              <a:gd name="connsiteX23" fmla="*/ 1223823 w 13158797"/>
              <a:gd name="connsiteY23" fmla="*/ 9308509 h 9456078"/>
              <a:gd name="connsiteX24" fmla="*/ 1271339 w 13158797"/>
              <a:gd name="connsiteY24" fmla="*/ 9296635 h 9456078"/>
              <a:gd name="connsiteX25" fmla="*/ 1318719 w 13158797"/>
              <a:gd name="connsiteY25" fmla="*/ 9284315 h 9456078"/>
              <a:gd name="connsiteX26" fmla="*/ 1365957 w 13158797"/>
              <a:gd name="connsiteY26" fmla="*/ 9271550 h 9456078"/>
              <a:gd name="connsiteX27" fmla="*/ 1413052 w 13158797"/>
              <a:gd name="connsiteY27" fmla="*/ 9258342 h 9456078"/>
              <a:gd name="connsiteX28" fmla="*/ 1460000 w 13158797"/>
              <a:gd name="connsiteY28" fmla="*/ 9244693 h 9456078"/>
              <a:gd name="connsiteX29" fmla="*/ 1506799 w 13158797"/>
              <a:gd name="connsiteY29" fmla="*/ 9230604 h 9456078"/>
              <a:gd name="connsiteX30" fmla="*/ 1553445 w 13158797"/>
              <a:gd name="connsiteY30" fmla="*/ 9216076 h 9456078"/>
              <a:gd name="connsiteX31" fmla="*/ 1599935 w 13158797"/>
              <a:gd name="connsiteY31" fmla="*/ 9201111 h 9456078"/>
              <a:gd name="connsiteX32" fmla="*/ 1646267 w 13158797"/>
              <a:gd name="connsiteY32" fmla="*/ 9185710 h 9456078"/>
              <a:gd name="connsiteX33" fmla="*/ 1692437 w 13158797"/>
              <a:gd name="connsiteY33" fmla="*/ 9169876 h 9456078"/>
              <a:gd name="connsiteX34" fmla="*/ 1738442 w 13158797"/>
              <a:gd name="connsiteY34" fmla="*/ 9153608 h 9456078"/>
              <a:gd name="connsiteX35" fmla="*/ 1784280 w 13158797"/>
              <a:gd name="connsiteY35" fmla="*/ 9136910 h 9456078"/>
              <a:gd name="connsiteX36" fmla="*/ 1829947 w 13158797"/>
              <a:gd name="connsiteY36" fmla="*/ 9119782 h 9456078"/>
              <a:gd name="connsiteX37" fmla="*/ 1875440 w 13158797"/>
              <a:gd name="connsiteY37" fmla="*/ 9102226 h 9456078"/>
              <a:gd name="connsiteX38" fmla="*/ 1920756 w 13158797"/>
              <a:gd name="connsiteY38" fmla="*/ 9084243 h 9456078"/>
              <a:gd name="connsiteX39" fmla="*/ 1965893 w 13158797"/>
              <a:gd name="connsiteY39" fmla="*/ 9065835 h 9456078"/>
              <a:gd name="connsiteX40" fmla="*/ 2055615 w 13158797"/>
              <a:gd name="connsiteY40" fmla="*/ 9027750 h 9456078"/>
              <a:gd name="connsiteX41" fmla="*/ 2100195 w 13158797"/>
              <a:gd name="connsiteY41" fmla="*/ 9008075 h 9456078"/>
              <a:gd name="connsiteX42" fmla="*/ 2144582 w 13158797"/>
              <a:gd name="connsiteY42" fmla="*/ 8987981 h 9456078"/>
              <a:gd name="connsiteX43" fmla="*/ 2188775 w 13158797"/>
              <a:gd name="connsiteY43" fmla="*/ 8967470 h 9456078"/>
              <a:gd name="connsiteX44" fmla="*/ 2232770 w 13158797"/>
              <a:gd name="connsiteY44" fmla="*/ 8946542 h 9456078"/>
              <a:gd name="connsiteX45" fmla="*/ 2276564 w 13158797"/>
              <a:gd name="connsiteY45" fmla="*/ 8925199 h 9456078"/>
              <a:gd name="connsiteX46" fmla="*/ 2320154 w 13158797"/>
              <a:gd name="connsiteY46" fmla="*/ 8903443 h 9456078"/>
              <a:gd name="connsiteX47" fmla="*/ 2363538 w 13158797"/>
              <a:gd name="connsiteY47" fmla="*/ 8881275 h 9456078"/>
              <a:gd name="connsiteX48" fmla="*/ 2406711 w 13158797"/>
              <a:gd name="connsiteY48" fmla="*/ 8858697 h 9456078"/>
              <a:gd name="connsiteX49" fmla="*/ 2449672 w 13158797"/>
              <a:gd name="connsiteY49" fmla="*/ 8835710 h 9456078"/>
              <a:gd name="connsiteX50" fmla="*/ 2492417 w 13158797"/>
              <a:gd name="connsiteY50" fmla="*/ 8812316 h 9456078"/>
              <a:gd name="connsiteX51" fmla="*/ 2534943 w 13158797"/>
              <a:gd name="connsiteY51" fmla="*/ 8788516 h 9456078"/>
              <a:gd name="connsiteX52" fmla="*/ 2577247 w 13158797"/>
              <a:gd name="connsiteY52" fmla="*/ 8764311 h 9456078"/>
              <a:gd name="connsiteX53" fmla="*/ 2619326 w 13158797"/>
              <a:gd name="connsiteY53" fmla="*/ 8739704 h 9456078"/>
              <a:gd name="connsiteX54" fmla="*/ 2661177 w 13158797"/>
              <a:gd name="connsiteY54" fmla="*/ 8714695 h 9456078"/>
              <a:gd name="connsiteX55" fmla="*/ 2702797 w 13158797"/>
              <a:gd name="connsiteY55" fmla="*/ 8689286 h 9456078"/>
              <a:gd name="connsiteX56" fmla="*/ 2744183 w 13158797"/>
              <a:gd name="connsiteY56" fmla="*/ 8663479 h 9456078"/>
              <a:gd name="connsiteX57" fmla="*/ 2785333 w 13158797"/>
              <a:gd name="connsiteY57" fmla="*/ 8637274 h 9456078"/>
              <a:gd name="connsiteX58" fmla="*/ 2826242 w 13158797"/>
              <a:gd name="connsiteY58" fmla="*/ 8610675 h 9456078"/>
              <a:gd name="connsiteX59" fmla="*/ 2866908 w 13158797"/>
              <a:gd name="connsiteY59" fmla="*/ 8583681 h 9456078"/>
              <a:gd name="connsiteX60" fmla="*/ 2907329 w 13158797"/>
              <a:gd name="connsiteY60" fmla="*/ 8556295 h 9456078"/>
              <a:gd name="connsiteX61" fmla="*/ 2947500 w 13158797"/>
              <a:gd name="connsiteY61" fmla="*/ 8528517 h 9456078"/>
              <a:gd name="connsiteX62" fmla="*/ 2987419 w 13158797"/>
              <a:gd name="connsiteY62" fmla="*/ 8500351 h 9456078"/>
              <a:gd name="connsiteX63" fmla="*/ 3027083 w 13158797"/>
              <a:gd name="connsiteY63" fmla="*/ 8471796 h 9456078"/>
              <a:gd name="connsiteX64" fmla="*/ 3066489 w 13158797"/>
              <a:gd name="connsiteY64" fmla="*/ 8442854 h 9456078"/>
              <a:gd name="connsiteX65" fmla="*/ 3105634 w 13158797"/>
              <a:gd name="connsiteY65" fmla="*/ 8413528 h 9456078"/>
              <a:gd name="connsiteX66" fmla="*/ 3144515 w 13158797"/>
              <a:gd name="connsiteY66" fmla="*/ 8383818 h 9456078"/>
              <a:gd name="connsiteX67" fmla="*/ 3183129 w 13158797"/>
              <a:gd name="connsiteY67" fmla="*/ 8353726 h 9456078"/>
              <a:gd name="connsiteX68" fmla="*/ 3221473 w 13158797"/>
              <a:gd name="connsiteY68" fmla="*/ 8323253 h 9456078"/>
              <a:gd name="connsiteX69" fmla="*/ 3259544 w 13158797"/>
              <a:gd name="connsiteY69" fmla="*/ 8292401 h 9456078"/>
              <a:gd name="connsiteX70" fmla="*/ 3297339 w 13158797"/>
              <a:gd name="connsiteY70" fmla="*/ 8261172 h 9456078"/>
              <a:gd name="connsiteX71" fmla="*/ 3334854 w 13158797"/>
              <a:gd name="connsiteY71" fmla="*/ 8229566 h 9456078"/>
              <a:gd name="connsiteX72" fmla="*/ 3372087 w 13158797"/>
              <a:gd name="connsiteY72" fmla="*/ 8197585 h 9456078"/>
              <a:gd name="connsiteX73" fmla="*/ 3409035 w 13158797"/>
              <a:gd name="connsiteY73" fmla="*/ 8165232 h 9456078"/>
              <a:gd name="connsiteX74" fmla="*/ 3445695 w 13158797"/>
              <a:gd name="connsiteY74" fmla="*/ 8132507 h 9456078"/>
              <a:gd name="connsiteX75" fmla="*/ 3482064 w 13158797"/>
              <a:gd name="connsiteY75" fmla="*/ 8099411 h 9456078"/>
              <a:gd name="connsiteX76" fmla="*/ 3518139 w 13158797"/>
              <a:gd name="connsiteY76" fmla="*/ 8065947 h 9456078"/>
              <a:gd name="connsiteX77" fmla="*/ 3553916 w 13158797"/>
              <a:gd name="connsiteY77" fmla="*/ 8032115 h 9456078"/>
              <a:gd name="connsiteX78" fmla="*/ 3589393 w 13158797"/>
              <a:gd name="connsiteY78" fmla="*/ 7997918 h 9456078"/>
              <a:gd name="connsiteX79" fmla="*/ 3624567 w 13158797"/>
              <a:gd name="connsiteY79" fmla="*/ 7963356 h 9456078"/>
              <a:gd name="connsiteX80" fmla="*/ 3659435 w 13158797"/>
              <a:gd name="connsiteY80" fmla="*/ 7928432 h 9456078"/>
              <a:gd name="connsiteX81" fmla="*/ 3693994 w 13158797"/>
              <a:gd name="connsiteY81" fmla="*/ 7893146 h 9456078"/>
              <a:gd name="connsiteX82" fmla="*/ 3728240 w 13158797"/>
              <a:gd name="connsiteY82" fmla="*/ 7857501 h 9456078"/>
              <a:gd name="connsiteX83" fmla="*/ 3762171 w 13158797"/>
              <a:gd name="connsiteY83" fmla="*/ 7821497 h 9456078"/>
              <a:gd name="connsiteX84" fmla="*/ 3795783 w 13158797"/>
              <a:gd name="connsiteY84" fmla="*/ 7785136 h 9456078"/>
              <a:gd name="connsiteX85" fmla="*/ 3829075 w 13158797"/>
              <a:gd name="connsiteY85" fmla="*/ 7748420 h 9456078"/>
              <a:gd name="connsiteX86" fmla="*/ 3862042 w 13158797"/>
              <a:gd name="connsiteY86" fmla="*/ 7711350 h 9456078"/>
              <a:gd name="connsiteX87" fmla="*/ 3894682 w 13158797"/>
              <a:gd name="connsiteY87" fmla="*/ 7673928 h 9456078"/>
              <a:gd name="connsiteX88" fmla="*/ 3926991 w 13158797"/>
              <a:gd name="connsiteY88" fmla="*/ 7636155 h 9456078"/>
              <a:gd name="connsiteX89" fmla="*/ 3958967 w 13158797"/>
              <a:gd name="connsiteY89" fmla="*/ 7598032 h 9456078"/>
              <a:gd name="connsiteX90" fmla="*/ 3990607 w 13158797"/>
              <a:gd name="connsiteY90" fmla="*/ 7559561 h 9456078"/>
              <a:gd name="connsiteX91" fmla="*/ 4021907 w 13158797"/>
              <a:gd name="connsiteY91" fmla="*/ 7520744 h 9456078"/>
              <a:gd name="connsiteX92" fmla="*/ 4052865 w 13158797"/>
              <a:gd name="connsiteY92" fmla="*/ 7481582 h 9456078"/>
              <a:gd name="connsiteX93" fmla="*/ 4083478 w 13158797"/>
              <a:gd name="connsiteY93" fmla="*/ 7442077 h 9456078"/>
              <a:gd name="connsiteX94" fmla="*/ 8022311 w 13158797"/>
              <a:gd name="connsiteY94" fmla="*/ 2307814 h 9456078"/>
              <a:gd name="connsiteX95" fmla="*/ 8052902 w 13158797"/>
              <a:gd name="connsiteY95" fmla="*/ 2268285 h 9456078"/>
              <a:gd name="connsiteX96" fmla="*/ 8083796 w 13158797"/>
              <a:gd name="connsiteY96" fmla="*/ 2229056 h 9456078"/>
              <a:gd name="connsiteX97" fmla="*/ 8114989 w 13158797"/>
              <a:gd name="connsiteY97" fmla="*/ 2190127 h 9456078"/>
              <a:gd name="connsiteX98" fmla="*/ 8146479 w 13158797"/>
              <a:gd name="connsiteY98" fmla="*/ 2151500 h 9456078"/>
              <a:gd name="connsiteX99" fmla="*/ 8178264 w 13158797"/>
              <a:gd name="connsiteY99" fmla="*/ 2113176 h 9456078"/>
              <a:gd name="connsiteX100" fmla="*/ 8210341 w 13158797"/>
              <a:gd name="connsiteY100" fmla="*/ 2075157 h 9456078"/>
              <a:gd name="connsiteX101" fmla="*/ 8242709 w 13158797"/>
              <a:gd name="connsiteY101" fmla="*/ 2037442 h 9456078"/>
              <a:gd name="connsiteX102" fmla="*/ 8275365 w 13158797"/>
              <a:gd name="connsiteY102" fmla="*/ 2000034 h 9456078"/>
              <a:gd name="connsiteX103" fmla="*/ 8308307 w 13158797"/>
              <a:gd name="connsiteY103" fmla="*/ 1962934 h 9456078"/>
              <a:gd name="connsiteX104" fmla="*/ 8341532 w 13158797"/>
              <a:gd name="connsiteY104" fmla="*/ 1926142 h 9456078"/>
              <a:gd name="connsiteX105" fmla="*/ 8375038 w 13158797"/>
              <a:gd name="connsiteY105" fmla="*/ 1889660 h 9456078"/>
              <a:gd name="connsiteX106" fmla="*/ 8408823 w 13158797"/>
              <a:gd name="connsiteY106" fmla="*/ 1853489 h 9456078"/>
              <a:gd name="connsiteX107" fmla="*/ 8442885 w 13158797"/>
              <a:gd name="connsiteY107" fmla="*/ 1817630 h 9456078"/>
              <a:gd name="connsiteX108" fmla="*/ 8477221 w 13158797"/>
              <a:gd name="connsiteY108" fmla="*/ 1782084 h 9456078"/>
              <a:gd name="connsiteX109" fmla="*/ 8511829 w 13158797"/>
              <a:gd name="connsiteY109" fmla="*/ 1746853 h 9456078"/>
              <a:gd name="connsiteX110" fmla="*/ 8546706 w 13158797"/>
              <a:gd name="connsiteY110" fmla="*/ 1711937 h 9456078"/>
              <a:gd name="connsiteX111" fmla="*/ 8581851 w 13158797"/>
              <a:gd name="connsiteY111" fmla="*/ 1677337 h 9456078"/>
              <a:gd name="connsiteX112" fmla="*/ 8617261 w 13158797"/>
              <a:gd name="connsiteY112" fmla="*/ 1643056 h 9456078"/>
              <a:gd name="connsiteX113" fmla="*/ 8652934 w 13158797"/>
              <a:gd name="connsiteY113" fmla="*/ 1609093 h 9456078"/>
              <a:gd name="connsiteX114" fmla="*/ 8688867 w 13158797"/>
              <a:gd name="connsiteY114" fmla="*/ 1575450 h 9456078"/>
              <a:gd name="connsiteX115" fmla="*/ 8725058 w 13158797"/>
              <a:gd name="connsiteY115" fmla="*/ 1542128 h 9456078"/>
              <a:gd name="connsiteX116" fmla="*/ 8761506 w 13158797"/>
              <a:gd name="connsiteY116" fmla="*/ 1509129 h 9456078"/>
              <a:gd name="connsiteX117" fmla="*/ 8798207 w 13158797"/>
              <a:gd name="connsiteY117" fmla="*/ 1476452 h 9456078"/>
              <a:gd name="connsiteX118" fmla="*/ 8835159 w 13158797"/>
              <a:gd name="connsiteY118" fmla="*/ 1444101 h 9456078"/>
              <a:gd name="connsiteX119" fmla="*/ 8872360 w 13158797"/>
              <a:gd name="connsiteY119" fmla="*/ 1412075 h 9456078"/>
              <a:gd name="connsiteX120" fmla="*/ 8909808 w 13158797"/>
              <a:gd name="connsiteY120" fmla="*/ 1380375 h 9456078"/>
              <a:gd name="connsiteX121" fmla="*/ 8947501 w 13158797"/>
              <a:gd name="connsiteY121" fmla="*/ 1349004 h 9456078"/>
              <a:gd name="connsiteX122" fmla="*/ 8985435 w 13158797"/>
              <a:gd name="connsiteY122" fmla="*/ 1317962 h 9456078"/>
              <a:gd name="connsiteX123" fmla="*/ 9023610 w 13158797"/>
              <a:gd name="connsiteY123" fmla="*/ 1287250 h 9456078"/>
              <a:gd name="connsiteX124" fmla="*/ 9062022 w 13158797"/>
              <a:gd name="connsiteY124" fmla="*/ 1256869 h 9456078"/>
              <a:gd name="connsiteX125" fmla="*/ 9100669 w 13158797"/>
              <a:gd name="connsiteY125" fmla="*/ 1226820 h 9456078"/>
              <a:gd name="connsiteX126" fmla="*/ 9139549 w 13158797"/>
              <a:gd name="connsiteY126" fmla="*/ 1197105 h 9456078"/>
              <a:gd name="connsiteX127" fmla="*/ 9178660 w 13158797"/>
              <a:gd name="connsiteY127" fmla="*/ 1167725 h 9456078"/>
              <a:gd name="connsiteX128" fmla="*/ 9217999 w 13158797"/>
              <a:gd name="connsiteY128" fmla="*/ 1138681 h 9456078"/>
              <a:gd name="connsiteX129" fmla="*/ 9257564 w 13158797"/>
              <a:gd name="connsiteY129" fmla="*/ 1109974 h 9456078"/>
              <a:gd name="connsiteX130" fmla="*/ 9297353 w 13158797"/>
              <a:gd name="connsiteY130" fmla="*/ 1081604 h 9456078"/>
              <a:gd name="connsiteX131" fmla="*/ 9337364 w 13158797"/>
              <a:gd name="connsiteY131" fmla="*/ 1053574 h 9456078"/>
              <a:gd name="connsiteX132" fmla="*/ 9377594 w 13158797"/>
              <a:gd name="connsiteY132" fmla="*/ 1025884 h 9456078"/>
              <a:gd name="connsiteX133" fmla="*/ 9418040 w 13158797"/>
              <a:gd name="connsiteY133" fmla="*/ 998536 h 9456078"/>
              <a:gd name="connsiteX134" fmla="*/ 9458702 w 13158797"/>
              <a:gd name="connsiteY134" fmla="*/ 971530 h 9456078"/>
              <a:gd name="connsiteX135" fmla="*/ 9499575 w 13158797"/>
              <a:gd name="connsiteY135" fmla="*/ 944868 h 9456078"/>
              <a:gd name="connsiteX136" fmla="*/ 9540659 w 13158797"/>
              <a:gd name="connsiteY136" fmla="*/ 918551 h 9456078"/>
              <a:gd name="connsiteX137" fmla="*/ 9581950 w 13158797"/>
              <a:gd name="connsiteY137" fmla="*/ 892580 h 9456078"/>
              <a:gd name="connsiteX138" fmla="*/ 9623447 w 13158797"/>
              <a:gd name="connsiteY138" fmla="*/ 866956 h 9456078"/>
              <a:gd name="connsiteX139" fmla="*/ 9665147 w 13158797"/>
              <a:gd name="connsiteY139" fmla="*/ 841681 h 9456078"/>
              <a:gd name="connsiteX140" fmla="*/ 9707048 w 13158797"/>
              <a:gd name="connsiteY140" fmla="*/ 816754 h 9456078"/>
              <a:gd name="connsiteX141" fmla="*/ 9749147 w 13158797"/>
              <a:gd name="connsiteY141" fmla="*/ 792179 h 9456078"/>
              <a:gd name="connsiteX142" fmla="*/ 9791443 w 13158797"/>
              <a:gd name="connsiteY142" fmla="*/ 767955 h 9456078"/>
              <a:gd name="connsiteX143" fmla="*/ 9833932 w 13158797"/>
              <a:gd name="connsiteY143" fmla="*/ 744083 h 9456078"/>
              <a:gd name="connsiteX144" fmla="*/ 9876613 w 13158797"/>
              <a:gd name="connsiteY144" fmla="*/ 720566 h 9456078"/>
              <a:gd name="connsiteX145" fmla="*/ 9919484 w 13158797"/>
              <a:gd name="connsiteY145" fmla="*/ 697404 h 9456078"/>
              <a:gd name="connsiteX146" fmla="*/ 9962542 w 13158797"/>
              <a:gd name="connsiteY146" fmla="*/ 674598 h 9456078"/>
              <a:gd name="connsiteX147" fmla="*/ 10005784 w 13158797"/>
              <a:gd name="connsiteY147" fmla="*/ 652149 h 9456078"/>
              <a:gd name="connsiteX148" fmla="*/ 10049209 w 13158797"/>
              <a:gd name="connsiteY148" fmla="*/ 630059 h 9456078"/>
              <a:gd name="connsiteX149" fmla="*/ 10092814 w 13158797"/>
              <a:gd name="connsiteY149" fmla="*/ 608328 h 9456078"/>
              <a:gd name="connsiteX150" fmla="*/ 10136597 w 13158797"/>
              <a:gd name="connsiteY150" fmla="*/ 586958 h 9456078"/>
              <a:gd name="connsiteX151" fmla="*/ 10180556 w 13158797"/>
              <a:gd name="connsiteY151" fmla="*/ 565950 h 9456078"/>
              <a:gd name="connsiteX152" fmla="*/ 10224688 w 13158797"/>
              <a:gd name="connsiteY152" fmla="*/ 545304 h 9456078"/>
              <a:gd name="connsiteX153" fmla="*/ 10268991 w 13158797"/>
              <a:gd name="connsiteY153" fmla="*/ 525023 h 9456078"/>
              <a:gd name="connsiteX154" fmla="*/ 10313463 w 13158797"/>
              <a:gd name="connsiteY154" fmla="*/ 505107 h 9456078"/>
              <a:gd name="connsiteX155" fmla="*/ 10358101 w 13158797"/>
              <a:gd name="connsiteY155" fmla="*/ 485558 h 9456078"/>
              <a:gd name="connsiteX156" fmla="*/ 10402903 w 13158797"/>
              <a:gd name="connsiteY156" fmla="*/ 466376 h 9456078"/>
              <a:gd name="connsiteX157" fmla="*/ 10447868 w 13158797"/>
              <a:gd name="connsiteY157" fmla="*/ 447563 h 9456078"/>
              <a:gd name="connsiteX158" fmla="*/ 10492991 w 13158797"/>
              <a:gd name="connsiteY158" fmla="*/ 429119 h 9456078"/>
              <a:gd name="connsiteX159" fmla="*/ 10538272 w 13158797"/>
              <a:gd name="connsiteY159" fmla="*/ 411046 h 9456078"/>
              <a:gd name="connsiteX160" fmla="*/ 10583708 w 13158797"/>
              <a:gd name="connsiteY160" fmla="*/ 393346 h 9456078"/>
              <a:gd name="connsiteX161" fmla="*/ 10629297 w 13158797"/>
              <a:gd name="connsiteY161" fmla="*/ 376018 h 9456078"/>
              <a:gd name="connsiteX162" fmla="*/ 10675036 w 13158797"/>
              <a:gd name="connsiteY162" fmla="*/ 359065 h 9456078"/>
              <a:gd name="connsiteX163" fmla="*/ 10720923 w 13158797"/>
              <a:gd name="connsiteY163" fmla="*/ 342487 h 9456078"/>
              <a:gd name="connsiteX164" fmla="*/ 10766956 w 13158797"/>
              <a:gd name="connsiteY164" fmla="*/ 326286 h 9456078"/>
              <a:gd name="connsiteX165" fmla="*/ 10813132 w 13158797"/>
              <a:gd name="connsiteY165" fmla="*/ 310462 h 9456078"/>
              <a:gd name="connsiteX166" fmla="*/ 10859450 w 13158797"/>
              <a:gd name="connsiteY166" fmla="*/ 295018 h 9456078"/>
              <a:gd name="connsiteX167" fmla="*/ 10905907 w 13158797"/>
              <a:gd name="connsiteY167" fmla="*/ 279953 h 9456078"/>
              <a:gd name="connsiteX168" fmla="*/ 10952500 w 13158797"/>
              <a:gd name="connsiteY168" fmla="*/ 265269 h 9456078"/>
              <a:gd name="connsiteX169" fmla="*/ 10999227 w 13158797"/>
              <a:gd name="connsiteY169" fmla="*/ 250968 h 9456078"/>
              <a:gd name="connsiteX170" fmla="*/ 11046087 w 13158797"/>
              <a:gd name="connsiteY170" fmla="*/ 237049 h 9456078"/>
              <a:gd name="connsiteX171" fmla="*/ 11093076 w 13158797"/>
              <a:gd name="connsiteY171" fmla="*/ 223516 h 9456078"/>
              <a:gd name="connsiteX172" fmla="*/ 11140193 w 13158797"/>
              <a:gd name="connsiteY172" fmla="*/ 210368 h 9456078"/>
              <a:gd name="connsiteX173" fmla="*/ 11187434 w 13158797"/>
              <a:gd name="connsiteY173" fmla="*/ 197606 h 9456078"/>
              <a:gd name="connsiteX174" fmla="*/ 11234799 w 13158797"/>
              <a:gd name="connsiteY174" fmla="*/ 185233 h 9456078"/>
              <a:gd name="connsiteX175" fmla="*/ 11282284 w 13158797"/>
              <a:gd name="connsiteY175" fmla="*/ 173248 h 9456078"/>
              <a:gd name="connsiteX176" fmla="*/ 11329888 w 13158797"/>
              <a:gd name="connsiteY176" fmla="*/ 161654 h 9456078"/>
              <a:gd name="connsiteX177" fmla="*/ 11377607 w 13158797"/>
              <a:gd name="connsiteY177" fmla="*/ 150451 h 9456078"/>
              <a:gd name="connsiteX178" fmla="*/ 11425440 w 13158797"/>
              <a:gd name="connsiteY178" fmla="*/ 139640 h 9456078"/>
              <a:gd name="connsiteX179" fmla="*/ 11473385 w 13158797"/>
              <a:gd name="connsiteY179" fmla="*/ 129223 h 9456078"/>
              <a:gd name="connsiteX180" fmla="*/ 11521439 w 13158797"/>
              <a:gd name="connsiteY180" fmla="*/ 119201 h 9456078"/>
              <a:gd name="connsiteX181" fmla="*/ 11569599 w 13158797"/>
              <a:gd name="connsiteY181" fmla="*/ 109574 h 9456078"/>
              <a:gd name="connsiteX182" fmla="*/ 11617864 w 13158797"/>
              <a:gd name="connsiteY182" fmla="*/ 100344 h 9456078"/>
              <a:gd name="connsiteX183" fmla="*/ 11666231 w 13158797"/>
              <a:gd name="connsiteY183" fmla="*/ 91512 h 9456078"/>
              <a:gd name="connsiteX184" fmla="*/ 11714698 w 13158797"/>
              <a:gd name="connsiteY184" fmla="*/ 83080 h 9456078"/>
              <a:gd name="connsiteX185" fmla="*/ 11763263 w 13158797"/>
              <a:gd name="connsiteY185" fmla="*/ 75047 h 9456078"/>
              <a:gd name="connsiteX186" fmla="*/ 11811923 w 13158797"/>
              <a:gd name="connsiteY186" fmla="*/ 67417 h 9456078"/>
              <a:gd name="connsiteX187" fmla="*/ 11860676 w 13158797"/>
              <a:gd name="connsiteY187" fmla="*/ 60188 h 9456078"/>
              <a:gd name="connsiteX188" fmla="*/ 11909519 w 13158797"/>
              <a:gd name="connsiteY188" fmla="*/ 53364 h 9456078"/>
              <a:gd name="connsiteX189" fmla="*/ 11958451 w 13158797"/>
              <a:gd name="connsiteY189" fmla="*/ 46944 h 9456078"/>
              <a:gd name="connsiteX190" fmla="*/ 12007470 w 13158797"/>
              <a:gd name="connsiteY190" fmla="*/ 40931 h 9456078"/>
              <a:gd name="connsiteX191" fmla="*/ 12056572 w 13158797"/>
              <a:gd name="connsiteY191" fmla="*/ 35324 h 9456078"/>
              <a:gd name="connsiteX192" fmla="*/ 12105756 w 13158797"/>
              <a:gd name="connsiteY192" fmla="*/ 30126 h 9456078"/>
              <a:gd name="connsiteX193" fmla="*/ 12155019 w 13158797"/>
              <a:gd name="connsiteY193" fmla="*/ 25337 h 9456078"/>
              <a:gd name="connsiteX194" fmla="*/ 12204359 w 13158797"/>
              <a:gd name="connsiteY194" fmla="*/ 20958 h 9456078"/>
              <a:gd name="connsiteX195" fmla="*/ 12253773 w 13158797"/>
              <a:gd name="connsiteY195" fmla="*/ 16991 h 9456078"/>
              <a:gd name="connsiteX196" fmla="*/ 12303260 w 13158797"/>
              <a:gd name="connsiteY196" fmla="*/ 13437 h 9456078"/>
              <a:gd name="connsiteX197" fmla="*/ 12352818 w 13158797"/>
              <a:gd name="connsiteY197" fmla="*/ 10297 h 9456078"/>
              <a:gd name="connsiteX198" fmla="*/ 12402443 w 13158797"/>
              <a:gd name="connsiteY198" fmla="*/ 7572 h 9456078"/>
              <a:gd name="connsiteX199" fmla="*/ 12452133 w 13158797"/>
              <a:gd name="connsiteY199" fmla="*/ 5263 h 9456078"/>
              <a:gd name="connsiteX200" fmla="*/ 12501887 w 13158797"/>
              <a:gd name="connsiteY200" fmla="*/ 3371 h 9456078"/>
              <a:gd name="connsiteX201" fmla="*/ 12551701 w 13158797"/>
              <a:gd name="connsiteY201" fmla="*/ 1898 h 9456078"/>
              <a:gd name="connsiteX202" fmla="*/ 12601574 w 13158797"/>
              <a:gd name="connsiteY202" fmla="*/ 844 h 9456078"/>
              <a:gd name="connsiteX203" fmla="*/ 12651504 w 13158797"/>
              <a:gd name="connsiteY203" fmla="*/ 211 h 9456078"/>
              <a:gd name="connsiteX204" fmla="*/ 12701487 w 13158797"/>
              <a:gd name="connsiteY204" fmla="*/ 0 h 9456078"/>
              <a:gd name="connsiteX205" fmla="*/ 13158798 w 13158797"/>
              <a:gd name="connsiteY205" fmla="*/ 0 h 94560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</a:cxnLst>
            <a:rect l="l" t="t" r="r" b="b"/>
            <a:pathLst>
              <a:path w="13158797" h="9456078">
                <a:moveTo>
                  <a:pt x="0" y="9456078"/>
                </a:moveTo>
                <a:lnTo>
                  <a:pt x="49977" y="9455836"/>
                </a:lnTo>
                <a:lnTo>
                  <a:pt x="99893" y="9455111"/>
                </a:lnTo>
                <a:lnTo>
                  <a:pt x="149742" y="9453904"/>
                </a:lnTo>
                <a:lnTo>
                  <a:pt x="199524" y="9452217"/>
                </a:lnTo>
                <a:lnTo>
                  <a:pt x="298870" y="9447409"/>
                </a:lnTo>
                <a:lnTo>
                  <a:pt x="348429" y="9444290"/>
                </a:lnTo>
                <a:lnTo>
                  <a:pt x="397907" y="9440698"/>
                </a:lnTo>
                <a:lnTo>
                  <a:pt x="447302" y="9436632"/>
                </a:lnTo>
                <a:lnTo>
                  <a:pt x="496610" y="9432096"/>
                </a:lnTo>
                <a:lnTo>
                  <a:pt x="545829" y="9427089"/>
                </a:lnTo>
                <a:lnTo>
                  <a:pt x="594956" y="9421615"/>
                </a:lnTo>
                <a:lnTo>
                  <a:pt x="643987" y="9415673"/>
                </a:lnTo>
                <a:lnTo>
                  <a:pt x="692920" y="9409267"/>
                </a:lnTo>
                <a:lnTo>
                  <a:pt x="741751" y="9402396"/>
                </a:lnTo>
                <a:lnTo>
                  <a:pt x="790478" y="9395063"/>
                </a:lnTo>
                <a:lnTo>
                  <a:pt x="839098" y="9387270"/>
                </a:lnTo>
                <a:lnTo>
                  <a:pt x="887607" y="9379017"/>
                </a:lnTo>
                <a:lnTo>
                  <a:pt x="936002" y="9370306"/>
                </a:lnTo>
                <a:lnTo>
                  <a:pt x="984281" y="9361139"/>
                </a:lnTo>
                <a:lnTo>
                  <a:pt x="1032440" y="9351517"/>
                </a:lnTo>
                <a:lnTo>
                  <a:pt x="1080477" y="9341441"/>
                </a:lnTo>
                <a:lnTo>
                  <a:pt x="1176172" y="9319936"/>
                </a:lnTo>
                <a:lnTo>
                  <a:pt x="1223823" y="9308509"/>
                </a:lnTo>
                <a:lnTo>
                  <a:pt x="1271339" y="9296635"/>
                </a:lnTo>
                <a:lnTo>
                  <a:pt x="1318719" y="9284315"/>
                </a:lnTo>
                <a:lnTo>
                  <a:pt x="1365957" y="9271550"/>
                </a:lnTo>
                <a:lnTo>
                  <a:pt x="1413052" y="9258342"/>
                </a:lnTo>
                <a:lnTo>
                  <a:pt x="1460000" y="9244693"/>
                </a:lnTo>
                <a:lnTo>
                  <a:pt x="1506799" y="9230604"/>
                </a:lnTo>
                <a:lnTo>
                  <a:pt x="1553445" y="9216076"/>
                </a:lnTo>
                <a:lnTo>
                  <a:pt x="1599935" y="9201111"/>
                </a:lnTo>
                <a:lnTo>
                  <a:pt x="1646267" y="9185710"/>
                </a:lnTo>
                <a:lnTo>
                  <a:pt x="1692437" y="9169876"/>
                </a:lnTo>
                <a:lnTo>
                  <a:pt x="1738442" y="9153608"/>
                </a:lnTo>
                <a:lnTo>
                  <a:pt x="1784280" y="9136910"/>
                </a:lnTo>
                <a:lnTo>
                  <a:pt x="1829947" y="9119782"/>
                </a:lnTo>
                <a:lnTo>
                  <a:pt x="1875440" y="9102226"/>
                </a:lnTo>
                <a:lnTo>
                  <a:pt x="1920756" y="9084243"/>
                </a:lnTo>
                <a:lnTo>
                  <a:pt x="1965893" y="9065835"/>
                </a:lnTo>
                <a:lnTo>
                  <a:pt x="2055615" y="9027750"/>
                </a:lnTo>
                <a:lnTo>
                  <a:pt x="2100195" y="9008075"/>
                </a:lnTo>
                <a:lnTo>
                  <a:pt x="2144582" y="8987981"/>
                </a:lnTo>
                <a:lnTo>
                  <a:pt x="2188775" y="8967470"/>
                </a:lnTo>
                <a:lnTo>
                  <a:pt x="2232770" y="8946542"/>
                </a:lnTo>
                <a:lnTo>
                  <a:pt x="2276564" y="8925199"/>
                </a:lnTo>
                <a:lnTo>
                  <a:pt x="2320154" y="8903443"/>
                </a:lnTo>
                <a:lnTo>
                  <a:pt x="2363538" y="8881275"/>
                </a:lnTo>
                <a:lnTo>
                  <a:pt x="2406711" y="8858697"/>
                </a:lnTo>
                <a:lnTo>
                  <a:pt x="2449672" y="8835710"/>
                </a:lnTo>
                <a:lnTo>
                  <a:pt x="2492417" y="8812316"/>
                </a:lnTo>
                <a:lnTo>
                  <a:pt x="2534943" y="8788516"/>
                </a:lnTo>
                <a:lnTo>
                  <a:pt x="2577247" y="8764311"/>
                </a:lnTo>
                <a:lnTo>
                  <a:pt x="2619326" y="8739704"/>
                </a:lnTo>
                <a:lnTo>
                  <a:pt x="2661177" y="8714695"/>
                </a:lnTo>
                <a:lnTo>
                  <a:pt x="2702797" y="8689286"/>
                </a:lnTo>
                <a:lnTo>
                  <a:pt x="2744183" y="8663479"/>
                </a:lnTo>
                <a:lnTo>
                  <a:pt x="2785333" y="8637274"/>
                </a:lnTo>
                <a:lnTo>
                  <a:pt x="2826242" y="8610675"/>
                </a:lnTo>
                <a:lnTo>
                  <a:pt x="2866908" y="8583681"/>
                </a:lnTo>
                <a:lnTo>
                  <a:pt x="2907329" y="8556295"/>
                </a:lnTo>
                <a:lnTo>
                  <a:pt x="2947500" y="8528517"/>
                </a:lnTo>
                <a:lnTo>
                  <a:pt x="2987419" y="8500351"/>
                </a:lnTo>
                <a:lnTo>
                  <a:pt x="3027083" y="8471796"/>
                </a:lnTo>
                <a:lnTo>
                  <a:pt x="3066489" y="8442854"/>
                </a:lnTo>
                <a:lnTo>
                  <a:pt x="3105634" y="8413528"/>
                </a:lnTo>
                <a:lnTo>
                  <a:pt x="3144515" y="8383818"/>
                </a:lnTo>
                <a:lnTo>
                  <a:pt x="3183129" y="8353726"/>
                </a:lnTo>
                <a:lnTo>
                  <a:pt x="3221473" y="8323253"/>
                </a:lnTo>
                <a:lnTo>
                  <a:pt x="3259544" y="8292401"/>
                </a:lnTo>
                <a:lnTo>
                  <a:pt x="3297339" y="8261172"/>
                </a:lnTo>
                <a:lnTo>
                  <a:pt x="3334854" y="8229566"/>
                </a:lnTo>
                <a:lnTo>
                  <a:pt x="3372087" y="8197585"/>
                </a:lnTo>
                <a:lnTo>
                  <a:pt x="3409035" y="8165232"/>
                </a:lnTo>
                <a:lnTo>
                  <a:pt x="3445695" y="8132507"/>
                </a:lnTo>
                <a:lnTo>
                  <a:pt x="3482064" y="8099411"/>
                </a:lnTo>
                <a:lnTo>
                  <a:pt x="3518139" y="8065947"/>
                </a:lnTo>
                <a:lnTo>
                  <a:pt x="3553916" y="8032115"/>
                </a:lnTo>
                <a:lnTo>
                  <a:pt x="3589393" y="7997918"/>
                </a:lnTo>
                <a:lnTo>
                  <a:pt x="3624567" y="7963356"/>
                </a:lnTo>
                <a:lnTo>
                  <a:pt x="3659435" y="7928432"/>
                </a:lnTo>
                <a:lnTo>
                  <a:pt x="3693994" y="7893146"/>
                </a:lnTo>
                <a:lnTo>
                  <a:pt x="3728240" y="7857501"/>
                </a:lnTo>
                <a:lnTo>
                  <a:pt x="3762171" y="7821497"/>
                </a:lnTo>
                <a:lnTo>
                  <a:pt x="3795783" y="7785136"/>
                </a:lnTo>
                <a:lnTo>
                  <a:pt x="3829075" y="7748420"/>
                </a:lnTo>
                <a:lnTo>
                  <a:pt x="3862042" y="7711350"/>
                </a:lnTo>
                <a:lnTo>
                  <a:pt x="3894682" y="7673928"/>
                </a:lnTo>
                <a:lnTo>
                  <a:pt x="3926991" y="7636155"/>
                </a:lnTo>
                <a:lnTo>
                  <a:pt x="3958967" y="7598032"/>
                </a:lnTo>
                <a:lnTo>
                  <a:pt x="3990607" y="7559561"/>
                </a:lnTo>
                <a:lnTo>
                  <a:pt x="4021907" y="7520744"/>
                </a:lnTo>
                <a:lnTo>
                  <a:pt x="4052865" y="7481582"/>
                </a:lnTo>
                <a:lnTo>
                  <a:pt x="4083478" y="7442077"/>
                </a:lnTo>
                <a:lnTo>
                  <a:pt x="8022311" y="2307814"/>
                </a:lnTo>
                <a:lnTo>
                  <a:pt x="8052902" y="2268285"/>
                </a:lnTo>
                <a:lnTo>
                  <a:pt x="8083796" y="2229056"/>
                </a:lnTo>
                <a:lnTo>
                  <a:pt x="8114989" y="2190127"/>
                </a:lnTo>
                <a:lnTo>
                  <a:pt x="8146479" y="2151500"/>
                </a:lnTo>
                <a:lnTo>
                  <a:pt x="8178264" y="2113176"/>
                </a:lnTo>
                <a:lnTo>
                  <a:pt x="8210341" y="2075157"/>
                </a:lnTo>
                <a:lnTo>
                  <a:pt x="8242709" y="2037442"/>
                </a:lnTo>
                <a:lnTo>
                  <a:pt x="8275365" y="2000034"/>
                </a:lnTo>
                <a:lnTo>
                  <a:pt x="8308307" y="1962934"/>
                </a:lnTo>
                <a:lnTo>
                  <a:pt x="8341532" y="1926142"/>
                </a:lnTo>
                <a:lnTo>
                  <a:pt x="8375038" y="1889660"/>
                </a:lnTo>
                <a:lnTo>
                  <a:pt x="8408823" y="1853489"/>
                </a:lnTo>
                <a:lnTo>
                  <a:pt x="8442885" y="1817630"/>
                </a:lnTo>
                <a:lnTo>
                  <a:pt x="8477221" y="1782084"/>
                </a:lnTo>
                <a:lnTo>
                  <a:pt x="8511829" y="1746853"/>
                </a:lnTo>
                <a:lnTo>
                  <a:pt x="8546706" y="1711937"/>
                </a:lnTo>
                <a:lnTo>
                  <a:pt x="8581851" y="1677337"/>
                </a:lnTo>
                <a:lnTo>
                  <a:pt x="8617261" y="1643056"/>
                </a:lnTo>
                <a:lnTo>
                  <a:pt x="8652934" y="1609093"/>
                </a:lnTo>
                <a:lnTo>
                  <a:pt x="8688867" y="1575450"/>
                </a:lnTo>
                <a:lnTo>
                  <a:pt x="8725058" y="1542128"/>
                </a:lnTo>
                <a:lnTo>
                  <a:pt x="8761506" y="1509129"/>
                </a:lnTo>
                <a:lnTo>
                  <a:pt x="8798207" y="1476452"/>
                </a:lnTo>
                <a:lnTo>
                  <a:pt x="8835159" y="1444101"/>
                </a:lnTo>
                <a:lnTo>
                  <a:pt x="8872360" y="1412075"/>
                </a:lnTo>
                <a:lnTo>
                  <a:pt x="8909808" y="1380375"/>
                </a:lnTo>
                <a:lnTo>
                  <a:pt x="8947501" y="1349004"/>
                </a:lnTo>
                <a:lnTo>
                  <a:pt x="8985435" y="1317962"/>
                </a:lnTo>
                <a:lnTo>
                  <a:pt x="9023610" y="1287250"/>
                </a:lnTo>
                <a:lnTo>
                  <a:pt x="9062022" y="1256869"/>
                </a:lnTo>
                <a:lnTo>
                  <a:pt x="9100669" y="1226820"/>
                </a:lnTo>
                <a:lnTo>
                  <a:pt x="9139549" y="1197105"/>
                </a:lnTo>
                <a:lnTo>
                  <a:pt x="9178660" y="1167725"/>
                </a:lnTo>
                <a:lnTo>
                  <a:pt x="9217999" y="1138681"/>
                </a:lnTo>
                <a:lnTo>
                  <a:pt x="9257564" y="1109974"/>
                </a:lnTo>
                <a:lnTo>
                  <a:pt x="9297353" y="1081604"/>
                </a:lnTo>
                <a:lnTo>
                  <a:pt x="9337364" y="1053574"/>
                </a:lnTo>
                <a:lnTo>
                  <a:pt x="9377594" y="1025884"/>
                </a:lnTo>
                <a:lnTo>
                  <a:pt x="9418040" y="998536"/>
                </a:lnTo>
                <a:lnTo>
                  <a:pt x="9458702" y="971530"/>
                </a:lnTo>
                <a:lnTo>
                  <a:pt x="9499575" y="944868"/>
                </a:lnTo>
                <a:lnTo>
                  <a:pt x="9540659" y="918551"/>
                </a:lnTo>
                <a:lnTo>
                  <a:pt x="9581950" y="892580"/>
                </a:lnTo>
                <a:lnTo>
                  <a:pt x="9623447" y="866956"/>
                </a:lnTo>
                <a:lnTo>
                  <a:pt x="9665147" y="841681"/>
                </a:lnTo>
                <a:lnTo>
                  <a:pt x="9707048" y="816754"/>
                </a:lnTo>
                <a:lnTo>
                  <a:pt x="9749147" y="792179"/>
                </a:lnTo>
                <a:lnTo>
                  <a:pt x="9791443" y="767955"/>
                </a:lnTo>
                <a:lnTo>
                  <a:pt x="9833932" y="744083"/>
                </a:lnTo>
                <a:lnTo>
                  <a:pt x="9876613" y="720566"/>
                </a:lnTo>
                <a:lnTo>
                  <a:pt x="9919484" y="697404"/>
                </a:lnTo>
                <a:lnTo>
                  <a:pt x="9962542" y="674598"/>
                </a:lnTo>
                <a:lnTo>
                  <a:pt x="10005784" y="652149"/>
                </a:lnTo>
                <a:lnTo>
                  <a:pt x="10049209" y="630059"/>
                </a:lnTo>
                <a:lnTo>
                  <a:pt x="10092814" y="608328"/>
                </a:lnTo>
                <a:lnTo>
                  <a:pt x="10136597" y="586958"/>
                </a:lnTo>
                <a:lnTo>
                  <a:pt x="10180556" y="565950"/>
                </a:lnTo>
                <a:lnTo>
                  <a:pt x="10224688" y="545304"/>
                </a:lnTo>
                <a:lnTo>
                  <a:pt x="10268991" y="525023"/>
                </a:lnTo>
                <a:lnTo>
                  <a:pt x="10313463" y="505107"/>
                </a:lnTo>
                <a:lnTo>
                  <a:pt x="10358101" y="485558"/>
                </a:lnTo>
                <a:lnTo>
                  <a:pt x="10402903" y="466376"/>
                </a:lnTo>
                <a:lnTo>
                  <a:pt x="10447868" y="447563"/>
                </a:lnTo>
                <a:lnTo>
                  <a:pt x="10492991" y="429119"/>
                </a:lnTo>
                <a:lnTo>
                  <a:pt x="10538272" y="411046"/>
                </a:lnTo>
                <a:lnTo>
                  <a:pt x="10583708" y="393346"/>
                </a:lnTo>
                <a:lnTo>
                  <a:pt x="10629297" y="376018"/>
                </a:lnTo>
                <a:lnTo>
                  <a:pt x="10675036" y="359065"/>
                </a:lnTo>
                <a:lnTo>
                  <a:pt x="10720923" y="342487"/>
                </a:lnTo>
                <a:lnTo>
                  <a:pt x="10766956" y="326286"/>
                </a:lnTo>
                <a:lnTo>
                  <a:pt x="10813132" y="310462"/>
                </a:lnTo>
                <a:lnTo>
                  <a:pt x="10859450" y="295018"/>
                </a:lnTo>
                <a:lnTo>
                  <a:pt x="10905907" y="279953"/>
                </a:lnTo>
                <a:lnTo>
                  <a:pt x="10952500" y="265269"/>
                </a:lnTo>
                <a:lnTo>
                  <a:pt x="10999227" y="250968"/>
                </a:lnTo>
                <a:lnTo>
                  <a:pt x="11046087" y="237049"/>
                </a:lnTo>
                <a:lnTo>
                  <a:pt x="11093076" y="223516"/>
                </a:lnTo>
                <a:lnTo>
                  <a:pt x="11140193" y="210368"/>
                </a:lnTo>
                <a:lnTo>
                  <a:pt x="11187434" y="197606"/>
                </a:lnTo>
                <a:lnTo>
                  <a:pt x="11234799" y="185233"/>
                </a:lnTo>
                <a:lnTo>
                  <a:pt x="11282284" y="173248"/>
                </a:lnTo>
                <a:lnTo>
                  <a:pt x="11329888" y="161654"/>
                </a:lnTo>
                <a:lnTo>
                  <a:pt x="11377607" y="150451"/>
                </a:lnTo>
                <a:lnTo>
                  <a:pt x="11425440" y="139640"/>
                </a:lnTo>
                <a:lnTo>
                  <a:pt x="11473385" y="129223"/>
                </a:lnTo>
                <a:lnTo>
                  <a:pt x="11521439" y="119201"/>
                </a:lnTo>
                <a:lnTo>
                  <a:pt x="11569599" y="109574"/>
                </a:lnTo>
                <a:lnTo>
                  <a:pt x="11617864" y="100344"/>
                </a:lnTo>
                <a:lnTo>
                  <a:pt x="11666231" y="91512"/>
                </a:lnTo>
                <a:lnTo>
                  <a:pt x="11714698" y="83080"/>
                </a:lnTo>
                <a:lnTo>
                  <a:pt x="11763263" y="75047"/>
                </a:lnTo>
                <a:lnTo>
                  <a:pt x="11811923" y="67417"/>
                </a:lnTo>
                <a:lnTo>
                  <a:pt x="11860676" y="60188"/>
                </a:lnTo>
                <a:lnTo>
                  <a:pt x="11909519" y="53364"/>
                </a:lnTo>
                <a:lnTo>
                  <a:pt x="11958451" y="46944"/>
                </a:lnTo>
                <a:lnTo>
                  <a:pt x="12007470" y="40931"/>
                </a:lnTo>
                <a:lnTo>
                  <a:pt x="12056572" y="35324"/>
                </a:lnTo>
                <a:lnTo>
                  <a:pt x="12105756" y="30126"/>
                </a:lnTo>
                <a:lnTo>
                  <a:pt x="12155019" y="25337"/>
                </a:lnTo>
                <a:lnTo>
                  <a:pt x="12204359" y="20958"/>
                </a:lnTo>
                <a:lnTo>
                  <a:pt x="12253773" y="16991"/>
                </a:lnTo>
                <a:lnTo>
                  <a:pt x="12303260" y="13437"/>
                </a:lnTo>
                <a:lnTo>
                  <a:pt x="12352818" y="10297"/>
                </a:lnTo>
                <a:lnTo>
                  <a:pt x="12402443" y="7572"/>
                </a:lnTo>
                <a:lnTo>
                  <a:pt x="12452133" y="5263"/>
                </a:lnTo>
                <a:lnTo>
                  <a:pt x="12501887" y="3371"/>
                </a:lnTo>
                <a:lnTo>
                  <a:pt x="12551701" y="1898"/>
                </a:lnTo>
                <a:lnTo>
                  <a:pt x="12601574" y="844"/>
                </a:lnTo>
                <a:lnTo>
                  <a:pt x="12651504" y="211"/>
                </a:lnTo>
                <a:lnTo>
                  <a:pt x="12701487" y="0"/>
                </a:lnTo>
                <a:lnTo>
                  <a:pt x="13158798" y="0"/>
                </a:lnTo>
              </a:path>
            </a:pathLst>
          </a:custGeom>
          <a:ln w="19050">
            <a:gradFill>
              <a:gsLst>
                <a:gs pos="18000">
                  <a:schemeClr val="accent2"/>
                </a:gs>
                <a:gs pos="0">
                  <a:schemeClr val="bg1">
                    <a:alpha val="0"/>
                  </a:schemeClr>
                </a:gs>
              </a:gsLst>
              <a:lin ang="5400000" scaled="0"/>
            </a:gradFill>
          </a:ln>
        </p:spPr>
        <p:txBody>
          <a:bodyPr wrap="square" lIns="0" tIns="0" rIns="0" bIns="0" rtlCol="0"/>
          <a:lstStyle/>
          <a:p>
            <a:pPr marL="0" marR="0" lvl="0" indent="0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C852DA27-3FF7-A998-37F4-EF0ED0A5C838}"/>
              </a:ext>
            </a:extLst>
          </p:cNvPr>
          <p:cNvCxnSpPr>
            <a:cxnSpLocks/>
          </p:cNvCxnSpPr>
          <p:nvPr/>
        </p:nvCxnSpPr>
        <p:spPr>
          <a:xfrm flipH="1">
            <a:off x="334962" y="6678798"/>
            <a:ext cx="10980001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Espaço Reservado para Número de Slide 5">
            <a:extLst>
              <a:ext uri="{FF2B5EF4-FFF2-40B4-BE49-F238E27FC236}">
                <a16:creationId xmlns:a16="http://schemas.microsoft.com/office/drawing/2014/main" id="{3C3AD1DB-74F2-5CB8-23C2-508B0D63F63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509521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pPr marL="20022">
              <a:spcBef>
                <a:spcPts val="45"/>
              </a:spcBef>
            </a:pPr>
            <a:fld id="{81D60167-4931-47E6-BA6A-407CBD079E47}" type="slidenum">
              <a:rPr lang="pt-BR" spc="-15" smtClean="0"/>
              <a:pPr marL="20022">
                <a:spcBef>
                  <a:spcPts val="45"/>
                </a:spcBef>
              </a:pPr>
              <a:t>‹#›</a:t>
            </a:fld>
            <a:endParaRPr lang="pt-BR" spc="-15"/>
          </a:p>
        </p:txBody>
      </p:sp>
    </p:spTree>
    <p:extLst>
      <p:ext uri="{BB962C8B-B14F-4D97-AF65-F5344CB8AC3E}">
        <p14:creationId xmlns:p14="http://schemas.microsoft.com/office/powerpoint/2010/main" val="374835044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4530">
          <p15:clr>
            <a:srgbClr val="FBAE40"/>
          </p15:clr>
        </p15:guide>
        <p15:guide id="2" orient="horz" pos="2410">
          <p15:clr>
            <a:srgbClr val="FBAE40"/>
          </p15:clr>
        </p15:guide>
        <p15:guide id="3" orient="horz" pos="141">
          <p15:clr>
            <a:srgbClr val="FBAE40"/>
          </p15:clr>
        </p15:guide>
        <p15:guide id="4" pos="128">
          <p15:clr>
            <a:srgbClr val="FBAE40"/>
          </p15:clr>
        </p15:guide>
        <p15:guide id="5" orient="horz" pos="2465">
          <p15:clr>
            <a:srgbClr val="FBAE40"/>
          </p15:clr>
        </p15:guide>
        <p15:guide id="6" orient="horz" pos="485">
          <p15:clr>
            <a:srgbClr val="FBAE40"/>
          </p15:clr>
        </p15:guide>
        <p15:guide id="7" orient="horz" pos="567">
          <p15:clr>
            <a:srgbClr val="FBAE40"/>
          </p15:clr>
        </p15:guide>
      </p15:sldGuideLst>
    </p:ext>
  </p:extLst>
</p:sldLayout>
</file>

<file path=ppt/slideLayouts/slideLayout143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3_Título | Box lateral - Escuro">
    <p:bg>
      <p:bgPr>
        <a:gradFill>
          <a:gsLst>
            <a:gs pos="0">
              <a:schemeClr val="tx1"/>
            </a:gs>
            <a:gs pos="23000">
              <a:schemeClr val="tx1"/>
            </a:gs>
            <a:gs pos="55000">
              <a:srgbClr val="161B21"/>
            </a:gs>
          </a:gsLst>
          <a:lin ang="84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tângulo 1">
            <a:extLst>
              <a:ext uri="{FF2B5EF4-FFF2-40B4-BE49-F238E27FC236}">
                <a16:creationId xmlns:a16="http://schemas.microsoft.com/office/drawing/2014/main" id="{0B0E7351-5252-E626-42EB-CDCE7C083C49}"/>
              </a:ext>
            </a:extLst>
          </p:cNvPr>
          <p:cNvSpPr/>
          <p:nvPr/>
        </p:nvSpPr>
        <p:spPr>
          <a:xfrm>
            <a:off x="0" y="1"/>
            <a:ext cx="5420020" cy="68580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sz="849">
              <a:solidFill>
                <a:schemeClr val="tx1"/>
              </a:solidFill>
            </a:endParaRPr>
          </a:p>
        </p:txBody>
      </p:sp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4" y="6509521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pPr marL="20022">
              <a:spcBef>
                <a:spcPts val="45"/>
              </a:spcBef>
            </a:pPr>
            <a:fld id="{81D60167-4931-47E6-BA6A-407CBD079E47}" type="slidenum">
              <a:rPr lang="pt-BR" spc="-15" smtClean="0"/>
              <a:pPr marL="20022">
                <a:spcBef>
                  <a:spcPts val="45"/>
                </a:spcBef>
              </a:pPr>
              <a:t>‹#›</a:t>
            </a:fld>
            <a:endParaRPr lang="pt-BR" spc="-15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5" y="368302"/>
            <a:ext cx="5085057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tx1">
                    <a:lumMod val="85000"/>
                    <a:lumOff val="15000"/>
                  </a:schemeClr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47028" y="1751285"/>
            <a:ext cx="4369353" cy="156104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3D29ABC6-2275-8D02-5D8F-6C312831087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333166" y="3849328"/>
            <a:ext cx="4383213" cy="158838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:a16="http://schemas.microsoft.com/office/drawing/2014/main" id="{89936DB2-1144-3AFC-1BBA-E1BDEB5020C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5767047" y="1484313"/>
            <a:ext cx="6089992" cy="445872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2" name="Conector Reto 2">
            <a:extLst>
              <a:ext uri="{FF2B5EF4-FFF2-40B4-BE49-F238E27FC236}">
                <a16:creationId xmlns:a16="http://schemas.microsoft.com/office/drawing/2014/main" id="{D24BE17E-F6B3-8EAE-EC30-BB9C725FC11E}"/>
              </a:ext>
            </a:extLst>
          </p:cNvPr>
          <p:cNvCxnSpPr>
            <a:cxnSpLocks/>
          </p:cNvCxnSpPr>
          <p:nvPr/>
        </p:nvCxnSpPr>
        <p:spPr>
          <a:xfrm flipH="1">
            <a:off x="2" y="1482784"/>
            <a:ext cx="1457739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Conector Reto 7">
            <a:extLst>
              <a:ext uri="{FF2B5EF4-FFF2-40B4-BE49-F238E27FC236}">
                <a16:creationId xmlns:a16="http://schemas.microsoft.com/office/drawing/2014/main" id="{0D6EA7A2-501E-AE25-217B-771E1489503C}"/>
              </a:ext>
            </a:extLst>
          </p:cNvPr>
          <p:cNvCxnSpPr>
            <a:cxnSpLocks/>
          </p:cNvCxnSpPr>
          <p:nvPr/>
        </p:nvCxnSpPr>
        <p:spPr>
          <a:xfrm flipH="1">
            <a:off x="2" y="3580828"/>
            <a:ext cx="1457739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Picture 8">
            <a:extLst>
              <a:ext uri="{FF2B5EF4-FFF2-40B4-BE49-F238E27FC236}">
                <a16:creationId xmlns:a16="http://schemas.microsoft.com/office/drawing/2014/main" id="{BDCC83E7-0F77-B8A6-85B1-3C7C7DEFD0BA}"/>
              </a:ext>
            </a:extLst>
          </p:cNvPr>
          <p:cNvSpPr/>
          <p:nvPr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/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221BCF8F-C3DE-3A54-5FA9-6EE512FF48C7}"/>
              </a:ext>
            </a:extLst>
          </p:cNvPr>
          <p:cNvCxnSpPr>
            <a:cxnSpLocks/>
          </p:cNvCxnSpPr>
          <p:nvPr/>
        </p:nvCxnSpPr>
        <p:spPr>
          <a:xfrm>
            <a:off x="5631543" y="169333"/>
            <a:ext cx="6598028" cy="0"/>
          </a:xfrm>
          <a:prstGeom prst="line">
            <a:avLst/>
          </a:prstGeom>
          <a:ln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object 4">
            <a:extLst>
              <a:ext uri="{FF2B5EF4-FFF2-40B4-BE49-F238E27FC236}">
                <a16:creationId xmlns:a16="http://schemas.microsoft.com/office/drawing/2014/main" id="{0855DF8C-626E-4C52-7A80-ABDF64F92933}"/>
              </a:ext>
            </a:extLst>
          </p:cNvPr>
          <p:cNvSpPr/>
          <p:nvPr/>
        </p:nvSpPr>
        <p:spPr>
          <a:xfrm rot="10247908" flipH="1">
            <a:off x="4106509" y="-4146683"/>
            <a:ext cx="8001039" cy="5749648"/>
          </a:xfrm>
          <a:custGeom>
            <a:avLst/>
            <a:gdLst>
              <a:gd name="connsiteX0" fmla="*/ 0 w 13940157"/>
              <a:gd name="connsiteY0" fmla="*/ 9200719 h 9456078"/>
              <a:gd name="connsiteX1" fmla="*/ 781360 w 13940157"/>
              <a:gd name="connsiteY1" fmla="*/ 9456078 h 9456078"/>
              <a:gd name="connsiteX2" fmla="*/ 831337 w 13940157"/>
              <a:gd name="connsiteY2" fmla="*/ 9455836 h 9456078"/>
              <a:gd name="connsiteX3" fmla="*/ 881253 w 13940157"/>
              <a:gd name="connsiteY3" fmla="*/ 9455111 h 9456078"/>
              <a:gd name="connsiteX4" fmla="*/ 931102 w 13940157"/>
              <a:gd name="connsiteY4" fmla="*/ 9453904 h 9456078"/>
              <a:gd name="connsiteX5" fmla="*/ 980884 w 13940157"/>
              <a:gd name="connsiteY5" fmla="*/ 9452217 h 9456078"/>
              <a:gd name="connsiteX6" fmla="*/ 1030594 w 13940157"/>
              <a:gd name="connsiteY6" fmla="*/ 9450052 h 9456078"/>
              <a:gd name="connsiteX7" fmla="*/ 1080230 w 13940157"/>
              <a:gd name="connsiteY7" fmla="*/ 9447409 h 9456078"/>
              <a:gd name="connsiteX8" fmla="*/ 1129789 w 13940157"/>
              <a:gd name="connsiteY8" fmla="*/ 9444290 h 9456078"/>
              <a:gd name="connsiteX9" fmla="*/ 1179267 w 13940157"/>
              <a:gd name="connsiteY9" fmla="*/ 9440698 h 9456078"/>
              <a:gd name="connsiteX10" fmla="*/ 1228662 w 13940157"/>
              <a:gd name="connsiteY10" fmla="*/ 9436632 h 9456078"/>
              <a:gd name="connsiteX11" fmla="*/ 1277970 w 13940157"/>
              <a:gd name="connsiteY11" fmla="*/ 9432096 h 9456078"/>
              <a:gd name="connsiteX12" fmla="*/ 1327189 w 13940157"/>
              <a:gd name="connsiteY12" fmla="*/ 9427089 h 9456078"/>
              <a:gd name="connsiteX13" fmla="*/ 1376316 w 13940157"/>
              <a:gd name="connsiteY13" fmla="*/ 9421615 h 9456078"/>
              <a:gd name="connsiteX14" fmla="*/ 1425347 w 13940157"/>
              <a:gd name="connsiteY14" fmla="*/ 9415673 h 9456078"/>
              <a:gd name="connsiteX15" fmla="*/ 1474280 w 13940157"/>
              <a:gd name="connsiteY15" fmla="*/ 9409267 h 9456078"/>
              <a:gd name="connsiteX16" fmla="*/ 1523111 w 13940157"/>
              <a:gd name="connsiteY16" fmla="*/ 9402396 h 9456078"/>
              <a:gd name="connsiteX17" fmla="*/ 1571838 w 13940157"/>
              <a:gd name="connsiteY17" fmla="*/ 9395063 h 9456078"/>
              <a:gd name="connsiteX18" fmla="*/ 1620458 w 13940157"/>
              <a:gd name="connsiteY18" fmla="*/ 9387270 h 9456078"/>
              <a:gd name="connsiteX19" fmla="*/ 1668967 w 13940157"/>
              <a:gd name="connsiteY19" fmla="*/ 9379017 h 9456078"/>
              <a:gd name="connsiteX20" fmla="*/ 1717362 w 13940157"/>
              <a:gd name="connsiteY20" fmla="*/ 9370306 h 9456078"/>
              <a:gd name="connsiteX21" fmla="*/ 1765641 w 13940157"/>
              <a:gd name="connsiteY21" fmla="*/ 9361139 h 9456078"/>
              <a:gd name="connsiteX22" fmla="*/ 1813800 w 13940157"/>
              <a:gd name="connsiteY22" fmla="*/ 9351517 h 9456078"/>
              <a:gd name="connsiteX23" fmla="*/ 1861837 w 13940157"/>
              <a:gd name="connsiteY23" fmla="*/ 9341441 h 9456078"/>
              <a:gd name="connsiteX24" fmla="*/ 1909749 w 13940157"/>
              <a:gd name="connsiteY24" fmla="*/ 9330914 h 9456078"/>
              <a:gd name="connsiteX25" fmla="*/ 1957532 w 13940157"/>
              <a:gd name="connsiteY25" fmla="*/ 9319936 h 9456078"/>
              <a:gd name="connsiteX26" fmla="*/ 2005183 w 13940157"/>
              <a:gd name="connsiteY26" fmla="*/ 9308509 h 9456078"/>
              <a:gd name="connsiteX27" fmla="*/ 2052699 w 13940157"/>
              <a:gd name="connsiteY27" fmla="*/ 9296635 h 9456078"/>
              <a:gd name="connsiteX28" fmla="*/ 2100079 w 13940157"/>
              <a:gd name="connsiteY28" fmla="*/ 9284315 h 9456078"/>
              <a:gd name="connsiteX29" fmla="*/ 2147317 w 13940157"/>
              <a:gd name="connsiteY29" fmla="*/ 9271550 h 9456078"/>
              <a:gd name="connsiteX30" fmla="*/ 2194412 w 13940157"/>
              <a:gd name="connsiteY30" fmla="*/ 9258342 h 9456078"/>
              <a:gd name="connsiteX31" fmla="*/ 2241360 w 13940157"/>
              <a:gd name="connsiteY31" fmla="*/ 9244693 h 9456078"/>
              <a:gd name="connsiteX32" fmla="*/ 2288159 w 13940157"/>
              <a:gd name="connsiteY32" fmla="*/ 9230604 h 9456078"/>
              <a:gd name="connsiteX33" fmla="*/ 2334805 w 13940157"/>
              <a:gd name="connsiteY33" fmla="*/ 9216076 h 9456078"/>
              <a:gd name="connsiteX34" fmla="*/ 2381295 w 13940157"/>
              <a:gd name="connsiteY34" fmla="*/ 9201111 h 9456078"/>
              <a:gd name="connsiteX35" fmla="*/ 2427627 w 13940157"/>
              <a:gd name="connsiteY35" fmla="*/ 9185710 h 9456078"/>
              <a:gd name="connsiteX36" fmla="*/ 2473797 w 13940157"/>
              <a:gd name="connsiteY36" fmla="*/ 9169876 h 9456078"/>
              <a:gd name="connsiteX37" fmla="*/ 2519802 w 13940157"/>
              <a:gd name="connsiteY37" fmla="*/ 9153608 h 9456078"/>
              <a:gd name="connsiteX38" fmla="*/ 2565640 w 13940157"/>
              <a:gd name="connsiteY38" fmla="*/ 9136910 h 9456078"/>
              <a:gd name="connsiteX39" fmla="*/ 2611307 w 13940157"/>
              <a:gd name="connsiteY39" fmla="*/ 9119782 h 9456078"/>
              <a:gd name="connsiteX40" fmla="*/ 2656800 w 13940157"/>
              <a:gd name="connsiteY40" fmla="*/ 9102226 h 9456078"/>
              <a:gd name="connsiteX41" fmla="*/ 2702116 w 13940157"/>
              <a:gd name="connsiteY41" fmla="*/ 9084243 h 9456078"/>
              <a:gd name="connsiteX42" fmla="*/ 2747253 w 13940157"/>
              <a:gd name="connsiteY42" fmla="*/ 9065835 h 9456078"/>
              <a:gd name="connsiteX43" fmla="*/ 2792207 w 13940157"/>
              <a:gd name="connsiteY43" fmla="*/ 9047004 h 9456078"/>
              <a:gd name="connsiteX44" fmla="*/ 2836975 w 13940157"/>
              <a:gd name="connsiteY44" fmla="*/ 9027750 h 9456078"/>
              <a:gd name="connsiteX45" fmla="*/ 2881555 w 13940157"/>
              <a:gd name="connsiteY45" fmla="*/ 9008075 h 9456078"/>
              <a:gd name="connsiteX46" fmla="*/ 2925942 w 13940157"/>
              <a:gd name="connsiteY46" fmla="*/ 8987981 h 9456078"/>
              <a:gd name="connsiteX47" fmla="*/ 2970135 w 13940157"/>
              <a:gd name="connsiteY47" fmla="*/ 8967470 h 9456078"/>
              <a:gd name="connsiteX48" fmla="*/ 3014130 w 13940157"/>
              <a:gd name="connsiteY48" fmla="*/ 8946542 h 9456078"/>
              <a:gd name="connsiteX49" fmla="*/ 3057924 w 13940157"/>
              <a:gd name="connsiteY49" fmla="*/ 8925199 h 9456078"/>
              <a:gd name="connsiteX50" fmla="*/ 3101514 w 13940157"/>
              <a:gd name="connsiteY50" fmla="*/ 8903443 h 9456078"/>
              <a:gd name="connsiteX51" fmla="*/ 3144898 w 13940157"/>
              <a:gd name="connsiteY51" fmla="*/ 8881275 h 9456078"/>
              <a:gd name="connsiteX52" fmla="*/ 3188071 w 13940157"/>
              <a:gd name="connsiteY52" fmla="*/ 8858697 h 9456078"/>
              <a:gd name="connsiteX53" fmla="*/ 3231032 w 13940157"/>
              <a:gd name="connsiteY53" fmla="*/ 8835710 h 9456078"/>
              <a:gd name="connsiteX54" fmla="*/ 3273777 w 13940157"/>
              <a:gd name="connsiteY54" fmla="*/ 8812316 h 9456078"/>
              <a:gd name="connsiteX55" fmla="*/ 3316303 w 13940157"/>
              <a:gd name="connsiteY55" fmla="*/ 8788516 h 9456078"/>
              <a:gd name="connsiteX56" fmla="*/ 3358607 w 13940157"/>
              <a:gd name="connsiteY56" fmla="*/ 8764311 h 9456078"/>
              <a:gd name="connsiteX57" fmla="*/ 3400686 w 13940157"/>
              <a:gd name="connsiteY57" fmla="*/ 8739704 h 9456078"/>
              <a:gd name="connsiteX58" fmla="*/ 3442537 w 13940157"/>
              <a:gd name="connsiteY58" fmla="*/ 8714695 h 9456078"/>
              <a:gd name="connsiteX59" fmla="*/ 3484157 w 13940157"/>
              <a:gd name="connsiteY59" fmla="*/ 8689286 h 9456078"/>
              <a:gd name="connsiteX60" fmla="*/ 3525543 w 13940157"/>
              <a:gd name="connsiteY60" fmla="*/ 8663479 h 9456078"/>
              <a:gd name="connsiteX61" fmla="*/ 3566693 w 13940157"/>
              <a:gd name="connsiteY61" fmla="*/ 8637274 h 9456078"/>
              <a:gd name="connsiteX62" fmla="*/ 3607602 w 13940157"/>
              <a:gd name="connsiteY62" fmla="*/ 8610675 h 9456078"/>
              <a:gd name="connsiteX63" fmla="*/ 3648268 w 13940157"/>
              <a:gd name="connsiteY63" fmla="*/ 8583681 h 9456078"/>
              <a:gd name="connsiteX64" fmla="*/ 3688689 w 13940157"/>
              <a:gd name="connsiteY64" fmla="*/ 8556295 h 9456078"/>
              <a:gd name="connsiteX65" fmla="*/ 3728860 w 13940157"/>
              <a:gd name="connsiteY65" fmla="*/ 8528517 h 9456078"/>
              <a:gd name="connsiteX66" fmla="*/ 3768779 w 13940157"/>
              <a:gd name="connsiteY66" fmla="*/ 8500351 h 9456078"/>
              <a:gd name="connsiteX67" fmla="*/ 3808443 w 13940157"/>
              <a:gd name="connsiteY67" fmla="*/ 8471796 h 9456078"/>
              <a:gd name="connsiteX68" fmla="*/ 3847849 w 13940157"/>
              <a:gd name="connsiteY68" fmla="*/ 8442854 h 9456078"/>
              <a:gd name="connsiteX69" fmla="*/ 3886994 w 13940157"/>
              <a:gd name="connsiteY69" fmla="*/ 8413528 h 9456078"/>
              <a:gd name="connsiteX70" fmla="*/ 3925875 w 13940157"/>
              <a:gd name="connsiteY70" fmla="*/ 8383818 h 9456078"/>
              <a:gd name="connsiteX71" fmla="*/ 3964489 w 13940157"/>
              <a:gd name="connsiteY71" fmla="*/ 8353726 h 9456078"/>
              <a:gd name="connsiteX72" fmla="*/ 4002833 w 13940157"/>
              <a:gd name="connsiteY72" fmla="*/ 8323253 h 9456078"/>
              <a:gd name="connsiteX73" fmla="*/ 4040904 w 13940157"/>
              <a:gd name="connsiteY73" fmla="*/ 8292401 h 9456078"/>
              <a:gd name="connsiteX74" fmla="*/ 4078699 w 13940157"/>
              <a:gd name="connsiteY74" fmla="*/ 8261172 h 9456078"/>
              <a:gd name="connsiteX75" fmla="*/ 4116214 w 13940157"/>
              <a:gd name="connsiteY75" fmla="*/ 8229566 h 9456078"/>
              <a:gd name="connsiteX76" fmla="*/ 4153447 w 13940157"/>
              <a:gd name="connsiteY76" fmla="*/ 8197585 h 9456078"/>
              <a:gd name="connsiteX77" fmla="*/ 4190395 w 13940157"/>
              <a:gd name="connsiteY77" fmla="*/ 8165232 h 9456078"/>
              <a:gd name="connsiteX78" fmla="*/ 4227055 w 13940157"/>
              <a:gd name="connsiteY78" fmla="*/ 8132507 h 9456078"/>
              <a:gd name="connsiteX79" fmla="*/ 4263424 w 13940157"/>
              <a:gd name="connsiteY79" fmla="*/ 8099411 h 9456078"/>
              <a:gd name="connsiteX80" fmla="*/ 4299499 w 13940157"/>
              <a:gd name="connsiteY80" fmla="*/ 8065947 h 9456078"/>
              <a:gd name="connsiteX81" fmla="*/ 4335276 w 13940157"/>
              <a:gd name="connsiteY81" fmla="*/ 8032115 h 9456078"/>
              <a:gd name="connsiteX82" fmla="*/ 4370753 w 13940157"/>
              <a:gd name="connsiteY82" fmla="*/ 7997918 h 9456078"/>
              <a:gd name="connsiteX83" fmla="*/ 4405927 w 13940157"/>
              <a:gd name="connsiteY83" fmla="*/ 7963356 h 9456078"/>
              <a:gd name="connsiteX84" fmla="*/ 4440795 w 13940157"/>
              <a:gd name="connsiteY84" fmla="*/ 7928432 h 9456078"/>
              <a:gd name="connsiteX85" fmla="*/ 4475354 w 13940157"/>
              <a:gd name="connsiteY85" fmla="*/ 7893146 h 9456078"/>
              <a:gd name="connsiteX86" fmla="*/ 4509600 w 13940157"/>
              <a:gd name="connsiteY86" fmla="*/ 7857501 h 9456078"/>
              <a:gd name="connsiteX87" fmla="*/ 4543531 w 13940157"/>
              <a:gd name="connsiteY87" fmla="*/ 7821497 h 9456078"/>
              <a:gd name="connsiteX88" fmla="*/ 4577143 w 13940157"/>
              <a:gd name="connsiteY88" fmla="*/ 7785136 h 9456078"/>
              <a:gd name="connsiteX89" fmla="*/ 4610435 w 13940157"/>
              <a:gd name="connsiteY89" fmla="*/ 7748420 h 9456078"/>
              <a:gd name="connsiteX90" fmla="*/ 4643402 w 13940157"/>
              <a:gd name="connsiteY90" fmla="*/ 7711350 h 9456078"/>
              <a:gd name="connsiteX91" fmla="*/ 4676042 w 13940157"/>
              <a:gd name="connsiteY91" fmla="*/ 7673928 h 9456078"/>
              <a:gd name="connsiteX92" fmla="*/ 4708351 w 13940157"/>
              <a:gd name="connsiteY92" fmla="*/ 7636155 h 9456078"/>
              <a:gd name="connsiteX93" fmla="*/ 4740327 w 13940157"/>
              <a:gd name="connsiteY93" fmla="*/ 7598032 h 9456078"/>
              <a:gd name="connsiteX94" fmla="*/ 4771967 w 13940157"/>
              <a:gd name="connsiteY94" fmla="*/ 7559561 h 9456078"/>
              <a:gd name="connsiteX95" fmla="*/ 4803267 w 13940157"/>
              <a:gd name="connsiteY95" fmla="*/ 7520744 h 9456078"/>
              <a:gd name="connsiteX96" fmla="*/ 4834225 w 13940157"/>
              <a:gd name="connsiteY96" fmla="*/ 7481582 h 9456078"/>
              <a:gd name="connsiteX97" fmla="*/ 4864838 w 13940157"/>
              <a:gd name="connsiteY97" fmla="*/ 7442077 h 9456078"/>
              <a:gd name="connsiteX98" fmla="*/ 8803671 w 13940157"/>
              <a:gd name="connsiteY98" fmla="*/ 2307814 h 9456078"/>
              <a:gd name="connsiteX99" fmla="*/ 8834262 w 13940157"/>
              <a:gd name="connsiteY99" fmla="*/ 2268285 h 9456078"/>
              <a:gd name="connsiteX100" fmla="*/ 8865156 w 13940157"/>
              <a:gd name="connsiteY100" fmla="*/ 2229056 h 9456078"/>
              <a:gd name="connsiteX101" fmla="*/ 8896349 w 13940157"/>
              <a:gd name="connsiteY101" fmla="*/ 2190127 h 9456078"/>
              <a:gd name="connsiteX102" fmla="*/ 8927839 w 13940157"/>
              <a:gd name="connsiteY102" fmla="*/ 2151500 h 9456078"/>
              <a:gd name="connsiteX103" fmla="*/ 8959624 w 13940157"/>
              <a:gd name="connsiteY103" fmla="*/ 2113176 h 9456078"/>
              <a:gd name="connsiteX104" fmla="*/ 8991701 w 13940157"/>
              <a:gd name="connsiteY104" fmla="*/ 2075157 h 9456078"/>
              <a:gd name="connsiteX105" fmla="*/ 9024069 w 13940157"/>
              <a:gd name="connsiteY105" fmla="*/ 2037442 h 9456078"/>
              <a:gd name="connsiteX106" fmla="*/ 9056725 w 13940157"/>
              <a:gd name="connsiteY106" fmla="*/ 2000034 h 9456078"/>
              <a:gd name="connsiteX107" fmla="*/ 9089667 w 13940157"/>
              <a:gd name="connsiteY107" fmla="*/ 1962934 h 9456078"/>
              <a:gd name="connsiteX108" fmla="*/ 9122892 w 13940157"/>
              <a:gd name="connsiteY108" fmla="*/ 1926142 h 9456078"/>
              <a:gd name="connsiteX109" fmla="*/ 9156398 w 13940157"/>
              <a:gd name="connsiteY109" fmla="*/ 1889660 h 9456078"/>
              <a:gd name="connsiteX110" fmla="*/ 9190183 w 13940157"/>
              <a:gd name="connsiteY110" fmla="*/ 1853489 h 9456078"/>
              <a:gd name="connsiteX111" fmla="*/ 9224245 w 13940157"/>
              <a:gd name="connsiteY111" fmla="*/ 1817630 h 9456078"/>
              <a:gd name="connsiteX112" fmla="*/ 9258581 w 13940157"/>
              <a:gd name="connsiteY112" fmla="*/ 1782084 h 9456078"/>
              <a:gd name="connsiteX113" fmla="*/ 9293189 w 13940157"/>
              <a:gd name="connsiteY113" fmla="*/ 1746853 h 9456078"/>
              <a:gd name="connsiteX114" fmla="*/ 9328066 w 13940157"/>
              <a:gd name="connsiteY114" fmla="*/ 1711937 h 9456078"/>
              <a:gd name="connsiteX115" fmla="*/ 9363211 w 13940157"/>
              <a:gd name="connsiteY115" fmla="*/ 1677337 h 9456078"/>
              <a:gd name="connsiteX116" fmla="*/ 9398621 w 13940157"/>
              <a:gd name="connsiteY116" fmla="*/ 1643056 h 9456078"/>
              <a:gd name="connsiteX117" fmla="*/ 9434294 w 13940157"/>
              <a:gd name="connsiteY117" fmla="*/ 1609093 h 9456078"/>
              <a:gd name="connsiteX118" fmla="*/ 9470227 w 13940157"/>
              <a:gd name="connsiteY118" fmla="*/ 1575450 h 9456078"/>
              <a:gd name="connsiteX119" fmla="*/ 9506418 w 13940157"/>
              <a:gd name="connsiteY119" fmla="*/ 1542128 h 9456078"/>
              <a:gd name="connsiteX120" fmla="*/ 9542866 w 13940157"/>
              <a:gd name="connsiteY120" fmla="*/ 1509129 h 9456078"/>
              <a:gd name="connsiteX121" fmla="*/ 9579567 w 13940157"/>
              <a:gd name="connsiteY121" fmla="*/ 1476452 h 9456078"/>
              <a:gd name="connsiteX122" fmla="*/ 9616519 w 13940157"/>
              <a:gd name="connsiteY122" fmla="*/ 1444101 h 9456078"/>
              <a:gd name="connsiteX123" fmla="*/ 9653720 w 13940157"/>
              <a:gd name="connsiteY123" fmla="*/ 1412075 h 9456078"/>
              <a:gd name="connsiteX124" fmla="*/ 9691168 w 13940157"/>
              <a:gd name="connsiteY124" fmla="*/ 1380375 h 9456078"/>
              <a:gd name="connsiteX125" fmla="*/ 9728861 w 13940157"/>
              <a:gd name="connsiteY125" fmla="*/ 1349004 h 9456078"/>
              <a:gd name="connsiteX126" fmla="*/ 9766795 w 13940157"/>
              <a:gd name="connsiteY126" fmla="*/ 1317962 h 9456078"/>
              <a:gd name="connsiteX127" fmla="*/ 9804970 w 13940157"/>
              <a:gd name="connsiteY127" fmla="*/ 1287250 h 9456078"/>
              <a:gd name="connsiteX128" fmla="*/ 9843382 w 13940157"/>
              <a:gd name="connsiteY128" fmla="*/ 1256869 h 9456078"/>
              <a:gd name="connsiteX129" fmla="*/ 9882029 w 13940157"/>
              <a:gd name="connsiteY129" fmla="*/ 1226820 h 9456078"/>
              <a:gd name="connsiteX130" fmla="*/ 9920909 w 13940157"/>
              <a:gd name="connsiteY130" fmla="*/ 1197105 h 9456078"/>
              <a:gd name="connsiteX131" fmla="*/ 9960020 w 13940157"/>
              <a:gd name="connsiteY131" fmla="*/ 1167725 h 9456078"/>
              <a:gd name="connsiteX132" fmla="*/ 9999359 w 13940157"/>
              <a:gd name="connsiteY132" fmla="*/ 1138681 h 9456078"/>
              <a:gd name="connsiteX133" fmla="*/ 10038924 w 13940157"/>
              <a:gd name="connsiteY133" fmla="*/ 1109974 h 9456078"/>
              <a:gd name="connsiteX134" fmla="*/ 10078713 w 13940157"/>
              <a:gd name="connsiteY134" fmla="*/ 1081604 h 9456078"/>
              <a:gd name="connsiteX135" fmla="*/ 10118724 w 13940157"/>
              <a:gd name="connsiteY135" fmla="*/ 1053574 h 9456078"/>
              <a:gd name="connsiteX136" fmla="*/ 10158954 w 13940157"/>
              <a:gd name="connsiteY136" fmla="*/ 1025884 h 9456078"/>
              <a:gd name="connsiteX137" fmla="*/ 10199400 w 13940157"/>
              <a:gd name="connsiteY137" fmla="*/ 998536 h 9456078"/>
              <a:gd name="connsiteX138" fmla="*/ 10240062 w 13940157"/>
              <a:gd name="connsiteY138" fmla="*/ 971530 h 9456078"/>
              <a:gd name="connsiteX139" fmla="*/ 10280935 w 13940157"/>
              <a:gd name="connsiteY139" fmla="*/ 944868 h 9456078"/>
              <a:gd name="connsiteX140" fmla="*/ 10322019 w 13940157"/>
              <a:gd name="connsiteY140" fmla="*/ 918551 h 9456078"/>
              <a:gd name="connsiteX141" fmla="*/ 10363310 w 13940157"/>
              <a:gd name="connsiteY141" fmla="*/ 892580 h 9456078"/>
              <a:gd name="connsiteX142" fmla="*/ 10404807 w 13940157"/>
              <a:gd name="connsiteY142" fmla="*/ 866956 h 9456078"/>
              <a:gd name="connsiteX143" fmla="*/ 10446507 w 13940157"/>
              <a:gd name="connsiteY143" fmla="*/ 841681 h 9456078"/>
              <a:gd name="connsiteX144" fmla="*/ 10488408 w 13940157"/>
              <a:gd name="connsiteY144" fmla="*/ 816754 h 9456078"/>
              <a:gd name="connsiteX145" fmla="*/ 10530507 w 13940157"/>
              <a:gd name="connsiteY145" fmla="*/ 792179 h 9456078"/>
              <a:gd name="connsiteX146" fmla="*/ 10572803 w 13940157"/>
              <a:gd name="connsiteY146" fmla="*/ 767955 h 9456078"/>
              <a:gd name="connsiteX147" fmla="*/ 10615292 w 13940157"/>
              <a:gd name="connsiteY147" fmla="*/ 744083 h 9456078"/>
              <a:gd name="connsiteX148" fmla="*/ 10657973 w 13940157"/>
              <a:gd name="connsiteY148" fmla="*/ 720566 h 9456078"/>
              <a:gd name="connsiteX149" fmla="*/ 10700844 w 13940157"/>
              <a:gd name="connsiteY149" fmla="*/ 697404 h 9456078"/>
              <a:gd name="connsiteX150" fmla="*/ 10743902 w 13940157"/>
              <a:gd name="connsiteY150" fmla="*/ 674598 h 9456078"/>
              <a:gd name="connsiteX151" fmla="*/ 10787144 w 13940157"/>
              <a:gd name="connsiteY151" fmla="*/ 652149 h 9456078"/>
              <a:gd name="connsiteX152" fmla="*/ 10830569 w 13940157"/>
              <a:gd name="connsiteY152" fmla="*/ 630059 h 9456078"/>
              <a:gd name="connsiteX153" fmla="*/ 10874174 w 13940157"/>
              <a:gd name="connsiteY153" fmla="*/ 608328 h 9456078"/>
              <a:gd name="connsiteX154" fmla="*/ 10917957 w 13940157"/>
              <a:gd name="connsiteY154" fmla="*/ 586958 h 9456078"/>
              <a:gd name="connsiteX155" fmla="*/ 10961916 w 13940157"/>
              <a:gd name="connsiteY155" fmla="*/ 565950 h 9456078"/>
              <a:gd name="connsiteX156" fmla="*/ 11006048 w 13940157"/>
              <a:gd name="connsiteY156" fmla="*/ 545304 h 9456078"/>
              <a:gd name="connsiteX157" fmla="*/ 11050351 w 13940157"/>
              <a:gd name="connsiteY157" fmla="*/ 525023 h 9456078"/>
              <a:gd name="connsiteX158" fmla="*/ 11094823 w 13940157"/>
              <a:gd name="connsiteY158" fmla="*/ 505107 h 9456078"/>
              <a:gd name="connsiteX159" fmla="*/ 11139461 w 13940157"/>
              <a:gd name="connsiteY159" fmla="*/ 485558 h 9456078"/>
              <a:gd name="connsiteX160" fmla="*/ 11184263 w 13940157"/>
              <a:gd name="connsiteY160" fmla="*/ 466376 h 9456078"/>
              <a:gd name="connsiteX161" fmla="*/ 11229228 w 13940157"/>
              <a:gd name="connsiteY161" fmla="*/ 447563 h 9456078"/>
              <a:gd name="connsiteX162" fmla="*/ 11274351 w 13940157"/>
              <a:gd name="connsiteY162" fmla="*/ 429119 h 9456078"/>
              <a:gd name="connsiteX163" fmla="*/ 11319632 w 13940157"/>
              <a:gd name="connsiteY163" fmla="*/ 411046 h 9456078"/>
              <a:gd name="connsiteX164" fmla="*/ 11365068 w 13940157"/>
              <a:gd name="connsiteY164" fmla="*/ 393346 h 9456078"/>
              <a:gd name="connsiteX165" fmla="*/ 11410657 w 13940157"/>
              <a:gd name="connsiteY165" fmla="*/ 376018 h 9456078"/>
              <a:gd name="connsiteX166" fmla="*/ 11456396 w 13940157"/>
              <a:gd name="connsiteY166" fmla="*/ 359065 h 9456078"/>
              <a:gd name="connsiteX167" fmla="*/ 11502283 w 13940157"/>
              <a:gd name="connsiteY167" fmla="*/ 342487 h 9456078"/>
              <a:gd name="connsiteX168" fmla="*/ 11548316 w 13940157"/>
              <a:gd name="connsiteY168" fmla="*/ 326286 h 9456078"/>
              <a:gd name="connsiteX169" fmla="*/ 11594492 w 13940157"/>
              <a:gd name="connsiteY169" fmla="*/ 310462 h 9456078"/>
              <a:gd name="connsiteX170" fmla="*/ 11640810 w 13940157"/>
              <a:gd name="connsiteY170" fmla="*/ 295018 h 9456078"/>
              <a:gd name="connsiteX171" fmla="*/ 11687267 w 13940157"/>
              <a:gd name="connsiteY171" fmla="*/ 279953 h 9456078"/>
              <a:gd name="connsiteX172" fmla="*/ 11733860 w 13940157"/>
              <a:gd name="connsiteY172" fmla="*/ 265269 h 9456078"/>
              <a:gd name="connsiteX173" fmla="*/ 11780587 w 13940157"/>
              <a:gd name="connsiteY173" fmla="*/ 250968 h 9456078"/>
              <a:gd name="connsiteX174" fmla="*/ 11827447 w 13940157"/>
              <a:gd name="connsiteY174" fmla="*/ 237049 h 9456078"/>
              <a:gd name="connsiteX175" fmla="*/ 11874436 w 13940157"/>
              <a:gd name="connsiteY175" fmla="*/ 223516 h 9456078"/>
              <a:gd name="connsiteX176" fmla="*/ 11921553 w 13940157"/>
              <a:gd name="connsiteY176" fmla="*/ 210368 h 9456078"/>
              <a:gd name="connsiteX177" fmla="*/ 11968794 w 13940157"/>
              <a:gd name="connsiteY177" fmla="*/ 197606 h 9456078"/>
              <a:gd name="connsiteX178" fmla="*/ 12016159 w 13940157"/>
              <a:gd name="connsiteY178" fmla="*/ 185233 h 9456078"/>
              <a:gd name="connsiteX179" fmla="*/ 12063644 w 13940157"/>
              <a:gd name="connsiteY179" fmla="*/ 173248 h 9456078"/>
              <a:gd name="connsiteX180" fmla="*/ 12111248 w 13940157"/>
              <a:gd name="connsiteY180" fmla="*/ 161654 h 9456078"/>
              <a:gd name="connsiteX181" fmla="*/ 12158967 w 13940157"/>
              <a:gd name="connsiteY181" fmla="*/ 150451 h 9456078"/>
              <a:gd name="connsiteX182" fmla="*/ 12206800 w 13940157"/>
              <a:gd name="connsiteY182" fmla="*/ 139640 h 9456078"/>
              <a:gd name="connsiteX183" fmla="*/ 12254745 w 13940157"/>
              <a:gd name="connsiteY183" fmla="*/ 129223 h 9456078"/>
              <a:gd name="connsiteX184" fmla="*/ 12302799 w 13940157"/>
              <a:gd name="connsiteY184" fmla="*/ 119201 h 9456078"/>
              <a:gd name="connsiteX185" fmla="*/ 12350959 w 13940157"/>
              <a:gd name="connsiteY185" fmla="*/ 109574 h 9456078"/>
              <a:gd name="connsiteX186" fmla="*/ 12399224 w 13940157"/>
              <a:gd name="connsiteY186" fmla="*/ 100344 h 9456078"/>
              <a:gd name="connsiteX187" fmla="*/ 12447591 w 13940157"/>
              <a:gd name="connsiteY187" fmla="*/ 91512 h 9456078"/>
              <a:gd name="connsiteX188" fmla="*/ 12496058 w 13940157"/>
              <a:gd name="connsiteY188" fmla="*/ 83080 h 9456078"/>
              <a:gd name="connsiteX189" fmla="*/ 12544623 w 13940157"/>
              <a:gd name="connsiteY189" fmla="*/ 75047 h 9456078"/>
              <a:gd name="connsiteX190" fmla="*/ 12593283 w 13940157"/>
              <a:gd name="connsiteY190" fmla="*/ 67417 h 9456078"/>
              <a:gd name="connsiteX191" fmla="*/ 12642036 w 13940157"/>
              <a:gd name="connsiteY191" fmla="*/ 60188 h 9456078"/>
              <a:gd name="connsiteX192" fmla="*/ 12690879 w 13940157"/>
              <a:gd name="connsiteY192" fmla="*/ 53364 h 9456078"/>
              <a:gd name="connsiteX193" fmla="*/ 12739811 w 13940157"/>
              <a:gd name="connsiteY193" fmla="*/ 46944 h 9456078"/>
              <a:gd name="connsiteX194" fmla="*/ 12788830 w 13940157"/>
              <a:gd name="connsiteY194" fmla="*/ 40931 h 9456078"/>
              <a:gd name="connsiteX195" fmla="*/ 12837932 w 13940157"/>
              <a:gd name="connsiteY195" fmla="*/ 35324 h 9456078"/>
              <a:gd name="connsiteX196" fmla="*/ 12887116 w 13940157"/>
              <a:gd name="connsiteY196" fmla="*/ 30126 h 9456078"/>
              <a:gd name="connsiteX197" fmla="*/ 12936379 w 13940157"/>
              <a:gd name="connsiteY197" fmla="*/ 25337 h 9456078"/>
              <a:gd name="connsiteX198" fmla="*/ 12985719 w 13940157"/>
              <a:gd name="connsiteY198" fmla="*/ 20958 h 9456078"/>
              <a:gd name="connsiteX199" fmla="*/ 13035133 w 13940157"/>
              <a:gd name="connsiteY199" fmla="*/ 16991 h 9456078"/>
              <a:gd name="connsiteX200" fmla="*/ 13084620 w 13940157"/>
              <a:gd name="connsiteY200" fmla="*/ 13437 h 9456078"/>
              <a:gd name="connsiteX201" fmla="*/ 13134178 w 13940157"/>
              <a:gd name="connsiteY201" fmla="*/ 10297 h 9456078"/>
              <a:gd name="connsiteX202" fmla="*/ 13183803 w 13940157"/>
              <a:gd name="connsiteY202" fmla="*/ 7572 h 9456078"/>
              <a:gd name="connsiteX203" fmla="*/ 13233493 w 13940157"/>
              <a:gd name="connsiteY203" fmla="*/ 5263 h 9456078"/>
              <a:gd name="connsiteX204" fmla="*/ 13283247 w 13940157"/>
              <a:gd name="connsiteY204" fmla="*/ 3371 h 9456078"/>
              <a:gd name="connsiteX205" fmla="*/ 13333061 w 13940157"/>
              <a:gd name="connsiteY205" fmla="*/ 1898 h 9456078"/>
              <a:gd name="connsiteX206" fmla="*/ 13382934 w 13940157"/>
              <a:gd name="connsiteY206" fmla="*/ 844 h 9456078"/>
              <a:gd name="connsiteX207" fmla="*/ 13432864 w 13940157"/>
              <a:gd name="connsiteY207" fmla="*/ 211 h 9456078"/>
              <a:gd name="connsiteX208" fmla="*/ 13482847 w 13940157"/>
              <a:gd name="connsiteY208" fmla="*/ 0 h 9456078"/>
              <a:gd name="connsiteX209" fmla="*/ 13940158 w 13940157"/>
              <a:gd name="connsiteY209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49234 w 13158799"/>
              <a:gd name="connsiteY5" fmla="*/ 9450052 h 9456078"/>
              <a:gd name="connsiteX6" fmla="*/ 298870 w 13158799"/>
              <a:gd name="connsiteY6" fmla="*/ 9447409 h 9456078"/>
              <a:gd name="connsiteX7" fmla="*/ 348429 w 13158799"/>
              <a:gd name="connsiteY7" fmla="*/ 9444290 h 9456078"/>
              <a:gd name="connsiteX8" fmla="*/ 397907 w 13158799"/>
              <a:gd name="connsiteY8" fmla="*/ 9440698 h 9456078"/>
              <a:gd name="connsiteX9" fmla="*/ 447302 w 13158799"/>
              <a:gd name="connsiteY9" fmla="*/ 9436632 h 9456078"/>
              <a:gd name="connsiteX10" fmla="*/ 496610 w 13158799"/>
              <a:gd name="connsiteY10" fmla="*/ 9432096 h 9456078"/>
              <a:gd name="connsiteX11" fmla="*/ 545829 w 13158799"/>
              <a:gd name="connsiteY11" fmla="*/ 9427089 h 9456078"/>
              <a:gd name="connsiteX12" fmla="*/ 594956 w 13158799"/>
              <a:gd name="connsiteY12" fmla="*/ 9421615 h 9456078"/>
              <a:gd name="connsiteX13" fmla="*/ 643987 w 13158799"/>
              <a:gd name="connsiteY13" fmla="*/ 9415673 h 9456078"/>
              <a:gd name="connsiteX14" fmla="*/ 692920 w 13158799"/>
              <a:gd name="connsiteY14" fmla="*/ 9409267 h 9456078"/>
              <a:gd name="connsiteX15" fmla="*/ 741751 w 13158799"/>
              <a:gd name="connsiteY15" fmla="*/ 9402396 h 9456078"/>
              <a:gd name="connsiteX16" fmla="*/ 790478 w 13158799"/>
              <a:gd name="connsiteY16" fmla="*/ 9395063 h 9456078"/>
              <a:gd name="connsiteX17" fmla="*/ 839098 w 13158799"/>
              <a:gd name="connsiteY17" fmla="*/ 9387270 h 9456078"/>
              <a:gd name="connsiteX18" fmla="*/ 887607 w 13158799"/>
              <a:gd name="connsiteY18" fmla="*/ 9379017 h 9456078"/>
              <a:gd name="connsiteX19" fmla="*/ 936002 w 13158799"/>
              <a:gd name="connsiteY19" fmla="*/ 9370306 h 9456078"/>
              <a:gd name="connsiteX20" fmla="*/ 984281 w 13158799"/>
              <a:gd name="connsiteY20" fmla="*/ 9361139 h 9456078"/>
              <a:gd name="connsiteX21" fmla="*/ 1032440 w 13158799"/>
              <a:gd name="connsiteY21" fmla="*/ 9351517 h 9456078"/>
              <a:gd name="connsiteX22" fmla="*/ 1080477 w 13158799"/>
              <a:gd name="connsiteY22" fmla="*/ 9341441 h 9456078"/>
              <a:gd name="connsiteX23" fmla="*/ 1128389 w 13158799"/>
              <a:gd name="connsiteY23" fmla="*/ 9330914 h 9456078"/>
              <a:gd name="connsiteX24" fmla="*/ 1176172 w 13158799"/>
              <a:gd name="connsiteY24" fmla="*/ 9319936 h 9456078"/>
              <a:gd name="connsiteX25" fmla="*/ 1223823 w 13158799"/>
              <a:gd name="connsiteY25" fmla="*/ 9308509 h 9456078"/>
              <a:gd name="connsiteX26" fmla="*/ 1271339 w 13158799"/>
              <a:gd name="connsiteY26" fmla="*/ 9296635 h 9456078"/>
              <a:gd name="connsiteX27" fmla="*/ 1318719 w 13158799"/>
              <a:gd name="connsiteY27" fmla="*/ 9284315 h 9456078"/>
              <a:gd name="connsiteX28" fmla="*/ 1365957 w 13158799"/>
              <a:gd name="connsiteY28" fmla="*/ 9271550 h 9456078"/>
              <a:gd name="connsiteX29" fmla="*/ 1413052 w 13158799"/>
              <a:gd name="connsiteY29" fmla="*/ 9258342 h 9456078"/>
              <a:gd name="connsiteX30" fmla="*/ 1460000 w 13158799"/>
              <a:gd name="connsiteY30" fmla="*/ 9244693 h 9456078"/>
              <a:gd name="connsiteX31" fmla="*/ 1506799 w 13158799"/>
              <a:gd name="connsiteY31" fmla="*/ 9230604 h 9456078"/>
              <a:gd name="connsiteX32" fmla="*/ 1553445 w 13158799"/>
              <a:gd name="connsiteY32" fmla="*/ 9216076 h 9456078"/>
              <a:gd name="connsiteX33" fmla="*/ 1599935 w 13158799"/>
              <a:gd name="connsiteY33" fmla="*/ 9201111 h 9456078"/>
              <a:gd name="connsiteX34" fmla="*/ 1646267 w 13158799"/>
              <a:gd name="connsiteY34" fmla="*/ 9185710 h 9456078"/>
              <a:gd name="connsiteX35" fmla="*/ 1692437 w 13158799"/>
              <a:gd name="connsiteY35" fmla="*/ 9169876 h 9456078"/>
              <a:gd name="connsiteX36" fmla="*/ 1738442 w 13158799"/>
              <a:gd name="connsiteY36" fmla="*/ 9153608 h 9456078"/>
              <a:gd name="connsiteX37" fmla="*/ 1784280 w 13158799"/>
              <a:gd name="connsiteY37" fmla="*/ 9136910 h 9456078"/>
              <a:gd name="connsiteX38" fmla="*/ 1829947 w 13158799"/>
              <a:gd name="connsiteY38" fmla="*/ 9119782 h 9456078"/>
              <a:gd name="connsiteX39" fmla="*/ 1875440 w 13158799"/>
              <a:gd name="connsiteY39" fmla="*/ 9102226 h 9456078"/>
              <a:gd name="connsiteX40" fmla="*/ 1920756 w 13158799"/>
              <a:gd name="connsiteY40" fmla="*/ 9084243 h 9456078"/>
              <a:gd name="connsiteX41" fmla="*/ 1965893 w 13158799"/>
              <a:gd name="connsiteY41" fmla="*/ 9065835 h 9456078"/>
              <a:gd name="connsiteX42" fmla="*/ 2010847 w 13158799"/>
              <a:gd name="connsiteY42" fmla="*/ 9047004 h 9456078"/>
              <a:gd name="connsiteX43" fmla="*/ 2055615 w 13158799"/>
              <a:gd name="connsiteY43" fmla="*/ 9027750 h 9456078"/>
              <a:gd name="connsiteX44" fmla="*/ 2100195 w 13158799"/>
              <a:gd name="connsiteY44" fmla="*/ 9008075 h 9456078"/>
              <a:gd name="connsiteX45" fmla="*/ 2144582 w 13158799"/>
              <a:gd name="connsiteY45" fmla="*/ 8987981 h 9456078"/>
              <a:gd name="connsiteX46" fmla="*/ 2188775 w 13158799"/>
              <a:gd name="connsiteY46" fmla="*/ 8967470 h 9456078"/>
              <a:gd name="connsiteX47" fmla="*/ 2232770 w 13158799"/>
              <a:gd name="connsiteY47" fmla="*/ 8946542 h 9456078"/>
              <a:gd name="connsiteX48" fmla="*/ 2276564 w 13158799"/>
              <a:gd name="connsiteY48" fmla="*/ 8925199 h 9456078"/>
              <a:gd name="connsiteX49" fmla="*/ 2320154 w 13158799"/>
              <a:gd name="connsiteY49" fmla="*/ 8903443 h 9456078"/>
              <a:gd name="connsiteX50" fmla="*/ 2363538 w 13158799"/>
              <a:gd name="connsiteY50" fmla="*/ 8881275 h 9456078"/>
              <a:gd name="connsiteX51" fmla="*/ 2406711 w 13158799"/>
              <a:gd name="connsiteY51" fmla="*/ 8858697 h 9456078"/>
              <a:gd name="connsiteX52" fmla="*/ 2449672 w 13158799"/>
              <a:gd name="connsiteY52" fmla="*/ 8835710 h 9456078"/>
              <a:gd name="connsiteX53" fmla="*/ 2492417 w 13158799"/>
              <a:gd name="connsiteY53" fmla="*/ 8812316 h 9456078"/>
              <a:gd name="connsiteX54" fmla="*/ 2534943 w 13158799"/>
              <a:gd name="connsiteY54" fmla="*/ 8788516 h 9456078"/>
              <a:gd name="connsiteX55" fmla="*/ 2577247 w 13158799"/>
              <a:gd name="connsiteY55" fmla="*/ 8764311 h 9456078"/>
              <a:gd name="connsiteX56" fmla="*/ 2619326 w 13158799"/>
              <a:gd name="connsiteY56" fmla="*/ 8739704 h 9456078"/>
              <a:gd name="connsiteX57" fmla="*/ 2661177 w 13158799"/>
              <a:gd name="connsiteY57" fmla="*/ 8714695 h 9456078"/>
              <a:gd name="connsiteX58" fmla="*/ 2702797 w 13158799"/>
              <a:gd name="connsiteY58" fmla="*/ 8689286 h 9456078"/>
              <a:gd name="connsiteX59" fmla="*/ 2744183 w 13158799"/>
              <a:gd name="connsiteY59" fmla="*/ 8663479 h 9456078"/>
              <a:gd name="connsiteX60" fmla="*/ 2785333 w 13158799"/>
              <a:gd name="connsiteY60" fmla="*/ 8637274 h 9456078"/>
              <a:gd name="connsiteX61" fmla="*/ 2826242 w 13158799"/>
              <a:gd name="connsiteY61" fmla="*/ 8610675 h 9456078"/>
              <a:gd name="connsiteX62" fmla="*/ 2866908 w 13158799"/>
              <a:gd name="connsiteY62" fmla="*/ 8583681 h 9456078"/>
              <a:gd name="connsiteX63" fmla="*/ 2907329 w 13158799"/>
              <a:gd name="connsiteY63" fmla="*/ 8556295 h 9456078"/>
              <a:gd name="connsiteX64" fmla="*/ 2947500 w 13158799"/>
              <a:gd name="connsiteY64" fmla="*/ 8528517 h 9456078"/>
              <a:gd name="connsiteX65" fmla="*/ 2987419 w 13158799"/>
              <a:gd name="connsiteY65" fmla="*/ 8500351 h 9456078"/>
              <a:gd name="connsiteX66" fmla="*/ 3027083 w 13158799"/>
              <a:gd name="connsiteY66" fmla="*/ 8471796 h 9456078"/>
              <a:gd name="connsiteX67" fmla="*/ 3066489 w 13158799"/>
              <a:gd name="connsiteY67" fmla="*/ 8442854 h 9456078"/>
              <a:gd name="connsiteX68" fmla="*/ 3105634 w 13158799"/>
              <a:gd name="connsiteY68" fmla="*/ 8413528 h 9456078"/>
              <a:gd name="connsiteX69" fmla="*/ 3144515 w 13158799"/>
              <a:gd name="connsiteY69" fmla="*/ 8383818 h 9456078"/>
              <a:gd name="connsiteX70" fmla="*/ 3183129 w 13158799"/>
              <a:gd name="connsiteY70" fmla="*/ 8353726 h 9456078"/>
              <a:gd name="connsiteX71" fmla="*/ 3221473 w 13158799"/>
              <a:gd name="connsiteY71" fmla="*/ 8323253 h 9456078"/>
              <a:gd name="connsiteX72" fmla="*/ 3259544 w 13158799"/>
              <a:gd name="connsiteY72" fmla="*/ 8292401 h 9456078"/>
              <a:gd name="connsiteX73" fmla="*/ 3297339 w 13158799"/>
              <a:gd name="connsiteY73" fmla="*/ 8261172 h 9456078"/>
              <a:gd name="connsiteX74" fmla="*/ 3334854 w 13158799"/>
              <a:gd name="connsiteY74" fmla="*/ 8229566 h 9456078"/>
              <a:gd name="connsiteX75" fmla="*/ 3372087 w 13158799"/>
              <a:gd name="connsiteY75" fmla="*/ 8197585 h 9456078"/>
              <a:gd name="connsiteX76" fmla="*/ 3409035 w 13158799"/>
              <a:gd name="connsiteY76" fmla="*/ 8165232 h 9456078"/>
              <a:gd name="connsiteX77" fmla="*/ 3445695 w 13158799"/>
              <a:gd name="connsiteY77" fmla="*/ 8132507 h 9456078"/>
              <a:gd name="connsiteX78" fmla="*/ 3482064 w 13158799"/>
              <a:gd name="connsiteY78" fmla="*/ 8099411 h 9456078"/>
              <a:gd name="connsiteX79" fmla="*/ 3518139 w 13158799"/>
              <a:gd name="connsiteY79" fmla="*/ 8065947 h 9456078"/>
              <a:gd name="connsiteX80" fmla="*/ 3553916 w 13158799"/>
              <a:gd name="connsiteY80" fmla="*/ 8032115 h 9456078"/>
              <a:gd name="connsiteX81" fmla="*/ 3589393 w 13158799"/>
              <a:gd name="connsiteY81" fmla="*/ 7997918 h 9456078"/>
              <a:gd name="connsiteX82" fmla="*/ 3624567 w 13158799"/>
              <a:gd name="connsiteY82" fmla="*/ 7963356 h 9456078"/>
              <a:gd name="connsiteX83" fmla="*/ 3659435 w 13158799"/>
              <a:gd name="connsiteY83" fmla="*/ 7928432 h 9456078"/>
              <a:gd name="connsiteX84" fmla="*/ 3693994 w 13158799"/>
              <a:gd name="connsiteY84" fmla="*/ 7893146 h 9456078"/>
              <a:gd name="connsiteX85" fmla="*/ 3728240 w 13158799"/>
              <a:gd name="connsiteY85" fmla="*/ 7857501 h 9456078"/>
              <a:gd name="connsiteX86" fmla="*/ 3762171 w 13158799"/>
              <a:gd name="connsiteY86" fmla="*/ 7821497 h 9456078"/>
              <a:gd name="connsiteX87" fmla="*/ 3795783 w 13158799"/>
              <a:gd name="connsiteY87" fmla="*/ 7785136 h 9456078"/>
              <a:gd name="connsiteX88" fmla="*/ 3829075 w 13158799"/>
              <a:gd name="connsiteY88" fmla="*/ 7748420 h 9456078"/>
              <a:gd name="connsiteX89" fmla="*/ 3862042 w 13158799"/>
              <a:gd name="connsiteY89" fmla="*/ 7711350 h 9456078"/>
              <a:gd name="connsiteX90" fmla="*/ 3894682 w 13158799"/>
              <a:gd name="connsiteY90" fmla="*/ 7673928 h 9456078"/>
              <a:gd name="connsiteX91" fmla="*/ 3926991 w 13158799"/>
              <a:gd name="connsiteY91" fmla="*/ 7636155 h 9456078"/>
              <a:gd name="connsiteX92" fmla="*/ 3958967 w 13158799"/>
              <a:gd name="connsiteY92" fmla="*/ 7598032 h 9456078"/>
              <a:gd name="connsiteX93" fmla="*/ 3990607 w 13158799"/>
              <a:gd name="connsiteY93" fmla="*/ 7559561 h 9456078"/>
              <a:gd name="connsiteX94" fmla="*/ 4021907 w 13158799"/>
              <a:gd name="connsiteY94" fmla="*/ 7520744 h 9456078"/>
              <a:gd name="connsiteX95" fmla="*/ 4052865 w 13158799"/>
              <a:gd name="connsiteY95" fmla="*/ 7481582 h 9456078"/>
              <a:gd name="connsiteX96" fmla="*/ 4083478 w 13158799"/>
              <a:gd name="connsiteY96" fmla="*/ 7442077 h 9456078"/>
              <a:gd name="connsiteX97" fmla="*/ 8022311 w 13158799"/>
              <a:gd name="connsiteY97" fmla="*/ 2307814 h 9456078"/>
              <a:gd name="connsiteX98" fmla="*/ 8052902 w 13158799"/>
              <a:gd name="connsiteY98" fmla="*/ 2268285 h 9456078"/>
              <a:gd name="connsiteX99" fmla="*/ 8083796 w 13158799"/>
              <a:gd name="connsiteY99" fmla="*/ 2229056 h 9456078"/>
              <a:gd name="connsiteX100" fmla="*/ 8114989 w 13158799"/>
              <a:gd name="connsiteY100" fmla="*/ 2190127 h 9456078"/>
              <a:gd name="connsiteX101" fmla="*/ 8146479 w 13158799"/>
              <a:gd name="connsiteY101" fmla="*/ 2151500 h 9456078"/>
              <a:gd name="connsiteX102" fmla="*/ 8178264 w 13158799"/>
              <a:gd name="connsiteY102" fmla="*/ 2113176 h 9456078"/>
              <a:gd name="connsiteX103" fmla="*/ 8210341 w 13158799"/>
              <a:gd name="connsiteY103" fmla="*/ 2075157 h 9456078"/>
              <a:gd name="connsiteX104" fmla="*/ 8242709 w 13158799"/>
              <a:gd name="connsiteY104" fmla="*/ 2037442 h 9456078"/>
              <a:gd name="connsiteX105" fmla="*/ 8275365 w 13158799"/>
              <a:gd name="connsiteY105" fmla="*/ 2000034 h 9456078"/>
              <a:gd name="connsiteX106" fmla="*/ 8308307 w 13158799"/>
              <a:gd name="connsiteY106" fmla="*/ 1962934 h 9456078"/>
              <a:gd name="connsiteX107" fmla="*/ 8341532 w 13158799"/>
              <a:gd name="connsiteY107" fmla="*/ 1926142 h 9456078"/>
              <a:gd name="connsiteX108" fmla="*/ 8375038 w 13158799"/>
              <a:gd name="connsiteY108" fmla="*/ 1889660 h 9456078"/>
              <a:gd name="connsiteX109" fmla="*/ 8408823 w 13158799"/>
              <a:gd name="connsiteY109" fmla="*/ 1853489 h 9456078"/>
              <a:gd name="connsiteX110" fmla="*/ 8442885 w 13158799"/>
              <a:gd name="connsiteY110" fmla="*/ 1817630 h 9456078"/>
              <a:gd name="connsiteX111" fmla="*/ 8477221 w 13158799"/>
              <a:gd name="connsiteY111" fmla="*/ 1782084 h 9456078"/>
              <a:gd name="connsiteX112" fmla="*/ 8511829 w 13158799"/>
              <a:gd name="connsiteY112" fmla="*/ 1746853 h 9456078"/>
              <a:gd name="connsiteX113" fmla="*/ 8546706 w 13158799"/>
              <a:gd name="connsiteY113" fmla="*/ 1711937 h 9456078"/>
              <a:gd name="connsiteX114" fmla="*/ 8581851 w 13158799"/>
              <a:gd name="connsiteY114" fmla="*/ 1677337 h 9456078"/>
              <a:gd name="connsiteX115" fmla="*/ 8617261 w 13158799"/>
              <a:gd name="connsiteY115" fmla="*/ 1643056 h 9456078"/>
              <a:gd name="connsiteX116" fmla="*/ 8652934 w 13158799"/>
              <a:gd name="connsiteY116" fmla="*/ 1609093 h 9456078"/>
              <a:gd name="connsiteX117" fmla="*/ 8688867 w 13158799"/>
              <a:gd name="connsiteY117" fmla="*/ 1575450 h 9456078"/>
              <a:gd name="connsiteX118" fmla="*/ 8725058 w 13158799"/>
              <a:gd name="connsiteY118" fmla="*/ 1542128 h 9456078"/>
              <a:gd name="connsiteX119" fmla="*/ 8761506 w 13158799"/>
              <a:gd name="connsiteY119" fmla="*/ 1509129 h 9456078"/>
              <a:gd name="connsiteX120" fmla="*/ 8798207 w 13158799"/>
              <a:gd name="connsiteY120" fmla="*/ 1476452 h 9456078"/>
              <a:gd name="connsiteX121" fmla="*/ 8835159 w 13158799"/>
              <a:gd name="connsiteY121" fmla="*/ 1444101 h 9456078"/>
              <a:gd name="connsiteX122" fmla="*/ 8872360 w 13158799"/>
              <a:gd name="connsiteY122" fmla="*/ 1412075 h 9456078"/>
              <a:gd name="connsiteX123" fmla="*/ 8909808 w 13158799"/>
              <a:gd name="connsiteY123" fmla="*/ 1380375 h 9456078"/>
              <a:gd name="connsiteX124" fmla="*/ 8947501 w 13158799"/>
              <a:gd name="connsiteY124" fmla="*/ 1349004 h 9456078"/>
              <a:gd name="connsiteX125" fmla="*/ 8985435 w 13158799"/>
              <a:gd name="connsiteY125" fmla="*/ 1317962 h 9456078"/>
              <a:gd name="connsiteX126" fmla="*/ 9023610 w 13158799"/>
              <a:gd name="connsiteY126" fmla="*/ 1287250 h 9456078"/>
              <a:gd name="connsiteX127" fmla="*/ 9062022 w 13158799"/>
              <a:gd name="connsiteY127" fmla="*/ 1256869 h 9456078"/>
              <a:gd name="connsiteX128" fmla="*/ 9100669 w 13158799"/>
              <a:gd name="connsiteY128" fmla="*/ 1226820 h 9456078"/>
              <a:gd name="connsiteX129" fmla="*/ 9139549 w 13158799"/>
              <a:gd name="connsiteY129" fmla="*/ 1197105 h 9456078"/>
              <a:gd name="connsiteX130" fmla="*/ 9178660 w 13158799"/>
              <a:gd name="connsiteY130" fmla="*/ 1167725 h 9456078"/>
              <a:gd name="connsiteX131" fmla="*/ 9217999 w 13158799"/>
              <a:gd name="connsiteY131" fmla="*/ 1138681 h 9456078"/>
              <a:gd name="connsiteX132" fmla="*/ 9257564 w 13158799"/>
              <a:gd name="connsiteY132" fmla="*/ 1109974 h 9456078"/>
              <a:gd name="connsiteX133" fmla="*/ 9297353 w 13158799"/>
              <a:gd name="connsiteY133" fmla="*/ 1081604 h 9456078"/>
              <a:gd name="connsiteX134" fmla="*/ 9337364 w 13158799"/>
              <a:gd name="connsiteY134" fmla="*/ 1053574 h 9456078"/>
              <a:gd name="connsiteX135" fmla="*/ 9377594 w 13158799"/>
              <a:gd name="connsiteY135" fmla="*/ 1025884 h 9456078"/>
              <a:gd name="connsiteX136" fmla="*/ 9418040 w 13158799"/>
              <a:gd name="connsiteY136" fmla="*/ 998536 h 9456078"/>
              <a:gd name="connsiteX137" fmla="*/ 9458702 w 13158799"/>
              <a:gd name="connsiteY137" fmla="*/ 971530 h 9456078"/>
              <a:gd name="connsiteX138" fmla="*/ 9499575 w 13158799"/>
              <a:gd name="connsiteY138" fmla="*/ 944868 h 9456078"/>
              <a:gd name="connsiteX139" fmla="*/ 9540659 w 13158799"/>
              <a:gd name="connsiteY139" fmla="*/ 918551 h 9456078"/>
              <a:gd name="connsiteX140" fmla="*/ 9581950 w 13158799"/>
              <a:gd name="connsiteY140" fmla="*/ 892580 h 9456078"/>
              <a:gd name="connsiteX141" fmla="*/ 9623447 w 13158799"/>
              <a:gd name="connsiteY141" fmla="*/ 866956 h 9456078"/>
              <a:gd name="connsiteX142" fmla="*/ 9665147 w 13158799"/>
              <a:gd name="connsiteY142" fmla="*/ 841681 h 9456078"/>
              <a:gd name="connsiteX143" fmla="*/ 9707048 w 13158799"/>
              <a:gd name="connsiteY143" fmla="*/ 816754 h 9456078"/>
              <a:gd name="connsiteX144" fmla="*/ 9749147 w 13158799"/>
              <a:gd name="connsiteY144" fmla="*/ 792179 h 9456078"/>
              <a:gd name="connsiteX145" fmla="*/ 9791443 w 13158799"/>
              <a:gd name="connsiteY145" fmla="*/ 767955 h 9456078"/>
              <a:gd name="connsiteX146" fmla="*/ 9833932 w 13158799"/>
              <a:gd name="connsiteY146" fmla="*/ 744083 h 9456078"/>
              <a:gd name="connsiteX147" fmla="*/ 9876613 w 13158799"/>
              <a:gd name="connsiteY147" fmla="*/ 720566 h 9456078"/>
              <a:gd name="connsiteX148" fmla="*/ 9919484 w 13158799"/>
              <a:gd name="connsiteY148" fmla="*/ 697404 h 9456078"/>
              <a:gd name="connsiteX149" fmla="*/ 9962542 w 13158799"/>
              <a:gd name="connsiteY149" fmla="*/ 674598 h 9456078"/>
              <a:gd name="connsiteX150" fmla="*/ 10005784 w 13158799"/>
              <a:gd name="connsiteY150" fmla="*/ 652149 h 9456078"/>
              <a:gd name="connsiteX151" fmla="*/ 10049209 w 13158799"/>
              <a:gd name="connsiteY151" fmla="*/ 630059 h 9456078"/>
              <a:gd name="connsiteX152" fmla="*/ 10092814 w 13158799"/>
              <a:gd name="connsiteY152" fmla="*/ 608328 h 9456078"/>
              <a:gd name="connsiteX153" fmla="*/ 10136597 w 13158799"/>
              <a:gd name="connsiteY153" fmla="*/ 586958 h 9456078"/>
              <a:gd name="connsiteX154" fmla="*/ 10180556 w 13158799"/>
              <a:gd name="connsiteY154" fmla="*/ 565950 h 9456078"/>
              <a:gd name="connsiteX155" fmla="*/ 10224688 w 13158799"/>
              <a:gd name="connsiteY155" fmla="*/ 545304 h 9456078"/>
              <a:gd name="connsiteX156" fmla="*/ 10268991 w 13158799"/>
              <a:gd name="connsiteY156" fmla="*/ 525023 h 9456078"/>
              <a:gd name="connsiteX157" fmla="*/ 10313463 w 13158799"/>
              <a:gd name="connsiteY157" fmla="*/ 505107 h 9456078"/>
              <a:gd name="connsiteX158" fmla="*/ 10358101 w 13158799"/>
              <a:gd name="connsiteY158" fmla="*/ 485558 h 9456078"/>
              <a:gd name="connsiteX159" fmla="*/ 10402903 w 13158799"/>
              <a:gd name="connsiteY159" fmla="*/ 466376 h 9456078"/>
              <a:gd name="connsiteX160" fmla="*/ 10447868 w 13158799"/>
              <a:gd name="connsiteY160" fmla="*/ 447563 h 9456078"/>
              <a:gd name="connsiteX161" fmla="*/ 10492991 w 13158799"/>
              <a:gd name="connsiteY161" fmla="*/ 429119 h 9456078"/>
              <a:gd name="connsiteX162" fmla="*/ 10538272 w 13158799"/>
              <a:gd name="connsiteY162" fmla="*/ 411046 h 9456078"/>
              <a:gd name="connsiteX163" fmla="*/ 10583708 w 13158799"/>
              <a:gd name="connsiteY163" fmla="*/ 393346 h 9456078"/>
              <a:gd name="connsiteX164" fmla="*/ 10629297 w 13158799"/>
              <a:gd name="connsiteY164" fmla="*/ 376018 h 9456078"/>
              <a:gd name="connsiteX165" fmla="*/ 10675036 w 13158799"/>
              <a:gd name="connsiteY165" fmla="*/ 359065 h 9456078"/>
              <a:gd name="connsiteX166" fmla="*/ 10720923 w 13158799"/>
              <a:gd name="connsiteY166" fmla="*/ 342487 h 9456078"/>
              <a:gd name="connsiteX167" fmla="*/ 10766956 w 13158799"/>
              <a:gd name="connsiteY167" fmla="*/ 326286 h 9456078"/>
              <a:gd name="connsiteX168" fmla="*/ 10813132 w 13158799"/>
              <a:gd name="connsiteY168" fmla="*/ 310462 h 9456078"/>
              <a:gd name="connsiteX169" fmla="*/ 10859450 w 13158799"/>
              <a:gd name="connsiteY169" fmla="*/ 295018 h 9456078"/>
              <a:gd name="connsiteX170" fmla="*/ 10905907 w 13158799"/>
              <a:gd name="connsiteY170" fmla="*/ 279953 h 9456078"/>
              <a:gd name="connsiteX171" fmla="*/ 10952500 w 13158799"/>
              <a:gd name="connsiteY171" fmla="*/ 265269 h 9456078"/>
              <a:gd name="connsiteX172" fmla="*/ 10999227 w 13158799"/>
              <a:gd name="connsiteY172" fmla="*/ 250968 h 9456078"/>
              <a:gd name="connsiteX173" fmla="*/ 11046087 w 13158799"/>
              <a:gd name="connsiteY173" fmla="*/ 237049 h 9456078"/>
              <a:gd name="connsiteX174" fmla="*/ 11093076 w 13158799"/>
              <a:gd name="connsiteY174" fmla="*/ 223516 h 9456078"/>
              <a:gd name="connsiteX175" fmla="*/ 11140193 w 13158799"/>
              <a:gd name="connsiteY175" fmla="*/ 210368 h 9456078"/>
              <a:gd name="connsiteX176" fmla="*/ 11187434 w 13158799"/>
              <a:gd name="connsiteY176" fmla="*/ 197606 h 9456078"/>
              <a:gd name="connsiteX177" fmla="*/ 11234799 w 13158799"/>
              <a:gd name="connsiteY177" fmla="*/ 185233 h 9456078"/>
              <a:gd name="connsiteX178" fmla="*/ 11282284 w 13158799"/>
              <a:gd name="connsiteY178" fmla="*/ 173248 h 9456078"/>
              <a:gd name="connsiteX179" fmla="*/ 11329888 w 13158799"/>
              <a:gd name="connsiteY179" fmla="*/ 161654 h 9456078"/>
              <a:gd name="connsiteX180" fmla="*/ 11377607 w 13158799"/>
              <a:gd name="connsiteY180" fmla="*/ 150451 h 9456078"/>
              <a:gd name="connsiteX181" fmla="*/ 11425440 w 13158799"/>
              <a:gd name="connsiteY181" fmla="*/ 139640 h 9456078"/>
              <a:gd name="connsiteX182" fmla="*/ 11473385 w 13158799"/>
              <a:gd name="connsiteY182" fmla="*/ 129223 h 9456078"/>
              <a:gd name="connsiteX183" fmla="*/ 11521439 w 13158799"/>
              <a:gd name="connsiteY183" fmla="*/ 119201 h 9456078"/>
              <a:gd name="connsiteX184" fmla="*/ 11569599 w 13158799"/>
              <a:gd name="connsiteY184" fmla="*/ 109574 h 9456078"/>
              <a:gd name="connsiteX185" fmla="*/ 11617864 w 13158799"/>
              <a:gd name="connsiteY185" fmla="*/ 100344 h 9456078"/>
              <a:gd name="connsiteX186" fmla="*/ 11666231 w 13158799"/>
              <a:gd name="connsiteY186" fmla="*/ 91512 h 9456078"/>
              <a:gd name="connsiteX187" fmla="*/ 11714698 w 13158799"/>
              <a:gd name="connsiteY187" fmla="*/ 83080 h 9456078"/>
              <a:gd name="connsiteX188" fmla="*/ 11763263 w 13158799"/>
              <a:gd name="connsiteY188" fmla="*/ 75047 h 9456078"/>
              <a:gd name="connsiteX189" fmla="*/ 11811923 w 13158799"/>
              <a:gd name="connsiteY189" fmla="*/ 67417 h 9456078"/>
              <a:gd name="connsiteX190" fmla="*/ 11860676 w 13158799"/>
              <a:gd name="connsiteY190" fmla="*/ 60188 h 9456078"/>
              <a:gd name="connsiteX191" fmla="*/ 11909519 w 13158799"/>
              <a:gd name="connsiteY191" fmla="*/ 53364 h 9456078"/>
              <a:gd name="connsiteX192" fmla="*/ 11958451 w 13158799"/>
              <a:gd name="connsiteY192" fmla="*/ 46944 h 9456078"/>
              <a:gd name="connsiteX193" fmla="*/ 12007470 w 13158799"/>
              <a:gd name="connsiteY193" fmla="*/ 40931 h 9456078"/>
              <a:gd name="connsiteX194" fmla="*/ 12056572 w 13158799"/>
              <a:gd name="connsiteY194" fmla="*/ 35324 h 9456078"/>
              <a:gd name="connsiteX195" fmla="*/ 12105756 w 13158799"/>
              <a:gd name="connsiteY195" fmla="*/ 30126 h 9456078"/>
              <a:gd name="connsiteX196" fmla="*/ 12155019 w 13158799"/>
              <a:gd name="connsiteY196" fmla="*/ 25337 h 9456078"/>
              <a:gd name="connsiteX197" fmla="*/ 12204359 w 13158799"/>
              <a:gd name="connsiteY197" fmla="*/ 20958 h 9456078"/>
              <a:gd name="connsiteX198" fmla="*/ 12253773 w 13158799"/>
              <a:gd name="connsiteY198" fmla="*/ 16991 h 9456078"/>
              <a:gd name="connsiteX199" fmla="*/ 12303260 w 13158799"/>
              <a:gd name="connsiteY199" fmla="*/ 13437 h 9456078"/>
              <a:gd name="connsiteX200" fmla="*/ 12352818 w 13158799"/>
              <a:gd name="connsiteY200" fmla="*/ 10297 h 9456078"/>
              <a:gd name="connsiteX201" fmla="*/ 12402443 w 13158799"/>
              <a:gd name="connsiteY201" fmla="*/ 7572 h 9456078"/>
              <a:gd name="connsiteX202" fmla="*/ 12452133 w 13158799"/>
              <a:gd name="connsiteY202" fmla="*/ 5263 h 9456078"/>
              <a:gd name="connsiteX203" fmla="*/ 12501887 w 13158799"/>
              <a:gd name="connsiteY203" fmla="*/ 3371 h 9456078"/>
              <a:gd name="connsiteX204" fmla="*/ 12551701 w 13158799"/>
              <a:gd name="connsiteY204" fmla="*/ 1898 h 9456078"/>
              <a:gd name="connsiteX205" fmla="*/ 12601574 w 13158799"/>
              <a:gd name="connsiteY205" fmla="*/ 844 h 9456078"/>
              <a:gd name="connsiteX206" fmla="*/ 12651504 w 13158799"/>
              <a:gd name="connsiteY206" fmla="*/ 211 h 9456078"/>
              <a:gd name="connsiteX207" fmla="*/ 12701487 w 13158799"/>
              <a:gd name="connsiteY207" fmla="*/ 0 h 9456078"/>
              <a:gd name="connsiteX208" fmla="*/ 13158798 w 13158799"/>
              <a:gd name="connsiteY208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28389 w 13158797"/>
              <a:gd name="connsiteY22" fmla="*/ 9330914 h 9456078"/>
              <a:gd name="connsiteX23" fmla="*/ 1176172 w 13158797"/>
              <a:gd name="connsiteY23" fmla="*/ 9319936 h 9456078"/>
              <a:gd name="connsiteX24" fmla="*/ 1223823 w 13158797"/>
              <a:gd name="connsiteY24" fmla="*/ 9308509 h 9456078"/>
              <a:gd name="connsiteX25" fmla="*/ 1271339 w 13158797"/>
              <a:gd name="connsiteY25" fmla="*/ 9296635 h 9456078"/>
              <a:gd name="connsiteX26" fmla="*/ 1318719 w 13158797"/>
              <a:gd name="connsiteY26" fmla="*/ 9284315 h 9456078"/>
              <a:gd name="connsiteX27" fmla="*/ 1365957 w 13158797"/>
              <a:gd name="connsiteY27" fmla="*/ 9271550 h 9456078"/>
              <a:gd name="connsiteX28" fmla="*/ 1413052 w 13158797"/>
              <a:gd name="connsiteY28" fmla="*/ 9258342 h 9456078"/>
              <a:gd name="connsiteX29" fmla="*/ 1460000 w 13158797"/>
              <a:gd name="connsiteY29" fmla="*/ 9244693 h 9456078"/>
              <a:gd name="connsiteX30" fmla="*/ 1506799 w 13158797"/>
              <a:gd name="connsiteY30" fmla="*/ 9230604 h 9456078"/>
              <a:gd name="connsiteX31" fmla="*/ 1553445 w 13158797"/>
              <a:gd name="connsiteY31" fmla="*/ 9216076 h 9456078"/>
              <a:gd name="connsiteX32" fmla="*/ 1599935 w 13158797"/>
              <a:gd name="connsiteY32" fmla="*/ 9201111 h 9456078"/>
              <a:gd name="connsiteX33" fmla="*/ 1646267 w 13158797"/>
              <a:gd name="connsiteY33" fmla="*/ 9185710 h 9456078"/>
              <a:gd name="connsiteX34" fmla="*/ 1692437 w 13158797"/>
              <a:gd name="connsiteY34" fmla="*/ 9169876 h 9456078"/>
              <a:gd name="connsiteX35" fmla="*/ 1738442 w 13158797"/>
              <a:gd name="connsiteY35" fmla="*/ 9153608 h 9456078"/>
              <a:gd name="connsiteX36" fmla="*/ 1784280 w 13158797"/>
              <a:gd name="connsiteY36" fmla="*/ 9136910 h 9456078"/>
              <a:gd name="connsiteX37" fmla="*/ 1829947 w 13158797"/>
              <a:gd name="connsiteY37" fmla="*/ 9119782 h 9456078"/>
              <a:gd name="connsiteX38" fmla="*/ 1875440 w 13158797"/>
              <a:gd name="connsiteY38" fmla="*/ 9102226 h 9456078"/>
              <a:gd name="connsiteX39" fmla="*/ 1920756 w 13158797"/>
              <a:gd name="connsiteY39" fmla="*/ 9084243 h 9456078"/>
              <a:gd name="connsiteX40" fmla="*/ 1965893 w 13158797"/>
              <a:gd name="connsiteY40" fmla="*/ 9065835 h 9456078"/>
              <a:gd name="connsiteX41" fmla="*/ 2010847 w 13158797"/>
              <a:gd name="connsiteY41" fmla="*/ 9047004 h 9456078"/>
              <a:gd name="connsiteX42" fmla="*/ 2055615 w 13158797"/>
              <a:gd name="connsiteY42" fmla="*/ 9027750 h 9456078"/>
              <a:gd name="connsiteX43" fmla="*/ 2100195 w 13158797"/>
              <a:gd name="connsiteY43" fmla="*/ 9008075 h 9456078"/>
              <a:gd name="connsiteX44" fmla="*/ 2144582 w 13158797"/>
              <a:gd name="connsiteY44" fmla="*/ 8987981 h 9456078"/>
              <a:gd name="connsiteX45" fmla="*/ 2188775 w 13158797"/>
              <a:gd name="connsiteY45" fmla="*/ 8967470 h 9456078"/>
              <a:gd name="connsiteX46" fmla="*/ 2232770 w 13158797"/>
              <a:gd name="connsiteY46" fmla="*/ 8946542 h 9456078"/>
              <a:gd name="connsiteX47" fmla="*/ 2276564 w 13158797"/>
              <a:gd name="connsiteY47" fmla="*/ 8925199 h 9456078"/>
              <a:gd name="connsiteX48" fmla="*/ 2320154 w 13158797"/>
              <a:gd name="connsiteY48" fmla="*/ 8903443 h 9456078"/>
              <a:gd name="connsiteX49" fmla="*/ 2363538 w 13158797"/>
              <a:gd name="connsiteY49" fmla="*/ 8881275 h 9456078"/>
              <a:gd name="connsiteX50" fmla="*/ 2406711 w 13158797"/>
              <a:gd name="connsiteY50" fmla="*/ 8858697 h 9456078"/>
              <a:gd name="connsiteX51" fmla="*/ 2449672 w 13158797"/>
              <a:gd name="connsiteY51" fmla="*/ 8835710 h 9456078"/>
              <a:gd name="connsiteX52" fmla="*/ 2492417 w 13158797"/>
              <a:gd name="connsiteY52" fmla="*/ 8812316 h 9456078"/>
              <a:gd name="connsiteX53" fmla="*/ 2534943 w 13158797"/>
              <a:gd name="connsiteY53" fmla="*/ 8788516 h 9456078"/>
              <a:gd name="connsiteX54" fmla="*/ 2577247 w 13158797"/>
              <a:gd name="connsiteY54" fmla="*/ 8764311 h 9456078"/>
              <a:gd name="connsiteX55" fmla="*/ 2619326 w 13158797"/>
              <a:gd name="connsiteY55" fmla="*/ 8739704 h 9456078"/>
              <a:gd name="connsiteX56" fmla="*/ 2661177 w 13158797"/>
              <a:gd name="connsiteY56" fmla="*/ 8714695 h 9456078"/>
              <a:gd name="connsiteX57" fmla="*/ 2702797 w 13158797"/>
              <a:gd name="connsiteY57" fmla="*/ 8689286 h 9456078"/>
              <a:gd name="connsiteX58" fmla="*/ 2744183 w 13158797"/>
              <a:gd name="connsiteY58" fmla="*/ 8663479 h 9456078"/>
              <a:gd name="connsiteX59" fmla="*/ 2785333 w 13158797"/>
              <a:gd name="connsiteY59" fmla="*/ 8637274 h 9456078"/>
              <a:gd name="connsiteX60" fmla="*/ 2826242 w 13158797"/>
              <a:gd name="connsiteY60" fmla="*/ 8610675 h 9456078"/>
              <a:gd name="connsiteX61" fmla="*/ 2866908 w 13158797"/>
              <a:gd name="connsiteY61" fmla="*/ 8583681 h 9456078"/>
              <a:gd name="connsiteX62" fmla="*/ 2907329 w 13158797"/>
              <a:gd name="connsiteY62" fmla="*/ 8556295 h 9456078"/>
              <a:gd name="connsiteX63" fmla="*/ 2947500 w 13158797"/>
              <a:gd name="connsiteY63" fmla="*/ 8528517 h 9456078"/>
              <a:gd name="connsiteX64" fmla="*/ 2987419 w 13158797"/>
              <a:gd name="connsiteY64" fmla="*/ 8500351 h 9456078"/>
              <a:gd name="connsiteX65" fmla="*/ 3027083 w 13158797"/>
              <a:gd name="connsiteY65" fmla="*/ 8471796 h 9456078"/>
              <a:gd name="connsiteX66" fmla="*/ 3066489 w 13158797"/>
              <a:gd name="connsiteY66" fmla="*/ 8442854 h 9456078"/>
              <a:gd name="connsiteX67" fmla="*/ 3105634 w 13158797"/>
              <a:gd name="connsiteY67" fmla="*/ 8413528 h 9456078"/>
              <a:gd name="connsiteX68" fmla="*/ 3144515 w 13158797"/>
              <a:gd name="connsiteY68" fmla="*/ 8383818 h 9456078"/>
              <a:gd name="connsiteX69" fmla="*/ 3183129 w 13158797"/>
              <a:gd name="connsiteY69" fmla="*/ 8353726 h 9456078"/>
              <a:gd name="connsiteX70" fmla="*/ 3221473 w 13158797"/>
              <a:gd name="connsiteY70" fmla="*/ 8323253 h 9456078"/>
              <a:gd name="connsiteX71" fmla="*/ 3259544 w 13158797"/>
              <a:gd name="connsiteY71" fmla="*/ 8292401 h 9456078"/>
              <a:gd name="connsiteX72" fmla="*/ 3297339 w 13158797"/>
              <a:gd name="connsiteY72" fmla="*/ 8261172 h 9456078"/>
              <a:gd name="connsiteX73" fmla="*/ 3334854 w 13158797"/>
              <a:gd name="connsiteY73" fmla="*/ 8229566 h 9456078"/>
              <a:gd name="connsiteX74" fmla="*/ 3372087 w 13158797"/>
              <a:gd name="connsiteY74" fmla="*/ 8197585 h 9456078"/>
              <a:gd name="connsiteX75" fmla="*/ 3409035 w 13158797"/>
              <a:gd name="connsiteY75" fmla="*/ 8165232 h 9456078"/>
              <a:gd name="connsiteX76" fmla="*/ 3445695 w 13158797"/>
              <a:gd name="connsiteY76" fmla="*/ 8132507 h 9456078"/>
              <a:gd name="connsiteX77" fmla="*/ 3482064 w 13158797"/>
              <a:gd name="connsiteY77" fmla="*/ 8099411 h 9456078"/>
              <a:gd name="connsiteX78" fmla="*/ 3518139 w 13158797"/>
              <a:gd name="connsiteY78" fmla="*/ 8065947 h 9456078"/>
              <a:gd name="connsiteX79" fmla="*/ 3553916 w 13158797"/>
              <a:gd name="connsiteY79" fmla="*/ 8032115 h 9456078"/>
              <a:gd name="connsiteX80" fmla="*/ 3589393 w 13158797"/>
              <a:gd name="connsiteY80" fmla="*/ 7997918 h 9456078"/>
              <a:gd name="connsiteX81" fmla="*/ 3624567 w 13158797"/>
              <a:gd name="connsiteY81" fmla="*/ 7963356 h 9456078"/>
              <a:gd name="connsiteX82" fmla="*/ 3659435 w 13158797"/>
              <a:gd name="connsiteY82" fmla="*/ 7928432 h 9456078"/>
              <a:gd name="connsiteX83" fmla="*/ 3693994 w 13158797"/>
              <a:gd name="connsiteY83" fmla="*/ 7893146 h 9456078"/>
              <a:gd name="connsiteX84" fmla="*/ 3728240 w 13158797"/>
              <a:gd name="connsiteY84" fmla="*/ 7857501 h 9456078"/>
              <a:gd name="connsiteX85" fmla="*/ 3762171 w 13158797"/>
              <a:gd name="connsiteY85" fmla="*/ 7821497 h 9456078"/>
              <a:gd name="connsiteX86" fmla="*/ 3795783 w 13158797"/>
              <a:gd name="connsiteY86" fmla="*/ 7785136 h 9456078"/>
              <a:gd name="connsiteX87" fmla="*/ 3829075 w 13158797"/>
              <a:gd name="connsiteY87" fmla="*/ 7748420 h 9456078"/>
              <a:gd name="connsiteX88" fmla="*/ 3862042 w 13158797"/>
              <a:gd name="connsiteY88" fmla="*/ 7711350 h 9456078"/>
              <a:gd name="connsiteX89" fmla="*/ 3894682 w 13158797"/>
              <a:gd name="connsiteY89" fmla="*/ 7673928 h 9456078"/>
              <a:gd name="connsiteX90" fmla="*/ 3926991 w 13158797"/>
              <a:gd name="connsiteY90" fmla="*/ 7636155 h 9456078"/>
              <a:gd name="connsiteX91" fmla="*/ 3958967 w 13158797"/>
              <a:gd name="connsiteY91" fmla="*/ 7598032 h 9456078"/>
              <a:gd name="connsiteX92" fmla="*/ 3990607 w 13158797"/>
              <a:gd name="connsiteY92" fmla="*/ 7559561 h 9456078"/>
              <a:gd name="connsiteX93" fmla="*/ 4021907 w 13158797"/>
              <a:gd name="connsiteY93" fmla="*/ 7520744 h 9456078"/>
              <a:gd name="connsiteX94" fmla="*/ 4052865 w 13158797"/>
              <a:gd name="connsiteY94" fmla="*/ 7481582 h 9456078"/>
              <a:gd name="connsiteX95" fmla="*/ 4083478 w 13158797"/>
              <a:gd name="connsiteY95" fmla="*/ 7442077 h 9456078"/>
              <a:gd name="connsiteX96" fmla="*/ 8022311 w 13158797"/>
              <a:gd name="connsiteY96" fmla="*/ 2307814 h 9456078"/>
              <a:gd name="connsiteX97" fmla="*/ 8052902 w 13158797"/>
              <a:gd name="connsiteY97" fmla="*/ 2268285 h 9456078"/>
              <a:gd name="connsiteX98" fmla="*/ 8083796 w 13158797"/>
              <a:gd name="connsiteY98" fmla="*/ 2229056 h 9456078"/>
              <a:gd name="connsiteX99" fmla="*/ 8114989 w 13158797"/>
              <a:gd name="connsiteY99" fmla="*/ 2190127 h 9456078"/>
              <a:gd name="connsiteX100" fmla="*/ 8146479 w 13158797"/>
              <a:gd name="connsiteY100" fmla="*/ 2151500 h 9456078"/>
              <a:gd name="connsiteX101" fmla="*/ 8178264 w 13158797"/>
              <a:gd name="connsiteY101" fmla="*/ 2113176 h 9456078"/>
              <a:gd name="connsiteX102" fmla="*/ 8210341 w 13158797"/>
              <a:gd name="connsiteY102" fmla="*/ 2075157 h 9456078"/>
              <a:gd name="connsiteX103" fmla="*/ 8242709 w 13158797"/>
              <a:gd name="connsiteY103" fmla="*/ 2037442 h 9456078"/>
              <a:gd name="connsiteX104" fmla="*/ 8275365 w 13158797"/>
              <a:gd name="connsiteY104" fmla="*/ 2000034 h 9456078"/>
              <a:gd name="connsiteX105" fmla="*/ 8308307 w 13158797"/>
              <a:gd name="connsiteY105" fmla="*/ 1962934 h 9456078"/>
              <a:gd name="connsiteX106" fmla="*/ 8341532 w 13158797"/>
              <a:gd name="connsiteY106" fmla="*/ 1926142 h 9456078"/>
              <a:gd name="connsiteX107" fmla="*/ 8375038 w 13158797"/>
              <a:gd name="connsiteY107" fmla="*/ 1889660 h 9456078"/>
              <a:gd name="connsiteX108" fmla="*/ 8408823 w 13158797"/>
              <a:gd name="connsiteY108" fmla="*/ 1853489 h 9456078"/>
              <a:gd name="connsiteX109" fmla="*/ 8442885 w 13158797"/>
              <a:gd name="connsiteY109" fmla="*/ 1817630 h 9456078"/>
              <a:gd name="connsiteX110" fmla="*/ 8477221 w 13158797"/>
              <a:gd name="connsiteY110" fmla="*/ 1782084 h 9456078"/>
              <a:gd name="connsiteX111" fmla="*/ 8511829 w 13158797"/>
              <a:gd name="connsiteY111" fmla="*/ 1746853 h 9456078"/>
              <a:gd name="connsiteX112" fmla="*/ 8546706 w 13158797"/>
              <a:gd name="connsiteY112" fmla="*/ 1711937 h 9456078"/>
              <a:gd name="connsiteX113" fmla="*/ 8581851 w 13158797"/>
              <a:gd name="connsiteY113" fmla="*/ 1677337 h 9456078"/>
              <a:gd name="connsiteX114" fmla="*/ 8617261 w 13158797"/>
              <a:gd name="connsiteY114" fmla="*/ 1643056 h 9456078"/>
              <a:gd name="connsiteX115" fmla="*/ 8652934 w 13158797"/>
              <a:gd name="connsiteY115" fmla="*/ 1609093 h 9456078"/>
              <a:gd name="connsiteX116" fmla="*/ 8688867 w 13158797"/>
              <a:gd name="connsiteY116" fmla="*/ 1575450 h 9456078"/>
              <a:gd name="connsiteX117" fmla="*/ 8725058 w 13158797"/>
              <a:gd name="connsiteY117" fmla="*/ 1542128 h 9456078"/>
              <a:gd name="connsiteX118" fmla="*/ 8761506 w 13158797"/>
              <a:gd name="connsiteY118" fmla="*/ 1509129 h 9456078"/>
              <a:gd name="connsiteX119" fmla="*/ 8798207 w 13158797"/>
              <a:gd name="connsiteY119" fmla="*/ 1476452 h 9456078"/>
              <a:gd name="connsiteX120" fmla="*/ 8835159 w 13158797"/>
              <a:gd name="connsiteY120" fmla="*/ 1444101 h 9456078"/>
              <a:gd name="connsiteX121" fmla="*/ 8872360 w 13158797"/>
              <a:gd name="connsiteY121" fmla="*/ 1412075 h 9456078"/>
              <a:gd name="connsiteX122" fmla="*/ 8909808 w 13158797"/>
              <a:gd name="connsiteY122" fmla="*/ 1380375 h 9456078"/>
              <a:gd name="connsiteX123" fmla="*/ 8947501 w 13158797"/>
              <a:gd name="connsiteY123" fmla="*/ 1349004 h 9456078"/>
              <a:gd name="connsiteX124" fmla="*/ 8985435 w 13158797"/>
              <a:gd name="connsiteY124" fmla="*/ 1317962 h 9456078"/>
              <a:gd name="connsiteX125" fmla="*/ 9023610 w 13158797"/>
              <a:gd name="connsiteY125" fmla="*/ 1287250 h 9456078"/>
              <a:gd name="connsiteX126" fmla="*/ 9062022 w 13158797"/>
              <a:gd name="connsiteY126" fmla="*/ 1256869 h 9456078"/>
              <a:gd name="connsiteX127" fmla="*/ 9100669 w 13158797"/>
              <a:gd name="connsiteY127" fmla="*/ 1226820 h 9456078"/>
              <a:gd name="connsiteX128" fmla="*/ 9139549 w 13158797"/>
              <a:gd name="connsiteY128" fmla="*/ 1197105 h 9456078"/>
              <a:gd name="connsiteX129" fmla="*/ 9178660 w 13158797"/>
              <a:gd name="connsiteY129" fmla="*/ 1167725 h 9456078"/>
              <a:gd name="connsiteX130" fmla="*/ 9217999 w 13158797"/>
              <a:gd name="connsiteY130" fmla="*/ 1138681 h 9456078"/>
              <a:gd name="connsiteX131" fmla="*/ 9257564 w 13158797"/>
              <a:gd name="connsiteY131" fmla="*/ 1109974 h 9456078"/>
              <a:gd name="connsiteX132" fmla="*/ 9297353 w 13158797"/>
              <a:gd name="connsiteY132" fmla="*/ 1081604 h 9456078"/>
              <a:gd name="connsiteX133" fmla="*/ 9337364 w 13158797"/>
              <a:gd name="connsiteY133" fmla="*/ 1053574 h 9456078"/>
              <a:gd name="connsiteX134" fmla="*/ 9377594 w 13158797"/>
              <a:gd name="connsiteY134" fmla="*/ 1025884 h 9456078"/>
              <a:gd name="connsiteX135" fmla="*/ 9418040 w 13158797"/>
              <a:gd name="connsiteY135" fmla="*/ 998536 h 9456078"/>
              <a:gd name="connsiteX136" fmla="*/ 9458702 w 13158797"/>
              <a:gd name="connsiteY136" fmla="*/ 971530 h 9456078"/>
              <a:gd name="connsiteX137" fmla="*/ 9499575 w 13158797"/>
              <a:gd name="connsiteY137" fmla="*/ 944868 h 9456078"/>
              <a:gd name="connsiteX138" fmla="*/ 9540659 w 13158797"/>
              <a:gd name="connsiteY138" fmla="*/ 918551 h 9456078"/>
              <a:gd name="connsiteX139" fmla="*/ 9581950 w 13158797"/>
              <a:gd name="connsiteY139" fmla="*/ 892580 h 9456078"/>
              <a:gd name="connsiteX140" fmla="*/ 9623447 w 13158797"/>
              <a:gd name="connsiteY140" fmla="*/ 866956 h 9456078"/>
              <a:gd name="connsiteX141" fmla="*/ 9665147 w 13158797"/>
              <a:gd name="connsiteY141" fmla="*/ 841681 h 9456078"/>
              <a:gd name="connsiteX142" fmla="*/ 9707048 w 13158797"/>
              <a:gd name="connsiteY142" fmla="*/ 816754 h 9456078"/>
              <a:gd name="connsiteX143" fmla="*/ 9749147 w 13158797"/>
              <a:gd name="connsiteY143" fmla="*/ 792179 h 9456078"/>
              <a:gd name="connsiteX144" fmla="*/ 9791443 w 13158797"/>
              <a:gd name="connsiteY144" fmla="*/ 767955 h 9456078"/>
              <a:gd name="connsiteX145" fmla="*/ 9833932 w 13158797"/>
              <a:gd name="connsiteY145" fmla="*/ 744083 h 9456078"/>
              <a:gd name="connsiteX146" fmla="*/ 9876613 w 13158797"/>
              <a:gd name="connsiteY146" fmla="*/ 720566 h 9456078"/>
              <a:gd name="connsiteX147" fmla="*/ 9919484 w 13158797"/>
              <a:gd name="connsiteY147" fmla="*/ 697404 h 9456078"/>
              <a:gd name="connsiteX148" fmla="*/ 9962542 w 13158797"/>
              <a:gd name="connsiteY148" fmla="*/ 674598 h 9456078"/>
              <a:gd name="connsiteX149" fmla="*/ 10005784 w 13158797"/>
              <a:gd name="connsiteY149" fmla="*/ 652149 h 9456078"/>
              <a:gd name="connsiteX150" fmla="*/ 10049209 w 13158797"/>
              <a:gd name="connsiteY150" fmla="*/ 630059 h 9456078"/>
              <a:gd name="connsiteX151" fmla="*/ 10092814 w 13158797"/>
              <a:gd name="connsiteY151" fmla="*/ 608328 h 9456078"/>
              <a:gd name="connsiteX152" fmla="*/ 10136597 w 13158797"/>
              <a:gd name="connsiteY152" fmla="*/ 586958 h 9456078"/>
              <a:gd name="connsiteX153" fmla="*/ 10180556 w 13158797"/>
              <a:gd name="connsiteY153" fmla="*/ 565950 h 9456078"/>
              <a:gd name="connsiteX154" fmla="*/ 10224688 w 13158797"/>
              <a:gd name="connsiteY154" fmla="*/ 545304 h 9456078"/>
              <a:gd name="connsiteX155" fmla="*/ 10268991 w 13158797"/>
              <a:gd name="connsiteY155" fmla="*/ 525023 h 9456078"/>
              <a:gd name="connsiteX156" fmla="*/ 10313463 w 13158797"/>
              <a:gd name="connsiteY156" fmla="*/ 505107 h 9456078"/>
              <a:gd name="connsiteX157" fmla="*/ 10358101 w 13158797"/>
              <a:gd name="connsiteY157" fmla="*/ 485558 h 9456078"/>
              <a:gd name="connsiteX158" fmla="*/ 10402903 w 13158797"/>
              <a:gd name="connsiteY158" fmla="*/ 466376 h 9456078"/>
              <a:gd name="connsiteX159" fmla="*/ 10447868 w 13158797"/>
              <a:gd name="connsiteY159" fmla="*/ 447563 h 9456078"/>
              <a:gd name="connsiteX160" fmla="*/ 10492991 w 13158797"/>
              <a:gd name="connsiteY160" fmla="*/ 429119 h 9456078"/>
              <a:gd name="connsiteX161" fmla="*/ 10538272 w 13158797"/>
              <a:gd name="connsiteY161" fmla="*/ 411046 h 9456078"/>
              <a:gd name="connsiteX162" fmla="*/ 10583708 w 13158797"/>
              <a:gd name="connsiteY162" fmla="*/ 393346 h 9456078"/>
              <a:gd name="connsiteX163" fmla="*/ 10629297 w 13158797"/>
              <a:gd name="connsiteY163" fmla="*/ 376018 h 9456078"/>
              <a:gd name="connsiteX164" fmla="*/ 10675036 w 13158797"/>
              <a:gd name="connsiteY164" fmla="*/ 359065 h 9456078"/>
              <a:gd name="connsiteX165" fmla="*/ 10720923 w 13158797"/>
              <a:gd name="connsiteY165" fmla="*/ 342487 h 9456078"/>
              <a:gd name="connsiteX166" fmla="*/ 10766956 w 13158797"/>
              <a:gd name="connsiteY166" fmla="*/ 326286 h 9456078"/>
              <a:gd name="connsiteX167" fmla="*/ 10813132 w 13158797"/>
              <a:gd name="connsiteY167" fmla="*/ 310462 h 9456078"/>
              <a:gd name="connsiteX168" fmla="*/ 10859450 w 13158797"/>
              <a:gd name="connsiteY168" fmla="*/ 295018 h 9456078"/>
              <a:gd name="connsiteX169" fmla="*/ 10905907 w 13158797"/>
              <a:gd name="connsiteY169" fmla="*/ 279953 h 9456078"/>
              <a:gd name="connsiteX170" fmla="*/ 10952500 w 13158797"/>
              <a:gd name="connsiteY170" fmla="*/ 265269 h 9456078"/>
              <a:gd name="connsiteX171" fmla="*/ 10999227 w 13158797"/>
              <a:gd name="connsiteY171" fmla="*/ 250968 h 9456078"/>
              <a:gd name="connsiteX172" fmla="*/ 11046087 w 13158797"/>
              <a:gd name="connsiteY172" fmla="*/ 237049 h 9456078"/>
              <a:gd name="connsiteX173" fmla="*/ 11093076 w 13158797"/>
              <a:gd name="connsiteY173" fmla="*/ 223516 h 9456078"/>
              <a:gd name="connsiteX174" fmla="*/ 11140193 w 13158797"/>
              <a:gd name="connsiteY174" fmla="*/ 210368 h 9456078"/>
              <a:gd name="connsiteX175" fmla="*/ 11187434 w 13158797"/>
              <a:gd name="connsiteY175" fmla="*/ 197606 h 9456078"/>
              <a:gd name="connsiteX176" fmla="*/ 11234799 w 13158797"/>
              <a:gd name="connsiteY176" fmla="*/ 185233 h 9456078"/>
              <a:gd name="connsiteX177" fmla="*/ 11282284 w 13158797"/>
              <a:gd name="connsiteY177" fmla="*/ 173248 h 9456078"/>
              <a:gd name="connsiteX178" fmla="*/ 11329888 w 13158797"/>
              <a:gd name="connsiteY178" fmla="*/ 161654 h 9456078"/>
              <a:gd name="connsiteX179" fmla="*/ 11377607 w 13158797"/>
              <a:gd name="connsiteY179" fmla="*/ 150451 h 9456078"/>
              <a:gd name="connsiteX180" fmla="*/ 11425440 w 13158797"/>
              <a:gd name="connsiteY180" fmla="*/ 139640 h 9456078"/>
              <a:gd name="connsiteX181" fmla="*/ 11473385 w 13158797"/>
              <a:gd name="connsiteY181" fmla="*/ 129223 h 9456078"/>
              <a:gd name="connsiteX182" fmla="*/ 11521439 w 13158797"/>
              <a:gd name="connsiteY182" fmla="*/ 119201 h 9456078"/>
              <a:gd name="connsiteX183" fmla="*/ 11569599 w 13158797"/>
              <a:gd name="connsiteY183" fmla="*/ 109574 h 9456078"/>
              <a:gd name="connsiteX184" fmla="*/ 11617864 w 13158797"/>
              <a:gd name="connsiteY184" fmla="*/ 100344 h 9456078"/>
              <a:gd name="connsiteX185" fmla="*/ 11666231 w 13158797"/>
              <a:gd name="connsiteY185" fmla="*/ 91512 h 9456078"/>
              <a:gd name="connsiteX186" fmla="*/ 11714698 w 13158797"/>
              <a:gd name="connsiteY186" fmla="*/ 83080 h 9456078"/>
              <a:gd name="connsiteX187" fmla="*/ 11763263 w 13158797"/>
              <a:gd name="connsiteY187" fmla="*/ 75047 h 9456078"/>
              <a:gd name="connsiteX188" fmla="*/ 11811923 w 13158797"/>
              <a:gd name="connsiteY188" fmla="*/ 67417 h 9456078"/>
              <a:gd name="connsiteX189" fmla="*/ 11860676 w 13158797"/>
              <a:gd name="connsiteY189" fmla="*/ 60188 h 9456078"/>
              <a:gd name="connsiteX190" fmla="*/ 11909519 w 13158797"/>
              <a:gd name="connsiteY190" fmla="*/ 53364 h 9456078"/>
              <a:gd name="connsiteX191" fmla="*/ 11958451 w 13158797"/>
              <a:gd name="connsiteY191" fmla="*/ 46944 h 9456078"/>
              <a:gd name="connsiteX192" fmla="*/ 12007470 w 13158797"/>
              <a:gd name="connsiteY192" fmla="*/ 40931 h 9456078"/>
              <a:gd name="connsiteX193" fmla="*/ 12056572 w 13158797"/>
              <a:gd name="connsiteY193" fmla="*/ 35324 h 9456078"/>
              <a:gd name="connsiteX194" fmla="*/ 12105756 w 13158797"/>
              <a:gd name="connsiteY194" fmla="*/ 30126 h 9456078"/>
              <a:gd name="connsiteX195" fmla="*/ 12155019 w 13158797"/>
              <a:gd name="connsiteY195" fmla="*/ 25337 h 9456078"/>
              <a:gd name="connsiteX196" fmla="*/ 12204359 w 13158797"/>
              <a:gd name="connsiteY196" fmla="*/ 20958 h 9456078"/>
              <a:gd name="connsiteX197" fmla="*/ 12253773 w 13158797"/>
              <a:gd name="connsiteY197" fmla="*/ 16991 h 9456078"/>
              <a:gd name="connsiteX198" fmla="*/ 12303260 w 13158797"/>
              <a:gd name="connsiteY198" fmla="*/ 13437 h 9456078"/>
              <a:gd name="connsiteX199" fmla="*/ 12352818 w 13158797"/>
              <a:gd name="connsiteY199" fmla="*/ 10297 h 9456078"/>
              <a:gd name="connsiteX200" fmla="*/ 12402443 w 13158797"/>
              <a:gd name="connsiteY200" fmla="*/ 7572 h 9456078"/>
              <a:gd name="connsiteX201" fmla="*/ 12452133 w 13158797"/>
              <a:gd name="connsiteY201" fmla="*/ 5263 h 9456078"/>
              <a:gd name="connsiteX202" fmla="*/ 12501887 w 13158797"/>
              <a:gd name="connsiteY202" fmla="*/ 3371 h 9456078"/>
              <a:gd name="connsiteX203" fmla="*/ 12551701 w 13158797"/>
              <a:gd name="connsiteY203" fmla="*/ 1898 h 9456078"/>
              <a:gd name="connsiteX204" fmla="*/ 12601574 w 13158797"/>
              <a:gd name="connsiteY204" fmla="*/ 844 h 9456078"/>
              <a:gd name="connsiteX205" fmla="*/ 12651504 w 13158797"/>
              <a:gd name="connsiteY205" fmla="*/ 211 h 9456078"/>
              <a:gd name="connsiteX206" fmla="*/ 12701487 w 13158797"/>
              <a:gd name="connsiteY206" fmla="*/ 0 h 9456078"/>
              <a:gd name="connsiteX207" fmla="*/ 13158798 w 13158797"/>
              <a:gd name="connsiteY207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98870 w 13158799"/>
              <a:gd name="connsiteY5" fmla="*/ 9447409 h 9456078"/>
              <a:gd name="connsiteX6" fmla="*/ 348429 w 13158799"/>
              <a:gd name="connsiteY6" fmla="*/ 9444290 h 9456078"/>
              <a:gd name="connsiteX7" fmla="*/ 397907 w 13158799"/>
              <a:gd name="connsiteY7" fmla="*/ 9440698 h 9456078"/>
              <a:gd name="connsiteX8" fmla="*/ 447302 w 13158799"/>
              <a:gd name="connsiteY8" fmla="*/ 9436632 h 9456078"/>
              <a:gd name="connsiteX9" fmla="*/ 496610 w 13158799"/>
              <a:gd name="connsiteY9" fmla="*/ 9432096 h 9456078"/>
              <a:gd name="connsiteX10" fmla="*/ 545829 w 13158799"/>
              <a:gd name="connsiteY10" fmla="*/ 9427089 h 9456078"/>
              <a:gd name="connsiteX11" fmla="*/ 594956 w 13158799"/>
              <a:gd name="connsiteY11" fmla="*/ 9421615 h 9456078"/>
              <a:gd name="connsiteX12" fmla="*/ 643987 w 13158799"/>
              <a:gd name="connsiteY12" fmla="*/ 9415673 h 9456078"/>
              <a:gd name="connsiteX13" fmla="*/ 692920 w 13158799"/>
              <a:gd name="connsiteY13" fmla="*/ 9409267 h 9456078"/>
              <a:gd name="connsiteX14" fmla="*/ 741751 w 13158799"/>
              <a:gd name="connsiteY14" fmla="*/ 9402396 h 9456078"/>
              <a:gd name="connsiteX15" fmla="*/ 790478 w 13158799"/>
              <a:gd name="connsiteY15" fmla="*/ 9395063 h 9456078"/>
              <a:gd name="connsiteX16" fmla="*/ 839098 w 13158799"/>
              <a:gd name="connsiteY16" fmla="*/ 9387270 h 9456078"/>
              <a:gd name="connsiteX17" fmla="*/ 887607 w 13158799"/>
              <a:gd name="connsiteY17" fmla="*/ 9379017 h 9456078"/>
              <a:gd name="connsiteX18" fmla="*/ 936002 w 13158799"/>
              <a:gd name="connsiteY18" fmla="*/ 9370306 h 9456078"/>
              <a:gd name="connsiteX19" fmla="*/ 984281 w 13158799"/>
              <a:gd name="connsiteY19" fmla="*/ 9361139 h 9456078"/>
              <a:gd name="connsiteX20" fmla="*/ 1032440 w 13158799"/>
              <a:gd name="connsiteY20" fmla="*/ 9351517 h 9456078"/>
              <a:gd name="connsiteX21" fmla="*/ 1080477 w 13158799"/>
              <a:gd name="connsiteY21" fmla="*/ 9341441 h 9456078"/>
              <a:gd name="connsiteX22" fmla="*/ 1176172 w 13158799"/>
              <a:gd name="connsiteY22" fmla="*/ 9319936 h 9456078"/>
              <a:gd name="connsiteX23" fmla="*/ 1223823 w 13158799"/>
              <a:gd name="connsiteY23" fmla="*/ 9308509 h 9456078"/>
              <a:gd name="connsiteX24" fmla="*/ 1271339 w 13158799"/>
              <a:gd name="connsiteY24" fmla="*/ 9296635 h 9456078"/>
              <a:gd name="connsiteX25" fmla="*/ 1318719 w 13158799"/>
              <a:gd name="connsiteY25" fmla="*/ 9284315 h 9456078"/>
              <a:gd name="connsiteX26" fmla="*/ 1365957 w 13158799"/>
              <a:gd name="connsiteY26" fmla="*/ 9271550 h 9456078"/>
              <a:gd name="connsiteX27" fmla="*/ 1413052 w 13158799"/>
              <a:gd name="connsiteY27" fmla="*/ 9258342 h 9456078"/>
              <a:gd name="connsiteX28" fmla="*/ 1460000 w 13158799"/>
              <a:gd name="connsiteY28" fmla="*/ 9244693 h 9456078"/>
              <a:gd name="connsiteX29" fmla="*/ 1506799 w 13158799"/>
              <a:gd name="connsiteY29" fmla="*/ 9230604 h 9456078"/>
              <a:gd name="connsiteX30" fmla="*/ 1553445 w 13158799"/>
              <a:gd name="connsiteY30" fmla="*/ 9216076 h 9456078"/>
              <a:gd name="connsiteX31" fmla="*/ 1599935 w 13158799"/>
              <a:gd name="connsiteY31" fmla="*/ 9201111 h 9456078"/>
              <a:gd name="connsiteX32" fmla="*/ 1646267 w 13158799"/>
              <a:gd name="connsiteY32" fmla="*/ 9185710 h 9456078"/>
              <a:gd name="connsiteX33" fmla="*/ 1692437 w 13158799"/>
              <a:gd name="connsiteY33" fmla="*/ 9169876 h 9456078"/>
              <a:gd name="connsiteX34" fmla="*/ 1738442 w 13158799"/>
              <a:gd name="connsiteY34" fmla="*/ 9153608 h 9456078"/>
              <a:gd name="connsiteX35" fmla="*/ 1784280 w 13158799"/>
              <a:gd name="connsiteY35" fmla="*/ 9136910 h 9456078"/>
              <a:gd name="connsiteX36" fmla="*/ 1829947 w 13158799"/>
              <a:gd name="connsiteY36" fmla="*/ 9119782 h 9456078"/>
              <a:gd name="connsiteX37" fmla="*/ 1875440 w 13158799"/>
              <a:gd name="connsiteY37" fmla="*/ 9102226 h 9456078"/>
              <a:gd name="connsiteX38" fmla="*/ 1920756 w 13158799"/>
              <a:gd name="connsiteY38" fmla="*/ 9084243 h 9456078"/>
              <a:gd name="connsiteX39" fmla="*/ 1965893 w 13158799"/>
              <a:gd name="connsiteY39" fmla="*/ 9065835 h 9456078"/>
              <a:gd name="connsiteX40" fmla="*/ 2010847 w 13158799"/>
              <a:gd name="connsiteY40" fmla="*/ 9047004 h 9456078"/>
              <a:gd name="connsiteX41" fmla="*/ 2055615 w 13158799"/>
              <a:gd name="connsiteY41" fmla="*/ 9027750 h 9456078"/>
              <a:gd name="connsiteX42" fmla="*/ 2100195 w 13158799"/>
              <a:gd name="connsiteY42" fmla="*/ 9008075 h 9456078"/>
              <a:gd name="connsiteX43" fmla="*/ 2144582 w 13158799"/>
              <a:gd name="connsiteY43" fmla="*/ 8987981 h 9456078"/>
              <a:gd name="connsiteX44" fmla="*/ 2188775 w 13158799"/>
              <a:gd name="connsiteY44" fmla="*/ 8967470 h 9456078"/>
              <a:gd name="connsiteX45" fmla="*/ 2232770 w 13158799"/>
              <a:gd name="connsiteY45" fmla="*/ 8946542 h 9456078"/>
              <a:gd name="connsiteX46" fmla="*/ 2276564 w 13158799"/>
              <a:gd name="connsiteY46" fmla="*/ 8925199 h 9456078"/>
              <a:gd name="connsiteX47" fmla="*/ 2320154 w 13158799"/>
              <a:gd name="connsiteY47" fmla="*/ 8903443 h 9456078"/>
              <a:gd name="connsiteX48" fmla="*/ 2363538 w 13158799"/>
              <a:gd name="connsiteY48" fmla="*/ 8881275 h 9456078"/>
              <a:gd name="connsiteX49" fmla="*/ 2406711 w 13158799"/>
              <a:gd name="connsiteY49" fmla="*/ 8858697 h 9456078"/>
              <a:gd name="connsiteX50" fmla="*/ 2449672 w 13158799"/>
              <a:gd name="connsiteY50" fmla="*/ 8835710 h 9456078"/>
              <a:gd name="connsiteX51" fmla="*/ 2492417 w 13158799"/>
              <a:gd name="connsiteY51" fmla="*/ 8812316 h 9456078"/>
              <a:gd name="connsiteX52" fmla="*/ 2534943 w 13158799"/>
              <a:gd name="connsiteY52" fmla="*/ 8788516 h 9456078"/>
              <a:gd name="connsiteX53" fmla="*/ 2577247 w 13158799"/>
              <a:gd name="connsiteY53" fmla="*/ 8764311 h 9456078"/>
              <a:gd name="connsiteX54" fmla="*/ 2619326 w 13158799"/>
              <a:gd name="connsiteY54" fmla="*/ 8739704 h 9456078"/>
              <a:gd name="connsiteX55" fmla="*/ 2661177 w 13158799"/>
              <a:gd name="connsiteY55" fmla="*/ 8714695 h 9456078"/>
              <a:gd name="connsiteX56" fmla="*/ 2702797 w 13158799"/>
              <a:gd name="connsiteY56" fmla="*/ 8689286 h 9456078"/>
              <a:gd name="connsiteX57" fmla="*/ 2744183 w 13158799"/>
              <a:gd name="connsiteY57" fmla="*/ 8663479 h 9456078"/>
              <a:gd name="connsiteX58" fmla="*/ 2785333 w 13158799"/>
              <a:gd name="connsiteY58" fmla="*/ 8637274 h 9456078"/>
              <a:gd name="connsiteX59" fmla="*/ 2826242 w 13158799"/>
              <a:gd name="connsiteY59" fmla="*/ 8610675 h 9456078"/>
              <a:gd name="connsiteX60" fmla="*/ 2866908 w 13158799"/>
              <a:gd name="connsiteY60" fmla="*/ 8583681 h 9456078"/>
              <a:gd name="connsiteX61" fmla="*/ 2907329 w 13158799"/>
              <a:gd name="connsiteY61" fmla="*/ 8556295 h 9456078"/>
              <a:gd name="connsiteX62" fmla="*/ 2947500 w 13158799"/>
              <a:gd name="connsiteY62" fmla="*/ 8528517 h 9456078"/>
              <a:gd name="connsiteX63" fmla="*/ 2987419 w 13158799"/>
              <a:gd name="connsiteY63" fmla="*/ 8500351 h 9456078"/>
              <a:gd name="connsiteX64" fmla="*/ 3027083 w 13158799"/>
              <a:gd name="connsiteY64" fmla="*/ 8471796 h 9456078"/>
              <a:gd name="connsiteX65" fmla="*/ 3066489 w 13158799"/>
              <a:gd name="connsiteY65" fmla="*/ 8442854 h 9456078"/>
              <a:gd name="connsiteX66" fmla="*/ 3105634 w 13158799"/>
              <a:gd name="connsiteY66" fmla="*/ 8413528 h 9456078"/>
              <a:gd name="connsiteX67" fmla="*/ 3144515 w 13158799"/>
              <a:gd name="connsiteY67" fmla="*/ 8383818 h 9456078"/>
              <a:gd name="connsiteX68" fmla="*/ 3183129 w 13158799"/>
              <a:gd name="connsiteY68" fmla="*/ 8353726 h 9456078"/>
              <a:gd name="connsiteX69" fmla="*/ 3221473 w 13158799"/>
              <a:gd name="connsiteY69" fmla="*/ 8323253 h 9456078"/>
              <a:gd name="connsiteX70" fmla="*/ 3259544 w 13158799"/>
              <a:gd name="connsiteY70" fmla="*/ 8292401 h 9456078"/>
              <a:gd name="connsiteX71" fmla="*/ 3297339 w 13158799"/>
              <a:gd name="connsiteY71" fmla="*/ 8261172 h 9456078"/>
              <a:gd name="connsiteX72" fmla="*/ 3334854 w 13158799"/>
              <a:gd name="connsiteY72" fmla="*/ 8229566 h 9456078"/>
              <a:gd name="connsiteX73" fmla="*/ 3372087 w 13158799"/>
              <a:gd name="connsiteY73" fmla="*/ 8197585 h 9456078"/>
              <a:gd name="connsiteX74" fmla="*/ 3409035 w 13158799"/>
              <a:gd name="connsiteY74" fmla="*/ 8165232 h 9456078"/>
              <a:gd name="connsiteX75" fmla="*/ 3445695 w 13158799"/>
              <a:gd name="connsiteY75" fmla="*/ 8132507 h 9456078"/>
              <a:gd name="connsiteX76" fmla="*/ 3482064 w 13158799"/>
              <a:gd name="connsiteY76" fmla="*/ 8099411 h 9456078"/>
              <a:gd name="connsiteX77" fmla="*/ 3518139 w 13158799"/>
              <a:gd name="connsiteY77" fmla="*/ 8065947 h 9456078"/>
              <a:gd name="connsiteX78" fmla="*/ 3553916 w 13158799"/>
              <a:gd name="connsiteY78" fmla="*/ 8032115 h 9456078"/>
              <a:gd name="connsiteX79" fmla="*/ 3589393 w 13158799"/>
              <a:gd name="connsiteY79" fmla="*/ 7997918 h 9456078"/>
              <a:gd name="connsiteX80" fmla="*/ 3624567 w 13158799"/>
              <a:gd name="connsiteY80" fmla="*/ 7963356 h 9456078"/>
              <a:gd name="connsiteX81" fmla="*/ 3659435 w 13158799"/>
              <a:gd name="connsiteY81" fmla="*/ 7928432 h 9456078"/>
              <a:gd name="connsiteX82" fmla="*/ 3693994 w 13158799"/>
              <a:gd name="connsiteY82" fmla="*/ 7893146 h 9456078"/>
              <a:gd name="connsiteX83" fmla="*/ 3728240 w 13158799"/>
              <a:gd name="connsiteY83" fmla="*/ 7857501 h 9456078"/>
              <a:gd name="connsiteX84" fmla="*/ 3762171 w 13158799"/>
              <a:gd name="connsiteY84" fmla="*/ 7821497 h 9456078"/>
              <a:gd name="connsiteX85" fmla="*/ 3795783 w 13158799"/>
              <a:gd name="connsiteY85" fmla="*/ 7785136 h 9456078"/>
              <a:gd name="connsiteX86" fmla="*/ 3829075 w 13158799"/>
              <a:gd name="connsiteY86" fmla="*/ 7748420 h 9456078"/>
              <a:gd name="connsiteX87" fmla="*/ 3862042 w 13158799"/>
              <a:gd name="connsiteY87" fmla="*/ 7711350 h 9456078"/>
              <a:gd name="connsiteX88" fmla="*/ 3894682 w 13158799"/>
              <a:gd name="connsiteY88" fmla="*/ 7673928 h 9456078"/>
              <a:gd name="connsiteX89" fmla="*/ 3926991 w 13158799"/>
              <a:gd name="connsiteY89" fmla="*/ 7636155 h 9456078"/>
              <a:gd name="connsiteX90" fmla="*/ 3958967 w 13158799"/>
              <a:gd name="connsiteY90" fmla="*/ 7598032 h 9456078"/>
              <a:gd name="connsiteX91" fmla="*/ 3990607 w 13158799"/>
              <a:gd name="connsiteY91" fmla="*/ 7559561 h 9456078"/>
              <a:gd name="connsiteX92" fmla="*/ 4021907 w 13158799"/>
              <a:gd name="connsiteY92" fmla="*/ 7520744 h 9456078"/>
              <a:gd name="connsiteX93" fmla="*/ 4052865 w 13158799"/>
              <a:gd name="connsiteY93" fmla="*/ 7481582 h 9456078"/>
              <a:gd name="connsiteX94" fmla="*/ 4083478 w 13158799"/>
              <a:gd name="connsiteY94" fmla="*/ 7442077 h 9456078"/>
              <a:gd name="connsiteX95" fmla="*/ 8022311 w 13158799"/>
              <a:gd name="connsiteY95" fmla="*/ 2307814 h 9456078"/>
              <a:gd name="connsiteX96" fmla="*/ 8052902 w 13158799"/>
              <a:gd name="connsiteY96" fmla="*/ 2268285 h 9456078"/>
              <a:gd name="connsiteX97" fmla="*/ 8083796 w 13158799"/>
              <a:gd name="connsiteY97" fmla="*/ 2229056 h 9456078"/>
              <a:gd name="connsiteX98" fmla="*/ 8114989 w 13158799"/>
              <a:gd name="connsiteY98" fmla="*/ 2190127 h 9456078"/>
              <a:gd name="connsiteX99" fmla="*/ 8146479 w 13158799"/>
              <a:gd name="connsiteY99" fmla="*/ 2151500 h 9456078"/>
              <a:gd name="connsiteX100" fmla="*/ 8178264 w 13158799"/>
              <a:gd name="connsiteY100" fmla="*/ 2113176 h 9456078"/>
              <a:gd name="connsiteX101" fmla="*/ 8210341 w 13158799"/>
              <a:gd name="connsiteY101" fmla="*/ 2075157 h 9456078"/>
              <a:gd name="connsiteX102" fmla="*/ 8242709 w 13158799"/>
              <a:gd name="connsiteY102" fmla="*/ 2037442 h 9456078"/>
              <a:gd name="connsiteX103" fmla="*/ 8275365 w 13158799"/>
              <a:gd name="connsiteY103" fmla="*/ 2000034 h 9456078"/>
              <a:gd name="connsiteX104" fmla="*/ 8308307 w 13158799"/>
              <a:gd name="connsiteY104" fmla="*/ 1962934 h 9456078"/>
              <a:gd name="connsiteX105" fmla="*/ 8341532 w 13158799"/>
              <a:gd name="connsiteY105" fmla="*/ 1926142 h 9456078"/>
              <a:gd name="connsiteX106" fmla="*/ 8375038 w 13158799"/>
              <a:gd name="connsiteY106" fmla="*/ 1889660 h 9456078"/>
              <a:gd name="connsiteX107" fmla="*/ 8408823 w 13158799"/>
              <a:gd name="connsiteY107" fmla="*/ 1853489 h 9456078"/>
              <a:gd name="connsiteX108" fmla="*/ 8442885 w 13158799"/>
              <a:gd name="connsiteY108" fmla="*/ 1817630 h 9456078"/>
              <a:gd name="connsiteX109" fmla="*/ 8477221 w 13158799"/>
              <a:gd name="connsiteY109" fmla="*/ 1782084 h 9456078"/>
              <a:gd name="connsiteX110" fmla="*/ 8511829 w 13158799"/>
              <a:gd name="connsiteY110" fmla="*/ 1746853 h 9456078"/>
              <a:gd name="connsiteX111" fmla="*/ 8546706 w 13158799"/>
              <a:gd name="connsiteY111" fmla="*/ 1711937 h 9456078"/>
              <a:gd name="connsiteX112" fmla="*/ 8581851 w 13158799"/>
              <a:gd name="connsiteY112" fmla="*/ 1677337 h 9456078"/>
              <a:gd name="connsiteX113" fmla="*/ 8617261 w 13158799"/>
              <a:gd name="connsiteY113" fmla="*/ 1643056 h 9456078"/>
              <a:gd name="connsiteX114" fmla="*/ 8652934 w 13158799"/>
              <a:gd name="connsiteY114" fmla="*/ 1609093 h 9456078"/>
              <a:gd name="connsiteX115" fmla="*/ 8688867 w 13158799"/>
              <a:gd name="connsiteY115" fmla="*/ 1575450 h 9456078"/>
              <a:gd name="connsiteX116" fmla="*/ 8725058 w 13158799"/>
              <a:gd name="connsiteY116" fmla="*/ 1542128 h 9456078"/>
              <a:gd name="connsiteX117" fmla="*/ 8761506 w 13158799"/>
              <a:gd name="connsiteY117" fmla="*/ 1509129 h 9456078"/>
              <a:gd name="connsiteX118" fmla="*/ 8798207 w 13158799"/>
              <a:gd name="connsiteY118" fmla="*/ 1476452 h 9456078"/>
              <a:gd name="connsiteX119" fmla="*/ 8835159 w 13158799"/>
              <a:gd name="connsiteY119" fmla="*/ 1444101 h 9456078"/>
              <a:gd name="connsiteX120" fmla="*/ 8872360 w 13158799"/>
              <a:gd name="connsiteY120" fmla="*/ 1412075 h 9456078"/>
              <a:gd name="connsiteX121" fmla="*/ 8909808 w 13158799"/>
              <a:gd name="connsiteY121" fmla="*/ 1380375 h 9456078"/>
              <a:gd name="connsiteX122" fmla="*/ 8947501 w 13158799"/>
              <a:gd name="connsiteY122" fmla="*/ 1349004 h 9456078"/>
              <a:gd name="connsiteX123" fmla="*/ 8985435 w 13158799"/>
              <a:gd name="connsiteY123" fmla="*/ 1317962 h 9456078"/>
              <a:gd name="connsiteX124" fmla="*/ 9023610 w 13158799"/>
              <a:gd name="connsiteY124" fmla="*/ 1287250 h 9456078"/>
              <a:gd name="connsiteX125" fmla="*/ 9062022 w 13158799"/>
              <a:gd name="connsiteY125" fmla="*/ 1256869 h 9456078"/>
              <a:gd name="connsiteX126" fmla="*/ 9100669 w 13158799"/>
              <a:gd name="connsiteY126" fmla="*/ 1226820 h 9456078"/>
              <a:gd name="connsiteX127" fmla="*/ 9139549 w 13158799"/>
              <a:gd name="connsiteY127" fmla="*/ 1197105 h 9456078"/>
              <a:gd name="connsiteX128" fmla="*/ 9178660 w 13158799"/>
              <a:gd name="connsiteY128" fmla="*/ 1167725 h 9456078"/>
              <a:gd name="connsiteX129" fmla="*/ 9217999 w 13158799"/>
              <a:gd name="connsiteY129" fmla="*/ 1138681 h 9456078"/>
              <a:gd name="connsiteX130" fmla="*/ 9257564 w 13158799"/>
              <a:gd name="connsiteY130" fmla="*/ 1109974 h 9456078"/>
              <a:gd name="connsiteX131" fmla="*/ 9297353 w 13158799"/>
              <a:gd name="connsiteY131" fmla="*/ 1081604 h 9456078"/>
              <a:gd name="connsiteX132" fmla="*/ 9337364 w 13158799"/>
              <a:gd name="connsiteY132" fmla="*/ 1053574 h 9456078"/>
              <a:gd name="connsiteX133" fmla="*/ 9377594 w 13158799"/>
              <a:gd name="connsiteY133" fmla="*/ 1025884 h 9456078"/>
              <a:gd name="connsiteX134" fmla="*/ 9418040 w 13158799"/>
              <a:gd name="connsiteY134" fmla="*/ 998536 h 9456078"/>
              <a:gd name="connsiteX135" fmla="*/ 9458702 w 13158799"/>
              <a:gd name="connsiteY135" fmla="*/ 971530 h 9456078"/>
              <a:gd name="connsiteX136" fmla="*/ 9499575 w 13158799"/>
              <a:gd name="connsiteY136" fmla="*/ 944868 h 9456078"/>
              <a:gd name="connsiteX137" fmla="*/ 9540659 w 13158799"/>
              <a:gd name="connsiteY137" fmla="*/ 918551 h 9456078"/>
              <a:gd name="connsiteX138" fmla="*/ 9581950 w 13158799"/>
              <a:gd name="connsiteY138" fmla="*/ 892580 h 9456078"/>
              <a:gd name="connsiteX139" fmla="*/ 9623447 w 13158799"/>
              <a:gd name="connsiteY139" fmla="*/ 866956 h 9456078"/>
              <a:gd name="connsiteX140" fmla="*/ 9665147 w 13158799"/>
              <a:gd name="connsiteY140" fmla="*/ 841681 h 9456078"/>
              <a:gd name="connsiteX141" fmla="*/ 9707048 w 13158799"/>
              <a:gd name="connsiteY141" fmla="*/ 816754 h 9456078"/>
              <a:gd name="connsiteX142" fmla="*/ 9749147 w 13158799"/>
              <a:gd name="connsiteY142" fmla="*/ 792179 h 9456078"/>
              <a:gd name="connsiteX143" fmla="*/ 9791443 w 13158799"/>
              <a:gd name="connsiteY143" fmla="*/ 767955 h 9456078"/>
              <a:gd name="connsiteX144" fmla="*/ 9833932 w 13158799"/>
              <a:gd name="connsiteY144" fmla="*/ 744083 h 9456078"/>
              <a:gd name="connsiteX145" fmla="*/ 9876613 w 13158799"/>
              <a:gd name="connsiteY145" fmla="*/ 720566 h 9456078"/>
              <a:gd name="connsiteX146" fmla="*/ 9919484 w 13158799"/>
              <a:gd name="connsiteY146" fmla="*/ 697404 h 9456078"/>
              <a:gd name="connsiteX147" fmla="*/ 9962542 w 13158799"/>
              <a:gd name="connsiteY147" fmla="*/ 674598 h 9456078"/>
              <a:gd name="connsiteX148" fmla="*/ 10005784 w 13158799"/>
              <a:gd name="connsiteY148" fmla="*/ 652149 h 9456078"/>
              <a:gd name="connsiteX149" fmla="*/ 10049209 w 13158799"/>
              <a:gd name="connsiteY149" fmla="*/ 630059 h 9456078"/>
              <a:gd name="connsiteX150" fmla="*/ 10092814 w 13158799"/>
              <a:gd name="connsiteY150" fmla="*/ 608328 h 9456078"/>
              <a:gd name="connsiteX151" fmla="*/ 10136597 w 13158799"/>
              <a:gd name="connsiteY151" fmla="*/ 586958 h 9456078"/>
              <a:gd name="connsiteX152" fmla="*/ 10180556 w 13158799"/>
              <a:gd name="connsiteY152" fmla="*/ 565950 h 9456078"/>
              <a:gd name="connsiteX153" fmla="*/ 10224688 w 13158799"/>
              <a:gd name="connsiteY153" fmla="*/ 545304 h 9456078"/>
              <a:gd name="connsiteX154" fmla="*/ 10268991 w 13158799"/>
              <a:gd name="connsiteY154" fmla="*/ 525023 h 9456078"/>
              <a:gd name="connsiteX155" fmla="*/ 10313463 w 13158799"/>
              <a:gd name="connsiteY155" fmla="*/ 505107 h 9456078"/>
              <a:gd name="connsiteX156" fmla="*/ 10358101 w 13158799"/>
              <a:gd name="connsiteY156" fmla="*/ 485558 h 9456078"/>
              <a:gd name="connsiteX157" fmla="*/ 10402903 w 13158799"/>
              <a:gd name="connsiteY157" fmla="*/ 466376 h 9456078"/>
              <a:gd name="connsiteX158" fmla="*/ 10447868 w 13158799"/>
              <a:gd name="connsiteY158" fmla="*/ 447563 h 9456078"/>
              <a:gd name="connsiteX159" fmla="*/ 10492991 w 13158799"/>
              <a:gd name="connsiteY159" fmla="*/ 429119 h 9456078"/>
              <a:gd name="connsiteX160" fmla="*/ 10538272 w 13158799"/>
              <a:gd name="connsiteY160" fmla="*/ 411046 h 9456078"/>
              <a:gd name="connsiteX161" fmla="*/ 10583708 w 13158799"/>
              <a:gd name="connsiteY161" fmla="*/ 393346 h 9456078"/>
              <a:gd name="connsiteX162" fmla="*/ 10629297 w 13158799"/>
              <a:gd name="connsiteY162" fmla="*/ 376018 h 9456078"/>
              <a:gd name="connsiteX163" fmla="*/ 10675036 w 13158799"/>
              <a:gd name="connsiteY163" fmla="*/ 359065 h 9456078"/>
              <a:gd name="connsiteX164" fmla="*/ 10720923 w 13158799"/>
              <a:gd name="connsiteY164" fmla="*/ 342487 h 9456078"/>
              <a:gd name="connsiteX165" fmla="*/ 10766956 w 13158799"/>
              <a:gd name="connsiteY165" fmla="*/ 326286 h 9456078"/>
              <a:gd name="connsiteX166" fmla="*/ 10813132 w 13158799"/>
              <a:gd name="connsiteY166" fmla="*/ 310462 h 9456078"/>
              <a:gd name="connsiteX167" fmla="*/ 10859450 w 13158799"/>
              <a:gd name="connsiteY167" fmla="*/ 295018 h 9456078"/>
              <a:gd name="connsiteX168" fmla="*/ 10905907 w 13158799"/>
              <a:gd name="connsiteY168" fmla="*/ 279953 h 9456078"/>
              <a:gd name="connsiteX169" fmla="*/ 10952500 w 13158799"/>
              <a:gd name="connsiteY169" fmla="*/ 265269 h 9456078"/>
              <a:gd name="connsiteX170" fmla="*/ 10999227 w 13158799"/>
              <a:gd name="connsiteY170" fmla="*/ 250968 h 9456078"/>
              <a:gd name="connsiteX171" fmla="*/ 11046087 w 13158799"/>
              <a:gd name="connsiteY171" fmla="*/ 237049 h 9456078"/>
              <a:gd name="connsiteX172" fmla="*/ 11093076 w 13158799"/>
              <a:gd name="connsiteY172" fmla="*/ 223516 h 9456078"/>
              <a:gd name="connsiteX173" fmla="*/ 11140193 w 13158799"/>
              <a:gd name="connsiteY173" fmla="*/ 210368 h 9456078"/>
              <a:gd name="connsiteX174" fmla="*/ 11187434 w 13158799"/>
              <a:gd name="connsiteY174" fmla="*/ 197606 h 9456078"/>
              <a:gd name="connsiteX175" fmla="*/ 11234799 w 13158799"/>
              <a:gd name="connsiteY175" fmla="*/ 185233 h 9456078"/>
              <a:gd name="connsiteX176" fmla="*/ 11282284 w 13158799"/>
              <a:gd name="connsiteY176" fmla="*/ 173248 h 9456078"/>
              <a:gd name="connsiteX177" fmla="*/ 11329888 w 13158799"/>
              <a:gd name="connsiteY177" fmla="*/ 161654 h 9456078"/>
              <a:gd name="connsiteX178" fmla="*/ 11377607 w 13158799"/>
              <a:gd name="connsiteY178" fmla="*/ 150451 h 9456078"/>
              <a:gd name="connsiteX179" fmla="*/ 11425440 w 13158799"/>
              <a:gd name="connsiteY179" fmla="*/ 139640 h 9456078"/>
              <a:gd name="connsiteX180" fmla="*/ 11473385 w 13158799"/>
              <a:gd name="connsiteY180" fmla="*/ 129223 h 9456078"/>
              <a:gd name="connsiteX181" fmla="*/ 11521439 w 13158799"/>
              <a:gd name="connsiteY181" fmla="*/ 119201 h 9456078"/>
              <a:gd name="connsiteX182" fmla="*/ 11569599 w 13158799"/>
              <a:gd name="connsiteY182" fmla="*/ 109574 h 9456078"/>
              <a:gd name="connsiteX183" fmla="*/ 11617864 w 13158799"/>
              <a:gd name="connsiteY183" fmla="*/ 100344 h 9456078"/>
              <a:gd name="connsiteX184" fmla="*/ 11666231 w 13158799"/>
              <a:gd name="connsiteY184" fmla="*/ 91512 h 9456078"/>
              <a:gd name="connsiteX185" fmla="*/ 11714698 w 13158799"/>
              <a:gd name="connsiteY185" fmla="*/ 83080 h 9456078"/>
              <a:gd name="connsiteX186" fmla="*/ 11763263 w 13158799"/>
              <a:gd name="connsiteY186" fmla="*/ 75047 h 9456078"/>
              <a:gd name="connsiteX187" fmla="*/ 11811923 w 13158799"/>
              <a:gd name="connsiteY187" fmla="*/ 67417 h 9456078"/>
              <a:gd name="connsiteX188" fmla="*/ 11860676 w 13158799"/>
              <a:gd name="connsiteY188" fmla="*/ 60188 h 9456078"/>
              <a:gd name="connsiteX189" fmla="*/ 11909519 w 13158799"/>
              <a:gd name="connsiteY189" fmla="*/ 53364 h 9456078"/>
              <a:gd name="connsiteX190" fmla="*/ 11958451 w 13158799"/>
              <a:gd name="connsiteY190" fmla="*/ 46944 h 9456078"/>
              <a:gd name="connsiteX191" fmla="*/ 12007470 w 13158799"/>
              <a:gd name="connsiteY191" fmla="*/ 40931 h 9456078"/>
              <a:gd name="connsiteX192" fmla="*/ 12056572 w 13158799"/>
              <a:gd name="connsiteY192" fmla="*/ 35324 h 9456078"/>
              <a:gd name="connsiteX193" fmla="*/ 12105756 w 13158799"/>
              <a:gd name="connsiteY193" fmla="*/ 30126 h 9456078"/>
              <a:gd name="connsiteX194" fmla="*/ 12155019 w 13158799"/>
              <a:gd name="connsiteY194" fmla="*/ 25337 h 9456078"/>
              <a:gd name="connsiteX195" fmla="*/ 12204359 w 13158799"/>
              <a:gd name="connsiteY195" fmla="*/ 20958 h 9456078"/>
              <a:gd name="connsiteX196" fmla="*/ 12253773 w 13158799"/>
              <a:gd name="connsiteY196" fmla="*/ 16991 h 9456078"/>
              <a:gd name="connsiteX197" fmla="*/ 12303260 w 13158799"/>
              <a:gd name="connsiteY197" fmla="*/ 13437 h 9456078"/>
              <a:gd name="connsiteX198" fmla="*/ 12352818 w 13158799"/>
              <a:gd name="connsiteY198" fmla="*/ 10297 h 9456078"/>
              <a:gd name="connsiteX199" fmla="*/ 12402443 w 13158799"/>
              <a:gd name="connsiteY199" fmla="*/ 7572 h 9456078"/>
              <a:gd name="connsiteX200" fmla="*/ 12452133 w 13158799"/>
              <a:gd name="connsiteY200" fmla="*/ 5263 h 9456078"/>
              <a:gd name="connsiteX201" fmla="*/ 12501887 w 13158799"/>
              <a:gd name="connsiteY201" fmla="*/ 3371 h 9456078"/>
              <a:gd name="connsiteX202" fmla="*/ 12551701 w 13158799"/>
              <a:gd name="connsiteY202" fmla="*/ 1898 h 9456078"/>
              <a:gd name="connsiteX203" fmla="*/ 12601574 w 13158799"/>
              <a:gd name="connsiteY203" fmla="*/ 844 h 9456078"/>
              <a:gd name="connsiteX204" fmla="*/ 12651504 w 13158799"/>
              <a:gd name="connsiteY204" fmla="*/ 211 h 9456078"/>
              <a:gd name="connsiteX205" fmla="*/ 12701487 w 13158799"/>
              <a:gd name="connsiteY205" fmla="*/ 0 h 9456078"/>
              <a:gd name="connsiteX206" fmla="*/ 13158798 w 13158799"/>
              <a:gd name="connsiteY206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76172 w 13158797"/>
              <a:gd name="connsiteY22" fmla="*/ 9319936 h 9456078"/>
              <a:gd name="connsiteX23" fmla="*/ 1223823 w 13158797"/>
              <a:gd name="connsiteY23" fmla="*/ 9308509 h 9456078"/>
              <a:gd name="connsiteX24" fmla="*/ 1271339 w 13158797"/>
              <a:gd name="connsiteY24" fmla="*/ 9296635 h 9456078"/>
              <a:gd name="connsiteX25" fmla="*/ 1318719 w 13158797"/>
              <a:gd name="connsiteY25" fmla="*/ 9284315 h 9456078"/>
              <a:gd name="connsiteX26" fmla="*/ 1365957 w 13158797"/>
              <a:gd name="connsiteY26" fmla="*/ 9271550 h 9456078"/>
              <a:gd name="connsiteX27" fmla="*/ 1413052 w 13158797"/>
              <a:gd name="connsiteY27" fmla="*/ 9258342 h 9456078"/>
              <a:gd name="connsiteX28" fmla="*/ 1460000 w 13158797"/>
              <a:gd name="connsiteY28" fmla="*/ 9244693 h 9456078"/>
              <a:gd name="connsiteX29" fmla="*/ 1506799 w 13158797"/>
              <a:gd name="connsiteY29" fmla="*/ 9230604 h 9456078"/>
              <a:gd name="connsiteX30" fmla="*/ 1553445 w 13158797"/>
              <a:gd name="connsiteY30" fmla="*/ 9216076 h 9456078"/>
              <a:gd name="connsiteX31" fmla="*/ 1599935 w 13158797"/>
              <a:gd name="connsiteY31" fmla="*/ 9201111 h 9456078"/>
              <a:gd name="connsiteX32" fmla="*/ 1646267 w 13158797"/>
              <a:gd name="connsiteY32" fmla="*/ 9185710 h 9456078"/>
              <a:gd name="connsiteX33" fmla="*/ 1692437 w 13158797"/>
              <a:gd name="connsiteY33" fmla="*/ 9169876 h 9456078"/>
              <a:gd name="connsiteX34" fmla="*/ 1738442 w 13158797"/>
              <a:gd name="connsiteY34" fmla="*/ 9153608 h 9456078"/>
              <a:gd name="connsiteX35" fmla="*/ 1784280 w 13158797"/>
              <a:gd name="connsiteY35" fmla="*/ 9136910 h 9456078"/>
              <a:gd name="connsiteX36" fmla="*/ 1829947 w 13158797"/>
              <a:gd name="connsiteY36" fmla="*/ 9119782 h 9456078"/>
              <a:gd name="connsiteX37" fmla="*/ 1875440 w 13158797"/>
              <a:gd name="connsiteY37" fmla="*/ 9102226 h 9456078"/>
              <a:gd name="connsiteX38" fmla="*/ 1920756 w 13158797"/>
              <a:gd name="connsiteY38" fmla="*/ 9084243 h 9456078"/>
              <a:gd name="connsiteX39" fmla="*/ 1965893 w 13158797"/>
              <a:gd name="connsiteY39" fmla="*/ 9065835 h 9456078"/>
              <a:gd name="connsiteX40" fmla="*/ 2055615 w 13158797"/>
              <a:gd name="connsiteY40" fmla="*/ 9027750 h 9456078"/>
              <a:gd name="connsiteX41" fmla="*/ 2100195 w 13158797"/>
              <a:gd name="connsiteY41" fmla="*/ 9008075 h 9456078"/>
              <a:gd name="connsiteX42" fmla="*/ 2144582 w 13158797"/>
              <a:gd name="connsiteY42" fmla="*/ 8987981 h 9456078"/>
              <a:gd name="connsiteX43" fmla="*/ 2188775 w 13158797"/>
              <a:gd name="connsiteY43" fmla="*/ 8967470 h 9456078"/>
              <a:gd name="connsiteX44" fmla="*/ 2232770 w 13158797"/>
              <a:gd name="connsiteY44" fmla="*/ 8946542 h 9456078"/>
              <a:gd name="connsiteX45" fmla="*/ 2276564 w 13158797"/>
              <a:gd name="connsiteY45" fmla="*/ 8925199 h 9456078"/>
              <a:gd name="connsiteX46" fmla="*/ 2320154 w 13158797"/>
              <a:gd name="connsiteY46" fmla="*/ 8903443 h 9456078"/>
              <a:gd name="connsiteX47" fmla="*/ 2363538 w 13158797"/>
              <a:gd name="connsiteY47" fmla="*/ 8881275 h 9456078"/>
              <a:gd name="connsiteX48" fmla="*/ 2406711 w 13158797"/>
              <a:gd name="connsiteY48" fmla="*/ 8858697 h 9456078"/>
              <a:gd name="connsiteX49" fmla="*/ 2449672 w 13158797"/>
              <a:gd name="connsiteY49" fmla="*/ 8835710 h 9456078"/>
              <a:gd name="connsiteX50" fmla="*/ 2492417 w 13158797"/>
              <a:gd name="connsiteY50" fmla="*/ 8812316 h 9456078"/>
              <a:gd name="connsiteX51" fmla="*/ 2534943 w 13158797"/>
              <a:gd name="connsiteY51" fmla="*/ 8788516 h 9456078"/>
              <a:gd name="connsiteX52" fmla="*/ 2577247 w 13158797"/>
              <a:gd name="connsiteY52" fmla="*/ 8764311 h 9456078"/>
              <a:gd name="connsiteX53" fmla="*/ 2619326 w 13158797"/>
              <a:gd name="connsiteY53" fmla="*/ 8739704 h 9456078"/>
              <a:gd name="connsiteX54" fmla="*/ 2661177 w 13158797"/>
              <a:gd name="connsiteY54" fmla="*/ 8714695 h 9456078"/>
              <a:gd name="connsiteX55" fmla="*/ 2702797 w 13158797"/>
              <a:gd name="connsiteY55" fmla="*/ 8689286 h 9456078"/>
              <a:gd name="connsiteX56" fmla="*/ 2744183 w 13158797"/>
              <a:gd name="connsiteY56" fmla="*/ 8663479 h 9456078"/>
              <a:gd name="connsiteX57" fmla="*/ 2785333 w 13158797"/>
              <a:gd name="connsiteY57" fmla="*/ 8637274 h 9456078"/>
              <a:gd name="connsiteX58" fmla="*/ 2826242 w 13158797"/>
              <a:gd name="connsiteY58" fmla="*/ 8610675 h 9456078"/>
              <a:gd name="connsiteX59" fmla="*/ 2866908 w 13158797"/>
              <a:gd name="connsiteY59" fmla="*/ 8583681 h 9456078"/>
              <a:gd name="connsiteX60" fmla="*/ 2907329 w 13158797"/>
              <a:gd name="connsiteY60" fmla="*/ 8556295 h 9456078"/>
              <a:gd name="connsiteX61" fmla="*/ 2947500 w 13158797"/>
              <a:gd name="connsiteY61" fmla="*/ 8528517 h 9456078"/>
              <a:gd name="connsiteX62" fmla="*/ 2987419 w 13158797"/>
              <a:gd name="connsiteY62" fmla="*/ 8500351 h 9456078"/>
              <a:gd name="connsiteX63" fmla="*/ 3027083 w 13158797"/>
              <a:gd name="connsiteY63" fmla="*/ 8471796 h 9456078"/>
              <a:gd name="connsiteX64" fmla="*/ 3066489 w 13158797"/>
              <a:gd name="connsiteY64" fmla="*/ 8442854 h 9456078"/>
              <a:gd name="connsiteX65" fmla="*/ 3105634 w 13158797"/>
              <a:gd name="connsiteY65" fmla="*/ 8413528 h 9456078"/>
              <a:gd name="connsiteX66" fmla="*/ 3144515 w 13158797"/>
              <a:gd name="connsiteY66" fmla="*/ 8383818 h 9456078"/>
              <a:gd name="connsiteX67" fmla="*/ 3183129 w 13158797"/>
              <a:gd name="connsiteY67" fmla="*/ 8353726 h 9456078"/>
              <a:gd name="connsiteX68" fmla="*/ 3221473 w 13158797"/>
              <a:gd name="connsiteY68" fmla="*/ 8323253 h 9456078"/>
              <a:gd name="connsiteX69" fmla="*/ 3259544 w 13158797"/>
              <a:gd name="connsiteY69" fmla="*/ 8292401 h 9456078"/>
              <a:gd name="connsiteX70" fmla="*/ 3297339 w 13158797"/>
              <a:gd name="connsiteY70" fmla="*/ 8261172 h 9456078"/>
              <a:gd name="connsiteX71" fmla="*/ 3334854 w 13158797"/>
              <a:gd name="connsiteY71" fmla="*/ 8229566 h 9456078"/>
              <a:gd name="connsiteX72" fmla="*/ 3372087 w 13158797"/>
              <a:gd name="connsiteY72" fmla="*/ 8197585 h 9456078"/>
              <a:gd name="connsiteX73" fmla="*/ 3409035 w 13158797"/>
              <a:gd name="connsiteY73" fmla="*/ 8165232 h 9456078"/>
              <a:gd name="connsiteX74" fmla="*/ 3445695 w 13158797"/>
              <a:gd name="connsiteY74" fmla="*/ 8132507 h 9456078"/>
              <a:gd name="connsiteX75" fmla="*/ 3482064 w 13158797"/>
              <a:gd name="connsiteY75" fmla="*/ 8099411 h 9456078"/>
              <a:gd name="connsiteX76" fmla="*/ 3518139 w 13158797"/>
              <a:gd name="connsiteY76" fmla="*/ 8065947 h 9456078"/>
              <a:gd name="connsiteX77" fmla="*/ 3553916 w 13158797"/>
              <a:gd name="connsiteY77" fmla="*/ 8032115 h 9456078"/>
              <a:gd name="connsiteX78" fmla="*/ 3589393 w 13158797"/>
              <a:gd name="connsiteY78" fmla="*/ 7997918 h 9456078"/>
              <a:gd name="connsiteX79" fmla="*/ 3624567 w 13158797"/>
              <a:gd name="connsiteY79" fmla="*/ 7963356 h 9456078"/>
              <a:gd name="connsiteX80" fmla="*/ 3659435 w 13158797"/>
              <a:gd name="connsiteY80" fmla="*/ 7928432 h 9456078"/>
              <a:gd name="connsiteX81" fmla="*/ 3693994 w 13158797"/>
              <a:gd name="connsiteY81" fmla="*/ 7893146 h 9456078"/>
              <a:gd name="connsiteX82" fmla="*/ 3728240 w 13158797"/>
              <a:gd name="connsiteY82" fmla="*/ 7857501 h 9456078"/>
              <a:gd name="connsiteX83" fmla="*/ 3762171 w 13158797"/>
              <a:gd name="connsiteY83" fmla="*/ 7821497 h 9456078"/>
              <a:gd name="connsiteX84" fmla="*/ 3795783 w 13158797"/>
              <a:gd name="connsiteY84" fmla="*/ 7785136 h 9456078"/>
              <a:gd name="connsiteX85" fmla="*/ 3829075 w 13158797"/>
              <a:gd name="connsiteY85" fmla="*/ 7748420 h 9456078"/>
              <a:gd name="connsiteX86" fmla="*/ 3862042 w 13158797"/>
              <a:gd name="connsiteY86" fmla="*/ 7711350 h 9456078"/>
              <a:gd name="connsiteX87" fmla="*/ 3894682 w 13158797"/>
              <a:gd name="connsiteY87" fmla="*/ 7673928 h 9456078"/>
              <a:gd name="connsiteX88" fmla="*/ 3926991 w 13158797"/>
              <a:gd name="connsiteY88" fmla="*/ 7636155 h 9456078"/>
              <a:gd name="connsiteX89" fmla="*/ 3958967 w 13158797"/>
              <a:gd name="connsiteY89" fmla="*/ 7598032 h 9456078"/>
              <a:gd name="connsiteX90" fmla="*/ 3990607 w 13158797"/>
              <a:gd name="connsiteY90" fmla="*/ 7559561 h 9456078"/>
              <a:gd name="connsiteX91" fmla="*/ 4021907 w 13158797"/>
              <a:gd name="connsiteY91" fmla="*/ 7520744 h 9456078"/>
              <a:gd name="connsiteX92" fmla="*/ 4052865 w 13158797"/>
              <a:gd name="connsiteY92" fmla="*/ 7481582 h 9456078"/>
              <a:gd name="connsiteX93" fmla="*/ 4083478 w 13158797"/>
              <a:gd name="connsiteY93" fmla="*/ 7442077 h 9456078"/>
              <a:gd name="connsiteX94" fmla="*/ 8022311 w 13158797"/>
              <a:gd name="connsiteY94" fmla="*/ 2307814 h 9456078"/>
              <a:gd name="connsiteX95" fmla="*/ 8052902 w 13158797"/>
              <a:gd name="connsiteY95" fmla="*/ 2268285 h 9456078"/>
              <a:gd name="connsiteX96" fmla="*/ 8083796 w 13158797"/>
              <a:gd name="connsiteY96" fmla="*/ 2229056 h 9456078"/>
              <a:gd name="connsiteX97" fmla="*/ 8114989 w 13158797"/>
              <a:gd name="connsiteY97" fmla="*/ 2190127 h 9456078"/>
              <a:gd name="connsiteX98" fmla="*/ 8146479 w 13158797"/>
              <a:gd name="connsiteY98" fmla="*/ 2151500 h 9456078"/>
              <a:gd name="connsiteX99" fmla="*/ 8178264 w 13158797"/>
              <a:gd name="connsiteY99" fmla="*/ 2113176 h 9456078"/>
              <a:gd name="connsiteX100" fmla="*/ 8210341 w 13158797"/>
              <a:gd name="connsiteY100" fmla="*/ 2075157 h 9456078"/>
              <a:gd name="connsiteX101" fmla="*/ 8242709 w 13158797"/>
              <a:gd name="connsiteY101" fmla="*/ 2037442 h 9456078"/>
              <a:gd name="connsiteX102" fmla="*/ 8275365 w 13158797"/>
              <a:gd name="connsiteY102" fmla="*/ 2000034 h 9456078"/>
              <a:gd name="connsiteX103" fmla="*/ 8308307 w 13158797"/>
              <a:gd name="connsiteY103" fmla="*/ 1962934 h 9456078"/>
              <a:gd name="connsiteX104" fmla="*/ 8341532 w 13158797"/>
              <a:gd name="connsiteY104" fmla="*/ 1926142 h 9456078"/>
              <a:gd name="connsiteX105" fmla="*/ 8375038 w 13158797"/>
              <a:gd name="connsiteY105" fmla="*/ 1889660 h 9456078"/>
              <a:gd name="connsiteX106" fmla="*/ 8408823 w 13158797"/>
              <a:gd name="connsiteY106" fmla="*/ 1853489 h 9456078"/>
              <a:gd name="connsiteX107" fmla="*/ 8442885 w 13158797"/>
              <a:gd name="connsiteY107" fmla="*/ 1817630 h 9456078"/>
              <a:gd name="connsiteX108" fmla="*/ 8477221 w 13158797"/>
              <a:gd name="connsiteY108" fmla="*/ 1782084 h 9456078"/>
              <a:gd name="connsiteX109" fmla="*/ 8511829 w 13158797"/>
              <a:gd name="connsiteY109" fmla="*/ 1746853 h 9456078"/>
              <a:gd name="connsiteX110" fmla="*/ 8546706 w 13158797"/>
              <a:gd name="connsiteY110" fmla="*/ 1711937 h 9456078"/>
              <a:gd name="connsiteX111" fmla="*/ 8581851 w 13158797"/>
              <a:gd name="connsiteY111" fmla="*/ 1677337 h 9456078"/>
              <a:gd name="connsiteX112" fmla="*/ 8617261 w 13158797"/>
              <a:gd name="connsiteY112" fmla="*/ 1643056 h 9456078"/>
              <a:gd name="connsiteX113" fmla="*/ 8652934 w 13158797"/>
              <a:gd name="connsiteY113" fmla="*/ 1609093 h 9456078"/>
              <a:gd name="connsiteX114" fmla="*/ 8688867 w 13158797"/>
              <a:gd name="connsiteY114" fmla="*/ 1575450 h 9456078"/>
              <a:gd name="connsiteX115" fmla="*/ 8725058 w 13158797"/>
              <a:gd name="connsiteY115" fmla="*/ 1542128 h 9456078"/>
              <a:gd name="connsiteX116" fmla="*/ 8761506 w 13158797"/>
              <a:gd name="connsiteY116" fmla="*/ 1509129 h 9456078"/>
              <a:gd name="connsiteX117" fmla="*/ 8798207 w 13158797"/>
              <a:gd name="connsiteY117" fmla="*/ 1476452 h 9456078"/>
              <a:gd name="connsiteX118" fmla="*/ 8835159 w 13158797"/>
              <a:gd name="connsiteY118" fmla="*/ 1444101 h 9456078"/>
              <a:gd name="connsiteX119" fmla="*/ 8872360 w 13158797"/>
              <a:gd name="connsiteY119" fmla="*/ 1412075 h 9456078"/>
              <a:gd name="connsiteX120" fmla="*/ 8909808 w 13158797"/>
              <a:gd name="connsiteY120" fmla="*/ 1380375 h 9456078"/>
              <a:gd name="connsiteX121" fmla="*/ 8947501 w 13158797"/>
              <a:gd name="connsiteY121" fmla="*/ 1349004 h 9456078"/>
              <a:gd name="connsiteX122" fmla="*/ 8985435 w 13158797"/>
              <a:gd name="connsiteY122" fmla="*/ 1317962 h 9456078"/>
              <a:gd name="connsiteX123" fmla="*/ 9023610 w 13158797"/>
              <a:gd name="connsiteY123" fmla="*/ 1287250 h 9456078"/>
              <a:gd name="connsiteX124" fmla="*/ 9062022 w 13158797"/>
              <a:gd name="connsiteY124" fmla="*/ 1256869 h 9456078"/>
              <a:gd name="connsiteX125" fmla="*/ 9100669 w 13158797"/>
              <a:gd name="connsiteY125" fmla="*/ 1226820 h 9456078"/>
              <a:gd name="connsiteX126" fmla="*/ 9139549 w 13158797"/>
              <a:gd name="connsiteY126" fmla="*/ 1197105 h 9456078"/>
              <a:gd name="connsiteX127" fmla="*/ 9178660 w 13158797"/>
              <a:gd name="connsiteY127" fmla="*/ 1167725 h 9456078"/>
              <a:gd name="connsiteX128" fmla="*/ 9217999 w 13158797"/>
              <a:gd name="connsiteY128" fmla="*/ 1138681 h 9456078"/>
              <a:gd name="connsiteX129" fmla="*/ 9257564 w 13158797"/>
              <a:gd name="connsiteY129" fmla="*/ 1109974 h 9456078"/>
              <a:gd name="connsiteX130" fmla="*/ 9297353 w 13158797"/>
              <a:gd name="connsiteY130" fmla="*/ 1081604 h 9456078"/>
              <a:gd name="connsiteX131" fmla="*/ 9337364 w 13158797"/>
              <a:gd name="connsiteY131" fmla="*/ 1053574 h 9456078"/>
              <a:gd name="connsiteX132" fmla="*/ 9377594 w 13158797"/>
              <a:gd name="connsiteY132" fmla="*/ 1025884 h 9456078"/>
              <a:gd name="connsiteX133" fmla="*/ 9418040 w 13158797"/>
              <a:gd name="connsiteY133" fmla="*/ 998536 h 9456078"/>
              <a:gd name="connsiteX134" fmla="*/ 9458702 w 13158797"/>
              <a:gd name="connsiteY134" fmla="*/ 971530 h 9456078"/>
              <a:gd name="connsiteX135" fmla="*/ 9499575 w 13158797"/>
              <a:gd name="connsiteY135" fmla="*/ 944868 h 9456078"/>
              <a:gd name="connsiteX136" fmla="*/ 9540659 w 13158797"/>
              <a:gd name="connsiteY136" fmla="*/ 918551 h 9456078"/>
              <a:gd name="connsiteX137" fmla="*/ 9581950 w 13158797"/>
              <a:gd name="connsiteY137" fmla="*/ 892580 h 9456078"/>
              <a:gd name="connsiteX138" fmla="*/ 9623447 w 13158797"/>
              <a:gd name="connsiteY138" fmla="*/ 866956 h 9456078"/>
              <a:gd name="connsiteX139" fmla="*/ 9665147 w 13158797"/>
              <a:gd name="connsiteY139" fmla="*/ 841681 h 9456078"/>
              <a:gd name="connsiteX140" fmla="*/ 9707048 w 13158797"/>
              <a:gd name="connsiteY140" fmla="*/ 816754 h 9456078"/>
              <a:gd name="connsiteX141" fmla="*/ 9749147 w 13158797"/>
              <a:gd name="connsiteY141" fmla="*/ 792179 h 9456078"/>
              <a:gd name="connsiteX142" fmla="*/ 9791443 w 13158797"/>
              <a:gd name="connsiteY142" fmla="*/ 767955 h 9456078"/>
              <a:gd name="connsiteX143" fmla="*/ 9833932 w 13158797"/>
              <a:gd name="connsiteY143" fmla="*/ 744083 h 9456078"/>
              <a:gd name="connsiteX144" fmla="*/ 9876613 w 13158797"/>
              <a:gd name="connsiteY144" fmla="*/ 720566 h 9456078"/>
              <a:gd name="connsiteX145" fmla="*/ 9919484 w 13158797"/>
              <a:gd name="connsiteY145" fmla="*/ 697404 h 9456078"/>
              <a:gd name="connsiteX146" fmla="*/ 9962542 w 13158797"/>
              <a:gd name="connsiteY146" fmla="*/ 674598 h 9456078"/>
              <a:gd name="connsiteX147" fmla="*/ 10005784 w 13158797"/>
              <a:gd name="connsiteY147" fmla="*/ 652149 h 9456078"/>
              <a:gd name="connsiteX148" fmla="*/ 10049209 w 13158797"/>
              <a:gd name="connsiteY148" fmla="*/ 630059 h 9456078"/>
              <a:gd name="connsiteX149" fmla="*/ 10092814 w 13158797"/>
              <a:gd name="connsiteY149" fmla="*/ 608328 h 9456078"/>
              <a:gd name="connsiteX150" fmla="*/ 10136597 w 13158797"/>
              <a:gd name="connsiteY150" fmla="*/ 586958 h 9456078"/>
              <a:gd name="connsiteX151" fmla="*/ 10180556 w 13158797"/>
              <a:gd name="connsiteY151" fmla="*/ 565950 h 9456078"/>
              <a:gd name="connsiteX152" fmla="*/ 10224688 w 13158797"/>
              <a:gd name="connsiteY152" fmla="*/ 545304 h 9456078"/>
              <a:gd name="connsiteX153" fmla="*/ 10268991 w 13158797"/>
              <a:gd name="connsiteY153" fmla="*/ 525023 h 9456078"/>
              <a:gd name="connsiteX154" fmla="*/ 10313463 w 13158797"/>
              <a:gd name="connsiteY154" fmla="*/ 505107 h 9456078"/>
              <a:gd name="connsiteX155" fmla="*/ 10358101 w 13158797"/>
              <a:gd name="connsiteY155" fmla="*/ 485558 h 9456078"/>
              <a:gd name="connsiteX156" fmla="*/ 10402903 w 13158797"/>
              <a:gd name="connsiteY156" fmla="*/ 466376 h 9456078"/>
              <a:gd name="connsiteX157" fmla="*/ 10447868 w 13158797"/>
              <a:gd name="connsiteY157" fmla="*/ 447563 h 9456078"/>
              <a:gd name="connsiteX158" fmla="*/ 10492991 w 13158797"/>
              <a:gd name="connsiteY158" fmla="*/ 429119 h 9456078"/>
              <a:gd name="connsiteX159" fmla="*/ 10538272 w 13158797"/>
              <a:gd name="connsiteY159" fmla="*/ 411046 h 9456078"/>
              <a:gd name="connsiteX160" fmla="*/ 10583708 w 13158797"/>
              <a:gd name="connsiteY160" fmla="*/ 393346 h 9456078"/>
              <a:gd name="connsiteX161" fmla="*/ 10629297 w 13158797"/>
              <a:gd name="connsiteY161" fmla="*/ 376018 h 9456078"/>
              <a:gd name="connsiteX162" fmla="*/ 10675036 w 13158797"/>
              <a:gd name="connsiteY162" fmla="*/ 359065 h 9456078"/>
              <a:gd name="connsiteX163" fmla="*/ 10720923 w 13158797"/>
              <a:gd name="connsiteY163" fmla="*/ 342487 h 9456078"/>
              <a:gd name="connsiteX164" fmla="*/ 10766956 w 13158797"/>
              <a:gd name="connsiteY164" fmla="*/ 326286 h 9456078"/>
              <a:gd name="connsiteX165" fmla="*/ 10813132 w 13158797"/>
              <a:gd name="connsiteY165" fmla="*/ 310462 h 9456078"/>
              <a:gd name="connsiteX166" fmla="*/ 10859450 w 13158797"/>
              <a:gd name="connsiteY166" fmla="*/ 295018 h 9456078"/>
              <a:gd name="connsiteX167" fmla="*/ 10905907 w 13158797"/>
              <a:gd name="connsiteY167" fmla="*/ 279953 h 9456078"/>
              <a:gd name="connsiteX168" fmla="*/ 10952500 w 13158797"/>
              <a:gd name="connsiteY168" fmla="*/ 265269 h 9456078"/>
              <a:gd name="connsiteX169" fmla="*/ 10999227 w 13158797"/>
              <a:gd name="connsiteY169" fmla="*/ 250968 h 9456078"/>
              <a:gd name="connsiteX170" fmla="*/ 11046087 w 13158797"/>
              <a:gd name="connsiteY170" fmla="*/ 237049 h 9456078"/>
              <a:gd name="connsiteX171" fmla="*/ 11093076 w 13158797"/>
              <a:gd name="connsiteY171" fmla="*/ 223516 h 9456078"/>
              <a:gd name="connsiteX172" fmla="*/ 11140193 w 13158797"/>
              <a:gd name="connsiteY172" fmla="*/ 210368 h 9456078"/>
              <a:gd name="connsiteX173" fmla="*/ 11187434 w 13158797"/>
              <a:gd name="connsiteY173" fmla="*/ 197606 h 9456078"/>
              <a:gd name="connsiteX174" fmla="*/ 11234799 w 13158797"/>
              <a:gd name="connsiteY174" fmla="*/ 185233 h 9456078"/>
              <a:gd name="connsiteX175" fmla="*/ 11282284 w 13158797"/>
              <a:gd name="connsiteY175" fmla="*/ 173248 h 9456078"/>
              <a:gd name="connsiteX176" fmla="*/ 11329888 w 13158797"/>
              <a:gd name="connsiteY176" fmla="*/ 161654 h 9456078"/>
              <a:gd name="connsiteX177" fmla="*/ 11377607 w 13158797"/>
              <a:gd name="connsiteY177" fmla="*/ 150451 h 9456078"/>
              <a:gd name="connsiteX178" fmla="*/ 11425440 w 13158797"/>
              <a:gd name="connsiteY178" fmla="*/ 139640 h 9456078"/>
              <a:gd name="connsiteX179" fmla="*/ 11473385 w 13158797"/>
              <a:gd name="connsiteY179" fmla="*/ 129223 h 9456078"/>
              <a:gd name="connsiteX180" fmla="*/ 11521439 w 13158797"/>
              <a:gd name="connsiteY180" fmla="*/ 119201 h 9456078"/>
              <a:gd name="connsiteX181" fmla="*/ 11569599 w 13158797"/>
              <a:gd name="connsiteY181" fmla="*/ 109574 h 9456078"/>
              <a:gd name="connsiteX182" fmla="*/ 11617864 w 13158797"/>
              <a:gd name="connsiteY182" fmla="*/ 100344 h 9456078"/>
              <a:gd name="connsiteX183" fmla="*/ 11666231 w 13158797"/>
              <a:gd name="connsiteY183" fmla="*/ 91512 h 9456078"/>
              <a:gd name="connsiteX184" fmla="*/ 11714698 w 13158797"/>
              <a:gd name="connsiteY184" fmla="*/ 83080 h 9456078"/>
              <a:gd name="connsiteX185" fmla="*/ 11763263 w 13158797"/>
              <a:gd name="connsiteY185" fmla="*/ 75047 h 9456078"/>
              <a:gd name="connsiteX186" fmla="*/ 11811923 w 13158797"/>
              <a:gd name="connsiteY186" fmla="*/ 67417 h 9456078"/>
              <a:gd name="connsiteX187" fmla="*/ 11860676 w 13158797"/>
              <a:gd name="connsiteY187" fmla="*/ 60188 h 9456078"/>
              <a:gd name="connsiteX188" fmla="*/ 11909519 w 13158797"/>
              <a:gd name="connsiteY188" fmla="*/ 53364 h 9456078"/>
              <a:gd name="connsiteX189" fmla="*/ 11958451 w 13158797"/>
              <a:gd name="connsiteY189" fmla="*/ 46944 h 9456078"/>
              <a:gd name="connsiteX190" fmla="*/ 12007470 w 13158797"/>
              <a:gd name="connsiteY190" fmla="*/ 40931 h 9456078"/>
              <a:gd name="connsiteX191" fmla="*/ 12056572 w 13158797"/>
              <a:gd name="connsiteY191" fmla="*/ 35324 h 9456078"/>
              <a:gd name="connsiteX192" fmla="*/ 12105756 w 13158797"/>
              <a:gd name="connsiteY192" fmla="*/ 30126 h 9456078"/>
              <a:gd name="connsiteX193" fmla="*/ 12155019 w 13158797"/>
              <a:gd name="connsiteY193" fmla="*/ 25337 h 9456078"/>
              <a:gd name="connsiteX194" fmla="*/ 12204359 w 13158797"/>
              <a:gd name="connsiteY194" fmla="*/ 20958 h 9456078"/>
              <a:gd name="connsiteX195" fmla="*/ 12253773 w 13158797"/>
              <a:gd name="connsiteY195" fmla="*/ 16991 h 9456078"/>
              <a:gd name="connsiteX196" fmla="*/ 12303260 w 13158797"/>
              <a:gd name="connsiteY196" fmla="*/ 13437 h 9456078"/>
              <a:gd name="connsiteX197" fmla="*/ 12352818 w 13158797"/>
              <a:gd name="connsiteY197" fmla="*/ 10297 h 9456078"/>
              <a:gd name="connsiteX198" fmla="*/ 12402443 w 13158797"/>
              <a:gd name="connsiteY198" fmla="*/ 7572 h 9456078"/>
              <a:gd name="connsiteX199" fmla="*/ 12452133 w 13158797"/>
              <a:gd name="connsiteY199" fmla="*/ 5263 h 9456078"/>
              <a:gd name="connsiteX200" fmla="*/ 12501887 w 13158797"/>
              <a:gd name="connsiteY200" fmla="*/ 3371 h 9456078"/>
              <a:gd name="connsiteX201" fmla="*/ 12551701 w 13158797"/>
              <a:gd name="connsiteY201" fmla="*/ 1898 h 9456078"/>
              <a:gd name="connsiteX202" fmla="*/ 12601574 w 13158797"/>
              <a:gd name="connsiteY202" fmla="*/ 844 h 9456078"/>
              <a:gd name="connsiteX203" fmla="*/ 12651504 w 13158797"/>
              <a:gd name="connsiteY203" fmla="*/ 211 h 9456078"/>
              <a:gd name="connsiteX204" fmla="*/ 12701487 w 13158797"/>
              <a:gd name="connsiteY204" fmla="*/ 0 h 9456078"/>
              <a:gd name="connsiteX205" fmla="*/ 13158798 w 13158797"/>
              <a:gd name="connsiteY205" fmla="*/ 0 h 94560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</a:cxnLst>
            <a:rect l="l" t="t" r="r" b="b"/>
            <a:pathLst>
              <a:path w="13158797" h="9456078">
                <a:moveTo>
                  <a:pt x="0" y="9456078"/>
                </a:moveTo>
                <a:lnTo>
                  <a:pt x="49977" y="9455836"/>
                </a:lnTo>
                <a:lnTo>
                  <a:pt x="99893" y="9455111"/>
                </a:lnTo>
                <a:lnTo>
                  <a:pt x="149742" y="9453904"/>
                </a:lnTo>
                <a:lnTo>
                  <a:pt x="199524" y="9452217"/>
                </a:lnTo>
                <a:lnTo>
                  <a:pt x="298870" y="9447409"/>
                </a:lnTo>
                <a:lnTo>
                  <a:pt x="348429" y="9444290"/>
                </a:lnTo>
                <a:lnTo>
                  <a:pt x="397907" y="9440698"/>
                </a:lnTo>
                <a:lnTo>
                  <a:pt x="447302" y="9436632"/>
                </a:lnTo>
                <a:lnTo>
                  <a:pt x="496610" y="9432096"/>
                </a:lnTo>
                <a:lnTo>
                  <a:pt x="545829" y="9427089"/>
                </a:lnTo>
                <a:lnTo>
                  <a:pt x="594956" y="9421615"/>
                </a:lnTo>
                <a:lnTo>
                  <a:pt x="643987" y="9415673"/>
                </a:lnTo>
                <a:lnTo>
                  <a:pt x="692920" y="9409267"/>
                </a:lnTo>
                <a:lnTo>
                  <a:pt x="741751" y="9402396"/>
                </a:lnTo>
                <a:lnTo>
                  <a:pt x="790478" y="9395063"/>
                </a:lnTo>
                <a:lnTo>
                  <a:pt x="839098" y="9387270"/>
                </a:lnTo>
                <a:lnTo>
                  <a:pt x="887607" y="9379017"/>
                </a:lnTo>
                <a:lnTo>
                  <a:pt x="936002" y="9370306"/>
                </a:lnTo>
                <a:lnTo>
                  <a:pt x="984281" y="9361139"/>
                </a:lnTo>
                <a:lnTo>
                  <a:pt x="1032440" y="9351517"/>
                </a:lnTo>
                <a:lnTo>
                  <a:pt x="1080477" y="9341441"/>
                </a:lnTo>
                <a:lnTo>
                  <a:pt x="1176172" y="9319936"/>
                </a:lnTo>
                <a:lnTo>
                  <a:pt x="1223823" y="9308509"/>
                </a:lnTo>
                <a:lnTo>
                  <a:pt x="1271339" y="9296635"/>
                </a:lnTo>
                <a:lnTo>
                  <a:pt x="1318719" y="9284315"/>
                </a:lnTo>
                <a:lnTo>
                  <a:pt x="1365957" y="9271550"/>
                </a:lnTo>
                <a:lnTo>
                  <a:pt x="1413052" y="9258342"/>
                </a:lnTo>
                <a:lnTo>
                  <a:pt x="1460000" y="9244693"/>
                </a:lnTo>
                <a:lnTo>
                  <a:pt x="1506799" y="9230604"/>
                </a:lnTo>
                <a:lnTo>
                  <a:pt x="1553445" y="9216076"/>
                </a:lnTo>
                <a:lnTo>
                  <a:pt x="1599935" y="9201111"/>
                </a:lnTo>
                <a:lnTo>
                  <a:pt x="1646267" y="9185710"/>
                </a:lnTo>
                <a:lnTo>
                  <a:pt x="1692437" y="9169876"/>
                </a:lnTo>
                <a:lnTo>
                  <a:pt x="1738442" y="9153608"/>
                </a:lnTo>
                <a:lnTo>
                  <a:pt x="1784280" y="9136910"/>
                </a:lnTo>
                <a:lnTo>
                  <a:pt x="1829947" y="9119782"/>
                </a:lnTo>
                <a:lnTo>
                  <a:pt x="1875440" y="9102226"/>
                </a:lnTo>
                <a:lnTo>
                  <a:pt x="1920756" y="9084243"/>
                </a:lnTo>
                <a:lnTo>
                  <a:pt x="1965893" y="9065835"/>
                </a:lnTo>
                <a:lnTo>
                  <a:pt x="2055615" y="9027750"/>
                </a:lnTo>
                <a:lnTo>
                  <a:pt x="2100195" y="9008075"/>
                </a:lnTo>
                <a:lnTo>
                  <a:pt x="2144582" y="8987981"/>
                </a:lnTo>
                <a:lnTo>
                  <a:pt x="2188775" y="8967470"/>
                </a:lnTo>
                <a:lnTo>
                  <a:pt x="2232770" y="8946542"/>
                </a:lnTo>
                <a:lnTo>
                  <a:pt x="2276564" y="8925199"/>
                </a:lnTo>
                <a:lnTo>
                  <a:pt x="2320154" y="8903443"/>
                </a:lnTo>
                <a:lnTo>
                  <a:pt x="2363538" y="8881275"/>
                </a:lnTo>
                <a:lnTo>
                  <a:pt x="2406711" y="8858697"/>
                </a:lnTo>
                <a:lnTo>
                  <a:pt x="2449672" y="8835710"/>
                </a:lnTo>
                <a:lnTo>
                  <a:pt x="2492417" y="8812316"/>
                </a:lnTo>
                <a:lnTo>
                  <a:pt x="2534943" y="8788516"/>
                </a:lnTo>
                <a:lnTo>
                  <a:pt x="2577247" y="8764311"/>
                </a:lnTo>
                <a:lnTo>
                  <a:pt x="2619326" y="8739704"/>
                </a:lnTo>
                <a:lnTo>
                  <a:pt x="2661177" y="8714695"/>
                </a:lnTo>
                <a:lnTo>
                  <a:pt x="2702797" y="8689286"/>
                </a:lnTo>
                <a:lnTo>
                  <a:pt x="2744183" y="8663479"/>
                </a:lnTo>
                <a:lnTo>
                  <a:pt x="2785333" y="8637274"/>
                </a:lnTo>
                <a:lnTo>
                  <a:pt x="2826242" y="8610675"/>
                </a:lnTo>
                <a:lnTo>
                  <a:pt x="2866908" y="8583681"/>
                </a:lnTo>
                <a:lnTo>
                  <a:pt x="2907329" y="8556295"/>
                </a:lnTo>
                <a:lnTo>
                  <a:pt x="2947500" y="8528517"/>
                </a:lnTo>
                <a:lnTo>
                  <a:pt x="2987419" y="8500351"/>
                </a:lnTo>
                <a:lnTo>
                  <a:pt x="3027083" y="8471796"/>
                </a:lnTo>
                <a:lnTo>
                  <a:pt x="3066489" y="8442854"/>
                </a:lnTo>
                <a:lnTo>
                  <a:pt x="3105634" y="8413528"/>
                </a:lnTo>
                <a:lnTo>
                  <a:pt x="3144515" y="8383818"/>
                </a:lnTo>
                <a:lnTo>
                  <a:pt x="3183129" y="8353726"/>
                </a:lnTo>
                <a:lnTo>
                  <a:pt x="3221473" y="8323253"/>
                </a:lnTo>
                <a:lnTo>
                  <a:pt x="3259544" y="8292401"/>
                </a:lnTo>
                <a:lnTo>
                  <a:pt x="3297339" y="8261172"/>
                </a:lnTo>
                <a:lnTo>
                  <a:pt x="3334854" y="8229566"/>
                </a:lnTo>
                <a:lnTo>
                  <a:pt x="3372087" y="8197585"/>
                </a:lnTo>
                <a:lnTo>
                  <a:pt x="3409035" y="8165232"/>
                </a:lnTo>
                <a:lnTo>
                  <a:pt x="3445695" y="8132507"/>
                </a:lnTo>
                <a:lnTo>
                  <a:pt x="3482064" y="8099411"/>
                </a:lnTo>
                <a:lnTo>
                  <a:pt x="3518139" y="8065947"/>
                </a:lnTo>
                <a:lnTo>
                  <a:pt x="3553916" y="8032115"/>
                </a:lnTo>
                <a:lnTo>
                  <a:pt x="3589393" y="7997918"/>
                </a:lnTo>
                <a:lnTo>
                  <a:pt x="3624567" y="7963356"/>
                </a:lnTo>
                <a:lnTo>
                  <a:pt x="3659435" y="7928432"/>
                </a:lnTo>
                <a:lnTo>
                  <a:pt x="3693994" y="7893146"/>
                </a:lnTo>
                <a:lnTo>
                  <a:pt x="3728240" y="7857501"/>
                </a:lnTo>
                <a:lnTo>
                  <a:pt x="3762171" y="7821497"/>
                </a:lnTo>
                <a:lnTo>
                  <a:pt x="3795783" y="7785136"/>
                </a:lnTo>
                <a:lnTo>
                  <a:pt x="3829075" y="7748420"/>
                </a:lnTo>
                <a:lnTo>
                  <a:pt x="3862042" y="7711350"/>
                </a:lnTo>
                <a:lnTo>
                  <a:pt x="3894682" y="7673928"/>
                </a:lnTo>
                <a:lnTo>
                  <a:pt x="3926991" y="7636155"/>
                </a:lnTo>
                <a:lnTo>
                  <a:pt x="3958967" y="7598032"/>
                </a:lnTo>
                <a:lnTo>
                  <a:pt x="3990607" y="7559561"/>
                </a:lnTo>
                <a:lnTo>
                  <a:pt x="4021907" y="7520744"/>
                </a:lnTo>
                <a:lnTo>
                  <a:pt x="4052865" y="7481582"/>
                </a:lnTo>
                <a:lnTo>
                  <a:pt x="4083478" y="7442077"/>
                </a:lnTo>
                <a:lnTo>
                  <a:pt x="8022311" y="2307814"/>
                </a:lnTo>
                <a:lnTo>
                  <a:pt x="8052902" y="2268285"/>
                </a:lnTo>
                <a:lnTo>
                  <a:pt x="8083796" y="2229056"/>
                </a:lnTo>
                <a:lnTo>
                  <a:pt x="8114989" y="2190127"/>
                </a:lnTo>
                <a:lnTo>
                  <a:pt x="8146479" y="2151500"/>
                </a:lnTo>
                <a:lnTo>
                  <a:pt x="8178264" y="2113176"/>
                </a:lnTo>
                <a:lnTo>
                  <a:pt x="8210341" y="2075157"/>
                </a:lnTo>
                <a:lnTo>
                  <a:pt x="8242709" y="2037442"/>
                </a:lnTo>
                <a:lnTo>
                  <a:pt x="8275365" y="2000034"/>
                </a:lnTo>
                <a:lnTo>
                  <a:pt x="8308307" y="1962934"/>
                </a:lnTo>
                <a:lnTo>
                  <a:pt x="8341532" y="1926142"/>
                </a:lnTo>
                <a:lnTo>
                  <a:pt x="8375038" y="1889660"/>
                </a:lnTo>
                <a:lnTo>
                  <a:pt x="8408823" y="1853489"/>
                </a:lnTo>
                <a:lnTo>
                  <a:pt x="8442885" y="1817630"/>
                </a:lnTo>
                <a:lnTo>
                  <a:pt x="8477221" y="1782084"/>
                </a:lnTo>
                <a:lnTo>
                  <a:pt x="8511829" y="1746853"/>
                </a:lnTo>
                <a:lnTo>
                  <a:pt x="8546706" y="1711937"/>
                </a:lnTo>
                <a:lnTo>
                  <a:pt x="8581851" y="1677337"/>
                </a:lnTo>
                <a:lnTo>
                  <a:pt x="8617261" y="1643056"/>
                </a:lnTo>
                <a:lnTo>
                  <a:pt x="8652934" y="1609093"/>
                </a:lnTo>
                <a:lnTo>
                  <a:pt x="8688867" y="1575450"/>
                </a:lnTo>
                <a:lnTo>
                  <a:pt x="8725058" y="1542128"/>
                </a:lnTo>
                <a:lnTo>
                  <a:pt x="8761506" y="1509129"/>
                </a:lnTo>
                <a:lnTo>
                  <a:pt x="8798207" y="1476452"/>
                </a:lnTo>
                <a:lnTo>
                  <a:pt x="8835159" y="1444101"/>
                </a:lnTo>
                <a:lnTo>
                  <a:pt x="8872360" y="1412075"/>
                </a:lnTo>
                <a:lnTo>
                  <a:pt x="8909808" y="1380375"/>
                </a:lnTo>
                <a:lnTo>
                  <a:pt x="8947501" y="1349004"/>
                </a:lnTo>
                <a:lnTo>
                  <a:pt x="8985435" y="1317962"/>
                </a:lnTo>
                <a:lnTo>
                  <a:pt x="9023610" y="1287250"/>
                </a:lnTo>
                <a:lnTo>
                  <a:pt x="9062022" y="1256869"/>
                </a:lnTo>
                <a:lnTo>
                  <a:pt x="9100669" y="1226820"/>
                </a:lnTo>
                <a:lnTo>
                  <a:pt x="9139549" y="1197105"/>
                </a:lnTo>
                <a:lnTo>
                  <a:pt x="9178660" y="1167725"/>
                </a:lnTo>
                <a:lnTo>
                  <a:pt x="9217999" y="1138681"/>
                </a:lnTo>
                <a:lnTo>
                  <a:pt x="9257564" y="1109974"/>
                </a:lnTo>
                <a:lnTo>
                  <a:pt x="9297353" y="1081604"/>
                </a:lnTo>
                <a:lnTo>
                  <a:pt x="9337364" y="1053574"/>
                </a:lnTo>
                <a:lnTo>
                  <a:pt x="9377594" y="1025884"/>
                </a:lnTo>
                <a:lnTo>
                  <a:pt x="9418040" y="998536"/>
                </a:lnTo>
                <a:lnTo>
                  <a:pt x="9458702" y="971530"/>
                </a:lnTo>
                <a:lnTo>
                  <a:pt x="9499575" y="944868"/>
                </a:lnTo>
                <a:lnTo>
                  <a:pt x="9540659" y="918551"/>
                </a:lnTo>
                <a:lnTo>
                  <a:pt x="9581950" y="892580"/>
                </a:lnTo>
                <a:lnTo>
                  <a:pt x="9623447" y="866956"/>
                </a:lnTo>
                <a:lnTo>
                  <a:pt x="9665147" y="841681"/>
                </a:lnTo>
                <a:lnTo>
                  <a:pt x="9707048" y="816754"/>
                </a:lnTo>
                <a:lnTo>
                  <a:pt x="9749147" y="792179"/>
                </a:lnTo>
                <a:lnTo>
                  <a:pt x="9791443" y="767955"/>
                </a:lnTo>
                <a:lnTo>
                  <a:pt x="9833932" y="744083"/>
                </a:lnTo>
                <a:lnTo>
                  <a:pt x="9876613" y="720566"/>
                </a:lnTo>
                <a:lnTo>
                  <a:pt x="9919484" y="697404"/>
                </a:lnTo>
                <a:lnTo>
                  <a:pt x="9962542" y="674598"/>
                </a:lnTo>
                <a:lnTo>
                  <a:pt x="10005784" y="652149"/>
                </a:lnTo>
                <a:lnTo>
                  <a:pt x="10049209" y="630059"/>
                </a:lnTo>
                <a:lnTo>
                  <a:pt x="10092814" y="608328"/>
                </a:lnTo>
                <a:lnTo>
                  <a:pt x="10136597" y="586958"/>
                </a:lnTo>
                <a:lnTo>
                  <a:pt x="10180556" y="565950"/>
                </a:lnTo>
                <a:lnTo>
                  <a:pt x="10224688" y="545304"/>
                </a:lnTo>
                <a:lnTo>
                  <a:pt x="10268991" y="525023"/>
                </a:lnTo>
                <a:lnTo>
                  <a:pt x="10313463" y="505107"/>
                </a:lnTo>
                <a:lnTo>
                  <a:pt x="10358101" y="485558"/>
                </a:lnTo>
                <a:lnTo>
                  <a:pt x="10402903" y="466376"/>
                </a:lnTo>
                <a:lnTo>
                  <a:pt x="10447868" y="447563"/>
                </a:lnTo>
                <a:lnTo>
                  <a:pt x="10492991" y="429119"/>
                </a:lnTo>
                <a:lnTo>
                  <a:pt x="10538272" y="411046"/>
                </a:lnTo>
                <a:lnTo>
                  <a:pt x="10583708" y="393346"/>
                </a:lnTo>
                <a:lnTo>
                  <a:pt x="10629297" y="376018"/>
                </a:lnTo>
                <a:lnTo>
                  <a:pt x="10675036" y="359065"/>
                </a:lnTo>
                <a:lnTo>
                  <a:pt x="10720923" y="342487"/>
                </a:lnTo>
                <a:lnTo>
                  <a:pt x="10766956" y="326286"/>
                </a:lnTo>
                <a:lnTo>
                  <a:pt x="10813132" y="310462"/>
                </a:lnTo>
                <a:lnTo>
                  <a:pt x="10859450" y="295018"/>
                </a:lnTo>
                <a:lnTo>
                  <a:pt x="10905907" y="279953"/>
                </a:lnTo>
                <a:lnTo>
                  <a:pt x="10952500" y="265269"/>
                </a:lnTo>
                <a:lnTo>
                  <a:pt x="10999227" y="250968"/>
                </a:lnTo>
                <a:lnTo>
                  <a:pt x="11046087" y="237049"/>
                </a:lnTo>
                <a:lnTo>
                  <a:pt x="11093076" y="223516"/>
                </a:lnTo>
                <a:lnTo>
                  <a:pt x="11140193" y="210368"/>
                </a:lnTo>
                <a:lnTo>
                  <a:pt x="11187434" y="197606"/>
                </a:lnTo>
                <a:lnTo>
                  <a:pt x="11234799" y="185233"/>
                </a:lnTo>
                <a:lnTo>
                  <a:pt x="11282284" y="173248"/>
                </a:lnTo>
                <a:lnTo>
                  <a:pt x="11329888" y="161654"/>
                </a:lnTo>
                <a:lnTo>
                  <a:pt x="11377607" y="150451"/>
                </a:lnTo>
                <a:lnTo>
                  <a:pt x="11425440" y="139640"/>
                </a:lnTo>
                <a:lnTo>
                  <a:pt x="11473385" y="129223"/>
                </a:lnTo>
                <a:lnTo>
                  <a:pt x="11521439" y="119201"/>
                </a:lnTo>
                <a:lnTo>
                  <a:pt x="11569599" y="109574"/>
                </a:lnTo>
                <a:lnTo>
                  <a:pt x="11617864" y="100344"/>
                </a:lnTo>
                <a:lnTo>
                  <a:pt x="11666231" y="91512"/>
                </a:lnTo>
                <a:lnTo>
                  <a:pt x="11714698" y="83080"/>
                </a:lnTo>
                <a:lnTo>
                  <a:pt x="11763263" y="75047"/>
                </a:lnTo>
                <a:lnTo>
                  <a:pt x="11811923" y="67417"/>
                </a:lnTo>
                <a:lnTo>
                  <a:pt x="11860676" y="60188"/>
                </a:lnTo>
                <a:lnTo>
                  <a:pt x="11909519" y="53364"/>
                </a:lnTo>
                <a:lnTo>
                  <a:pt x="11958451" y="46944"/>
                </a:lnTo>
                <a:lnTo>
                  <a:pt x="12007470" y="40931"/>
                </a:lnTo>
                <a:lnTo>
                  <a:pt x="12056572" y="35324"/>
                </a:lnTo>
                <a:lnTo>
                  <a:pt x="12105756" y="30126"/>
                </a:lnTo>
                <a:lnTo>
                  <a:pt x="12155019" y="25337"/>
                </a:lnTo>
                <a:lnTo>
                  <a:pt x="12204359" y="20958"/>
                </a:lnTo>
                <a:lnTo>
                  <a:pt x="12253773" y="16991"/>
                </a:lnTo>
                <a:lnTo>
                  <a:pt x="12303260" y="13437"/>
                </a:lnTo>
                <a:lnTo>
                  <a:pt x="12352818" y="10297"/>
                </a:lnTo>
                <a:lnTo>
                  <a:pt x="12402443" y="7572"/>
                </a:lnTo>
                <a:lnTo>
                  <a:pt x="12452133" y="5263"/>
                </a:lnTo>
                <a:lnTo>
                  <a:pt x="12501887" y="3371"/>
                </a:lnTo>
                <a:lnTo>
                  <a:pt x="12551701" y="1898"/>
                </a:lnTo>
                <a:lnTo>
                  <a:pt x="12601574" y="844"/>
                </a:lnTo>
                <a:lnTo>
                  <a:pt x="12651504" y="211"/>
                </a:lnTo>
                <a:lnTo>
                  <a:pt x="12701487" y="0"/>
                </a:lnTo>
                <a:lnTo>
                  <a:pt x="13158798" y="0"/>
                </a:lnTo>
              </a:path>
            </a:pathLst>
          </a:custGeom>
          <a:ln w="19050">
            <a:gradFill>
              <a:gsLst>
                <a:gs pos="18000">
                  <a:schemeClr val="accent2"/>
                </a:gs>
                <a:gs pos="0">
                  <a:schemeClr val="bg1">
                    <a:alpha val="0"/>
                  </a:schemeClr>
                </a:gs>
              </a:gsLst>
              <a:lin ang="5400000" scaled="0"/>
            </a:gradFill>
          </a:ln>
        </p:spPr>
        <p:txBody>
          <a:bodyPr wrap="square" lIns="0" tIns="0" rIns="0" bIns="0" rtlCol="0"/>
          <a:lstStyle/>
          <a:p>
            <a:pPr marL="0" marR="0" lvl="0" indent="0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96D25958-B46E-CFC9-AC49-7ABE8ABF93FF}"/>
              </a:ext>
            </a:extLst>
          </p:cNvPr>
          <p:cNvCxnSpPr>
            <a:cxnSpLocks/>
          </p:cNvCxnSpPr>
          <p:nvPr/>
        </p:nvCxnSpPr>
        <p:spPr>
          <a:xfrm flipH="1">
            <a:off x="5631544" y="6678798"/>
            <a:ext cx="5683420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40060003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4530">
          <p15:clr>
            <a:srgbClr val="FBAE40"/>
          </p15:clr>
        </p15:guide>
        <p15:guide id="2" orient="horz" pos="2410">
          <p15:clr>
            <a:srgbClr val="FBAE40"/>
          </p15:clr>
        </p15:guide>
        <p15:guide id="3" orient="horz" pos="141">
          <p15:clr>
            <a:srgbClr val="FBAE40"/>
          </p15:clr>
        </p15:guide>
        <p15:guide id="4" pos="128">
          <p15:clr>
            <a:srgbClr val="FBAE40"/>
          </p15:clr>
        </p15:guide>
        <p15:guide id="5" orient="horz" pos="2465">
          <p15:clr>
            <a:srgbClr val="FBAE40"/>
          </p15:clr>
        </p15:guide>
        <p15:guide id="6" orient="horz" pos="485">
          <p15:clr>
            <a:srgbClr val="FBAE40"/>
          </p15:clr>
        </p15:guide>
        <p15:guide id="7" orient="horz" pos="567">
          <p15:clr>
            <a:srgbClr val="FBAE40"/>
          </p15:clr>
        </p15:guide>
      </p15:sldGuideLst>
    </p:ext>
  </p:extLst>
</p:sldLayout>
</file>

<file path=ppt/slideLayouts/slideLayout144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3_Disclaimer - Branc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8">
            <a:extLst>
              <a:ext uri="{FF2B5EF4-FFF2-40B4-BE49-F238E27FC236}">
                <a16:creationId xmlns:a16="http://schemas.microsoft.com/office/drawing/2014/main" id="{0A77DBCB-2AB5-6CB5-41F8-C0F34878DCC3}"/>
              </a:ext>
            </a:extLst>
          </p:cNvPr>
          <p:cNvPicPr>
            <a:picLocks noChangeAspect="1"/>
          </p:cNvPicPr>
          <p:nvPr/>
        </p:nvPicPr>
        <p:blipFill rotWithShape="1">
          <a:blip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 l="-8117" t="-23966" r="-8117" b="-23966"/>
          <a:stretch/>
        </p:blipFill>
        <p:spPr>
          <a:xfrm>
            <a:off x="271656" y="6354583"/>
            <a:ext cx="889861" cy="385348"/>
          </a:xfrm>
          <a:prstGeom prst="rect">
            <a:avLst/>
          </a:prstGeom>
        </p:spPr>
      </p:pic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B6F1873E-A461-1060-F030-72F82DE78FD5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2"/>
            <a:ext cx="8441175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tx1">
                    <a:lumMod val="85000"/>
                    <a:lumOff val="15000"/>
                  </a:schemeClr>
                </a:solidFill>
              </a:defRPr>
            </a:lvl1pPr>
          </a:lstStyle>
          <a:p>
            <a:pPr lvl="0"/>
            <a:r>
              <a:rPr lang="en-US"/>
              <a:t>Disclaimer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03F3B14A-4381-EE52-0164-94E04FE17DB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4" y="1103586"/>
            <a:ext cx="11522075" cy="5133702"/>
          </a:xfrm>
          <a:prstGeom prst="rect">
            <a:avLst/>
          </a:prstGeom>
        </p:spPr>
        <p:txBody>
          <a:bodyPr lIns="0" tIns="0" rIns="0" bIns="0"/>
          <a:lstStyle>
            <a:lvl1pPr marL="0" indent="0" algn="just">
              <a:lnSpc>
                <a:spcPct val="1000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85000"/>
                    <a:lumOff val="15000"/>
                  </a:schemeClr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39C03017-6CEE-FFFF-8135-D661C0DBBC37}"/>
              </a:ext>
            </a:extLst>
          </p:cNvPr>
          <p:cNvCxnSpPr>
            <a:cxnSpLocks/>
          </p:cNvCxnSpPr>
          <p:nvPr/>
        </p:nvCxnSpPr>
        <p:spPr>
          <a:xfrm>
            <a:off x="0" y="169333"/>
            <a:ext cx="12192000" cy="0"/>
          </a:xfrm>
          <a:prstGeom prst="line">
            <a:avLst/>
          </a:prstGeom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object 4">
            <a:extLst>
              <a:ext uri="{FF2B5EF4-FFF2-40B4-BE49-F238E27FC236}">
                <a16:creationId xmlns:a16="http://schemas.microsoft.com/office/drawing/2014/main" id="{364C00B2-B10F-B792-45F6-A57A8A301C42}"/>
              </a:ext>
            </a:extLst>
          </p:cNvPr>
          <p:cNvSpPr/>
          <p:nvPr/>
        </p:nvSpPr>
        <p:spPr>
          <a:xfrm rot="10247908" flipH="1">
            <a:off x="5877252" y="-4146683"/>
            <a:ext cx="8001039" cy="5749648"/>
          </a:xfrm>
          <a:custGeom>
            <a:avLst/>
            <a:gdLst>
              <a:gd name="connsiteX0" fmla="*/ 0 w 13940157"/>
              <a:gd name="connsiteY0" fmla="*/ 9200719 h 9456078"/>
              <a:gd name="connsiteX1" fmla="*/ 781360 w 13940157"/>
              <a:gd name="connsiteY1" fmla="*/ 9456078 h 9456078"/>
              <a:gd name="connsiteX2" fmla="*/ 831337 w 13940157"/>
              <a:gd name="connsiteY2" fmla="*/ 9455836 h 9456078"/>
              <a:gd name="connsiteX3" fmla="*/ 881253 w 13940157"/>
              <a:gd name="connsiteY3" fmla="*/ 9455111 h 9456078"/>
              <a:gd name="connsiteX4" fmla="*/ 931102 w 13940157"/>
              <a:gd name="connsiteY4" fmla="*/ 9453904 h 9456078"/>
              <a:gd name="connsiteX5" fmla="*/ 980884 w 13940157"/>
              <a:gd name="connsiteY5" fmla="*/ 9452217 h 9456078"/>
              <a:gd name="connsiteX6" fmla="*/ 1030594 w 13940157"/>
              <a:gd name="connsiteY6" fmla="*/ 9450052 h 9456078"/>
              <a:gd name="connsiteX7" fmla="*/ 1080230 w 13940157"/>
              <a:gd name="connsiteY7" fmla="*/ 9447409 h 9456078"/>
              <a:gd name="connsiteX8" fmla="*/ 1129789 w 13940157"/>
              <a:gd name="connsiteY8" fmla="*/ 9444290 h 9456078"/>
              <a:gd name="connsiteX9" fmla="*/ 1179267 w 13940157"/>
              <a:gd name="connsiteY9" fmla="*/ 9440698 h 9456078"/>
              <a:gd name="connsiteX10" fmla="*/ 1228662 w 13940157"/>
              <a:gd name="connsiteY10" fmla="*/ 9436632 h 9456078"/>
              <a:gd name="connsiteX11" fmla="*/ 1277970 w 13940157"/>
              <a:gd name="connsiteY11" fmla="*/ 9432096 h 9456078"/>
              <a:gd name="connsiteX12" fmla="*/ 1327189 w 13940157"/>
              <a:gd name="connsiteY12" fmla="*/ 9427089 h 9456078"/>
              <a:gd name="connsiteX13" fmla="*/ 1376316 w 13940157"/>
              <a:gd name="connsiteY13" fmla="*/ 9421615 h 9456078"/>
              <a:gd name="connsiteX14" fmla="*/ 1425347 w 13940157"/>
              <a:gd name="connsiteY14" fmla="*/ 9415673 h 9456078"/>
              <a:gd name="connsiteX15" fmla="*/ 1474280 w 13940157"/>
              <a:gd name="connsiteY15" fmla="*/ 9409267 h 9456078"/>
              <a:gd name="connsiteX16" fmla="*/ 1523111 w 13940157"/>
              <a:gd name="connsiteY16" fmla="*/ 9402396 h 9456078"/>
              <a:gd name="connsiteX17" fmla="*/ 1571838 w 13940157"/>
              <a:gd name="connsiteY17" fmla="*/ 9395063 h 9456078"/>
              <a:gd name="connsiteX18" fmla="*/ 1620458 w 13940157"/>
              <a:gd name="connsiteY18" fmla="*/ 9387270 h 9456078"/>
              <a:gd name="connsiteX19" fmla="*/ 1668967 w 13940157"/>
              <a:gd name="connsiteY19" fmla="*/ 9379017 h 9456078"/>
              <a:gd name="connsiteX20" fmla="*/ 1717362 w 13940157"/>
              <a:gd name="connsiteY20" fmla="*/ 9370306 h 9456078"/>
              <a:gd name="connsiteX21" fmla="*/ 1765641 w 13940157"/>
              <a:gd name="connsiteY21" fmla="*/ 9361139 h 9456078"/>
              <a:gd name="connsiteX22" fmla="*/ 1813800 w 13940157"/>
              <a:gd name="connsiteY22" fmla="*/ 9351517 h 9456078"/>
              <a:gd name="connsiteX23" fmla="*/ 1861837 w 13940157"/>
              <a:gd name="connsiteY23" fmla="*/ 9341441 h 9456078"/>
              <a:gd name="connsiteX24" fmla="*/ 1909749 w 13940157"/>
              <a:gd name="connsiteY24" fmla="*/ 9330914 h 9456078"/>
              <a:gd name="connsiteX25" fmla="*/ 1957532 w 13940157"/>
              <a:gd name="connsiteY25" fmla="*/ 9319936 h 9456078"/>
              <a:gd name="connsiteX26" fmla="*/ 2005183 w 13940157"/>
              <a:gd name="connsiteY26" fmla="*/ 9308509 h 9456078"/>
              <a:gd name="connsiteX27" fmla="*/ 2052699 w 13940157"/>
              <a:gd name="connsiteY27" fmla="*/ 9296635 h 9456078"/>
              <a:gd name="connsiteX28" fmla="*/ 2100079 w 13940157"/>
              <a:gd name="connsiteY28" fmla="*/ 9284315 h 9456078"/>
              <a:gd name="connsiteX29" fmla="*/ 2147317 w 13940157"/>
              <a:gd name="connsiteY29" fmla="*/ 9271550 h 9456078"/>
              <a:gd name="connsiteX30" fmla="*/ 2194412 w 13940157"/>
              <a:gd name="connsiteY30" fmla="*/ 9258342 h 9456078"/>
              <a:gd name="connsiteX31" fmla="*/ 2241360 w 13940157"/>
              <a:gd name="connsiteY31" fmla="*/ 9244693 h 9456078"/>
              <a:gd name="connsiteX32" fmla="*/ 2288159 w 13940157"/>
              <a:gd name="connsiteY32" fmla="*/ 9230604 h 9456078"/>
              <a:gd name="connsiteX33" fmla="*/ 2334805 w 13940157"/>
              <a:gd name="connsiteY33" fmla="*/ 9216076 h 9456078"/>
              <a:gd name="connsiteX34" fmla="*/ 2381295 w 13940157"/>
              <a:gd name="connsiteY34" fmla="*/ 9201111 h 9456078"/>
              <a:gd name="connsiteX35" fmla="*/ 2427627 w 13940157"/>
              <a:gd name="connsiteY35" fmla="*/ 9185710 h 9456078"/>
              <a:gd name="connsiteX36" fmla="*/ 2473797 w 13940157"/>
              <a:gd name="connsiteY36" fmla="*/ 9169876 h 9456078"/>
              <a:gd name="connsiteX37" fmla="*/ 2519802 w 13940157"/>
              <a:gd name="connsiteY37" fmla="*/ 9153608 h 9456078"/>
              <a:gd name="connsiteX38" fmla="*/ 2565640 w 13940157"/>
              <a:gd name="connsiteY38" fmla="*/ 9136910 h 9456078"/>
              <a:gd name="connsiteX39" fmla="*/ 2611307 w 13940157"/>
              <a:gd name="connsiteY39" fmla="*/ 9119782 h 9456078"/>
              <a:gd name="connsiteX40" fmla="*/ 2656800 w 13940157"/>
              <a:gd name="connsiteY40" fmla="*/ 9102226 h 9456078"/>
              <a:gd name="connsiteX41" fmla="*/ 2702116 w 13940157"/>
              <a:gd name="connsiteY41" fmla="*/ 9084243 h 9456078"/>
              <a:gd name="connsiteX42" fmla="*/ 2747253 w 13940157"/>
              <a:gd name="connsiteY42" fmla="*/ 9065835 h 9456078"/>
              <a:gd name="connsiteX43" fmla="*/ 2792207 w 13940157"/>
              <a:gd name="connsiteY43" fmla="*/ 9047004 h 9456078"/>
              <a:gd name="connsiteX44" fmla="*/ 2836975 w 13940157"/>
              <a:gd name="connsiteY44" fmla="*/ 9027750 h 9456078"/>
              <a:gd name="connsiteX45" fmla="*/ 2881555 w 13940157"/>
              <a:gd name="connsiteY45" fmla="*/ 9008075 h 9456078"/>
              <a:gd name="connsiteX46" fmla="*/ 2925942 w 13940157"/>
              <a:gd name="connsiteY46" fmla="*/ 8987981 h 9456078"/>
              <a:gd name="connsiteX47" fmla="*/ 2970135 w 13940157"/>
              <a:gd name="connsiteY47" fmla="*/ 8967470 h 9456078"/>
              <a:gd name="connsiteX48" fmla="*/ 3014130 w 13940157"/>
              <a:gd name="connsiteY48" fmla="*/ 8946542 h 9456078"/>
              <a:gd name="connsiteX49" fmla="*/ 3057924 w 13940157"/>
              <a:gd name="connsiteY49" fmla="*/ 8925199 h 9456078"/>
              <a:gd name="connsiteX50" fmla="*/ 3101514 w 13940157"/>
              <a:gd name="connsiteY50" fmla="*/ 8903443 h 9456078"/>
              <a:gd name="connsiteX51" fmla="*/ 3144898 w 13940157"/>
              <a:gd name="connsiteY51" fmla="*/ 8881275 h 9456078"/>
              <a:gd name="connsiteX52" fmla="*/ 3188071 w 13940157"/>
              <a:gd name="connsiteY52" fmla="*/ 8858697 h 9456078"/>
              <a:gd name="connsiteX53" fmla="*/ 3231032 w 13940157"/>
              <a:gd name="connsiteY53" fmla="*/ 8835710 h 9456078"/>
              <a:gd name="connsiteX54" fmla="*/ 3273777 w 13940157"/>
              <a:gd name="connsiteY54" fmla="*/ 8812316 h 9456078"/>
              <a:gd name="connsiteX55" fmla="*/ 3316303 w 13940157"/>
              <a:gd name="connsiteY55" fmla="*/ 8788516 h 9456078"/>
              <a:gd name="connsiteX56" fmla="*/ 3358607 w 13940157"/>
              <a:gd name="connsiteY56" fmla="*/ 8764311 h 9456078"/>
              <a:gd name="connsiteX57" fmla="*/ 3400686 w 13940157"/>
              <a:gd name="connsiteY57" fmla="*/ 8739704 h 9456078"/>
              <a:gd name="connsiteX58" fmla="*/ 3442537 w 13940157"/>
              <a:gd name="connsiteY58" fmla="*/ 8714695 h 9456078"/>
              <a:gd name="connsiteX59" fmla="*/ 3484157 w 13940157"/>
              <a:gd name="connsiteY59" fmla="*/ 8689286 h 9456078"/>
              <a:gd name="connsiteX60" fmla="*/ 3525543 w 13940157"/>
              <a:gd name="connsiteY60" fmla="*/ 8663479 h 9456078"/>
              <a:gd name="connsiteX61" fmla="*/ 3566693 w 13940157"/>
              <a:gd name="connsiteY61" fmla="*/ 8637274 h 9456078"/>
              <a:gd name="connsiteX62" fmla="*/ 3607602 w 13940157"/>
              <a:gd name="connsiteY62" fmla="*/ 8610675 h 9456078"/>
              <a:gd name="connsiteX63" fmla="*/ 3648268 w 13940157"/>
              <a:gd name="connsiteY63" fmla="*/ 8583681 h 9456078"/>
              <a:gd name="connsiteX64" fmla="*/ 3688689 w 13940157"/>
              <a:gd name="connsiteY64" fmla="*/ 8556295 h 9456078"/>
              <a:gd name="connsiteX65" fmla="*/ 3728860 w 13940157"/>
              <a:gd name="connsiteY65" fmla="*/ 8528517 h 9456078"/>
              <a:gd name="connsiteX66" fmla="*/ 3768779 w 13940157"/>
              <a:gd name="connsiteY66" fmla="*/ 8500351 h 9456078"/>
              <a:gd name="connsiteX67" fmla="*/ 3808443 w 13940157"/>
              <a:gd name="connsiteY67" fmla="*/ 8471796 h 9456078"/>
              <a:gd name="connsiteX68" fmla="*/ 3847849 w 13940157"/>
              <a:gd name="connsiteY68" fmla="*/ 8442854 h 9456078"/>
              <a:gd name="connsiteX69" fmla="*/ 3886994 w 13940157"/>
              <a:gd name="connsiteY69" fmla="*/ 8413528 h 9456078"/>
              <a:gd name="connsiteX70" fmla="*/ 3925875 w 13940157"/>
              <a:gd name="connsiteY70" fmla="*/ 8383818 h 9456078"/>
              <a:gd name="connsiteX71" fmla="*/ 3964489 w 13940157"/>
              <a:gd name="connsiteY71" fmla="*/ 8353726 h 9456078"/>
              <a:gd name="connsiteX72" fmla="*/ 4002833 w 13940157"/>
              <a:gd name="connsiteY72" fmla="*/ 8323253 h 9456078"/>
              <a:gd name="connsiteX73" fmla="*/ 4040904 w 13940157"/>
              <a:gd name="connsiteY73" fmla="*/ 8292401 h 9456078"/>
              <a:gd name="connsiteX74" fmla="*/ 4078699 w 13940157"/>
              <a:gd name="connsiteY74" fmla="*/ 8261172 h 9456078"/>
              <a:gd name="connsiteX75" fmla="*/ 4116214 w 13940157"/>
              <a:gd name="connsiteY75" fmla="*/ 8229566 h 9456078"/>
              <a:gd name="connsiteX76" fmla="*/ 4153447 w 13940157"/>
              <a:gd name="connsiteY76" fmla="*/ 8197585 h 9456078"/>
              <a:gd name="connsiteX77" fmla="*/ 4190395 w 13940157"/>
              <a:gd name="connsiteY77" fmla="*/ 8165232 h 9456078"/>
              <a:gd name="connsiteX78" fmla="*/ 4227055 w 13940157"/>
              <a:gd name="connsiteY78" fmla="*/ 8132507 h 9456078"/>
              <a:gd name="connsiteX79" fmla="*/ 4263424 w 13940157"/>
              <a:gd name="connsiteY79" fmla="*/ 8099411 h 9456078"/>
              <a:gd name="connsiteX80" fmla="*/ 4299499 w 13940157"/>
              <a:gd name="connsiteY80" fmla="*/ 8065947 h 9456078"/>
              <a:gd name="connsiteX81" fmla="*/ 4335276 w 13940157"/>
              <a:gd name="connsiteY81" fmla="*/ 8032115 h 9456078"/>
              <a:gd name="connsiteX82" fmla="*/ 4370753 w 13940157"/>
              <a:gd name="connsiteY82" fmla="*/ 7997918 h 9456078"/>
              <a:gd name="connsiteX83" fmla="*/ 4405927 w 13940157"/>
              <a:gd name="connsiteY83" fmla="*/ 7963356 h 9456078"/>
              <a:gd name="connsiteX84" fmla="*/ 4440795 w 13940157"/>
              <a:gd name="connsiteY84" fmla="*/ 7928432 h 9456078"/>
              <a:gd name="connsiteX85" fmla="*/ 4475354 w 13940157"/>
              <a:gd name="connsiteY85" fmla="*/ 7893146 h 9456078"/>
              <a:gd name="connsiteX86" fmla="*/ 4509600 w 13940157"/>
              <a:gd name="connsiteY86" fmla="*/ 7857501 h 9456078"/>
              <a:gd name="connsiteX87" fmla="*/ 4543531 w 13940157"/>
              <a:gd name="connsiteY87" fmla="*/ 7821497 h 9456078"/>
              <a:gd name="connsiteX88" fmla="*/ 4577143 w 13940157"/>
              <a:gd name="connsiteY88" fmla="*/ 7785136 h 9456078"/>
              <a:gd name="connsiteX89" fmla="*/ 4610435 w 13940157"/>
              <a:gd name="connsiteY89" fmla="*/ 7748420 h 9456078"/>
              <a:gd name="connsiteX90" fmla="*/ 4643402 w 13940157"/>
              <a:gd name="connsiteY90" fmla="*/ 7711350 h 9456078"/>
              <a:gd name="connsiteX91" fmla="*/ 4676042 w 13940157"/>
              <a:gd name="connsiteY91" fmla="*/ 7673928 h 9456078"/>
              <a:gd name="connsiteX92" fmla="*/ 4708351 w 13940157"/>
              <a:gd name="connsiteY92" fmla="*/ 7636155 h 9456078"/>
              <a:gd name="connsiteX93" fmla="*/ 4740327 w 13940157"/>
              <a:gd name="connsiteY93" fmla="*/ 7598032 h 9456078"/>
              <a:gd name="connsiteX94" fmla="*/ 4771967 w 13940157"/>
              <a:gd name="connsiteY94" fmla="*/ 7559561 h 9456078"/>
              <a:gd name="connsiteX95" fmla="*/ 4803267 w 13940157"/>
              <a:gd name="connsiteY95" fmla="*/ 7520744 h 9456078"/>
              <a:gd name="connsiteX96" fmla="*/ 4834225 w 13940157"/>
              <a:gd name="connsiteY96" fmla="*/ 7481582 h 9456078"/>
              <a:gd name="connsiteX97" fmla="*/ 4864838 w 13940157"/>
              <a:gd name="connsiteY97" fmla="*/ 7442077 h 9456078"/>
              <a:gd name="connsiteX98" fmla="*/ 8803671 w 13940157"/>
              <a:gd name="connsiteY98" fmla="*/ 2307814 h 9456078"/>
              <a:gd name="connsiteX99" fmla="*/ 8834262 w 13940157"/>
              <a:gd name="connsiteY99" fmla="*/ 2268285 h 9456078"/>
              <a:gd name="connsiteX100" fmla="*/ 8865156 w 13940157"/>
              <a:gd name="connsiteY100" fmla="*/ 2229056 h 9456078"/>
              <a:gd name="connsiteX101" fmla="*/ 8896349 w 13940157"/>
              <a:gd name="connsiteY101" fmla="*/ 2190127 h 9456078"/>
              <a:gd name="connsiteX102" fmla="*/ 8927839 w 13940157"/>
              <a:gd name="connsiteY102" fmla="*/ 2151500 h 9456078"/>
              <a:gd name="connsiteX103" fmla="*/ 8959624 w 13940157"/>
              <a:gd name="connsiteY103" fmla="*/ 2113176 h 9456078"/>
              <a:gd name="connsiteX104" fmla="*/ 8991701 w 13940157"/>
              <a:gd name="connsiteY104" fmla="*/ 2075157 h 9456078"/>
              <a:gd name="connsiteX105" fmla="*/ 9024069 w 13940157"/>
              <a:gd name="connsiteY105" fmla="*/ 2037442 h 9456078"/>
              <a:gd name="connsiteX106" fmla="*/ 9056725 w 13940157"/>
              <a:gd name="connsiteY106" fmla="*/ 2000034 h 9456078"/>
              <a:gd name="connsiteX107" fmla="*/ 9089667 w 13940157"/>
              <a:gd name="connsiteY107" fmla="*/ 1962934 h 9456078"/>
              <a:gd name="connsiteX108" fmla="*/ 9122892 w 13940157"/>
              <a:gd name="connsiteY108" fmla="*/ 1926142 h 9456078"/>
              <a:gd name="connsiteX109" fmla="*/ 9156398 w 13940157"/>
              <a:gd name="connsiteY109" fmla="*/ 1889660 h 9456078"/>
              <a:gd name="connsiteX110" fmla="*/ 9190183 w 13940157"/>
              <a:gd name="connsiteY110" fmla="*/ 1853489 h 9456078"/>
              <a:gd name="connsiteX111" fmla="*/ 9224245 w 13940157"/>
              <a:gd name="connsiteY111" fmla="*/ 1817630 h 9456078"/>
              <a:gd name="connsiteX112" fmla="*/ 9258581 w 13940157"/>
              <a:gd name="connsiteY112" fmla="*/ 1782084 h 9456078"/>
              <a:gd name="connsiteX113" fmla="*/ 9293189 w 13940157"/>
              <a:gd name="connsiteY113" fmla="*/ 1746853 h 9456078"/>
              <a:gd name="connsiteX114" fmla="*/ 9328066 w 13940157"/>
              <a:gd name="connsiteY114" fmla="*/ 1711937 h 9456078"/>
              <a:gd name="connsiteX115" fmla="*/ 9363211 w 13940157"/>
              <a:gd name="connsiteY115" fmla="*/ 1677337 h 9456078"/>
              <a:gd name="connsiteX116" fmla="*/ 9398621 w 13940157"/>
              <a:gd name="connsiteY116" fmla="*/ 1643056 h 9456078"/>
              <a:gd name="connsiteX117" fmla="*/ 9434294 w 13940157"/>
              <a:gd name="connsiteY117" fmla="*/ 1609093 h 9456078"/>
              <a:gd name="connsiteX118" fmla="*/ 9470227 w 13940157"/>
              <a:gd name="connsiteY118" fmla="*/ 1575450 h 9456078"/>
              <a:gd name="connsiteX119" fmla="*/ 9506418 w 13940157"/>
              <a:gd name="connsiteY119" fmla="*/ 1542128 h 9456078"/>
              <a:gd name="connsiteX120" fmla="*/ 9542866 w 13940157"/>
              <a:gd name="connsiteY120" fmla="*/ 1509129 h 9456078"/>
              <a:gd name="connsiteX121" fmla="*/ 9579567 w 13940157"/>
              <a:gd name="connsiteY121" fmla="*/ 1476452 h 9456078"/>
              <a:gd name="connsiteX122" fmla="*/ 9616519 w 13940157"/>
              <a:gd name="connsiteY122" fmla="*/ 1444101 h 9456078"/>
              <a:gd name="connsiteX123" fmla="*/ 9653720 w 13940157"/>
              <a:gd name="connsiteY123" fmla="*/ 1412075 h 9456078"/>
              <a:gd name="connsiteX124" fmla="*/ 9691168 w 13940157"/>
              <a:gd name="connsiteY124" fmla="*/ 1380375 h 9456078"/>
              <a:gd name="connsiteX125" fmla="*/ 9728861 w 13940157"/>
              <a:gd name="connsiteY125" fmla="*/ 1349004 h 9456078"/>
              <a:gd name="connsiteX126" fmla="*/ 9766795 w 13940157"/>
              <a:gd name="connsiteY126" fmla="*/ 1317962 h 9456078"/>
              <a:gd name="connsiteX127" fmla="*/ 9804970 w 13940157"/>
              <a:gd name="connsiteY127" fmla="*/ 1287250 h 9456078"/>
              <a:gd name="connsiteX128" fmla="*/ 9843382 w 13940157"/>
              <a:gd name="connsiteY128" fmla="*/ 1256869 h 9456078"/>
              <a:gd name="connsiteX129" fmla="*/ 9882029 w 13940157"/>
              <a:gd name="connsiteY129" fmla="*/ 1226820 h 9456078"/>
              <a:gd name="connsiteX130" fmla="*/ 9920909 w 13940157"/>
              <a:gd name="connsiteY130" fmla="*/ 1197105 h 9456078"/>
              <a:gd name="connsiteX131" fmla="*/ 9960020 w 13940157"/>
              <a:gd name="connsiteY131" fmla="*/ 1167725 h 9456078"/>
              <a:gd name="connsiteX132" fmla="*/ 9999359 w 13940157"/>
              <a:gd name="connsiteY132" fmla="*/ 1138681 h 9456078"/>
              <a:gd name="connsiteX133" fmla="*/ 10038924 w 13940157"/>
              <a:gd name="connsiteY133" fmla="*/ 1109974 h 9456078"/>
              <a:gd name="connsiteX134" fmla="*/ 10078713 w 13940157"/>
              <a:gd name="connsiteY134" fmla="*/ 1081604 h 9456078"/>
              <a:gd name="connsiteX135" fmla="*/ 10118724 w 13940157"/>
              <a:gd name="connsiteY135" fmla="*/ 1053574 h 9456078"/>
              <a:gd name="connsiteX136" fmla="*/ 10158954 w 13940157"/>
              <a:gd name="connsiteY136" fmla="*/ 1025884 h 9456078"/>
              <a:gd name="connsiteX137" fmla="*/ 10199400 w 13940157"/>
              <a:gd name="connsiteY137" fmla="*/ 998536 h 9456078"/>
              <a:gd name="connsiteX138" fmla="*/ 10240062 w 13940157"/>
              <a:gd name="connsiteY138" fmla="*/ 971530 h 9456078"/>
              <a:gd name="connsiteX139" fmla="*/ 10280935 w 13940157"/>
              <a:gd name="connsiteY139" fmla="*/ 944868 h 9456078"/>
              <a:gd name="connsiteX140" fmla="*/ 10322019 w 13940157"/>
              <a:gd name="connsiteY140" fmla="*/ 918551 h 9456078"/>
              <a:gd name="connsiteX141" fmla="*/ 10363310 w 13940157"/>
              <a:gd name="connsiteY141" fmla="*/ 892580 h 9456078"/>
              <a:gd name="connsiteX142" fmla="*/ 10404807 w 13940157"/>
              <a:gd name="connsiteY142" fmla="*/ 866956 h 9456078"/>
              <a:gd name="connsiteX143" fmla="*/ 10446507 w 13940157"/>
              <a:gd name="connsiteY143" fmla="*/ 841681 h 9456078"/>
              <a:gd name="connsiteX144" fmla="*/ 10488408 w 13940157"/>
              <a:gd name="connsiteY144" fmla="*/ 816754 h 9456078"/>
              <a:gd name="connsiteX145" fmla="*/ 10530507 w 13940157"/>
              <a:gd name="connsiteY145" fmla="*/ 792179 h 9456078"/>
              <a:gd name="connsiteX146" fmla="*/ 10572803 w 13940157"/>
              <a:gd name="connsiteY146" fmla="*/ 767955 h 9456078"/>
              <a:gd name="connsiteX147" fmla="*/ 10615292 w 13940157"/>
              <a:gd name="connsiteY147" fmla="*/ 744083 h 9456078"/>
              <a:gd name="connsiteX148" fmla="*/ 10657973 w 13940157"/>
              <a:gd name="connsiteY148" fmla="*/ 720566 h 9456078"/>
              <a:gd name="connsiteX149" fmla="*/ 10700844 w 13940157"/>
              <a:gd name="connsiteY149" fmla="*/ 697404 h 9456078"/>
              <a:gd name="connsiteX150" fmla="*/ 10743902 w 13940157"/>
              <a:gd name="connsiteY150" fmla="*/ 674598 h 9456078"/>
              <a:gd name="connsiteX151" fmla="*/ 10787144 w 13940157"/>
              <a:gd name="connsiteY151" fmla="*/ 652149 h 9456078"/>
              <a:gd name="connsiteX152" fmla="*/ 10830569 w 13940157"/>
              <a:gd name="connsiteY152" fmla="*/ 630059 h 9456078"/>
              <a:gd name="connsiteX153" fmla="*/ 10874174 w 13940157"/>
              <a:gd name="connsiteY153" fmla="*/ 608328 h 9456078"/>
              <a:gd name="connsiteX154" fmla="*/ 10917957 w 13940157"/>
              <a:gd name="connsiteY154" fmla="*/ 586958 h 9456078"/>
              <a:gd name="connsiteX155" fmla="*/ 10961916 w 13940157"/>
              <a:gd name="connsiteY155" fmla="*/ 565950 h 9456078"/>
              <a:gd name="connsiteX156" fmla="*/ 11006048 w 13940157"/>
              <a:gd name="connsiteY156" fmla="*/ 545304 h 9456078"/>
              <a:gd name="connsiteX157" fmla="*/ 11050351 w 13940157"/>
              <a:gd name="connsiteY157" fmla="*/ 525023 h 9456078"/>
              <a:gd name="connsiteX158" fmla="*/ 11094823 w 13940157"/>
              <a:gd name="connsiteY158" fmla="*/ 505107 h 9456078"/>
              <a:gd name="connsiteX159" fmla="*/ 11139461 w 13940157"/>
              <a:gd name="connsiteY159" fmla="*/ 485558 h 9456078"/>
              <a:gd name="connsiteX160" fmla="*/ 11184263 w 13940157"/>
              <a:gd name="connsiteY160" fmla="*/ 466376 h 9456078"/>
              <a:gd name="connsiteX161" fmla="*/ 11229228 w 13940157"/>
              <a:gd name="connsiteY161" fmla="*/ 447563 h 9456078"/>
              <a:gd name="connsiteX162" fmla="*/ 11274351 w 13940157"/>
              <a:gd name="connsiteY162" fmla="*/ 429119 h 9456078"/>
              <a:gd name="connsiteX163" fmla="*/ 11319632 w 13940157"/>
              <a:gd name="connsiteY163" fmla="*/ 411046 h 9456078"/>
              <a:gd name="connsiteX164" fmla="*/ 11365068 w 13940157"/>
              <a:gd name="connsiteY164" fmla="*/ 393346 h 9456078"/>
              <a:gd name="connsiteX165" fmla="*/ 11410657 w 13940157"/>
              <a:gd name="connsiteY165" fmla="*/ 376018 h 9456078"/>
              <a:gd name="connsiteX166" fmla="*/ 11456396 w 13940157"/>
              <a:gd name="connsiteY166" fmla="*/ 359065 h 9456078"/>
              <a:gd name="connsiteX167" fmla="*/ 11502283 w 13940157"/>
              <a:gd name="connsiteY167" fmla="*/ 342487 h 9456078"/>
              <a:gd name="connsiteX168" fmla="*/ 11548316 w 13940157"/>
              <a:gd name="connsiteY168" fmla="*/ 326286 h 9456078"/>
              <a:gd name="connsiteX169" fmla="*/ 11594492 w 13940157"/>
              <a:gd name="connsiteY169" fmla="*/ 310462 h 9456078"/>
              <a:gd name="connsiteX170" fmla="*/ 11640810 w 13940157"/>
              <a:gd name="connsiteY170" fmla="*/ 295018 h 9456078"/>
              <a:gd name="connsiteX171" fmla="*/ 11687267 w 13940157"/>
              <a:gd name="connsiteY171" fmla="*/ 279953 h 9456078"/>
              <a:gd name="connsiteX172" fmla="*/ 11733860 w 13940157"/>
              <a:gd name="connsiteY172" fmla="*/ 265269 h 9456078"/>
              <a:gd name="connsiteX173" fmla="*/ 11780587 w 13940157"/>
              <a:gd name="connsiteY173" fmla="*/ 250968 h 9456078"/>
              <a:gd name="connsiteX174" fmla="*/ 11827447 w 13940157"/>
              <a:gd name="connsiteY174" fmla="*/ 237049 h 9456078"/>
              <a:gd name="connsiteX175" fmla="*/ 11874436 w 13940157"/>
              <a:gd name="connsiteY175" fmla="*/ 223516 h 9456078"/>
              <a:gd name="connsiteX176" fmla="*/ 11921553 w 13940157"/>
              <a:gd name="connsiteY176" fmla="*/ 210368 h 9456078"/>
              <a:gd name="connsiteX177" fmla="*/ 11968794 w 13940157"/>
              <a:gd name="connsiteY177" fmla="*/ 197606 h 9456078"/>
              <a:gd name="connsiteX178" fmla="*/ 12016159 w 13940157"/>
              <a:gd name="connsiteY178" fmla="*/ 185233 h 9456078"/>
              <a:gd name="connsiteX179" fmla="*/ 12063644 w 13940157"/>
              <a:gd name="connsiteY179" fmla="*/ 173248 h 9456078"/>
              <a:gd name="connsiteX180" fmla="*/ 12111248 w 13940157"/>
              <a:gd name="connsiteY180" fmla="*/ 161654 h 9456078"/>
              <a:gd name="connsiteX181" fmla="*/ 12158967 w 13940157"/>
              <a:gd name="connsiteY181" fmla="*/ 150451 h 9456078"/>
              <a:gd name="connsiteX182" fmla="*/ 12206800 w 13940157"/>
              <a:gd name="connsiteY182" fmla="*/ 139640 h 9456078"/>
              <a:gd name="connsiteX183" fmla="*/ 12254745 w 13940157"/>
              <a:gd name="connsiteY183" fmla="*/ 129223 h 9456078"/>
              <a:gd name="connsiteX184" fmla="*/ 12302799 w 13940157"/>
              <a:gd name="connsiteY184" fmla="*/ 119201 h 9456078"/>
              <a:gd name="connsiteX185" fmla="*/ 12350959 w 13940157"/>
              <a:gd name="connsiteY185" fmla="*/ 109574 h 9456078"/>
              <a:gd name="connsiteX186" fmla="*/ 12399224 w 13940157"/>
              <a:gd name="connsiteY186" fmla="*/ 100344 h 9456078"/>
              <a:gd name="connsiteX187" fmla="*/ 12447591 w 13940157"/>
              <a:gd name="connsiteY187" fmla="*/ 91512 h 9456078"/>
              <a:gd name="connsiteX188" fmla="*/ 12496058 w 13940157"/>
              <a:gd name="connsiteY188" fmla="*/ 83080 h 9456078"/>
              <a:gd name="connsiteX189" fmla="*/ 12544623 w 13940157"/>
              <a:gd name="connsiteY189" fmla="*/ 75047 h 9456078"/>
              <a:gd name="connsiteX190" fmla="*/ 12593283 w 13940157"/>
              <a:gd name="connsiteY190" fmla="*/ 67417 h 9456078"/>
              <a:gd name="connsiteX191" fmla="*/ 12642036 w 13940157"/>
              <a:gd name="connsiteY191" fmla="*/ 60188 h 9456078"/>
              <a:gd name="connsiteX192" fmla="*/ 12690879 w 13940157"/>
              <a:gd name="connsiteY192" fmla="*/ 53364 h 9456078"/>
              <a:gd name="connsiteX193" fmla="*/ 12739811 w 13940157"/>
              <a:gd name="connsiteY193" fmla="*/ 46944 h 9456078"/>
              <a:gd name="connsiteX194" fmla="*/ 12788830 w 13940157"/>
              <a:gd name="connsiteY194" fmla="*/ 40931 h 9456078"/>
              <a:gd name="connsiteX195" fmla="*/ 12837932 w 13940157"/>
              <a:gd name="connsiteY195" fmla="*/ 35324 h 9456078"/>
              <a:gd name="connsiteX196" fmla="*/ 12887116 w 13940157"/>
              <a:gd name="connsiteY196" fmla="*/ 30126 h 9456078"/>
              <a:gd name="connsiteX197" fmla="*/ 12936379 w 13940157"/>
              <a:gd name="connsiteY197" fmla="*/ 25337 h 9456078"/>
              <a:gd name="connsiteX198" fmla="*/ 12985719 w 13940157"/>
              <a:gd name="connsiteY198" fmla="*/ 20958 h 9456078"/>
              <a:gd name="connsiteX199" fmla="*/ 13035133 w 13940157"/>
              <a:gd name="connsiteY199" fmla="*/ 16991 h 9456078"/>
              <a:gd name="connsiteX200" fmla="*/ 13084620 w 13940157"/>
              <a:gd name="connsiteY200" fmla="*/ 13437 h 9456078"/>
              <a:gd name="connsiteX201" fmla="*/ 13134178 w 13940157"/>
              <a:gd name="connsiteY201" fmla="*/ 10297 h 9456078"/>
              <a:gd name="connsiteX202" fmla="*/ 13183803 w 13940157"/>
              <a:gd name="connsiteY202" fmla="*/ 7572 h 9456078"/>
              <a:gd name="connsiteX203" fmla="*/ 13233493 w 13940157"/>
              <a:gd name="connsiteY203" fmla="*/ 5263 h 9456078"/>
              <a:gd name="connsiteX204" fmla="*/ 13283247 w 13940157"/>
              <a:gd name="connsiteY204" fmla="*/ 3371 h 9456078"/>
              <a:gd name="connsiteX205" fmla="*/ 13333061 w 13940157"/>
              <a:gd name="connsiteY205" fmla="*/ 1898 h 9456078"/>
              <a:gd name="connsiteX206" fmla="*/ 13382934 w 13940157"/>
              <a:gd name="connsiteY206" fmla="*/ 844 h 9456078"/>
              <a:gd name="connsiteX207" fmla="*/ 13432864 w 13940157"/>
              <a:gd name="connsiteY207" fmla="*/ 211 h 9456078"/>
              <a:gd name="connsiteX208" fmla="*/ 13482847 w 13940157"/>
              <a:gd name="connsiteY208" fmla="*/ 0 h 9456078"/>
              <a:gd name="connsiteX209" fmla="*/ 13940158 w 13940157"/>
              <a:gd name="connsiteY209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49234 w 13158799"/>
              <a:gd name="connsiteY5" fmla="*/ 9450052 h 9456078"/>
              <a:gd name="connsiteX6" fmla="*/ 298870 w 13158799"/>
              <a:gd name="connsiteY6" fmla="*/ 9447409 h 9456078"/>
              <a:gd name="connsiteX7" fmla="*/ 348429 w 13158799"/>
              <a:gd name="connsiteY7" fmla="*/ 9444290 h 9456078"/>
              <a:gd name="connsiteX8" fmla="*/ 397907 w 13158799"/>
              <a:gd name="connsiteY8" fmla="*/ 9440698 h 9456078"/>
              <a:gd name="connsiteX9" fmla="*/ 447302 w 13158799"/>
              <a:gd name="connsiteY9" fmla="*/ 9436632 h 9456078"/>
              <a:gd name="connsiteX10" fmla="*/ 496610 w 13158799"/>
              <a:gd name="connsiteY10" fmla="*/ 9432096 h 9456078"/>
              <a:gd name="connsiteX11" fmla="*/ 545829 w 13158799"/>
              <a:gd name="connsiteY11" fmla="*/ 9427089 h 9456078"/>
              <a:gd name="connsiteX12" fmla="*/ 594956 w 13158799"/>
              <a:gd name="connsiteY12" fmla="*/ 9421615 h 9456078"/>
              <a:gd name="connsiteX13" fmla="*/ 643987 w 13158799"/>
              <a:gd name="connsiteY13" fmla="*/ 9415673 h 9456078"/>
              <a:gd name="connsiteX14" fmla="*/ 692920 w 13158799"/>
              <a:gd name="connsiteY14" fmla="*/ 9409267 h 9456078"/>
              <a:gd name="connsiteX15" fmla="*/ 741751 w 13158799"/>
              <a:gd name="connsiteY15" fmla="*/ 9402396 h 9456078"/>
              <a:gd name="connsiteX16" fmla="*/ 790478 w 13158799"/>
              <a:gd name="connsiteY16" fmla="*/ 9395063 h 9456078"/>
              <a:gd name="connsiteX17" fmla="*/ 839098 w 13158799"/>
              <a:gd name="connsiteY17" fmla="*/ 9387270 h 9456078"/>
              <a:gd name="connsiteX18" fmla="*/ 887607 w 13158799"/>
              <a:gd name="connsiteY18" fmla="*/ 9379017 h 9456078"/>
              <a:gd name="connsiteX19" fmla="*/ 936002 w 13158799"/>
              <a:gd name="connsiteY19" fmla="*/ 9370306 h 9456078"/>
              <a:gd name="connsiteX20" fmla="*/ 984281 w 13158799"/>
              <a:gd name="connsiteY20" fmla="*/ 9361139 h 9456078"/>
              <a:gd name="connsiteX21" fmla="*/ 1032440 w 13158799"/>
              <a:gd name="connsiteY21" fmla="*/ 9351517 h 9456078"/>
              <a:gd name="connsiteX22" fmla="*/ 1080477 w 13158799"/>
              <a:gd name="connsiteY22" fmla="*/ 9341441 h 9456078"/>
              <a:gd name="connsiteX23" fmla="*/ 1128389 w 13158799"/>
              <a:gd name="connsiteY23" fmla="*/ 9330914 h 9456078"/>
              <a:gd name="connsiteX24" fmla="*/ 1176172 w 13158799"/>
              <a:gd name="connsiteY24" fmla="*/ 9319936 h 9456078"/>
              <a:gd name="connsiteX25" fmla="*/ 1223823 w 13158799"/>
              <a:gd name="connsiteY25" fmla="*/ 9308509 h 9456078"/>
              <a:gd name="connsiteX26" fmla="*/ 1271339 w 13158799"/>
              <a:gd name="connsiteY26" fmla="*/ 9296635 h 9456078"/>
              <a:gd name="connsiteX27" fmla="*/ 1318719 w 13158799"/>
              <a:gd name="connsiteY27" fmla="*/ 9284315 h 9456078"/>
              <a:gd name="connsiteX28" fmla="*/ 1365957 w 13158799"/>
              <a:gd name="connsiteY28" fmla="*/ 9271550 h 9456078"/>
              <a:gd name="connsiteX29" fmla="*/ 1413052 w 13158799"/>
              <a:gd name="connsiteY29" fmla="*/ 9258342 h 9456078"/>
              <a:gd name="connsiteX30" fmla="*/ 1460000 w 13158799"/>
              <a:gd name="connsiteY30" fmla="*/ 9244693 h 9456078"/>
              <a:gd name="connsiteX31" fmla="*/ 1506799 w 13158799"/>
              <a:gd name="connsiteY31" fmla="*/ 9230604 h 9456078"/>
              <a:gd name="connsiteX32" fmla="*/ 1553445 w 13158799"/>
              <a:gd name="connsiteY32" fmla="*/ 9216076 h 9456078"/>
              <a:gd name="connsiteX33" fmla="*/ 1599935 w 13158799"/>
              <a:gd name="connsiteY33" fmla="*/ 9201111 h 9456078"/>
              <a:gd name="connsiteX34" fmla="*/ 1646267 w 13158799"/>
              <a:gd name="connsiteY34" fmla="*/ 9185710 h 9456078"/>
              <a:gd name="connsiteX35" fmla="*/ 1692437 w 13158799"/>
              <a:gd name="connsiteY35" fmla="*/ 9169876 h 9456078"/>
              <a:gd name="connsiteX36" fmla="*/ 1738442 w 13158799"/>
              <a:gd name="connsiteY36" fmla="*/ 9153608 h 9456078"/>
              <a:gd name="connsiteX37" fmla="*/ 1784280 w 13158799"/>
              <a:gd name="connsiteY37" fmla="*/ 9136910 h 9456078"/>
              <a:gd name="connsiteX38" fmla="*/ 1829947 w 13158799"/>
              <a:gd name="connsiteY38" fmla="*/ 9119782 h 9456078"/>
              <a:gd name="connsiteX39" fmla="*/ 1875440 w 13158799"/>
              <a:gd name="connsiteY39" fmla="*/ 9102226 h 9456078"/>
              <a:gd name="connsiteX40" fmla="*/ 1920756 w 13158799"/>
              <a:gd name="connsiteY40" fmla="*/ 9084243 h 9456078"/>
              <a:gd name="connsiteX41" fmla="*/ 1965893 w 13158799"/>
              <a:gd name="connsiteY41" fmla="*/ 9065835 h 9456078"/>
              <a:gd name="connsiteX42" fmla="*/ 2010847 w 13158799"/>
              <a:gd name="connsiteY42" fmla="*/ 9047004 h 9456078"/>
              <a:gd name="connsiteX43" fmla="*/ 2055615 w 13158799"/>
              <a:gd name="connsiteY43" fmla="*/ 9027750 h 9456078"/>
              <a:gd name="connsiteX44" fmla="*/ 2100195 w 13158799"/>
              <a:gd name="connsiteY44" fmla="*/ 9008075 h 9456078"/>
              <a:gd name="connsiteX45" fmla="*/ 2144582 w 13158799"/>
              <a:gd name="connsiteY45" fmla="*/ 8987981 h 9456078"/>
              <a:gd name="connsiteX46" fmla="*/ 2188775 w 13158799"/>
              <a:gd name="connsiteY46" fmla="*/ 8967470 h 9456078"/>
              <a:gd name="connsiteX47" fmla="*/ 2232770 w 13158799"/>
              <a:gd name="connsiteY47" fmla="*/ 8946542 h 9456078"/>
              <a:gd name="connsiteX48" fmla="*/ 2276564 w 13158799"/>
              <a:gd name="connsiteY48" fmla="*/ 8925199 h 9456078"/>
              <a:gd name="connsiteX49" fmla="*/ 2320154 w 13158799"/>
              <a:gd name="connsiteY49" fmla="*/ 8903443 h 9456078"/>
              <a:gd name="connsiteX50" fmla="*/ 2363538 w 13158799"/>
              <a:gd name="connsiteY50" fmla="*/ 8881275 h 9456078"/>
              <a:gd name="connsiteX51" fmla="*/ 2406711 w 13158799"/>
              <a:gd name="connsiteY51" fmla="*/ 8858697 h 9456078"/>
              <a:gd name="connsiteX52" fmla="*/ 2449672 w 13158799"/>
              <a:gd name="connsiteY52" fmla="*/ 8835710 h 9456078"/>
              <a:gd name="connsiteX53" fmla="*/ 2492417 w 13158799"/>
              <a:gd name="connsiteY53" fmla="*/ 8812316 h 9456078"/>
              <a:gd name="connsiteX54" fmla="*/ 2534943 w 13158799"/>
              <a:gd name="connsiteY54" fmla="*/ 8788516 h 9456078"/>
              <a:gd name="connsiteX55" fmla="*/ 2577247 w 13158799"/>
              <a:gd name="connsiteY55" fmla="*/ 8764311 h 9456078"/>
              <a:gd name="connsiteX56" fmla="*/ 2619326 w 13158799"/>
              <a:gd name="connsiteY56" fmla="*/ 8739704 h 9456078"/>
              <a:gd name="connsiteX57" fmla="*/ 2661177 w 13158799"/>
              <a:gd name="connsiteY57" fmla="*/ 8714695 h 9456078"/>
              <a:gd name="connsiteX58" fmla="*/ 2702797 w 13158799"/>
              <a:gd name="connsiteY58" fmla="*/ 8689286 h 9456078"/>
              <a:gd name="connsiteX59" fmla="*/ 2744183 w 13158799"/>
              <a:gd name="connsiteY59" fmla="*/ 8663479 h 9456078"/>
              <a:gd name="connsiteX60" fmla="*/ 2785333 w 13158799"/>
              <a:gd name="connsiteY60" fmla="*/ 8637274 h 9456078"/>
              <a:gd name="connsiteX61" fmla="*/ 2826242 w 13158799"/>
              <a:gd name="connsiteY61" fmla="*/ 8610675 h 9456078"/>
              <a:gd name="connsiteX62" fmla="*/ 2866908 w 13158799"/>
              <a:gd name="connsiteY62" fmla="*/ 8583681 h 9456078"/>
              <a:gd name="connsiteX63" fmla="*/ 2907329 w 13158799"/>
              <a:gd name="connsiteY63" fmla="*/ 8556295 h 9456078"/>
              <a:gd name="connsiteX64" fmla="*/ 2947500 w 13158799"/>
              <a:gd name="connsiteY64" fmla="*/ 8528517 h 9456078"/>
              <a:gd name="connsiteX65" fmla="*/ 2987419 w 13158799"/>
              <a:gd name="connsiteY65" fmla="*/ 8500351 h 9456078"/>
              <a:gd name="connsiteX66" fmla="*/ 3027083 w 13158799"/>
              <a:gd name="connsiteY66" fmla="*/ 8471796 h 9456078"/>
              <a:gd name="connsiteX67" fmla="*/ 3066489 w 13158799"/>
              <a:gd name="connsiteY67" fmla="*/ 8442854 h 9456078"/>
              <a:gd name="connsiteX68" fmla="*/ 3105634 w 13158799"/>
              <a:gd name="connsiteY68" fmla="*/ 8413528 h 9456078"/>
              <a:gd name="connsiteX69" fmla="*/ 3144515 w 13158799"/>
              <a:gd name="connsiteY69" fmla="*/ 8383818 h 9456078"/>
              <a:gd name="connsiteX70" fmla="*/ 3183129 w 13158799"/>
              <a:gd name="connsiteY70" fmla="*/ 8353726 h 9456078"/>
              <a:gd name="connsiteX71" fmla="*/ 3221473 w 13158799"/>
              <a:gd name="connsiteY71" fmla="*/ 8323253 h 9456078"/>
              <a:gd name="connsiteX72" fmla="*/ 3259544 w 13158799"/>
              <a:gd name="connsiteY72" fmla="*/ 8292401 h 9456078"/>
              <a:gd name="connsiteX73" fmla="*/ 3297339 w 13158799"/>
              <a:gd name="connsiteY73" fmla="*/ 8261172 h 9456078"/>
              <a:gd name="connsiteX74" fmla="*/ 3334854 w 13158799"/>
              <a:gd name="connsiteY74" fmla="*/ 8229566 h 9456078"/>
              <a:gd name="connsiteX75" fmla="*/ 3372087 w 13158799"/>
              <a:gd name="connsiteY75" fmla="*/ 8197585 h 9456078"/>
              <a:gd name="connsiteX76" fmla="*/ 3409035 w 13158799"/>
              <a:gd name="connsiteY76" fmla="*/ 8165232 h 9456078"/>
              <a:gd name="connsiteX77" fmla="*/ 3445695 w 13158799"/>
              <a:gd name="connsiteY77" fmla="*/ 8132507 h 9456078"/>
              <a:gd name="connsiteX78" fmla="*/ 3482064 w 13158799"/>
              <a:gd name="connsiteY78" fmla="*/ 8099411 h 9456078"/>
              <a:gd name="connsiteX79" fmla="*/ 3518139 w 13158799"/>
              <a:gd name="connsiteY79" fmla="*/ 8065947 h 9456078"/>
              <a:gd name="connsiteX80" fmla="*/ 3553916 w 13158799"/>
              <a:gd name="connsiteY80" fmla="*/ 8032115 h 9456078"/>
              <a:gd name="connsiteX81" fmla="*/ 3589393 w 13158799"/>
              <a:gd name="connsiteY81" fmla="*/ 7997918 h 9456078"/>
              <a:gd name="connsiteX82" fmla="*/ 3624567 w 13158799"/>
              <a:gd name="connsiteY82" fmla="*/ 7963356 h 9456078"/>
              <a:gd name="connsiteX83" fmla="*/ 3659435 w 13158799"/>
              <a:gd name="connsiteY83" fmla="*/ 7928432 h 9456078"/>
              <a:gd name="connsiteX84" fmla="*/ 3693994 w 13158799"/>
              <a:gd name="connsiteY84" fmla="*/ 7893146 h 9456078"/>
              <a:gd name="connsiteX85" fmla="*/ 3728240 w 13158799"/>
              <a:gd name="connsiteY85" fmla="*/ 7857501 h 9456078"/>
              <a:gd name="connsiteX86" fmla="*/ 3762171 w 13158799"/>
              <a:gd name="connsiteY86" fmla="*/ 7821497 h 9456078"/>
              <a:gd name="connsiteX87" fmla="*/ 3795783 w 13158799"/>
              <a:gd name="connsiteY87" fmla="*/ 7785136 h 9456078"/>
              <a:gd name="connsiteX88" fmla="*/ 3829075 w 13158799"/>
              <a:gd name="connsiteY88" fmla="*/ 7748420 h 9456078"/>
              <a:gd name="connsiteX89" fmla="*/ 3862042 w 13158799"/>
              <a:gd name="connsiteY89" fmla="*/ 7711350 h 9456078"/>
              <a:gd name="connsiteX90" fmla="*/ 3894682 w 13158799"/>
              <a:gd name="connsiteY90" fmla="*/ 7673928 h 9456078"/>
              <a:gd name="connsiteX91" fmla="*/ 3926991 w 13158799"/>
              <a:gd name="connsiteY91" fmla="*/ 7636155 h 9456078"/>
              <a:gd name="connsiteX92" fmla="*/ 3958967 w 13158799"/>
              <a:gd name="connsiteY92" fmla="*/ 7598032 h 9456078"/>
              <a:gd name="connsiteX93" fmla="*/ 3990607 w 13158799"/>
              <a:gd name="connsiteY93" fmla="*/ 7559561 h 9456078"/>
              <a:gd name="connsiteX94" fmla="*/ 4021907 w 13158799"/>
              <a:gd name="connsiteY94" fmla="*/ 7520744 h 9456078"/>
              <a:gd name="connsiteX95" fmla="*/ 4052865 w 13158799"/>
              <a:gd name="connsiteY95" fmla="*/ 7481582 h 9456078"/>
              <a:gd name="connsiteX96" fmla="*/ 4083478 w 13158799"/>
              <a:gd name="connsiteY96" fmla="*/ 7442077 h 9456078"/>
              <a:gd name="connsiteX97" fmla="*/ 8022311 w 13158799"/>
              <a:gd name="connsiteY97" fmla="*/ 2307814 h 9456078"/>
              <a:gd name="connsiteX98" fmla="*/ 8052902 w 13158799"/>
              <a:gd name="connsiteY98" fmla="*/ 2268285 h 9456078"/>
              <a:gd name="connsiteX99" fmla="*/ 8083796 w 13158799"/>
              <a:gd name="connsiteY99" fmla="*/ 2229056 h 9456078"/>
              <a:gd name="connsiteX100" fmla="*/ 8114989 w 13158799"/>
              <a:gd name="connsiteY100" fmla="*/ 2190127 h 9456078"/>
              <a:gd name="connsiteX101" fmla="*/ 8146479 w 13158799"/>
              <a:gd name="connsiteY101" fmla="*/ 2151500 h 9456078"/>
              <a:gd name="connsiteX102" fmla="*/ 8178264 w 13158799"/>
              <a:gd name="connsiteY102" fmla="*/ 2113176 h 9456078"/>
              <a:gd name="connsiteX103" fmla="*/ 8210341 w 13158799"/>
              <a:gd name="connsiteY103" fmla="*/ 2075157 h 9456078"/>
              <a:gd name="connsiteX104" fmla="*/ 8242709 w 13158799"/>
              <a:gd name="connsiteY104" fmla="*/ 2037442 h 9456078"/>
              <a:gd name="connsiteX105" fmla="*/ 8275365 w 13158799"/>
              <a:gd name="connsiteY105" fmla="*/ 2000034 h 9456078"/>
              <a:gd name="connsiteX106" fmla="*/ 8308307 w 13158799"/>
              <a:gd name="connsiteY106" fmla="*/ 1962934 h 9456078"/>
              <a:gd name="connsiteX107" fmla="*/ 8341532 w 13158799"/>
              <a:gd name="connsiteY107" fmla="*/ 1926142 h 9456078"/>
              <a:gd name="connsiteX108" fmla="*/ 8375038 w 13158799"/>
              <a:gd name="connsiteY108" fmla="*/ 1889660 h 9456078"/>
              <a:gd name="connsiteX109" fmla="*/ 8408823 w 13158799"/>
              <a:gd name="connsiteY109" fmla="*/ 1853489 h 9456078"/>
              <a:gd name="connsiteX110" fmla="*/ 8442885 w 13158799"/>
              <a:gd name="connsiteY110" fmla="*/ 1817630 h 9456078"/>
              <a:gd name="connsiteX111" fmla="*/ 8477221 w 13158799"/>
              <a:gd name="connsiteY111" fmla="*/ 1782084 h 9456078"/>
              <a:gd name="connsiteX112" fmla="*/ 8511829 w 13158799"/>
              <a:gd name="connsiteY112" fmla="*/ 1746853 h 9456078"/>
              <a:gd name="connsiteX113" fmla="*/ 8546706 w 13158799"/>
              <a:gd name="connsiteY113" fmla="*/ 1711937 h 9456078"/>
              <a:gd name="connsiteX114" fmla="*/ 8581851 w 13158799"/>
              <a:gd name="connsiteY114" fmla="*/ 1677337 h 9456078"/>
              <a:gd name="connsiteX115" fmla="*/ 8617261 w 13158799"/>
              <a:gd name="connsiteY115" fmla="*/ 1643056 h 9456078"/>
              <a:gd name="connsiteX116" fmla="*/ 8652934 w 13158799"/>
              <a:gd name="connsiteY116" fmla="*/ 1609093 h 9456078"/>
              <a:gd name="connsiteX117" fmla="*/ 8688867 w 13158799"/>
              <a:gd name="connsiteY117" fmla="*/ 1575450 h 9456078"/>
              <a:gd name="connsiteX118" fmla="*/ 8725058 w 13158799"/>
              <a:gd name="connsiteY118" fmla="*/ 1542128 h 9456078"/>
              <a:gd name="connsiteX119" fmla="*/ 8761506 w 13158799"/>
              <a:gd name="connsiteY119" fmla="*/ 1509129 h 9456078"/>
              <a:gd name="connsiteX120" fmla="*/ 8798207 w 13158799"/>
              <a:gd name="connsiteY120" fmla="*/ 1476452 h 9456078"/>
              <a:gd name="connsiteX121" fmla="*/ 8835159 w 13158799"/>
              <a:gd name="connsiteY121" fmla="*/ 1444101 h 9456078"/>
              <a:gd name="connsiteX122" fmla="*/ 8872360 w 13158799"/>
              <a:gd name="connsiteY122" fmla="*/ 1412075 h 9456078"/>
              <a:gd name="connsiteX123" fmla="*/ 8909808 w 13158799"/>
              <a:gd name="connsiteY123" fmla="*/ 1380375 h 9456078"/>
              <a:gd name="connsiteX124" fmla="*/ 8947501 w 13158799"/>
              <a:gd name="connsiteY124" fmla="*/ 1349004 h 9456078"/>
              <a:gd name="connsiteX125" fmla="*/ 8985435 w 13158799"/>
              <a:gd name="connsiteY125" fmla="*/ 1317962 h 9456078"/>
              <a:gd name="connsiteX126" fmla="*/ 9023610 w 13158799"/>
              <a:gd name="connsiteY126" fmla="*/ 1287250 h 9456078"/>
              <a:gd name="connsiteX127" fmla="*/ 9062022 w 13158799"/>
              <a:gd name="connsiteY127" fmla="*/ 1256869 h 9456078"/>
              <a:gd name="connsiteX128" fmla="*/ 9100669 w 13158799"/>
              <a:gd name="connsiteY128" fmla="*/ 1226820 h 9456078"/>
              <a:gd name="connsiteX129" fmla="*/ 9139549 w 13158799"/>
              <a:gd name="connsiteY129" fmla="*/ 1197105 h 9456078"/>
              <a:gd name="connsiteX130" fmla="*/ 9178660 w 13158799"/>
              <a:gd name="connsiteY130" fmla="*/ 1167725 h 9456078"/>
              <a:gd name="connsiteX131" fmla="*/ 9217999 w 13158799"/>
              <a:gd name="connsiteY131" fmla="*/ 1138681 h 9456078"/>
              <a:gd name="connsiteX132" fmla="*/ 9257564 w 13158799"/>
              <a:gd name="connsiteY132" fmla="*/ 1109974 h 9456078"/>
              <a:gd name="connsiteX133" fmla="*/ 9297353 w 13158799"/>
              <a:gd name="connsiteY133" fmla="*/ 1081604 h 9456078"/>
              <a:gd name="connsiteX134" fmla="*/ 9337364 w 13158799"/>
              <a:gd name="connsiteY134" fmla="*/ 1053574 h 9456078"/>
              <a:gd name="connsiteX135" fmla="*/ 9377594 w 13158799"/>
              <a:gd name="connsiteY135" fmla="*/ 1025884 h 9456078"/>
              <a:gd name="connsiteX136" fmla="*/ 9418040 w 13158799"/>
              <a:gd name="connsiteY136" fmla="*/ 998536 h 9456078"/>
              <a:gd name="connsiteX137" fmla="*/ 9458702 w 13158799"/>
              <a:gd name="connsiteY137" fmla="*/ 971530 h 9456078"/>
              <a:gd name="connsiteX138" fmla="*/ 9499575 w 13158799"/>
              <a:gd name="connsiteY138" fmla="*/ 944868 h 9456078"/>
              <a:gd name="connsiteX139" fmla="*/ 9540659 w 13158799"/>
              <a:gd name="connsiteY139" fmla="*/ 918551 h 9456078"/>
              <a:gd name="connsiteX140" fmla="*/ 9581950 w 13158799"/>
              <a:gd name="connsiteY140" fmla="*/ 892580 h 9456078"/>
              <a:gd name="connsiteX141" fmla="*/ 9623447 w 13158799"/>
              <a:gd name="connsiteY141" fmla="*/ 866956 h 9456078"/>
              <a:gd name="connsiteX142" fmla="*/ 9665147 w 13158799"/>
              <a:gd name="connsiteY142" fmla="*/ 841681 h 9456078"/>
              <a:gd name="connsiteX143" fmla="*/ 9707048 w 13158799"/>
              <a:gd name="connsiteY143" fmla="*/ 816754 h 9456078"/>
              <a:gd name="connsiteX144" fmla="*/ 9749147 w 13158799"/>
              <a:gd name="connsiteY144" fmla="*/ 792179 h 9456078"/>
              <a:gd name="connsiteX145" fmla="*/ 9791443 w 13158799"/>
              <a:gd name="connsiteY145" fmla="*/ 767955 h 9456078"/>
              <a:gd name="connsiteX146" fmla="*/ 9833932 w 13158799"/>
              <a:gd name="connsiteY146" fmla="*/ 744083 h 9456078"/>
              <a:gd name="connsiteX147" fmla="*/ 9876613 w 13158799"/>
              <a:gd name="connsiteY147" fmla="*/ 720566 h 9456078"/>
              <a:gd name="connsiteX148" fmla="*/ 9919484 w 13158799"/>
              <a:gd name="connsiteY148" fmla="*/ 697404 h 9456078"/>
              <a:gd name="connsiteX149" fmla="*/ 9962542 w 13158799"/>
              <a:gd name="connsiteY149" fmla="*/ 674598 h 9456078"/>
              <a:gd name="connsiteX150" fmla="*/ 10005784 w 13158799"/>
              <a:gd name="connsiteY150" fmla="*/ 652149 h 9456078"/>
              <a:gd name="connsiteX151" fmla="*/ 10049209 w 13158799"/>
              <a:gd name="connsiteY151" fmla="*/ 630059 h 9456078"/>
              <a:gd name="connsiteX152" fmla="*/ 10092814 w 13158799"/>
              <a:gd name="connsiteY152" fmla="*/ 608328 h 9456078"/>
              <a:gd name="connsiteX153" fmla="*/ 10136597 w 13158799"/>
              <a:gd name="connsiteY153" fmla="*/ 586958 h 9456078"/>
              <a:gd name="connsiteX154" fmla="*/ 10180556 w 13158799"/>
              <a:gd name="connsiteY154" fmla="*/ 565950 h 9456078"/>
              <a:gd name="connsiteX155" fmla="*/ 10224688 w 13158799"/>
              <a:gd name="connsiteY155" fmla="*/ 545304 h 9456078"/>
              <a:gd name="connsiteX156" fmla="*/ 10268991 w 13158799"/>
              <a:gd name="connsiteY156" fmla="*/ 525023 h 9456078"/>
              <a:gd name="connsiteX157" fmla="*/ 10313463 w 13158799"/>
              <a:gd name="connsiteY157" fmla="*/ 505107 h 9456078"/>
              <a:gd name="connsiteX158" fmla="*/ 10358101 w 13158799"/>
              <a:gd name="connsiteY158" fmla="*/ 485558 h 9456078"/>
              <a:gd name="connsiteX159" fmla="*/ 10402903 w 13158799"/>
              <a:gd name="connsiteY159" fmla="*/ 466376 h 9456078"/>
              <a:gd name="connsiteX160" fmla="*/ 10447868 w 13158799"/>
              <a:gd name="connsiteY160" fmla="*/ 447563 h 9456078"/>
              <a:gd name="connsiteX161" fmla="*/ 10492991 w 13158799"/>
              <a:gd name="connsiteY161" fmla="*/ 429119 h 9456078"/>
              <a:gd name="connsiteX162" fmla="*/ 10538272 w 13158799"/>
              <a:gd name="connsiteY162" fmla="*/ 411046 h 9456078"/>
              <a:gd name="connsiteX163" fmla="*/ 10583708 w 13158799"/>
              <a:gd name="connsiteY163" fmla="*/ 393346 h 9456078"/>
              <a:gd name="connsiteX164" fmla="*/ 10629297 w 13158799"/>
              <a:gd name="connsiteY164" fmla="*/ 376018 h 9456078"/>
              <a:gd name="connsiteX165" fmla="*/ 10675036 w 13158799"/>
              <a:gd name="connsiteY165" fmla="*/ 359065 h 9456078"/>
              <a:gd name="connsiteX166" fmla="*/ 10720923 w 13158799"/>
              <a:gd name="connsiteY166" fmla="*/ 342487 h 9456078"/>
              <a:gd name="connsiteX167" fmla="*/ 10766956 w 13158799"/>
              <a:gd name="connsiteY167" fmla="*/ 326286 h 9456078"/>
              <a:gd name="connsiteX168" fmla="*/ 10813132 w 13158799"/>
              <a:gd name="connsiteY168" fmla="*/ 310462 h 9456078"/>
              <a:gd name="connsiteX169" fmla="*/ 10859450 w 13158799"/>
              <a:gd name="connsiteY169" fmla="*/ 295018 h 9456078"/>
              <a:gd name="connsiteX170" fmla="*/ 10905907 w 13158799"/>
              <a:gd name="connsiteY170" fmla="*/ 279953 h 9456078"/>
              <a:gd name="connsiteX171" fmla="*/ 10952500 w 13158799"/>
              <a:gd name="connsiteY171" fmla="*/ 265269 h 9456078"/>
              <a:gd name="connsiteX172" fmla="*/ 10999227 w 13158799"/>
              <a:gd name="connsiteY172" fmla="*/ 250968 h 9456078"/>
              <a:gd name="connsiteX173" fmla="*/ 11046087 w 13158799"/>
              <a:gd name="connsiteY173" fmla="*/ 237049 h 9456078"/>
              <a:gd name="connsiteX174" fmla="*/ 11093076 w 13158799"/>
              <a:gd name="connsiteY174" fmla="*/ 223516 h 9456078"/>
              <a:gd name="connsiteX175" fmla="*/ 11140193 w 13158799"/>
              <a:gd name="connsiteY175" fmla="*/ 210368 h 9456078"/>
              <a:gd name="connsiteX176" fmla="*/ 11187434 w 13158799"/>
              <a:gd name="connsiteY176" fmla="*/ 197606 h 9456078"/>
              <a:gd name="connsiteX177" fmla="*/ 11234799 w 13158799"/>
              <a:gd name="connsiteY177" fmla="*/ 185233 h 9456078"/>
              <a:gd name="connsiteX178" fmla="*/ 11282284 w 13158799"/>
              <a:gd name="connsiteY178" fmla="*/ 173248 h 9456078"/>
              <a:gd name="connsiteX179" fmla="*/ 11329888 w 13158799"/>
              <a:gd name="connsiteY179" fmla="*/ 161654 h 9456078"/>
              <a:gd name="connsiteX180" fmla="*/ 11377607 w 13158799"/>
              <a:gd name="connsiteY180" fmla="*/ 150451 h 9456078"/>
              <a:gd name="connsiteX181" fmla="*/ 11425440 w 13158799"/>
              <a:gd name="connsiteY181" fmla="*/ 139640 h 9456078"/>
              <a:gd name="connsiteX182" fmla="*/ 11473385 w 13158799"/>
              <a:gd name="connsiteY182" fmla="*/ 129223 h 9456078"/>
              <a:gd name="connsiteX183" fmla="*/ 11521439 w 13158799"/>
              <a:gd name="connsiteY183" fmla="*/ 119201 h 9456078"/>
              <a:gd name="connsiteX184" fmla="*/ 11569599 w 13158799"/>
              <a:gd name="connsiteY184" fmla="*/ 109574 h 9456078"/>
              <a:gd name="connsiteX185" fmla="*/ 11617864 w 13158799"/>
              <a:gd name="connsiteY185" fmla="*/ 100344 h 9456078"/>
              <a:gd name="connsiteX186" fmla="*/ 11666231 w 13158799"/>
              <a:gd name="connsiteY186" fmla="*/ 91512 h 9456078"/>
              <a:gd name="connsiteX187" fmla="*/ 11714698 w 13158799"/>
              <a:gd name="connsiteY187" fmla="*/ 83080 h 9456078"/>
              <a:gd name="connsiteX188" fmla="*/ 11763263 w 13158799"/>
              <a:gd name="connsiteY188" fmla="*/ 75047 h 9456078"/>
              <a:gd name="connsiteX189" fmla="*/ 11811923 w 13158799"/>
              <a:gd name="connsiteY189" fmla="*/ 67417 h 9456078"/>
              <a:gd name="connsiteX190" fmla="*/ 11860676 w 13158799"/>
              <a:gd name="connsiteY190" fmla="*/ 60188 h 9456078"/>
              <a:gd name="connsiteX191" fmla="*/ 11909519 w 13158799"/>
              <a:gd name="connsiteY191" fmla="*/ 53364 h 9456078"/>
              <a:gd name="connsiteX192" fmla="*/ 11958451 w 13158799"/>
              <a:gd name="connsiteY192" fmla="*/ 46944 h 9456078"/>
              <a:gd name="connsiteX193" fmla="*/ 12007470 w 13158799"/>
              <a:gd name="connsiteY193" fmla="*/ 40931 h 9456078"/>
              <a:gd name="connsiteX194" fmla="*/ 12056572 w 13158799"/>
              <a:gd name="connsiteY194" fmla="*/ 35324 h 9456078"/>
              <a:gd name="connsiteX195" fmla="*/ 12105756 w 13158799"/>
              <a:gd name="connsiteY195" fmla="*/ 30126 h 9456078"/>
              <a:gd name="connsiteX196" fmla="*/ 12155019 w 13158799"/>
              <a:gd name="connsiteY196" fmla="*/ 25337 h 9456078"/>
              <a:gd name="connsiteX197" fmla="*/ 12204359 w 13158799"/>
              <a:gd name="connsiteY197" fmla="*/ 20958 h 9456078"/>
              <a:gd name="connsiteX198" fmla="*/ 12253773 w 13158799"/>
              <a:gd name="connsiteY198" fmla="*/ 16991 h 9456078"/>
              <a:gd name="connsiteX199" fmla="*/ 12303260 w 13158799"/>
              <a:gd name="connsiteY199" fmla="*/ 13437 h 9456078"/>
              <a:gd name="connsiteX200" fmla="*/ 12352818 w 13158799"/>
              <a:gd name="connsiteY200" fmla="*/ 10297 h 9456078"/>
              <a:gd name="connsiteX201" fmla="*/ 12402443 w 13158799"/>
              <a:gd name="connsiteY201" fmla="*/ 7572 h 9456078"/>
              <a:gd name="connsiteX202" fmla="*/ 12452133 w 13158799"/>
              <a:gd name="connsiteY202" fmla="*/ 5263 h 9456078"/>
              <a:gd name="connsiteX203" fmla="*/ 12501887 w 13158799"/>
              <a:gd name="connsiteY203" fmla="*/ 3371 h 9456078"/>
              <a:gd name="connsiteX204" fmla="*/ 12551701 w 13158799"/>
              <a:gd name="connsiteY204" fmla="*/ 1898 h 9456078"/>
              <a:gd name="connsiteX205" fmla="*/ 12601574 w 13158799"/>
              <a:gd name="connsiteY205" fmla="*/ 844 h 9456078"/>
              <a:gd name="connsiteX206" fmla="*/ 12651504 w 13158799"/>
              <a:gd name="connsiteY206" fmla="*/ 211 h 9456078"/>
              <a:gd name="connsiteX207" fmla="*/ 12701487 w 13158799"/>
              <a:gd name="connsiteY207" fmla="*/ 0 h 9456078"/>
              <a:gd name="connsiteX208" fmla="*/ 13158798 w 13158799"/>
              <a:gd name="connsiteY208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28389 w 13158797"/>
              <a:gd name="connsiteY22" fmla="*/ 9330914 h 9456078"/>
              <a:gd name="connsiteX23" fmla="*/ 1176172 w 13158797"/>
              <a:gd name="connsiteY23" fmla="*/ 9319936 h 9456078"/>
              <a:gd name="connsiteX24" fmla="*/ 1223823 w 13158797"/>
              <a:gd name="connsiteY24" fmla="*/ 9308509 h 9456078"/>
              <a:gd name="connsiteX25" fmla="*/ 1271339 w 13158797"/>
              <a:gd name="connsiteY25" fmla="*/ 9296635 h 9456078"/>
              <a:gd name="connsiteX26" fmla="*/ 1318719 w 13158797"/>
              <a:gd name="connsiteY26" fmla="*/ 9284315 h 9456078"/>
              <a:gd name="connsiteX27" fmla="*/ 1365957 w 13158797"/>
              <a:gd name="connsiteY27" fmla="*/ 9271550 h 9456078"/>
              <a:gd name="connsiteX28" fmla="*/ 1413052 w 13158797"/>
              <a:gd name="connsiteY28" fmla="*/ 9258342 h 9456078"/>
              <a:gd name="connsiteX29" fmla="*/ 1460000 w 13158797"/>
              <a:gd name="connsiteY29" fmla="*/ 9244693 h 9456078"/>
              <a:gd name="connsiteX30" fmla="*/ 1506799 w 13158797"/>
              <a:gd name="connsiteY30" fmla="*/ 9230604 h 9456078"/>
              <a:gd name="connsiteX31" fmla="*/ 1553445 w 13158797"/>
              <a:gd name="connsiteY31" fmla="*/ 9216076 h 9456078"/>
              <a:gd name="connsiteX32" fmla="*/ 1599935 w 13158797"/>
              <a:gd name="connsiteY32" fmla="*/ 9201111 h 9456078"/>
              <a:gd name="connsiteX33" fmla="*/ 1646267 w 13158797"/>
              <a:gd name="connsiteY33" fmla="*/ 9185710 h 9456078"/>
              <a:gd name="connsiteX34" fmla="*/ 1692437 w 13158797"/>
              <a:gd name="connsiteY34" fmla="*/ 9169876 h 9456078"/>
              <a:gd name="connsiteX35" fmla="*/ 1738442 w 13158797"/>
              <a:gd name="connsiteY35" fmla="*/ 9153608 h 9456078"/>
              <a:gd name="connsiteX36" fmla="*/ 1784280 w 13158797"/>
              <a:gd name="connsiteY36" fmla="*/ 9136910 h 9456078"/>
              <a:gd name="connsiteX37" fmla="*/ 1829947 w 13158797"/>
              <a:gd name="connsiteY37" fmla="*/ 9119782 h 9456078"/>
              <a:gd name="connsiteX38" fmla="*/ 1875440 w 13158797"/>
              <a:gd name="connsiteY38" fmla="*/ 9102226 h 9456078"/>
              <a:gd name="connsiteX39" fmla="*/ 1920756 w 13158797"/>
              <a:gd name="connsiteY39" fmla="*/ 9084243 h 9456078"/>
              <a:gd name="connsiteX40" fmla="*/ 1965893 w 13158797"/>
              <a:gd name="connsiteY40" fmla="*/ 9065835 h 9456078"/>
              <a:gd name="connsiteX41" fmla="*/ 2010847 w 13158797"/>
              <a:gd name="connsiteY41" fmla="*/ 9047004 h 9456078"/>
              <a:gd name="connsiteX42" fmla="*/ 2055615 w 13158797"/>
              <a:gd name="connsiteY42" fmla="*/ 9027750 h 9456078"/>
              <a:gd name="connsiteX43" fmla="*/ 2100195 w 13158797"/>
              <a:gd name="connsiteY43" fmla="*/ 9008075 h 9456078"/>
              <a:gd name="connsiteX44" fmla="*/ 2144582 w 13158797"/>
              <a:gd name="connsiteY44" fmla="*/ 8987981 h 9456078"/>
              <a:gd name="connsiteX45" fmla="*/ 2188775 w 13158797"/>
              <a:gd name="connsiteY45" fmla="*/ 8967470 h 9456078"/>
              <a:gd name="connsiteX46" fmla="*/ 2232770 w 13158797"/>
              <a:gd name="connsiteY46" fmla="*/ 8946542 h 9456078"/>
              <a:gd name="connsiteX47" fmla="*/ 2276564 w 13158797"/>
              <a:gd name="connsiteY47" fmla="*/ 8925199 h 9456078"/>
              <a:gd name="connsiteX48" fmla="*/ 2320154 w 13158797"/>
              <a:gd name="connsiteY48" fmla="*/ 8903443 h 9456078"/>
              <a:gd name="connsiteX49" fmla="*/ 2363538 w 13158797"/>
              <a:gd name="connsiteY49" fmla="*/ 8881275 h 9456078"/>
              <a:gd name="connsiteX50" fmla="*/ 2406711 w 13158797"/>
              <a:gd name="connsiteY50" fmla="*/ 8858697 h 9456078"/>
              <a:gd name="connsiteX51" fmla="*/ 2449672 w 13158797"/>
              <a:gd name="connsiteY51" fmla="*/ 8835710 h 9456078"/>
              <a:gd name="connsiteX52" fmla="*/ 2492417 w 13158797"/>
              <a:gd name="connsiteY52" fmla="*/ 8812316 h 9456078"/>
              <a:gd name="connsiteX53" fmla="*/ 2534943 w 13158797"/>
              <a:gd name="connsiteY53" fmla="*/ 8788516 h 9456078"/>
              <a:gd name="connsiteX54" fmla="*/ 2577247 w 13158797"/>
              <a:gd name="connsiteY54" fmla="*/ 8764311 h 9456078"/>
              <a:gd name="connsiteX55" fmla="*/ 2619326 w 13158797"/>
              <a:gd name="connsiteY55" fmla="*/ 8739704 h 9456078"/>
              <a:gd name="connsiteX56" fmla="*/ 2661177 w 13158797"/>
              <a:gd name="connsiteY56" fmla="*/ 8714695 h 9456078"/>
              <a:gd name="connsiteX57" fmla="*/ 2702797 w 13158797"/>
              <a:gd name="connsiteY57" fmla="*/ 8689286 h 9456078"/>
              <a:gd name="connsiteX58" fmla="*/ 2744183 w 13158797"/>
              <a:gd name="connsiteY58" fmla="*/ 8663479 h 9456078"/>
              <a:gd name="connsiteX59" fmla="*/ 2785333 w 13158797"/>
              <a:gd name="connsiteY59" fmla="*/ 8637274 h 9456078"/>
              <a:gd name="connsiteX60" fmla="*/ 2826242 w 13158797"/>
              <a:gd name="connsiteY60" fmla="*/ 8610675 h 9456078"/>
              <a:gd name="connsiteX61" fmla="*/ 2866908 w 13158797"/>
              <a:gd name="connsiteY61" fmla="*/ 8583681 h 9456078"/>
              <a:gd name="connsiteX62" fmla="*/ 2907329 w 13158797"/>
              <a:gd name="connsiteY62" fmla="*/ 8556295 h 9456078"/>
              <a:gd name="connsiteX63" fmla="*/ 2947500 w 13158797"/>
              <a:gd name="connsiteY63" fmla="*/ 8528517 h 9456078"/>
              <a:gd name="connsiteX64" fmla="*/ 2987419 w 13158797"/>
              <a:gd name="connsiteY64" fmla="*/ 8500351 h 9456078"/>
              <a:gd name="connsiteX65" fmla="*/ 3027083 w 13158797"/>
              <a:gd name="connsiteY65" fmla="*/ 8471796 h 9456078"/>
              <a:gd name="connsiteX66" fmla="*/ 3066489 w 13158797"/>
              <a:gd name="connsiteY66" fmla="*/ 8442854 h 9456078"/>
              <a:gd name="connsiteX67" fmla="*/ 3105634 w 13158797"/>
              <a:gd name="connsiteY67" fmla="*/ 8413528 h 9456078"/>
              <a:gd name="connsiteX68" fmla="*/ 3144515 w 13158797"/>
              <a:gd name="connsiteY68" fmla="*/ 8383818 h 9456078"/>
              <a:gd name="connsiteX69" fmla="*/ 3183129 w 13158797"/>
              <a:gd name="connsiteY69" fmla="*/ 8353726 h 9456078"/>
              <a:gd name="connsiteX70" fmla="*/ 3221473 w 13158797"/>
              <a:gd name="connsiteY70" fmla="*/ 8323253 h 9456078"/>
              <a:gd name="connsiteX71" fmla="*/ 3259544 w 13158797"/>
              <a:gd name="connsiteY71" fmla="*/ 8292401 h 9456078"/>
              <a:gd name="connsiteX72" fmla="*/ 3297339 w 13158797"/>
              <a:gd name="connsiteY72" fmla="*/ 8261172 h 9456078"/>
              <a:gd name="connsiteX73" fmla="*/ 3334854 w 13158797"/>
              <a:gd name="connsiteY73" fmla="*/ 8229566 h 9456078"/>
              <a:gd name="connsiteX74" fmla="*/ 3372087 w 13158797"/>
              <a:gd name="connsiteY74" fmla="*/ 8197585 h 9456078"/>
              <a:gd name="connsiteX75" fmla="*/ 3409035 w 13158797"/>
              <a:gd name="connsiteY75" fmla="*/ 8165232 h 9456078"/>
              <a:gd name="connsiteX76" fmla="*/ 3445695 w 13158797"/>
              <a:gd name="connsiteY76" fmla="*/ 8132507 h 9456078"/>
              <a:gd name="connsiteX77" fmla="*/ 3482064 w 13158797"/>
              <a:gd name="connsiteY77" fmla="*/ 8099411 h 9456078"/>
              <a:gd name="connsiteX78" fmla="*/ 3518139 w 13158797"/>
              <a:gd name="connsiteY78" fmla="*/ 8065947 h 9456078"/>
              <a:gd name="connsiteX79" fmla="*/ 3553916 w 13158797"/>
              <a:gd name="connsiteY79" fmla="*/ 8032115 h 9456078"/>
              <a:gd name="connsiteX80" fmla="*/ 3589393 w 13158797"/>
              <a:gd name="connsiteY80" fmla="*/ 7997918 h 9456078"/>
              <a:gd name="connsiteX81" fmla="*/ 3624567 w 13158797"/>
              <a:gd name="connsiteY81" fmla="*/ 7963356 h 9456078"/>
              <a:gd name="connsiteX82" fmla="*/ 3659435 w 13158797"/>
              <a:gd name="connsiteY82" fmla="*/ 7928432 h 9456078"/>
              <a:gd name="connsiteX83" fmla="*/ 3693994 w 13158797"/>
              <a:gd name="connsiteY83" fmla="*/ 7893146 h 9456078"/>
              <a:gd name="connsiteX84" fmla="*/ 3728240 w 13158797"/>
              <a:gd name="connsiteY84" fmla="*/ 7857501 h 9456078"/>
              <a:gd name="connsiteX85" fmla="*/ 3762171 w 13158797"/>
              <a:gd name="connsiteY85" fmla="*/ 7821497 h 9456078"/>
              <a:gd name="connsiteX86" fmla="*/ 3795783 w 13158797"/>
              <a:gd name="connsiteY86" fmla="*/ 7785136 h 9456078"/>
              <a:gd name="connsiteX87" fmla="*/ 3829075 w 13158797"/>
              <a:gd name="connsiteY87" fmla="*/ 7748420 h 9456078"/>
              <a:gd name="connsiteX88" fmla="*/ 3862042 w 13158797"/>
              <a:gd name="connsiteY88" fmla="*/ 7711350 h 9456078"/>
              <a:gd name="connsiteX89" fmla="*/ 3894682 w 13158797"/>
              <a:gd name="connsiteY89" fmla="*/ 7673928 h 9456078"/>
              <a:gd name="connsiteX90" fmla="*/ 3926991 w 13158797"/>
              <a:gd name="connsiteY90" fmla="*/ 7636155 h 9456078"/>
              <a:gd name="connsiteX91" fmla="*/ 3958967 w 13158797"/>
              <a:gd name="connsiteY91" fmla="*/ 7598032 h 9456078"/>
              <a:gd name="connsiteX92" fmla="*/ 3990607 w 13158797"/>
              <a:gd name="connsiteY92" fmla="*/ 7559561 h 9456078"/>
              <a:gd name="connsiteX93" fmla="*/ 4021907 w 13158797"/>
              <a:gd name="connsiteY93" fmla="*/ 7520744 h 9456078"/>
              <a:gd name="connsiteX94" fmla="*/ 4052865 w 13158797"/>
              <a:gd name="connsiteY94" fmla="*/ 7481582 h 9456078"/>
              <a:gd name="connsiteX95" fmla="*/ 4083478 w 13158797"/>
              <a:gd name="connsiteY95" fmla="*/ 7442077 h 9456078"/>
              <a:gd name="connsiteX96" fmla="*/ 8022311 w 13158797"/>
              <a:gd name="connsiteY96" fmla="*/ 2307814 h 9456078"/>
              <a:gd name="connsiteX97" fmla="*/ 8052902 w 13158797"/>
              <a:gd name="connsiteY97" fmla="*/ 2268285 h 9456078"/>
              <a:gd name="connsiteX98" fmla="*/ 8083796 w 13158797"/>
              <a:gd name="connsiteY98" fmla="*/ 2229056 h 9456078"/>
              <a:gd name="connsiteX99" fmla="*/ 8114989 w 13158797"/>
              <a:gd name="connsiteY99" fmla="*/ 2190127 h 9456078"/>
              <a:gd name="connsiteX100" fmla="*/ 8146479 w 13158797"/>
              <a:gd name="connsiteY100" fmla="*/ 2151500 h 9456078"/>
              <a:gd name="connsiteX101" fmla="*/ 8178264 w 13158797"/>
              <a:gd name="connsiteY101" fmla="*/ 2113176 h 9456078"/>
              <a:gd name="connsiteX102" fmla="*/ 8210341 w 13158797"/>
              <a:gd name="connsiteY102" fmla="*/ 2075157 h 9456078"/>
              <a:gd name="connsiteX103" fmla="*/ 8242709 w 13158797"/>
              <a:gd name="connsiteY103" fmla="*/ 2037442 h 9456078"/>
              <a:gd name="connsiteX104" fmla="*/ 8275365 w 13158797"/>
              <a:gd name="connsiteY104" fmla="*/ 2000034 h 9456078"/>
              <a:gd name="connsiteX105" fmla="*/ 8308307 w 13158797"/>
              <a:gd name="connsiteY105" fmla="*/ 1962934 h 9456078"/>
              <a:gd name="connsiteX106" fmla="*/ 8341532 w 13158797"/>
              <a:gd name="connsiteY106" fmla="*/ 1926142 h 9456078"/>
              <a:gd name="connsiteX107" fmla="*/ 8375038 w 13158797"/>
              <a:gd name="connsiteY107" fmla="*/ 1889660 h 9456078"/>
              <a:gd name="connsiteX108" fmla="*/ 8408823 w 13158797"/>
              <a:gd name="connsiteY108" fmla="*/ 1853489 h 9456078"/>
              <a:gd name="connsiteX109" fmla="*/ 8442885 w 13158797"/>
              <a:gd name="connsiteY109" fmla="*/ 1817630 h 9456078"/>
              <a:gd name="connsiteX110" fmla="*/ 8477221 w 13158797"/>
              <a:gd name="connsiteY110" fmla="*/ 1782084 h 9456078"/>
              <a:gd name="connsiteX111" fmla="*/ 8511829 w 13158797"/>
              <a:gd name="connsiteY111" fmla="*/ 1746853 h 9456078"/>
              <a:gd name="connsiteX112" fmla="*/ 8546706 w 13158797"/>
              <a:gd name="connsiteY112" fmla="*/ 1711937 h 9456078"/>
              <a:gd name="connsiteX113" fmla="*/ 8581851 w 13158797"/>
              <a:gd name="connsiteY113" fmla="*/ 1677337 h 9456078"/>
              <a:gd name="connsiteX114" fmla="*/ 8617261 w 13158797"/>
              <a:gd name="connsiteY114" fmla="*/ 1643056 h 9456078"/>
              <a:gd name="connsiteX115" fmla="*/ 8652934 w 13158797"/>
              <a:gd name="connsiteY115" fmla="*/ 1609093 h 9456078"/>
              <a:gd name="connsiteX116" fmla="*/ 8688867 w 13158797"/>
              <a:gd name="connsiteY116" fmla="*/ 1575450 h 9456078"/>
              <a:gd name="connsiteX117" fmla="*/ 8725058 w 13158797"/>
              <a:gd name="connsiteY117" fmla="*/ 1542128 h 9456078"/>
              <a:gd name="connsiteX118" fmla="*/ 8761506 w 13158797"/>
              <a:gd name="connsiteY118" fmla="*/ 1509129 h 9456078"/>
              <a:gd name="connsiteX119" fmla="*/ 8798207 w 13158797"/>
              <a:gd name="connsiteY119" fmla="*/ 1476452 h 9456078"/>
              <a:gd name="connsiteX120" fmla="*/ 8835159 w 13158797"/>
              <a:gd name="connsiteY120" fmla="*/ 1444101 h 9456078"/>
              <a:gd name="connsiteX121" fmla="*/ 8872360 w 13158797"/>
              <a:gd name="connsiteY121" fmla="*/ 1412075 h 9456078"/>
              <a:gd name="connsiteX122" fmla="*/ 8909808 w 13158797"/>
              <a:gd name="connsiteY122" fmla="*/ 1380375 h 9456078"/>
              <a:gd name="connsiteX123" fmla="*/ 8947501 w 13158797"/>
              <a:gd name="connsiteY123" fmla="*/ 1349004 h 9456078"/>
              <a:gd name="connsiteX124" fmla="*/ 8985435 w 13158797"/>
              <a:gd name="connsiteY124" fmla="*/ 1317962 h 9456078"/>
              <a:gd name="connsiteX125" fmla="*/ 9023610 w 13158797"/>
              <a:gd name="connsiteY125" fmla="*/ 1287250 h 9456078"/>
              <a:gd name="connsiteX126" fmla="*/ 9062022 w 13158797"/>
              <a:gd name="connsiteY126" fmla="*/ 1256869 h 9456078"/>
              <a:gd name="connsiteX127" fmla="*/ 9100669 w 13158797"/>
              <a:gd name="connsiteY127" fmla="*/ 1226820 h 9456078"/>
              <a:gd name="connsiteX128" fmla="*/ 9139549 w 13158797"/>
              <a:gd name="connsiteY128" fmla="*/ 1197105 h 9456078"/>
              <a:gd name="connsiteX129" fmla="*/ 9178660 w 13158797"/>
              <a:gd name="connsiteY129" fmla="*/ 1167725 h 9456078"/>
              <a:gd name="connsiteX130" fmla="*/ 9217999 w 13158797"/>
              <a:gd name="connsiteY130" fmla="*/ 1138681 h 9456078"/>
              <a:gd name="connsiteX131" fmla="*/ 9257564 w 13158797"/>
              <a:gd name="connsiteY131" fmla="*/ 1109974 h 9456078"/>
              <a:gd name="connsiteX132" fmla="*/ 9297353 w 13158797"/>
              <a:gd name="connsiteY132" fmla="*/ 1081604 h 9456078"/>
              <a:gd name="connsiteX133" fmla="*/ 9337364 w 13158797"/>
              <a:gd name="connsiteY133" fmla="*/ 1053574 h 9456078"/>
              <a:gd name="connsiteX134" fmla="*/ 9377594 w 13158797"/>
              <a:gd name="connsiteY134" fmla="*/ 1025884 h 9456078"/>
              <a:gd name="connsiteX135" fmla="*/ 9418040 w 13158797"/>
              <a:gd name="connsiteY135" fmla="*/ 998536 h 9456078"/>
              <a:gd name="connsiteX136" fmla="*/ 9458702 w 13158797"/>
              <a:gd name="connsiteY136" fmla="*/ 971530 h 9456078"/>
              <a:gd name="connsiteX137" fmla="*/ 9499575 w 13158797"/>
              <a:gd name="connsiteY137" fmla="*/ 944868 h 9456078"/>
              <a:gd name="connsiteX138" fmla="*/ 9540659 w 13158797"/>
              <a:gd name="connsiteY138" fmla="*/ 918551 h 9456078"/>
              <a:gd name="connsiteX139" fmla="*/ 9581950 w 13158797"/>
              <a:gd name="connsiteY139" fmla="*/ 892580 h 9456078"/>
              <a:gd name="connsiteX140" fmla="*/ 9623447 w 13158797"/>
              <a:gd name="connsiteY140" fmla="*/ 866956 h 9456078"/>
              <a:gd name="connsiteX141" fmla="*/ 9665147 w 13158797"/>
              <a:gd name="connsiteY141" fmla="*/ 841681 h 9456078"/>
              <a:gd name="connsiteX142" fmla="*/ 9707048 w 13158797"/>
              <a:gd name="connsiteY142" fmla="*/ 816754 h 9456078"/>
              <a:gd name="connsiteX143" fmla="*/ 9749147 w 13158797"/>
              <a:gd name="connsiteY143" fmla="*/ 792179 h 9456078"/>
              <a:gd name="connsiteX144" fmla="*/ 9791443 w 13158797"/>
              <a:gd name="connsiteY144" fmla="*/ 767955 h 9456078"/>
              <a:gd name="connsiteX145" fmla="*/ 9833932 w 13158797"/>
              <a:gd name="connsiteY145" fmla="*/ 744083 h 9456078"/>
              <a:gd name="connsiteX146" fmla="*/ 9876613 w 13158797"/>
              <a:gd name="connsiteY146" fmla="*/ 720566 h 9456078"/>
              <a:gd name="connsiteX147" fmla="*/ 9919484 w 13158797"/>
              <a:gd name="connsiteY147" fmla="*/ 697404 h 9456078"/>
              <a:gd name="connsiteX148" fmla="*/ 9962542 w 13158797"/>
              <a:gd name="connsiteY148" fmla="*/ 674598 h 9456078"/>
              <a:gd name="connsiteX149" fmla="*/ 10005784 w 13158797"/>
              <a:gd name="connsiteY149" fmla="*/ 652149 h 9456078"/>
              <a:gd name="connsiteX150" fmla="*/ 10049209 w 13158797"/>
              <a:gd name="connsiteY150" fmla="*/ 630059 h 9456078"/>
              <a:gd name="connsiteX151" fmla="*/ 10092814 w 13158797"/>
              <a:gd name="connsiteY151" fmla="*/ 608328 h 9456078"/>
              <a:gd name="connsiteX152" fmla="*/ 10136597 w 13158797"/>
              <a:gd name="connsiteY152" fmla="*/ 586958 h 9456078"/>
              <a:gd name="connsiteX153" fmla="*/ 10180556 w 13158797"/>
              <a:gd name="connsiteY153" fmla="*/ 565950 h 9456078"/>
              <a:gd name="connsiteX154" fmla="*/ 10224688 w 13158797"/>
              <a:gd name="connsiteY154" fmla="*/ 545304 h 9456078"/>
              <a:gd name="connsiteX155" fmla="*/ 10268991 w 13158797"/>
              <a:gd name="connsiteY155" fmla="*/ 525023 h 9456078"/>
              <a:gd name="connsiteX156" fmla="*/ 10313463 w 13158797"/>
              <a:gd name="connsiteY156" fmla="*/ 505107 h 9456078"/>
              <a:gd name="connsiteX157" fmla="*/ 10358101 w 13158797"/>
              <a:gd name="connsiteY157" fmla="*/ 485558 h 9456078"/>
              <a:gd name="connsiteX158" fmla="*/ 10402903 w 13158797"/>
              <a:gd name="connsiteY158" fmla="*/ 466376 h 9456078"/>
              <a:gd name="connsiteX159" fmla="*/ 10447868 w 13158797"/>
              <a:gd name="connsiteY159" fmla="*/ 447563 h 9456078"/>
              <a:gd name="connsiteX160" fmla="*/ 10492991 w 13158797"/>
              <a:gd name="connsiteY160" fmla="*/ 429119 h 9456078"/>
              <a:gd name="connsiteX161" fmla="*/ 10538272 w 13158797"/>
              <a:gd name="connsiteY161" fmla="*/ 411046 h 9456078"/>
              <a:gd name="connsiteX162" fmla="*/ 10583708 w 13158797"/>
              <a:gd name="connsiteY162" fmla="*/ 393346 h 9456078"/>
              <a:gd name="connsiteX163" fmla="*/ 10629297 w 13158797"/>
              <a:gd name="connsiteY163" fmla="*/ 376018 h 9456078"/>
              <a:gd name="connsiteX164" fmla="*/ 10675036 w 13158797"/>
              <a:gd name="connsiteY164" fmla="*/ 359065 h 9456078"/>
              <a:gd name="connsiteX165" fmla="*/ 10720923 w 13158797"/>
              <a:gd name="connsiteY165" fmla="*/ 342487 h 9456078"/>
              <a:gd name="connsiteX166" fmla="*/ 10766956 w 13158797"/>
              <a:gd name="connsiteY166" fmla="*/ 326286 h 9456078"/>
              <a:gd name="connsiteX167" fmla="*/ 10813132 w 13158797"/>
              <a:gd name="connsiteY167" fmla="*/ 310462 h 9456078"/>
              <a:gd name="connsiteX168" fmla="*/ 10859450 w 13158797"/>
              <a:gd name="connsiteY168" fmla="*/ 295018 h 9456078"/>
              <a:gd name="connsiteX169" fmla="*/ 10905907 w 13158797"/>
              <a:gd name="connsiteY169" fmla="*/ 279953 h 9456078"/>
              <a:gd name="connsiteX170" fmla="*/ 10952500 w 13158797"/>
              <a:gd name="connsiteY170" fmla="*/ 265269 h 9456078"/>
              <a:gd name="connsiteX171" fmla="*/ 10999227 w 13158797"/>
              <a:gd name="connsiteY171" fmla="*/ 250968 h 9456078"/>
              <a:gd name="connsiteX172" fmla="*/ 11046087 w 13158797"/>
              <a:gd name="connsiteY172" fmla="*/ 237049 h 9456078"/>
              <a:gd name="connsiteX173" fmla="*/ 11093076 w 13158797"/>
              <a:gd name="connsiteY173" fmla="*/ 223516 h 9456078"/>
              <a:gd name="connsiteX174" fmla="*/ 11140193 w 13158797"/>
              <a:gd name="connsiteY174" fmla="*/ 210368 h 9456078"/>
              <a:gd name="connsiteX175" fmla="*/ 11187434 w 13158797"/>
              <a:gd name="connsiteY175" fmla="*/ 197606 h 9456078"/>
              <a:gd name="connsiteX176" fmla="*/ 11234799 w 13158797"/>
              <a:gd name="connsiteY176" fmla="*/ 185233 h 9456078"/>
              <a:gd name="connsiteX177" fmla="*/ 11282284 w 13158797"/>
              <a:gd name="connsiteY177" fmla="*/ 173248 h 9456078"/>
              <a:gd name="connsiteX178" fmla="*/ 11329888 w 13158797"/>
              <a:gd name="connsiteY178" fmla="*/ 161654 h 9456078"/>
              <a:gd name="connsiteX179" fmla="*/ 11377607 w 13158797"/>
              <a:gd name="connsiteY179" fmla="*/ 150451 h 9456078"/>
              <a:gd name="connsiteX180" fmla="*/ 11425440 w 13158797"/>
              <a:gd name="connsiteY180" fmla="*/ 139640 h 9456078"/>
              <a:gd name="connsiteX181" fmla="*/ 11473385 w 13158797"/>
              <a:gd name="connsiteY181" fmla="*/ 129223 h 9456078"/>
              <a:gd name="connsiteX182" fmla="*/ 11521439 w 13158797"/>
              <a:gd name="connsiteY182" fmla="*/ 119201 h 9456078"/>
              <a:gd name="connsiteX183" fmla="*/ 11569599 w 13158797"/>
              <a:gd name="connsiteY183" fmla="*/ 109574 h 9456078"/>
              <a:gd name="connsiteX184" fmla="*/ 11617864 w 13158797"/>
              <a:gd name="connsiteY184" fmla="*/ 100344 h 9456078"/>
              <a:gd name="connsiteX185" fmla="*/ 11666231 w 13158797"/>
              <a:gd name="connsiteY185" fmla="*/ 91512 h 9456078"/>
              <a:gd name="connsiteX186" fmla="*/ 11714698 w 13158797"/>
              <a:gd name="connsiteY186" fmla="*/ 83080 h 9456078"/>
              <a:gd name="connsiteX187" fmla="*/ 11763263 w 13158797"/>
              <a:gd name="connsiteY187" fmla="*/ 75047 h 9456078"/>
              <a:gd name="connsiteX188" fmla="*/ 11811923 w 13158797"/>
              <a:gd name="connsiteY188" fmla="*/ 67417 h 9456078"/>
              <a:gd name="connsiteX189" fmla="*/ 11860676 w 13158797"/>
              <a:gd name="connsiteY189" fmla="*/ 60188 h 9456078"/>
              <a:gd name="connsiteX190" fmla="*/ 11909519 w 13158797"/>
              <a:gd name="connsiteY190" fmla="*/ 53364 h 9456078"/>
              <a:gd name="connsiteX191" fmla="*/ 11958451 w 13158797"/>
              <a:gd name="connsiteY191" fmla="*/ 46944 h 9456078"/>
              <a:gd name="connsiteX192" fmla="*/ 12007470 w 13158797"/>
              <a:gd name="connsiteY192" fmla="*/ 40931 h 9456078"/>
              <a:gd name="connsiteX193" fmla="*/ 12056572 w 13158797"/>
              <a:gd name="connsiteY193" fmla="*/ 35324 h 9456078"/>
              <a:gd name="connsiteX194" fmla="*/ 12105756 w 13158797"/>
              <a:gd name="connsiteY194" fmla="*/ 30126 h 9456078"/>
              <a:gd name="connsiteX195" fmla="*/ 12155019 w 13158797"/>
              <a:gd name="connsiteY195" fmla="*/ 25337 h 9456078"/>
              <a:gd name="connsiteX196" fmla="*/ 12204359 w 13158797"/>
              <a:gd name="connsiteY196" fmla="*/ 20958 h 9456078"/>
              <a:gd name="connsiteX197" fmla="*/ 12253773 w 13158797"/>
              <a:gd name="connsiteY197" fmla="*/ 16991 h 9456078"/>
              <a:gd name="connsiteX198" fmla="*/ 12303260 w 13158797"/>
              <a:gd name="connsiteY198" fmla="*/ 13437 h 9456078"/>
              <a:gd name="connsiteX199" fmla="*/ 12352818 w 13158797"/>
              <a:gd name="connsiteY199" fmla="*/ 10297 h 9456078"/>
              <a:gd name="connsiteX200" fmla="*/ 12402443 w 13158797"/>
              <a:gd name="connsiteY200" fmla="*/ 7572 h 9456078"/>
              <a:gd name="connsiteX201" fmla="*/ 12452133 w 13158797"/>
              <a:gd name="connsiteY201" fmla="*/ 5263 h 9456078"/>
              <a:gd name="connsiteX202" fmla="*/ 12501887 w 13158797"/>
              <a:gd name="connsiteY202" fmla="*/ 3371 h 9456078"/>
              <a:gd name="connsiteX203" fmla="*/ 12551701 w 13158797"/>
              <a:gd name="connsiteY203" fmla="*/ 1898 h 9456078"/>
              <a:gd name="connsiteX204" fmla="*/ 12601574 w 13158797"/>
              <a:gd name="connsiteY204" fmla="*/ 844 h 9456078"/>
              <a:gd name="connsiteX205" fmla="*/ 12651504 w 13158797"/>
              <a:gd name="connsiteY205" fmla="*/ 211 h 9456078"/>
              <a:gd name="connsiteX206" fmla="*/ 12701487 w 13158797"/>
              <a:gd name="connsiteY206" fmla="*/ 0 h 9456078"/>
              <a:gd name="connsiteX207" fmla="*/ 13158798 w 13158797"/>
              <a:gd name="connsiteY207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98870 w 13158799"/>
              <a:gd name="connsiteY5" fmla="*/ 9447409 h 9456078"/>
              <a:gd name="connsiteX6" fmla="*/ 348429 w 13158799"/>
              <a:gd name="connsiteY6" fmla="*/ 9444290 h 9456078"/>
              <a:gd name="connsiteX7" fmla="*/ 397907 w 13158799"/>
              <a:gd name="connsiteY7" fmla="*/ 9440698 h 9456078"/>
              <a:gd name="connsiteX8" fmla="*/ 447302 w 13158799"/>
              <a:gd name="connsiteY8" fmla="*/ 9436632 h 9456078"/>
              <a:gd name="connsiteX9" fmla="*/ 496610 w 13158799"/>
              <a:gd name="connsiteY9" fmla="*/ 9432096 h 9456078"/>
              <a:gd name="connsiteX10" fmla="*/ 545829 w 13158799"/>
              <a:gd name="connsiteY10" fmla="*/ 9427089 h 9456078"/>
              <a:gd name="connsiteX11" fmla="*/ 594956 w 13158799"/>
              <a:gd name="connsiteY11" fmla="*/ 9421615 h 9456078"/>
              <a:gd name="connsiteX12" fmla="*/ 643987 w 13158799"/>
              <a:gd name="connsiteY12" fmla="*/ 9415673 h 9456078"/>
              <a:gd name="connsiteX13" fmla="*/ 692920 w 13158799"/>
              <a:gd name="connsiteY13" fmla="*/ 9409267 h 9456078"/>
              <a:gd name="connsiteX14" fmla="*/ 741751 w 13158799"/>
              <a:gd name="connsiteY14" fmla="*/ 9402396 h 9456078"/>
              <a:gd name="connsiteX15" fmla="*/ 790478 w 13158799"/>
              <a:gd name="connsiteY15" fmla="*/ 9395063 h 9456078"/>
              <a:gd name="connsiteX16" fmla="*/ 839098 w 13158799"/>
              <a:gd name="connsiteY16" fmla="*/ 9387270 h 9456078"/>
              <a:gd name="connsiteX17" fmla="*/ 887607 w 13158799"/>
              <a:gd name="connsiteY17" fmla="*/ 9379017 h 9456078"/>
              <a:gd name="connsiteX18" fmla="*/ 936002 w 13158799"/>
              <a:gd name="connsiteY18" fmla="*/ 9370306 h 9456078"/>
              <a:gd name="connsiteX19" fmla="*/ 984281 w 13158799"/>
              <a:gd name="connsiteY19" fmla="*/ 9361139 h 9456078"/>
              <a:gd name="connsiteX20" fmla="*/ 1032440 w 13158799"/>
              <a:gd name="connsiteY20" fmla="*/ 9351517 h 9456078"/>
              <a:gd name="connsiteX21" fmla="*/ 1080477 w 13158799"/>
              <a:gd name="connsiteY21" fmla="*/ 9341441 h 9456078"/>
              <a:gd name="connsiteX22" fmla="*/ 1176172 w 13158799"/>
              <a:gd name="connsiteY22" fmla="*/ 9319936 h 9456078"/>
              <a:gd name="connsiteX23" fmla="*/ 1223823 w 13158799"/>
              <a:gd name="connsiteY23" fmla="*/ 9308509 h 9456078"/>
              <a:gd name="connsiteX24" fmla="*/ 1271339 w 13158799"/>
              <a:gd name="connsiteY24" fmla="*/ 9296635 h 9456078"/>
              <a:gd name="connsiteX25" fmla="*/ 1318719 w 13158799"/>
              <a:gd name="connsiteY25" fmla="*/ 9284315 h 9456078"/>
              <a:gd name="connsiteX26" fmla="*/ 1365957 w 13158799"/>
              <a:gd name="connsiteY26" fmla="*/ 9271550 h 9456078"/>
              <a:gd name="connsiteX27" fmla="*/ 1413052 w 13158799"/>
              <a:gd name="connsiteY27" fmla="*/ 9258342 h 9456078"/>
              <a:gd name="connsiteX28" fmla="*/ 1460000 w 13158799"/>
              <a:gd name="connsiteY28" fmla="*/ 9244693 h 9456078"/>
              <a:gd name="connsiteX29" fmla="*/ 1506799 w 13158799"/>
              <a:gd name="connsiteY29" fmla="*/ 9230604 h 9456078"/>
              <a:gd name="connsiteX30" fmla="*/ 1553445 w 13158799"/>
              <a:gd name="connsiteY30" fmla="*/ 9216076 h 9456078"/>
              <a:gd name="connsiteX31" fmla="*/ 1599935 w 13158799"/>
              <a:gd name="connsiteY31" fmla="*/ 9201111 h 9456078"/>
              <a:gd name="connsiteX32" fmla="*/ 1646267 w 13158799"/>
              <a:gd name="connsiteY32" fmla="*/ 9185710 h 9456078"/>
              <a:gd name="connsiteX33" fmla="*/ 1692437 w 13158799"/>
              <a:gd name="connsiteY33" fmla="*/ 9169876 h 9456078"/>
              <a:gd name="connsiteX34" fmla="*/ 1738442 w 13158799"/>
              <a:gd name="connsiteY34" fmla="*/ 9153608 h 9456078"/>
              <a:gd name="connsiteX35" fmla="*/ 1784280 w 13158799"/>
              <a:gd name="connsiteY35" fmla="*/ 9136910 h 9456078"/>
              <a:gd name="connsiteX36" fmla="*/ 1829947 w 13158799"/>
              <a:gd name="connsiteY36" fmla="*/ 9119782 h 9456078"/>
              <a:gd name="connsiteX37" fmla="*/ 1875440 w 13158799"/>
              <a:gd name="connsiteY37" fmla="*/ 9102226 h 9456078"/>
              <a:gd name="connsiteX38" fmla="*/ 1920756 w 13158799"/>
              <a:gd name="connsiteY38" fmla="*/ 9084243 h 9456078"/>
              <a:gd name="connsiteX39" fmla="*/ 1965893 w 13158799"/>
              <a:gd name="connsiteY39" fmla="*/ 9065835 h 9456078"/>
              <a:gd name="connsiteX40" fmla="*/ 2010847 w 13158799"/>
              <a:gd name="connsiteY40" fmla="*/ 9047004 h 9456078"/>
              <a:gd name="connsiteX41" fmla="*/ 2055615 w 13158799"/>
              <a:gd name="connsiteY41" fmla="*/ 9027750 h 9456078"/>
              <a:gd name="connsiteX42" fmla="*/ 2100195 w 13158799"/>
              <a:gd name="connsiteY42" fmla="*/ 9008075 h 9456078"/>
              <a:gd name="connsiteX43" fmla="*/ 2144582 w 13158799"/>
              <a:gd name="connsiteY43" fmla="*/ 8987981 h 9456078"/>
              <a:gd name="connsiteX44" fmla="*/ 2188775 w 13158799"/>
              <a:gd name="connsiteY44" fmla="*/ 8967470 h 9456078"/>
              <a:gd name="connsiteX45" fmla="*/ 2232770 w 13158799"/>
              <a:gd name="connsiteY45" fmla="*/ 8946542 h 9456078"/>
              <a:gd name="connsiteX46" fmla="*/ 2276564 w 13158799"/>
              <a:gd name="connsiteY46" fmla="*/ 8925199 h 9456078"/>
              <a:gd name="connsiteX47" fmla="*/ 2320154 w 13158799"/>
              <a:gd name="connsiteY47" fmla="*/ 8903443 h 9456078"/>
              <a:gd name="connsiteX48" fmla="*/ 2363538 w 13158799"/>
              <a:gd name="connsiteY48" fmla="*/ 8881275 h 9456078"/>
              <a:gd name="connsiteX49" fmla="*/ 2406711 w 13158799"/>
              <a:gd name="connsiteY49" fmla="*/ 8858697 h 9456078"/>
              <a:gd name="connsiteX50" fmla="*/ 2449672 w 13158799"/>
              <a:gd name="connsiteY50" fmla="*/ 8835710 h 9456078"/>
              <a:gd name="connsiteX51" fmla="*/ 2492417 w 13158799"/>
              <a:gd name="connsiteY51" fmla="*/ 8812316 h 9456078"/>
              <a:gd name="connsiteX52" fmla="*/ 2534943 w 13158799"/>
              <a:gd name="connsiteY52" fmla="*/ 8788516 h 9456078"/>
              <a:gd name="connsiteX53" fmla="*/ 2577247 w 13158799"/>
              <a:gd name="connsiteY53" fmla="*/ 8764311 h 9456078"/>
              <a:gd name="connsiteX54" fmla="*/ 2619326 w 13158799"/>
              <a:gd name="connsiteY54" fmla="*/ 8739704 h 9456078"/>
              <a:gd name="connsiteX55" fmla="*/ 2661177 w 13158799"/>
              <a:gd name="connsiteY55" fmla="*/ 8714695 h 9456078"/>
              <a:gd name="connsiteX56" fmla="*/ 2702797 w 13158799"/>
              <a:gd name="connsiteY56" fmla="*/ 8689286 h 9456078"/>
              <a:gd name="connsiteX57" fmla="*/ 2744183 w 13158799"/>
              <a:gd name="connsiteY57" fmla="*/ 8663479 h 9456078"/>
              <a:gd name="connsiteX58" fmla="*/ 2785333 w 13158799"/>
              <a:gd name="connsiteY58" fmla="*/ 8637274 h 9456078"/>
              <a:gd name="connsiteX59" fmla="*/ 2826242 w 13158799"/>
              <a:gd name="connsiteY59" fmla="*/ 8610675 h 9456078"/>
              <a:gd name="connsiteX60" fmla="*/ 2866908 w 13158799"/>
              <a:gd name="connsiteY60" fmla="*/ 8583681 h 9456078"/>
              <a:gd name="connsiteX61" fmla="*/ 2907329 w 13158799"/>
              <a:gd name="connsiteY61" fmla="*/ 8556295 h 9456078"/>
              <a:gd name="connsiteX62" fmla="*/ 2947500 w 13158799"/>
              <a:gd name="connsiteY62" fmla="*/ 8528517 h 9456078"/>
              <a:gd name="connsiteX63" fmla="*/ 2987419 w 13158799"/>
              <a:gd name="connsiteY63" fmla="*/ 8500351 h 9456078"/>
              <a:gd name="connsiteX64" fmla="*/ 3027083 w 13158799"/>
              <a:gd name="connsiteY64" fmla="*/ 8471796 h 9456078"/>
              <a:gd name="connsiteX65" fmla="*/ 3066489 w 13158799"/>
              <a:gd name="connsiteY65" fmla="*/ 8442854 h 9456078"/>
              <a:gd name="connsiteX66" fmla="*/ 3105634 w 13158799"/>
              <a:gd name="connsiteY66" fmla="*/ 8413528 h 9456078"/>
              <a:gd name="connsiteX67" fmla="*/ 3144515 w 13158799"/>
              <a:gd name="connsiteY67" fmla="*/ 8383818 h 9456078"/>
              <a:gd name="connsiteX68" fmla="*/ 3183129 w 13158799"/>
              <a:gd name="connsiteY68" fmla="*/ 8353726 h 9456078"/>
              <a:gd name="connsiteX69" fmla="*/ 3221473 w 13158799"/>
              <a:gd name="connsiteY69" fmla="*/ 8323253 h 9456078"/>
              <a:gd name="connsiteX70" fmla="*/ 3259544 w 13158799"/>
              <a:gd name="connsiteY70" fmla="*/ 8292401 h 9456078"/>
              <a:gd name="connsiteX71" fmla="*/ 3297339 w 13158799"/>
              <a:gd name="connsiteY71" fmla="*/ 8261172 h 9456078"/>
              <a:gd name="connsiteX72" fmla="*/ 3334854 w 13158799"/>
              <a:gd name="connsiteY72" fmla="*/ 8229566 h 9456078"/>
              <a:gd name="connsiteX73" fmla="*/ 3372087 w 13158799"/>
              <a:gd name="connsiteY73" fmla="*/ 8197585 h 9456078"/>
              <a:gd name="connsiteX74" fmla="*/ 3409035 w 13158799"/>
              <a:gd name="connsiteY74" fmla="*/ 8165232 h 9456078"/>
              <a:gd name="connsiteX75" fmla="*/ 3445695 w 13158799"/>
              <a:gd name="connsiteY75" fmla="*/ 8132507 h 9456078"/>
              <a:gd name="connsiteX76" fmla="*/ 3482064 w 13158799"/>
              <a:gd name="connsiteY76" fmla="*/ 8099411 h 9456078"/>
              <a:gd name="connsiteX77" fmla="*/ 3518139 w 13158799"/>
              <a:gd name="connsiteY77" fmla="*/ 8065947 h 9456078"/>
              <a:gd name="connsiteX78" fmla="*/ 3553916 w 13158799"/>
              <a:gd name="connsiteY78" fmla="*/ 8032115 h 9456078"/>
              <a:gd name="connsiteX79" fmla="*/ 3589393 w 13158799"/>
              <a:gd name="connsiteY79" fmla="*/ 7997918 h 9456078"/>
              <a:gd name="connsiteX80" fmla="*/ 3624567 w 13158799"/>
              <a:gd name="connsiteY80" fmla="*/ 7963356 h 9456078"/>
              <a:gd name="connsiteX81" fmla="*/ 3659435 w 13158799"/>
              <a:gd name="connsiteY81" fmla="*/ 7928432 h 9456078"/>
              <a:gd name="connsiteX82" fmla="*/ 3693994 w 13158799"/>
              <a:gd name="connsiteY82" fmla="*/ 7893146 h 9456078"/>
              <a:gd name="connsiteX83" fmla="*/ 3728240 w 13158799"/>
              <a:gd name="connsiteY83" fmla="*/ 7857501 h 9456078"/>
              <a:gd name="connsiteX84" fmla="*/ 3762171 w 13158799"/>
              <a:gd name="connsiteY84" fmla="*/ 7821497 h 9456078"/>
              <a:gd name="connsiteX85" fmla="*/ 3795783 w 13158799"/>
              <a:gd name="connsiteY85" fmla="*/ 7785136 h 9456078"/>
              <a:gd name="connsiteX86" fmla="*/ 3829075 w 13158799"/>
              <a:gd name="connsiteY86" fmla="*/ 7748420 h 9456078"/>
              <a:gd name="connsiteX87" fmla="*/ 3862042 w 13158799"/>
              <a:gd name="connsiteY87" fmla="*/ 7711350 h 9456078"/>
              <a:gd name="connsiteX88" fmla="*/ 3894682 w 13158799"/>
              <a:gd name="connsiteY88" fmla="*/ 7673928 h 9456078"/>
              <a:gd name="connsiteX89" fmla="*/ 3926991 w 13158799"/>
              <a:gd name="connsiteY89" fmla="*/ 7636155 h 9456078"/>
              <a:gd name="connsiteX90" fmla="*/ 3958967 w 13158799"/>
              <a:gd name="connsiteY90" fmla="*/ 7598032 h 9456078"/>
              <a:gd name="connsiteX91" fmla="*/ 3990607 w 13158799"/>
              <a:gd name="connsiteY91" fmla="*/ 7559561 h 9456078"/>
              <a:gd name="connsiteX92" fmla="*/ 4021907 w 13158799"/>
              <a:gd name="connsiteY92" fmla="*/ 7520744 h 9456078"/>
              <a:gd name="connsiteX93" fmla="*/ 4052865 w 13158799"/>
              <a:gd name="connsiteY93" fmla="*/ 7481582 h 9456078"/>
              <a:gd name="connsiteX94" fmla="*/ 4083478 w 13158799"/>
              <a:gd name="connsiteY94" fmla="*/ 7442077 h 9456078"/>
              <a:gd name="connsiteX95" fmla="*/ 8022311 w 13158799"/>
              <a:gd name="connsiteY95" fmla="*/ 2307814 h 9456078"/>
              <a:gd name="connsiteX96" fmla="*/ 8052902 w 13158799"/>
              <a:gd name="connsiteY96" fmla="*/ 2268285 h 9456078"/>
              <a:gd name="connsiteX97" fmla="*/ 8083796 w 13158799"/>
              <a:gd name="connsiteY97" fmla="*/ 2229056 h 9456078"/>
              <a:gd name="connsiteX98" fmla="*/ 8114989 w 13158799"/>
              <a:gd name="connsiteY98" fmla="*/ 2190127 h 9456078"/>
              <a:gd name="connsiteX99" fmla="*/ 8146479 w 13158799"/>
              <a:gd name="connsiteY99" fmla="*/ 2151500 h 9456078"/>
              <a:gd name="connsiteX100" fmla="*/ 8178264 w 13158799"/>
              <a:gd name="connsiteY100" fmla="*/ 2113176 h 9456078"/>
              <a:gd name="connsiteX101" fmla="*/ 8210341 w 13158799"/>
              <a:gd name="connsiteY101" fmla="*/ 2075157 h 9456078"/>
              <a:gd name="connsiteX102" fmla="*/ 8242709 w 13158799"/>
              <a:gd name="connsiteY102" fmla="*/ 2037442 h 9456078"/>
              <a:gd name="connsiteX103" fmla="*/ 8275365 w 13158799"/>
              <a:gd name="connsiteY103" fmla="*/ 2000034 h 9456078"/>
              <a:gd name="connsiteX104" fmla="*/ 8308307 w 13158799"/>
              <a:gd name="connsiteY104" fmla="*/ 1962934 h 9456078"/>
              <a:gd name="connsiteX105" fmla="*/ 8341532 w 13158799"/>
              <a:gd name="connsiteY105" fmla="*/ 1926142 h 9456078"/>
              <a:gd name="connsiteX106" fmla="*/ 8375038 w 13158799"/>
              <a:gd name="connsiteY106" fmla="*/ 1889660 h 9456078"/>
              <a:gd name="connsiteX107" fmla="*/ 8408823 w 13158799"/>
              <a:gd name="connsiteY107" fmla="*/ 1853489 h 9456078"/>
              <a:gd name="connsiteX108" fmla="*/ 8442885 w 13158799"/>
              <a:gd name="connsiteY108" fmla="*/ 1817630 h 9456078"/>
              <a:gd name="connsiteX109" fmla="*/ 8477221 w 13158799"/>
              <a:gd name="connsiteY109" fmla="*/ 1782084 h 9456078"/>
              <a:gd name="connsiteX110" fmla="*/ 8511829 w 13158799"/>
              <a:gd name="connsiteY110" fmla="*/ 1746853 h 9456078"/>
              <a:gd name="connsiteX111" fmla="*/ 8546706 w 13158799"/>
              <a:gd name="connsiteY111" fmla="*/ 1711937 h 9456078"/>
              <a:gd name="connsiteX112" fmla="*/ 8581851 w 13158799"/>
              <a:gd name="connsiteY112" fmla="*/ 1677337 h 9456078"/>
              <a:gd name="connsiteX113" fmla="*/ 8617261 w 13158799"/>
              <a:gd name="connsiteY113" fmla="*/ 1643056 h 9456078"/>
              <a:gd name="connsiteX114" fmla="*/ 8652934 w 13158799"/>
              <a:gd name="connsiteY114" fmla="*/ 1609093 h 9456078"/>
              <a:gd name="connsiteX115" fmla="*/ 8688867 w 13158799"/>
              <a:gd name="connsiteY115" fmla="*/ 1575450 h 9456078"/>
              <a:gd name="connsiteX116" fmla="*/ 8725058 w 13158799"/>
              <a:gd name="connsiteY116" fmla="*/ 1542128 h 9456078"/>
              <a:gd name="connsiteX117" fmla="*/ 8761506 w 13158799"/>
              <a:gd name="connsiteY117" fmla="*/ 1509129 h 9456078"/>
              <a:gd name="connsiteX118" fmla="*/ 8798207 w 13158799"/>
              <a:gd name="connsiteY118" fmla="*/ 1476452 h 9456078"/>
              <a:gd name="connsiteX119" fmla="*/ 8835159 w 13158799"/>
              <a:gd name="connsiteY119" fmla="*/ 1444101 h 9456078"/>
              <a:gd name="connsiteX120" fmla="*/ 8872360 w 13158799"/>
              <a:gd name="connsiteY120" fmla="*/ 1412075 h 9456078"/>
              <a:gd name="connsiteX121" fmla="*/ 8909808 w 13158799"/>
              <a:gd name="connsiteY121" fmla="*/ 1380375 h 9456078"/>
              <a:gd name="connsiteX122" fmla="*/ 8947501 w 13158799"/>
              <a:gd name="connsiteY122" fmla="*/ 1349004 h 9456078"/>
              <a:gd name="connsiteX123" fmla="*/ 8985435 w 13158799"/>
              <a:gd name="connsiteY123" fmla="*/ 1317962 h 9456078"/>
              <a:gd name="connsiteX124" fmla="*/ 9023610 w 13158799"/>
              <a:gd name="connsiteY124" fmla="*/ 1287250 h 9456078"/>
              <a:gd name="connsiteX125" fmla="*/ 9062022 w 13158799"/>
              <a:gd name="connsiteY125" fmla="*/ 1256869 h 9456078"/>
              <a:gd name="connsiteX126" fmla="*/ 9100669 w 13158799"/>
              <a:gd name="connsiteY126" fmla="*/ 1226820 h 9456078"/>
              <a:gd name="connsiteX127" fmla="*/ 9139549 w 13158799"/>
              <a:gd name="connsiteY127" fmla="*/ 1197105 h 9456078"/>
              <a:gd name="connsiteX128" fmla="*/ 9178660 w 13158799"/>
              <a:gd name="connsiteY128" fmla="*/ 1167725 h 9456078"/>
              <a:gd name="connsiteX129" fmla="*/ 9217999 w 13158799"/>
              <a:gd name="connsiteY129" fmla="*/ 1138681 h 9456078"/>
              <a:gd name="connsiteX130" fmla="*/ 9257564 w 13158799"/>
              <a:gd name="connsiteY130" fmla="*/ 1109974 h 9456078"/>
              <a:gd name="connsiteX131" fmla="*/ 9297353 w 13158799"/>
              <a:gd name="connsiteY131" fmla="*/ 1081604 h 9456078"/>
              <a:gd name="connsiteX132" fmla="*/ 9337364 w 13158799"/>
              <a:gd name="connsiteY132" fmla="*/ 1053574 h 9456078"/>
              <a:gd name="connsiteX133" fmla="*/ 9377594 w 13158799"/>
              <a:gd name="connsiteY133" fmla="*/ 1025884 h 9456078"/>
              <a:gd name="connsiteX134" fmla="*/ 9418040 w 13158799"/>
              <a:gd name="connsiteY134" fmla="*/ 998536 h 9456078"/>
              <a:gd name="connsiteX135" fmla="*/ 9458702 w 13158799"/>
              <a:gd name="connsiteY135" fmla="*/ 971530 h 9456078"/>
              <a:gd name="connsiteX136" fmla="*/ 9499575 w 13158799"/>
              <a:gd name="connsiteY136" fmla="*/ 944868 h 9456078"/>
              <a:gd name="connsiteX137" fmla="*/ 9540659 w 13158799"/>
              <a:gd name="connsiteY137" fmla="*/ 918551 h 9456078"/>
              <a:gd name="connsiteX138" fmla="*/ 9581950 w 13158799"/>
              <a:gd name="connsiteY138" fmla="*/ 892580 h 9456078"/>
              <a:gd name="connsiteX139" fmla="*/ 9623447 w 13158799"/>
              <a:gd name="connsiteY139" fmla="*/ 866956 h 9456078"/>
              <a:gd name="connsiteX140" fmla="*/ 9665147 w 13158799"/>
              <a:gd name="connsiteY140" fmla="*/ 841681 h 9456078"/>
              <a:gd name="connsiteX141" fmla="*/ 9707048 w 13158799"/>
              <a:gd name="connsiteY141" fmla="*/ 816754 h 9456078"/>
              <a:gd name="connsiteX142" fmla="*/ 9749147 w 13158799"/>
              <a:gd name="connsiteY142" fmla="*/ 792179 h 9456078"/>
              <a:gd name="connsiteX143" fmla="*/ 9791443 w 13158799"/>
              <a:gd name="connsiteY143" fmla="*/ 767955 h 9456078"/>
              <a:gd name="connsiteX144" fmla="*/ 9833932 w 13158799"/>
              <a:gd name="connsiteY144" fmla="*/ 744083 h 9456078"/>
              <a:gd name="connsiteX145" fmla="*/ 9876613 w 13158799"/>
              <a:gd name="connsiteY145" fmla="*/ 720566 h 9456078"/>
              <a:gd name="connsiteX146" fmla="*/ 9919484 w 13158799"/>
              <a:gd name="connsiteY146" fmla="*/ 697404 h 9456078"/>
              <a:gd name="connsiteX147" fmla="*/ 9962542 w 13158799"/>
              <a:gd name="connsiteY147" fmla="*/ 674598 h 9456078"/>
              <a:gd name="connsiteX148" fmla="*/ 10005784 w 13158799"/>
              <a:gd name="connsiteY148" fmla="*/ 652149 h 9456078"/>
              <a:gd name="connsiteX149" fmla="*/ 10049209 w 13158799"/>
              <a:gd name="connsiteY149" fmla="*/ 630059 h 9456078"/>
              <a:gd name="connsiteX150" fmla="*/ 10092814 w 13158799"/>
              <a:gd name="connsiteY150" fmla="*/ 608328 h 9456078"/>
              <a:gd name="connsiteX151" fmla="*/ 10136597 w 13158799"/>
              <a:gd name="connsiteY151" fmla="*/ 586958 h 9456078"/>
              <a:gd name="connsiteX152" fmla="*/ 10180556 w 13158799"/>
              <a:gd name="connsiteY152" fmla="*/ 565950 h 9456078"/>
              <a:gd name="connsiteX153" fmla="*/ 10224688 w 13158799"/>
              <a:gd name="connsiteY153" fmla="*/ 545304 h 9456078"/>
              <a:gd name="connsiteX154" fmla="*/ 10268991 w 13158799"/>
              <a:gd name="connsiteY154" fmla="*/ 525023 h 9456078"/>
              <a:gd name="connsiteX155" fmla="*/ 10313463 w 13158799"/>
              <a:gd name="connsiteY155" fmla="*/ 505107 h 9456078"/>
              <a:gd name="connsiteX156" fmla="*/ 10358101 w 13158799"/>
              <a:gd name="connsiteY156" fmla="*/ 485558 h 9456078"/>
              <a:gd name="connsiteX157" fmla="*/ 10402903 w 13158799"/>
              <a:gd name="connsiteY157" fmla="*/ 466376 h 9456078"/>
              <a:gd name="connsiteX158" fmla="*/ 10447868 w 13158799"/>
              <a:gd name="connsiteY158" fmla="*/ 447563 h 9456078"/>
              <a:gd name="connsiteX159" fmla="*/ 10492991 w 13158799"/>
              <a:gd name="connsiteY159" fmla="*/ 429119 h 9456078"/>
              <a:gd name="connsiteX160" fmla="*/ 10538272 w 13158799"/>
              <a:gd name="connsiteY160" fmla="*/ 411046 h 9456078"/>
              <a:gd name="connsiteX161" fmla="*/ 10583708 w 13158799"/>
              <a:gd name="connsiteY161" fmla="*/ 393346 h 9456078"/>
              <a:gd name="connsiteX162" fmla="*/ 10629297 w 13158799"/>
              <a:gd name="connsiteY162" fmla="*/ 376018 h 9456078"/>
              <a:gd name="connsiteX163" fmla="*/ 10675036 w 13158799"/>
              <a:gd name="connsiteY163" fmla="*/ 359065 h 9456078"/>
              <a:gd name="connsiteX164" fmla="*/ 10720923 w 13158799"/>
              <a:gd name="connsiteY164" fmla="*/ 342487 h 9456078"/>
              <a:gd name="connsiteX165" fmla="*/ 10766956 w 13158799"/>
              <a:gd name="connsiteY165" fmla="*/ 326286 h 9456078"/>
              <a:gd name="connsiteX166" fmla="*/ 10813132 w 13158799"/>
              <a:gd name="connsiteY166" fmla="*/ 310462 h 9456078"/>
              <a:gd name="connsiteX167" fmla="*/ 10859450 w 13158799"/>
              <a:gd name="connsiteY167" fmla="*/ 295018 h 9456078"/>
              <a:gd name="connsiteX168" fmla="*/ 10905907 w 13158799"/>
              <a:gd name="connsiteY168" fmla="*/ 279953 h 9456078"/>
              <a:gd name="connsiteX169" fmla="*/ 10952500 w 13158799"/>
              <a:gd name="connsiteY169" fmla="*/ 265269 h 9456078"/>
              <a:gd name="connsiteX170" fmla="*/ 10999227 w 13158799"/>
              <a:gd name="connsiteY170" fmla="*/ 250968 h 9456078"/>
              <a:gd name="connsiteX171" fmla="*/ 11046087 w 13158799"/>
              <a:gd name="connsiteY171" fmla="*/ 237049 h 9456078"/>
              <a:gd name="connsiteX172" fmla="*/ 11093076 w 13158799"/>
              <a:gd name="connsiteY172" fmla="*/ 223516 h 9456078"/>
              <a:gd name="connsiteX173" fmla="*/ 11140193 w 13158799"/>
              <a:gd name="connsiteY173" fmla="*/ 210368 h 9456078"/>
              <a:gd name="connsiteX174" fmla="*/ 11187434 w 13158799"/>
              <a:gd name="connsiteY174" fmla="*/ 197606 h 9456078"/>
              <a:gd name="connsiteX175" fmla="*/ 11234799 w 13158799"/>
              <a:gd name="connsiteY175" fmla="*/ 185233 h 9456078"/>
              <a:gd name="connsiteX176" fmla="*/ 11282284 w 13158799"/>
              <a:gd name="connsiteY176" fmla="*/ 173248 h 9456078"/>
              <a:gd name="connsiteX177" fmla="*/ 11329888 w 13158799"/>
              <a:gd name="connsiteY177" fmla="*/ 161654 h 9456078"/>
              <a:gd name="connsiteX178" fmla="*/ 11377607 w 13158799"/>
              <a:gd name="connsiteY178" fmla="*/ 150451 h 9456078"/>
              <a:gd name="connsiteX179" fmla="*/ 11425440 w 13158799"/>
              <a:gd name="connsiteY179" fmla="*/ 139640 h 9456078"/>
              <a:gd name="connsiteX180" fmla="*/ 11473385 w 13158799"/>
              <a:gd name="connsiteY180" fmla="*/ 129223 h 9456078"/>
              <a:gd name="connsiteX181" fmla="*/ 11521439 w 13158799"/>
              <a:gd name="connsiteY181" fmla="*/ 119201 h 9456078"/>
              <a:gd name="connsiteX182" fmla="*/ 11569599 w 13158799"/>
              <a:gd name="connsiteY182" fmla="*/ 109574 h 9456078"/>
              <a:gd name="connsiteX183" fmla="*/ 11617864 w 13158799"/>
              <a:gd name="connsiteY183" fmla="*/ 100344 h 9456078"/>
              <a:gd name="connsiteX184" fmla="*/ 11666231 w 13158799"/>
              <a:gd name="connsiteY184" fmla="*/ 91512 h 9456078"/>
              <a:gd name="connsiteX185" fmla="*/ 11714698 w 13158799"/>
              <a:gd name="connsiteY185" fmla="*/ 83080 h 9456078"/>
              <a:gd name="connsiteX186" fmla="*/ 11763263 w 13158799"/>
              <a:gd name="connsiteY186" fmla="*/ 75047 h 9456078"/>
              <a:gd name="connsiteX187" fmla="*/ 11811923 w 13158799"/>
              <a:gd name="connsiteY187" fmla="*/ 67417 h 9456078"/>
              <a:gd name="connsiteX188" fmla="*/ 11860676 w 13158799"/>
              <a:gd name="connsiteY188" fmla="*/ 60188 h 9456078"/>
              <a:gd name="connsiteX189" fmla="*/ 11909519 w 13158799"/>
              <a:gd name="connsiteY189" fmla="*/ 53364 h 9456078"/>
              <a:gd name="connsiteX190" fmla="*/ 11958451 w 13158799"/>
              <a:gd name="connsiteY190" fmla="*/ 46944 h 9456078"/>
              <a:gd name="connsiteX191" fmla="*/ 12007470 w 13158799"/>
              <a:gd name="connsiteY191" fmla="*/ 40931 h 9456078"/>
              <a:gd name="connsiteX192" fmla="*/ 12056572 w 13158799"/>
              <a:gd name="connsiteY192" fmla="*/ 35324 h 9456078"/>
              <a:gd name="connsiteX193" fmla="*/ 12105756 w 13158799"/>
              <a:gd name="connsiteY193" fmla="*/ 30126 h 9456078"/>
              <a:gd name="connsiteX194" fmla="*/ 12155019 w 13158799"/>
              <a:gd name="connsiteY194" fmla="*/ 25337 h 9456078"/>
              <a:gd name="connsiteX195" fmla="*/ 12204359 w 13158799"/>
              <a:gd name="connsiteY195" fmla="*/ 20958 h 9456078"/>
              <a:gd name="connsiteX196" fmla="*/ 12253773 w 13158799"/>
              <a:gd name="connsiteY196" fmla="*/ 16991 h 9456078"/>
              <a:gd name="connsiteX197" fmla="*/ 12303260 w 13158799"/>
              <a:gd name="connsiteY197" fmla="*/ 13437 h 9456078"/>
              <a:gd name="connsiteX198" fmla="*/ 12352818 w 13158799"/>
              <a:gd name="connsiteY198" fmla="*/ 10297 h 9456078"/>
              <a:gd name="connsiteX199" fmla="*/ 12402443 w 13158799"/>
              <a:gd name="connsiteY199" fmla="*/ 7572 h 9456078"/>
              <a:gd name="connsiteX200" fmla="*/ 12452133 w 13158799"/>
              <a:gd name="connsiteY200" fmla="*/ 5263 h 9456078"/>
              <a:gd name="connsiteX201" fmla="*/ 12501887 w 13158799"/>
              <a:gd name="connsiteY201" fmla="*/ 3371 h 9456078"/>
              <a:gd name="connsiteX202" fmla="*/ 12551701 w 13158799"/>
              <a:gd name="connsiteY202" fmla="*/ 1898 h 9456078"/>
              <a:gd name="connsiteX203" fmla="*/ 12601574 w 13158799"/>
              <a:gd name="connsiteY203" fmla="*/ 844 h 9456078"/>
              <a:gd name="connsiteX204" fmla="*/ 12651504 w 13158799"/>
              <a:gd name="connsiteY204" fmla="*/ 211 h 9456078"/>
              <a:gd name="connsiteX205" fmla="*/ 12701487 w 13158799"/>
              <a:gd name="connsiteY205" fmla="*/ 0 h 9456078"/>
              <a:gd name="connsiteX206" fmla="*/ 13158798 w 13158799"/>
              <a:gd name="connsiteY206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76172 w 13158797"/>
              <a:gd name="connsiteY22" fmla="*/ 9319936 h 9456078"/>
              <a:gd name="connsiteX23" fmla="*/ 1223823 w 13158797"/>
              <a:gd name="connsiteY23" fmla="*/ 9308509 h 9456078"/>
              <a:gd name="connsiteX24" fmla="*/ 1271339 w 13158797"/>
              <a:gd name="connsiteY24" fmla="*/ 9296635 h 9456078"/>
              <a:gd name="connsiteX25" fmla="*/ 1318719 w 13158797"/>
              <a:gd name="connsiteY25" fmla="*/ 9284315 h 9456078"/>
              <a:gd name="connsiteX26" fmla="*/ 1365957 w 13158797"/>
              <a:gd name="connsiteY26" fmla="*/ 9271550 h 9456078"/>
              <a:gd name="connsiteX27" fmla="*/ 1413052 w 13158797"/>
              <a:gd name="connsiteY27" fmla="*/ 9258342 h 9456078"/>
              <a:gd name="connsiteX28" fmla="*/ 1460000 w 13158797"/>
              <a:gd name="connsiteY28" fmla="*/ 9244693 h 9456078"/>
              <a:gd name="connsiteX29" fmla="*/ 1506799 w 13158797"/>
              <a:gd name="connsiteY29" fmla="*/ 9230604 h 9456078"/>
              <a:gd name="connsiteX30" fmla="*/ 1553445 w 13158797"/>
              <a:gd name="connsiteY30" fmla="*/ 9216076 h 9456078"/>
              <a:gd name="connsiteX31" fmla="*/ 1599935 w 13158797"/>
              <a:gd name="connsiteY31" fmla="*/ 9201111 h 9456078"/>
              <a:gd name="connsiteX32" fmla="*/ 1646267 w 13158797"/>
              <a:gd name="connsiteY32" fmla="*/ 9185710 h 9456078"/>
              <a:gd name="connsiteX33" fmla="*/ 1692437 w 13158797"/>
              <a:gd name="connsiteY33" fmla="*/ 9169876 h 9456078"/>
              <a:gd name="connsiteX34" fmla="*/ 1738442 w 13158797"/>
              <a:gd name="connsiteY34" fmla="*/ 9153608 h 9456078"/>
              <a:gd name="connsiteX35" fmla="*/ 1784280 w 13158797"/>
              <a:gd name="connsiteY35" fmla="*/ 9136910 h 9456078"/>
              <a:gd name="connsiteX36" fmla="*/ 1829947 w 13158797"/>
              <a:gd name="connsiteY36" fmla="*/ 9119782 h 9456078"/>
              <a:gd name="connsiteX37" fmla="*/ 1875440 w 13158797"/>
              <a:gd name="connsiteY37" fmla="*/ 9102226 h 9456078"/>
              <a:gd name="connsiteX38" fmla="*/ 1920756 w 13158797"/>
              <a:gd name="connsiteY38" fmla="*/ 9084243 h 9456078"/>
              <a:gd name="connsiteX39" fmla="*/ 1965893 w 13158797"/>
              <a:gd name="connsiteY39" fmla="*/ 9065835 h 9456078"/>
              <a:gd name="connsiteX40" fmla="*/ 2055615 w 13158797"/>
              <a:gd name="connsiteY40" fmla="*/ 9027750 h 9456078"/>
              <a:gd name="connsiteX41" fmla="*/ 2100195 w 13158797"/>
              <a:gd name="connsiteY41" fmla="*/ 9008075 h 9456078"/>
              <a:gd name="connsiteX42" fmla="*/ 2144582 w 13158797"/>
              <a:gd name="connsiteY42" fmla="*/ 8987981 h 9456078"/>
              <a:gd name="connsiteX43" fmla="*/ 2188775 w 13158797"/>
              <a:gd name="connsiteY43" fmla="*/ 8967470 h 9456078"/>
              <a:gd name="connsiteX44" fmla="*/ 2232770 w 13158797"/>
              <a:gd name="connsiteY44" fmla="*/ 8946542 h 9456078"/>
              <a:gd name="connsiteX45" fmla="*/ 2276564 w 13158797"/>
              <a:gd name="connsiteY45" fmla="*/ 8925199 h 9456078"/>
              <a:gd name="connsiteX46" fmla="*/ 2320154 w 13158797"/>
              <a:gd name="connsiteY46" fmla="*/ 8903443 h 9456078"/>
              <a:gd name="connsiteX47" fmla="*/ 2363538 w 13158797"/>
              <a:gd name="connsiteY47" fmla="*/ 8881275 h 9456078"/>
              <a:gd name="connsiteX48" fmla="*/ 2406711 w 13158797"/>
              <a:gd name="connsiteY48" fmla="*/ 8858697 h 9456078"/>
              <a:gd name="connsiteX49" fmla="*/ 2449672 w 13158797"/>
              <a:gd name="connsiteY49" fmla="*/ 8835710 h 9456078"/>
              <a:gd name="connsiteX50" fmla="*/ 2492417 w 13158797"/>
              <a:gd name="connsiteY50" fmla="*/ 8812316 h 9456078"/>
              <a:gd name="connsiteX51" fmla="*/ 2534943 w 13158797"/>
              <a:gd name="connsiteY51" fmla="*/ 8788516 h 9456078"/>
              <a:gd name="connsiteX52" fmla="*/ 2577247 w 13158797"/>
              <a:gd name="connsiteY52" fmla="*/ 8764311 h 9456078"/>
              <a:gd name="connsiteX53" fmla="*/ 2619326 w 13158797"/>
              <a:gd name="connsiteY53" fmla="*/ 8739704 h 9456078"/>
              <a:gd name="connsiteX54" fmla="*/ 2661177 w 13158797"/>
              <a:gd name="connsiteY54" fmla="*/ 8714695 h 9456078"/>
              <a:gd name="connsiteX55" fmla="*/ 2702797 w 13158797"/>
              <a:gd name="connsiteY55" fmla="*/ 8689286 h 9456078"/>
              <a:gd name="connsiteX56" fmla="*/ 2744183 w 13158797"/>
              <a:gd name="connsiteY56" fmla="*/ 8663479 h 9456078"/>
              <a:gd name="connsiteX57" fmla="*/ 2785333 w 13158797"/>
              <a:gd name="connsiteY57" fmla="*/ 8637274 h 9456078"/>
              <a:gd name="connsiteX58" fmla="*/ 2826242 w 13158797"/>
              <a:gd name="connsiteY58" fmla="*/ 8610675 h 9456078"/>
              <a:gd name="connsiteX59" fmla="*/ 2866908 w 13158797"/>
              <a:gd name="connsiteY59" fmla="*/ 8583681 h 9456078"/>
              <a:gd name="connsiteX60" fmla="*/ 2907329 w 13158797"/>
              <a:gd name="connsiteY60" fmla="*/ 8556295 h 9456078"/>
              <a:gd name="connsiteX61" fmla="*/ 2947500 w 13158797"/>
              <a:gd name="connsiteY61" fmla="*/ 8528517 h 9456078"/>
              <a:gd name="connsiteX62" fmla="*/ 2987419 w 13158797"/>
              <a:gd name="connsiteY62" fmla="*/ 8500351 h 9456078"/>
              <a:gd name="connsiteX63" fmla="*/ 3027083 w 13158797"/>
              <a:gd name="connsiteY63" fmla="*/ 8471796 h 9456078"/>
              <a:gd name="connsiteX64" fmla="*/ 3066489 w 13158797"/>
              <a:gd name="connsiteY64" fmla="*/ 8442854 h 9456078"/>
              <a:gd name="connsiteX65" fmla="*/ 3105634 w 13158797"/>
              <a:gd name="connsiteY65" fmla="*/ 8413528 h 9456078"/>
              <a:gd name="connsiteX66" fmla="*/ 3144515 w 13158797"/>
              <a:gd name="connsiteY66" fmla="*/ 8383818 h 9456078"/>
              <a:gd name="connsiteX67" fmla="*/ 3183129 w 13158797"/>
              <a:gd name="connsiteY67" fmla="*/ 8353726 h 9456078"/>
              <a:gd name="connsiteX68" fmla="*/ 3221473 w 13158797"/>
              <a:gd name="connsiteY68" fmla="*/ 8323253 h 9456078"/>
              <a:gd name="connsiteX69" fmla="*/ 3259544 w 13158797"/>
              <a:gd name="connsiteY69" fmla="*/ 8292401 h 9456078"/>
              <a:gd name="connsiteX70" fmla="*/ 3297339 w 13158797"/>
              <a:gd name="connsiteY70" fmla="*/ 8261172 h 9456078"/>
              <a:gd name="connsiteX71" fmla="*/ 3334854 w 13158797"/>
              <a:gd name="connsiteY71" fmla="*/ 8229566 h 9456078"/>
              <a:gd name="connsiteX72" fmla="*/ 3372087 w 13158797"/>
              <a:gd name="connsiteY72" fmla="*/ 8197585 h 9456078"/>
              <a:gd name="connsiteX73" fmla="*/ 3409035 w 13158797"/>
              <a:gd name="connsiteY73" fmla="*/ 8165232 h 9456078"/>
              <a:gd name="connsiteX74" fmla="*/ 3445695 w 13158797"/>
              <a:gd name="connsiteY74" fmla="*/ 8132507 h 9456078"/>
              <a:gd name="connsiteX75" fmla="*/ 3482064 w 13158797"/>
              <a:gd name="connsiteY75" fmla="*/ 8099411 h 9456078"/>
              <a:gd name="connsiteX76" fmla="*/ 3518139 w 13158797"/>
              <a:gd name="connsiteY76" fmla="*/ 8065947 h 9456078"/>
              <a:gd name="connsiteX77" fmla="*/ 3553916 w 13158797"/>
              <a:gd name="connsiteY77" fmla="*/ 8032115 h 9456078"/>
              <a:gd name="connsiteX78" fmla="*/ 3589393 w 13158797"/>
              <a:gd name="connsiteY78" fmla="*/ 7997918 h 9456078"/>
              <a:gd name="connsiteX79" fmla="*/ 3624567 w 13158797"/>
              <a:gd name="connsiteY79" fmla="*/ 7963356 h 9456078"/>
              <a:gd name="connsiteX80" fmla="*/ 3659435 w 13158797"/>
              <a:gd name="connsiteY80" fmla="*/ 7928432 h 9456078"/>
              <a:gd name="connsiteX81" fmla="*/ 3693994 w 13158797"/>
              <a:gd name="connsiteY81" fmla="*/ 7893146 h 9456078"/>
              <a:gd name="connsiteX82" fmla="*/ 3728240 w 13158797"/>
              <a:gd name="connsiteY82" fmla="*/ 7857501 h 9456078"/>
              <a:gd name="connsiteX83" fmla="*/ 3762171 w 13158797"/>
              <a:gd name="connsiteY83" fmla="*/ 7821497 h 9456078"/>
              <a:gd name="connsiteX84" fmla="*/ 3795783 w 13158797"/>
              <a:gd name="connsiteY84" fmla="*/ 7785136 h 9456078"/>
              <a:gd name="connsiteX85" fmla="*/ 3829075 w 13158797"/>
              <a:gd name="connsiteY85" fmla="*/ 7748420 h 9456078"/>
              <a:gd name="connsiteX86" fmla="*/ 3862042 w 13158797"/>
              <a:gd name="connsiteY86" fmla="*/ 7711350 h 9456078"/>
              <a:gd name="connsiteX87" fmla="*/ 3894682 w 13158797"/>
              <a:gd name="connsiteY87" fmla="*/ 7673928 h 9456078"/>
              <a:gd name="connsiteX88" fmla="*/ 3926991 w 13158797"/>
              <a:gd name="connsiteY88" fmla="*/ 7636155 h 9456078"/>
              <a:gd name="connsiteX89" fmla="*/ 3958967 w 13158797"/>
              <a:gd name="connsiteY89" fmla="*/ 7598032 h 9456078"/>
              <a:gd name="connsiteX90" fmla="*/ 3990607 w 13158797"/>
              <a:gd name="connsiteY90" fmla="*/ 7559561 h 9456078"/>
              <a:gd name="connsiteX91" fmla="*/ 4021907 w 13158797"/>
              <a:gd name="connsiteY91" fmla="*/ 7520744 h 9456078"/>
              <a:gd name="connsiteX92" fmla="*/ 4052865 w 13158797"/>
              <a:gd name="connsiteY92" fmla="*/ 7481582 h 9456078"/>
              <a:gd name="connsiteX93" fmla="*/ 4083478 w 13158797"/>
              <a:gd name="connsiteY93" fmla="*/ 7442077 h 9456078"/>
              <a:gd name="connsiteX94" fmla="*/ 8022311 w 13158797"/>
              <a:gd name="connsiteY94" fmla="*/ 2307814 h 9456078"/>
              <a:gd name="connsiteX95" fmla="*/ 8052902 w 13158797"/>
              <a:gd name="connsiteY95" fmla="*/ 2268285 h 9456078"/>
              <a:gd name="connsiteX96" fmla="*/ 8083796 w 13158797"/>
              <a:gd name="connsiteY96" fmla="*/ 2229056 h 9456078"/>
              <a:gd name="connsiteX97" fmla="*/ 8114989 w 13158797"/>
              <a:gd name="connsiteY97" fmla="*/ 2190127 h 9456078"/>
              <a:gd name="connsiteX98" fmla="*/ 8146479 w 13158797"/>
              <a:gd name="connsiteY98" fmla="*/ 2151500 h 9456078"/>
              <a:gd name="connsiteX99" fmla="*/ 8178264 w 13158797"/>
              <a:gd name="connsiteY99" fmla="*/ 2113176 h 9456078"/>
              <a:gd name="connsiteX100" fmla="*/ 8210341 w 13158797"/>
              <a:gd name="connsiteY100" fmla="*/ 2075157 h 9456078"/>
              <a:gd name="connsiteX101" fmla="*/ 8242709 w 13158797"/>
              <a:gd name="connsiteY101" fmla="*/ 2037442 h 9456078"/>
              <a:gd name="connsiteX102" fmla="*/ 8275365 w 13158797"/>
              <a:gd name="connsiteY102" fmla="*/ 2000034 h 9456078"/>
              <a:gd name="connsiteX103" fmla="*/ 8308307 w 13158797"/>
              <a:gd name="connsiteY103" fmla="*/ 1962934 h 9456078"/>
              <a:gd name="connsiteX104" fmla="*/ 8341532 w 13158797"/>
              <a:gd name="connsiteY104" fmla="*/ 1926142 h 9456078"/>
              <a:gd name="connsiteX105" fmla="*/ 8375038 w 13158797"/>
              <a:gd name="connsiteY105" fmla="*/ 1889660 h 9456078"/>
              <a:gd name="connsiteX106" fmla="*/ 8408823 w 13158797"/>
              <a:gd name="connsiteY106" fmla="*/ 1853489 h 9456078"/>
              <a:gd name="connsiteX107" fmla="*/ 8442885 w 13158797"/>
              <a:gd name="connsiteY107" fmla="*/ 1817630 h 9456078"/>
              <a:gd name="connsiteX108" fmla="*/ 8477221 w 13158797"/>
              <a:gd name="connsiteY108" fmla="*/ 1782084 h 9456078"/>
              <a:gd name="connsiteX109" fmla="*/ 8511829 w 13158797"/>
              <a:gd name="connsiteY109" fmla="*/ 1746853 h 9456078"/>
              <a:gd name="connsiteX110" fmla="*/ 8546706 w 13158797"/>
              <a:gd name="connsiteY110" fmla="*/ 1711937 h 9456078"/>
              <a:gd name="connsiteX111" fmla="*/ 8581851 w 13158797"/>
              <a:gd name="connsiteY111" fmla="*/ 1677337 h 9456078"/>
              <a:gd name="connsiteX112" fmla="*/ 8617261 w 13158797"/>
              <a:gd name="connsiteY112" fmla="*/ 1643056 h 9456078"/>
              <a:gd name="connsiteX113" fmla="*/ 8652934 w 13158797"/>
              <a:gd name="connsiteY113" fmla="*/ 1609093 h 9456078"/>
              <a:gd name="connsiteX114" fmla="*/ 8688867 w 13158797"/>
              <a:gd name="connsiteY114" fmla="*/ 1575450 h 9456078"/>
              <a:gd name="connsiteX115" fmla="*/ 8725058 w 13158797"/>
              <a:gd name="connsiteY115" fmla="*/ 1542128 h 9456078"/>
              <a:gd name="connsiteX116" fmla="*/ 8761506 w 13158797"/>
              <a:gd name="connsiteY116" fmla="*/ 1509129 h 9456078"/>
              <a:gd name="connsiteX117" fmla="*/ 8798207 w 13158797"/>
              <a:gd name="connsiteY117" fmla="*/ 1476452 h 9456078"/>
              <a:gd name="connsiteX118" fmla="*/ 8835159 w 13158797"/>
              <a:gd name="connsiteY118" fmla="*/ 1444101 h 9456078"/>
              <a:gd name="connsiteX119" fmla="*/ 8872360 w 13158797"/>
              <a:gd name="connsiteY119" fmla="*/ 1412075 h 9456078"/>
              <a:gd name="connsiteX120" fmla="*/ 8909808 w 13158797"/>
              <a:gd name="connsiteY120" fmla="*/ 1380375 h 9456078"/>
              <a:gd name="connsiteX121" fmla="*/ 8947501 w 13158797"/>
              <a:gd name="connsiteY121" fmla="*/ 1349004 h 9456078"/>
              <a:gd name="connsiteX122" fmla="*/ 8985435 w 13158797"/>
              <a:gd name="connsiteY122" fmla="*/ 1317962 h 9456078"/>
              <a:gd name="connsiteX123" fmla="*/ 9023610 w 13158797"/>
              <a:gd name="connsiteY123" fmla="*/ 1287250 h 9456078"/>
              <a:gd name="connsiteX124" fmla="*/ 9062022 w 13158797"/>
              <a:gd name="connsiteY124" fmla="*/ 1256869 h 9456078"/>
              <a:gd name="connsiteX125" fmla="*/ 9100669 w 13158797"/>
              <a:gd name="connsiteY125" fmla="*/ 1226820 h 9456078"/>
              <a:gd name="connsiteX126" fmla="*/ 9139549 w 13158797"/>
              <a:gd name="connsiteY126" fmla="*/ 1197105 h 9456078"/>
              <a:gd name="connsiteX127" fmla="*/ 9178660 w 13158797"/>
              <a:gd name="connsiteY127" fmla="*/ 1167725 h 9456078"/>
              <a:gd name="connsiteX128" fmla="*/ 9217999 w 13158797"/>
              <a:gd name="connsiteY128" fmla="*/ 1138681 h 9456078"/>
              <a:gd name="connsiteX129" fmla="*/ 9257564 w 13158797"/>
              <a:gd name="connsiteY129" fmla="*/ 1109974 h 9456078"/>
              <a:gd name="connsiteX130" fmla="*/ 9297353 w 13158797"/>
              <a:gd name="connsiteY130" fmla="*/ 1081604 h 9456078"/>
              <a:gd name="connsiteX131" fmla="*/ 9337364 w 13158797"/>
              <a:gd name="connsiteY131" fmla="*/ 1053574 h 9456078"/>
              <a:gd name="connsiteX132" fmla="*/ 9377594 w 13158797"/>
              <a:gd name="connsiteY132" fmla="*/ 1025884 h 9456078"/>
              <a:gd name="connsiteX133" fmla="*/ 9418040 w 13158797"/>
              <a:gd name="connsiteY133" fmla="*/ 998536 h 9456078"/>
              <a:gd name="connsiteX134" fmla="*/ 9458702 w 13158797"/>
              <a:gd name="connsiteY134" fmla="*/ 971530 h 9456078"/>
              <a:gd name="connsiteX135" fmla="*/ 9499575 w 13158797"/>
              <a:gd name="connsiteY135" fmla="*/ 944868 h 9456078"/>
              <a:gd name="connsiteX136" fmla="*/ 9540659 w 13158797"/>
              <a:gd name="connsiteY136" fmla="*/ 918551 h 9456078"/>
              <a:gd name="connsiteX137" fmla="*/ 9581950 w 13158797"/>
              <a:gd name="connsiteY137" fmla="*/ 892580 h 9456078"/>
              <a:gd name="connsiteX138" fmla="*/ 9623447 w 13158797"/>
              <a:gd name="connsiteY138" fmla="*/ 866956 h 9456078"/>
              <a:gd name="connsiteX139" fmla="*/ 9665147 w 13158797"/>
              <a:gd name="connsiteY139" fmla="*/ 841681 h 9456078"/>
              <a:gd name="connsiteX140" fmla="*/ 9707048 w 13158797"/>
              <a:gd name="connsiteY140" fmla="*/ 816754 h 9456078"/>
              <a:gd name="connsiteX141" fmla="*/ 9749147 w 13158797"/>
              <a:gd name="connsiteY141" fmla="*/ 792179 h 9456078"/>
              <a:gd name="connsiteX142" fmla="*/ 9791443 w 13158797"/>
              <a:gd name="connsiteY142" fmla="*/ 767955 h 9456078"/>
              <a:gd name="connsiteX143" fmla="*/ 9833932 w 13158797"/>
              <a:gd name="connsiteY143" fmla="*/ 744083 h 9456078"/>
              <a:gd name="connsiteX144" fmla="*/ 9876613 w 13158797"/>
              <a:gd name="connsiteY144" fmla="*/ 720566 h 9456078"/>
              <a:gd name="connsiteX145" fmla="*/ 9919484 w 13158797"/>
              <a:gd name="connsiteY145" fmla="*/ 697404 h 9456078"/>
              <a:gd name="connsiteX146" fmla="*/ 9962542 w 13158797"/>
              <a:gd name="connsiteY146" fmla="*/ 674598 h 9456078"/>
              <a:gd name="connsiteX147" fmla="*/ 10005784 w 13158797"/>
              <a:gd name="connsiteY147" fmla="*/ 652149 h 9456078"/>
              <a:gd name="connsiteX148" fmla="*/ 10049209 w 13158797"/>
              <a:gd name="connsiteY148" fmla="*/ 630059 h 9456078"/>
              <a:gd name="connsiteX149" fmla="*/ 10092814 w 13158797"/>
              <a:gd name="connsiteY149" fmla="*/ 608328 h 9456078"/>
              <a:gd name="connsiteX150" fmla="*/ 10136597 w 13158797"/>
              <a:gd name="connsiteY150" fmla="*/ 586958 h 9456078"/>
              <a:gd name="connsiteX151" fmla="*/ 10180556 w 13158797"/>
              <a:gd name="connsiteY151" fmla="*/ 565950 h 9456078"/>
              <a:gd name="connsiteX152" fmla="*/ 10224688 w 13158797"/>
              <a:gd name="connsiteY152" fmla="*/ 545304 h 9456078"/>
              <a:gd name="connsiteX153" fmla="*/ 10268991 w 13158797"/>
              <a:gd name="connsiteY153" fmla="*/ 525023 h 9456078"/>
              <a:gd name="connsiteX154" fmla="*/ 10313463 w 13158797"/>
              <a:gd name="connsiteY154" fmla="*/ 505107 h 9456078"/>
              <a:gd name="connsiteX155" fmla="*/ 10358101 w 13158797"/>
              <a:gd name="connsiteY155" fmla="*/ 485558 h 9456078"/>
              <a:gd name="connsiteX156" fmla="*/ 10402903 w 13158797"/>
              <a:gd name="connsiteY156" fmla="*/ 466376 h 9456078"/>
              <a:gd name="connsiteX157" fmla="*/ 10447868 w 13158797"/>
              <a:gd name="connsiteY157" fmla="*/ 447563 h 9456078"/>
              <a:gd name="connsiteX158" fmla="*/ 10492991 w 13158797"/>
              <a:gd name="connsiteY158" fmla="*/ 429119 h 9456078"/>
              <a:gd name="connsiteX159" fmla="*/ 10538272 w 13158797"/>
              <a:gd name="connsiteY159" fmla="*/ 411046 h 9456078"/>
              <a:gd name="connsiteX160" fmla="*/ 10583708 w 13158797"/>
              <a:gd name="connsiteY160" fmla="*/ 393346 h 9456078"/>
              <a:gd name="connsiteX161" fmla="*/ 10629297 w 13158797"/>
              <a:gd name="connsiteY161" fmla="*/ 376018 h 9456078"/>
              <a:gd name="connsiteX162" fmla="*/ 10675036 w 13158797"/>
              <a:gd name="connsiteY162" fmla="*/ 359065 h 9456078"/>
              <a:gd name="connsiteX163" fmla="*/ 10720923 w 13158797"/>
              <a:gd name="connsiteY163" fmla="*/ 342487 h 9456078"/>
              <a:gd name="connsiteX164" fmla="*/ 10766956 w 13158797"/>
              <a:gd name="connsiteY164" fmla="*/ 326286 h 9456078"/>
              <a:gd name="connsiteX165" fmla="*/ 10813132 w 13158797"/>
              <a:gd name="connsiteY165" fmla="*/ 310462 h 9456078"/>
              <a:gd name="connsiteX166" fmla="*/ 10859450 w 13158797"/>
              <a:gd name="connsiteY166" fmla="*/ 295018 h 9456078"/>
              <a:gd name="connsiteX167" fmla="*/ 10905907 w 13158797"/>
              <a:gd name="connsiteY167" fmla="*/ 279953 h 9456078"/>
              <a:gd name="connsiteX168" fmla="*/ 10952500 w 13158797"/>
              <a:gd name="connsiteY168" fmla="*/ 265269 h 9456078"/>
              <a:gd name="connsiteX169" fmla="*/ 10999227 w 13158797"/>
              <a:gd name="connsiteY169" fmla="*/ 250968 h 9456078"/>
              <a:gd name="connsiteX170" fmla="*/ 11046087 w 13158797"/>
              <a:gd name="connsiteY170" fmla="*/ 237049 h 9456078"/>
              <a:gd name="connsiteX171" fmla="*/ 11093076 w 13158797"/>
              <a:gd name="connsiteY171" fmla="*/ 223516 h 9456078"/>
              <a:gd name="connsiteX172" fmla="*/ 11140193 w 13158797"/>
              <a:gd name="connsiteY172" fmla="*/ 210368 h 9456078"/>
              <a:gd name="connsiteX173" fmla="*/ 11187434 w 13158797"/>
              <a:gd name="connsiteY173" fmla="*/ 197606 h 9456078"/>
              <a:gd name="connsiteX174" fmla="*/ 11234799 w 13158797"/>
              <a:gd name="connsiteY174" fmla="*/ 185233 h 9456078"/>
              <a:gd name="connsiteX175" fmla="*/ 11282284 w 13158797"/>
              <a:gd name="connsiteY175" fmla="*/ 173248 h 9456078"/>
              <a:gd name="connsiteX176" fmla="*/ 11329888 w 13158797"/>
              <a:gd name="connsiteY176" fmla="*/ 161654 h 9456078"/>
              <a:gd name="connsiteX177" fmla="*/ 11377607 w 13158797"/>
              <a:gd name="connsiteY177" fmla="*/ 150451 h 9456078"/>
              <a:gd name="connsiteX178" fmla="*/ 11425440 w 13158797"/>
              <a:gd name="connsiteY178" fmla="*/ 139640 h 9456078"/>
              <a:gd name="connsiteX179" fmla="*/ 11473385 w 13158797"/>
              <a:gd name="connsiteY179" fmla="*/ 129223 h 9456078"/>
              <a:gd name="connsiteX180" fmla="*/ 11521439 w 13158797"/>
              <a:gd name="connsiteY180" fmla="*/ 119201 h 9456078"/>
              <a:gd name="connsiteX181" fmla="*/ 11569599 w 13158797"/>
              <a:gd name="connsiteY181" fmla="*/ 109574 h 9456078"/>
              <a:gd name="connsiteX182" fmla="*/ 11617864 w 13158797"/>
              <a:gd name="connsiteY182" fmla="*/ 100344 h 9456078"/>
              <a:gd name="connsiteX183" fmla="*/ 11666231 w 13158797"/>
              <a:gd name="connsiteY183" fmla="*/ 91512 h 9456078"/>
              <a:gd name="connsiteX184" fmla="*/ 11714698 w 13158797"/>
              <a:gd name="connsiteY184" fmla="*/ 83080 h 9456078"/>
              <a:gd name="connsiteX185" fmla="*/ 11763263 w 13158797"/>
              <a:gd name="connsiteY185" fmla="*/ 75047 h 9456078"/>
              <a:gd name="connsiteX186" fmla="*/ 11811923 w 13158797"/>
              <a:gd name="connsiteY186" fmla="*/ 67417 h 9456078"/>
              <a:gd name="connsiteX187" fmla="*/ 11860676 w 13158797"/>
              <a:gd name="connsiteY187" fmla="*/ 60188 h 9456078"/>
              <a:gd name="connsiteX188" fmla="*/ 11909519 w 13158797"/>
              <a:gd name="connsiteY188" fmla="*/ 53364 h 9456078"/>
              <a:gd name="connsiteX189" fmla="*/ 11958451 w 13158797"/>
              <a:gd name="connsiteY189" fmla="*/ 46944 h 9456078"/>
              <a:gd name="connsiteX190" fmla="*/ 12007470 w 13158797"/>
              <a:gd name="connsiteY190" fmla="*/ 40931 h 9456078"/>
              <a:gd name="connsiteX191" fmla="*/ 12056572 w 13158797"/>
              <a:gd name="connsiteY191" fmla="*/ 35324 h 9456078"/>
              <a:gd name="connsiteX192" fmla="*/ 12105756 w 13158797"/>
              <a:gd name="connsiteY192" fmla="*/ 30126 h 9456078"/>
              <a:gd name="connsiteX193" fmla="*/ 12155019 w 13158797"/>
              <a:gd name="connsiteY193" fmla="*/ 25337 h 9456078"/>
              <a:gd name="connsiteX194" fmla="*/ 12204359 w 13158797"/>
              <a:gd name="connsiteY194" fmla="*/ 20958 h 9456078"/>
              <a:gd name="connsiteX195" fmla="*/ 12253773 w 13158797"/>
              <a:gd name="connsiteY195" fmla="*/ 16991 h 9456078"/>
              <a:gd name="connsiteX196" fmla="*/ 12303260 w 13158797"/>
              <a:gd name="connsiteY196" fmla="*/ 13437 h 9456078"/>
              <a:gd name="connsiteX197" fmla="*/ 12352818 w 13158797"/>
              <a:gd name="connsiteY197" fmla="*/ 10297 h 9456078"/>
              <a:gd name="connsiteX198" fmla="*/ 12402443 w 13158797"/>
              <a:gd name="connsiteY198" fmla="*/ 7572 h 9456078"/>
              <a:gd name="connsiteX199" fmla="*/ 12452133 w 13158797"/>
              <a:gd name="connsiteY199" fmla="*/ 5263 h 9456078"/>
              <a:gd name="connsiteX200" fmla="*/ 12501887 w 13158797"/>
              <a:gd name="connsiteY200" fmla="*/ 3371 h 9456078"/>
              <a:gd name="connsiteX201" fmla="*/ 12551701 w 13158797"/>
              <a:gd name="connsiteY201" fmla="*/ 1898 h 9456078"/>
              <a:gd name="connsiteX202" fmla="*/ 12601574 w 13158797"/>
              <a:gd name="connsiteY202" fmla="*/ 844 h 9456078"/>
              <a:gd name="connsiteX203" fmla="*/ 12651504 w 13158797"/>
              <a:gd name="connsiteY203" fmla="*/ 211 h 9456078"/>
              <a:gd name="connsiteX204" fmla="*/ 12701487 w 13158797"/>
              <a:gd name="connsiteY204" fmla="*/ 0 h 9456078"/>
              <a:gd name="connsiteX205" fmla="*/ 13158798 w 13158797"/>
              <a:gd name="connsiteY205" fmla="*/ 0 h 94560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</a:cxnLst>
            <a:rect l="l" t="t" r="r" b="b"/>
            <a:pathLst>
              <a:path w="13158797" h="9456078">
                <a:moveTo>
                  <a:pt x="0" y="9456078"/>
                </a:moveTo>
                <a:lnTo>
                  <a:pt x="49977" y="9455836"/>
                </a:lnTo>
                <a:lnTo>
                  <a:pt x="99893" y="9455111"/>
                </a:lnTo>
                <a:lnTo>
                  <a:pt x="149742" y="9453904"/>
                </a:lnTo>
                <a:lnTo>
                  <a:pt x="199524" y="9452217"/>
                </a:lnTo>
                <a:lnTo>
                  <a:pt x="298870" y="9447409"/>
                </a:lnTo>
                <a:lnTo>
                  <a:pt x="348429" y="9444290"/>
                </a:lnTo>
                <a:lnTo>
                  <a:pt x="397907" y="9440698"/>
                </a:lnTo>
                <a:lnTo>
                  <a:pt x="447302" y="9436632"/>
                </a:lnTo>
                <a:lnTo>
                  <a:pt x="496610" y="9432096"/>
                </a:lnTo>
                <a:lnTo>
                  <a:pt x="545829" y="9427089"/>
                </a:lnTo>
                <a:lnTo>
                  <a:pt x="594956" y="9421615"/>
                </a:lnTo>
                <a:lnTo>
                  <a:pt x="643987" y="9415673"/>
                </a:lnTo>
                <a:lnTo>
                  <a:pt x="692920" y="9409267"/>
                </a:lnTo>
                <a:lnTo>
                  <a:pt x="741751" y="9402396"/>
                </a:lnTo>
                <a:lnTo>
                  <a:pt x="790478" y="9395063"/>
                </a:lnTo>
                <a:lnTo>
                  <a:pt x="839098" y="9387270"/>
                </a:lnTo>
                <a:lnTo>
                  <a:pt x="887607" y="9379017"/>
                </a:lnTo>
                <a:lnTo>
                  <a:pt x="936002" y="9370306"/>
                </a:lnTo>
                <a:lnTo>
                  <a:pt x="984281" y="9361139"/>
                </a:lnTo>
                <a:lnTo>
                  <a:pt x="1032440" y="9351517"/>
                </a:lnTo>
                <a:lnTo>
                  <a:pt x="1080477" y="9341441"/>
                </a:lnTo>
                <a:lnTo>
                  <a:pt x="1176172" y="9319936"/>
                </a:lnTo>
                <a:lnTo>
                  <a:pt x="1223823" y="9308509"/>
                </a:lnTo>
                <a:lnTo>
                  <a:pt x="1271339" y="9296635"/>
                </a:lnTo>
                <a:lnTo>
                  <a:pt x="1318719" y="9284315"/>
                </a:lnTo>
                <a:lnTo>
                  <a:pt x="1365957" y="9271550"/>
                </a:lnTo>
                <a:lnTo>
                  <a:pt x="1413052" y="9258342"/>
                </a:lnTo>
                <a:lnTo>
                  <a:pt x="1460000" y="9244693"/>
                </a:lnTo>
                <a:lnTo>
                  <a:pt x="1506799" y="9230604"/>
                </a:lnTo>
                <a:lnTo>
                  <a:pt x="1553445" y="9216076"/>
                </a:lnTo>
                <a:lnTo>
                  <a:pt x="1599935" y="9201111"/>
                </a:lnTo>
                <a:lnTo>
                  <a:pt x="1646267" y="9185710"/>
                </a:lnTo>
                <a:lnTo>
                  <a:pt x="1692437" y="9169876"/>
                </a:lnTo>
                <a:lnTo>
                  <a:pt x="1738442" y="9153608"/>
                </a:lnTo>
                <a:lnTo>
                  <a:pt x="1784280" y="9136910"/>
                </a:lnTo>
                <a:lnTo>
                  <a:pt x="1829947" y="9119782"/>
                </a:lnTo>
                <a:lnTo>
                  <a:pt x="1875440" y="9102226"/>
                </a:lnTo>
                <a:lnTo>
                  <a:pt x="1920756" y="9084243"/>
                </a:lnTo>
                <a:lnTo>
                  <a:pt x="1965893" y="9065835"/>
                </a:lnTo>
                <a:lnTo>
                  <a:pt x="2055615" y="9027750"/>
                </a:lnTo>
                <a:lnTo>
                  <a:pt x="2100195" y="9008075"/>
                </a:lnTo>
                <a:lnTo>
                  <a:pt x="2144582" y="8987981"/>
                </a:lnTo>
                <a:lnTo>
                  <a:pt x="2188775" y="8967470"/>
                </a:lnTo>
                <a:lnTo>
                  <a:pt x="2232770" y="8946542"/>
                </a:lnTo>
                <a:lnTo>
                  <a:pt x="2276564" y="8925199"/>
                </a:lnTo>
                <a:lnTo>
                  <a:pt x="2320154" y="8903443"/>
                </a:lnTo>
                <a:lnTo>
                  <a:pt x="2363538" y="8881275"/>
                </a:lnTo>
                <a:lnTo>
                  <a:pt x="2406711" y="8858697"/>
                </a:lnTo>
                <a:lnTo>
                  <a:pt x="2449672" y="8835710"/>
                </a:lnTo>
                <a:lnTo>
                  <a:pt x="2492417" y="8812316"/>
                </a:lnTo>
                <a:lnTo>
                  <a:pt x="2534943" y="8788516"/>
                </a:lnTo>
                <a:lnTo>
                  <a:pt x="2577247" y="8764311"/>
                </a:lnTo>
                <a:lnTo>
                  <a:pt x="2619326" y="8739704"/>
                </a:lnTo>
                <a:lnTo>
                  <a:pt x="2661177" y="8714695"/>
                </a:lnTo>
                <a:lnTo>
                  <a:pt x="2702797" y="8689286"/>
                </a:lnTo>
                <a:lnTo>
                  <a:pt x="2744183" y="8663479"/>
                </a:lnTo>
                <a:lnTo>
                  <a:pt x="2785333" y="8637274"/>
                </a:lnTo>
                <a:lnTo>
                  <a:pt x="2826242" y="8610675"/>
                </a:lnTo>
                <a:lnTo>
                  <a:pt x="2866908" y="8583681"/>
                </a:lnTo>
                <a:lnTo>
                  <a:pt x="2907329" y="8556295"/>
                </a:lnTo>
                <a:lnTo>
                  <a:pt x="2947500" y="8528517"/>
                </a:lnTo>
                <a:lnTo>
                  <a:pt x="2987419" y="8500351"/>
                </a:lnTo>
                <a:lnTo>
                  <a:pt x="3027083" y="8471796"/>
                </a:lnTo>
                <a:lnTo>
                  <a:pt x="3066489" y="8442854"/>
                </a:lnTo>
                <a:lnTo>
                  <a:pt x="3105634" y="8413528"/>
                </a:lnTo>
                <a:lnTo>
                  <a:pt x="3144515" y="8383818"/>
                </a:lnTo>
                <a:lnTo>
                  <a:pt x="3183129" y="8353726"/>
                </a:lnTo>
                <a:lnTo>
                  <a:pt x="3221473" y="8323253"/>
                </a:lnTo>
                <a:lnTo>
                  <a:pt x="3259544" y="8292401"/>
                </a:lnTo>
                <a:lnTo>
                  <a:pt x="3297339" y="8261172"/>
                </a:lnTo>
                <a:lnTo>
                  <a:pt x="3334854" y="8229566"/>
                </a:lnTo>
                <a:lnTo>
                  <a:pt x="3372087" y="8197585"/>
                </a:lnTo>
                <a:lnTo>
                  <a:pt x="3409035" y="8165232"/>
                </a:lnTo>
                <a:lnTo>
                  <a:pt x="3445695" y="8132507"/>
                </a:lnTo>
                <a:lnTo>
                  <a:pt x="3482064" y="8099411"/>
                </a:lnTo>
                <a:lnTo>
                  <a:pt x="3518139" y="8065947"/>
                </a:lnTo>
                <a:lnTo>
                  <a:pt x="3553916" y="8032115"/>
                </a:lnTo>
                <a:lnTo>
                  <a:pt x="3589393" y="7997918"/>
                </a:lnTo>
                <a:lnTo>
                  <a:pt x="3624567" y="7963356"/>
                </a:lnTo>
                <a:lnTo>
                  <a:pt x="3659435" y="7928432"/>
                </a:lnTo>
                <a:lnTo>
                  <a:pt x="3693994" y="7893146"/>
                </a:lnTo>
                <a:lnTo>
                  <a:pt x="3728240" y="7857501"/>
                </a:lnTo>
                <a:lnTo>
                  <a:pt x="3762171" y="7821497"/>
                </a:lnTo>
                <a:lnTo>
                  <a:pt x="3795783" y="7785136"/>
                </a:lnTo>
                <a:lnTo>
                  <a:pt x="3829075" y="7748420"/>
                </a:lnTo>
                <a:lnTo>
                  <a:pt x="3862042" y="7711350"/>
                </a:lnTo>
                <a:lnTo>
                  <a:pt x="3894682" y="7673928"/>
                </a:lnTo>
                <a:lnTo>
                  <a:pt x="3926991" y="7636155"/>
                </a:lnTo>
                <a:lnTo>
                  <a:pt x="3958967" y="7598032"/>
                </a:lnTo>
                <a:lnTo>
                  <a:pt x="3990607" y="7559561"/>
                </a:lnTo>
                <a:lnTo>
                  <a:pt x="4021907" y="7520744"/>
                </a:lnTo>
                <a:lnTo>
                  <a:pt x="4052865" y="7481582"/>
                </a:lnTo>
                <a:lnTo>
                  <a:pt x="4083478" y="7442077"/>
                </a:lnTo>
                <a:lnTo>
                  <a:pt x="8022311" y="2307814"/>
                </a:lnTo>
                <a:lnTo>
                  <a:pt x="8052902" y="2268285"/>
                </a:lnTo>
                <a:lnTo>
                  <a:pt x="8083796" y="2229056"/>
                </a:lnTo>
                <a:lnTo>
                  <a:pt x="8114989" y="2190127"/>
                </a:lnTo>
                <a:lnTo>
                  <a:pt x="8146479" y="2151500"/>
                </a:lnTo>
                <a:lnTo>
                  <a:pt x="8178264" y="2113176"/>
                </a:lnTo>
                <a:lnTo>
                  <a:pt x="8210341" y="2075157"/>
                </a:lnTo>
                <a:lnTo>
                  <a:pt x="8242709" y="2037442"/>
                </a:lnTo>
                <a:lnTo>
                  <a:pt x="8275365" y="2000034"/>
                </a:lnTo>
                <a:lnTo>
                  <a:pt x="8308307" y="1962934"/>
                </a:lnTo>
                <a:lnTo>
                  <a:pt x="8341532" y="1926142"/>
                </a:lnTo>
                <a:lnTo>
                  <a:pt x="8375038" y="1889660"/>
                </a:lnTo>
                <a:lnTo>
                  <a:pt x="8408823" y="1853489"/>
                </a:lnTo>
                <a:lnTo>
                  <a:pt x="8442885" y="1817630"/>
                </a:lnTo>
                <a:lnTo>
                  <a:pt x="8477221" y="1782084"/>
                </a:lnTo>
                <a:lnTo>
                  <a:pt x="8511829" y="1746853"/>
                </a:lnTo>
                <a:lnTo>
                  <a:pt x="8546706" y="1711937"/>
                </a:lnTo>
                <a:lnTo>
                  <a:pt x="8581851" y="1677337"/>
                </a:lnTo>
                <a:lnTo>
                  <a:pt x="8617261" y="1643056"/>
                </a:lnTo>
                <a:lnTo>
                  <a:pt x="8652934" y="1609093"/>
                </a:lnTo>
                <a:lnTo>
                  <a:pt x="8688867" y="1575450"/>
                </a:lnTo>
                <a:lnTo>
                  <a:pt x="8725058" y="1542128"/>
                </a:lnTo>
                <a:lnTo>
                  <a:pt x="8761506" y="1509129"/>
                </a:lnTo>
                <a:lnTo>
                  <a:pt x="8798207" y="1476452"/>
                </a:lnTo>
                <a:lnTo>
                  <a:pt x="8835159" y="1444101"/>
                </a:lnTo>
                <a:lnTo>
                  <a:pt x="8872360" y="1412075"/>
                </a:lnTo>
                <a:lnTo>
                  <a:pt x="8909808" y="1380375"/>
                </a:lnTo>
                <a:lnTo>
                  <a:pt x="8947501" y="1349004"/>
                </a:lnTo>
                <a:lnTo>
                  <a:pt x="8985435" y="1317962"/>
                </a:lnTo>
                <a:lnTo>
                  <a:pt x="9023610" y="1287250"/>
                </a:lnTo>
                <a:lnTo>
                  <a:pt x="9062022" y="1256869"/>
                </a:lnTo>
                <a:lnTo>
                  <a:pt x="9100669" y="1226820"/>
                </a:lnTo>
                <a:lnTo>
                  <a:pt x="9139549" y="1197105"/>
                </a:lnTo>
                <a:lnTo>
                  <a:pt x="9178660" y="1167725"/>
                </a:lnTo>
                <a:lnTo>
                  <a:pt x="9217999" y="1138681"/>
                </a:lnTo>
                <a:lnTo>
                  <a:pt x="9257564" y="1109974"/>
                </a:lnTo>
                <a:lnTo>
                  <a:pt x="9297353" y="1081604"/>
                </a:lnTo>
                <a:lnTo>
                  <a:pt x="9337364" y="1053574"/>
                </a:lnTo>
                <a:lnTo>
                  <a:pt x="9377594" y="1025884"/>
                </a:lnTo>
                <a:lnTo>
                  <a:pt x="9418040" y="998536"/>
                </a:lnTo>
                <a:lnTo>
                  <a:pt x="9458702" y="971530"/>
                </a:lnTo>
                <a:lnTo>
                  <a:pt x="9499575" y="944868"/>
                </a:lnTo>
                <a:lnTo>
                  <a:pt x="9540659" y="918551"/>
                </a:lnTo>
                <a:lnTo>
                  <a:pt x="9581950" y="892580"/>
                </a:lnTo>
                <a:lnTo>
                  <a:pt x="9623447" y="866956"/>
                </a:lnTo>
                <a:lnTo>
                  <a:pt x="9665147" y="841681"/>
                </a:lnTo>
                <a:lnTo>
                  <a:pt x="9707048" y="816754"/>
                </a:lnTo>
                <a:lnTo>
                  <a:pt x="9749147" y="792179"/>
                </a:lnTo>
                <a:lnTo>
                  <a:pt x="9791443" y="767955"/>
                </a:lnTo>
                <a:lnTo>
                  <a:pt x="9833932" y="744083"/>
                </a:lnTo>
                <a:lnTo>
                  <a:pt x="9876613" y="720566"/>
                </a:lnTo>
                <a:lnTo>
                  <a:pt x="9919484" y="697404"/>
                </a:lnTo>
                <a:lnTo>
                  <a:pt x="9962542" y="674598"/>
                </a:lnTo>
                <a:lnTo>
                  <a:pt x="10005784" y="652149"/>
                </a:lnTo>
                <a:lnTo>
                  <a:pt x="10049209" y="630059"/>
                </a:lnTo>
                <a:lnTo>
                  <a:pt x="10092814" y="608328"/>
                </a:lnTo>
                <a:lnTo>
                  <a:pt x="10136597" y="586958"/>
                </a:lnTo>
                <a:lnTo>
                  <a:pt x="10180556" y="565950"/>
                </a:lnTo>
                <a:lnTo>
                  <a:pt x="10224688" y="545304"/>
                </a:lnTo>
                <a:lnTo>
                  <a:pt x="10268991" y="525023"/>
                </a:lnTo>
                <a:lnTo>
                  <a:pt x="10313463" y="505107"/>
                </a:lnTo>
                <a:lnTo>
                  <a:pt x="10358101" y="485558"/>
                </a:lnTo>
                <a:lnTo>
                  <a:pt x="10402903" y="466376"/>
                </a:lnTo>
                <a:lnTo>
                  <a:pt x="10447868" y="447563"/>
                </a:lnTo>
                <a:lnTo>
                  <a:pt x="10492991" y="429119"/>
                </a:lnTo>
                <a:lnTo>
                  <a:pt x="10538272" y="411046"/>
                </a:lnTo>
                <a:lnTo>
                  <a:pt x="10583708" y="393346"/>
                </a:lnTo>
                <a:lnTo>
                  <a:pt x="10629297" y="376018"/>
                </a:lnTo>
                <a:lnTo>
                  <a:pt x="10675036" y="359065"/>
                </a:lnTo>
                <a:lnTo>
                  <a:pt x="10720923" y="342487"/>
                </a:lnTo>
                <a:lnTo>
                  <a:pt x="10766956" y="326286"/>
                </a:lnTo>
                <a:lnTo>
                  <a:pt x="10813132" y="310462"/>
                </a:lnTo>
                <a:lnTo>
                  <a:pt x="10859450" y="295018"/>
                </a:lnTo>
                <a:lnTo>
                  <a:pt x="10905907" y="279953"/>
                </a:lnTo>
                <a:lnTo>
                  <a:pt x="10952500" y="265269"/>
                </a:lnTo>
                <a:lnTo>
                  <a:pt x="10999227" y="250968"/>
                </a:lnTo>
                <a:lnTo>
                  <a:pt x="11046087" y="237049"/>
                </a:lnTo>
                <a:lnTo>
                  <a:pt x="11093076" y="223516"/>
                </a:lnTo>
                <a:lnTo>
                  <a:pt x="11140193" y="210368"/>
                </a:lnTo>
                <a:lnTo>
                  <a:pt x="11187434" y="197606"/>
                </a:lnTo>
                <a:lnTo>
                  <a:pt x="11234799" y="185233"/>
                </a:lnTo>
                <a:lnTo>
                  <a:pt x="11282284" y="173248"/>
                </a:lnTo>
                <a:lnTo>
                  <a:pt x="11329888" y="161654"/>
                </a:lnTo>
                <a:lnTo>
                  <a:pt x="11377607" y="150451"/>
                </a:lnTo>
                <a:lnTo>
                  <a:pt x="11425440" y="139640"/>
                </a:lnTo>
                <a:lnTo>
                  <a:pt x="11473385" y="129223"/>
                </a:lnTo>
                <a:lnTo>
                  <a:pt x="11521439" y="119201"/>
                </a:lnTo>
                <a:lnTo>
                  <a:pt x="11569599" y="109574"/>
                </a:lnTo>
                <a:lnTo>
                  <a:pt x="11617864" y="100344"/>
                </a:lnTo>
                <a:lnTo>
                  <a:pt x="11666231" y="91512"/>
                </a:lnTo>
                <a:lnTo>
                  <a:pt x="11714698" y="83080"/>
                </a:lnTo>
                <a:lnTo>
                  <a:pt x="11763263" y="75047"/>
                </a:lnTo>
                <a:lnTo>
                  <a:pt x="11811923" y="67417"/>
                </a:lnTo>
                <a:lnTo>
                  <a:pt x="11860676" y="60188"/>
                </a:lnTo>
                <a:lnTo>
                  <a:pt x="11909519" y="53364"/>
                </a:lnTo>
                <a:lnTo>
                  <a:pt x="11958451" y="46944"/>
                </a:lnTo>
                <a:lnTo>
                  <a:pt x="12007470" y="40931"/>
                </a:lnTo>
                <a:lnTo>
                  <a:pt x="12056572" y="35324"/>
                </a:lnTo>
                <a:lnTo>
                  <a:pt x="12105756" y="30126"/>
                </a:lnTo>
                <a:lnTo>
                  <a:pt x="12155019" y="25337"/>
                </a:lnTo>
                <a:lnTo>
                  <a:pt x="12204359" y="20958"/>
                </a:lnTo>
                <a:lnTo>
                  <a:pt x="12253773" y="16991"/>
                </a:lnTo>
                <a:lnTo>
                  <a:pt x="12303260" y="13437"/>
                </a:lnTo>
                <a:lnTo>
                  <a:pt x="12352818" y="10297"/>
                </a:lnTo>
                <a:lnTo>
                  <a:pt x="12402443" y="7572"/>
                </a:lnTo>
                <a:lnTo>
                  <a:pt x="12452133" y="5263"/>
                </a:lnTo>
                <a:lnTo>
                  <a:pt x="12501887" y="3371"/>
                </a:lnTo>
                <a:lnTo>
                  <a:pt x="12551701" y="1898"/>
                </a:lnTo>
                <a:lnTo>
                  <a:pt x="12601574" y="844"/>
                </a:lnTo>
                <a:lnTo>
                  <a:pt x="12651504" y="211"/>
                </a:lnTo>
                <a:lnTo>
                  <a:pt x="12701487" y="0"/>
                </a:lnTo>
                <a:lnTo>
                  <a:pt x="13158798" y="0"/>
                </a:lnTo>
              </a:path>
            </a:pathLst>
          </a:custGeom>
          <a:ln w="19050">
            <a:gradFill>
              <a:gsLst>
                <a:gs pos="15000">
                  <a:schemeClr val="tx2"/>
                </a:gs>
                <a:gs pos="0">
                  <a:schemeClr val="bg1">
                    <a:alpha val="0"/>
                  </a:schemeClr>
                </a:gs>
              </a:gsLst>
              <a:lin ang="5400000" scaled="0"/>
            </a:gradFill>
          </a:ln>
        </p:spPr>
        <p:txBody>
          <a:bodyPr wrap="square" lIns="0" tIns="0" rIns="0" bIns="0" rtlCol="0"/>
          <a:lstStyle/>
          <a:p>
            <a:pPr marL="0" marR="0" lvl="0" indent="0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</p:spTree>
    <p:extLst>
      <p:ext uri="{BB962C8B-B14F-4D97-AF65-F5344CB8AC3E}">
        <p14:creationId xmlns:p14="http://schemas.microsoft.com/office/powerpoint/2010/main" val="38026019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451">
          <p15:clr>
            <a:srgbClr val="FBAE40"/>
          </p15:clr>
        </p15:guide>
        <p15:guide id="2" pos="128">
          <p15:clr>
            <a:srgbClr val="FBAE40"/>
          </p15:clr>
        </p15:guide>
        <p15:guide id="3" orient="horz" pos="2383">
          <p15:clr>
            <a:srgbClr val="FBAE40"/>
          </p15:clr>
        </p15:guide>
        <p15:guide id="4" pos="4530">
          <p15:clr>
            <a:srgbClr val="FBAE40"/>
          </p15:clr>
        </p15:guide>
        <p15:guide id="5" orient="horz" pos="141">
          <p15:clr>
            <a:srgbClr val="FBAE40"/>
          </p15:clr>
        </p15:guide>
        <p15:guide id="6" orient="horz" pos="306">
          <p15:clr>
            <a:srgbClr val="FBAE40"/>
          </p15:clr>
        </p15:guide>
        <p15:guide id="7" orient="horz" pos="416">
          <p15:clr>
            <a:srgbClr val="FBAE40"/>
          </p15:clr>
        </p15:guide>
      </p15:sldGuideLst>
    </p:ext>
  </p:extLst>
</p:sldLayout>
</file>

<file path=ppt/slideLayouts/slideLayout145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3_Disclaimer - Escuro">
    <p:bg>
      <p:bgPr>
        <a:gradFill>
          <a:gsLst>
            <a:gs pos="67000">
              <a:schemeClr val="tx1"/>
            </a:gs>
            <a:gs pos="100000">
              <a:schemeClr val="tx1"/>
            </a:gs>
            <a:gs pos="0">
              <a:srgbClr val="161B21"/>
            </a:gs>
          </a:gsLst>
          <a:lin ang="84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8">
            <a:extLst>
              <a:ext uri="{FF2B5EF4-FFF2-40B4-BE49-F238E27FC236}">
                <a16:creationId xmlns:a16="http://schemas.microsoft.com/office/drawing/2014/main" id="{0A77DBCB-2AB5-6CB5-41F8-C0F34878DCC3}"/>
              </a:ext>
            </a:extLst>
          </p:cNvPr>
          <p:cNvPicPr>
            <a:picLocks noChangeAspect="1"/>
          </p:cNvPicPr>
          <p:nvPr/>
        </p:nvPicPr>
        <p:blipFill rotWithShape="1">
          <a:blip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 l="-8117" t="-23966" r="-8117" b="-23966"/>
          <a:stretch/>
        </p:blipFill>
        <p:spPr>
          <a:xfrm>
            <a:off x="271656" y="6354583"/>
            <a:ext cx="889861" cy="385348"/>
          </a:xfrm>
          <a:prstGeom prst="rect">
            <a:avLst/>
          </a:prstGeom>
        </p:spPr>
      </p:pic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B6F1873E-A461-1060-F030-72F82DE78FD5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2"/>
            <a:ext cx="8441175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Disclaimer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03F3B14A-4381-EE52-0164-94E04FE17DB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4" y="1103586"/>
            <a:ext cx="11522075" cy="5133702"/>
          </a:xfrm>
          <a:prstGeom prst="rect">
            <a:avLst/>
          </a:prstGeom>
        </p:spPr>
        <p:txBody>
          <a:bodyPr lIns="0" tIns="0" rIns="0" bIns="0"/>
          <a:lstStyle>
            <a:lvl1pPr marL="0" indent="0" algn="just">
              <a:lnSpc>
                <a:spcPct val="100000"/>
              </a:lnSpc>
              <a:spcBef>
                <a:spcPts val="0"/>
              </a:spcBef>
              <a:buNone/>
              <a:defRPr sz="10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2" name="Straight Connector 1">
            <a:extLst>
              <a:ext uri="{FF2B5EF4-FFF2-40B4-BE49-F238E27FC236}">
                <a16:creationId xmlns:a16="http://schemas.microsoft.com/office/drawing/2014/main" id="{025C7EE0-5DC8-3AFD-68DD-425A1257532B}"/>
              </a:ext>
            </a:extLst>
          </p:cNvPr>
          <p:cNvCxnSpPr>
            <a:cxnSpLocks/>
          </p:cNvCxnSpPr>
          <p:nvPr/>
        </p:nvCxnSpPr>
        <p:spPr>
          <a:xfrm>
            <a:off x="2" y="169333"/>
            <a:ext cx="12229571" cy="0"/>
          </a:xfrm>
          <a:prstGeom prst="line">
            <a:avLst/>
          </a:prstGeom>
          <a:ln w="1905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object 4">
            <a:extLst>
              <a:ext uri="{FF2B5EF4-FFF2-40B4-BE49-F238E27FC236}">
                <a16:creationId xmlns:a16="http://schemas.microsoft.com/office/drawing/2014/main" id="{269CD027-1F93-75FA-DF19-E607C7D57FE9}"/>
              </a:ext>
            </a:extLst>
          </p:cNvPr>
          <p:cNvSpPr/>
          <p:nvPr/>
        </p:nvSpPr>
        <p:spPr>
          <a:xfrm rot="10247908" flipH="1">
            <a:off x="4106509" y="-4146683"/>
            <a:ext cx="8001039" cy="5749648"/>
          </a:xfrm>
          <a:custGeom>
            <a:avLst/>
            <a:gdLst>
              <a:gd name="connsiteX0" fmla="*/ 0 w 13940157"/>
              <a:gd name="connsiteY0" fmla="*/ 9200719 h 9456078"/>
              <a:gd name="connsiteX1" fmla="*/ 781360 w 13940157"/>
              <a:gd name="connsiteY1" fmla="*/ 9456078 h 9456078"/>
              <a:gd name="connsiteX2" fmla="*/ 831337 w 13940157"/>
              <a:gd name="connsiteY2" fmla="*/ 9455836 h 9456078"/>
              <a:gd name="connsiteX3" fmla="*/ 881253 w 13940157"/>
              <a:gd name="connsiteY3" fmla="*/ 9455111 h 9456078"/>
              <a:gd name="connsiteX4" fmla="*/ 931102 w 13940157"/>
              <a:gd name="connsiteY4" fmla="*/ 9453904 h 9456078"/>
              <a:gd name="connsiteX5" fmla="*/ 980884 w 13940157"/>
              <a:gd name="connsiteY5" fmla="*/ 9452217 h 9456078"/>
              <a:gd name="connsiteX6" fmla="*/ 1030594 w 13940157"/>
              <a:gd name="connsiteY6" fmla="*/ 9450052 h 9456078"/>
              <a:gd name="connsiteX7" fmla="*/ 1080230 w 13940157"/>
              <a:gd name="connsiteY7" fmla="*/ 9447409 h 9456078"/>
              <a:gd name="connsiteX8" fmla="*/ 1129789 w 13940157"/>
              <a:gd name="connsiteY8" fmla="*/ 9444290 h 9456078"/>
              <a:gd name="connsiteX9" fmla="*/ 1179267 w 13940157"/>
              <a:gd name="connsiteY9" fmla="*/ 9440698 h 9456078"/>
              <a:gd name="connsiteX10" fmla="*/ 1228662 w 13940157"/>
              <a:gd name="connsiteY10" fmla="*/ 9436632 h 9456078"/>
              <a:gd name="connsiteX11" fmla="*/ 1277970 w 13940157"/>
              <a:gd name="connsiteY11" fmla="*/ 9432096 h 9456078"/>
              <a:gd name="connsiteX12" fmla="*/ 1327189 w 13940157"/>
              <a:gd name="connsiteY12" fmla="*/ 9427089 h 9456078"/>
              <a:gd name="connsiteX13" fmla="*/ 1376316 w 13940157"/>
              <a:gd name="connsiteY13" fmla="*/ 9421615 h 9456078"/>
              <a:gd name="connsiteX14" fmla="*/ 1425347 w 13940157"/>
              <a:gd name="connsiteY14" fmla="*/ 9415673 h 9456078"/>
              <a:gd name="connsiteX15" fmla="*/ 1474280 w 13940157"/>
              <a:gd name="connsiteY15" fmla="*/ 9409267 h 9456078"/>
              <a:gd name="connsiteX16" fmla="*/ 1523111 w 13940157"/>
              <a:gd name="connsiteY16" fmla="*/ 9402396 h 9456078"/>
              <a:gd name="connsiteX17" fmla="*/ 1571838 w 13940157"/>
              <a:gd name="connsiteY17" fmla="*/ 9395063 h 9456078"/>
              <a:gd name="connsiteX18" fmla="*/ 1620458 w 13940157"/>
              <a:gd name="connsiteY18" fmla="*/ 9387270 h 9456078"/>
              <a:gd name="connsiteX19" fmla="*/ 1668967 w 13940157"/>
              <a:gd name="connsiteY19" fmla="*/ 9379017 h 9456078"/>
              <a:gd name="connsiteX20" fmla="*/ 1717362 w 13940157"/>
              <a:gd name="connsiteY20" fmla="*/ 9370306 h 9456078"/>
              <a:gd name="connsiteX21" fmla="*/ 1765641 w 13940157"/>
              <a:gd name="connsiteY21" fmla="*/ 9361139 h 9456078"/>
              <a:gd name="connsiteX22" fmla="*/ 1813800 w 13940157"/>
              <a:gd name="connsiteY22" fmla="*/ 9351517 h 9456078"/>
              <a:gd name="connsiteX23" fmla="*/ 1861837 w 13940157"/>
              <a:gd name="connsiteY23" fmla="*/ 9341441 h 9456078"/>
              <a:gd name="connsiteX24" fmla="*/ 1909749 w 13940157"/>
              <a:gd name="connsiteY24" fmla="*/ 9330914 h 9456078"/>
              <a:gd name="connsiteX25" fmla="*/ 1957532 w 13940157"/>
              <a:gd name="connsiteY25" fmla="*/ 9319936 h 9456078"/>
              <a:gd name="connsiteX26" fmla="*/ 2005183 w 13940157"/>
              <a:gd name="connsiteY26" fmla="*/ 9308509 h 9456078"/>
              <a:gd name="connsiteX27" fmla="*/ 2052699 w 13940157"/>
              <a:gd name="connsiteY27" fmla="*/ 9296635 h 9456078"/>
              <a:gd name="connsiteX28" fmla="*/ 2100079 w 13940157"/>
              <a:gd name="connsiteY28" fmla="*/ 9284315 h 9456078"/>
              <a:gd name="connsiteX29" fmla="*/ 2147317 w 13940157"/>
              <a:gd name="connsiteY29" fmla="*/ 9271550 h 9456078"/>
              <a:gd name="connsiteX30" fmla="*/ 2194412 w 13940157"/>
              <a:gd name="connsiteY30" fmla="*/ 9258342 h 9456078"/>
              <a:gd name="connsiteX31" fmla="*/ 2241360 w 13940157"/>
              <a:gd name="connsiteY31" fmla="*/ 9244693 h 9456078"/>
              <a:gd name="connsiteX32" fmla="*/ 2288159 w 13940157"/>
              <a:gd name="connsiteY32" fmla="*/ 9230604 h 9456078"/>
              <a:gd name="connsiteX33" fmla="*/ 2334805 w 13940157"/>
              <a:gd name="connsiteY33" fmla="*/ 9216076 h 9456078"/>
              <a:gd name="connsiteX34" fmla="*/ 2381295 w 13940157"/>
              <a:gd name="connsiteY34" fmla="*/ 9201111 h 9456078"/>
              <a:gd name="connsiteX35" fmla="*/ 2427627 w 13940157"/>
              <a:gd name="connsiteY35" fmla="*/ 9185710 h 9456078"/>
              <a:gd name="connsiteX36" fmla="*/ 2473797 w 13940157"/>
              <a:gd name="connsiteY36" fmla="*/ 9169876 h 9456078"/>
              <a:gd name="connsiteX37" fmla="*/ 2519802 w 13940157"/>
              <a:gd name="connsiteY37" fmla="*/ 9153608 h 9456078"/>
              <a:gd name="connsiteX38" fmla="*/ 2565640 w 13940157"/>
              <a:gd name="connsiteY38" fmla="*/ 9136910 h 9456078"/>
              <a:gd name="connsiteX39" fmla="*/ 2611307 w 13940157"/>
              <a:gd name="connsiteY39" fmla="*/ 9119782 h 9456078"/>
              <a:gd name="connsiteX40" fmla="*/ 2656800 w 13940157"/>
              <a:gd name="connsiteY40" fmla="*/ 9102226 h 9456078"/>
              <a:gd name="connsiteX41" fmla="*/ 2702116 w 13940157"/>
              <a:gd name="connsiteY41" fmla="*/ 9084243 h 9456078"/>
              <a:gd name="connsiteX42" fmla="*/ 2747253 w 13940157"/>
              <a:gd name="connsiteY42" fmla="*/ 9065835 h 9456078"/>
              <a:gd name="connsiteX43" fmla="*/ 2792207 w 13940157"/>
              <a:gd name="connsiteY43" fmla="*/ 9047004 h 9456078"/>
              <a:gd name="connsiteX44" fmla="*/ 2836975 w 13940157"/>
              <a:gd name="connsiteY44" fmla="*/ 9027750 h 9456078"/>
              <a:gd name="connsiteX45" fmla="*/ 2881555 w 13940157"/>
              <a:gd name="connsiteY45" fmla="*/ 9008075 h 9456078"/>
              <a:gd name="connsiteX46" fmla="*/ 2925942 w 13940157"/>
              <a:gd name="connsiteY46" fmla="*/ 8987981 h 9456078"/>
              <a:gd name="connsiteX47" fmla="*/ 2970135 w 13940157"/>
              <a:gd name="connsiteY47" fmla="*/ 8967470 h 9456078"/>
              <a:gd name="connsiteX48" fmla="*/ 3014130 w 13940157"/>
              <a:gd name="connsiteY48" fmla="*/ 8946542 h 9456078"/>
              <a:gd name="connsiteX49" fmla="*/ 3057924 w 13940157"/>
              <a:gd name="connsiteY49" fmla="*/ 8925199 h 9456078"/>
              <a:gd name="connsiteX50" fmla="*/ 3101514 w 13940157"/>
              <a:gd name="connsiteY50" fmla="*/ 8903443 h 9456078"/>
              <a:gd name="connsiteX51" fmla="*/ 3144898 w 13940157"/>
              <a:gd name="connsiteY51" fmla="*/ 8881275 h 9456078"/>
              <a:gd name="connsiteX52" fmla="*/ 3188071 w 13940157"/>
              <a:gd name="connsiteY52" fmla="*/ 8858697 h 9456078"/>
              <a:gd name="connsiteX53" fmla="*/ 3231032 w 13940157"/>
              <a:gd name="connsiteY53" fmla="*/ 8835710 h 9456078"/>
              <a:gd name="connsiteX54" fmla="*/ 3273777 w 13940157"/>
              <a:gd name="connsiteY54" fmla="*/ 8812316 h 9456078"/>
              <a:gd name="connsiteX55" fmla="*/ 3316303 w 13940157"/>
              <a:gd name="connsiteY55" fmla="*/ 8788516 h 9456078"/>
              <a:gd name="connsiteX56" fmla="*/ 3358607 w 13940157"/>
              <a:gd name="connsiteY56" fmla="*/ 8764311 h 9456078"/>
              <a:gd name="connsiteX57" fmla="*/ 3400686 w 13940157"/>
              <a:gd name="connsiteY57" fmla="*/ 8739704 h 9456078"/>
              <a:gd name="connsiteX58" fmla="*/ 3442537 w 13940157"/>
              <a:gd name="connsiteY58" fmla="*/ 8714695 h 9456078"/>
              <a:gd name="connsiteX59" fmla="*/ 3484157 w 13940157"/>
              <a:gd name="connsiteY59" fmla="*/ 8689286 h 9456078"/>
              <a:gd name="connsiteX60" fmla="*/ 3525543 w 13940157"/>
              <a:gd name="connsiteY60" fmla="*/ 8663479 h 9456078"/>
              <a:gd name="connsiteX61" fmla="*/ 3566693 w 13940157"/>
              <a:gd name="connsiteY61" fmla="*/ 8637274 h 9456078"/>
              <a:gd name="connsiteX62" fmla="*/ 3607602 w 13940157"/>
              <a:gd name="connsiteY62" fmla="*/ 8610675 h 9456078"/>
              <a:gd name="connsiteX63" fmla="*/ 3648268 w 13940157"/>
              <a:gd name="connsiteY63" fmla="*/ 8583681 h 9456078"/>
              <a:gd name="connsiteX64" fmla="*/ 3688689 w 13940157"/>
              <a:gd name="connsiteY64" fmla="*/ 8556295 h 9456078"/>
              <a:gd name="connsiteX65" fmla="*/ 3728860 w 13940157"/>
              <a:gd name="connsiteY65" fmla="*/ 8528517 h 9456078"/>
              <a:gd name="connsiteX66" fmla="*/ 3768779 w 13940157"/>
              <a:gd name="connsiteY66" fmla="*/ 8500351 h 9456078"/>
              <a:gd name="connsiteX67" fmla="*/ 3808443 w 13940157"/>
              <a:gd name="connsiteY67" fmla="*/ 8471796 h 9456078"/>
              <a:gd name="connsiteX68" fmla="*/ 3847849 w 13940157"/>
              <a:gd name="connsiteY68" fmla="*/ 8442854 h 9456078"/>
              <a:gd name="connsiteX69" fmla="*/ 3886994 w 13940157"/>
              <a:gd name="connsiteY69" fmla="*/ 8413528 h 9456078"/>
              <a:gd name="connsiteX70" fmla="*/ 3925875 w 13940157"/>
              <a:gd name="connsiteY70" fmla="*/ 8383818 h 9456078"/>
              <a:gd name="connsiteX71" fmla="*/ 3964489 w 13940157"/>
              <a:gd name="connsiteY71" fmla="*/ 8353726 h 9456078"/>
              <a:gd name="connsiteX72" fmla="*/ 4002833 w 13940157"/>
              <a:gd name="connsiteY72" fmla="*/ 8323253 h 9456078"/>
              <a:gd name="connsiteX73" fmla="*/ 4040904 w 13940157"/>
              <a:gd name="connsiteY73" fmla="*/ 8292401 h 9456078"/>
              <a:gd name="connsiteX74" fmla="*/ 4078699 w 13940157"/>
              <a:gd name="connsiteY74" fmla="*/ 8261172 h 9456078"/>
              <a:gd name="connsiteX75" fmla="*/ 4116214 w 13940157"/>
              <a:gd name="connsiteY75" fmla="*/ 8229566 h 9456078"/>
              <a:gd name="connsiteX76" fmla="*/ 4153447 w 13940157"/>
              <a:gd name="connsiteY76" fmla="*/ 8197585 h 9456078"/>
              <a:gd name="connsiteX77" fmla="*/ 4190395 w 13940157"/>
              <a:gd name="connsiteY77" fmla="*/ 8165232 h 9456078"/>
              <a:gd name="connsiteX78" fmla="*/ 4227055 w 13940157"/>
              <a:gd name="connsiteY78" fmla="*/ 8132507 h 9456078"/>
              <a:gd name="connsiteX79" fmla="*/ 4263424 w 13940157"/>
              <a:gd name="connsiteY79" fmla="*/ 8099411 h 9456078"/>
              <a:gd name="connsiteX80" fmla="*/ 4299499 w 13940157"/>
              <a:gd name="connsiteY80" fmla="*/ 8065947 h 9456078"/>
              <a:gd name="connsiteX81" fmla="*/ 4335276 w 13940157"/>
              <a:gd name="connsiteY81" fmla="*/ 8032115 h 9456078"/>
              <a:gd name="connsiteX82" fmla="*/ 4370753 w 13940157"/>
              <a:gd name="connsiteY82" fmla="*/ 7997918 h 9456078"/>
              <a:gd name="connsiteX83" fmla="*/ 4405927 w 13940157"/>
              <a:gd name="connsiteY83" fmla="*/ 7963356 h 9456078"/>
              <a:gd name="connsiteX84" fmla="*/ 4440795 w 13940157"/>
              <a:gd name="connsiteY84" fmla="*/ 7928432 h 9456078"/>
              <a:gd name="connsiteX85" fmla="*/ 4475354 w 13940157"/>
              <a:gd name="connsiteY85" fmla="*/ 7893146 h 9456078"/>
              <a:gd name="connsiteX86" fmla="*/ 4509600 w 13940157"/>
              <a:gd name="connsiteY86" fmla="*/ 7857501 h 9456078"/>
              <a:gd name="connsiteX87" fmla="*/ 4543531 w 13940157"/>
              <a:gd name="connsiteY87" fmla="*/ 7821497 h 9456078"/>
              <a:gd name="connsiteX88" fmla="*/ 4577143 w 13940157"/>
              <a:gd name="connsiteY88" fmla="*/ 7785136 h 9456078"/>
              <a:gd name="connsiteX89" fmla="*/ 4610435 w 13940157"/>
              <a:gd name="connsiteY89" fmla="*/ 7748420 h 9456078"/>
              <a:gd name="connsiteX90" fmla="*/ 4643402 w 13940157"/>
              <a:gd name="connsiteY90" fmla="*/ 7711350 h 9456078"/>
              <a:gd name="connsiteX91" fmla="*/ 4676042 w 13940157"/>
              <a:gd name="connsiteY91" fmla="*/ 7673928 h 9456078"/>
              <a:gd name="connsiteX92" fmla="*/ 4708351 w 13940157"/>
              <a:gd name="connsiteY92" fmla="*/ 7636155 h 9456078"/>
              <a:gd name="connsiteX93" fmla="*/ 4740327 w 13940157"/>
              <a:gd name="connsiteY93" fmla="*/ 7598032 h 9456078"/>
              <a:gd name="connsiteX94" fmla="*/ 4771967 w 13940157"/>
              <a:gd name="connsiteY94" fmla="*/ 7559561 h 9456078"/>
              <a:gd name="connsiteX95" fmla="*/ 4803267 w 13940157"/>
              <a:gd name="connsiteY95" fmla="*/ 7520744 h 9456078"/>
              <a:gd name="connsiteX96" fmla="*/ 4834225 w 13940157"/>
              <a:gd name="connsiteY96" fmla="*/ 7481582 h 9456078"/>
              <a:gd name="connsiteX97" fmla="*/ 4864838 w 13940157"/>
              <a:gd name="connsiteY97" fmla="*/ 7442077 h 9456078"/>
              <a:gd name="connsiteX98" fmla="*/ 8803671 w 13940157"/>
              <a:gd name="connsiteY98" fmla="*/ 2307814 h 9456078"/>
              <a:gd name="connsiteX99" fmla="*/ 8834262 w 13940157"/>
              <a:gd name="connsiteY99" fmla="*/ 2268285 h 9456078"/>
              <a:gd name="connsiteX100" fmla="*/ 8865156 w 13940157"/>
              <a:gd name="connsiteY100" fmla="*/ 2229056 h 9456078"/>
              <a:gd name="connsiteX101" fmla="*/ 8896349 w 13940157"/>
              <a:gd name="connsiteY101" fmla="*/ 2190127 h 9456078"/>
              <a:gd name="connsiteX102" fmla="*/ 8927839 w 13940157"/>
              <a:gd name="connsiteY102" fmla="*/ 2151500 h 9456078"/>
              <a:gd name="connsiteX103" fmla="*/ 8959624 w 13940157"/>
              <a:gd name="connsiteY103" fmla="*/ 2113176 h 9456078"/>
              <a:gd name="connsiteX104" fmla="*/ 8991701 w 13940157"/>
              <a:gd name="connsiteY104" fmla="*/ 2075157 h 9456078"/>
              <a:gd name="connsiteX105" fmla="*/ 9024069 w 13940157"/>
              <a:gd name="connsiteY105" fmla="*/ 2037442 h 9456078"/>
              <a:gd name="connsiteX106" fmla="*/ 9056725 w 13940157"/>
              <a:gd name="connsiteY106" fmla="*/ 2000034 h 9456078"/>
              <a:gd name="connsiteX107" fmla="*/ 9089667 w 13940157"/>
              <a:gd name="connsiteY107" fmla="*/ 1962934 h 9456078"/>
              <a:gd name="connsiteX108" fmla="*/ 9122892 w 13940157"/>
              <a:gd name="connsiteY108" fmla="*/ 1926142 h 9456078"/>
              <a:gd name="connsiteX109" fmla="*/ 9156398 w 13940157"/>
              <a:gd name="connsiteY109" fmla="*/ 1889660 h 9456078"/>
              <a:gd name="connsiteX110" fmla="*/ 9190183 w 13940157"/>
              <a:gd name="connsiteY110" fmla="*/ 1853489 h 9456078"/>
              <a:gd name="connsiteX111" fmla="*/ 9224245 w 13940157"/>
              <a:gd name="connsiteY111" fmla="*/ 1817630 h 9456078"/>
              <a:gd name="connsiteX112" fmla="*/ 9258581 w 13940157"/>
              <a:gd name="connsiteY112" fmla="*/ 1782084 h 9456078"/>
              <a:gd name="connsiteX113" fmla="*/ 9293189 w 13940157"/>
              <a:gd name="connsiteY113" fmla="*/ 1746853 h 9456078"/>
              <a:gd name="connsiteX114" fmla="*/ 9328066 w 13940157"/>
              <a:gd name="connsiteY114" fmla="*/ 1711937 h 9456078"/>
              <a:gd name="connsiteX115" fmla="*/ 9363211 w 13940157"/>
              <a:gd name="connsiteY115" fmla="*/ 1677337 h 9456078"/>
              <a:gd name="connsiteX116" fmla="*/ 9398621 w 13940157"/>
              <a:gd name="connsiteY116" fmla="*/ 1643056 h 9456078"/>
              <a:gd name="connsiteX117" fmla="*/ 9434294 w 13940157"/>
              <a:gd name="connsiteY117" fmla="*/ 1609093 h 9456078"/>
              <a:gd name="connsiteX118" fmla="*/ 9470227 w 13940157"/>
              <a:gd name="connsiteY118" fmla="*/ 1575450 h 9456078"/>
              <a:gd name="connsiteX119" fmla="*/ 9506418 w 13940157"/>
              <a:gd name="connsiteY119" fmla="*/ 1542128 h 9456078"/>
              <a:gd name="connsiteX120" fmla="*/ 9542866 w 13940157"/>
              <a:gd name="connsiteY120" fmla="*/ 1509129 h 9456078"/>
              <a:gd name="connsiteX121" fmla="*/ 9579567 w 13940157"/>
              <a:gd name="connsiteY121" fmla="*/ 1476452 h 9456078"/>
              <a:gd name="connsiteX122" fmla="*/ 9616519 w 13940157"/>
              <a:gd name="connsiteY122" fmla="*/ 1444101 h 9456078"/>
              <a:gd name="connsiteX123" fmla="*/ 9653720 w 13940157"/>
              <a:gd name="connsiteY123" fmla="*/ 1412075 h 9456078"/>
              <a:gd name="connsiteX124" fmla="*/ 9691168 w 13940157"/>
              <a:gd name="connsiteY124" fmla="*/ 1380375 h 9456078"/>
              <a:gd name="connsiteX125" fmla="*/ 9728861 w 13940157"/>
              <a:gd name="connsiteY125" fmla="*/ 1349004 h 9456078"/>
              <a:gd name="connsiteX126" fmla="*/ 9766795 w 13940157"/>
              <a:gd name="connsiteY126" fmla="*/ 1317962 h 9456078"/>
              <a:gd name="connsiteX127" fmla="*/ 9804970 w 13940157"/>
              <a:gd name="connsiteY127" fmla="*/ 1287250 h 9456078"/>
              <a:gd name="connsiteX128" fmla="*/ 9843382 w 13940157"/>
              <a:gd name="connsiteY128" fmla="*/ 1256869 h 9456078"/>
              <a:gd name="connsiteX129" fmla="*/ 9882029 w 13940157"/>
              <a:gd name="connsiteY129" fmla="*/ 1226820 h 9456078"/>
              <a:gd name="connsiteX130" fmla="*/ 9920909 w 13940157"/>
              <a:gd name="connsiteY130" fmla="*/ 1197105 h 9456078"/>
              <a:gd name="connsiteX131" fmla="*/ 9960020 w 13940157"/>
              <a:gd name="connsiteY131" fmla="*/ 1167725 h 9456078"/>
              <a:gd name="connsiteX132" fmla="*/ 9999359 w 13940157"/>
              <a:gd name="connsiteY132" fmla="*/ 1138681 h 9456078"/>
              <a:gd name="connsiteX133" fmla="*/ 10038924 w 13940157"/>
              <a:gd name="connsiteY133" fmla="*/ 1109974 h 9456078"/>
              <a:gd name="connsiteX134" fmla="*/ 10078713 w 13940157"/>
              <a:gd name="connsiteY134" fmla="*/ 1081604 h 9456078"/>
              <a:gd name="connsiteX135" fmla="*/ 10118724 w 13940157"/>
              <a:gd name="connsiteY135" fmla="*/ 1053574 h 9456078"/>
              <a:gd name="connsiteX136" fmla="*/ 10158954 w 13940157"/>
              <a:gd name="connsiteY136" fmla="*/ 1025884 h 9456078"/>
              <a:gd name="connsiteX137" fmla="*/ 10199400 w 13940157"/>
              <a:gd name="connsiteY137" fmla="*/ 998536 h 9456078"/>
              <a:gd name="connsiteX138" fmla="*/ 10240062 w 13940157"/>
              <a:gd name="connsiteY138" fmla="*/ 971530 h 9456078"/>
              <a:gd name="connsiteX139" fmla="*/ 10280935 w 13940157"/>
              <a:gd name="connsiteY139" fmla="*/ 944868 h 9456078"/>
              <a:gd name="connsiteX140" fmla="*/ 10322019 w 13940157"/>
              <a:gd name="connsiteY140" fmla="*/ 918551 h 9456078"/>
              <a:gd name="connsiteX141" fmla="*/ 10363310 w 13940157"/>
              <a:gd name="connsiteY141" fmla="*/ 892580 h 9456078"/>
              <a:gd name="connsiteX142" fmla="*/ 10404807 w 13940157"/>
              <a:gd name="connsiteY142" fmla="*/ 866956 h 9456078"/>
              <a:gd name="connsiteX143" fmla="*/ 10446507 w 13940157"/>
              <a:gd name="connsiteY143" fmla="*/ 841681 h 9456078"/>
              <a:gd name="connsiteX144" fmla="*/ 10488408 w 13940157"/>
              <a:gd name="connsiteY144" fmla="*/ 816754 h 9456078"/>
              <a:gd name="connsiteX145" fmla="*/ 10530507 w 13940157"/>
              <a:gd name="connsiteY145" fmla="*/ 792179 h 9456078"/>
              <a:gd name="connsiteX146" fmla="*/ 10572803 w 13940157"/>
              <a:gd name="connsiteY146" fmla="*/ 767955 h 9456078"/>
              <a:gd name="connsiteX147" fmla="*/ 10615292 w 13940157"/>
              <a:gd name="connsiteY147" fmla="*/ 744083 h 9456078"/>
              <a:gd name="connsiteX148" fmla="*/ 10657973 w 13940157"/>
              <a:gd name="connsiteY148" fmla="*/ 720566 h 9456078"/>
              <a:gd name="connsiteX149" fmla="*/ 10700844 w 13940157"/>
              <a:gd name="connsiteY149" fmla="*/ 697404 h 9456078"/>
              <a:gd name="connsiteX150" fmla="*/ 10743902 w 13940157"/>
              <a:gd name="connsiteY150" fmla="*/ 674598 h 9456078"/>
              <a:gd name="connsiteX151" fmla="*/ 10787144 w 13940157"/>
              <a:gd name="connsiteY151" fmla="*/ 652149 h 9456078"/>
              <a:gd name="connsiteX152" fmla="*/ 10830569 w 13940157"/>
              <a:gd name="connsiteY152" fmla="*/ 630059 h 9456078"/>
              <a:gd name="connsiteX153" fmla="*/ 10874174 w 13940157"/>
              <a:gd name="connsiteY153" fmla="*/ 608328 h 9456078"/>
              <a:gd name="connsiteX154" fmla="*/ 10917957 w 13940157"/>
              <a:gd name="connsiteY154" fmla="*/ 586958 h 9456078"/>
              <a:gd name="connsiteX155" fmla="*/ 10961916 w 13940157"/>
              <a:gd name="connsiteY155" fmla="*/ 565950 h 9456078"/>
              <a:gd name="connsiteX156" fmla="*/ 11006048 w 13940157"/>
              <a:gd name="connsiteY156" fmla="*/ 545304 h 9456078"/>
              <a:gd name="connsiteX157" fmla="*/ 11050351 w 13940157"/>
              <a:gd name="connsiteY157" fmla="*/ 525023 h 9456078"/>
              <a:gd name="connsiteX158" fmla="*/ 11094823 w 13940157"/>
              <a:gd name="connsiteY158" fmla="*/ 505107 h 9456078"/>
              <a:gd name="connsiteX159" fmla="*/ 11139461 w 13940157"/>
              <a:gd name="connsiteY159" fmla="*/ 485558 h 9456078"/>
              <a:gd name="connsiteX160" fmla="*/ 11184263 w 13940157"/>
              <a:gd name="connsiteY160" fmla="*/ 466376 h 9456078"/>
              <a:gd name="connsiteX161" fmla="*/ 11229228 w 13940157"/>
              <a:gd name="connsiteY161" fmla="*/ 447563 h 9456078"/>
              <a:gd name="connsiteX162" fmla="*/ 11274351 w 13940157"/>
              <a:gd name="connsiteY162" fmla="*/ 429119 h 9456078"/>
              <a:gd name="connsiteX163" fmla="*/ 11319632 w 13940157"/>
              <a:gd name="connsiteY163" fmla="*/ 411046 h 9456078"/>
              <a:gd name="connsiteX164" fmla="*/ 11365068 w 13940157"/>
              <a:gd name="connsiteY164" fmla="*/ 393346 h 9456078"/>
              <a:gd name="connsiteX165" fmla="*/ 11410657 w 13940157"/>
              <a:gd name="connsiteY165" fmla="*/ 376018 h 9456078"/>
              <a:gd name="connsiteX166" fmla="*/ 11456396 w 13940157"/>
              <a:gd name="connsiteY166" fmla="*/ 359065 h 9456078"/>
              <a:gd name="connsiteX167" fmla="*/ 11502283 w 13940157"/>
              <a:gd name="connsiteY167" fmla="*/ 342487 h 9456078"/>
              <a:gd name="connsiteX168" fmla="*/ 11548316 w 13940157"/>
              <a:gd name="connsiteY168" fmla="*/ 326286 h 9456078"/>
              <a:gd name="connsiteX169" fmla="*/ 11594492 w 13940157"/>
              <a:gd name="connsiteY169" fmla="*/ 310462 h 9456078"/>
              <a:gd name="connsiteX170" fmla="*/ 11640810 w 13940157"/>
              <a:gd name="connsiteY170" fmla="*/ 295018 h 9456078"/>
              <a:gd name="connsiteX171" fmla="*/ 11687267 w 13940157"/>
              <a:gd name="connsiteY171" fmla="*/ 279953 h 9456078"/>
              <a:gd name="connsiteX172" fmla="*/ 11733860 w 13940157"/>
              <a:gd name="connsiteY172" fmla="*/ 265269 h 9456078"/>
              <a:gd name="connsiteX173" fmla="*/ 11780587 w 13940157"/>
              <a:gd name="connsiteY173" fmla="*/ 250968 h 9456078"/>
              <a:gd name="connsiteX174" fmla="*/ 11827447 w 13940157"/>
              <a:gd name="connsiteY174" fmla="*/ 237049 h 9456078"/>
              <a:gd name="connsiteX175" fmla="*/ 11874436 w 13940157"/>
              <a:gd name="connsiteY175" fmla="*/ 223516 h 9456078"/>
              <a:gd name="connsiteX176" fmla="*/ 11921553 w 13940157"/>
              <a:gd name="connsiteY176" fmla="*/ 210368 h 9456078"/>
              <a:gd name="connsiteX177" fmla="*/ 11968794 w 13940157"/>
              <a:gd name="connsiteY177" fmla="*/ 197606 h 9456078"/>
              <a:gd name="connsiteX178" fmla="*/ 12016159 w 13940157"/>
              <a:gd name="connsiteY178" fmla="*/ 185233 h 9456078"/>
              <a:gd name="connsiteX179" fmla="*/ 12063644 w 13940157"/>
              <a:gd name="connsiteY179" fmla="*/ 173248 h 9456078"/>
              <a:gd name="connsiteX180" fmla="*/ 12111248 w 13940157"/>
              <a:gd name="connsiteY180" fmla="*/ 161654 h 9456078"/>
              <a:gd name="connsiteX181" fmla="*/ 12158967 w 13940157"/>
              <a:gd name="connsiteY181" fmla="*/ 150451 h 9456078"/>
              <a:gd name="connsiteX182" fmla="*/ 12206800 w 13940157"/>
              <a:gd name="connsiteY182" fmla="*/ 139640 h 9456078"/>
              <a:gd name="connsiteX183" fmla="*/ 12254745 w 13940157"/>
              <a:gd name="connsiteY183" fmla="*/ 129223 h 9456078"/>
              <a:gd name="connsiteX184" fmla="*/ 12302799 w 13940157"/>
              <a:gd name="connsiteY184" fmla="*/ 119201 h 9456078"/>
              <a:gd name="connsiteX185" fmla="*/ 12350959 w 13940157"/>
              <a:gd name="connsiteY185" fmla="*/ 109574 h 9456078"/>
              <a:gd name="connsiteX186" fmla="*/ 12399224 w 13940157"/>
              <a:gd name="connsiteY186" fmla="*/ 100344 h 9456078"/>
              <a:gd name="connsiteX187" fmla="*/ 12447591 w 13940157"/>
              <a:gd name="connsiteY187" fmla="*/ 91512 h 9456078"/>
              <a:gd name="connsiteX188" fmla="*/ 12496058 w 13940157"/>
              <a:gd name="connsiteY188" fmla="*/ 83080 h 9456078"/>
              <a:gd name="connsiteX189" fmla="*/ 12544623 w 13940157"/>
              <a:gd name="connsiteY189" fmla="*/ 75047 h 9456078"/>
              <a:gd name="connsiteX190" fmla="*/ 12593283 w 13940157"/>
              <a:gd name="connsiteY190" fmla="*/ 67417 h 9456078"/>
              <a:gd name="connsiteX191" fmla="*/ 12642036 w 13940157"/>
              <a:gd name="connsiteY191" fmla="*/ 60188 h 9456078"/>
              <a:gd name="connsiteX192" fmla="*/ 12690879 w 13940157"/>
              <a:gd name="connsiteY192" fmla="*/ 53364 h 9456078"/>
              <a:gd name="connsiteX193" fmla="*/ 12739811 w 13940157"/>
              <a:gd name="connsiteY193" fmla="*/ 46944 h 9456078"/>
              <a:gd name="connsiteX194" fmla="*/ 12788830 w 13940157"/>
              <a:gd name="connsiteY194" fmla="*/ 40931 h 9456078"/>
              <a:gd name="connsiteX195" fmla="*/ 12837932 w 13940157"/>
              <a:gd name="connsiteY195" fmla="*/ 35324 h 9456078"/>
              <a:gd name="connsiteX196" fmla="*/ 12887116 w 13940157"/>
              <a:gd name="connsiteY196" fmla="*/ 30126 h 9456078"/>
              <a:gd name="connsiteX197" fmla="*/ 12936379 w 13940157"/>
              <a:gd name="connsiteY197" fmla="*/ 25337 h 9456078"/>
              <a:gd name="connsiteX198" fmla="*/ 12985719 w 13940157"/>
              <a:gd name="connsiteY198" fmla="*/ 20958 h 9456078"/>
              <a:gd name="connsiteX199" fmla="*/ 13035133 w 13940157"/>
              <a:gd name="connsiteY199" fmla="*/ 16991 h 9456078"/>
              <a:gd name="connsiteX200" fmla="*/ 13084620 w 13940157"/>
              <a:gd name="connsiteY200" fmla="*/ 13437 h 9456078"/>
              <a:gd name="connsiteX201" fmla="*/ 13134178 w 13940157"/>
              <a:gd name="connsiteY201" fmla="*/ 10297 h 9456078"/>
              <a:gd name="connsiteX202" fmla="*/ 13183803 w 13940157"/>
              <a:gd name="connsiteY202" fmla="*/ 7572 h 9456078"/>
              <a:gd name="connsiteX203" fmla="*/ 13233493 w 13940157"/>
              <a:gd name="connsiteY203" fmla="*/ 5263 h 9456078"/>
              <a:gd name="connsiteX204" fmla="*/ 13283247 w 13940157"/>
              <a:gd name="connsiteY204" fmla="*/ 3371 h 9456078"/>
              <a:gd name="connsiteX205" fmla="*/ 13333061 w 13940157"/>
              <a:gd name="connsiteY205" fmla="*/ 1898 h 9456078"/>
              <a:gd name="connsiteX206" fmla="*/ 13382934 w 13940157"/>
              <a:gd name="connsiteY206" fmla="*/ 844 h 9456078"/>
              <a:gd name="connsiteX207" fmla="*/ 13432864 w 13940157"/>
              <a:gd name="connsiteY207" fmla="*/ 211 h 9456078"/>
              <a:gd name="connsiteX208" fmla="*/ 13482847 w 13940157"/>
              <a:gd name="connsiteY208" fmla="*/ 0 h 9456078"/>
              <a:gd name="connsiteX209" fmla="*/ 13940158 w 13940157"/>
              <a:gd name="connsiteY209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49234 w 13158799"/>
              <a:gd name="connsiteY5" fmla="*/ 9450052 h 9456078"/>
              <a:gd name="connsiteX6" fmla="*/ 298870 w 13158799"/>
              <a:gd name="connsiteY6" fmla="*/ 9447409 h 9456078"/>
              <a:gd name="connsiteX7" fmla="*/ 348429 w 13158799"/>
              <a:gd name="connsiteY7" fmla="*/ 9444290 h 9456078"/>
              <a:gd name="connsiteX8" fmla="*/ 397907 w 13158799"/>
              <a:gd name="connsiteY8" fmla="*/ 9440698 h 9456078"/>
              <a:gd name="connsiteX9" fmla="*/ 447302 w 13158799"/>
              <a:gd name="connsiteY9" fmla="*/ 9436632 h 9456078"/>
              <a:gd name="connsiteX10" fmla="*/ 496610 w 13158799"/>
              <a:gd name="connsiteY10" fmla="*/ 9432096 h 9456078"/>
              <a:gd name="connsiteX11" fmla="*/ 545829 w 13158799"/>
              <a:gd name="connsiteY11" fmla="*/ 9427089 h 9456078"/>
              <a:gd name="connsiteX12" fmla="*/ 594956 w 13158799"/>
              <a:gd name="connsiteY12" fmla="*/ 9421615 h 9456078"/>
              <a:gd name="connsiteX13" fmla="*/ 643987 w 13158799"/>
              <a:gd name="connsiteY13" fmla="*/ 9415673 h 9456078"/>
              <a:gd name="connsiteX14" fmla="*/ 692920 w 13158799"/>
              <a:gd name="connsiteY14" fmla="*/ 9409267 h 9456078"/>
              <a:gd name="connsiteX15" fmla="*/ 741751 w 13158799"/>
              <a:gd name="connsiteY15" fmla="*/ 9402396 h 9456078"/>
              <a:gd name="connsiteX16" fmla="*/ 790478 w 13158799"/>
              <a:gd name="connsiteY16" fmla="*/ 9395063 h 9456078"/>
              <a:gd name="connsiteX17" fmla="*/ 839098 w 13158799"/>
              <a:gd name="connsiteY17" fmla="*/ 9387270 h 9456078"/>
              <a:gd name="connsiteX18" fmla="*/ 887607 w 13158799"/>
              <a:gd name="connsiteY18" fmla="*/ 9379017 h 9456078"/>
              <a:gd name="connsiteX19" fmla="*/ 936002 w 13158799"/>
              <a:gd name="connsiteY19" fmla="*/ 9370306 h 9456078"/>
              <a:gd name="connsiteX20" fmla="*/ 984281 w 13158799"/>
              <a:gd name="connsiteY20" fmla="*/ 9361139 h 9456078"/>
              <a:gd name="connsiteX21" fmla="*/ 1032440 w 13158799"/>
              <a:gd name="connsiteY21" fmla="*/ 9351517 h 9456078"/>
              <a:gd name="connsiteX22" fmla="*/ 1080477 w 13158799"/>
              <a:gd name="connsiteY22" fmla="*/ 9341441 h 9456078"/>
              <a:gd name="connsiteX23" fmla="*/ 1128389 w 13158799"/>
              <a:gd name="connsiteY23" fmla="*/ 9330914 h 9456078"/>
              <a:gd name="connsiteX24" fmla="*/ 1176172 w 13158799"/>
              <a:gd name="connsiteY24" fmla="*/ 9319936 h 9456078"/>
              <a:gd name="connsiteX25" fmla="*/ 1223823 w 13158799"/>
              <a:gd name="connsiteY25" fmla="*/ 9308509 h 9456078"/>
              <a:gd name="connsiteX26" fmla="*/ 1271339 w 13158799"/>
              <a:gd name="connsiteY26" fmla="*/ 9296635 h 9456078"/>
              <a:gd name="connsiteX27" fmla="*/ 1318719 w 13158799"/>
              <a:gd name="connsiteY27" fmla="*/ 9284315 h 9456078"/>
              <a:gd name="connsiteX28" fmla="*/ 1365957 w 13158799"/>
              <a:gd name="connsiteY28" fmla="*/ 9271550 h 9456078"/>
              <a:gd name="connsiteX29" fmla="*/ 1413052 w 13158799"/>
              <a:gd name="connsiteY29" fmla="*/ 9258342 h 9456078"/>
              <a:gd name="connsiteX30" fmla="*/ 1460000 w 13158799"/>
              <a:gd name="connsiteY30" fmla="*/ 9244693 h 9456078"/>
              <a:gd name="connsiteX31" fmla="*/ 1506799 w 13158799"/>
              <a:gd name="connsiteY31" fmla="*/ 9230604 h 9456078"/>
              <a:gd name="connsiteX32" fmla="*/ 1553445 w 13158799"/>
              <a:gd name="connsiteY32" fmla="*/ 9216076 h 9456078"/>
              <a:gd name="connsiteX33" fmla="*/ 1599935 w 13158799"/>
              <a:gd name="connsiteY33" fmla="*/ 9201111 h 9456078"/>
              <a:gd name="connsiteX34" fmla="*/ 1646267 w 13158799"/>
              <a:gd name="connsiteY34" fmla="*/ 9185710 h 9456078"/>
              <a:gd name="connsiteX35" fmla="*/ 1692437 w 13158799"/>
              <a:gd name="connsiteY35" fmla="*/ 9169876 h 9456078"/>
              <a:gd name="connsiteX36" fmla="*/ 1738442 w 13158799"/>
              <a:gd name="connsiteY36" fmla="*/ 9153608 h 9456078"/>
              <a:gd name="connsiteX37" fmla="*/ 1784280 w 13158799"/>
              <a:gd name="connsiteY37" fmla="*/ 9136910 h 9456078"/>
              <a:gd name="connsiteX38" fmla="*/ 1829947 w 13158799"/>
              <a:gd name="connsiteY38" fmla="*/ 9119782 h 9456078"/>
              <a:gd name="connsiteX39" fmla="*/ 1875440 w 13158799"/>
              <a:gd name="connsiteY39" fmla="*/ 9102226 h 9456078"/>
              <a:gd name="connsiteX40" fmla="*/ 1920756 w 13158799"/>
              <a:gd name="connsiteY40" fmla="*/ 9084243 h 9456078"/>
              <a:gd name="connsiteX41" fmla="*/ 1965893 w 13158799"/>
              <a:gd name="connsiteY41" fmla="*/ 9065835 h 9456078"/>
              <a:gd name="connsiteX42" fmla="*/ 2010847 w 13158799"/>
              <a:gd name="connsiteY42" fmla="*/ 9047004 h 9456078"/>
              <a:gd name="connsiteX43" fmla="*/ 2055615 w 13158799"/>
              <a:gd name="connsiteY43" fmla="*/ 9027750 h 9456078"/>
              <a:gd name="connsiteX44" fmla="*/ 2100195 w 13158799"/>
              <a:gd name="connsiteY44" fmla="*/ 9008075 h 9456078"/>
              <a:gd name="connsiteX45" fmla="*/ 2144582 w 13158799"/>
              <a:gd name="connsiteY45" fmla="*/ 8987981 h 9456078"/>
              <a:gd name="connsiteX46" fmla="*/ 2188775 w 13158799"/>
              <a:gd name="connsiteY46" fmla="*/ 8967470 h 9456078"/>
              <a:gd name="connsiteX47" fmla="*/ 2232770 w 13158799"/>
              <a:gd name="connsiteY47" fmla="*/ 8946542 h 9456078"/>
              <a:gd name="connsiteX48" fmla="*/ 2276564 w 13158799"/>
              <a:gd name="connsiteY48" fmla="*/ 8925199 h 9456078"/>
              <a:gd name="connsiteX49" fmla="*/ 2320154 w 13158799"/>
              <a:gd name="connsiteY49" fmla="*/ 8903443 h 9456078"/>
              <a:gd name="connsiteX50" fmla="*/ 2363538 w 13158799"/>
              <a:gd name="connsiteY50" fmla="*/ 8881275 h 9456078"/>
              <a:gd name="connsiteX51" fmla="*/ 2406711 w 13158799"/>
              <a:gd name="connsiteY51" fmla="*/ 8858697 h 9456078"/>
              <a:gd name="connsiteX52" fmla="*/ 2449672 w 13158799"/>
              <a:gd name="connsiteY52" fmla="*/ 8835710 h 9456078"/>
              <a:gd name="connsiteX53" fmla="*/ 2492417 w 13158799"/>
              <a:gd name="connsiteY53" fmla="*/ 8812316 h 9456078"/>
              <a:gd name="connsiteX54" fmla="*/ 2534943 w 13158799"/>
              <a:gd name="connsiteY54" fmla="*/ 8788516 h 9456078"/>
              <a:gd name="connsiteX55" fmla="*/ 2577247 w 13158799"/>
              <a:gd name="connsiteY55" fmla="*/ 8764311 h 9456078"/>
              <a:gd name="connsiteX56" fmla="*/ 2619326 w 13158799"/>
              <a:gd name="connsiteY56" fmla="*/ 8739704 h 9456078"/>
              <a:gd name="connsiteX57" fmla="*/ 2661177 w 13158799"/>
              <a:gd name="connsiteY57" fmla="*/ 8714695 h 9456078"/>
              <a:gd name="connsiteX58" fmla="*/ 2702797 w 13158799"/>
              <a:gd name="connsiteY58" fmla="*/ 8689286 h 9456078"/>
              <a:gd name="connsiteX59" fmla="*/ 2744183 w 13158799"/>
              <a:gd name="connsiteY59" fmla="*/ 8663479 h 9456078"/>
              <a:gd name="connsiteX60" fmla="*/ 2785333 w 13158799"/>
              <a:gd name="connsiteY60" fmla="*/ 8637274 h 9456078"/>
              <a:gd name="connsiteX61" fmla="*/ 2826242 w 13158799"/>
              <a:gd name="connsiteY61" fmla="*/ 8610675 h 9456078"/>
              <a:gd name="connsiteX62" fmla="*/ 2866908 w 13158799"/>
              <a:gd name="connsiteY62" fmla="*/ 8583681 h 9456078"/>
              <a:gd name="connsiteX63" fmla="*/ 2907329 w 13158799"/>
              <a:gd name="connsiteY63" fmla="*/ 8556295 h 9456078"/>
              <a:gd name="connsiteX64" fmla="*/ 2947500 w 13158799"/>
              <a:gd name="connsiteY64" fmla="*/ 8528517 h 9456078"/>
              <a:gd name="connsiteX65" fmla="*/ 2987419 w 13158799"/>
              <a:gd name="connsiteY65" fmla="*/ 8500351 h 9456078"/>
              <a:gd name="connsiteX66" fmla="*/ 3027083 w 13158799"/>
              <a:gd name="connsiteY66" fmla="*/ 8471796 h 9456078"/>
              <a:gd name="connsiteX67" fmla="*/ 3066489 w 13158799"/>
              <a:gd name="connsiteY67" fmla="*/ 8442854 h 9456078"/>
              <a:gd name="connsiteX68" fmla="*/ 3105634 w 13158799"/>
              <a:gd name="connsiteY68" fmla="*/ 8413528 h 9456078"/>
              <a:gd name="connsiteX69" fmla="*/ 3144515 w 13158799"/>
              <a:gd name="connsiteY69" fmla="*/ 8383818 h 9456078"/>
              <a:gd name="connsiteX70" fmla="*/ 3183129 w 13158799"/>
              <a:gd name="connsiteY70" fmla="*/ 8353726 h 9456078"/>
              <a:gd name="connsiteX71" fmla="*/ 3221473 w 13158799"/>
              <a:gd name="connsiteY71" fmla="*/ 8323253 h 9456078"/>
              <a:gd name="connsiteX72" fmla="*/ 3259544 w 13158799"/>
              <a:gd name="connsiteY72" fmla="*/ 8292401 h 9456078"/>
              <a:gd name="connsiteX73" fmla="*/ 3297339 w 13158799"/>
              <a:gd name="connsiteY73" fmla="*/ 8261172 h 9456078"/>
              <a:gd name="connsiteX74" fmla="*/ 3334854 w 13158799"/>
              <a:gd name="connsiteY74" fmla="*/ 8229566 h 9456078"/>
              <a:gd name="connsiteX75" fmla="*/ 3372087 w 13158799"/>
              <a:gd name="connsiteY75" fmla="*/ 8197585 h 9456078"/>
              <a:gd name="connsiteX76" fmla="*/ 3409035 w 13158799"/>
              <a:gd name="connsiteY76" fmla="*/ 8165232 h 9456078"/>
              <a:gd name="connsiteX77" fmla="*/ 3445695 w 13158799"/>
              <a:gd name="connsiteY77" fmla="*/ 8132507 h 9456078"/>
              <a:gd name="connsiteX78" fmla="*/ 3482064 w 13158799"/>
              <a:gd name="connsiteY78" fmla="*/ 8099411 h 9456078"/>
              <a:gd name="connsiteX79" fmla="*/ 3518139 w 13158799"/>
              <a:gd name="connsiteY79" fmla="*/ 8065947 h 9456078"/>
              <a:gd name="connsiteX80" fmla="*/ 3553916 w 13158799"/>
              <a:gd name="connsiteY80" fmla="*/ 8032115 h 9456078"/>
              <a:gd name="connsiteX81" fmla="*/ 3589393 w 13158799"/>
              <a:gd name="connsiteY81" fmla="*/ 7997918 h 9456078"/>
              <a:gd name="connsiteX82" fmla="*/ 3624567 w 13158799"/>
              <a:gd name="connsiteY82" fmla="*/ 7963356 h 9456078"/>
              <a:gd name="connsiteX83" fmla="*/ 3659435 w 13158799"/>
              <a:gd name="connsiteY83" fmla="*/ 7928432 h 9456078"/>
              <a:gd name="connsiteX84" fmla="*/ 3693994 w 13158799"/>
              <a:gd name="connsiteY84" fmla="*/ 7893146 h 9456078"/>
              <a:gd name="connsiteX85" fmla="*/ 3728240 w 13158799"/>
              <a:gd name="connsiteY85" fmla="*/ 7857501 h 9456078"/>
              <a:gd name="connsiteX86" fmla="*/ 3762171 w 13158799"/>
              <a:gd name="connsiteY86" fmla="*/ 7821497 h 9456078"/>
              <a:gd name="connsiteX87" fmla="*/ 3795783 w 13158799"/>
              <a:gd name="connsiteY87" fmla="*/ 7785136 h 9456078"/>
              <a:gd name="connsiteX88" fmla="*/ 3829075 w 13158799"/>
              <a:gd name="connsiteY88" fmla="*/ 7748420 h 9456078"/>
              <a:gd name="connsiteX89" fmla="*/ 3862042 w 13158799"/>
              <a:gd name="connsiteY89" fmla="*/ 7711350 h 9456078"/>
              <a:gd name="connsiteX90" fmla="*/ 3894682 w 13158799"/>
              <a:gd name="connsiteY90" fmla="*/ 7673928 h 9456078"/>
              <a:gd name="connsiteX91" fmla="*/ 3926991 w 13158799"/>
              <a:gd name="connsiteY91" fmla="*/ 7636155 h 9456078"/>
              <a:gd name="connsiteX92" fmla="*/ 3958967 w 13158799"/>
              <a:gd name="connsiteY92" fmla="*/ 7598032 h 9456078"/>
              <a:gd name="connsiteX93" fmla="*/ 3990607 w 13158799"/>
              <a:gd name="connsiteY93" fmla="*/ 7559561 h 9456078"/>
              <a:gd name="connsiteX94" fmla="*/ 4021907 w 13158799"/>
              <a:gd name="connsiteY94" fmla="*/ 7520744 h 9456078"/>
              <a:gd name="connsiteX95" fmla="*/ 4052865 w 13158799"/>
              <a:gd name="connsiteY95" fmla="*/ 7481582 h 9456078"/>
              <a:gd name="connsiteX96" fmla="*/ 4083478 w 13158799"/>
              <a:gd name="connsiteY96" fmla="*/ 7442077 h 9456078"/>
              <a:gd name="connsiteX97" fmla="*/ 8022311 w 13158799"/>
              <a:gd name="connsiteY97" fmla="*/ 2307814 h 9456078"/>
              <a:gd name="connsiteX98" fmla="*/ 8052902 w 13158799"/>
              <a:gd name="connsiteY98" fmla="*/ 2268285 h 9456078"/>
              <a:gd name="connsiteX99" fmla="*/ 8083796 w 13158799"/>
              <a:gd name="connsiteY99" fmla="*/ 2229056 h 9456078"/>
              <a:gd name="connsiteX100" fmla="*/ 8114989 w 13158799"/>
              <a:gd name="connsiteY100" fmla="*/ 2190127 h 9456078"/>
              <a:gd name="connsiteX101" fmla="*/ 8146479 w 13158799"/>
              <a:gd name="connsiteY101" fmla="*/ 2151500 h 9456078"/>
              <a:gd name="connsiteX102" fmla="*/ 8178264 w 13158799"/>
              <a:gd name="connsiteY102" fmla="*/ 2113176 h 9456078"/>
              <a:gd name="connsiteX103" fmla="*/ 8210341 w 13158799"/>
              <a:gd name="connsiteY103" fmla="*/ 2075157 h 9456078"/>
              <a:gd name="connsiteX104" fmla="*/ 8242709 w 13158799"/>
              <a:gd name="connsiteY104" fmla="*/ 2037442 h 9456078"/>
              <a:gd name="connsiteX105" fmla="*/ 8275365 w 13158799"/>
              <a:gd name="connsiteY105" fmla="*/ 2000034 h 9456078"/>
              <a:gd name="connsiteX106" fmla="*/ 8308307 w 13158799"/>
              <a:gd name="connsiteY106" fmla="*/ 1962934 h 9456078"/>
              <a:gd name="connsiteX107" fmla="*/ 8341532 w 13158799"/>
              <a:gd name="connsiteY107" fmla="*/ 1926142 h 9456078"/>
              <a:gd name="connsiteX108" fmla="*/ 8375038 w 13158799"/>
              <a:gd name="connsiteY108" fmla="*/ 1889660 h 9456078"/>
              <a:gd name="connsiteX109" fmla="*/ 8408823 w 13158799"/>
              <a:gd name="connsiteY109" fmla="*/ 1853489 h 9456078"/>
              <a:gd name="connsiteX110" fmla="*/ 8442885 w 13158799"/>
              <a:gd name="connsiteY110" fmla="*/ 1817630 h 9456078"/>
              <a:gd name="connsiteX111" fmla="*/ 8477221 w 13158799"/>
              <a:gd name="connsiteY111" fmla="*/ 1782084 h 9456078"/>
              <a:gd name="connsiteX112" fmla="*/ 8511829 w 13158799"/>
              <a:gd name="connsiteY112" fmla="*/ 1746853 h 9456078"/>
              <a:gd name="connsiteX113" fmla="*/ 8546706 w 13158799"/>
              <a:gd name="connsiteY113" fmla="*/ 1711937 h 9456078"/>
              <a:gd name="connsiteX114" fmla="*/ 8581851 w 13158799"/>
              <a:gd name="connsiteY114" fmla="*/ 1677337 h 9456078"/>
              <a:gd name="connsiteX115" fmla="*/ 8617261 w 13158799"/>
              <a:gd name="connsiteY115" fmla="*/ 1643056 h 9456078"/>
              <a:gd name="connsiteX116" fmla="*/ 8652934 w 13158799"/>
              <a:gd name="connsiteY116" fmla="*/ 1609093 h 9456078"/>
              <a:gd name="connsiteX117" fmla="*/ 8688867 w 13158799"/>
              <a:gd name="connsiteY117" fmla="*/ 1575450 h 9456078"/>
              <a:gd name="connsiteX118" fmla="*/ 8725058 w 13158799"/>
              <a:gd name="connsiteY118" fmla="*/ 1542128 h 9456078"/>
              <a:gd name="connsiteX119" fmla="*/ 8761506 w 13158799"/>
              <a:gd name="connsiteY119" fmla="*/ 1509129 h 9456078"/>
              <a:gd name="connsiteX120" fmla="*/ 8798207 w 13158799"/>
              <a:gd name="connsiteY120" fmla="*/ 1476452 h 9456078"/>
              <a:gd name="connsiteX121" fmla="*/ 8835159 w 13158799"/>
              <a:gd name="connsiteY121" fmla="*/ 1444101 h 9456078"/>
              <a:gd name="connsiteX122" fmla="*/ 8872360 w 13158799"/>
              <a:gd name="connsiteY122" fmla="*/ 1412075 h 9456078"/>
              <a:gd name="connsiteX123" fmla="*/ 8909808 w 13158799"/>
              <a:gd name="connsiteY123" fmla="*/ 1380375 h 9456078"/>
              <a:gd name="connsiteX124" fmla="*/ 8947501 w 13158799"/>
              <a:gd name="connsiteY124" fmla="*/ 1349004 h 9456078"/>
              <a:gd name="connsiteX125" fmla="*/ 8985435 w 13158799"/>
              <a:gd name="connsiteY125" fmla="*/ 1317962 h 9456078"/>
              <a:gd name="connsiteX126" fmla="*/ 9023610 w 13158799"/>
              <a:gd name="connsiteY126" fmla="*/ 1287250 h 9456078"/>
              <a:gd name="connsiteX127" fmla="*/ 9062022 w 13158799"/>
              <a:gd name="connsiteY127" fmla="*/ 1256869 h 9456078"/>
              <a:gd name="connsiteX128" fmla="*/ 9100669 w 13158799"/>
              <a:gd name="connsiteY128" fmla="*/ 1226820 h 9456078"/>
              <a:gd name="connsiteX129" fmla="*/ 9139549 w 13158799"/>
              <a:gd name="connsiteY129" fmla="*/ 1197105 h 9456078"/>
              <a:gd name="connsiteX130" fmla="*/ 9178660 w 13158799"/>
              <a:gd name="connsiteY130" fmla="*/ 1167725 h 9456078"/>
              <a:gd name="connsiteX131" fmla="*/ 9217999 w 13158799"/>
              <a:gd name="connsiteY131" fmla="*/ 1138681 h 9456078"/>
              <a:gd name="connsiteX132" fmla="*/ 9257564 w 13158799"/>
              <a:gd name="connsiteY132" fmla="*/ 1109974 h 9456078"/>
              <a:gd name="connsiteX133" fmla="*/ 9297353 w 13158799"/>
              <a:gd name="connsiteY133" fmla="*/ 1081604 h 9456078"/>
              <a:gd name="connsiteX134" fmla="*/ 9337364 w 13158799"/>
              <a:gd name="connsiteY134" fmla="*/ 1053574 h 9456078"/>
              <a:gd name="connsiteX135" fmla="*/ 9377594 w 13158799"/>
              <a:gd name="connsiteY135" fmla="*/ 1025884 h 9456078"/>
              <a:gd name="connsiteX136" fmla="*/ 9418040 w 13158799"/>
              <a:gd name="connsiteY136" fmla="*/ 998536 h 9456078"/>
              <a:gd name="connsiteX137" fmla="*/ 9458702 w 13158799"/>
              <a:gd name="connsiteY137" fmla="*/ 971530 h 9456078"/>
              <a:gd name="connsiteX138" fmla="*/ 9499575 w 13158799"/>
              <a:gd name="connsiteY138" fmla="*/ 944868 h 9456078"/>
              <a:gd name="connsiteX139" fmla="*/ 9540659 w 13158799"/>
              <a:gd name="connsiteY139" fmla="*/ 918551 h 9456078"/>
              <a:gd name="connsiteX140" fmla="*/ 9581950 w 13158799"/>
              <a:gd name="connsiteY140" fmla="*/ 892580 h 9456078"/>
              <a:gd name="connsiteX141" fmla="*/ 9623447 w 13158799"/>
              <a:gd name="connsiteY141" fmla="*/ 866956 h 9456078"/>
              <a:gd name="connsiteX142" fmla="*/ 9665147 w 13158799"/>
              <a:gd name="connsiteY142" fmla="*/ 841681 h 9456078"/>
              <a:gd name="connsiteX143" fmla="*/ 9707048 w 13158799"/>
              <a:gd name="connsiteY143" fmla="*/ 816754 h 9456078"/>
              <a:gd name="connsiteX144" fmla="*/ 9749147 w 13158799"/>
              <a:gd name="connsiteY144" fmla="*/ 792179 h 9456078"/>
              <a:gd name="connsiteX145" fmla="*/ 9791443 w 13158799"/>
              <a:gd name="connsiteY145" fmla="*/ 767955 h 9456078"/>
              <a:gd name="connsiteX146" fmla="*/ 9833932 w 13158799"/>
              <a:gd name="connsiteY146" fmla="*/ 744083 h 9456078"/>
              <a:gd name="connsiteX147" fmla="*/ 9876613 w 13158799"/>
              <a:gd name="connsiteY147" fmla="*/ 720566 h 9456078"/>
              <a:gd name="connsiteX148" fmla="*/ 9919484 w 13158799"/>
              <a:gd name="connsiteY148" fmla="*/ 697404 h 9456078"/>
              <a:gd name="connsiteX149" fmla="*/ 9962542 w 13158799"/>
              <a:gd name="connsiteY149" fmla="*/ 674598 h 9456078"/>
              <a:gd name="connsiteX150" fmla="*/ 10005784 w 13158799"/>
              <a:gd name="connsiteY150" fmla="*/ 652149 h 9456078"/>
              <a:gd name="connsiteX151" fmla="*/ 10049209 w 13158799"/>
              <a:gd name="connsiteY151" fmla="*/ 630059 h 9456078"/>
              <a:gd name="connsiteX152" fmla="*/ 10092814 w 13158799"/>
              <a:gd name="connsiteY152" fmla="*/ 608328 h 9456078"/>
              <a:gd name="connsiteX153" fmla="*/ 10136597 w 13158799"/>
              <a:gd name="connsiteY153" fmla="*/ 586958 h 9456078"/>
              <a:gd name="connsiteX154" fmla="*/ 10180556 w 13158799"/>
              <a:gd name="connsiteY154" fmla="*/ 565950 h 9456078"/>
              <a:gd name="connsiteX155" fmla="*/ 10224688 w 13158799"/>
              <a:gd name="connsiteY155" fmla="*/ 545304 h 9456078"/>
              <a:gd name="connsiteX156" fmla="*/ 10268991 w 13158799"/>
              <a:gd name="connsiteY156" fmla="*/ 525023 h 9456078"/>
              <a:gd name="connsiteX157" fmla="*/ 10313463 w 13158799"/>
              <a:gd name="connsiteY157" fmla="*/ 505107 h 9456078"/>
              <a:gd name="connsiteX158" fmla="*/ 10358101 w 13158799"/>
              <a:gd name="connsiteY158" fmla="*/ 485558 h 9456078"/>
              <a:gd name="connsiteX159" fmla="*/ 10402903 w 13158799"/>
              <a:gd name="connsiteY159" fmla="*/ 466376 h 9456078"/>
              <a:gd name="connsiteX160" fmla="*/ 10447868 w 13158799"/>
              <a:gd name="connsiteY160" fmla="*/ 447563 h 9456078"/>
              <a:gd name="connsiteX161" fmla="*/ 10492991 w 13158799"/>
              <a:gd name="connsiteY161" fmla="*/ 429119 h 9456078"/>
              <a:gd name="connsiteX162" fmla="*/ 10538272 w 13158799"/>
              <a:gd name="connsiteY162" fmla="*/ 411046 h 9456078"/>
              <a:gd name="connsiteX163" fmla="*/ 10583708 w 13158799"/>
              <a:gd name="connsiteY163" fmla="*/ 393346 h 9456078"/>
              <a:gd name="connsiteX164" fmla="*/ 10629297 w 13158799"/>
              <a:gd name="connsiteY164" fmla="*/ 376018 h 9456078"/>
              <a:gd name="connsiteX165" fmla="*/ 10675036 w 13158799"/>
              <a:gd name="connsiteY165" fmla="*/ 359065 h 9456078"/>
              <a:gd name="connsiteX166" fmla="*/ 10720923 w 13158799"/>
              <a:gd name="connsiteY166" fmla="*/ 342487 h 9456078"/>
              <a:gd name="connsiteX167" fmla="*/ 10766956 w 13158799"/>
              <a:gd name="connsiteY167" fmla="*/ 326286 h 9456078"/>
              <a:gd name="connsiteX168" fmla="*/ 10813132 w 13158799"/>
              <a:gd name="connsiteY168" fmla="*/ 310462 h 9456078"/>
              <a:gd name="connsiteX169" fmla="*/ 10859450 w 13158799"/>
              <a:gd name="connsiteY169" fmla="*/ 295018 h 9456078"/>
              <a:gd name="connsiteX170" fmla="*/ 10905907 w 13158799"/>
              <a:gd name="connsiteY170" fmla="*/ 279953 h 9456078"/>
              <a:gd name="connsiteX171" fmla="*/ 10952500 w 13158799"/>
              <a:gd name="connsiteY171" fmla="*/ 265269 h 9456078"/>
              <a:gd name="connsiteX172" fmla="*/ 10999227 w 13158799"/>
              <a:gd name="connsiteY172" fmla="*/ 250968 h 9456078"/>
              <a:gd name="connsiteX173" fmla="*/ 11046087 w 13158799"/>
              <a:gd name="connsiteY173" fmla="*/ 237049 h 9456078"/>
              <a:gd name="connsiteX174" fmla="*/ 11093076 w 13158799"/>
              <a:gd name="connsiteY174" fmla="*/ 223516 h 9456078"/>
              <a:gd name="connsiteX175" fmla="*/ 11140193 w 13158799"/>
              <a:gd name="connsiteY175" fmla="*/ 210368 h 9456078"/>
              <a:gd name="connsiteX176" fmla="*/ 11187434 w 13158799"/>
              <a:gd name="connsiteY176" fmla="*/ 197606 h 9456078"/>
              <a:gd name="connsiteX177" fmla="*/ 11234799 w 13158799"/>
              <a:gd name="connsiteY177" fmla="*/ 185233 h 9456078"/>
              <a:gd name="connsiteX178" fmla="*/ 11282284 w 13158799"/>
              <a:gd name="connsiteY178" fmla="*/ 173248 h 9456078"/>
              <a:gd name="connsiteX179" fmla="*/ 11329888 w 13158799"/>
              <a:gd name="connsiteY179" fmla="*/ 161654 h 9456078"/>
              <a:gd name="connsiteX180" fmla="*/ 11377607 w 13158799"/>
              <a:gd name="connsiteY180" fmla="*/ 150451 h 9456078"/>
              <a:gd name="connsiteX181" fmla="*/ 11425440 w 13158799"/>
              <a:gd name="connsiteY181" fmla="*/ 139640 h 9456078"/>
              <a:gd name="connsiteX182" fmla="*/ 11473385 w 13158799"/>
              <a:gd name="connsiteY182" fmla="*/ 129223 h 9456078"/>
              <a:gd name="connsiteX183" fmla="*/ 11521439 w 13158799"/>
              <a:gd name="connsiteY183" fmla="*/ 119201 h 9456078"/>
              <a:gd name="connsiteX184" fmla="*/ 11569599 w 13158799"/>
              <a:gd name="connsiteY184" fmla="*/ 109574 h 9456078"/>
              <a:gd name="connsiteX185" fmla="*/ 11617864 w 13158799"/>
              <a:gd name="connsiteY185" fmla="*/ 100344 h 9456078"/>
              <a:gd name="connsiteX186" fmla="*/ 11666231 w 13158799"/>
              <a:gd name="connsiteY186" fmla="*/ 91512 h 9456078"/>
              <a:gd name="connsiteX187" fmla="*/ 11714698 w 13158799"/>
              <a:gd name="connsiteY187" fmla="*/ 83080 h 9456078"/>
              <a:gd name="connsiteX188" fmla="*/ 11763263 w 13158799"/>
              <a:gd name="connsiteY188" fmla="*/ 75047 h 9456078"/>
              <a:gd name="connsiteX189" fmla="*/ 11811923 w 13158799"/>
              <a:gd name="connsiteY189" fmla="*/ 67417 h 9456078"/>
              <a:gd name="connsiteX190" fmla="*/ 11860676 w 13158799"/>
              <a:gd name="connsiteY190" fmla="*/ 60188 h 9456078"/>
              <a:gd name="connsiteX191" fmla="*/ 11909519 w 13158799"/>
              <a:gd name="connsiteY191" fmla="*/ 53364 h 9456078"/>
              <a:gd name="connsiteX192" fmla="*/ 11958451 w 13158799"/>
              <a:gd name="connsiteY192" fmla="*/ 46944 h 9456078"/>
              <a:gd name="connsiteX193" fmla="*/ 12007470 w 13158799"/>
              <a:gd name="connsiteY193" fmla="*/ 40931 h 9456078"/>
              <a:gd name="connsiteX194" fmla="*/ 12056572 w 13158799"/>
              <a:gd name="connsiteY194" fmla="*/ 35324 h 9456078"/>
              <a:gd name="connsiteX195" fmla="*/ 12105756 w 13158799"/>
              <a:gd name="connsiteY195" fmla="*/ 30126 h 9456078"/>
              <a:gd name="connsiteX196" fmla="*/ 12155019 w 13158799"/>
              <a:gd name="connsiteY196" fmla="*/ 25337 h 9456078"/>
              <a:gd name="connsiteX197" fmla="*/ 12204359 w 13158799"/>
              <a:gd name="connsiteY197" fmla="*/ 20958 h 9456078"/>
              <a:gd name="connsiteX198" fmla="*/ 12253773 w 13158799"/>
              <a:gd name="connsiteY198" fmla="*/ 16991 h 9456078"/>
              <a:gd name="connsiteX199" fmla="*/ 12303260 w 13158799"/>
              <a:gd name="connsiteY199" fmla="*/ 13437 h 9456078"/>
              <a:gd name="connsiteX200" fmla="*/ 12352818 w 13158799"/>
              <a:gd name="connsiteY200" fmla="*/ 10297 h 9456078"/>
              <a:gd name="connsiteX201" fmla="*/ 12402443 w 13158799"/>
              <a:gd name="connsiteY201" fmla="*/ 7572 h 9456078"/>
              <a:gd name="connsiteX202" fmla="*/ 12452133 w 13158799"/>
              <a:gd name="connsiteY202" fmla="*/ 5263 h 9456078"/>
              <a:gd name="connsiteX203" fmla="*/ 12501887 w 13158799"/>
              <a:gd name="connsiteY203" fmla="*/ 3371 h 9456078"/>
              <a:gd name="connsiteX204" fmla="*/ 12551701 w 13158799"/>
              <a:gd name="connsiteY204" fmla="*/ 1898 h 9456078"/>
              <a:gd name="connsiteX205" fmla="*/ 12601574 w 13158799"/>
              <a:gd name="connsiteY205" fmla="*/ 844 h 9456078"/>
              <a:gd name="connsiteX206" fmla="*/ 12651504 w 13158799"/>
              <a:gd name="connsiteY206" fmla="*/ 211 h 9456078"/>
              <a:gd name="connsiteX207" fmla="*/ 12701487 w 13158799"/>
              <a:gd name="connsiteY207" fmla="*/ 0 h 9456078"/>
              <a:gd name="connsiteX208" fmla="*/ 13158798 w 13158799"/>
              <a:gd name="connsiteY208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28389 w 13158797"/>
              <a:gd name="connsiteY22" fmla="*/ 9330914 h 9456078"/>
              <a:gd name="connsiteX23" fmla="*/ 1176172 w 13158797"/>
              <a:gd name="connsiteY23" fmla="*/ 9319936 h 9456078"/>
              <a:gd name="connsiteX24" fmla="*/ 1223823 w 13158797"/>
              <a:gd name="connsiteY24" fmla="*/ 9308509 h 9456078"/>
              <a:gd name="connsiteX25" fmla="*/ 1271339 w 13158797"/>
              <a:gd name="connsiteY25" fmla="*/ 9296635 h 9456078"/>
              <a:gd name="connsiteX26" fmla="*/ 1318719 w 13158797"/>
              <a:gd name="connsiteY26" fmla="*/ 9284315 h 9456078"/>
              <a:gd name="connsiteX27" fmla="*/ 1365957 w 13158797"/>
              <a:gd name="connsiteY27" fmla="*/ 9271550 h 9456078"/>
              <a:gd name="connsiteX28" fmla="*/ 1413052 w 13158797"/>
              <a:gd name="connsiteY28" fmla="*/ 9258342 h 9456078"/>
              <a:gd name="connsiteX29" fmla="*/ 1460000 w 13158797"/>
              <a:gd name="connsiteY29" fmla="*/ 9244693 h 9456078"/>
              <a:gd name="connsiteX30" fmla="*/ 1506799 w 13158797"/>
              <a:gd name="connsiteY30" fmla="*/ 9230604 h 9456078"/>
              <a:gd name="connsiteX31" fmla="*/ 1553445 w 13158797"/>
              <a:gd name="connsiteY31" fmla="*/ 9216076 h 9456078"/>
              <a:gd name="connsiteX32" fmla="*/ 1599935 w 13158797"/>
              <a:gd name="connsiteY32" fmla="*/ 9201111 h 9456078"/>
              <a:gd name="connsiteX33" fmla="*/ 1646267 w 13158797"/>
              <a:gd name="connsiteY33" fmla="*/ 9185710 h 9456078"/>
              <a:gd name="connsiteX34" fmla="*/ 1692437 w 13158797"/>
              <a:gd name="connsiteY34" fmla="*/ 9169876 h 9456078"/>
              <a:gd name="connsiteX35" fmla="*/ 1738442 w 13158797"/>
              <a:gd name="connsiteY35" fmla="*/ 9153608 h 9456078"/>
              <a:gd name="connsiteX36" fmla="*/ 1784280 w 13158797"/>
              <a:gd name="connsiteY36" fmla="*/ 9136910 h 9456078"/>
              <a:gd name="connsiteX37" fmla="*/ 1829947 w 13158797"/>
              <a:gd name="connsiteY37" fmla="*/ 9119782 h 9456078"/>
              <a:gd name="connsiteX38" fmla="*/ 1875440 w 13158797"/>
              <a:gd name="connsiteY38" fmla="*/ 9102226 h 9456078"/>
              <a:gd name="connsiteX39" fmla="*/ 1920756 w 13158797"/>
              <a:gd name="connsiteY39" fmla="*/ 9084243 h 9456078"/>
              <a:gd name="connsiteX40" fmla="*/ 1965893 w 13158797"/>
              <a:gd name="connsiteY40" fmla="*/ 9065835 h 9456078"/>
              <a:gd name="connsiteX41" fmla="*/ 2010847 w 13158797"/>
              <a:gd name="connsiteY41" fmla="*/ 9047004 h 9456078"/>
              <a:gd name="connsiteX42" fmla="*/ 2055615 w 13158797"/>
              <a:gd name="connsiteY42" fmla="*/ 9027750 h 9456078"/>
              <a:gd name="connsiteX43" fmla="*/ 2100195 w 13158797"/>
              <a:gd name="connsiteY43" fmla="*/ 9008075 h 9456078"/>
              <a:gd name="connsiteX44" fmla="*/ 2144582 w 13158797"/>
              <a:gd name="connsiteY44" fmla="*/ 8987981 h 9456078"/>
              <a:gd name="connsiteX45" fmla="*/ 2188775 w 13158797"/>
              <a:gd name="connsiteY45" fmla="*/ 8967470 h 9456078"/>
              <a:gd name="connsiteX46" fmla="*/ 2232770 w 13158797"/>
              <a:gd name="connsiteY46" fmla="*/ 8946542 h 9456078"/>
              <a:gd name="connsiteX47" fmla="*/ 2276564 w 13158797"/>
              <a:gd name="connsiteY47" fmla="*/ 8925199 h 9456078"/>
              <a:gd name="connsiteX48" fmla="*/ 2320154 w 13158797"/>
              <a:gd name="connsiteY48" fmla="*/ 8903443 h 9456078"/>
              <a:gd name="connsiteX49" fmla="*/ 2363538 w 13158797"/>
              <a:gd name="connsiteY49" fmla="*/ 8881275 h 9456078"/>
              <a:gd name="connsiteX50" fmla="*/ 2406711 w 13158797"/>
              <a:gd name="connsiteY50" fmla="*/ 8858697 h 9456078"/>
              <a:gd name="connsiteX51" fmla="*/ 2449672 w 13158797"/>
              <a:gd name="connsiteY51" fmla="*/ 8835710 h 9456078"/>
              <a:gd name="connsiteX52" fmla="*/ 2492417 w 13158797"/>
              <a:gd name="connsiteY52" fmla="*/ 8812316 h 9456078"/>
              <a:gd name="connsiteX53" fmla="*/ 2534943 w 13158797"/>
              <a:gd name="connsiteY53" fmla="*/ 8788516 h 9456078"/>
              <a:gd name="connsiteX54" fmla="*/ 2577247 w 13158797"/>
              <a:gd name="connsiteY54" fmla="*/ 8764311 h 9456078"/>
              <a:gd name="connsiteX55" fmla="*/ 2619326 w 13158797"/>
              <a:gd name="connsiteY55" fmla="*/ 8739704 h 9456078"/>
              <a:gd name="connsiteX56" fmla="*/ 2661177 w 13158797"/>
              <a:gd name="connsiteY56" fmla="*/ 8714695 h 9456078"/>
              <a:gd name="connsiteX57" fmla="*/ 2702797 w 13158797"/>
              <a:gd name="connsiteY57" fmla="*/ 8689286 h 9456078"/>
              <a:gd name="connsiteX58" fmla="*/ 2744183 w 13158797"/>
              <a:gd name="connsiteY58" fmla="*/ 8663479 h 9456078"/>
              <a:gd name="connsiteX59" fmla="*/ 2785333 w 13158797"/>
              <a:gd name="connsiteY59" fmla="*/ 8637274 h 9456078"/>
              <a:gd name="connsiteX60" fmla="*/ 2826242 w 13158797"/>
              <a:gd name="connsiteY60" fmla="*/ 8610675 h 9456078"/>
              <a:gd name="connsiteX61" fmla="*/ 2866908 w 13158797"/>
              <a:gd name="connsiteY61" fmla="*/ 8583681 h 9456078"/>
              <a:gd name="connsiteX62" fmla="*/ 2907329 w 13158797"/>
              <a:gd name="connsiteY62" fmla="*/ 8556295 h 9456078"/>
              <a:gd name="connsiteX63" fmla="*/ 2947500 w 13158797"/>
              <a:gd name="connsiteY63" fmla="*/ 8528517 h 9456078"/>
              <a:gd name="connsiteX64" fmla="*/ 2987419 w 13158797"/>
              <a:gd name="connsiteY64" fmla="*/ 8500351 h 9456078"/>
              <a:gd name="connsiteX65" fmla="*/ 3027083 w 13158797"/>
              <a:gd name="connsiteY65" fmla="*/ 8471796 h 9456078"/>
              <a:gd name="connsiteX66" fmla="*/ 3066489 w 13158797"/>
              <a:gd name="connsiteY66" fmla="*/ 8442854 h 9456078"/>
              <a:gd name="connsiteX67" fmla="*/ 3105634 w 13158797"/>
              <a:gd name="connsiteY67" fmla="*/ 8413528 h 9456078"/>
              <a:gd name="connsiteX68" fmla="*/ 3144515 w 13158797"/>
              <a:gd name="connsiteY68" fmla="*/ 8383818 h 9456078"/>
              <a:gd name="connsiteX69" fmla="*/ 3183129 w 13158797"/>
              <a:gd name="connsiteY69" fmla="*/ 8353726 h 9456078"/>
              <a:gd name="connsiteX70" fmla="*/ 3221473 w 13158797"/>
              <a:gd name="connsiteY70" fmla="*/ 8323253 h 9456078"/>
              <a:gd name="connsiteX71" fmla="*/ 3259544 w 13158797"/>
              <a:gd name="connsiteY71" fmla="*/ 8292401 h 9456078"/>
              <a:gd name="connsiteX72" fmla="*/ 3297339 w 13158797"/>
              <a:gd name="connsiteY72" fmla="*/ 8261172 h 9456078"/>
              <a:gd name="connsiteX73" fmla="*/ 3334854 w 13158797"/>
              <a:gd name="connsiteY73" fmla="*/ 8229566 h 9456078"/>
              <a:gd name="connsiteX74" fmla="*/ 3372087 w 13158797"/>
              <a:gd name="connsiteY74" fmla="*/ 8197585 h 9456078"/>
              <a:gd name="connsiteX75" fmla="*/ 3409035 w 13158797"/>
              <a:gd name="connsiteY75" fmla="*/ 8165232 h 9456078"/>
              <a:gd name="connsiteX76" fmla="*/ 3445695 w 13158797"/>
              <a:gd name="connsiteY76" fmla="*/ 8132507 h 9456078"/>
              <a:gd name="connsiteX77" fmla="*/ 3482064 w 13158797"/>
              <a:gd name="connsiteY77" fmla="*/ 8099411 h 9456078"/>
              <a:gd name="connsiteX78" fmla="*/ 3518139 w 13158797"/>
              <a:gd name="connsiteY78" fmla="*/ 8065947 h 9456078"/>
              <a:gd name="connsiteX79" fmla="*/ 3553916 w 13158797"/>
              <a:gd name="connsiteY79" fmla="*/ 8032115 h 9456078"/>
              <a:gd name="connsiteX80" fmla="*/ 3589393 w 13158797"/>
              <a:gd name="connsiteY80" fmla="*/ 7997918 h 9456078"/>
              <a:gd name="connsiteX81" fmla="*/ 3624567 w 13158797"/>
              <a:gd name="connsiteY81" fmla="*/ 7963356 h 9456078"/>
              <a:gd name="connsiteX82" fmla="*/ 3659435 w 13158797"/>
              <a:gd name="connsiteY82" fmla="*/ 7928432 h 9456078"/>
              <a:gd name="connsiteX83" fmla="*/ 3693994 w 13158797"/>
              <a:gd name="connsiteY83" fmla="*/ 7893146 h 9456078"/>
              <a:gd name="connsiteX84" fmla="*/ 3728240 w 13158797"/>
              <a:gd name="connsiteY84" fmla="*/ 7857501 h 9456078"/>
              <a:gd name="connsiteX85" fmla="*/ 3762171 w 13158797"/>
              <a:gd name="connsiteY85" fmla="*/ 7821497 h 9456078"/>
              <a:gd name="connsiteX86" fmla="*/ 3795783 w 13158797"/>
              <a:gd name="connsiteY86" fmla="*/ 7785136 h 9456078"/>
              <a:gd name="connsiteX87" fmla="*/ 3829075 w 13158797"/>
              <a:gd name="connsiteY87" fmla="*/ 7748420 h 9456078"/>
              <a:gd name="connsiteX88" fmla="*/ 3862042 w 13158797"/>
              <a:gd name="connsiteY88" fmla="*/ 7711350 h 9456078"/>
              <a:gd name="connsiteX89" fmla="*/ 3894682 w 13158797"/>
              <a:gd name="connsiteY89" fmla="*/ 7673928 h 9456078"/>
              <a:gd name="connsiteX90" fmla="*/ 3926991 w 13158797"/>
              <a:gd name="connsiteY90" fmla="*/ 7636155 h 9456078"/>
              <a:gd name="connsiteX91" fmla="*/ 3958967 w 13158797"/>
              <a:gd name="connsiteY91" fmla="*/ 7598032 h 9456078"/>
              <a:gd name="connsiteX92" fmla="*/ 3990607 w 13158797"/>
              <a:gd name="connsiteY92" fmla="*/ 7559561 h 9456078"/>
              <a:gd name="connsiteX93" fmla="*/ 4021907 w 13158797"/>
              <a:gd name="connsiteY93" fmla="*/ 7520744 h 9456078"/>
              <a:gd name="connsiteX94" fmla="*/ 4052865 w 13158797"/>
              <a:gd name="connsiteY94" fmla="*/ 7481582 h 9456078"/>
              <a:gd name="connsiteX95" fmla="*/ 4083478 w 13158797"/>
              <a:gd name="connsiteY95" fmla="*/ 7442077 h 9456078"/>
              <a:gd name="connsiteX96" fmla="*/ 8022311 w 13158797"/>
              <a:gd name="connsiteY96" fmla="*/ 2307814 h 9456078"/>
              <a:gd name="connsiteX97" fmla="*/ 8052902 w 13158797"/>
              <a:gd name="connsiteY97" fmla="*/ 2268285 h 9456078"/>
              <a:gd name="connsiteX98" fmla="*/ 8083796 w 13158797"/>
              <a:gd name="connsiteY98" fmla="*/ 2229056 h 9456078"/>
              <a:gd name="connsiteX99" fmla="*/ 8114989 w 13158797"/>
              <a:gd name="connsiteY99" fmla="*/ 2190127 h 9456078"/>
              <a:gd name="connsiteX100" fmla="*/ 8146479 w 13158797"/>
              <a:gd name="connsiteY100" fmla="*/ 2151500 h 9456078"/>
              <a:gd name="connsiteX101" fmla="*/ 8178264 w 13158797"/>
              <a:gd name="connsiteY101" fmla="*/ 2113176 h 9456078"/>
              <a:gd name="connsiteX102" fmla="*/ 8210341 w 13158797"/>
              <a:gd name="connsiteY102" fmla="*/ 2075157 h 9456078"/>
              <a:gd name="connsiteX103" fmla="*/ 8242709 w 13158797"/>
              <a:gd name="connsiteY103" fmla="*/ 2037442 h 9456078"/>
              <a:gd name="connsiteX104" fmla="*/ 8275365 w 13158797"/>
              <a:gd name="connsiteY104" fmla="*/ 2000034 h 9456078"/>
              <a:gd name="connsiteX105" fmla="*/ 8308307 w 13158797"/>
              <a:gd name="connsiteY105" fmla="*/ 1962934 h 9456078"/>
              <a:gd name="connsiteX106" fmla="*/ 8341532 w 13158797"/>
              <a:gd name="connsiteY106" fmla="*/ 1926142 h 9456078"/>
              <a:gd name="connsiteX107" fmla="*/ 8375038 w 13158797"/>
              <a:gd name="connsiteY107" fmla="*/ 1889660 h 9456078"/>
              <a:gd name="connsiteX108" fmla="*/ 8408823 w 13158797"/>
              <a:gd name="connsiteY108" fmla="*/ 1853489 h 9456078"/>
              <a:gd name="connsiteX109" fmla="*/ 8442885 w 13158797"/>
              <a:gd name="connsiteY109" fmla="*/ 1817630 h 9456078"/>
              <a:gd name="connsiteX110" fmla="*/ 8477221 w 13158797"/>
              <a:gd name="connsiteY110" fmla="*/ 1782084 h 9456078"/>
              <a:gd name="connsiteX111" fmla="*/ 8511829 w 13158797"/>
              <a:gd name="connsiteY111" fmla="*/ 1746853 h 9456078"/>
              <a:gd name="connsiteX112" fmla="*/ 8546706 w 13158797"/>
              <a:gd name="connsiteY112" fmla="*/ 1711937 h 9456078"/>
              <a:gd name="connsiteX113" fmla="*/ 8581851 w 13158797"/>
              <a:gd name="connsiteY113" fmla="*/ 1677337 h 9456078"/>
              <a:gd name="connsiteX114" fmla="*/ 8617261 w 13158797"/>
              <a:gd name="connsiteY114" fmla="*/ 1643056 h 9456078"/>
              <a:gd name="connsiteX115" fmla="*/ 8652934 w 13158797"/>
              <a:gd name="connsiteY115" fmla="*/ 1609093 h 9456078"/>
              <a:gd name="connsiteX116" fmla="*/ 8688867 w 13158797"/>
              <a:gd name="connsiteY116" fmla="*/ 1575450 h 9456078"/>
              <a:gd name="connsiteX117" fmla="*/ 8725058 w 13158797"/>
              <a:gd name="connsiteY117" fmla="*/ 1542128 h 9456078"/>
              <a:gd name="connsiteX118" fmla="*/ 8761506 w 13158797"/>
              <a:gd name="connsiteY118" fmla="*/ 1509129 h 9456078"/>
              <a:gd name="connsiteX119" fmla="*/ 8798207 w 13158797"/>
              <a:gd name="connsiteY119" fmla="*/ 1476452 h 9456078"/>
              <a:gd name="connsiteX120" fmla="*/ 8835159 w 13158797"/>
              <a:gd name="connsiteY120" fmla="*/ 1444101 h 9456078"/>
              <a:gd name="connsiteX121" fmla="*/ 8872360 w 13158797"/>
              <a:gd name="connsiteY121" fmla="*/ 1412075 h 9456078"/>
              <a:gd name="connsiteX122" fmla="*/ 8909808 w 13158797"/>
              <a:gd name="connsiteY122" fmla="*/ 1380375 h 9456078"/>
              <a:gd name="connsiteX123" fmla="*/ 8947501 w 13158797"/>
              <a:gd name="connsiteY123" fmla="*/ 1349004 h 9456078"/>
              <a:gd name="connsiteX124" fmla="*/ 8985435 w 13158797"/>
              <a:gd name="connsiteY124" fmla="*/ 1317962 h 9456078"/>
              <a:gd name="connsiteX125" fmla="*/ 9023610 w 13158797"/>
              <a:gd name="connsiteY125" fmla="*/ 1287250 h 9456078"/>
              <a:gd name="connsiteX126" fmla="*/ 9062022 w 13158797"/>
              <a:gd name="connsiteY126" fmla="*/ 1256869 h 9456078"/>
              <a:gd name="connsiteX127" fmla="*/ 9100669 w 13158797"/>
              <a:gd name="connsiteY127" fmla="*/ 1226820 h 9456078"/>
              <a:gd name="connsiteX128" fmla="*/ 9139549 w 13158797"/>
              <a:gd name="connsiteY128" fmla="*/ 1197105 h 9456078"/>
              <a:gd name="connsiteX129" fmla="*/ 9178660 w 13158797"/>
              <a:gd name="connsiteY129" fmla="*/ 1167725 h 9456078"/>
              <a:gd name="connsiteX130" fmla="*/ 9217999 w 13158797"/>
              <a:gd name="connsiteY130" fmla="*/ 1138681 h 9456078"/>
              <a:gd name="connsiteX131" fmla="*/ 9257564 w 13158797"/>
              <a:gd name="connsiteY131" fmla="*/ 1109974 h 9456078"/>
              <a:gd name="connsiteX132" fmla="*/ 9297353 w 13158797"/>
              <a:gd name="connsiteY132" fmla="*/ 1081604 h 9456078"/>
              <a:gd name="connsiteX133" fmla="*/ 9337364 w 13158797"/>
              <a:gd name="connsiteY133" fmla="*/ 1053574 h 9456078"/>
              <a:gd name="connsiteX134" fmla="*/ 9377594 w 13158797"/>
              <a:gd name="connsiteY134" fmla="*/ 1025884 h 9456078"/>
              <a:gd name="connsiteX135" fmla="*/ 9418040 w 13158797"/>
              <a:gd name="connsiteY135" fmla="*/ 998536 h 9456078"/>
              <a:gd name="connsiteX136" fmla="*/ 9458702 w 13158797"/>
              <a:gd name="connsiteY136" fmla="*/ 971530 h 9456078"/>
              <a:gd name="connsiteX137" fmla="*/ 9499575 w 13158797"/>
              <a:gd name="connsiteY137" fmla="*/ 944868 h 9456078"/>
              <a:gd name="connsiteX138" fmla="*/ 9540659 w 13158797"/>
              <a:gd name="connsiteY138" fmla="*/ 918551 h 9456078"/>
              <a:gd name="connsiteX139" fmla="*/ 9581950 w 13158797"/>
              <a:gd name="connsiteY139" fmla="*/ 892580 h 9456078"/>
              <a:gd name="connsiteX140" fmla="*/ 9623447 w 13158797"/>
              <a:gd name="connsiteY140" fmla="*/ 866956 h 9456078"/>
              <a:gd name="connsiteX141" fmla="*/ 9665147 w 13158797"/>
              <a:gd name="connsiteY141" fmla="*/ 841681 h 9456078"/>
              <a:gd name="connsiteX142" fmla="*/ 9707048 w 13158797"/>
              <a:gd name="connsiteY142" fmla="*/ 816754 h 9456078"/>
              <a:gd name="connsiteX143" fmla="*/ 9749147 w 13158797"/>
              <a:gd name="connsiteY143" fmla="*/ 792179 h 9456078"/>
              <a:gd name="connsiteX144" fmla="*/ 9791443 w 13158797"/>
              <a:gd name="connsiteY144" fmla="*/ 767955 h 9456078"/>
              <a:gd name="connsiteX145" fmla="*/ 9833932 w 13158797"/>
              <a:gd name="connsiteY145" fmla="*/ 744083 h 9456078"/>
              <a:gd name="connsiteX146" fmla="*/ 9876613 w 13158797"/>
              <a:gd name="connsiteY146" fmla="*/ 720566 h 9456078"/>
              <a:gd name="connsiteX147" fmla="*/ 9919484 w 13158797"/>
              <a:gd name="connsiteY147" fmla="*/ 697404 h 9456078"/>
              <a:gd name="connsiteX148" fmla="*/ 9962542 w 13158797"/>
              <a:gd name="connsiteY148" fmla="*/ 674598 h 9456078"/>
              <a:gd name="connsiteX149" fmla="*/ 10005784 w 13158797"/>
              <a:gd name="connsiteY149" fmla="*/ 652149 h 9456078"/>
              <a:gd name="connsiteX150" fmla="*/ 10049209 w 13158797"/>
              <a:gd name="connsiteY150" fmla="*/ 630059 h 9456078"/>
              <a:gd name="connsiteX151" fmla="*/ 10092814 w 13158797"/>
              <a:gd name="connsiteY151" fmla="*/ 608328 h 9456078"/>
              <a:gd name="connsiteX152" fmla="*/ 10136597 w 13158797"/>
              <a:gd name="connsiteY152" fmla="*/ 586958 h 9456078"/>
              <a:gd name="connsiteX153" fmla="*/ 10180556 w 13158797"/>
              <a:gd name="connsiteY153" fmla="*/ 565950 h 9456078"/>
              <a:gd name="connsiteX154" fmla="*/ 10224688 w 13158797"/>
              <a:gd name="connsiteY154" fmla="*/ 545304 h 9456078"/>
              <a:gd name="connsiteX155" fmla="*/ 10268991 w 13158797"/>
              <a:gd name="connsiteY155" fmla="*/ 525023 h 9456078"/>
              <a:gd name="connsiteX156" fmla="*/ 10313463 w 13158797"/>
              <a:gd name="connsiteY156" fmla="*/ 505107 h 9456078"/>
              <a:gd name="connsiteX157" fmla="*/ 10358101 w 13158797"/>
              <a:gd name="connsiteY157" fmla="*/ 485558 h 9456078"/>
              <a:gd name="connsiteX158" fmla="*/ 10402903 w 13158797"/>
              <a:gd name="connsiteY158" fmla="*/ 466376 h 9456078"/>
              <a:gd name="connsiteX159" fmla="*/ 10447868 w 13158797"/>
              <a:gd name="connsiteY159" fmla="*/ 447563 h 9456078"/>
              <a:gd name="connsiteX160" fmla="*/ 10492991 w 13158797"/>
              <a:gd name="connsiteY160" fmla="*/ 429119 h 9456078"/>
              <a:gd name="connsiteX161" fmla="*/ 10538272 w 13158797"/>
              <a:gd name="connsiteY161" fmla="*/ 411046 h 9456078"/>
              <a:gd name="connsiteX162" fmla="*/ 10583708 w 13158797"/>
              <a:gd name="connsiteY162" fmla="*/ 393346 h 9456078"/>
              <a:gd name="connsiteX163" fmla="*/ 10629297 w 13158797"/>
              <a:gd name="connsiteY163" fmla="*/ 376018 h 9456078"/>
              <a:gd name="connsiteX164" fmla="*/ 10675036 w 13158797"/>
              <a:gd name="connsiteY164" fmla="*/ 359065 h 9456078"/>
              <a:gd name="connsiteX165" fmla="*/ 10720923 w 13158797"/>
              <a:gd name="connsiteY165" fmla="*/ 342487 h 9456078"/>
              <a:gd name="connsiteX166" fmla="*/ 10766956 w 13158797"/>
              <a:gd name="connsiteY166" fmla="*/ 326286 h 9456078"/>
              <a:gd name="connsiteX167" fmla="*/ 10813132 w 13158797"/>
              <a:gd name="connsiteY167" fmla="*/ 310462 h 9456078"/>
              <a:gd name="connsiteX168" fmla="*/ 10859450 w 13158797"/>
              <a:gd name="connsiteY168" fmla="*/ 295018 h 9456078"/>
              <a:gd name="connsiteX169" fmla="*/ 10905907 w 13158797"/>
              <a:gd name="connsiteY169" fmla="*/ 279953 h 9456078"/>
              <a:gd name="connsiteX170" fmla="*/ 10952500 w 13158797"/>
              <a:gd name="connsiteY170" fmla="*/ 265269 h 9456078"/>
              <a:gd name="connsiteX171" fmla="*/ 10999227 w 13158797"/>
              <a:gd name="connsiteY171" fmla="*/ 250968 h 9456078"/>
              <a:gd name="connsiteX172" fmla="*/ 11046087 w 13158797"/>
              <a:gd name="connsiteY172" fmla="*/ 237049 h 9456078"/>
              <a:gd name="connsiteX173" fmla="*/ 11093076 w 13158797"/>
              <a:gd name="connsiteY173" fmla="*/ 223516 h 9456078"/>
              <a:gd name="connsiteX174" fmla="*/ 11140193 w 13158797"/>
              <a:gd name="connsiteY174" fmla="*/ 210368 h 9456078"/>
              <a:gd name="connsiteX175" fmla="*/ 11187434 w 13158797"/>
              <a:gd name="connsiteY175" fmla="*/ 197606 h 9456078"/>
              <a:gd name="connsiteX176" fmla="*/ 11234799 w 13158797"/>
              <a:gd name="connsiteY176" fmla="*/ 185233 h 9456078"/>
              <a:gd name="connsiteX177" fmla="*/ 11282284 w 13158797"/>
              <a:gd name="connsiteY177" fmla="*/ 173248 h 9456078"/>
              <a:gd name="connsiteX178" fmla="*/ 11329888 w 13158797"/>
              <a:gd name="connsiteY178" fmla="*/ 161654 h 9456078"/>
              <a:gd name="connsiteX179" fmla="*/ 11377607 w 13158797"/>
              <a:gd name="connsiteY179" fmla="*/ 150451 h 9456078"/>
              <a:gd name="connsiteX180" fmla="*/ 11425440 w 13158797"/>
              <a:gd name="connsiteY180" fmla="*/ 139640 h 9456078"/>
              <a:gd name="connsiteX181" fmla="*/ 11473385 w 13158797"/>
              <a:gd name="connsiteY181" fmla="*/ 129223 h 9456078"/>
              <a:gd name="connsiteX182" fmla="*/ 11521439 w 13158797"/>
              <a:gd name="connsiteY182" fmla="*/ 119201 h 9456078"/>
              <a:gd name="connsiteX183" fmla="*/ 11569599 w 13158797"/>
              <a:gd name="connsiteY183" fmla="*/ 109574 h 9456078"/>
              <a:gd name="connsiteX184" fmla="*/ 11617864 w 13158797"/>
              <a:gd name="connsiteY184" fmla="*/ 100344 h 9456078"/>
              <a:gd name="connsiteX185" fmla="*/ 11666231 w 13158797"/>
              <a:gd name="connsiteY185" fmla="*/ 91512 h 9456078"/>
              <a:gd name="connsiteX186" fmla="*/ 11714698 w 13158797"/>
              <a:gd name="connsiteY186" fmla="*/ 83080 h 9456078"/>
              <a:gd name="connsiteX187" fmla="*/ 11763263 w 13158797"/>
              <a:gd name="connsiteY187" fmla="*/ 75047 h 9456078"/>
              <a:gd name="connsiteX188" fmla="*/ 11811923 w 13158797"/>
              <a:gd name="connsiteY188" fmla="*/ 67417 h 9456078"/>
              <a:gd name="connsiteX189" fmla="*/ 11860676 w 13158797"/>
              <a:gd name="connsiteY189" fmla="*/ 60188 h 9456078"/>
              <a:gd name="connsiteX190" fmla="*/ 11909519 w 13158797"/>
              <a:gd name="connsiteY190" fmla="*/ 53364 h 9456078"/>
              <a:gd name="connsiteX191" fmla="*/ 11958451 w 13158797"/>
              <a:gd name="connsiteY191" fmla="*/ 46944 h 9456078"/>
              <a:gd name="connsiteX192" fmla="*/ 12007470 w 13158797"/>
              <a:gd name="connsiteY192" fmla="*/ 40931 h 9456078"/>
              <a:gd name="connsiteX193" fmla="*/ 12056572 w 13158797"/>
              <a:gd name="connsiteY193" fmla="*/ 35324 h 9456078"/>
              <a:gd name="connsiteX194" fmla="*/ 12105756 w 13158797"/>
              <a:gd name="connsiteY194" fmla="*/ 30126 h 9456078"/>
              <a:gd name="connsiteX195" fmla="*/ 12155019 w 13158797"/>
              <a:gd name="connsiteY195" fmla="*/ 25337 h 9456078"/>
              <a:gd name="connsiteX196" fmla="*/ 12204359 w 13158797"/>
              <a:gd name="connsiteY196" fmla="*/ 20958 h 9456078"/>
              <a:gd name="connsiteX197" fmla="*/ 12253773 w 13158797"/>
              <a:gd name="connsiteY197" fmla="*/ 16991 h 9456078"/>
              <a:gd name="connsiteX198" fmla="*/ 12303260 w 13158797"/>
              <a:gd name="connsiteY198" fmla="*/ 13437 h 9456078"/>
              <a:gd name="connsiteX199" fmla="*/ 12352818 w 13158797"/>
              <a:gd name="connsiteY199" fmla="*/ 10297 h 9456078"/>
              <a:gd name="connsiteX200" fmla="*/ 12402443 w 13158797"/>
              <a:gd name="connsiteY200" fmla="*/ 7572 h 9456078"/>
              <a:gd name="connsiteX201" fmla="*/ 12452133 w 13158797"/>
              <a:gd name="connsiteY201" fmla="*/ 5263 h 9456078"/>
              <a:gd name="connsiteX202" fmla="*/ 12501887 w 13158797"/>
              <a:gd name="connsiteY202" fmla="*/ 3371 h 9456078"/>
              <a:gd name="connsiteX203" fmla="*/ 12551701 w 13158797"/>
              <a:gd name="connsiteY203" fmla="*/ 1898 h 9456078"/>
              <a:gd name="connsiteX204" fmla="*/ 12601574 w 13158797"/>
              <a:gd name="connsiteY204" fmla="*/ 844 h 9456078"/>
              <a:gd name="connsiteX205" fmla="*/ 12651504 w 13158797"/>
              <a:gd name="connsiteY205" fmla="*/ 211 h 9456078"/>
              <a:gd name="connsiteX206" fmla="*/ 12701487 w 13158797"/>
              <a:gd name="connsiteY206" fmla="*/ 0 h 9456078"/>
              <a:gd name="connsiteX207" fmla="*/ 13158798 w 13158797"/>
              <a:gd name="connsiteY207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98870 w 13158799"/>
              <a:gd name="connsiteY5" fmla="*/ 9447409 h 9456078"/>
              <a:gd name="connsiteX6" fmla="*/ 348429 w 13158799"/>
              <a:gd name="connsiteY6" fmla="*/ 9444290 h 9456078"/>
              <a:gd name="connsiteX7" fmla="*/ 397907 w 13158799"/>
              <a:gd name="connsiteY7" fmla="*/ 9440698 h 9456078"/>
              <a:gd name="connsiteX8" fmla="*/ 447302 w 13158799"/>
              <a:gd name="connsiteY8" fmla="*/ 9436632 h 9456078"/>
              <a:gd name="connsiteX9" fmla="*/ 496610 w 13158799"/>
              <a:gd name="connsiteY9" fmla="*/ 9432096 h 9456078"/>
              <a:gd name="connsiteX10" fmla="*/ 545829 w 13158799"/>
              <a:gd name="connsiteY10" fmla="*/ 9427089 h 9456078"/>
              <a:gd name="connsiteX11" fmla="*/ 594956 w 13158799"/>
              <a:gd name="connsiteY11" fmla="*/ 9421615 h 9456078"/>
              <a:gd name="connsiteX12" fmla="*/ 643987 w 13158799"/>
              <a:gd name="connsiteY12" fmla="*/ 9415673 h 9456078"/>
              <a:gd name="connsiteX13" fmla="*/ 692920 w 13158799"/>
              <a:gd name="connsiteY13" fmla="*/ 9409267 h 9456078"/>
              <a:gd name="connsiteX14" fmla="*/ 741751 w 13158799"/>
              <a:gd name="connsiteY14" fmla="*/ 9402396 h 9456078"/>
              <a:gd name="connsiteX15" fmla="*/ 790478 w 13158799"/>
              <a:gd name="connsiteY15" fmla="*/ 9395063 h 9456078"/>
              <a:gd name="connsiteX16" fmla="*/ 839098 w 13158799"/>
              <a:gd name="connsiteY16" fmla="*/ 9387270 h 9456078"/>
              <a:gd name="connsiteX17" fmla="*/ 887607 w 13158799"/>
              <a:gd name="connsiteY17" fmla="*/ 9379017 h 9456078"/>
              <a:gd name="connsiteX18" fmla="*/ 936002 w 13158799"/>
              <a:gd name="connsiteY18" fmla="*/ 9370306 h 9456078"/>
              <a:gd name="connsiteX19" fmla="*/ 984281 w 13158799"/>
              <a:gd name="connsiteY19" fmla="*/ 9361139 h 9456078"/>
              <a:gd name="connsiteX20" fmla="*/ 1032440 w 13158799"/>
              <a:gd name="connsiteY20" fmla="*/ 9351517 h 9456078"/>
              <a:gd name="connsiteX21" fmla="*/ 1080477 w 13158799"/>
              <a:gd name="connsiteY21" fmla="*/ 9341441 h 9456078"/>
              <a:gd name="connsiteX22" fmla="*/ 1176172 w 13158799"/>
              <a:gd name="connsiteY22" fmla="*/ 9319936 h 9456078"/>
              <a:gd name="connsiteX23" fmla="*/ 1223823 w 13158799"/>
              <a:gd name="connsiteY23" fmla="*/ 9308509 h 9456078"/>
              <a:gd name="connsiteX24" fmla="*/ 1271339 w 13158799"/>
              <a:gd name="connsiteY24" fmla="*/ 9296635 h 9456078"/>
              <a:gd name="connsiteX25" fmla="*/ 1318719 w 13158799"/>
              <a:gd name="connsiteY25" fmla="*/ 9284315 h 9456078"/>
              <a:gd name="connsiteX26" fmla="*/ 1365957 w 13158799"/>
              <a:gd name="connsiteY26" fmla="*/ 9271550 h 9456078"/>
              <a:gd name="connsiteX27" fmla="*/ 1413052 w 13158799"/>
              <a:gd name="connsiteY27" fmla="*/ 9258342 h 9456078"/>
              <a:gd name="connsiteX28" fmla="*/ 1460000 w 13158799"/>
              <a:gd name="connsiteY28" fmla="*/ 9244693 h 9456078"/>
              <a:gd name="connsiteX29" fmla="*/ 1506799 w 13158799"/>
              <a:gd name="connsiteY29" fmla="*/ 9230604 h 9456078"/>
              <a:gd name="connsiteX30" fmla="*/ 1553445 w 13158799"/>
              <a:gd name="connsiteY30" fmla="*/ 9216076 h 9456078"/>
              <a:gd name="connsiteX31" fmla="*/ 1599935 w 13158799"/>
              <a:gd name="connsiteY31" fmla="*/ 9201111 h 9456078"/>
              <a:gd name="connsiteX32" fmla="*/ 1646267 w 13158799"/>
              <a:gd name="connsiteY32" fmla="*/ 9185710 h 9456078"/>
              <a:gd name="connsiteX33" fmla="*/ 1692437 w 13158799"/>
              <a:gd name="connsiteY33" fmla="*/ 9169876 h 9456078"/>
              <a:gd name="connsiteX34" fmla="*/ 1738442 w 13158799"/>
              <a:gd name="connsiteY34" fmla="*/ 9153608 h 9456078"/>
              <a:gd name="connsiteX35" fmla="*/ 1784280 w 13158799"/>
              <a:gd name="connsiteY35" fmla="*/ 9136910 h 9456078"/>
              <a:gd name="connsiteX36" fmla="*/ 1829947 w 13158799"/>
              <a:gd name="connsiteY36" fmla="*/ 9119782 h 9456078"/>
              <a:gd name="connsiteX37" fmla="*/ 1875440 w 13158799"/>
              <a:gd name="connsiteY37" fmla="*/ 9102226 h 9456078"/>
              <a:gd name="connsiteX38" fmla="*/ 1920756 w 13158799"/>
              <a:gd name="connsiteY38" fmla="*/ 9084243 h 9456078"/>
              <a:gd name="connsiteX39" fmla="*/ 1965893 w 13158799"/>
              <a:gd name="connsiteY39" fmla="*/ 9065835 h 9456078"/>
              <a:gd name="connsiteX40" fmla="*/ 2010847 w 13158799"/>
              <a:gd name="connsiteY40" fmla="*/ 9047004 h 9456078"/>
              <a:gd name="connsiteX41" fmla="*/ 2055615 w 13158799"/>
              <a:gd name="connsiteY41" fmla="*/ 9027750 h 9456078"/>
              <a:gd name="connsiteX42" fmla="*/ 2100195 w 13158799"/>
              <a:gd name="connsiteY42" fmla="*/ 9008075 h 9456078"/>
              <a:gd name="connsiteX43" fmla="*/ 2144582 w 13158799"/>
              <a:gd name="connsiteY43" fmla="*/ 8987981 h 9456078"/>
              <a:gd name="connsiteX44" fmla="*/ 2188775 w 13158799"/>
              <a:gd name="connsiteY44" fmla="*/ 8967470 h 9456078"/>
              <a:gd name="connsiteX45" fmla="*/ 2232770 w 13158799"/>
              <a:gd name="connsiteY45" fmla="*/ 8946542 h 9456078"/>
              <a:gd name="connsiteX46" fmla="*/ 2276564 w 13158799"/>
              <a:gd name="connsiteY46" fmla="*/ 8925199 h 9456078"/>
              <a:gd name="connsiteX47" fmla="*/ 2320154 w 13158799"/>
              <a:gd name="connsiteY47" fmla="*/ 8903443 h 9456078"/>
              <a:gd name="connsiteX48" fmla="*/ 2363538 w 13158799"/>
              <a:gd name="connsiteY48" fmla="*/ 8881275 h 9456078"/>
              <a:gd name="connsiteX49" fmla="*/ 2406711 w 13158799"/>
              <a:gd name="connsiteY49" fmla="*/ 8858697 h 9456078"/>
              <a:gd name="connsiteX50" fmla="*/ 2449672 w 13158799"/>
              <a:gd name="connsiteY50" fmla="*/ 8835710 h 9456078"/>
              <a:gd name="connsiteX51" fmla="*/ 2492417 w 13158799"/>
              <a:gd name="connsiteY51" fmla="*/ 8812316 h 9456078"/>
              <a:gd name="connsiteX52" fmla="*/ 2534943 w 13158799"/>
              <a:gd name="connsiteY52" fmla="*/ 8788516 h 9456078"/>
              <a:gd name="connsiteX53" fmla="*/ 2577247 w 13158799"/>
              <a:gd name="connsiteY53" fmla="*/ 8764311 h 9456078"/>
              <a:gd name="connsiteX54" fmla="*/ 2619326 w 13158799"/>
              <a:gd name="connsiteY54" fmla="*/ 8739704 h 9456078"/>
              <a:gd name="connsiteX55" fmla="*/ 2661177 w 13158799"/>
              <a:gd name="connsiteY55" fmla="*/ 8714695 h 9456078"/>
              <a:gd name="connsiteX56" fmla="*/ 2702797 w 13158799"/>
              <a:gd name="connsiteY56" fmla="*/ 8689286 h 9456078"/>
              <a:gd name="connsiteX57" fmla="*/ 2744183 w 13158799"/>
              <a:gd name="connsiteY57" fmla="*/ 8663479 h 9456078"/>
              <a:gd name="connsiteX58" fmla="*/ 2785333 w 13158799"/>
              <a:gd name="connsiteY58" fmla="*/ 8637274 h 9456078"/>
              <a:gd name="connsiteX59" fmla="*/ 2826242 w 13158799"/>
              <a:gd name="connsiteY59" fmla="*/ 8610675 h 9456078"/>
              <a:gd name="connsiteX60" fmla="*/ 2866908 w 13158799"/>
              <a:gd name="connsiteY60" fmla="*/ 8583681 h 9456078"/>
              <a:gd name="connsiteX61" fmla="*/ 2907329 w 13158799"/>
              <a:gd name="connsiteY61" fmla="*/ 8556295 h 9456078"/>
              <a:gd name="connsiteX62" fmla="*/ 2947500 w 13158799"/>
              <a:gd name="connsiteY62" fmla="*/ 8528517 h 9456078"/>
              <a:gd name="connsiteX63" fmla="*/ 2987419 w 13158799"/>
              <a:gd name="connsiteY63" fmla="*/ 8500351 h 9456078"/>
              <a:gd name="connsiteX64" fmla="*/ 3027083 w 13158799"/>
              <a:gd name="connsiteY64" fmla="*/ 8471796 h 9456078"/>
              <a:gd name="connsiteX65" fmla="*/ 3066489 w 13158799"/>
              <a:gd name="connsiteY65" fmla="*/ 8442854 h 9456078"/>
              <a:gd name="connsiteX66" fmla="*/ 3105634 w 13158799"/>
              <a:gd name="connsiteY66" fmla="*/ 8413528 h 9456078"/>
              <a:gd name="connsiteX67" fmla="*/ 3144515 w 13158799"/>
              <a:gd name="connsiteY67" fmla="*/ 8383818 h 9456078"/>
              <a:gd name="connsiteX68" fmla="*/ 3183129 w 13158799"/>
              <a:gd name="connsiteY68" fmla="*/ 8353726 h 9456078"/>
              <a:gd name="connsiteX69" fmla="*/ 3221473 w 13158799"/>
              <a:gd name="connsiteY69" fmla="*/ 8323253 h 9456078"/>
              <a:gd name="connsiteX70" fmla="*/ 3259544 w 13158799"/>
              <a:gd name="connsiteY70" fmla="*/ 8292401 h 9456078"/>
              <a:gd name="connsiteX71" fmla="*/ 3297339 w 13158799"/>
              <a:gd name="connsiteY71" fmla="*/ 8261172 h 9456078"/>
              <a:gd name="connsiteX72" fmla="*/ 3334854 w 13158799"/>
              <a:gd name="connsiteY72" fmla="*/ 8229566 h 9456078"/>
              <a:gd name="connsiteX73" fmla="*/ 3372087 w 13158799"/>
              <a:gd name="connsiteY73" fmla="*/ 8197585 h 9456078"/>
              <a:gd name="connsiteX74" fmla="*/ 3409035 w 13158799"/>
              <a:gd name="connsiteY74" fmla="*/ 8165232 h 9456078"/>
              <a:gd name="connsiteX75" fmla="*/ 3445695 w 13158799"/>
              <a:gd name="connsiteY75" fmla="*/ 8132507 h 9456078"/>
              <a:gd name="connsiteX76" fmla="*/ 3482064 w 13158799"/>
              <a:gd name="connsiteY76" fmla="*/ 8099411 h 9456078"/>
              <a:gd name="connsiteX77" fmla="*/ 3518139 w 13158799"/>
              <a:gd name="connsiteY77" fmla="*/ 8065947 h 9456078"/>
              <a:gd name="connsiteX78" fmla="*/ 3553916 w 13158799"/>
              <a:gd name="connsiteY78" fmla="*/ 8032115 h 9456078"/>
              <a:gd name="connsiteX79" fmla="*/ 3589393 w 13158799"/>
              <a:gd name="connsiteY79" fmla="*/ 7997918 h 9456078"/>
              <a:gd name="connsiteX80" fmla="*/ 3624567 w 13158799"/>
              <a:gd name="connsiteY80" fmla="*/ 7963356 h 9456078"/>
              <a:gd name="connsiteX81" fmla="*/ 3659435 w 13158799"/>
              <a:gd name="connsiteY81" fmla="*/ 7928432 h 9456078"/>
              <a:gd name="connsiteX82" fmla="*/ 3693994 w 13158799"/>
              <a:gd name="connsiteY82" fmla="*/ 7893146 h 9456078"/>
              <a:gd name="connsiteX83" fmla="*/ 3728240 w 13158799"/>
              <a:gd name="connsiteY83" fmla="*/ 7857501 h 9456078"/>
              <a:gd name="connsiteX84" fmla="*/ 3762171 w 13158799"/>
              <a:gd name="connsiteY84" fmla="*/ 7821497 h 9456078"/>
              <a:gd name="connsiteX85" fmla="*/ 3795783 w 13158799"/>
              <a:gd name="connsiteY85" fmla="*/ 7785136 h 9456078"/>
              <a:gd name="connsiteX86" fmla="*/ 3829075 w 13158799"/>
              <a:gd name="connsiteY86" fmla="*/ 7748420 h 9456078"/>
              <a:gd name="connsiteX87" fmla="*/ 3862042 w 13158799"/>
              <a:gd name="connsiteY87" fmla="*/ 7711350 h 9456078"/>
              <a:gd name="connsiteX88" fmla="*/ 3894682 w 13158799"/>
              <a:gd name="connsiteY88" fmla="*/ 7673928 h 9456078"/>
              <a:gd name="connsiteX89" fmla="*/ 3926991 w 13158799"/>
              <a:gd name="connsiteY89" fmla="*/ 7636155 h 9456078"/>
              <a:gd name="connsiteX90" fmla="*/ 3958967 w 13158799"/>
              <a:gd name="connsiteY90" fmla="*/ 7598032 h 9456078"/>
              <a:gd name="connsiteX91" fmla="*/ 3990607 w 13158799"/>
              <a:gd name="connsiteY91" fmla="*/ 7559561 h 9456078"/>
              <a:gd name="connsiteX92" fmla="*/ 4021907 w 13158799"/>
              <a:gd name="connsiteY92" fmla="*/ 7520744 h 9456078"/>
              <a:gd name="connsiteX93" fmla="*/ 4052865 w 13158799"/>
              <a:gd name="connsiteY93" fmla="*/ 7481582 h 9456078"/>
              <a:gd name="connsiteX94" fmla="*/ 4083478 w 13158799"/>
              <a:gd name="connsiteY94" fmla="*/ 7442077 h 9456078"/>
              <a:gd name="connsiteX95" fmla="*/ 8022311 w 13158799"/>
              <a:gd name="connsiteY95" fmla="*/ 2307814 h 9456078"/>
              <a:gd name="connsiteX96" fmla="*/ 8052902 w 13158799"/>
              <a:gd name="connsiteY96" fmla="*/ 2268285 h 9456078"/>
              <a:gd name="connsiteX97" fmla="*/ 8083796 w 13158799"/>
              <a:gd name="connsiteY97" fmla="*/ 2229056 h 9456078"/>
              <a:gd name="connsiteX98" fmla="*/ 8114989 w 13158799"/>
              <a:gd name="connsiteY98" fmla="*/ 2190127 h 9456078"/>
              <a:gd name="connsiteX99" fmla="*/ 8146479 w 13158799"/>
              <a:gd name="connsiteY99" fmla="*/ 2151500 h 9456078"/>
              <a:gd name="connsiteX100" fmla="*/ 8178264 w 13158799"/>
              <a:gd name="connsiteY100" fmla="*/ 2113176 h 9456078"/>
              <a:gd name="connsiteX101" fmla="*/ 8210341 w 13158799"/>
              <a:gd name="connsiteY101" fmla="*/ 2075157 h 9456078"/>
              <a:gd name="connsiteX102" fmla="*/ 8242709 w 13158799"/>
              <a:gd name="connsiteY102" fmla="*/ 2037442 h 9456078"/>
              <a:gd name="connsiteX103" fmla="*/ 8275365 w 13158799"/>
              <a:gd name="connsiteY103" fmla="*/ 2000034 h 9456078"/>
              <a:gd name="connsiteX104" fmla="*/ 8308307 w 13158799"/>
              <a:gd name="connsiteY104" fmla="*/ 1962934 h 9456078"/>
              <a:gd name="connsiteX105" fmla="*/ 8341532 w 13158799"/>
              <a:gd name="connsiteY105" fmla="*/ 1926142 h 9456078"/>
              <a:gd name="connsiteX106" fmla="*/ 8375038 w 13158799"/>
              <a:gd name="connsiteY106" fmla="*/ 1889660 h 9456078"/>
              <a:gd name="connsiteX107" fmla="*/ 8408823 w 13158799"/>
              <a:gd name="connsiteY107" fmla="*/ 1853489 h 9456078"/>
              <a:gd name="connsiteX108" fmla="*/ 8442885 w 13158799"/>
              <a:gd name="connsiteY108" fmla="*/ 1817630 h 9456078"/>
              <a:gd name="connsiteX109" fmla="*/ 8477221 w 13158799"/>
              <a:gd name="connsiteY109" fmla="*/ 1782084 h 9456078"/>
              <a:gd name="connsiteX110" fmla="*/ 8511829 w 13158799"/>
              <a:gd name="connsiteY110" fmla="*/ 1746853 h 9456078"/>
              <a:gd name="connsiteX111" fmla="*/ 8546706 w 13158799"/>
              <a:gd name="connsiteY111" fmla="*/ 1711937 h 9456078"/>
              <a:gd name="connsiteX112" fmla="*/ 8581851 w 13158799"/>
              <a:gd name="connsiteY112" fmla="*/ 1677337 h 9456078"/>
              <a:gd name="connsiteX113" fmla="*/ 8617261 w 13158799"/>
              <a:gd name="connsiteY113" fmla="*/ 1643056 h 9456078"/>
              <a:gd name="connsiteX114" fmla="*/ 8652934 w 13158799"/>
              <a:gd name="connsiteY114" fmla="*/ 1609093 h 9456078"/>
              <a:gd name="connsiteX115" fmla="*/ 8688867 w 13158799"/>
              <a:gd name="connsiteY115" fmla="*/ 1575450 h 9456078"/>
              <a:gd name="connsiteX116" fmla="*/ 8725058 w 13158799"/>
              <a:gd name="connsiteY116" fmla="*/ 1542128 h 9456078"/>
              <a:gd name="connsiteX117" fmla="*/ 8761506 w 13158799"/>
              <a:gd name="connsiteY117" fmla="*/ 1509129 h 9456078"/>
              <a:gd name="connsiteX118" fmla="*/ 8798207 w 13158799"/>
              <a:gd name="connsiteY118" fmla="*/ 1476452 h 9456078"/>
              <a:gd name="connsiteX119" fmla="*/ 8835159 w 13158799"/>
              <a:gd name="connsiteY119" fmla="*/ 1444101 h 9456078"/>
              <a:gd name="connsiteX120" fmla="*/ 8872360 w 13158799"/>
              <a:gd name="connsiteY120" fmla="*/ 1412075 h 9456078"/>
              <a:gd name="connsiteX121" fmla="*/ 8909808 w 13158799"/>
              <a:gd name="connsiteY121" fmla="*/ 1380375 h 9456078"/>
              <a:gd name="connsiteX122" fmla="*/ 8947501 w 13158799"/>
              <a:gd name="connsiteY122" fmla="*/ 1349004 h 9456078"/>
              <a:gd name="connsiteX123" fmla="*/ 8985435 w 13158799"/>
              <a:gd name="connsiteY123" fmla="*/ 1317962 h 9456078"/>
              <a:gd name="connsiteX124" fmla="*/ 9023610 w 13158799"/>
              <a:gd name="connsiteY124" fmla="*/ 1287250 h 9456078"/>
              <a:gd name="connsiteX125" fmla="*/ 9062022 w 13158799"/>
              <a:gd name="connsiteY125" fmla="*/ 1256869 h 9456078"/>
              <a:gd name="connsiteX126" fmla="*/ 9100669 w 13158799"/>
              <a:gd name="connsiteY126" fmla="*/ 1226820 h 9456078"/>
              <a:gd name="connsiteX127" fmla="*/ 9139549 w 13158799"/>
              <a:gd name="connsiteY127" fmla="*/ 1197105 h 9456078"/>
              <a:gd name="connsiteX128" fmla="*/ 9178660 w 13158799"/>
              <a:gd name="connsiteY128" fmla="*/ 1167725 h 9456078"/>
              <a:gd name="connsiteX129" fmla="*/ 9217999 w 13158799"/>
              <a:gd name="connsiteY129" fmla="*/ 1138681 h 9456078"/>
              <a:gd name="connsiteX130" fmla="*/ 9257564 w 13158799"/>
              <a:gd name="connsiteY130" fmla="*/ 1109974 h 9456078"/>
              <a:gd name="connsiteX131" fmla="*/ 9297353 w 13158799"/>
              <a:gd name="connsiteY131" fmla="*/ 1081604 h 9456078"/>
              <a:gd name="connsiteX132" fmla="*/ 9337364 w 13158799"/>
              <a:gd name="connsiteY132" fmla="*/ 1053574 h 9456078"/>
              <a:gd name="connsiteX133" fmla="*/ 9377594 w 13158799"/>
              <a:gd name="connsiteY133" fmla="*/ 1025884 h 9456078"/>
              <a:gd name="connsiteX134" fmla="*/ 9418040 w 13158799"/>
              <a:gd name="connsiteY134" fmla="*/ 998536 h 9456078"/>
              <a:gd name="connsiteX135" fmla="*/ 9458702 w 13158799"/>
              <a:gd name="connsiteY135" fmla="*/ 971530 h 9456078"/>
              <a:gd name="connsiteX136" fmla="*/ 9499575 w 13158799"/>
              <a:gd name="connsiteY136" fmla="*/ 944868 h 9456078"/>
              <a:gd name="connsiteX137" fmla="*/ 9540659 w 13158799"/>
              <a:gd name="connsiteY137" fmla="*/ 918551 h 9456078"/>
              <a:gd name="connsiteX138" fmla="*/ 9581950 w 13158799"/>
              <a:gd name="connsiteY138" fmla="*/ 892580 h 9456078"/>
              <a:gd name="connsiteX139" fmla="*/ 9623447 w 13158799"/>
              <a:gd name="connsiteY139" fmla="*/ 866956 h 9456078"/>
              <a:gd name="connsiteX140" fmla="*/ 9665147 w 13158799"/>
              <a:gd name="connsiteY140" fmla="*/ 841681 h 9456078"/>
              <a:gd name="connsiteX141" fmla="*/ 9707048 w 13158799"/>
              <a:gd name="connsiteY141" fmla="*/ 816754 h 9456078"/>
              <a:gd name="connsiteX142" fmla="*/ 9749147 w 13158799"/>
              <a:gd name="connsiteY142" fmla="*/ 792179 h 9456078"/>
              <a:gd name="connsiteX143" fmla="*/ 9791443 w 13158799"/>
              <a:gd name="connsiteY143" fmla="*/ 767955 h 9456078"/>
              <a:gd name="connsiteX144" fmla="*/ 9833932 w 13158799"/>
              <a:gd name="connsiteY144" fmla="*/ 744083 h 9456078"/>
              <a:gd name="connsiteX145" fmla="*/ 9876613 w 13158799"/>
              <a:gd name="connsiteY145" fmla="*/ 720566 h 9456078"/>
              <a:gd name="connsiteX146" fmla="*/ 9919484 w 13158799"/>
              <a:gd name="connsiteY146" fmla="*/ 697404 h 9456078"/>
              <a:gd name="connsiteX147" fmla="*/ 9962542 w 13158799"/>
              <a:gd name="connsiteY147" fmla="*/ 674598 h 9456078"/>
              <a:gd name="connsiteX148" fmla="*/ 10005784 w 13158799"/>
              <a:gd name="connsiteY148" fmla="*/ 652149 h 9456078"/>
              <a:gd name="connsiteX149" fmla="*/ 10049209 w 13158799"/>
              <a:gd name="connsiteY149" fmla="*/ 630059 h 9456078"/>
              <a:gd name="connsiteX150" fmla="*/ 10092814 w 13158799"/>
              <a:gd name="connsiteY150" fmla="*/ 608328 h 9456078"/>
              <a:gd name="connsiteX151" fmla="*/ 10136597 w 13158799"/>
              <a:gd name="connsiteY151" fmla="*/ 586958 h 9456078"/>
              <a:gd name="connsiteX152" fmla="*/ 10180556 w 13158799"/>
              <a:gd name="connsiteY152" fmla="*/ 565950 h 9456078"/>
              <a:gd name="connsiteX153" fmla="*/ 10224688 w 13158799"/>
              <a:gd name="connsiteY153" fmla="*/ 545304 h 9456078"/>
              <a:gd name="connsiteX154" fmla="*/ 10268991 w 13158799"/>
              <a:gd name="connsiteY154" fmla="*/ 525023 h 9456078"/>
              <a:gd name="connsiteX155" fmla="*/ 10313463 w 13158799"/>
              <a:gd name="connsiteY155" fmla="*/ 505107 h 9456078"/>
              <a:gd name="connsiteX156" fmla="*/ 10358101 w 13158799"/>
              <a:gd name="connsiteY156" fmla="*/ 485558 h 9456078"/>
              <a:gd name="connsiteX157" fmla="*/ 10402903 w 13158799"/>
              <a:gd name="connsiteY157" fmla="*/ 466376 h 9456078"/>
              <a:gd name="connsiteX158" fmla="*/ 10447868 w 13158799"/>
              <a:gd name="connsiteY158" fmla="*/ 447563 h 9456078"/>
              <a:gd name="connsiteX159" fmla="*/ 10492991 w 13158799"/>
              <a:gd name="connsiteY159" fmla="*/ 429119 h 9456078"/>
              <a:gd name="connsiteX160" fmla="*/ 10538272 w 13158799"/>
              <a:gd name="connsiteY160" fmla="*/ 411046 h 9456078"/>
              <a:gd name="connsiteX161" fmla="*/ 10583708 w 13158799"/>
              <a:gd name="connsiteY161" fmla="*/ 393346 h 9456078"/>
              <a:gd name="connsiteX162" fmla="*/ 10629297 w 13158799"/>
              <a:gd name="connsiteY162" fmla="*/ 376018 h 9456078"/>
              <a:gd name="connsiteX163" fmla="*/ 10675036 w 13158799"/>
              <a:gd name="connsiteY163" fmla="*/ 359065 h 9456078"/>
              <a:gd name="connsiteX164" fmla="*/ 10720923 w 13158799"/>
              <a:gd name="connsiteY164" fmla="*/ 342487 h 9456078"/>
              <a:gd name="connsiteX165" fmla="*/ 10766956 w 13158799"/>
              <a:gd name="connsiteY165" fmla="*/ 326286 h 9456078"/>
              <a:gd name="connsiteX166" fmla="*/ 10813132 w 13158799"/>
              <a:gd name="connsiteY166" fmla="*/ 310462 h 9456078"/>
              <a:gd name="connsiteX167" fmla="*/ 10859450 w 13158799"/>
              <a:gd name="connsiteY167" fmla="*/ 295018 h 9456078"/>
              <a:gd name="connsiteX168" fmla="*/ 10905907 w 13158799"/>
              <a:gd name="connsiteY168" fmla="*/ 279953 h 9456078"/>
              <a:gd name="connsiteX169" fmla="*/ 10952500 w 13158799"/>
              <a:gd name="connsiteY169" fmla="*/ 265269 h 9456078"/>
              <a:gd name="connsiteX170" fmla="*/ 10999227 w 13158799"/>
              <a:gd name="connsiteY170" fmla="*/ 250968 h 9456078"/>
              <a:gd name="connsiteX171" fmla="*/ 11046087 w 13158799"/>
              <a:gd name="connsiteY171" fmla="*/ 237049 h 9456078"/>
              <a:gd name="connsiteX172" fmla="*/ 11093076 w 13158799"/>
              <a:gd name="connsiteY172" fmla="*/ 223516 h 9456078"/>
              <a:gd name="connsiteX173" fmla="*/ 11140193 w 13158799"/>
              <a:gd name="connsiteY173" fmla="*/ 210368 h 9456078"/>
              <a:gd name="connsiteX174" fmla="*/ 11187434 w 13158799"/>
              <a:gd name="connsiteY174" fmla="*/ 197606 h 9456078"/>
              <a:gd name="connsiteX175" fmla="*/ 11234799 w 13158799"/>
              <a:gd name="connsiteY175" fmla="*/ 185233 h 9456078"/>
              <a:gd name="connsiteX176" fmla="*/ 11282284 w 13158799"/>
              <a:gd name="connsiteY176" fmla="*/ 173248 h 9456078"/>
              <a:gd name="connsiteX177" fmla="*/ 11329888 w 13158799"/>
              <a:gd name="connsiteY177" fmla="*/ 161654 h 9456078"/>
              <a:gd name="connsiteX178" fmla="*/ 11377607 w 13158799"/>
              <a:gd name="connsiteY178" fmla="*/ 150451 h 9456078"/>
              <a:gd name="connsiteX179" fmla="*/ 11425440 w 13158799"/>
              <a:gd name="connsiteY179" fmla="*/ 139640 h 9456078"/>
              <a:gd name="connsiteX180" fmla="*/ 11473385 w 13158799"/>
              <a:gd name="connsiteY180" fmla="*/ 129223 h 9456078"/>
              <a:gd name="connsiteX181" fmla="*/ 11521439 w 13158799"/>
              <a:gd name="connsiteY181" fmla="*/ 119201 h 9456078"/>
              <a:gd name="connsiteX182" fmla="*/ 11569599 w 13158799"/>
              <a:gd name="connsiteY182" fmla="*/ 109574 h 9456078"/>
              <a:gd name="connsiteX183" fmla="*/ 11617864 w 13158799"/>
              <a:gd name="connsiteY183" fmla="*/ 100344 h 9456078"/>
              <a:gd name="connsiteX184" fmla="*/ 11666231 w 13158799"/>
              <a:gd name="connsiteY184" fmla="*/ 91512 h 9456078"/>
              <a:gd name="connsiteX185" fmla="*/ 11714698 w 13158799"/>
              <a:gd name="connsiteY185" fmla="*/ 83080 h 9456078"/>
              <a:gd name="connsiteX186" fmla="*/ 11763263 w 13158799"/>
              <a:gd name="connsiteY186" fmla="*/ 75047 h 9456078"/>
              <a:gd name="connsiteX187" fmla="*/ 11811923 w 13158799"/>
              <a:gd name="connsiteY187" fmla="*/ 67417 h 9456078"/>
              <a:gd name="connsiteX188" fmla="*/ 11860676 w 13158799"/>
              <a:gd name="connsiteY188" fmla="*/ 60188 h 9456078"/>
              <a:gd name="connsiteX189" fmla="*/ 11909519 w 13158799"/>
              <a:gd name="connsiteY189" fmla="*/ 53364 h 9456078"/>
              <a:gd name="connsiteX190" fmla="*/ 11958451 w 13158799"/>
              <a:gd name="connsiteY190" fmla="*/ 46944 h 9456078"/>
              <a:gd name="connsiteX191" fmla="*/ 12007470 w 13158799"/>
              <a:gd name="connsiteY191" fmla="*/ 40931 h 9456078"/>
              <a:gd name="connsiteX192" fmla="*/ 12056572 w 13158799"/>
              <a:gd name="connsiteY192" fmla="*/ 35324 h 9456078"/>
              <a:gd name="connsiteX193" fmla="*/ 12105756 w 13158799"/>
              <a:gd name="connsiteY193" fmla="*/ 30126 h 9456078"/>
              <a:gd name="connsiteX194" fmla="*/ 12155019 w 13158799"/>
              <a:gd name="connsiteY194" fmla="*/ 25337 h 9456078"/>
              <a:gd name="connsiteX195" fmla="*/ 12204359 w 13158799"/>
              <a:gd name="connsiteY195" fmla="*/ 20958 h 9456078"/>
              <a:gd name="connsiteX196" fmla="*/ 12253773 w 13158799"/>
              <a:gd name="connsiteY196" fmla="*/ 16991 h 9456078"/>
              <a:gd name="connsiteX197" fmla="*/ 12303260 w 13158799"/>
              <a:gd name="connsiteY197" fmla="*/ 13437 h 9456078"/>
              <a:gd name="connsiteX198" fmla="*/ 12352818 w 13158799"/>
              <a:gd name="connsiteY198" fmla="*/ 10297 h 9456078"/>
              <a:gd name="connsiteX199" fmla="*/ 12402443 w 13158799"/>
              <a:gd name="connsiteY199" fmla="*/ 7572 h 9456078"/>
              <a:gd name="connsiteX200" fmla="*/ 12452133 w 13158799"/>
              <a:gd name="connsiteY200" fmla="*/ 5263 h 9456078"/>
              <a:gd name="connsiteX201" fmla="*/ 12501887 w 13158799"/>
              <a:gd name="connsiteY201" fmla="*/ 3371 h 9456078"/>
              <a:gd name="connsiteX202" fmla="*/ 12551701 w 13158799"/>
              <a:gd name="connsiteY202" fmla="*/ 1898 h 9456078"/>
              <a:gd name="connsiteX203" fmla="*/ 12601574 w 13158799"/>
              <a:gd name="connsiteY203" fmla="*/ 844 h 9456078"/>
              <a:gd name="connsiteX204" fmla="*/ 12651504 w 13158799"/>
              <a:gd name="connsiteY204" fmla="*/ 211 h 9456078"/>
              <a:gd name="connsiteX205" fmla="*/ 12701487 w 13158799"/>
              <a:gd name="connsiteY205" fmla="*/ 0 h 9456078"/>
              <a:gd name="connsiteX206" fmla="*/ 13158798 w 13158799"/>
              <a:gd name="connsiteY206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76172 w 13158797"/>
              <a:gd name="connsiteY22" fmla="*/ 9319936 h 9456078"/>
              <a:gd name="connsiteX23" fmla="*/ 1223823 w 13158797"/>
              <a:gd name="connsiteY23" fmla="*/ 9308509 h 9456078"/>
              <a:gd name="connsiteX24" fmla="*/ 1271339 w 13158797"/>
              <a:gd name="connsiteY24" fmla="*/ 9296635 h 9456078"/>
              <a:gd name="connsiteX25" fmla="*/ 1318719 w 13158797"/>
              <a:gd name="connsiteY25" fmla="*/ 9284315 h 9456078"/>
              <a:gd name="connsiteX26" fmla="*/ 1365957 w 13158797"/>
              <a:gd name="connsiteY26" fmla="*/ 9271550 h 9456078"/>
              <a:gd name="connsiteX27" fmla="*/ 1413052 w 13158797"/>
              <a:gd name="connsiteY27" fmla="*/ 9258342 h 9456078"/>
              <a:gd name="connsiteX28" fmla="*/ 1460000 w 13158797"/>
              <a:gd name="connsiteY28" fmla="*/ 9244693 h 9456078"/>
              <a:gd name="connsiteX29" fmla="*/ 1506799 w 13158797"/>
              <a:gd name="connsiteY29" fmla="*/ 9230604 h 9456078"/>
              <a:gd name="connsiteX30" fmla="*/ 1553445 w 13158797"/>
              <a:gd name="connsiteY30" fmla="*/ 9216076 h 9456078"/>
              <a:gd name="connsiteX31" fmla="*/ 1599935 w 13158797"/>
              <a:gd name="connsiteY31" fmla="*/ 9201111 h 9456078"/>
              <a:gd name="connsiteX32" fmla="*/ 1646267 w 13158797"/>
              <a:gd name="connsiteY32" fmla="*/ 9185710 h 9456078"/>
              <a:gd name="connsiteX33" fmla="*/ 1692437 w 13158797"/>
              <a:gd name="connsiteY33" fmla="*/ 9169876 h 9456078"/>
              <a:gd name="connsiteX34" fmla="*/ 1738442 w 13158797"/>
              <a:gd name="connsiteY34" fmla="*/ 9153608 h 9456078"/>
              <a:gd name="connsiteX35" fmla="*/ 1784280 w 13158797"/>
              <a:gd name="connsiteY35" fmla="*/ 9136910 h 9456078"/>
              <a:gd name="connsiteX36" fmla="*/ 1829947 w 13158797"/>
              <a:gd name="connsiteY36" fmla="*/ 9119782 h 9456078"/>
              <a:gd name="connsiteX37" fmla="*/ 1875440 w 13158797"/>
              <a:gd name="connsiteY37" fmla="*/ 9102226 h 9456078"/>
              <a:gd name="connsiteX38" fmla="*/ 1920756 w 13158797"/>
              <a:gd name="connsiteY38" fmla="*/ 9084243 h 9456078"/>
              <a:gd name="connsiteX39" fmla="*/ 1965893 w 13158797"/>
              <a:gd name="connsiteY39" fmla="*/ 9065835 h 9456078"/>
              <a:gd name="connsiteX40" fmla="*/ 2055615 w 13158797"/>
              <a:gd name="connsiteY40" fmla="*/ 9027750 h 9456078"/>
              <a:gd name="connsiteX41" fmla="*/ 2100195 w 13158797"/>
              <a:gd name="connsiteY41" fmla="*/ 9008075 h 9456078"/>
              <a:gd name="connsiteX42" fmla="*/ 2144582 w 13158797"/>
              <a:gd name="connsiteY42" fmla="*/ 8987981 h 9456078"/>
              <a:gd name="connsiteX43" fmla="*/ 2188775 w 13158797"/>
              <a:gd name="connsiteY43" fmla="*/ 8967470 h 9456078"/>
              <a:gd name="connsiteX44" fmla="*/ 2232770 w 13158797"/>
              <a:gd name="connsiteY44" fmla="*/ 8946542 h 9456078"/>
              <a:gd name="connsiteX45" fmla="*/ 2276564 w 13158797"/>
              <a:gd name="connsiteY45" fmla="*/ 8925199 h 9456078"/>
              <a:gd name="connsiteX46" fmla="*/ 2320154 w 13158797"/>
              <a:gd name="connsiteY46" fmla="*/ 8903443 h 9456078"/>
              <a:gd name="connsiteX47" fmla="*/ 2363538 w 13158797"/>
              <a:gd name="connsiteY47" fmla="*/ 8881275 h 9456078"/>
              <a:gd name="connsiteX48" fmla="*/ 2406711 w 13158797"/>
              <a:gd name="connsiteY48" fmla="*/ 8858697 h 9456078"/>
              <a:gd name="connsiteX49" fmla="*/ 2449672 w 13158797"/>
              <a:gd name="connsiteY49" fmla="*/ 8835710 h 9456078"/>
              <a:gd name="connsiteX50" fmla="*/ 2492417 w 13158797"/>
              <a:gd name="connsiteY50" fmla="*/ 8812316 h 9456078"/>
              <a:gd name="connsiteX51" fmla="*/ 2534943 w 13158797"/>
              <a:gd name="connsiteY51" fmla="*/ 8788516 h 9456078"/>
              <a:gd name="connsiteX52" fmla="*/ 2577247 w 13158797"/>
              <a:gd name="connsiteY52" fmla="*/ 8764311 h 9456078"/>
              <a:gd name="connsiteX53" fmla="*/ 2619326 w 13158797"/>
              <a:gd name="connsiteY53" fmla="*/ 8739704 h 9456078"/>
              <a:gd name="connsiteX54" fmla="*/ 2661177 w 13158797"/>
              <a:gd name="connsiteY54" fmla="*/ 8714695 h 9456078"/>
              <a:gd name="connsiteX55" fmla="*/ 2702797 w 13158797"/>
              <a:gd name="connsiteY55" fmla="*/ 8689286 h 9456078"/>
              <a:gd name="connsiteX56" fmla="*/ 2744183 w 13158797"/>
              <a:gd name="connsiteY56" fmla="*/ 8663479 h 9456078"/>
              <a:gd name="connsiteX57" fmla="*/ 2785333 w 13158797"/>
              <a:gd name="connsiteY57" fmla="*/ 8637274 h 9456078"/>
              <a:gd name="connsiteX58" fmla="*/ 2826242 w 13158797"/>
              <a:gd name="connsiteY58" fmla="*/ 8610675 h 9456078"/>
              <a:gd name="connsiteX59" fmla="*/ 2866908 w 13158797"/>
              <a:gd name="connsiteY59" fmla="*/ 8583681 h 9456078"/>
              <a:gd name="connsiteX60" fmla="*/ 2907329 w 13158797"/>
              <a:gd name="connsiteY60" fmla="*/ 8556295 h 9456078"/>
              <a:gd name="connsiteX61" fmla="*/ 2947500 w 13158797"/>
              <a:gd name="connsiteY61" fmla="*/ 8528517 h 9456078"/>
              <a:gd name="connsiteX62" fmla="*/ 2987419 w 13158797"/>
              <a:gd name="connsiteY62" fmla="*/ 8500351 h 9456078"/>
              <a:gd name="connsiteX63" fmla="*/ 3027083 w 13158797"/>
              <a:gd name="connsiteY63" fmla="*/ 8471796 h 9456078"/>
              <a:gd name="connsiteX64" fmla="*/ 3066489 w 13158797"/>
              <a:gd name="connsiteY64" fmla="*/ 8442854 h 9456078"/>
              <a:gd name="connsiteX65" fmla="*/ 3105634 w 13158797"/>
              <a:gd name="connsiteY65" fmla="*/ 8413528 h 9456078"/>
              <a:gd name="connsiteX66" fmla="*/ 3144515 w 13158797"/>
              <a:gd name="connsiteY66" fmla="*/ 8383818 h 9456078"/>
              <a:gd name="connsiteX67" fmla="*/ 3183129 w 13158797"/>
              <a:gd name="connsiteY67" fmla="*/ 8353726 h 9456078"/>
              <a:gd name="connsiteX68" fmla="*/ 3221473 w 13158797"/>
              <a:gd name="connsiteY68" fmla="*/ 8323253 h 9456078"/>
              <a:gd name="connsiteX69" fmla="*/ 3259544 w 13158797"/>
              <a:gd name="connsiteY69" fmla="*/ 8292401 h 9456078"/>
              <a:gd name="connsiteX70" fmla="*/ 3297339 w 13158797"/>
              <a:gd name="connsiteY70" fmla="*/ 8261172 h 9456078"/>
              <a:gd name="connsiteX71" fmla="*/ 3334854 w 13158797"/>
              <a:gd name="connsiteY71" fmla="*/ 8229566 h 9456078"/>
              <a:gd name="connsiteX72" fmla="*/ 3372087 w 13158797"/>
              <a:gd name="connsiteY72" fmla="*/ 8197585 h 9456078"/>
              <a:gd name="connsiteX73" fmla="*/ 3409035 w 13158797"/>
              <a:gd name="connsiteY73" fmla="*/ 8165232 h 9456078"/>
              <a:gd name="connsiteX74" fmla="*/ 3445695 w 13158797"/>
              <a:gd name="connsiteY74" fmla="*/ 8132507 h 9456078"/>
              <a:gd name="connsiteX75" fmla="*/ 3482064 w 13158797"/>
              <a:gd name="connsiteY75" fmla="*/ 8099411 h 9456078"/>
              <a:gd name="connsiteX76" fmla="*/ 3518139 w 13158797"/>
              <a:gd name="connsiteY76" fmla="*/ 8065947 h 9456078"/>
              <a:gd name="connsiteX77" fmla="*/ 3553916 w 13158797"/>
              <a:gd name="connsiteY77" fmla="*/ 8032115 h 9456078"/>
              <a:gd name="connsiteX78" fmla="*/ 3589393 w 13158797"/>
              <a:gd name="connsiteY78" fmla="*/ 7997918 h 9456078"/>
              <a:gd name="connsiteX79" fmla="*/ 3624567 w 13158797"/>
              <a:gd name="connsiteY79" fmla="*/ 7963356 h 9456078"/>
              <a:gd name="connsiteX80" fmla="*/ 3659435 w 13158797"/>
              <a:gd name="connsiteY80" fmla="*/ 7928432 h 9456078"/>
              <a:gd name="connsiteX81" fmla="*/ 3693994 w 13158797"/>
              <a:gd name="connsiteY81" fmla="*/ 7893146 h 9456078"/>
              <a:gd name="connsiteX82" fmla="*/ 3728240 w 13158797"/>
              <a:gd name="connsiteY82" fmla="*/ 7857501 h 9456078"/>
              <a:gd name="connsiteX83" fmla="*/ 3762171 w 13158797"/>
              <a:gd name="connsiteY83" fmla="*/ 7821497 h 9456078"/>
              <a:gd name="connsiteX84" fmla="*/ 3795783 w 13158797"/>
              <a:gd name="connsiteY84" fmla="*/ 7785136 h 9456078"/>
              <a:gd name="connsiteX85" fmla="*/ 3829075 w 13158797"/>
              <a:gd name="connsiteY85" fmla="*/ 7748420 h 9456078"/>
              <a:gd name="connsiteX86" fmla="*/ 3862042 w 13158797"/>
              <a:gd name="connsiteY86" fmla="*/ 7711350 h 9456078"/>
              <a:gd name="connsiteX87" fmla="*/ 3894682 w 13158797"/>
              <a:gd name="connsiteY87" fmla="*/ 7673928 h 9456078"/>
              <a:gd name="connsiteX88" fmla="*/ 3926991 w 13158797"/>
              <a:gd name="connsiteY88" fmla="*/ 7636155 h 9456078"/>
              <a:gd name="connsiteX89" fmla="*/ 3958967 w 13158797"/>
              <a:gd name="connsiteY89" fmla="*/ 7598032 h 9456078"/>
              <a:gd name="connsiteX90" fmla="*/ 3990607 w 13158797"/>
              <a:gd name="connsiteY90" fmla="*/ 7559561 h 9456078"/>
              <a:gd name="connsiteX91" fmla="*/ 4021907 w 13158797"/>
              <a:gd name="connsiteY91" fmla="*/ 7520744 h 9456078"/>
              <a:gd name="connsiteX92" fmla="*/ 4052865 w 13158797"/>
              <a:gd name="connsiteY92" fmla="*/ 7481582 h 9456078"/>
              <a:gd name="connsiteX93" fmla="*/ 4083478 w 13158797"/>
              <a:gd name="connsiteY93" fmla="*/ 7442077 h 9456078"/>
              <a:gd name="connsiteX94" fmla="*/ 8022311 w 13158797"/>
              <a:gd name="connsiteY94" fmla="*/ 2307814 h 9456078"/>
              <a:gd name="connsiteX95" fmla="*/ 8052902 w 13158797"/>
              <a:gd name="connsiteY95" fmla="*/ 2268285 h 9456078"/>
              <a:gd name="connsiteX96" fmla="*/ 8083796 w 13158797"/>
              <a:gd name="connsiteY96" fmla="*/ 2229056 h 9456078"/>
              <a:gd name="connsiteX97" fmla="*/ 8114989 w 13158797"/>
              <a:gd name="connsiteY97" fmla="*/ 2190127 h 9456078"/>
              <a:gd name="connsiteX98" fmla="*/ 8146479 w 13158797"/>
              <a:gd name="connsiteY98" fmla="*/ 2151500 h 9456078"/>
              <a:gd name="connsiteX99" fmla="*/ 8178264 w 13158797"/>
              <a:gd name="connsiteY99" fmla="*/ 2113176 h 9456078"/>
              <a:gd name="connsiteX100" fmla="*/ 8210341 w 13158797"/>
              <a:gd name="connsiteY100" fmla="*/ 2075157 h 9456078"/>
              <a:gd name="connsiteX101" fmla="*/ 8242709 w 13158797"/>
              <a:gd name="connsiteY101" fmla="*/ 2037442 h 9456078"/>
              <a:gd name="connsiteX102" fmla="*/ 8275365 w 13158797"/>
              <a:gd name="connsiteY102" fmla="*/ 2000034 h 9456078"/>
              <a:gd name="connsiteX103" fmla="*/ 8308307 w 13158797"/>
              <a:gd name="connsiteY103" fmla="*/ 1962934 h 9456078"/>
              <a:gd name="connsiteX104" fmla="*/ 8341532 w 13158797"/>
              <a:gd name="connsiteY104" fmla="*/ 1926142 h 9456078"/>
              <a:gd name="connsiteX105" fmla="*/ 8375038 w 13158797"/>
              <a:gd name="connsiteY105" fmla="*/ 1889660 h 9456078"/>
              <a:gd name="connsiteX106" fmla="*/ 8408823 w 13158797"/>
              <a:gd name="connsiteY106" fmla="*/ 1853489 h 9456078"/>
              <a:gd name="connsiteX107" fmla="*/ 8442885 w 13158797"/>
              <a:gd name="connsiteY107" fmla="*/ 1817630 h 9456078"/>
              <a:gd name="connsiteX108" fmla="*/ 8477221 w 13158797"/>
              <a:gd name="connsiteY108" fmla="*/ 1782084 h 9456078"/>
              <a:gd name="connsiteX109" fmla="*/ 8511829 w 13158797"/>
              <a:gd name="connsiteY109" fmla="*/ 1746853 h 9456078"/>
              <a:gd name="connsiteX110" fmla="*/ 8546706 w 13158797"/>
              <a:gd name="connsiteY110" fmla="*/ 1711937 h 9456078"/>
              <a:gd name="connsiteX111" fmla="*/ 8581851 w 13158797"/>
              <a:gd name="connsiteY111" fmla="*/ 1677337 h 9456078"/>
              <a:gd name="connsiteX112" fmla="*/ 8617261 w 13158797"/>
              <a:gd name="connsiteY112" fmla="*/ 1643056 h 9456078"/>
              <a:gd name="connsiteX113" fmla="*/ 8652934 w 13158797"/>
              <a:gd name="connsiteY113" fmla="*/ 1609093 h 9456078"/>
              <a:gd name="connsiteX114" fmla="*/ 8688867 w 13158797"/>
              <a:gd name="connsiteY114" fmla="*/ 1575450 h 9456078"/>
              <a:gd name="connsiteX115" fmla="*/ 8725058 w 13158797"/>
              <a:gd name="connsiteY115" fmla="*/ 1542128 h 9456078"/>
              <a:gd name="connsiteX116" fmla="*/ 8761506 w 13158797"/>
              <a:gd name="connsiteY116" fmla="*/ 1509129 h 9456078"/>
              <a:gd name="connsiteX117" fmla="*/ 8798207 w 13158797"/>
              <a:gd name="connsiteY117" fmla="*/ 1476452 h 9456078"/>
              <a:gd name="connsiteX118" fmla="*/ 8835159 w 13158797"/>
              <a:gd name="connsiteY118" fmla="*/ 1444101 h 9456078"/>
              <a:gd name="connsiteX119" fmla="*/ 8872360 w 13158797"/>
              <a:gd name="connsiteY119" fmla="*/ 1412075 h 9456078"/>
              <a:gd name="connsiteX120" fmla="*/ 8909808 w 13158797"/>
              <a:gd name="connsiteY120" fmla="*/ 1380375 h 9456078"/>
              <a:gd name="connsiteX121" fmla="*/ 8947501 w 13158797"/>
              <a:gd name="connsiteY121" fmla="*/ 1349004 h 9456078"/>
              <a:gd name="connsiteX122" fmla="*/ 8985435 w 13158797"/>
              <a:gd name="connsiteY122" fmla="*/ 1317962 h 9456078"/>
              <a:gd name="connsiteX123" fmla="*/ 9023610 w 13158797"/>
              <a:gd name="connsiteY123" fmla="*/ 1287250 h 9456078"/>
              <a:gd name="connsiteX124" fmla="*/ 9062022 w 13158797"/>
              <a:gd name="connsiteY124" fmla="*/ 1256869 h 9456078"/>
              <a:gd name="connsiteX125" fmla="*/ 9100669 w 13158797"/>
              <a:gd name="connsiteY125" fmla="*/ 1226820 h 9456078"/>
              <a:gd name="connsiteX126" fmla="*/ 9139549 w 13158797"/>
              <a:gd name="connsiteY126" fmla="*/ 1197105 h 9456078"/>
              <a:gd name="connsiteX127" fmla="*/ 9178660 w 13158797"/>
              <a:gd name="connsiteY127" fmla="*/ 1167725 h 9456078"/>
              <a:gd name="connsiteX128" fmla="*/ 9217999 w 13158797"/>
              <a:gd name="connsiteY128" fmla="*/ 1138681 h 9456078"/>
              <a:gd name="connsiteX129" fmla="*/ 9257564 w 13158797"/>
              <a:gd name="connsiteY129" fmla="*/ 1109974 h 9456078"/>
              <a:gd name="connsiteX130" fmla="*/ 9297353 w 13158797"/>
              <a:gd name="connsiteY130" fmla="*/ 1081604 h 9456078"/>
              <a:gd name="connsiteX131" fmla="*/ 9337364 w 13158797"/>
              <a:gd name="connsiteY131" fmla="*/ 1053574 h 9456078"/>
              <a:gd name="connsiteX132" fmla="*/ 9377594 w 13158797"/>
              <a:gd name="connsiteY132" fmla="*/ 1025884 h 9456078"/>
              <a:gd name="connsiteX133" fmla="*/ 9418040 w 13158797"/>
              <a:gd name="connsiteY133" fmla="*/ 998536 h 9456078"/>
              <a:gd name="connsiteX134" fmla="*/ 9458702 w 13158797"/>
              <a:gd name="connsiteY134" fmla="*/ 971530 h 9456078"/>
              <a:gd name="connsiteX135" fmla="*/ 9499575 w 13158797"/>
              <a:gd name="connsiteY135" fmla="*/ 944868 h 9456078"/>
              <a:gd name="connsiteX136" fmla="*/ 9540659 w 13158797"/>
              <a:gd name="connsiteY136" fmla="*/ 918551 h 9456078"/>
              <a:gd name="connsiteX137" fmla="*/ 9581950 w 13158797"/>
              <a:gd name="connsiteY137" fmla="*/ 892580 h 9456078"/>
              <a:gd name="connsiteX138" fmla="*/ 9623447 w 13158797"/>
              <a:gd name="connsiteY138" fmla="*/ 866956 h 9456078"/>
              <a:gd name="connsiteX139" fmla="*/ 9665147 w 13158797"/>
              <a:gd name="connsiteY139" fmla="*/ 841681 h 9456078"/>
              <a:gd name="connsiteX140" fmla="*/ 9707048 w 13158797"/>
              <a:gd name="connsiteY140" fmla="*/ 816754 h 9456078"/>
              <a:gd name="connsiteX141" fmla="*/ 9749147 w 13158797"/>
              <a:gd name="connsiteY141" fmla="*/ 792179 h 9456078"/>
              <a:gd name="connsiteX142" fmla="*/ 9791443 w 13158797"/>
              <a:gd name="connsiteY142" fmla="*/ 767955 h 9456078"/>
              <a:gd name="connsiteX143" fmla="*/ 9833932 w 13158797"/>
              <a:gd name="connsiteY143" fmla="*/ 744083 h 9456078"/>
              <a:gd name="connsiteX144" fmla="*/ 9876613 w 13158797"/>
              <a:gd name="connsiteY144" fmla="*/ 720566 h 9456078"/>
              <a:gd name="connsiteX145" fmla="*/ 9919484 w 13158797"/>
              <a:gd name="connsiteY145" fmla="*/ 697404 h 9456078"/>
              <a:gd name="connsiteX146" fmla="*/ 9962542 w 13158797"/>
              <a:gd name="connsiteY146" fmla="*/ 674598 h 9456078"/>
              <a:gd name="connsiteX147" fmla="*/ 10005784 w 13158797"/>
              <a:gd name="connsiteY147" fmla="*/ 652149 h 9456078"/>
              <a:gd name="connsiteX148" fmla="*/ 10049209 w 13158797"/>
              <a:gd name="connsiteY148" fmla="*/ 630059 h 9456078"/>
              <a:gd name="connsiteX149" fmla="*/ 10092814 w 13158797"/>
              <a:gd name="connsiteY149" fmla="*/ 608328 h 9456078"/>
              <a:gd name="connsiteX150" fmla="*/ 10136597 w 13158797"/>
              <a:gd name="connsiteY150" fmla="*/ 586958 h 9456078"/>
              <a:gd name="connsiteX151" fmla="*/ 10180556 w 13158797"/>
              <a:gd name="connsiteY151" fmla="*/ 565950 h 9456078"/>
              <a:gd name="connsiteX152" fmla="*/ 10224688 w 13158797"/>
              <a:gd name="connsiteY152" fmla="*/ 545304 h 9456078"/>
              <a:gd name="connsiteX153" fmla="*/ 10268991 w 13158797"/>
              <a:gd name="connsiteY153" fmla="*/ 525023 h 9456078"/>
              <a:gd name="connsiteX154" fmla="*/ 10313463 w 13158797"/>
              <a:gd name="connsiteY154" fmla="*/ 505107 h 9456078"/>
              <a:gd name="connsiteX155" fmla="*/ 10358101 w 13158797"/>
              <a:gd name="connsiteY155" fmla="*/ 485558 h 9456078"/>
              <a:gd name="connsiteX156" fmla="*/ 10402903 w 13158797"/>
              <a:gd name="connsiteY156" fmla="*/ 466376 h 9456078"/>
              <a:gd name="connsiteX157" fmla="*/ 10447868 w 13158797"/>
              <a:gd name="connsiteY157" fmla="*/ 447563 h 9456078"/>
              <a:gd name="connsiteX158" fmla="*/ 10492991 w 13158797"/>
              <a:gd name="connsiteY158" fmla="*/ 429119 h 9456078"/>
              <a:gd name="connsiteX159" fmla="*/ 10538272 w 13158797"/>
              <a:gd name="connsiteY159" fmla="*/ 411046 h 9456078"/>
              <a:gd name="connsiteX160" fmla="*/ 10583708 w 13158797"/>
              <a:gd name="connsiteY160" fmla="*/ 393346 h 9456078"/>
              <a:gd name="connsiteX161" fmla="*/ 10629297 w 13158797"/>
              <a:gd name="connsiteY161" fmla="*/ 376018 h 9456078"/>
              <a:gd name="connsiteX162" fmla="*/ 10675036 w 13158797"/>
              <a:gd name="connsiteY162" fmla="*/ 359065 h 9456078"/>
              <a:gd name="connsiteX163" fmla="*/ 10720923 w 13158797"/>
              <a:gd name="connsiteY163" fmla="*/ 342487 h 9456078"/>
              <a:gd name="connsiteX164" fmla="*/ 10766956 w 13158797"/>
              <a:gd name="connsiteY164" fmla="*/ 326286 h 9456078"/>
              <a:gd name="connsiteX165" fmla="*/ 10813132 w 13158797"/>
              <a:gd name="connsiteY165" fmla="*/ 310462 h 9456078"/>
              <a:gd name="connsiteX166" fmla="*/ 10859450 w 13158797"/>
              <a:gd name="connsiteY166" fmla="*/ 295018 h 9456078"/>
              <a:gd name="connsiteX167" fmla="*/ 10905907 w 13158797"/>
              <a:gd name="connsiteY167" fmla="*/ 279953 h 9456078"/>
              <a:gd name="connsiteX168" fmla="*/ 10952500 w 13158797"/>
              <a:gd name="connsiteY168" fmla="*/ 265269 h 9456078"/>
              <a:gd name="connsiteX169" fmla="*/ 10999227 w 13158797"/>
              <a:gd name="connsiteY169" fmla="*/ 250968 h 9456078"/>
              <a:gd name="connsiteX170" fmla="*/ 11046087 w 13158797"/>
              <a:gd name="connsiteY170" fmla="*/ 237049 h 9456078"/>
              <a:gd name="connsiteX171" fmla="*/ 11093076 w 13158797"/>
              <a:gd name="connsiteY171" fmla="*/ 223516 h 9456078"/>
              <a:gd name="connsiteX172" fmla="*/ 11140193 w 13158797"/>
              <a:gd name="connsiteY172" fmla="*/ 210368 h 9456078"/>
              <a:gd name="connsiteX173" fmla="*/ 11187434 w 13158797"/>
              <a:gd name="connsiteY173" fmla="*/ 197606 h 9456078"/>
              <a:gd name="connsiteX174" fmla="*/ 11234799 w 13158797"/>
              <a:gd name="connsiteY174" fmla="*/ 185233 h 9456078"/>
              <a:gd name="connsiteX175" fmla="*/ 11282284 w 13158797"/>
              <a:gd name="connsiteY175" fmla="*/ 173248 h 9456078"/>
              <a:gd name="connsiteX176" fmla="*/ 11329888 w 13158797"/>
              <a:gd name="connsiteY176" fmla="*/ 161654 h 9456078"/>
              <a:gd name="connsiteX177" fmla="*/ 11377607 w 13158797"/>
              <a:gd name="connsiteY177" fmla="*/ 150451 h 9456078"/>
              <a:gd name="connsiteX178" fmla="*/ 11425440 w 13158797"/>
              <a:gd name="connsiteY178" fmla="*/ 139640 h 9456078"/>
              <a:gd name="connsiteX179" fmla="*/ 11473385 w 13158797"/>
              <a:gd name="connsiteY179" fmla="*/ 129223 h 9456078"/>
              <a:gd name="connsiteX180" fmla="*/ 11521439 w 13158797"/>
              <a:gd name="connsiteY180" fmla="*/ 119201 h 9456078"/>
              <a:gd name="connsiteX181" fmla="*/ 11569599 w 13158797"/>
              <a:gd name="connsiteY181" fmla="*/ 109574 h 9456078"/>
              <a:gd name="connsiteX182" fmla="*/ 11617864 w 13158797"/>
              <a:gd name="connsiteY182" fmla="*/ 100344 h 9456078"/>
              <a:gd name="connsiteX183" fmla="*/ 11666231 w 13158797"/>
              <a:gd name="connsiteY183" fmla="*/ 91512 h 9456078"/>
              <a:gd name="connsiteX184" fmla="*/ 11714698 w 13158797"/>
              <a:gd name="connsiteY184" fmla="*/ 83080 h 9456078"/>
              <a:gd name="connsiteX185" fmla="*/ 11763263 w 13158797"/>
              <a:gd name="connsiteY185" fmla="*/ 75047 h 9456078"/>
              <a:gd name="connsiteX186" fmla="*/ 11811923 w 13158797"/>
              <a:gd name="connsiteY186" fmla="*/ 67417 h 9456078"/>
              <a:gd name="connsiteX187" fmla="*/ 11860676 w 13158797"/>
              <a:gd name="connsiteY187" fmla="*/ 60188 h 9456078"/>
              <a:gd name="connsiteX188" fmla="*/ 11909519 w 13158797"/>
              <a:gd name="connsiteY188" fmla="*/ 53364 h 9456078"/>
              <a:gd name="connsiteX189" fmla="*/ 11958451 w 13158797"/>
              <a:gd name="connsiteY189" fmla="*/ 46944 h 9456078"/>
              <a:gd name="connsiteX190" fmla="*/ 12007470 w 13158797"/>
              <a:gd name="connsiteY190" fmla="*/ 40931 h 9456078"/>
              <a:gd name="connsiteX191" fmla="*/ 12056572 w 13158797"/>
              <a:gd name="connsiteY191" fmla="*/ 35324 h 9456078"/>
              <a:gd name="connsiteX192" fmla="*/ 12105756 w 13158797"/>
              <a:gd name="connsiteY192" fmla="*/ 30126 h 9456078"/>
              <a:gd name="connsiteX193" fmla="*/ 12155019 w 13158797"/>
              <a:gd name="connsiteY193" fmla="*/ 25337 h 9456078"/>
              <a:gd name="connsiteX194" fmla="*/ 12204359 w 13158797"/>
              <a:gd name="connsiteY194" fmla="*/ 20958 h 9456078"/>
              <a:gd name="connsiteX195" fmla="*/ 12253773 w 13158797"/>
              <a:gd name="connsiteY195" fmla="*/ 16991 h 9456078"/>
              <a:gd name="connsiteX196" fmla="*/ 12303260 w 13158797"/>
              <a:gd name="connsiteY196" fmla="*/ 13437 h 9456078"/>
              <a:gd name="connsiteX197" fmla="*/ 12352818 w 13158797"/>
              <a:gd name="connsiteY197" fmla="*/ 10297 h 9456078"/>
              <a:gd name="connsiteX198" fmla="*/ 12402443 w 13158797"/>
              <a:gd name="connsiteY198" fmla="*/ 7572 h 9456078"/>
              <a:gd name="connsiteX199" fmla="*/ 12452133 w 13158797"/>
              <a:gd name="connsiteY199" fmla="*/ 5263 h 9456078"/>
              <a:gd name="connsiteX200" fmla="*/ 12501887 w 13158797"/>
              <a:gd name="connsiteY200" fmla="*/ 3371 h 9456078"/>
              <a:gd name="connsiteX201" fmla="*/ 12551701 w 13158797"/>
              <a:gd name="connsiteY201" fmla="*/ 1898 h 9456078"/>
              <a:gd name="connsiteX202" fmla="*/ 12601574 w 13158797"/>
              <a:gd name="connsiteY202" fmla="*/ 844 h 9456078"/>
              <a:gd name="connsiteX203" fmla="*/ 12651504 w 13158797"/>
              <a:gd name="connsiteY203" fmla="*/ 211 h 9456078"/>
              <a:gd name="connsiteX204" fmla="*/ 12701487 w 13158797"/>
              <a:gd name="connsiteY204" fmla="*/ 0 h 9456078"/>
              <a:gd name="connsiteX205" fmla="*/ 13158798 w 13158797"/>
              <a:gd name="connsiteY205" fmla="*/ 0 h 94560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</a:cxnLst>
            <a:rect l="l" t="t" r="r" b="b"/>
            <a:pathLst>
              <a:path w="13158797" h="9456078">
                <a:moveTo>
                  <a:pt x="0" y="9456078"/>
                </a:moveTo>
                <a:lnTo>
                  <a:pt x="49977" y="9455836"/>
                </a:lnTo>
                <a:lnTo>
                  <a:pt x="99893" y="9455111"/>
                </a:lnTo>
                <a:lnTo>
                  <a:pt x="149742" y="9453904"/>
                </a:lnTo>
                <a:lnTo>
                  <a:pt x="199524" y="9452217"/>
                </a:lnTo>
                <a:lnTo>
                  <a:pt x="298870" y="9447409"/>
                </a:lnTo>
                <a:lnTo>
                  <a:pt x="348429" y="9444290"/>
                </a:lnTo>
                <a:lnTo>
                  <a:pt x="397907" y="9440698"/>
                </a:lnTo>
                <a:lnTo>
                  <a:pt x="447302" y="9436632"/>
                </a:lnTo>
                <a:lnTo>
                  <a:pt x="496610" y="9432096"/>
                </a:lnTo>
                <a:lnTo>
                  <a:pt x="545829" y="9427089"/>
                </a:lnTo>
                <a:lnTo>
                  <a:pt x="594956" y="9421615"/>
                </a:lnTo>
                <a:lnTo>
                  <a:pt x="643987" y="9415673"/>
                </a:lnTo>
                <a:lnTo>
                  <a:pt x="692920" y="9409267"/>
                </a:lnTo>
                <a:lnTo>
                  <a:pt x="741751" y="9402396"/>
                </a:lnTo>
                <a:lnTo>
                  <a:pt x="790478" y="9395063"/>
                </a:lnTo>
                <a:lnTo>
                  <a:pt x="839098" y="9387270"/>
                </a:lnTo>
                <a:lnTo>
                  <a:pt x="887607" y="9379017"/>
                </a:lnTo>
                <a:lnTo>
                  <a:pt x="936002" y="9370306"/>
                </a:lnTo>
                <a:lnTo>
                  <a:pt x="984281" y="9361139"/>
                </a:lnTo>
                <a:lnTo>
                  <a:pt x="1032440" y="9351517"/>
                </a:lnTo>
                <a:lnTo>
                  <a:pt x="1080477" y="9341441"/>
                </a:lnTo>
                <a:lnTo>
                  <a:pt x="1176172" y="9319936"/>
                </a:lnTo>
                <a:lnTo>
                  <a:pt x="1223823" y="9308509"/>
                </a:lnTo>
                <a:lnTo>
                  <a:pt x="1271339" y="9296635"/>
                </a:lnTo>
                <a:lnTo>
                  <a:pt x="1318719" y="9284315"/>
                </a:lnTo>
                <a:lnTo>
                  <a:pt x="1365957" y="9271550"/>
                </a:lnTo>
                <a:lnTo>
                  <a:pt x="1413052" y="9258342"/>
                </a:lnTo>
                <a:lnTo>
                  <a:pt x="1460000" y="9244693"/>
                </a:lnTo>
                <a:lnTo>
                  <a:pt x="1506799" y="9230604"/>
                </a:lnTo>
                <a:lnTo>
                  <a:pt x="1553445" y="9216076"/>
                </a:lnTo>
                <a:lnTo>
                  <a:pt x="1599935" y="9201111"/>
                </a:lnTo>
                <a:lnTo>
                  <a:pt x="1646267" y="9185710"/>
                </a:lnTo>
                <a:lnTo>
                  <a:pt x="1692437" y="9169876"/>
                </a:lnTo>
                <a:lnTo>
                  <a:pt x="1738442" y="9153608"/>
                </a:lnTo>
                <a:lnTo>
                  <a:pt x="1784280" y="9136910"/>
                </a:lnTo>
                <a:lnTo>
                  <a:pt x="1829947" y="9119782"/>
                </a:lnTo>
                <a:lnTo>
                  <a:pt x="1875440" y="9102226"/>
                </a:lnTo>
                <a:lnTo>
                  <a:pt x="1920756" y="9084243"/>
                </a:lnTo>
                <a:lnTo>
                  <a:pt x="1965893" y="9065835"/>
                </a:lnTo>
                <a:lnTo>
                  <a:pt x="2055615" y="9027750"/>
                </a:lnTo>
                <a:lnTo>
                  <a:pt x="2100195" y="9008075"/>
                </a:lnTo>
                <a:lnTo>
                  <a:pt x="2144582" y="8987981"/>
                </a:lnTo>
                <a:lnTo>
                  <a:pt x="2188775" y="8967470"/>
                </a:lnTo>
                <a:lnTo>
                  <a:pt x="2232770" y="8946542"/>
                </a:lnTo>
                <a:lnTo>
                  <a:pt x="2276564" y="8925199"/>
                </a:lnTo>
                <a:lnTo>
                  <a:pt x="2320154" y="8903443"/>
                </a:lnTo>
                <a:lnTo>
                  <a:pt x="2363538" y="8881275"/>
                </a:lnTo>
                <a:lnTo>
                  <a:pt x="2406711" y="8858697"/>
                </a:lnTo>
                <a:lnTo>
                  <a:pt x="2449672" y="8835710"/>
                </a:lnTo>
                <a:lnTo>
                  <a:pt x="2492417" y="8812316"/>
                </a:lnTo>
                <a:lnTo>
                  <a:pt x="2534943" y="8788516"/>
                </a:lnTo>
                <a:lnTo>
                  <a:pt x="2577247" y="8764311"/>
                </a:lnTo>
                <a:lnTo>
                  <a:pt x="2619326" y="8739704"/>
                </a:lnTo>
                <a:lnTo>
                  <a:pt x="2661177" y="8714695"/>
                </a:lnTo>
                <a:lnTo>
                  <a:pt x="2702797" y="8689286"/>
                </a:lnTo>
                <a:lnTo>
                  <a:pt x="2744183" y="8663479"/>
                </a:lnTo>
                <a:lnTo>
                  <a:pt x="2785333" y="8637274"/>
                </a:lnTo>
                <a:lnTo>
                  <a:pt x="2826242" y="8610675"/>
                </a:lnTo>
                <a:lnTo>
                  <a:pt x="2866908" y="8583681"/>
                </a:lnTo>
                <a:lnTo>
                  <a:pt x="2907329" y="8556295"/>
                </a:lnTo>
                <a:lnTo>
                  <a:pt x="2947500" y="8528517"/>
                </a:lnTo>
                <a:lnTo>
                  <a:pt x="2987419" y="8500351"/>
                </a:lnTo>
                <a:lnTo>
                  <a:pt x="3027083" y="8471796"/>
                </a:lnTo>
                <a:lnTo>
                  <a:pt x="3066489" y="8442854"/>
                </a:lnTo>
                <a:lnTo>
                  <a:pt x="3105634" y="8413528"/>
                </a:lnTo>
                <a:lnTo>
                  <a:pt x="3144515" y="8383818"/>
                </a:lnTo>
                <a:lnTo>
                  <a:pt x="3183129" y="8353726"/>
                </a:lnTo>
                <a:lnTo>
                  <a:pt x="3221473" y="8323253"/>
                </a:lnTo>
                <a:lnTo>
                  <a:pt x="3259544" y="8292401"/>
                </a:lnTo>
                <a:lnTo>
                  <a:pt x="3297339" y="8261172"/>
                </a:lnTo>
                <a:lnTo>
                  <a:pt x="3334854" y="8229566"/>
                </a:lnTo>
                <a:lnTo>
                  <a:pt x="3372087" y="8197585"/>
                </a:lnTo>
                <a:lnTo>
                  <a:pt x="3409035" y="8165232"/>
                </a:lnTo>
                <a:lnTo>
                  <a:pt x="3445695" y="8132507"/>
                </a:lnTo>
                <a:lnTo>
                  <a:pt x="3482064" y="8099411"/>
                </a:lnTo>
                <a:lnTo>
                  <a:pt x="3518139" y="8065947"/>
                </a:lnTo>
                <a:lnTo>
                  <a:pt x="3553916" y="8032115"/>
                </a:lnTo>
                <a:lnTo>
                  <a:pt x="3589393" y="7997918"/>
                </a:lnTo>
                <a:lnTo>
                  <a:pt x="3624567" y="7963356"/>
                </a:lnTo>
                <a:lnTo>
                  <a:pt x="3659435" y="7928432"/>
                </a:lnTo>
                <a:lnTo>
                  <a:pt x="3693994" y="7893146"/>
                </a:lnTo>
                <a:lnTo>
                  <a:pt x="3728240" y="7857501"/>
                </a:lnTo>
                <a:lnTo>
                  <a:pt x="3762171" y="7821497"/>
                </a:lnTo>
                <a:lnTo>
                  <a:pt x="3795783" y="7785136"/>
                </a:lnTo>
                <a:lnTo>
                  <a:pt x="3829075" y="7748420"/>
                </a:lnTo>
                <a:lnTo>
                  <a:pt x="3862042" y="7711350"/>
                </a:lnTo>
                <a:lnTo>
                  <a:pt x="3894682" y="7673928"/>
                </a:lnTo>
                <a:lnTo>
                  <a:pt x="3926991" y="7636155"/>
                </a:lnTo>
                <a:lnTo>
                  <a:pt x="3958967" y="7598032"/>
                </a:lnTo>
                <a:lnTo>
                  <a:pt x="3990607" y="7559561"/>
                </a:lnTo>
                <a:lnTo>
                  <a:pt x="4021907" y="7520744"/>
                </a:lnTo>
                <a:lnTo>
                  <a:pt x="4052865" y="7481582"/>
                </a:lnTo>
                <a:lnTo>
                  <a:pt x="4083478" y="7442077"/>
                </a:lnTo>
                <a:lnTo>
                  <a:pt x="8022311" y="2307814"/>
                </a:lnTo>
                <a:lnTo>
                  <a:pt x="8052902" y="2268285"/>
                </a:lnTo>
                <a:lnTo>
                  <a:pt x="8083796" y="2229056"/>
                </a:lnTo>
                <a:lnTo>
                  <a:pt x="8114989" y="2190127"/>
                </a:lnTo>
                <a:lnTo>
                  <a:pt x="8146479" y="2151500"/>
                </a:lnTo>
                <a:lnTo>
                  <a:pt x="8178264" y="2113176"/>
                </a:lnTo>
                <a:lnTo>
                  <a:pt x="8210341" y="2075157"/>
                </a:lnTo>
                <a:lnTo>
                  <a:pt x="8242709" y="2037442"/>
                </a:lnTo>
                <a:lnTo>
                  <a:pt x="8275365" y="2000034"/>
                </a:lnTo>
                <a:lnTo>
                  <a:pt x="8308307" y="1962934"/>
                </a:lnTo>
                <a:lnTo>
                  <a:pt x="8341532" y="1926142"/>
                </a:lnTo>
                <a:lnTo>
                  <a:pt x="8375038" y="1889660"/>
                </a:lnTo>
                <a:lnTo>
                  <a:pt x="8408823" y="1853489"/>
                </a:lnTo>
                <a:lnTo>
                  <a:pt x="8442885" y="1817630"/>
                </a:lnTo>
                <a:lnTo>
                  <a:pt x="8477221" y="1782084"/>
                </a:lnTo>
                <a:lnTo>
                  <a:pt x="8511829" y="1746853"/>
                </a:lnTo>
                <a:lnTo>
                  <a:pt x="8546706" y="1711937"/>
                </a:lnTo>
                <a:lnTo>
                  <a:pt x="8581851" y="1677337"/>
                </a:lnTo>
                <a:lnTo>
                  <a:pt x="8617261" y="1643056"/>
                </a:lnTo>
                <a:lnTo>
                  <a:pt x="8652934" y="1609093"/>
                </a:lnTo>
                <a:lnTo>
                  <a:pt x="8688867" y="1575450"/>
                </a:lnTo>
                <a:lnTo>
                  <a:pt x="8725058" y="1542128"/>
                </a:lnTo>
                <a:lnTo>
                  <a:pt x="8761506" y="1509129"/>
                </a:lnTo>
                <a:lnTo>
                  <a:pt x="8798207" y="1476452"/>
                </a:lnTo>
                <a:lnTo>
                  <a:pt x="8835159" y="1444101"/>
                </a:lnTo>
                <a:lnTo>
                  <a:pt x="8872360" y="1412075"/>
                </a:lnTo>
                <a:lnTo>
                  <a:pt x="8909808" y="1380375"/>
                </a:lnTo>
                <a:lnTo>
                  <a:pt x="8947501" y="1349004"/>
                </a:lnTo>
                <a:lnTo>
                  <a:pt x="8985435" y="1317962"/>
                </a:lnTo>
                <a:lnTo>
                  <a:pt x="9023610" y="1287250"/>
                </a:lnTo>
                <a:lnTo>
                  <a:pt x="9062022" y="1256869"/>
                </a:lnTo>
                <a:lnTo>
                  <a:pt x="9100669" y="1226820"/>
                </a:lnTo>
                <a:lnTo>
                  <a:pt x="9139549" y="1197105"/>
                </a:lnTo>
                <a:lnTo>
                  <a:pt x="9178660" y="1167725"/>
                </a:lnTo>
                <a:lnTo>
                  <a:pt x="9217999" y="1138681"/>
                </a:lnTo>
                <a:lnTo>
                  <a:pt x="9257564" y="1109974"/>
                </a:lnTo>
                <a:lnTo>
                  <a:pt x="9297353" y="1081604"/>
                </a:lnTo>
                <a:lnTo>
                  <a:pt x="9337364" y="1053574"/>
                </a:lnTo>
                <a:lnTo>
                  <a:pt x="9377594" y="1025884"/>
                </a:lnTo>
                <a:lnTo>
                  <a:pt x="9418040" y="998536"/>
                </a:lnTo>
                <a:lnTo>
                  <a:pt x="9458702" y="971530"/>
                </a:lnTo>
                <a:lnTo>
                  <a:pt x="9499575" y="944868"/>
                </a:lnTo>
                <a:lnTo>
                  <a:pt x="9540659" y="918551"/>
                </a:lnTo>
                <a:lnTo>
                  <a:pt x="9581950" y="892580"/>
                </a:lnTo>
                <a:lnTo>
                  <a:pt x="9623447" y="866956"/>
                </a:lnTo>
                <a:lnTo>
                  <a:pt x="9665147" y="841681"/>
                </a:lnTo>
                <a:lnTo>
                  <a:pt x="9707048" y="816754"/>
                </a:lnTo>
                <a:lnTo>
                  <a:pt x="9749147" y="792179"/>
                </a:lnTo>
                <a:lnTo>
                  <a:pt x="9791443" y="767955"/>
                </a:lnTo>
                <a:lnTo>
                  <a:pt x="9833932" y="744083"/>
                </a:lnTo>
                <a:lnTo>
                  <a:pt x="9876613" y="720566"/>
                </a:lnTo>
                <a:lnTo>
                  <a:pt x="9919484" y="697404"/>
                </a:lnTo>
                <a:lnTo>
                  <a:pt x="9962542" y="674598"/>
                </a:lnTo>
                <a:lnTo>
                  <a:pt x="10005784" y="652149"/>
                </a:lnTo>
                <a:lnTo>
                  <a:pt x="10049209" y="630059"/>
                </a:lnTo>
                <a:lnTo>
                  <a:pt x="10092814" y="608328"/>
                </a:lnTo>
                <a:lnTo>
                  <a:pt x="10136597" y="586958"/>
                </a:lnTo>
                <a:lnTo>
                  <a:pt x="10180556" y="565950"/>
                </a:lnTo>
                <a:lnTo>
                  <a:pt x="10224688" y="545304"/>
                </a:lnTo>
                <a:lnTo>
                  <a:pt x="10268991" y="525023"/>
                </a:lnTo>
                <a:lnTo>
                  <a:pt x="10313463" y="505107"/>
                </a:lnTo>
                <a:lnTo>
                  <a:pt x="10358101" y="485558"/>
                </a:lnTo>
                <a:lnTo>
                  <a:pt x="10402903" y="466376"/>
                </a:lnTo>
                <a:lnTo>
                  <a:pt x="10447868" y="447563"/>
                </a:lnTo>
                <a:lnTo>
                  <a:pt x="10492991" y="429119"/>
                </a:lnTo>
                <a:lnTo>
                  <a:pt x="10538272" y="411046"/>
                </a:lnTo>
                <a:lnTo>
                  <a:pt x="10583708" y="393346"/>
                </a:lnTo>
                <a:lnTo>
                  <a:pt x="10629297" y="376018"/>
                </a:lnTo>
                <a:lnTo>
                  <a:pt x="10675036" y="359065"/>
                </a:lnTo>
                <a:lnTo>
                  <a:pt x="10720923" y="342487"/>
                </a:lnTo>
                <a:lnTo>
                  <a:pt x="10766956" y="326286"/>
                </a:lnTo>
                <a:lnTo>
                  <a:pt x="10813132" y="310462"/>
                </a:lnTo>
                <a:lnTo>
                  <a:pt x="10859450" y="295018"/>
                </a:lnTo>
                <a:lnTo>
                  <a:pt x="10905907" y="279953"/>
                </a:lnTo>
                <a:lnTo>
                  <a:pt x="10952500" y="265269"/>
                </a:lnTo>
                <a:lnTo>
                  <a:pt x="10999227" y="250968"/>
                </a:lnTo>
                <a:lnTo>
                  <a:pt x="11046087" y="237049"/>
                </a:lnTo>
                <a:lnTo>
                  <a:pt x="11093076" y="223516"/>
                </a:lnTo>
                <a:lnTo>
                  <a:pt x="11140193" y="210368"/>
                </a:lnTo>
                <a:lnTo>
                  <a:pt x="11187434" y="197606"/>
                </a:lnTo>
                <a:lnTo>
                  <a:pt x="11234799" y="185233"/>
                </a:lnTo>
                <a:lnTo>
                  <a:pt x="11282284" y="173248"/>
                </a:lnTo>
                <a:lnTo>
                  <a:pt x="11329888" y="161654"/>
                </a:lnTo>
                <a:lnTo>
                  <a:pt x="11377607" y="150451"/>
                </a:lnTo>
                <a:lnTo>
                  <a:pt x="11425440" y="139640"/>
                </a:lnTo>
                <a:lnTo>
                  <a:pt x="11473385" y="129223"/>
                </a:lnTo>
                <a:lnTo>
                  <a:pt x="11521439" y="119201"/>
                </a:lnTo>
                <a:lnTo>
                  <a:pt x="11569599" y="109574"/>
                </a:lnTo>
                <a:lnTo>
                  <a:pt x="11617864" y="100344"/>
                </a:lnTo>
                <a:lnTo>
                  <a:pt x="11666231" y="91512"/>
                </a:lnTo>
                <a:lnTo>
                  <a:pt x="11714698" y="83080"/>
                </a:lnTo>
                <a:lnTo>
                  <a:pt x="11763263" y="75047"/>
                </a:lnTo>
                <a:lnTo>
                  <a:pt x="11811923" y="67417"/>
                </a:lnTo>
                <a:lnTo>
                  <a:pt x="11860676" y="60188"/>
                </a:lnTo>
                <a:lnTo>
                  <a:pt x="11909519" y="53364"/>
                </a:lnTo>
                <a:lnTo>
                  <a:pt x="11958451" y="46944"/>
                </a:lnTo>
                <a:lnTo>
                  <a:pt x="12007470" y="40931"/>
                </a:lnTo>
                <a:lnTo>
                  <a:pt x="12056572" y="35324"/>
                </a:lnTo>
                <a:lnTo>
                  <a:pt x="12105756" y="30126"/>
                </a:lnTo>
                <a:lnTo>
                  <a:pt x="12155019" y="25337"/>
                </a:lnTo>
                <a:lnTo>
                  <a:pt x="12204359" y="20958"/>
                </a:lnTo>
                <a:lnTo>
                  <a:pt x="12253773" y="16991"/>
                </a:lnTo>
                <a:lnTo>
                  <a:pt x="12303260" y="13437"/>
                </a:lnTo>
                <a:lnTo>
                  <a:pt x="12352818" y="10297"/>
                </a:lnTo>
                <a:lnTo>
                  <a:pt x="12402443" y="7572"/>
                </a:lnTo>
                <a:lnTo>
                  <a:pt x="12452133" y="5263"/>
                </a:lnTo>
                <a:lnTo>
                  <a:pt x="12501887" y="3371"/>
                </a:lnTo>
                <a:lnTo>
                  <a:pt x="12551701" y="1898"/>
                </a:lnTo>
                <a:lnTo>
                  <a:pt x="12601574" y="844"/>
                </a:lnTo>
                <a:lnTo>
                  <a:pt x="12651504" y="211"/>
                </a:lnTo>
                <a:lnTo>
                  <a:pt x="12701487" y="0"/>
                </a:lnTo>
                <a:lnTo>
                  <a:pt x="13158798" y="0"/>
                </a:lnTo>
              </a:path>
            </a:pathLst>
          </a:custGeom>
          <a:ln w="19050">
            <a:gradFill>
              <a:gsLst>
                <a:gs pos="18000">
                  <a:schemeClr val="accent2"/>
                </a:gs>
                <a:gs pos="0">
                  <a:schemeClr val="bg1">
                    <a:alpha val="0"/>
                  </a:schemeClr>
                </a:gs>
              </a:gsLst>
              <a:lin ang="5400000" scaled="0"/>
            </a:gradFill>
          </a:ln>
        </p:spPr>
        <p:txBody>
          <a:bodyPr wrap="square" lIns="0" tIns="0" rIns="0" bIns="0" rtlCol="0"/>
          <a:lstStyle/>
          <a:p>
            <a:pPr marL="0" marR="0" lvl="0" indent="0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</p:spTree>
    <p:extLst>
      <p:ext uri="{BB962C8B-B14F-4D97-AF65-F5344CB8AC3E}">
        <p14:creationId xmlns:p14="http://schemas.microsoft.com/office/powerpoint/2010/main" val="10816513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451">
          <p15:clr>
            <a:srgbClr val="FBAE40"/>
          </p15:clr>
        </p15:guide>
        <p15:guide id="2" pos="128">
          <p15:clr>
            <a:srgbClr val="FBAE40"/>
          </p15:clr>
        </p15:guide>
        <p15:guide id="3" orient="horz" pos="2383">
          <p15:clr>
            <a:srgbClr val="FBAE40"/>
          </p15:clr>
        </p15:guide>
        <p15:guide id="4" pos="4530">
          <p15:clr>
            <a:srgbClr val="FBAE40"/>
          </p15:clr>
        </p15:guide>
        <p15:guide id="5" orient="horz" pos="141">
          <p15:clr>
            <a:srgbClr val="FBAE40"/>
          </p15:clr>
        </p15:guide>
        <p15:guide id="6" orient="horz" pos="306">
          <p15:clr>
            <a:srgbClr val="FBAE40"/>
          </p15:clr>
        </p15:guide>
        <p15:guide id="7" orient="horz" pos="416">
          <p15:clr>
            <a:srgbClr val="FBAE40"/>
          </p15:clr>
        </p15:guide>
      </p15:sldGuideLst>
    </p:ext>
  </p:extLst>
</p:sldLayout>
</file>

<file path=ppt/slideLayouts/slideLayout14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_Two Conten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bg object 17"/>
          <p:cNvSpPr/>
          <p:nvPr/>
        </p:nvSpPr>
        <p:spPr>
          <a:xfrm>
            <a:off x="412049" y="2159081"/>
            <a:ext cx="8951105" cy="0"/>
          </a:xfrm>
          <a:custGeom>
            <a:avLst/>
            <a:gdLst/>
            <a:ahLst/>
            <a:cxnLst/>
            <a:rect l="l" t="t" r="r" b="b"/>
            <a:pathLst>
              <a:path w="17780635">
                <a:moveTo>
                  <a:pt x="0" y="0"/>
                </a:moveTo>
                <a:lnTo>
                  <a:pt x="17780442" y="0"/>
                </a:lnTo>
              </a:path>
            </a:pathLst>
          </a:custGeom>
          <a:ln w="14837">
            <a:solidFill>
              <a:srgbClr val="1D1D1B"/>
            </a:solidFill>
          </a:ln>
        </p:spPr>
        <p:txBody>
          <a:bodyPr wrap="square" lIns="0" tIns="0" rIns="0" bIns="0" rtlCol="0"/>
          <a:lstStyle/>
          <a:p>
            <a:endParaRPr sz="849"/>
          </a:p>
        </p:txBody>
      </p:sp>
      <p:sp>
        <p:nvSpPr>
          <p:cNvPr id="18" name="bg object 18"/>
          <p:cNvSpPr/>
          <p:nvPr/>
        </p:nvSpPr>
        <p:spPr>
          <a:xfrm>
            <a:off x="9363887" y="0"/>
            <a:ext cx="2831964" cy="6819494"/>
          </a:xfrm>
          <a:custGeom>
            <a:avLst/>
            <a:gdLst/>
            <a:ahLst/>
            <a:cxnLst/>
            <a:rect l="l" t="t" r="r" b="b"/>
            <a:pathLst>
              <a:path w="4669790" h="11245850">
                <a:moveTo>
                  <a:pt x="4669640" y="0"/>
                </a:moveTo>
                <a:lnTo>
                  <a:pt x="147074" y="0"/>
                </a:lnTo>
                <a:lnTo>
                  <a:pt x="103828" y="7024"/>
                </a:lnTo>
                <a:lnTo>
                  <a:pt x="62224" y="28614"/>
                </a:lnTo>
                <a:lnTo>
                  <a:pt x="29353" y="61483"/>
                </a:lnTo>
                <a:lnTo>
                  <a:pt x="7762" y="103084"/>
                </a:lnTo>
                <a:lnTo>
                  <a:pt x="0" y="150869"/>
                </a:lnTo>
                <a:lnTo>
                  <a:pt x="0" y="11094211"/>
                </a:lnTo>
                <a:lnTo>
                  <a:pt x="7762" y="11141997"/>
                </a:lnTo>
                <a:lnTo>
                  <a:pt x="29353" y="11183598"/>
                </a:lnTo>
                <a:lnTo>
                  <a:pt x="62224" y="11216467"/>
                </a:lnTo>
                <a:lnTo>
                  <a:pt x="103828" y="11238057"/>
                </a:lnTo>
                <a:lnTo>
                  <a:pt x="151618" y="11245819"/>
                </a:lnTo>
                <a:lnTo>
                  <a:pt x="4669640" y="11245819"/>
                </a:lnTo>
                <a:lnTo>
                  <a:pt x="4669640" y="0"/>
                </a:lnTo>
                <a:close/>
              </a:path>
            </a:pathLst>
          </a:custGeom>
          <a:solidFill>
            <a:srgbClr val="C1F4D4"/>
          </a:solidFill>
        </p:spPr>
        <p:txBody>
          <a:bodyPr wrap="square" lIns="0" tIns="0" rIns="0" bIns="0" rtlCol="0"/>
          <a:lstStyle/>
          <a:p>
            <a:endParaRPr sz="849"/>
          </a:p>
        </p:txBody>
      </p:sp>
      <p:sp>
        <p:nvSpPr>
          <p:cNvPr id="19" name="bg object 19"/>
          <p:cNvSpPr/>
          <p:nvPr/>
        </p:nvSpPr>
        <p:spPr>
          <a:xfrm>
            <a:off x="9363887" y="3645882"/>
            <a:ext cx="2831964" cy="3211824"/>
          </a:xfrm>
          <a:custGeom>
            <a:avLst/>
            <a:gdLst/>
            <a:ahLst/>
            <a:cxnLst/>
            <a:rect l="l" t="t" r="r" b="b"/>
            <a:pathLst>
              <a:path w="4669790" h="5296535">
                <a:moveTo>
                  <a:pt x="4669640" y="0"/>
                </a:moveTo>
                <a:lnTo>
                  <a:pt x="151618" y="0"/>
                </a:lnTo>
                <a:lnTo>
                  <a:pt x="103828" y="7761"/>
                </a:lnTo>
                <a:lnTo>
                  <a:pt x="62224" y="29349"/>
                </a:lnTo>
                <a:lnTo>
                  <a:pt x="29353" y="62217"/>
                </a:lnTo>
                <a:lnTo>
                  <a:pt x="7762" y="103818"/>
                </a:lnTo>
                <a:lnTo>
                  <a:pt x="0" y="151607"/>
                </a:lnTo>
                <a:lnTo>
                  <a:pt x="0" y="5150272"/>
                </a:lnTo>
                <a:lnTo>
                  <a:pt x="7762" y="5198057"/>
                </a:lnTo>
                <a:lnTo>
                  <a:pt x="29353" y="5239658"/>
                </a:lnTo>
                <a:lnTo>
                  <a:pt x="62224" y="5272527"/>
                </a:lnTo>
                <a:lnTo>
                  <a:pt x="103828" y="5294117"/>
                </a:lnTo>
                <a:lnTo>
                  <a:pt x="116808" y="5296226"/>
                </a:lnTo>
                <a:lnTo>
                  <a:pt x="4669640" y="5296226"/>
                </a:lnTo>
                <a:lnTo>
                  <a:pt x="4669640" y="0"/>
                </a:lnTo>
                <a:close/>
              </a:path>
            </a:pathLst>
          </a:custGeom>
          <a:solidFill>
            <a:srgbClr val="ABC6CD"/>
          </a:solidFill>
        </p:spPr>
        <p:txBody>
          <a:bodyPr wrap="square" lIns="0" tIns="0" rIns="0" bIns="0" rtlCol="0"/>
          <a:lstStyle/>
          <a:p>
            <a:endParaRPr sz="849"/>
          </a:p>
        </p:txBody>
      </p:sp>
      <p:sp>
        <p:nvSpPr>
          <p:cNvPr id="21" name="bg object 21"/>
          <p:cNvSpPr/>
          <p:nvPr/>
        </p:nvSpPr>
        <p:spPr>
          <a:xfrm>
            <a:off x="2746664" y="615903"/>
            <a:ext cx="0" cy="1537948"/>
          </a:xfrm>
          <a:custGeom>
            <a:avLst/>
            <a:gdLst/>
            <a:ahLst/>
            <a:cxnLst/>
            <a:rect l="l" t="t" r="r" b="b"/>
            <a:pathLst>
              <a:path h="2536190">
                <a:moveTo>
                  <a:pt x="0" y="0"/>
                </a:moveTo>
                <a:lnTo>
                  <a:pt x="0" y="2536090"/>
                </a:lnTo>
              </a:path>
            </a:pathLst>
          </a:custGeom>
          <a:ln w="14837">
            <a:solidFill>
              <a:srgbClr val="1D1D1B"/>
            </a:solidFill>
          </a:ln>
        </p:spPr>
        <p:txBody>
          <a:bodyPr wrap="square" lIns="0" tIns="0" rIns="0" bIns="0" rtlCol="0"/>
          <a:lstStyle/>
          <a:p>
            <a:endParaRPr sz="849"/>
          </a:p>
        </p:txBody>
      </p:sp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429988" y="531264"/>
            <a:ext cx="6356322" cy="392766"/>
          </a:xfrm>
        </p:spPr>
        <p:txBody>
          <a:bodyPr lIns="0" tIns="0" rIns="0" bIns="0"/>
          <a:lstStyle>
            <a:lvl1pPr>
              <a:defRPr sz="2456" b="0" i="0">
                <a:solidFill>
                  <a:schemeClr val="bg1"/>
                </a:solidFill>
                <a:latin typeface="Arial"/>
                <a:cs typeface="Arial"/>
              </a:defRPr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sz="half" idx="3"/>
          </p:nvPr>
        </p:nvSpPr>
        <p:spPr>
          <a:xfrm>
            <a:off x="6278880" y="1577341"/>
            <a:ext cx="5303520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6" name="Holder 6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10/14/2026</a:t>
            </a:fld>
            <a:endParaRPr lang="en-US"/>
          </a:p>
        </p:txBody>
      </p:sp>
      <p:sp>
        <p:nvSpPr>
          <p:cNvPr id="7" name="Holder 7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>
              <a:defRPr sz="394" b="0" i="0">
                <a:solidFill>
                  <a:srgbClr val="F9F9F9"/>
                </a:solidFill>
                <a:latin typeface="Arial"/>
                <a:cs typeface="Arial"/>
              </a:defRPr>
            </a:lvl1pPr>
          </a:lstStyle>
          <a:p>
            <a:pPr marL="20022">
              <a:spcBef>
                <a:spcPts val="45"/>
              </a:spcBef>
            </a:pPr>
            <a:fld id="{81D60167-4931-47E6-BA6A-407CBD079E47}" type="slidenum">
              <a:rPr lang="pt-BR" spc="-15" smtClean="0"/>
              <a:pPr marL="20022">
                <a:spcBef>
                  <a:spcPts val="45"/>
                </a:spcBef>
              </a:pPr>
              <a:t>‹#›</a:t>
            </a:fld>
            <a:endParaRPr lang="pt-BR" spc="-15"/>
          </a:p>
        </p:txBody>
      </p:sp>
    </p:spTree>
    <p:extLst>
      <p:ext uri="{BB962C8B-B14F-4D97-AF65-F5344CB8AC3E}">
        <p14:creationId xmlns:p14="http://schemas.microsoft.com/office/powerpoint/2010/main" val="207131813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76">
          <p15:clr>
            <a:srgbClr val="FBAE40"/>
          </p15:clr>
        </p15:guide>
      </p15:sldGuideLst>
    </p:ext>
  </p:extLst>
</p:sldLayout>
</file>

<file path=ppt/slideLayouts/slideLayout1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Capa 01 - Offwhite">
    <p:bg>
      <p:bgPr>
        <a:gradFill flip="none" rotWithShape="1">
          <a:gsLst>
            <a:gs pos="0">
              <a:schemeClr val="accent2">
                <a:lumMod val="90000"/>
              </a:schemeClr>
            </a:gs>
            <a:gs pos="62000">
              <a:schemeClr val="tx1">
                <a:lumMod val="95000"/>
                <a:lumOff val="5000"/>
              </a:schemeClr>
            </a:gs>
          </a:gsLst>
          <a:path path="circle">
            <a:fillToRect r="100000" b="100000"/>
          </a:path>
          <a:tileRect l="-100000" t="-10000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5"/>
          <p:cNvSpPr/>
          <p:nvPr userDrawn="1"/>
        </p:nvSpPr>
        <p:spPr>
          <a:xfrm>
            <a:off x="4733063" y="2926924"/>
            <a:ext cx="2725872" cy="925310"/>
          </a:xfrm>
          <a:custGeom>
            <a:avLst/>
            <a:gdLst/>
            <a:ahLst/>
            <a:cxnLst/>
            <a:rect l="l" t="t" r="r" b="b"/>
            <a:pathLst>
              <a:path w="4495165" h="1525904">
                <a:moveTo>
                  <a:pt x="549605" y="149009"/>
                </a:moveTo>
                <a:lnTo>
                  <a:pt x="502272" y="93929"/>
                </a:lnTo>
                <a:lnTo>
                  <a:pt x="463880" y="62522"/>
                </a:lnTo>
                <a:lnTo>
                  <a:pt x="421525" y="37515"/>
                </a:lnTo>
                <a:lnTo>
                  <a:pt x="375894" y="19253"/>
                </a:lnTo>
                <a:lnTo>
                  <a:pt x="327634" y="8051"/>
                </a:lnTo>
                <a:lnTo>
                  <a:pt x="277444" y="4241"/>
                </a:lnTo>
                <a:lnTo>
                  <a:pt x="0" y="4241"/>
                </a:lnTo>
                <a:lnTo>
                  <a:pt x="0" y="149009"/>
                </a:lnTo>
                <a:lnTo>
                  <a:pt x="549605" y="149009"/>
                </a:lnTo>
                <a:close/>
              </a:path>
              <a:path w="4495165" h="1525904">
                <a:moveTo>
                  <a:pt x="630440" y="613206"/>
                </a:moveTo>
                <a:lnTo>
                  <a:pt x="626249" y="610260"/>
                </a:lnTo>
                <a:lnTo>
                  <a:pt x="626249" y="359600"/>
                </a:lnTo>
                <a:lnTo>
                  <a:pt x="621880" y="305828"/>
                </a:lnTo>
                <a:lnTo>
                  <a:pt x="608939" y="254203"/>
                </a:lnTo>
                <a:lnTo>
                  <a:pt x="587654" y="205422"/>
                </a:lnTo>
                <a:lnTo>
                  <a:pt x="558253" y="160185"/>
                </a:lnTo>
                <a:lnTo>
                  <a:pt x="549617" y="149009"/>
                </a:lnTo>
                <a:lnTo>
                  <a:pt x="511581" y="205422"/>
                </a:lnTo>
                <a:lnTo>
                  <a:pt x="490296" y="254203"/>
                </a:lnTo>
                <a:lnTo>
                  <a:pt x="477342" y="305828"/>
                </a:lnTo>
                <a:lnTo>
                  <a:pt x="472973" y="359600"/>
                </a:lnTo>
                <a:lnTo>
                  <a:pt x="472859" y="937183"/>
                </a:lnTo>
                <a:lnTo>
                  <a:pt x="472973" y="948131"/>
                </a:lnTo>
                <a:lnTo>
                  <a:pt x="626389" y="948131"/>
                </a:lnTo>
                <a:lnTo>
                  <a:pt x="626249" y="619315"/>
                </a:lnTo>
                <a:lnTo>
                  <a:pt x="630440" y="613206"/>
                </a:lnTo>
                <a:close/>
              </a:path>
              <a:path w="4495165" h="1525904">
                <a:moveTo>
                  <a:pt x="1099248" y="4241"/>
                </a:moveTo>
                <a:lnTo>
                  <a:pt x="821817" y="4241"/>
                </a:lnTo>
                <a:lnTo>
                  <a:pt x="771613" y="8051"/>
                </a:lnTo>
                <a:lnTo>
                  <a:pt x="723353" y="19253"/>
                </a:lnTo>
                <a:lnTo>
                  <a:pt x="677710" y="37515"/>
                </a:lnTo>
                <a:lnTo>
                  <a:pt x="635355" y="62522"/>
                </a:lnTo>
                <a:lnTo>
                  <a:pt x="596963" y="93929"/>
                </a:lnTo>
                <a:lnTo>
                  <a:pt x="563206" y="131406"/>
                </a:lnTo>
                <a:lnTo>
                  <a:pt x="549630" y="149009"/>
                </a:lnTo>
                <a:lnTo>
                  <a:pt x="1099248" y="149009"/>
                </a:lnTo>
                <a:lnTo>
                  <a:pt x="1099248" y="4241"/>
                </a:lnTo>
                <a:close/>
              </a:path>
              <a:path w="4495165" h="1525904">
                <a:moveTo>
                  <a:pt x="1472869" y="12420"/>
                </a:moveTo>
                <a:lnTo>
                  <a:pt x="1323860" y="12420"/>
                </a:lnTo>
                <a:lnTo>
                  <a:pt x="1323860" y="966152"/>
                </a:lnTo>
                <a:lnTo>
                  <a:pt x="1472869" y="966152"/>
                </a:lnTo>
                <a:lnTo>
                  <a:pt x="1472869" y="12420"/>
                </a:lnTo>
                <a:close/>
              </a:path>
              <a:path w="4495165" h="1525904">
                <a:moveTo>
                  <a:pt x="1628749" y="1277899"/>
                </a:moveTo>
                <a:lnTo>
                  <a:pt x="1610728" y="1227213"/>
                </a:lnTo>
                <a:lnTo>
                  <a:pt x="1577505" y="1188466"/>
                </a:lnTo>
                <a:lnTo>
                  <a:pt x="1531823" y="1163904"/>
                </a:lnTo>
                <a:lnTo>
                  <a:pt x="1476400" y="1155725"/>
                </a:lnTo>
                <a:lnTo>
                  <a:pt x="1451190" y="1157160"/>
                </a:lnTo>
                <a:lnTo>
                  <a:pt x="1405432" y="1168730"/>
                </a:lnTo>
                <a:lnTo>
                  <a:pt x="1366278" y="1191602"/>
                </a:lnTo>
                <a:lnTo>
                  <a:pt x="1335862" y="1224229"/>
                </a:lnTo>
                <a:lnTo>
                  <a:pt x="1314729" y="1265936"/>
                </a:lnTo>
                <a:lnTo>
                  <a:pt x="1304061" y="1314284"/>
                </a:lnTo>
                <a:lnTo>
                  <a:pt x="1302727" y="1340802"/>
                </a:lnTo>
                <a:lnTo>
                  <a:pt x="1304061" y="1367536"/>
                </a:lnTo>
                <a:lnTo>
                  <a:pt x="1314729" y="1416011"/>
                </a:lnTo>
                <a:lnTo>
                  <a:pt x="1335862" y="1457528"/>
                </a:lnTo>
                <a:lnTo>
                  <a:pt x="1366278" y="1490027"/>
                </a:lnTo>
                <a:lnTo>
                  <a:pt x="1405432" y="1512874"/>
                </a:lnTo>
                <a:lnTo>
                  <a:pt x="1451190" y="1524444"/>
                </a:lnTo>
                <a:lnTo>
                  <a:pt x="1476400" y="1525879"/>
                </a:lnTo>
                <a:lnTo>
                  <a:pt x="1505534" y="1523834"/>
                </a:lnTo>
                <a:lnTo>
                  <a:pt x="1556080" y="1507464"/>
                </a:lnTo>
                <a:lnTo>
                  <a:pt x="1595793" y="1475270"/>
                </a:lnTo>
                <a:lnTo>
                  <a:pt x="1621142" y="1430566"/>
                </a:lnTo>
                <a:lnTo>
                  <a:pt x="1582991" y="1403718"/>
                </a:lnTo>
                <a:lnTo>
                  <a:pt x="1576679" y="1421866"/>
                </a:lnTo>
                <a:lnTo>
                  <a:pt x="1568157" y="1437843"/>
                </a:lnTo>
                <a:lnTo>
                  <a:pt x="1529600" y="1472450"/>
                </a:lnTo>
                <a:lnTo>
                  <a:pt x="1474330" y="1484312"/>
                </a:lnTo>
                <a:lnTo>
                  <a:pt x="1456156" y="1483182"/>
                </a:lnTo>
                <a:lnTo>
                  <a:pt x="1408290" y="1466113"/>
                </a:lnTo>
                <a:lnTo>
                  <a:pt x="1372857" y="1430629"/>
                </a:lnTo>
                <a:lnTo>
                  <a:pt x="1352854" y="1380197"/>
                </a:lnTo>
                <a:lnTo>
                  <a:pt x="1349019" y="1340802"/>
                </a:lnTo>
                <a:lnTo>
                  <a:pt x="1349984" y="1320342"/>
                </a:lnTo>
                <a:lnTo>
                  <a:pt x="1364361" y="1266202"/>
                </a:lnTo>
                <a:lnTo>
                  <a:pt x="1394828" y="1225511"/>
                </a:lnTo>
                <a:lnTo>
                  <a:pt x="1439100" y="1201864"/>
                </a:lnTo>
                <a:lnTo>
                  <a:pt x="1474330" y="1197305"/>
                </a:lnTo>
                <a:lnTo>
                  <a:pt x="1494332" y="1198638"/>
                </a:lnTo>
                <a:lnTo>
                  <a:pt x="1544777" y="1218641"/>
                </a:lnTo>
                <a:lnTo>
                  <a:pt x="1577378" y="1259967"/>
                </a:lnTo>
                <a:lnTo>
                  <a:pt x="1583512" y="1277899"/>
                </a:lnTo>
                <a:lnTo>
                  <a:pt x="1628749" y="1277899"/>
                </a:lnTo>
                <a:close/>
              </a:path>
              <a:path w="4495165" h="1525904">
                <a:moveTo>
                  <a:pt x="2171014" y="1522780"/>
                </a:moveTo>
                <a:lnTo>
                  <a:pt x="2133663" y="1424520"/>
                </a:lnTo>
                <a:lnTo>
                  <a:pt x="2118055" y="1383449"/>
                </a:lnTo>
                <a:lnTo>
                  <a:pt x="2070646" y="1258697"/>
                </a:lnTo>
                <a:lnTo>
                  <a:pt x="2070646" y="1383449"/>
                </a:lnTo>
                <a:lnTo>
                  <a:pt x="1939112" y="1383449"/>
                </a:lnTo>
                <a:lnTo>
                  <a:pt x="2004631" y="1208227"/>
                </a:lnTo>
                <a:lnTo>
                  <a:pt x="2070646" y="1383449"/>
                </a:lnTo>
                <a:lnTo>
                  <a:pt x="2070646" y="1258697"/>
                </a:lnTo>
                <a:lnTo>
                  <a:pt x="2051469" y="1208227"/>
                </a:lnTo>
                <a:lnTo>
                  <a:pt x="2032698" y="1158849"/>
                </a:lnTo>
                <a:lnTo>
                  <a:pt x="1979155" y="1158849"/>
                </a:lnTo>
                <a:lnTo>
                  <a:pt x="1840344" y="1522780"/>
                </a:lnTo>
                <a:lnTo>
                  <a:pt x="1887118" y="1522780"/>
                </a:lnTo>
                <a:lnTo>
                  <a:pt x="1925599" y="1424520"/>
                </a:lnTo>
                <a:lnTo>
                  <a:pt x="2084158" y="1424520"/>
                </a:lnTo>
                <a:lnTo>
                  <a:pt x="2122652" y="1522780"/>
                </a:lnTo>
                <a:lnTo>
                  <a:pt x="2171014" y="1522780"/>
                </a:lnTo>
                <a:close/>
              </a:path>
              <a:path w="4495165" h="1525904">
                <a:moveTo>
                  <a:pt x="2247239" y="966165"/>
                </a:moveTo>
                <a:lnTo>
                  <a:pt x="1863674" y="12433"/>
                </a:lnTo>
                <a:lnTo>
                  <a:pt x="1691932" y="12433"/>
                </a:lnTo>
                <a:lnTo>
                  <a:pt x="2035683" y="832091"/>
                </a:lnTo>
                <a:lnTo>
                  <a:pt x="2059952" y="874915"/>
                </a:lnTo>
                <a:lnTo>
                  <a:pt x="2093137" y="910628"/>
                </a:lnTo>
                <a:lnTo>
                  <a:pt x="2133714" y="938288"/>
                </a:lnTo>
                <a:lnTo>
                  <a:pt x="2180196" y="956932"/>
                </a:lnTo>
                <a:lnTo>
                  <a:pt x="2231034" y="965619"/>
                </a:lnTo>
                <a:lnTo>
                  <a:pt x="2230818" y="966165"/>
                </a:lnTo>
                <a:lnTo>
                  <a:pt x="2247239" y="966165"/>
                </a:lnTo>
                <a:close/>
              </a:path>
              <a:path w="4495165" h="1525904">
                <a:moveTo>
                  <a:pt x="2670111" y="1270609"/>
                </a:moveTo>
                <a:lnTo>
                  <a:pt x="2661780" y="1224749"/>
                </a:lnTo>
                <a:lnTo>
                  <a:pt x="2647569" y="1200429"/>
                </a:lnTo>
                <a:lnTo>
                  <a:pt x="2647086" y="1199718"/>
                </a:lnTo>
                <a:lnTo>
                  <a:pt x="2637282" y="1189253"/>
                </a:lnTo>
                <a:lnTo>
                  <a:pt x="2625902" y="1180223"/>
                </a:lnTo>
                <a:lnTo>
                  <a:pt x="2623832" y="1179017"/>
                </a:lnTo>
                <a:lnTo>
                  <a:pt x="2623832" y="1270609"/>
                </a:lnTo>
                <a:lnTo>
                  <a:pt x="2622499" y="1285925"/>
                </a:lnTo>
                <a:lnTo>
                  <a:pt x="2602534" y="1322095"/>
                </a:lnTo>
                <a:lnTo>
                  <a:pt x="2562352" y="1340129"/>
                </a:lnTo>
                <a:lnTo>
                  <a:pt x="2545321" y="1341323"/>
                </a:lnTo>
                <a:lnTo>
                  <a:pt x="2454859" y="1341323"/>
                </a:lnTo>
                <a:lnTo>
                  <a:pt x="2454859" y="1200429"/>
                </a:lnTo>
                <a:lnTo>
                  <a:pt x="2545842" y="1200429"/>
                </a:lnTo>
                <a:lnTo>
                  <a:pt x="2591320" y="1211110"/>
                </a:lnTo>
                <a:lnTo>
                  <a:pt x="2618575" y="1241704"/>
                </a:lnTo>
                <a:lnTo>
                  <a:pt x="2623832" y="1270609"/>
                </a:lnTo>
                <a:lnTo>
                  <a:pt x="2623832" y="1179017"/>
                </a:lnTo>
                <a:lnTo>
                  <a:pt x="2583281" y="1162278"/>
                </a:lnTo>
                <a:lnTo>
                  <a:pt x="2549487" y="1158824"/>
                </a:lnTo>
                <a:lnTo>
                  <a:pt x="2409634" y="1158824"/>
                </a:lnTo>
                <a:lnTo>
                  <a:pt x="2409634" y="1522780"/>
                </a:lnTo>
                <a:lnTo>
                  <a:pt x="2454859" y="1522780"/>
                </a:lnTo>
                <a:lnTo>
                  <a:pt x="2454859" y="1382915"/>
                </a:lnTo>
                <a:lnTo>
                  <a:pt x="2549487" y="1382915"/>
                </a:lnTo>
                <a:lnTo>
                  <a:pt x="2598470" y="1375168"/>
                </a:lnTo>
                <a:lnTo>
                  <a:pt x="2636901" y="1352448"/>
                </a:lnTo>
                <a:lnTo>
                  <a:pt x="2647124" y="1341323"/>
                </a:lnTo>
                <a:lnTo>
                  <a:pt x="2655036" y="1329893"/>
                </a:lnTo>
                <a:lnTo>
                  <a:pt x="2661628" y="1316634"/>
                </a:lnTo>
                <a:lnTo>
                  <a:pt x="2666339" y="1302346"/>
                </a:lnTo>
                <a:lnTo>
                  <a:pt x="2669171" y="1287005"/>
                </a:lnTo>
                <a:lnTo>
                  <a:pt x="2670111" y="1270609"/>
                </a:lnTo>
                <a:close/>
              </a:path>
              <a:path w="4495165" h="1525904">
                <a:moveTo>
                  <a:pt x="2802534" y="12433"/>
                </a:moveTo>
                <a:lnTo>
                  <a:pt x="2630805" y="12433"/>
                </a:lnTo>
                <a:lnTo>
                  <a:pt x="2247239" y="966165"/>
                </a:lnTo>
                <a:lnTo>
                  <a:pt x="2263660" y="966165"/>
                </a:lnTo>
                <a:lnTo>
                  <a:pt x="2263432" y="965619"/>
                </a:lnTo>
                <a:lnTo>
                  <a:pt x="2314283" y="956932"/>
                </a:lnTo>
                <a:lnTo>
                  <a:pt x="2360752" y="938288"/>
                </a:lnTo>
                <a:lnTo>
                  <a:pt x="2401341" y="910628"/>
                </a:lnTo>
                <a:lnTo>
                  <a:pt x="2434526" y="874915"/>
                </a:lnTo>
                <a:lnTo>
                  <a:pt x="2458796" y="832091"/>
                </a:lnTo>
                <a:lnTo>
                  <a:pt x="2802534" y="12433"/>
                </a:lnTo>
                <a:close/>
              </a:path>
              <a:path w="4495165" h="1525904">
                <a:moveTo>
                  <a:pt x="2961271" y="1158836"/>
                </a:moveTo>
                <a:lnTo>
                  <a:pt x="2916047" y="1158836"/>
                </a:lnTo>
                <a:lnTo>
                  <a:pt x="2916047" y="1522780"/>
                </a:lnTo>
                <a:lnTo>
                  <a:pt x="2961271" y="1522780"/>
                </a:lnTo>
                <a:lnTo>
                  <a:pt x="2961271" y="1158836"/>
                </a:lnTo>
                <a:close/>
              </a:path>
              <a:path w="4495165" h="1525904">
                <a:moveTo>
                  <a:pt x="3170644" y="12420"/>
                </a:moveTo>
                <a:lnTo>
                  <a:pt x="3021622" y="12420"/>
                </a:lnTo>
                <a:lnTo>
                  <a:pt x="3021622" y="966152"/>
                </a:lnTo>
                <a:lnTo>
                  <a:pt x="3170644" y="966152"/>
                </a:lnTo>
                <a:lnTo>
                  <a:pt x="3170644" y="12420"/>
                </a:lnTo>
                <a:close/>
              </a:path>
              <a:path w="4495165" h="1525904">
                <a:moveTo>
                  <a:pt x="3488461" y="1158836"/>
                </a:moveTo>
                <a:lnTo>
                  <a:pt x="3207194" y="1158836"/>
                </a:lnTo>
                <a:lnTo>
                  <a:pt x="3207194" y="1200746"/>
                </a:lnTo>
                <a:lnTo>
                  <a:pt x="3325203" y="1200746"/>
                </a:lnTo>
                <a:lnTo>
                  <a:pt x="3325203" y="1523326"/>
                </a:lnTo>
                <a:lnTo>
                  <a:pt x="3370453" y="1523326"/>
                </a:lnTo>
                <a:lnTo>
                  <a:pt x="3370453" y="1200746"/>
                </a:lnTo>
                <a:lnTo>
                  <a:pt x="3488461" y="1200746"/>
                </a:lnTo>
                <a:lnTo>
                  <a:pt x="3488461" y="1158836"/>
                </a:lnTo>
                <a:close/>
              </a:path>
              <a:path w="4495165" h="1525904">
                <a:moveTo>
                  <a:pt x="3983431" y="1522780"/>
                </a:moveTo>
                <a:lnTo>
                  <a:pt x="3946093" y="1424520"/>
                </a:lnTo>
                <a:lnTo>
                  <a:pt x="3930485" y="1383449"/>
                </a:lnTo>
                <a:lnTo>
                  <a:pt x="3883075" y="1258697"/>
                </a:lnTo>
                <a:lnTo>
                  <a:pt x="3883075" y="1383449"/>
                </a:lnTo>
                <a:lnTo>
                  <a:pt x="3751542" y="1383449"/>
                </a:lnTo>
                <a:lnTo>
                  <a:pt x="3817048" y="1208227"/>
                </a:lnTo>
                <a:lnTo>
                  <a:pt x="3883075" y="1383449"/>
                </a:lnTo>
                <a:lnTo>
                  <a:pt x="3883075" y="1258697"/>
                </a:lnTo>
                <a:lnTo>
                  <a:pt x="3863898" y="1208227"/>
                </a:lnTo>
                <a:lnTo>
                  <a:pt x="3845128" y="1158849"/>
                </a:lnTo>
                <a:lnTo>
                  <a:pt x="3791572" y="1158849"/>
                </a:lnTo>
                <a:lnTo>
                  <a:pt x="3652761" y="1522780"/>
                </a:lnTo>
                <a:lnTo>
                  <a:pt x="3699548" y="1522780"/>
                </a:lnTo>
                <a:lnTo>
                  <a:pt x="3738029" y="1424520"/>
                </a:lnTo>
                <a:lnTo>
                  <a:pt x="3896588" y="1424520"/>
                </a:lnTo>
                <a:lnTo>
                  <a:pt x="3935069" y="1522780"/>
                </a:lnTo>
                <a:lnTo>
                  <a:pt x="3983431" y="1522780"/>
                </a:lnTo>
                <a:close/>
              </a:path>
              <a:path w="4495165" h="1525904">
                <a:moveTo>
                  <a:pt x="4433138" y="1480870"/>
                </a:moveTo>
                <a:lnTo>
                  <a:pt x="4267276" y="1480870"/>
                </a:lnTo>
                <a:lnTo>
                  <a:pt x="4267276" y="1158290"/>
                </a:lnTo>
                <a:lnTo>
                  <a:pt x="4222051" y="1158290"/>
                </a:lnTo>
                <a:lnTo>
                  <a:pt x="4222051" y="1480870"/>
                </a:lnTo>
                <a:lnTo>
                  <a:pt x="4222051" y="1522780"/>
                </a:lnTo>
                <a:lnTo>
                  <a:pt x="4433138" y="1522780"/>
                </a:lnTo>
                <a:lnTo>
                  <a:pt x="4433138" y="1480870"/>
                </a:lnTo>
                <a:close/>
              </a:path>
              <a:path w="4495165" h="1525904">
                <a:moveTo>
                  <a:pt x="4494847" y="489292"/>
                </a:moveTo>
                <a:lnTo>
                  <a:pt x="4492307" y="437197"/>
                </a:lnTo>
                <a:lnTo>
                  <a:pt x="4484738" y="386778"/>
                </a:lnTo>
                <a:lnTo>
                  <a:pt x="4472267" y="338289"/>
                </a:lnTo>
                <a:lnTo>
                  <a:pt x="4455020" y="292011"/>
                </a:lnTo>
                <a:lnTo>
                  <a:pt x="4433113" y="248221"/>
                </a:lnTo>
                <a:lnTo>
                  <a:pt x="4406671" y="207187"/>
                </a:lnTo>
                <a:lnTo>
                  <a:pt x="4375797" y="169176"/>
                </a:lnTo>
                <a:lnTo>
                  <a:pt x="4357306" y="150926"/>
                </a:lnTo>
                <a:lnTo>
                  <a:pt x="4341698" y="135521"/>
                </a:lnTo>
                <a:lnTo>
                  <a:pt x="4341698" y="489292"/>
                </a:lnTo>
                <a:lnTo>
                  <a:pt x="4338663" y="537616"/>
                </a:lnTo>
                <a:lnTo>
                  <a:pt x="4329646" y="583184"/>
                </a:lnTo>
                <a:lnTo>
                  <a:pt x="4314761" y="625754"/>
                </a:lnTo>
                <a:lnTo>
                  <a:pt x="4294111" y="665073"/>
                </a:lnTo>
                <a:lnTo>
                  <a:pt x="4267809" y="700887"/>
                </a:lnTo>
                <a:lnTo>
                  <a:pt x="4235958" y="732955"/>
                </a:lnTo>
                <a:lnTo>
                  <a:pt x="4197947" y="761492"/>
                </a:lnTo>
                <a:lnTo>
                  <a:pt x="4155338" y="785063"/>
                </a:lnTo>
                <a:lnTo>
                  <a:pt x="4108437" y="803567"/>
                </a:lnTo>
                <a:lnTo>
                  <a:pt x="4057561" y="816902"/>
                </a:lnTo>
                <a:lnTo>
                  <a:pt x="4002989" y="824979"/>
                </a:lnTo>
                <a:lnTo>
                  <a:pt x="3945039" y="827697"/>
                </a:lnTo>
                <a:lnTo>
                  <a:pt x="3887089" y="824979"/>
                </a:lnTo>
                <a:lnTo>
                  <a:pt x="3832517" y="816902"/>
                </a:lnTo>
                <a:lnTo>
                  <a:pt x="3781628" y="803567"/>
                </a:lnTo>
                <a:lnTo>
                  <a:pt x="3734739" y="785063"/>
                </a:lnTo>
                <a:lnTo>
                  <a:pt x="3692131" y="761492"/>
                </a:lnTo>
                <a:lnTo>
                  <a:pt x="3654120" y="732955"/>
                </a:lnTo>
                <a:lnTo>
                  <a:pt x="3622268" y="700887"/>
                </a:lnTo>
                <a:lnTo>
                  <a:pt x="3595967" y="665073"/>
                </a:lnTo>
                <a:lnTo>
                  <a:pt x="3575316" y="625754"/>
                </a:lnTo>
                <a:lnTo>
                  <a:pt x="3560432" y="583184"/>
                </a:lnTo>
                <a:lnTo>
                  <a:pt x="3551415" y="537616"/>
                </a:lnTo>
                <a:lnTo>
                  <a:pt x="3548392" y="489292"/>
                </a:lnTo>
                <a:lnTo>
                  <a:pt x="3551415" y="440994"/>
                </a:lnTo>
                <a:lnTo>
                  <a:pt x="3560432" y="395427"/>
                </a:lnTo>
                <a:lnTo>
                  <a:pt x="3575316" y="352856"/>
                </a:lnTo>
                <a:lnTo>
                  <a:pt x="3595967" y="313537"/>
                </a:lnTo>
                <a:lnTo>
                  <a:pt x="3622268" y="277723"/>
                </a:lnTo>
                <a:lnTo>
                  <a:pt x="3654120" y="245668"/>
                </a:lnTo>
                <a:lnTo>
                  <a:pt x="3692131" y="217131"/>
                </a:lnTo>
                <a:lnTo>
                  <a:pt x="3734739" y="193573"/>
                </a:lnTo>
                <a:lnTo>
                  <a:pt x="3781628" y="175069"/>
                </a:lnTo>
                <a:lnTo>
                  <a:pt x="3832517" y="161721"/>
                </a:lnTo>
                <a:lnTo>
                  <a:pt x="3887089" y="153644"/>
                </a:lnTo>
                <a:lnTo>
                  <a:pt x="3945039" y="150926"/>
                </a:lnTo>
                <a:lnTo>
                  <a:pt x="4002989" y="153644"/>
                </a:lnTo>
                <a:lnTo>
                  <a:pt x="4057561" y="161721"/>
                </a:lnTo>
                <a:lnTo>
                  <a:pt x="4108437" y="175069"/>
                </a:lnTo>
                <a:lnTo>
                  <a:pt x="4155338" y="193573"/>
                </a:lnTo>
                <a:lnTo>
                  <a:pt x="4197947" y="217131"/>
                </a:lnTo>
                <a:lnTo>
                  <a:pt x="4235958" y="245668"/>
                </a:lnTo>
                <a:lnTo>
                  <a:pt x="4267809" y="277723"/>
                </a:lnTo>
                <a:lnTo>
                  <a:pt x="4294111" y="313537"/>
                </a:lnTo>
                <a:lnTo>
                  <a:pt x="4314761" y="352856"/>
                </a:lnTo>
                <a:lnTo>
                  <a:pt x="4329646" y="395427"/>
                </a:lnTo>
                <a:lnTo>
                  <a:pt x="4338663" y="440994"/>
                </a:lnTo>
                <a:lnTo>
                  <a:pt x="4341698" y="489292"/>
                </a:lnTo>
                <a:lnTo>
                  <a:pt x="4341698" y="135521"/>
                </a:lnTo>
                <a:lnTo>
                  <a:pt x="4306087" y="106692"/>
                </a:lnTo>
                <a:lnTo>
                  <a:pt x="4268914" y="82029"/>
                </a:lnTo>
                <a:lnTo>
                  <a:pt x="4229214" y="60515"/>
                </a:lnTo>
                <a:lnTo>
                  <a:pt x="4187126" y="42202"/>
                </a:lnTo>
                <a:lnTo>
                  <a:pt x="4142765" y="27127"/>
                </a:lnTo>
                <a:lnTo>
                  <a:pt x="4096258" y="15316"/>
                </a:lnTo>
                <a:lnTo>
                  <a:pt x="4047718" y="6832"/>
                </a:lnTo>
                <a:lnTo>
                  <a:pt x="3997274" y="1714"/>
                </a:lnTo>
                <a:lnTo>
                  <a:pt x="3945039" y="0"/>
                </a:lnTo>
                <a:lnTo>
                  <a:pt x="3892804" y="1714"/>
                </a:lnTo>
                <a:lnTo>
                  <a:pt x="3842359" y="6832"/>
                </a:lnTo>
                <a:lnTo>
                  <a:pt x="3793820" y="15316"/>
                </a:lnTo>
                <a:lnTo>
                  <a:pt x="3747312" y="27127"/>
                </a:lnTo>
                <a:lnTo>
                  <a:pt x="3702951" y="42202"/>
                </a:lnTo>
                <a:lnTo>
                  <a:pt x="3660864" y="60515"/>
                </a:lnTo>
                <a:lnTo>
                  <a:pt x="3621176" y="82029"/>
                </a:lnTo>
                <a:lnTo>
                  <a:pt x="3583990" y="106692"/>
                </a:lnTo>
                <a:lnTo>
                  <a:pt x="3549459" y="134467"/>
                </a:lnTo>
                <a:lnTo>
                  <a:pt x="3514280" y="169176"/>
                </a:lnTo>
                <a:lnTo>
                  <a:pt x="3483406" y="207187"/>
                </a:lnTo>
                <a:lnTo>
                  <a:pt x="3456952" y="248221"/>
                </a:lnTo>
                <a:lnTo>
                  <a:pt x="3435058" y="292011"/>
                </a:lnTo>
                <a:lnTo>
                  <a:pt x="3417811" y="338289"/>
                </a:lnTo>
                <a:lnTo>
                  <a:pt x="3405352" y="386778"/>
                </a:lnTo>
                <a:lnTo>
                  <a:pt x="3397783" y="437197"/>
                </a:lnTo>
                <a:lnTo>
                  <a:pt x="3395243" y="489292"/>
                </a:lnTo>
                <a:lnTo>
                  <a:pt x="3397783" y="541401"/>
                </a:lnTo>
                <a:lnTo>
                  <a:pt x="3405352" y="591832"/>
                </a:lnTo>
                <a:lnTo>
                  <a:pt x="3417811" y="640334"/>
                </a:lnTo>
                <a:lnTo>
                  <a:pt x="3435058" y="686600"/>
                </a:lnTo>
                <a:lnTo>
                  <a:pt x="3456952" y="730389"/>
                </a:lnTo>
                <a:lnTo>
                  <a:pt x="3483406" y="771423"/>
                </a:lnTo>
                <a:lnTo>
                  <a:pt x="3514280" y="809434"/>
                </a:lnTo>
                <a:lnTo>
                  <a:pt x="3549459" y="844130"/>
                </a:lnTo>
                <a:lnTo>
                  <a:pt x="3583990" y="871918"/>
                </a:lnTo>
                <a:lnTo>
                  <a:pt x="3621176" y="896594"/>
                </a:lnTo>
                <a:lnTo>
                  <a:pt x="3660864" y="918108"/>
                </a:lnTo>
                <a:lnTo>
                  <a:pt x="3702951" y="936421"/>
                </a:lnTo>
                <a:lnTo>
                  <a:pt x="3747312" y="951496"/>
                </a:lnTo>
                <a:lnTo>
                  <a:pt x="3793820" y="963295"/>
                </a:lnTo>
                <a:lnTo>
                  <a:pt x="3842359" y="971778"/>
                </a:lnTo>
                <a:lnTo>
                  <a:pt x="3892804" y="976896"/>
                </a:lnTo>
                <a:lnTo>
                  <a:pt x="3945039" y="978611"/>
                </a:lnTo>
                <a:lnTo>
                  <a:pt x="3997274" y="976896"/>
                </a:lnTo>
                <a:lnTo>
                  <a:pt x="4047718" y="971778"/>
                </a:lnTo>
                <a:lnTo>
                  <a:pt x="4096258" y="963295"/>
                </a:lnTo>
                <a:lnTo>
                  <a:pt x="4142765" y="951496"/>
                </a:lnTo>
                <a:lnTo>
                  <a:pt x="4187126" y="936421"/>
                </a:lnTo>
                <a:lnTo>
                  <a:pt x="4229214" y="918108"/>
                </a:lnTo>
                <a:lnTo>
                  <a:pt x="4268914" y="896594"/>
                </a:lnTo>
                <a:lnTo>
                  <a:pt x="4306087" y="871918"/>
                </a:lnTo>
                <a:lnTo>
                  <a:pt x="4340631" y="844130"/>
                </a:lnTo>
                <a:lnTo>
                  <a:pt x="4375797" y="809434"/>
                </a:lnTo>
                <a:lnTo>
                  <a:pt x="4406671" y="771423"/>
                </a:lnTo>
                <a:lnTo>
                  <a:pt x="4433113" y="730389"/>
                </a:lnTo>
                <a:lnTo>
                  <a:pt x="4455020" y="686600"/>
                </a:lnTo>
                <a:lnTo>
                  <a:pt x="4472267" y="640334"/>
                </a:lnTo>
                <a:lnTo>
                  <a:pt x="4484738" y="591832"/>
                </a:lnTo>
                <a:lnTo>
                  <a:pt x="4492307" y="541401"/>
                </a:lnTo>
                <a:lnTo>
                  <a:pt x="4494847" y="489292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defTabSz="554466"/>
            <a:endParaRPr sz="1092" kern="0">
              <a:solidFill>
                <a:sysClr val="windowText" lastClr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5360664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257">
          <p15:clr>
            <a:srgbClr val="FBAE40"/>
          </p15:clr>
        </p15:guide>
        <p15:guide id="2" pos="7423">
          <p15:clr>
            <a:srgbClr val="FBAE40"/>
          </p15:clr>
        </p15:guide>
        <p15:guide id="3" orient="horz" pos="4088">
          <p15:clr>
            <a:srgbClr val="FBAE40"/>
          </p15:clr>
        </p15:guide>
        <p15:guide id="4" orient="horz" pos="3725">
          <p15:clr>
            <a:srgbClr val="FBAE40"/>
          </p15:clr>
        </p15:guide>
        <p15:guide id="5" orient="horz" pos="255">
          <p15:clr>
            <a:srgbClr val="FBAE40"/>
          </p15:clr>
        </p15:guide>
      </p15:sldGuideLst>
    </p:ext>
  </p:extLst>
</p:sldLayout>
</file>

<file path=ppt/slideLayouts/slideLayout148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4_Capa 01 - Offwhite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8">
            <a:extLst>
              <a:ext uri="{FF2B5EF4-FFF2-40B4-BE49-F238E27FC236}">
                <a16:creationId xmlns:a16="http://schemas.microsoft.com/office/drawing/2014/main" id="{17364209-1E38-0B40-9231-C88F3267BC2A}"/>
              </a:ext>
            </a:extLst>
          </p:cNvPr>
          <p:cNvPicPr>
            <a:picLocks noChangeAspect="1"/>
          </p:cNvPicPr>
          <p:nvPr/>
        </p:nvPicPr>
        <p:blipFill rotWithShape="1">
          <a:blip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 l="-8117" t="-23966" r="-8117" b="-23966"/>
          <a:stretch/>
        </p:blipFill>
        <p:spPr>
          <a:xfrm>
            <a:off x="10183916" y="304605"/>
            <a:ext cx="1715687" cy="742966"/>
          </a:xfrm>
          <a:prstGeom prst="rect">
            <a:avLst/>
          </a:prstGeom>
        </p:spPr>
      </p:pic>
      <p:sp>
        <p:nvSpPr>
          <p:cNvPr id="13" name="Text Placeholder 3">
            <a:extLst>
              <a:ext uri="{FF2B5EF4-FFF2-40B4-BE49-F238E27FC236}">
                <a16:creationId xmlns:a16="http://schemas.microsoft.com/office/drawing/2014/main" id="{AAA4D9F5-240A-9CC5-1EF0-9AAA83CC6908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07988" y="1428927"/>
            <a:ext cx="8528622" cy="2783977"/>
          </a:xfrm>
          <a:prstGeom prst="rect">
            <a:avLst/>
          </a:prstGeom>
        </p:spPr>
        <p:txBody>
          <a:bodyPr lIns="0" tIns="0" rIns="0" bIns="0" anchor="b" anchorCtr="0"/>
          <a:lstStyle>
            <a:lvl1pPr marL="0" indent="0">
              <a:buNone/>
              <a:defRPr sz="3400">
                <a:solidFill>
                  <a:schemeClr val="tx1">
                    <a:lumMod val="85000"/>
                    <a:lumOff val="15000"/>
                  </a:schemeClr>
                </a:solidFill>
                <a:latin typeface="Versos Light" panose="020B0403020204030204" pitchFamily="34" charset="0"/>
              </a:defRPr>
            </a:lvl1pPr>
          </a:lstStyle>
          <a:p>
            <a:pPr lvl="0"/>
            <a:r>
              <a:rPr lang="en-US" err="1"/>
              <a:t>Título</a:t>
            </a:r>
            <a:r>
              <a:rPr lang="en-US"/>
              <a:t> Template</a:t>
            </a:r>
          </a:p>
          <a:p>
            <a:pPr lvl="0"/>
            <a:r>
              <a:rPr lang="en-US" err="1"/>
              <a:t>Padrão</a:t>
            </a:r>
            <a:r>
              <a:rPr lang="en-US"/>
              <a:t> </a:t>
            </a:r>
            <a:r>
              <a:rPr lang="en-US" err="1"/>
              <a:t>Exemplo</a:t>
            </a:r>
            <a:endParaRPr lang="en-US"/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73AE31B1-0E8A-430C-61E0-A4A65D4D936A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07988" y="4213226"/>
            <a:ext cx="8528622" cy="997297"/>
          </a:xfrm>
          <a:prstGeom prst="rect">
            <a:avLst/>
          </a:prstGeom>
        </p:spPr>
        <p:txBody>
          <a:bodyPr lIns="0" tIns="0" rIns="0" bIns="0"/>
          <a:lstStyle>
            <a:lvl1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1pPr>
            <a:lvl2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2pPr>
            <a:lvl3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3pPr>
            <a:lvl4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4pPr>
            <a:lvl5pPr>
              <a:defRPr lang="pt-BR" sz="2000" b="1" i="0" u="none" strike="noStrike" kern="1200" cap="none" dirty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pt-BR" sz="2000" b="1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</a:rPr>
              <a:t>FIC FIM EXEMPLO</a:t>
            </a:r>
            <a:endParaRPr lang="pt-BR"/>
          </a:p>
        </p:txBody>
      </p:sp>
      <p:sp>
        <p:nvSpPr>
          <p:cNvPr id="30" name="Text Placeholder 20">
            <a:extLst>
              <a:ext uri="{FF2B5EF4-FFF2-40B4-BE49-F238E27FC236}">
                <a16:creationId xmlns:a16="http://schemas.microsoft.com/office/drawing/2014/main" id="{934DB4E9-86EE-19B2-F28E-B6B39FA4B1F5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07989" y="6296541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868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32" name="Text Placeholder 20">
            <a:extLst>
              <a:ext uri="{FF2B5EF4-FFF2-40B4-BE49-F238E27FC236}">
                <a16:creationId xmlns:a16="http://schemas.microsoft.com/office/drawing/2014/main" id="{850383A8-9127-B34A-E6D1-F69E05D79895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2078072" y="6296541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868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34" name="Text Placeholder 20">
            <a:extLst>
              <a:ext uri="{FF2B5EF4-FFF2-40B4-BE49-F238E27FC236}">
                <a16:creationId xmlns:a16="http://schemas.microsoft.com/office/drawing/2014/main" id="{85F8F009-E0C0-389F-A62C-DC5687737A09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3747997" y="6296541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868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42" name="Text Placeholder 41">
            <a:extLst>
              <a:ext uri="{FF2B5EF4-FFF2-40B4-BE49-F238E27FC236}">
                <a16:creationId xmlns:a16="http://schemas.microsoft.com/office/drawing/2014/main" id="{140D0127-258A-5E7A-3C7D-AF1C84BD6CAD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407989" y="6089649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43" name="Text Placeholder 41">
            <a:extLst>
              <a:ext uri="{FF2B5EF4-FFF2-40B4-BE49-F238E27FC236}">
                <a16:creationId xmlns:a16="http://schemas.microsoft.com/office/drawing/2014/main" id="{A32E9CBC-834D-C50D-C2C9-565EFA05B776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078071" y="6089649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44" name="Text Placeholder 41">
            <a:extLst>
              <a:ext uri="{FF2B5EF4-FFF2-40B4-BE49-F238E27FC236}">
                <a16:creationId xmlns:a16="http://schemas.microsoft.com/office/drawing/2014/main" id="{1D22D663-9C6A-0A9C-E296-B8F5A8C94503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3747996" y="6089649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46" name="Text Placeholder 17">
            <a:extLst>
              <a:ext uri="{FF2B5EF4-FFF2-40B4-BE49-F238E27FC236}">
                <a16:creationId xmlns:a16="http://schemas.microsoft.com/office/drawing/2014/main" id="{48CDD840-EB84-76C6-6376-7AFDC5AF9416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07988" y="5776796"/>
            <a:ext cx="6115360" cy="200722"/>
          </a:xfrm>
          <a:prstGeom prst="rect">
            <a:avLst/>
          </a:prstGeom>
        </p:spPr>
        <p:txBody>
          <a:bodyPr lIns="0" tIns="0" rIns="0" bIns="0"/>
          <a:lstStyle>
            <a:lvl1pPr marL="0" marR="1868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Área de atuação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C2935FC2-3F32-CBA6-4567-CD29DB2E616B}"/>
              </a:ext>
            </a:extLst>
          </p:cNvPr>
          <p:cNvGrpSpPr/>
          <p:nvPr/>
        </p:nvGrpSpPr>
        <p:grpSpPr>
          <a:xfrm>
            <a:off x="-62629" y="3261055"/>
            <a:ext cx="12291315" cy="3825292"/>
            <a:chOff x="-62630" y="3261055"/>
            <a:chExt cx="12291315" cy="3825292"/>
          </a:xfrm>
        </p:grpSpPr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8F58F887-7E41-5E66-1A5E-8F80DCB30644}"/>
                </a:ext>
              </a:extLst>
            </p:cNvPr>
            <p:cNvSpPr/>
            <p:nvPr/>
          </p:nvSpPr>
          <p:spPr>
            <a:xfrm flipV="1">
              <a:off x="-62630" y="5210522"/>
              <a:ext cx="12254630" cy="200722"/>
            </a:xfrm>
            <a:custGeom>
              <a:avLst/>
              <a:gdLst>
                <a:gd name="connsiteX0" fmla="*/ 0 w 12225403"/>
                <a:gd name="connsiteY0" fmla="*/ 0 h 0"/>
                <a:gd name="connsiteX1" fmla="*/ 12225403 w 12225403"/>
                <a:gd name="connsiteY1" fmla="*/ 0 h 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225403">
                  <a:moveTo>
                    <a:pt x="0" y="0"/>
                  </a:moveTo>
                  <a:lnTo>
                    <a:pt x="12225403" y="0"/>
                  </a:lnTo>
                </a:path>
              </a:pathLst>
            </a:custGeom>
            <a:noFill/>
            <a:ln w="19050">
              <a:solidFill>
                <a:schemeClr val="tx2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 sz="1092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28079FF5-2532-84E1-7456-BB6FC72227D3}"/>
                </a:ext>
              </a:extLst>
            </p:cNvPr>
            <p:cNvSpPr/>
            <p:nvPr/>
          </p:nvSpPr>
          <p:spPr>
            <a:xfrm>
              <a:off x="7240261" y="3261055"/>
              <a:ext cx="4988424" cy="3825292"/>
            </a:xfrm>
            <a:custGeom>
              <a:avLst/>
              <a:gdLst>
                <a:gd name="connsiteX0" fmla="*/ 0 w 5087815"/>
                <a:gd name="connsiteY0" fmla="*/ 3845169 h 3845169"/>
                <a:gd name="connsiteX1" fmla="*/ 5087815 w 5087815"/>
                <a:gd name="connsiteY1" fmla="*/ 0 h 3845169"/>
                <a:gd name="connsiteX0" fmla="*/ 0 w 5048059"/>
                <a:gd name="connsiteY0" fmla="*/ 3954500 h 3954500"/>
                <a:gd name="connsiteX1" fmla="*/ 5048059 w 5048059"/>
                <a:gd name="connsiteY1" fmla="*/ 0 h 3954500"/>
                <a:gd name="connsiteX0" fmla="*/ 0 w 5048059"/>
                <a:gd name="connsiteY0" fmla="*/ 3954500 h 3954500"/>
                <a:gd name="connsiteX1" fmla="*/ 5048059 w 5048059"/>
                <a:gd name="connsiteY1" fmla="*/ 0 h 3954500"/>
                <a:gd name="connsiteX0" fmla="*/ 0 w 4988424"/>
                <a:gd name="connsiteY0" fmla="*/ 3835231 h 3835231"/>
                <a:gd name="connsiteX1" fmla="*/ 4988424 w 4988424"/>
                <a:gd name="connsiteY1" fmla="*/ 0 h 3835231"/>
                <a:gd name="connsiteX0" fmla="*/ 0 w 4988424"/>
                <a:gd name="connsiteY0" fmla="*/ 3835231 h 3835231"/>
                <a:gd name="connsiteX1" fmla="*/ 4988424 w 4988424"/>
                <a:gd name="connsiteY1" fmla="*/ 0 h 3835231"/>
                <a:gd name="connsiteX0" fmla="*/ 0 w 4988424"/>
                <a:gd name="connsiteY0" fmla="*/ 3835231 h 3835231"/>
                <a:gd name="connsiteX1" fmla="*/ 4988424 w 4988424"/>
                <a:gd name="connsiteY1" fmla="*/ 0 h 3835231"/>
                <a:gd name="connsiteX0" fmla="*/ 0 w 4988424"/>
                <a:gd name="connsiteY0" fmla="*/ 3825292 h 3825292"/>
                <a:gd name="connsiteX1" fmla="*/ 4988424 w 4988424"/>
                <a:gd name="connsiteY1" fmla="*/ 0 h 3825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88424" h="3825292">
                  <a:moveTo>
                    <a:pt x="0" y="3825292"/>
                  </a:moveTo>
                  <a:cubicBezTo>
                    <a:pt x="1384087" y="1839675"/>
                    <a:pt x="2310976" y="251621"/>
                    <a:pt x="4988424" y="0"/>
                  </a:cubicBezTo>
                </a:path>
              </a:pathLst>
            </a:custGeom>
            <a:noFill/>
            <a:ln w="19050">
              <a:solidFill>
                <a:schemeClr val="tx2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 sz="1092"/>
            </a:p>
          </p:txBody>
        </p:sp>
      </p:grpSp>
      <p:sp>
        <p:nvSpPr>
          <p:cNvPr id="4" name="Text Placeholder 20">
            <a:extLst>
              <a:ext uri="{FF2B5EF4-FFF2-40B4-BE49-F238E27FC236}">
                <a16:creationId xmlns:a16="http://schemas.microsoft.com/office/drawing/2014/main" id="{BE0605A0-B5C6-7ACB-6BC0-473556C05E5A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8575831" y="6296541"/>
            <a:ext cx="3186900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868" algn="r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Data</a:t>
            </a:r>
          </a:p>
        </p:txBody>
      </p:sp>
      <p:sp>
        <p:nvSpPr>
          <p:cNvPr id="5" name="Text Placeholder 41">
            <a:extLst>
              <a:ext uri="{FF2B5EF4-FFF2-40B4-BE49-F238E27FC236}">
                <a16:creationId xmlns:a16="http://schemas.microsoft.com/office/drawing/2014/main" id="{578E0E92-2BD9-4613-36C5-35EAB19449D5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8575831" y="6089649"/>
            <a:ext cx="3186900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r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44576315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257">
          <p15:clr>
            <a:srgbClr val="FBAE40"/>
          </p15:clr>
        </p15:guide>
        <p15:guide id="2" pos="7423">
          <p15:clr>
            <a:srgbClr val="FBAE40"/>
          </p15:clr>
        </p15:guide>
        <p15:guide id="3" orient="horz" pos="4088">
          <p15:clr>
            <a:srgbClr val="FBAE40"/>
          </p15:clr>
        </p15:guide>
        <p15:guide id="4" orient="horz" pos="3725">
          <p15:clr>
            <a:srgbClr val="FBAE40"/>
          </p15:clr>
        </p15:guide>
        <p15:guide id="5" orient="horz" pos="255">
          <p15:clr>
            <a:srgbClr val="FBAE40"/>
          </p15:clr>
        </p15:guide>
      </p15:sldGuideLst>
    </p:ext>
  </p:extLst>
</p:sldLayout>
</file>

<file path=ppt/slideLayouts/slideLayout1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Capa 01 - Escura">
    <p:bg>
      <p:bgPr>
        <a:gradFill>
          <a:gsLst>
            <a:gs pos="0">
              <a:schemeClr val="tx1">
                <a:lumMod val="95000"/>
                <a:lumOff val="5000"/>
              </a:schemeClr>
            </a:gs>
            <a:gs pos="100000">
              <a:schemeClr val="tx1">
                <a:lumMod val="85000"/>
                <a:lumOff val="15000"/>
              </a:schemeClr>
            </a:gs>
            <a:gs pos="49000">
              <a:schemeClr val="tx1">
                <a:lumMod val="95000"/>
                <a:lumOff val="5000"/>
              </a:schemeClr>
            </a:gs>
          </a:gsLst>
          <a:lin ang="4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8">
            <a:extLst>
              <a:ext uri="{FF2B5EF4-FFF2-40B4-BE49-F238E27FC236}">
                <a16:creationId xmlns:a16="http://schemas.microsoft.com/office/drawing/2014/main" id="{17364209-1E38-0B40-9231-C88F3267BC2A}"/>
              </a:ext>
            </a:extLst>
          </p:cNvPr>
          <p:cNvPicPr>
            <a:picLocks noChangeAspect="1"/>
          </p:cNvPicPr>
          <p:nvPr/>
        </p:nvPicPr>
        <p:blipFill rotWithShape="1">
          <a:blip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 l="-8117" t="-23966" r="-8117" b="-23966"/>
          <a:stretch/>
        </p:blipFill>
        <p:spPr>
          <a:xfrm>
            <a:off x="10183916" y="304605"/>
            <a:ext cx="1715687" cy="742966"/>
          </a:xfrm>
          <a:prstGeom prst="rect">
            <a:avLst/>
          </a:prstGeom>
        </p:spPr>
      </p:pic>
      <p:sp>
        <p:nvSpPr>
          <p:cNvPr id="13" name="Text Placeholder 3">
            <a:extLst>
              <a:ext uri="{FF2B5EF4-FFF2-40B4-BE49-F238E27FC236}">
                <a16:creationId xmlns:a16="http://schemas.microsoft.com/office/drawing/2014/main" id="{AAA4D9F5-240A-9CC5-1EF0-9AAA83CC6908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07988" y="1428927"/>
            <a:ext cx="8528622" cy="2783977"/>
          </a:xfrm>
          <a:prstGeom prst="rect">
            <a:avLst/>
          </a:prstGeom>
        </p:spPr>
        <p:txBody>
          <a:bodyPr lIns="0" tIns="0" rIns="0" bIns="0" anchor="b" anchorCtr="0"/>
          <a:lstStyle>
            <a:lvl1pPr marL="0" indent="0">
              <a:buNone/>
              <a:defRPr sz="3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</a:lstStyle>
          <a:p>
            <a:pPr lvl="0"/>
            <a:r>
              <a:rPr lang="en-US" err="1"/>
              <a:t>Título</a:t>
            </a:r>
            <a:r>
              <a:rPr lang="en-US"/>
              <a:t> Template</a:t>
            </a:r>
          </a:p>
          <a:p>
            <a:pPr lvl="0"/>
            <a:r>
              <a:rPr lang="en-US" err="1"/>
              <a:t>Padrão</a:t>
            </a:r>
            <a:r>
              <a:rPr lang="en-US"/>
              <a:t> </a:t>
            </a:r>
            <a:r>
              <a:rPr lang="en-US" err="1"/>
              <a:t>Exemplo</a:t>
            </a:r>
            <a:endParaRPr lang="en-US"/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73AE31B1-0E8A-430C-61E0-A4A65D4D936A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07988" y="4213226"/>
            <a:ext cx="8528622" cy="997297"/>
          </a:xfrm>
          <a:prstGeom prst="rect">
            <a:avLst/>
          </a:prstGeom>
        </p:spPr>
        <p:txBody>
          <a:bodyPr lIns="0" tIns="0" rIns="0" bIns="0"/>
          <a:lstStyle>
            <a:lvl1pPr>
              <a:defRPr lang="en-US" sz="2000" b="1" i="0" u="none" strike="noStrike" kern="1200" cap="none" dirty="0" smtClean="0">
                <a:solidFill>
                  <a:schemeClr val="accent2"/>
                </a:solidFill>
                <a:latin typeface="Versos"/>
                <a:ea typeface="+mj-ea"/>
                <a:cs typeface="+mj-cs"/>
                <a:sym typeface="Arial"/>
              </a:defRPr>
            </a:lvl1pPr>
            <a:lvl2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2pPr>
            <a:lvl3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3pPr>
            <a:lvl4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4pPr>
            <a:lvl5pPr>
              <a:defRPr lang="pt-BR" sz="2000" b="1" i="0" u="none" strike="noStrike" kern="1200" cap="none" dirty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pt-BR" sz="2000" b="1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</a:rPr>
              <a:t>FIC FIM EXEMPLO</a:t>
            </a:r>
            <a:endParaRPr lang="pt-BR"/>
          </a:p>
        </p:txBody>
      </p:sp>
      <p:sp>
        <p:nvSpPr>
          <p:cNvPr id="30" name="Text Placeholder 20">
            <a:extLst>
              <a:ext uri="{FF2B5EF4-FFF2-40B4-BE49-F238E27FC236}">
                <a16:creationId xmlns:a16="http://schemas.microsoft.com/office/drawing/2014/main" id="{934DB4E9-86EE-19B2-F28E-B6B39FA4B1F5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07989" y="6296541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868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32" name="Text Placeholder 20">
            <a:extLst>
              <a:ext uri="{FF2B5EF4-FFF2-40B4-BE49-F238E27FC236}">
                <a16:creationId xmlns:a16="http://schemas.microsoft.com/office/drawing/2014/main" id="{850383A8-9127-B34A-E6D1-F69E05D79895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2078072" y="6296541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868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34" name="Text Placeholder 20">
            <a:extLst>
              <a:ext uri="{FF2B5EF4-FFF2-40B4-BE49-F238E27FC236}">
                <a16:creationId xmlns:a16="http://schemas.microsoft.com/office/drawing/2014/main" id="{85F8F009-E0C0-389F-A62C-DC5687737A09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3747997" y="6296541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868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42" name="Text Placeholder 41">
            <a:extLst>
              <a:ext uri="{FF2B5EF4-FFF2-40B4-BE49-F238E27FC236}">
                <a16:creationId xmlns:a16="http://schemas.microsoft.com/office/drawing/2014/main" id="{140D0127-258A-5E7A-3C7D-AF1C84BD6CAD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407989" y="6089649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43" name="Text Placeholder 41">
            <a:extLst>
              <a:ext uri="{FF2B5EF4-FFF2-40B4-BE49-F238E27FC236}">
                <a16:creationId xmlns:a16="http://schemas.microsoft.com/office/drawing/2014/main" id="{A32E9CBC-834D-C50D-C2C9-565EFA05B776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078071" y="6089649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44" name="Text Placeholder 41">
            <a:extLst>
              <a:ext uri="{FF2B5EF4-FFF2-40B4-BE49-F238E27FC236}">
                <a16:creationId xmlns:a16="http://schemas.microsoft.com/office/drawing/2014/main" id="{1D22D663-9C6A-0A9C-E296-B8F5A8C94503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3747996" y="6089649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5" name="Text Placeholder 17">
            <a:extLst>
              <a:ext uri="{FF2B5EF4-FFF2-40B4-BE49-F238E27FC236}">
                <a16:creationId xmlns:a16="http://schemas.microsoft.com/office/drawing/2014/main" id="{3B41FADA-7416-6D91-985E-A81EE25A040F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07988" y="5776796"/>
            <a:ext cx="6115360" cy="200722"/>
          </a:xfrm>
          <a:prstGeom prst="rect">
            <a:avLst/>
          </a:prstGeom>
        </p:spPr>
        <p:txBody>
          <a:bodyPr lIns="0" tIns="0" rIns="0" bIns="0"/>
          <a:lstStyle>
            <a:lvl1pPr marL="0" marR="1868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accent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Área de atuação</a:t>
            </a:r>
          </a:p>
        </p:txBody>
      </p:sp>
      <p:sp>
        <p:nvSpPr>
          <p:cNvPr id="7" name="Freeform: Shape 6">
            <a:extLst>
              <a:ext uri="{FF2B5EF4-FFF2-40B4-BE49-F238E27FC236}">
                <a16:creationId xmlns:a16="http://schemas.microsoft.com/office/drawing/2014/main" id="{6E98746F-93D0-516C-ECFF-DF28CB0B3CBB}"/>
              </a:ext>
            </a:extLst>
          </p:cNvPr>
          <p:cNvSpPr/>
          <p:nvPr/>
        </p:nvSpPr>
        <p:spPr>
          <a:xfrm flipV="1">
            <a:off x="-62630" y="5210522"/>
            <a:ext cx="12254630" cy="200722"/>
          </a:xfrm>
          <a:custGeom>
            <a:avLst/>
            <a:gdLst>
              <a:gd name="connsiteX0" fmla="*/ 0 w 12225403"/>
              <a:gd name="connsiteY0" fmla="*/ 0 h 0"/>
              <a:gd name="connsiteX1" fmla="*/ 12225403 w 12225403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2225403">
                <a:moveTo>
                  <a:pt x="0" y="0"/>
                </a:moveTo>
                <a:lnTo>
                  <a:pt x="12225403" y="0"/>
                </a:lnTo>
              </a:path>
            </a:pathLst>
          </a:custGeom>
          <a:noFill/>
          <a:ln w="19050"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sz="1092"/>
          </a:p>
        </p:txBody>
      </p:sp>
      <p:sp>
        <p:nvSpPr>
          <p:cNvPr id="8" name="Freeform: Shape 7">
            <a:extLst>
              <a:ext uri="{FF2B5EF4-FFF2-40B4-BE49-F238E27FC236}">
                <a16:creationId xmlns:a16="http://schemas.microsoft.com/office/drawing/2014/main" id="{6E96A427-24E0-016B-D437-13FB1826003C}"/>
              </a:ext>
            </a:extLst>
          </p:cNvPr>
          <p:cNvSpPr/>
          <p:nvPr/>
        </p:nvSpPr>
        <p:spPr>
          <a:xfrm>
            <a:off x="7240261" y="3261055"/>
            <a:ext cx="4988424" cy="3825292"/>
          </a:xfrm>
          <a:custGeom>
            <a:avLst/>
            <a:gdLst>
              <a:gd name="connsiteX0" fmla="*/ 0 w 5087815"/>
              <a:gd name="connsiteY0" fmla="*/ 3845169 h 3845169"/>
              <a:gd name="connsiteX1" fmla="*/ 5087815 w 5087815"/>
              <a:gd name="connsiteY1" fmla="*/ 0 h 3845169"/>
              <a:gd name="connsiteX0" fmla="*/ 0 w 5048059"/>
              <a:gd name="connsiteY0" fmla="*/ 3954500 h 3954500"/>
              <a:gd name="connsiteX1" fmla="*/ 5048059 w 5048059"/>
              <a:gd name="connsiteY1" fmla="*/ 0 h 3954500"/>
              <a:gd name="connsiteX0" fmla="*/ 0 w 5048059"/>
              <a:gd name="connsiteY0" fmla="*/ 3954500 h 3954500"/>
              <a:gd name="connsiteX1" fmla="*/ 5048059 w 5048059"/>
              <a:gd name="connsiteY1" fmla="*/ 0 h 3954500"/>
              <a:gd name="connsiteX0" fmla="*/ 0 w 4988424"/>
              <a:gd name="connsiteY0" fmla="*/ 3835231 h 3835231"/>
              <a:gd name="connsiteX1" fmla="*/ 4988424 w 4988424"/>
              <a:gd name="connsiteY1" fmla="*/ 0 h 3835231"/>
              <a:gd name="connsiteX0" fmla="*/ 0 w 4988424"/>
              <a:gd name="connsiteY0" fmla="*/ 3835231 h 3835231"/>
              <a:gd name="connsiteX1" fmla="*/ 4988424 w 4988424"/>
              <a:gd name="connsiteY1" fmla="*/ 0 h 3835231"/>
              <a:gd name="connsiteX0" fmla="*/ 0 w 4988424"/>
              <a:gd name="connsiteY0" fmla="*/ 3835231 h 3835231"/>
              <a:gd name="connsiteX1" fmla="*/ 4988424 w 4988424"/>
              <a:gd name="connsiteY1" fmla="*/ 0 h 3835231"/>
              <a:gd name="connsiteX0" fmla="*/ 0 w 4988424"/>
              <a:gd name="connsiteY0" fmla="*/ 3825292 h 3825292"/>
              <a:gd name="connsiteX1" fmla="*/ 4988424 w 4988424"/>
              <a:gd name="connsiteY1" fmla="*/ 0 h 38252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988424" h="3825292">
                <a:moveTo>
                  <a:pt x="0" y="3825292"/>
                </a:moveTo>
                <a:cubicBezTo>
                  <a:pt x="1384087" y="1839675"/>
                  <a:pt x="2310976" y="251621"/>
                  <a:pt x="4988424" y="0"/>
                </a:cubicBezTo>
              </a:path>
            </a:pathLst>
          </a:custGeom>
          <a:noFill/>
          <a:ln w="19050"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sz="1092"/>
          </a:p>
        </p:txBody>
      </p:sp>
      <p:sp>
        <p:nvSpPr>
          <p:cNvPr id="2" name="Text Placeholder 20">
            <a:extLst>
              <a:ext uri="{FF2B5EF4-FFF2-40B4-BE49-F238E27FC236}">
                <a16:creationId xmlns:a16="http://schemas.microsoft.com/office/drawing/2014/main" id="{24980C9D-4D41-B17A-8A67-22E43D7DF676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8575831" y="6296541"/>
            <a:ext cx="3186900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868" algn="r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Data</a:t>
            </a:r>
          </a:p>
        </p:txBody>
      </p:sp>
      <p:sp>
        <p:nvSpPr>
          <p:cNvPr id="4" name="Text Placeholder 41">
            <a:extLst>
              <a:ext uri="{FF2B5EF4-FFF2-40B4-BE49-F238E27FC236}">
                <a16:creationId xmlns:a16="http://schemas.microsoft.com/office/drawing/2014/main" id="{04999D09-56F6-319B-CE2A-FDBF50EE0743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8575831" y="6089649"/>
            <a:ext cx="3186900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r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93288743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257">
          <p15:clr>
            <a:srgbClr val="FBAE40"/>
          </p15:clr>
        </p15:guide>
        <p15:guide id="2" pos="7423">
          <p15:clr>
            <a:srgbClr val="FBAE40"/>
          </p15:clr>
        </p15:guide>
        <p15:guide id="3" orient="horz" pos="4088">
          <p15:clr>
            <a:srgbClr val="FBAE40"/>
          </p15:clr>
        </p15:guide>
        <p15:guide id="4" orient="horz" pos="3725">
          <p15:clr>
            <a:srgbClr val="FBAE40"/>
          </p15:clr>
        </p15:guide>
        <p15:guide id="5" orient="horz" pos="255">
          <p15:clr>
            <a:srgbClr val="FBAE40"/>
          </p15:clr>
        </p15:guide>
      </p15:sldGuideLst>
    </p:ext>
  </p:extLst>
</p:sldLayout>
</file>

<file path=ppt/slideLayouts/slideLayout1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Capa 01 - Imagem">
    <p:bg>
      <p:bgPr>
        <a:gradFill>
          <a:gsLst>
            <a:gs pos="0">
              <a:schemeClr val="tx1">
                <a:lumMod val="95000"/>
                <a:lumOff val="5000"/>
              </a:schemeClr>
            </a:gs>
            <a:gs pos="100000">
              <a:schemeClr val="tx1">
                <a:lumMod val="85000"/>
                <a:lumOff val="15000"/>
              </a:schemeClr>
            </a:gs>
            <a:gs pos="49000">
              <a:schemeClr val="tx1">
                <a:lumMod val="95000"/>
                <a:lumOff val="5000"/>
              </a:schemeClr>
            </a:gs>
          </a:gsLst>
          <a:lin ang="4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>
            <a:extLst>
              <a:ext uri="{FF2B5EF4-FFF2-40B4-BE49-F238E27FC236}">
                <a16:creationId xmlns:a16="http://schemas.microsoft.com/office/drawing/2014/main" id="{6CE25AA9-5507-D7AE-7A0F-6F730AB9E7E0}"/>
              </a:ext>
            </a:extLst>
          </p:cNvPr>
          <p:cNvSpPr>
            <a:spLocks noGrp="1"/>
          </p:cNvSpPr>
          <p:nvPr>
            <p:ph type="pic" sz="quarter" idx="25"/>
          </p:nvPr>
        </p:nvSpPr>
        <p:spPr>
          <a:xfrm>
            <a:off x="0" y="0"/>
            <a:ext cx="12192000" cy="6858000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accent2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pt-BR"/>
          </a:p>
        </p:txBody>
      </p:sp>
      <p:sp>
        <p:nvSpPr>
          <p:cNvPr id="13" name="Text Placeholder 3">
            <a:extLst>
              <a:ext uri="{FF2B5EF4-FFF2-40B4-BE49-F238E27FC236}">
                <a16:creationId xmlns:a16="http://schemas.microsoft.com/office/drawing/2014/main" id="{AAA4D9F5-240A-9CC5-1EF0-9AAA83CC6908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07989" y="1428927"/>
            <a:ext cx="5331075" cy="2783977"/>
          </a:xfrm>
          <a:prstGeom prst="rect">
            <a:avLst/>
          </a:prstGeom>
        </p:spPr>
        <p:txBody>
          <a:bodyPr lIns="0" tIns="0" rIns="0" bIns="0" anchor="b" anchorCtr="0"/>
          <a:lstStyle>
            <a:lvl1pPr marL="0" indent="0">
              <a:buNone/>
              <a:defRPr sz="3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</a:lstStyle>
          <a:p>
            <a:pPr lvl="0"/>
            <a:r>
              <a:rPr lang="en-US" err="1"/>
              <a:t>Título</a:t>
            </a:r>
            <a:r>
              <a:rPr lang="en-US"/>
              <a:t> Template</a:t>
            </a:r>
          </a:p>
          <a:p>
            <a:pPr lvl="0"/>
            <a:r>
              <a:rPr lang="en-US" err="1"/>
              <a:t>Padrão</a:t>
            </a:r>
            <a:r>
              <a:rPr lang="en-US"/>
              <a:t> </a:t>
            </a:r>
            <a:r>
              <a:rPr lang="en-US" err="1"/>
              <a:t>Exemplo</a:t>
            </a:r>
            <a:endParaRPr lang="en-US"/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73AE31B1-0E8A-430C-61E0-A4A65D4D936A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07989" y="4213226"/>
            <a:ext cx="5331075" cy="997297"/>
          </a:xfrm>
          <a:prstGeom prst="rect">
            <a:avLst/>
          </a:prstGeom>
        </p:spPr>
        <p:txBody>
          <a:bodyPr lIns="0" tIns="0" rIns="0" bIns="0"/>
          <a:lstStyle>
            <a:lvl1pPr>
              <a:defRPr lang="en-US" sz="2000" b="1" i="0" u="none" strike="noStrike" kern="1200" cap="none" dirty="0" smtClean="0">
                <a:solidFill>
                  <a:schemeClr val="bg1"/>
                </a:solidFill>
                <a:latin typeface="Versos"/>
                <a:ea typeface="+mj-ea"/>
                <a:cs typeface="+mj-cs"/>
                <a:sym typeface="Arial"/>
              </a:defRPr>
            </a:lvl1pPr>
            <a:lvl2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2pPr>
            <a:lvl3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3pPr>
            <a:lvl4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4pPr>
            <a:lvl5pPr>
              <a:defRPr lang="pt-BR" sz="2000" b="1" i="0" u="none" strike="noStrike" kern="1200" cap="none" dirty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pt-BR" sz="2000" b="1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</a:rPr>
              <a:t>FIC FIM EXEMPLO</a:t>
            </a:r>
            <a:endParaRPr lang="pt-BR"/>
          </a:p>
        </p:txBody>
      </p:sp>
      <p:sp>
        <p:nvSpPr>
          <p:cNvPr id="30" name="Text Placeholder 20">
            <a:extLst>
              <a:ext uri="{FF2B5EF4-FFF2-40B4-BE49-F238E27FC236}">
                <a16:creationId xmlns:a16="http://schemas.microsoft.com/office/drawing/2014/main" id="{934DB4E9-86EE-19B2-F28E-B6B39FA4B1F5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07989" y="6296541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868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32" name="Text Placeholder 20">
            <a:extLst>
              <a:ext uri="{FF2B5EF4-FFF2-40B4-BE49-F238E27FC236}">
                <a16:creationId xmlns:a16="http://schemas.microsoft.com/office/drawing/2014/main" id="{850383A8-9127-B34A-E6D1-F69E05D79895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2078072" y="6296541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868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34" name="Text Placeholder 20">
            <a:extLst>
              <a:ext uri="{FF2B5EF4-FFF2-40B4-BE49-F238E27FC236}">
                <a16:creationId xmlns:a16="http://schemas.microsoft.com/office/drawing/2014/main" id="{85F8F009-E0C0-389F-A62C-DC5687737A09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3747997" y="6296541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868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42" name="Text Placeholder 41">
            <a:extLst>
              <a:ext uri="{FF2B5EF4-FFF2-40B4-BE49-F238E27FC236}">
                <a16:creationId xmlns:a16="http://schemas.microsoft.com/office/drawing/2014/main" id="{140D0127-258A-5E7A-3C7D-AF1C84BD6CAD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407989" y="6089649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43" name="Text Placeholder 41">
            <a:extLst>
              <a:ext uri="{FF2B5EF4-FFF2-40B4-BE49-F238E27FC236}">
                <a16:creationId xmlns:a16="http://schemas.microsoft.com/office/drawing/2014/main" id="{A32E9CBC-834D-C50D-C2C9-565EFA05B776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078071" y="6089649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44" name="Text Placeholder 41">
            <a:extLst>
              <a:ext uri="{FF2B5EF4-FFF2-40B4-BE49-F238E27FC236}">
                <a16:creationId xmlns:a16="http://schemas.microsoft.com/office/drawing/2014/main" id="{1D22D663-9C6A-0A9C-E296-B8F5A8C94503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3747996" y="6089649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12" name="Text Placeholder 17">
            <a:extLst>
              <a:ext uri="{FF2B5EF4-FFF2-40B4-BE49-F238E27FC236}">
                <a16:creationId xmlns:a16="http://schemas.microsoft.com/office/drawing/2014/main" id="{41C09ACC-02F6-3AD2-5D5C-3A3C21574A45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07988" y="5776796"/>
            <a:ext cx="6115360" cy="200722"/>
          </a:xfrm>
          <a:prstGeom prst="rect">
            <a:avLst/>
          </a:prstGeom>
        </p:spPr>
        <p:txBody>
          <a:bodyPr lIns="0" tIns="0" rIns="0" bIns="0"/>
          <a:lstStyle>
            <a:lvl1pPr marL="0" marR="1868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Área de atuação</a:t>
            </a:r>
          </a:p>
        </p:txBody>
      </p:sp>
      <p:sp>
        <p:nvSpPr>
          <p:cNvPr id="2" name="Text Placeholder 20">
            <a:extLst>
              <a:ext uri="{FF2B5EF4-FFF2-40B4-BE49-F238E27FC236}">
                <a16:creationId xmlns:a16="http://schemas.microsoft.com/office/drawing/2014/main" id="{9B04EE8F-3EE7-08DA-E9BC-E70CF14BFD56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8575831" y="6296541"/>
            <a:ext cx="3186900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868" algn="r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Data</a:t>
            </a:r>
          </a:p>
        </p:txBody>
      </p:sp>
      <p:sp>
        <p:nvSpPr>
          <p:cNvPr id="3" name="Text Placeholder 41">
            <a:extLst>
              <a:ext uri="{FF2B5EF4-FFF2-40B4-BE49-F238E27FC236}">
                <a16:creationId xmlns:a16="http://schemas.microsoft.com/office/drawing/2014/main" id="{05FE4C0A-8DA4-2E19-B615-8025ECABD753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8575831" y="6089649"/>
            <a:ext cx="3186900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r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179477802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257">
          <p15:clr>
            <a:srgbClr val="FBAE40"/>
          </p15:clr>
        </p15:guide>
        <p15:guide id="2" pos="7423">
          <p15:clr>
            <a:srgbClr val="FBAE40"/>
          </p15:clr>
        </p15:guide>
        <p15:guide id="3" orient="horz" pos="4088">
          <p15:clr>
            <a:srgbClr val="FBAE40"/>
          </p15:clr>
        </p15:guide>
        <p15:guide id="4" orient="horz" pos="3725">
          <p15:clr>
            <a:srgbClr val="FBAE40"/>
          </p15:clr>
        </p15:guide>
        <p15:guide id="5" orient="horz" pos="255">
          <p15:clr>
            <a:srgbClr val="FBAE40"/>
          </p15:clr>
        </p15:guide>
      </p15:sldGuideLst>
    </p:ext>
  </p:extLst>
</p:sldLayout>
</file>

<file path=ppt/slideLayouts/slideLayout1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Capa 03 - Offwhite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8">
            <a:extLst>
              <a:ext uri="{FF2B5EF4-FFF2-40B4-BE49-F238E27FC236}">
                <a16:creationId xmlns:a16="http://schemas.microsoft.com/office/drawing/2014/main" id="{2DEBEA0F-4E1B-9808-C99B-E41F9970CFF7}"/>
              </a:ext>
            </a:extLst>
          </p:cNvPr>
          <p:cNvPicPr>
            <a:picLocks noChangeAspect="1"/>
          </p:cNvPicPr>
          <p:nvPr/>
        </p:nvPicPr>
        <p:blipFill rotWithShape="1">
          <a:blip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 l="-8117" t="-23966" r="-8117" b="-23966"/>
          <a:stretch/>
        </p:blipFill>
        <p:spPr>
          <a:xfrm>
            <a:off x="738641" y="838926"/>
            <a:ext cx="1715687" cy="742966"/>
          </a:xfrm>
          <a:prstGeom prst="rect">
            <a:avLst/>
          </a:prstGeom>
        </p:spPr>
      </p:pic>
      <p:grpSp>
        <p:nvGrpSpPr>
          <p:cNvPr id="9" name="Group 8">
            <a:extLst>
              <a:ext uri="{FF2B5EF4-FFF2-40B4-BE49-F238E27FC236}">
                <a16:creationId xmlns:a16="http://schemas.microsoft.com/office/drawing/2014/main" id="{ECB6E0B1-6C5C-8EAA-A4FE-6874C89277DD}"/>
              </a:ext>
            </a:extLst>
          </p:cNvPr>
          <p:cNvGrpSpPr/>
          <p:nvPr/>
        </p:nvGrpSpPr>
        <p:grpSpPr>
          <a:xfrm flipH="1" flipV="1">
            <a:off x="-2245849" y="188827"/>
            <a:ext cx="16683698" cy="8435291"/>
            <a:chOff x="-4315054" y="3467120"/>
            <a:chExt cx="10395022" cy="5255732"/>
          </a:xfrm>
          <a:noFill/>
        </p:grpSpPr>
        <p:sp>
          <p:nvSpPr>
            <p:cNvPr id="10" name="Google Shape;164;p7">
              <a:extLst>
                <a:ext uri="{FF2B5EF4-FFF2-40B4-BE49-F238E27FC236}">
                  <a16:creationId xmlns:a16="http://schemas.microsoft.com/office/drawing/2014/main" id="{709557B1-E813-ED30-6E19-09CE53F83F05}"/>
                </a:ext>
              </a:extLst>
            </p:cNvPr>
            <p:cNvSpPr>
              <a:spLocks/>
            </p:cNvSpPr>
            <p:nvPr/>
          </p:nvSpPr>
          <p:spPr>
            <a:xfrm>
              <a:off x="-4315054" y="3579352"/>
              <a:ext cx="8001000" cy="5143500"/>
            </a:xfrm>
            <a:custGeom>
              <a:avLst/>
              <a:gdLst/>
              <a:ahLst/>
              <a:cxnLst/>
              <a:rect l="l" t="t" r="r" b="b"/>
              <a:pathLst>
                <a:path w="10668000" h="6858000" extrusionOk="0">
                  <a:moveTo>
                    <a:pt x="10668000" y="3048000"/>
                  </a:moveTo>
                  <a:lnTo>
                    <a:pt x="7620000" y="0"/>
                  </a:lnTo>
                  <a:lnTo>
                    <a:pt x="0" y="0"/>
                  </a:lnTo>
                  <a:lnTo>
                    <a:pt x="0" y="6858000"/>
                  </a:lnTo>
                  <a:lnTo>
                    <a:pt x="5275072" y="6858000"/>
                  </a:lnTo>
                  <a:cubicBezTo>
                    <a:pt x="6288596" y="6858000"/>
                    <a:pt x="7260590" y="6455410"/>
                    <a:pt x="7977251" y="5738686"/>
                  </a:cubicBezTo>
                  <a:lnTo>
                    <a:pt x="10667936" y="3048000"/>
                  </a:lnTo>
                  <a:close/>
                </a:path>
              </a:pathLst>
            </a:custGeom>
            <a:grpFill/>
            <a:ln w="19050">
              <a:solidFill>
                <a:schemeClr val="tx2"/>
              </a:solidFill>
            </a:ln>
          </p:spPr>
          <p:txBody>
            <a:bodyPr spcFirstLastPara="1" wrap="square" lIns="68569" tIns="34275" rIns="68569" bIns="34275" anchor="ctr" anchorCtr="0">
              <a:noAutofit/>
            </a:bodyPr>
            <a:lstStyle/>
            <a:p>
              <a:pPr marL="0" marR="0" lvl="0" indent="0" algn="l" defTabSz="68576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35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" name="Google Shape;163;p7">
              <a:extLst>
                <a:ext uri="{FF2B5EF4-FFF2-40B4-BE49-F238E27FC236}">
                  <a16:creationId xmlns:a16="http://schemas.microsoft.com/office/drawing/2014/main" id="{163B179E-000D-0A93-A099-1F2DD3405A63}"/>
                </a:ext>
              </a:extLst>
            </p:cNvPr>
            <p:cNvSpPr>
              <a:spLocks/>
            </p:cNvSpPr>
            <p:nvPr/>
          </p:nvSpPr>
          <p:spPr>
            <a:xfrm>
              <a:off x="3685946" y="3467120"/>
              <a:ext cx="2394022" cy="4788044"/>
            </a:xfrm>
            <a:custGeom>
              <a:avLst/>
              <a:gdLst/>
              <a:ahLst/>
              <a:cxnLst/>
              <a:rect l="l" t="t" r="r" b="b"/>
              <a:pathLst>
                <a:path w="1524000" h="3048000" extrusionOk="0">
                  <a:moveTo>
                    <a:pt x="1524000" y="0"/>
                  </a:moveTo>
                  <a:lnTo>
                    <a:pt x="0" y="1524000"/>
                  </a:lnTo>
                  <a:lnTo>
                    <a:pt x="1524000" y="3048000"/>
                  </a:lnTo>
                  <a:lnTo>
                    <a:pt x="1524000" y="0"/>
                  </a:lnTo>
                  <a:close/>
                </a:path>
              </a:pathLst>
            </a:custGeom>
            <a:grpFill/>
            <a:ln w="19050">
              <a:solidFill>
                <a:schemeClr val="tx2"/>
              </a:solidFill>
            </a:ln>
          </p:spPr>
          <p:txBody>
            <a:bodyPr spcFirstLastPara="1" wrap="square" lIns="68569" tIns="34275" rIns="68569" bIns="34275" anchor="ctr" anchorCtr="0">
              <a:noAutofit/>
            </a:bodyPr>
            <a:lstStyle/>
            <a:p>
              <a:pPr marL="0" marR="0" lvl="0" indent="0" algn="l" defTabSz="68576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35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sos" panose="020B0503020204030204" pitchFamily="34" charset="0"/>
                <a:cs typeface="Arial"/>
                <a:sym typeface="Arial"/>
              </a:endParaRPr>
            </a:p>
          </p:txBody>
        </p:sp>
      </p:grpSp>
      <p:sp>
        <p:nvSpPr>
          <p:cNvPr id="15" name="Text Placeholder 3">
            <a:extLst>
              <a:ext uri="{FF2B5EF4-FFF2-40B4-BE49-F238E27FC236}">
                <a16:creationId xmlns:a16="http://schemas.microsoft.com/office/drawing/2014/main" id="{EF6397ED-D608-A754-01E3-E54481735F28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025927" y="2279951"/>
            <a:ext cx="4167530" cy="2783977"/>
          </a:xfrm>
          <a:prstGeom prst="rect">
            <a:avLst/>
          </a:prstGeom>
        </p:spPr>
        <p:txBody>
          <a:bodyPr lIns="0" tIns="0" rIns="0" bIns="0" anchor="b" anchorCtr="0"/>
          <a:lstStyle>
            <a:lvl1pPr marL="0" indent="0">
              <a:buNone/>
              <a:defRPr sz="3400">
                <a:solidFill>
                  <a:schemeClr val="tx1">
                    <a:lumMod val="85000"/>
                    <a:lumOff val="15000"/>
                  </a:schemeClr>
                </a:solidFill>
                <a:latin typeface="Versos Light" panose="020B0403020204030204" pitchFamily="34" charset="0"/>
              </a:defRPr>
            </a:lvl1pPr>
          </a:lstStyle>
          <a:p>
            <a:pPr lvl="0"/>
            <a:r>
              <a:rPr lang="en-US" err="1"/>
              <a:t>Título</a:t>
            </a:r>
            <a:r>
              <a:rPr lang="en-US"/>
              <a:t> Template</a:t>
            </a:r>
          </a:p>
          <a:p>
            <a:pPr lvl="0"/>
            <a:r>
              <a:rPr lang="en-US" err="1"/>
              <a:t>Padrão</a:t>
            </a:r>
            <a:r>
              <a:rPr lang="en-US"/>
              <a:t> </a:t>
            </a:r>
            <a:r>
              <a:rPr lang="en-US" err="1"/>
              <a:t>Exemplo</a:t>
            </a:r>
            <a:endParaRPr lang="en-US"/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3544F462-C3D0-3A99-CE21-80388166CF9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3025927" y="5064251"/>
            <a:ext cx="4167530" cy="997297"/>
          </a:xfrm>
          <a:prstGeom prst="rect">
            <a:avLst/>
          </a:prstGeom>
        </p:spPr>
        <p:txBody>
          <a:bodyPr lIns="0" tIns="0" rIns="0" bIns="0"/>
          <a:lstStyle>
            <a:lvl1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1pPr>
            <a:lvl2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2pPr>
            <a:lvl3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3pPr>
            <a:lvl4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4pPr>
            <a:lvl5pPr>
              <a:defRPr lang="pt-BR" sz="2000" b="1" i="0" u="none" strike="noStrike" kern="1200" cap="none" dirty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pt-BR" sz="2000" b="1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</a:rPr>
              <a:t>FIC FIM EXEMPLO</a:t>
            </a:r>
            <a:endParaRPr lang="pt-BR"/>
          </a:p>
        </p:txBody>
      </p:sp>
      <p:sp>
        <p:nvSpPr>
          <p:cNvPr id="17" name="Text Placeholder 20">
            <a:extLst>
              <a:ext uri="{FF2B5EF4-FFF2-40B4-BE49-F238E27FC236}">
                <a16:creationId xmlns:a16="http://schemas.microsoft.com/office/drawing/2014/main" id="{BA5F3DEE-BFFD-4F51-8E6D-21F8F53938D2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778242" y="3832328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868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18" name="Text Placeholder 20">
            <a:extLst>
              <a:ext uri="{FF2B5EF4-FFF2-40B4-BE49-F238E27FC236}">
                <a16:creationId xmlns:a16="http://schemas.microsoft.com/office/drawing/2014/main" id="{72C5B231-DCCE-4C1F-607F-C0BF7E80DE1F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8778243" y="4336763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868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19" name="Text Placeholder 20">
            <a:extLst>
              <a:ext uri="{FF2B5EF4-FFF2-40B4-BE49-F238E27FC236}">
                <a16:creationId xmlns:a16="http://schemas.microsoft.com/office/drawing/2014/main" id="{0CE07D1D-E8D1-4A91-522C-CF94F53AF328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8778243" y="4836532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868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20" name="Text Placeholder 41">
            <a:extLst>
              <a:ext uri="{FF2B5EF4-FFF2-40B4-BE49-F238E27FC236}">
                <a16:creationId xmlns:a16="http://schemas.microsoft.com/office/drawing/2014/main" id="{E6FF7A22-891A-F86E-5FD7-CCADE47C44BC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8778242" y="3625436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1" name="Text Placeholder 41">
            <a:extLst>
              <a:ext uri="{FF2B5EF4-FFF2-40B4-BE49-F238E27FC236}">
                <a16:creationId xmlns:a16="http://schemas.microsoft.com/office/drawing/2014/main" id="{5739434A-89B9-197A-C954-C8C8400EA07B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8778242" y="4129871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2" name="Text Placeholder 41">
            <a:extLst>
              <a:ext uri="{FF2B5EF4-FFF2-40B4-BE49-F238E27FC236}">
                <a16:creationId xmlns:a16="http://schemas.microsoft.com/office/drawing/2014/main" id="{E86E28AF-5895-145B-3E48-B69C6E087D79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8778242" y="4629640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3" name="Text Placeholder 17">
            <a:extLst>
              <a:ext uri="{FF2B5EF4-FFF2-40B4-BE49-F238E27FC236}">
                <a16:creationId xmlns:a16="http://schemas.microsoft.com/office/drawing/2014/main" id="{AEF0A33D-9CDC-CEEC-25F1-D50C4A0AE0FB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78241" y="3328640"/>
            <a:ext cx="1773356" cy="200722"/>
          </a:xfrm>
          <a:prstGeom prst="rect">
            <a:avLst/>
          </a:prstGeom>
        </p:spPr>
        <p:txBody>
          <a:bodyPr lIns="0" tIns="0" rIns="0" bIns="0"/>
          <a:lstStyle>
            <a:lvl1pPr marL="0" marR="1868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Área de atuação</a:t>
            </a:r>
          </a:p>
        </p:txBody>
      </p:sp>
      <p:sp>
        <p:nvSpPr>
          <p:cNvPr id="3" name="Text Placeholder 20">
            <a:extLst>
              <a:ext uri="{FF2B5EF4-FFF2-40B4-BE49-F238E27FC236}">
                <a16:creationId xmlns:a16="http://schemas.microsoft.com/office/drawing/2014/main" id="{1916A49C-2CB2-080D-9837-92DC89445CE7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8778242" y="5882922"/>
            <a:ext cx="3186900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L="0" marR="3081" lvl="0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Data</a:t>
            </a:r>
          </a:p>
        </p:txBody>
      </p:sp>
      <p:sp>
        <p:nvSpPr>
          <p:cNvPr id="4" name="Text Placeholder 41">
            <a:extLst>
              <a:ext uri="{FF2B5EF4-FFF2-40B4-BE49-F238E27FC236}">
                <a16:creationId xmlns:a16="http://schemas.microsoft.com/office/drawing/2014/main" id="{DE651AEE-6CAB-58D3-A876-CD9B9FA39B76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8778241" y="5676030"/>
            <a:ext cx="3186900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L="0" marR="3081" lvl="0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</a:pPr>
            <a:r>
              <a:rPr lang="en-US"/>
              <a:t>Nome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138871534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1005">
          <p15:clr>
            <a:srgbClr val="FBAE40"/>
          </p15:clr>
        </p15:guide>
        <p15:guide id="2" pos="529">
          <p15:clr>
            <a:srgbClr val="FBAE40"/>
          </p15:clr>
        </p15:guide>
        <p15:guide id="3" pos="6652">
          <p15:clr>
            <a:srgbClr val="FBAE40"/>
          </p15:clr>
        </p15:guide>
        <p15:guide id="4" orient="horz" pos="2183">
          <p15:clr>
            <a:srgbClr val="FBAE40"/>
          </p15:clr>
        </p15:guide>
        <p15:guide id="5" orient="horz" pos="3135">
          <p15:clr>
            <a:srgbClr val="FBAE40"/>
          </p15:clr>
        </p15:guide>
        <p15:guide id="6" pos="1481">
          <p15:clr>
            <a:srgbClr val="FBAE40"/>
          </p15:clr>
        </p15:guide>
      </p15:sldGuideLst>
    </p:ext>
  </p:extLst>
</p:sldLayout>
</file>

<file path=ppt/slideLayouts/slideLayout1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Capa 03 - Escura">
    <p:bg>
      <p:bgPr>
        <a:gradFill>
          <a:gsLst>
            <a:gs pos="0">
              <a:schemeClr val="tx1">
                <a:lumMod val="95000"/>
                <a:lumOff val="5000"/>
              </a:schemeClr>
            </a:gs>
            <a:gs pos="100000">
              <a:schemeClr val="tx1">
                <a:lumMod val="85000"/>
                <a:lumOff val="15000"/>
              </a:schemeClr>
            </a:gs>
            <a:gs pos="49000">
              <a:schemeClr val="tx1">
                <a:lumMod val="95000"/>
                <a:lumOff val="5000"/>
              </a:schemeClr>
            </a:gs>
          </a:gsLst>
          <a:lin ang="4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8">
            <a:extLst>
              <a:ext uri="{FF2B5EF4-FFF2-40B4-BE49-F238E27FC236}">
                <a16:creationId xmlns:a16="http://schemas.microsoft.com/office/drawing/2014/main" id="{2DEBEA0F-4E1B-9808-C99B-E41F9970CFF7}"/>
              </a:ext>
            </a:extLst>
          </p:cNvPr>
          <p:cNvPicPr>
            <a:picLocks noChangeAspect="1"/>
          </p:cNvPicPr>
          <p:nvPr/>
        </p:nvPicPr>
        <p:blipFill rotWithShape="1">
          <a:blip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 l="-8117" t="-23966" r="-8117" b="-23966"/>
          <a:stretch/>
        </p:blipFill>
        <p:spPr>
          <a:xfrm>
            <a:off x="738641" y="838926"/>
            <a:ext cx="1715687" cy="742966"/>
          </a:xfrm>
          <a:prstGeom prst="rect">
            <a:avLst/>
          </a:prstGeom>
        </p:spPr>
      </p:pic>
      <p:grpSp>
        <p:nvGrpSpPr>
          <p:cNvPr id="9" name="Group 8">
            <a:extLst>
              <a:ext uri="{FF2B5EF4-FFF2-40B4-BE49-F238E27FC236}">
                <a16:creationId xmlns:a16="http://schemas.microsoft.com/office/drawing/2014/main" id="{ECB6E0B1-6C5C-8EAA-A4FE-6874C89277DD}"/>
              </a:ext>
            </a:extLst>
          </p:cNvPr>
          <p:cNvGrpSpPr/>
          <p:nvPr/>
        </p:nvGrpSpPr>
        <p:grpSpPr>
          <a:xfrm flipH="1" flipV="1">
            <a:off x="-2245849" y="188827"/>
            <a:ext cx="16683698" cy="8435291"/>
            <a:chOff x="-4315054" y="3467120"/>
            <a:chExt cx="10395022" cy="5255732"/>
          </a:xfrm>
          <a:noFill/>
        </p:grpSpPr>
        <p:sp>
          <p:nvSpPr>
            <p:cNvPr id="10" name="Google Shape;164;p7">
              <a:extLst>
                <a:ext uri="{FF2B5EF4-FFF2-40B4-BE49-F238E27FC236}">
                  <a16:creationId xmlns:a16="http://schemas.microsoft.com/office/drawing/2014/main" id="{709557B1-E813-ED30-6E19-09CE53F83F05}"/>
                </a:ext>
              </a:extLst>
            </p:cNvPr>
            <p:cNvSpPr>
              <a:spLocks/>
            </p:cNvSpPr>
            <p:nvPr/>
          </p:nvSpPr>
          <p:spPr>
            <a:xfrm>
              <a:off x="-4315054" y="3579352"/>
              <a:ext cx="8001000" cy="5143500"/>
            </a:xfrm>
            <a:custGeom>
              <a:avLst/>
              <a:gdLst/>
              <a:ahLst/>
              <a:cxnLst/>
              <a:rect l="l" t="t" r="r" b="b"/>
              <a:pathLst>
                <a:path w="10668000" h="6858000" extrusionOk="0">
                  <a:moveTo>
                    <a:pt x="10668000" y="3048000"/>
                  </a:moveTo>
                  <a:lnTo>
                    <a:pt x="7620000" y="0"/>
                  </a:lnTo>
                  <a:lnTo>
                    <a:pt x="0" y="0"/>
                  </a:lnTo>
                  <a:lnTo>
                    <a:pt x="0" y="6858000"/>
                  </a:lnTo>
                  <a:lnTo>
                    <a:pt x="5275072" y="6858000"/>
                  </a:lnTo>
                  <a:cubicBezTo>
                    <a:pt x="6288596" y="6858000"/>
                    <a:pt x="7260590" y="6455410"/>
                    <a:pt x="7977251" y="5738686"/>
                  </a:cubicBezTo>
                  <a:lnTo>
                    <a:pt x="10667936" y="3048000"/>
                  </a:lnTo>
                  <a:close/>
                </a:path>
              </a:pathLst>
            </a:custGeom>
            <a:grpFill/>
            <a:ln w="19050">
              <a:solidFill>
                <a:schemeClr val="accent2"/>
              </a:solidFill>
            </a:ln>
          </p:spPr>
          <p:txBody>
            <a:bodyPr spcFirstLastPara="1" wrap="square" lIns="68569" tIns="34275" rIns="68569" bIns="34275" anchor="ctr" anchorCtr="0">
              <a:noAutofit/>
            </a:bodyPr>
            <a:lstStyle/>
            <a:p>
              <a:pPr marL="0" marR="0" lvl="0" indent="0" algn="l" defTabSz="68576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35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" name="Google Shape;163;p7">
              <a:extLst>
                <a:ext uri="{FF2B5EF4-FFF2-40B4-BE49-F238E27FC236}">
                  <a16:creationId xmlns:a16="http://schemas.microsoft.com/office/drawing/2014/main" id="{163B179E-000D-0A93-A099-1F2DD3405A63}"/>
                </a:ext>
              </a:extLst>
            </p:cNvPr>
            <p:cNvSpPr>
              <a:spLocks/>
            </p:cNvSpPr>
            <p:nvPr/>
          </p:nvSpPr>
          <p:spPr>
            <a:xfrm>
              <a:off x="3685946" y="3467120"/>
              <a:ext cx="2394022" cy="4788044"/>
            </a:xfrm>
            <a:custGeom>
              <a:avLst/>
              <a:gdLst/>
              <a:ahLst/>
              <a:cxnLst/>
              <a:rect l="l" t="t" r="r" b="b"/>
              <a:pathLst>
                <a:path w="1524000" h="3048000" extrusionOk="0">
                  <a:moveTo>
                    <a:pt x="1524000" y="0"/>
                  </a:moveTo>
                  <a:lnTo>
                    <a:pt x="0" y="1524000"/>
                  </a:lnTo>
                  <a:lnTo>
                    <a:pt x="1524000" y="3048000"/>
                  </a:lnTo>
                  <a:lnTo>
                    <a:pt x="1524000" y="0"/>
                  </a:lnTo>
                  <a:close/>
                </a:path>
              </a:pathLst>
            </a:custGeom>
            <a:grpFill/>
            <a:ln w="19050">
              <a:solidFill>
                <a:schemeClr val="accent2"/>
              </a:solidFill>
            </a:ln>
          </p:spPr>
          <p:txBody>
            <a:bodyPr spcFirstLastPara="1" wrap="square" lIns="68569" tIns="34275" rIns="68569" bIns="34275" anchor="ctr" anchorCtr="0">
              <a:noAutofit/>
            </a:bodyPr>
            <a:lstStyle/>
            <a:p>
              <a:pPr marL="0" marR="0" lvl="0" indent="0" algn="l" defTabSz="68576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35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sos" panose="020B0503020204030204" pitchFamily="34" charset="0"/>
                <a:cs typeface="Arial"/>
                <a:sym typeface="Arial"/>
              </a:endParaRPr>
            </a:p>
          </p:txBody>
        </p:sp>
      </p:grpSp>
      <p:sp>
        <p:nvSpPr>
          <p:cNvPr id="15" name="Text Placeholder 3">
            <a:extLst>
              <a:ext uri="{FF2B5EF4-FFF2-40B4-BE49-F238E27FC236}">
                <a16:creationId xmlns:a16="http://schemas.microsoft.com/office/drawing/2014/main" id="{EF6397ED-D608-A754-01E3-E54481735F28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025927" y="2279951"/>
            <a:ext cx="4167530" cy="2783977"/>
          </a:xfrm>
          <a:prstGeom prst="rect">
            <a:avLst/>
          </a:prstGeom>
        </p:spPr>
        <p:txBody>
          <a:bodyPr lIns="0" tIns="0" rIns="0" bIns="0" anchor="b" anchorCtr="0"/>
          <a:lstStyle>
            <a:lvl1pPr marL="0" indent="0">
              <a:buNone/>
              <a:defRPr sz="3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</a:lstStyle>
          <a:p>
            <a:pPr lvl="0"/>
            <a:r>
              <a:rPr lang="en-US" err="1"/>
              <a:t>Título</a:t>
            </a:r>
            <a:r>
              <a:rPr lang="en-US"/>
              <a:t> Template</a:t>
            </a:r>
          </a:p>
          <a:p>
            <a:pPr lvl="0"/>
            <a:r>
              <a:rPr lang="en-US" err="1"/>
              <a:t>Padrão</a:t>
            </a:r>
            <a:r>
              <a:rPr lang="en-US"/>
              <a:t> </a:t>
            </a:r>
            <a:r>
              <a:rPr lang="en-US" err="1"/>
              <a:t>Exemplo</a:t>
            </a:r>
            <a:endParaRPr lang="en-US"/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3544F462-C3D0-3A99-CE21-80388166CF9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3025927" y="5064251"/>
            <a:ext cx="4167530" cy="997297"/>
          </a:xfrm>
          <a:prstGeom prst="rect">
            <a:avLst/>
          </a:prstGeom>
        </p:spPr>
        <p:txBody>
          <a:bodyPr lIns="0" tIns="0" rIns="0" bIns="0"/>
          <a:lstStyle>
            <a:lvl1pPr>
              <a:defRPr lang="en-US" sz="2000" b="1" i="0" u="none" strike="noStrike" kern="1200" cap="none" dirty="0" smtClean="0">
                <a:solidFill>
                  <a:schemeClr val="bg1"/>
                </a:solidFill>
                <a:latin typeface="Versos"/>
                <a:ea typeface="+mj-ea"/>
                <a:cs typeface="+mj-cs"/>
                <a:sym typeface="Arial"/>
              </a:defRPr>
            </a:lvl1pPr>
            <a:lvl2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2pPr>
            <a:lvl3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3pPr>
            <a:lvl4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4pPr>
            <a:lvl5pPr>
              <a:defRPr lang="pt-BR" sz="2000" b="1" i="0" u="none" strike="noStrike" kern="1200" cap="none" dirty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pt-BR" sz="2000" b="1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</a:rPr>
              <a:t>FIC FIM EXEMPLO</a:t>
            </a:r>
            <a:endParaRPr lang="pt-BR"/>
          </a:p>
        </p:txBody>
      </p:sp>
      <p:sp>
        <p:nvSpPr>
          <p:cNvPr id="17" name="Text Placeholder 20">
            <a:extLst>
              <a:ext uri="{FF2B5EF4-FFF2-40B4-BE49-F238E27FC236}">
                <a16:creationId xmlns:a16="http://schemas.microsoft.com/office/drawing/2014/main" id="{BA5F3DEE-BFFD-4F51-8E6D-21F8F53938D2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778242" y="3832328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868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18" name="Text Placeholder 20">
            <a:extLst>
              <a:ext uri="{FF2B5EF4-FFF2-40B4-BE49-F238E27FC236}">
                <a16:creationId xmlns:a16="http://schemas.microsoft.com/office/drawing/2014/main" id="{72C5B231-DCCE-4C1F-607F-C0BF7E80DE1F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8778243" y="4336763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868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19" name="Text Placeholder 20">
            <a:extLst>
              <a:ext uri="{FF2B5EF4-FFF2-40B4-BE49-F238E27FC236}">
                <a16:creationId xmlns:a16="http://schemas.microsoft.com/office/drawing/2014/main" id="{0CE07D1D-E8D1-4A91-522C-CF94F53AF328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8778243" y="4836532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868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20" name="Text Placeholder 41">
            <a:extLst>
              <a:ext uri="{FF2B5EF4-FFF2-40B4-BE49-F238E27FC236}">
                <a16:creationId xmlns:a16="http://schemas.microsoft.com/office/drawing/2014/main" id="{E6FF7A22-891A-F86E-5FD7-CCADE47C44BC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8778242" y="3625436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1" name="Text Placeholder 41">
            <a:extLst>
              <a:ext uri="{FF2B5EF4-FFF2-40B4-BE49-F238E27FC236}">
                <a16:creationId xmlns:a16="http://schemas.microsoft.com/office/drawing/2014/main" id="{5739434A-89B9-197A-C954-C8C8400EA07B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8778242" y="4129871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2" name="Text Placeholder 41">
            <a:extLst>
              <a:ext uri="{FF2B5EF4-FFF2-40B4-BE49-F238E27FC236}">
                <a16:creationId xmlns:a16="http://schemas.microsoft.com/office/drawing/2014/main" id="{E86E28AF-5895-145B-3E48-B69C6E087D79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8778242" y="4629640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3" name="Text Placeholder 17">
            <a:extLst>
              <a:ext uri="{FF2B5EF4-FFF2-40B4-BE49-F238E27FC236}">
                <a16:creationId xmlns:a16="http://schemas.microsoft.com/office/drawing/2014/main" id="{AEF0A33D-9CDC-CEEC-25F1-D50C4A0AE0FB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78241" y="3328640"/>
            <a:ext cx="1773356" cy="200722"/>
          </a:xfrm>
          <a:prstGeom prst="rect">
            <a:avLst/>
          </a:prstGeom>
        </p:spPr>
        <p:txBody>
          <a:bodyPr lIns="0" tIns="0" rIns="0" bIns="0"/>
          <a:lstStyle>
            <a:lvl1pPr marL="0" marR="1868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accent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Área de atuação</a:t>
            </a:r>
          </a:p>
        </p:txBody>
      </p:sp>
      <p:sp>
        <p:nvSpPr>
          <p:cNvPr id="3" name="Text Placeholder 20">
            <a:extLst>
              <a:ext uri="{FF2B5EF4-FFF2-40B4-BE49-F238E27FC236}">
                <a16:creationId xmlns:a16="http://schemas.microsoft.com/office/drawing/2014/main" id="{E42D91A7-19D0-58B4-A17F-19122F5E463D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8778242" y="5882922"/>
            <a:ext cx="3186900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868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Data</a:t>
            </a:r>
          </a:p>
        </p:txBody>
      </p:sp>
      <p:sp>
        <p:nvSpPr>
          <p:cNvPr id="4" name="Text Placeholder 41">
            <a:extLst>
              <a:ext uri="{FF2B5EF4-FFF2-40B4-BE49-F238E27FC236}">
                <a16:creationId xmlns:a16="http://schemas.microsoft.com/office/drawing/2014/main" id="{F4A2F437-B55F-6DD8-8289-FCD3631492C6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8778241" y="5676030"/>
            <a:ext cx="3186900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96107925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1005">
          <p15:clr>
            <a:srgbClr val="FBAE40"/>
          </p15:clr>
        </p15:guide>
        <p15:guide id="2" pos="529">
          <p15:clr>
            <a:srgbClr val="FBAE40"/>
          </p15:clr>
        </p15:guide>
        <p15:guide id="3" pos="1481">
          <p15:clr>
            <a:srgbClr val="FBAE40"/>
          </p15:clr>
        </p15:guide>
        <p15:guide id="4" orient="horz" pos="2183">
          <p15:clr>
            <a:srgbClr val="FBAE40"/>
          </p15:clr>
        </p15:guide>
        <p15:guide id="5" orient="horz" pos="3113">
          <p15:clr>
            <a:srgbClr val="FBAE40"/>
          </p15:clr>
        </p15:guide>
        <p15:guide id="6" pos="6652">
          <p15:clr>
            <a:srgbClr val="FBAE40"/>
          </p15:clr>
        </p15:guide>
      </p15:sldGuideLst>
    </p:ext>
  </p:extLst>
</p:sldLayout>
</file>

<file path=ppt/slideLayouts/slideLayout1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Capa 03 - Imagem">
    <p:bg>
      <p:bgPr>
        <a:gradFill>
          <a:gsLst>
            <a:gs pos="0">
              <a:schemeClr val="tx1">
                <a:lumMod val="95000"/>
                <a:lumOff val="5000"/>
              </a:schemeClr>
            </a:gs>
            <a:gs pos="100000">
              <a:schemeClr val="tx1">
                <a:lumMod val="85000"/>
                <a:lumOff val="15000"/>
              </a:schemeClr>
            </a:gs>
            <a:gs pos="49000">
              <a:schemeClr val="tx1">
                <a:lumMod val="95000"/>
                <a:lumOff val="5000"/>
              </a:schemeClr>
            </a:gs>
          </a:gsLst>
          <a:lin ang="4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>
            <a:extLst>
              <a:ext uri="{FF2B5EF4-FFF2-40B4-BE49-F238E27FC236}">
                <a16:creationId xmlns:a16="http://schemas.microsoft.com/office/drawing/2014/main" id="{471D9DDE-7386-ABE7-27BE-B636B984C935}"/>
              </a:ext>
            </a:extLst>
          </p:cNvPr>
          <p:cNvSpPr>
            <a:spLocks noGrp="1"/>
          </p:cNvSpPr>
          <p:nvPr>
            <p:ph type="pic" sz="quarter" idx="25"/>
          </p:nvPr>
        </p:nvSpPr>
        <p:spPr>
          <a:xfrm>
            <a:off x="0" y="0"/>
            <a:ext cx="12192000" cy="6858000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accent2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pt-BR"/>
          </a:p>
        </p:txBody>
      </p:sp>
      <p:sp>
        <p:nvSpPr>
          <p:cNvPr id="15" name="Text Placeholder 3">
            <a:extLst>
              <a:ext uri="{FF2B5EF4-FFF2-40B4-BE49-F238E27FC236}">
                <a16:creationId xmlns:a16="http://schemas.microsoft.com/office/drawing/2014/main" id="{EF6397ED-D608-A754-01E3-E54481735F28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025927" y="3805437"/>
            <a:ext cx="4167530" cy="1258492"/>
          </a:xfrm>
          <a:prstGeom prst="rect">
            <a:avLst/>
          </a:prstGeom>
        </p:spPr>
        <p:txBody>
          <a:bodyPr lIns="0" tIns="0" rIns="0" bIns="0" anchor="b" anchorCtr="0"/>
          <a:lstStyle>
            <a:lvl1pPr marL="0" indent="0">
              <a:buNone/>
              <a:defRPr sz="3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</a:lstStyle>
          <a:p>
            <a:pPr lvl="0"/>
            <a:r>
              <a:rPr lang="en-US" err="1"/>
              <a:t>Título</a:t>
            </a:r>
            <a:r>
              <a:rPr lang="en-US"/>
              <a:t> Template</a:t>
            </a:r>
          </a:p>
          <a:p>
            <a:pPr lvl="0"/>
            <a:r>
              <a:rPr lang="en-US" err="1"/>
              <a:t>Padrão</a:t>
            </a:r>
            <a:r>
              <a:rPr lang="en-US"/>
              <a:t> </a:t>
            </a:r>
            <a:r>
              <a:rPr lang="en-US" err="1"/>
              <a:t>Exemplo</a:t>
            </a:r>
            <a:endParaRPr lang="en-US"/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3544F462-C3D0-3A99-CE21-80388166CF9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3025927" y="5064251"/>
            <a:ext cx="4167530" cy="997297"/>
          </a:xfrm>
          <a:prstGeom prst="rect">
            <a:avLst/>
          </a:prstGeom>
        </p:spPr>
        <p:txBody>
          <a:bodyPr lIns="0" tIns="0" rIns="0" bIns="0"/>
          <a:lstStyle>
            <a:lvl1pPr>
              <a:defRPr lang="en-US" sz="2000" b="1" i="0" u="none" strike="noStrike" kern="1200" cap="none" dirty="0" smtClean="0">
                <a:solidFill>
                  <a:schemeClr val="bg1"/>
                </a:solidFill>
                <a:latin typeface="Versos"/>
                <a:ea typeface="+mj-ea"/>
                <a:cs typeface="+mj-cs"/>
                <a:sym typeface="Arial"/>
              </a:defRPr>
            </a:lvl1pPr>
            <a:lvl2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2pPr>
            <a:lvl3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3pPr>
            <a:lvl4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4pPr>
            <a:lvl5pPr>
              <a:defRPr lang="pt-BR" sz="2000" b="1" i="0" u="none" strike="noStrike" kern="1200" cap="none" dirty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pt-BR" sz="2000" b="1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</a:rPr>
              <a:t>FIC FIM EXEMPLO</a:t>
            </a:r>
            <a:endParaRPr lang="pt-BR"/>
          </a:p>
        </p:txBody>
      </p:sp>
      <p:sp>
        <p:nvSpPr>
          <p:cNvPr id="17" name="Text Placeholder 20">
            <a:extLst>
              <a:ext uri="{FF2B5EF4-FFF2-40B4-BE49-F238E27FC236}">
                <a16:creationId xmlns:a16="http://schemas.microsoft.com/office/drawing/2014/main" id="{BA5F3DEE-BFFD-4F51-8E6D-21F8F53938D2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778242" y="3832328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868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18" name="Text Placeholder 20">
            <a:extLst>
              <a:ext uri="{FF2B5EF4-FFF2-40B4-BE49-F238E27FC236}">
                <a16:creationId xmlns:a16="http://schemas.microsoft.com/office/drawing/2014/main" id="{72C5B231-DCCE-4C1F-607F-C0BF7E80DE1F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8778243" y="4336763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868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19" name="Text Placeholder 20">
            <a:extLst>
              <a:ext uri="{FF2B5EF4-FFF2-40B4-BE49-F238E27FC236}">
                <a16:creationId xmlns:a16="http://schemas.microsoft.com/office/drawing/2014/main" id="{0CE07D1D-E8D1-4A91-522C-CF94F53AF328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8778243" y="4836532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868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20" name="Text Placeholder 41">
            <a:extLst>
              <a:ext uri="{FF2B5EF4-FFF2-40B4-BE49-F238E27FC236}">
                <a16:creationId xmlns:a16="http://schemas.microsoft.com/office/drawing/2014/main" id="{E6FF7A22-891A-F86E-5FD7-CCADE47C44BC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8778242" y="3625436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1" name="Text Placeholder 41">
            <a:extLst>
              <a:ext uri="{FF2B5EF4-FFF2-40B4-BE49-F238E27FC236}">
                <a16:creationId xmlns:a16="http://schemas.microsoft.com/office/drawing/2014/main" id="{5739434A-89B9-197A-C954-C8C8400EA07B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8778242" y="4129871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2" name="Text Placeholder 41">
            <a:extLst>
              <a:ext uri="{FF2B5EF4-FFF2-40B4-BE49-F238E27FC236}">
                <a16:creationId xmlns:a16="http://schemas.microsoft.com/office/drawing/2014/main" id="{E86E28AF-5895-145B-3E48-B69C6E087D79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8778242" y="4629640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3" name="Text Placeholder 17">
            <a:extLst>
              <a:ext uri="{FF2B5EF4-FFF2-40B4-BE49-F238E27FC236}">
                <a16:creationId xmlns:a16="http://schemas.microsoft.com/office/drawing/2014/main" id="{AEF0A33D-9CDC-CEEC-25F1-D50C4A0AE0FB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78241" y="3328640"/>
            <a:ext cx="1773356" cy="200722"/>
          </a:xfrm>
          <a:prstGeom prst="rect">
            <a:avLst/>
          </a:prstGeom>
        </p:spPr>
        <p:txBody>
          <a:bodyPr lIns="0" tIns="0" rIns="0" bIns="0"/>
          <a:lstStyle>
            <a:lvl1pPr marL="0" marR="1868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Área de atuação</a:t>
            </a:r>
          </a:p>
        </p:txBody>
      </p:sp>
      <p:sp>
        <p:nvSpPr>
          <p:cNvPr id="2" name="Text Placeholder 20">
            <a:extLst>
              <a:ext uri="{FF2B5EF4-FFF2-40B4-BE49-F238E27FC236}">
                <a16:creationId xmlns:a16="http://schemas.microsoft.com/office/drawing/2014/main" id="{23EA8F35-A116-C243-FB66-325BA6C55604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8778242" y="5882922"/>
            <a:ext cx="3186900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868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Data</a:t>
            </a:r>
          </a:p>
        </p:txBody>
      </p:sp>
      <p:sp>
        <p:nvSpPr>
          <p:cNvPr id="3" name="Text Placeholder 41">
            <a:extLst>
              <a:ext uri="{FF2B5EF4-FFF2-40B4-BE49-F238E27FC236}">
                <a16:creationId xmlns:a16="http://schemas.microsoft.com/office/drawing/2014/main" id="{9671512C-19B4-D1DD-B1BC-82CBD3FA48C1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8778241" y="5676030"/>
            <a:ext cx="3186900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81089054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1005">
          <p15:clr>
            <a:srgbClr val="FBAE40"/>
          </p15:clr>
        </p15:guide>
        <p15:guide id="2" pos="529">
          <p15:clr>
            <a:srgbClr val="FBAE40"/>
          </p15:clr>
        </p15:guide>
        <p15:guide id="3" pos="1481">
          <p15:clr>
            <a:srgbClr val="FBAE40"/>
          </p15:clr>
        </p15:guide>
        <p15:guide id="4" orient="horz" pos="2183">
          <p15:clr>
            <a:srgbClr val="FBAE40"/>
          </p15:clr>
        </p15:guide>
        <p15:guide id="5" orient="horz" pos="3113">
          <p15:clr>
            <a:srgbClr val="FBAE40"/>
          </p15:clr>
        </p15:guide>
        <p15:guide id="6" pos="6652">
          <p15:clr>
            <a:srgbClr val="FBAE40"/>
          </p15:clr>
        </p15:guide>
      </p15:sldGuideLst>
    </p:ext>
  </p:extLst>
</p:sldLayout>
</file>

<file path=ppt/slideLayouts/slideLayout15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>
  <p:cSld name="2_Divisória - Offwhite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8">
            <a:extLst>
              <a:ext uri="{FF2B5EF4-FFF2-40B4-BE49-F238E27FC236}">
                <a16:creationId xmlns:a16="http://schemas.microsoft.com/office/drawing/2014/main" id="{ADEEF5FA-E06D-34B7-BB29-590E9E06012B}"/>
              </a:ext>
            </a:extLst>
          </p:cNvPr>
          <p:cNvPicPr>
            <a:picLocks noChangeAspect="1"/>
          </p:cNvPicPr>
          <p:nvPr/>
        </p:nvPicPr>
        <p:blipFill rotWithShape="1">
          <a:blip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 l="-8117" t="-23966" r="-8117" b="-23966"/>
          <a:stretch/>
        </p:blipFill>
        <p:spPr>
          <a:xfrm>
            <a:off x="10221000" y="415511"/>
            <a:ext cx="1715687" cy="742966"/>
          </a:xfrm>
          <a:prstGeom prst="rect">
            <a:avLst/>
          </a:prstGeom>
        </p:spPr>
      </p:pic>
      <p:sp>
        <p:nvSpPr>
          <p:cNvPr id="3" name="object 4">
            <a:extLst>
              <a:ext uri="{FF2B5EF4-FFF2-40B4-BE49-F238E27FC236}">
                <a16:creationId xmlns:a16="http://schemas.microsoft.com/office/drawing/2014/main" id="{4E931D96-188D-2C26-E83E-305868F1218B}"/>
              </a:ext>
            </a:extLst>
          </p:cNvPr>
          <p:cNvSpPr/>
          <p:nvPr/>
        </p:nvSpPr>
        <p:spPr>
          <a:xfrm flipV="1">
            <a:off x="-2086899" y="2985948"/>
            <a:ext cx="12224042" cy="5749856"/>
          </a:xfrm>
          <a:custGeom>
            <a:avLst/>
            <a:gdLst/>
            <a:ahLst/>
            <a:cxnLst/>
            <a:rect l="l" t="t" r="r" b="b"/>
            <a:pathLst>
              <a:path w="20104100" h="9456420">
                <a:moveTo>
                  <a:pt x="0" y="9456078"/>
                </a:moveTo>
                <a:lnTo>
                  <a:pt x="6945301" y="9456078"/>
                </a:lnTo>
                <a:lnTo>
                  <a:pt x="6995278" y="9455836"/>
                </a:lnTo>
                <a:lnTo>
                  <a:pt x="7045194" y="9455111"/>
                </a:lnTo>
                <a:lnTo>
                  <a:pt x="7095043" y="9453904"/>
                </a:lnTo>
                <a:lnTo>
                  <a:pt x="7144825" y="9452217"/>
                </a:lnTo>
                <a:lnTo>
                  <a:pt x="7194535" y="9450052"/>
                </a:lnTo>
                <a:lnTo>
                  <a:pt x="7244171" y="9447409"/>
                </a:lnTo>
                <a:lnTo>
                  <a:pt x="7293730" y="9444290"/>
                </a:lnTo>
                <a:lnTo>
                  <a:pt x="7343208" y="9440698"/>
                </a:lnTo>
                <a:lnTo>
                  <a:pt x="7392603" y="9436632"/>
                </a:lnTo>
                <a:lnTo>
                  <a:pt x="7441911" y="9432096"/>
                </a:lnTo>
                <a:lnTo>
                  <a:pt x="7491130" y="9427089"/>
                </a:lnTo>
                <a:lnTo>
                  <a:pt x="7540257" y="9421615"/>
                </a:lnTo>
                <a:lnTo>
                  <a:pt x="7589288" y="9415673"/>
                </a:lnTo>
                <a:lnTo>
                  <a:pt x="7638221" y="9409267"/>
                </a:lnTo>
                <a:lnTo>
                  <a:pt x="7687052" y="9402396"/>
                </a:lnTo>
                <a:lnTo>
                  <a:pt x="7735779" y="9395063"/>
                </a:lnTo>
                <a:lnTo>
                  <a:pt x="7784399" y="9387270"/>
                </a:lnTo>
                <a:lnTo>
                  <a:pt x="7832908" y="9379017"/>
                </a:lnTo>
                <a:lnTo>
                  <a:pt x="7881303" y="9370306"/>
                </a:lnTo>
                <a:lnTo>
                  <a:pt x="7929582" y="9361139"/>
                </a:lnTo>
                <a:lnTo>
                  <a:pt x="7977741" y="9351517"/>
                </a:lnTo>
                <a:lnTo>
                  <a:pt x="8025778" y="9341441"/>
                </a:lnTo>
                <a:lnTo>
                  <a:pt x="8073690" y="9330914"/>
                </a:lnTo>
                <a:lnTo>
                  <a:pt x="8121473" y="9319936"/>
                </a:lnTo>
                <a:lnTo>
                  <a:pt x="8169124" y="9308509"/>
                </a:lnTo>
                <a:lnTo>
                  <a:pt x="8216640" y="9296635"/>
                </a:lnTo>
                <a:lnTo>
                  <a:pt x="8264020" y="9284315"/>
                </a:lnTo>
                <a:lnTo>
                  <a:pt x="8311258" y="9271550"/>
                </a:lnTo>
                <a:lnTo>
                  <a:pt x="8358353" y="9258342"/>
                </a:lnTo>
                <a:lnTo>
                  <a:pt x="8405301" y="9244693"/>
                </a:lnTo>
                <a:lnTo>
                  <a:pt x="8452100" y="9230604"/>
                </a:lnTo>
                <a:lnTo>
                  <a:pt x="8498746" y="9216076"/>
                </a:lnTo>
                <a:lnTo>
                  <a:pt x="8545236" y="9201111"/>
                </a:lnTo>
                <a:lnTo>
                  <a:pt x="8591568" y="9185710"/>
                </a:lnTo>
                <a:lnTo>
                  <a:pt x="8637738" y="9169876"/>
                </a:lnTo>
                <a:lnTo>
                  <a:pt x="8683743" y="9153608"/>
                </a:lnTo>
                <a:lnTo>
                  <a:pt x="8729581" y="9136910"/>
                </a:lnTo>
                <a:lnTo>
                  <a:pt x="8775248" y="9119782"/>
                </a:lnTo>
                <a:lnTo>
                  <a:pt x="8820741" y="9102226"/>
                </a:lnTo>
                <a:lnTo>
                  <a:pt x="8866057" y="9084243"/>
                </a:lnTo>
                <a:lnTo>
                  <a:pt x="8911194" y="9065835"/>
                </a:lnTo>
                <a:lnTo>
                  <a:pt x="8956148" y="9047004"/>
                </a:lnTo>
                <a:lnTo>
                  <a:pt x="9000916" y="9027750"/>
                </a:lnTo>
                <a:lnTo>
                  <a:pt x="9045496" y="9008075"/>
                </a:lnTo>
                <a:lnTo>
                  <a:pt x="9089883" y="8987981"/>
                </a:lnTo>
                <a:lnTo>
                  <a:pt x="9134076" y="8967470"/>
                </a:lnTo>
                <a:lnTo>
                  <a:pt x="9178071" y="8946542"/>
                </a:lnTo>
                <a:lnTo>
                  <a:pt x="9221865" y="8925199"/>
                </a:lnTo>
                <a:lnTo>
                  <a:pt x="9265455" y="8903443"/>
                </a:lnTo>
                <a:lnTo>
                  <a:pt x="9308839" y="8881275"/>
                </a:lnTo>
                <a:lnTo>
                  <a:pt x="9352012" y="8858697"/>
                </a:lnTo>
                <a:lnTo>
                  <a:pt x="9394973" y="8835710"/>
                </a:lnTo>
                <a:lnTo>
                  <a:pt x="9437718" y="8812316"/>
                </a:lnTo>
                <a:lnTo>
                  <a:pt x="9480244" y="8788516"/>
                </a:lnTo>
                <a:lnTo>
                  <a:pt x="9522548" y="8764311"/>
                </a:lnTo>
                <a:lnTo>
                  <a:pt x="9564627" y="8739704"/>
                </a:lnTo>
                <a:lnTo>
                  <a:pt x="9606478" y="8714695"/>
                </a:lnTo>
                <a:lnTo>
                  <a:pt x="9648098" y="8689286"/>
                </a:lnTo>
                <a:lnTo>
                  <a:pt x="9689484" y="8663479"/>
                </a:lnTo>
                <a:lnTo>
                  <a:pt x="9730634" y="8637274"/>
                </a:lnTo>
                <a:lnTo>
                  <a:pt x="9771543" y="8610675"/>
                </a:lnTo>
                <a:lnTo>
                  <a:pt x="9812209" y="8583681"/>
                </a:lnTo>
                <a:lnTo>
                  <a:pt x="9852630" y="8556295"/>
                </a:lnTo>
                <a:lnTo>
                  <a:pt x="9892801" y="8528517"/>
                </a:lnTo>
                <a:lnTo>
                  <a:pt x="9932720" y="8500351"/>
                </a:lnTo>
                <a:lnTo>
                  <a:pt x="9972384" y="8471796"/>
                </a:lnTo>
                <a:lnTo>
                  <a:pt x="10011790" y="8442854"/>
                </a:lnTo>
                <a:lnTo>
                  <a:pt x="10050935" y="8413528"/>
                </a:lnTo>
                <a:lnTo>
                  <a:pt x="10089816" y="8383818"/>
                </a:lnTo>
                <a:lnTo>
                  <a:pt x="10128430" y="8353726"/>
                </a:lnTo>
                <a:lnTo>
                  <a:pt x="10166774" y="8323253"/>
                </a:lnTo>
                <a:lnTo>
                  <a:pt x="10204845" y="8292401"/>
                </a:lnTo>
                <a:lnTo>
                  <a:pt x="10242640" y="8261172"/>
                </a:lnTo>
                <a:lnTo>
                  <a:pt x="10280155" y="8229566"/>
                </a:lnTo>
                <a:lnTo>
                  <a:pt x="10317388" y="8197585"/>
                </a:lnTo>
                <a:lnTo>
                  <a:pt x="10354336" y="8165232"/>
                </a:lnTo>
                <a:lnTo>
                  <a:pt x="10390996" y="8132507"/>
                </a:lnTo>
                <a:lnTo>
                  <a:pt x="10427365" y="8099411"/>
                </a:lnTo>
                <a:lnTo>
                  <a:pt x="10463440" y="8065947"/>
                </a:lnTo>
                <a:lnTo>
                  <a:pt x="10499217" y="8032115"/>
                </a:lnTo>
                <a:lnTo>
                  <a:pt x="10534694" y="7997918"/>
                </a:lnTo>
                <a:lnTo>
                  <a:pt x="10569868" y="7963356"/>
                </a:lnTo>
                <a:lnTo>
                  <a:pt x="10604736" y="7928432"/>
                </a:lnTo>
                <a:lnTo>
                  <a:pt x="10639295" y="7893146"/>
                </a:lnTo>
                <a:lnTo>
                  <a:pt x="10673541" y="7857501"/>
                </a:lnTo>
                <a:lnTo>
                  <a:pt x="10707472" y="7821497"/>
                </a:lnTo>
                <a:lnTo>
                  <a:pt x="10741084" y="7785136"/>
                </a:lnTo>
                <a:lnTo>
                  <a:pt x="10774376" y="7748420"/>
                </a:lnTo>
                <a:lnTo>
                  <a:pt x="10807343" y="7711350"/>
                </a:lnTo>
                <a:lnTo>
                  <a:pt x="10839983" y="7673928"/>
                </a:lnTo>
                <a:lnTo>
                  <a:pt x="10872292" y="7636155"/>
                </a:lnTo>
                <a:lnTo>
                  <a:pt x="10904268" y="7598032"/>
                </a:lnTo>
                <a:lnTo>
                  <a:pt x="10935908" y="7559561"/>
                </a:lnTo>
                <a:lnTo>
                  <a:pt x="10967208" y="7520744"/>
                </a:lnTo>
                <a:lnTo>
                  <a:pt x="10998166" y="7481582"/>
                </a:lnTo>
                <a:lnTo>
                  <a:pt x="11028779" y="7442077"/>
                </a:lnTo>
                <a:lnTo>
                  <a:pt x="14967612" y="2307814"/>
                </a:lnTo>
                <a:lnTo>
                  <a:pt x="14998203" y="2268285"/>
                </a:lnTo>
                <a:lnTo>
                  <a:pt x="15029097" y="2229056"/>
                </a:lnTo>
                <a:lnTo>
                  <a:pt x="15060290" y="2190127"/>
                </a:lnTo>
                <a:lnTo>
                  <a:pt x="15091780" y="2151500"/>
                </a:lnTo>
                <a:lnTo>
                  <a:pt x="15123565" y="2113176"/>
                </a:lnTo>
                <a:lnTo>
                  <a:pt x="15155642" y="2075157"/>
                </a:lnTo>
                <a:lnTo>
                  <a:pt x="15188010" y="2037442"/>
                </a:lnTo>
                <a:lnTo>
                  <a:pt x="15220666" y="2000034"/>
                </a:lnTo>
                <a:lnTo>
                  <a:pt x="15253608" y="1962934"/>
                </a:lnTo>
                <a:lnTo>
                  <a:pt x="15286833" y="1926142"/>
                </a:lnTo>
                <a:lnTo>
                  <a:pt x="15320339" y="1889660"/>
                </a:lnTo>
                <a:lnTo>
                  <a:pt x="15354124" y="1853489"/>
                </a:lnTo>
                <a:lnTo>
                  <a:pt x="15388186" y="1817630"/>
                </a:lnTo>
                <a:lnTo>
                  <a:pt x="15422522" y="1782084"/>
                </a:lnTo>
                <a:lnTo>
                  <a:pt x="15457130" y="1746853"/>
                </a:lnTo>
                <a:lnTo>
                  <a:pt x="15492007" y="1711937"/>
                </a:lnTo>
                <a:lnTo>
                  <a:pt x="15527152" y="1677337"/>
                </a:lnTo>
                <a:lnTo>
                  <a:pt x="15562562" y="1643056"/>
                </a:lnTo>
                <a:lnTo>
                  <a:pt x="15598235" y="1609093"/>
                </a:lnTo>
                <a:lnTo>
                  <a:pt x="15634168" y="1575450"/>
                </a:lnTo>
                <a:lnTo>
                  <a:pt x="15670359" y="1542128"/>
                </a:lnTo>
                <a:lnTo>
                  <a:pt x="15706807" y="1509129"/>
                </a:lnTo>
                <a:lnTo>
                  <a:pt x="15743508" y="1476452"/>
                </a:lnTo>
                <a:lnTo>
                  <a:pt x="15780460" y="1444101"/>
                </a:lnTo>
                <a:lnTo>
                  <a:pt x="15817661" y="1412075"/>
                </a:lnTo>
                <a:lnTo>
                  <a:pt x="15855109" y="1380375"/>
                </a:lnTo>
                <a:lnTo>
                  <a:pt x="15892802" y="1349004"/>
                </a:lnTo>
                <a:lnTo>
                  <a:pt x="15930736" y="1317962"/>
                </a:lnTo>
                <a:lnTo>
                  <a:pt x="15968911" y="1287250"/>
                </a:lnTo>
                <a:lnTo>
                  <a:pt x="16007323" y="1256869"/>
                </a:lnTo>
                <a:lnTo>
                  <a:pt x="16045970" y="1226820"/>
                </a:lnTo>
                <a:lnTo>
                  <a:pt x="16084850" y="1197105"/>
                </a:lnTo>
                <a:lnTo>
                  <a:pt x="16123961" y="1167725"/>
                </a:lnTo>
                <a:lnTo>
                  <a:pt x="16163300" y="1138681"/>
                </a:lnTo>
                <a:lnTo>
                  <a:pt x="16202865" y="1109974"/>
                </a:lnTo>
                <a:lnTo>
                  <a:pt x="16242654" y="1081604"/>
                </a:lnTo>
                <a:lnTo>
                  <a:pt x="16282665" y="1053574"/>
                </a:lnTo>
                <a:lnTo>
                  <a:pt x="16322895" y="1025884"/>
                </a:lnTo>
                <a:lnTo>
                  <a:pt x="16363341" y="998536"/>
                </a:lnTo>
                <a:lnTo>
                  <a:pt x="16404003" y="971530"/>
                </a:lnTo>
                <a:lnTo>
                  <a:pt x="16444876" y="944868"/>
                </a:lnTo>
                <a:lnTo>
                  <a:pt x="16485960" y="918551"/>
                </a:lnTo>
                <a:lnTo>
                  <a:pt x="16527251" y="892580"/>
                </a:lnTo>
                <a:lnTo>
                  <a:pt x="16568748" y="866956"/>
                </a:lnTo>
                <a:lnTo>
                  <a:pt x="16610448" y="841681"/>
                </a:lnTo>
                <a:lnTo>
                  <a:pt x="16652349" y="816754"/>
                </a:lnTo>
                <a:lnTo>
                  <a:pt x="16694448" y="792179"/>
                </a:lnTo>
                <a:lnTo>
                  <a:pt x="16736744" y="767955"/>
                </a:lnTo>
                <a:lnTo>
                  <a:pt x="16779233" y="744083"/>
                </a:lnTo>
                <a:lnTo>
                  <a:pt x="16821914" y="720566"/>
                </a:lnTo>
                <a:lnTo>
                  <a:pt x="16864785" y="697404"/>
                </a:lnTo>
                <a:lnTo>
                  <a:pt x="16907843" y="674598"/>
                </a:lnTo>
                <a:lnTo>
                  <a:pt x="16951085" y="652149"/>
                </a:lnTo>
                <a:lnTo>
                  <a:pt x="16994510" y="630059"/>
                </a:lnTo>
                <a:lnTo>
                  <a:pt x="17038115" y="608328"/>
                </a:lnTo>
                <a:lnTo>
                  <a:pt x="17081898" y="586958"/>
                </a:lnTo>
                <a:lnTo>
                  <a:pt x="17125857" y="565950"/>
                </a:lnTo>
                <a:lnTo>
                  <a:pt x="17169989" y="545304"/>
                </a:lnTo>
                <a:lnTo>
                  <a:pt x="17214292" y="525023"/>
                </a:lnTo>
                <a:lnTo>
                  <a:pt x="17258764" y="505107"/>
                </a:lnTo>
                <a:lnTo>
                  <a:pt x="17303402" y="485558"/>
                </a:lnTo>
                <a:lnTo>
                  <a:pt x="17348204" y="466376"/>
                </a:lnTo>
                <a:lnTo>
                  <a:pt x="17393169" y="447563"/>
                </a:lnTo>
                <a:lnTo>
                  <a:pt x="17438292" y="429119"/>
                </a:lnTo>
                <a:lnTo>
                  <a:pt x="17483573" y="411046"/>
                </a:lnTo>
                <a:lnTo>
                  <a:pt x="17529009" y="393346"/>
                </a:lnTo>
                <a:lnTo>
                  <a:pt x="17574598" y="376018"/>
                </a:lnTo>
                <a:lnTo>
                  <a:pt x="17620337" y="359065"/>
                </a:lnTo>
                <a:lnTo>
                  <a:pt x="17666224" y="342487"/>
                </a:lnTo>
                <a:lnTo>
                  <a:pt x="17712257" y="326286"/>
                </a:lnTo>
                <a:lnTo>
                  <a:pt x="17758433" y="310462"/>
                </a:lnTo>
                <a:lnTo>
                  <a:pt x="17804751" y="295018"/>
                </a:lnTo>
                <a:lnTo>
                  <a:pt x="17851208" y="279953"/>
                </a:lnTo>
                <a:lnTo>
                  <a:pt x="17897801" y="265269"/>
                </a:lnTo>
                <a:lnTo>
                  <a:pt x="17944528" y="250968"/>
                </a:lnTo>
                <a:lnTo>
                  <a:pt x="17991388" y="237049"/>
                </a:lnTo>
                <a:lnTo>
                  <a:pt x="18038377" y="223516"/>
                </a:lnTo>
                <a:lnTo>
                  <a:pt x="18085494" y="210368"/>
                </a:lnTo>
                <a:lnTo>
                  <a:pt x="18132735" y="197606"/>
                </a:lnTo>
                <a:lnTo>
                  <a:pt x="18180100" y="185233"/>
                </a:lnTo>
                <a:lnTo>
                  <a:pt x="18227585" y="173248"/>
                </a:lnTo>
                <a:lnTo>
                  <a:pt x="18275189" y="161654"/>
                </a:lnTo>
                <a:lnTo>
                  <a:pt x="18322908" y="150451"/>
                </a:lnTo>
                <a:lnTo>
                  <a:pt x="18370741" y="139640"/>
                </a:lnTo>
                <a:lnTo>
                  <a:pt x="18418686" y="129223"/>
                </a:lnTo>
                <a:lnTo>
                  <a:pt x="18466740" y="119201"/>
                </a:lnTo>
                <a:lnTo>
                  <a:pt x="18514900" y="109574"/>
                </a:lnTo>
                <a:lnTo>
                  <a:pt x="18563165" y="100344"/>
                </a:lnTo>
                <a:lnTo>
                  <a:pt x="18611532" y="91512"/>
                </a:lnTo>
                <a:lnTo>
                  <a:pt x="18659999" y="83080"/>
                </a:lnTo>
                <a:lnTo>
                  <a:pt x="18708564" y="75047"/>
                </a:lnTo>
                <a:lnTo>
                  <a:pt x="18757224" y="67417"/>
                </a:lnTo>
                <a:lnTo>
                  <a:pt x="18805977" y="60188"/>
                </a:lnTo>
                <a:lnTo>
                  <a:pt x="18854820" y="53364"/>
                </a:lnTo>
                <a:lnTo>
                  <a:pt x="18903752" y="46944"/>
                </a:lnTo>
                <a:lnTo>
                  <a:pt x="18952771" y="40931"/>
                </a:lnTo>
                <a:lnTo>
                  <a:pt x="19001873" y="35324"/>
                </a:lnTo>
                <a:lnTo>
                  <a:pt x="19051057" y="30126"/>
                </a:lnTo>
                <a:lnTo>
                  <a:pt x="19100320" y="25337"/>
                </a:lnTo>
                <a:lnTo>
                  <a:pt x="19149660" y="20958"/>
                </a:lnTo>
                <a:lnTo>
                  <a:pt x="19199074" y="16991"/>
                </a:lnTo>
                <a:lnTo>
                  <a:pt x="19248561" y="13437"/>
                </a:lnTo>
                <a:lnTo>
                  <a:pt x="19298119" y="10297"/>
                </a:lnTo>
                <a:lnTo>
                  <a:pt x="19347744" y="7572"/>
                </a:lnTo>
                <a:lnTo>
                  <a:pt x="19397434" y="5263"/>
                </a:lnTo>
                <a:lnTo>
                  <a:pt x="19447188" y="3371"/>
                </a:lnTo>
                <a:lnTo>
                  <a:pt x="19497002" y="1898"/>
                </a:lnTo>
                <a:lnTo>
                  <a:pt x="19546875" y="844"/>
                </a:lnTo>
                <a:lnTo>
                  <a:pt x="19596805" y="211"/>
                </a:lnTo>
                <a:lnTo>
                  <a:pt x="19646788" y="0"/>
                </a:lnTo>
                <a:lnTo>
                  <a:pt x="20104099" y="0"/>
                </a:lnTo>
              </a:path>
            </a:pathLst>
          </a:custGeom>
          <a:ln w="19050">
            <a:solidFill>
              <a:schemeClr val="tx2"/>
            </a:solidFill>
          </a:ln>
        </p:spPr>
        <p:txBody>
          <a:bodyPr wrap="square" lIns="0" tIns="0" rIns="0" bIns="0" rtlCol="0"/>
          <a:lstStyle/>
          <a:p>
            <a:pPr marL="0" marR="0" lvl="0" indent="0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5" name="object 4">
            <a:extLst>
              <a:ext uri="{FF2B5EF4-FFF2-40B4-BE49-F238E27FC236}">
                <a16:creationId xmlns:a16="http://schemas.microsoft.com/office/drawing/2014/main" id="{4D79B08D-8C32-FB4A-74B4-C76E2DB52D00}"/>
              </a:ext>
            </a:extLst>
          </p:cNvPr>
          <p:cNvSpPr/>
          <p:nvPr/>
        </p:nvSpPr>
        <p:spPr>
          <a:xfrm rot="10247908" flipH="1">
            <a:off x="5297646" y="-1969541"/>
            <a:ext cx="8001039" cy="5749648"/>
          </a:xfrm>
          <a:custGeom>
            <a:avLst/>
            <a:gdLst>
              <a:gd name="connsiteX0" fmla="*/ 0 w 13940157"/>
              <a:gd name="connsiteY0" fmla="*/ 9200719 h 9456078"/>
              <a:gd name="connsiteX1" fmla="*/ 781360 w 13940157"/>
              <a:gd name="connsiteY1" fmla="*/ 9456078 h 9456078"/>
              <a:gd name="connsiteX2" fmla="*/ 831337 w 13940157"/>
              <a:gd name="connsiteY2" fmla="*/ 9455836 h 9456078"/>
              <a:gd name="connsiteX3" fmla="*/ 881253 w 13940157"/>
              <a:gd name="connsiteY3" fmla="*/ 9455111 h 9456078"/>
              <a:gd name="connsiteX4" fmla="*/ 931102 w 13940157"/>
              <a:gd name="connsiteY4" fmla="*/ 9453904 h 9456078"/>
              <a:gd name="connsiteX5" fmla="*/ 980884 w 13940157"/>
              <a:gd name="connsiteY5" fmla="*/ 9452217 h 9456078"/>
              <a:gd name="connsiteX6" fmla="*/ 1030594 w 13940157"/>
              <a:gd name="connsiteY6" fmla="*/ 9450052 h 9456078"/>
              <a:gd name="connsiteX7" fmla="*/ 1080230 w 13940157"/>
              <a:gd name="connsiteY7" fmla="*/ 9447409 h 9456078"/>
              <a:gd name="connsiteX8" fmla="*/ 1129789 w 13940157"/>
              <a:gd name="connsiteY8" fmla="*/ 9444290 h 9456078"/>
              <a:gd name="connsiteX9" fmla="*/ 1179267 w 13940157"/>
              <a:gd name="connsiteY9" fmla="*/ 9440698 h 9456078"/>
              <a:gd name="connsiteX10" fmla="*/ 1228662 w 13940157"/>
              <a:gd name="connsiteY10" fmla="*/ 9436632 h 9456078"/>
              <a:gd name="connsiteX11" fmla="*/ 1277970 w 13940157"/>
              <a:gd name="connsiteY11" fmla="*/ 9432096 h 9456078"/>
              <a:gd name="connsiteX12" fmla="*/ 1327189 w 13940157"/>
              <a:gd name="connsiteY12" fmla="*/ 9427089 h 9456078"/>
              <a:gd name="connsiteX13" fmla="*/ 1376316 w 13940157"/>
              <a:gd name="connsiteY13" fmla="*/ 9421615 h 9456078"/>
              <a:gd name="connsiteX14" fmla="*/ 1425347 w 13940157"/>
              <a:gd name="connsiteY14" fmla="*/ 9415673 h 9456078"/>
              <a:gd name="connsiteX15" fmla="*/ 1474280 w 13940157"/>
              <a:gd name="connsiteY15" fmla="*/ 9409267 h 9456078"/>
              <a:gd name="connsiteX16" fmla="*/ 1523111 w 13940157"/>
              <a:gd name="connsiteY16" fmla="*/ 9402396 h 9456078"/>
              <a:gd name="connsiteX17" fmla="*/ 1571838 w 13940157"/>
              <a:gd name="connsiteY17" fmla="*/ 9395063 h 9456078"/>
              <a:gd name="connsiteX18" fmla="*/ 1620458 w 13940157"/>
              <a:gd name="connsiteY18" fmla="*/ 9387270 h 9456078"/>
              <a:gd name="connsiteX19" fmla="*/ 1668967 w 13940157"/>
              <a:gd name="connsiteY19" fmla="*/ 9379017 h 9456078"/>
              <a:gd name="connsiteX20" fmla="*/ 1717362 w 13940157"/>
              <a:gd name="connsiteY20" fmla="*/ 9370306 h 9456078"/>
              <a:gd name="connsiteX21" fmla="*/ 1765641 w 13940157"/>
              <a:gd name="connsiteY21" fmla="*/ 9361139 h 9456078"/>
              <a:gd name="connsiteX22" fmla="*/ 1813800 w 13940157"/>
              <a:gd name="connsiteY22" fmla="*/ 9351517 h 9456078"/>
              <a:gd name="connsiteX23" fmla="*/ 1861837 w 13940157"/>
              <a:gd name="connsiteY23" fmla="*/ 9341441 h 9456078"/>
              <a:gd name="connsiteX24" fmla="*/ 1909749 w 13940157"/>
              <a:gd name="connsiteY24" fmla="*/ 9330914 h 9456078"/>
              <a:gd name="connsiteX25" fmla="*/ 1957532 w 13940157"/>
              <a:gd name="connsiteY25" fmla="*/ 9319936 h 9456078"/>
              <a:gd name="connsiteX26" fmla="*/ 2005183 w 13940157"/>
              <a:gd name="connsiteY26" fmla="*/ 9308509 h 9456078"/>
              <a:gd name="connsiteX27" fmla="*/ 2052699 w 13940157"/>
              <a:gd name="connsiteY27" fmla="*/ 9296635 h 9456078"/>
              <a:gd name="connsiteX28" fmla="*/ 2100079 w 13940157"/>
              <a:gd name="connsiteY28" fmla="*/ 9284315 h 9456078"/>
              <a:gd name="connsiteX29" fmla="*/ 2147317 w 13940157"/>
              <a:gd name="connsiteY29" fmla="*/ 9271550 h 9456078"/>
              <a:gd name="connsiteX30" fmla="*/ 2194412 w 13940157"/>
              <a:gd name="connsiteY30" fmla="*/ 9258342 h 9456078"/>
              <a:gd name="connsiteX31" fmla="*/ 2241360 w 13940157"/>
              <a:gd name="connsiteY31" fmla="*/ 9244693 h 9456078"/>
              <a:gd name="connsiteX32" fmla="*/ 2288159 w 13940157"/>
              <a:gd name="connsiteY32" fmla="*/ 9230604 h 9456078"/>
              <a:gd name="connsiteX33" fmla="*/ 2334805 w 13940157"/>
              <a:gd name="connsiteY33" fmla="*/ 9216076 h 9456078"/>
              <a:gd name="connsiteX34" fmla="*/ 2381295 w 13940157"/>
              <a:gd name="connsiteY34" fmla="*/ 9201111 h 9456078"/>
              <a:gd name="connsiteX35" fmla="*/ 2427627 w 13940157"/>
              <a:gd name="connsiteY35" fmla="*/ 9185710 h 9456078"/>
              <a:gd name="connsiteX36" fmla="*/ 2473797 w 13940157"/>
              <a:gd name="connsiteY36" fmla="*/ 9169876 h 9456078"/>
              <a:gd name="connsiteX37" fmla="*/ 2519802 w 13940157"/>
              <a:gd name="connsiteY37" fmla="*/ 9153608 h 9456078"/>
              <a:gd name="connsiteX38" fmla="*/ 2565640 w 13940157"/>
              <a:gd name="connsiteY38" fmla="*/ 9136910 h 9456078"/>
              <a:gd name="connsiteX39" fmla="*/ 2611307 w 13940157"/>
              <a:gd name="connsiteY39" fmla="*/ 9119782 h 9456078"/>
              <a:gd name="connsiteX40" fmla="*/ 2656800 w 13940157"/>
              <a:gd name="connsiteY40" fmla="*/ 9102226 h 9456078"/>
              <a:gd name="connsiteX41" fmla="*/ 2702116 w 13940157"/>
              <a:gd name="connsiteY41" fmla="*/ 9084243 h 9456078"/>
              <a:gd name="connsiteX42" fmla="*/ 2747253 w 13940157"/>
              <a:gd name="connsiteY42" fmla="*/ 9065835 h 9456078"/>
              <a:gd name="connsiteX43" fmla="*/ 2792207 w 13940157"/>
              <a:gd name="connsiteY43" fmla="*/ 9047004 h 9456078"/>
              <a:gd name="connsiteX44" fmla="*/ 2836975 w 13940157"/>
              <a:gd name="connsiteY44" fmla="*/ 9027750 h 9456078"/>
              <a:gd name="connsiteX45" fmla="*/ 2881555 w 13940157"/>
              <a:gd name="connsiteY45" fmla="*/ 9008075 h 9456078"/>
              <a:gd name="connsiteX46" fmla="*/ 2925942 w 13940157"/>
              <a:gd name="connsiteY46" fmla="*/ 8987981 h 9456078"/>
              <a:gd name="connsiteX47" fmla="*/ 2970135 w 13940157"/>
              <a:gd name="connsiteY47" fmla="*/ 8967470 h 9456078"/>
              <a:gd name="connsiteX48" fmla="*/ 3014130 w 13940157"/>
              <a:gd name="connsiteY48" fmla="*/ 8946542 h 9456078"/>
              <a:gd name="connsiteX49" fmla="*/ 3057924 w 13940157"/>
              <a:gd name="connsiteY49" fmla="*/ 8925199 h 9456078"/>
              <a:gd name="connsiteX50" fmla="*/ 3101514 w 13940157"/>
              <a:gd name="connsiteY50" fmla="*/ 8903443 h 9456078"/>
              <a:gd name="connsiteX51" fmla="*/ 3144898 w 13940157"/>
              <a:gd name="connsiteY51" fmla="*/ 8881275 h 9456078"/>
              <a:gd name="connsiteX52" fmla="*/ 3188071 w 13940157"/>
              <a:gd name="connsiteY52" fmla="*/ 8858697 h 9456078"/>
              <a:gd name="connsiteX53" fmla="*/ 3231032 w 13940157"/>
              <a:gd name="connsiteY53" fmla="*/ 8835710 h 9456078"/>
              <a:gd name="connsiteX54" fmla="*/ 3273777 w 13940157"/>
              <a:gd name="connsiteY54" fmla="*/ 8812316 h 9456078"/>
              <a:gd name="connsiteX55" fmla="*/ 3316303 w 13940157"/>
              <a:gd name="connsiteY55" fmla="*/ 8788516 h 9456078"/>
              <a:gd name="connsiteX56" fmla="*/ 3358607 w 13940157"/>
              <a:gd name="connsiteY56" fmla="*/ 8764311 h 9456078"/>
              <a:gd name="connsiteX57" fmla="*/ 3400686 w 13940157"/>
              <a:gd name="connsiteY57" fmla="*/ 8739704 h 9456078"/>
              <a:gd name="connsiteX58" fmla="*/ 3442537 w 13940157"/>
              <a:gd name="connsiteY58" fmla="*/ 8714695 h 9456078"/>
              <a:gd name="connsiteX59" fmla="*/ 3484157 w 13940157"/>
              <a:gd name="connsiteY59" fmla="*/ 8689286 h 9456078"/>
              <a:gd name="connsiteX60" fmla="*/ 3525543 w 13940157"/>
              <a:gd name="connsiteY60" fmla="*/ 8663479 h 9456078"/>
              <a:gd name="connsiteX61" fmla="*/ 3566693 w 13940157"/>
              <a:gd name="connsiteY61" fmla="*/ 8637274 h 9456078"/>
              <a:gd name="connsiteX62" fmla="*/ 3607602 w 13940157"/>
              <a:gd name="connsiteY62" fmla="*/ 8610675 h 9456078"/>
              <a:gd name="connsiteX63" fmla="*/ 3648268 w 13940157"/>
              <a:gd name="connsiteY63" fmla="*/ 8583681 h 9456078"/>
              <a:gd name="connsiteX64" fmla="*/ 3688689 w 13940157"/>
              <a:gd name="connsiteY64" fmla="*/ 8556295 h 9456078"/>
              <a:gd name="connsiteX65" fmla="*/ 3728860 w 13940157"/>
              <a:gd name="connsiteY65" fmla="*/ 8528517 h 9456078"/>
              <a:gd name="connsiteX66" fmla="*/ 3768779 w 13940157"/>
              <a:gd name="connsiteY66" fmla="*/ 8500351 h 9456078"/>
              <a:gd name="connsiteX67" fmla="*/ 3808443 w 13940157"/>
              <a:gd name="connsiteY67" fmla="*/ 8471796 h 9456078"/>
              <a:gd name="connsiteX68" fmla="*/ 3847849 w 13940157"/>
              <a:gd name="connsiteY68" fmla="*/ 8442854 h 9456078"/>
              <a:gd name="connsiteX69" fmla="*/ 3886994 w 13940157"/>
              <a:gd name="connsiteY69" fmla="*/ 8413528 h 9456078"/>
              <a:gd name="connsiteX70" fmla="*/ 3925875 w 13940157"/>
              <a:gd name="connsiteY70" fmla="*/ 8383818 h 9456078"/>
              <a:gd name="connsiteX71" fmla="*/ 3964489 w 13940157"/>
              <a:gd name="connsiteY71" fmla="*/ 8353726 h 9456078"/>
              <a:gd name="connsiteX72" fmla="*/ 4002833 w 13940157"/>
              <a:gd name="connsiteY72" fmla="*/ 8323253 h 9456078"/>
              <a:gd name="connsiteX73" fmla="*/ 4040904 w 13940157"/>
              <a:gd name="connsiteY73" fmla="*/ 8292401 h 9456078"/>
              <a:gd name="connsiteX74" fmla="*/ 4078699 w 13940157"/>
              <a:gd name="connsiteY74" fmla="*/ 8261172 h 9456078"/>
              <a:gd name="connsiteX75" fmla="*/ 4116214 w 13940157"/>
              <a:gd name="connsiteY75" fmla="*/ 8229566 h 9456078"/>
              <a:gd name="connsiteX76" fmla="*/ 4153447 w 13940157"/>
              <a:gd name="connsiteY76" fmla="*/ 8197585 h 9456078"/>
              <a:gd name="connsiteX77" fmla="*/ 4190395 w 13940157"/>
              <a:gd name="connsiteY77" fmla="*/ 8165232 h 9456078"/>
              <a:gd name="connsiteX78" fmla="*/ 4227055 w 13940157"/>
              <a:gd name="connsiteY78" fmla="*/ 8132507 h 9456078"/>
              <a:gd name="connsiteX79" fmla="*/ 4263424 w 13940157"/>
              <a:gd name="connsiteY79" fmla="*/ 8099411 h 9456078"/>
              <a:gd name="connsiteX80" fmla="*/ 4299499 w 13940157"/>
              <a:gd name="connsiteY80" fmla="*/ 8065947 h 9456078"/>
              <a:gd name="connsiteX81" fmla="*/ 4335276 w 13940157"/>
              <a:gd name="connsiteY81" fmla="*/ 8032115 h 9456078"/>
              <a:gd name="connsiteX82" fmla="*/ 4370753 w 13940157"/>
              <a:gd name="connsiteY82" fmla="*/ 7997918 h 9456078"/>
              <a:gd name="connsiteX83" fmla="*/ 4405927 w 13940157"/>
              <a:gd name="connsiteY83" fmla="*/ 7963356 h 9456078"/>
              <a:gd name="connsiteX84" fmla="*/ 4440795 w 13940157"/>
              <a:gd name="connsiteY84" fmla="*/ 7928432 h 9456078"/>
              <a:gd name="connsiteX85" fmla="*/ 4475354 w 13940157"/>
              <a:gd name="connsiteY85" fmla="*/ 7893146 h 9456078"/>
              <a:gd name="connsiteX86" fmla="*/ 4509600 w 13940157"/>
              <a:gd name="connsiteY86" fmla="*/ 7857501 h 9456078"/>
              <a:gd name="connsiteX87" fmla="*/ 4543531 w 13940157"/>
              <a:gd name="connsiteY87" fmla="*/ 7821497 h 9456078"/>
              <a:gd name="connsiteX88" fmla="*/ 4577143 w 13940157"/>
              <a:gd name="connsiteY88" fmla="*/ 7785136 h 9456078"/>
              <a:gd name="connsiteX89" fmla="*/ 4610435 w 13940157"/>
              <a:gd name="connsiteY89" fmla="*/ 7748420 h 9456078"/>
              <a:gd name="connsiteX90" fmla="*/ 4643402 w 13940157"/>
              <a:gd name="connsiteY90" fmla="*/ 7711350 h 9456078"/>
              <a:gd name="connsiteX91" fmla="*/ 4676042 w 13940157"/>
              <a:gd name="connsiteY91" fmla="*/ 7673928 h 9456078"/>
              <a:gd name="connsiteX92" fmla="*/ 4708351 w 13940157"/>
              <a:gd name="connsiteY92" fmla="*/ 7636155 h 9456078"/>
              <a:gd name="connsiteX93" fmla="*/ 4740327 w 13940157"/>
              <a:gd name="connsiteY93" fmla="*/ 7598032 h 9456078"/>
              <a:gd name="connsiteX94" fmla="*/ 4771967 w 13940157"/>
              <a:gd name="connsiteY94" fmla="*/ 7559561 h 9456078"/>
              <a:gd name="connsiteX95" fmla="*/ 4803267 w 13940157"/>
              <a:gd name="connsiteY95" fmla="*/ 7520744 h 9456078"/>
              <a:gd name="connsiteX96" fmla="*/ 4834225 w 13940157"/>
              <a:gd name="connsiteY96" fmla="*/ 7481582 h 9456078"/>
              <a:gd name="connsiteX97" fmla="*/ 4864838 w 13940157"/>
              <a:gd name="connsiteY97" fmla="*/ 7442077 h 9456078"/>
              <a:gd name="connsiteX98" fmla="*/ 8803671 w 13940157"/>
              <a:gd name="connsiteY98" fmla="*/ 2307814 h 9456078"/>
              <a:gd name="connsiteX99" fmla="*/ 8834262 w 13940157"/>
              <a:gd name="connsiteY99" fmla="*/ 2268285 h 9456078"/>
              <a:gd name="connsiteX100" fmla="*/ 8865156 w 13940157"/>
              <a:gd name="connsiteY100" fmla="*/ 2229056 h 9456078"/>
              <a:gd name="connsiteX101" fmla="*/ 8896349 w 13940157"/>
              <a:gd name="connsiteY101" fmla="*/ 2190127 h 9456078"/>
              <a:gd name="connsiteX102" fmla="*/ 8927839 w 13940157"/>
              <a:gd name="connsiteY102" fmla="*/ 2151500 h 9456078"/>
              <a:gd name="connsiteX103" fmla="*/ 8959624 w 13940157"/>
              <a:gd name="connsiteY103" fmla="*/ 2113176 h 9456078"/>
              <a:gd name="connsiteX104" fmla="*/ 8991701 w 13940157"/>
              <a:gd name="connsiteY104" fmla="*/ 2075157 h 9456078"/>
              <a:gd name="connsiteX105" fmla="*/ 9024069 w 13940157"/>
              <a:gd name="connsiteY105" fmla="*/ 2037442 h 9456078"/>
              <a:gd name="connsiteX106" fmla="*/ 9056725 w 13940157"/>
              <a:gd name="connsiteY106" fmla="*/ 2000034 h 9456078"/>
              <a:gd name="connsiteX107" fmla="*/ 9089667 w 13940157"/>
              <a:gd name="connsiteY107" fmla="*/ 1962934 h 9456078"/>
              <a:gd name="connsiteX108" fmla="*/ 9122892 w 13940157"/>
              <a:gd name="connsiteY108" fmla="*/ 1926142 h 9456078"/>
              <a:gd name="connsiteX109" fmla="*/ 9156398 w 13940157"/>
              <a:gd name="connsiteY109" fmla="*/ 1889660 h 9456078"/>
              <a:gd name="connsiteX110" fmla="*/ 9190183 w 13940157"/>
              <a:gd name="connsiteY110" fmla="*/ 1853489 h 9456078"/>
              <a:gd name="connsiteX111" fmla="*/ 9224245 w 13940157"/>
              <a:gd name="connsiteY111" fmla="*/ 1817630 h 9456078"/>
              <a:gd name="connsiteX112" fmla="*/ 9258581 w 13940157"/>
              <a:gd name="connsiteY112" fmla="*/ 1782084 h 9456078"/>
              <a:gd name="connsiteX113" fmla="*/ 9293189 w 13940157"/>
              <a:gd name="connsiteY113" fmla="*/ 1746853 h 9456078"/>
              <a:gd name="connsiteX114" fmla="*/ 9328066 w 13940157"/>
              <a:gd name="connsiteY114" fmla="*/ 1711937 h 9456078"/>
              <a:gd name="connsiteX115" fmla="*/ 9363211 w 13940157"/>
              <a:gd name="connsiteY115" fmla="*/ 1677337 h 9456078"/>
              <a:gd name="connsiteX116" fmla="*/ 9398621 w 13940157"/>
              <a:gd name="connsiteY116" fmla="*/ 1643056 h 9456078"/>
              <a:gd name="connsiteX117" fmla="*/ 9434294 w 13940157"/>
              <a:gd name="connsiteY117" fmla="*/ 1609093 h 9456078"/>
              <a:gd name="connsiteX118" fmla="*/ 9470227 w 13940157"/>
              <a:gd name="connsiteY118" fmla="*/ 1575450 h 9456078"/>
              <a:gd name="connsiteX119" fmla="*/ 9506418 w 13940157"/>
              <a:gd name="connsiteY119" fmla="*/ 1542128 h 9456078"/>
              <a:gd name="connsiteX120" fmla="*/ 9542866 w 13940157"/>
              <a:gd name="connsiteY120" fmla="*/ 1509129 h 9456078"/>
              <a:gd name="connsiteX121" fmla="*/ 9579567 w 13940157"/>
              <a:gd name="connsiteY121" fmla="*/ 1476452 h 9456078"/>
              <a:gd name="connsiteX122" fmla="*/ 9616519 w 13940157"/>
              <a:gd name="connsiteY122" fmla="*/ 1444101 h 9456078"/>
              <a:gd name="connsiteX123" fmla="*/ 9653720 w 13940157"/>
              <a:gd name="connsiteY123" fmla="*/ 1412075 h 9456078"/>
              <a:gd name="connsiteX124" fmla="*/ 9691168 w 13940157"/>
              <a:gd name="connsiteY124" fmla="*/ 1380375 h 9456078"/>
              <a:gd name="connsiteX125" fmla="*/ 9728861 w 13940157"/>
              <a:gd name="connsiteY125" fmla="*/ 1349004 h 9456078"/>
              <a:gd name="connsiteX126" fmla="*/ 9766795 w 13940157"/>
              <a:gd name="connsiteY126" fmla="*/ 1317962 h 9456078"/>
              <a:gd name="connsiteX127" fmla="*/ 9804970 w 13940157"/>
              <a:gd name="connsiteY127" fmla="*/ 1287250 h 9456078"/>
              <a:gd name="connsiteX128" fmla="*/ 9843382 w 13940157"/>
              <a:gd name="connsiteY128" fmla="*/ 1256869 h 9456078"/>
              <a:gd name="connsiteX129" fmla="*/ 9882029 w 13940157"/>
              <a:gd name="connsiteY129" fmla="*/ 1226820 h 9456078"/>
              <a:gd name="connsiteX130" fmla="*/ 9920909 w 13940157"/>
              <a:gd name="connsiteY130" fmla="*/ 1197105 h 9456078"/>
              <a:gd name="connsiteX131" fmla="*/ 9960020 w 13940157"/>
              <a:gd name="connsiteY131" fmla="*/ 1167725 h 9456078"/>
              <a:gd name="connsiteX132" fmla="*/ 9999359 w 13940157"/>
              <a:gd name="connsiteY132" fmla="*/ 1138681 h 9456078"/>
              <a:gd name="connsiteX133" fmla="*/ 10038924 w 13940157"/>
              <a:gd name="connsiteY133" fmla="*/ 1109974 h 9456078"/>
              <a:gd name="connsiteX134" fmla="*/ 10078713 w 13940157"/>
              <a:gd name="connsiteY134" fmla="*/ 1081604 h 9456078"/>
              <a:gd name="connsiteX135" fmla="*/ 10118724 w 13940157"/>
              <a:gd name="connsiteY135" fmla="*/ 1053574 h 9456078"/>
              <a:gd name="connsiteX136" fmla="*/ 10158954 w 13940157"/>
              <a:gd name="connsiteY136" fmla="*/ 1025884 h 9456078"/>
              <a:gd name="connsiteX137" fmla="*/ 10199400 w 13940157"/>
              <a:gd name="connsiteY137" fmla="*/ 998536 h 9456078"/>
              <a:gd name="connsiteX138" fmla="*/ 10240062 w 13940157"/>
              <a:gd name="connsiteY138" fmla="*/ 971530 h 9456078"/>
              <a:gd name="connsiteX139" fmla="*/ 10280935 w 13940157"/>
              <a:gd name="connsiteY139" fmla="*/ 944868 h 9456078"/>
              <a:gd name="connsiteX140" fmla="*/ 10322019 w 13940157"/>
              <a:gd name="connsiteY140" fmla="*/ 918551 h 9456078"/>
              <a:gd name="connsiteX141" fmla="*/ 10363310 w 13940157"/>
              <a:gd name="connsiteY141" fmla="*/ 892580 h 9456078"/>
              <a:gd name="connsiteX142" fmla="*/ 10404807 w 13940157"/>
              <a:gd name="connsiteY142" fmla="*/ 866956 h 9456078"/>
              <a:gd name="connsiteX143" fmla="*/ 10446507 w 13940157"/>
              <a:gd name="connsiteY143" fmla="*/ 841681 h 9456078"/>
              <a:gd name="connsiteX144" fmla="*/ 10488408 w 13940157"/>
              <a:gd name="connsiteY144" fmla="*/ 816754 h 9456078"/>
              <a:gd name="connsiteX145" fmla="*/ 10530507 w 13940157"/>
              <a:gd name="connsiteY145" fmla="*/ 792179 h 9456078"/>
              <a:gd name="connsiteX146" fmla="*/ 10572803 w 13940157"/>
              <a:gd name="connsiteY146" fmla="*/ 767955 h 9456078"/>
              <a:gd name="connsiteX147" fmla="*/ 10615292 w 13940157"/>
              <a:gd name="connsiteY147" fmla="*/ 744083 h 9456078"/>
              <a:gd name="connsiteX148" fmla="*/ 10657973 w 13940157"/>
              <a:gd name="connsiteY148" fmla="*/ 720566 h 9456078"/>
              <a:gd name="connsiteX149" fmla="*/ 10700844 w 13940157"/>
              <a:gd name="connsiteY149" fmla="*/ 697404 h 9456078"/>
              <a:gd name="connsiteX150" fmla="*/ 10743902 w 13940157"/>
              <a:gd name="connsiteY150" fmla="*/ 674598 h 9456078"/>
              <a:gd name="connsiteX151" fmla="*/ 10787144 w 13940157"/>
              <a:gd name="connsiteY151" fmla="*/ 652149 h 9456078"/>
              <a:gd name="connsiteX152" fmla="*/ 10830569 w 13940157"/>
              <a:gd name="connsiteY152" fmla="*/ 630059 h 9456078"/>
              <a:gd name="connsiteX153" fmla="*/ 10874174 w 13940157"/>
              <a:gd name="connsiteY153" fmla="*/ 608328 h 9456078"/>
              <a:gd name="connsiteX154" fmla="*/ 10917957 w 13940157"/>
              <a:gd name="connsiteY154" fmla="*/ 586958 h 9456078"/>
              <a:gd name="connsiteX155" fmla="*/ 10961916 w 13940157"/>
              <a:gd name="connsiteY155" fmla="*/ 565950 h 9456078"/>
              <a:gd name="connsiteX156" fmla="*/ 11006048 w 13940157"/>
              <a:gd name="connsiteY156" fmla="*/ 545304 h 9456078"/>
              <a:gd name="connsiteX157" fmla="*/ 11050351 w 13940157"/>
              <a:gd name="connsiteY157" fmla="*/ 525023 h 9456078"/>
              <a:gd name="connsiteX158" fmla="*/ 11094823 w 13940157"/>
              <a:gd name="connsiteY158" fmla="*/ 505107 h 9456078"/>
              <a:gd name="connsiteX159" fmla="*/ 11139461 w 13940157"/>
              <a:gd name="connsiteY159" fmla="*/ 485558 h 9456078"/>
              <a:gd name="connsiteX160" fmla="*/ 11184263 w 13940157"/>
              <a:gd name="connsiteY160" fmla="*/ 466376 h 9456078"/>
              <a:gd name="connsiteX161" fmla="*/ 11229228 w 13940157"/>
              <a:gd name="connsiteY161" fmla="*/ 447563 h 9456078"/>
              <a:gd name="connsiteX162" fmla="*/ 11274351 w 13940157"/>
              <a:gd name="connsiteY162" fmla="*/ 429119 h 9456078"/>
              <a:gd name="connsiteX163" fmla="*/ 11319632 w 13940157"/>
              <a:gd name="connsiteY163" fmla="*/ 411046 h 9456078"/>
              <a:gd name="connsiteX164" fmla="*/ 11365068 w 13940157"/>
              <a:gd name="connsiteY164" fmla="*/ 393346 h 9456078"/>
              <a:gd name="connsiteX165" fmla="*/ 11410657 w 13940157"/>
              <a:gd name="connsiteY165" fmla="*/ 376018 h 9456078"/>
              <a:gd name="connsiteX166" fmla="*/ 11456396 w 13940157"/>
              <a:gd name="connsiteY166" fmla="*/ 359065 h 9456078"/>
              <a:gd name="connsiteX167" fmla="*/ 11502283 w 13940157"/>
              <a:gd name="connsiteY167" fmla="*/ 342487 h 9456078"/>
              <a:gd name="connsiteX168" fmla="*/ 11548316 w 13940157"/>
              <a:gd name="connsiteY168" fmla="*/ 326286 h 9456078"/>
              <a:gd name="connsiteX169" fmla="*/ 11594492 w 13940157"/>
              <a:gd name="connsiteY169" fmla="*/ 310462 h 9456078"/>
              <a:gd name="connsiteX170" fmla="*/ 11640810 w 13940157"/>
              <a:gd name="connsiteY170" fmla="*/ 295018 h 9456078"/>
              <a:gd name="connsiteX171" fmla="*/ 11687267 w 13940157"/>
              <a:gd name="connsiteY171" fmla="*/ 279953 h 9456078"/>
              <a:gd name="connsiteX172" fmla="*/ 11733860 w 13940157"/>
              <a:gd name="connsiteY172" fmla="*/ 265269 h 9456078"/>
              <a:gd name="connsiteX173" fmla="*/ 11780587 w 13940157"/>
              <a:gd name="connsiteY173" fmla="*/ 250968 h 9456078"/>
              <a:gd name="connsiteX174" fmla="*/ 11827447 w 13940157"/>
              <a:gd name="connsiteY174" fmla="*/ 237049 h 9456078"/>
              <a:gd name="connsiteX175" fmla="*/ 11874436 w 13940157"/>
              <a:gd name="connsiteY175" fmla="*/ 223516 h 9456078"/>
              <a:gd name="connsiteX176" fmla="*/ 11921553 w 13940157"/>
              <a:gd name="connsiteY176" fmla="*/ 210368 h 9456078"/>
              <a:gd name="connsiteX177" fmla="*/ 11968794 w 13940157"/>
              <a:gd name="connsiteY177" fmla="*/ 197606 h 9456078"/>
              <a:gd name="connsiteX178" fmla="*/ 12016159 w 13940157"/>
              <a:gd name="connsiteY178" fmla="*/ 185233 h 9456078"/>
              <a:gd name="connsiteX179" fmla="*/ 12063644 w 13940157"/>
              <a:gd name="connsiteY179" fmla="*/ 173248 h 9456078"/>
              <a:gd name="connsiteX180" fmla="*/ 12111248 w 13940157"/>
              <a:gd name="connsiteY180" fmla="*/ 161654 h 9456078"/>
              <a:gd name="connsiteX181" fmla="*/ 12158967 w 13940157"/>
              <a:gd name="connsiteY181" fmla="*/ 150451 h 9456078"/>
              <a:gd name="connsiteX182" fmla="*/ 12206800 w 13940157"/>
              <a:gd name="connsiteY182" fmla="*/ 139640 h 9456078"/>
              <a:gd name="connsiteX183" fmla="*/ 12254745 w 13940157"/>
              <a:gd name="connsiteY183" fmla="*/ 129223 h 9456078"/>
              <a:gd name="connsiteX184" fmla="*/ 12302799 w 13940157"/>
              <a:gd name="connsiteY184" fmla="*/ 119201 h 9456078"/>
              <a:gd name="connsiteX185" fmla="*/ 12350959 w 13940157"/>
              <a:gd name="connsiteY185" fmla="*/ 109574 h 9456078"/>
              <a:gd name="connsiteX186" fmla="*/ 12399224 w 13940157"/>
              <a:gd name="connsiteY186" fmla="*/ 100344 h 9456078"/>
              <a:gd name="connsiteX187" fmla="*/ 12447591 w 13940157"/>
              <a:gd name="connsiteY187" fmla="*/ 91512 h 9456078"/>
              <a:gd name="connsiteX188" fmla="*/ 12496058 w 13940157"/>
              <a:gd name="connsiteY188" fmla="*/ 83080 h 9456078"/>
              <a:gd name="connsiteX189" fmla="*/ 12544623 w 13940157"/>
              <a:gd name="connsiteY189" fmla="*/ 75047 h 9456078"/>
              <a:gd name="connsiteX190" fmla="*/ 12593283 w 13940157"/>
              <a:gd name="connsiteY190" fmla="*/ 67417 h 9456078"/>
              <a:gd name="connsiteX191" fmla="*/ 12642036 w 13940157"/>
              <a:gd name="connsiteY191" fmla="*/ 60188 h 9456078"/>
              <a:gd name="connsiteX192" fmla="*/ 12690879 w 13940157"/>
              <a:gd name="connsiteY192" fmla="*/ 53364 h 9456078"/>
              <a:gd name="connsiteX193" fmla="*/ 12739811 w 13940157"/>
              <a:gd name="connsiteY193" fmla="*/ 46944 h 9456078"/>
              <a:gd name="connsiteX194" fmla="*/ 12788830 w 13940157"/>
              <a:gd name="connsiteY194" fmla="*/ 40931 h 9456078"/>
              <a:gd name="connsiteX195" fmla="*/ 12837932 w 13940157"/>
              <a:gd name="connsiteY195" fmla="*/ 35324 h 9456078"/>
              <a:gd name="connsiteX196" fmla="*/ 12887116 w 13940157"/>
              <a:gd name="connsiteY196" fmla="*/ 30126 h 9456078"/>
              <a:gd name="connsiteX197" fmla="*/ 12936379 w 13940157"/>
              <a:gd name="connsiteY197" fmla="*/ 25337 h 9456078"/>
              <a:gd name="connsiteX198" fmla="*/ 12985719 w 13940157"/>
              <a:gd name="connsiteY198" fmla="*/ 20958 h 9456078"/>
              <a:gd name="connsiteX199" fmla="*/ 13035133 w 13940157"/>
              <a:gd name="connsiteY199" fmla="*/ 16991 h 9456078"/>
              <a:gd name="connsiteX200" fmla="*/ 13084620 w 13940157"/>
              <a:gd name="connsiteY200" fmla="*/ 13437 h 9456078"/>
              <a:gd name="connsiteX201" fmla="*/ 13134178 w 13940157"/>
              <a:gd name="connsiteY201" fmla="*/ 10297 h 9456078"/>
              <a:gd name="connsiteX202" fmla="*/ 13183803 w 13940157"/>
              <a:gd name="connsiteY202" fmla="*/ 7572 h 9456078"/>
              <a:gd name="connsiteX203" fmla="*/ 13233493 w 13940157"/>
              <a:gd name="connsiteY203" fmla="*/ 5263 h 9456078"/>
              <a:gd name="connsiteX204" fmla="*/ 13283247 w 13940157"/>
              <a:gd name="connsiteY204" fmla="*/ 3371 h 9456078"/>
              <a:gd name="connsiteX205" fmla="*/ 13333061 w 13940157"/>
              <a:gd name="connsiteY205" fmla="*/ 1898 h 9456078"/>
              <a:gd name="connsiteX206" fmla="*/ 13382934 w 13940157"/>
              <a:gd name="connsiteY206" fmla="*/ 844 h 9456078"/>
              <a:gd name="connsiteX207" fmla="*/ 13432864 w 13940157"/>
              <a:gd name="connsiteY207" fmla="*/ 211 h 9456078"/>
              <a:gd name="connsiteX208" fmla="*/ 13482847 w 13940157"/>
              <a:gd name="connsiteY208" fmla="*/ 0 h 9456078"/>
              <a:gd name="connsiteX209" fmla="*/ 13940158 w 13940157"/>
              <a:gd name="connsiteY209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49234 w 13158799"/>
              <a:gd name="connsiteY5" fmla="*/ 9450052 h 9456078"/>
              <a:gd name="connsiteX6" fmla="*/ 298870 w 13158799"/>
              <a:gd name="connsiteY6" fmla="*/ 9447409 h 9456078"/>
              <a:gd name="connsiteX7" fmla="*/ 348429 w 13158799"/>
              <a:gd name="connsiteY7" fmla="*/ 9444290 h 9456078"/>
              <a:gd name="connsiteX8" fmla="*/ 397907 w 13158799"/>
              <a:gd name="connsiteY8" fmla="*/ 9440698 h 9456078"/>
              <a:gd name="connsiteX9" fmla="*/ 447302 w 13158799"/>
              <a:gd name="connsiteY9" fmla="*/ 9436632 h 9456078"/>
              <a:gd name="connsiteX10" fmla="*/ 496610 w 13158799"/>
              <a:gd name="connsiteY10" fmla="*/ 9432096 h 9456078"/>
              <a:gd name="connsiteX11" fmla="*/ 545829 w 13158799"/>
              <a:gd name="connsiteY11" fmla="*/ 9427089 h 9456078"/>
              <a:gd name="connsiteX12" fmla="*/ 594956 w 13158799"/>
              <a:gd name="connsiteY12" fmla="*/ 9421615 h 9456078"/>
              <a:gd name="connsiteX13" fmla="*/ 643987 w 13158799"/>
              <a:gd name="connsiteY13" fmla="*/ 9415673 h 9456078"/>
              <a:gd name="connsiteX14" fmla="*/ 692920 w 13158799"/>
              <a:gd name="connsiteY14" fmla="*/ 9409267 h 9456078"/>
              <a:gd name="connsiteX15" fmla="*/ 741751 w 13158799"/>
              <a:gd name="connsiteY15" fmla="*/ 9402396 h 9456078"/>
              <a:gd name="connsiteX16" fmla="*/ 790478 w 13158799"/>
              <a:gd name="connsiteY16" fmla="*/ 9395063 h 9456078"/>
              <a:gd name="connsiteX17" fmla="*/ 839098 w 13158799"/>
              <a:gd name="connsiteY17" fmla="*/ 9387270 h 9456078"/>
              <a:gd name="connsiteX18" fmla="*/ 887607 w 13158799"/>
              <a:gd name="connsiteY18" fmla="*/ 9379017 h 9456078"/>
              <a:gd name="connsiteX19" fmla="*/ 936002 w 13158799"/>
              <a:gd name="connsiteY19" fmla="*/ 9370306 h 9456078"/>
              <a:gd name="connsiteX20" fmla="*/ 984281 w 13158799"/>
              <a:gd name="connsiteY20" fmla="*/ 9361139 h 9456078"/>
              <a:gd name="connsiteX21" fmla="*/ 1032440 w 13158799"/>
              <a:gd name="connsiteY21" fmla="*/ 9351517 h 9456078"/>
              <a:gd name="connsiteX22" fmla="*/ 1080477 w 13158799"/>
              <a:gd name="connsiteY22" fmla="*/ 9341441 h 9456078"/>
              <a:gd name="connsiteX23" fmla="*/ 1128389 w 13158799"/>
              <a:gd name="connsiteY23" fmla="*/ 9330914 h 9456078"/>
              <a:gd name="connsiteX24" fmla="*/ 1176172 w 13158799"/>
              <a:gd name="connsiteY24" fmla="*/ 9319936 h 9456078"/>
              <a:gd name="connsiteX25" fmla="*/ 1223823 w 13158799"/>
              <a:gd name="connsiteY25" fmla="*/ 9308509 h 9456078"/>
              <a:gd name="connsiteX26" fmla="*/ 1271339 w 13158799"/>
              <a:gd name="connsiteY26" fmla="*/ 9296635 h 9456078"/>
              <a:gd name="connsiteX27" fmla="*/ 1318719 w 13158799"/>
              <a:gd name="connsiteY27" fmla="*/ 9284315 h 9456078"/>
              <a:gd name="connsiteX28" fmla="*/ 1365957 w 13158799"/>
              <a:gd name="connsiteY28" fmla="*/ 9271550 h 9456078"/>
              <a:gd name="connsiteX29" fmla="*/ 1413052 w 13158799"/>
              <a:gd name="connsiteY29" fmla="*/ 9258342 h 9456078"/>
              <a:gd name="connsiteX30" fmla="*/ 1460000 w 13158799"/>
              <a:gd name="connsiteY30" fmla="*/ 9244693 h 9456078"/>
              <a:gd name="connsiteX31" fmla="*/ 1506799 w 13158799"/>
              <a:gd name="connsiteY31" fmla="*/ 9230604 h 9456078"/>
              <a:gd name="connsiteX32" fmla="*/ 1553445 w 13158799"/>
              <a:gd name="connsiteY32" fmla="*/ 9216076 h 9456078"/>
              <a:gd name="connsiteX33" fmla="*/ 1599935 w 13158799"/>
              <a:gd name="connsiteY33" fmla="*/ 9201111 h 9456078"/>
              <a:gd name="connsiteX34" fmla="*/ 1646267 w 13158799"/>
              <a:gd name="connsiteY34" fmla="*/ 9185710 h 9456078"/>
              <a:gd name="connsiteX35" fmla="*/ 1692437 w 13158799"/>
              <a:gd name="connsiteY35" fmla="*/ 9169876 h 9456078"/>
              <a:gd name="connsiteX36" fmla="*/ 1738442 w 13158799"/>
              <a:gd name="connsiteY36" fmla="*/ 9153608 h 9456078"/>
              <a:gd name="connsiteX37" fmla="*/ 1784280 w 13158799"/>
              <a:gd name="connsiteY37" fmla="*/ 9136910 h 9456078"/>
              <a:gd name="connsiteX38" fmla="*/ 1829947 w 13158799"/>
              <a:gd name="connsiteY38" fmla="*/ 9119782 h 9456078"/>
              <a:gd name="connsiteX39" fmla="*/ 1875440 w 13158799"/>
              <a:gd name="connsiteY39" fmla="*/ 9102226 h 9456078"/>
              <a:gd name="connsiteX40" fmla="*/ 1920756 w 13158799"/>
              <a:gd name="connsiteY40" fmla="*/ 9084243 h 9456078"/>
              <a:gd name="connsiteX41" fmla="*/ 1965893 w 13158799"/>
              <a:gd name="connsiteY41" fmla="*/ 9065835 h 9456078"/>
              <a:gd name="connsiteX42" fmla="*/ 2010847 w 13158799"/>
              <a:gd name="connsiteY42" fmla="*/ 9047004 h 9456078"/>
              <a:gd name="connsiteX43" fmla="*/ 2055615 w 13158799"/>
              <a:gd name="connsiteY43" fmla="*/ 9027750 h 9456078"/>
              <a:gd name="connsiteX44" fmla="*/ 2100195 w 13158799"/>
              <a:gd name="connsiteY44" fmla="*/ 9008075 h 9456078"/>
              <a:gd name="connsiteX45" fmla="*/ 2144582 w 13158799"/>
              <a:gd name="connsiteY45" fmla="*/ 8987981 h 9456078"/>
              <a:gd name="connsiteX46" fmla="*/ 2188775 w 13158799"/>
              <a:gd name="connsiteY46" fmla="*/ 8967470 h 9456078"/>
              <a:gd name="connsiteX47" fmla="*/ 2232770 w 13158799"/>
              <a:gd name="connsiteY47" fmla="*/ 8946542 h 9456078"/>
              <a:gd name="connsiteX48" fmla="*/ 2276564 w 13158799"/>
              <a:gd name="connsiteY48" fmla="*/ 8925199 h 9456078"/>
              <a:gd name="connsiteX49" fmla="*/ 2320154 w 13158799"/>
              <a:gd name="connsiteY49" fmla="*/ 8903443 h 9456078"/>
              <a:gd name="connsiteX50" fmla="*/ 2363538 w 13158799"/>
              <a:gd name="connsiteY50" fmla="*/ 8881275 h 9456078"/>
              <a:gd name="connsiteX51" fmla="*/ 2406711 w 13158799"/>
              <a:gd name="connsiteY51" fmla="*/ 8858697 h 9456078"/>
              <a:gd name="connsiteX52" fmla="*/ 2449672 w 13158799"/>
              <a:gd name="connsiteY52" fmla="*/ 8835710 h 9456078"/>
              <a:gd name="connsiteX53" fmla="*/ 2492417 w 13158799"/>
              <a:gd name="connsiteY53" fmla="*/ 8812316 h 9456078"/>
              <a:gd name="connsiteX54" fmla="*/ 2534943 w 13158799"/>
              <a:gd name="connsiteY54" fmla="*/ 8788516 h 9456078"/>
              <a:gd name="connsiteX55" fmla="*/ 2577247 w 13158799"/>
              <a:gd name="connsiteY55" fmla="*/ 8764311 h 9456078"/>
              <a:gd name="connsiteX56" fmla="*/ 2619326 w 13158799"/>
              <a:gd name="connsiteY56" fmla="*/ 8739704 h 9456078"/>
              <a:gd name="connsiteX57" fmla="*/ 2661177 w 13158799"/>
              <a:gd name="connsiteY57" fmla="*/ 8714695 h 9456078"/>
              <a:gd name="connsiteX58" fmla="*/ 2702797 w 13158799"/>
              <a:gd name="connsiteY58" fmla="*/ 8689286 h 9456078"/>
              <a:gd name="connsiteX59" fmla="*/ 2744183 w 13158799"/>
              <a:gd name="connsiteY59" fmla="*/ 8663479 h 9456078"/>
              <a:gd name="connsiteX60" fmla="*/ 2785333 w 13158799"/>
              <a:gd name="connsiteY60" fmla="*/ 8637274 h 9456078"/>
              <a:gd name="connsiteX61" fmla="*/ 2826242 w 13158799"/>
              <a:gd name="connsiteY61" fmla="*/ 8610675 h 9456078"/>
              <a:gd name="connsiteX62" fmla="*/ 2866908 w 13158799"/>
              <a:gd name="connsiteY62" fmla="*/ 8583681 h 9456078"/>
              <a:gd name="connsiteX63" fmla="*/ 2907329 w 13158799"/>
              <a:gd name="connsiteY63" fmla="*/ 8556295 h 9456078"/>
              <a:gd name="connsiteX64" fmla="*/ 2947500 w 13158799"/>
              <a:gd name="connsiteY64" fmla="*/ 8528517 h 9456078"/>
              <a:gd name="connsiteX65" fmla="*/ 2987419 w 13158799"/>
              <a:gd name="connsiteY65" fmla="*/ 8500351 h 9456078"/>
              <a:gd name="connsiteX66" fmla="*/ 3027083 w 13158799"/>
              <a:gd name="connsiteY66" fmla="*/ 8471796 h 9456078"/>
              <a:gd name="connsiteX67" fmla="*/ 3066489 w 13158799"/>
              <a:gd name="connsiteY67" fmla="*/ 8442854 h 9456078"/>
              <a:gd name="connsiteX68" fmla="*/ 3105634 w 13158799"/>
              <a:gd name="connsiteY68" fmla="*/ 8413528 h 9456078"/>
              <a:gd name="connsiteX69" fmla="*/ 3144515 w 13158799"/>
              <a:gd name="connsiteY69" fmla="*/ 8383818 h 9456078"/>
              <a:gd name="connsiteX70" fmla="*/ 3183129 w 13158799"/>
              <a:gd name="connsiteY70" fmla="*/ 8353726 h 9456078"/>
              <a:gd name="connsiteX71" fmla="*/ 3221473 w 13158799"/>
              <a:gd name="connsiteY71" fmla="*/ 8323253 h 9456078"/>
              <a:gd name="connsiteX72" fmla="*/ 3259544 w 13158799"/>
              <a:gd name="connsiteY72" fmla="*/ 8292401 h 9456078"/>
              <a:gd name="connsiteX73" fmla="*/ 3297339 w 13158799"/>
              <a:gd name="connsiteY73" fmla="*/ 8261172 h 9456078"/>
              <a:gd name="connsiteX74" fmla="*/ 3334854 w 13158799"/>
              <a:gd name="connsiteY74" fmla="*/ 8229566 h 9456078"/>
              <a:gd name="connsiteX75" fmla="*/ 3372087 w 13158799"/>
              <a:gd name="connsiteY75" fmla="*/ 8197585 h 9456078"/>
              <a:gd name="connsiteX76" fmla="*/ 3409035 w 13158799"/>
              <a:gd name="connsiteY76" fmla="*/ 8165232 h 9456078"/>
              <a:gd name="connsiteX77" fmla="*/ 3445695 w 13158799"/>
              <a:gd name="connsiteY77" fmla="*/ 8132507 h 9456078"/>
              <a:gd name="connsiteX78" fmla="*/ 3482064 w 13158799"/>
              <a:gd name="connsiteY78" fmla="*/ 8099411 h 9456078"/>
              <a:gd name="connsiteX79" fmla="*/ 3518139 w 13158799"/>
              <a:gd name="connsiteY79" fmla="*/ 8065947 h 9456078"/>
              <a:gd name="connsiteX80" fmla="*/ 3553916 w 13158799"/>
              <a:gd name="connsiteY80" fmla="*/ 8032115 h 9456078"/>
              <a:gd name="connsiteX81" fmla="*/ 3589393 w 13158799"/>
              <a:gd name="connsiteY81" fmla="*/ 7997918 h 9456078"/>
              <a:gd name="connsiteX82" fmla="*/ 3624567 w 13158799"/>
              <a:gd name="connsiteY82" fmla="*/ 7963356 h 9456078"/>
              <a:gd name="connsiteX83" fmla="*/ 3659435 w 13158799"/>
              <a:gd name="connsiteY83" fmla="*/ 7928432 h 9456078"/>
              <a:gd name="connsiteX84" fmla="*/ 3693994 w 13158799"/>
              <a:gd name="connsiteY84" fmla="*/ 7893146 h 9456078"/>
              <a:gd name="connsiteX85" fmla="*/ 3728240 w 13158799"/>
              <a:gd name="connsiteY85" fmla="*/ 7857501 h 9456078"/>
              <a:gd name="connsiteX86" fmla="*/ 3762171 w 13158799"/>
              <a:gd name="connsiteY86" fmla="*/ 7821497 h 9456078"/>
              <a:gd name="connsiteX87" fmla="*/ 3795783 w 13158799"/>
              <a:gd name="connsiteY87" fmla="*/ 7785136 h 9456078"/>
              <a:gd name="connsiteX88" fmla="*/ 3829075 w 13158799"/>
              <a:gd name="connsiteY88" fmla="*/ 7748420 h 9456078"/>
              <a:gd name="connsiteX89" fmla="*/ 3862042 w 13158799"/>
              <a:gd name="connsiteY89" fmla="*/ 7711350 h 9456078"/>
              <a:gd name="connsiteX90" fmla="*/ 3894682 w 13158799"/>
              <a:gd name="connsiteY90" fmla="*/ 7673928 h 9456078"/>
              <a:gd name="connsiteX91" fmla="*/ 3926991 w 13158799"/>
              <a:gd name="connsiteY91" fmla="*/ 7636155 h 9456078"/>
              <a:gd name="connsiteX92" fmla="*/ 3958967 w 13158799"/>
              <a:gd name="connsiteY92" fmla="*/ 7598032 h 9456078"/>
              <a:gd name="connsiteX93" fmla="*/ 3990607 w 13158799"/>
              <a:gd name="connsiteY93" fmla="*/ 7559561 h 9456078"/>
              <a:gd name="connsiteX94" fmla="*/ 4021907 w 13158799"/>
              <a:gd name="connsiteY94" fmla="*/ 7520744 h 9456078"/>
              <a:gd name="connsiteX95" fmla="*/ 4052865 w 13158799"/>
              <a:gd name="connsiteY95" fmla="*/ 7481582 h 9456078"/>
              <a:gd name="connsiteX96" fmla="*/ 4083478 w 13158799"/>
              <a:gd name="connsiteY96" fmla="*/ 7442077 h 9456078"/>
              <a:gd name="connsiteX97" fmla="*/ 8022311 w 13158799"/>
              <a:gd name="connsiteY97" fmla="*/ 2307814 h 9456078"/>
              <a:gd name="connsiteX98" fmla="*/ 8052902 w 13158799"/>
              <a:gd name="connsiteY98" fmla="*/ 2268285 h 9456078"/>
              <a:gd name="connsiteX99" fmla="*/ 8083796 w 13158799"/>
              <a:gd name="connsiteY99" fmla="*/ 2229056 h 9456078"/>
              <a:gd name="connsiteX100" fmla="*/ 8114989 w 13158799"/>
              <a:gd name="connsiteY100" fmla="*/ 2190127 h 9456078"/>
              <a:gd name="connsiteX101" fmla="*/ 8146479 w 13158799"/>
              <a:gd name="connsiteY101" fmla="*/ 2151500 h 9456078"/>
              <a:gd name="connsiteX102" fmla="*/ 8178264 w 13158799"/>
              <a:gd name="connsiteY102" fmla="*/ 2113176 h 9456078"/>
              <a:gd name="connsiteX103" fmla="*/ 8210341 w 13158799"/>
              <a:gd name="connsiteY103" fmla="*/ 2075157 h 9456078"/>
              <a:gd name="connsiteX104" fmla="*/ 8242709 w 13158799"/>
              <a:gd name="connsiteY104" fmla="*/ 2037442 h 9456078"/>
              <a:gd name="connsiteX105" fmla="*/ 8275365 w 13158799"/>
              <a:gd name="connsiteY105" fmla="*/ 2000034 h 9456078"/>
              <a:gd name="connsiteX106" fmla="*/ 8308307 w 13158799"/>
              <a:gd name="connsiteY106" fmla="*/ 1962934 h 9456078"/>
              <a:gd name="connsiteX107" fmla="*/ 8341532 w 13158799"/>
              <a:gd name="connsiteY107" fmla="*/ 1926142 h 9456078"/>
              <a:gd name="connsiteX108" fmla="*/ 8375038 w 13158799"/>
              <a:gd name="connsiteY108" fmla="*/ 1889660 h 9456078"/>
              <a:gd name="connsiteX109" fmla="*/ 8408823 w 13158799"/>
              <a:gd name="connsiteY109" fmla="*/ 1853489 h 9456078"/>
              <a:gd name="connsiteX110" fmla="*/ 8442885 w 13158799"/>
              <a:gd name="connsiteY110" fmla="*/ 1817630 h 9456078"/>
              <a:gd name="connsiteX111" fmla="*/ 8477221 w 13158799"/>
              <a:gd name="connsiteY111" fmla="*/ 1782084 h 9456078"/>
              <a:gd name="connsiteX112" fmla="*/ 8511829 w 13158799"/>
              <a:gd name="connsiteY112" fmla="*/ 1746853 h 9456078"/>
              <a:gd name="connsiteX113" fmla="*/ 8546706 w 13158799"/>
              <a:gd name="connsiteY113" fmla="*/ 1711937 h 9456078"/>
              <a:gd name="connsiteX114" fmla="*/ 8581851 w 13158799"/>
              <a:gd name="connsiteY114" fmla="*/ 1677337 h 9456078"/>
              <a:gd name="connsiteX115" fmla="*/ 8617261 w 13158799"/>
              <a:gd name="connsiteY115" fmla="*/ 1643056 h 9456078"/>
              <a:gd name="connsiteX116" fmla="*/ 8652934 w 13158799"/>
              <a:gd name="connsiteY116" fmla="*/ 1609093 h 9456078"/>
              <a:gd name="connsiteX117" fmla="*/ 8688867 w 13158799"/>
              <a:gd name="connsiteY117" fmla="*/ 1575450 h 9456078"/>
              <a:gd name="connsiteX118" fmla="*/ 8725058 w 13158799"/>
              <a:gd name="connsiteY118" fmla="*/ 1542128 h 9456078"/>
              <a:gd name="connsiteX119" fmla="*/ 8761506 w 13158799"/>
              <a:gd name="connsiteY119" fmla="*/ 1509129 h 9456078"/>
              <a:gd name="connsiteX120" fmla="*/ 8798207 w 13158799"/>
              <a:gd name="connsiteY120" fmla="*/ 1476452 h 9456078"/>
              <a:gd name="connsiteX121" fmla="*/ 8835159 w 13158799"/>
              <a:gd name="connsiteY121" fmla="*/ 1444101 h 9456078"/>
              <a:gd name="connsiteX122" fmla="*/ 8872360 w 13158799"/>
              <a:gd name="connsiteY122" fmla="*/ 1412075 h 9456078"/>
              <a:gd name="connsiteX123" fmla="*/ 8909808 w 13158799"/>
              <a:gd name="connsiteY123" fmla="*/ 1380375 h 9456078"/>
              <a:gd name="connsiteX124" fmla="*/ 8947501 w 13158799"/>
              <a:gd name="connsiteY124" fmla="*/ 1349004 h 9456078"/>
              <a:gd name="connsiteX125" fmla="*/ 8985435 w 13158799"/>
              <a:gd name="connsiteY125" fmla="*/ 1317962 h 9456078"/>
              <a:gd name="connsiteX126" fmla="*/ 9023610 w 13158799"/>
              <a:gd name="connsiteY126" fmla="*/ 1287250 h 9456078"/>
              <a:gd name="connsiteX127" fmla="*/ 9062022 w 13158799"/>
              <a:gd name="connsiteY127" fmla="*/ 1256869 h 9456078"/>
              <a:gd name="connsiteX128" fmla="*/ 9100669 w 13158799"/>
              <a:gd name="connsiteY128" fmla="*/ 1226820 h 9456078"/>
              <a:gd name="connsiteX129" fmla="*/ 9139549 w 13158799"/>
              <a:gd name="connsiteY129" fmla="*/ 1197105 h 9456078"/>
              <a:gd name="connsiteX130" fmla="*/ 9178660 w 13158799"/>
              <a:gd name="connsiteY130" fmla="*/ 1167725 h 9456078"/>
              <a:gd name="connsiteX131" fmla="*/ 9217999 w 13158799"/>
              <a:gd name="connsiteY131" fmla="*/ 1138681 h 9456078"/>
              <a:gd name="connsiteX132" fmla="*/ 9257564 w 13158799"/>
              <a:gd name="connsiteY132" fmla="*/ 1109974 h 9456078"/>
              <a:gd name="connsiteX133" fmla="*/ 9297353 w 13158799"/>
              <a:gd name="connsiteY133" fmla="*/ 1081604 h 9456078"/>
              <a:gd name="connsiteX134" fmla="*/ 9337364 w 13158799"/>
              <a:gd name="connsiteY134" fmla="*/ 1053574 h 9456078"/>
              <a:gd name="connsiteX135" fmla="*/ 9377594 w 13158799"/>
              <a:gd name="connsiteY135" fmla="*/ 1025884 h 9456078"/>
              <a:gd name="connsiteX136" fmla="*/ 9418040 w 13158799"/>
              <a:gd name="connsiteY136" fmla="*/ 998536 h 9456078"/>
              <a:gd name="connsiteX137" fmla="*/ 9458702 w 13158799"/>
              <a:gd name="connsiteY137" fmla="*/ 971530 h 9456078"/>
              <a:gd name="connsiteX138" fmla="*/ 9499575 w 13158799"/>
              <a:gd name="connsiteY138" fmla="*/ 944868 h 9456078"/>
              <a:gd name="connsiteX139" fmla="*/ 9540659 w 13158799"/>
              <a:gd name="connsiteY139" fmla="*/ 918551 h 9456078"/>
              <a:gd name="connsiteX140" fmla="*/ 9581950 w 13158799"/>
              <a:gd name="connsiteY140" fmla="*/ 892580 h 9456078"/>
              <a:gd name="connsiteX141" fmla="*/ 9623447 w 13158799"/>
              <a:gd name="connsiteY141" fmla="*/ 866956 h 9456078"/>
              <a:gd name="connsiteX142" fmla="*/ 9665147 w 13158799"/>
              <a:gd name="connsiteY142" fmla="*/ 841681 h 9456078"/>
              <a:gd name="connsiteX143" fmla="*/ 9707048 w 13158799"/>
              <a:gd name="connsiteY143" fmla="*/ 816754 h 9456078"/>
              <a:gd name="connsiteX144" fmla="*/ 9749147 w 13158799"/>
              <a:gd name="connsiteY144" fmla="*/ 792179 h 9456078"/>
              <a:gd name="connsiteX145" fmla="*/ 9791443 w 13158799"/>
              <a:gd name="connsiteY145" fmla="*/ 767955 h 9456078"/>
              <a:gd name="connsiteX146" fmla="*/ 9833932 w 13158799"/>
              <a:gd name="connsiteY146" fmla="*/ 744083 h 9456078"/>
              <a:gd name="connsiteX147" fmla="*/ 9876613 w 13158799"/>
              <a:gd name="connsiteY147" fmla="*/ 720566 h 9456078"/>
              <a:gd name="connsiteX148" fmla="*/ 9919484 w 13158799"/>
              <a:gd name="connsiteY148" fmla="*/ 697404 h 9456078"/>
              <a:gd name="connsiteX149" fmla="*/ 9962542 w 13158799"/>
              <a:gd name="connsiteY149" fmla="*/ 674598 h 9456078"/>
              <a:gd name="connsiteX150" fmla="*/ 10005784 w 13158799"/>
              <a:gd name="connsiteY150" fmla="*/ 652149 h 9456078"/>
              <a:gd name="connsiteX151" fmla="*/ 10049209 w 13158799"/>
              <a:gd name="connsiteY151" fmla="*/ 630059 h 9456078"/>
              <a:gd name="connsiteX152" fmla="*/ 10092814 w 13158799"/>
              <a:gd name="connsiteY152" fmla="*/ 608328 h 9456078"/>
              <a:gd name="connsiteX153" fmla="*/ 10136597 w 13158799"/>
              <a:gd name="connsiteY153" fmla="*/ 586958 h 9456078"/>
              <a:gd name="connsiteX154" fmla="*/ 10180556 w 13158799"/>
              <a:gd name="connsiteY154" fmla="*/ 565950 h 9456078"/>
              <a:gd name="connsiteX155" fmla="*/ 10224688 w 13158799"/>
              <a:gd name="connsiteY155" fmla="*/ 545304 h 9456078"/>
              <a:gd name="connsiteX156" fmla="*/ 10268991 w 13158799"/>
              <a:gd name="connsiteY156" fmla="*/ 525023 h 9456078"/>
              <a:gd name="connsiteX157" fmla="*/ 10313463 w 13158799"/>
              <a:gd name="connsiteY157" fmla="*/ 505107 h 9456078"/>
              <a:gd name="connsiteX158" fmla="*/ 10358101 w 13158799"/>
              <a:gd name="connsiteY158" fmla="*/ 485558 h 9456078"/>
              <a:gd name="connsiteX159" fmla="*/ 10402903 w 13158799"/>
              <a:gd name="connsiteY159" fmla="*/ 466376 h 9456078"/>
              <a:gd name="connsiteX160" fmla="*/ 10447868 w 13158799"/>
              <a:gd name="connsiteY160" fmla="*/ 447563 h 9456078"/>
              <a:gd name="connsiteX161" fmla="*/ 10492991 w 13158799"/>
              <a:gd name="connsiteY161" fmla="*/ 429119 h 9456078"/>
              <a:gd name="connsiteX162" fmla="*/ 10538272 w 13158799"/>
              <a:gd name="connsiteY162" fmla="*/ 411046 h 9456078"/>
              <a:gd name="connsiteX163" fmla="*/ 10583708 w 13158799"/>
              <a:gd name="connsiteY163" fmla="*/ 393346 h 9456078"/>
              <a:gd name="connsiteX164" fmla="*/ 10629297 w 13158799"/>
              <a:gd name="connsiteY164" fmla="*/ 376018 h 9456078"/>
              <a:gd name="connsiteX165" fmla="*/ 10675036 w 13158799"/>
              <a:gd name="connsiteY165" fmla="*/ 359065 h 9456078"/>
              <a:gd name="connsiteX166" fmla="*/ 10720923 w 13158799"/>
              <a:gd name="connsiteY166" fmla="*/ 342487 h 9456078"/>
              <a:gd name="connsiteX167" fmla="*/ 10766956 w 13158799"/>
              <a:gd name="connsiteY167" fmla="*/ 326286 h 9456078"/>
              <a:gd name="connsiteX168" fmla="*/ 10813132 w 13158799"/>
              <a:gd name="connsiteY168" fmla="*/ 310462 h 9456078"/>
              <a:gd name="connsiteX169" fmla="*/ 10859450 w 13158799"/>
              <a:gd name="connsiteY169" fmla="*/ 295018 h 9456078"/>
              <a:gd name="connsiteX170" fmla="*/ 10905907 w 13158799"/>
              <a:gd name="connsiteY170" fmla="*/ 279953 h 9456078"/>
              <a:gd name="connsiteX171" fmla="*/ 10952500 w 13158799"/>
              <a:gd name="connsiteY171" fmla="*/ 265269 h 9456078"/>
              <a:gd name="connsiteX172" fmla="*/ 10999227 w 13158799"/>
              <a:gd name="connsiteY172" fmla="*/ 250968 h 9456078"/>
              <a:gd name="connsiteX173" fmla="*/ 11046087 w 13158799"/>
              <a:gd name="connsiteY173" fmla="*/ 237049 h 9456078"/>
              <a:gd name="connsiteX174" fmla="*/ 11093076 w 13158799"/>
              <a:gd name="connsiteY174" fmla="*/ 223516 h 9456078"/>
              <a:gd name="connsiteX175" fmla="*/ 11140193 w 13158799"/>
              <a:gd name="connsiteY175" fmla="*/ 210368 h 9456078"/>
              <a:gd name="connsiteX176" fmla="*/ 11187434 w 13158799"/>
              <a:gd name="connsiteY176" fmla="*/ 197606 h 9456078"/>
              <a:gd name="connsiteX177" fmla="*/ 11234799 w 13158799"/>
              <a:gd name="connsiteY177" fmla="*/ 185233 h 9456078"/>
              <a:gd name="connsiteX178" fmla="*/ 11282284 w 13158799"/>
              <a:gd name="connsiteY178" fmla="*/ 173248 h 9456078"/>
              <a:gd name="connsiteX179" fmla="*/ 11329888 w 13158799"/>
              <a:gd name="connsiteY179" fmla="*/ 161654 h 9456078"/>
              <a:gd name="connsiteX180" fmla="*/ 11377607 w 13158799"/>
              <a:gd name="connsiteY180" fmla="*/ 150451 h 9456078"/>
              <a:gd name="connsiteX181" fmla="*/ 11425440 w 13158799"/>
              <a:gd name="connsiteY181" fmla="*/ 139640 h 9456078"/>
              <a:gd name="connsiteX182" fmla="*/ 11473385 w 13158799"/>
              <a:gd name="connsiteY182" fmla="*/ 129223 h 9456078"/>
              <a:gd name="connsiteX183" fmla="*/ 11521439 w 13158799"/>
              <a:gd name="connsiteY183" fmla="*/ 119201 h 9456078"/>
              <a:gd name="connsiteX184" fmla="*/ 11569599 w 13158799"/>
              <a:gd name="connsiteY184" fmla="*/ 109574 h 9456078"/>
              <a:gd name="connsiteX185" fmla="*/ 11617864 w 13158799"/>
              <a:gd name="connsiteY185" fmla="*/ 100344 h 9456078"/>
              <a:gd name="connsiteX186" fmla="*/ 11666231 w 13158799"/>
              <a:gd name="connsiteY186" fmla="*/ 91512 h 9456078"/>
              <a:gd name="connsiteX187" fmla="*/ 11714698 w 13158799"/>
              <a:gd name="connsiteY187" fmla="*/ 83080 h 9456078"/>
              <a:gd name="connsiteX188" fmla="*/ 11763263 w 13158799"/>
              <a:gd name="connsiteY188" fmla="*/ 75047 h 9456078"/>
              <a:gd name="connsiteX189" fmla="*/ 11811923 w 13158799"/>
              <a:gd name="connsiteY189" fmla="*/ 67417 h 9456078"/>
              <a:gd name="connsiteX190" fmla="*/ 11860676 w 13158799"/>
              <a:gd name="connsiteY190" fmla="*/ 60188 h 9456078"/>
              <a:gd name="connsiteX191" fmla="*/ 11909519 w 13158799"/>
              <a:gd name="connsiteY191" fmla="*/ 53364 h 9456078"/>
              <a:gd name="connsiteX192" fmla="*/ 11958451 w 13158799"/>
              <a:gd name="connsiteY192" fmla="*/ 46944 h 9456078"/>
              <a:gd name="connsiteX193" fmla="*/ 12007470 w 13158799"/>
              <a:gd name="connsiteY193" fmla="*/ 40931 h 9456078"/>
              <a:gd name="connsiteX194" fmla="*/ 12056572 w 13158799"/>
              <a:gd name="connsiteY194" fmla="*/ 35324 h 9456078"/>
              <a:gd name="connsiteX195" fmla="*/ 12105756 w 13158799"/>
              <a:gd name="connsiteY195" fmla="*/ 30126 h 9456078"/>
              <a:gd name="connsiteX196" fmla="*/ 12155019 w 13158799"/>
              <a:gd name="connsiteY196" fmla="*/ 25337 h 9456078"/>
              <a:gd name="connsiteX197" fmla="*/ 12204359 w 13158799"/>
              <a:gd name="connsiteY197" fmla="*/ 20958 h 9456078"/>
              <a:gd name="connsiteX198" fmla="*/ 12253773 w 13158799"/>
              <a:gd name="connsiteY198" fmla="*/ 16991 h 9456078"/>
              <a:gd name="connsiteX199" fmla="*/ 12303260 w 13158799"/>
              <a:gd name="connsiteY199" fmla="*/ 13437 h 9456078"/>
              <a:gd name="connsiteX200" fmla="*/ 12352818 w 13158799"/>
              <a:gd name="connsiteY200" fmla="*/ 10297 h 9456078"/>
              <a:gd name="connsiteX201" fmla="*/ 12402443 w 13158799"/>
              <a:gd name="connsiteY201" fmla="*/ 7572 h 9456078"/>
              <a:gd name="connsiteX202" fmla="*/ 12452133 w 13158799"/>
              <a:gd name="connsiteY202" fmla="*/ 5263 h 9456078"/>
              <a:gd name="connsiteX203" fmla="*/ 12501887 w 13158799"/>
              <a:gd name="connsiteY203" fmla="*/ 3371 h 9456078"/>
              <a:gd name="connsiteX204" fmla="*/ 12551701 w 13158799"/>
              <a:gd name="connsiteY204" fmla="*/ 1898 h 9456078"/>
              <a:gd name="connsiteX205" fmla="*/ 12601574 w 13158799"/>
              <a:gd name="connsiteY205" fmla="*/ 844 h 9456078"/>
              <a:gd name="connsiteX206" fmla="*/ 12651504 w 13158799"/>
              <a:gd name="connsiteY206" fmla="*/ 211 h 9456078"/>
              <a:gd name="connsiteX207" fmla="*/ 12701487 w 13158799"/>
              <a:gd name="connsiteY207" fmla="*/ 0 h 9456078"/>
              <a:gd name="connsiteX208" fmla="*/ 13158798 w 13158799"/>
              <a:gd name="connsiteY208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28389 w 13158797"/>
              <a:gd name="connsiteY22" fmla="*/ 9330914 h 9456078"/>
              <a:gd name="connsiteX23" fmla="*/ 1176172 w 13158797"/>
              <a:gd name="connsiteY23" fmla="*/ 9319936 h 9456078"/>
              <a:gd name="connsiteX24" fmla="*/ 1223823 w 13158797"/>
              <a:gd name="connsiteY24" fmla="*/ 9308509 h 9456078"/>
              <a:gd name="connsiteX25" fmla="*/ 1271339 w 13158797"/>
              <a:gd name="connsiteY25" fmla="*/ 9296635 h 9456078"/>
              <a:gd name="connsiteX26" fmla="*/ 1318719 w 13158797"/>
              <a:gd name="connsiteY26" fmla="*/ 9284315 h 9456078"/>
              <a:gd name="connsiteX27" fmla="*/ 1365957 w 13158797"/>
              <a:gd name="connsiteY27" fmla="*/ 9271550 h 9456078"/>
              <a:gd name="connsiteX28" fmla="*/ 1413052 w 13158797"/>
              <a:gd name="connsiteY28" fmla="*/ 9258342 h 9456078"/>
              <a:gd name="connsiteX29" fmla="*/ 1460000 w 13158797"/>
              <a:gd name="connsiteY29" fmla="*/ 9244693 h 9456078"/>
              <a:gd name="connsiteX30" fmla="*/ 1506799 w 13158797"/>
              <a:gd name="connsiteY30" fmla="*/ 9230604 h 9456078"/>
              <a:gd name="connsiteX31" fmla="*/ 1553445 w 13158797"/>
              <a:gd name="connsiteY31" fmla="*/ 9216076 h 9456078"/>
              <a:gd name="connsiteX32" fmla="*/ 1599935 w 13158797"/>
              <a:gd name="connsiteY32" fmla="*/ 9201111 h 9456078"/>
              <a:gd name="connsiteX33" fmla="*/ 1646267 w 13158797"/>
              <a:gd name="connsiteY33" fmla="*/ 9185710 h 9456078"/>
              <a:gd name="connsiteX34" fmla="*/ 1692437 w 13158797"/>
              <a:gd name="connsiteY34" fmla="*/ 9169876 h 9456078"/>
              <a:gd name="connsiteX35" fmla="*/ 1738442 w 13158797"/>
              <a:gd name="connsiteY35" fmla="*/ 9153608 h 9456078"/>
              <a:gd name="connsiteX36" fmla="*/ 1784280 w 13158797"/>
              <a:gd name="connsiteY36" fmla="*/ 9136910 h 9456078"/>
              <a:gd name="connsiteX37" fmla="*/ 1829947 w 13158797"/>
              <a:gd name="connsiteY37" fmla="*/ 9119782 h 9456078"/>
              <a:gd name="connsiteX38" fmla="*/ 1875440 w 13158797"/>
              <a:gd name="connsiteY38" fmla="*/ 9102226 h 9456078"/>
              <a:gd name="connsiteX39" fmla="*/ 1920756 w 13158797"/>
              <a:gd name="connsiteY39" fmla="*/ 9084243 h 9456078"/>
              <a:gd name="connsiteX40" fmla="*/ 1965893 w 13158797"/>
              <a:gd name="connsiteY40" fmla="*/ 9065835 h 9456078"/>
              <a:gd name="connsiteX41" fmla="*/ 2010847 w 13158797"/>
              <a:gd name="connsiteY41" fmla="*/ 9047004 h 9456078"/>
              <a:gd name="connsiteX42" fmla="*/ 2055615 w 13158797"/>
              <a:gd name="connsiteY42" fmla="*/ 9027750 h 9456078"/>
              <a:gd name="connsiteX43" fmla="*/ 2100195 w 13158797"/>
              <a:gd name="connsiteY43" fmla="*/ 9008075 h 9456078"/>
              <a:gd name="connsiteX44" fmla="*/ 2144582 w 13158797"/>
              <a:gd name="connsiteY44" fmla="*/ 8987981 h 9456078"/>
              <a:gd name="connsiteX45" fmla="*/ 2188775 w 13158797"/>
              <a:gd name="connsiteY45" fmla="*/ 8967470 h 9456078"/>
              <a:gd name="connsiteX46" fmla="*/ 2232770 w 13158797"/>
              <a:gd name="connsiteY46" fmla="*/ 8946542 h 9456078"/>
              <a:gd name="connsiteX47" fmla="*/ 2276564 w 13158797"/>
              <a:gd name="connsiteY47" fmla="*/ 8925199 h 9456078"/>
              <a:gd name="connsiteX48" fmla="*/ 2320154 w 13158797"/>
              <a:gd name="connsiteY48" fmla="*/ 8903443 h 9456078"/>
              <a:gd name="connsiteX49" fmla="*/ 2363538 w 13158797"/>
              <a:gd name="connsiteY49" fmla="*/ 8881275 h 9456078"/>
              <a:gd name="connsiteX50" fmla="*/ 2406711 w 13158797"/>
              <a:gd name="connsiteY50" fmla="*/ 8858697 h 9456078"/>
              <a:gd name="connsiteX51" fmla="*/ 2449672 w 13158797"/>
              <a:gd name="connsiteY51" fmla="*/ 8835710 h 9456078"/>
              <a:gd name="connsiteX52" fmla="*/ 2492417 w 13158797"/>
              <a:gd name="connsiteY52" fmla="*/ 8812316 h 9456078"/>
              <a:gd name="connsiteX53" fmla="*/ 2534943 w 13158797"/>
              <a:gd name="connsiteY53" fmla="*/ 8788516 h 9456078"/>
              <a:gd name="connsiteX54" fmla="*/ 2577247 w 13158797"/>
              <a:gd name="connsiteY54" fmla="*/ 8764311 h 9456078"/>
              <a:gd name="connsiteX55" fmla="*/ 2619326 w 13158797"/>
              <a:gd name="connsiteY55" fmla="*/ 8739704 h 9456078"/>
              <a:gd name="connsiteX56" fmla="*/ 2661177 w 13158797"/>
              <a:gd name="connsiteY56" fmla="*/ 8714695 h 9456078"/>
              <a:gd name="connsiteX57" fmla="*/ 2702797 w 13158797"/>
              <a:gd name="connsiteY57" fmla="*/ 8689286 h 9456078"/>
              <a:gd name="connsiteX58" fmla="*/ 2744183 w 13158797"/>
              <a:gd name="connsiteY58" fmla="*/ 8663479 h 9456078"/>
              <a:gd name="connsiteX59" fmla="*/ 2785333 w 13158797"/>
              <a:gd name="connsiteY59" fmla="*/ 8637274 h 9456078"/>
              <a:gd name="connsiteX60" fmla="*/ 2826242 w 13158797"/>
              <a:gd name="connsiteY60" fmla="*/ 8610675 h 9456078"/>
              <a:gd name="connsiteX61" fmla="*/ 2866908 w 13158797"/>
              <a:gd name="connsiteY61" fmla="*/ 8583681 h 9456078"/>
              <a:gd name="connsiteX62" fmla="*/ 2907329 w 13158797"/>
              <a:gd name="connsiteY62" fmla="*/ 8556295 h 9456078"/>
              <a:gd name="connsiteX63" fmla="*/ 2947500 w 13158797"/>
              <a:gd name="connsiteY63" fmla="*/ 8528517 h 9456078"/>
              <a:gd name="connsiteX64" fmla="*/ 2987419 w 13158797"/>
              <a:gd name="connsiteY64" fmla="*/ 8500351 h 9456078"/>
              <a:gd name="connsiteX65" fmla="*/ 3027083 w 13158797"/>
              <a:gd name="connsiteY65" fmla="*/ 8471796 h 9456078"/>
              <a:gd name="connsiteX66" fmla="*/ 3066489 w 13158797"/>
              <a:gd name="connsiteY66" fmla="*/ 8442854 h 9456078"/>
              <a:gd name="connsiteX67" fmla="*/ 3105634 w 13158797"/>
              <a:gd name="connsiteY67" fmla="*/ 8413528 h 9456078"/>
              <a:gd name="connsiteX68" fmla="*/ 3144515 w 13158797"/>
              <a:gd name="connsiteY68" fmla="*/ 8383818 h 9456078"/>
              <a:gd name="connsiteX69" fmla="*/ 3183129 w 13158797"/>
              <a:gd name="connsiteY69" fmla="*/ 8353726 h 9456078"/>
              <a:gd name="connsiteX70" fmla="*/ 3221473 w 13158797"/>
              <a:gd name="connsiteY70" fmla="*/ 8323253 h 9456078"/>
              <a:gd name="connsiteX71" fmla="*/ 3259544 w 13158797"/>
              <a:gd name="connsiteY71" fmla="*/ 8292401 h 9456078"/>
              <a:gd name="connsiteX72" fmla="*/ 3297339 w 13158797"/>
              <a:gd name="connsiteY72" fmla="*/ 8261172 h 9456078"/>
              <a:gd name="connsiteX73" fmla="*/ 3334854 w 13158797"/>
              <a:gd name="connsiteY73" fmla="*/ 8229566 h 9456078"/>
              <a:gd name="connsiteX74" fmla="*/ 3372087 w 13158797"/>
              <a:gd name="connsiteY74" fmla="*/ 8197585 h 9456078"/>
              <a:gd name="connsiteX75" fmla="*/ 3409035 w 13158797"/>
              <a:gd name="connsiteY75" fmla="*/ 8165232 h 9456078"/>
              <a:gd name="connsiteX76" fmla="*/ 3445695 w 13158797"/>
              <a:gd name="connsiteY76" fmla="*/ 8132507 h 9456078"/>
              <a:gd name="connsiteX77" fmla="*/ 3482064 w 13158797"/>
              <a:gd name="connsiteY77" fmla="*/ 8099411 h 9456078"/>
              <a:gd name="connsiteX78" fmla="*/ 3518139 w 13158797"/>
              <a:gd name="connsiteY78" fmla="*/ 8065947 h 9456078"/>
              <a:gd name="connsiteX79" fmla="*/ 3553916 w 13158797"/>
              <a:gd name="connsiteY79" fmla="*/ 8032115 h 9456078"/>
              <a:gd name="connsiteX80" fmla="*/ 3589393 w 13158797"/>
              <a:gd name="connsiteY80" fmla="*/ 7997918 h 9456078"/>
              <a:gd name="connsiteX81" fmla="*/ 3624567 w 13158797"/>
              <a:gd name="connsiteY81" fmla="*/ 7963356 h 9456078"/>
              <a:gd name="connsiteX82" fmla="*/ 3659435 w 13158797"/>
              <a:gd name="connsiteY82" fmla="*/ 7928432 h 9456078"/>
              <a:gd name="connsiteX83" fmla="*/ 3693994 w 13158797"/>
              <a:gd name="connsiteY83" fmla="*/ 7893146 h 9456078"/>
              <a:gd name="connsiteX84" fmla="*/ 3728240 w 13158797"/>
              <a:gd name="connsiteY84" fmla="*/ 7857501 h 9456078"/>
              <a:gd name="connsiteX85" fmla="*/ 3762171 w 13158797"/>
              <a:gd name="connsiteY85" fmla="*/ 7821497 h 9456078"/>
              <a:gd name="connsiteX86" fmla="*/ 3795783 w 13158797"/>
              <a:gd name="connsiteY86" fmla="*/ 7785136 h 9456078"/>
              <a:gd name="connsiteX87" fmla="*/ 3829075 w 13158797"/>
              <a:gd name="connsiteY87" fmla="*/ 7748420 h 9456078"/>
              <a:gd name="connsiteX88" fmla="*/ 3862042 w 13158797"/>
              <a:gd name="connsiteY88" fmla="*/ 7711350 h 9456078"/>
              <a:gd name="connsiteX89" fmla="*/ 3894682 w 13158797"/>
              <a:gd name="connsiteY89" fmla="*/ 7673928 h 9456078"/>
              <a:gd name="connsiteX90" fmla="*/ 3926991 w 13158797"/>
              <a:gd name="connsiteY90" fmla="*/ 7636155 h 9456078"/>
              <a:gd name="connsiteX91" fmla="*/ 3958967 w 13158797"/>
              <a:gd name="connsiteY91" fmla="*/ 7598032 h 9456078"/>
              <a:gd name="connsiteX92" fmla="*/ 3990607 w 13158797"/>
              <a:gd name="connsiteY92" fmla="*/ 7559561 h 9456078"/>
              <a:gd name="connsiteX93" fmla="*/ 4021907 w 13158797"/>
              <a:gd name="connsiteY93" fmla="*/ 7520744 h 9456078"/>
              <a:gd name="connsiteX94" fmla="*/ 4052865 w 13158797"/>
              <a:gd name="connsiteY94" fmla="*/ 7481582 h 9456078"/>
              <a:gd name="connsiteX95" fmla="*/ 4083478 w 13158797"/>
              <a:gd name="connsiteY95" fmla="*/ 7442077 h 9456078"/>
              <a:gd name="connsiteX96" fmla="*/ 8022311 w 13158797"/>
              <a:gd name="connsiteY96" fmla="*/ 2307814 h 9456078"/>
              <a:gd name="connsiteX97" fmla="*/ 8052902 w 13158797"/>
              <a:gd name="connsiteY97" fmla="*/ 2268285 h 9456078"/>
              <a:gd name="connsiteX98" fmla="*/ 8083796 w 13158797"/>
              <a:gd name="connsiteY98" fmla="*/ 2229056 h 9456078"/>
              <a:gd name="connsiteX99" fmla="*/ 8114989 w 13158797"/>
              <a:gd name="connsiteY99" fmla="*/ 2190127 h 9456078"/>
              <a:gd name="connsiteX100" fmla="*/ 8146479 w 13158797"/>
              <a:gd name="connsiteY100" fmla="*/ 2151500 h 9456078"/>
              <a:gd name="connsiteX101" fmla="*/ 8178264 w 13158797"/>
              <a:gd name="connsiteY101" fmla="*/ 2113176 h 9456078"/>
              <a:gd name="connsiteX102" fmla="*/ 8210341 w 13158797"/>
              <a:gd name="connsiteY102" fmla="*/ 2075157 h 9456078"/>
              <a:gd name="connsiteX103" fmla="*/ 8242709 w 13158797"/>
              <a:gd name="connsiteY103" fmla="*/ 2037442 h 9456078"/>
              <a:gd name="connsiteX104" fmla="*/ 8275365 w 13158797"/>
              <a:gd name="connsiteY104" fmla="*/ 2000034 h 9456078"/>
              <a:gd name="connsiteX105" fmla="*/ 8308307 w 13158797"/>
              <a:gd name="connsiteY105" fmla="*/ 1962934 h 9456078"/>
              <a:gd name="connsiteX106" fmla="*/ 8341532 w 13158797"/>
              <a:gd name="connsiteY106" fmla="*/ 1926142 h 9456078"/>
              <a:gd name="connsiteX107" fmla="*/ 8375038 w 13158797"/>
              <a:gd name="connsiteY107" fmla="*/ 1889660 h 9456078"/>
              <a:gd name="connsiteX108" fmla="*/ 8408823 w 13158797"/>
              <a:gd name="connsiteY108" fmla="*/ 1853489 h 9456078"/>
              <a:gd name="connsiteX109" fmla="*/ 8442885 w 13158797"/>
              <a:gd name="connsiteY109" fmla="*/ 1817630 h 9456078"/>
              <a:gd name="connsiteX110" fmla="*/ 8477221 w 13158797"/>
              <a:gd name="connsiteY110" fmla="*/ 1782084 h 9456078"/>
              <a:gd name="connsiteX111" fmla="*/ 8511829 w 13158797"/>
              <a:gd name="connsiteY111" fmla="*/ 1746853 h 9456078"/>
              <a:gd name="connsiteX112" fmla="*/ 8546706 w 13158797"/>
              <a:gd name="connsiteY112" fmla="*/ 1711937 h 9456078"/>
              <a:gd name="connsiteX113" fmla="*/ 8581851 w 13158797"/>
              <a:gd name="connsiteY113" fmla="*/ 1677337 h 9456078"/>
              <a:gd name="connsiteX114" fmla="*/ 8617261 w 13158797"/>
              <a:gd name="connsiteY114" fmla="*/ 1643056 h 9456078"/>
              <a:gd name="connsiteX115" fmla="*/ 8652934 w 13158797"/>
              <a:gd name="connsiteY115" fmla="*/ 1609093 h 9456078"/>
              <a:gd name="connsiteX116" fmla="*/ 8688867 w 13158797"/>
              <a:gd name="connsiteY116" fmla="*/ 1575450 h 9456078"/>
              <a:gd name="connsiteX117" fmla="*/ 8725058 w 13158797"/>
              <a:gd name="connsiteY117" fmla="*/ 1542128 h 9456078"/>
              <a:gd name="connsiteX118" fmla="*/ 8761506 w 13158797"/>
              <a:gd name="connsiteY118" fmla="*/ 1509129 h 9456078"/>
              <a:gd name="connsiteX119" fmla="*/ 8798207 w 13158797"/>
              <a:gd name="connsiteY119" fmla="*/ 1476452 h 9456078"/>
              <a:gd name="connsiteX120" fmla="*/ 8835159 w 13158797"/>
              <a:gd name="connsiteY120" fmla="*/ 1444101 h 9456078"/>
              <a:gd name="connsiteX121" fmla="*/ 8872360 w 13158797"/>
              <a:gd name="connsiteY121" fmla="*/ 1412075 h 9456078"/>
              <a:gd name="connsiteX122" fmla="*/ 8909808 w 13158797"/>
              <a:gd name="connsiteY122" fmla="*/ 1380375 h 9456078"/>
              <a:gd name="connsiteX123" fmla="*/ 8947501 w 13158797"/>
              <a:gd name="connsiteY123" fmla="*/ 1349004 h 9456078"/>
              <a:gd name="connsiteX124" fmla="*/ 8985435 w 13158797"/>
              <a:gd name="connsiteY124" fmla="*/ 1317962 h 9456078"/>
              <a:gd name="connsiteX125" fmla="*/ 9023610 w 13158797"/>
              <a:gd name="connsiteY125" fmla="*/ 1287250 h 9456078"/>
              <a:gd name="connsiteX126" fmla="*/ 9062022 w 13158797"/>
              <a:gd name="connsiteY126" fmla="*/ 1256869 h 9456078"/>
              <a:gd name="connsiteX127" fmla="*/ 9100669 w 13158797"/>
              <a:gd name="connsiteY127" fmla="*/ 1226820 h 9456078"/>
              <a:gd name="connsiteX128" fmla="*/ 9139549 w 13158797"/>
              <a:gd name="connsiteY128" fmla="*/ 1197105 h 9456078"/>
              <a:gd name="connsiteX129" fmla="*/ 9178660 w 13158797"/>
              <a:gd name="connsiteY129" fmla="*/ 1167725 h 9456078"/>
              <a:gd name="connsiteX130" fmla="*/ 9217999 w 13158797"/>
              <a:gd name="connsiteY130" fmla="*/ 1138681 h 9456078"/>
              <a:gd name="connsiteX131" fmla="*/ 9257564 w 13158797"/>
              <a:gd name="connsiteY131" fmla="*/ 1109974 h 9456078"/>
              <a:gd name="connsiteX132" fmla="*/ 9297353 w 13158797"/>
              <a:gd name="connsiteY132" fmla="*/ 1081604 h 9456078"/>
              <a:gd name="connsiteX133" fmla="*/ 9337364 w 13158797"/>
              <a:gd name="connsiteY133" fmla="*/ 1053574 h 9456078"/>
              <a:gd name="connsiteX134" fmla="*/ 9377594 w 13158797"/>
              <a:gd name="connsiteY134" fmla="*/ 1025884 h 9456078"/>
              <a:gd name="connsiteX135" fmla="*/ 9418040 w 13158797"/>
              <a:gd name="connsiteY135" fmla="*/ 998536 h 9456078"/>
              <a:gd name="connsiteX136" fmla="*/ 9458702 w 13158797"/>
              <a:gd name="connsiteY136" fmla="*/ 971530 h 9456078"/>
              <a:gd name="connsiteX137" fmla="*/ 9499575 w 13158797"/>
              <a:gd name="connsiteY137" fmla="*/ 944868 h 9456078"/>
              <a:gd name="connsiteX138" fmla="*/ 9540659 w 13158797"/>
              <a:gd name="connsiteY138" fmla="*/ 918551 h 9456078"/>
              <a:gd name="connsiteX139" fmla="*/ 9581950 w 13158797"/>
              <a:gd name="connsiteY139" fmla="*/ 892580 h 9456078"/>
              <a:gd name="connsiteX140" fmla="*/ 9623447 w 13158797"/>
              <a:gd name="connsiteY140" fmla="*/ 866956 h 9456078"/>
              <a:gd name="connsiteX141" fmla="*/ 9665147 w 13158797"/>
              <a:gd name="connsiteY141" fmla="*/ 841681 h 9456078"/>
              <a:gd name="connsiteX142" fmla="*/ 9707048 w 13158797"/>
              <a:gd name="connsiteY142" fmla="*/ 816754 h 9456078"/>
              <a:gd name="connsiteX143" fmla="*/ 9749147 w 13158797"/>
              <a:gd name="connsiteY143" fmla="*/ 792179 h 9456078"/>
              <a:gd name="connsiteX144" fmla="*/ 9791443 w 13158797"/>
              <a:gd name="connsiteY144" fmla="*/ 767955 h 9456078"/>
              <a:gd name="connsiteX145" fmla="*/ 9833932 w 13158797"/>
              <a:gd name="connsiteY145" fmla="*/ 744083 h 9456078"/>
              <a:gd name="connsiteX146" fmla="*/ 9876613 w 13158797"/>
              <a:gd name="connsiteY146" fmla="*/ 720566 h 9456078"/>
              <a:gd name="connsiteX147" fmla="*/ 9919484 w 13158797"/>
              <a:gd name="connsiteY147" fmla="*/ 697404 h 9456078"/>
              <a:gd name="connsiteX148" fmla="*/ 9962542 w 13158797"/>
              <a:gd name="connsiteY148" fmla="*/ 674598 h 9456078"/>
              <a:gd name="connsiteX149" fmla="*/ 10005784 w 13158797"/>
              <a:gd name="connsiteY149" fmla="*/ 652149 h 9456078"/>
              <a:gd name="connsiteX150" fmla="*/ 10049209 w 13158797"/>
              <a:gd name="connsiteY150" fmla="*/ 630059 h 9456078"/>
              <a:gd name="connsiteX151" fmla="*/ 10092814 w 13158797"/>
              <a:gd name="connsiteY151" fmla="*/ 608328 h 9456078"/>
              <a:gd name="connsiteX152" fmla="*/ 10136597 w 13158797"/>
              <a:gd name="connsiteY152" fmla="*/ 586958 h 9456078"/>
              <a:gd name="connsiteX153" fmla="*/ 10180556 w 13158797"/>
              <a:gd name="connsiteY153" fmla="*/ 565950 h 9456078"/>
              <a:gd name="connsiteX154" fmla="*/ 10224688 w 13158797"/>
              <a:gd name="connsiteY154" fmla="*/ 545304 h 9456078"/>
              <a:gd name="connsiteX155" fmla="*/ 10268991 w 13158797"/>
              <a:gd name="connsiteY155" fmla="*/ 525023 h 9456078"/>
              <a:gd name="connsiteX156" fmla="*/ 10313463 w 13158797"/>
              <a:gd name="connsiteY156" fmla="*/ 505107 h 9456078"/>
              <a:gd name="connsiteX157" fmla="*/ 10358101 w 13158797"/>
              <a:gd name="connsiteY157" fmla="*/ 485558 h 9456078"/>
              <a:gd name="connsiteX158" fmla="*/ 10402903 w 13158797"/>
              <a:gd name="connsiteY158" fmla="*/ 466376 h 9456078"/>
              <a:gd name="connsiteX159" fmla="*/ 10447868 w 13158797"/>
              <a:gd name="connsiteY159" fmla="*/ 447563 h 9456078"/>
              <a:gd name="connsiteX160" fmla="*/ 10492991 w 13158797"/>
              <a:gd name="connsiteY160" fmla="*/ 429119 h 9456078"/>
              <a:gd name="connsiteX161" fmla="*/ 10538272 w 13158797"/>
              <a:gd name="connsiteY161" fmla="*/ 411046 h 9456078"/>
              <a:gd name="connsiteX162" fmla="*/ 10583708 w 13158797"/>
              <a:gd name="connsiteY162" fmla="*/ 393346 h 9456078"/>
              <a:gd name="connsiteX163" fmla="*/ 10629297 w 13158797"/>
              <a:gd name="connsiteY163" fmla="*/ 376018 h 9456078"/>
              <a:gd name="connsiteX164" fmla="*/ 10675036 w 13158797"/>
              <a:gd name="connsiteY164" fmla="*/ 359065 h 9456078"/>
              <a:gd name="connsiteX165" fmla="*/ 10720923 w 13158797"/>
              <a:gd name="connsiteY165" fmla="*/ 342487 h 9456078"/>
              <a:gd name="connsiteX166" fmla="*/ 10766956 w 13158797"/>
              <a:gd name="connsiteY166" fmla="*/ 326286 h 9456078"/>
              <a:gd name="connsiteX167" fmla="*/ 10813132 w 13158797"/>
              <a:gd name="connsiteY167" fmla="*/ 310462 h 9456078"/>
              <a:gd name="connsiteX168" fmla="*/ 10859450 w 13158797"/>
              <a:gd name="connsiteY168" fmla="*/ 295018 h 9456078"/>
              <a:gd name="connsiteX169" fmla="*/ 10905907 w 13158797"/>
              <a:gd name="connsiteY169" fmla="*/ 279953 h 9456078"/>
              <a:gd name="connsiteX170" fmla="*/ 10952500 w 13158797"/>
              <a:gd name="connsiteY170" fmla="*/ 265269 h 9456078"/>
              <a:gd name="connsiteX171" fmla="*/ 10999227 w 13158797"/>
              <a:gd name="connsiteY171" fmla="*/ 250968 h 9456078"/>
              <a:gd name="connsiteX172" fmla="*/ 11046087 w 13158797"/>
              <a:gd name="connsiteY172" fmla="*/ 237049 h 9456078"/>
              <a:gd name="connsiteX173" fmla="*/ 11093076 w 13158797"/>
              <a:gd name="connsiteY173" fmla="*/ 223516 h 9456078"/>
              <a:gd name="connsiteX174" fmla="*/ 11140193 w 13158797"/>
              <a:gd name="connsiteY174" fmla="*/ 210368 h 9456078"/>
              <a:gd name="connsiteX175" fmla="*/ 11187434 w 13158797"/>
              <a:gd name="connsiteY175" fmla="*/ 197606 h 9456078"/>
              <a:gd name="connsiteX176" fmla="*/ 11234799 w 13158797"/>
              <a:gd name="connsiteY176" fmla="*/ 185233 h 9456078"/>
              <a:gd name="connsiteX177" fmla="*/ 11282284 w 13158797"/>
              <a:gd name="connsiteY177" fmla="*/ 173248 h 9456078"/>
              <a:gd name="connsiteX178" fmla="*/ 11329888 w 13158797"/>
              <a:gd name="connsiteY178" fmla="*/ 161654 h 9456078"/>
              <a:gd name="connsiteX179" fmla="*/ 11377607 w 13158797"/>
              <a:gd name="connsiteY179" fmla="*/ 150451 h 9456078"/>
              <a:gd name="connsiteX180" fmla="*/ 11425440 w 13158797"/>
              <a:gd name="connsiteY180" fmla="*/ 139640 h 9456078"/>
              <a:gd name="connsiteX181" fmla="*/ 11473385 w 13158797"/>
              <a:gd name="connsiteY181" fmla="*/ 129223 h 9456078"/>
              <a:gd name="connsiteX182" fmla="*/ 11521439 w 13158797"/>
              <a:gd name="connsiteY182" fmla="*/ 119201 h 9456078"/>
              <a:gd name="connsiteX183" fmla="*/ 11569599 w 13158797"/>
              <a:gd name="connsiteY183" fmla="*/ 109574 h 9456078"/>
              <a:gd name="connsiteX184" fmla="*/ 11617864 w 13158797"/>
              <a:gd name="connsiteY184" fmla="*/ 100344 h 9456078"/>
              <a:gd name="connsiteX185" fmla="*/ 11666231 w 13158797"/>
              <a:gd name="connsiteY185" fmla="*/ 91512 h 9456078"/>
              <a:gd name="connsiteX186" fmla="*/ 11714698 w 13158797"/>
              <a:gd name="connsiteY186" fmla="*/ 83080 h 9456078"/>
              <a:gd name="connsiteX187" fmla="*/ 11763263 w 13158797"/>
              <a:gd name="connsiteY187" fmla="*/ 75047 h 9456078"/>
              <a:gd name="connsiteX188" fmla="*/ 11811923 w 13158797"/>
              <a:gd name="connsiteY188" fmla="*/ 67417 h 9456078"/>
              <a:gd name="connsiteX189" fmla="*/ 11860676 w 13158797"/>
              <a:gd name="connsiteY189" fmla="*/ 60188 h 9456078"/>
              <a:gd name="connsiteX190" fmla="*/ 11909519 w 13158797"/>
              <a:gd name="connsiteY190" fmla="*/ 53364 h 9456078"/>
              <a:gd name="connsiteX191" fmla="*/ 11958451 w 13158797"/>
              <a:gd name="connsiteY191" fmla="*/ 46944 h 9456078"/>
              <a:gd name="connsiteX192" fmla="*/ 12007470 w 13158797"/>
              <a:gd name="connsiteY192" fmla="*/ 40931 h 9456078"/>
              <a:gd name="connsiteX193" fmla="*/ 12056572 w 13158797"/>
              <a:gd name="connsiteY193" fmla="*/ 35324 h 9456078"/>
              <a:gd name="connsiteX194" fmla="*/ 12105756 w 13158797"/>
              <a:gd name="connsiteY194" fmla="*/ 30126 h 9456078"/>
              <a:gd name="connsiteX195" fmla="*/ 12155019 w 13158797"/>
              <a:gd name="connsiteY195" fmla="*/ 25337 h 9456078"/>
              <a:gd name="connsiteX196" fmla="*/ 12204359 w 13158797"/>
              <a:gd name="connsiteY196" fmla="*/ 20958 h 9456078"/>
              <a:gd name="connsiteX197" fmla="*/ 12253773 w 13158797"/>
              <a:gd name="connsiteY197" fmla="*/ 16991 h 9456078"/>
              <a:gd name="connsiteX198" fmla="*/ 12303260 w 13158797"/>
              <a:gd name="connsiteY198" fmla="*/ 13437 h 9456078"/>
              <a:gd name="connsiteX199" fmla="*/ 12352818 w 13158797"/>
              <a:gd name="connsiteY199" fmla="*/ 10297 h 9456078"/>
              <a:gd name="connsiteX200" fmla="*/ 12402443 w 13158797"/>
              <a:gd name="connsiteY200" fmla="*/ 7572 h 9456078"/>
              <a:gd name="connsiteX201" fmla="*/ 12452133 w 13158797"/>
              <a:gd name="connsiteY201" fmla="*/ 5263 h 9456078"/>
              <a:gd name="connsiteX202" fmla="*/ 12501887 w 13158797"/>
              <a:gd name="connsiteY202" fmla="*/ 3371 h 9456078"/>
              <a:gd name="connsiteX203" fmla="*/ 12551701 w 13158797"/>
              <a:gd name="connsiteY203" fmla="*/ 1898 h 9456078"/>
              <a:gd name="connsiteX204" fmla="*/ 12601574 w 13158797"/>
              <a:gd name="connsiteY204" fmla="*/ 844 h 9456078"/>
              <a:gd name="connsiteX205" fmla="*/ 12651504 w 13158797"/>
              <a:gd name="connsiteY205" fmla="*/ 211 h 9456078"/>
              <a:gd name="connsiteX206" fmla="*/ 12701487 w 13158797"/>
              <a:gd name="connsiteY206" fmla="*/ 0 h 9456078"/>
              <a:gd name="connsiteX207" fmla="*/ 13158798 w 13158797"/>
              <a:gd name="connsiteY207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98870 w 13158799"/>
              <a:gd name="connsiteY5" fmla="*/ 9447409 h 9456078"/>
              <a:gd name="connsiteX6" fmla="*/ 348429 w 13158799"/>
              <a:gd name="connsiteY6" fmla="*/ 9444290 h 9456078"/>
              <a:gd name="connsiteX7" fmla="*/ 397907 w 13158799"/>
              <a:gd name="connsiteY7" fmla="*/ 9440698 h 9456078"/>
              <a:gd name="connsiteX8" fmla="*/ 447302 w 13158799"/>
              <a:gd name="connsiteY8" fmla="*/ 9436632 h 9456078"/>
              <a:gd name="connsiteX9" fmla="*/ 496610 w 13158799"/>
              <a:gd name="connsiteY9" fmla="*/ 9432096 h 9456078"/>
              <a:gd name="connsiteX10" fmla="*/ 545829 w 13158799"/>
              <a:gd name="connsiteY10" fmla="*/ 9427089 h 9456078"/>
              <a:gd name="connsiteX11" fmla="*/ 594956 w 13158799"/>
              <a:gd name="connsiteY11" fmla="*/ 9421615 h 9456078"/>
              <a:gd name="connsiteX12" fmla="*/ 643987 w 13158799"/>
              <a:gd name="connsiteY12" fmla="*/ 9415673 h 9456078"/>
              <a:gd name="connsiteX13" fmla="*/ 692920 w 13158799"/>
              <a:gd name="connsiteY13" fmla="*/ 9409267 h 9456078"/>
              <a:gd name="connsiteX14" fmla="*/ 741751 w 13158799"/>
              <a:gd name="connsiteY14" fmla="*/ 9402396 h 9456078"/>
              <a:gd name="connsiteX15" fmla="*/ 790478 w 13158799"/>
              <a:gd name="connsiteY15" fmla="*/ 9395063 h 9456078"/>
              <a:gd name="connsiteX16" fmla="*/ 839098 w 13158799"/>
              <a:gd name="connsiteY16" fmla="*/ 9387270 h 9456078"/>
              <a:gd name="connsiteX17" fmla="*/ 887607 w 13158799"/>
              <a:gd name="connsiteY17" fmla="*/ 9379017 h 9456078"/>
              <a:gd name="connsiteX18" fmla="*/ 936002 w 13158799"/>
              <a:gd name="connsiteY18" fmla="*/ 9370306 h 9456078"/>
              <a:gd name="connsiteX19" fmla="*/ 984281 w 13158799"/>
              <a:gd name="connsiteY19" fmla="*/ 9361139 h 9456078"/>
              <a:gd name="connsiteX20" fmla="*/ 1032440 w 13158799"/>
              <a:gd name="connsiteY20" fmla="*/ 9351517 h 9456078"/>
              <a:gd name="connsiteX21" fmla="*/ 1080477 w 13158799"/>
              <a:gd name="connsiteY21" fmla="*/ 9341441 h 9456078"/>
              <a:gd name="connsiteX22" fmla="*/ 1176172 w 13158799"/>
              <a:gd name="connsiteY22" fmla="*/ 9319936 h 9456078"/>
              <a:gd name="connsiteX23" fmla="*/ 1223823 w 13158799"/>
              <a:gd name="connsiteY23" fmla="*/ 9308509 h 9456078"/>
              <a:gd name="connsiteX24" fmla="*/ 1271339 w 13158799"/>
              <a:gd name="connsiteY24" fmla="*/ 9296635 h 9456078"/>
              <a:gd name="connsiteX25" fmla="*/ 1318719 w 13158799"/>
              <a:gd name="connsiteY25" fmla="*/ 9284315 h 9456078"/>
              <a:gd name="connsiteX26" fmla="*/ 1365957 w 13158799"/>
              <a:gd name="connsiteY26" fmla="*/ 9271550 h 9456078"/>
              <a:gd name="connsiteX27" fmla="*/ 1413052 w 13158799"/>
              <a:gd name="connsiteY27" fmla="*/ 9258342 h 9456078"/>
              <a:gd name="connsiteX28" fmla="*/ 1460000 w 13158799"/>
              <a:gd name="connsiteY28" fmla="*/ 9244693 h 9456078"/>
              <a:gd name="connsiteX29" fmla="*/ 1506799 w 13158799"/>
              <a:gd name="connsiteY29" fmla="*/ 9230604 h 9456078"/>
              <a:gd name="connsiteX30" fmla="*/ 1553445 w 13158799"/>
              <a:gd name="connsiteY30" fmla="*/ 9216076 h 9456078"/>
              <a:gd name="connsiteX31" fmla="*/ 1599935 w 13158799"/>
              <a:gd name="connsiteY31" fmla="*/ 9201111 h 9456078"/>
              <a:gd name="connsiteX32" fmla="*/ 1646267 w 13158799"/>
              <a:gd name="connsiteY32" fmla="*/ 9185710 h 9456078"/>
              <a:gd name="connsiteX33" fmla="*/ 1692437 w 13158799"/>
              <a:gd name="connsiteY33" fmla="*/ 9169876 h 9456078"/>
              <a:gd name="connsiteX34" fmla="*/ 1738442 w 13158799"/>
              <a:gd name="connsiteY34" fmla="*/ 9153608 h 9456078"/>
              <a:gd name="connsiteX35" fmla="*/ 1784280 w 13158799"/>
              <a:gd name="connsiteY35" fmla="*/ 9136910 h 9456078"/>
              <a:gd name="connsiteX36" fmla="*/ 1829947 w 13158799"/>
              <a:gd name="connsiteY36" fmla="*/ 9119782 h 9456078"/>
              <a:gd name="connsiteX37" fmla="*/ 1875440 w 13158799"/>
              <a:gd name="connsiteY37" fmla="*/ 9102226 h 9456078"/>
              <a:gd name="connsiteX38" fmla="*/ 1920756 w 13158799"/>
              <a:gd name="connsiteY38" fmla="*/ 9084243 h 9456078"/>
              <a:gd name="connsiteX39" fmla="*/ 1965893 w 13158799"/>
              <a:gd name="connsiteY39" fmla="*/ 9065835 h 9456078"/>
              <a:gd name="connsiteX40" fmla="*/ 2010847 w 13158799"/>
              <a:gd name="connsiteY40" fmla="*/ 9047004 h 9456078"/>
              <a:gd name="connsiteX41" fmla="*/ 2055615 w 13158799"/>
              <a:gd name="connsiteY41" fmla="*/ 9027750 h 9456078"/>
              <a:gd name="connsiteX42" fmla="*/ 2100195 w 13158799"/>
              <a:gd name="connsiteY42" fmla="*/ 9008075 h 9456078"/>
              <a:gd name="connsiteX43" fmla="*/ 2144582 w 13158799"/>
              <a:gd name="connsiteY43" fmla="*/ 8987981 h 9456078"/>
              <a:gd name="connsiteX44" fmla="*/ 2188775 w 13158799"/>
              <a:gd name="connsiteY44" fmla="*/ 8967470 h 9456078"/>
              <a:gd name="connsiteX45" fmla="*/ 2232770 w 13158799"/>
              <a:gd name="connsiteY45" fmla="*/ 8946542 h 9456078"/>
              <a:gd name="connsiteX46" fmla="*/ 2276564 w 13158799"/>
              <a:gd name="connsiteY46" fmla="*/ 8925199 h 9456078"/>
              <a:gd name="connsiteX47" fmla="*/ 2320154 w 13158799"/>
              <a:gd name="connsiteY47" fmla="*/ 8903443 h 9456078"/>
              <a:gd name="connsiteX48" fmla="*/ 2363538 w 13158799"/>
              <a:gd name="connsiteY48" fmla="*/ 8881275 h 9456078"/>
              <a:gd name="connsiteX49" fmla="*/ 2406711 w 13158799"/>
              <a:gd name="connsiteY49" fmla="*/ 8858697 h 9456078"/>
              <a:gd name="connsiteX50" fmla="*/ 2449672 w 13158799"/>
              <a:gd name="connsiteY50" fmla="*/ 8835710 h 9456078"/>
              <a:gd name="connsiteX51" fmla="*/ 2492417 w 13158799"/>
              <a:gd name="connsiteY51" fmla="*/ 8812316 h 9456078"/>
              <a:gd name="connsiteX52" fmla="*/ 2534943 w 13158799"/>
              <a:gd name="connsiteY52" fmla="*/ 8788516 h 9456078"/>
              <a:gd name="connsiteX53" fmla="*/ 2577247 w 13158799"/>
              <a:gd name="connsiteY53" fmla="*/ 8764311 h 9456078"/>
              <a:gd name="connsiteX54" fmla="*/ 2619326 w 13158799"/>
              <a:gd name="connsiteY54" fmla="*/ 8739704 h 9456078"/>
              <a:gd name="connsiteX55" fmla="*/ 2661177 w 13158799"/>
              <a:gd name="connsiteY55" fmla="*/ 8714695 h 9456078"/>
              <a:gd name="connsiteX56" fmla="*/ 2702797 w 13158799"/>
              <a:gd name="connsiteY56" fmla="*/ 8689286 h 9456078"/>
              <a:gd name="connsiteX57" fmla="*/ 2744183 w 13158799"/>
              <a:gd name="connsiteY57" fmla="*/ 8663479 h 9456078"/>
              <a:gd name="connsiteX58" fmla="*/ 2785333 w 13158799"/>
              <a:gd name="connsiteY58" fmla="*/ 8637274 h 9456078"/>
              <a:gd name="connsiteX59" fmla="*/ 2826242 w 13158799"/>
              <a:gd name="connsiteY59" fmla="*/ 8610675 h 9456078"/>
              <a:gd name="connsiteX60" fmla="*/ 2866908 w 13158799"/>
              <a:gd name="connsiteY60" fmla="*/ 8583681 h 9456078"/>
              <a:gd name="connsiteX61" fmla="*/ 2907329 w 13158799"/>
              <a:gd name="connsiteY61" fmla="*/ 8556295 h 9456078"/>
              <a:gd name="connsiteX62" fmla="*/ 2947500 w 13158799"/>
              <a:gd name="connsiteY62" fmla="*/ 8528517 h 9456078"/>
              <a:gd name="connsiteX63" fmla="*/ 2987419 w 13158799"/>
              <a:gd name="connsiteY63" fmla="*/ 8500351 h 9456078"/>
              <a:gd name="connsiteX64" fmla="*/ 3027083 w 13158799"/>
              <a:gd name="connsiteY64" fmla="*/ 8471796 h 9456078"/>
              <a:gd name="connsiteX65" fmla="*/ 3066489 w 13158799"/>
              <a:gd name="connsiteY65" fmla="*/ 8442854 h 9456078"/>
              <a:gd name="connsiteX66" fmla="*/ 3105634 w 13158799"/>
              <a:gd name="connsiteY66" fmla="*/ 8413528 h 9456078"/>
              <a:gd name="connsiteX67" fmla="*/ 3144515 w 13158799"/>
              <a:gd name="connsiteY67" fmla="*/ 8383818 h 9456078"/>
              <a:gd name="connsiteX68" fmla="*/ 3183129 w 13158799"/>
              <a:gd name="connsiteY68" fmla="*/ 8353726 h 9456078"/>
              <a:gd name="connsiteX69" fmla="*/ 3221473 w 13158799"/>
              <a:gd name="connsiteY69" fmla="*/ 8323253 h 9456078"/>
              <a:gd name="connsiteX70" fmla="*/ 3259544 w 13158799"/>
              <a:gd name="connsiteY70" fmla="*/ 8292401 h 9456078"/>
              <a:gd name="connsiteX71" fmla="*/ 3297339 w 13158799"/>
              <a:gd name="connsiteY71" fmla="*/ 8261172 h 9456078"/>
              <a:gd name="connsiteX72" fmla="*/ 3334854 w 13158799"/>
              <a:gd name="connsiteY72" fmla="*/ 8229566 h 9456078"/>
              <a:gd name="connsiteX73" fmla="*/ 3372087 w 13158799"/>
              <a:gd name="connsiteY73" fmla="*/ 8197585 h 9456078"/>
              <a:gd name="connsiteX74" fmla="*/ 3409035 w 13158799"/>
              <a:gd name="connsiteY74" fmla="*/ 8165232 h 9456078"/>
              <a:gd name="connsiteX75" fmla="*/ 3445695 w 13158799"/>
              <a:gd name="connsiteY75" fmla="*/ 8132507 h 9456078"/>
              <a:gd name="connsiteX76" fmla="*/ 3482064 w 13158799"/>
              <a:gd name="connsiteY76" fmla="*/ 8099411 h 9456078"/>
              <a:gd name="connsiteX77" fmla="*/ 3518139 w 13158799"/>
              <a:gd name="connsiteY77" fmla="*/ 8065947 h 9456078"/>
              <a:gd name="connsiteX78" fmla="*/ 3553916 w 13158799"/>
              <a:gd name="connsiteY78" fmla="*/ 8032115 h 9456078"/>
              <a:gd name="connsiteX79" fmla="*/ 3589393 w 13158799"/>
              <a:gd name="connsiteY79" fmla="*/ 7997918 h 9456078"/>
              <a:gd name="connsiteX80" fmla="*/ 3624567 w 13158799"/>
              <a:gd name="connsiteY80" fmla="*/ 7963356 h 9456078"/>
              <a:gd name="connsiteX81" fmla="*/ 3659435 w 13158799"/>
              <a:gd name="connsiteY81" fmla="*/ 7928432 h 9456078"/>
              <a:gd name="connsiteX82" fmla="*/ 3693994 w 13158799"/>
              <a:gd name="connsiteY82" fmla="*/ 7893146 h 9456078"/>
              <a:gd name="connsiteX83" fmla="*/ 3728240 w 13158799"/>
              <a:gd name="connsiteY83" fmla="*/ 7857501 h 9456078"/>
              <a:gd name="connsiteX84" fmla="*/ 3762171 w 13158799"/>
              <a:gd name="connsiteY84" fmla="*/ 7821497 h 9456078"/>
              <a:gd name="connsiteX85" fmla="*/ 3795783 w 13158799"/>
              <a:gd name="connsiteY85" fmla="*/ 7785136 h 9456078"/>
              <a:gd name="connsiteX86" fmla="*/ 3829075 w 13158799"/>
              <a:gd name="connsiteY86" fmla="*/ 7748420 h 9456078"/>
              <a:gd name="connsiteX87" fmla="*/ 3862042 w 13158799"/>
              <a:gd name="connsiteY87" fmla="*/ 7711350 h 9456078"/>
              <a:gd name="connsiteX88" fmla="*/ 3894682 w 13158799"/>
              <a:gd name="connsiteY88" fmla="*/ 7673928 h 9456078"/>
              <a:gd name="connsiteX89" fmla="*/ 3926991 w 13158799"/>
              <a:gd name="connsiteY89" fmla="*/ 7636155 h 9456078"/>
              <a:gd name="connsiteX90" fmla="*/ 3958967 w 13158799"/>
              <a:gd name="connsiteY90" fmla="*/ 7598032 h 9456078"/>
              <a:gd name="connsiteX91" fmla="*/ 3990607 w 13158799"/>
              <a:gd name="connsiteY91" fmla="*/ 7559561 h 9456078"/>
              <a:gd name="connsiteX92" fmla="*/ 4021907 w 13158799"/>
              <a:gd name="connsiteY92" fmla="*/ 7520744 h 9456078"/>
              <a:gd name="connsiteX93" fmla="*/ 4052865 w 13158799"/>
              <a:gd name="connsiteY93" fmla="*/ 7481582 h 9456078"/>
              <a:gd name="connsiteX94" fmla="*/ 4083478 w 13158799"/>
              <a:gd name="connsiteY94" fmla="*/ 7442077 h 9456078"/>
              <a:gd name="connsiteX95" fmla="*/ 8022311 w 13158799"/>
              <a:gd name="connsiteY95" fmla="*/ 2307814 h 9456078"/>
              <a:gd name="connsiteX96" fmla="*/ 8052902 w 13158799"/>
              <a:gd name="connsiteY96" fmla="*/ 2268285 h 9456078"/>
              <a:gd name="connsiteX97" fmla="*/ 8083796 w 13158799"/>
              <a:gd name="connsiteY97" fmla="*/ 2229056 h 9456078"/>
              <a:gd name="connsiteX98" fmla="*/ 8114989 w 13158799"/>
              <a:gd name="connsiteY98" fmla="*/ 2190127 h 9456078"/>
              <a:gd name="connsiteX99" fmla="*/ 8146479 w 13158799"/>
              <a:gd name="connsiteY99" fmla="*/ 2151500 h 9456078"/>
              <a:gd name="connsiteX100" fmla="*/ 8178264 w 13158799"/>
              <a:gd name="connsiteY100" fmla="*/ 2113176 h 9456078"/>
              <a:gd name="connsiteX101" fmla="*/ 8210341 w 13158799"/>
              <a:gd name="connsiteY101" fmla="*/ 2075157 h 9456078"/>
              <a:gd name="connsiteX102" fmla="*/ 8242709 w 13158799"/>
              <a:gd name="connsiteY102" fmla="*/ 2037442 h 9456078"/>
              <a:gd name="connsiteX103" fmla="*/ 8275365 w 13158799"/>
              <a:gd name="connsiteY103" fmla="*/ 2000034 h 9456078"/>
              <a:gd name="connsiteX104" fmla="*/ 8308307 w 13158799"/>
              <a:gd name="connsiteY104" fmla="*/ 1962934 h 9456078"/>
              <a:gd name="connsiteX105" fmla="*/ 8341532 w 13158799"/>
              <a:gd name="connsiteY105" fmla="*/ 1926142 h 9456078"/>
              <a:gd name="connsiteX106" fmla="*/ 8375038 w 13158799"/>
              <a:gd name="connsiteY106" fmla="*/ 1889660 h 9456078"/>
              <a:gd name="connsiteX107" fmla="*/ 8408823 w 13158799"/>
              <a:gd name="connsiteY107" fmla="*/ 1853489 h 9456078"/>
              <a:gd name="connsiteX108" fmla="*/ 8442885 w 13158799"/>
              <a:gd name="connsiteY108" fmla="*/ 1817630 h 9456078"/>
              <a:gd name="connsiteX109" fmla="*/ 8477221 w 13158799"/>
              <a:gd name="connsiteY109" fmla="*/ 1782084 h 9456078"/>
              <a:gd name="connsiteX110" fmla="*/ 8511829 w 13158799"/>
              <a:gd name="connsiteY110" fmla="*/ 1746853 h 9456078"/>
              <a:gd name="connsiteX111" fmla="*/ 8546706 w 13158799"/>
              <a:gd name="connsiteY111" fmla="*/ 1711937 h 9456078"/>
              <a:gd name="connsiteX112" fmla="*/ 8581851 w 13158799"/>
              <a:gd name="connsiteY112" fmla="*/ 1677337 h 9456078"/>
              <a:gd name="connsiteX113" fmla="*/ 8617261 w 13158799"/>
              <a:gd name="connsiteY113" fmla="*/ 1643056 h 9456078"/>
              <a:gd name="connsiteX114" fmla="*/ 8652934 w 13158799"/>
              <a:gd name="connsiteY114" fmla="*/ 1609093 h 9456078"/>
              <a:gd name="connsiteX115" fmla="*/ 8688867 w 13158799"/>
              <a:gd name="connsiteY115" fmla="*/ 1575450 h 9456078"/>
              <a:gd name="connsiteX116" fmla="*/ 8725058 w 13158799"/>
              <a:gd name="connsiteY116" fmla="*/ 1542128 h 9456078"/>
              <a:gd name="connsiteX117" fmla="*/ 8761506 w 13158799"/>
              <a:gd name="connsiteY117" fmla="*/ 1509129 h 9456078"/>
              <a:gd name="connsiteX118" fmla="*/ 8798207 w 13158799"/>
              <a:gd name="connsiteY118" fmla="*/ 1476452 h 9456078"/>
              <a:gd name="connsiteX119" fmla="*/ 8835159 w 13158799"/>
              <a:gd name="connsiteY119" fmla="*/ 1444101 h 9456078"/>
              <a:gd name="connsiteX120" fmla="*/ 8872360 w 13158799"/>
              <a:gd name="connsiteY120" fmla="*/ 1412075 h 9456078"/>
              <a:gd name="connsiteX121" fmla="*/ 8909808 w 13158799"/>
              <a:gd name="connsiteY121" fmla="*/ 1380375 h 9456078"/>
              <a:gd name="connsiteX122" fmla="*/ 8947501 w 13158799"/>
              <a:gd name="connsiteY122" fmla="*/ 1349004 h 9456078"/>
              <a:gd name="connsiteX123" fmla="*/ 8985435 w 13158799"/>
              <a:gd name="connsiteY123" fmla="*/ 1317962 h 9456078"/>
              <a:gd name="connsiteX124" fmla="*/ 9023610 w 13158799"/>
              <a:gd name="connsiteY124" fmla="*/ 1287250 h 9456078"/>
              <a:gd name="connsiteX125" fmla="*/ 9062022 w 13158799"/>
              <a:gd name="connsiteY125" fmla="*/ 1256869 h 9456078"/>
              <a:gd name="connsiteX126" fmla="*/ 9100669 w 13158799"/>
              <a:gd name="connsiteY126" fmla="*/ 1226820 h 9456078"/>
              <a:gd name="connsiteX127" fmla="*/ 9139549 w 13158799"/>
              <a:gd name="connsiteY127" fmla="*/ 1197105 h 9456078"/>
              <a:gd name="connsiteX128" fmla="*/ 9178660 w 13158799"/>
              <a:gd name="connsiteY128" fmla="*/ 1167725 h 9456078"/>
              <a:gd name="connsiteX129" fmla="*/ 9217999 w 13158799"/>
              <a:gd name="connsiteY129" fmla="*/ 1138681 h 9456078"/>
              <a:gd name="connsiteX130" fmla="*/ 9257564 w 13158799"/>
              <a:gd name="connsiteY130" fmla="*/ 1109974 h 9456078"/>
              <a:gd name="connsiteX131" fmla="*/ 9297353 w 13158799"/>
              <a:gd name="connsiteY131" fmla="*/ 1081604 h 9456078"/>
              <a:gd name="connsiteX132" fmla="*/ 9337364 w 13158799"/>
              <a:gd name="connsiteY132" fmla="*/ 1053574 h 9456078"/>
              <a:gd name="connsiteX133" fmla="*/ 9377594 w 13158799"/>
              <a:gd name="connsiteY133" fmla="*/ 1025884 h 9456078"/>
              <a:gd name="connsiteX134" fmla="*/ 9418040 w 13158799"/>
              <a:gd name="connsiteY134" fmla="*/ 998536 h 9456078"/>
              <a:gd name="connsiteX135" fmla="*/ 9458702 w 13158799"/>
              <a:gd name="connsiteY135" fmla="*/ 971530 h 9456078"/>
              <a:gd name="connsiteX136" fmla="*/ 9499575 w 13158799"/>
              <a:gd name="connsiteY136" fmla="*/ 944868 h 9456078"/>
              <a:gd name="connsiteX137" fmla="*/ 9540659 w 13158799"/>
              <a:gd name="connsiteY137" fmla="*/ 918551 h 9456078"/>
              <a:gd name="connsiteX138" fmla="*/ 9581950 w 13158799"/>
              <a:gd name="connsiteY138" fmla="*/ 892580 h 9456078"/>
              <a:gd name="connsiteX139" fmla="*/ 9623447 w 13158799"/>
              <a:gd name="connsiteY139" fmla="*/ 866956 h 9456078"/>
              <a:gd name="connsiteX140" fmla="*/ 9665147 w 13158799"/>
              <a:gd name="connsiteY140" fmla="*/ 841681 h 9456078"/>
              <a:gd name="connsiteX141" fmla="*/ 9707048 w 13158799"/>
              <a:gd name="connsiteY141" fmla="*/ 816754 h 9456078"/>
              <a:gd name="connsiteX142" fmla="*/ 9749147 w 13158799"/>
              <a:gd name="connsiteY142" fmla="*/ 792179 h 9456078"/>
              <a:gd name="connsiteX143" fmla="*/ 9791443 w 13158799"/>
              <a:gd name="connsiteY143" fmla="*/ 767955 h 9456078"/>
              <a:gd name="connsiteX144" fmla="*/ 9833932 w 13158799"/>
              <a:gd name="connsiteY144" fmla="*/ 744083 h 9456078"/>
              <a:gd name="connsiteX145" fmla="*/ 9876613 w 13158799"/>
              <a:gd name="connsiteY145" fmla="*/ 720566 h 9456078"/>
              <a:gd name="connsiteX146" fmla="*/ 9919484 w 13158799"/>
              <a:gd name="connsiteY146" fmla="*/ 697404 h 9456078"/>
              <a:gd name="connsiteX147" fmla="*/ 9962542 w 13158799"/>
              <a:gd name="connsiteY147" fmla="*/ 674598 h 9456078"/>
              <a:gd name="connsiteX148" fmla="*/ 10005784 w 13158799"/>
              <a:gd name="connsiteY148" fmla="*/ 652149 h 9456078"/>
              <a:gd name="connsiteX149" fmla="*/ 10049209 w 13158799"/>
              <a:gd name="connsiteY149" fmla="*/ 630059 h 9456078"/>
              <a:gd name="connsiteX150" fmla="*/ 10092814 w 13158799"/>
              <a:gd name="connsiteY150" fmla="*/ 608328 h 9456078"/>
              <a:gd name="connsiteX151" fmla="*/ 10136597 w 13158799"/>
              <a:gd name="connsiteY151" fmla="*/ 586958 h 9456078"/>
              <a:gd name="connsiteX152" fmla="*/ 10180556 w 13158799"/>
              <a:gd name="connsiteY152" fmla="*/ 565950 h 9456078"/>
              <a:gd name="connsiteX153" fmla="*/ 10224688 w 13158799"/>
              <a:gd name="connsiteY153" fmla="*/ 545304 h 9456078"/>
              <a:gd name="connsiteX154" fmla="*/ 10268991 w 13158799"/>
              <a:gd name="connsiteY154" fmla="*/ 525023 h 9456078"/>
              <a:gd name="connsiteX155" fmla="*/ 10313463 w 13158799"/>
              <a:gd name="connsiteY155" fmla="*/ 505107 h 9456078"/>
              <a:gd name="connsiteX156" fmla="*/ 10358101 w 13158799"/>
              <a:gd name="connsiteY156" fmla="*/ 485558 h 9456078"/>
              <a:gd name="connsiteX157" fmla="*/ 10402903 w 13158799"/>
              <a:gd name="connsiteY157" fmla="*/ 466376 h 9456078"/>
              <a:gd name="connsiteX158" fmla="*/ 10447868 w 13158799"/>
              <a:gd name="connsiteY158" fmla="*/ 447563 h 9456078"/>
              <a:gd name="connsiteX159" fmla="*/ 10492991 w 13158799"/>
              <a:gd name="connsiteY159" fmla="*/ 429119 h 9456078"/>
              <a:gd name="connsiteX160" fmla="*/ 10538272 w 13158799"/>
              <a:gd name="connsiteY160" fmla="*/ 411046 h 9456078"/>
              <a:gd name="connsiteX161" fmla="*/ 10583708 w 13158799"/>
              <a:gd name="connsiteY161" fmla="*/ 393346 h 9456078"/>
              <a:gd name="connsiteX162" fmla="*/ 10629297 w 13158799"/>
              <a:gd name="connsiteY162" fmla="*/ 376018 h 9456078"/>
              <a:gd name="connsiteX163" fmla="*/ 10675036 w 13158799"/>
              <a:gd name="connsiteY163" fmla="*/ 359065 h 9456078"/>
              <a:gd name="connsiteX164" fmla="*/ 10720923 w 13158799"/>
              <a:gd name="connsiteY164" fmla="*/ 342487 h 9456078"/>
              <a:gd name="connsiteX165" fmla="*/ 10766956 w 13158799"/>
              <a:gd name="connsiteY165" fmla="*/ 326286 h 9456078"/>
              <a:gd name="connsiteX166" fmla="*/ 10813132 w 13158799"/>
              <a:gd name="connsiteY166" fmla="*/ 310462 h 9456078"/>
              <a:gd name="connsiteX167" fmla="*/ 10859450 w 13158799"/>
              <a:gd name="connsiteY167" fmla="*/ 295018 h 9456078"/>
              <a:gd name="connsiteX168" fmla="*/ 10905907 w 13158799"/>
              <a:gd name="connsiteY168" fmla="*/ 279953 h 9456078"/>
              <a:gd name="connsiteX169" fmla="*/ 10952500 w 13158799"/>
              <a:gd name="connsiteY169" fmla="*/ 265269 h 9456078"/>
              <a:gd name="connsiteX170" fmla="*/ 10999227 w 13158799"/>
              <a:gd name="connsiteY170" fmla="*/ 250968 h 9456078"/>
              <a:gd name="connsiteX171" fmla="*/ 11046087 w 13158799"/>
              <a:gd name="connsiteY171" fmla="*/ 237049 h 9456078"/>
              <a:gd name="connsiteX172" fmla="*/ 11093076 w 13158799"/>
              <a:gd name="connsiteY172" fmla="*/ 223516 h 9456078"/>
              <a:gd name="connsiteX173" fmla="*/ 11140193 w 13158799"/>
              <a:gd name="connsiteY173" fmla="*/ 210368 h 9456078"/>
              <a:gd name="connsiteX174" fmla="*/ 11187434 w 13158799"/>
              <a:gd name="connsiteY174" fmla="*/ 197606 h 9456078"/>
              <a:gd name="connsiteX175" fmla="*/ 11234799 w 13158799"/>
              <a:gd name="connsiteY175" fmla="*/ 185233 h 9456078"/>
              <a:gd name="connsiteX176" fmla="*/ 11282284 w 13158799"/>
              <a:gd name="connsiteY176" fmla="*/ 173248 h 9456078"/>
              <a:gd name="connsiteX177" fmla="*/ 11329888 w 13158799"/>
              <a:gd name="connsiteY177" fmla="*/ 161654 h 9456078"/>
              <a:gd name="connsiteX178" fmla="*/ 11377607 w 13158799"/>
              <a:gd name="connsiteY178" fmla="*/ 150451 h 9456078"/>
              <a:gd name="connsiteX179" fmla="*/ 11425440 w 13158799"/>
              <a:gd name="connsiteY179" fmla="*/ 139640 h 9456078"/>
              <a:gd name="connsiteX180" fmla="*/ 11473385 w 13158799"/>
              <a:gd name="connsiteY180" fmla="*/ 129223 h 9456078"/>
              <a:gd name="connsiteX181" fmla="*/ 11521439 w 13158799"/>
              <a:gd name="connsiteY181" fmla="*/ 119201 h 9456078"/>
              <a:gd name="connsiteX182" fmla="*/ 11569599 w 13158799"/>
              <a:gd name="connsiteY182" fmla="*/ 109574 h 9456078"/>
              <a:gd name="connsiteX183" fmla="*/ 11617864 w 13158799"/>
              <a:gd name="connsiteY183" fmla="*/ 100344 h 9456078"/>
              <a:gd name="connsiteX184" fmla="*/ 11666231 w 13158799"/>
              <a:gd name="connsiteY184" fmla="*/ 91512 h 9456078"/>
              <a:gd name="connsiteX185" fmla="*/ 11714698 w 13158799"/>
              <a:gd name="connsiteY185" fmla="*/ 83080 h 9456078"/>
              <a:gd name="connsiteX186" fmla="*/ 11763263 w 13158799"/>
              <a:gd name="connsiteY186" fmla="*/ 75047 h 9456078"/>
              <a:gd name="connsiteX187" fmla="*/ 11811923 w 13158799"/>
              <a:gd name="connsiteY187" fmla="*/ 67417 h 9456078"/>
              <a:gd name="connsiteX188" fmla="*/ 11860676 w 13158799"/>
              <a:gd name="connsiteY188" fmla="*/ 60188 h 9456078"/>
              <a:gd name="connsiteX189" fmla="*/ 11909519 w 13158799"/>
              <a:gd name="connsiteY189" fmla="*/ 53364 h 9456078"/>
              <a:gd name="connsiteX190" fmla="*/ 11958451 w 13158799"/>
              <a:gd name="connsiteY190" fmla="*/ 46944 h 9456078"/>
              <a:gd name="connsiteX191" fmla="*/ 12007470 w 13158799"/>
              <a:gd name="connsiteY191" fmla="*/ 40931 h 9456078"/>
              <a:gd name="connsiteX192" fmla="*/ 12056572 w 13158799"/>
              <a:gd name="connsiteY192" fmla="*/ 35324 h 9456078"/>
              <a:gd name="connsiteX193" fmla="*/ 12105756 w 13158799"/>
              <a:gd name="connsiteY193" fmla="*/ 30126 h 9456078"/>
              <a:gd name="connsiteX194" fmla="*/ 12155019 w 13158799"/>
              <a:gd name="connsiteY194" fmla="*/ 25337 h 9456078"/>
              <a:gd name="connsiteX195" fmla="*/ 12204359 w 13158799"/>
              <a:gd name="connsiteY195" fmla="*/ 20958 h 9456078"/>
              <a:gd name="connsiteX196" fmla="*/ 12253773 w 13158799"/>
              <a:gd name="connsiteY196" fmla="*/ 16991 h 9456078"/>
              <a:gd name="connsiteX197" fmla="*/ 12303260 w 13158799"/>
              <a:gd name="connsiteY197" fmla="*/ 13437 h 9456078"/>
              <a:gd name="connsiteX198" fmla="*/ 12352818 w 13158799"/>
              <a:gd name="connsiteY198" fmla="*/ 10297 h 9456078"/>
              <a:gd name="connsiteX199" fmla="*/ 12402443 w 13158799"/>
              <a:gd name="connsiteY199" fmla="*/ 7572 h 9456078"/>
              <a:gd name="connsiteX200" fmla="*/ 12452133 w 13158799"/>
              <a:gd name="connsiteY200" fmla="*/ 5263 h 9456078"/>
              <a:gd name="connsiteX201" fmla="*/ 12501887 w 13158799"/>
              <a:gd name="connsiteY201" fmla="*/ 3371 h 9456078"/>
              <a:gd name="connsiteX202" fmla="*/ 12551701 w 13158799"/>
              <a:gd name="connsiteY202" fmla="*/ 1898 h 9456078"/>
              <a:gd name="connsiteX203" fmla="*/ 12601574 w 13158799"/>
              <a:gd name="connsiteY203" fmla="*/ 844 h 9456078"/>
              <a:gd name="connsiteX204" fmla="*/ 12651504 w 13158799"/>
              <a:gd name="connsiteY204" fmla="*/ 211 h 9456078"/>
              <a:gd name="connsiteX205" fmla="*/ 12701487 w 13158799"/>
              <a:gd name="connsiteY205" fmla="*/ 0 h 9456078"/>
              <a:gd name="connsiteX206" fmla="*/ 13158798 w 13158799"/>
              <a:gd name="connsiteY206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76172 w 13158797"/>
              <a:gd name="connsiteY22" fmla="*/ 9319936 h 9456078"/>
              <a:gd name="connsiteX23" fmla="*/ 1223823 w 13158797"/>
              <a:gd name="connsiteY23" fmla="*/ 9308509 h 9456078"/>
              <a:gd name="connsiteX24" fmla="*/ 1271339 w 13158797"/>
              <a:gd name="connsiteY24" fmla="*/ 9296635 h 9456078"/>
              <a:gd name="connsiteX25" fmla="*/ 1318719 w 13158797"/>
              <a:gd name="connsiteY25" fmla="*/ 9284315 h 9456078"/>
              <a:gd name="connsiteX26" fmla="*/ 1365957 w 13158797"/>
              <a:gd name="connsiteY26" fmla="*/ 9271550 h 9456078"/>
              <a:gd name="connsiteX27" fmla="*/ 1413052 w 13158797"/>
              <a:gd name="connsiteY27" fmla="*/ 9258342 h 9456078"/>
              <a:gd name="connsiteX28" fmla="*/ 1460000 w 13158797"/>
              <a:gd name="connsiteY28" fmla="*/ 9244693 h 9456078"/>
              <a:gd name="connsiteX29" fmla="*/ 1506799 w 13158797"/>
              <a:gd name="connsiteY29" fmla="*/ 9230604 h 9456078"/>
              <a:gd name="connsiteX30" fmla="*/ 1553445 w 13158797"/>
              <a:gd name="connsiteY30" fmla="*/ 9216076 h 9456078"/>
              <a:gd name="connsiteX31" fmla="*/ 1599935 w 13158797"/>
              <a:gd name="connsiteY31" fmla="*/ 9201111 h 9456078"/>
              <a:gd name="connsiteX32" fmla="*/ 1646267 w 13158797"/>
              <a:gd name="connsiteY32" fmla="*/ 9185710 h 9456078"/>
              <a:gd name="connsiteX33" fmla="*/ 1692437 w 13158797"/>
              <a:gd name="connsiteY33" fmla="*/ 9169876 h 9456078"/>
              <a:gd name="connsiteX34" fmla="*/ 1738442 w 13158797"/>
              <a:gd name="connsiteY34" fmla="*/ 9153608 h 9456078"/>
              <a:gd name="connsiteX35" fmla="*/ 1784280 w 13158797"/>
              <a:gd name="connsiteY35" fmla="*/ 9136910 h 9456078"/>
              <a:gd name="connsiteX36" fmla="*/ 1829947 w 13158797"/>
              <a:gd name="connsiteY36" fmla="*/ 9119782 h 9456078"/>
              <a:gd name="connsiteX37" fmla="*/ 1875440 w 13158797"/>
              <a:gd name="connsiteY37" fmla="*/ 9102226 h 9456078"/>
              <a:gd name="connsiteX38" fmla="*/ 1920756 w 13158797"/>
              <a:gd name="connsiteY38" fmla="*/ 9084243 h 9456078"/>
              <a:gd name="connsiteX39" fmla="*/ 1965893 w 13158797"/>
              <a:gd name="connsiteY39" fmla="*/ 9065835 h 9456078"/>
              <a:gd name="connsiteX40" fmla="*/ 2055615 w 13158797"/>
              <a:gd name="connsiteY40" fmla="*/ 9027750 h 9456078"/>
              <a:gd name="connsiteX41" fmla="*/ 2100195 w 13158797"/>
              <a:gd name="connsiteY41" fmla="*/ 9008075 h 9456078"/>
              <a:gd name="connsiteX42" fmla="*/ 2144582 w 13158797"/>
              <a:gd name="connsiteY42" fmla="*/ 8987981 h 9456078"/>
              <a:gd name="connsiteX43" fmla="*/ 2188775 w 13158797"/>
              <a:gd name="connsiteY43" fmla="*/ 8967470 h 9456078"/>
              <a:gd name="connsiteX44" fmla="*/ 2232770 w 13158797"/>
              <a:gd name="connsiteY44" fmla="*/ 8946542 h 9456078"/>
              <a:gd name="connsiteX45" fmla="*/ 2276564 w 13158797"/>
              <a:gd name="connsiteY45" fmla="*/ 8925199 h 9456078"/>
              <a:gd name="connsiteX46" fmla="*/ 2320154 w 13158797"/>
              <a:gd name="connsiteY46" fmla="*/ 8903443 h 9456078"/>
              <a:gd name="connsiteX47" fmla="*/ 2363538 w 13158797"/>
              <a:gd name="connsiteY47" fmla="*/ 8881275 h 9456078"/>
              <a:gd name="connsiteX48" fmla="*/ 2406711 w 13158797"/>
              <a:gd name="connsiteY48" fmla="*/ 8858697 h 9456078"/>
              <a:gd name="connsiteX49" fmla="*/ 2449672 w 13158797"/>
              <a:gd name="connsiteY49" fmla="*/ 8835710 h 9456078"/>
              <a:gd name="connsiteX50" fmla="*/ 2492417 w 13158797"/>
              <a:gd name="connsiteY50" fmla="*/ 8812316 h 9456078"/>
              <a:gd name="connsiteX51" fmla="*/ 2534943 w 13158797"/>
              <a:gd name="connsiteY51" fmla="*/ 8788516 h 9456078"/>
              <a:gd name="connsiteX52" fmla="*/ 2577247 w 13158797"/>
              <a:gd name="connsiteY52" fmla="*/ 8764311 h 9456078"/>
              <a:gd name="connsiteX53" fmla="*/ 2619326 w 13158797"/>
              <a:gd name="connsiteY53" fmla="*/ 8739704 h 9456078"/>
              <a:gd name="connsiteX54" fmla="*/ 2661177 w 13158797"/>
              <a:gd name="connsiteY54" fmla="*/ 8714695 h 9456078"/>
              <a:gd name="connsiteX55" fmla="*/ 2702797 w 13158797"/>
              <a:gd name="connsiteY55" fmla="*/ 8689286 h 9456078"/>
              <a:gd name="connsiteX56" fmla="*/ 2744183 w 13158797"/>
              <a:gd name="connsiteY56" fmla="*/ 8663479 h 9456078"/>
              <a:gd name="connsiteX57" fmla="*/ 2785333 w 13158797"/>
              <a:gd name="connsiteY57" fmla="*/ 8637274 h 9456078"/>
              <a:gd name="connsiteX58" fmla="*/ 2826242 w 13158797"/>
              <a:gd name="connsiteY58" fmla="*/ 8610675 h 9456078"/>
              <a:gd name="connsiteX59" fmla="*/ 2866908 w 13158797"/>
              <a:gd name="connsiteY59" fmla="*/ 8583681 h 9456078"/>
              <a:gd name="connsiteX60" fmla="*/ 2907329 w 13158797"/>
              <a:gd name="connsiteY60" fmla="*/ 8556295 h 9456078"/>
              <a:gd name="connsiteX61" fmla="*/ 2947500 w 13158797"/>
              <a:gd name="connsiteY61" fmla="*/ 8528517 h 9456078"/>
              <a:gd name="connsiteX62" fmla="*/ 2987419 w 13158797"/>
              <a:gd name="connsiteY62" fmla="*/ 8500351 h 9456078"/>
              <a:gd name="connsiteX63" fmla="*/ 3027083 w 13158797"/>
              <a:gd name="connsiteY63" fmla="*/ 8471796 h 9456078"/>
              <a:gd name="connsiteX64" fmla="*/ 3066489 w 13158797"/>
              <a:gd name="connsiteY64" fmla="*/ 8442854 h 9456078"/>
              <a:gd name="connsiteX65" fmla="*/ 3105634 w 13158797"/>
              <a:gd name="connsiteY65" fmla="*/ 8413528 h 9456078"/>
              <a:gd name="connsiteX66" fmla="*/ 3144515 w 13158797"/>
              <a:gd name="connsiteY66" fmla="*/ 8383818 h 9456078"/>
              <a:gd name="connsiteX67" fmla="*/ 3183129 w 13158797"/>
              <a:gd name="connsiteY67" fmla="*/ 8353726 h 9456078"/>
              <a:gd name="connsiteX68" fmla="*/ 3221473 w 13158797"/>
              <a:gd name="connsiteY68" fmla="*/ 8323253 h 9456078"/>
              <a:gd name="connsiteX69" fmla="*/ 3259544 w 13158797"/>
              <a:gd name="connsiteY69" fmla="*/ 8292401 h 9456078"/>
              <a:gd name="connsiteX70" fmla="*/ 3297339 w 13158797"/>
              <a:gd name="connsiteY70" fmla="*/ 8261172 h 9456078"/>
              <a:gd name="connsiteX71" fmla="*/ 3334854 w 13158797"/>
              <a:gd name="connsiteY71" fmla="*/ 8229566 h 9456078"/>
              <a:gd name="connsiteX72" fmla="*/ 3372087 w 13158797"/>
              <a:gd name="connsiteY72" fmla="*/ 8197585 h 9456078"/>
              <a:gd name="connsiteX73" fmla="*/ 3409035 w 13158797"/>
              <a:gd name="connsiteY73" fmla="*/ 8165232 h 9456078"/>
              <a:gd name="connsiteX74" fmla="*/ 3445695 w 13158797"/>
              <a:gd name="connsiteY74" fmla="*/ 8132507 h 9456078"/>
              <a:gd name="connsiteX75" fmla="*/ 3482064 w 13158797"/>
              <a:gd name="connsiteY75" fmla="*/ 8099411 h 9456078"/>
              <a:gd name="connsiteX76" fmla="*/ 3518139 w 13158797"/>
              <a:gd name="connsiteY76" fmla="*/ 8065947 h 9456078"/>
              <a:gd name="connsiteX77" fmla="*/ 3553916 w 13158797"/>
              <a:gd name="connsiteY77" fmla="*/ 8032115 h 9456078"/>
              <a:gd name="connsiteX78" fmla="*/ 3589393 w 13158797"/>
              <a:gd name="connsiteY78" fmla="*/ 7997918 h 9456078"/>
              <a:gd name="connsiteX79" fmla="*/ 3624567 w 13158797"/>
              <a:gd name="connsiteY79" fmla="*/ 7963356 h 9456078"/>
              <a:gd name="connsiteX80" fmla="*/ 3659435 w 13158797"/>
              <a:gd name="connsiteY80" fmla="*/ 7928432 h 9456078"/>
              <a:gd name="connsiteX81" fmla="*/ 3693994 w 13158797"/>
              <a:gd name="connsiteY81" fmla="*/ 7893146 h 9456078"/>
              <a:gd name="connsiteX82" fmla="*/ 3728240 w 13158797"/>
              <a:gd name="connsiteY82" fmla="*/ 7857501 h 9456078"/>
              <a:gd name="connsiteX83" fmla="*/ 3762171 w 13158797"/>
              <a:gd name="connsiteY83" fmla="*/ 7821497 h 9456078"/>
              <a:gd name="connsiteX84" fmla="*/ 3795783 w 13158797"/>
              <a:gd name="connsiteY84" fmla="*/ 7785136 h 9456078"/>
              <a:gd name="connsiteX85" fmla="*/ 3829075 w 13158797"/>
              <a:gd name="connsiteY85" fmla="*/ 7748420 h 9456078"/>
              <a:gd name="connsiteX86" fmla="*/ 3862042 w 13158797"/>
              <a:gd name="connsiteY86" fmla="*/ 7711350 h 9456078"/>
              <a:gd name="connsiteX87" fmla="*/ 3894682 w 13158797"/>
              <a:gd name="connsiteY87" fmla="*/ 7673928 h 9456078"/>
              <a:gd name="connsiteX88" fmla="*/ 3926991 w 13158797"/>
              <a:gd name="connsiteY88" fmla="*/ 7636155 h 9456078"/>
              <a:gd name="connsiteX89" fmla="*/ 3958967 w 13158797"/>
              <a:gd name="connsiteY89" fmla="*/ 7598032 h 9456078"/>
              <a:gd name="connsiteX90" fmla="*/ 3990607 w 13158797"/>
              <a:gd name="connsiteY90" fmla="*/ 7559561 h 9456078"/>
              <a:gd name="connsiteX91" fmla="*/ 4021907 w 13158797"/>
              <a:gd name="connsiteY91" fmla="*/ 7520744 h 9456078"/>
              <a:gd name="connsiteX92" fmla="*/ 4052865 w 13158797"/>
              <a:gd name="connsiteY92" fmla="*/ 7481582 h 9456078"/>
              <a:gd name="connsiteX93" fmla="*/ 4083478 w 13158797"/>
              <a:gd name="connsiteY93" fmla="*/ 7442077 h 9456078"/>
              <a:gd name="connsiteX94" fmla="*/ 8022311 w 13158797"/>
              <a:gd name="connsiteY94" fmla="*/ 2307814 h 9456078"/>
              <a:gd name="connsiteX95" fmla="*/ 8052902 w 13158797"/>
              <a:gd name="connsiteY95" fmla="*/ 2268285 h 9456078"/>
              <a:gd name="connsiteX96" fmla="*/ 8083796 w 13158797"/>
              <a:gd name="connsiteY96" fmla="*/ 2229056 h 9456078"/>
              <a:gd name="connsiteX97" fmla="*/ 8114989 w 13158797"/>
              <a:gd name="connsiteY97" fmla="*/ 2190127 h 9456078"/>
              <a:gd name="connsiteX98" fmla="*/ 8146479 w 13158797"/>
              <a:gd name="connsiteY98" fmla="*/ 2151500 h 9456078"/>
              <a:gd name="connsiteX99" fmla="*/ 8178264 w 13158797"/>
              <a:gd name="connsiteY99" fmla="*/ 2113176 h 9456078"/>
              <a:gd name="connsiteX100" fmla="*/ 8210341 w 13158797"/>
              <a:gd name="connsiteY100" fmla="*/ 2075157 h 9456078"/>
              <a:gd name="connsiteX101" fmla="*/ 8242709 w 13158797"/>
              <a:gd name="connsiteY101" fmla="*/ 2037442 h 9456078"/>
              <a:gd name="connsiteX102" fmla="*/ 8275365 w 13158797"/>
              <a:gd name="connsiteY102" fmla="*/ 2000034 h 9456078"/>
              <a:gd name="connsiteX103" fmla="*/ 8308307 w 13158797"/>
              <a:gd name="connsiteY103" fmla="*/ 1962934 h 9456078"/>
              <a:gd name="connsiteX104" fmla="*/ 8341532 w 13158797"/>
              <a:gd name="connsiteY104" fmla="*/ 1926142 h 9456078"/>
              <a:gd name="connsiteX105" fmla="*/ 8375038 w 13158797"/>
              <a:gd name="connsiteY105" fmla="*/ 1889660 h 9456078"/>
              <a:gd name="connsiteX106" fmla="*/ 8408823 w 13158797"/>
              <a:gd name="connsiteY106" fmla="*/ 1853489 h 9456078"/>
              <a:gd name="connsiteX107" fmla="*/ 8442885 w 13158797"/>
              <a:gd name="connsiteY107" fmla="*/ 1817630 h 9456078"/>
              <a:gd name="connsiteX108" fmla="*/ 8477221 w 13158797"/>
              <a:gd name="connsiteY108" fmla="*/ 1782084 h 9456078"/>
              <a:gd name="connsiteX109" fmla="*/ 8511829 w 13158797"/>
              <a:gd name="connsiteY109" fmla="*/ 1746853 h 9456078"/>
              <a:gd name="connsiteX110" fmla="*/ 8546706 w 13158797"/>
              <a:gd name="connsiteY110" fmla="*/ 1711937 h 9456078"/>
              <a:gd name="connsiteX111" fmla="*/ 8581851 w 13158797"/>
              <a:gd name="connsiteY111" fmla="*/ 1677337 h 9456078"/>
              <a:gd name="connsiteX112" fmla="*/ 8617261 w 13158797"/>
              <a:gd name="connsiteY112" fmla="*/ 1643056 h 9456078"/>
              <a:gd name="connsiteX113" fmla="*/ 8652934 w 13158797"/>
              <a:gd name="connsiteY113" fmla="*/ 1609093 h 9456078"/>
              <a:gd name="connsiteX114" fmla="*/ 8688867 w 13158797"/>
              <a:gd name="connsiteY114" fmla="*/ 1575450 h 9456078"/>
              <a:gd name="connsiteX115" fmla="*/ 8725058 w 13158797"/>
              <a:gd name="connsiteY115" fmla="*/ 1542128 h 9456078"/>
              <a:gd name="connsiteX116" fmla="*/ 8761506 w 13158797"/>
              <a:gd name="connsiteY116" fmla="*/ 1509129 h 9456078"/>
              <a:gd name="connsiteX117" fmla="*/ 8798207 w 13158797"/>
              <a:gd name="connsiteY117" fmla="*/ 1476452 h 9456078"/>
              <a:gd name="connsiteX118" fmla="*/ 8835159 w 13158797"/>
              <a:gd name="connsiteY118" fmla="*/ 1444101 h 9456078"/>
              <a:gd name="connsiteX119" fmla="*/ 8872360 w 13158797"/>
              <a:gd name="connsiteY119" fmla="*/ 1412075 h 9456078"/>
              <a:gd name="connsiteX120" fmla="*/ 8909808 w 13158797"/>
              <a:gd name="connsiteY120" fmla="*/ 1380375 h 9456078"/>
              <a:gd name="connsiteX121" fmla="*/ 8947501 w 13158797"/>
              <a:gd name="connsiteY121" fmla="*/ 1349004 h 9456078"/>
              <a:gd name="connsiteX122" fmla="*/ 8985435 w 13158797"/>
              <a:gd name="connsiteY122" fmla="*/ 1317962 h 9456078"/>
              <a:gd name="connsiteX123" fmla="*/ 9023610 w 13158797"/>
              <a:gd name="connsiteY123" fmla="*/ 1287250 h 9456078"/>
              <a:gd name="connsiteX124" fmla="*/ 9062022 w 13158797"/>
              <a:gd name="connsiteY124" fmla="*/ 1256869 h 9456078"/>
              <a:gd name="connsiteX125" fmla="*/ 9100669 w 13158797"/>
              <a:gd name="connsiteY125" fmla="*/ 1226820 h 9456078"/>
              <a:gd name="connsiteX126" fmla="*/ 9139549 w 13158797"/>
              <a:gd name="connsiteY126" fmla="*/ 1197105 h 9456078"/>
              <a:gd name="connsiteX127" fmla="*/ 9178660 w 13158797"/>
              <a:gd name="connsiteY127" fmla="*/ 1167725 h 9456078"/>
              <a:gd name="connsiteX128" fmla="*/ 9217999 w 13158797"/>
              <a:gd name="connsiteY128" fmla="*/ 1138681 h 9456078"/>
              <a:gd name="connsiteX129" fmla="*/ 9257564 w 13158797"/>
              <a:gd name="connsiteY129" fmla="*/ 1109974 h 9456078"/>
              <a:gd name="connsiteX130" fmla="*/ 9297353 w 13158797"/>
              <a:gd name="connsiteY130" fmla="*/ 1081604 h 9456078"/>
              <a:gd name="connsiteX131" fmla="*/ 9337364 w 13158797"/>
              <a:gd name="connsiteY131" fmla="*/ 1053574 h 9456078"/>
              <a:gd name="connsiteX132" fmla="*/ 9377594 w 13158797"/>
              <a:gd name="connsiteY132" fmla="*/ 1025884 h 9456078"/>
              <a:gd name="connsiteX133" fmla="*/ 9418040 w 13158797"/>
              <a:gd name="connsiteY133" fmla="*/ 998536 h 9456078"/>
              <a:gd name="connsiteX134" fmla="*/ 9458702 w 13158797"/>
              <a:gd name="connsiteY134" fmla="*/ 971530 h 9456078"/>
              <a:gd name="connsiteX135" fmla="*/ 9499575 w 13158797"/>
              <a:gd name="connsiteY135" fmla="*/ 944868 h 9456078"/>
              <a:gd name="connsiteX136" fmla="*/ 9540659 w 13158797"/>
              <a:gd name="connsiteY136" fmla="*/ 918551 h 9456078"/>
              <a:gd name="connsiteX137" fmla="*/ 9581950 w 13158797"/>
              <a:gd name="connsiteY137" fmla="*/ 892580 h 9456078"/>
              <a:gd name="connsiteX138" fmla="*/ 9623447 w 13158797"/>
              <a:gd name="connsiteY138" fmla="*/ 866956 h 9456078"/>
              <a:gd name="connsiteX139" fmla="*/ 9665147 w 13158797"/>
              <a:gd name="connsiteY139" fmla="*/ 841681 h 9456078"/>
              <a:gd name="connsiteX140" fmla="*/ 9707048 w 13158797"/>
              <a:gd name="connsiteY140" fmla="*/ 816754 h 9456078"/>
              <a:gd name="connsiteX141" fmla="*/ 9749147 w 13158797"/>
              <a:gd name="connsiteY141" fmla="*/ 792179 h 9456078"/>
              <a:gd name="connsiteX142" fmla="*/ 9791443 w 13158797"/>
              <a:gd name="connsiteY142" fmla="*/ 767955 h 9456078"/>
              <a:gd name="connsiteX143" fmla="*/ 9833932 w 13158797"/>
              <a:gd name="connsiteY143" fmla="*/ 744083 h 9456078"/>
              <a:gd name="connsiteX144" fmla="*/ 9876613 w 13158797"/>
              <a:gd name="connsiteY144" fmla="*/ 720566 h 9456078"/>
              <a:gd name="connsiteX145" fmla="*/ 9919484 w 13158797"/>
              <a:gd name="connsiteY145" fmla="*/ 697404 h 9456078"/>
              <a:gd name="connsiteX146" fmla="*/ 9962542 w 13158797"/>
              <a:gd name="connsiteY146" fmla="*/ 674598 h 9456078"/>
              <a:gd name="connsiteX147" fmla="*/ 10005784 w 13158797"/>
              <a:gd name="connsiteY147" fmla="*/ 652149 h 9456078"/>
              <a:gd name="connsiteX148" fmla="*/ 10049209 w 13158797"/>
              <a:gd name="connsiteY148" fmla="*/ 630059 h 9456078"/>
              <a:gd name="connsiteX149" fmla="*/ 10092814 w 13158797"/>
              <a:gd name="connsiteY149" fmla="*/ 608328 h 9456078"/>
              <a:gd name="connsiteX150" fmla="*/ 10136597 w 13158797"/>
              <a:gd name="connsiteY150" fmla="*/ 586958 h 9456078"/>
              <a:gd name="connsiteX151" fmla="*/ 10180556 w 13158797"/>
              <a:gd name="connsiteY151" fmla="*/ 565950 h 9456078"/>
              <a:gd name="connsiteX152" fmla="*/ 10224688 w 13158797"/>
              <a:gd name="connsiteY152" fmla="*/ 545304 h 9456078"/>
              <a:gd name="connsiteX153" fmla="*/ 10268991 w 13158797"/>
              <a:gd name="connsiteY153" fmla="*/ 525023 h 9456078"/>
              <a:gd name="connsiteX154" fmla="*/ 10313463 w 13158797"/>
              <a:gd name="connsiteY154" fmla="*/ 505107 h 9456078"/>
              <a:gd name="connsiteX155" fmla="*/ 10358101 w 13158797"/>
              <a:gd name="connsiteY155" fmla="*/ 485558 h 9456078"/>
              <a:gd name="connsiteX156" fmla="*/ 10402903 w 13158797"/>
              <a:gd name="connsiteY156" fmla="*/ 466376 h 9456078"/>
              <a:gd name="connsiteX157" fmla="*/ 10447868 w 13158797"/>
              <a:gd name="connsiteY157" fmla="*/ 447563 h 9456078"/>
              <a:gd name="connsiteX158" fmla="*/ 10492991 w 13158797"/>
              <a:gd name="connsiteY158" fmla="*/ 429119 h 9456078"/>
              <a:gd name="connsiteX159" fmla="*/ 10538272 w 13158797"/>
              <a:gd name="connsiteY159" fmla="*/ 411046 h 9456078"/>
              <a:gd name="connsiteX160" fmla="*/ 10583708 w 13158797"/>
              <a:gd name="connsiteY160" fmla="*/ 393346 h 9456078"/>
              <a:gd name="connsiteX161" fmla="*/ 10629297 w 13158797"/>
              <a:gd name="connsiteY161" fmla="*/ 376018 h 9456078"/>
              <a:gd name="connsiteX162" fmla="*/ 10675036 w 13158797"/>
              <a:gd name="connsiteY162" fmla="*/ 359065 h 9456078"/>
              <a:gd name="connsiteX163" fmla="*/ 10720923 w 13158797"/>
              <a:gd name="connsiteY163" fmla="*/ 342487 h 9456078"/>
              <a:gd name="connsiteX164" fmla="*/ 10766956 w 13158797"/>
              <a:gd name="connsiteY164" fmla="*/ 326286 h 9456078"/>
              <a:gd name="connsiteX165" fmla="*/ 10813132 w 13158797"/>
              <a:gd name="connsiteY165" fmla="*/ 310462 h 9456078"/>
              <a:gd name="connsiteX166" fmla="*/ 10859450 w 13158797"/>
              <a:gd name="connsiteY166" fmla="*/ 295018 h 9456078"/>
              <a:gd name="connsiteX167" fmla="*/ 10905907 w 13158797"/>
              <a:gd name="connsiteY167" fmla="*/ 279953 h 9456078"/>
              <a:gd name="connsiteX168" fmla="*/ 10952500 w 13158797"/>
              <a:gd name="connsiteY168" fmla="*/ 265269 h 9456078"/>
              <a:gd name="connsiteX169" fmla="*/ 10999227 w 13158797"/>
              <a:gd name="connsiteY169" fmla="*/ 250968 h 9456078"/>
              <a:gd name="connsiteX170" fmla="*/ 11046087 w 13158797"/>
              <a:gd name="connsiteY170" fmla="*/ 237049 h 9456078"/>
              <a:gd name="connsiteX171" fmla="*/ 11093076 w 13158797"/>
              <a:gd name="connsiteY171" fmla="*/ 223516 h 9456078"/>
              <a:gd name="connsiteX172" fmla="*/ 11140193 w 13158797"/>
              <a:gd name="connsiteY172" fmla="*/ 210368 h 9456078"/>
              <a:gd name="connsiteX173" fmla="*/ 11187434 w 13158797"/>
              <a:gd name="connsiteY173" fmla="*/ 197606 h 9456078"/>
              <a:gd name="connsiteX174" fmla="*/ 11234799 w 13158797"/>
              <a:gd name="connsiteY174" fmla="*/ 185233 h 9456078"/>
              <a:gd name="connsiteX175" fmla="*/ 11282284 w 13158797"/>
              <a:gd name="connsiteY175" fmla="*/ 173248 h 9456078"/>
              <a:gd name="connsiteX176" fmla="*/ 11329888 w 13158797"/>
              <a:gd name="connsiteY176" fmla="*/ 161654 h 9456078"/>
              <a:gd name="connsiteX177" fmla="*/ 11377607 w 13158797"/>
              <a:gd name="connsiteY177" fmla="*/ 150451 h 9456078"/>
              <a:gd name="connsiteX178" fmla="*/ 11425440 w 13158797"/>
              <a:gd name="connsiteY178" fmla="*/ 139640 h 9456078"/>
              <a:gd name="connsiteX179" fmla="*/ 11473385 w 13158797"/>
              <a:gd name="connsiteY179" fmla="*/ 129223 h 9456078"/>
              <a:gd name="connsiteX180" fmla="*/ 11521439 w 13158797"/>
              <a:gd name="connsiteY180" fmla="*/ 119201 h 9456078"/>
              <a:gd name="connsiteX181" fmla="*/ 11569599 w 13158797"/>
              <a:gd name="connsiteY181" fmla="*/ 109574 h 9456078"/>
              <a:gd name="connsiteX182" fmla="*/ 11617864 w 13158797"/>
              <a:gd name="connsiteY182" fmla="*/ 100344 h 9456078"/>
              <a:gd name="connsiteX183" fmla="*/ 11666231 w 13158797"/>
              <a:gd name="connsiteY183" fmla="*/ 91512 h 9456078"/>
              <a:gd name="connsiteX184" fmla="*/ 11714698 w 13158797"/>
              <a:gd name="connsiteY184" fmla="*/ 83080 h 9456078"/>
              <a:gd name="connsiteX185" fmla="*/ 11763263 w 13158797"/>
              <a:gd name="connsiteY185" fmla="*/ 75047 h 9456078"/>
              <a:gd name="connsiteX186" fmla="*/ 11811923 w 13158797"/>
              <a:gd name="connsiteY186" fmla="*/ 67417 h 9456078"/>
              <a:gd name="connsiteX187" fmla="*/ 11860676 w 13158797"/>
              <a:gd name="connsiteY187" fmla="*/ 60188 h 9456078"/>
              <a:gd name="connsiteX188" fmla="*/ 11909519 w 13158797"/>
              <a:gd name="connsiteY188" fmla="*/ 53364 h 9456078"/>
              <a:gd name="connsiteX189" fmla="*/ 11958451 w 13158797"/>
              <a:gd name="connsiteY189" fmla="*/ 46944 h 9456078"/>
              <a:gd name="connsiteX190" fmla="*/ 12007470 w 13158797"/>
              <a:gd name="connsiteY190" fmla="*/ 40931 h 9456078"/>
              <a:gd name="connsiteX191" fmla="*/ 12056572 w 13158797"/>
              <a:gd name="connsiteY191" fmla="*/ 35324 h 9456078"/>
              <a:gd name="connsiteX192" fmla="*/ 12105756 w 13158797"/>
              <a:gd name="connsiteY192" fmla="*/ 30126 h 9456078"/>
              <a:gd name="connsiteX193" fmla="*/ 12155019 w 13158797"/>
              <a:gd name="connsiteY193" fmla="*/ 25337 h 9456078"/>
              <a:gd name="connsiteX194" fmla="*/ 12204359 w 13158797"/>
              <a:gd name="connsiteY194" fmla="*/ 20958 h 9456078"/>
              <a:gd name="connsiteX195" fmla="*/ 12253773 w 13158797"/>
              <a:gd name="connsiteY195" fmla="*/ 16991 h 9456078"/>
              <a:gd name="connsiteX196" fmla="*/ 12303260 w 13158797"/>
              <a:gd name="connsiteY196" fmla="*/ 13437 h 9456078"/>
              <a:gd name="connsiteX197" fmla="*/ 12352818 w 13158797"/>
              <a:gd name="connsiteY197" fmla="*/ 10297 h 9456078"/>
              <a:gd name="connsiteX198" fmla="*/ 12402443 w 13158797"/>
              <a:gd name="connsiteY198" fmla="*/ 7572 h 9456078"/>
              <a:gd name="connsiteX199" fmla="*/ 12452133 w 13158797"/>
              <a:gd name="connsiteY199" fmla="*/ 5263 h 9456078"/>
              <a:gd name="connsiteX200" fmla="*/ 12501887 w 13158797"/>
              <a:gd name="connsiteY200" fmla="*/ 3371 h 9456078"/>
              <a:gd name="connsiteX201" fmla="*/ 12551701 w 13158797"/>
              <a:gd name="connsiteY201" fmla="*/ 1898 h 9456078"/>
              <a:gd name="connsiteX202" fmla="*/ 12601574 w 13158797"/>
              <a:gd name="connsiteY202" fmla="*/ 844 h 9456078"/>
              <a:gd name="connsiteX203" fmla="*/ 12651504 w 13158797"/>
              <a:gd name="connsiteY203" fmla="*/ 211 h 9456078"/>
              <a:gd name="connsiteX204" fmla="*/ 12701487 w 13158797"/>
              <a:gd name="connsiteY204" fmla="*/ 0 h 9456078"/>
              <a:gd name="connsiteX205" fmla="*/ 13158798 w 13158797"/>
              <a:gd name="connsiteY205" fmla="*/ 0 h 94560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</a:cxnLst>
            <a:rect l="l" t="t" r="r" b="b"/>
            <a:pathLst>
              <a:path w="13158797" h="9456078">
                <a:moveTo>
                  <a:pt x="0" y="9456078"/>
                </a:moveTo>
                <a:lnTo>
                  <a:pt x="49977" y="9455836"/>
                </a:lnTo>
                <a:lnTo>
                  <a:pt x="99893" y="9455111"/>
                </a:lnTo>
                <a:lnTo>
                  <a:pt x="149742" y="9453904"/>
                </a:lnTo>
                <a:lnTo>
                  <a:pt x="199524" y="9452217"/>
                </a:lnTo>
                <a:lnTo>
                  <a:pt x="298870" y="9447409"/>
                </a:lnTo>
                <a:lnTo>
                  <a:pt x="348429" y="9444290"/>
                </a:lnTo>
                <a:lnTo>
                  <a:pt x="397907" y="9440698"/>
                </a:lnTo>
                <a:lnTo>
                  <a:pt x="447302" y="9436632"/>
                </a:lnTo>
                <a:lnTo>
                  <a:pt x="496610" y="9432096"/>
                </a:lnTo>
                <a:lnTo>
                  <a:pt x="545829" y="9427089"/>
                </a:lnTo>
                <a:lnTo>
                  <a:pt x="594956" y="9421615"/>
                </a:lnTo>
                <a:lnTo>
                  <a:pt x="643987" y="9415673"/>
                </a:lnTo>
                <a:lnTo>
                  <a:pt x="692920" y="9409267"/>
                </a:lnTo>
                <a:lnTo>
                  <a:pt x="741751" y="9402396"/>
                </a:lnTo>
                <a:lnTo>
                  <a:pt x="790478" y="9395063"/>
                </a:lnTo>
                <a:lnTo>
                  <a:pt x="839098" y="9387270"/>
                </a:lnTo>
                <a:lnTo>
                  <a:pt x="887607" y="9379017"/>
                </a:lnTo>
                <a:lnTo>
                  <a:pt x="936002" y="9370306"/>
                </a:lnTo>
                <a:lnTo>
                  <a:pt x="984281" y="9361139"/>
                </a:lnTo>
                <a:lnTo>
                  <a:pt x="1032440" y="9351517"/>
                </a:lnTo>
                <a:lnTo>
                  <a:pt x="1080477" y="9341441"/>
                </a:lnTo>
                <a:lnTo>
                  <a:pt x="1176172" y="9319936"/>
                </a:lnTo>
                <a:lnTo>
                  <a:pt x="1223823" y="9308509"/>
                </a:lnTo>
                <a:lnTo>
                  <a:pt x="1271339" y="9296635"/>
                </a:lnTo>
                <a:lnTo>
                  <a:pt x="1318719" y="9284315"/>
                </a:lnTo>
                <a:lnTo>
                  <a:pt x="1365957" y="9271550"/>
                </a:lnTo>
                <a:lnTo>
                  <a:pt x="1413052" y="9258342"/>
                </a:lnTo>
                <a:lnTo>
                  <a:pt x="1460000" y="9244693"/>
                </a:lnTo>
                <a:lnTo>
                  <a:pt x="1506799" y="9230604"/>
                </a:lnTo>
                <a:lnTo>
                  <a:pt x="1553445" y="9216076"/>
                </a:lnTo>
                <a:lnTo>
                  <a:pt x="1599935" y="9201111"/>
                </a:lnTo>
                <a:lnTo>
                  <a:pt x="1646267" y="9185710"/>
                </a:lnTo>
                <a:lnTo>
                  <a:pt x="1692437" y="9169876"/>
                </a:lnTo>
                <a:lnTo>
                  <a:pt x="1738442" y="9153608"/>
                </a:lnTo>
                <a:lnTo>
                  <a:pt x="1784280" y="9136910"/>
                </a:lnTo>
                <a:lnTo>
                  <a:pt x="1829947" y="9119782"/>
                </a:lnTo>
                <a:lnTo>
                  <a:pt x="1875440" y="9102226"/>
                </a:lnTo>
                <a:lnTo>
                  <a:pt x="1920756" y="9084243"/>
                </a:lnTo>
                <a:lnTo>
                  <a:pt x="1965893" y="9065835"/>
                </a:lnTo>
                <a:lnTo>
                  <a:pt x="2055615" y="9027750"/>
                </a:lnTo>
                <a:lnTo>
                  <a:pt x="2100195" y="9008075"/>
                </a:lnTo>
                <a:lnTo>
                  <a:pt x="2144582" y="8987981"/>
                </a:lnTo>
                <a:lnTo>
                  <a:pt x="2188775" y="8967470"/>
                </a:lnTo>
                <a:lnTo>
                  <a:pt x="2232770" y="8946542"/>
                </a:lnTo>
                <a:lnTo>
                  <a:pt x="2276564" y="8925199"/>
                </a:lnTo>
                <a:lnTo>
                  <a:pt x="2320154" y="8903443"/>
                </a:lnTo>
                <a:lnTo>
                  <a:pt x="2363538" y="8881275"/>
                </a:lnTo>
                <a:lnTo>
                  <a:pt x="2406711" y="8858697"/>
                </a:lnTo>
                <a:lnTo>
                  <a:pt x="2449672" y="8835710"/>
                </a:lnTo>
                <a:lnTo>
                  <a:pt x="2492417" y="8812316"/>
                </a:lnTo>
                <a:lnTo>
                  <a:pt x="2534943" y="8788516"/>
                </a:lnTo>
                <a:lnTo>
                  <a:pt x="2577247" y="8764311"/>
                </a:lnTo>
                <a:lnTo>
                  <a:pt x="2619326" y="8739704"/>
                </a:lnTo>
                <a:lnTo>
                  <a:pt x="2661177" y="8714695"/>
                </a:lnTo>
                <a:lnTo>
                  <a:pt x="2702797" y="8689286"/>
                </a:lnTo>
                <a:lnTo>
                  <a:pt x="2744183" y="8663479"/>
                </a:lnTo>
                <a:lnTo>
                  <a:pt x="2785333" y="8637274"/>
                </a:lnTo>
                <a:lnTo>
                  <a:pt x="2826242" y="8610675"/>
                </a:lnTo>
                <a:lnTo>
                  <a:pt x="2866908" y="8583681"/>
                </a:lnTo>
                <a:lnTo>
                  <a:pt x="2907329" y="8556295"/>
                </a:lnTo>
                <a:lnTo>
                  <a:pt x="2947500" y="8528517"/>
                </a:lnTo>
                <a:lnTo>
                  <a:pt x="2987419" y="8500351"/>
                </a:lnTo>
                <a:lnTo>
                  <a:pt x="3027083" y="8471796"/>
                </a:lnTo>
                <a:lnTo>
                  <a:pt x="3066489" y="8442854"/>
                </a:lnTo>
                <a:lnTo>
                  <a:pt x="3105634" y="8413528"/>
                </a:lnTo>
                <a:lnTo>
                  <a:pt x="3144515" y="8383818"/>
                </a:lnTo>
                <a:lnTo>
                  <a:pt x="3183129" y="8353726"/>
                </a:lnTo>
                <a:lnTo>
                  <a:pt x="3221473" y="8323253"/>
                </a:lnTo>
                <a:lnTo>
                  <a:pt x="3259544" y="8292401"/>
                </a:lnTo>
                <a:lnTo>
                  <a:pt x="3297339" y="8261172"/>
                </a:lnTo>
                <a:lnTo>
                  <a:pt x="3334854" y="8229566"/>
                </a:lnTo>
                <a:lnTo>
                  <a:pt x="3372087" y="8197585"/>
                </a:lnTo>
                <a:lnTo>
                  <a:pt x="3409035" y="8165232"/>
                </a:lnTo>
                <a:lnTo>
                  <a:pt x="3445695" y="8132507"/>
                </a:lnTo>
                <a:lnTo>
                  <a:pt x="3482064" y="8099411"/>
                </a:lnTo>
                <a:lnTo>
                  <a:pt x="3518139" y="8065947"/>
                </a:lnTo>
                <a:lnTo>
                  <a:pt x="3553916" y="8032115"/>
                </a:lnTo>
                <a:lnTo>
                  <a:pt x="3589393" y="7997918"/>
                </a:lnTo>
                <a:lnTo>
                  <a:pt x="3624567" y="7963356"/>
                </a:lnTo>
                <a:lnTo>
                  <a:pt x="3659435" y="7928432"/>
                </a:lnTo>
                <a:lnTo>
                  <a:pt x="3693994" y="7893146"/>
                </a:lnTo>
                <a:lnTo>
                  <a:pt x="3728240" y="7857501"/>
                </a:lnTo>
                <a:lnTo>
                  <a:pt x="3762171" y="7821497"/>
                </a:lnTo>
                <a:lnTo>
                  <a:pt x="3795783" y="7785136"/>
                </a:lnTo>
                <a:lnTo>
                  <a:pt x="3829075" y="7748420"/>
                </a:lnTo>
                <a:lnTo>
                  <a:pt x="3862042" y="7711350"/>
                </a:lnTo>
                <a:lnTo>
                  <a:pt x="3894682" y="7673928"/>
                </a:lnTo>
                <a:lnTo>
                  <a:pt x="3926991" y="7636155"/>
                </a:lnTo>
                <a:lnTo>
                  <a:pt x="3958967" y="7598032"/>
                </a:lnTo>
                <a:lnTo>
                  <a:pt x="3990607" y="7559561"/>
                </a:lnTo>
                <a:lnTo>
                  <a:pt x="4021907" y="7520744"/>
                </a:lnTo>
                <a:lnTo>
                  <a:pt x="4052865" y="7481582"/>
                </a:lnTo>
                <a:lnTo>
                  <a:pt x="4083478" y="7442077"/>
                </a:lnTo>
                <a:lnTo>
                  <a:pt x="8022311" y="2307814"/>
                </a:lnTo>
                <a:lnTo>
                  <a:pt x="8052902" y="2268285"/>
                </a:lnTo>
                <a:lnTo>
                  <a:pt x="8083796" y="2229056"/>
                </a:lnTo>
                <a:lnTo>
                  <a:pt x="8114989" y="2190127"/>
                </a:lnTo>
                <a:lnTo>
                  <a:pt x="8146479" y="2151500"/>
                </a:lnTo>
                <a:lnTo>
                  <a:pt x="8178264" y="2113176"/>
                </a:lnTo>
                <a:lnTo>
                  <a:pt x="8210341" y="2075157"/>
                </a:lnTo>
                <a:lnTo>
                  <a:pt x="8242709" y="2037442"/>
                </a:lnTo>
                <a:lnTo>
                  <a:pt x="8275365" y="2000034"/>
                </a:lnTo>
                <a:lnTo>
                  <a:pt x="8308307" y="1962934"/>
                </a:lnTo>
                <a:lnTo>
                  <a:pt x="8341532" y="1926142"/>
                </a:lnTo>
                <a:lnTo>
                  <a:pt x="8375038" y="1889660"/>
                </a:lnTo>
                <a:lnTo>
                  <a:pt x="8408823" y="1853489"/>
                </a:lnTo>
                <a:lnTo>
                  <a:pt x="8442885" y="1817630"/>
                </a:lnTo>
                <a:lnTo>
                  <a:pt x="8477221" y="1782084"/>
                </a:lnTo>
                <a:lnTo>
                  <a:pt x="8511829" y="1746853"/>
                </a:lnTo>
                <a:lnTo>
                  <a:pt x="8546706" y="1711937"/>
                </a:lnTo>
                <a:lnTo>
                  <a:pt x="8581851" y="1677337"/>
                </a:lnTo>
                <a:lnTo>
                  <a:pt x="8617261" y="1643056"/>
                </a:lnTo>
                <a:lnTo>
                  <a:pt x="8652934" y="1609093"/>
                </a:lnTo>
                <a:lnTo>
                  <a:pt x="8688867" y="1575450"/>
                </a:lnTo>
                <a:lnTo>
                  <a:pt x="8725058" y="1542128"/>
                </a:lnTo>
                <a:lnTo>
                  <a:pt x="8761506" y="1509129"/>
                </a:lnTo>
                <a:lnTo>
                  <a:pt x="8798207" y="1476452"/>
                </a:lnTo>
                <a:lnTo>
                  <a:pt x="8835159" y="1444101"/>
                </a:lnTo>
                <a:lnTo>
                  <a:pt x="8872360" y="1412075"/>
                </a:lnTo>
                <a:lnTo>
                  <a:pt x="8909808" y="1380375"/>
                </a:lnTo>
                <a:lnTo>
                  <a:pt x="8947501" y="1349004"/>
                </a:lnTo>
                <a:lnTo>
                  <a:pt x="8985435" y="1317962"/>
                </a:lnTo>
                <a:lnTo>
                  <a:pt x="9023610" y="1287250"/>
                </a:lnTo>
                <a:lnTo>
                  <a:pt x="9062022" y="1256869"/>
                </a:lnTo>
                <a:lnTo>
                  <a:pt x="9100669" y="1226820"/>
                </a:lnTo>
                <a:lnTo>
                  <a:pt x="9139549" y="1197105"/>
                </a:lnTo>
                <a:lnTo>
                  <a:pt x="9178660" y="1167725"/>
                </a:lnTo>
                <a:lnTo>
                  <a:pt x="9217999" y="1138681"/>
                </a:lnTo>
                <a:lnTo>
                  <a:pt x="9257564" y="1109974"/>
                </a:lnTo>
                <a:lnTo>
                  <a:pt x="9297353" y="1081604"/>
                </a:lnTo>
                <a:lnTo>
                  <a:pt x="9337364" y="1053574"/>
                </a:lnTo>
                <a:lnTo>
                  <a:pt x="9377594" y="1025884"/>
                </a:lnTo>
                <a:lnTo>
                  <a:pt x="9418040" y="998536"/>
                </a:lnTo>
                <a:lnTo>
                  <a:pt x="9458702" y="971530"/>
                </a:lnTo>
                <a:lnTo>
                  <a:pt x="9499575" y="944868"/>
                </a:lnTo>
                <a:lnTo>
                  <a:pt x="9540659" y="918551"/>
                </a:lnTo>
                <a:lnTo>
                  <a:pt x="9581950" y="892580"/>
                </a:lnTo>
                <a:lnTo>
                  <a:pt x="9623447" y="866956"/>
                </a:lnTo>
                <a:lnTo>
                  <a:pt x="9665147" y="841681"/>
                </a:lnTo>
                <a:lnTo>
                  <a:pt x="9707048" y="816754"/>
                </a:lnTo>
                <a:lnTo>
                  <a:pt x="9749147" y="792179"/>
                </a:lnTo>
                <a:lnTo>
                  <a:pt x="9791443" y="767955"/>
                </a:lnTo>
                <a:lnTo>
                  <a:pt x="9833932" y="744083"/>
                </a:lnTo>
                <a:lnTo>
                  <a:pt x="9876613" y="720566"/>
                </a:lnTo>
                <a:lnTo>
                  <a:pt x="9919484" y="697404"/>
                </a:lnTo>
                <a:lnTo>
                  <a:pt x="9962542" y="674598"/>
                </a:lnTo>
                <a:lnTo>
                  <a:pt x="10005784" y="652149"/>
                </a:lnTo>
                <a:lnTo>
                  <a:pt x="10049209" y="630059"/>
                </a:lnTo>
                <a:lnTo>
                  <a:pt x="10092814" y="608328"/>
                </a:lnTo>
                <a:lnTo>
                  <a:pt x="10136597" y="586958"/>
                </a:lnTo>
                <a:lnTo>
                  <a:pt x="10180556" y="565950"/>
                </a:lnTo>
                <a:lnTo>
                  <a:pt x="10224688" y="545304"/>
                </a:lnTo>
                <a:lnTo>
                  <a:pt x="10268991" y="525023"/>
                </a:lnTo>
                <a:lnTo>
                  <a:pt x="10313463" y="505107"/>
                </a:lnTo>
                <a:lnTo>
                  <a:pt x="10358101" y="485558"/>
                </a:lnTo>
                <a:lnTo>
                  <a:pt x="10402903" y="466376"/>
                </a:lnTo>
                <a:lnTo>
                  <a:pt x="10447868" y="447563"/>
                </a:lnTo>
                <a:lnTo>
                  <a:pt x="10492991" y="429119"/>
                </a:lnTo>
                <a:lnTo>
                  <a:pt x="10538272" y="411046"/>
                </a:lnTo>
                <a:lnTo>
                  <a:pt x="10583708" y="393346"/>
                </a:lnTo>
                <a:lnTo>
                  <a:pt x="10629297" y="376018"/>
                </a:lnTo>
                <a:lnTo>
                  <a:pt x="10675036" y="359065"/>
                </a:lnTo>
                <a:lnTo>
                  <a:pt x="10720923" y="342487"/>
                </a:lnTo>
                <a:lnTo>
                  <a:pt x="10766956" y="326286"/>
                </a:lnTo>
                <a:lnTo>
                  <a:pt x="10813132" y="310462"/>
                </a:lnTo>
                <a:lnTo>
                  <a:pt x="10859450" y="295018"/>
                </a:lnTo>
                <a:lnTo>
                  <a:pt x="10905907" y="279953"/>
                </a:lnTo>
                <a:lnTo>
                  <a:pt x="10952500" y="265269"/>
                </a:lnTo>
                <a:lnTo>
                  <a:pt x="10999227" y="250968"/>
                </a:lnTo>
                <a:lnTo>
                  <a:pt x="11046087" y="237049"/>
                </a:lnTo>
                <a:lnTo>
                  <a:pt x="11093076" y="223516"/>
                </a:lnTo>
                <a:lnTo>
                  <a:pt x="11140193" y="210368"/>
                </a:lnTo>
                <a:lnTo>
                  <a:pt x="11187434" y="197606"/>
                </a:lnTo>
                <a:lnTo>
                  <a:pt x="11234799" y="185233"/>
                </a:lnTo>
                <a:lnTo>
                  <a:pt x="11282284" y="173248"/>
                </a:lnTo>
                <a:lnTo>
                  <a:pt x="11329888" y="161654"/>
                </a:lnTo>
                <a:lnTo>
                  <a:pt x="11377607" y="150451"/>
                </a:lnTo>
                <a:lnTo>
                  <a:pt x="11425440" y="139640"/>
                </a:lnTo>
                <a:lnTo>
                  <a:pt x="11473385" y="129223"/>
                </a:lnTo>
                <a:lnTo>
                  <a:pt x="11521439" y="119201"/>
                </a:lnTo>
                <a:lnTo>
                  <a:pt x="11569599" y="109574"/>
                </a:lnTo>
                <a:lnTo>
                  <a:pt x="11617864" y="100344"/>
                </a:lnTo>
                <a:lnTo>
                  <a:pt x="11666231" y="91512"/>
                </a:lnTo>
                <a:lnTo>
                  <a:pt x="11714698" y="83080"/>
                </a:lnTo>
                <a:lnTo>
                  <a:pt x="11763263" y="75047"/>
                </a:lnTo>
                <a:lnTo>
                  <a:pt x="11811923" y="67417"/>
                </a:lnTo>
                <a:lnTo>
                  <a:pt x="11860676" y="60188"/>
                </a:lnTo>
                <a:lnTo>
                  <a:pt x="11909519" y="53364"/>
                </a:lnTo>
                <a:lnTo>
                  <a:pt x="11958451" y="46944"/>
                </a:lnTo>
                <a:lnTo>
                  <a:pt x="12007470" y="40931"/>
                </a:lnTo>
                <a:lnTo>
                  <a:pt x="12056572" y="35324"/>
                </a:lnTo>
                <a:lnTo>
                  <a:pt x="12105756" y="30126"/>
                </a:lnTo>
                <a:lnTo>
                  <a:pt x="12155019" y="25337"/>
                </a:lnTo>
                <a:lnTo>
                  <a:pt x="12204359" y="20958"/>
                </a:lnTo>
                <a:lnTo>
                  <a:pt x="12253773" y="16991"/>
                </a:lnTo>
                <a:lnTo>
                  <a:pt x="12303260" y="13437"/>
                </a:lnTo>
                <a:lnTo>
                  <a:pt x="12352818" y="10297"/>
                </a:lnTo>
                <a:lnTo>
                  <a:pt x="12402443" y="7572"/>
                </a:lnTo>
                <a:lnTo>
                  <a:pt x="12452133" y="5263"/>
                </a:lnTo>
                <a:lnTo>
                  <a:pt x="12501887" y="3371"/>
                </a:lnTo>
                <a:lnTo>
                  <a:pt x="12551701" y="1898"/>
                </a:lnTo>
                <a:lnTo>
                  <a:pt x="12601574" y="844"/>
                </a:lnTo>
                <a:lnTo>
                  <a:pt x="12651504" y="211"/>
                </a:lnTo>
                <a:lnTo>
                  <a:pt x="12701487" y="0"/>
                </a:lnTo>
                <a:lnTo>
                  <a:pt x="13158798" y="0"/>
                </a:lnTo>
              </a:path>
            </a:pathLst>
          </a:custGeom>
          <a:ln w="19050">
            <a:solidFill>
              <a:schemeClr val="tx2"/>
            </a:solidFill>
          </a:ln>
        </p:spPr>
        <p:txBody>
          <a:bodyPr wrap="square" lIns="0" tIns="0" rIns="0" bIns="0" rtlCol="0"/>
          <a:lstStyle/>
          <a:p>
            <a:pPr marL="0" marR="0" lvl="0" indent="0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13" name="Text Placeholder 3">
            <a:extLst>
              <a:ext uri="{FF2B5EF4-FFF2-40B4-BE49-F238E27FC236}">
                <a16:creationId xmlns:a16="http://schemas.microsoft.com/office/drawing/2014/main" id="{F53E2E6E-222A-F591-1663-CA402B732DC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07988" y="2938015"/>
            <a:ext cx="4167530" cy="2783977"/>
          </a:xfrm>
          <a:prstGeom prst="rect">
            <a:avLst/>
          </a:prstGeom>
        </p:spPr>
        <p:txBody>
          <a:bodyPr lIns="0" tIns="0" rIns="0" bIns="0" anchor="b" anchorCtr="0"/>
          <a:lstStyle>
            <a:lvl1pPr marL="0" indent="0">
              <a:buNone/>
              <a:defRPr sz="3400">
                <a:solidFill>
                  <a:schemeClr val="tx1">
                    <a:lumMod val="85000"/>
                    <a:lumOff val="15000"/>
                  </a:schemeClr>
                </a:solidFill>
                <a:latin typeface="Versos Light" panose="020B0403020204030204" pitchFamily="34" charset="0"/>
              </a:defRPr>
            </a:lvl1pPr>
          </a:lstStyle>
          <a:p>
            <a:pPr lvl="0"/>
            <a:r>
              <a:rPr lang="en-US" err="1"/>
              <a:t>Título</a:t>
            </a:r>
            <a:r>
              <a:rPr lang="en-US"/>
              <a:t> Template</a:t>
            </a:r>
          </a:p>
          <a:p>
            <a:pPr lvl="0"/>
            <a:r>
              <a:rPr lang="en-US" err="1"/>
              <a:t>Padrão</a:t>
            </a:r>
            <a:r>
              <a:rPr lang="en-US"/>
              <a:t> </a:t>
            </a:r>
            <a:r>
              <a:rPr lang="en-US" err="1"/>
              <a:t>Exemplo</a:t>
            </a:r>
            <a:endParaRPr lang="en-US"/>
          </a:p>
        </p:txBody>
      </p:sp>
      <p:sp>
        <p:nvSpPr>
          <p:cNvPr id="14" name="Text Placeholder 15">
            <a:extLst>
              <a:ext uri="{FF2B5EF4-FFF2-40B4-BE49-F238E27FC236}">
                <a16:creationId xmlns:a16="http://schemas.microsoft.com/office/drawing/2014/main" id="{96110406-75EA-FDCF-8EC5-7273399369D0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07988" y="5722315"/>
            <a:ext cx="4167530" cy="997297"/>
          </a:xfrm>
          <a:prstGeom prst="rect">
            <a:avLst/>
          </a:prstGeom>
        </p:spPr>
        <p:txBody>
          <a:bodyPr lIns="0" tIns="0" rIns="0" bIns="0"/>
          <a:lstStyle>
            <a:lvl1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1pPr>
            <a:lvl2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2pPr>
            <a:lvl3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3pPr>
            <a:lvl4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4pPr>
            <a:lvl5pPr>
              <a:defRPr lang="pt-BR" sz="2000" b="1" i="0" u="none" strike="noStrike" kern="1200" cap="none" dirty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pt-BR" sz="2000" b="1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</a:rPr>
              <a:t>FIC FIM EXEMPLO</a:t>
            </a:r>
            <a:endParaRPr lang="pt-BR"/>
          </a:p>
        </p:txBody>
      </p:sp>
      <p:sp>
        <p:nvSpPr>
          <p:cNvPr id="22" name="Text Placeholder 20">
            <a:extLst>
              <a:ext uri="{FF2B5EF4-FFF2-40B4-BE49-F238E27FC236}">
                <a16:creationId xmlns:a16="http://schemas.microsoft.com/office/drawing/2014/main" id="{D681B05B-2386-9C81-6A6D-BFFEF6DED57D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096001" y="5804626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868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23" name="Text Placeholder 20">
            <a:extLst>
              <a:ext uri="{FF2B5EF4-FFF2-40B4-BE49-F238E27FC236}">
                <a16:creationId xmlns:a16="http://schemas.microsoft.com/office/drawing/2014/main" id="{ACB2D47A-729B-16A4-3FD8-0779C01BA71B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7766084" y="5804626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868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24" name="Text Placeholder 20">
            <a:extLst>
              <a:ext uri="{FF2B5EF4-FFF2-40B4-BE49-F238E27FC236}">
                <a16:creationId xmlns:a16="http://schemas.microsoft.com/office/drawing/2014/main" id="{6392F700-2642-3814-0747-D0EBAE5EE8DA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9436009" y="5804626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868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25" name="Text Placeholder 41">
            <a:extLst>
              <a:ext uri="{FF2B5EF4-FFF2-40B4-BE49-F238E27FC236}">
                <a16:creationId xmlns:a16="http://schemas.microsoft.com/office/drawing/2014/main" id="{157C41B9-AF41-31A7-3A0A-19B45968B487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6096001" y="5597734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6" name="Text Placeholder 41">
            <a:extLst>
              <a:ext uri="{FF2B5EF4-FFF2-40B4-BE49-F238E27FC236}">
                <a16:creationId xmlns:a16="http://schemas.microsoft.com/office/drawing/2014/main" id="{3517E57F-3F51-7633-EEE2-B42F36DCEDB6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7766083" y="5597734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7" name="Text Placeholder 41">
            <a:extLst>
              <a:ext uri="{FF2B5EF4-FFF2-40B4-BE49-F238E27FC236}">
                <a16:creationId xmlns:a16="http://schemas.microsoft.com/office/drawing/2014/main" id="{87E0728A-5639-44E4-17A8-459EA60420AA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9436008" y="5597734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8" name="Text Placeholder 17">
            <a:extLst>
              <a:ext uri="{FF2B5EF4-FFF2-40B4-BE49-F238E27FC236}">
                <a16:creationId xmlns:a16="http://schemas.microsoft.com/office/drawing/2014/main" id="{46268A65-19CA-59CF-EB3E-096ECD0A6AD9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096000" y="5300937"/>
            <a:ext cx="4789394" cy="200722"/>
          </a:xfrm>
          <a:prstGeom prst="rect">
            <a:avLst/>
          </a:prstGeom>
        </p:spPr>
        <p:txBody>
          <a:bodyPr lIns="0" tIns="0" rIns="0" bIns="0"/>
          <a:lstStyle>
            <a:lvl1pPr marL="0" marR="1868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Área de atuação</a:t>
            </a:r>
          </a:p>
        </p:txBody>
      </p:sp>
    </p:spTree>
    <p:extLst>
      <p:ext uri="{BB962C8B-B14F-4D97-AF65-F5344CB8AC3E}">
        <p14:creationId xmlns:p14="http://schemas.microsoft.com/office/powerpoint/2010/main" val="173377925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257">
          <p15:clr>
            <a:srgbClr val="FBAE40"/>
          </p15:clr>
        </p15:guide>
        <p15:guide id="2" orient="horz" pos="3770">
          <p15:clr>
            <a:srgbClr val="FBAE40"/>
          </p15:clr>
        </p15:guide>
        <p15:guide id="3" pos="7446">
          <p15:clr>
            <a:srgbClr val="FBAE40"/>
          </p15:clr>
        </p15:guide>
        <p15:guide id="4" orient="horz" pos="3997">
          <p15:clr>
            <a:srgbClr val="FBAE40"/>
          </p15:clr>
        </p15:guide>
        <p15:guide id="5" orient="horz" pos="550">
          <p15:clr>
            <a:srgbClr val="FBAE40"/>
          </p15:clr>
        </p15:guide>
        <p15:guide id="6" orient="horz" pos="323">
          <p15:clr>
            <a:srgbClr val="FBAE40"/>
          </p15:clr>
        </p15:guide>
      </p15:sldGuideLst>
    </p:ext>
  </p:extLst>
</p:sldLayout>
</file>

<file path=ppt/slideLayouts/slideLayout15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2_Divisória - Escuro">
    <p:bg>
      <p:bgPr>
        <a:gradFill>
          <a:gsLst>
            <a:gs pos="0">
              <a:schemeClr val="tx1">
                <a:lumMod val="95000"/>
                <a:lumOff val="5000"/>
              </a:schemeClr>
            </a:gs>
            <a:gs pos="100000">
              <a:schemeClr val="tx1">
                <a:lumMod val="85000"/>
                <a:lumOff val="15000"/>
              </a:schemeClr>
            </a:gs>
            <a:gs pos="49000">
              <a:schemeClr val="tx1">
                <a:lumMod val="95000"/>
                <a:lumOff val="5000"/>
              </a:schemeClr>
            </a:gs>
          </a:gsLst>
          <a:lin ang="4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8">
            <a:extLst>
              <a:ext uri="{FF2B5EF4-FFF2-40B4-BE49-F238E27FC236}">
                <a16:creationId xmlns:a16="http://schemas.microsoft.com/office/drawing/2014/main" id="{ADEEF5FA-E06D-34B7-BB29-590E9E06012B}"/>
              </a:ext>
            </a:extLst>
          </p:cNvPr>
          <p:cNvPicPr>
            <a:picLocks noChangeAspect="1"/>
          </p:cNvPicPr>
          <p:nvPr/>
        </p:nvPicPr>
        <p:blipFill rotWithShape="1">
          <a:blip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 l="-8117" t="-23966" r="-8117" b="-23966"/>
          <a:stretch/>
        </p:blipFill>
        <p:spPr>
          <a:xfrm>
            <a:off x="10221000" y="415511"/>
            <a:ext cx="1715687" cy="742966"/>
          </a:xfrm>
          <a:prstGeom prst="rect">
            <a:avLst/>
          </a:prstGeom>
        </p:spPr>
      </p:pic>
      <p:sp>
        <p:nvSpPr>
          <p:cNvPr id="3" name="object 4">
            <a:extLst>
              <a:ext uri="{FF2B5EF4-FFF2-40B4-BE49-F238E27FC236}">
                <a16:creationId xmlns:a16="http://schemas.microsoft.com/office/drawing/2014/main" id="{4E931D96-188D-2C26-E83E-305868F1218B}"/>
              </a:ext>
            </a:extLst>
          </p:cNvPr>
          <p:cNvSpPr/>
          <p:nvPr/>
        </p:nvSpPr>
        <p:spPr>
          <a:xfrm flipV="1">
            <a:off x="-2086899" y="2985948"/>
            <a:ext cx="12224042" cy="5749856"/>
          </a:xfrm>
          <a:custGeom>
            <a:avLst/>
            <a:gdLst/>
            <a:ahLst/>
            <a:cxnLst/>
            <a:rect l="l" t="t" r="r" b="b"/>
            <a:pathLst>
              <a:path w="20104100" h="9456420">
                <a:moveTo>
                  <a:pt x="0" y="9456078"/>
                </a:moveTo>
                <a:lnTo>
                  <a:pt x="6945301" y="9456078"/>
                </a:lnTo>
                <a:lnTo>
                  <a:pt x="6995278" y="9455836"/>
                </a:lnTo>
                <a:lnTo>
                  <a:pt x="7045194" y="9455111"/>
                </a:lnTo>
                <a:lnTo>
                  <a:pt x="7095043" y="9453904"/>
                </a:lnTo>
                <a:lnTo>
                  <a:pt x="7144825" y="9452217"/>
                </a:lnTo>
                <a:lnTo>
                  <a:pt x="7194535" y="9450052"/>
                </a:lnTo>
                <a:lnTo>
                  <a:pt x="7244171" y="9447409"/>
                </a:lnTo>
                <a:lnTo>
                  <a:pt x="7293730" y="9444290"/>
                </a:lnTo>
                <a:lnTo>
                  <a:pt x="7343208" y="9440698"/>
                </a:lnTo>
                <a:lnTo>
                  <a:pt x="7392603" y="9436632"/>
                </a:lnTo>
                <a:lnTo>
                  <a:pt x="7441911" y="9432096"/>
                </a:lnTo>
                <a:lnTo>
                  <a:pt x="7491130" y="9427089"/>
                </a:lnTo>
                <a:lnTo>
                  <a:pt x="7540257" y="9421615"/>
                </a:lnTo>
                <a:lnTo>
                  <a:pt x="7589288" y="9415673"/>
                </a:lnTo>
                <a:lnTo>
                  <a:pt x="7638221" y="9409267"/>
                </a:lnTo>
                <a:lnTo>
                  <a:pt x="7687052" y="9402396"/>
                </a:lnTo>
                <a:lnTo>
                  <a:pt x="7735779" y="9395063"/>
                </a:lnTo>
                <a:lnTo>
                  <a:pt x="7784399" y="9387270"/>
                </a:lnTo>
                <a:lnTo>
                  <a:pt x="7832908" y="9379017"/>
                </a:lnTo>
                <a:lnTo>
                  <a:pt x="7881303" y="9370306"/>
                </a:lnTo>
                <a:lnTo>
                  <a:pt x="7929582" y="9361139"/>
                </a:lnTo>
                <a:lnTo>
                  <a:pt x="7977741" y="9351517"/>
                </a:lnTo>
                <a:lnTo>
                  <a:pt x="8025778" y="9341441"/>
                </a:lnTo>
                <a:lnTo>
                  <a:pt x="8073690" y="9330914"/>
                </a:lnTo>
                <a:lnTo>
                  <a:pt x="8121473" y="9319936"/>
                </a:lnTo>
                <a:lnTo>
                  <a:pt x="8169124" y="9308509"/>
                </a:lnTo>
                <a:lnTo>
                  <a:pt x="8216640" y="9296635"/>
                </a:lnTo>
                <a:lnTo>
                  <a:pt x="8264020" y="9284315"/>
                </a:lnTo>
                <a:lnTo>
                  <a:pt x="8311258" y="9271550"/>
                </a:lnTo>
                <a:lnTo>
                  <a:pt x="8358353" y="9258342"/>
                </a:lnTo>
                <a:lnTo>
                  <a:pt x="8405301" y="9244693"/>
                </a:lnTo>
                <a:lnTo>
                  <a:pt x="8452100" y="9230604"/>
                </a:lnTo>
                <a:lnTo>
                  <a:pt x="8498746" y="9216076"/>
                </a:lnTo>
                <a:lnTo>
                  <a:pt x="8545236" y="9201111"/>
                </a:lnTo>
                <a:lnTo>
                  <a:pt x="8591568" y="9185710"/>
                </a:lnTo>
                <a:lnTo>
                  <a:pt x="8637738" y="9169876"/>
                </a:lnTo>
                <a:lnTo>
                  <a:pt x="8683743" y="9153608"/>
                </a:lnTo>
                <a:lnTo>
                  <a:pt x="8729581" y="9136910"/>
                </a:lnTo>
                <a:lnTo>
                  <a:pt x="8775248" y="9119782"/>
                </a:lnTo>
                <a:lnTo>
                  <a:pt x="8820741" y="9102226"/>
                </a:lnTo>
                <a:lnTo>
                  <a:pt x="8866057" y="9084243"/>
                </a:lnTo>
                <a:lnTo>
                  <a:pt x="8911194" y="9065835"/>
                </a:lnTo>
                <a:lnTo>
                  <a:pt x="8956148" y="9047004"/>
                </a:lnTo>
                <a:lnTo>
                  <a:pt x="9000916" y="9027750"/>
                </a:lnTo>
                <a:lnTo>
                  <a:pt x="9045496" y="9008075"/>
                </a:lnTo>
                <a:lnTo>
                  <a:pt x="9089883" y="8987981"/>
                </a:lnTo>
                <a:lnTo>
                  <a:pt x="9134076" y="8967470"/>
                </a:lnTo>
                <a:lnTo>
                  <a:pt x="9178071" y="8946542"/>
                </a:lnTo>
                <a:lnTo>
                  <a:pt x="9221865" y="8925199"/>
                </a:lnTo>
                <a:lnTo>
                  <a:pt x="9265455" y="8903443"/>
                </a:lnTo>
                <a:lnTo>
                  <a:pt x="9308839" y="8881275"/>
                </a:lnTo>
                <a:lnTo>
                  <a:pt x="9352012" y="8858697"/>
                </a:lnTo>
                <a:lnTo>
                  <a:pt x="9394973" y="8835710"/>
                </a:lnTo>
                <a:lnTo>
                  <a:pt x="9437718" y="8812316"/>
                </a:lnTo>
                <a:lnTo>
                  <a:pt x="9480244" y="8788516"/>
                </a:lnTo>
                <a:lnTo>
                  <a:pt x="9522548" y="8764311"/>
                </a:lnTo>
                <a:lnTo>
                  <a:pt x="9564627" y="8739704"/>
                </a:lnTo>
                <a:lnTo>
                  <a:pt x="9606478" y="8714695"/>
                </a:lnTo>
                <a:lnTo>
                  <a:pt x="9648098" y="8689286"/>
                </a:lnTo>
                <a:lnTo>
                  <a:pt x="9689484" y="8663479"/>
                </a:lnTo>
                <a:lnTo>
                  <a:pt x="9730634" y="8637274"/>
                </a:lnTo>
                <a:lnTo>
                  <a:pt x="9771543" y="8610675"/>
                </a:lnTo>
                <a:lnTo>
                  <a:pt x="9812209" y="8583681"/>
                </a:lnTo>
                <a:lnTo>
                  <a:pt x="9852630" y="8556295"/>
                </a:lnTo>
                <a:lnTo>
                  <a:pt x="9892801" y="8528517"/>
                </a:lnTo>
                <a:lnTo>
                  <a:pt x="9932720" y="8500351"/>
                </a:lnTo>
                <a:lnTo>
                  <a:pt x="9972384" y="8471796"/>
                </a:lnTo>
                <a:lnTo>
                  <a:pt x="10011790" y="8442854"/>
                </a:lnTo>
                <a:lnTo>
                  <a:pt x="10050935" y="8413528"/>
                </a:lnTo>
                <a:lnTo>
                  <a:pt x="10089816" y="8383818"/>
                </a:lnTo>
                <a:lnTo>
                  <a:pt x="10128430" y="8353726"/>
                </a:lnTo>
                <a:lnTo>
                  <a:pt x="10166774" y="8323253"/>
                </a:lnTo>
                <a:lnTo>
                  <a:pt x="10204845" y="8292401"/>
                </a:lnTo>
                <a:lnTo>
                  <a:pt x="10242640" y="8261172"/>
                </a:lnTo>
                <a:lnTo>
                  <a:pt x="10280155" y="8229566"/>
                </a:lnTo>
                <a:lnTo>
                  <a:pt x="10317388" y="8197585"/>
                </a:lnTo>
                <a:lnTo>
                  <a:pt x="10354336" y="8165232"/>
                </a:lnTo>
                <a:lnTo>
                  <a:pt x="10390996" y="8132507"/>
                </a:lnTo>
                <a:lnTo>
                  <a:pt x="10427365" y="8099411"/>
                </a:lnTo>
                <a:lnTo>
                  <a:pt x="10463440" y="8065947"/>
                </a:lnTo>
                <a:lnTo>
                  <a:pt x="10499217" y="8032115"/>
                </a:lnTo>
                <a:lnTo>
                  <a:pt x="10534694" y="7997918"/>
                </a:lnTo>
                <a:lnTo>
                  <a:pt x="10569868" y="7963356"/>
                </a:lnTo>
                <a:lnTo>
                  <a:pt x="10604736" y="7928432"/>
                </a:lnTo>
                <a:lnTo>
                  <a:pt x="10639295" y="7893146"/>
                </a:lnTo>
                <a:lnTo>
                  <a:pt x="10673541" y="7857501"/>
                </a:lnTo>
                <a:lnTo>
                  <a:pt x="10707472" y="7821497"/>
                </a:lnTo>
                <a:lnTo>
                  <a:pt x="10741084" y="7785136"/>
                </a:lnTo>
                <a:lnTo>
                  <a:pt x="10774376" y="7748420"/>
                </a:lnTo>
                <a:lnTo>
                  <a:pt x="10807343" y="7711350"/>
                </a:lnTo>
                <a:lnTo>
                  <a:pt x="10839983" y="7673928"/>
                </a:lnTo>
                <a:lnTo>
                  <a:pt x="10872292" y="7636155"/>
                </a:lnTo>
                <a:lnTo>
                  <a:pt x="10904268" y="7598032"/>
                </a:lnTo>
                <a:lnTo>
                  <a:pt x="10935908" y="7559561"/>
                </a:lnTo>
                <a:lnTo>
                  <a:pt x="10967208" y="7520744"/>
                </a:lnTo>
                <a:lnTo>
                  <a:pt x="10998166" y="7481582"/>
                </a:lnTo>
                <a:lnTo>
                  <a:pt x="11028779" y="7442077"/>
                </a:lnTo>
                <a:lnTo>
                  <a:pt x="14967612" y="2307814"/>
                </a:lnTo>
                <a:lnTo>
                  <a:pt x="14998203" y="2268285"/>
                </a:lnTo>
                <a:lnTo>
                  <a:pt x="15029097" y="2229056"/>
                </a:lnTo>
                <a:lnTo>
                  <a:pt x="15060290" y="2190127"/>
                </a:lnTo>
                <a:lnTo>
                  <a:pt x="15091780" y="2151500"/>
                </a:lnTo>
                <a:lnTo>
                  <a:pt x="15123565" y="2113176"/>
                </a:lnTo>
                <a:lnTo>
                  <a:pt x="15155642" y="2075157"/>
                </a:lnTo>
                <a:lnTo>
                  <a:pt x="15188010" y="2037442"/>
                </a:lnTo>
                <a:lnTo>
                  <a:pt x="15220666" y="2000034"/>
                </a:lnTo>
                <a:lnTo>
                  <a:pt x="15253608" y="1962934"/>
                </a:lnTo>
                <a:lnTo>
                  <a:pt x="15286833" y="1926142"/>
                </a:lnTo>
                <a:lnTo>
                  <a:pt x="15320339" y="1889660"/>
                </a:lnTo>
                <a:lnTo>
                  <a:pt x="15354124" y="1853489"/>
                </a:lnTo>
                <a:lnTo>
                  <a:pt x="15388186" y="1817630"/>
                </a:lnTo>
                <a:lnTo>
                  <a:pt x="15422522" y="1782084"/>
                </a:lnTo>
                <a:lnTo>
                  <a:pt x="15457130" y="1746853"/>
                </a:lnTo>
                <a:lnTo>
                  <a:pt x="15492007" y="1711937"/>
                </a:lnTo>
                <a:lnTo>
                  <a:pt x="15527152" y="1677337"/>
                </a:lnTo>
                <a:lnTo>
                  <a:pt x="15562562" y="1643056"/>
                </a:lnTo>
                <a:lnTo>
                  <a:pt x="15598235" y="1609093"/>
                </a:lnTo>
                <a:lnTo>
                  <a:pt x="15634168" y="1575450"/>
                </a:lnTo>
                <a:lnTo>
                  <a:pt x="15670359" y="1542128"/>
                </a:lnTo>
                <a:lnTo>
                  <a:pt x="15706807" y="1509129"/>
                </a:lnTo>
                <a:lnTo>
                  <a:pt x="15743508" y="1476452"/>
                </a:lnTo>
                <a:lnTo>
                  <a:pt x="15780460" y="1444101"/>
                </a:lnTo>
                <a:lnTo>
                  <a:pt x="15817661" y="1412075"/>
                </a:lnTo>
                <a:lnTo>
                  <a:pt x="15855109" y="1380375"/>
                </a:lnTo>
                <a:lnTo>
                  <a:pt x="15892802" y="1349004"/>
                </a:lnTo>
                <a:lnTo>
                  <a:pt x="15930736" y="1317962"/>
                </a:lnTo>
                <a:lnTo>
                  <a:pt x="15968911" y="1287250"/>
                </a:lnTo>
                <a:lnTo>
                  <a:pt x="16007323" y="1256869"/>
                </a:lnTo>
                <a:lnTo>
                  <a:pt x="16045970" y="1226820"/>
                </a:lnTo>
                <a:lnTo>
                  <a:pt x="16084850" y="1197105"/>
                </a:lnTo>
                <a:lnTo>
                  <a:pt x="16123961" y="1167725"/>
                </a:lnTo>
                <a:lnTo>
                  <a:pt x="16163300" y="1138681"/>
                </a:lnTo>
                <a:lnTo>
                  <a:pt x="16202865" y="1109974"/>
                </a:lnTo>
                <a:lnTo>
                  <a:pt x="16242654" y="1081604"/>
                </a:lnTo>
                <a:lnTo>
                  <a:pt x="16282665" y="1053574"/>
                </a:lnTo>
                <a:lnTo>
                  <a:pt x="16322895" y="1025884"/>
                </a:lnTo>
                <a:lnTo>
                  <a:pt x="16363341" y="998536"/>
                </a:lnTo>
                <a:lnTo>
                  <a:pt x="16404003" y="971530"/>
                </a:lnTo>
                <a:lnTo>
                  <a:pt x="16444876" y="944868"/>
                </a:lnTo>
                <a:lnTo>
                  <a:pt x="16485960" y="918551"/>
                </a:lnTo>
                <a:lnTo>
                  <a:pt x="16527251" y="892580"/>
                </a:lnTo>
                <a:lnTo>
                  <a:pt x="16568748" y="866956"/>
                </a:lnTo>
                <a:lnTo>
                  <a:pt x="16610448" y="841681"/>
                </a:lnTo>
                <a:lnTo>
                  <a:pt x="16652349" y="816754"/>
                </a:lnTo>
                <a:lnTo>
                  <a:pt x="16694448" y="792179"/>
                </a:lnTo>
                <a:lnTo>
                  <a:pt x="16736744" y="767955"/>
                </a:lnTo>
                <a:lnTo>
                  <a:pt x="16779233" y="744083"/>
                </a:lnTo>
                <a:lnTo>
                  <a:pt x="16821914" y="720566"/>
                </a:lnTo>
                <a:lnTo>
                  <a:pt x="16864785" y="697404"/>
                </a:lnTo>
                <a:lnTo>
                  <a:pt x="16907843" y="674598"/>
                </a:lnTo>
                <a:lnTo>
                  <a:pt x="16951085" y="652149"/>
                </a:lnTo>
                <a:lnTo>
                  <a:pt x="16994510" y="630059"/>
                </a:lnTo>
                <a:lnTo>
                  <a:pt x="17038115" y="608328"/>
                </a:lnTo>
                <a:lnTo>
                  <a:pt x="17081898" y="586958"/>
                </a:lnTo>
                <a:lnTo>
                  <a:pt x="17125857" y="565950"/>
                </a:lnTo>
                <a:lnTo>
                  <a:pt x="17169989" y="545304"/>
                </a:lnTo>
                <a:lnTo>
                  <a:pt x="17214292" y="525023"/>
                </a:lnTo>
                <a:lnTo>
                  <a:pt x="17258764" y="505107"/>
                </a:lnTo>
                <a:lnTo>
                  <a:pt x="17303402" y="485558"/>
                </a:lnTo>
                <a:lnTo>
                  <a:pt x="17348204" y="466376"/>
                </a:lnTo>
                <a:lnTo>
                  <a:pt x="17393169" y="447563"/>
                </a:lnTo>
                <a:lnTo>
                  <a:pt x="17438292" y="429119"/>
                </a:lnTo>
                <a:lnTo>
                  <a:pt x="17483573" y="411046"/>
                </a:lnTo>
                <a:lnTo>
                  <a:pt x="17529009" y="393346"/>
                </a:lnTo>
                <a:lnTo>
                  <a:pt x="17574598" y="376018"/>
                </a:lnTo>
                <a:lnTo>
                  <a:pt x="17620337" y="359065"/>
                </a:lnTo>
                <a:lnTo>
                  <a:pt x="17666224" y="342487"/>
                </a:lnTo>
                <a:lnTo>
                  <a:pt x="17712257" y="326286"/>
                </a:lnTo>
                <a:lnTo>
                  <a:pt x="17758433" y="310462"/>
                </a:lnTo>
                <a:lnTo>
                  <a:pt x="17804751" y="295018"/>
                </a:lnTo>
                <a:lnTo>
                  <a:pt x="17851208" y="279953"/>
                </a:lnTo>
                <a:lnTo>
                  <a:pt x="17897801" y="265269"/>
                </a:lnTo>
                <a:lnTo>
                  <a:pt x="17944528" y="250968"/>
                </a:lnTo>
                <a:lnTo>
                  <a:pt x="17991388" y="237049"/>
                </a:lnTo>
                <a:lnTo>
                  <a:pt x="18038377" y="223516"/>
                </a:lnTo>
                <a:lnTo>
                  <a:pt x="18085494" y="210368"/>
                </a:lnTo>
                <a:lnTo>
                  <a:pt x="18132735" y="197606"/>
                </a:lnTo>
                <a:lnTo>
                  <a:pt x="18180100" y="185233"/>
                </a:lnTo>
                <a:lnTo>
                  <a:pt x="18227585" y="173248"/>
                </a:lnTo>
                <a:lnTo>
                  <a:pt x="18275189" y="161654"/>
                </a:lnTo>
                <a:lnTo>
                  <a:pt x="18322908" y="150451"/>
                </a:lnTo>
                <a:lnTo>
                  <a:pt x="18370741" y="139640"/>
                </a:lnTo>
                <a:lnTo>
                  <a:pt x="18418686" y="129223"/>
                </a:lnTo>
                <a:lnTo>
                  <a:pt x="18466740" y="119201"/>
                </a:lnTo>
                <a:lnTo>
                  <a:pt x="18514900" y="109574"/>
                </a:lnTo>
                <a:lnTo>
                  <a:pt x="18563165" y="100344"/>
                </a:lnTo>
                <a:lnTo>
                  <a:pt x="18611532" y="91512"/>
                </a:lnTo>
                <a:lnTo>
                  <a:pt x="18659999" y="83080"/>
                </a:lnTo>
                <a:lnTo>
                  <a:pt x="18708564" y="75047"/>
                </a:lnTo>
                <a:lnTo>
                  <a:pt x="18757224" y="67417"/>
                </a:lnTo>
                <a:lnTo>
                  <a:pt x="18805977" y="60188"/>
                </a:lnTo>
                <a:lnTo>
                  <a:pt x="18854820" y="53364"/>
                </a:lnTo>
                <a:lnTo>
                  <a:pt x="18903752" y="46944"/>
                </a:lnTo>
                <a:lnTo>
                  <a:pt x="18952771" y="40931"/>
                </a:lnTo>
                <a:lnTo>
                  <a:pt x="19001873" y="35324"/>
                </a:lnTo>
                <a:lnTo>
                  <a:pt x="19051057" y="30126"/>
                </a:lnTo>
                <a:lnTo>
                  <a:pt x="19100320" y="25337"/>
                </a:lnTo>
                <a:lnTo>
                  <a:pt x="19149660" y="20958"/>
                </a:lnTo>
                <a:lnTo>
                  <a:pt x="19199074" y="16991"/>
                </a:lnTo>
                <a:lnTo>
                  <a:pt x="19248561" y="13437"/>
                </a:lnTo>
                <a:lnTo>
                  <a:pt x="19298119" y="10297"/>
                </a:lnTo>
                <a:lnTo>
                  <a:pt x="19347744" y="7572"/>
                </a:lnTo>
                <a:lnTo>
                  <a:pt x="19397434" y="5263"/>
                </a:lnTo>
                <a:lnTo>
                  <a:pt x="19447188" y="3371"/>
                </a:lnTo>
                <a:lnTo>
                  <a:pt x="19497002" y="1898"/>
                </a:lnTo>
                <a:lnTo>
                  <a:pt x="19546875" y="844"/>
                </a:lnTo>
                <a:lnTo>
                  <a:pt x="19596805" y="211"/>
                </a:lnTo>
                <a:lnTo>
                  <a:pt x="19646788" y="0"/>
                </a:lnTo>
                <a:lnTo>
                  <a:pt x="20104099" y="0"/>
                </a:lnTo>
              </a:path>
            </a:pathLst>
          </a:custGeom>
          <a:ln w="19050">
            <a:solidFill>
              <a:schemeClr val="accent2"/>
            </a:solidFill>
          </a:ln>
        </p:spPr>
        <p:txBody>
          <a:bodyPr wrap="square" lIns="0" tIns="0" rIns="0" bIns="0" rtlCol="0"/>
          <a:lstStyle/>
          <a:p>
            <a:pPr marL="0" marR="0" lvl="0" indent="0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5" name="object 4">
            <a:extLst>
              <a:ext uri="{FF2B5EF4-FFF2-40B4-BE49-F238E27FC236}">
                <a16:creationId xmlns:a16="http://schemas.microsoft.com/office/drawing/2014/main" id="{4D79B08D-8C32-FB4A-74B4-C76E2DB52D00}"/>
              </a:ext>
            </a:extLst>
          </p:cNvPr>
          <p:cNvSpPr/>
          <p:nvPr/>
        </p:nvSpPr>
        <p:spPr>
          <a:xfrm rot="10247908" flipH="1">
            <a:off x="5297646" y="-1969541"/>
            <a:ext cx="8001039" cy="5749648"/>
          </a:xfrm>
          <a:custGeom>
            <a:avLst/>
            <a:gdLst>
              <a:gd name="connsiteX0" fmla="*/ 0 w 13940157"/>
              <a:gd name="connsiteY0" fmla="*/ 9200719 h 9456078"/>
              <a:gd name="connsiteX1" fmla="*/ 781360 w 13940157"/>
              <a:gd name="connsiteY1" fmla="*/ 9456078 h 9456078"/>
              <a:gd name="connsiteX2" fmla="*/ 831337 w 13940157"/>
              <a:gd name="connsiteY2" fmla="*/ 9455836 h 9456078"/>
              <a:gd name="connsiteX3" fmla="*/ 881253 w 13940157"/>
              <a:gd name="connsiteY3" fmla="*/ 9455111 h 9456078"/>
              <a:gd name="connsiteX4" fmla="*/ 931102 w 13940157"/>
              <a:gd name="connsiteY4" fmla="*/ 9453904 h 9456078"/>
              <a:gd name="connsiteX5" fmla="*/ 980884 w 13940157"/>
              <a:gd name="connsiteY5" fmla="*/ 9452217 h 9456078"/>
              <a:gd name="connsiteX6" fmla="*/ 1030594 w 13940157"/>
              <a:gd name="connsiteY6" fmla="*/ 9450052 h 9456078"/>
              <a:gd name="connsiteX7" fmla="*/ 1080230 w 13940157"/>
              <a:gd name="connsiteY7" fmla="*/ 9447409 h 9456078"/>
              <a:gd name="connsiteX8" fmla="*/ 1129789 w 13940157"/>
              <a:gd name="connsiteY8" fmla="*/ 9444290 h 9456078"/>
              <a:gd name="connsiteX9" fmla="*/ 1179267 w 13940157"/>
              <a:gd name="connsiteY9" fmla="*/ 9440698 h 9456078"/>
              <a:gd name="connsiteX10" fmla="*/ 1228662 w 13940157"/>
              <a:gd name="connsiteY10" fmla="*/ 9436632 h 9456078"/>
              <a:gd name="connsiteX11" fmla="*/ 1277970 w 13940157"/>
              <a:gd name="connsiteY11" fmla="*/ 9432096 h 9456078"/>
              <a:gd name="connsiteX12" fmla="*/ 1327189 w 13940157"/>
              <a:gd name="connsiteY12" fmla="*/ 9427089 h 9456078"/>
              <a:gd name="connsiteX13" fmla="*/ 1376316 w 13940157"/>
              <a:gd name="connsiteY13" fmla="*/ 9421615 h 9456078"/>
              <a:gd name="connsiteX14" fmla="*/ 1425347 w 13940157"/>
              <a:gd name="connsiteY14" fmla="*/ 9415673 h 9456078"/>
              <a:gd name="connsiteX15" fmla="*/ 1474280 w 13940157"/>
              <a:gd name="connsiteY15" fmla="*/ 9409267 h 9456078"/>
              <a:gd name="connsiteX16" fmla="*/ 1523111 w 13940157"/>
              <a:gd name="connsiteY16" fmla="*/ 9402396 h 9456078"/>
              <a:gd name="connsiteX17" fmla="*/ 1571838 w 13940157"/>
              <a:gd name="connsiteY17" fmla="*/ 9395063 h 9456078"/>
              <a:gd name="connsiteX18" fmla="*/ 1620458 w 13940157"/>
              <a:gd name="connsiteY18" fmla="*/ 9387270 h 9456078"/>
              <a:gd name="connsiteX19" fmla="*/ 1668967 w 13940157"/>
              <a:gd name="connsiteY19" fmla="*/ 9379017 h 9456078"/>
              <a:gd name="connsiteX20" fmla="*/ 1717362 w 13940157"/>
              <a:gd name="connsiteY20" fmla="*/ 9370306 h 9456078"/>
              <a:gd name="connsiteX21" fmla="*/ 1765641 w 13940157"/>
              <a:gd name="connsiteY21" fmla="*/ 9361139 h 9456078"/>
              <a:gd name="connsiteX22" fmla="*/ 1813800 w 13940157"/>
              <a:gd name="connsiteY22" fmla="*/ 9351517 h 9456078"/>
              <a:gd name="connsiteX23" fmla="*/ 1861837 w 13940157"/>
              <a:gd name="connsiteY23" fmla="*/ 9341441 h 9456078"/>
              <a:gd name="connsiteX24" fmla="*/ 1909749 w 13940157"/>
              <a:gd name="connsiteY24" fmla="*/ 9330914 h 9456078"/>
              <a:gd name="connsiteX25" fmla="*/ 1957532 w 13940157"/>
              <a:gd name="connsiteY25" fmla="*/ 9319936 h 9456078"/>
              <a:gd name="connsiteX26" fmla="*/ 2005183 w 13940157"/>
              <a:gd name="connsiteY26" fmla="*/ 9308509 h 9456078"/>
              <a:gd name="connsiteX27" fmla="*/ 2052699 w 13940157"/>
              <a:gd name="connsiteY27" fmla="*/ 9296635 h 9456078"/>
              <a:gd name="connsiteX28" fmla="*/ 2100079 w 13940157"/>
              <a:gd name="connsiteY28" fmla="*/ 9284315 h 9456078"/>
              <a:gd name="connsiteX29" fmla="*/ 2147317 w 13940157"/>
              <a:gd name="connsiteY29" fmla="*/ 9271550 h 9456078"/>
              <a:gd name="connsiteX30" fmla="*/ 2194412 w 13940157"/>
              <a:gd name="connsiteY30" fmla="*/ 9258342 h 9456078"/>
              <a:gd name="connsiteX31" fmla="*/ 2241360 w 13940157"/>
              <a:gd name="connsiteY31" fmla="*/ 9244693 h 9456078"/>
              <a:gd name="connsiteX32" fmla="*/ 2288159 w 13940157"/>
              <a:gd name="connsiteY32" fmla="*/ 9230604 h 9456078"/>
              <a:gd name="connsiteX33" fmla="*/ 2334805 w 13940157"/>
              <a:gd name="connsiteY33" fmla="*/ 9216076 h 9456078"/>
              <a:gd name="connsiteX34" fmla="*/ 2381295 w 13940157"/>
              <a:gd name="connsiteY34" fmla="*/ 9201111 h 9456078"/>
              <a:gd name="connsiteX35" fmla="*/ 2427627 w 13940157"/>
              <a:gd name="connsiteY35" fmla="*/ 9185710 h 9456078"/>
              <a:gd name="connsiteX36" fmla="*/ 2473797 w 13940157"/>
              <a:gd name="connsiteY36" fmla="*/ 9169876 h 9456078"/>
              <a:gd name="connsiteX37" fmla="*/ 2519802 w 13940157"/>
              <a:gd name="connsiteY37" fmla="*/ 9153608 h 9456078"/>
              <a:gd name="connsiteX38" fmla="*/ 2565640 w 13940157"/>
              <a:gd name="connsiteY38" fmla="*/ 9136910 h 9456078"/>
              <a:gd name="connsiteX39" fmla="*/ 2611307 w 13940157"/>
              <a:gd name="connsiteY39" fmla="*/ 9119782 h 9456078"/>
              <a:gd name="connsiteX40" fmla="*/ 2656800 w 13940157"/>
              <a:gd name="connsiteY40" fmla="*/ 9102226 h 9456078"/>
              <a:gd name="connsiteX41" fmla="*/ 2702116 w 13940157"/>
              <a:gd name="connsiteY41" fmla="*/ 9084243 h 9456078"/>
              <a:gd name="connsiteX42" fmla="*/ 2747253 w 13940157"/>
              <a:gd name="connsiteY42" fmla="*/ 9065835 h 9456078"/>
              <a:gd name="connsiteX43" fmla="*/ 2792207 w 13940157"/>
              <a:gd name="connsiteY43" fmla="*/ 9047004 h 9456078"/>
              <a:gd name="connsiteX44" fmla="*/ 2836975 w 13940157"/>
              <a:gd name="connsiteY44" fmla="*/ 9027750 h 9456078"/>
              <a:gd name="connsiteX45" fmla="*/ 2881555 w 13940157"/>
              <a:gd name="connsiteY45" fmla="*/ 9008075 h 9456078"/>
              <a:gd name="connsiteX46" fmla="*/ 2925942 w 13940157"/>
              <a:gd name="connsiteY46" fmla="*/ 8987981 h 9456078"/>
              <a:gd name="connsiteX47" fmla="*/ 2970135 w 13940157"/>
              <a:gd name="connsiteY47" fmla="*/ 8967470 h 9456078"/>
              <a:gd name="connsiteX48" fmla="*/ 3014130 w 13940157"/>
              <a:gd name="connsiteY48" fmla="*/ 8946542 h 9456078"/>
              <a:gd name="connsiteX49" fmla="*/ 3057924 w 13940157"/>
              <a:gd name="connsiteY49" fmla="*/ 8925199 h 9456078"/>
              <a:gd name="connsiteX50" fmla="*/ 3101514 w 13940157"/>
              <a:gd name="connsiteY50" fmla="*/ 8903443 h 9456078"/>
              <a:gd name="connsiteX51" fmla="*/ 3144898 w 13940157"/>
              <a:gd name="connsiteY51" fmla="*/ 8881275 h 9456078"/>
              <a:gd name="connsiteX52" fmla="*/ 3188071 w 13940157"/>
              <a:gd name="connsiteY52" fmla="*/ 8858697 h 9456078"/>
              <a:gd name="connsiteX53" fmla="*/ 3231032 w 13940157"/>
              <a:gd name="connsiteY53" fmla="*/ 8835710 h 9456078"/>
              <a:gd name="connsiteX54" fmla="*/ 3273777 w 13940157"/>
              <a:gd name="connsiteY54" fmla="*/ 8812316 h 9456078"/>
              <a:gd name="connsiteX55" fmla="*/ 3316303 w 13940157"/>
              <a:gd name="connsiteY55" fmla="*/ 8788516 h 9456078"/>
              <a:gd name="connsiteX56" fmla="*/ 3358607 w 13940157"/>
              <a:gd name="connsiteY56" fmla="*/ 8764311 h 9456078"/>
              <a:gd name="connsiteX57" fmla="*/ 3400686 w 13940157"/>
              <a:gd name="connsiteY57" fmla="*/ 8739704 h 9456078"/>
              <a:gd name="connsiteX58" fmla="*/ 3442537 w 13940157"/>
              <a:gd name="connsiteY58" fmla="*/ 8714695 h 9456078"/>
              <a:gd name="connsiteX59" fmla="*/ 3484157 w 13940157"/>
              <a:gd name="connsiteY59" fmla="*/ 8689286 h 9456078"/>
              <a:gd name="connsiteX60" fmla="*/ 3525543 w 13940157"/>
              <a:gd name="connsiteY60" fmla="*/ 8663479 h 9456078"/>
              <a:gd name="connsiteX61" fmla="*/ 3566693 w 13940157"/>
              <a:gd name="connsiteY61" fmla="*/ 8637274 h 9456078"/>
              <a:gd name="connsiteX62" fmla="*/ 3607602 w 13940157"/>
              <a:gd name="connsiteY62" fmla="*/ 8610675 h 9456078"/>
              <a:gd name="connsiteX63" fmla="*/ 3648268 w 13940157"/>
              <a:gd name="connsiteY63" fmla="*/ 8583681 h 9456078"/>
              <a:gd name="connsiteX64" fmla="*/ 3688689 w 13940157"/>
              <a:gd name="connsiteY64" fmla="*/ 8556295 h 9456078"/>
              <a:gd name="connsiteX65" fmla="*/ 3728860 w 13940157"/>
              <a:gd name="connsiteY65" fmla="*/ 8528517 h 9456078"/>
              <a:gd name="connsiteX66" fmla="*/ 3768779 w 13940157"/>
              <a:gd name="connsiteY66" fmla="*/ 8500351 h 9456078"/>
              <a:gd name="connsiteX67" fmla="*/ 3808443 w 13940157"/>
              <a:gd name="connsiteY67" fmla="*/ 8471796 h 9456078"/>
              <a:gd name="connsiteX68" fmla="*/ 3847849 w 13940157"/>
              <a:gd name="connsiteY68" fmla="*/ 8442854 h 9456078"/>
              <a:gd name="connsiteX69" fmla="*/ 3886994 w 13940157"/>
              <a:gd name="connsiteY69" fmla="*/ 8413528 h 9456078"/>
              <a:gd name="connsiteX70" fmla="*/ 3925875 w 13940157"/>
              <a:gd name="connsiteY70" fmla="*/ 8383818 h 9456078"/>
              <a:gd name="connsiteX71" fmla="*/ 3964489 w 13940157"/>
              <a:gd name="connsiteY71" fmla="*/ 8353726 h 9456078"/>
              <a:gd name="connsiteX72" fmla="*/ 4002833 w 13940157"/>
              <a:gd name="connsiteY72" fmla="*/ 8323253 h 9456078"/>
              <a:gd name="connsiteX73" fmla="*/ 4040904 w 13940157"/>
              <a:gd name="connsiteY73" fmla="*/ 8292401 h 9456078"/>
              <a:gd name="connsiteX74" fmla="*/ 4078699 w 13940157"/>
              <a:gd name="connsiteY74" fmla="*/ 8261172 h 9456078"/>
              <a:gd name="connsiteX75" fmla="*/ 4116214 w 13940157"/>
              <a:gd name="connsiteY75" fmla="*/ 8229566 h 9456078"/>
              <a:gd name="connsiteX76" fmla="*/ 4153447 w 13940157"/>
              <a:gd name="connsiteY76" fmla="*/ 8197585 h 9456078"/>
              <a:gd name="connsiteX77" fmla="*/ 4190395 w 13940157"/>
              <a:gd name="connsiteY77" fmla="*/ 8165232 h 9456078"/>
              <a:gd name="connsiteX78" fmla="*/ 4227055 w 13940157"/>
              <a:gd name="connsiteY78" fmla="*/ 8132507 h 9456078"/>
              <a:gd name="connsiteX79" fmla="*/ 4263424 w 13940157"/>
              <a:gd name="connsiteY79" fmla="*/ 8099411 h 9456078"/>
              <a:gd name="connsiteX80" fmla="*/ 4299499 w 13940157"/>
              <a:gd name="connsiteY80" fmla="*/ 8065947 h 9456078"/>
              <a:gd name="connsiteX81" fmla="*/ 4335276 w 13940157"/>
              <a:gd name="connsiteY81" fmla="*/ 8032115 h 9456078"/>
              <a:gd name="connsiteX82" fmla="*/ 4370753 w 13940157"/>
              <a:gd name="connsiteY82" fmla="*/ 7997918 h 9456078"/>
              <a:gd name="connsiteX83" fmla="*/ 4405927 w 13940157"/>
              <a:gd name="connsiteY83" fmla="*/ 7963356 h 9456078"/>
              <a:gd name="connsiteX84" fmla="*/ 4440795 w 13940157"/>
              <a:gd name="connsiteY84" fmla="*/ 7928432 h 9456078"/>
              <a:gd name="connsiteX85" fmla="*/ 4475354 w 13940157"/>
              <a:gd name="connsiteY85" fmla="*/ 7893146 h 9456078"/>
              <a:gd name="connsiteX86" fmla="*/ 4509600 w 13940157"/>
              <a:gd name="connsiteY86" fmla="*/ 7857501 h 9456078"/>
              <a:gd name="connsiteX87" fmla="*/ 4543531 w 13940157"/>
              <a:gd name="connsiteY87" fmla="*/ 7821497 h 9456078"/>
              <a:gd name="connsiteX88" fmla="*/ 4577143 w 13940157"/>
              <a:gd name="connsiteY88" fmla="*/ 7785136 h 9456078"/>
              <a:gd name="connsiteX89" fmla="*/ 4610435 w 13940157"/>
              <a:gd name="connsiteY89" fmla="*/ 7748420 h 9456078"/>
              <a:gd name="connsiteX90" fmla="*/ 4643402 w 13940157"/>
              <a:gd name="connsiteY90" fmla="*/ 7711350 h 9456078"/>
              <a:gd name="connsiteX91" fmla="*/ 4676042 w 13940157"/>
              <a:gd name="connsiteY91" fmla="*/ 7673928 h 9456078"/>
              <a:gd name="connsiteX92" fmla="*/ 4708351 w 13940157"/>
              <a:gd name="connsiteY92" fmla="*/ 7636155 h 9456078"/>
              <a:gd name="connsiteX93" fmla="*/ 4740327 w 13940157"/>
              <a:gd name="connsiteY93" fmla="*/ 7598032 h 9456078"/>
              <a:gd name="connsiteX94" fmla="*/ 4771967 w 13940157"/>
              <a:gd name="connsiteY94" fmla="*/ 7559561 h 9456078"/>
              <a:gd name="connsiteX95" fmla="*/ 4803267 w 13940157"/>
              <a:gd name="connsiteY95" fmla="*/ 7520744 h 9456078"/>
              <a:gd name="connsiteX96" fmla="*/ 4834225 w 13940157"/>
              <a:gd name="connsiteY96" fmla="*/ 7481582 h 9456078"/>
              <a:gd name="connsiteX97" fmla="*/ 4864838 w 13940157"/>
              <a:gd name="connsiteY97" fmla="*/ 7442077 h 9456078"/>
              <a:gd name="connsiteX98" fmla="*/ 8803671 w 13940157"/>
              <a:gd name="connsiteY98" fmla="*/ 2307814 h 9456078"/>
              <a:gd name="connsiteX99" fmla="*/ 8834262 w 13940157"/>
              <a:gd name="connsiteY99" fmla="*/ 2268285 h 9456078"/>
              <a:gd name="connsiteX100" fmla="*/ 8865156 w 13940157"/>
              <a:gd name="connsiteY100" fmla="*/ 2229056 h 9456078"/>
              <a:gd name="connsiteX101" fmla="*/ 8896349 w 13940157"/>
              <a:gd name="connsiteY101" fmla="*/ 2190127 h 9456078"/>
              <a:gd name="connsiteX102" fmla="*/ 8927839 w 13940157"/>
              <a:gd name="connsiteY102" fmla="*/ 2151500 h 9456078"/>
              <a:gd name="connsiteX103" fmla="*/ 8959624 w 13940157"/>
              <a:gd name="connsiteY103" fmla="*/ 2113176 h 9456078"/>
              <a:gd name="connsiteX104" fmla="*/ 8991701 w 13940157"/>
              <a:gd name="connsiteY104" fmla="*/ 2075157 h 9456078"/>
              <a:gd name="connsiteX105" fmla="*/ 9024069 w 13940157"/>
              <a:gd name="connsiteY105" fmla="*/ 2037442 h 9456078"/>
              <a:gd name="connsiteX106" fmla="*/ 9056725 w 13940157"/>
              <a:gd name="connsiteY106" fmla="*/ 2000034 h 9456078"/>
              <a:gd name="connsiteX107" fmla="*/ 9089667 w 13940157"/>
              <a:gd name="connsiteY107" fmla="*/ 1962934 h 9456078"/>
              <a:gd name="connsiteX108" fmla="*/ 9122892 w 13940157"/>
              <a:gd name="connsiteY108" fmla="*/ 1926142 h 9456078"/>
              <a:gd name="connsiteX109" fmla="*/ 9156398 w 13940157"/>
              <a:gd name="connsiteY109" fmla="*/ 1889660 h 9456078"/>
              <a:gd name="connsiteX110" fmla="*/ 9190183 w 13940157"/>
              <a:gd name="connsiteY110" fmla="*/ 1853489 h 9456078"/>
              <a:gd name="connsiteX111" fmla="*/ 9224245 w 13940157"/>
              <a:gd name="connsiteY111" fmla="*/ 1817630 h 9456078"/>
              <a:gd name="connsiteX112" fmla="*/ 9258581 w 13940157"/>
              <a:gd name="connsiteY112" fmla="*/ 1782084 h 9456078"/>
              <a:gd name="connsiteX113" fmla="*/ 9293189 w 13940157"/>
              <a:gd name="connsiteY113" fmla="*/ 1746853 h 9456078"/>
              <a:gd name="connsiteX114" fmla="*/ 9328066 w 13940157"/>
              <a:gd name="connsiteY114" fmla="*/ 1711937 h 9456078"/>
              <a:gd name="connsiteX115" fmla="*/ 9363211 w 13940157"/>
              <a:gd name="connsiteY115" fmla="*/ 1677337 h 9456078"/>
              <a:gd name="connsiteX116" fmla="*/ 9398621 w 13940157"/>
              <a:gd name="connsiteY116" fmla="*/ 1643056 h 9456078"/>
              <a:gd name="connsiteX117" fmla="*/ 9434294 w 13940157"/>
              <a:gd name="connsiteY117" fmla="*/ 1609093 h 9456078"/>
              <a:gd name="connsiteX118" fmla="*/ 9470227 w 13940157"/>
              <a:gd name="connsiteY118" fmla="*/ 1575450 h 9456078"/>
              <a:gd name="connsiteX119" fmla="*/ 9506418 w 13940157"/>
              <a:gd name="connsiteY119" fmla="*/ 1542128 h 9456078"/>
              <a:gd name="connsiteX120" fmla="*/ 9542866 w 13940157"/>
              <a:gd name="connsiteY120" fmla="*/ 1509129 h 9456078"/>
              <a:gd name="connsiteX121" fmla="*/ 9579567 w 13940157"/>
              <a:gd name="connsiteY121" fmla="*/ 1476452 h 9456078"/>
              <a:gd name="connsiteX122" fmla="*/ 9616519 w 13940157"/>
              <a:gd name="connsiteY122" fmla="*/ 1444101 h 9456078"/>
              <a:gd name="connsiteX123" fmla="*/ 9653720 w 13940157"/>
              <a:gd name="connsiteY123" fmla="*/ 1412075 h 9456078"/>
              <a:gd name="connsiteX124" fmla="*/ 9691168 w 13940157"/>
              <a:gd name="connsiteY124" fmla="*/ 1380375 h 9456078"/>
              <a:gd name="connsiteX125" fmla="*/ 9728861 w 13940157"/>
              <a:gd name="connsiteY125" fmla="*/ 1349004 h 9456078"/>
              <a:gd name="connsiteX126" fmla="*/ 9766795 w 13940157"/>
              <a:gd name="connsiteY126" fmla="*/ 1317962 h 9456078"/>
              <a:gd name="connsiteX127" fmla="*/ 9804970 w 13940157"/>
              <a:gd name="connsiteY127" fmla="*/ 1287250 h 9456078"/>
              <a:gd name="connsiteX128" fmla="*/ 9843382 w 13940157"/>
              <a:gd name="connsiteY128" fmla="*/ 1256869 h 9456078"/>
              <a:gd name="connsiteX129" fmla="*/ 9882029 w 13940157"/>
              <a:gd name="connsiteY129" fmla="*/ 1226820 h 9456078"/>
              <a:gd name="connsiteX130" fmla="*/ 9920909 w 13940157"/>
              <a:gd name="connsiteY130" fmla="*/ 1197105 h 9456078"/>
              <a:gd name="connsiteX131" fmla="*/ 9960020 w 13940157"/>
              <a:gd name="connsiteY131" fmla="*/ 1167725 h 9456078"/>
              <a:gd name="connsiteX132" fmla="*/ 9999359 w 13940157"/>
              <a:gd name="connsiteY132" fmla="*/ 1138681 h 9456078"/>
              <a:gd name="connsiteX133" fmla="*/ 10038924 w 13940157"/>
              <a:gd name="connsiteY133" fmla="*/ 1109974 h 9456078"/>
              <a:gd name="connsiteX134" fmla="*/ 10078713 w 13940157"/>
              <a:gd name="connsiteY134" fmla="*/ 1081604 h 9456078"/>
              <a:gd name="connsiteX135" fmla="*/ 10118724 w 13940157"/>
              <a:gd name="connsiteY135" fmla="*/ 1053574 h 9456078"/>
              <a:gd name="connsiteX136" fmla="*/ 10158954 w 13940157"/>
              <a:gd name="connsiteY136" fmla="*/ 1025884 h 9456078"/>
              <a:gd name="connsiteX137" fmla="*/ 10199400 w 13940157"/>
              <a:gd name="connsiteY137" fmla="*/ 998536 h 9456078"/>
              <a:gd name="connsiteX138" fmla="*/ 10240062 w 13940157"/>
              <a:gd name="connsiteY138" fmla="*/ 971530 h 9456078"/>
              <a:gd name="connsiteX139" fmla="*/ 10280935 w 13940157"/>
              <a:gd name="connsiteY139" fmla="*/ 944868 h 9456078"/>
              <a:gd name="connsiteX140" fmla="*/ 10322019 w 13940157"/>
              <a:gd name="connsiteY140" fmla="*/ 918551 h 9456078"/>
              <a:gd name="connsiteX141" fmla="*/ 10363310 w 13940157"/>
              <a:gd name="connsiteY141" fmla="*/ 892580 h 9456078"/>
              <a:gd name="connsiteX142" fmla="*/ 10404807 w 13940157"/>
              <a:gd name="connsiteY142" fmla="*/ 866956 h 9456078"/>
              <a:gd name="connsiteX143" fmla="*/ 10446507 w 13940157"/>
              <a:gd name="connsiteY143" fmla="*/ 841681 h 9456078"/>
              <a:gd name="connsiteX144" fmla="*/ 10488408 w 13940157"/>
              <a:gd name="connsiteY144" fmla="*/ 816754 h 9456078"/>
              <a:gd name="connsiteX145" fmla="*/ 10530507 w 13940157"/>
              <a:gd name="connsiteY145" fmla="*/ 792179 h 9456078"/>
              <a:gd name="connsiteX146" fmla="*/ 10572803 w 13940157"/>
              <a:gd name="connsiteY146" fmla="*/ 767955 h 9456078"/>
              <a:gd name="connsiteX147" fmla="*/ 10615292 w 13940157"/>
              <a:gd name="connsiteY147" fmla="*/ 744083 h 9456078"/>
              <a:gd name="connsiteX148" fmla="*/ 10657973 w 13940157"/>
              <a:gd name="connsiteY148" fmla="*/ 720566 h 9456078"/>
              <a:gd name="connsiteX149" fmla="*/ 10700844 w 13940157"/>
              <a:gd name="connsiteY149" fmla="*/ 697404 h 9456078"/>
              <a:gd name="connsiteX150" fmla="*/ 10743902 w 13940157"/>
              <a:gd name="connsiteY150" fmla="*/ 674598 h 9456078"/>
              <a:gd name="connsiteX151" fmla="*/ 10787144 w 13940157"/>
              <a:gd name="connsiteY151" fmla="*/ 652149 h 9456078"/>
              <a:gd name="connsiteX152" fmla="*/ 10830569 w 13940157"/>
              <a:gd name="connsiteY152" fmla="*/ 630059 h 9456078"/>
              <a:gd name="connsiteX153" fmla="*/ 10874174 w 13940157"/>
              <a:gd name="connsiteY153" fmla="*/ 608328 h 9456078"/>
              <a:gd name="connsiteX154" fmla="*/ 10917957 w 13940157"/>
              <a:gd name="connsiteY154" fmla="*/ 586958 h 9456078"/>
              <a:gd name="connsiteX155" fmla="*/ 10961916 w 13940157"/>
              <a:gd name="connsiteY155" fmla="*/ 565950 h 9456078"/>
              <a:gd name="connsiteX156" fmla="*/ 11006048 w 13940157"/>
              <a:gd name="connsiteY156" fmla="*/ 545304 h 9456078"/>
              <a:gd name="connsiteX157" fmla="*/ 11050351 w 13940157"/>
              <a:gd name="connsiteY157" fmla="*/ 525023 h 9456078"/>
              <a:gd name="connsiteX158" fmla="*/ 11094823 w 13940157"/>
              <a:gd name="connsiteY158" fmla="*/ 505107 h 9456078"/>
              <a:gd name="connsiteX159" fmla="*/ 11139461 w 13940157"/>
              <a:gd name="connsiteY159" fmla="*/ 485558 h 9456078"/>
              <a:gd name="connsiteX160" fmla="*/ 11184263 w 13940157"/>
              <a:gd name="connsiteY160" fmla="*/ 466376 h 9456078"/>
              <a:gd name="connsiteX161" fmla="*/ 11229228 w 13940157"/>
              <a:gd name="connsiteY161" fmla="*/ 447563 h 9456078"/>
              <a:gd name="connsiteX162" fmla="*/ 11274351 w 13940157"/>
              <a:gd name="connsiteY162" fmla="*/ 429119 h 9456078"/>
              <a:gd name="connsiteX163" fmla="*/ 11319632 w 13940157"/>
              <a:gd name="connsiteY163" fmla="*/ 411046 h 9456078"/>
              <a:gd name="connsiteX164" fmla="*/ 11365068 w 13940157"/>
              <a:gd name="connsiteY164" fmla="*/ 393346 h 9456078"/>
              <a:gd name="connsiteX165" fmla="*/ 11410657 w 13940157"/>
              <a:gd name="connsiteY165" fmla="*/ 376018 h 9456078"/>
              <a:gd name="connsiteX166" fmla="*/ 11456396 w 13940157"/>
              <a:gd name="connsiteY166" fmla="*/ 359065 h 9456078"/>
              <a:gd name="connsiteX167" fmla="*/ 11502283 w 13940157"/>
              <a:gd name="connsiteY167" fmla="*/ 342487 h 9456078"/>
              <a:gd name="connsiteX168" fmla="*/ 11548316 w 13940157"/>
              <a:gd name="connsiteY168" fmla="*/ 326286 h 9456078"/>
              <a:gd name="connsiteX169" fmla="*/ 11594492 w 13940157"/>
              <a:gd name="connsiteY169" fmla="*/ 310462 h 9456078"/>
              <a:gd name="connsiteX170" fmla="*/ 11640810 w 13940157"/>
              <a:gd name="connsiteY170" fmla="*/ 295018 h 9456078"/>
              <a:gd name="connsiteX171" fmla="*/ 11687267 w 13940157"/>
              <a:gd name="connsiteY171" fmla="*/ 279953 h 9456078"/>
              <a:gd name="connsiteX172" fmla="*/ 11733860 w 13940157"/>
              <a:gd name="connsiteY172" fmla="*/ 265269 h 9456078"/>
              <a:gd name="connsiteX173" fmla="*/ 11780587 w 13940157"/>
              <a:gd name="connsiteY173" fmla="*/ 250968 h 9456078"/>
              <a:gd name="connsiteX174" fmla="*/ 11827447 w 13940157"/>
              <a:gd name="connsiteY174" fmla="*/ 237049 h 9456078"/>
              <a:gd name="connsiteX175" fmla="*/ 11874436 w 13940157"/>
              <a:gd name="connsiteY175" fmla="*/ 223516 h 9456078"/>
              <a:gd name="connsiteX176" fmla="*/ 11921553 w 13940157"/>
              <a:gd name="connsiteY176" fmla="*/ 210368 h 9456078"/>
              <a:gd name="connsiteX177" fmla="*/ 11968794 w 13940157"/>
              <a:gd name="connsiteY177" fmla="*/ 197606 h 9456078"/>
              <a:gd name="connsiteX178" fmla="*/ 12016159 w 13940157"/>
              <a:gd name="connsiteY178" fmla="*/ 185233 h 9456078"/>
              <a:gd name="connsiteX179" fmla="*/ 12063644 w 13940157"/>
              <a:gd name="connsiteY179" fmla="*/ 173248 h 9456078"/>
              <a:gd name="connsiteX180" fmla="*/ 12111248 w 13940157"/>
              <a:gd name="connsiteY180" fmla="*/ 161654 h 9456078"/>
              <a:gd name="connsiteX181" fmla="*/ 12158967 w 13940157"/>
              <a:gd name="connsiteY181" fmla="*/ 150451 h 9456078"/>
              <a:gd name="connsiteX182" fmla="*/ 12206800 w 13940157"/>
              <a:gd name="connsiteY182" fmla="*/ 139640 h 9456078"/>
              <a:gd name="connsiteX183" fmla="*/ 12254745 w 13940157"/>
              <a:gd name="connsiteY183" fmla="*/ 129223 h 9456078"/>
              <a:gd name="connsiteX184" fmla="*/ 12302799 w 13940157"/>
              <a:gd name="connsiteY184" fmla="*/ 119201 h 9456078"/>
              <a:gd name="connsiteX185" fmla="*/ 12350959 w 13940157"/>
              <a:gd name="connsiteY185" fmla="*/ 109574 h 9456078"/>
              <a:gd name="connsiteX186" fmla="*/ 12399224 w 13940157"/>
              <a:gd name="connsiteY186" fmla="*/ 100344 h 9456078"/>
              <a:gd name="connsiteX187" fmla="*/ 12447591 w 13940157"/>
              <a:gd name="connsiteY187" fmla="*/ 91512 h 9456078"/>
              <a:gd name="connsiteX188" fmla="*/ 12496058 w 13940157"/>
              <a:gd name="connsiteY188" fmla="*/ 83080 h 9456078"/>
              <a:gd name="connsiteX189" fmla="*/ 12544623 w 13940157"/>
              <a:gd name="connsiteY189" fmla="*/ 75047 h 9456078"/>
              <a:gd name="connsiteX190" fmla="*/ 12593283 w 13940157"/>
              <a:gd name="connsiteY190" fmla="*/ 67417 h 9456078"/>
              <a:gd name="connsiteX191" fmla="*/ 12642036 w 13940157"/>
              <a:gd name="connsiteY191" fmla="*/ 60188 h 9456078"/>
              <a:gd name="connsiteX192" fmla="*/ 12690879 w 13940157"/>
              <a:gd name="connsiteY192" fmla="*/ 53364 h 9456078"/>
              <a:gd name="connsiteX193" fmla="*/ 12739811 w 13940157"/>
              <a:gd name="connsiteY193" fmla="*/ 46944 h 9456078"/>
              <a:gd name="connsiteX194" fmla="*/ 12788830 w 13940157"/>
              <a:gd name="connsiteY194" fmla="*/ 40931 h 9456078"/>
              <a:gd name="connsiteX195" fmla="*/ 12837932 w 13940157"/>
              <a:gd name="connsiteY195" fmla="*/ 35324 h 9456078"/>
              <a:gd name="connsiteX196" fmla="*/ 12887116 w 13940157"/>
              <a:gd name="connsiteY196" fmla="*/ 30126 h 9456078"/>
              <a:gd name="connsiteX197" fmla="*/ 12936379 w 13940157"/>
              <a:gd name="connsiteY197" fmla="*/ 25337 h 9456078"/>
              <a:gd name="connsiteX198" fmla="*/ 12985719 w 13940157"/>
              <a:gd name="connsiteY198" fmla="*/ 20958 h 9456078"/>
              <a:gd name="connsiteX199" fmla="*/ 13035133 w 13940157"/>
              <a:gd name="connsiteY199" fmla="*/ 16991 h 9456078"/>
              <a:gd name="connsiteX200" fmla="*/ 13084620 w 13940157"/>
              <a:gd name="connsiteY200" fmla="*/ 13437 h 9456078"/>
              <a:gd name="connsiteX201" fmla="*/ 13134178 w 13940157"/>
              <a:gd name="connsiteY201" fmla="*/ 10297 h 9456078"/>
              <a:gd name="connsiteX202" fmla="*/ 13183803 w 13940157"/>
              <a:gd name="connsiteY202" fmla="*/ 7572 h 9456078"/>
              <a:gd name="connsiteX203" fmla="*/ 13233493 w 13940157"/>
              <a:gd name="connsiteY203" fmla="*/ 5263 h 9456078"/>
              <a:gd name="connsiteX204" fmla="*/ 13283247 w 13940157"/>
              <a:gd name="connsiteY204" fmla="*/ 3371 h 9456078"/>
              <a:gd name="connsiteX205" fmla="*/ 13333061 w 13940157"/>
              <a:gd name="connsiteY205" fmla="*/ 1898 h 9456078"/>
              <a:gd name="connsiteX206" fmla="*/ 13382934 w 13940157"/>
              <a:gd name="connsiteY206" fmla="*/ 844 h 9456078"/>
              <a:gd name="connsiteX207" fmla="*/ 13432864 w 13940157"/>
              <a:gd name="connsiteY207" fmla="*/ 211 h 9456078"/>
              <a:gd name="connsiteX208" fmla="*/ 13482847 w 13940157"/>
              <a:gd name="connsiteY208" fmla="*/ 0 h 9456078"/>
              <a:gd name="connsiteX209" fmla="*/ 13940158 w 13940157"/>
              <a:gd name="connsiteY209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49234 w 13158799"/>
              <a:gd name="connsiteY5" fmla="*/ 9450052 h 9456078"/>
              <a:gd name="connsiteX6" fmla="*/ 298870 w 13158799"/>
              <a:gd name="connsiteY6" fmla="*/ 9447409 h 9456078"/>
              <a:gd name="connsiteX7" fmla="*/ 348429 w 13158799"/>
              <a:gd name="connsiteY7" fmla="*/ 9444290 h 9456078"/>
              <a:gd name="connsiteX8" fmla="*/ 397907 w 13158799"/>
              <a:gd name="connsiteY8" fmla="*/ 9440698 h 9456078"/>
              <a:gd name="connsiteX9" fmla="*/ 447302 w 13158799"/>
              <a:gd name="connsiteY9" fmla="*/ 9436632 h 9456078"/>
              <a:gd name="connsiteX10" fmla="*/ 496610 w 13158799"/>
              <a:gd name="connsiteY10" fmla="*/ 9432096 h 9456078"/>
              <a:gd name="connsiteX11" fmla="*/ 545829 w 13158799"/>
              <a:gd name="connsiteY11" fmla="*/ 9427089 h 9456078"/>
              <a:gd name="connsiteX12" fmla="*/ 594956 w 13158799"/>
              <a:gd name="connsiteY12" fmla="*/ 9421615 h 9456078"/>
              <a:gd name="connsiteX13" fmla="*/ 643987 w 13158799"/>
              <a:gd name="connsiteY13" fmla="*/ 9415673 h 9456078"/>
              <a:gd name="connsiteX14" fmla="*/ 692920 w 13158799"/>
              <a:gd name="connsiteY14" fmla="*/ 9409267 h 9456078"/>
              <a:gd name="connsiteX15" fmla="*/ 741751 w 13158799"/>
              <a:gd name="connsiteY15" fmla="*/ 9402396 h 9456078"/>
              <a:gd name="connsiteX16" fmla="*/ 790478 w 13158799"/>
              <a:gd name="connsiteY16" fmla="*/ 9395063 h 9456078"/>
              <a:gd name="connsiteX17" fmla="*/ 839098 w 13158799"/>
              <a:gd name="connsiteY17" fmla="*/ 9387270 h 9456078"/>
              <a:gd name="connsiteX18" fmla="*/ 887607 w 13158799"/>
              <a:gd name="connsiteY18" fmla="*/ 9379017 h 9456078"/>
              <a:gd name="connsiteX19" fmla="*/ 936002 w 13158799"/>
              <a:gd name="connsiteY19" fmla="*/ 9370306 h 9456078"/>
              <a:gd name="connsiteX20" fmla="*/ 984281 w 13158799"/>
              <a:gd name="connsiteY20" fmla="*/ 9361139 h 9456078"/>
              <a:gd name="connsiteX21" fmla="*/ 1032440 w 13158799"/>
              <a:gd name="connsiteY21" fmla="*/ 9351517 h 9456078"/>
              <a:gd name="connsiteX22" fmla="*/ 1080477 w 13158799"/>
              <a:gd name="connsiteY22" fmla="*/ 9341441 h 9456078"/>
              <a:gd name="connsiteX23" fmla="*/ 1128389 w 13158799"/>
              <a:gd name="connsiteY23" fmla="*/ 9330914 h 9456078"/>
              <a:gd name="connsiteX24" fmla="*/ 1176172 w 13158799"/>
              <a:gd name="connsiteY24" fmla="*/ 9319936 h 9456078"/>
              <a:gd name="connsiteX25" fmla="*/ 1223823 w 13158799"/>
              <a:gd name="connsiteY25" fmla="*/ 9308509 h 9456078"/>
              <a:gd name="connsiteX26" fmla="*/ 1271339 w 13158799"/>
              <a:gd name="connsiteY26" fmla="*/ 9296635 h 9456078"/>
              <a:gd name="connsiteX27" fmla="*/ 1318719 w 13158799"/>
              <a:gd name="connsiteY27" fmla="*/ 9284315 h 9456078"/>
              <a:gd name="connsiteX28" fmla="*/ 1365957 w 13158799"/>
              <a:gd name="connsiteY28" fmla="*/ 9271550 h 9456078"/>
              <a:gd name="connsiteX29" fmla="*/ 1413052 w 13158799"/>
              <a:gd name="connsiteY29" fmla="*/ 9258342 h 9456078"/>
              <a:gd name="connsiteX30" fmla="*/ 1460000 w 13158799"/>
              <a:gd name="connsiteY30" fmla="*/ 9244693 h 9456078"/>
              <a:gd name="connsiteX31" fmla="*/ 1506799 w 13158799"/>
              <a:gd name="connsiteY31" fmla="*/ 9230604 h 9456078"/>
              <a:gd name="connsiteX32" fmla="*/ 1553445 w 13158799"/>
              <a:gd name="connsiteY32" fmla="*/ 9216076 h 9456078"/>
              <a:gd name="connsiteX33" fmla="*/ 1599935 w 13158799"/>
              <a:gd name="connsiteY33" fmla="*/ 9201111 h 9456078"/>
              <a:gd name="connsiteX34" fmla="*/ 1646267 w 13158799"/>
              <a:gd name="connsiteY34" fmla="*/ 9185710 h 9456078"/>
              <a:gd name="connsiteX35" fmla="*/ 1692437 w 13158799"/>
              <a:gd name="connsiteY35" fmla="*/ 9169876 h 9456078"/>
              <a:gd name="connsiteX36" fmla="*/ 1738442 w 13158799"/>
              <a:gd name="connsiteY36" fmla="*/ 9153608 h 9456078"/>
              <a:gd name="connsiteX37" fmla="*/ 1784280 w 13158799"/>
              <a:gd name="connsiteY37" fmla="*/ 9136910 h 9456078"/>
              <a:gd name="connsiteX38" fmla="*/ 1829947 w 13158799"/>
              <a:gd name="connsiteY38" fmla="*/ 9119782 h 9456078"/>
              <a:gd name="connsiteX39" fmla="*/ 1875440 w 13158799"/>
              <a:gd name="connsiteY39" fmla="*/ 9102226 h 9456078"/>
              <a:gd name="connsiteX40" fmla="*/ 1920756 w 13158799"/>
              <a:gd name="connsiteY40" fmla="*/ 9084243 h 9456078"/>
              <a:gd name="connsiteX41" fmla="*/ 1965893 w 13158799"/>
              <a:gd name="connsiteY41" fmla="*/ 9065835 h 9456078"/>
              <a:gd name="connsiteX42" fmla="*/ 2010847 w 13158799"/>
              <a:gd name="connsiteY42" fmla="*/ 9047004 h 9456078"/>
              <a:gd name="connsiteX43" fmla="*/ 2055615 w 13158799"/>
              <a:gd name="connsiteY43" fmla="*/ 9027750 h 9456078"/>
              <a:gd name="connsiteX44" fmla="*/ 2100195 w 13158799"/>
              <a:gd name="connsiteY44" fmla="*/ 9008075 h 9456078"/>
              <a:gd name="connsiteX45" fmla="*/ 2144582 w 13158799"/>
              <a:gd name="connsiteY45" fmla="*/ 8987981 h 9456078"/>
              <a:gd name="connsiteX46" fmla="*/ 2188775 w 13158799"/>
              <a:gd name="connsiteY46" fmla="*/ 8967470 h 9456078"/>
              <a:gd name="connsiteX47" fmla="*/ 2232770 w 13158799"/>
              <a:gd name="connsiteY47" fmla="*/ 8946542 h 9456078"/>
              <a:gd name="connsiteX48" fmla="*/ 2276564 w 13158799"/>
              <a:gd name="connsiteY48" fmla="*/ 8925199 h 9456078"/>
              <a:gd name="connsiteX49" fmla="*/ 2320154 w 13158799"/>
              <a:gd name="connsiteY49" fmla="*/ 8903443 h 9456078"/>
              <a:gd name="connsiteX50" fmla="*/ 2363538 w 13158799"/>
              <a:gd name="connsiteY50" fmla="*/ 8881275 h 9456078"/>
              <a:gd name="connsiteX51" fmla="*/ 2406711 w 13158799"/>
              <a:gd name="connsiteY51" fmla="*/ 8858697 h 9456078"/>
              <a:gd name="connsiteX52" fmla="*/ 2449672 w 13158799"/>
              <a:gd name="connsiteY52" fmla="*/ 8835710 h 9456078"/>
              <a:gd name="connsiteX53" fmla="*/ 2492417 w 13158799"/>
              <a:gd name="connsiteY53" fmla="*/ 8812316 h 9456078"/>
              <a:gd name="connsiteX54" fmla="*/ 2534943 w 13158799"/>
              <a:gd name="connsiteY54" fmla="*/ 8788516 h 9456078"/>
              <a:gd name="connsiteX55" fmla="*/ 2577247 w 13158799"/>
              <a:gd name="connsiteY55" fmla="*/ 8764311 h 9456078"/>
              <a:gd name="connsiteX56" fmla="*/ 2619326 w 13158799"/>
              <a:gd name="connsiteY56" fmla="*/ 8739704 h 9456078"/>
              <a:gd name="connsiteX57" fmla="*/ 2661177 w 13158799"/>
              <a:gd name="connsiteY57" fmla="*/ 8714695 h 9456078"/>
              <a:gd name="connsiteX58" fmla="*/ 2702797 w 13158799"/>
              <a:gd name="connsiteY58" fmla="*/ 8689286 h 9456078"/>
              <a:gd name="connsiteX59" fmla="*/ 2744183 w 13158799"/>
              <a:gd name="connsiteY59" fmla="*/ 8663479 h 9456078"/>
              <a:gd name="connsiteX60" fmla="*/ 2785333 w 13158799"/>
              <a:gd name="connsiteY60" fmla="*/ 8637274 h 9456078"/>
              <a:gd name="connsiteX61" fmla="*/ 2826242 w 13158799"/>
              <a:gd name="connsiteY61" fmla="*/ 8610675 h 9456078"/>
              <a:gd name="connsiteX62" fmla="*/ 2866908 w 13158799"/>
              <a:gd name="connsiteY62" fmla="*/ 8583681 h 9456078"/>
              <a:gd name="connsiteX63" fmla="*/ 2907329 w 13158799"/>
              <a:gd name="connsiteY63" fmla="*/ 8556295 h 9456078"/>
              <a:gd name="connsiteX64" fmla="*/ 2947500 w 13158799"/>
              <a:gd name="connsiteY64" fmla="*/ 8528517 h 9456078"/>
              <a:gd name="connsiteX65" fmla="*/ 2987419 w 13158799"/>
              <a:gd name="connsiteY65" fmla="*/ 8500351 h 9456078"/>
              <a:gd name="connsiteX66" fmla="*/ 3027083 w 13158799"/>
              <a:gd name="connsiteY66" fmla="*/ 8471796 h 9456078"/>
              <a:gd name="connsiteX67" fmla="*/ 3066489 w 13158799"/>
              <a:gd name="connsiteY67" fmla="*/ 8442854 h 9456078"/>
              <a:gd name="connsiteX68" fmla="*/ 3105634 w 13158799"/>
              <a:gd name="connsiteY68" fmla="*/ 8413528 h 9456078"/>
              <a:gd name="connsiteX69" fmla="*/ 3144515 w 13158799"/>
              <a:gd name="connsiteY69" fmla="*/ 8383818 h 9456078"/>
              <a:gd name="connsiteX70" fmla="*/ 3183129 w 13158799"/>
              <a:gd name="connsiteY70" fmla="*/ 8353726 h 9456078"/>
              <a:gd name="connsiteX71" fmla="*/ 3221473 w 13158799"/>
              <a:gd name="connsiteY71" fmla="*/ 8323253 h 9456078"/>
              <a:gd name="connsiteX72" fmla="*/ 3259544 w 13158799"/>
              <a:gd name="connsiteY72" fmla="*/ 8292401 h 9456078"/>
              <a:gd name="connsiteX73" fmla="*/ 3297339 w 13158799"/>
              <a:gd name="connsiteY73" fmla="*/ 8261172 h 9456078"/>
              <a:gd name="connsiteX74" fmla="*/ 3334854 w 13158799"/>
              <a:gd name="connsiteY74" fmla="*/ 8229566 h 9456078"/>
              <a:gd name="connsiteX75" fmla="*/ 3372087 w 13158799"/>
              <a:gd name="connsiteY75" fmla="*/ 8197585 h 9456078"/>
              <a:gd name="connsiteX76" fmla="*/ 3409035 w 13158799"/>
              <a:gd name="connsiteY76" fmla="*/ 8165232 h 9456078"/>
              <a:gd name="connsiteX77" fmla="*/ 3445695 w 13158799"/>
              <a:gd name="connsiteY77" fmla="*/ 8132507 h 9456078"/>
              <a:gd name="connsiteX78" fmla="*/ 3482064 w 13158799"/>
              <a:gd name="connsiteY78" fmla="*/ 8099411 h 9456078"/>
              <a:gd name="connsiteX79" fmla="*/ 3518139 w 13158799"/>
              <a:gd name="connsiteY79" fmla="*/ 8065947 h 9456078"/>
              <a:gd name="connsiteX80" fmla="*/ 3553916 w 13158799"/>
              <a:gd name="connsiteY80" fmla="*/ 8032115 h 9456078"/>
              <a:gd name="connsiteX81" fmla="*/ 3589393 w 13158799"/>
              <a:gd name="connsiteY81" fmla="*/ 7997918 h 9456078"/>
              <a:gd name="connsiteX82" fmla="*/ 3624567 w 13158799"/>
              <a:gd name="connsiteY82" fmla="*/ 7963356 h 9456078"/>
              <a:gd name="connsiteX83" fmla="*/ 3659435 w 13158799"/>
              <a:gd name="connsiteY83" fmla="*/ 7928432 h 9456078"/>
              <a:gd name="connsiteX84" fmla="*/ 3693994 w 13158799"/>
              <a:gd name="connsiteY84" fmla="*/ 7893146 h 9456078"/>
              <a:gd name="connsiteX85" fmla="*/ 3728240 w 13158799"/>
              <a:gd name="connsiteY85" fmla="*/ 7857501 h 9456078"/>
              <a:gd name="connsiteX86" fmla="*/ 3762171 w 13158799"/>
              <a:gd name="connsiteY86" fmla="*/ 7821497 h 9456078"/>
              <a:gd name="connsiteX87" fmla="*/ 3795783 w 13158799"/>
              <a:gd name="connsiteY87" fmla="*/ 7785136 h 9456078"/>
              <a:gd name="connsiteX88" fmla="*/ 3829075 w 13158799"/>
              <a:gd name="connsiteY88" fmla="*/ 7748420 h 9456078"/>
              <a:gd name="connsiteX89" fmla="*/ 3862042 w 13158799"/>
              <a:gd name="connsiteY89" fmla="*/ 7711350 h 9456078"/>
              <a:gd name="connsiteX90" fmla="*/ 3894682 w 13158799"/>
              <a:gd name="connsiteY90" fmla="*/ 7673928 h 9456078"/>
              <a:gd name="connsiteX91" fmla="*/ 3926991 w 13158799"/>
              <a:gd name="connsiteY91" fmla="*/ 7636155 h 9456078"/>
              <a:gd name="connsiteX92" fmla="*/ 3958967 w 13158799"/>
              <a:gd name="connsiteY92" fmla="*/ 7598032 h 9456078"/>
              <a:gd name="connsiteX93" fmla="*/ 3990607 w 13158799"/>
              <a:gd name="connsiteY93" fmla="*/ 7559561 h 9456078"/>
              <a:gd name="connsiteX94" fmla="*/ 4021907 w 13158799"/>
              <a:gd name="connsiteY94" fmla="*/ 7520744 h 9456078"/>
              <a:gd name="connsiteX95" fmla="*/ 4052865 w 13158799"/>
              <a:gd name="connsiteY95" fmla="*/ 7481582 h 9456078"/>
              <a:gd name="connsiteX96" fmla="*/ 4083478 w 13158799"/>
              <a:gd name="connsiteY96" fmla="*/ 7442077 h 9456078"/>
              <a:gd name="connsiteX97" fmla="*/ 8022311 w 13158799"/>
              <a:gd name="connsiteY97" fmla="*/ 2307814 h 9456078"/>
              <a:gd name="connsiteX98" fmla="*/ 8052902 w 13158799"/>
              <a:gd name="connsiteY98" fmla="*/ 2268285 h 9456078"/>
              <a:gd name="connsiteX99" fmla="*/ 8083796 w 13158799"/>
              <a:gd name="connsiteY99" fmla="*/ 2229056 h 9456078"/>
              <a:gd name="connsiteX100" fmla="*/ 8114989 w 13158799"/>
              <a:gd name="connsiteY100" fmla="*/ 2190127 h 9456078"/>
              <a:gd name="connsiteX101" fmla="*/ 8146479 w 13158799"/>
              <a:gd name="connsiteY101" fmla="*/ 2151500 h 9456078"/>
              <a:gd name="connsiteX102" fmla="*/ 8178264 w 13158799"/>
              <a:gd name="connsiteY102" fmla="*/ 2113176 h 9456078"/>
              <a:gd name="connsiteX103" fmla="*/ 8210341 w 13158799"/>
              <a:gd name="connsiteY103" fmla="*/ 2075157 h 9456078"/>
              <a:gd name="connsiteX104" fmla="*/ 8242709 w 13158799"/>
              <a:gd name="connsiteY104" fmla="*/ 2037442 h 9456078"/>
              <a:gd name="connsiteX105" fmla="*/ 8275365 w 13158799"/>
              <a:gd name="connsiteY105" fmla="*/ 2000034 h 9456078"/>
              <a:gd name="connsiteX106" fmla="*/ 8308307 w 13158799"/>
              <a:gd name="connsiteY106" fmla="*/ 1962934 h 9456078"/>
              <a:gd name="connsiteX107" fmla="*/ 8341532 w 13158799"/>
              <a:gd name="connsiteY107" fmla="*/ 1926142 h 9456078"/>
              <a:gd name="connsiteX108" fmla="*/ 8375038 w 13158799"/>
              <a:gd name="connsiteY108" fmla="*/ 1889660 h 9456078"/>
              <a:gd name="connsiteX109" fmla="*/ 8408823 w 13158799"/>
              <a:gd name="connsiteY109" fmla="*/ 1853489 h 9456078"/>
              <a:gd name="connsiteX110" fmla="*/ 8442885 w 13158799"/>
              <a:gd name="connsiteY110" fmla="*/ 1817630 h 9456078"/>
              <a:gd name="connsiteX111" fmla="*/ 8477221 w 13158799"/>
              <a:gd name="connsiteY111" fmla="*/ 1782084 h 9456078"/>
              <a:gd name="connsiteX112" fmla="*/ 8511829 w 13158799"/>
              <a:gd name="connsiteY112" fmla="*/ 1746853 h 9456078"/>
              <a:gd name="connsiteX113" fmla="*/ 8546706 w 13158799"/>
              <a:gd name="connsiteY113" fmla="*/ 1711937 h 9456078"/>
              <a:gd name="connsiteX114" fmla="*/ 8581851 w 13158799"/>
              <a:gd name="connsiteY114" fmla="*/ 1677337 h 9456078"/>
              <a:gd name="connsiteX115" fmla="*/ 8617261 w 13158799"/>
              <a:gd name="connsiteY115" fmla="*/ 1643056 h 9456078"/>
              <a:gd name="connsiteX116" fmla="*/ 8652934 w 13158799"/>
              <a:gd name="connsiteY116" fmla="*/ 1609093 h 9456078"/>
              <a:gd name="connsiteX117" fmla="*/ 8688867 w 13158799"/>
              <a:gd name="connsiteY117" fmla="*/ 1575450 h 9456078"/>
              <a:gd name="connsiteX118" fmla="*/ 8725058 w 13158799"/>
              <a:gd name="connsiteY118" fmla="*/ 1542128 h 9456078"/>
              <a:gd name="connsiteX119" fmla="*/ 8761506 w 13158799"/>
              <a:gd name="connsiteY119" fmla="*/ 1509129 h 9456078"/>
              <a:gd name="connsiteX120" fmla="*/ 8798207 w 13158799"/>
              <a:gd name="connsiteY120" fmla="*/ 1476452 h 9456078"/>
              <a:gd name="connsiteX121" fmla="*/ 8835159 w 13158799"/>
              <a:gd name="connsiteY121" fmla="*/ 1444101 h 9456078"/>
              <a:gd name="connsiteX122" fmla="*/ 8872360 w 13158799"/>
              <a:gd name="connsiteY122" fmla="*/ 1412075 h 9456078"/>
              <a:gd name="connsiteX123" fmla="*/ 8909808 w 13158799"/>
              <a:gd name="connsiteY123" fmla="*/ 1380375 h 9456078"/>
              <a:gd name="connsiteX124" fmla="*/ 8947501 w 13158799"/>
              <a:gd name="connsiteY124" fmla="*/ 1349004 h 9456078"/>
              <a:gd name="connsiteX125" fmla="*/ 8985435 w 13158799"/>
              <a:gd name="connsiteY125" fmla="*/ 1317962 h 9456078"/>
              <a:gd name="connsiteX126" fmla="*/ 9023610 w 13158799"/>
              <a:gd name="connsiteY126" fmla="*/ 1287250 h 9456078"/>
              <a:gd name="connsiteX127" fmla="*/ 9062022 w 13158799"/>
              <a:gd name="connsiteY127" fmla="*/ 1256869 h 9456078"/>
              <a:gd name="connsiteX128" fmla="*/ 9100669 w 13158799"/>
              <a:gd name="connsiteY128" fmla="*/ 1226820 h 9456078"/>
              <a:gd name="connsiteX129" fmla="*/ 9139549 w 13158799"/>
              <a:gd name="connsiteY129" fmla="*/ 1197105 h 9456078"/>
              <a:gd name="connsiteX130" fmla="*/ 9178660 w 13158799"/>
              <a:gd name="connsiteY130" fmla="*/ 1167725 h 9456078"/>
              <a:gd name="connsiteX131" fmla="*/ 9217999 w 13158799"/>
              <a:gd name="connsiteY131" fmla="*/ 1138681 h 9456078"/>
              <a:gd name="connsiteX132" fmla="*/ 9257564 w 13158799"/>
              <a:gd name="connsiteY132" fmla="*/ 1109974 h 9456078"/>
              <a:gd name="connsiteX133" fmla="*/ 9297353 w 13158799"/>
              <a:gd name="connsiteY133" fmla="*/ 1081604 h 9456078"/>
              <a:gd name="connsiteX134" fmla="*/ 9337364 w 13158799"/>
              <a:gd name="connsiteY134" fmla="*/ 1053574 h 9456078"/>
              <a:gd name="connsiteX135" fmla="*/ 9377594 w 13158799"/>
              <a:gd name="connsiteY135" fmla="*/ 1025884 h 9456078"/>
              <a:gd name="connsiteX136" fmla="*/ 9418040 w 13158799"/>
              <a:gd name="connsiteY136" fmla="*/ 998536 h 9456078"/>
              <a:gd name="connsiteX137" fmla="*/ 9458702 w 13158799"/>
              <a:gd name="connsiteY137" fmla="*/ 971530 h 9456078"/>
              <a:gd name="connsiteX138" fmla="*/ 9499575 w 13158799"/>
              <a:gd name="connsiteY138" fmla="*/ 944868 h 9456078"/>
              <a:gd name="connsiteX139" fmla="*/ 9540659 w 13158799"/>
              <a:gd name="connsiteY139" fmla="*/ 918551 h 9456078"/>
              <a:gd name="connsiteX140" fmla="*/ 9581950 w 13158799"/>
              <a:gd name="connsiteY140" fmla="*/ 892580 h 9456078"/>
              <a:gd name="connsiteX141" fmla="*/ 9623447 w 13158799"/>
              <a:gd name="connsiteY141" fmla="*/ 866956 h 9456078"/>
              <a:gd name="connsiteX142" fmla="*/ 9665147 w 13158799"/>
              <a:gd name="connsiteY142" fmla="*/ 841681 h 9456078"/>
              <a:gd name="connsiteX143" fmla="*/ 9707048 w 13158799"/>
              <a:gd name="connsiteY143" fmla="*/ 816754 h 9456078"/>
              <a:gd name="connsiteX144" fmla="*/ 9749147 w 13158799"/>
              <a:gd name="connsiteY144" fmla="*/ 792179 h 9456078"/>
              <a:gd name="connsiteX145" fmla="*/ 9791443 w 13158799"/>
              <a:gd name="connsiteY145" fmla="*/ 767955 h 9456078"/>
              <a:gd name="connsiteX146" fmla="*/ 9833932 w 13158799"/>
              <a:gd name="connsiteY146" fmla="*/ 744083 h 9456078"/>
              <a:gd name="connsiteX147" fmla="*/ 9876613 w 13158799"/>
              <a:gd name="connsiteY147" fmla="*/ 720566 h 9456078"/>
              <a:gd name="connsiteX148" fmla="*/ 9919484 w 13158799"/>
              <a:gd name="connsiteY148" fmla="*/ 697404 h 9456078"/>
              <a:gd name="connsiteX149" fmla="*/ 9962542 w 13158799"/>
              <a:gd name="connsiteY149" fmla="*/ 674598 h 9456078"/>
              <a:gd name="connsiteX150" fmla="*/ 10005784 w 13158799"/>
              <a:gd name="connsiteY150" fmla="*/ 652149 h 9456078"/>
              <a:gd name="connsiteX151" fmla="*/ 10049209 w 13158799"/>
              <a:gd name="connsiteY151" fmla="*/ 630059 h 9456078"/>
              <a:gd name="connsiteX152" fmla="*/ 10092814 w 13158799"/>
              <a:gd name="connsiteY152" fmla="*/ 608328 h 9456078"/>
              <a:gd name="connsiteX153" fmla="*/ 10136597 w 13158799"/>
              <a:gd name="connsiteY153" fmla="*/ 586958 h 9456078"/>
              <a:gd name="connsiteX154" fmla="*/ 10180556 w 13158799"/>
              <a:gd name="connsiteY154" fmla="*/ 565950 h 9456078"/>
              <a:gd name="connsiteX155" fmla="*/ 10224688 w 13158799"/>
              <a:gd name="connsiteY155" fmla="*/ 545304 h 9456078"/>
              <a:gd name="connsiteX156" fmla="*/ 10268991 w 13158799"/>
              <a:gd name="connsiteY156" fmla="*/ 525023 h 9456078"/>
              <a:gd name="connsiteX157" fmla="*/ 10313463 w 13158799"/>
              <a:gd name="connsiteY157" fmla="*/ 505107 h 9456078"/>
              <a:gd name="connsiteX158" fmla="*/ 10358101 w 13158799"/>
              <a:gd name="connsiteY158" fmla="*/ 485558 h 9456078"/>
              <a:gd name="connsiteX159" fmla="*/ 10402903 w 13158799"/>
              <a:gd name="connsiteY159" fmla="*/ 466376 h 9456078"/>
              <a:gd name="connsiteX160" fmla="*/ 10447868 w 13158799"/>
              <a:gd name="connsiteY160" fmla="*/ 447563 h 9456078"/>
              <a:gd name="connsiteX161" fmla="*/ 10492991 w 13158799"/>
              <a:gd name="connsiteY161" fmla="*/ 429119 h 9456078"/>
              <a:gd name="connsiteX162" fmla="*/ 10538272 w 13158799"/>
              <a:gd name="connsiteY162" fmla="*/ 411046 h 9456078"/>
              <a:gd name="connsiteX163" fmla="*/ 10583708 w 13158799"/>
              <a:gd name="connsiteY163" fmla="*/ 393346 h 9456078"/>
              <a:gd name="connsiteX164" fmla="*/ 10629297 w 13158799"/>
              <a:gd name="connsiteY164" fmla="*/ 376018 h 9456078"/>
              <a:gd name="connsiteX165" fmla="*/ 10675036 w 13158799"/>
              <a:gd name="connsiteY165" fmla="*/ 359065 h 9456078"/>
              <a:gd name="connsiteX166" fmla="*/ 10720923 w 13158799"/>
              <a:gd name="connsiteY166" fmla="*/ 342487 h 9456078"/>
              <a:gd name="connsiteX167" fmla="*/ 10766956 w 13158799"/>
              <a:gd name="connsiteY167" fmla="*/ 326286 h 9456078"/>
              <a:gd name="connsiteX168" fmla="*/ 10813132 w 13158799"/>
              <a:gd name="connsiteY168" fmla="*/ 310462 h 9456078"/>
              <a:gd name="connsiteX169" fmla="*/ 10859450 w 13158799"/>
              <a:gd name="connsiteY169" fmla="*/ 295018 h 9456078"/>
              <a:gd name="connsiteX170" fmla="*/ 10905907 w 13158799"/>
              <a:gd name="connsiteY170" fmla="*/ 279953 h 9456078"/>
              <a:gd name="connsiteX171" fmla="*/ 10952500 w 13158799"/>
              <a:gd name="connsiteY171" fmla="*/ 265269 h 9456078"/>
              <a:gd name="connsiteX172" fmla="*/ 10999227 w 13158799"/>
              <a:gd name="connsiteY172" fmla="*/ 250968 h 9456078"/>
              <a:gd name="connsiteX173" fmla="*/ 11046087 w 13158799"/>
              <a:gd name="connsiteY173" fmla="*/ 237049 h 9456078"/>
              <a:gd name="connsiteX174" fmla="*/ 11093076 w 13158799"/>
              <a:gd name="connsiteY174" fmla="*/ 223516 h 9456078"/>
              <a:gd name="connsiteX175" fmla="*/ 11140193 w 13158799"/>
              <a:gd name="connsiteY175" fmla="*/ 210368 h 9456078"/>
              <a:gd name="connsiteX176" fmla="*/ 11187434 w 13158799"/>
              <a:gd name="connsiteY176" fmla="*/ 197606 h 9456078"/>
              <a:gd name="connsiteX177" fmla="*/ 11234799 w 13158799"/>
              <a:gd name="connsiteY177" fmla="*/ 185233 h 9456078"/>
              <a:gd name="connsiteX178" fmla="*/ 11282284 w 13158799"/>
              <a:gd name="connsiteY178" fmla="*/ 173248 h 9456078"/>
              <a:gd name="connsiteX179" fmla="*/ 11329888 w 13158799"/>
              <a:gd name="connsiteY179" fmla="*/ 161654 h 9456078"/>
              <a:gd name="connsiteX180" fmla="*/ 11377607 w 13158799"/>
              <a:gd name="connsiteY180" fmla="*/ 150451 h 9456078"/>
              <a:gd name="connsiteX181" fmla="*/ 11425440 w 13158799"/>
              <a:gd name="connsiteY181" fmla="*/ 139640 h 9456078"/>
              <a:gd name="connsiteX182" fmla="*/ 11473385 w 13158799"/>
              <a:gd name="connsiteY182" fmla="*/ 129223 h 9456078"/>
              <a:gd name="connsiteX183" fmla="*/ 11521439 w 13158799"/>
              <a:gd name="connsiteY183" fmla="*/ 119201 h 9456078"/>
              <a:gd name="connsiteX184" fmla="*/ 11569599 w 13158799"/>
              <a:gd name="connsiteY184" fmla="*/ 109574 h 9456078"/>
              <a:gd name="connsiteX185" fmla="*/ 11617864 w 13158799"/>
              <a:gd name="connsiteY185" fmla="*/ 100344 h 9456078"/>
              <a:gd name="connsiteX186" fmla="*/ 11666231 w 13158799"/>
              <a:gd name="connsiteY186" fmla="*/ 91512 h 9456078"/>
              <a:gd name="connsiteX187" fmla="*/ 11714698 w 13158799"/>
              <a:gd name="connsiteY187" fmla="*/ 83080 h 9456078"/>
              <a:gd name="connsiteX188" fmla="*/ 11763263 w 13158799"/>
              <a:gd name="connsiteY188" fmla="*/ 75047 h 9456078"/>
              <a:gd name="connsiteX189" fmla="*/ 11811923 w 13158799"/>
              <a:gd name="connsiteY189" fmla="*/ 67417 h 9456078"/>
              <a:gd name="connsiteX190" fmla="*/ 11860676 w 13158799"/>
              <a:gd name="connsiteY190" fmla="*/ 60188 h 9456078"/>
              <a:gd name="connsiteX191" fmla="*/ 11909519 w 13158799"/>
              <a:gd name="connsiteY191" fmla="*/ 53364 h 9456078"/>
              <a:gd name="connsiteX192" fmla="*/ 11958451 w 13158799"/>
              <a:gd name="connsiteY192" fmla="*/ 46944 h 9456078"/>
              <a:gd name="connsiteX193" fmla="*/ 12007470 w 13158799"/>
              <a:gd name="connsiteY193" fmla="*/ 40931 h 9456078"/>
              <a:gd name="connsiteX194" fmla="*/ 12056572 w 13158799"/>
              <a:gd name="connsiteY194" fmla="*/ 35324 h 9456078"/>
              <a:gd name="connsiteX195" fmla="*/ 12105756 w 13158799"/>
              <a:gd name="connsiteY195" fmla="*/ 30126 h 9456078"/>
              <a:gd name="connsiteX196" fmla="*/ 12155019 w 13158799"/>
              <a:gd name="connsiteY196" fmla="*/ 25337 h 9456078"/>
              <a:gd name="connsiteX197" fmla="*/ 12204359 w 13158799"/>
              <a:gd name="connsiteY197" fmla="*/ 20958 h 9456078"/>
              <a:gd name="connsiteX198" fmla="*/ 12253773 w 13158799"/>
              <a:gd name="connsiteY198" fmla="*/ 16991 h 9456078"/>
              <a:gd name="connsiteX199" fmla="*/ 12303260 w 13158799"/>
              <a:gd name="connsiteY199" fmla="*/ 13437 h 9456078"/>
              <a:gd name="connsiteX200" fmla="*/ 12352818 w 13158799"/>
              <a:gd name="connsiteY200" fmla="*/ 10297 h 9456078"/>
              <a:gd name="connsiteX201" fmla="*/ 12402443 w 13158799"/>
              <a:gd name="connsiteY201" fmla="*/ 7572 h 9456078"/>
              <a:gd name="connsiteX202" fmla="*/ 12452133 w 13158799"/>
              <a:gd name="connsiteY202" fmla="*/ 5263 h 9456078"/>
              <a:gd name="connsiteX203" fmla="*/ 12501887 w 13158799"/>
              <a:gd name="connsiteY203" fmla="*/ 3371 h 9456078"/>
              <a:gd name="connsiteX204" fmla="*/ 12551701 w 13158799"/>
              <a:gd name="connsiteY204" fmla="*/ 1898 h 9456078"/>
              <a:gd name="connsiteX205" fmla="*/ 12601574 w 13158799"/>
              <a:gd name="connsiteY205" fmla="*/ 844 h 9456078"/>
              <a:gd name="connsiteX206" fmla="*/ 12651504 w 13158799"/>
              <a:gd name="connsiteY206" fmla="*/ 211 h 9456078"/>
              <a:gd name="connsiteX207" fmla="*/ 12701487 w 13158799"/>
              <a:gd name="connsiteY207" fmla="*/ 0 h 9456078"/>
              <a:gd name="connsiteX208" fmla="*/ 13158798 w 13158799"/>
              <a:gd name="connsiteY208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28389 w 13158797"/>
              <a:gd name="connsiteY22" fmla="*/ 9330914 h 9456078"/>
              <a:gd name="connsiteX23" fmla="*/ 1176172 w 13158797"/>
              <a:gd name="connsiteY23" fmla="*/ 9319936 h 9456078"/>
              <a:gd name="connsiteX24" fmla="*/ 1223823 w 13158797"/>
              <a:gd name="connsiteY24" fmla="*/ 9308509 h 9456078"/>
              <a:gd name="connsiteX25" fmla="*/ 1271339 w 13158797"/>
              <a:gd name="connsiteY25" fmla="*/ 9296635 h 9456078"/>
              <a:gd name="connsiteX26" fmla="*/ 1318719 w 13158797"/>
              <a:gd name="connsiteY26" fmla="*/ 9284315 h 9456078"/>
              <a:gd name="connsiteX27" fmla="*/ 1365957 w 13158797"/>
              <a:gd name="connsiteY27" fmla="*/ 9271550 h 9456078"/>
              <a:gd name="connsiteX28" fmla="*/ 1413052 w 13158797"/>
              <a:gd name="connsiteY28" fmla="*/ 9258342 h 9456078"/>
              <a:gd name="connsiteX29" fmla="*/ 1460000 w 13158797"/>
              <a:gd name="connsiteY29" fmla="*/ 9244693 h 9456078"/>
              <a:gd name="connsiteX30" fmla="*/ 1506799 w 13158797"/>
              <a:gd name="connsiteY30" fmla="*/ 9230604 h 9456078"/>
              <a:gd name="connsiteX31" fmla="*/ 1553445 w 13158797"/>
              <a:gd name="connsiteY31" fmla="*/ 9216076 h 9456078"/>
              <a:gd name="connsiteX32" fmla="*/ 1599935 w 13158797"/>
              <a:gd name="connsiteY32" fmla="*/ 9201111 h 9456078"/>
              <a:gd name="connsiteX33" fmla="*/ 1646267 w 13158797"/>
              <a:gd name="connsiteY33" fmla="*/ 9185710 h 9456078"/>
              <a:gd name="connsiteX34" fmla="*/ 1692437 w 13158797"/>
              <a:gd name="connsiteY34" fmla="*/ 9169876 h 9456078"/>
              <a:gd name="connsiteX35" fmla="*/ 1738442 w 13158797"/>
              <a:gd name="connsiteY35" fmla="*/ 9153608 h 9456078"/>
              <a:gd name="connsiteX36" fmla="*/ 1784280 w 13158797"/>
              <a:gd name="connsiteY36" fmla="*/ 9136910 h 9456078"/>
              <a:gd name="connsiteX37" fmla="*/ 1829947 w 13158797"/>
              <a:gd name="connsiteY37" fmla="*/ 9119782 h 9456078"/>
              <a:gd name="connsiteX38" fmla="*/ 1875440 w 13158797"/>
              <a:gd name="connsiteY38" fmla="*/ 9102226 h 9456078"/>
              <a:gd name="connsiteX39" fmla="*/ 1920756 w 13158797"/>
              <a:gd name="connsiteY39" fmla="*/ 9084243 h 9456078"/>
              <a:gd name="connsiteX40" fmla="*/ 1965893 w 13158797"/>
              <a:gd name="connsiteY40" fmla="*/ 9065835 h 9456078"/>
              <a:gd name="connsiteX41" fmla="*/ 2010847 w 13158797"/>
              <a:gd name="connsiteY41" fmla="*/ 9047004 h 9456078"/>
              <a:gd name="connsiteX42" fmla="*/ 2055615 w 13158797"/>
              <a:gd name="connsiteY42" fmla="*/ 9027750 h 9456078"/>
              <a:gd name="connsiteX43" fmla="*/ 2100195 w 13158797"/>
              <a:gd name="connsiteY43" fmla="*/ 9008075 h 9456078"/>
              <a:gd name="connsiteX44" fmla="*/ 2144582 w 13158797"/>
              <a:gd name="connsiteY44" fmla="*/ 8987981 h 9456078"/>
              <a:gd name="connsiteX45" fmla="*/ 2188775 w 13158797"/>
              <a:gd name="connsiteY45" fmla="*/ 8967470 h 9456078"/>
              <a:gd name="connsiteX46" fmla="*/ 2232770 w 13158797"/>
              <a:gd name="connsiteY46" fmla="*/ 8946542 h 9456078"/>
              <a:gd name="connsiteX47" fmla="*/ 2276564 w 13158797"/>
              <a:gd name="connsiteY47" fmla="*/ 8925199 h 9456078"/>
              <a:gd name="connsiteX48" fmla="*/ 2320154 w 13158797"/>
              <a:gd name="connsiteY48" fmla="*/ 8903443 h 9456078"/>
              <a:gd name="connsiteX49" fmla="*/ 2363538 w 13158797"/>
              <a:gd name="connsiteY49" fmla="*/ 8881275 h 9456078"/>
              <a:gd name="connsiteX50" fmla="*/ 2406711 w 13158797"/>
              <a:gd name="connsiteY50" fmla="*/ 8858697 h 9456078"/>
              <a:gd name="connsiteX51" fmla="*/ 2449672 w 13158797"/>
              <a:gd name="connsiteY51" fmla="*/ 8835710 h 9456078"/>
              <a:gd name="connsiteX52" fmla="*/ 2492417 w 13158797"/>
              <a:gd name="connsiteY52" fmla="*/ 8812316 h 9456078"/>
              <a:gd name="connsiteX53" fmla="*/ 2534943 w 13158797"/>
              <a:gd name="connsiteY53" fmla="*/ 8788516 h 9456078"/>
              <a:gd name="connsiteX54" fmla="*/ 2577247 w 13158797"/>
              <a:gd name="connsiteY54" fmla="*/ 8764311 h 9456078"/>
              <a:gd name="connsiteX55" fmla="*/ 2619326 w 13158797"/>
              <a:gd name="connsiteY55" fmla="*/ 8739704 h 9456078"/>
              <a:gd name="connsiteX56" fmla="*/ 2661177 w 13158797"/>
              <a:gd name="connsiteY56" fmla="*/ 8714695 h 9456078"/>
              <a:gd name="connsiteX57" fmla="*/ 2702797 w 13158797"/>
              <a:gd name="connsiteY57" fmla="*/ 8689286 h 9456078"/>
              <a:gd name="connsiteX58" fmla="*/ 2744183 w 13158797"/>
              <a:gd name="connsiteY58" fmla="*/ 8663479 h 9456078"/>
              <a:gd name="connsiteX59" fmla="*/ 2785333 w 13158797"/>
              <a:gd name="connsiteY59" fmla="*/ 8637274 h 9456078"/>
              <a:gd name="connsiteX60" fmla="*/ 2826242 w 13158797"/>
              <a:gd name="connsiteY60" fmla="*/ 8610675 h 9456078"/>
              <a:gd name="connsiteX61" fmla="*/ 2866908 w 13158797"/>
              <a:gd name="connsiteY61" fmla="*/ 8583681 h 9456078"/>
              <a:gd name="connsiteX62" fmla="*/ 2907329 w 13158797"/>
              <a:gd name="connsiteY62" fmla="*/ 8556295 h 9456078"/>
              <a:gd name="connsiteX63" fmla="*/ 2947500 w 13158797"/>
              <a:gd name="connsiteY63" fmla="*/ 8528517 h 9456078"/>
              <a:gd name="connsiteX64" fmla="*/ 2987419 w 13158797"/>
              <a:gd name="connsiteY64" fmla="*/ 8500351 h 9456078"/>
              <a:gd name="connsiteX65" fmla="*/ 3027083 w 13158797"/>
              <a:gd name="connsiteY65" fmla="*/ 8471796 h 9456078"/>
              <a:gd name="connsiteX66" fmla="*/ 3066489 w 13158797"/>
              <a:gd name="connsiteY66" fmla="*/ 8442854 h 9456078"/>
              <a:gd name="connsiteX67" fmla="*/ 3105634 w 13158797"/>
              <a:gd name="connsiteY67" fmla="*/ 8413528 h 9456078"/>
              <a:gd name="connsiteX68" fmla="*/ 3144515 w 13158797"/>
              <a:gd name="connsiteY68" fmla="*/ 8383818 h 9456078"/>
              <a:gd name="connsiteX69" fmla="*/ 3183129 w 13158797"/>
              <a:gd name="connsiteY69" fmla="*/ 8353726 h 9456078"/>
              <a:gd name="connsiteX70" fmla="*/ 3221473 w 13158797"/>
              <a:gd name="connsiteY70" fmla="*/ 8323253 h 9456078"/>
              <a:gd name="connsiteX71" fmla="*/ 3259544 w 13158797"/>
              <a:gd name="connsiteY71" fmla="*/ 8292401 h 9456078"/>
              <a:gd name="connsiteX72" fmla="*/ 3297339 w 13158797"/>
              <a:gd name="connsiteY72" fmla="*/ 8261172 h 9456078"/>
              <a:gd name="connsiteX73" fmla="*/ 3334854 w 13158797"/>
              <a:gd name="connsiteY73" fmla="*/ 8229566 h 9456078"/>
              <a:gd name="connsiteX74" fmla="*/ 3372087 w 13158797"/>
              <a:gd name="connsiteY74" fmla="*/ 8197585 h 9456078"/>
              <a:gd name="connsiteX75" fmla="*/ 3409035 w 13158797"/>
              <a:gd name="connsiteY75" fmla="*/ 8165232 h 9456078"/>
              <a:gd name="connsiteX76" fmla="*/ 3445695 w 13158797"/>
              <a:gd name="connsiteY76" fmla="*/ 8132507 h 9456078"/>
              <a:gd name="connsiteX77" fmla="*/ 3482064 w 13158797"/>
              <a:gd name="connsiteY77" fmla="*/ 8099411 h 9456078"/>
              <a:gd name="connsiteX78" fmla="*/ 3518139 w 13158797"/>
              <a:gd name="connsiteY78" fmla="*/ 8065947 h 9456078"/>
              <a:gd name="connsiteX79" fmla="*/ 3553916 w 13158797"/>
              <a:gd name="connsiteY79" fmla="*/ 8032115 h 9456078"/>
              <a:gd name="connsiteX80" fmla="*/ 3589393 w 13158797"/>
              <a:gd name="connsiteY80" fmla="*/ 7997918 h 9456078"/>
              <a:gd name="connsiteX81" fmla="*/ 3624567 w 13158797"/>
              <a:gd name="connsiteY81" fmla="*/ 7963356 h 9456078"/>
              <a:gd name="connsiteX82" fmla="*/ 3659435 w 13158797"/>
              <a:gd name="connsiteY82" fmla="*/ 7928432 h 9456078"/>
              <a:gd name="connsiteX83" fmla="*/ 3693994 w 13158797"/>
              <a:gd name="connsiteY83" fmla="*/ 7893146 h 9456078"/>
              <a:gd name="connsiteX84" fmla="*/ 3728240 w 13158797"/>
              <a:gd name="connsiteY84" fmla="*/ 7857501 h 9456078"/>
              <a:gd name="connsiteX85" fmla="*/ 3762171 w 13158797"/>
              <a:gd name="connsiteY85" fmla="*/ 7821497 h 9456078"/>
              <a:gd name="connsiteX86" fmla="*/ 3795783 w 13158797"/>
              <a:gd name="connsiteY86" fmla="*/ 7785136 h 9456078"/>
              <a:gd name="connsiteX87" fmla="*/ 3829075 w 13158797"/>
              <a:gd name="connsiteY87" fmla="*/ 7748420 h 9456078"/>
              <a:gd name="connsiteX88" fmla="*/ 3862042 w 13158797"/>
              <a:gd name="connsiteY88" fmla="*/ 7711350 h 9456078"/>
              <a:gd name="connsiteX89" fmla="*/ 3894682 w 13158797"/>
              <a:gd name="connsiteY89" fmla="*/ 7673928 h 9456078"/>
              <a:gd name="connsiteX90" fmla="*/ 3926991 w 13158797"/>
              <a:gd name="connsiteY90" fmla="*/ 7636155 h 9456078"/>
              <a:gd name="connsiteX91" fmla="*/ 3958967 w 13158797"/>
              <a:gd name="connsiteY91" fmla="*/ 7598032 h 9456078"/>
              <a:gd name="connsiteX92" fmla="*/ 3990607 w 13158797"/>
              <a:gd name="connsiteY92" fmla="*/ 7559561 h 9456078"/>
              <a:gd name="connsiteX93" fmla="*/ 4021907 w 13158797"/>
              <a:gd name="connsiteY93" fmla="*/ 7520744 h 9456078"/>
              <a:gd name="connsiteX94" fmla="*/ 4052865 w 13158797"/>
              <a:gd name="connsiteY94" fmla="*/ 7481582 h 9456078"/>
              <a:gd name="connsiteX95" fmla="*/ 4083478 w 13158797"/>
              <a:gd name="connsiteY95" fmla="*/ 7442077 h 9456078"/>
              <a:gd name="connsiteX96" fmla="*/ 8022311 w 13158797"/>
              <a:gd name="connsiteY96" fmla="*/ 2307814 h 9456078"/>
              <a:gd name="connsiteX97" fmla="*/ 8052902 w 13158797"/>
              <a:gd name="connsiteY97" fmla="*/ 2268285 h 9456078"/>
              <a:gd name="connsiteX98" fmla="*/ 8083796 w 13158797"/>
              <a:gd name="connsiteY98" fmla="*/ 2229056 h 9456078"/>
              <a:gd name="connsiteX99" fmla="*/ 8114989 w 13158797"/>
              <a:gd name="connsiteY99" fmla="*/ 2190127 h 9456078"/>
              <a:gd name="connsiteX100" fmla="*/ 8146479 w 13158797"/>
              <a:gd name="connsiteY100" fmla="*/ 2151500 h 9456078"/>
              <a:gd name="connsiteX101" fmla="*/ 8178264 w 13158797"/>
              <a:gd name="connsiteY101" fmla="*/ 2113176 h 9456078"/>
              <a:gd name="connsiteX102" fmla="*/ 8210341 w 13158797"/>
              <a:gd name="connsiteY102" fmla="*/ 2075157 h 9456078"/>
              <a:gd name="connsiteX103" fmla="*/ 8242709 w 13158797"/>
              <a:gd name="connsiteY103" fmla="*/ 2037442 h 9456078"/>
              <a:gd name="connsiteX104" fmla="*/ 8275365 w 13158797"/>
              <a:gd name="connsiteY104" fmla="*/ 2000034 h 9456078"/>
              <a:gd name="connsiteX105" fmla="*/ 8308307 w 13158797"/>
              <a:gd name="connsiteY105" fmla="*/ 1962934 h 9456078"/>
              <a:gd name="connsiteX106" fmla="*/ 8341532 w 13158797"/>
              <a:gd name="connsiteY106" fmla="*/ 1926142 h 9456078"/>
              <a:gd name="connsiteX107" fmla="*/ 8375038 w 13158797"/>
              <a:gd name="connsiteY107" fmla="*/ 1889660 h 9456078"/>
              <a:gd name="connsiteX108" fmla="*/ 8408823 w 13158797"/>
              <a:gd name="connsiteY108" fmla="*/ 1853489 h 9456078"/>
              <a:gd name="connsiteX109" fmla="*/ 8442885 w 13158797"/>
              <a:gd name="connsiteY109" fmla="*/ 1817630 h 9456078"/>
              <a:gd name="connsiteX110" fmla="*/ 8477221 w 13158797"/>
              <a:gd name="connsiteY110" fmla="*/ 1782084 h 9456078"/>
              <a:gd name="connsiteX111" fmla="*/ 8511829 w 13158797"/>
              <a:gd name="connsiteY111" fmla="*/ 1746853 h 9456078"/>
              <a:gd name="connsiteX112" fmla="*/ 8546706 w 13158797"/>
              <a:gd name="connsiteY112" fmla="*/ 1711937 h 9456078"/>
              <a:gd name="connsiteX113" fmla="*/ 8581851 w 13158797"/>
              <a:gd name="connsiteY113" fmla="*/ 1677337 h 9456078"/>
              <a:gd name="connsiteX114" fmla="*/ 8617261 w 13158797"/>
              <a:gd name="connsiteY114" fmla="*/ 1643056 h 9456078"/>
              <a:gd name="connsiteX115" fmla="*/ 8652934 w 13158797"/>
              <a:gd name="connsiteY115" fmla="*/ 1609093 h 9456078"/>
              <a:gd name="connsiteX116" fmla="*/ 8688867 w 13158797"/>
              <a:gd name="connsiteY116" fmla="*/ 1575450 h 9456078"/>
              <a:gd name="connsiteX117" fmla="*/ 8725058 w 13158797"/>
              <a:gd name="connsiteY117" fmla="*/ 1542128 h 9456078"/>
              <a:gd name="connsiteX118" fmla="*/ 8761506 w 13158797"/>
              <a:gd name="connsiteY118" fmla="*/ 1509129 h 9456078"/>
              <a:gd name="connsiteX119" fmla="*/ 8798207 w 13158797"/>
              <a:gd name="connsiteY119" fmla="*/ 1476452 h 9456078"/>
              <a:gd name="connsiteX120" fmla="*/ 8835159 w 13158797"/>
              <a:gd name="connsiteY120" fmla="*/ 1444101 h 9456078"/>
              <a:gd name="connsiteX121" fmla="*/ 8872360 w 13158797"/>
              <a:gd name="connsiteY121" fmla="*/ 1412075 h 9456078"/>
              <a:gd name="connsiteX122" fmla="*/ 8909808 w 13158797"/>
              <a:gd name="connsiteY122" fmla="*/ 1380375 h 9456078"/>
              <a:gd name="connsiteX123" fmla="*/ 8947501 w 13158797"/>
              <a:gd name="connsiteY123" fmla="*/ 1349004 h 9456078"/>
              <a:gd name="connsiteX124" fmla="*/ 8985435 w 13158797"/>
              <a:gd name="connsiteY124" fmla="*/ 1317962 h 9456078"/>
              <a:gd name="connsiteX125" fmla="*/ 9023610 w 13158797"/>
              <a:gd name="connsiteY125" fmla="*/ 1287250 h 9456078"/>
              <a:gd name="connsiteX126" fmla="*/ 9062022 w 13158797"/>
              <a:gd name="connsiteY126" fmla="*/ 1256869 h 9456078"/>
              <a:gd name="connsiteX127" fmla="*/ 9100669 w 13158797"/>
              <a:gd name="connsiteY127" fmla="*/ 1226820 h 9456078"/>
              <a:gd name="connsiteX128" fmla="*/ 9139549 w 13158797"/>
              <a:gd name="connsiteY128" fmla="*/ 1197105 h 9456078"/>
              <a:gd name="connsiteX129" fmla="*/ 9178660 w 13158797"/>
              <a:gd name="connsiteY129" fmla="*/ 1167725 h 9456078"/>
              <a:gd name="connsiteX130" fmla="*/ 9217999 w 13158797"/>
              <a:gd name="connsiteY130" fmla="*/ 1138681 h 9456078"/>
              <a:gd name="connsiteX131" fmla="*/ 9257564 w 13158797"/>
              <a:gd name="connsiteY131" fmla="*/ 1109974 h 9456078"/>
              <a:gd name="connsiteX132" fmla="*/ 9297353 w 13158797"/>
              <a:gd name="connsiteY132" fmla="*/ 1081604 h 9456078"/>
              <a:gd name="connsiteX133" fmla="*/ 9337364 w 13158797"/>
              <a:gd name="connsiteY133" fmla="*/ 1053574 h 9456078"/>
              <a:gd name="connsiteX134" fmla="*/ 9377594 w 13158797"/>
              <a:gd name="connsiteY134" fmla="*/ 1025884 h 9456078"/>
              <a:gd name="connsiteX135" fmla="*/ 9418040 w 13158797"/>
              <a:gd name="connsiteY135" fmla="*/ 998536 h 9456078"/>
              <a:gd name="connsiteX136" fmla="*/ 9458702 w 13158797"/>
              <a:gd name="connsiteY136" fmla="*/ 971530 h 9456078"/>
              <a:gd name="connsiteX137" fmla="*/ 9499575 w 13158797"/>
              <a:gd name="connsiteY137" fmla="*/ 944868 h 9456078"/>
              <a:gd name="connsiteX138" fmla="*/ 9540659 w 13158797"/>
              <a:gd name="connsiteY138" fmla="*/ 918551 h 9456078"/>
              <a:gd name="connsiteX139" fmla="*/ 9581950 w 13158797"/>
              <a:gd name="connsiteY139" fmla="*/ 892580 h 9456078"/>
              <a:gd name="connsiteX140" fmla="*/ 9623447 w 13158797"/>
              <a:gd name="connsiteY140" fmla="*/ 866956 h 9456078"/>
              <a:gd name="connsiteX141" fmla="*/ 9665147 w 13158797"/>
              <a:gd name="connsiteY141" fmla="*/ 841681 h 9456078"/>
              <a:gd name="connsiteX142" fmla="*/ 9707048 w 13158797"/>
              <a:gd name="connsiteY142" fmla="*/ 816754 h 9456078"/>
              <a:gd name="connsiteX143" fmla="*/ 9749147 w 13158797"/>
              <a:gd name="connsiteY143" fmla="*/ 792179 h 9456078"/>
              <a:gd name="connsiteX144" fmla="*/ 9791443 w 13158797"/>
              <a:gd name="connsiteY144" fmla="*/ 767955 h 9456078"/>
              <a:gd name="connsiteX145" fmla="*/ 9833932 w 13158797"/>
              <a:gd name="connsiteY145" fmla="*/ 744083 h 9456078"/>
              <a:gd name="connsiteX146" fmla="*/ 9876613 w 13158797"/>
              <a:gd name="connsiteY146" fmla="*/ 720566 h 9456078"/>
              <a:gd name="connsiteX147" fmla="*/ 9919484 w 13158797"/>
              <a:gd name="connsiteY147" fmla="*/ 697404 h 9456078"/>
              <a:gd name="connsiteX148" fmla="*/ 9962542 w 13158797"/>
              <a:gd name="connsiteY148" fmla="*/ 674598 h 9456078"/>
              <a:gd name="connsiteX149" fmla="*/ 10005784 w 13158797"/>
              <a:gd name="connsiteY149" fmla="*/ 652149 h 9456078"/>
              <a:gd name="connsiteX150" fmla="*/ 10049209 w 13158797"/>
              <a:gd name="connsiteY150" fmla="*/ 630059 h 9456078"/>
              <a:gd name="connsiteX151" fmla="*/ 10092814 w 13158797"/>
              <a:gd name="connsiteY151" fmla="*/ 608328 h 9456078"/>
              <a:gd name="connsiteX152" fmla="*/ 10136597 w 13158797"/>
              <a:gd name="connsiteY152" fmla="*/ 586958 h 9456078"/>
              <a:gd name="connsiteX153" fmla="*/ 10180556 w 13158797"/>
              <a:gd name="connsiteY153" fmla="*/ 565950 h 9456078"/>
              <a:gd name="connsiteX154" fmla="*/ 10224688 w 13158797"/>
              <a:gd name="connsiteY154" fmla="*/ 545304 h 9456078"/>
              <a:gd name="connsiteX155" fmla="*/ 10268991 w 13158797"/>
              <a:gd name="connsiteY155" fmla="*/ 525023 h 9456078"/>
              <a:gd name="connsiteX156" fmla="*/ 10313463 w 13158797"/>
              <a:gd name="connsiteY156" fmla="*/ 505107 h 9456078"/>
              <a:gd name="connsiteX157" fmla="*/ 10358101 w 13158797"/>
              <a:gd name="connsiteY157" fmla="*/ 485558 h 9456078"/>
              <a:gd name="connsiteX158" fmla="*/ 10402903 w 13158797"/>
              <a:gd name="connsiteY158" fmla="*/ 466376 h 9456078"/>
              <a:gd name="connsiteX159" fmla="*/ 10447868 w 13158797"/>
              <a:gd name="connsiteY159" fmla="*/ 447563 h 9456078"/>
              <a:gd name="connsiteX160" fmla="*/ 10492991 w 13158797"/>
              <a:gd name="connsiteY160" fmla="*/ 429119 h 9456078"/>
              <a:gd name="connsiteX161" fmla="*/ 10538272 w 13158797"/>
              <a:gd name="connsiteY161" fmla="*/ 411046 h 9456078"/>
              <a:gd name="connsiteX162" fmla="*/ 10583708 w 13158797"/>
              <a:gd name="connsiteY162" fmla="*/ 393346 h 9456078"/>
              <a:gd name="connsiteX163" fmla="*/ 10629297 w 13158797"/>
              <a:gd name="connsiteY163" fmla="*/ 376018 h 9456078"/>
              <a:gd name="connsiteX164" fmla="*/ 10675036 w 13158797"/>
              <a:gd name="connsiteY164" fmla="*/ 359065 h 9456078"/>
              <a:gd name="connsiteX165" fmla="*/ 10720923 w 13158797"/>
              <a:gd name="connsiteY165" fmla="*/ 342487 h 9456078"/>
              <a:gd name="connsiteX166" fmla="*/ 10766956 w 13158797"/>
              <a:gd name="connsiteY166" fmla="*/ 326286 h 9456078"/>
              <a:gd name="connsiteX167" fmla="*/ 10813132 w 13158797"/>
              <a:gd name="connsiteY167" fmla="*/ 310462 h 9456078"/>
              <a:gd name="connsiteX168" fmla="*/ 10859450 w 13158797"/>
              <a:gd name="connsiteY168" fmla="*/ 295018 h 9456078"/>
              <a:gd name="connsiteX169" fmla="*/ 10905907 w 13158797"/>
              <a:gd name="connsiteY169" fmla="*/ 279953 h 9456078"/>
              <a:gd name="connsiteX170" fmla="*/ 10952500 w 13158797"/>
              <a:gd name="connsiteY170" fmla="*/ 265269 h 9456078"/>
              <a:gd name="connsiteX171" fmla="*/ 10999227 w 13158797"/>
              <a:gd name="connsiteY171" fmla="*/ 250968 h 9456078"/>
              <a:gd name="connsiteX172" fmla="*/ 11046087 w 13158797"/>
              <a:gd name="connsiteY172" fmla="*/ 237049 h 9456078"/>
              <a:gd name="connsiteX173" fmla="*/ 11093076 w 13158797"/>
              <a:gd name="connsiteY173" fmla="*/ 223516 h 9456078"/>
              <a:gd name="connsiteX174" fmla="*/ 11140193 w 13158797"/>
              <a:gd name="connsiteY174" fmla="*/ 210368 h 9456078"/>
              <a:gd name="connsiteX175" fmla="*/ 11187434 w 13158797"/>
              <a:gd name="connsiteY175" fmla="*/ 197606 h 9456078"/>
              <a:gd name="connsiteX176" fmla="*/ 11234799 w 13158797"/>
              <a:gd name="connsiteY176" fmla="*/ 185233 h 9456078"/>
              <a:gd name="connsiteX177" fmla="*/ 11282284 w 13158797"/>
              <a:gd name="connsiteY177" fmla="*/ 173248 h 9456078"/>
              <a:gd name="connsiteX178" fmla="*/ 11329888 w 13158797"/>
              <a:gd name="connsiteY178" fmla="*/ 161654 h 9456078"/>
              <a:gd name="connsiteX179" fmla="*/ 11377607 w 13158797"/>
              <a:gd name="connsiteY179" fmla="*/ 150451 h 9456078"/>
              <a:gd name="connsiteX180" fmla="*/ 11425440 w 13158797"/>
              <a:gd name="connsiteY180" fmla="*/ 139640 h 9456078"/>
              <a:gd name="connsiteX181" fmla="*/ 11473385 w 13158797"/>
              <a:gd name="connsiteY181" fmla="*/ 129223 h 9456078"/>
              <a:gd name="connsiteX182" fmla="*/ 11521439 w 13158797"/>
              <a:gd name="connsiteY182" fmla="*/ 119201 h 9456078"/>
              <a:gd name="connsiteX183" fmla="*/ 11569599 w 13158797"/>
              <a:gd name="connsiteY183" fmla="*/ 109574 h 9456078"/>
              <a:gd name="connsiteX184" fmla="*/ 11617864 w 13158797"/>
              <a:gd name="connsiteY184" fmla="*/ 100344 h 9456078"/>
              <a:gd name="connsiteX185" fmla="*/ 11666231 w 13158797"/>
              <a:gd name="connsiteY185" fmla="*/ 91512 h 9456078"/>
              <a:gd name="connsiteX186" fmla="*/ 11714698 w 13158797"/>
              <a:gd name="connsiteY186" fmla="*/ 83080 h 9456078"/>
              <a:gd name="connsiteX187" fmla="*/ 11763263 w 13158797"/>
              <a:gd name="connsiteY187" fmla="*/ 75047 h 9456078"/>
              <a:gd name="connsiteX188" fmla="*/ 11811923 w 13158797"/>
              <a:gd name="connsiteY188" fmla="*/ 67417 h 9456078"/>
              <a:gd name="connsiteX189" fmla="*/ 11860676 w 13158797"/>
              <a:gd name="connsiteY189" fmla="*/ 60188 h 9456078"/>
              <a:gd name="connsiteX190" fmla="*/ 11909519 w 13158797"/>
              <a:gd name="connsiteY190" fmla="*/ 53364 h 9456078"/>
              <a:gd name="connsiteX191" fmla="*/ 11958451 w 13158797"/>
              <a:gd name="connsiteY191" fmla="*/ 46944 h 9456078"/>
              <a:gd name="connsiteX192" fmla="*/ 12007470 w 13158797"/>
              <a:gd name="connsiteY192" fmla="*/ 40931 h 9456078"/>
              <a:gd name="connsiteX193" fmla="*/ 12056572 w 13158797"/>
              <a:gd name="connsiteY193" fmla="*/ 35324 h 9456078"/>
              <a:gd name="connsiteX194" fmla="*/ 12105756 w 13158797"/>
              <a:gd name="connsiteY194" fmla="*/ 30126 h 9456078"/>
              <a:gd name="connsiteX195" fmla="*/ 12155019 w 13158797"/>
              <a:gd name="connsiteY195" fmla="*/ 25337 h 9456078"/>
              <a:gd name="connsiteX196" fmla="*/ 12204359 w 13158797"/>
              <a:gd name="connsiteY196" fmla="*/ 20958 h 9456078"/>
              <a:gd name="connsiteX197" fmla="*/ 12253773 w 13158797"/>
              <a:gd name="connsiteY197" fmla="*/ 16991 h 9456078"/>
              <a:gd name="connsiteX198" fmla="*/ 12303260 w 13158797"/>
              <a:gd name="connsiteY198" fmla="*/ 13437 h 9456078"/>
              <a:gd name="connsiteX199" fmla="*/ 12352818 w 13158797"/>
              <a:gd name="connsiteY199" fmla="*/ 10297 h 9456078"/>
              <a:gd name="connsiteX200" fmla="*/ 12402443 w 13158797"/>
              <a:gd name="connsiteY200" fmla="*/ 7572 h 9456078"/>
              <a:gd name="connsiteX201" fmla="*/ 12452133 w 13158797"/>
              <a:gd name="connsiteY201" fmla="*/ 5263 h 9456078"/>
              <a:gd name="connsiteX202" fmla="*/ 12501887 w 13158797"/>
              <a:gd name="connsiteY202" fmla="*/ 3371 h 9456078"/>
              <a:gd name="connsiteX203" fmla="*/ 12551701 w 13158797"/>
              <a:gd name="connsiteY203" fmla="*/ 1898 h 9456078"/>
              <a:gd name="connsiteX204" fmla="*/ 12601574 w 13158797"/>
              <a:gd name="connsiteY204" fmla="*/ 844 h 9456078"/>
              <a:gd name="connsiteX205" fmla="*/ 12651504 w 13158797"/>
              <a:gd name="connsiteY205" fmla="*/ 211 h 9456078"/>
              <a:gd name="connsiteX206" fmla="*/ 12701487 w 13158797"/>
              <a:gd name="connsiteY206" fmla="*/ 0 h 9456078"/>
              <a:gd name="connsiteX207" fmla="*/ 13158798 w 13158797"/>
              <a:gd name="connsiteY207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98870 w 13158799"/>
              <a:gd name="connsiteY5" fmla="*/ 9447409 h 9456078"/>
              <a:gd name="connsiteX6" fmla="*/ 348429 w 13158799"/>
              <a:gd name="connsiteY6" fmla="*/ 9444290 h 9456078"/>
              <a:gd name="connsiteX7" fmla="*/ 397907 w 13158799"/>
              <a:gd name="connsiteY7" fmla="*/ 9440698 h 9456078"/>
              <a:gd name="connsiteX8" fmla="*/ 447302 w 13158799"/>
              <a:gd name="connsiteY8" fmla="*/ 9436632 h 9456078"/>
              <a:gd name="connsiteX9" fmla="*/ 496610 w 13158799"/>
              <a:gd name="connsiteY9" fmla="*/ 9432096 h 9456078"/>
              <a:gd name="connsiteX10" fmla="*/ 545829 w 13158799"/>
              <a:gd name="connsiteY10" fmla="*/ 9427089 h 9456078"/>
              <a:gd name="connsiteX11" fmla="*/ 594956 w 13158799"/>
              <a:gd name="connsiteY11" fmla="*/ 9421615 h 9456078"/>
              <a:gd name="connsiteX12" fmla="*/ 643987 w 13158799"/>
              <a:gd name="connsiteY12" fmla="*/ 9415673 h 9456078"/>
              <a:gd name="connsiteX13" fmla="*/ 692920 w 13158799"/>
              <a:gd name="connsiteY13" fmla="*/ 9409267 h 9456078"/>
              <a:gd name="connsiteX14" fmla="*/ 741751 w 13158799"/>
              <a:gd name="connsiteY14" fmla="*/ 9402396 h 9456078"/>
              <a:gd name="connsiteX15" fmla="*/ 790478 w 13158799"/>
              <a:gd name="connsiteY15" fmla="*/ 9395063 h 9456078"/>
              <a:gd name="connsiteX16" fmla="*/ 839098 w 13158799"/>
              <a:gd name="connsiteY16" fmla="*/ 9387270 h 9456078"/>
              <a:gd name="connsiteX17" fmla="*/ 887607 w 13158799"/>
              <a:gd name="connsiteY17" fmla="*/ 9379017 h 9456078"/>
              <a:gd name="connsiteX18" fmla="*/ 936002 w 13158799"/>
              <a:gd name="connsiteY18" fmla="*/ 9370306 h 9456078"/>
              <a:gd name="connsiteX19" fmla="*/ 984281 w 13158799"/>
              <a:gd name="connsiteY19" fmla="*/ 9361139 h 9456078"/>
              <a:gd name="connsiteX20" fmla="*/ 1032440 w 13158799"/>
              <a:gd name="connsiteY20" fmla="*/ 9351517 h 9456078"/>
              <a:gd name="connsiteX21" fmla="*/ 1080477 w 13158799"/>
              <a:gd name="connsiteY21" fmla="*/ 9341441 h 9456078"/>
              <a:gd name="connsiteX22" fmla="*/ 1176172 w 13158799"/>
              <a:gd name="connsiteY22" fmla="*/ 9319936 h 9456078"/>
              <a:gd name="connsiteX23" fmla="*/ 1223823 w 13158799"/>
              <a:gd name="connsiteY23" fmla="*/ 9308509 h 9456078"/>
              <a:gd name="connsiteX24" fmla="*/ 1271339 w 13158799"/>
              <a:gd name="connsiteY24" fmla="*/ 9296635 h 9456078"/>
              <a:gd name="connsiteX25" fmla="*/ 1318719 w 13158799"/>
              <a:gd name="connsiteY25" fmla="*/ 9284315 h 9456078"/>
              <a:gd name="connsiteX26" fmla="*/ 1365957 w 13158799"/>
              <a:gd name="connsiteY26" fmla="*/ 9271550 h 9456078"/>
              <a:gd name="connsiteX27" fmla="*/ 1413052 w 13158799"/>
              <a:gd name="connsiteY27" fmla="*/ 9258342 h 9456078"/>
              <a:gd name="connsiteX28" fmla="*/ 1460000 w 13158799"/>
              <a:gd name="connsiteY28" fmla="*/ 9244693 h 9456078"/>
              <a:gd name="connsiteX29" fmla="*/ 1506799 w 13158799"/>
              <a:gd name="connsiteY29" fmla="*/ 9230604 h 9456078"/>
              <a:gd name="connsiteX30" fmla="*/ 1553445 w 13158799"/>
              <a:gd name="connsiteY30" fmla="*/ 9216076 h 9456078"/>
              <a:gd name="connsiteX31" fmla="*/ 1599935 w 13158799"/>
              <a:gd name="connsiteY31" fmla="*/ 9201111 h 9456078"/>
              <a:gd name="connsiteX32" fmla="*/ 1646267 w 13158799"/>
              <a:gd name="connsiteY32" fmla="*/ 9185710 h 9456078"/>
              <a:gd name="connsiteX33" fmla="*/ 1692437 w 13158799"/>
              <a:gd name="connsiteY33" fmla="*/ 9169876 h 9456078"/>
              <a:gd name="connsiteX34" fmla="*/ 1738442 w 13158799"/>
              <a:gd name="connsiteY34" fmla="*/ 9153608 h 9456078"/>
              <a:gd name="connsiteX35" fmla="*/ 1784280 w 13158799"/>
              <a:gd name="connsiteY35" fmla="*/ 9136910 h 9456078"/>
              <a:gd name="connsiteX36" fmla="*/ 1829947 w 13158799"/>
              <a:gd name="connsiteY36" fmla="*/ 9119782 h 9456078"/>
              <a:gd name="connsiteX37" fmla="*/ 1875440 w 13158799"/>
              <a:gd name="connsiteY37" fmla="*/ 9102226 h 9456078"/>
              <a:gd name="connsiteX38" fmla="*/ 1920756 w 13158799"/>
              <a:gd name="connsiteY38" fmla="*/ 9084243 h 9456078"/>
              <a:gd name="connsiteX39" fmla="*/ 1965893 w 13158799"/>
              <a:gd name="connsiteY39" fmla="*/ 9065835 h 9456078"/>
              <a:gd name="connsiteX40" fmla="*/ 2010847 w 13158799"/>
              <a:gd name="connsiteY40" fmla="*/ 9047004 h 9456078"/>
              <a:gd name="connsiteX41" fmla="*/ 2055615 w 13158799"/>
              <a:gd name="connsiteY41" fmla="*/ 9027750 h 9456078"/>
              <a:gd name="connsiteX42" fmla="*/ 2100195 w 13158799"/>
              <a:gd name="connsiteY42" fmla="*/ 9008075 h 9456078"/>
              <a:gd name="connsiteX43" fmla="*/ 2144582 w 13158799"/>
              <a:gd name="connsiteY43" fmla="*/ 8987981 h 9456078"/>
              <a:gd name="connsiteX44" fmla="*/ 2188775 w 13158799"/>
              <a:gd name="connsiteY44" fmla="*/ 8967470 h 9456078"/>
              <a:gd name="connsiteX45" fmla="*/ 2232770 w 13158799"/>
              <a:gd name="connsiteY45" fmla="*/ 8946542 h 9456078"/>
              <a:gd name="connsiteX46" fmla="*/ 2276564 w 13158799"/>
              <a:gd name="connsiteY46" fmla="*/ 8925199 h 9456078"/>
              <a:gd name="connsiteX47" fmla="*/ 2320154 w 13158799"/>
              <a:gd name="connsiteY47" fmla="*/ 8903443 h 9456078"/>
              <a:gd name="connsiteX48" fmla="*/ 2363538 w 13158799"/>
              <a:gd name="connsiteY48" fmla="*/ 8881275 h 9456078"/>
              <a:gd name="connsiteX49" fmla="*/ 2406711 w 13158799"/>
              <a:gd name="connsiteY49" fmla="*/ 8858697 h 9456078"/>
              <a:gd name="connsiteX50" fmla="*/ 2449672 w 13158799"/>
              <a:gd name="connsiteY50" fmla="*/ 8835710 h 9456078"/>
              <a:gd name="connsiteX51" fmla="*/ 2492417 w 13158799"/>
              <a:gd name="connsiteY51" fmla="*/ 8812316 h 9456078"/>
              <a:gd name="connsiteX52" fmla="*/ 2534943 w 13158799"/>
              <a:gd name="connsiteY52" fmla="*/ 8788516 h 9456078"/>
              <a:gd name="connsiteX53" fmla="*/ 2577247 w 13158799"/>
              <a:gd name="connsiteY53" fmla="*/ 8764311 h 9456078"/>
              <a:gd name="connsiteX54" fmla="*/ 2619326 w 13158799"/>
              <a:gd name="connsiteY54" fmla="*/ 8739704 h 9456078"/>
              <a:gd name="connsiteX55" fmla="*/ 2661177 w 13158799"/>
              <a:gd name="connsiteY55" fmla="*/ 8714695 h 9456078"/>
              <a:gd name="connsiteX56" fmla="*/ 2702797 w 13158799"/>
              <a:gd name="connsiteY56" fmla="*/ 8689286 h 9456078"/>
              <a:gd name="connsiteX57" fmla="*/ 2744183 w 13158799"/>
              <a:gd name="connsiteY57" fmla="*/ 8663479 h 9456078"/>
              <a:gd name="connsiteX58" fmla="*/ 2785333 w 13158799"/>
              <a:gd name="connsiteY58" fmla="*/ 8637274 h 9456078"/>
              <a:gd name="connsiteX59" fmla="*/ 2826242 w 13158799"/>
              <a:gd name="connsiteY59" fmla="*/ 8610675 h 9456078"/>
              <a:gd name="connsiteX60" fmla="*/ 2866908 w 13158799"/>
              <a:gd name="connsiteY60" fmla="*/ 8583681 h 9456078"/>
              <a:gd name="connsiteX61" fmla="*/ 2907329 w 13158799"/>
              <a:gd name="connsiteY61" fmla="*/ 8556295 h 9456078"/>
              <a:gd name="connsiteX62" fmla="*/ 2947500 w 13158799"/>
              <a:gd name="connsiteY62" fmla="*/ 8528517 h 9456078"/>
              <a:gd name="connsiteX63" fmla="*/ 2987419 w 13158799"/>
              <a:gd name="connsiteY63" fmla="*/ 8500351 h 9456078"/>
              <a:gd name="connsiteX64" fmla="*/ 3027083 w 13158799"/>
              <a:gd name="connsiteY64" fmla="*/ 8471796 h 9456078"/>
              <a:gd name="connsiteX65" fmla="*/ 3066489 w 13158799"/>
              <a:gd name="connsiteY65" fmla="*/ 8442854 h 9456078"/>
              <a:gd name="connsiteX66" fmla="*/ 3105634 w 13158799"/>
              <a:gd name="connsiteY66" fmla="*/ 8413528 h 9456078"/>
              <a:gd name="connsiteX67" fmla="*/ 3144515 w 13158799"/>
              <a:gd name="connsiteY67" fmla="*/ 8383818 h 9456078"/>
              <a:gd name="connsiteX68" fmla="*/ 3183129 w 13158799"/>
              <a:gd name="connsiteY68" fmla="*/ 8353726 h 9456078"/>
              <a:gd name="connsiteX69" fmla="*/ 3221473 w 13158799"/>
              <a:gd name="connsiteY69" fmla="*/ 8323253 h 9456078"/>
              <a:gd name="connsiteX70" fmla="*/ 3259544 w 13158799"/>
              <a:gd name="connsiteY70" fmla="*/ 8292401 h 9456078"/>
              <a:gd name="connsiteX71" fmla="*/ 3297339 w 13158799"/>
              <a:gd name="connsiteY71" fmla="*/ 8261172 h 9456078"/>
              <a:gd name="connsiteX72" fmla="*/ 3334854 w 13158799"/>
              <a:gd name="connsiteY72" fmla="*/ 8229566 h 9456078"/>
              <a:gd name="connsiteX73" fmla="*/ 3372087 w 13158799"/>
              <a:gd name="connsiteY73" fmla="*/ 8197585 h 9456078"/>
              <a:gd name="connsiteX74" fmla="*/ 3409035 w 13158799"/>
              <a:gd name="connsiteY74" fmla="*/ 8165232 h 9456078"/>
              <a:gd name="connsiteX75" fmla="*/ 3445695 w 13158799"/>
              <a:gd name="connsiteY75" fmla="*/ 8132507 h 9456078"/>
              <a:gd name="connsiteX76" fmla="*/ 3482064 w 13158799"/>
              <a:gd name="connsiteY76" fmla="*/ 8099411 h 9456078"/>
              <a:gd name="connsiteX77" fmla="*/ 3518139 w 13158799"/>
              <a:gd name="connsiteY77" fmla="*/ 8065947 h 9456078"/>
              <a:gd name="connsiteX78" fmla="*/ 3553916 w 13158799"/>
              <a:gd name="connsiteY78" fmla="*/ 8032115 h 9456078"/>
              <a:gd name="connsiteX79" fmla="*/ 3589393 w 13158799"/>
              <a:gd name="connsiteY79" fmla="*/ 7997918 h 9456078"/>
              <a:gd name="connsiteX80" fmla="*/ 3624567 w 13158799"/>
              <a:gd name="connsiteY80" fmla="*/ 7963356 h 9456078"/>
              <a:gd name="connsiteX81" fmla="*/ 3659435 w 13158799"/>
              <a:gd name="connsiteY81" fmla="*/ 7928432 h 9456078"/>
              <a:gd name="connsiteX82" fmla="*/ 3693994 w 13158799"/>
              <a:gd name="connsiteY82" fmla="*/ 7893146 h 9456078"/>
              <a:gd name="connsiteX83" fmla="*/ 3728240 w 13158799"/>
              <a:gd name="connsiteY83" fmla="*/ 7857501 h 9456078"/>
              <a:gd name="connsiteX84" fmla="*/ 3762171 w 13158799"/>
              <a:gd name="connsiteY84" fmla="*/ 7821497 h 9456078"/>
              <a:gd name="connsiteX85" fmla="*/ 3795783 w 13158799"/>
              <a:gd name="connsiteY85" fmla="*/ 7785136 h 9456078"/>
              <a:gd name="connsiteX86" fmla="*/ 3829075 w 13158799"/>
              <a:gd name="connsiteY86" fmla="*/ 7748420 h 9456078"/>
              <a:gd name="connsiteX87" fmla="*/ 3862042 w 13158799"/>
              <a:gd name="connsiteY87" fmla="*/ 7711350 h 9456078"/>
              <a:gd name="connsiteX88" fmla="*/ 3894682 w 13158799"/>
              <a:gd name="connsiteY88" fmla="*/ 7673928 h 9456078"/>
              <a:gd name="connsiteX89" fmla="*/ 3926991 w 13158799"/>
              <a:gd name="connsiteY89" fmla="*/ 7636155 h 9456078"/>
              <a:gd name="connsiteX90" fmla="*/ 3958967 w 13158799"/>
              <a:gd name="connsiteY90" fmla="*/ 7598032 h 9456078"/>
              <a:gd name="connsiteX91" fmla="*/ 3990607 w 13158799"/>
              <a:gd name="connsiteY91" fmla="*/ 7559561 h 9456078"/>
              <a:gd name="connsiteX92" fmla="*/ 4021907 w 13158799"/>
              <a:gd name="connsiteY92" fmla="*/ 7520744 h 9456078"/>
              <a:gd name="connsiteX93" fmla="*/ 4052865 w 13158799"/>
              <a:gd name="connsiteY93" fmla="*/ 7481582 h 9456078"/>
              <a:gd name="connsiteX94" fmla="*/ 4083478 w 13158799"/>
              <a:gd name="connsiteY94" fmla="*/ 7442077 h 9456078"/>
              <a:gd name="connsiteX95" fmla="*/ 8022311 w 13158799"/>
              <a:gd name="connsiteY95" fmla="*/ 2307814 h 9456078"/>
              <a:gd name="connsiteX96" fmla="*/ 8052902 w 13158799"/>
              <a:gd name="connsiteY96" fmla="*/ 2268285 h 9456078"/>
              <a:gd name="connsiteX97" fmla="*/ 8083796 w 13158799"/>
              <a:gd name="connsiteY97" fmla="*/ 2229056 h 9456078"/>
              <a:gd name="connsiteX98" fmla="*/ 8114989 w 13158799"/>
              <a:gd name="connsiteY98" fmla="*/ 2190127 h 9456078"/>
              <a:gd name="connsiteX99" fmla="*/ 8146479 w 13158799"/>
              <a:gd name="connsiteY99" fmla="*/ 2151500 h 9456078"/>
              <a:gd name="connsiteX100" fmla="*/ 8178264 w 13158799"/>
              <a:gd name="connsiteY100" fmla="*/ 2113176 h 9456078"/>
              <a:gd name="connsiteX101" fmla="*/ 8210341 w 13158799"/>
              <a:gd name="connsiteY101" fmla="*/ 2075157 h 9456078"/>
              <a:gd name="connsiteX102" fmla="*/ 8242709 w 13158799"/>
              <a:gd name="connsiteY102" fmla="*/ 2037442 h 9456078"/>
              <a:gd name="connsiteX103" fmla="*/ 8275365 w 13158799"/>
              <a:gd name="connsiteY103" fmla="*/ 2000034 h 9456078"/>
              <a:gd name="connsiteX104" fmla="*/ 8308307 w 13158799"/>
              <a:gd name="connsiteY104" fmla="*/ 1962934 h 9456078"/>
              <a:gd name="connsiteX105" fmla="*/ 8341532 w 13158799"/>
              <a:gd name="connsiteY105" fmla="*/ 1926142 h 9456078"/>
              <a:gd name="connsiteX106" fmla="*/ 8375038 w 13158799"/>
              <a:gd name="connsiteY106" fmla="*/ 1889660 h 9456078"/>
              <a:gd name="connsiteX107" fmla="*/ 8408823 w 13158799"/>
              <a:gd name="connsiteY107" fmla="*/ 1853489 h 9456078"/>
              <a:gd name="connsiteX108" fmla="*/ 8442885 w 13158799"/>
              <a:gd name="connsiteY108" fmla="*/ 1817630 h 9456078"/>
              <a:gd name="connsiteX109" fmla="*/ 8477221 w 13158799"/>
              <a:gd name="connsiteY109" fmla="*/ 1782084 h 9456078"/>
              <a:gd name="connsiteX110" fmla="*/ 8511829 w 13158799"/>
              <a:gd name="connsiteY110" fmla="*/ 1746853 h 9456078"/>
              <a:gd name="connsiteX111" fmla="*/ 8546706 w 13158799"/>
              <a:gd name="connsiteY111" fmla="*/ 1711937 h 9456078"/>
              <a:gd name="connsiteX112" fmla="*/ 8581851 w 13158799"/>
              <a:gd name="connsiteY112" fmla="*/ 1677337 h 9456078"/>
              <a:gd name="connsiteX113" fmla="*/ 8617261 w 13158799"/>
              <a:gd name="connsiteY113" fmla="*/ 1643056 h 9456078"/>
              <a:gd name="connsiteX114" fmla="*/ 8652934 w 13158799"/>
              <a:gd name="connsiteY114" fmla="*/ 1609093 h 9456078"/>
              <a:gd name="connsiteX115" fmla="*/ 8688867 w 13158799"/>
              <a:gd name="connsiteY115" fmla="*/ 1575450 h 9456078"/>
              <a:gd name="connsiteX116" fmla="*/ 8725058 w 13158799"/>
              <a:gd name="connsiteY116" fmla="*/ 1542128 h 9456078"/>
              <a:gd name="connsiteX117" fmla="*/ 8761506 w 13158799"/>
              <a:gd name="connsiteY117" fmla="*/ 1509129 h 9456078"/>
              <a:gd name="connsiteX118" fmla="*/ 8798207 w 13158799"/>
              <a:gd name="connsiteY118" fmla="*/ 1476452 h 9456078"/>
              <a:gd name="connsiteX119" fmla="*/ 8835159 w 13158799"/>
              <a:gd name="connsiteY119" fmla="*/ 1444101 h 9456078"/>
              <a:gd name="connsiteX120" fmla="*/ 8872360 w 13158799"/>
              <a:gd name="connsiteY120" fmla="*/ 1412075 h 9456078"/>
              <a:gd name="connsiteX121" fmla="*/ 8909808 w 13158799"/>
              <a:gd name="connsiteY121" fmla="*/ 1380375 h 9456078"/>
              <a:gd name="connsiteX122" fmla="*/ 8947501 w 13158799"/>
              <a:gd name="connsiteY122" fmla="*/ 1349004 h 9456078"/>
              <a:gd name="connsiteX123" fmla="*/ 8985435 w 13158799"/>
              <a:gd name="connsiteY123" fmla="*/ 1317962 h 9456078"/>
              <a:gd name="connsiteX124" fmla="*/ 9023610 w 13158799"/>
              <a:gd name="connsiteY124" fmla="*/ 1287250 h 9456078"/>
              <a:gd name="connsiteX125" fmla="*/ 9062022 w 13158799"/>
              <a:gd name="connsiteY125" fmla="*/ 1256869 h 9456078"/>
              <a:gd name="connsiteX126" fmla="*/ 9100669 w 13158799"/>
              <a:gd name="connsiteY126" fmla="*/ 1226820 h 9456078"/>
              <a:gd name="connsiteX127" fmla="*/ 9139549 w 13158799"/>
              <a:gd name="connsiteY127" fmla="*/ 1197105 h 9456078"/>
              <a:gd name="connsiteX128" fmla="*/ 9178660 w 13158799"/>
              <a:gd name="connsiteY128" fmla="*/ 1167725 h 9456078"/>
              <a:gd name="connsiteX129" fmla="*/ 9217999 w 13158799"/>
              <a:gd name="connsiteY129" fmla="*/ 1138681 h 9456078"/>
              <a:gd name="connsiteX130" fmla="*/ 9257564 w 13158799"/>
              <a:gd name="connsiteY130" fmla="*/ 1109974 h 9456078"/>
              <a:gd name="connsiteX131" fmla="*/ 9297353 w 13158799"/>
              <a:gd name="connsiteY131" fmla="*/ 1081604 h 9456078"/>
              <a:gd name="connsiteX132" fmla="*/ 9337364 w 13158799"/>
              <a:gd name="connsiteY132" fmla="*/ 1053574 h 9456078"/>
              <a:gd name="connsiteX133" fmla="*/ 9377594 w 13158799"/>
              <a:gd name="connsiteY133" fmla="*/ 1025884 h 9456078"/>
              <a:gd name="connsiteX134" fmla="*/ 9418040 w 13158799"/>
              <a:gd name="connsiteY134" fmla="*/ 998536 h 9456078"/>
              <a:gd name="connsiteX135" fmla="*/ 9458702 w 13158799"/>
              <a:gd name="connsiteY135" fmla="*/ 971530 h 9456078"/>
              <a:gd name="connsiteX136" fmla="*/ 9499575 w 13158799"/>
              <a:gd name="connsiteY136" fmla="*/ 944868 h 9456078"/>
              <a:gd name="connsiteX137" fmla="*/ 9540659 w 13158799"/>
              <a:gd name="connsiteY137" fmla="*/ 918551 h 9456078"/>
              <a:gd name="connsiteX138" fmla="*/ 9581950 w 13158799"/>
              <a:gd name="connsiteY138" fmla="*/ 892580 h 9456078"/>
              <a:gd name="connsiteX139" fmla="*/ 9623447 w 13158799"/>
              <a:gd name="connsiteY139" fmla="*/ 866956 h 9456078"/>
              <a:gd name="connsiteX140" fmla="*/ 9665147 w 13158799"/>
              <a:gd name="connsiteY140" fmla="*/ 841681 h 9456078"/>
              <a:gd name="connsiteX141" fmla="*/ 9707048 w 13158799"/>
              <a:gd name="connsiteY141" fmla="*/ 816754 h 9456078"/>
              <a:gd name="connsiteX142" fmla="*/ 9749147 w 13158799"/>
              <a:gd name="connsiteY142" fmla="*/ 792179 h 9456078"/>
              <a:gd name="connsiteX143" fmla="*/ 9791443 w 13158799"/>
              <a:gd name="connsiteY143" fmla="*/ 767955 h 9456078"/>
              <a:gd name="connsiteX144" fmla="*/ 9833932 w 13158799"/>
              <a:gd name="connsiteY144" fmla="*/ 744083 h 9456078"/>
              <a:gd name="connsiteX145" fmla="*/ 9876613 w 13158799"/>
              <a:gd name="connsiteY145" fmla="*/ 720566 h 9456078"/>
              <a:gd name="connsiteX146" fmla="*/ 9919484 w 13158799"/>
              <a:gd name="connsiteY146" fmla="*/ 697404 h 9456078"/>
              <a:gd name="connsiteX147" fmla="*/ 9962542 w 13158799"/>
              <a:gd name="connsiteY147" fmla="*/ 674598 h 9456078"/>
              <a:gd name="connsiteX148" fmla="*/ 10005784 w 13158799"/>
              <a:gd name="connsiteY148" fmla="*/ 652149 h 9456078"/>
              <a:gd name="connsiteX149" fmla="*/ 10049209 w 13158799"/>
              <a:gd name="connsiteY149" fmla="*/ 630059 h 9456078"/>
              <a:gd name="connsiteX150" fmla="*/ 10092814 w 13158799"/>
              <a:gd name="connsiteY150" fmla="*/ 608328 h 9456078"/>
              <a:gd name="connsiteX151" fmla="*/ 10136597 w 13158799"/>
              <a:gd name="connsiteY151" fmla="*/ 586958 h 9456078"/>
              <a:gd name="connsiteX152" fmla="*/ 10180556 w 13158799"/>
              <a:gd name="connsiteY152" fmla="*/ 565950 h 9456078"/>
              <a:gd name="connsiteX153" fmla="*/ 10224688 w 13158799"/>
              <a:gd name="connsiteY153" fmla="*/ 545304 h 9456078"/>
              <a:gd name="connsiteX154" fmla="*/ 10268991 w 13158799"/>
              <a:gd name="connsiteY154" fmla="*/ 525023 h 9456078"/>
              <a:gd name="connsiteX155" fmla="*/ 10313463 w 13158799"/>
              <a:gd name="connsiteY155" fmla="*/ 505107 h 9456078"/>
              <a:gd name="connsiteX156" fmla="*/ 10358101 w 13158799"/>
              <a:gd name="connsiteY156" fmla="*/ 485558 h 9456078"/>
              <a:gd name="connsiteX157" fmla="*/ 10402903 w 13158799"/>
              <a:gd name="connsiteY157" fmla="*/ 466376 h 9456078"/>
              <a:gd name="connsiteX158" fmla="*/ 10447868 w 13158799"/>
              <a:gd name="connsiteY158" fmla="*/ 447563 h 9456078"/>
              <a:gd name="connsiteX159" fmla="*/ 10492991 w 13158799"/>
              <a:gd name="connsiteY159" fmla="*/ 429119 h 9456078"/>
              <a:gd name="connsiteX160" fmla="*/ 10538272 w 13158799"/>
              <a:gd name="connsiteY160" fmla="*/ 411046 h 9456078"/>
              <a:gd name="connsiteX161" fmla="*/ 10583708 w 13158799"/>
              <a:gd name="connsiteY161" fmla="*/ 393346 h 9456078"/>
              <a:gd name="connsiteX162" fmla="*/ 10629297 w 13158799"/>
              <a:gd name="connsiteY162" fmla="*/ 376018 h 9456078"/>
              <a:gd name="connsiteX163" fmla="*/ 10675036 w 13158799"/>
              <a:gd name="connsiteY163" fmla="*/ 359065 h 9456078"/>
              <a:gd name="connsiteX164" fmla="*/ 10720923 w 13158799"/>
              <a:gd name="connsiteY164" fmla="*/ 342487 h 9456078"/>
              <a:gd name="connsiteX165" fmla="*/ 10766956 w 13158799"/>
              <a:gd name="connsiteY165" fmla="*/ 326286 h 9456078"/>
              <a:gd name="connsiteX166" fmla="*/ 10813132 w 13158799"/>
              <a:gd name="connsiteY166" fmla="*/ 310462 h 9456078"/>
              <a:gd name="connsiteX167" fmla="*/ 10859450 w 13158799"/>
              <a:gd name="connsiteY167" fmla="*/ 295018 h 9456078"/>
              <a:gd name="connsiteX168" fmla="*/ 10905907 w 13158799"/>
              <a:gd name="connsiteY168" fmla="*/ 279953 h 9456078"/>
              <a:gd name="connsiteX169" fmla="*/ 10952500 w 13158799"/>
              <a:gd name="connsiteY169" fmla="*/ 265269 h 9456078"/>
              <a:gd name="connsiteX170" fmla="*/ 10999227 w 13158799"/>
              <a:gd name="connsiteY170" fmla="*/ 250968 h 9456078"/>
              <a:gd name="connsiteX171" fmla="*/ 11046087 w 13158799"/>
              <a:gd name="connsiteY171" fmla="*/ 237049 h 9456078"/>
              <a:gd name="connsiteX172" fmla="*/ 11093076 w 13158799"/>
              <a:gd name="connsiteY172" fmla="*/ 223516 h 9456078"/>
              <a:gd name="connsiteX173" fmla="*/ 11140193 w 13158799"/>
              <a:gd name="connsiteY173" fmla="*/ 210368 h 9456078"/>
              <a:gd name="connsiteX174" fmla="*/ 11187434 w 13158799"/>
              <a:gd name="connsiteY174" fmla="*/ 197606 h 9456078"/>
              <a:gd name="connsiteX175" fmla="*/ 11234799 w 13158799"/>
              <a:gd name="connsiteY175" fmla="*/ 185233 h 9456078"/>
              <a:gd name="connsiteX176" fmla="*/ 11282284 w 13158799"/>
              <a:gd name="connsiteY176" fmla="*/ 173248 h 9456078"/>
              <a:gd name="connsiteX177" fmla="*/ 11329888 w 13158799"/>
              <a:gd name="connsiteY177" fmla="*/ 161654 h 9456078"/>
              <a:gd name="connsiteX178" fmla="*/ 11377607 w 13158799"/>
              <a:gd name="connsiteY178" fmla="*/ 150451 h 9456078"/>
              <a:gd name="connsiteX179" fmla="*/ 11425440 w 13158799"/>
              <a:gd name="connsiteY179" fmla="*/ 139640 h 9456078"/>
              <a:gd name="connsiteX180" fmla="*/ 11473385 w 13158799"/>
              <a:gd name="connsiteY180" fmla="*/ 129223 h 9456078"/>
              <a:gd name="connsiteX181" fmla="*/ 11521439 w 13158799"/>
              <a:gd name="connsiteY181" fmla="*/ 119201 h 9456078"/>
              <a:gd name="connsiteX182" fmla="*/ 11569599 w 13158799"/>
              <a:gd name="connsiteY182" fmla="*/ 109574 h 9456078"/>
              <a:gd name="connsiteX183" fmla="*/ 11617864 w 13158799"/>
              <a:gd name="connsiteY183" fmla="*/ 100344 h 9456078"/>
              <a:gd name="connsiteX184" fmla="*/ 11666231 w 13158799"/>
              <a:gd name="connsiteY184" fmla="*/ 91512 h 9456078"/>
              <a:gd name="connsiteX185" fmla="*/ 11714698 w 13158799"/>
              <a:gd name="connsiteY185" fmla="*/ 83080 h 9456078"/>
              <a:gd name="connsiteX186" fmla="*/ 11763263 w 13158799"/>
              <a:gd name="connsiteY186" fmla="*/ 75047 h 9456078"/>
              <a:gd name="connsiteX187" fmla="*/ 11811923 w 13158799"/>
              <a:gd name="connsiteY187" fmla="*/ 67417 h 9456078"/>
              <a:gd name="connsiteX188" fmla="*/ 11860676 w 13158799"/>
              <a:gd name="connsiteY188" fmla="*/ 60188 h 9456078"/>
              <a:gd name="connsiteX189" fmla="*/ 11909519 w 13158799"/>
              <a:gd name="connsiteY189" fmla="*/ 53364 h 9456078"/>
              <a:gd name="connsiteX190" fmla="*/ 11958451 w 13158799"/>
              <a:gd name="connsiteY190" fmla="*/ 46944 h 9456078"/>
              <a:gd name="connsiteX191" fmla="*/ 12007470 w 13158799"/>
              <a:gd name="connsiteY191" fmla="*/ 40931 h 9456078"/>
              <a:gd name="connsiteX192" fmla="*/ 12056572 w 13158799"/>
              <a:gd name="connsiteY192" fmla="*/ 35324 h 9456078"/>
              <a:gd name="connsiteX193" fmla="*/ 12105756 w 13158799"/>
              <a:gd name="connsiteY193" fmla="*/ 30126 h 9456078"/>
              <a:gd name="connsiteX194" fmla="*/ 12155019 w 13158799"/>
              <a:gd name="connsiteY194" fmla="*/ 25337 h 9456078"/>
              <a:gd name="connsiteX195" fmla="*/ 12204359 w 13158799"/>
              <a:gd name="connsiteY195" fmla="*/ 20958 h 9456078"/>
              <a:gd name="connsiteX196" fmla="*/ 12253773 w 13158799"/>
              <a:gd name="connsiteY196" fmla="*/ 16991 h 9456078"/>
              <a:gd name="connsiteX197" fmla="*/ 12303260 w 13158799"/>
              <a:gd name="connsiteY197" fmla="*/ 13437 h 9456078"/>
              <a:gd name="connsiteX198" fmla="*/ 12352818 w 13158799"/>
              <a:gd name="connsiteY198" fmla="*/ 10297 h 9456078"/>
              <a:gd name="connsiteX199" fmla="*/ 12402443 w 13158799"/>
              <a:gd name="connsiteY199" fmla="*/ 7572 h 9456078"/>
              <a:gd name="connsiteX200" fmla="*/ 12452133 w 13158799"/>
              <a:gd name="connsiteY200" fmla="*/ 5263 h 9456078"/>
              <a:gd name="connsiteX201" fmla="*/ 12501887 w 13158799"/>
              <a:gd name="connsiteY201" fmla="*/ 3371 h 9456078"/>
              <a:gd name="connsiteX202" fmla="*/ 12551701 w 13158799"/>
              <a:gd name="connsiteY202" fmla="*/ 1898 h 9456078"/>
              <a:gd name="connsiteX203" fmla="*/ 12601574 w 13158799"/>
              <a:gd name="connsiteY203" fmla="*/ 844 h 9456078"/>
              <a:gd name="connsiteX204" fmla="*/ 12651504 w 13158799"/>
              <a:gd name="connsiteY204" fmla="*/ 211 h 9456078"/>
              <a:gd name="connsiteX205" fmla="*/ 12701487 w 13158799"/>
              <a:gd name="connsiteY205" fmla="*/ 0 h 9456078"/>
              <a:gd name="connsiteX206" fmla="*/ 13158798 w 13158799"/>
              <a:gd name="connsiteY206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76172 w 13158797"/>
              <a:gd name="connsiteY22" fmla="*/ 9319936 h 9456078"/>
              <a:gd name="connsiteX23" fmla="*/ 1223823 w 13158797"/>
              <a:gd name="connsiteY23" fmla="*/ 9308509 h 9456078"/>
              <a:gd name="connsiteX24" fmla="*/ 1271339 w 13158797"/>
              <a:gd name="connsiteY24" fmla="*/ 9296635 h 9456078"/>
              <a:gd name="connsiteX25" fmla="*/ 1318719 w 13158797"/>
              <a:gd name="connsiteY25" fmla="*/ 9284315 h 9456078"/>
              <a:gd name="connsiteX26" fmla="*/ 1365957 w 13158797"/>
              <a:gd name="connsiteY26" fmla="*/ 9271550 h 9456078"/>
              <a:gd name="connsiteX27" fmla="*/ 1413052 w 13158797"/>
              <a:gd name="connsiteY27" fmla="*/ 9258342 h 9456078"/>
              <a:gd name="connsiteX28" fmla="*/ 1460000 w 13158797"/>
              <a:gd name="connsiteY28" fmla="*/ 9244693 h 9456078"/>
              <a:gd name="connsiteX29" fmla="*/ 1506799 w 13158797"/>
              <a:gd name="connsiteY29" fmla="*/ 9230604 h 9456078"/>
              <a:gd name="connsiteX30" fmla="*/ 1553445 w 13158797"/>
              <a:gd name="connsiteY30" fmla="*/ 9216076 h 9456078"/>
              <a:gd name="connsiteX31" fmla="*/ 1599935 w 13158797"/>
              <a:gd name="connsiteY31" fmla="*/ 9201111 h 9456078"/>
              <a:gd name="connsiteX32" fmla="*/ 1646267 w 13158797"/>
              <a:gd name="connsiteY32" fmla="*/ 9185710 h 9456078"/>
              <a:gd name="connsiteX33" fmla="*/ 1692437 w 13158797"/>
              <a:gd name="connsiteY33" fmla="*/ 9169876 h 9456078"/>
              <a:gd name="connsiteX34" fmla="*/ 1738442 w 13158797"/>
              <a:gd name="connsiteY34" fmla="*/ 9153608 h 9456078"/>
              <a:gd name="connsiteX35" fmla="*/ 1784280 w 13158797"/>
              <a:gd name="connsiteY35" fmla="*/ 9136910 h 9456078"/>
              <a:gd name="connsiteX36" fmla="*/ 1829947 w 13158797"/>
              <a:gd name="connsiteY36" fmla="*/ 9119782 h 9456078"/>
              <a:gd name="connsiteX37" fmla="*/ 1875440 w 13158797"/>
              <a:gd name="connsiteY37" fmla="*/ 9102226 h 9456078"/>
              <a:gd name="connsiteX38" fmla="*/ 1920756 w 13158797"/>
              <a:gd name="connsiteY38" fmla="*/ 9084243 h 9456078"/>
              <a:gd name="connsiteX39" fmla="*/ 1965893 w 13158797"/>
              <a:gd name="connsiteY39" fmla="*/ 9065835 h 9456078"/>
              <a:gd name="connsiteX40" fmla="*/ 2055615 w 13158797"/>
              <a:gd name="connsiteY40" fmla="*/ 9027750 h 9456078"/>
              <a:gd name="connsiteX41" fmla="*/ 2100195 w 13158797"/>
              <a:gd name="connsiteY41" fmla="*/ 9008075 h 9456078"/>
              <a:gd name="connsiteX42" fmla="*/ 2144582 w 13158797"/>
              <a:gd name="connsiteY42" fmla="*/ 8987981 h 9456078"/>
              <a:gd name="connsiteX43" fmla="*/ 2188775 w 13158797"/>
              <a:gd name="connsiteY43" fmla="*/ 8967470 h 9456078"/>
              <a:gd name="connsiteX44" fmla="*/ 2232770 w 13158797"/>
              <a:gd name="connsiteY44" fmla="*/ 8946542 h 9456078"/>
              <a:gd name="connsiteX45" fmla="*/ 2276564 w 13158797"/>
              <a:gd name="connsiteY45" fmla="*/ 8925199 h 9456078"/>
              <a:gd name="connsiteX46" fmla="*/ 2320154 w 13158797"/>
              <a:gd name="connsiteY46" fmla="*/ 8903443 h 9456078"/>
              <a:gd name="connsiteX47" fmla="*/ 2363538 w 13158797"/>
              <a:gd name="connsiteY47" fmla="*/ 8881275 h 9456078"/>
              <a:gd name="connsiteX48" fmla="*/ 2406711 w 13158797"/>
              <a:gd name="connsiteY48" fmla="*/ 8858697 h 9456078"/>
              <a:gd name="connsiteX49" fmla="*/ 2449672 w 13158797"/>
              <a:gd name="connsiteY49" fmla="*/ 8835710 h 9456078"/>
              <a:gd name="connsiteX50" fmla="*/ 2492417 w 13158797"/>
              <a:gd name="connsiteY50" fmla="*/ 8812316 h 9456078"/>
              <a:gd name="connsiteX51" fmla="*/ 2534943 w 13158797"/>
              <a:gd name="connsiteY51" fmla="*/ 8788516 h 9456078"/>
              <a:gd name="connsiteX52" fmla="*/ 2577247 w 13158797"/>
              <a:gd name="connsiteY52" fmla="*/ 8764311 h 9456078"/>
              <a:gd name="connsiteX53" fmla="*/ 2619326 w 13158797"/>
              <a:gd name="connsiteY53" fmla="*/ 8739704 h 9456078"/>
              <a:gd name="connsiteX54" fmla="*/ 2661177 w 13158797"/>
              <a:gd name="connsiteY54" fmla="*/ 8714695 h 9456078"/>
              <a:gd name="connsiteX55" fmla="*/ 2702797 w 13158797"/>
              <a:gd name="connsiteY55" fmla="*/ 8689286 h 9456078"/>
              <a:gd name="connsiteX56" fmla="*/ 2744183 w 13158797"/>
              <a:gd name="connsiteY56" fmla="*/ 8663479 h 9456078"/>
              <a:gd name="connsiteX57" fmla="*/ 2785333 w 13158797"/>
              <a:gd name="connsiteY57" fmla="*/ 8637274 h 9456078"/>
              <a:gd name="connsiteX58" fmla="*/ 2826242 w 13158797"/>
              <a:gd name="connsiteY58" fmla="*/ 8610675 h 9456078"/>
              <a:gd name="connsiteX59" fmla="*/ 2866908 w 13158797"/>
              <a:gd name="connsiteY59" fmla="*/ 8583681 h 9456078"/>
              <a:gd name="connsiteX60" fmla="*/ 2907329 w 13158797"/>
              <a:gd name="connsiteY60" fmla="*/ 8556295 h 9456078"/>
              <a:gd name="connsiteX61" fmla="*/ 2947500 w 13158797"/>
              <a:gd name="connsiteY61" fmla="*/ 8528517 h 9456078"/>
              <a:gd name="connsiteX62" fmla="*/ 2987419 w 13158797"/>
              <a:gd name="connsiteY62" fmla="*/ 8500351 h 9456078"/>
              <a:gd name="connsiteX63" fmla="*/ 3027083 w 13158797"/>
              <a:gd name="connsiteY63" fmla="*/ 8471796 h 9456078"/>
              <a:gd name="connsiteX64" fmla="*/ 3066489 w 13158797"/>
              <a:gd name="connsiteY64" fmla="*/ 8442854 h 9456078"/>
              <a:gd name="connsiteX65" fmla="*/ 3105634 w 13158797"/>
              <a:gd name="connsiteY65" fmla="*/ 8413528 h 9456078"/>
              <a:gd name="connsiteX66" fmla="*/ 3144515 w 13158797"/>
              <a:gd name="connsiteY66" fmla="*/ 8383818 h 9456078"/>
              <a:gd name="connsiteX67" fmla="*/ 3183129 w 13158797"/>
              <a:gd name="connsiteY67" fmla="*/ 8353726 h 9456078"/>
              <a:gd name="connsiteX68" fmla="*/ 3221473 w 13158797"/>
              <a:gd name="connsiteY68" fmla="*/ 8323253 h 9456078"/>
              <a:gd name="connsiteX69" fmla="*/ 3259544 w 13158797"/>
              <a:gd name="connsiteY69" fmla="*/ 8292401 h 9456078"/>
              <a:gd name="connsiteX70" fmla="*/ 3297339 w 13158797"/>
              <a:gd name="connsiteY70" fmla="*/ 8261172 h 9456078"/>
              <a:gd name="connsiteX71" fmla="*/ 3334854 w 13158797"/>
              <a:gd name="connsiteY71" fmla="*/ 8229566 h 9456078"/>
              <a:gd name="connsiteX72" fmla="*/ 3372087 w 13158797"/>
              <a:gd name="connsiteY72" fmla="*/ 8197585 h 9456078"/>
              <a:gd name="connsiteX73" fmla="*/ 3409035 w 13158797"/>
              <a:gd name="connsiteY73" fmla="*/ 8165232 h 9456078"/>
              <a:gd name="connsiteX74" fmla="*/ 3445695 w 13158797"/>
              <a:gd name="connsiteY74" fmla="*/ 8132507 h 9456078"/>
              <a:gd name="connsiteX75" fmla="*/ 3482064 w 13158797"/>
              <a:gd name="connsiteY75" fmla="*/ 8099411 h 9456078"/>
              <a:gd name="connsiteX76" fmla="*/ 3518139 w 13158797"/>
              <a:gd name="connsiteY76" fmla="*/ 8065947 h 9456078"/>
              <a:gd name="connsiteX77" fmla="*/ 3553916 w 13158797"/>
              <a:gd name="connsiteY77" fmla="*/ 8032115 h 9456078"/>
              <a:gd name="connsiteX78" fmla="*/ 3589393 w 13158797"/>
              <a:gd name="connsiteY78" fmla="*/ 7997918 h 9456078"/>
              <a:gd name="connsiteX79" fmla="*/ 3624567 w 13158797"/>
              <a:gd name="connsiteY79" fmla="*/ 7963356 h 9456078"/>
              <a:gd name="connsiteX80" fmla="*/ 3659435 w 13158797"/>
              <a:gd name="connsiteY80" fmla="*/ 7928432 h 9456078"/>
              <a:gd name="connsiteX81" fmla="*/ 3693994 w 13158797"/>
              <a:gd name="connsiteY81" fmla="*/ 7893146 h 9456078"/>
              <a:gd name="connsiteX82" fmla="*/ 3728240 w 13158797"/>
              <a:gd name="connsiteY82" fmla="*/ 7857501 h 9456078"/>
              <a:gd name="connsiteX83" fmla="*/ 3762171 w 13158797"/>
              <a:gd name="connsiteY83" fmla="*/ 7821497 h 9456078"/>
              <a:gd name="connsiteX84" fmla="*/ 3795783 w 13158797"/>
              <a:gd name="connsiteY84" fmla="*/ 7785136 h 9456078"/>
              <a:gd name="connsiteX85" fmla="*/ 3829075 w 13158797"/>
              <a:gd name="connsiteY85" fmla="*/ 7748420 h 9456078"/>
              <a:gd name="connsiteX86" fmla="*/ 3862042 w 13158797"/>
              <a:gd name="connsiteY86" fmla="*/ 7711350 h 9456078"/>
              <a:gd name="connsiteX87" fmla="*/ 3894682 w 13158797"/>
              <a:gd name="connsiteY87" fmla="*/ 7673928 h 9456078"/>
              <a:gd name="connsiteX88" fmla="*/ 3926991 w 13158797"/>
              <a:gd name="connsiteY88" fmla="*/ 7636155 h 9456078"/>
              <a:gd name="connsiteX89" fmla="*/ 3958967 w 13158797"/>
              <a:gd name="connsiteY89" fmla="*/ 7598032 h 9456078"/>
              <a:gd name="connsiteX90" fmla="*/ 3990607 w 13158797"/>
              <a:gd name="connsiteY90" fmla="*/ 7559561 h 9456078"/>
              <a:gd name="connsiteX91" fmla="*/ 4021907 w 13158797"/>
              <a:gd name="connsiteY91" fmla="*/ 7520744 h 9456078"/>
              <a:gd name="connsiteX92" fmla="*/ 4052865 w 13158797"/>
              <a:gd name="connsiteY92" fmla="*/ 7481582 h 9456078"/>
              <a:gd name="connsiteX93" fmla="*/ 4083478 w 13158797"/>
              <a:gd name="connsiteY93" fmla="*/ 7442077 h 9456078"/>
              <a:gd name="connsiteX94" fmla="*/ 8022311 w 13158797"/>
              <a:gd name="connsiteY94" fmla="*/ 2307814 h 9456078"/>
              <a:gd name="connsiteX95" fmla="*/ 8052902 w 13158797"/>
              <a:gd name="connsiteY95" fmla="*/ 2268285 h 9456078"/>
              <a:gd name="connsiteX96" fmla="*/ 8083796 w 13158797"/>
              <a:gd name="connsiteY96" fmla="*/ 2229056 h 9456078"/>
              <a:gd name="connsiteX97" fmla="*/ 8114989 w 13158797"/>
              <a:gd name="connsiteY97" fmla="*/ 2190127 h 9456078"/>
              <a:gd name="connsiteX98" fmla="*/ 8146479 w 13158797"/>
              <a:gd name="connsiteY98" fmla="*/ 2151500 h 9456078"/>
              <a:gd name="connsiteX99" fmla="*/ 8178264 w 13158797"/>
              <a:gd name="connsiteY99" fmla="*/ 2113176 h 9456078"/>
              <a:gd name="connsiteX100" fmla="*/ 8210341 w 13158797"/>
              <a:gd name="connsiteY100" fmla="*/ 2075157 h 9456078"/>
              <a:gd name="connsiteX101" fmla="*/ 8242709 w 13158797"/>
              <a:gd name="connsiteY101" fmla="*/ 2037442 h 9456078"/>
              <a:gd name="connsiteX102" fmla="*/ 8275365 w 13158797"/>
              <a:gd name="connsiteY102" fmla="*/ 2000034 h 9456078"/>
              <a:gd name="connsiteX103" fmla="*/ 8308307 w 13158797"/>
              <a:gd name="connsiteY103" fmla="*/ 1962934 h 9456078"/>
              <a:gd name="connsiteX104" fmla="*/ 8341532 w 13158797"/>
              <a:gd name="connsiteY104" fmla="*/ 1926142 h 9456078"/>
              <a:gd name="connsiteX105" fmla="*/ 8375038 w 13158797"/>
              <a:gd name="connsiteY105" fmla="*/ 1889660 h 9456078"/>
              <a:gd name="connsiteX106" fmla="*/ 8408823 w 13158797"/>
              <a:gd name="connsiteY106" fmla="*/ 1853489 h 9456078"/>
              <a:gd name="connsiteX107" fmla="*/ 8442885 w 13158797"/>
              <a:gd name="connsiteY107" fmla="*/ 1817630 h 9456078"/>
              <a:gd name="connsiteX108" fmla="*/ 8477221 w 13158797"/>
              <a:gd name="connsiteY108" fmla="*/ 1782084 h 9456078"/>
              <a:gd name="connsiteX109" fmla="*/ 8511829 w 13158797"/>
              <a:gd name="connsiteY109" fmla="*/ 1746853 h 9456078"/>
              <a:gd name="connsiteX110" fmla="*/ 8546706 w 13158797"/>
              <a:gd name="connsiteY110" fmla="*/ 1711937 h 9456078"/>
              <a:gd name="connsiteX111" fmla="*/ 8581851 w 13158797"/>
              <a:gd name="connsiteY111" fmla="*/ 1677337 h 9456078"/>
              <a:gd name="connsiteX112" fmla="*/ 8617261 w 13158797"/>
              <a:gd name="connsiteY112" fmla="*/ 1643056 h 9456078"/>
              <a:gd name="connsiteX113" fmla="*/ 8652934 w 13158797"/>
              <a:gd name="connsiteY113" fmla="*/ 1609093 h 9456078"/>
              <a:gd name="connsiteX114" fmla="*/ 8688867 w 13158797"/>
              <a:gd name="connsiteY114" fmla="*/ 1575450 h 9456078"/>
              <a:gd name="connsiteX115" fmla="*/ 8725058 w 13158797"/>
              <a:gd name="connsiteY115" fmla="*/ 1542128 h 9456078"/>
              <a:gd name="connsiteX116" fmla="*/ 8761506 w 13158797"/>
              <a:gd name="connsiteY116" fmla="*/ 1509129 h 9456078"/>
              <a:gd name="connsiteX117" fmla="*/ 8798207 w 13158797"/>
              <a:gd name="connsiteY117" fmla="*/ 1476452 h 9456078"/>
              <a:gd name="connsiteX118" fmla="*/ 8835159 w 13158797"/>
              <a:gd name="connsiteY118" fmla="*/ 1444101 h 9456078"/>
              <a:gd name="connsiteX119" fmla="*/ 8872360 w 13158797"/>
              <a:gd name="connsiteY119" fmla="*/ 1412075 h 9456078"/>
              <a:gd name="connsiteX120" fmla="*/ 8909808 w 13158797"/>
              <a:gd name="connsiteY120" fmla="*/ 1380375 h 9456078"/>
              <a:gd name="connsiteX121" fmla="*/ 8947501 w 13158797"/>
              <a:gd name="connsiteY121" fmla="*/ 1349004 h 9456078"/>
              <a:gd name="connsiteX122" fmla="*/ 8985435 w 13158797"/>
              <a:gd name="connsiteY122" fmla="*/ 1317962 h 9456078"/>
              <a:gd name="connsiteX123" fmla="*/ 9023610 w 13158797"/>
              <a:gd name="connsiteY123" fmla="*/ 1287250 h 9456078"/>
              <a:gd name="connsiteX124" fmla="*/ 9062022 w 13158797"/>
              <a:gd name="connsiteY124" fmla="*/ 1256869 h 9456078"/>
              <a:gd name="connsiteX125" fmla="*/ 9100669 w 13158797"/>
              <a:gd name="connsiteY125" fmla="*/ 1226820 h 9456078"/>
              <a:gd name="connsiteX126" fmla="*/ 9139549 w 13158797"/>
              <a:gd name="connsiteY126" fmla="*/ 1197105 h 9456078"/>
              <a:gd name="connsiteX127" fmla="*/ 9178660 w 13158797"/>
              <a:gd name="connsiteY127" fmla="*/ 1167725 h 9456078"/>
              <a:gd name="connsiteX128" fmla="*/ 9217999 w 13158797"/>
              <a:gd name="connsiteY128" fmla="*/ 1138681 h 9456078"/>
              <a:gd name="connsiteX129" fmla="*/ 9257564 w 13158797"/>
              <a:gd name="connsiteY129" fmla="*/ 1109974 h 9456078"/>
              <a:gd name="connsiteX130" fmla="*/ 9297353 w 13158797"/>
              <a:gd name="connsiteY130" fmla="*/ 1081604 h 9456078"/>
              <a:gd name="connsiteX131" fmla="*/ 9337364 w 13158797"/>
              <a:gd name="connsiteY131" fmla="*/ 1053574 h 9456078"/>
              <a:gd name="connsiteX132" fmla="*/ 9377594 w 13158797"/>
              <a:gd name="connsiteY132" fmla="*/ 1025884 h 9456078"/>
              <a:gd name="connsiteX133" fmla="*/ 9418040 w 13158797"/>
              <a:gd name="connsiteY133" fmla="*/ 998536 h 9456078"/>
              <a:gd name="connsiteX134" fmla="*/ 9458702 w 13158797"/>
              <a:gd name="connsiteY134" fmla="*/ 971530 h 9456078"/>
              <a:gd name="connsiteX135" fmla="*/ 9499575 w 13158797"/>
              <a:gd name="connsiteY135" fmla="*/ 944868 h 9456078"/>
              <a:gd name="connsiteX136" fmla="*/ 9540659 w 13158797"/>
              <a:gd name="connsiteY136" fmla="*/ 918551 h 9456078"/>
              <a:gd name="connsiteX137" fmla="*/ 9581950 w 13158797"/>
              <a:gd name="connsiteY137" fmla="*/ 892580 h 9456078"/>
              <a:gd name="connsiteX138" fmla="*/ 9623447 w 13158797"/>
              <a:gd name="connsiteY138" fmla="*/ 866956 h 9456078"/>
              <a:gd name="connsiteX139" fmla="*/ 9665147 w 13158797"/>
              <a:gd name="connsiteY139" fmla="*/ 841681 h 9456078"/>
              <a:gd name="connsiteX140" fmla="*/ 9707048 w 13158797"/>
              <a:gd name="connsiteY140" fmla="*/ 816754 h 9456078"/>
              <a:gd name="connsiteX141" fmla="*/ 9749147 w 13158797"/>
              <a:gd name="connsiteY141" fmla="*/ 792179 h 9456078"/>
              <a:gd name="connsiteX142" fmla="*/ 9791443 w 13158797"/>
              <a:gd name="connsiteY142" fmla="*/ 767955 h 9456078"/>
              <a:gd name="connsiteX143" fmla="*/ 9833932 w 13158797"/>
              <a:gd name="connsiteY143" fmla="*/ 744083 h 9456078"/>
              <a:gd name="connsiteX144" fmla="*/ 9876613 w 13158797"/>
              <a:gd name="connsiteY144" fmla="*/ 720566 h 9456078"/>
              <a:gd name="connsiteX145" fmla="*/ 9919484 w 13158797"/>
              <a:gd name="connsiteY145" fmla="*/ 697404 h 9456078"/>
              <a:gd name="connsiteX146" fmla="*/ 9962542 w 13158797"/>
              <a:gd name="connsiteY146" fmla="*/ 674598 h 9456078"/>
              <a:gd name="connsiteX147" fmla="*/ 10005784 w 13158797"/>
              <a:gd name="connsiteY147" fmla="*/ 652149 h 9456078"/>
              <a:gd name="connsiteX148" fmla="*/ 10049209 w 13158797"/>
              <a:gd name="connsiteY148" fmla="*/ 630059 h 9456078"/>
              <a:gd name="connsiteX149" fmla="*/ 10092814 w 13158797"/>
              <a:gd name="connsiteY149" fmla="*/ 608328 h 9456078"/>
              <a:gd name="connsiteX150" fmla="*/ 10136597 w 13158797"/>
              <a:gd name="connsiteY150" fmla="*/ 586958 h 9456078"/>
              <a:gd name="connsiteX151" fmla="*/ 10180556 w 13158797"/>
              <a:gd name="connsiteY151" fmla="*/ 565950 h 9456078"/>
              <a:gd name="connsiteX152" fmla="*/ 10224688 w 13158797"/>
              <a:gd name="connsiteY152" fmla="*/ 545304 h 9456078"/>
              <a:gd name="connsiteX153" fmla="*/ 10268991 w 13158797"/>
              <a:gd name="connsiteY153" fmla="*/ 525023 h 9456078"/>
              <a:gd name="connsiteX154" fmla="*/ 10313463 w 13158797"/>
              <a:gd name="connsiteY154" fmla="*/ 505107 h 9456078"/>
              <a:gd name="connsiteX155" fmla="*/ 10358101 w 13158797"/>
              <a:gd name="connsiteY155" fmla="*/ 485558 h 9456078"/>
              <a:gd name="connsiteX156" fmla="*/ 10402903 w 13158797"/>
              <a:gd name="connsiteY156" fmla="*/ 466376 h 9456078"/>
              <a:gd name="connsiteX157" fmla="*/ 10447868 w 13158797"/>
              <a:gd name="connsiteY157" fmla="*/ 447563 h 9456078"/>
              <a:gd name="connsiteX158" fmla="*/ 10492991 w 13158797"/>
              <a:gd name="connsiteY158" fmla="*/ 429119 h 9456078"/>
              <a:gd name="connsiteX159" fmla="*/ 10538272 w 13158797"/>
              <a:gd name="connsiteY159" fmla="*/ 411046 h 9456078"/>
              <a:gd name="connsiteX160" fmla="*/ 10583708 w 13158797"/>
              <a:gd name="connsiteY160" fmla="*/ 393346 h 9456078"/>
              <a:gd name="connsiteX161" fmla="*/ 10629297 w 13158797"/>
              <a:gd name="connsiteY161" fmla="*/ 376018 h 9456078"/>
              <a:gd name="connsiteX162" fmla="*/ 10675036 w 13158797"/>
              <a:gd name="connsiteY162" fmla="*/ 359065 h 9456078"/>
              <a:gd name="connsiteX163" fmla="*/ 10720923 w 13158797"/>
              <a:gd name="connsiteY163" fmla="*/ 342487 h 9456078"/>
              <a:gd name="connsiteX164" fmla="*/ 10766956 w 13158797"/>
              <a:gd name="connsiteY164" fmla="*/ 326286 h 9456078"/>
              <a:gd name="connsiteX165" fmla="*/ 10813132 w 13158797"/>
              <a:gd name="connsiteY165" fmla="*/ 310462 h 9456078"/>
              <a:gd name="connsiteX166" fmla="*/ 10859450 w 13158797"/>
              <a:gd name="connsiteY166" fmla="*/ 295018 h 9456078"/>
              <a:gd name="connsiteX167" fmla="*/ 10905907 w 13158797"/>
              <a:gd name="connsiteY167" fmla="*/ 279953 h 9456078"/>
              <a:gd name="connsiteX168" fmla="*/ 10952500 w 13158797"/>
              <a:gd name="connsiteY168" fmla="*/ 265269 h 9456078"/>
              <a:gd name="connsiteX169" fmla="*/ 10999227 w 13158797"/>
              <a:gd name="connsiteY169" fmla="*/ 250968 h 9456078"/>
              <a:gd name="connsiteX170" fmla="*/ 11046087 w 13158797"/>
              <a:gd name="connsiteY170" fmla="*/ 237049 h 9456078"/>
              <a:gd name="connsiteX171" fmla="*/ 11093076 w 13158797"/>
              <a:gd name="connsiteY171" fmla="*/ 223516 h 9456078"/>
              <a:gd name="connsiteX172" fmla="*/ 11140193 w 13158797"/>
              <a:gd name="connsiteY172" fmla="*/ 210368 h 9456078"/>
              <a:gd name="connsiteX173" fmla="*/ 11187434 w 13158797"/>
              <a:gd name="connsiteY173" fmla="*/ 197606 h 9456078"/>
              <a:gd name="connsiteX174" fmla="*/ 11234799 w 13158797"/>
              <a:gd name="connsiteY174" fmla="*/ 185233 h 9456078"/>
              <a:gd name="connsiteX175" fmla="*/ 11282284 w 13158797"/>
              <a:gd name="connsiteY175" fmla="*/ 173248 h 9456078"/>
              <a:gd name="connsiteX176" fmla="*/ 11329888 w 13158797"/>
              <a:gd name="connsiteY176" fmla="*/ 161654 h 9456078"/>
              <a:gd name="connsiteX177" fmla="*/ 11377607 w 13158797"/>
              <a:gd name="connsiteY177" fmla="*/ 150451 h 9456078"/>
              <a:gd name="connsiteX178" fmla="*/ 11425440 w 13158797"/>
              <a:gd name="connsiteY178" fmla="*/ 139640 h 9456078"/>
              <a:gd name="connsiteX179" fmla="*/ 11473385 w 13158797"/>
              <a:gd name="connsiteY179" fmla="*/ 129223 h 9456078"/>
              <a:gd name="connsiteX180" fmla="*/ 11521439 w 13158797"/>
              <a:gd name="connsiteY180" fmla="*/ 119201 h 9456078"/>
              <a:gd name="connsiteX181" fmla="*/ 11569599 w 13158797"/>
              <a:gd name="connsiteY181" fmla="*/ 109574 h 9456078"/>
              <a:gd name="connsiteX182" fmla="*/ 11617864 w 13158797"/>
              <a:gd name="connsiteY182" fmla="*/ 100344 h 9456078"/>
              <a:gd name="connsiteX183" fmla="*/ 11666231 w 13158797"/>
              <a:gd name="connsiteY183" fmla="*/ 91512 h 9456078"/>
              <a:gd name="connsiteX184" fmla="*/ 11714698 w 13158797"/>
              <a:gd name="connsiteY184" fmla="*/ 83080 h 9456078"/>
              <a:gd name="connsiteX185" fmla="*/ 11763263 w 13158797"/>
              <a:gd name="connsiteY185" fmla="*/ 75047 h 9456078"/>
              <a:gd name="connsiteX186" fmla="*/ 11811923 w 13158797"/>
              <a:gd name="connsiteY186" fmla="*/ 67417 h 9456078"/>
              <a:gd name="connsiteX187" fmla="*/ 11860676 w 13158797"/>
              <a:gd name="connsiteY187" fmla="*/ 60188 h 9456078"/>
              <a:gd name="connsiteX188" fmla="*/ 11909519 w 13158797"/>
              <a:gd name="connsiteY188" fmla="*/ 53364 h 9456078"/>
              <a:gd name="connsiteX189" fmla="*/ 11958451 w 13158797"/>
              <a:gd name="connsiteY189" fmla="*/ 46944 h 9456078"/>
              <a:gd name="connsiteX190" fmla="*/ 12007470 w 13158797"/>
              <a:gd name="connsiteY190" fmla="*/ 40931 h 9456078"/>
              <a:gd name="connsiteX191" fmla="*/ 12056572 w 13158797"/>
              <a:gd name="connsiteY191" fmla="*/ 35324 h 9456078"/>
              <a:gd name="connsiteX192" fmla="*/ 12105756 w 13158797"/>
              <a:gd name="connsiteY192" fmla="*/ 30126 h 9456078"/>
              <a:gd name="connsiteX193" fmla="*/ 12155019 w 13158797"/>
              <a:gd name="connsiteY193" fmla="*/ 25337 h 9456078"/>
              <a:gd name="connsiteX194" fmla="*/ 12204359 w 13158797"/>
              <a:gd name="connsiteY194" fmla="*/ 20958 h 9456078"/>
              <a:gd name="connsiteX195" fmla="*/ 12253773 w 13158797"/>
              <a:gd name="connsiteY195" fmla="*/ 16991 h 9456078"/>
              <a:gd name="connsiteX196" fmla="*/ 12303260 w 13158797"/>
              <a:gd name="connsiteY196" fmla="*/ 13437 h 9456078"/>
              <a:gd name="connsiteX197" fmla="*/ 12352818 w 13158797"/>
              <a:gd name="connsiteY197" fmla="*/ 10297 h 9456078"/>
              <a:gd name="connsiteX198" fmla="*/ 12402443 w 13158797"/>
              <a:gd name="connsiteY198" fmla="*/ 7572 h 9456078"/>
              <a:gd name="connsiteX199" fmla="*/ 12452133 w 13158797"/>
              <a:gd name="connsiteY199" fmla="*/ 5263 h 9456078"/>
              <a:gd name="connsiteX200" fmla="*/ 12501887 w 13158797"/>
              <a:gd name="connsiteY200" fmla="*/ 3371 h 9456078"/>
              <a:gd name="connsiteX201" fmla="*/ 12551701 w 13158797"/>
              <a:gd name="connsiteY201" fmla="*/ 1898 h 9456078"/>
              <a:gd name="connsiteX202" fmla="*/ 12601574 w 13158797"/>
              <a:gd name="connsiteY202" fmla="*/ 844 h 9456078"/>
              <a:gd name="connsiteX203" fmla="*/ 12651504 w 13158797"/>
              <a:gd name="connsiteY203" fmla="*/ 211 h 9456078"/>
              <a:gd name="connsiteX204" fmla="*/ 12701487 w 13158797"/>
              <a:gd name="connsiteY204" fmla="*/ 0 h 9456078"/>
              <a:gd name="connsiteX205" fmla="*/ 13158798 w 13158797"/>
              <a:gd name="connsiteY205" fmla="*/ 0 h 94560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</a:cxnLst>
            <a:rect l="l" t="t" r="r" b="b"/>
            <a:pathLst>
              <a:path w="13158797" h="9456078">
                <a:moveTo>
                  <a:pt x="0" y="9456078"/>
                </a:moveTo>
                <a:lnTo>
                  <a:pt x="49977" y="9455836"/>
                </a:lnTo>
                <a:lnTo>
                  <a:pt x="99893" y="9455111"/>
                </a:lnTo>
                <a:lnTo>
                  <a:pt x="149742" y="9453904"/>
                </a:lnTo>
                <a:lnTo>
                  <a:pt x="199524" y="9452217"/>
                </a:lnTo>
                <a:lnTo>
                  <a:pt x="298870" y="9447409"/>
                </a:lnTo>
                <a:lnTo>
                  <a:pt x="348429" y="9444290"/>
                </a:lnTo>
                <a:lnTo>
                  <a:pt x="397907" y="9440698"/>
                </a:lnTo>
                <a:lnTo>
                  <a:pt x="447302" y="9436632"/>
                </a:lnTo>
                <a:lnTo>
                  <a:pt x="496610" y="9432096"/>
                </a:lnTo>
                <a:lnTo>
                  <a:pt x="545829" y="9427089"/>
                </a:lnTo>
                <a:lnTo>
                  <a:pt x="594956" y="9421615"/>
                </a:lnTo>
                <a:lnTo>
                  <a:pt x="643987" y="9415673"/>
                </a:lnTo>
                <a:lnTo>
                  <a:pt x="692920" y="9409267"/>
                </a:lnTo>
                <a:lnTo>
                  <a:pt x="741751" y="9402396"/>
                </a:lnTo>
                <a:lnTo>
                  <a:pt x="790478" y="9395063"/>
                </a:lnTo>
                <a:lnTo>
                  <a:pt x="839098" y="9387270"/>
                </a:lnTo>
                <a:lnTo>
                  <a:pt x="887607" y="9379017"/>
                </a:lnTo>
                <a:lnTo>
                  <a:pt x="936002" y="9370306"/>
                </a:lnTo>
                <a:lnTo>
                  <a:pt x="984281" y="9361139"/>
                </a:lnTo>
                <a:lnTo>
                  <a:pt x="1032440" y="9351517"/>
                </a:lnTo>
                <a:lnTo>
                  <a:pt x="1080477" y="9341441"/>
                </a:lnTo>
                <a:lnTo>
                  <a:pt x="1176172" y="9319936"/>
                </a:lnTo>
                <a:lnTo>
                  <a:pt x="1223823" y="9308509"/>
                </a:lnTo>
                <a:lnTo>
                  <a:pt x="1271339" y="9296635"/>
                </a:lnTo>
                <a:lnTo>
                  <a:pt x="1318719" y="9284315"/>
                </a:lnTo>
                <a:lnTo>
                  <a:pt x="1365957" y="9271550"/>
                </a:lnTo>
                <a:lnTo>
                  <a:pt x="1413052" y="9258342"/>
                </a:lnTo>
                <a:lnTo>
                  <a:pt x="1460000" y="9244693"/>
                </a:lnTo>
                <a:lnTo>
                  <a:pt x="1506799" y="9230604"/>
                </a:lnTo>
                <a:lnTo>
                  <a:pt x="1553445" y="9216076"/>
                </a:lnTo>
                <a:lnTo>
                  <a:pt x="1599935" y="9201111"/>
                </a:lnTo>
                <a:lnTo>
                  <a:pt x="1646267" y="9185710"/>
                </a:lnTo>
                <a:lnTo>
                  <a:pt x="1692437" y="9169876"/>
                </a:lnTo>
                <a:lnTo>
                  <a:pt x="1738442" y="9153608"/>
                </a:lnTo>
                <a:lnTo>
                  <a:pt x="1784280" y="9136910"/>
                </a:lnTo>
                <a:lnTo>
                  <a:pt x="1829947" y="9119782"/>
                </a:lnTo>
                <a:lnTo>
                  <a:pt x="1875440" y="9102226"/>
                </a:lnTo>
                <a:lnTo>
                  <a:pt x="1920756" y="9084243"/>
                </a:lnTo>
                <a:lnTo>
                  <a:pt x="1965893" y="9065835"/>
                </a:lnTo>
                <a:lnTo>
                  <a:pt x="2055615" y="9027750"/>
                </a:lnTo>
                <a:lnTo>
                  <a:pt x="2100195" y="9008075"/>
                </a:lnTo>
                <a:lnTo>
                  <a:pt x="2144582" y="8987981"/>
                </a:lnTo>
                <a:lnTo>
                  <a:pt x="2188775" y="8967470"/>
                </a:lnTo>
                <a:lnTo>
                  <a:pt x="2232770" y="8946542"/>
                </a:lnTo>
                <a:lnTo>
                  <a:pt x="2276564" y="8925199"/>
                </a:lnTo>
                <a:lnTo>
                  <a:pt x="2320154" y="8903443"/>
                </a:lnTo>
                <a:lnTo>
                  <a:pt x="2363538" y="8881275"/>
                </a:lnTo>
                <a:lnTo>
                  <a:pt x="2406711" y="8858697"/>
                </a:lnTo>
                <a:lnTo>
                  <a:pt x="2449672" y="8835710"/>
                </a:lnTo>
                <a:lnTo>
                  <a:pt x="2492417" y="8812316"/>
                </a:lnTo>
                <a:lnTo>
                  <a:pt x="2534943" y="8788516"/>
                </a:lnTo>
                <a:lnTo>
                  <a:pt x="2577247" y="8764311"/>
                </a:lnTo>
                <a:lnTo>
                  <a:pt x="2619326" y="8739704"/>
                </a:lnTo>
                <a:lnTo>
                  <a:pt x="2661177" y="8714695"/>
                </a:lnTo>
                <a:lnTo>
                  <a:pt x="2702797" y="8689286"/>
                </a:lnTo>
                <a:lnTo>
                  <a:pt x="2744183" y="8663479"/>
                </a:lnTo>
                <a:lnTo>
                  <a:pt x="2785333" y="8637274"/>
                </a:lnTo>
                <a:lnTo>
                  <a:pt x="2826242" y="8610675"/>
                </a:lnTo>
                <a:lnTo>
                  <a:pt x="2866908" y="8583681"/>
                </a:lnTo>
                <a:lnTo>
                  <a:pt x="2907329" y="8556295"/>
                </a:lnTo>
                <a:lnTo>
                  <a:pt x="2947500" y="8528517"/>
                </a:lnTo>
                <a:lnTo>
                  <a:pt x="2987419" y="8500351"/>
                </a:lnTo>
                <a:lnTo>
                  <a:pt x="3027083" y="8471796"/>
                </a:lnTo>
                <a:lnTo>
                  <a:pt x="3066489" y="8442854"/>
                </a:lnTo>
                <a:lnTo>
                  <a:pt x="3105634" y="8413528"/>
                </a:lnTo>
                <a:lnTo>
                  <a:pt x="3144515" y="8383818"/>
                </a:lnTo>
                <a:lnTo>
                  <a:pt x="3183129" y="8353726"/>
                </a:lnTo>
                <a:lnTo>
                  <a:pt x="3221473" y="8323253"/>
                </a:lnTo>
                <a:lnTo>
                  <a:pt x="3259544" y="8292401"/>
                </a:lnTo>
                <a:lnTo>
                  <a:pt x="3297339" y="8261172"/>
                </a:lnTo>
                <a:lnTo>
                  <a:pt x="3334854" y="8229566"/>
                </a:lnTo>
                <a:lnTo>
                  <a:pt x="3372087" y="8197585"/>
                </a:lnTo>
                <a:lnTo>
                  <a:pt x="3409035" y="8165232"/>
                </a:lnTo>
                <a:lnTo>
                  <a:pt x="3445695" y="8132507"/>
                </a:lnTo>
                <a:lnTo>
                  <a:pt x="3482064" y="8099411"/>
                </a:lnTo>
                <a:lnTo>
                  <a:pt x="3518139" y="8065947"/>
                </a:lnTo>
                <a:lnTo>
                  <a:pt x="3553916" y="8032115"/>
                </a:lnTo>
                <a:lnTo>
                  <a:pt x="3589393" y="7997918"/>
                </a:lnTo>
                <a:lnTo>
                  <a:pt x="3624567" y="7963356"/>
                </a:lnTo>
                <a:lnTo>
                  <a:pt x="3659435" y="7928432"/>
                </a:lnTo>
                <a:lnTo>
                  <a:pt x="3693994" y="7893146"/>
                </a:lnTo>
                <a:lnTo>
                  <a:pt x="3728240" y="7857501"/>
                </a:lnTo>
                <a:lnTo>
                  <a:pt x="3762171" y="7821497"/>
                </a:lnTo>
                <a:lnTo>
                  <a:pt x="3795783" y="7785136"/>
                </a:lnTo>
                <a:lnTo>
                  <a:pt x="3829075" y="7748420"/>
                </a:lnTo>
                <a:lnTo>
                  <a:pt x="3862042" y="7711350"/>
                </a:lnTo>
                <a:lnTo>
                  <a:pt x="3894682" y="7673928"/>
                </a:lnTo>
                <a:lnTo>
                  <a:pt x="3926991" y="7636155"/>
                </a:lnTo>
                <a:lnTo>
                  <a:pt x="3958967" y="7598032"/>
                </a:lnTo>
                <a:lnTo>
                  <a:pt x="3990607" y="7559561"/>
                </a:lnTo>
                <a:lnTo>
                  <a:pt x="4021907" y="7520744"/>
                </a:lnTo>
                <a:lnTo>
                  <a:pt x="4052865" y="7481582"/>
                </a:lnTo>
                <a:lnTo>
                  <a:pt x="4083478" y="7442077"/>
                </a:lnTo>
                <a:lnTo>
                  <a:pt x="8022311" y="2307814"/>
                </a:lnTo>
                <a:lnTo>
                  <a:pt x="8052902" y="2268285"/>
                </a:lnTo>
                <a:lnTo>
                  <a:pt x="8083796" y="2229056"/>
                </a:lnTo>
                <a:lnTo>
                  <a:pt x="8114989" y="2190127"/>
                </a:lnTo>
                <a:lnTo>
                  <a:pt x="8146479" y="2151500"/>
                </a:lnTo>
                <a:lnTo>
                  <a:pt x="8178264" y="2113176"/>
                </a:lnTo>
                <a:lnTo>
                  <a:pt x="8210341" y="2075157"/>
                </a:lnTo>
                <a:lnTo>
                  <a:pt x="8242709" y="2037442"/>
                </a:lnTo>
                <a:lnTo>
                  <a:pt x="8275365" y="2000034"/>
                </a:lnTo>
                <a:lnTo>
                  <a:pt x="8308307" y="1962934"/>
                </a:lnTo>
                <a:lnTo>
                  <a:pt x="8341532" y="1926142"/>
                </a:lnTo>
                <a:lnTo>
                  <a:pt x="8375038" y="1889660"/>
                </a:lnTo>
                <a:lnTo>
                  <a:pt x="8408823" y="1853489"/>
                </a:lnTo>
                <a:lnTo>
                  <a:pt x="8442885" y="1817630"/>
                </a:lnTo>
                <a:lnTo>
                  <a:pt x="8477221" y="1782084"/>
                </a:lnTo>
                <a:lnTo>
                  <a:pt x="8511829" y="1746853"/>
                </a:lnTo>
                <a:lnTo>
                  <a:pt x="8546706" y="1711937"/>
                </a:lnTo>
                <a:lnTo>
                  <a:pt x="8581851" y="1677337"/>
                </a:lnTo>
                <a:lnTo>
                  <a:pt x="8617261" y="1643056"/>
                </a:lnTo>
                <a:lnTo>
                  <a:pt x="8652934" y="1609093"/>
                </a:lnTo>
                <a:lnTo>
                  <a:pt x="8688867" y="1575450"/>
                </a:lnTo>
                <a:lnTo>
                  <a:pt x="8725058" y="1542128"/>
                </a:lnTo>
                <a:lnTo>
                  <a:pt x="8761506" y="1509129"/>
                </a:lnTo>
                <a:lnTo>
                  <a:pt x="8798207" y="1476452"/>
                </a:lnTo>
                <a:lnTo>
                  <a:pt x="8835159" y="1444101"/>
                </a:lnTo>
                <a:lnTo>
                  <a:pt x="8872360" y="1412075"/>
                </a:lnTo>
                <a:lnTo>
                  <a:pt x="8909808" y="1380375"/>
                </a:lnTo>
                <a:lnTo>
                  <a:pt x="8947501" y="1349004"/>
                </a:lnTo>
                <a:lnTo>
                  <a:pt x="8985435" y="1317962"/>
                </a:lnTo>
                <a:lnTo>
                  <a:pt x="9023610" y="1287250"/>
                </a:lnTo>
                <a:lnTo>
                  <a:pt x="9062022" y="1256869"/>
                </a:lnTo>
                <a:lnTo>
                  <a:pt x="9100669" y="1226820"/>
                </a:lnTo>
                <a:lnTo>
                  <a:pt x="9139549" y="1197105"/>
                </a:lnTo>
                <a:lnTo>
                  <a:pt x="9178660" y="1167725"/>
                </a:lnTo>
                <a:lnTo>
                  <a:pt x="9217999" y="1138681"/>
                </a:lnTo>
                <a:lnTo>
                  <a:pt x="9257564" y="1109974"/>
                </a:lnTo>
                <a:lnTo>
                  <a:pt x="9297353" y="1081604"/>
                </a:lnTo>
                <a:lnTo>
                  <a:pt x="9337364" y="1053574"/>
                </a:lnTo>
                <a:lnTo>
                  <a:pt x="9377594" y="1025884"/>
                </a:lnTo>
                <a:lnTo>
                  <a:pt x="9418040" y="998536"/>
                </a:lnTo>
                <a:lnTo>
                  <a:pt x="9458702" y="971530"/>
                </a:lnTo>
                <a:lnTo>
                  <a:pt x="9499575" y="944868"/>
                </a:lnTo>
                <a:lnTo>
                  <a:pt x="9540659" y="918551"/>
                </a:lnTo>
                <a:lnTo>
                  <a:pt x="9581950" y="892580"/>
                </a:lnTo>
                <a:lnTo>
                  <a:pt x="9623447" y="866956"/>
                </a:lnTo>
                <a:lnTo>
                  <a:pt x="9665147" y="841681"/>
                </a:lnTo>
                <a:lnTo>
                  <a:pt x="9707048" y="816754"/>
                </a:lnTo>
                <a:lnTo>
                  <a:pt x="9749147" y="792179"/>
                </a:lnTo>
                <a:lnTo>
                  <a:pt x="9791443" y="767955"/>
                </a:lnTo>
                <a:lnTo>
                  <a:pt x="9833932" y="744083"/>
                </a:lnTo>
                <a:lnTo>
                  <a:pt x="9876613" y="720566"/>
                </a:lnTo>
                <a:lnTo>
                  <a:pt x="9919484" y="697404"/>
                </a:lnTo>
                <a:lnTo>
                  <a:pt x="9962542" y="674598"/>
                </a:lnTo>
                <a:lnTo>
                  <a:pt x="10005784" y="652149"/>
                </a:lnTo>
                <a:lnTo>
                  <a:pt x="10049209" y="630059"/>
                </a:lnTo>
                <a:lnTo>
                  <a:pt x="10092814" y="608328"/>
                </a:lnTo>
                <a:lnTo>
                  <a:pt x="10136597" y="586958"/>
                </a:lnTo>
                <a:lnTo>
                  <a:pt x="10180556" y="565950"/>
                </a:lnTo>
                <a:lnTo>
                  <a:pt x="10224688" y="545304"/>
                </a:lnTo>
                <a:lnTo>
                  <a:pt x="10268991" y="525023"/>
                </a:lnTo>
                <a:lnTo>
                  <a:pt x="10313463" y="505107"/>
                </a:lnTo>
                <a:lnTo>
                  <a:pt x="10358101" y="485558"/>
                </a:lnTo>
                <a:lnTo>
                  <a:pt x="10402903" y="466376"/>
                </a:lnTo>
                <a:lnTo>
                  <a:pt x="10447868" y="447563"/>
                </a:lnTo>
                <a:lnTo>
                  <a:pt x="10492991" y="429119"/>
                </a:lnTo>
                <a:lnTo>
                  <a:pt x="10538272" y="411046"/>
                </a:lnTo>
                <a:lnTo>
                  <a:pt x="10583708" y="393346"/>
                </a:lnTo>
                <a:lnTo>
                  <a:pt x="10629297" y="376018"/>
                </a:lnTo>
                <a:lnTo>
                  <a:pt x="10675036" y="359065"/>
                </a:lnTo>
                <a:lnTo>
                  <a:pt x="10720923" y="342487"/>
                </a:lnTo>
                <a:lnTo>
                  <a:pt x="10766956" y="326286"/>
                </a:lnTo>
                <a:lnTo>
                  <a:pt x="10813132" y="310462"/>
                </a:lnTo>
                <a:lnTo>
                  <a:pt x="10859450" y="295018"/>
                </a:lnTo>
                <a:lnTo>
                  <a:pt x="10905907" y="279953"/>
                </a:lnTo>
                <a:lnTo>
                  <a:pt x="10952500" y="265269"/>
                </a:lnTo>
                <a:lnTo>
                  <a:pt x="10999227" y="250968"/>
                </a:lnTo>
                <a:lnTo>
                  <a:pt x="11046087" y="237049"/>
                </a:lnTo>
                <a:lnTo>
                  <a:pt x="11093076" y="223516"/>
                </a:lnTo>
                <a:lnTo>
                  <a:pt x="11140193" y="210368"/>
                </a:lnTo>
                <a:lnTo>
                  <a:pt x="11187434" y="197606"/>
                </a:lnTo>
                <a:lnTo>
                  <a:pt x="11234799" y="185233"/>
                </a:lnTo>
                <a:lnTo>
                  <a:pt x="11282284" y="173248"/>
                </a:lnTo>
                <a:lnTo>
                  <a:pt x="11329888" y="161654"/>
                </a:lnTo>
                <a:lnTo>
                  <a:pt x="11377607" y="150451"/>
                </a:lnTo>
                <a:lnTo>
                  <a:pt x="11425440" y="139640"/>
                </a:lnTo>
                <a:lnTo>
                  <a:pt x="11473385" y="129223"/>
                </a:lnTo>
                <a:lnTo>
                  <a:pt x="11521439" y="119201"/>
                </a:lnTo>
                <a:lnTo>
                  <a:pt x="11569599" y="109574"/>
                </a:lnTo>
                <a:lnTo>
                  <a:pt x="11617864" y="100344"/>
                </a:lnTo>
                <a:lnTo>
                  <a:pt x="11666231" y="91512"/>
                </a:lnTo>
                <a:lnTo>
                  <a:pt x="11714698" y="83080"/>
                </a:lnTo>
                <a:lnTo>
                  <a:pt x="11763263" y="75047"/>
                </a:lnTo>
                <a:lnTo>
                  <a:pt x="11811923" y="67417"/>
                </a:lnTo>
                <a:lnTo>
                  <a:pt x="11860676" y="60188"/>
                </a:lnTo>
                <a:lnTo>
                  <a:pt x="11909519" y="53364"/>
                </a:lnTo>
                <a:lnTo>
                  <a:pt x="11958451" y="46944"/>
                </a:lnTo>
                <a:lnTo>
                  <a:pt x="12007470" y="40931"/>
                </a:lnTo>
                <a:lnTo>
                  <a:pt x="12056572" y="35324"/>
                </a:lnTo>
                <a:lnTo>
                  <a:pt x="12105756" y="30126"/>
                </a:lnTo>
                <a:lnTo>
                  <a:pt x="12155019" y="25337"/>
                </a:lnTo>
                <a:lnTo>
                  <a:pt x="12204359" y="20958"/>
                </a:lnTo>
                <a:lnTo>
                  <a:pt x="12253773" y="16991"/>
                </a:lnTo>
                <a:lnTo>
                  <a:pt x="12303260" y="13437"/>
                </a:lnTo>
                <a:lnTo>
                  <a:pt x="12352818" y="10297"/>
                </a:lnTo>
                <a:lnTo>
                  <a:pt x="12402443" y="7572"/>
                </a:lnTo>
                <a:lnTo>
                  <a:pt x="12452133" y="5263"/>
                </a:lnTo>
                <a:lnTo>
                  <a:pt x="12501887" y="3371"/>
                </a:lnTo>
                <a:lnTo>
                  <a:pt x="12551701" y="1898"/>
                </a:lnTo>
                <a:lnTo>
                  <a:pt x="12601574" y="844"/>
                </a:lnTo>
                <a:lnTo>
                  <a:pt x="12651504" y="211"/>
                </a:lnTo>
                <a:lnTo>
                  <a:pt x="12701487" y="0"/>
                </a:lnTo>
                <a:lnTo>
                  <a:pt x="13158798" y="0"/>
                </a:lnTo>
              </a:path>
            </a:pathLst>
          </a:custGeom>
          <a:ln w="19050">
            <a:solidFill>
              <a:schemeClr val="accent2"/>
            </a:solidFill>
          </a:ln>
        </p:spPr>
        <p:txBody>
          <a:bodyPr wrap="square" lIns="0" tIns="0" rIns="0" bIns="0" rtlCol="0"/>
          <a:lstStyle/>
          <a:p>
            <a:pPr marL="0" marR="0" lvl="0" indent="0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13" name="Text Placeholder 3">
            <a:extLst>
              <a:ext uri="{FF2B5EF4-FFF2-40B4-BE49-F238E27FC236}">
                <a16:creationId xmlns:a16="http://schemas.microsoft.com/office/drawing/2014/main" id="{F53E2E6E-222A-F591-1663-CA402B732DC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07988" y="2938015"/>
            <a:ext cx="4167530" cy="2783977"/>
          </a:xfrm>
          <a:prstGeom prst="rect">
            <a:avLst/>
          </a:prstGeom>
        </p:spPr>
        <p:txBody>
          <a:bodyPr lIns="0" tIns="0" rIns="0" bIns="0" anchor="b" anchorCtr="0"/>
          <a:lstStyle>
            <a:lvl1pPr marL="0" indent="0">
              <a:buNone/>
              <a:defRPr sz="3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</a:lstStyle>
          <a:p>
            <a:pPr lvl="0"/>
            <a:r>
              <a:rPr lang="en-US" err="1"/>
              <a:t>Título</a:t>
            </a:r>
            <a:r>
              <a:rPr lang="en-US"/>
              <a:t> Template</a:t>
            </a:r>
          </a:p>
          <a:p>
            <a:pPr lvl="0"/>
            <a:r>
              <a:rPr lang="en-US" err="1"/>
              <a:t>Padrão</a:t>
            </a:r>
            <a:r>
              <a:rPr lang="en-US"/>
              <a:t> </a:t>
            </a:r>
            <a:r>
              <a:rPr lang="en-US" err="1"/>
              <a:t>Exemplo</a:t>
            </a:r>
            <a:endParaRPr lang="en-US"/>
          </a:p>
        </p:txBody>
      </p:sp>
      <p:sp>
        <p:nvSpPr>
          <p:cNvPr id="14" name="Text Placeholder 15">
            <a:extLst>
              <a:ext uri="{FF2B5EF4-FFF2-40B4-BE49-F238E27FC236}">
                <a16:creationId xmlns:a16="http://schemas.microsoft.com/office/drawing/2014/main" id="{96110406-75EA-FDCF-8EC5-7273399369D0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07988" y="5722315"/>
            <a:ext cx="4167530" cy="997297"/>
          </a:xfrm>
          <a:prstGeom prst="rect">
            <a:avLst/>
          </a:prstGeom>
        </p:spPr>
        <p:txBody>
          <a:bodyPr lIns="0" tIns="0" rIns="0" bIns="0"/>
          <a:lstStyle>
            <a:lvl1pPr>
              <a:defRPr lang="en-US" sz="2000" b="1" i="0" u="none" strike="noStrike" kern="1200" cap="none" dirty="0" smtClean="0">
                <a:solidFill>
                  <a:schemeClr val="bg1"/>
                </a:solidFill>
                <a:latin typeface="Versos"/>
                <a:ea typeface="+mj-ea"/>
                <a:cs typeface="+mj-cs"/>
                <a:sym typeface="Arial"/>
              </a:defRPr>
            </a:lvl1pPr>
            <a:lvl2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2pPr>
            <a:lvl3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3pPr>
            <a:lvl4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4pPr>
            <a:lvl5pPr>
              <a:defRPr lang="pt-BR" sz="2000" b="1" i="0" u="none" strike="noStrike" kern="1200" cap="none" dirty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pt-BR" sz="2000" b="1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</a:rPr>
              <a:t>FIC FIM EXEMPLO</a:t>
            </a:r>
            <a:endParaRPr lang="pt-BR"/>
          </a:p>
        </p:txBody>
      </p:sp>
      <p:sp>
        <p:nvSpPr>
          <p:cNvPr id="22" name="Text Placeholder 20">
            <a:extLst>
              <a:ext uri="{FF2B5EF4-FFF2-40B4-BE49-F238E27FC236}">
                <a16:creationId xmlns:a16="http://schemas.microsoft.com/office/drawing/2014/main" id="{D681B05B-2386-9C81-6A6D-BFFEF6DED57D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096001" y="5804626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868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23" name="Text Placeholder 20">
            <a:extLst>
              <a:ext uri="{FF2B5EF4-FFF2-40B4-BE49-F238E27FC236}">
                <a16:creationId xmlns:a16="http://schemas.microsoft.com/office/drawing/2014/main" id="{ACB2D47A-729B-16A4-3FD8-0779C01BA71B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7766084" y="5804626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868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24" name="Text Placeholder 20">
            <a:extLst>
              <a:ext uri="{FF2B5EF4-FFF2-40B4-BE49-F238E27FC236}">
                <a16:creationId xmlns:a16="http://schemas.microsoft.com/office/drawing/2014/main" id="{6392F700-2642-3814-0747-D0EBAE5EE8DA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9436009" y="5804626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868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25" name="Text Placeholder 41">
            <a:extLst>
              <a:ext uri="{FF2B5EF4-FFF2-40B4-BE49-F238E27FC236}">
                <a16:creationId xmlns:a16="http://schemas.microsoft.com/office/drawing/2014/main" id="{157C41B9-AF41-31A7-3A0A-19B45968B487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6096001" y="5597734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6" name="Text Placeholder 41">
            <a:extLst>
              <a:ext uri="{FF2B5EF4-FFF2-40B4-BE49-F238E27FC236}">
                <a16:creationId xmlns:a16="http://schemas.microsoft.com/office/drawing/2014/main" id="{3517E57F-3F51-7633-EEE2-B42F36DCEDB6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7766083" y="5597734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7" name="Text Placeholder 41">
            <a:extLst>
              <a:ext uri="{FF2B5EF4-FFF2-40B4-BE49-F238E27FC236}">
                <a16:creationId xmlns:a16="http://schemas.microsoft.com/office/drawing/2014/main" id="{87E0728A-5639-44E4-17A8-459EA60420AA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9436008" y="5597734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8" name="Text Placeholder 17">
            <a:extLst>
              <a:ext uri="{FF2B5EF4-FFF2-40B4-BE49-F238E27FC236}">
                <a16:creationId xmlns:a16="http://schemas.microsoft.com/office/drawing/2014/main" id="{46268A65-19CA-59CF-EB3E-096ECD0A6AD9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096000" y="5300937"/>
            <a:ext cx="4789394" cy="200722"/>
          </a:xfrm>
          <a:prstGeom prst="rect">
            <a:avLst/>
          </a:prstGeom>
        </p:spPr>
        <p:txBody>
          <a:bodyPr lIns="0" tIns="0" rIns="0" bIns="0"/>
          <a:lstStyle>
            <a:lvl1pPr marL="0" marR="1868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accent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Área de atuação</a:t>
            </a:r>
          </a:p>
        </p:txBody>
      </p:sp>
    </p:spTree>
    <p:extLst>
      <p:ext uri="{BB962C8B-B14F-4D97-AF65-F5344CB8AC3E}">
        <p14:creationId xmlns:p14="http://schemas.microsoft.com/office/powerpoint/2010/main" val="375098764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257">
          <p15:clr>
            <a:srgbClr val="FBAE40"/>
          </p15:clr>
        </p15:guide>
        <p15:guide id="2" orient="horz" pos="3770">
          <p15:clr>
            <a:srgbClr val="FBAE40"/>
          </p15:clr>
        </p15:guide>
        <p15:guide id="3" pos="7446">
          <p15:clr>
            <a:srgbClr val="FBAE40"/>
          </p15:clr>
        </p15:guide>
        <p15:guide id="4" orient="horz" pos="3997">
          <p15:clr>
            <a:srgbClr val="FBAE40"/>
          </p15:clr>
        </p15:guide>
        <p15:guide id="5" orient="horz" pos="550">
          <p15:clr>
            <a:srgbClr val="FBAE40"/>
          </p15:clr>
        </p15:guide>
        <p15:guide id="6" orient="horz" pos="323">
          <p15:clr>
            <a:srgbClr val="FBAE40"/>
          </p15:clr>
        </p15:guide>
      </p15:sldGuideLst>
    </p:ext>
  </p:extLst>
</p:sldLayout>
</file>

<file path=ppt/slideLayouts/slideLayout15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2_Divisória - Foto">
    <p:bg>
      <p:bgPr>
        <a:gradFill>
          <a:gsLst>
            <a:gs pos="0">
              <a:schemeClr val="tx1">
                <a:lumMod val="95000"/>
                <a:lumOff val="5000"/>
              </a:schemeClr>
            </a:gs>
            <a:gs pos="100000">
              <a:schemeClr val="tx1">
                <a:lumMod val="85000"/>
                <a:lumOff val="15000"/>
              </a:schemeClr>
            </a:gs>
            <a:gs pos="49000">
              <a:schemeClr val="tx1">
                <a:lumMod val="95000"/>
                <a:lumOff val="5000"/>
              </a:schemeClr>
            </a:gs>
          </a:gsLst>
          <a:lin ang="4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>
            <a:extLst>
              <a:ext uri="{FF2B5EF4-FFF2-40B4-BE49-F238E27FC236}">
                <a16:creationId xmlns:a16="http://schemas.microsoft.com/office/drawing/2014/main" id="{54A7A786-F7A7-EC4D-1E36-93517BEA1F73}"/>
              </a:ext>
            </a:extLst>
          </p:cNvPr>
          <p:cNvSpPr>
            <a:spLocks noGrp="1"/>
          </p:cNvSpPr>
          <p:nvPr>
            <p:ph type="pic" sz="quarter" idx="25"/>
          </p:nvPr>
        </p:nvSpPr>
        <p:spPr>
          <a:xfrm>
            <a:off x="0" y="0"/>
            <a:ext cx="12192000" cy="6858000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accent2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pt-BR"/>
          </a:p>
        </p:txBody>
      </p:sp>
      <p:sp>
        <p:nvSpPr>
          <p:cNvPr id="13" name="Text Placeholder 3">
            <a:extLst>
              <a:ext uri="{FF2B5EF4-FFF2-40B4-BE49-F238E27FC236}">
                <a16:creationId xmlns:a16="http://schemas.microsoft.com/office/drawing/2014/main" id="{F53E2E6E-222A-F591-1663-CA402B732DC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07988" y="2938015"/>
            <a:ext cx="4167530" cy="2783977"/>
          </a:xfrm>
          <a:prstGeom prst="rect">
            <a:avLst/>
          </a:prstGeom>
        </p:spPr>
        <p:txBody>
          <a:bodyPr lIns="0" tIns="0" rIns="0" bIns="0" anchor="b" anchorCtr="0"/>
          <a:lstStyle>
            <a:lvl1pPr marL="0" indent="0">
              <a:buNone/>
              <a:defRPr sz="3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</a:lstStyle>
          <a:p>
            <a:pPr lvl="0"/>
            <a:r>
              <a:rPr lang="en-US" err="1"/>
              <a:t>Título</a:t>
            </a:r>
            <a:r>
              <a:rPr lang="en-US"/>
              <a:t> Template</a:t>
            </a:r>
          </a:p>
          <a:p>
            <a:pPr lvl="0"/>
            <a:r>
              <a:rPr lang="en-US" err="1"/>
              <a:t>Padrão</a:t>
            </a:r>
            <a:r>
              <a:rPr lang="en-US"/>
              <a:t> </a:t>
            </a:r>
            <a:r>
              <a:rPr lang="en-US" err="1"/>
              <a:t>Exemplo</a:t>
            </a:r>
            <a:endParaRPr lang="en-US"/>
          </a:p>
        </p:txBody>
      </p:sp>
      <p:sp>
        <p:nvSpPr>
          <p:cNvPr id="14" name="Text Placeholder 15">
            <a:extLst>
              <a:ext uri="{FF2B5EF4-FFF2-40B4-BE49-F238E27FC236}">
                <a16:creationId xmlns:a16="http://schemas.microsoft.com/office/drawing/2014/main" id="{96110406-75EA-FDCF-8EC5-7273399369D0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07988" y="5722315"/>
            <a:ext cx="4167530" cy="997297"/>
          </a:xfrm>
          <a:prstGeom prst="rect">
            <a:avLst/>
          </a:prstGeom>
        </p:spPr>
        <p:txBody>
          <a:bodyPr lIns="0" tIns="0" rIns="0" bIns="0"/>
          <a:lstStyle>
            <a:lvl1pPr>
              <a:defRPr lang="en-US" sz="2000" b="1" i="0" u="none" strike="noStrike" kern="1200" cap="none" dirty="0" smtClean="0">
                <a:solidFill>
                  <a:schemeClr val="bg1"/>
                </a:solidFill>
                <a:latin typeface="Versos"/>
                <a:ea typeface="+mj-ea"/>
                <a:cs typeface="+mj-cs"/>
                <a:sym typeface="Arial"/>
              </a:defRPr>
            </a:lvl1pPr>
            <a:lvl2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2pPr>
            <a:lvl3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3pPr>
            <a:lvl4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4pPr>
            <a:lvl5pPr>
              <a:defRPr lang="pt-BR" sz="2000" b="1" i="0" u="none" strike="noStrike" kern="1200" cap="none" dirty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pt-BR" sz="2000" b="1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</a:rPr>
              <a:t>FIC FIM EXEMPLO</a:t>
            </a:r>
            <a:endParaRPr lang="pt-BR"/>
          </a:p>
        </p:txBody>
      </p:sp>
      <p:sp>
        <p:nvSpPr>
          <p:cNvPr id="22" name="Text Placeholder 20">
            <a:extLst>
              <a:ext uri="{FF2B5EF4-FFF2-40B4-BE49-F238E27FC236}">
                <a16:creationId xmlns:a16="http://schemas.microsoft.com/office/drawing/2014/main" id="{D681B05B-2386-9C81-6A6D-BFFEF6DED57D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096001" y="5804626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868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23" name="Text Placeholder 20">
            <a:extLst>
              <a:ext uri="{FF2B5EF4-FFF2-40B4-BE49-F238E27FC236}">
                <a16:creationId xmlns:a16="http://schemas.microsoft.com/office/drawing/2014/main" id="{ACB2D47A-729B-16A4-3FD8-0779C01BA71B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7766084" y="5804626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868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24" name="Text Placeholder 20">
            <a:extLst>
              <a:ext uri="{FF2B5EF4-FFF2-40B4-BE49-F238E27FC236}">
                <a16:creationId xmlns:a16="http://schemas.microsoft.com/office/drawing/2014/main" id="{6392F700-2642-3814-0747-D0EBAE5EE8DA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9436009" y="5804626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868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25" name="Text Placeholder 41">
            <a:extLst>
              <a:ext uri="{FF2B5EF4-FFF2-40B4-BE49-F238E27FC236}">
                <a16:creationId xmlns:a16="http://schemas.microsoft.com/office/drawing/2014/main" id="{157C41B9-AF41-31A7-3A0A-19B45968B487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6096001" y="5597734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6" name="Text Placeholder 41">
            <a:extLst>
              <a:ext uri="{FF2B5EF4-FFF2-40B4-BE49-F238E27FC236}">
                <a16:creationId xmlns:a16="http://schemas.microsoft.com/office/drawing/2014/main" id="{3517E57F-3F51-7633-EEE2-B42F36DCEDB6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7766083" y="5597734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7" name="Text Placeholder 41">
            <a:extLst>
              <a:ext uri="{FF2B5EF4-FFF2-40B4-BE49-F238E27FC236}">
                <a16:creationId xmlns:a16="http://schemas.microsoft.com/office/drawing/2014/main" id="{87E0728A-5639-44E4-17A8-459EA60420AA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9436008" y="5597734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8" name="Text Placeholder 17">
            <a:extLst>
              <a:ext uri="{FF2B5EF4-FFF2-40B4-BE49-F238E27FC236}">
                <a16:creationId xmlns:a16="http://schemas.microsoft.com/office/drawing/2014/main" id="{46268A65-19CA-59CF-EB3E-096ECD0A6AD9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096000" y="5300937"/>
            <a:ext cx="4789394" cy="200722"/>
          </a:xfrm>
          <a:prstGeom prst="rect">
            <a:avLst/>
          </a:prstGeom>
        </p:spPr>
        <p:txBody>
          <a:bodyPr lIns="0" tIns="0" rIns="0" bIns="0"/>
          <a:lstStyle>
            <a:lvl1pPr marL="0" marR="1868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Área de atuação</a:t>
            </a:r>
          </a:p>
        </p:txBody>
      </p:sp>
    </p:spTree>
    <p:extLst>
      <p:ext uri="{BB962C8B-B14F-4D97-AF65-F5344CB8AC3E}">
        <p14:creationId xmlns:p14="http://schemas.microsoft.com/office/powerpoint/2010/main" val="373301958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257">
          <p15:clr>
            <a:srgbClr val="FBAE40"/>
          </p15:clr>
        </p15:guide>
        <p15:guide id="2" orient="horz" pos="3770">
          <p15:clr>
            <a:srgbClr val="FBAE40"/>
          </p15:clr>
        </p15:guide>
        <p15:guide id="3" pos="7446">
          <p15:clr>
            <a:srgbClr val="FBAE40"/>
          </p15:clr>
        </p15:guide>
        <p15:guide id="4" orient="horz" pos="3997">
          <p15:clr>
            <a:srgbClr val="FBAE40"/>
          </p15:clr>
        </p15:guide>
        <p15:guide id="5" orient="horz" pos="550">
          <p15:clr>
            <a:srgbClr val="FBAE40"/>
          </p15:clr>
        </p15:guide>
        <p15:guide id="6" orient="horz" pos="323">
          <p15:clr>
            <a:srgbClr val="FBAE40"/>
          </p15:clr>
        </p15:guide>
      </p15:sldGuideLst>
    </p:ext>
  </p:extLst>
</p:sldLayout>
</file>

<file path=ppt/slideLayouts/slideLayout1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Índice | Padrão - Branc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Espaço Reservado para Número de Slide 5">
            <a:extLst>
              <a:ext uri="{FF2B5EF4-FFF2-40B4-BE49-F238E27FC236}">
                <a16:creationId xmlns:a16="http://schemas.microsoft.com/office/drawing/2014/main" id="{1C9AF77E-9895-4AC7-A1DF-EE12ACB0EE6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defRPr sz="11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12" name="Text Placeholder 3">
            <a:extLst>
              <a:ext uri="{FF2B5EF4-FFF2-40B4-BE49-F238E27FC236}">
                <a16:creationId xmlns:a16="http://schemas.microsoft.com/office/drawing/2014/main" id="{050BAD04-1FFE-3E42-A1B1-BDD8FE7DA82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tx1">
                    <a:lumMod val="85000"/>
                    <a:lumOff val="15000"/>
                  </a:schemeClr>
                </a:solidFill>
              </a:defRPr>
            </a:lvl1pPr>
          </a:lstStyle>
          <a:p>
            <a:pPr lvl="0"/>
            <a:r>
              <a:rPr lang="en-US" err="1"/>
              <a:t>Índice</a:t>
            </a:r>
            <a:r>
              <a:rPr lang="en-US"/>
              <a:t> | </a:t>
            </a:r>
            <a:r>
              <a:rPr lang="en-US" err="1"/>
              <a:t>Padrão</a:t>
            </a:r>
            <a:endParaRPr lang="en-US"/>
          </a:p>
        </p:txBody>
      </p:sp>
      <p:sp>
        <p:nvSpPr>
          <p:cNvPr id="14" name="Text Placeholder 10">
            <a:extLst>
              <a:ext uri="{FF2B5EF4-FFF2-40B4-BE49-F238E27FC236}">
                <a16:creationId xmlns:a16="http://schemas.microsoft.com/office/drawing/2014/main" id="{27D03C84-7D32-1C70-A8E9-63EA0F348C1F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defRPr sz="900" baseline="0">
                <a:solidFill>
                  <a:schemeClr val="tx1">
                    <a:lumMod val="85000"/>
                    <a:lumOff val="15000"/>
                  </a:schemeClr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2" name="Text Placeholder 8">
            <a:extLst>
              <a:ext uri="{FF2B5EF4-FFF2-40B4-BE49-F238E27FC236}">
                <a16:creationId xmlns:a16="http://schemas.microsoft.com/office/drawing/2014/main" id="{9D8C61F7-2206-D64F-31E1-979FA329DE03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334964" y="1268415"/>
            <a:ext cx="11522075" cy="5076824"/>
          </a:xfrm>
          <a:prstGeom prst="rect">
            <a:avLst/>
          </a:prstGeom>
        </p:spPr>
        <p:txBody>
          <a:bodyPr wrap="square" lIns="0" tIns="0" rIns="0" bIns="0" numCol="2">
            <a:noAutofit/>
          </a:bodyPr>
          <a:lstStyle>
            <a:lvl1pPr marL="35998" indent="0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tx1">
                    <a:lumMod val="85000"/>
                    <a:lumOff val="15000"/>
                  </a:schemeClr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endParaRPr lang="en-US"/>
          </a:p>
          <a:p>
            <a:pPr lvl="0"/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endParaRPr lang="en-US"/>
          </a:p>
          <a:p>
            <a:pPr lvl="0"/>
            <a:endParaRPr lang="en-US"/>
          </a:p>
        </p:txBody>
      </p:sp>
      <p:sp>
        <p:nvSpPr>
          <p:cNvPr id="4" name="Picture 8">
            <a:extLst>
              <a:ext uri="{FF2B5EF4-FFF2-40B4-BE49-F238E27FC236}">
                <a16:creationId xmlns:a16="http://schemas.microsoft.com/office/drawing/2014/main" id="{EA4336CC-56F4-E024-5FA4-922FCB6B45F5}"/>
              </a:ext>
            </a:extLst>
          </p:cNvPr>
          <p:cNvSpPr/>
          <p:nvPr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tx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/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2AC9EC34-0046-3354-FEAE-146185321E73}"/>
              </a:ext>
            </a:extLst>
          </p:cNvPr>
          <p:cNvCxnSpPr>
            <a:cxnSpLocks/>
          </p:cNvCxnSpPr>
          <p:nvPr/>
        </p:nvCxnSpPr>
        <p:spPr>
          <a:xfrm>
            <a:off x="1" y="169333"/>
            <a:ext cx="12229571" cy="0"/>
          </a:xfrm>
          <a:prstGeom prst="line">
            <a:avLst/>
          </a:prstGeom>
          <a:ln w="190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object 4">
            <a:extLst>
              <a:ext uri="{FF2B5EF4-FFF2-40B4-BE49-F238E27FC236}">
                <a16:creationId xmlns:a16="http://schemas.microsoft.com/office/drawing/2014/main" id="{CEA43F7C-5165-0414-8BF4-D266CF3B3FAB}"/>
              </a:ext>
            </a:extLst>
          </p:cNvPr>
          <p:cNvSpPr/>
          <p:nvPr/>
        </p:nvSpPr>
        <p:spPr>
          <a:xfrm rot="10247908" flipH="1">
            <a:off x="4106509" y="-4146683"/>
            <a:ext cx="8001039" cy="5749648"/>
          </a:xfrm>
          <a:custGeom>
            <a:avLst/>
            <a:gdLst>
              <a:gd name="connsiteX0" fmla="*/ 0 w 13940157"/>
              <a:gd name="connsiteY0" fmla="*/ 9200719 h 9456078"/>
              <a:gd name="connsiteX1" fmla="*/ 781360 w 13940157"/>
              <a:gd name="connsiteY1" fmla="*/ 9456078 h 9456078"/>
              <a:gd name="connsiteX2" fmla="*/ 831337 w 13940157"/>
              <a:gd name="connsiteY2" fmla="*/ 9455836 h 9456078"/>
              <a:gd name="connsiteX3" fmla="*/ 881253 w 13940157"/>
              <a:gd name="connsiteY3" fmla="*/ 9455111 h 9456078"/>
              <a:gd name="connsiteX4" fmla="*/ 931102 w 13940157"/>
              <a:gd name="connsiteY4" fmla="*/ 9453904 h 9456078"/>
              <a:gd name="connsiteX5" fmla="*/ 980884 w 13940157"/>
              <a:gd name="connsiteY5" fmla="*/ 9452217 h 9456078"/>
              <a:gd name="connsiteX6" fmla="*/ 1030594 w 13940157"/>
              <a:gd name="connsiteY6" fmla="*/ 9450052 h 9456078"/>
              <a:gd name="connsiteX7" fmla="*/ 1080230 w 13940157"/>
              <a:gd name="connsiteY7" fmla="*/ 9447409 h 9456078"/>
              <a:gd name="connsiteX8" fmla="*/ 1129789 w 13940157"/>
              <a:gd name="connsiteY8" fmla="*/ 9444290 h 9456078"/>
              <a:gd name="connsiteX9" fmla="*/ 1179267 w 13940157"/>
              <a:gd name="connsiteY9" fmla="*/ 9440698 h 9456078"/>
              <a:gd name="connsiteX10" fmla="*/ 1228662 w 13940157"/>
              <a:gd name="connsiteY10" fmla="*/ 9436632 h 9456078"/>
              <a:gd name="connsiteX11" fmla="*/ 1277970 w 13940157"/>
              <a:gd name="connsiteY11" fmla="*/ 9432096 h 9456078"/>
              <a:gd name="connsiteX12" fmla="*/ 1327189 w 13940157"/>
              <a:gd name="connsiteY12" fmla="*/ 9427089 h 9456078"/>
              <a:gd name="connsiteX13" fmla="*/ 1376316 w 13940157"/>
              <a:gd name="connsiteY13" fmla="*/ 9421615 h 9456078"/>
              <a:gd name="connsiteX14" fmla="*/ 1425347 w 13940157"/>
              <a:gd name="connsiteY14" fmla="*/ 9415673 h 9456078"/>
              <a:gd name="connsiteX15" fmla="*/ 1474280 w 13940157"/>
              <a:gd name="connsiteY15" fmla="*/ 9409267 h 9456078"/>
              <a:gd name="connsiteX16" fmla="*/ 1523111 w 13940157"/>
              <a:gd name="connsiteY16" fmla="*/ 9402396 h 9456078"/>
              <a:gd name="connsiteX17" fmla="*/ 1571838 w 13940157"/>
              <a:gd name="connsiteY17" fmla="*/ 9395063 h 9456078"/>
              <a:gd name="connsiteX18" fmla="*/ 1620458 w 13940157"/>
              <a:gd name="connsiteY18" fmla="*/ 9387270 h 9456078"/>
              <a:gd name="connsiteX19" fmla="*/ 1668967 w 13940157"/>
              <a:gd name="connsiteY19" fmla="*/ 9379017 h 9456078"/>
              <a:gd name="connsiteX20" fmla="*/ 1717362 w 13940157"/>
              <a:gd name="connsiteY20" fmla="*/ 9370306 h 9456078"/>
              <a:gd name="connsiteX21" fmla="*/ 1765641 w 13940157"/>
              <a:gd name="connsiteY21" fmla="*/ 9361139 h 9456078"/>
              <a:gd name="connsiteX22" fmla="*/ 1813800 w 13940157"/>
              <a:gd name="connsiteY22" fmla="*/ 9351517 h 9456078"/>
              <a:gd name="connsiteX23" fmla="*/ 1861837 w 13940157"/>
              <a:gd name="connsiteY23" fmla="*/ 9341441 h 9456078"/>
              <a:gd name="connsiteX24" fmla="*/ 1909749 w 13940157"/>
              <a:gd name="connsiteY24" fmla="*/ 9330914 h 9456078"/>
              <a:gd name="connsiteX25" fmla="*/ 1957532 w 13940157"/>
              <a:gd name="connsiteY25" fmla="*/ 9319936 h 9456078"/>
              <a:gd name="connsiteX26" fmla="*/ 2005183 w 13940157"/>
              <a:gd name="connsiteY26" fmla="*/ 9308509 h 9456078"/>
              <a:gd name="connsiteX27" fmla="*/ 2052699 w 13940157"/>
              <a:gd name="connsiteY27" fmla="*/ 9296635 h 9456078"/>
              <a:gd name="connsiteX28" fmla="*/ 2100079 w 13940157"/>
              <a:gd name="connsiteY28" fmla="*/ 9284315 h 9456078"/>
              <a:gd name="connsiteX29" fmla="*/ 2147317 w 13940157"/>
              <a:gd name="connsiteY29" fmla="*/ 9271550 h 9456078"/>
              <a:gd name="connsiteX30" fmla="*/ 2194412 w 13940157"/>
              <a:gd name="connsiteY30" fmla="*/ 9258342 h 9456078"/>
              <a:gd name="connsiteX31" fmla="*/ 2241360 w 13940157"/>
              <a:gd name="connsiteY31" fmla="*/ 9244693 h 9456078"/>
              <a:gd name="connsiteX32" fmla="*/ 2288159 w 13940157"/>
              <a:gd name="connsiteY32" fmla="*/ 9230604 h 9456078"/>
              <a:gd name="connsiteX33" fmla="*/ 2334805 w 13940157"/>
              <a:gd name="connsiteY33" fmla="*/ 9216076 h 9456078"/>
              <a:gd name="connsiteX34" fmla="*/ 2381295 w 13940157"/>
              <a:gd name="connsiteY34" fmla="*/ 9201111 h 9456078"/>
              <a:gd name="connsiteX35" fmla="*/ 2427627 w 13940157"/>
              <a:gd name="connsiteY35" fmla="*/ 9185710 h 9456078"/>
              <a:gd name="connsiteX36" fmla="*/ 2473797 w 13940157"/>
              <a:gd name="connsiteY36" fmla="*/ 9169876 h 9456078"/>
              <a:gd name="connsiteX37" fmla="*/ 2519802 w 13940157"/>
              <a:gd name="connsiteY37" fmla="*/ 9153608 h 9456078"/>
              <a:gd name="connsiteX38" fmla="*/ 2565640 w 13940157"/>
              <a:gd name="connsiteY38" fmla="*/ 9136910 h 9456078"/>
              <a:gd name="connsiteX39" fmla="*/ 2611307 w 13940157"/>
              <a:gd name="connsiteY39" fmla="*/ 9119782 h 9456078"/>
              <a:gd name="connsiteX40" fmla="*/ 2656800 w 13940157"/>
              <a:gd name="connsiteY40" fmla="*/ 9102226 h 9456078"/>
              <a:gd name="connsiteX41" fmla="*/ 2702116 w 13940157"/>
              <a:gd name="connsiteY41" fmla="*/ 9084243 h 9456078"/>
              <a:gd name="connsiteX42" fmla="*/ 2747253 w 13940157"/>
              <a:gd name="connsiteY42" fmla="*/ 9065835 h 9456078"/>
              <a:gd name="connsiteX43" fmla="*/ 2792207 w 13940157"/>
              <a:gd name="connsiteY43" fmla="*/ 9047004 h 9456078"/>
              <a:gd name="connsiteX44" fmla="*/ 2836975 w 13940157"/>
              <a:gd name="connsiteY44" fmla="*/ 9027750 h 9456078"/>
              <a:gd name="connsiteX45" fmla="*/ 2881555 w 13940157"/>
              <a:gd name="connsiteY45" fmla="*/ 9008075 h 9456078"/>
              <a:gd name="connsiteX46" fmla="*/ 2925942 w 13940157"/>
              <a:gd name="connsiteY46" fmla="*/ 8987981 h 9456078"/>
              <a:gd name="connsiteX47" fmla="*/ 2970135 w 13940157"/>
              <a:gd name="connsiteY47" fmla="*/ 8967470 h 9456078"/>
              <a:gd name="connsiteX48" fmla="*/ 3014130 w 13940157"/>
              <a:gd name="connsiteY48" fmla="*/ 8946542 h 9456078"/>
              <a:gd name="connsiteX49" fmla="*/ 3057924 w 13940157"/>
              <a:gd name="connsiteY49" fmla="*/ 8925199 h 9456078"/>
              <a:gd name="connsiteX50" fmla="*/ 3101514 w 13940157"/>
              <a:gd name="connsiteY50" fmla="*/ 8903443 h 9456078"/>
              <a:gd name="connsiteX51" fmla="*/ 3144898 w 13940157"/>
              <a:gd name="connsiteY51" fmla="*/ 8881275 h 9456078"/>
              <a:gd name="connsiteX52" fmla="*/ 3188071 w 13940157"/>
              <a:gd name="connsiteY52" fmla="*/ 8858697 h 9456078"/>
              <a:gd name="connsiteX53" fmla="*/ 3231032 w 13940157"/>
              <a:gd name="connsiteY53" fmla="*/ 8835710 h 9456078"/>
              <a:gd name="connsiteX54" fmla="*/ 3273777 w 13940157"/>
              <a:gd name="connsiteY54" fmla="*/ 8812316 h 9456078"/>
              <a:gd name="connsiteX55" fmla="*/ 3316303 w 13940157"/>
              <a:gd name="connsiteY55" fmla="*/ 8788516 h 9456078"/>
              <a:gd name="connsiteX56" fmla="*/ 3358607 w 13940157"/>
              <a:gd name="connsiteY56" fmla="*/ 8764311 h 9456078"/>
              <a:gd name="connsiteX57" fmla="*/ 3400686 w 13940157"/>
              <a:gd name="connsiteY57" fmla="*/ 8739704 h 9456078"/>
              <a:gd name="connsiteX58" fmla="*/ 3442537 w 13940157"/>
              <a:gd name="connsiteY58" fmla="*/ 8714695 h 9456078"/>
              <a:gd name="connsiteX59" fmla="*/ 3484157 w 13940157"/>
              <a:gd name="connsiteY59" fmla="*/ 8689286 h 9456078"/>
              <a:gd name="connsiteX60" fmla="*/ 3525543 w 13940157"/>
              <a:gd name="connsiteY60" fmla="*/ 8663479 h 9456078"/>
              <a:gd name="connsiteX61" fmla="*/ 3566693 w 13940157"/>
              <a:gd name="connsiteY61" fmla="*/ 8637274 h 9456078"/>
              <a:gd name="connsiteX62" fmla="*/ 3607602 w 13940157"/>
              <a:gd name="connsiteY62" fmla="*/ 8610675 h 9456078"/>
              <a:gd name="connsiteX63" fmla="*/ 3648268 w 13940157"/>
              <a:gd name="connsiteY63" fmla="*/ 8583681 h 9456078"/>
              <a:gd name="connsiteX64" fmla="*/ 3688689 w 13940157"/>
              <a:gd name="connsiteY64" fmla="*/ 8556295 h 9456078"/>
              <a:gd name="connsiteX65" fmla="*/ 3728860 w 13940157"/>
              <a:gd name="connsiteY65" fmla="*/ 8528517 h 9456078"/>
              <a:gd name="connsiteX66" fmla="*/ 3768779 w 13940157"/>
              <a:gd name="connsiteY66" fmla="*/ 8500351 h 9456078"/>
              <a:gd name="connsiteX67" fmla="*/ 3808443 w 13940157"/>
              <a:gd name="connsiteY67" fmla="*/ 8471796 h 9456078"/>
              <a:gd name="connsiteX68" fmla="*/ 3847849 w 13940157"/>
              <a:gd name="connsiteY68" fmla="*/ 8442854 h 9456078"/>
              <a:gd name="connsiteX69" fmla="*/ 3886994 w 13940157"/>
              <a:gd name="connsiteY69" fmla="*/ 8413528 h 9456078"/>
              <a:gd name="connsiteX70" fmla="*/ 3925875 w 13940157"/>
              <a:gd name="connsiteY70" fmla="*/ 8383818 h 9456078"/>
              <a:gd name="connsiteX71" fmla="*/ 3964489 w 13940157"/>
              <a:gd name="connsiteY71" fmla="*/ 8353726 h 9456078"/>
              <a:gd name="connsiteX72" fmla="*/ 4002833 w 13940157"/>
              <a:gd name="connsiteY72" fmla="*/ 8323253 h 9456078"/>
              <a:gd name="connsiteX73" fmla="*/ 4040904 w 13940157"/>
              <a:gd name="connsiteY73" fmla="*/ 8292401 h 9456078"/>
              <a:gd name="connsiteX74" fmla="*/ 4078699 w 13940157"/>
              <a:gd name="connsiteY74" fmla="*/ 8261172 h 9456078"/>
              <a:gd name="connsiteX75" fmla="*/ 4116214 w 13940157"/>
              <a:gd name="connsiteY75" fmla="*/ 8229566 h 9456078"/>
              <a:gd name="connsiteX76" fmla="*/ 4153447 w 13940157"/>
              <a:gd name="connsiteY76" fmla="*/ 8197585 h 9456078"/>
              <a:gd name="connsiteX77" fmla="*/ 4190395 w 13940157"/>
              <a:gd name="connsiteY77" fmla="*/ 8165232 h 9456078"/>
              <a:gd name="connsiteX78" fmla="*/ 4227055 w 13940157"/>
              <a:gd name="connsiteY78" fmla="*/ 8132507 h 9456078"/>
              <a:gd name="connsiteX79" fmla="*/ 4263424 w 13940157"/>
              <a:gd name="connsiteY79" fmla="*/ 8099411 h 9456078"/>
              <a:gd name="connsiteX80" fmla="*/ 4299499 w 13940157"/>
              <a:gd name="connsiteY80" fmla="*/ 8065947 h 9456078"/>
              <a:gd name="connsiteX81" fmla="*/ 4335276 w 13940157"/>
              <a:gd name="connsiteY81" fmla="*/ 8032115 h 9456078"/>
              <a:gd name="connsiteX82" fmla="*/ 4370753 w 13940157"/>
              <a:gd name="connsiteY82" fmla="*/ 7997918 h 9456078"/>
              <a:gd name="connsiteX83" fmla="*/ 4405927 w 13940157"/>
              <a:gd name="connsiteY83" fmla="*/ 7963356 h 9456078"/>
              <a:gd name="connsiteX84" fmla="*/ 4440795 w 13940157"/>
              <a:gd name="connsiteY84" fmla="*/ 7928432 h 9456078"/>
              <a:gd name="connsiteX85" fmla="*/ 4475354 w 13940157"/>
              <a:gd name="connsiteY85" fmla="*/ 7893146 h 9456078"/>
              <a:gd name="connsiteX86" fmla="*/ 4509600 w 13940157"/>
              <a:gd name="connsiteY86" fmla="*/ 7857501 h 9456078"/>
              <a:gd name="connsiteX87" fmla="*/ 4543531 w 13940157"/>
              <a:gd name="connsiteY87" fmla="*/ 7821497 h 9456078"/>
              <a:gd name="connsiteX88" fmla="*/ 4577143 w 13940157"/>
              <a:gd name="connsiteY88" fmla="*/ 7785136 h 9456078"/>
              <a:gd name="connsiteX89" fmla="*/ 4610435 w 13940157"/>
              <a:gd name="connsiteY89" fmla="*/ 7748420 h 9456078"/>
              <a:gd name="connsiteX90" fmla="*/ 4643402 w 13940157"/>
              <a:gd name="connsiteY90" fmla="*/ 7711350 h 9456078"/>
              <a:gd name="connsiteX91" fmla="*/ 4676042 w 13940157"/>
              <a:gd name="connsiteY91" fmla="*/ 7673928 h 9456078"/>
              <a:gd name="connsiteX92" fmla="*/ 4708351 w 13940157"/>
              <a:gd name="connsiteY92" fmla="*/ 7636155 h 9456078"/>
              <a:gd name="connsiteX93" fmla="*/ 4740327 w 13940157"/>
              <a:gd name="connsiteY93" fmla="*/ 7598032 h 9456078"/>
              <a:gd name="connsiteX94" fmla="*/ 4771967 w 13940157"/>
              <a:gd name="connsiteY94" fmla="*/ 7559561 h 9456078"/>
              <a:gd name="connsiteX95" fmla="*/ 4803267 w 13940157"/>
              <a:gd name="connsiteY95" fmla="*/ 7520744 h 9456078"/>
              <a:gd name="connsiteX96" fmla="*/ 4834225 w 13940157"/>
              <a:gd name="connsiteY96" fmla="*/ 7481582 h 9456078"/>
              <a:gd name="connsiteX97" fmla="*/ 4864838 w 13940157"/>
              <a:gd name="connsiteY97" fmla="*/ 7442077 h 9456078"/>
              <a:gd name="connsiteX98" fmla="*/ 8803671 w 13940157"/>
              <a:gd name="connsiteY98" fmla="*/ 2307814 h 9456078"/>
              <a:gd name="connsiteX99" fmla="*/ 8834262 w 13940157"/>
              <a:gd name="connsiteY99" fmla="*/ 2268285 h 9456078"/>
              <a:gd name="connsiteX100" fmla="*/ 8865156 w 13940157"/>
              <a:gd name="connsiteY100" fmla="*/ 2229056 h 9456078"/>
              <a:gd name="connsiteX101" fmla="*/ 8896349 w 13940157"/>
              <a:gd name="connsiteY101" fmla="*/ 2190127 h 9456078"/>
              <a:gd name="connsiteX102" fmla="*/ 8927839 w 13940157"/>
              <a:gd name="connsiteY102" fmla="*/ 2151500 h 9456078"/>
              <a:gd name="connsiteX103" fmla="*/ 8959624 w 13940157"/>
              <a:gd name="connsiteY103" fmla="*/ 2113176 h 9456078"/>
              <a:gd name="connsiteX104" fmla="*/ 8991701 w 13940157"/>
              <a:gd name="connsiteY104" fmla="*/ 2075157 h 9456078"/>
              <a:gd name="connsiteX105" fmla="*/ 9024069 w 13940157"/>
              <a:gd name="connsiteY105" fmla="*/ 2037442 h 9456078"/>
              <a:gd name="connsiteX106" fmla="*/ 9056725 w 13940157"/>
              <a:gd name="connsiteY106" fmla="*/ 2000034 h 9456078"/>
              <a:gd name="connsiteX107" fmla="*/ 9089667 w 13940157"/>
              <a:gd name="connsiteY107" fmla="*/ 1962934 h 9456078"/>
              <a:gd name="connsiteX108" fmla="*/ 9122892 w 13940157"/>
              <a:gd name="connsiteY108" fmla="*/ 1926142 h 9456078"/>
              <a:gd name="connsiteX109" fmla="*/ 9156398 w 13940157"/>
              <a:gd name="connsiteY109" fmla="*/ 1889660 h 9456078"/>
              <a:gd name="connsiteX110" fmla="*/ 9190183 w 13940157"/>
              <a:gd name="connsiteY110" fmla="*/ 1853489 h 9456078"/>
              <a:gd name="connsiteX111" fmla="*/ 9224245 w 13940157"/>
              <a:gd name="connsiteY111" fmla="*/ 1817630 h 9456078"/>
              <a:gd name="connsiteX112" fmla="*/ 9258581 w 13940157"/>
              <a:gd name="connsiteY112" fmla="*/ 1782084 h 9456078"/>
              <a:gd name="connsiteX113" fmla="*/ 9293189 w 13940157"/>
              <a:gd name="connsiteY113" fmla="*/ 1746853 h 9456078"/>
              <a:gd name="connsiteX114" fmla="*/ 9328066 w 13940157"/>
              <a:gd name="connsiteY114" fmla="*/ 1711937 h 9456078"/>
              <a:gd name="connsiteX115" fmla="*/ 9363211 w 13940157"/>
              <a:gd name="connsiteY115" fmla="*/ 1677337 h 9456078"/>
              <a:gd name="connsiteX116" fmla="*/ 9398621 w 13940157"/>
              <a:gd name="connsiteY116" fmla="*/ 1643056 h 9456078"/>
              <a:gd name="connsiteX117" fmla="*/ 9434294 w 13940157"/>
              <a:gd name="connsiteY117" fmla="*/ 1609093 h 9456078"/>
              <a:gd name="connsiteX118" fmla="*/ 9470227 w 13940157"/>
              <a:gd name="connsiteY118" fmla="*/ 1575450 h 9456078"/>
              <a:gd name="connsiteX119" fmla="*/ 9506418 w 13940157"/>
              <a:gd name="connsiteY119" fmla="*/ 1542128 h 9456078"/>
              <a:gd name="connsiteX120" fmla="*/ 9542866 w 13940157"/>
              <a:gd name="connsiteY120" fmla="*/ 1509129 h 9456078"/>
              <a:gd name="connsiteX121" fmla="*/ 9579567 w 13940157"/>
              <a:gd name="connsiteY121" fmla="*/ 1476452 h 9456078"/>
              <a:gd name="connsiteX122" fmla="*/ 9616519 w 13940157"/>
              <a:gd name="connsiteY122" fmla="*/ 1444101 h 9456078"/>
              <a:gd name="connsiteX123" fmla="*/ 9653720 w 13940157"/>
              <a:gd name="connsiteY123" fmla="*/ 1412075 h 9456078"/>
              <a:gd name="connsiteX124" fmla="*/ 9691168 w 13940157"/>
              <a:gd name="connsiteY124" fmla="*/ 1380375 h 9456078"/>
              <a:gd name="connsiteX125" fmla="*/ 9728861 w 13940157"/>
              <a:gd name="connsiteY125" fmla="*/ 1349004 h 9456078"/>
              <a:gd name="connsiteX126" fmla="*/ 9766795 w 13940157"/>
              <a:gd name="connsiteY126" fmla="*/ 1317962 h 9456078"/>
              <a:gd name="connsiteX127" fmla="*/ 9804970 w 13940157"/>
              <a:gd name="connsiteY127" fmla="*/ 1287250 h 9456078"/>
              <a:gd name="connsiteX128" fmla="*/ 9843382 w 13940157"/>
              <a:gd name="connsiteY128" fmla="*/ 1256869 h 9456078"/>
              <a:gd name="connsiteX129" fmla="*/ 9882029 w 13940157"/>
              <a:gd name="connsiteY129" fmla="*/ 1226820 h 9456078"/>
              <a:gd name="connsiteX130" fmla="*/ 9920909 w 13940157"/>
              <a:gd name="connsiteY130" fmla="*/ 1197105 h 9456078"/>
              <a:gd name="connsiteX131" fmla="*/ 9960020 w 13940157"/>
              <a:gd name="connsiteY131" fmla="*/ 1167725 h 9456078"/>
              <a:gd name="connsiteX132" fmla="*/ 9999359 w 13940157"/>
              <a:gd name="connsiteY132" fmla="*/ 1138681 h 9456078"/>
              <a:gd name="connsiteX133" fmla="*/ 10038924 w 13940157"/>
              <a:gd name="connsiteY133" fmla="*/ 1109974 h 9456078"/>
              <a:gd name="connsiteX134" fmla="*/ 10078713 w 13940157"/>
              <a:gd name="connsiteY134" fmla="*/ 1081604 h 9456078"/>
              <a:gd name="connsiteX135" fmla="*/ 10118724 w 13940157"/>
              <a:gd name="connsiteY135" fmla="*/ 1053574 h 9456078"/>
              <a:gd name="connsiteX136" fmla="*/ 10158954 w 13940157"/>
              <a:gd name="connsiteY136" fmla="*/ 1025884 h 9456078"/>
              <a:gd name="connsiteX137" fmla="*/ 10199400 w 13940157"/>
              <a:gd name="connsiteY137" fmla="*/ 998536 h 9456078"/>
              <a:gd name="connsiteX138" fmla="*/ 10240062 w 13940157"/>
              <a:gd name="connsiteY138" fmla="*/ 971530 h 9456078"/>
              <a:gd name="connsiteX139" fmla="*/ 10280935 w 13940157"/>
              <a:gd name="connsiteY139" fmla="*/ 944868 h 9456078"/>
              <a:gd name="connsiteX140" fmla="*/ 10322019 w 13940157"/>
              <a:gd name="connsiteY140" fmla="*/ 918551 h 9456078"/>
              <a:gd name="connsiteX141" fmla="*/ 10363310 w 13940157"/>
              <a:gd name="connsiteY141" fmla="*/ 892580 h 9456078"/>
              <a:gd name="connsiteX142" fmla="*/ 10404807 w 13940157"/>
              <a:gd name="connsiteY142" fmla="*/ 866956 h 9456078"/>
              <a:gd name="connsiteX143" fmla="*/ 10446507 w 13940157"/>
              <a:gd name="connsiteY143" fmla="*/ 841681 h 9456078"/>
              <a:gd name="connsiteX144" fmla="*/ 10488408 w 13940157"/>
              <a:gd name="connsiteY144" fmla="*/ 816754 h 9456078"/>
              <a:gd name="connsiteX145" fmla="*/ 10530507 w 13940157"/>
              <a:gd name="connsiteY145" fmla="*/ 792179 h 9456078"/>
              <a:gd name="connsiteX146" fmla="*/ 10572803 w 13940157"/>
              <a:gd name="connsiteY146" fmla="*/ 767955 h 9456078"/>
              <a:gd name="connsiteX147" fmla="*/ 10615292 w 13940157"/>
              <a:gd name="connsiteY147" fmla="*/ 744083 h 9456078"/>
              <a:gd name="connsiteX148" fmla="*/ 10657973 w 13940157"/>
              <a:gd name="connsiteY148" fmla="*/ 720566 h 9456078"/>
              <a:gd name="connsiteX149" fmla="*/ 10700844 w 13940157"/>
              <a:gd name="connsiteY149" fmla="*/ 697404 h 9456078"/>
              <a:gd name="connsiteX150" fmla="*/ 10743902 w 13940157"/>
              <a:gd name="connsiteY150" fmla="*/ 674598 h 9456078"/>
              <a:gd name="connsiteX151" fmla="*/ 10787144 w 13940157"/>
              <a:gd name="connsiteY151" fmla="*/ 652149 h 9456078"/>
              <a:gd name="connsiteX152" fmla="*/ 10830569 w 13940157"/>
              <a:gd name="connsiteY152" fmla="*/ 630059 h 9456078"/>
              <a:gd name="connsiteX153" fmla="*/ 10874174 w 13940157"/>
              <a:gd name="connsiteY153" fmla="*/ 608328 h 9456078"/>
              <a:gd name="connsiteX154" fmla="*/ 10917957 w 13940157"/>
              <a:gd name="connsiteY154" fmla="*/ 586958 h 9456078"/>
              <a:gd name="connsiteX155" fmla="*/ 10961916 w 13940157"/>
              <a:gd name="connsiteY155" fmla="*/ 565950 h 9456078"/>
              <a:gd name="connsiteX156" fmla="*/ 11006048 w 13940157"/>
              <a:gd name="connsiteY156" fmla="*/ 545304 h 9456078"/>
              <a:gd name="connsiteX157" fmla="*/ 11050351 w 13940157"/>
              <a:gd name="connsiteY157" fmla="*/ 525023 h 9456078"/>
              <a:gd name="connsiteX158" fmla="*/ 11094823 w 13940157"/>
              <a:gd name="connsiteY158" fmla="*/ 505107 h 9456078"/>
              <a:gd name="connsiteX159" fmla="*/ 11139461 w 13940157"/>
              <a:gd name="connsiteY159" fmla="*/ 485558 h 9456078"/>
              <a:gd name="connsiteX160" fmla="*/ 11184263 w 13940157"/>
              <a:gd name="connsiteY160" fmla="*/ 466376 h 9456078"/>
              <a:gd name="connsiteX161" fmla="*/ 11229228 w 13940157"/>
              <a:gd name="connsiteY161" fmla="*/ 447563 h 9456078"/>
              <a:gd name="connsiteX162" fmla="*/ 11274351 w 13940157"/>
              <a:gd name="connsiteY162" fmla="*/ 429119 h 9456078"/>
              <a:gd name="connsiteX163" fmla="*/ 11319632 w 13940157"/>
              <a:gd name="connsiteY163" fmla="*/ 411046 h 9456078"/>
              <a:gd name="connsiteX164" fmla="*/ 11365068 w 13940157"/>
              <a:gd name="connsiteY164" fmla="*/ 393346 h 9456078"/>
              <a:gd name="connsiteX165" fmla="*/ 11410657 w 13940157"/>
              <a:gd name="connsiteY165" fmla="*/ 376018 h 9456078"/>
              <a:gd name="connsiteX166" fmla="*/ 11456396 w 13940157"/>
              <a:gd name="connsiteY166" fmla="*/ 359065 h 9456078"/>
              <a:gd name="connsiteX167" fmla="*/ 11502283 w 13940157"/>
              <a:gd name="connsiteY167" fmla="*/ 342487 h 9456078"/>
              <a:gd name="connsiteX168" fmla="*/ 11548316 w 13940157"/>
              <a:gd name="connsiteY168" fmla="*/ 326286 h 9456078"/>
              <a:gd name="connsiteX169" fmla="*/ 11594492 w 13940157"/>
              <a:gd name="connsiteY169" fmla="*/ 310462 h 9456078"/>
              <a:gd name="connsiteX170" fmla="*/ 11640810 w 13940157"/>
              <a:gd name="connsiteY170" fmla="*/ 295018 h 9456078"/>
              <a:gd name="connsiteX171" fmla="*/ 11687267 w 13940157"/>
              <a:gd name="connsiteY171" fmla="*/ 279953 h 9456078"/>
              <a:gd name="connsiteX172" fmla="*/ 11733860 w 13940157"/>
              <a:gd name="connsiteY172" fmla="*/ 265269 h 9456078"/>
              <a:gd name="connsiteX173" fmla="*/ 11780587 w 13940157"/>
              <a:gd name="connsiteY173" fmla="*/ 250968 h 9456078"/>
              <a:gd name="connsiteX174" fmla="*/ 11827447 w 13940157"/>
              <a:gd name="connsiteY174" fmla="*/ 237049 h 9456078"/>
              <a:gd name="connsiteX175" fmla="*/ 11874436 w 13940157"/>
              <a:gd name="connsiteY175" fmla="*/ 223516 h 9456078"/>
              <a:gd name="connsiteX176" fmla="*/ 11921553 w 13940157"/>
              <a:gd name="connsiteY176" fmla="*/ 210368 h 9456078"/>
              <a:gd name="connsiteX177" fmla="*/ 11968794 w 13940157"/>
              <a:gd name="connsiteY177" fmla="*/ 197606 h 9456078"/>
              <a:gd name="connsiteX178" fmla="*/ 12016159 w 13940157"/>
              <a:gd name="connsiteY178" fmla="*/ 185233 h 9456078"/>
              <a:gd name="connsiteX179" fmla="*/ 12063644 w 13940157"/>
              <a:gd name="connsiteY179" fmla="*/ 173248 h 9456078"/>
              <a:gd name="connsiteX180" fmla="*/ 12111248 w 13940157"/>
              <a:gd name="connsiteY180" fmla="*/ 161654 h 9456078"/>
              <a:gd name="connsiteX181" fmla="*/ 12158967 w 13940157"/>
              <a:gd name="connsiteY181" fmla="*/ 150451 h 9456078"/>
              <a:gd name="connsiteX182" fmla="*/ 12206800 w 13940157"/>
              <a:gd name="connsiteY182" fmla="*/ 139640 h 9456078"/>
              <a:gd name="connsiteX183" fmla="*/ 12254745 w 13940157"/>
              <a:gd name="connsiteY183" fmla="*/ 129223 h 9456078"/>
              <a:gd name="connsiteX184" fmla="*/ 12302799 w 13940157"/>
              <a:gd name="connsiteY184" fmla="*/ 119201 h 9456078"/>
              <a:gd name="connsiteX185" fmla="*/ 12350959 w 13940157"/>
              <a:gd name="connsiteY185" fmla="*/ 109574 h 9456078"/>
              <a:gd name="connsiteX186" fmla="*/ 12399224 w 13940157"/>
              <a:gd name="connsiteY186" fmla="*/ 100344 h 9456078"/>
              <a:gd name="connsiteX187" fmla="*/ 12447591 w 13940157"/>
              <a:gd name="connsiteY187" fmla="*/ 91512 h 9456078"/>
              <a:gd name="connsiteX188" fmla="*/ 12496058 w 13940157"/>
              <a:gd name="connsiteY188" fmla="*/ 83080 h 9456078"/>
              <a:gd name="connsiteX189" fmla="*/ 12544623 w 13940157"/>
              <a:gd name="connsiteY189" fmla="*/ 75047 h 9456078"/>
              <a:gd name="connsiteX190" fmla="*/ 12593283 w 13940157"/>
              <a:gd name="connsiteY190" fmla="*/ 67417 h 9456078"/>
              <a:gd name="connsiteX191" fmla="*/ 12642036 w 13940157"/>
              <a:gd name="connsiteY191" fmla="*/ 60188 h 9456078"/>
              <a:gd name="connsiteX192" fmla="*/ 12690879 w 13940157"/>
              <a:gd name="connsiteY192" fmla="*/ 53364 h 9456078"/>
              <a:gd name="connsiteX193" fmla="*/ 12739811 w 13940157"/>
              <a:gd name="connsiteY193" fmla="*/ 46944 h 9456078"/>
              <a:gd name="connsiteX194" fmla="*/ 12788830 w 13940157"/>
              <a:gd name="connsiteY194" fmla="*/ 40931 h 9456078"/>
              <a:gd name="connsiteX195" fmla="*/ 12837932 w 13940157"/>
              <a:gd name="connsiteY195" fmla="*/ 35324 h 9456078"/>
              <a:gd name="connsiteX196" fmla="*/ 12887116 w 13940157"/>
              <a:gd name="connsiteY196" fmla="*/ 30126 h 9456078"/>
              <a:gd name="connsiteX197" fmla="*/ 12936379 w 13940157"/>
              <a:gd name="connsiteY197" fmla="*/ 25337 h 9456078"/>
              <a:gd name="connsiteX198" fmla="*/ 12985719 w 13940157"/>
              <a:gd name="connsiteY198" fmla="*/ 20958 h 9456078"/>
              <a:gd name="connsiteX199" fmla="*/ 13035133 w 13940157"/>
              <a:gd name="connsiteY199" fmla="*/ 16991 h 9456078"/>
              <a:gd name="connsiteX200" fmla="*/ 13084620 w 13940157"/>
              <a:gd name="connsiteY200" fmla="*/ 13437 h 9456078"/>
              <a:gd name="connsiteX201" fmla="*/ 13134178 w 13940157"/>
              <a:gd name="connsiteY201" fmla="*/ 10297 h 9456078"/>
              <a:gd name="connsiteX202" fmla="*/ 13183803 w 13940157"/>
              <a:gd name="connsiteY202" fmla="*/ 7572 h 9456078"/>
              <a:gd name="connsiteX203" fmla="*/ 13233493 w 13940157"/>
              <a:gd name="connsiteY203" fmla="*/ 5263 h 9456078"/>
              <a:gd name="connsiteX204" fmla="*/ 13283247 w 13940157"/>
              <a:gd name="connsiteY204" fmla="*/ 3371 h 9456078"/>
              <a:gd name="connsiteX205" fmla="*/ 13333061 w 13940157"/>
              <a:gd name="connsiteY205" fmla="*/ 1898 h 9456078"/>
              <a:gd name="connsiteX206" fmla="*/ 13382934 w 13940157"/>
              <a:gd name="connsiteY206" fmla="*/ 844 h 9456078"/>
              <a:gd name="connsiteX207" fmla="*/ 13432864 w 13940157"/>
              <a:gd name="connsiteY207" fmla="*/ 211 h 9456078"/>
              <a:gd name="connsiteX208" fmla="*/ 13482847 w 13940157"/>
              <a:gd name="connsiteY208" fmla="*/ 0 h 9456078"/>
              <a:gd name="connsiteX209" fmla="*/ 13940158 w 13940157"/>
              <a:gd name="connsiteY209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49234 w 13158799"/>
              <a:gd name="connsiteY5" fmla="*/ 9450052 h 9456078"/>
              <a:gd name="connsiteX6" fmla="*/ 298870 w 13158799"/>
              <a:gd name="connsiteY6" fmla="*/ 9447409 h 9456078"/>
              <a:gd name="connsiteX7" fmla="*/ 348429 w 13158799"/>
              <a:gd name="connsiteY7" fmla="*/ 9444290 h 9456078"/>
              <a:gd name="connsiteX8" fmla="*/ 397907 w 13158799"/>
              <a:gd name="connsiteY8" fmla="*/ 9440698 h 9456078"/>
              <a:gd name="connsiteX9" fmla="*/ 447302 w 13158799"/>
              <a:gd name="connsiteY9" fmla="*/ 9436632 h 9456078"/>
              <a:gd name="connsiteX10" fmla="*/ 496610 w 13158799"/>
              <a:gd name="connsiteY10" fmla="*/ 9432096 h 9456078"/>
              <a:gd name="connsiteX11" fmla="*/ 545829 w 13158799"/>
              <a:gd name="connsiteY11" fmla="*/ 9427089 h 9456078"/>
              <a:gd name="connsiteX12" fmla="*/ 594956 w 13158799"/>
              <a:gd name="connsiteY12" fmla="*/ 9421615 h 9456078"/>
              <a:gd name="connsiteX13" fmla="*/ 643987 w 13158799"/>
              <a:gd name="connsiteY13" fmla="*/ 9415673 h 9456078"/>
              <a:gd name="connsiteX14" fmla="*/ 692920 w 13158799"/>
              <a:gd name="connsiteY14" fmla="*/ 9409267 h 9456078"/>
              <a:gd name="connsiteX15" fmla="*/ 741751 w 13158799"/>
              <a:gd name="connsiteY15" fmla="*/ 9402396 h 9456078"/>
              <a:gd name="connsiteX16" fmla="*/ 790478 w 13158799"/>
              <a:gd name="connsiteY16" fmla="*/ 9395063 h 9456078"/>
              <a:gd name="connsiteX17" fmla="*/ 839098 w 13158799"/>
              <a:gd name="connsiteY17" fmla="*/ 9387270 h 9456078"/>
              <a:gd name="connsiteX18" fmla="*/ 887607 w 13158799"/>
              <a:gd name="connsiteY18" fmla="*/ 9379017 h 9456078"/>
              <a:gd name="connsiteX19" fmla="*/ 936002 w 13158799"/>
              <a:gd name="connsiteY19" fmla="*/ 9370306 h 9456078"/>
              <a:gd name="connsiteX20" fmla="*/ 984281 w 13158799"/>
              <a:gd name="connsiteY20" fmla="*/ 9361139 h 9456078"/>
              <a:gd name="connsiteX21" fmla="*/ 1032440 w 13158799"/>
              <a:gd name="connsiteY21" fmla="*/ 9351517 h 9456078"/>
              <a:gd name="connsiteX22" fmla="*/ 1080477 w 13158799"/>
              <a:gd name="connsiteY22" fmla="*/ 9341441 h 9456078"/>
              <a:gd name="connsiteX23" fmla="*/ 1128389 w 13158799"/>
              <a:gd name="connsiteY23" fmla="*/ 9330914 h 9456078"/>
              <a:gd name="connsiteX24" fmla="*/ 1176172 w 13158799"/>
              <a:gd name="connsiteY24" fmla="*/ 9319936 h 9456078"/>
              <a:gd name="connsiteX25" fmla="*/ 1223823 w 13158799"/>
              <a:gd name="connsiteY25" fmla="*/ 9308509 h 9456078"/>
              <a:gd name="connsiteX26" fmla="*/ 1271339 w 13158799"/>
              <a:gd name="connsiteY26" fmla="*/ 9296635 h 9456078"/>
              <a:gd name="connsiteX27" fmla="*/ 1318719 w 13158799"/>
              <a:gd name="connsiteY27" fmla="*/ 9284315 h 9456078"/>
              <a:gd name="connsiteX28" fmla="*/ 1365957 w 13158799"/>
              <a:gd name="connsiteY28" fmla="*/ 9271550 h 9456078"/>
              <a:gd name="connsiteX29" fmla="*/ 1413052 w 13158799"/>
              <a:gd name="connsiteY29" fmla="*/ 9258342 h 9456078"/>
              <a:gd name="connsiteX30" fmla="*/ 1460000 w 13158799"/>
              <a:gd name="connsiteY30" fmla="*/ 9244693 h 9456078"/>
              <a:gd name="connsiteX31" fmla="*/ 1506799 w 13158799"/>
              <a:gd name="connsiteY31" fmla="*/ 9230604 h 9456078"/>
              <a:gd name="connsiteX32" fmla="*/ 1553445 w 13158799"/>
              <a:gd name="connsiteY32" fmla="*/ 9216076 h 9456078"/>
              <a:gd name="connsiteX33" fmla="*/ 1599935 w 13158799"/>
              <a:gd name="connsiteY33" fmla="*/ 9201111 h 9456078"/>
              <a:gd name="connsiteX34" fmla="*/ 1646267 w 13158799"/>
              <a:gd name="connsiteY34" fmla="*/ 9185710 h 9456078"/>
              <a:gd name="connsiteX35" fmla="*/ 1692437 w 13158799"/>
              <a:gd name="connsiteY35" fmla="*/ 9169876 h 9456078"/>
              <a:gd name="connsiteX36" fmla="*/ 1738442 w 13158799"/>
              <a:gd name="connsiteY36" fmla="*/ 9153608 h 9456078"/>
              <a:gd name="connsiteX37" fmla="*/ 1784280 w 13158799"/>
              <a:gd name="connsiteY37" fmla="*/ 9136910 h 9456078"/>
              <a:gd name="connsiteX38" fmla="*/ 1829947 w 13158799"/>
              <a:gd name="connsiteY38" fmla="*/ 9119782 h 9456078"/>
              <a:gd name="connsiteX39" fmla="*/ 1875440 w 13158799"/>
              <a:gd name="connsiteY39" fmla="*/ 9102226 h 9456078"/>
              <a:gd name="connsiteX40" fmla="*/ 1920756 w 13158799"/>
              <a:gd name="connsiteY40" fmla="*/ 9084243 h 9456078"/>
              <a:gd name="connsiteX41" fmla="*/ 1965893 w 13158799"/>
              <a:gd name="connsiteY41" fmla="*/ 9065835 h 9456078"/>
              <a:gd name="connsiteX42" fmla="*/ 2010847 w 13158799"/>
              <a:gd name="connsiteY42" fmla="*/ 9047004 h 9456078"/>
              <a:gd name="connsiteX43" fmla="*/ 2055615 w 13158799"/>
              <a:gd name="connsiteY43" fmla="*/ 9027750 h 9456078"/>
              <a:gd name="connsiteX44" fmla="*/ 2100195 w 13158799"/>
              <a:gd name="connsiteY44" fmla="*/ 9008075 h 9456078"/>
              <a:gd name="connsiteX45" fmla="*/ 2144582 w 13158799"/>
              <a:gd name="connsiteY45" fmla="*/ 8987981 h 9456078"/>
              <a:gd name="connsiteX46" fmla="*/ 2188775 w 13158799"/>
              <a:gd name="connsiteY46" fmla="*/ 8967470 h 9456078"/>
              <a:gd name="connsiteX47" fmla="*/ 2232770 w 13158799"/>
              <a:gd name="connsiteY47" fmla="*/ 8946542 h 9456078"/>
              <a:gd name="connsiteX48" fmla="*/ 2276564 w 13158799"/>
              <a:gd name="connsiteY48" fmla="*/ 8925199 h 9456078"/>
              <a:gd name="connsiteX49" fmla="*/ 2320154 w 13158799"/>
              <a:gd name="connsiteY49" fmla="*/ 8903443 h 9456078"/>
              <a:gd name="connsiteX50" fmla="*/ 2363538 w 13158799"/>
              <a:gd name="connsiteY50" fmla="*/ 8881275 h 9456078"/>
              <a:gd name="connsiteX51" fmla="*/ 2406711 w 13158799"/>
              <a:gd name="connsiteY51" fmla="*/ 8858697 h 9456078"/>
              <a:gd name="connsiteX52" fmla="*/ 2449672 w 13158799"/>
              <a:gd name="connsiteY52" fmla="*/ 8835710 h 9456078"/>
              <a:gd name="connsiteX53" fmla="*/ 2492417 w 13158799"/>
              <a:gd name="connsiteY53" fmla="*/ 8812316 h 9456078"/>
              <a:gd name="connsiteX54" fmla="*/ 2534943 w 13158799"/>
              <a:gd name="connsiteY54" fmla="*/ 8788516 h 9456078"/>
              <a:gd name="connsiteX55" fmla="*/ 2577247 w 13158799"/>
              <a:gd name="connsiteY55" fmla="*/ 8764311 h 9456078"/>
              <a:gd name="connsiteX56" fmla="*/ 2619326 w 13158799"/>
              <a:gd name="connsiteY56" fmla="*/ 8739704 h 9456078"/>
              <a:gd name="connsiteX57" fmla="*/ 2661177 w 13158799"/>
              <a:gd name="connsiteY57" fmla="*/ 8714695 h 9456078"/>
              <a:gd name="connsiteX58" fmla="*/ 2702797 w 13158799"/>
              <a:gd name="connsiteY58" fmla="*/ 8689286 h 9456078"/>
              <a:gd name="connsiteX59" fmla="*/ 2744183 w 13158799"/>
              <a:gd name="connsiteY59" fmla="*/ 8663479 h 9456078"/>
              <a:gd name="connsiteX60" fmla="*/ 2785333 w 13158799"/>
              <a:gd name="connsiteY60" fmla="*/ 8637274 h 9456078"/>
              <a:gd name="connsiteX61" fmla="*/ 2826242 w 13158799"/>
              <a:gd name="connsiteY61" fmla="*/ 8610675 h 9456078"/>
              <a:gd name="connsiteX62" fmla="*/ 2866908 w 13158799"/>
              <a:gd name="connsiteY62" fmla="*/ 8583681 h 9456078"/>
              <a:gd name="connsiteX63" fmla="*/ 2907329 w 13158799"/>
              <a:gd name="connsiteY63" fmla="*/ 8556295 h 9456078"/>
              <a:gd name="connsiteX64" fmla="*/ 2947500 w 13158799"/>
              <a:gd name="connsiteY64" fmla="*/ 8528517 h 9456078"/>
              <a:gd name="connsiteX65" fmla="*/ 2987419 w 13158799"/>
              <a:gd name="connsiteY65" fmla="*/ 8500351 h 9456078"/>
              <a:gd name="connsiteX66" fmla="*/ 3027083 w 13158799"/>
              <a:gd name="connsiteY66" fmla="*/ 8471796 h 9456078"/>
              <a:gd name="connsiteX67" fmla="*/ 3066489 w 13158799"/>
              <a:gd name="connsiteY67" fmla="*/ 8442854 h 9456078"/>
              <a:gd name="connsiteX68" fmla="*/ 3105634 w 13158799"/>
              <a:gd name="connsiteY68" fmla="*/ 8413528 h 9456078"/>
              <a:gd name="connsiteX69" fmla="*/ 3144515 w 13158799"/>
              <a:gd name="connsiteY69" fmla="*/ 8383818 h 9456078"/>
              <a:gd name="connsiteX70" fmla="*/ 3183129 w 13158799"/>
              <a:gd name="connsiteY70" fmla="*/ 8353726 h 9456078"/>
              <a:gd name="connsiteX71" fmla="*/ 3221473 w 13158799"/>
              <a:gd name="connsiteY71" fmla="*/ 8323253 h 9456078"/>
              <a:gd name="connsiteX72" fmla="*/ 3259544 w 13158799"/>
              <a:gd name="connsiteY72" fmla="*/ 8292401 h 9456078"/>
              <a:gd name="connsiteX73" fmla="*/ 3297339 w 13158799"/>
              <a:gd name="connsiteY73" fmla="*/ 8261172 h 9456078"/>
              <a:gd name="connsiteX74" fmla="*/ 3334854 w 13158799"/>
              <a:gd name="connsiteY74" fmla="*/ 8229566 h 9456078"/>
              <a:gd name="connsiteX75" fmla="*/ 3372087 w 13158799"/>
              <a:gd name="connsiteY75" fmla="*/ 8197585 h 9456078"/>
              <a:gd name="connsiteX76" fmla="*/ 3409035 w 13158799"/>
              <a:gd name="connsiteY76" fmla="*/ 8165232 h 9456078"/>
              <a:gd name="connsiteX77" fmla="*/ 3445695 w 13158799"/>
              <a:gd name="connsiteY77" fmla="*/ 8132507 h 9456078"/>
              <a:gd name="connsiteX78" fmla="*/ 3482064 w 13158799"/>
              <a:gd name="connsiteY78" fmla="*/ 8099411 h 9456078"/>
              <a:gd name="connsiteX79" fmla="*/ 3518139 w 13158799"/>
              <a:gd name="connsiteY79" fmla="*/ 8065947 h 9456078"/>
              <a:gd name="connsiteX80" fmla="*/ 3553916 w 13158799"/>
              <a:gd name="connsiteY80" fmla="*/ 8032115 h 9456078"/>
              <a:gd name="connsiteX81" fmla="*/ 3589393 w 13158799"/>
              <a:gd name="connsiteY81" fmla="*/ 7997918 h 9456078"/>
              <a:gd name="connsiteX82" fmla="*/ 3624567 w 13158799"/>
              <a:gd name="connsiteY82" fmla="*/ 7963356 h 9456078"/>
              <a:gd name="connsiteX83" fmla="*/ 3659435 w 13158799"/>
              <a:gd name="connsiteY83" fmla="*/ 7928432 h 9456078"/>
              <a:gd name="connsiteX84" fmla="*/ 3693994 w 13158799"/>
              <a:gd name="connsiteY84" fmla="*/ 7893146 h 9456078"/>
              <a:gd name="connsiteX85" fmla="*/ 3728240 w 13158799"/>
              <a:gd name="connsiteY85" fmla="*/ 7857501 h 9456078"/>
              <a:gd name="connsiteX86" fmla="*/ 3762171 w 13158799"/>
              <a:gd name="connsiteY86" fmla="*/ 7821497 h 9456078"/>
              <a:gd name="connsiteX87" fmla="*/ 3795783 w 13158799"/>
              <a:gd name="connsiteY87" fmla="*/ 7785136 h 9456078"/>
              <a:gd name="connsiteX88" fmla="*/ 3829075 w 13158799"/>
              <a:gd name="connsiteY88" fmla="*/ 7748420 h 9456078"/>
              <a:gd name="connsiteX89" fmla="*/ 3862042 w 13158799"/>
              <a:gd name="connsiteY89" fmla="*/ 7711350 h 9456078"/>
              <a:gd name="connsiteX90" fmla="*/ 3894682 w 13158799"/>
              <a:gd name="connsiteY90" fmla="*/ 7673928 h 9456078"/>
              <a:gd name="connsiteX91" fmla="*/ 3926991 w 13158799"/>
              <a:gd name="connsiteY91" fmla="*/ 7636155 h 9456078"/>
              <a:gd name="connsiteX92" fmla="*/ 3958967 w 13158799"/>
              <a:gd name="connsiteY92" fmla="*/ 7598032 h 9456078"/>
              <a:gd name="connsiteX93" fmla="*/ 3990607 w 13158799"/>
              <a:gd name="connsiteY93" fmla="*/ 7559561 h 9456078"/>
              <a:gd name="connsiteX94" fmla="*/ 4021907 w 13158799"/>
              <a:gd name="connsiteY94" fmla="*/ 7520744 h 9456078"/>
              <a:gd name="connsiteX95" fmla="*/ 4052865 w 13158799"/>
              <a:gd name="connsiteY95" fmla="*/ 7481582 h 9456078"/>
              <a:gd name="connsiteX96" fmla="*/ 4083478 w 13158799"/>
              <a:gd name="connsiteY96" fmla="*/ 7442077 h 9456078"/>
              <a:gd name="connsiteX97" fmla="*/ 8022311 w 13158799"/>
              <a:gd name="connsiteY97" fmla="*/ 2307814 h 9456078"/>
              <a:gd name="connsiteX98" fmla="*/ 8052902 w 13158799"/>
              <a:gd name="connsiteY98" fmla="*/ 2268285 h 9456078"/>
              <a:gd name="connsiteX99" fmla="*/ 8083796 w 13158799"/>
              <a:gd name="connsiteY99" fmla="*/ 2229056 h 9456078"/>
              <a:gd name="connsiteX100" fmla="*/ 8114989 w 13158799"/>
              <a:gd name="connsiteY100" fmla="*/ 2190127 h 9456078"/>
              <a:gd name="connsiteX101" fmla="*/ 8146479 w 13158799"/>
              <a:gd name="connsiteY101" fmla="*/ 2151500 h 9456078"/>
              <a:gd name="connsiteX102" fmla="*/ 8178264 w 13158799"/>
              <a:gd name="connsiteY102" fmla="*/ 2113176 h 9456078"/>
              <a:gd name="connsiteX103" fmla="*/ 8210341 w 13158799"/>
              <a:gd name="connsiteY103" fmla="*/ 2075157 h 9456078"/>
              <a:gd name="connsiteX104" fmla="*/ 8242709 w 13158799"/>
              <a:gd name="connsiteY104" fmla="*/ 2037442 h 9456078"/>
              <a:gd name="connsiteX105" fmla="*/ 8275365 w 13158799"/>
              <a:gd name="connsiteY105" fmla="*/ 2000034 h 9456078"/>
              <a:gd name="connsiteX106" fmla="*/ 8308307 w 13158799"/>
              <a:gd name="connsiteY106" fmla="*/ 1962934 h 9456078"/>
              <a:gd name="connsiteX107" fmla="*/ 8341532 w 13158799"/>
              <a:gd name="connsiteY107" fmla="*/ 1926142 h 9456078"/>
              <a:gd name="connsiteX108" fmla="*/ 8375038 w 13158799"/>
              <a:gd name="connsiteY108" fmla="*/ 1889660 h 9456078"/>
              <a:gd name="connsiteX109" fmla="*/ 8408823 w 13158799"/>
              <a:gd name="connsiteY109" fmla="*/ 1853489 h 9456078"/>
              <a:gd name="connsiteX110" fmla="*/ 8442885 w 13158799"/>
              <a:gd name="connsiteY110" fmla="*/ 1817630 h 9456078"/>
              <a:gd name="connsiteX111" fmla="*/ 8477221 w 13158799"/>
              <a:gd name="connsiteY111" fmla="*/ 1782084 h 9456078"/>
              <a:gd name="connsiteX112" fmla="*/ 8511829 w 13158799"/>
              <a:gd name="connsiteY112" fmla="*/ 1746853 h 9456078"/>
              <a:gd name="connsiteX113" fmla="*/ 8546706 w 13158799"/>
              <a:gd name="connsiteY113" fmla="*/ 1711937 h 9456078"/>
              <a:gd name="connsiteX114" fmla="*/ 8581851 w 13158799"/>
              <a:gd name="connsiteY114" fmla="*/ 1677337 h 9456078"/>
              <a:gd name="connsiteX115" fmla="*/ 8617261 w 13158799"/>
              <a:gd name="connsiteY115" fmla="*/ 1643056 h 9456078"/>
              <a:gd name="connsiteX116" fmla="*/ 8652934 w 13158799"/>
              <a:gd name="connsiteY116" fmla="*/ 1609093 h 9456078"/>
              <a:gd name="connsiteX117" fmla="*/ 8688867 w 13158799"/>
              <a:gd name="connsiteY117" fmla="*/ 1575450 h 9456078"/>
              <a:gd name="connsiteX118" fmla="*/ 8725058 w 13158799"/>
              <a:gd name="connsiteY118" fmla="*/ 1542128 h 9456078"/>
              <a:gd name="connsiteX119" fmla="*/ 8761506 w 13158799"/>
              <a:gd name="connsiteY119" fmla="*/ 1509129 h 9456078"/>
              <a:gd name="connsiteX120" fmla="*/ 8798207 w 13158799"/>
              <a:gd name="connsiteY120" fmla="*/ 1476452 h 9456078"/>
              <a:gd name="connsiteX121" fmla="*/ 8835159 w 13158799"/>
              <a:gd name="connsiteY121" fmla="*/ 1444101 h 9456078"/>
              <a:gd name="connsiteX122" fmla="*/ 8872360 w 13158799"/>
              <a:gd name="connsiteY122" fmla="*/ 1412075 h 9456078"/>
              <a:gd name="connsiteX123" fmla="*/ 8909808 w 13158799"/>
              <a:gd name="connsiteY123" fmla="*/ 1380375 h 9456078"/>
              <a:gd name="connsiteX124" fmla="*/ 8947501 w 13158799"/>
              <a:gd name="connsiteY124" fmla="*/ 1349004 h 9456078"/>
              <a:gd name="connsiteX125" fmla="*/ 8985435 w 13158799"/>
              <a:gd name="connsiteY125" fmla="*/ 1317962 h 9456078"/>
              <a:gd name="connsiteX126" fmla="*/ 9023610 w 13158799"/>
              <a:gd name="connsiteY126" fmla="*/ 1287250 h 9456078"/>
              <a:gd name="connsiteX127" fmla="*/ 9062022 w 13158799"/>
              <a:gd name="connsiteY127" fmla="*/ 1256869 h 9456078"/>
              <a:gd name="connsiteX128" fmla="*/ 9100669 w 13158799"/>
              <a:gd name="connsiteY128" fmla="*/ 1226820 h 9456078"/>
              <a:gd name="connsiteX129" fmla="*/ 9139549 w 13158799"/>
              <a:gd name="connsiteY129" fmla="*/ 1197105 h 9456078"/>
              <a:gd name="connsiteX130" fmla="*/ 9178660 w 13158799"/>
              <a:gd name="connsiteY130" fmla="*/ 1167725 h 9456078"/>
              <a:gd name="connsiteX131" fmla="*/ 9217999 w 13158799"/>
              <a:gd name="connsiteY131" fmla="*/ 1138681 h 9456078"/>
              <a:gd name="connsiteX132" fmla="*/ 9257564 w 13158799"/>
              <a:gd name="connsiteY132" fmla="*/ 1109974 h 9456078"/>
              <a:gd name="connsiteX133" fmla="*/ 9297353 w 13158799"/>
              <a:gd name="connsiteY133" fmla="*/ 1081604 h 9456078"/>
              <a:gd name="connsiteX134" fmla="*/ 9337364 w 13158799"/>
              <a:gd name="connsiteY134" fmla="*/ 1053574 h 9456078"/>
              <a:gd name="connsiteX135" fmla="*/ 9377594 w 13158799"/>
              <a:gd name="connsiteY135" fmla="*/ 1025884 h 9456078"/>
              <a:gd name="connsiteX136" fmla="*/ 9418040 w 13158799"/>
              <a:gd name="connsiteY136" fmla="*/ 998536 h 9456078"/>
              <a:gd name="connsiteX137" fmla="*/ 9458702 w 13158799"/>
              <a:gd name="connsiteY137" fmla="*/ 971530 h 9456078"/>
              <a:gd name="connsiteX138" fmla="*/ 9499575 w 13158799"/>
              <a:gd name="connsiteY138" fmla="*/ 944868 h 9456078"/>
              <a:gd name="connsiteX139" fmla="*/ 9540659 w 13158799"/>
              <a:gd name="connsiteY139" fmla="*/ 918551 h 9456078"/>
              <a:gd name="connsiteX140" fmla="*/ 9581950 w 13158799"/>
              <a:gd name="connsiteY140" fmla="*/ 892580 h 9456078"/>
              <a:gd name="connsiteX141" fmla="*/ 9623447 w 13158799"/>
              <a:gd name="connsiteY141" fmla="*/ 866956 h 9456078"/>
              <a:gd name="connsiteX142" fmla="*/ 9665147 w 13158799"/>
              <a:gd name="connsiteY142" fmla="*/ 841681 h 9456078"/>
              <a:gd name="connsiteX143" fmla="*/ 9707048 w 13158799"/>
              <a:gd name="connsiteY143" fmla="*/ 816754 h 9456078"/>
              <a:gd name="connsiteX144" fmla="*/ 9749147 w 13158799"/>
              <a:gd name="connsiteY144" fmla="*/ 792179 h 9456078"/>
              <a:gd name="connsiteX145" fmla="*/ 9791443 w 13158799"/>
              <a:gd name="connsiteY145" fmla="*/ 767955 h 9456078"/>
              <a:gd name="connsiteX146" fmla="*/ 9833932 w 13158799"/>
              <a:gd name="connsiteY146" fmla="*/ 744083 h 9456078"/>
              <a:gd name="connsiteX147" fmla="*/ 9876613 w 13158799"/>
              <a:gd name="connsiteY147" fmla="*/ 720566 h 9456078"/>
              <a:gd name="connsiteX148" fmla="*/ 9919484 w 13158799"/>
              <a:gd name="connsiteY148" fmla="*/ 697404 h 9456078"/>
              <a:gd name="connsiteX149" fmla="*/ 9962542 w 13158799"/>
              <a:gd name="connsiteY149" fmla="*/ 674598 h 9456078"/>
              <a:gd name="connsiteX150" fmla="*/ 10005784 w 13158799"/>
              <a:gd name="connsiteY150" fmla="*/ 652149 h 9456078"/>
              <a:gd name="connsiteX151" fmla="*/ 10049209 w 13158799"/>
              <a:gd name="connsiteY151" fmla="*/ 630059 h 9456078"/>
              <a:gd name="connsiteX152" fmla="*/ 10092814 w 13158799"/>
              <a:gd name="connsiteY152" fmla="*/ 608328 h 9456078"/>
              <a:gd name="connsiteX153" fmla="*/ 10136597 w 13158799"/>
              <a:gd name="connsiteY153" fmla="*/ 586958 h 9456078"/>
              <a:gd name="connsiteX154" fmla="*/ 10180556 w 13158799"/>
              <a:gd name="connsiteY154" fmla="*/ 565950 h 9456078"/>
              <a:gd name="connsiteX155" fmla="*/ 10224688 w 13158799"/>
              <a:gd name="connsiteY155" fmla="*/ 545304 h 9456078"/>
              <a:gd name="connsiteX156" fmla="*/ 10268991 w 13158799"/>
              <a:gd name="connsiteY156" fmla="*/ 525023 h 9456078"/>
              <a:gd name="connsiteX157" fmla="*/ 10313463 w 13158799"/>
              <a:gd name="connsiteY157" fmla="*/ 505107 h 9456078"/>
              <a:gd name="connsiteX158" fmla="*/ 10358101 w 13158799"/>
              <a:gd name="connsiteY158" fmla="*/ 485558 h 9456078"/>
              <a:gd name="connsiteX159" fmla="*/ 10402903 w 13158799"/>
              <a:gd name="connsiteY159" fmla="*/ 466376 h 9456078"/>
              <a:gd name="connsiteX160" fmla="*/ 10447868 w 13158799"/>
              <a:gd name="connsiteY160" fmla="*/ 447563 h 9456078"/>
              <a:gd name="connsiteX161" fmla="*/ 10492991 w 13158799"/>
              <a:gd name="connsiteY161" fmla="*/ 429119 h 9456078"/>
              <a:gd name="connsiteX162" fmla="*/ 10538272 w 13158799"/>
              <a:gd name="connsiteY162" fmla="*/ 411046 h 9456078"/>
              <a:gd name="connsiteX163" fmla="*/ 10583708 w 13158799"/>
              <a:gd name="connsiteY163" fmla="*/ 393346 h 9456078"/>
              <a:gd name="connsiteX164" fmla="*/ 10629297 w 13158799"/>
              <a:gd name="connsiteY164" fmla="*/ 376018 h 9456078"/>
              <a:gd name="connsiteX165" fmla="*/ 10675036 w 13158799"/>
              <a:gd name="connsiteY165" fmla="*/ 359065 h 9456078"/>
              <a:gd name="connsiteX166" fmla="*/ 10720923 w 13158799"/>
              <a:gd name="connsiteY166" fmla="*/ 342487 h 9456078"/>
              <a:gd name="connsiteX167" fmla="*/ 10766956 w 13158799"/>
              <a:gd name="connsiteY167" fmla="*/ 326286 h 9456078"/>
              <a:gd name="connsiteX168" fmla="*/ 10813132 w 13158799"/>
              <a:gd name="connsiteY168" fmla="*/ 310462 h 9456078"/>
              <a:gd name="connsiteX169" fmla="*/ 10859450 w 13158799"/>
              <a:gd name="connsiteY169" fmla="*/ 295018 h 9456078"/>
              <a:gd name="connsiteX170" fmla="*/ 10905907 w 13158799"/>
              <a:gd name="connsiteY170" fmla="*/ 279953 h 9456078"/>
              <a:gd name="connsiteX171" fmla="*/ 10952500 w 13158799"/>
              <a:gd name="connsiteY171" fmla="*/ 265269 h 9456078"/>
              <a:gd name="connsiteX172" fmla="*/ 10999227 w 13158799"/>
              <a:gd name="connsiteY172" fmla="*/ 250968 h 9456078"/>
              <a:gd name="connsiteX173" fmla="*/ 11046087 w 13158799"/>
              <a:gd name="connsiteY173" fmla="*/ 237049 h 9456078"/>
              <a:gd name="connsiteX174" fmla="*/ 11093076 w 13158799"/>
              <a:gd name="connsiteY174" fmla="*/ 223516 h 9456078"/>
              <a:gd name="connsiteX175" fmla="*/ 11140193 w 13158799"/>
              <a:gd name="connsiteY175" fmla="*/ 210368 h 9456078"/>
              <a:gd name="connsiteX176" fmla="*/ 11187434 w 13158799"/>
              <a:gd name="connsiteY176" fmla="*/ 197606 h 9456078"/>
              <a:gd name="connsiteX177" fmla="*/ 11234799 w 13158799"/>
              <a:gd name="connsiteY177" fmla="*/ 185233 h 9456078"/>
              <a:gd name="connsiteX178" fmla="*/ 11282284 w 13158799"/>
              <a:gd name="connsiteY178" fmla="*/ 173248 h 9456078"/>
              <a:gd name="connsiteX179" fmla="*/ 11329888 w 13158799"/>
              <a:gd name="connsiteY179" fmla="*/ 161654 h 9456078"/>
              <a:gd name="connsiteX180" fmla="*/ 11377607 w 13158799"/>
              <a:gd name="connsiteY180" fmla="*/ 150451 h 9456078"/>
              <a:gd name="connsiteX181" fmla="*/ 11425440 w 13158799"/>
              <a:gd name="connsiteY181" fmla="*/ 139640 h 9456078"/>
              <a:gd name="connsiteX182" fmla="*/ 11473385 w 13158799"/>
              <a:gd name="connsiteY182" fmla="*/ 129223 h 9456078"/>
              <a:gd name="connsiteX183" fmla="*/ 11521439 w 13158799"/>
              <a:gd name="connsiteY183" fmla="*/ 119201 h 9456078"/>
              <a:gd name="connsiteX184" fmla="*/ 11569599 w 13158799"/>
              <a:gd name="connsiteY184" fmla="*/ 109574 h 9456078"/>
              <a:gd name="connsiteX185" fmla="*/ 11617864 w 13158799"/>
              <a:gd name="connsiteY185" fmla="*/ 100344 h 9456078"/>
              <a:gd name="connsiteX186" fmla="*/ 11666231 w 13158799"/>
              <a:gd name="connsiteY186" fmla="*/ 91512 h 9456078"/>
              <a:gd name="connsiteX187" fmla="*/ 11714698 w 13158799"/>
              <a:gd name="connsiteY187" fmla="*/ 83080 h 9456078"/>
              <a:gd name="connsiteX188" fmla="*/ 11763263 w 13158799"/>
              <a:gd name="connsiteY188" fmla="*/ 75047 h 9456078"/>
              <a:gd name="connsiteX189" fmla="*/ 11811923 w 13158799"/>
              <a:gd name="connsiteY189" fmla="*/ 67417 h 9456078"/>
              <a:gd name="connsiteX190" fmla="*/ 11860676 w 13158799"/>
              <a:gd name="connsiteY190" fmla="*/ 60188 h 9456078"/>
              <a:gd name="connsiteX191" fmla="*/ 11909519 w 13158799"/>
              <a:gd name="connsiteY191" fmla="*/ 53364 h 9456078"/>
              <a:gd name="connsiteX192" fmla="*/ 11958451 w 13158799"/>
              <a:gd name="connsiteY192" fmla="*/ 46944 h 9456078"/>
              <a:gd name="connsiteX193" fmla="*/ 12007470 w 13158799"/>
              <a:gd name="connsiteY193" fmla="*/ 40931 h 9456078"/>
              <a:gd name="connsiteX194" fmla="*/ 12056572 w 13158799"/>
              <a:gd name="connsiteY194" fmla="*/ 35324 h 9456078"/>
              <a:gd name="connsiteX195" fmla="*/ 12105756 w 13158799"/>
              <a:gd name="connsiteY195" fmla="*/ 30126 h 9456078"/>
              <a:gd name="connsiteX196" fmla="*/ 12155019 w 13158799"/>
              <a:gd name="connsiteY196" fmla="*/ 25337 h 9456078"/>
              <a:gd name="connsiteX197" fmla="*/ 12204359 w 13158799"/>
              <a:gd name="connsiteY197" fmla="*/ 20958 h 9456078"/>
              <a:gd name="connsiteX198" fmla="*/ 12253773 w 13158799"/>
              <a:gd name="connsiteY198" fmla="*/ 16991 h 9456078"/>
              <a:gd name="connsiteX199" fmla="*/ 12303260 w 13158799"/>
              <a:gd name="connsiteY199" fmla="*/ 13437 h 9456078"/>
              <a:gd name="connsiteX200" fmla="*/ 12352818 w 13158799"/>
              <a:gd name="connsiteY200" fmla="*/ 10297 h 9456078"/>
              <a:gd name="connsiteX201" fmla="*/ 12402443 w 13158799"/>
              <a:gd name="connsiteY201" fmla="*/ 7572 h 9456078"/>
              <a:gd name="connsiteX202" fmla="*/ 12452133 w 13158799"/>
              <a:gd name="connsiteY202" fmla="*/ 5263 h 9456078"/>
              <a:gd name="connsiteX203" fmla="*/ 12501887 w 13158799"/>
              <a:gd name="connsiteY203" fmla="*/ 3371 h 9456078"/>
              <a:gd name="connsiteX204" fmla="*/ 12551701 w 13158799"/>
              <a:gd name="connsiteY204" fmla="*/ 1898 h 9456078"/>
              <a:gd name="connsiteX205" fmla="*/ 12601574 w 13158799"/>
              <a:gd name="connsiteY205" fmla="*/ 844 h 9456078"/>
              <a:gd name="connsiteX206" fmla="*/ 12651504 w 13158799"/>
              <a:gd name="connsiteY206" fmla="*/ 211 h 9456078"/>
              <a:gd name="connsiteX207" fmla="*/ 12701487 w 13158799"/>
              <a:gd name="connsiteY207" fmla="*/ 0 h 9456078"/>
              <a:gd name="connsiteX208" fmla="*/ 13158798 w 13158799"/>
              <a:gd name="connsiteY208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28389 w 13158797"/>
              <a:gd name="connsiteY22" fmla="*/ 9330914 h 9456078"/>
              <a:gd name="connsiteX23" fmla="*/ 1176172 w 13158797"/>
              <a:gd name="connsiteY23" fmla="*/ 9319936 h 9456078"/>
              <a:gd name="connsiteX24" fmla="*/ 1223823 w 13158797"/>
              <a:gd name="connsiteY24" fmla="*/ 9308509 h 9456078"/>
              <a:gd name="connsiteX25" fmla="*/ 1271339 w 13158797"/>
              <a:gd name="connsiteY25" fmla="*/ 9296635 h 9456078"/>
              <a:gd name="connsiteX26" fmla="*/ 1318719 w 13158797"/>
              <a:gd name="connsiteY26" fmla="*/ 9284315 h 9456078"/>
              <a:gd name="connsiteX27" fmla="*/ 1365957 w 13158797"/>
              <a:gd name="connsiteY27" fmla="*/ 9271550 h 9456078"/>
              <a:gd name="connsiteX28" fmla="*/ 1413052 w 13158797"/>
              <a:gd name="connsiteY28" fmla="*/ 9258342 h 9456078"/>
              <a:gd name="connsiteX29" fmla="*/ 1460000 w 13158797"/>
              <a:gd name="connsiteY29" fmla="*/ 9244693 h 9456078"/>
              <a:gd name="connsiteX30" fmla="*/ 1506799 w 13158797"/>
              <a:gd name="connsiteY30" fmla="*/ 9230604 h 9456078"/>
              <a:gd name="connsiteX31" fmla="*/ 1553445 w 13158797"/>
              <a:gd name="connsiteY31" fmla="*/ 9216076 h 9456078"/>
              <a:gd name="connsiteX32" fmla="*/ 1599935 w 13158797"/>
              <a:gd name="connsiteY32" fmla="*/ 9201111 h 9456078"/>
              <a:gd name="connsiteX33" fmla="*/ 1646267 w 13158797"/>
              <a:gd name="connsiteY33" fmla="*/ 9185710 h 9456078"/>
              <a:gd name="connsiteX34" fmla="*/ 1692437 w 13158797"/>
              <a:gd name="connsiteY34" fmla="*/ 9169876 h 9456078"/>
              <a:gd name="connsiteX35" fmla="*/ 1738442 w 13158797"/>
              <a:gd name="connsiteY35" fmla="*/ 9153608 h 9456078"/>
              <a:gd name="connsiteX36" fmla="*/ 1784280 w 13158797"/>
              <a:gd name="connsiteY36" fmla="*/ 9136910 h 9456078"/>
              <a:gd name="connsiteX37" fmla="*/ 1829947 w 13158797"/>
              <a:gd name="connsiteY37" fmla="*/ 9119782 h 9456078"/>
              <a:gd name="connsiteX38" fmla="*/ 1875440 w 13158797"/>
              <a:gd name="connsiteY38" fmla="*/ 9102226 h 9456078"/>
              <a:gd name="connsiteX39" fmla="*/ 1920756 w 13158797"/>
              <a:gd name="connsiteY39" fmla="*/ 9084243 h 9456078"/>
              <a:gd name="connsiteX40" fmla="*/ 1965893 w 13158797"/>
              <a:gd name="connsiteY40" fmla="*/ 9065835 h 9456078"/>
              <a:gd name="connsiteX41" fmla="*/ 2010847 w 13158797"/>
              <a:gd name="connsiteY41" fmla="*/ 9047004 h 9456078"/>
              <a:gd name="connsiteX42" fmla="*/ 2055615 w 13158797"/>
              <a:gd name="connsiteY42" fmla="*/ 9027750 h 9456078"/>
              <a:gd name="connsiteX43" fmla="*/ 2100195 w 13158797"/>
              <a:gd name="connsiteY43" fmla="*/ 9008075 h 9456078"/>
              <a:gd name="connsiteX44" fmla="*/ 2144582 w 13158797"/>
              <a:gd name="connsiteY44" fmla="*/ 8987981 h 9456078"/>
              <a:gd name="connsiteX45" fmla="*/ 2188775 w 13158797"/>
              <a:gd name="connsiteY45" fmla="*/ 8967470 h 9456078"/>
              <a:gd name="connsiteX46" fmla="*/ 2232770 w 13158797"/>
              <a:gd name="connsiteY46" fmla="*/ 8946542 h 9456078"/>
              <a:gd name="connsiteX47" fmla="*/ 2276564 w 13158797"/>
              <a:gd name="connsiteY47" fmla="*/ 8925199 h 9456078"/>
              <a:gd name="connsiteX48" fmla="*/ 2320154 w 13158797"/>
              <a:gd name="connsiteY48" fmla="*/ 8903443 h 9456078"/>
              <a:gd name="connsiteX49" fmla="*/ 2363538 w 13158797"/>
              <a:gd name="connsiteY49" fmla="*/ 8881275 h 9456078"/>
              <a:gd name="connsiteX50" fmla="*/ 2406711 w 13158797"/>
              <a:gd name="connsiteY50" fmla="*/ 8858697 h 9456078"/>
              <a:gd name="connsiteX51" fmla="*/ 2449672 w 13158797"/>
              <a:gd name="connsiteY51" fmla="*/ 8835710 h 9456078"/>
              <a:gd name="connsiteX52" fmla="*/ 2492417 w 13158797"/>
              <a:gd name="connsiteY52" fmla="*/ 8812316 h 9456078"/>
              <a:gd name="connsiteX53" fmla="*/ 2534943 w 13158797"/>
              <a:gd name="connsiteY53" fmla="*/ 8788516 h 9456078"/>
              <a:gd name="connsiteX54" fmla="*/ 2577247 w 13158797"/>
              <a:gd name="connsiteY54" fmla="*/ 8764311 h 9456078"/>
              <a:gd name="connsiteX55" fmla="*/ 2619326 w 13158797"/>
              <a:gd name="connsiteY55" fmla="*/ 8739704 h 9456078"/>
              <a:gd name="connsiteX56" fmla="*/ 2661177 w 13158797"/>
              <a:gd name="connsiteY56" fmla="*/ 8714695 h 9456078"/>
              <a:gd name="connsiteX57" fmla="*/ 2702797 w 13158797"/>
              <a:gd name="connsiteY57" fmla="*/ 8689286 h 9456078"/>
              <a:gd name="connsiteX58" fmla="*/ 2744183 w 13158797"/>
              <a:gd name="connsiteY58" fmla="*/ 8663479 h 9456078"/>
              <a:gd name="connsiteX59" fmla="*/ 2785333 w 13158797"/>
              <a:gd name="connsiteY59" fmla="*/ 8637274 h 9456078"/>
              <a:gd name="connsiteX60" fmla="*/ 2826242 w 13158797"/>
              <a:gd name="connsiteY60" fmla="*/ 8610675 h 9456078"/>
              <a:gd name="connsiteX61" fmla="*/ 2866908 w 13158797"/>
              <a:gd name="connsiteY61" fmla="*/ 8583681 h 9456078"/>
              <a:gd name="connsiteX62" fmla="*/ 2907329 w 13158797"/>
              <a:gd name="connsiteY62" fmla="*/ 8556295 h 9456078"/>
              <a:gd name="connsiteX63" fmla="*/ 2947500 w 13158797"/>
              <a:gd name="connsiteY63" fmla="*/ 8528517 h 9456078"/>
              <a:gd name="connsiteX64" fmla="*/ 2987419 w 13158797"/>
              <a:gd name="connsiteY64" fmla="*/ 8500351 h 9456078"/>
              <a:gd name="connsiteX65" fmla="*/ 3027083 w 13158797"/>
              <a:gd name="connsiteY65" fmla="*/ 8471796 h 9456078"/>
              <a:gd name="connsiteX66" fmla="*/ 3066489 w 13158797"/>
              <a:gd name="connsiteY66" fmla="*/ 8442854 h 9456078"/>
              <a:gd name="connsiteX67" fmla="*/ 3105634 w 13158797"/>
              <a:gd name="connsiteY67" fmla="*/ 8413528 h 9456078"/>
              <a:gd name="connsiteX68" fmla="*/ 3144515 w 13158797"/>
              <a:gd name="connsiteY68" fmla="*/ 8383818 h 9456078"/>
              <a:gd name="connsiteX69" fmla="*/ 3183129 w 13158797"/>
              <a:gd name="connsiteY69" fmla="*/ 8353726 h 9456078"/>
              <a:gd name="connsiteX70" fmla="*/ 3221473 w 13158797"/>
              <a:gd name="connsiteY70" fmla="*/ 8323253 h 9456078"/>
              <a:gd name="connsiteX71" fmla="*/ 3259544 w 13158797"/>
              <a:gd name="connsiteY71" fmla="*/ 8292401 h 9456078"/>
              <a:gd name="connsiteX72" fmla="*/ 3297339 w 13158797"/>
              <a:gd name="connsiteY72" fmla="*/ 8261172 h 9456078"/>
              <a:gd name="connsiteX73" fmla="*/ 3334854 w 13158797"/>
              <a:gd name="connsiteY73" fmla="*/ 8229566 h 9456078"/>
              <a:gd name="connsiteX74" fmla="*/ 3372087 w 13158797"/>
              <a:gd name="connsiteY74" fmla="*/ 8197585 h 9456078"/>
              <a:gd name="connsiteX75" fmla="*/ 3409035 w 13158797"/>
              <a:gd name="connsiteY75" fmla="*/ 8165232 h 9456078"/>
              <a:gd name="connsiteX76" fmla="*/ 3445695 w 13158797"/>
              <a:gd name="connsiteY76" fmla="*/ 8132507 h 9456078"/>
              <a:gd name="connsiteX77" fmla="*/ 3482064 w 13158797"/>
              <a:gd name="connsiteY77" fmla="*/ 8099411 h 9456078"/>
              <a:gd name="connsiteX78" fmla="*/ 3518139 w 13158797"/>
              <a:gd name="connsiteY78" fmla="*/ 8065947 h 9456078"/>
              <a:gd name="connsiteX79" fmla="*/ 3553916 w 13158797"/>
              <a:gd name="connsiteY79" fmla="*/ 8032115 h 9456078"/>
              <a:gd name="connsiteX80" fmla="*/ 3589393 w 13158797"/>
              <a:gd name="connsiteY80" fmla="*/ 7997918 h 9456078"/>
              <a:gd name="connsiteX81" fmla="*/ 3624567 w 13158797"/>
              <a:gd name="connsiteY81" fmla="*/ 7963356 h 9456078"/>
              <a:gd name="connsiteX82" fmla="*/ 3659435 w 13158797"/>
              <a:gd name="connsiteY82" fmla="*/ 7928432 h 9456078"/>
              <a:gd name="connsiteX83" fmla="*/ 3693994 w 13158797"/>
              <a:gd name="connsiteY83" fmla="*/ 7893146 h 9456078"/>
              <a:gd name="connsiteX84" fmla="*/ 3728240 w 13158797"/>
              <a:gd name="connsiteY84" fmla="*/ 7857501 h 9456078"/>
              <a:gd name="connsiteX85" fmla="*/ 3762171 w 13158797"/>
              <a:gd name="connsiteY85" fmla="*/ 7821497 h 9456078"/>
              <a:gd name="connsiteX86" fmla="*/ 3795783 w 13158797"/>
              <a:gd name="connsiteY86" fmla="*/ 7785136 h 9456078"/>
              <a:gd name="connsiteX87" fmla="*/ 3829075 w 13158797"/>
              <a:gd name="connsiteY87" fmla="*/ 7748420 h 9456078"/>
              <a:gd name="connsiteX88" fmla="*/ 3862042 w 13158797"/>
              <a:gd name="connsiteY88" fmla="*/ 7711350 h 9456078"/>
              <a:gd name="connsiteX89" fmla="*/ 3894682 w 13158797"/>
              <a:gd name="connsiteY89" fmla="*/ 7673928 h 9456078"/>
              <a:gd name="connsiteX90" fmla="*/ 3926991 w 13158797"/>
              <a:gd name="connsiteY90" fmla="*/ 7636155 h 9456078"/>
              <a:gd name="connsiteX91" fmla="*/ 3958967 w 13158797"/>
              <a:gd name="connsiteY91" fmla="*/ 7598032 h 9456078"/>
              <a:gd name="connsiteX92" fmla="*/ 3990607 w 13158797"/>
              <a:gd name="connsiteY92" fmla="*/ 7559561 h 9456078"/>
              <a:gd name="connsiteX93" fmla="*/ 4021907 w 13158797"/>
              <a:gd name="connsiteY93" fmla="*/ 7520744 h 9456078"/>
              <a:gd name="connsiteX94" fmla="*/ 4052865 w 13158797"/>
              <a:gd name="connsiteY94" fmla="*/ 7481582 h 9456078"/>
              <a:gd name="connsiteX95" fmla="*/ 4083478 w 13158797"/>
              <a:gd name="connsiteY95" fmla="*/ 7442077 h 9456078"/>
              <a:gd name="connsiteX96" fmla="*/ 8022311 w 13158797"/>
              <a:gd name="connsiteY96" fmla="*/ 2307814 h 9456078"/>
              <a:gd name="connsiteX97" fmla="*/ 8052902 w 13158797"/>
              <a:gd name="connsiteY97" fmla="*/ 2268285 h 9456078"/>
              <a:gd name="connsiteX98" fmla="*/ 8083796 w 13158797"/>
              <a:gd name="connsiteY98" fmla="*/ 2229056 h 9456078"/>
              <a:gd name="connsiteX99" fmla="*/ 8114989 w 13158797"/>
              <a:gd name="connsiteY99" fmla="*/ 2190127 h 9456078"/>
              <a:gd name="connsiteX100" fmla="*/ 8146479 w 13158797"/>
              <a:gd name="connsiteY100" fmla="*/ 2151500 h 9456078"/>
              <a:gd name="connsiteX101" fmla="*/ 8178264 w 13158797"/>
              <a:gd name="connsiteY101" fmla="*/ 2113176 h 9456078"/>
              <a:gd name="connsiteX102" fmla="*/ 8210341 w 13158797"/>
              <a:gd name="connsiteY102" fmla="*/ 2075157 h 9456078"/>
              <a:gd name="connsiteX103" fmla="*/ 8242709 w 13158797"/>
              <a:gd name="connsiteY103" fmla="*/ 2037442 h 9456078"/>
              <a:gd name="connsiteX104" fmla="*/ 8275365 w 13158797"/>
              <a:gd name="connsiteY104" fmla="*/ 2000034 h 9456078"/>
              <a:gd name="connsiteX105" fmla="*/ 8308307 w 13158797"/>
              <a:gd name="connsiteY105" fmla="*/ 1962934 h 9456078"/>
              <a:gd name="connsiteX106" fmla="*/ 8341532 w 13158797"/>
              <a:gd name="connsiteY106" fmla="*/ 1926142 h 9456078"/>
              <a:gd name="connsiteX107" fmla="*/ 8375038 w 13158797"/>
              <a:gd name="connsiteY107" fmla="*/ 1889660 h 9456078"/>
              <a:gd name="connsiteX108" fmla="*/ 8408823 w 13158797"/>
              <a:gd name="connsiteY108" fmla="*/ 1853489 h 9456078"/>
              <a:gd name="connsiteX109" fmla="*/ 8442885 w 13158797"/>
              <a:gd name="connsiteY109" fmla="*/ 1817630 h 9456078"/>
              <a:gd name="connsiteX110" fmla="*/ 8477221 w 13158797"/>
              <a:gd name="connsiteY110" fmla="*/ 1782084 h 9456078"/>
              <a:gd name="connsiteX111" fmla="*/ 8511829 w 13158797"/>
              <a:gd name="connsiteY111" fmla="*/ 1746853 h 9456078"/>
              <a:gd name="connsiteX112" fmla="*/ 8546706 w 13158797"/>
              <a:gd name="connsiteY112" fmla="*/ 1711937 h 9456078"/>
              <a:gd name="connsiteX113" fmla="*/ 8581851 w 13158797"/>
              <a:gd name="connsiteY113" fmla="*/ 1677337 h 9456078"/>
              <a:gd name="connsiteX114" fmla="*/ 8617261 w 13158797"/>
              <a:gd name="connsiteY114" fmla="*/ 1643056 h 9456078"/>
              <a:gd name="connsiteX115" fmla="*/ 8652934 w 13158797"/>
              <a:gd name="connsiteY115" fmla="*/ 1609093 h 9456078"/>
              <a:gd name="connsiteX116" fmla="*/ 8688867 w 13158797"/>
              <a:gd name="connsiteY116" fmla="*/ 1575450 h 9456078"/>
              <a:gd name="connsiteX117" fmla="*/ 8725058 w 13158797"/>
              <a:gd name="connsiteY117" fmla="*/ 1542128 h 9456078"/>
              <a:gd name="connsiteX118" fmla="*/ 8761506 w 13158797"/>
              <a:gd name="connsiteY118" fmla="*/ 1509129 h 9456078"/>
              <a:gd name="connsiteX119" fmla="*/ 8798207 w 13158797"/>
              <a:gd name="connsiteY119" fmla="*/ 1476452 h 9456078"/>
              <a:gd name="connsiteX120" fmla="*/ 8835159 w 13158797"/>
              <a:gd name="connsiteY120" fmla="*/ 1444101 h 9456078"/>
              <a:gd name="connsiteX121" fmla="*/ 8872360 w 13158797"/>
              <a:gd name="connsiteY121" fmla="*/ 1412075 h 9456078"/>
              <a:gd name="connsiteX122" fmla="*/ 8909808 w 13158797"/>
              <a:gd name="connsiteY122" fmla="*/ 1380375 h 9456078"/>
              <a:gd name="connsiteX123" fmla="*/ 8947501 w 13158797"/>
              <a:gd name="connsiteY123" fmla="*/ 1349004 h 9456078"/>
              <a:gd name="connsiteX124" fmla="*/ 8985435 w 13158797"/>
              <a:gd name="connsiteY124" fmla="*/ 1317962 h 9456078"/>
              <a:gd name="connsiteX125" fmla="*/ 9023610 w 13158797"/>
              <a:gd name="connsiteY125" fmla="*/ 1287250 h 9456078"/>
              <a:gd name="connsiteX126" fmla="*/ 9062022 w 13158797"/>
              <a:gd name="connsiteY126" fmla="*/ 1256869 h 9456078"/>
              <a:gd name="connsiteX127" fmla="*/ 9100669 w 13158797"/>
              <a:gd name="connsiteY127" fmla="*/ 1226820 h 9456078"/>
              <a:gd name="connsiteX128" fmla="*/ 9139549 w 13158797"/>
              <a:gd name="connsiteY128" fmla="*/ 1197105 h 9456078"/>
              <a:gd name="connsiteX129" fmla="*/ 9178660 w 13158797"/>
              <a:gd name="connsiteY129" fmla="*/ 1167725 h 9456078"/>
              <a:gd name="connsiteX130" fmla="*/ 9217999 w 13158797"/>
              <a:gd name="connsiteY130" fmla="*/ 1138681 h 9456078"/>
              <a:gd name="connsiteX131" fmla="*/ 9257564 w 13158797"/>
              <a:gd name="connsiteY131" fmla="*/ 1109974 h 9456078"/>
              <a:gd name="connsiteX132" fmla="*/ 9297353 w 13158797"/>
              <a:gd name="connsiteY132" fmla="*/ 1081604 h 9456078"/>
              <a:gd name="connsiteX133" fmla="*/ 9337364 w 13158797"/>
              <a:gd name="connsiteY133" fmla="*/ 1053574 h 9456078"/>
              <a:gd name="connsiteX134" fmla="*/ 9377594 w 13158797"/>
              <a:gd name="connsiteY134" fmla="*/ 1025884 h 9456078"/>
              <a:gd name="connsiteX135" fmla="*/ 9418040 w 13158797"/>
              <a:gd name="connsiteY135" fmla="*/ 998536 h 9456078"/>
              <a:gd name="connsiteX136" fmla="*/ 9458702 w 13158797"/>
              <a:gd name="connsiteY136" fmla="*/ 971530 h 9456078"/>
              <a:gd name="connsiteX137" fmla="*/ 9499575 w 13158797"/>
              <a:gd name="connsiteY137" fmla="*/ 944868 h 9456078"/>
              <a:gd name="connsiteX138" fmla="*/ 9540659 w 13158797"/>
              <a:gd name="connsiteY138" fmla="*/ 918551 h 9456078"/>
              <a:gd name="connsiteX139" fmla="*/ 9581950 w 13158797"/>
              <a:gd name="connsiteY139" fmla="*/ 892580 h 9456078"/>
              <a:gd name="connsiteX140" fmla="*/ 9623447 w 13158797"/>
              <a:gd name="connsiteY140" fmla="*/ 866956 h 9456078"/>
              <a:gd name="connsiteX141" fmla="*/ 9665147 w 13158797"/>
              <a:gd name="connsiteY141" fmla="*/ 841681 h 9456078"/>
              <a:gd name="connsiteX142" fmla="*/ 9707048 w 13158797"/>
              <a:gd name="connsiteY142" fmla="*/ 816754 h 9456078"/>
              <a:gd name="connsiteX143" fmla="*/ 9749147 w 13158797"/>
              <a:gd name="connsiteY143" fmla="*/ 792179 h 9456078"/>
              <a:gd name="connsiteX144" fmla="*/ 9791443 w 13158797"/>
              <a:gd name="connsiteY144" fmla="*/ 767955 h 9456078"/>
              <a:gd name="connsiteX145" fmla="*/ 9833932 w 13158797"/>
              <a:gd name="connsiteY145" fmla="*/ 744083 h 9456078"/>
              <a:gd name="connsiteX146" fmla="*/ 9876613 w 13158797"/>
              <a:gd name="connsiteY146" fmla="*/ 720566 h 9456078"/>
              <a:gd name="connsiteX147" fmla="*/ 9919484 w 13158797"/>
              <a:gd name="connsiteY147" fmla="*/ 697404 h 9456078"/>
              <a:gd name="connsiteX148" fmla="*/ 9962542 w 13158797"/>
              <a:gd name="connsiteY148" fmla="*/ 674598 h 9456078"/>
              <a:gd name="connsiteX149" fmla="*/ 10005784 w 13158797"/>
              <a:gd name="connsiteY149" fmla="*/ 652149 h 9456078"/>
              <a:gd name="connsiteX150" fmla="*/ 10049209 w 13158797"/>
              <a:gd name="connsiteY150" fmla="*/ 630059 h 9456078"/>
              <a:gd name="connsiteX151" fmla="*/ 10092814 w 13158797"/>
              <a:gd name="connsiteY151" fmla="*/ 608328 h 9456078"/>
              <a:gd name="connsiteX152" fmla="*/ 10136597 w 13158797"/>
              <a:gd name="connsiteY152" fmla="*/ 586958 h 9456078"/>
              <a:gd name="connsiteX153" fmla="*/ 10180556 w 13158797"/>
              <a:gd name="connsiteY153" fmla="*/ 565950 h 9456078"/>
              <a:gd name="connsiteX154" fmla="*/ 10224688 w 13158797"/>
              <a:gd name="connsiteY154" fmla="*/ 545304 h 9456078"/>
              <a:gd name="connsiteX155" fmla="*/ 10268991 w 13158797"/>
              <a:gd name="connsiteY155" fmla="*/ 525023 h 9456078"/>
              <a:gd name="connsiteX156" fmla="*/ 10313463 w 13158797"/>
              <a:gd name="connsiteY156" fmla="*/ 505107 h 9456078"/>
              <a:gd name="connsiteX157" fmla="*/ 10358101 w 13158797"/>
              <a:gd name="connsiteY157" fmla="*/ 485558 h 9456078"/>
              <a:gd name="connsiteX158" fmla="*/ 10402903 w 13158797"/>
              <a:gd name="connsiteY158" fmla="*/ 466376 h 9456078"/>
              <a:gd name="connsiteX159" fmla="*/ 10447868 w 13158797"/>
              <a:gd name="connsiteY159" fmla="*/ 447563 h 9456078"/>
              <a:gd name="connsiteX160" fmla="*/ 10492991 w 13158797"/>
              <a:gd name="connsiteY160" fmla="*/ 429119 h 9456078"/>
              <a:gd name="connsiteX161" fmla="*/ 10538272 w 13158797"/>
              <a:gd name="connsiteY161" fmla="*/ 411046 h 9456078"/>
              <a:gd name="connsiteX162" fmla="*/ 10583708 w 13158797"/>
              <a:gd name="connsiteY162" fmla="*/ 393346 h 9456078"/>
              <a:gd name="connsiteX163" fmla="*/ 10629297 w 13158797"/>
              <a:gd name="connsiteY163" fmla="*/ 376018 h 9456078"/>
              <a:gd name="connsiteX164" fmla="*/ 10675036 w 13158797"/>
              <a:gd name="connsiteY164" fmla="*/ 359065 h 9456078"/>
              <a:gd name="connsiteX165" fmla="*/ 10720923 w 13158797"/>
              <a:gd name="connsiteY165" fmla="*/ 342487 h 9456078"/>
              <a:gd name="connsiteX166" fmla="*/ 10766956 w 13158797"/>
              <a:gd name="connsiteY166" fmla="*/ 326286 h 9456078"/>
              <a:gd name="connsiteX167" fmla="*/ 10813132 w 13158797"/>
              <a:gd name="connsiteY167" fmla="*/ 310462 h 9456078"/>
              <a:gd name="connsiteX168" fmla="*/ 10859450 w 13158797"/>
              <a:gd name="connsiteY168" fmla="*/ 295018 h 9456078"/>
              <a:gd name="connsiteX169" fmla="*/ 10905907 w 13158797"/>
              <a:gd name="connsiteY169" fmla="*/ 279953 h 9456078"/>
              <a:gd name="connsiteX170" fmla="*/ 10952500 w 13158797"/>
              <a:gd name="connsiteY170" fmla="*/ 265269 h 9456078"/>
              <a:gd name="connsiteX171" fmla="*/ 10999227 w 13158797"/>
              <a:gd name="connsiteY171" fmla="*/ 250968 h 9456078"/>
              <a:gd name="connsiteX172" fmla="*/ 11046087 w 13158797"/>
              <a:gd name="connsiteY172" fmla="*/ 237049 h 9456078"/>
              <a:gd name="connsiteX173" fmla="*/ 11093076 w 13158797"/>
              <a:gd name="connsiteY173" fmla="*/ 223516 h 9456078"/>
              <a:gd name="connsiteX174" fmla="*/ 11140193 w 13158797"/>
              <a:gd name="connsiteY174" fmla="*/ 210368 h 9456078"/>
              <a:gd name="connsiteX175" fmla="*/ 11187434 w 13158797"/>
              <a:gd name="connsiteY175" fmla="*/ 197606 h 9456078"/>
              <a:gd name="connsiteX176" fmla="*/ 11234799 w 13158797"/>
              <a:gd name="connsiteY176" fmla="*/ 185233 h 9456078"/>
              <a:gd name="connsiteX177" fmla="*/ 11282284 w 13158797"/>
              <a:gd name="connsiteY177" fmla="*/ 173248 h 9456078"/>
              <a:gd name="connsiteX178" fmla="*/ 11329888 w 13158797"/>
              <a:gd name="connsiteY178" fmla="*/ 161654 h 9456078"/>
              <a:gd name="connsiteX179" fmla="*/ 11377607 w 13158797"/>
              <a:gd name="connsiteY179" fmla="*/ 150451 h 9456078"/>
              <a:gd name="connsiteX180" fmla="*/ 11425440 w 13158797"/>
              <a:gd name="connsiteY180" fmla="*/ 139640 h 9456078"/>
              <a:gd name="connsiteX181" fmla="*/ 11473385 w 13158797"/>
              <a:gd name="connsiteY181" fmla="*/ 129223 h 9456078"/>
              <a:gd name="connsiteX182" fmla="*/ 11521439 w 13158797"/>
              <a:gd name="connsiteY182" fmla="*/ 119201 h 9456078"/>
              <a:gd name="connsiteX183" fmla="*/ 11569599 w 13158797"/>
              <a:gd name="connsiteY183" fmla="*/ 109574 h 9456078"/>
              <a:gd name="connsiteX184" fmla="*/ 11617864 w 13158797"/>
              <a:gd name="connsiteY184" fmla="*/ 100344 h 9456078"/>
              <a:gd name="connsiteX185" fmla="*/ 11666231 w 13158797"/>
              <a:gd name="connsiteY185" fmla="*/ 91512 h 9456078"/>
              <a:gd name="connsiteX186" fmla="*/ 11714698 w 13158797"/>
              <a:gd name="connsiteY186" fmla="*/ 83080 h 9456078"/>
              <a:gd name="connsiteX187" fmla="*/ 11763263 w 13158797"/>
              <a:gd name="connsiteY187" fmla="*/ 75047 h 9456078"/>
              <a:gd name="connsiteX188" fmla="*/ 11811923 w 13158797"/>
              <a:gd name="connsiteY188" fmla="*/ 67417 h 9456078"/>
              <a:gd name="connsiteX189" fmla="*/ 11860676 w 13158797"/>
              <a:gd name="connsiteY189" fmla="*/ 60188 h 9456078"/>
              <a:gd name="connsiteX190" fmla="*/ 11909519 w 13158797"/>
              <a:gd name="connsiteY190" fmla="*/ 53364 h 9456078"/>
              <a:gd name="connsiteX191" fmla="*/ 11958451 w 13158797"/>
              <a:gd name="connsiteY191" fmla="*/ 46944 h 9456078"/>
              <a:gd name="connsiteX192" fmla="*/ 12007470 w 13158797"/>
              <a:gd name="connsiteY192" fmla="*/ 40931 h 9456078"/>
              <a:gd name="connsiteX193" fmla="*/ 12056572 w 13158797"/>
              <a:gd name="connsiteY193" fmla="*/ 35324 h 9456078"/>
              <a:gd name="connsiteX194" fmla="*/ 12105756 w 13158797"/>
              <a:gd name="connsiteY194" fmla="*/ 30126 h 9456078"/>
              <a:gd name="connsiteX195" fmla="*/ 12155019 w 13158797"/>
              <a:gd name="connsiteY195" fmla="*/ 25337 h 9456078"/>
              <a:gd name="connsiteX196" fmla="*/ 12204359 w 13158797"/>
              <a:gd name="connsiteY196" fmla="*/ 20958 h 9456078"/>
              <a:gd name="connsiteX197" fmla="*/ 12253773 w 13158797"/>
              <a:gd name="connsiteY197" fmla="*/ 16991 h 9456078"/>
              <a:gd name="connsiteX198" fmla="*/ 12303260 w 13158797"/>
              <a:gd name="connsiteY198" fmla="*/ 13437 h 9456078"/>
              <a:gd name="connsiteX199" fmla="*/ 12352818 w 13158797"/>
              <a:gd name="connsiteY199" fmla="*/ 10297 h 9456078"/>
              <a:gd name="connsiteX200" fmla="*/ 12402443 w 13158797"/>
              <a:gd name="connsiteY200" fmla="*/ 7572 h 9456078"/>
              <a:gd name="connsiteX201" fmla="*/ 12452133 w 13158797"/>
              <a:gd name="connsiteY201" fmla="*/ 5263 h 9456078"/>
              <a:gd name="connsiteX202" fmla="*/ 12501887 w 13158797"/>
              <a:gd name="connsiteY202" fmla="*/ 3371 h 9456078"/>
              <a:gd name="connsiteX203" fmla="*/ 12551701 w 13158797"/>
              <a:gd name="connsiteY203" fmla="*/ 1898 h 9456078"/>
              <a:gd name="connsiteX204" fmla="*/ 12601574 w 13158797"/>
              <a:gd name="connsiteY204" fmla="*/ 844 h 9456078"/>
              <a:gd name="connsiteX205" fmla="*/ 12651504 w 13158797"/>
              <a:gd name="connsiteY205" fmla="*/ 211 h 9456078"/>
              <a:gd name="connsiteX206" fmla="*/ 12701487 w 13158797"/>
              <a:gd name="connsiteY206" fmla="*/ 0 h 9456078"/>
              <a:gd name="connsiteX207" fmla="*/ 13158798 w 13158797"/>
              <a:gd name="connsiteY207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98870 w 13158799"/>
              <a:gd name="connsiteY5" fmla="*/ 9447409 h 9456078"/>
              <a:gd name="connsiteX6" fmla="*/ 348429 w 13158799"/>
              <a:gd name="connsiteY6" fmla="*/ 9444290 h 9456078"/>
              <a:gd name="connsiteX7" fmla="*/ 397907 w 13158799"/>
              <a:gd name="connsiteY7" fmla="*/ 9440698 h 9456078"/>
              <a:gd name="connsiteX8" fmla="*/ 447302 w 13158799"/>
              <a:gd name="connsiteY8" fmla="*/ 9436632 h 9456078"/>
              <a:gd name="connsiteX9" fmla="*/ 496610 w 13158799"/>
              <a:gd name="connsiteY9" fmla="*/ 9432096 h 9456078"/>
              <a:gd name="connsiteX10" fmla="*/ 545829 w 13158799"/>
              <a:gd name="connsiteY10" fmla="*/ 9427089 h 9456078"/>
              <a:gd name="connsiteX11" fmla="*/ 594956 w 13158799"/>
              <a:gd name="connsiteY11" fmla="*/ 9421615 h 9456078"/>
              <a:gd name="connsiteX12" fmla="*/ 643987 w 13158799"/>
              <a:gd name="connsiteY12" fmla="*/ 9415673 h 9456078"/>
              <a:gd name="connsiteX13" fmla="*/ 692920 w 13158799"/>
              <a:gd name="connsiteY13" fmla="*/ 9409267 h 9456078"/>
              <a:gd name="connsiteX14" fmla="*/ 741751 w 13158799"/>
              <a:gd name="connsiteY14" fmla="*/ 9402396 h 9456078"/>
              <a:gd name="connsiteX15" fmla="*/ 790478 w 13158799"/>
              <a:gd name="connsiteY15" fmla="*/ 9395063 h 9456078"/>
              <a:gd name="connsiteX16" fmla="*/ 839098 w 13158799"/>
              <a:gd name="connsiteY16" fmla="*/ 9387270 h 9456078"/>
              <a:gd name="connsiteX17" fmla="*/ 887607 w 13158799"/>
              <a:gd name="connsiteY17" fmla="*/ 9379017 h 9456078"/>
              <a:gd name="connsiteX18" fmla="*/ 936002 w 13158799"/>
              <a:gd name="connsiteY18" fmla="*/ 9370306 h 9456078"/>
              <a:gd name="connsiteX19" fmla="*/ 984281 w 13158799"/>
              <a:gd name="connsiteY19" fmla="*/ 9361139 h 9456078"/>
              <a:gd name="connsiteX20" fmla="*/ 1032440 w 13158799"/>
              <a:gd name="connsiteY20" fmla="*/ 9351517 h 9456078"/>
              <a:gd name="connsiteX21" fmla="*/ 1080477 w 13158799"/>
              <a:gd name="connsiteY21" fmla="*/ 9341441 h 9456078"/>
              <a:gd name="connsiteX22" fmla="*/ 1176172 w 13158799"/>
              <a:gd name="connsiteY22" fmla="*/ 9319936 h 9456078"/>
              <a:gd name="connsiteX23" fmla="*/ 1223823 w 13158799"/>
              <a:gd name="connsiteY23" fmla="*/ 9308509 h 9456078"/>
              <a:gd name="connsiteX24" fmla="*/ 1271339 w 13158799"/>
              <a:gd name="connsiteY24" fmla="*/ 9296635 h 9456078"/>
              <a:gd name="connsiteX25" fmla="*/ 1318719 w 13158799"/>
              <a:gd name="connsiteY25" fmla="*/ 9284315 h 9456078"/>
              <a:gd name="connsiteX26" fmla="*/ 1365957 w 13158799"/>
              <a:gd name="connsiteY26" fmla="*/ 9271550 h 9456078"/>
              <a:gd name="connsiteX27" fmla="*/ 1413052 w 13158799"/>
              <a:gd name="connsiteY27" fmla="*/ 9258342 h 9456078"/>
              <a:gd name="connsiteX28" fmla="*/ 1460000 w 13158799"/>
              <a:gd name="connsiteY28" fmla="*/ 9244693 h 9456078"/>
              <a:gd name="connsiteX29" fmla="*/ 1506799 w 13158799"/>
              <a:gd name="connsiteY29" fmla="*/ 9230604 h 9456078"/>
              <a:gd name="connsiteX30" fmla="*/ 1553445 w 13158799"/>
              <a:gd name="connsiteY30" fmla="*/ 9216076 h 9456078"/>
              <a:gd name="connsiteX31" fmla="*/ 1599935 w 13158799"/>
              <a:gd name="connsiteY31" fmla="*/ 9201111 h 9456078"/>
              <a:gd name="connsiteX32" fmla="*/ 1646267 w 13158799"/>
              <a:gd name="connsiteY32" fmla="*/ 9185710 h 9456078"/>
              <a:gd name="connsiteX33" fmla="*/ 1692437 w 13158799"/>
              <a:gd name="connsiteY33" fmla="*/ 9169876 h 9456078"/>
              <a:gd name="connsiteX34" fmla="*/ 1738442 w 13158799"/>
              <a:gd name="connsiteY34" fmla="*/ 9153608 h 9456078"/>
              <a:gd name="connsiteX35" fmla="*/ 1784280 w 13158799"/>
              <a:gd name="connsiteY35" fmla="*/ 9136910 h 9456078"/>
              <a:gd name="connsiteX36" fmla="*/ 1829947 w 13158799"/>
              <a:gd name="connsiteY36" fmla="*/ 9119782 h 9456078"/>
              <a:gd name="connsiteX37" fmla="*/ 1875440 w 13158799"/>
              <a:gd name="connsiteY37" fmla="*/ 9102226 h 9456078"/>
              <a:gd name="connsiteX38" fmla="*/ 1920756 w 13158799"/>
              <a:gd name="connsiteY38" fmla="*/ 9084243 h 9456078"/>
              <a:gd name="connsiteX39" fmla="*/ 1965893 w 13158799"/>
              <a:gd name="connsiteY39" fmla="*/ 9065835 h 9456078"/>
              <a:gd name="connsiteX40" fmla="*/ 2010847 w 13158799"/>
              <a:gd name="connsiteY40" fmla="*/ 9047004 h 9456078"/>
              <a:gd name="connsiteX41" fmla="*/ 2055615 w 13158799"/>
              <a:gd name="connsiteY41" fmla="*/ 9027750 h 9456078"/>
              <a:gd name="connsiteX42" fmla="*/ 2100195 w 13158799"/>
              <a:gd name="connsiteY42" fmla="*/ 9008075 h 9456078"/>
              <a:gd name="connsiteX43" fmla="*/ 2144582 w 13158799"/>
              <a:gd name="connsiteY43" fmla="*/ 8987981 h 9456078"/>
              <a:gd name="connsiteX44" fmla="*/ 2188775 w 13158799"/>
              <a:gd name="connsiteY44" fmla="*/ 8967470 h 9456078"/>
              <a:gd name="connsiteX45" fmla="*/ 2232770 w 13158799"/>
              <a:gd name="connsiteY45" fmla="*/ 8946542 h 9456078"/>
              <a:gd name="connsiteX46" fmla="*/ 2276564 w 13158799"/>
              <a:gd name="connsiteY46" fmla="*/ 8925199 h 9456078"/>
              <a:gd name="connsiteX47" fmla="*/ 2320154 w 13158799"/>
              <a:gd name="connsiteY47" fmla="*/ 8903443 h 9456078"/>
              <a:gd name="connsiteX48" fmla="*/ 2363538 w 13158799"/>
              <a:gd name="connsiteY48" fmla="*/ 8881275 h 9456078"/>
              <a:gd name="connsiteX49" fmla="*/ 2406711 w 13158799"/>
              <a:gd name="connsiteY49" fmla="*/ 8858697 h 9456078"/>
              <a:gd name="connsiteX50" fmla="*/ 2449672 w 13158799"/>
              <a:gd name="connsiteY50" fmla="*/ 8835710 h 9456078"/>
              <a:gd name="connsiteX51" fmla="*/ 2492417 w 13158799"/>
              <a:gd name="connsiteY51" fmla="*/ 8812316 h 9456078"/>
              <a:gd name="connsiteX52" fmla="*/ 2534943 w 13158799"/>
              <a:gd name="connsiteY52" fmla="*/ 8788516 h 9456078"/>
              <a:gd name="connsiteX53" fmla="*/ 2577247 w 13158799"/>
              <a:gd name="connsiteY53" fmla="*/ 8764311 h 9456078"/>
              <a:gd name="connsiteX54" fmla="*/ 2619326 w 13158799"/>
              <a:gd name="connsiteY54" fmla="*/ 8739704 h 9456078"/>
              <a:gd name="connsiteX55" fmla="*/ 2661177 w 13158799"/>
              <a:gd name="connsiteY55" fmla="*/ 8714695 h 9456078"/>
              <a:gd name="connsiteX56" fmla="*/ 2702797 w 13158799"/>
              <a:gd name="connsiteY56" fmla="*/ 8689286 h 9456078"/>
              <a:gd name="connsiteX57" fmla="*/ 2744183 w 13158799"/>
              <a:gd name="connsiteY57" fmla="*/ 8663479 h 9456078"/>
              <a:gd name="connsiteX58" fmla="*/ 2785333 w 13158799"/>
              <a:gd name="connsiteY58" fmla="*/ 8637274 h 9456078"/>
              <a:gd name="connsiteX59" fmla="*/ 2826242 w 13158799"/>
              <a:gd name="connsiteY59" fmla="*/ 8610675 h 9456078"/>
              <a:gd name="connsiteX60" fmla="*/ 2866908 w 13158799"/>
              <a:gd name="connsiteY60" fmla="*/ 8583681 h 9456078"/>
              <a:gd name="connsiteX61" fmla="*/ 2907329 w 13158799"/>
              <a:gd name="connsiteY61" fmla="*/ 8556295 h 9456078"/>
              <a:gd name="connsiteX62" fmla="*/ 2947500 w 13158799"/>
              <a:gd name="connsiteY62" fmla="*/ 8528517 h 9456078"/>
              <a:gd name="connsiteX63" fmla="*/ 2987419 w 13158799"/>
              <a:gd name="connsiteY63" fmla="*/ 8500351 h 9456078"/>
              <a:gd name="connsiteX64" fmla="*/ 3027083 w 13158799"/>
              <a:gd name="connsiteY64" fmla="*/ 8471796 h 9456078"/>
              <a:gd name="connsiteX65" fmla="*/ 3066489 w 13158799"/>
              <a:gd name="connsiteY65" fmla="*/ 8442854 h 9456078"/>
              <a:gd name="connsiteX66" fmla="*/ 3105634 w 13158799"/>
              <a:gd name="connsiteY66" fmla="*/ 8413528 h 9456078"/>
              <a:gd name="connsiteX67" fmla="*/ 3144515 w 13158799"/>
              <a:gd name="connsiteY67" fmla="*/ 8383818 h 9456078"/>
              <a:gd name="connsiteX68" fmla="*/ 3183129 w 13158799"/>
              <a:gd name="connsiteY68" fmla="*/ 8353726 h 9456078"/>
              <a:gd name="connsiteX69" fmla="*/ 3221473 w 13158799"/>
              <a:gd name="connsiteY69" fmla="*/ 8323253 h 9456078"/>
              <a:gd name="connsiteX70" fmla="*/ 3259544 w 13158799"/>
              <a:gd name="connsiteY70" fmla="*/ 8292401 h 9456078"/>
              <a:gd name="connsiteX71" fmla="*/ 3297339 w 13158799"/>
              <a:gd name="connsiteY71" fmla="*/ 8261172 h 9456078"/>
              <a:gd name="connsiteX72" fmla="*/ 3334854 w 13158799"/>
              <a:gd name="connsiteY72" fmla="*/ 8229566 h 9456078"/>
              <a:gd name="connsiteX73" fmla="*/ 3372087 w 13158799"/>
              <a:gd name="connsiteY73" fmla="*/ 8197585 h 9456078"/>
              <a:gd name="connsiteX74" fmla="*/ 3409035 w 13158799"/>
              <a:gd name="connsiteY74" fmla="*/ 8165232 h 9456078"/>
              <a:gd name="connsiteX75" fmla="*/ 3445695 w 13158799"/>
              <a:gd name="connsiteY75" fmla="*/ 8132507 h 9456078"/>
              <a:gd name="connsiteX76" fmla="*/ 3482064 w 13158799"/>
              <a:gd name="connsiteY76" fmla="*/ 8099411 h 9456078"/>
              <a:gd name="connsiteX77" fmla="*/ 3518139 w 13158799"/>
              <a:gd name="connsiteY77" fmla="*/ 8065947 h 9456078"/>
              <a:gd name="connsiteX78" fmla="*/ 3553916 w 13158799"/>
              <a:gd name="connsiteY78" fmla="*/ 8032115 h 9456078"/>
              <a:gd name="connsiteX79" fmla="*/ 3589393 w 13158799"/>
              <a:gd name="connsiteY79" fmla="*/ 7997918 h 9456078"/>
              <a:gd name="connsiteX80" fmla="*/ 3624567 w 13158799"/>
              <a:gd name="connsiteY80" fmla="*/ 7963356 h 9456078"/>
              <a:gd name="connsiteX81" fmla="*/ 3659435 w 13158799"/>
              <a:gd name="connsiteY81" fmla="*/ 7928432 h 9456078"/>
              <a:gd name="connsiteX82" fmla="*/ 3693994 w 13158799"/>
              <a:gd name="connsiteY82" fmla="*/ 7893146 h 9456078"/>
              <a:gd name="connsiteX83" fmla="*/ 3728240 w 13158799"/>
              <a:gd name="connsiteY83" fmla="*/ 7857501 h 9456078"/>
              <a:gd name="connsiteX84" fmla="*/ 3762171 w 13158799"/>
              <a:gd name="connsiteY84" fmla="*/ 7821497 h 9456078"/>
              <a:gd name="connsiteX85" fmla="*/ 3795783 w 13158799"/>
              <a:gd name="connsiteY85" fmla="*/ 7785136 h 9456078"/>
              <a:gd name="connsiteX86" fmla="*/ 3829075 w 13158799"/>
              <a:gd name="connsiteY86" fmla="*/ 7748420 h 9456078"/>
              <a:gd name="connsiteX87" fmla="*/ 3862042 w 13158799"/>
              <a:gd name="connsiteY87" fmla="*/ 7711350 h 9456078"/>
              <a:gd name="connsiteX88" fmla="*/ 3894682 w 13158799"/>
              <a:gd name="connsiteY88" fmla="*/ 7673928 h 9456078"/>
              <a:gd name="connsiteX89" fmla="*/ 3926991 w 13158799"/>
              <a:gd name="connsiteY89" fmla="*/ 7636155 h 9456078"/>
              <a:gd name="connsiteX90" fmla="*/ 3958967 w 13158799"/>
              <a:gd name="connsiteY90" fmla="*/ 7598032 h 9456078"/>
              <a:gd name="connsiteX91" fmla="*/ 3990607 w 13158799"/>
              <a:gd name="connsiteY91" fmla="*/ 7559561 h 9456078"/>
              <a:gd name="connsiteX92" fmla="*/ 4021907 w 13158799"/>
              <a:gd name="connsiteY92" fmla="*/ 7520744 h 9456078"/>
              <a:gd name="connsiteX93" fmla="*/ 4052865 w 13158799"/>
              <a:gd name="connsiteY93" fmla="*/ 7481582 h 9456078"/>
              <a:gd name="connsiteX94" fmla="*/ 4083478 w 13158799"/>
              <a:gd name="connsiteY94" fmla="*/ 7442077 h 9456078"/>
              <a:gd name="connsiteX95" fmla="*/ 8022311 w 13158799"/>
              <a:gd name="connsiteY95" fmla="*/ 2307814 h 9456078"/>
              <a:gd name="connsiteX96" fmla="*/ 8052902 w 13158799"/>
              <a:gd name="connsiteY96" fmla="*/ 2268285 h 9456078"/>
              <a:gd name="connsiteX97" fmla="*/ 8083796 w 13158799"/>
              <a:gd name="connsiteY97" fmla="*/ 2229056 h 9456078"/>
              <a:gd name="connsiteX98" fmla="*/ 8114989 w 13158799"/>
              <a:gd name="connsiteY98" fmla="*/ 2190127 h 9456078"/>
              <a:gd name="connsiteX99" fmla="*/ 8146479 w 13158799"/>
              <a:gd name="connsiteY99" fmla="*/ 2151500 h 9456078"/>
              <a:gd name="connsiteX100" fmla="*/ 8178264 w 13158799"/>
              <a:gd name="connsiteY100" fmla="*/ 2113176 h 9456078"/>
              <a:gd name="connsiteX101" fmla="*/ 8210341 w 13158799"/>
              <a:gd name="connsiteY101" fmla="*/ 2075157 h 9456078"/>
              <a:gd name="connsiteX102" fmla="*/ 8242709 w 13158799"/>
              <a:gd name="connsiteY102" fmla="*/ 2037442 h 9456078"/>
              <a:gd name="connsiteX103" fmla="*/ 8275365 w 13158799"/>
              <a:gd name="connsiteY103" fmla="*/ 2000034 h 9456078"/>
              <a:gd name="connsiteX104" fmla="*/ 8308307 w 13158799"/>
              <a:gd name="connsiteY104" fmla="*/ 1962934 h 9456078"/>
              <a:gd name="connsiteX105" fmla="*/ 8341532 w 13158799"/>
              <a:gd name="connsiteY105" fmla="*/ 1926142 h 9456078"/>
              <a:gd name="connsiteX106" fmla="*/ 8375038 w 13158799"/>
              <a:gd name="connsiteY106" fmla="*/ 1889660 h 9456078"/>
              <a:gd name="connsiteX107" fmla="*/ 8408823 w 13158799"/>
              <a:gd name="connsiteY107" fmla="*/ 1853489 h 9456078"/>
              <a:gd name="connsiteX108" fmla="*/ 8442885 w 13158799"/>
              <a:gd name="connsiteY108" fmla="*/ 1817630 h 9456078"/>
              <a:gd name="connsiteX109" fmla="*/ 8477221 w 13158799"/>
              <a:gd name="connsiteY109" fmla="*/ 1782084 h 9456078"/>
              <a:gd name="connsiteX110" fmla="*/ 8511829 w 13158799"/>
              <a:gd name="connsiteY110" fmla="*/ 1746853 h 9456078"/>
              <a:gd name="connsiteX111" fmla="*/ 8546706 w 13158799"/>
              <a:gd name="connsiteY111" fmla="*/ 1711937 h 9456078"/>
              <a:gd name="connsiteX112" fmla="*/ 8581851 w 13158799"/>
              <a:gd name="connsiteY112" fmla="*/ 1677337 h 9456078"/>
              <a:gd name="connsiteX113" fmla="*/ 8617261 w 13158799"/>
              <a:gd name="connsiteY113" fmla="*/ 1643056 h 9456078"/>
              <a:gd name="connsiteX114" fmla="*/ 8652934 w 13158799"/>
              <a:gd name="connsiteY114" fmla="*/ 1609093 h 9456078"/>
              <a:gd name="connsiteX115" fmla="*/ 8688867 w 13158799"/>
              <a:gd name="connsiteY115" fmla="*/ 1575450 h 9456078"/>
              <a:gd name="connsiteX116" fmla="*/ 8725058 w 13158799"/>
              <a:gd name="connsiteY116" fmla="*/ 1542128 h 9456078"/>
              <a:gd name="connsiteX117" fmla="*/ 8761506 w 13158799"/>
              <a:gd name="connsiteY117" fmla="*/ 1509129 h 9456078"/>
              <a:gd name="connsiteX118" fmla="*/ 8798207 w 13158799"/>
              <a:gd name="connsiteY118" fmla="*/ 1476452 h 9456078"/>
              <a:gd name="connsiteX119" fmla="*/ 8835159 w 13158799"/>
              <a:gd name="connsiteY119" fmla="*/ 1444101 h 9456078"/>
              <a:gd name="connsiteX120" fmla="*/ 8872360 w 13158799"/>
              <a:gd name="connsiteY120" fmla="*/ 1412075 h 9456078"/>
              <a:gd name="connsiteX121" fmla="*/ 8909808 w 13158799"/>
              <a:gd name="connsiteY121" fmla="*/ 1380375 h 9456078"/>
              <a:gd name="connsiteX122" fmla="*/ 8947501 w 13158799"/>
              <a:gd name="connsiteY122" fmla="*/ 1349004 h 9456078"/>
              <a:gd name="connsiteX123" fmla="*/ 8985435 w 13158799"/>
              <a:gd name="connsiteY123" fmla="*/ 1317962 h 9456078"/>
              <a:gd name="connsiteX124" fmla="*/ 9023610 w 13158799"/>
              <a:gd name="connsiteY124" fmla="*/ 1287250 h 9456078"/>
              <a:gd name="connsiteX125" fmla="*/ 9062022 w 13158799"/>
              <a:gd name="connsiteY125" fmla="*/ 1256869 h 9456078"/>
              <a:gd name="connsiteX126" fmla="*/ 9100669 w 13158799"/>
              <a:gd name="connsiteY126" fmla="*/ 1226820 h 9456078"/>
              <a:gd name="connsiteX127" fmla="*/ 9139549 w 13158799"/>
              <a:gd name="connsiteY127" fmla="*/ 1197105 h 9456078"/>
              <a:gd name="connsiteX128" fmla="*/ 9178660 w 13158799"/>
              <a:gd name="connsiteY128" fmla="*/ 1167725 h 9456078"/>
              <a:gd name="connsiteX129" fmla="*/ 9217999 w 13158799"/>
              <a:gd name="connsiteY129" fmla="*/ 1138681 h 9456078"/>
              <a:gd name="connsiteX130" fmla="*/ 9257564 w 13158799"/>
              <a:gd name="connsiteY130" fmla="*/ 1109974 h 9456078"/>
              <a:gd name="connsiteX131" fmla="*/ 9297353 w 13158799"/>
              <a:gd name="connsiteY131" fmla="*/ 1081604 h 9456078"/>
              <a:gd name="connsiteX132" fmla="*/ 9337364 w 13158799"/>
              <a:gd name="connsiteY132" fmla="*/ 1053574 h 9456078"/>
              <a:gd name="connsiteX133" fmla="*/ 9377594 w 13158799"/>
              <a:gd name="connsiteY133" fmla="*/ 1025884 h 9456078"/>
              <a:gd name="connsiteX134" fmla="*/ 9418040 w 13158799"/>
              <a:gd name="connsiteY134" fmla="*/ 998536 h 9456078"/>
              <a:gd name="connsiteX135" fmla="*/ 9458702 w 13158799"/>
              <a:gd name="connsiteY135" fmla="*/ 971530 h 9456078"/>
              <a:gd name="connsiteX136" fmla="*/ 9499575 w 13158799"/>
              <a:gd name="connsiteY136" fmla="*/ 944868 h 9456078"/>
              <a:gd name="connsiteX137" fmla="*/ 9540659 w 13158799"/>
              <a:gd name="connsiteY137" fmla="*/ 918551 h 9456078"/>
              <a:gd name="connsiteX138" fmla="*/ 9581950 w 13158799"/>
              <a:gd name="connsiteY138" fmla="*/ 892580 h 9456078"/>
              <a:gd name="connsiteX139" fmla="*/ 9623447 w 13158799"/>
              <a:gd name="connsiteY139" fmla="*/ 866956 h 9456078"/>
              <a:gd name="connsiteX140" fmla="*/ 9665147 w 13158799"/>
              <a:gd name="connsiteY140" fmla="*/ 841681 h 9456078"/>
              <a:gd name="connsiteX141" fmla="*/ 9707048 w 13158799"/>
              <a:gd name="connsiteY141" fmla="*/ 816754 h 9456078"/>
              <a:gd name="connsiteX142" fmla="*/ 9749147 w 13158799"/>
              <a:gd name="connsiteY142" fmla="*/ 792179 h 9456078"/>
              <a:gd name="connsiteX143" fmla="*/ 9791443 w 13158799"/>
              <a:gd name="connsiteY143" fmla="*/ 767955 h 9456078"/>
              <a:gd name="connsiteX144" fmla="*/ 9833932 w 13158799"/>
              <a:gd name="connsiteY144" fmla="*/ 744083 h 9456078"/>
              <a:gd name="connsiteX145" fmla="*/ 9876613 w 13158799"/>
              <a:gd name="connsiteY145" fmla="*/ 720566 h 9456078"/>
              <a:gd name="connsiteX146" fmla="*/ 9919484 w 13158799"/>
              <a:gd name="connsiteY146" fmla="*/ 697404 h 9456078"/>
              <a:gd name="connsiteX147" fmla="*/ 9962542 w 13158799"/>
              <a:gd name="connsiteY147" fmla="*/ 674598 h 9456078"/>
              <a:gd name="connsiteX148" fmla="*/ 10005784 w 13158799"/>
              <a:gd name="connsiteY148" fmla="*/ 652149 h 9456078"/>
              <a:gd name="connsiteX149" fmla="*/ 10049209 w 13158799"/>
              <a:gd name="connsiteY149" fmla="*/ 630059 h 9456078"/>
              <a:gd name="connsiteX150" fmla="*/ 10092814 w 13158799"/>
              <a:gd name="connsiteY150" fmla="*/ 608328 h 9456078"/>
              <a:gd name="connsiteX151" fmla="*/ 10136597 w 13158799"/>
              <a:gd name="connsiteY151" fmla="*/ 586958 h 9456078"/>
              <a:gd name="connsiteX152" fmla="*/ 10180556 w 13158799"/>
              <a:gd name="connsiteY152" fmla="*/ 565950 h 9456078"/>
              <a:gd name="connsiteX153" fmla="*/ 10224688 w 13158799"/>
              <a:gd name="connsiteY153" fmla="*/ 545304 h 9456078"/>
              <a:gd name="connsiteX154" fmla="*/ 10268991 w 13158799"/>
              <a:gd name="connsiteY154" fmla="*/ 525023 h 9456078"/>
              <a:gd name="connsiteX155" fmla="*/ 10313463 w 13158799"/>
              <a:gd name="connsiteY155" fmla="*/ 505107 h 9456078"/>
              <a:gd name="connsiteX156" fmla="*/ 10358101 w 13158799"/>
              <a:gd name="connsiteY156" fmla="*/ 485558 h 9456078"/>
              <a:gd name="connsiteX157" fmla="*/ 10402903 w 13158799"/>
              <a:gd name="connsiteY157" fmla="*/ 466376 h 9456078"/>
              <a:gd name="connsiteX158" fmla="*/ 10447868 w 13158799"/>
              <a:gd name="connsiteY158" fmla="*/ 447563 h 9456078"/>
              <a:gd name="connsiteX159" fmla="*/ 10492991 w 13158799"/>
              <a:gd name="connsiteY159" fmla="*/ 429119 h 9456078"/>
              <a:gd name="connsiteX160" fmla="*/ 10538272 w 13158799"/>
              <a:gd name="connsiteY160" fmla="*/ 411046 h 9456078"/>
              <a:gd name="connsiteX161" fmla="*/ 10583708 w 13158799"/>
              <a:gd name="connsiteY161" fmla="*/ 393346 h 9456078"/>
              <a:gd name="connsiteX162" fmla="*/ 10629297 w 13158799"/>
              <a:gd name="connsiteY162" fmla="*/ 376018 h 9456078"/>
              <a:gd name="connsiteX163" fmla="*/ 10675036 w 13158799"/>
              <a:gd name="connsiteY163" fmla="*/ 359065 h 9456078"/>
              <a:gd name="connsiteX164" fmla="*/ 10720923 w 13158799"/>
              <a:gd name="connsiteY164" fmla="*/ 342487 h 9456078"/>
              <a:gd name="connsiteX165" fmla="*/ 10766956 w 13158799"/>
              <a:gd name="connsiteY165" fmla="*/ 326286 h 9456078"/>
              <a:gd name="connsiteX166" fmla="*/ 10813132 w 13158799"/>
              <a:gd name="connsiteY166" fmla="*/ 310462 h 9456078"/>
              <a:gd name="connsiteX167" fmla="*/ 10859450 w 13158799"/>
              <a:gd name="connsiteY167" fmla="*/ 295018 h 9456078"/>
              <a:gd name="connsiteX168" fmla="*/ 10905907 w 13158799"/>
              <a:gd name="connsiteY168" fmla="*/ 279953 h 9456078"/>
              <a:gd name="connsiteX169" fmla="*/ 10952500 w 13158799"/>
              <a:gd name="connsiteY169" fmla="*/ 265269 h 9456078"/>
              <a:gd name="connsiteX170" fmla="*/ 10999227 w 13158799"/>
              <a:gd name="connsiteY170" fmla="*/ 250968 h 9456078"/>
              <a:gd name="connsiteX171" fmla="*/ 11046087 w 13158799"/>
              <a:gd name="connsiteY171" fmla="*/ 237049 h 9456078"/>
              <a:gd name="connsiteX172" fmla="*/ 11093076 w 13158799"/>
              <a:gd name="connsiteY172" fmla="*/ 223516 h 9456078"/>
              <a:gd name="connsiteX173" fmla="*/ 11140193 w 13158799"/>
              <a:gd name="connsiteY173" fmla="*/ 210368 h 9456078"/>
              <a:gd name="connsiteX174" fmla="*/ 11187434 w 13158799"/>
              <a:gd name="connsiteY174" fmla="*/ 197606 h 9456078"/>
              <a:gd name="connsiteX175" fmla="*/ 11234799 w 13158799"/>
              <a:gd name="connsiteY175" fmla="*/ 185233 h 9456078"/>
              <a:gd name="connsiteX176" fmla="*/ 11282284 w 13158799"/>
              <a:gd name="connsiteY176" fmla="*/ 173248 h 9456078"/>
              <a:gd name="connsiteX177" fmla="*/ 11329888 w 13158799"/>
              <a:gd name="connsiteY177" fmla="*/ 161654 h 9456078"/>
              <a:gd name="connsiteX178" fmla="*/ 11377607 w 13158799"/>
              <a:gd name="connsiteY178" fmla="*/ 150451 h 9456078"/>
              <a:gd name="connsiteX179" fmla="*/ 11425440 w 13158799"/>
              <a:gd name="connsiteY179" fmla="*/ 139640 h 9456078"/>
              <a:gd name="connsiteX180" fmla="*/ 11473385 w 13158799"/>
              <a:gd name="connsiteY180" fmla="*/ 129223 h 9456078"/>
              <a:gd name="connsiteX181" fmla="*/ 11521439 w 13158799"/>
              <a:gd name="connsiteY181" fmla="*/ 119201 h 9456078"/>
              <a:gd name="connsiteX182" fmla="*/ 11569599 w 13158799"/>
              <a:gd name="connsiteY182" fmla="*/ 109574 h 9456078"/>
              <a:gd name="connsiteX183" fmla="*/ 11617864 w 13158799"/>
              <a:gd name="connsiteY183" fmla="*/ 100344 h 9456078"/>
              <a:gd name="connsiteX184" fmla="*/ 11666231 w 13158799"/>
              <a:gd name="connsiteY184" fmla="*/ 91512 h 9456078"/>
              <a:gd name="connsiteX185" fmla="*/ 11714698 w 13158799"/>
              <a:gd name="connsiteY185" fmla="*/ 83080 h 9456078"/>
              <a:gd name="connsiteX186" fmla="*/ 11763263 w 13158799"/>
              <a:gd name="connsiteY186" fmla="*/ 75047 h 9456078"/>
              <a:gd name="connsiteX187" fmla="*/ 11811923 w 13158799"/>
              <a:gd name="connsiteY187" fmla="*/ 67417 h 9456078"/>
              <a:gd name="connsiteX188" fmla="*/ 11860676 w 13158799"/>
              <a:gd name="connsiteY188" fmla="*/ 60188 h 9456078"/>
              <a:gd name="connsiteX189" fmla="*/ 11909519 w 13158799"/>
              <a:gd name="connsiteY189" fmla="*/ 53364 h 9456078"/>
              <a:gd name="connsiteX190" fmla="*/ 11958451 w 13158799"/>
              <a:gd name="connsiteY190" fmla="*/ 46944 h 9456078"/>
              <a:gd name="connsiteX191" fmla="*/ 12007470 w 13158799"/>
              <a:gd name="connsiteY191" fmla="*/ 40931 h 9456078"/>
              <a:gd name="connsiteX192" fmla="*/ 12056572 w 13158799"/>
              <a:gd name="connsiteY192" fmla="*/ 35324 h 9456078"/>
              <a:gd name="connsiteX193" fmla="*/ 12105756 w 13158799"/>
              <a:gd name="connsiteY193" fmla="*/ 30126 h 9456078"/>
              <a:gd name="connsiteX194" fmla="*/ 12155019 w 13158799"/>
              <a:gd name="connsiteY194" fmla="*/ 25337 h 9456078"/>
              <a:gd name="connsiteX195" fmla="*/ 12204359 w 13158799"/>
              <a:gd name="connsiteY195" fmla="*/ 20958 h 9456078"/>
              <a:gd name="connsiteX196" fmla="*/ 12253773 w 13158799"/>
              <a:gd name="connsiteY196" fmla="*/ 16991 h 9456078"/>
              <a:gd name="connsiteX197" fmla="*/ 12303260 w 13158799"/>
              <a:gd name="connsiteY197" fmla="*/ 13437 h 9456078"/>
              <a:gd name="connsiteX198" fmla="*/ 12352818 w 13158799"/>
              <a:gd name="connsiteY198" fmla="*/ 10297 h 9456078"/>
              <a:gd name="connsiteX199" fmla="*/ 12402443 w 13158799"/>
              <a:gd name="connsiteY199" fmla="*/ 7572 h 9456078"/>
              <a:gd name="connsiteX200" fmla="*/ 12452133 w 13158799"/>
              <a:gd name="connsiteY200" fmla="*/ 5263 h 9456078"/>
              <a:gd name="connsiteX201" fmla="*/ 12501887 w 13158799"/>
              <a:gd name="connsiteY201" fmla="*/ 3371 h 9456078"/>
              <a:gd name="connsiteX202" fmla="*/ 12551701 w 13158799"/>
              <a:gd name="connsiteY202" fmla="*/ 1898 h 9456078"/>
              <a:gd name="connsiteX203" fmla="*/ 12601574 w 13158799"/>
              <a:gd name="connsiteY203" fmla="*/ 844 h 9456078"/>
              <a:gd name="connsiteX204" fmla="*/ 12651504 w 13158799"/>
              <a:gd name="connsiteY204" fmla="*/ 211 h 9456078"/>
              <a:gd name="connsiteX205" fmla="*/ 12701487 w 13158799"/>
              <a:gd name="connsiteY205" fmla="*/ 0 h 9456078"/>
              <a:gd name="connsiteX206" fmla="*/ 13158798 w 13158799"/>
              <a:gd name="connsiteY206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76172 w 13158797"/>
              <a:gd name="connsiteY22" fmla="*/ 9319936 h 9456078"/>
              <a:gd name="connsiteX23" fmla="*/ 1223823 w 13158797"/>
              <a:gd name="connsiteY23" fmla="*/ 9308509 h 9456078"/>
              <a:gd name="connsiteX24" fmla="*/ 1271339 w 13158797"/>
              <a:gd name="connsiteY24" fmla="*/ 9296635 h 9456078"/>
              <a:gd name="connsiteX25" fmla="*/ 1318719 w 13158797"/>
              <a:gd name="connsiteY25" fmla="*/ 9284315 h 9456078"/>
              <a:gd name="connsiteX26" fmla="*/ 1365957 w 13158797"/>
              <a:gd name="connsiteY26" fmla="*/ 9271550 h 9456078"/>
              <a:gd name="connsiteX27" fmla="*/ 1413052 w 13158797"/>
              <a:gd name="connsiteY27" fmla="*/ 9258342 h 9456078"/>
              <a:gd name="connsiteX28" fmla="*/ 1460000 w 13158797"/>
              <a:gd name="connsiteY28" fmla="*/ 9244693 h 9456078"/>
              <a:gd name="connsiteX29" fmla="*/ 1506799 w 13158797"/>
              <a:gd name="connsiteY29" fmla="*/ 9230604 h 9456078"/>
              <a:gd name="connsiteX30" fmla="*/ 1553445 w 13158797"/>
              <a:gd name="connsiteY30" fmla="*/ 9216076 h 9456078"/>
              <a:gd name="connsiteX31" fmla="*/ 1599935 w 13158797"/>
              <a:gd name="connsiteY31" fmla="*/ 9201111 h 9456078"/>
              <a:gd name="connsiteX32" fmla="*/ 1646267 w 13158797"/>
              <a:gd name="connsiteY32" fmla="*/ 9185710 h 9456078"/>
              <a:gd name="connsiteX33" fmla="*/ 1692437 w 13158797"/>
              <a:gd name="connsiteY33" fmla="*/ 9169876 h 9456078"/>
              <a:gd name="connsiteX34" fmla="*/ 1738442 w 13158797"/>
              <a:gd name="connsiteY34" fmla="*/ 9153608 h 9456078"/>
              <a:gd name="connsiteX35" fmla="*/ 1784280 w 13158797"/>
              <a:gd name="connsiteY35" fmla="*/ 9136910 h 9456078"/>
              <a:gd name="connsiteX36" fmla="*/ 1829947 w 13158797"/>
              <a:gd name="connsiteY36" fmla="*/ 9119782 h 9456078"/>
              <a:gd name="connsiteX37" fmla="*/ 1875440 w 13158797"/>
              <a:gd name="connsiteY37" fmla="*/ 9102226 h 9456078"/>
              <a:gd name="connsiteX38" fmla="*/ 1920756 w 13158797"/>
              <a:gd name="connsiteY38" fmla="*/ 9084243 h 9456078"/>
              <a:gd name="connsiteX39" fmla="*/ 1965893 w 13158797"/>
              <a:gd name="connsiteY39" fmla="*/ 9065835 h 9456078"/>
              <a:gd name="connsiteX40" fmla="*/ 2055615 w 13158797"/>
              <a:gd name="connsiteY40" fmla="*/ 9027750 h 9456078"/>
              <a:gd name="connsiteX41" fmla="*/ 2100195 w 13158797"/>
              <a:gd name="connsiteY41" fmla="*/ 9008075 h 9456078"/>
              <a:gd name="connsiteX42" fmla="*/ 2144582 w 13158797"/>
              <a:gd name="connsiteY42" fmla="*/ 8987981 h 9456078"/>
              <a:gd name="connsiteX43" fmla="*/ 2188775 w 13158797"/>
              <a:gd name="connsiteY43" fmla="*/ 8967470 h 9456078"/>
              <a:gd name="connsiteX44" fmla="*/ 2232770 w 13158797"/>
              <a:gd name="connsiteY44" fmla="*/ 8946542 h 9456078"/>
              <a:gd name="connsiteX45" fmla="*/ 2276564 w 13158797"/>
              <a:gd name="connsiteY45" fmla="*/ 8925199 h 9456078"/>
              <a:gd name="connsiteX46" fmla="*/ 2320154 w 13158797"/>
              <a:gd name="connsiteY46" fmla="*/ 8903443 h 9456078"/>
              <a:gd name="connsiteX47" fmla="*/ 2363538 w 13158797"/>
              <a:gd name="connsiteY47" fmla="*/ 8881275 h 9456078"/>
              <a:gd name="connsiteX48" fmla="*/ 2406711 w 13158797"/>
              <a:gd name="connsiteY48" fmla="*/ 8858697 h 9456078"/>
              <a:gd name="connsiteX49" fmla="*/ 2449672 w 13158797"/>
              <a:gd name="connsiteY49" fmla="*/ 8835710 h 9456078"/>
              <a:gd name="connsiteX50" fmla="*/ 2492417 w 13158797"/>
              <a:gd name="connsiteY50" fmla="*/ 8812316 h 9456078"/>
              <a:gd name="connsiteX51" fmla="*/ 2534943 w 13158797"/>
              <a:gd name="connsiteY51" fmla="*/ 8788516 h 9456078"/>
              <a:gd name="connsiteX52" fmla="*/ 2577247 w 13158797"/>
              <a:gd name="connsiteY52" fmla="*/ 8764311 h 9456078"/>
              <a:gd name="connsiteX53" fmla="*/ 2619326 w 13158797"/>
              <a:gd name="connsiteY53" fmla="*/ 8739704 h 9456078"/>
              <a:gd name="connsiteX54" fmla="*/ 2661177 w 13158797"/>
              <a:gd name="connsiteY54" fmla="*/ 8714695 h 9456078"/>
              <a:gd name="connsiteX55" fmla="*/ 2702797 w 13158797"/>
              <a:gd name="connsiteY55" fmla="*/ 8689286 h 9456078"/>
              <a:gd name="connsiteX56" fmla="*/ 2744183 w 13158797"/>
              <a:gd name="connsiteY56" fmla="*/ 8663479 h 9456078"/>
              <a:gd name="connsiteX57" fmla="*/ 2785333 w 13158797"/>
              <a:gd name="connsiteY57" fmla="*/ 8637274 h 9456078"/>
              <a:gd name="connsiteX58" fmla="*/ 2826242 w 13158797"/>
              <a:gd name="connsiteY58" fmla="*/ 8610675 h 9456078"/>
              <a:gd name="connsiteX59" fmla="*/ 2866908 w 13158797"/>
              <a:gd name="connsiteY59" fmla="*/ 8583681 h 9456078"/>
              <a:gd name="connsiteX60" fmla="*/ 2907329 w 13158797"/>
              <a:gd name="connsiteY60" fmla="*/ 8556295 h 9456078"/>
              <a:gd name="connsiteX61" fmla="*/ 2947500 w 13158797"/>
              <a:gd name="connsiteY61" fmla="*/ 8528517 h 9456078"/>
              <a:gd name="connsiteX62" fmla="*/ 2987419 w 13158797"/>
              <a:gd name="connsiteY62" fmla="*/ 8500351 h 9456078"/>
              <a:gd name="connsiteX63" fmla="*/ 3027083 w 13158797"/>
              <a:gd name="connsiteY63" fmla="*/ 8471796 h 9456078"/>
              <a:gd name="connsiteX64" fmla="*/ 3066489 w 13158797"/>
              <a:gd name="connsiteY64" fmla="*/ 8442854 h 9456078"/>
              <a:gd name="connsiteX65" fmla="*/ 3105634 w 13158797"/>
              <a:gd name="connsiteY65" fmla="*/ 8413528 h 9456078"/>
              <a:gd name="connsiteX66" fmla="*/ 3144515 w 13158797"/>
              <a:gd name="connsiteY66" fmla="*/ 8383818 h 9456078"/>
              <a:gd name="connsiteX67" fmla="*/ 3183129 w 13158797"/>
              <a:gd name="connsiteY67" fmla="*/ 8353726 h 9456078"/>
              <a:gd name="connsiteX68" fmla="*/ 3221473 w 13158797"/>
              <a:gd name="connsiteY68" fmla="*/ 8323253 h 9456078"/>
              <a:gd name="connsiteX69" fmla="*/ 3259544 w 13158797"/>
              <a:gd name="connsiteY69" fmla="*/ 8292401 h 9456078"/>
              <a:gd name="connsiteX70" fmla="*/ 3297339 w 13158797"/>
              <a:gd name="connsiteY70" fmla="*/ 8261172 h 9456078"/>
              <a:gd name="connsiteX71" fmla="*/ 3334854 w 13158797"/>
              <a:gd name="connsiteY71" fmla="*/ 8229566 h 9456078"/>
              <a:gd name="connsiteX72" fmla="*/ 3372087 w 13158797"/>
              <a:gd name="connsiteY72" fmla="*/ 8197585 h 9456078"/>
              <a:gd name="connsiteX73" fmla="*/ 3409035 w 13158797"/>
              <a:gd name="connsiteY73" fmla="*/ 8165232 h 9456078"/>
              <a:gd name="connsiteX74" fmla="*/ 3445695 w 13158797"/>
              <a:gd name="connsiteY74" fmla="*/ 8132507 h 9456078"/>
              <a:gd name="connsiteX75" fmla="*/ 3482064 w 13158797"/>
              <a:gd name="connsiteY75" fmla="*/ 8099411 h 9456078"/>
              <a:gd name="connsiteX76" fmla="*/ 3518139 w 13158797"/>
              <a:gd name="connsiteY76" fmla="*/ 8065947 h 9456078"/>
              <a:gd name="connsiteX77" fmla="*/ 3553916 w 13158797"/>
              <a:gd name="connsiteY77" fmla="*/ 8032115 h 9456078"/>
              <a:gd name="connsiteX78" fmla="*/ 3589393 w 13158797"/>
              <a:gd name="connsiteY78" fmla="*/ 7997918 h 9456078"/>
              <a:gd name="connsiteX79" fmla="*/ 3624567 w 13158797"/>
              <a:gd name="connsiteY79" fmla="*/ 7963356 h 9456078"/>
              <a:gd name="connsiteX80" fmla="*/ 3659435 w 13158797"/>
              <a:gd name="connsiteY80" fmla="*/ 7928432 h 9456078"/>
              <a:gd name="connsiteX81" fmla="*/ 3693994 w 13158797"/>
              <a:gd name="connsiteY81" fmla="*/ 7893146 h 9456078"/>
              <a:gd name="connsiteX82" fmla="*/ 3728240 w 13158797"/>
              <a:gd name="connsiteY82" fmla="*/ 7857501 h 9456078"/>
              <a:gd name="connsiteX83" fmla="*/ 3762171 w 13158797"/>
              <a:gd name="connsiteY83" fmla="*/ 7821497 h 9456078"/>
              <a:gd name="connsiteX84" fmla="*/ 3795783 w 13158797"/>
              <a:gd name="connsiteY84" fmla="*/ 7785136 h 9456078"/>
              <a:gd name="connsiteX85" fmla="*/ 3829075 w 13158797"/>
              <a:gd name="connsiteY85" fmla="*/ 7748420 h 9456078"/>
              <a:gd name="connsiteX86" fmla="*/ 3862042 w 13158797"/>
              <a:gd name="connsiteY86" fmla="*/ 7711350 h 9456078"/>
              <a:gd name="connsiteX87" fmla="*/ 3894682 w 13158797"/>
              <a:gd name="connsiteY87" fmla="*/ 7673928 h 9456078"/>
              <a:gd name="connsiteX88" fmla="*/ 3926991 w 13158797"/>
              <a:gd name="connsiteY88" fmla="*/ 7636155 h 9456078"/>
              <a:gd name="connsiteX89" fmla="*/ 3958967 w 13158797"/>
              <a:gd name="connsiteY89" fmla="*/ 7598032 h 9456078"/>
              <a:gd name="connsiteX90" fmla="*/ 3990607 w 13158797"/>
              <a:gd name="connsiteY90" fmla="*/ 7559561 h 9456078"/>
              <a:gd name="connsiteX91" fmla="*/ 4021907 w 13158797"/>
              <a:gd name="connsiteY91" fmla="*/ 7520744 h 9456078"/>
              <a:gd name="connsiteX92" fmla="*/ 4052865 w 13158797"/>
              <a:gd name="connsiteY92" fmla="*/ 7481582 h 9456078"/>
              <a:gd name="connsiteX93" fmla="*/ 4083478 w 13158797"/>
              <a:gd name="connsiteY93" fmla="*/ 7442077 h 9456078"/>
              <a:gd name="connsiteX94" fmla="*/ 8022311 w 13158797"/>
              <a:gd name="connsiteY94" fmla="*/ 2307814 h 9456078"/>
              <a:gd name="connsiteX95" fmla="*/ 8052902 w 13158797"/>
              <a:gd name="connsiteY95" fmla="*/ 2268285 h 9456078"/>
              <a:gd name="connsiteX96" fmla="*/ 8083796 w 13158797"/>
              <a:gd name="connsiteY96" fmla="*/ 2229056 h 9456078"/>
              <a:gd name="connsiteX97" fmla="*/ 8114989 w 13158797"/>
              <a:gd name="connsiteY97" fmla="*/ 2190127 h 9456078"/>
              <a:gd name="connsiteX98" fmla="*/ 8146479 w 13158797"/>
              <a:gd name="connsiteY98" fmla="*/ 2151500 h 9456078"/>
              <a:gd name="connsiteX99" fmla="*/ 8178264 w 13158797"/>
              <a:gd name="connsiteY99" fmla="*/ 2113176 h 9456078"/>
              <a:gd name="connsiteX100" fmla="*/ 8210341 w 13158797"/>
              <a:gd name="connsiteY100" fmla="*/ 2075157 h 9456078"/>
              <a:gd name="connsiteX101" fmla="*/ 8242709 w 13158797"/>
              <a:gd name="connsiteY101" fmla="*/ 2037442 h 9456078"/>
              <a:gd name="connsiteX102" fmla="*/ 8275365 w 13158797"/>
              <a:gd name="connsiteY102" fmla="*/ 2000034 h 9456078"/>
              <a:gd name="connsiteX103" fmla="*/ 8308307 w 13158797"/>
              <a:gd name="connsiteY103" fmla="*/ 1962934 h 9456078"/>
              <a:gd name="connsiteX104" fmla="*/ 8341532 w 13158797"/>
              <a:gd name="connsiteY104" fmla="*/ 1926142 h 9456078"/>
              <a:gd name="connsiteX105" fmla="*/ 8375038 w 13158797"/>
              <a:gd name="connsiteY105" fmla="*/ 1889660 h 9456078"/>
              <a:gd name="connsiteX106" fmla="*/ 8408823 w 13158797"/>
              <a:gd name="connsiteY106" fmla="*/ 1853489 h 9456078"/>
              <a:gd name="connsiteX107" fmla="*/ 8442885 w 13158797"/>
              <a:gd name="connsiteY107" fmla="*/ 1817630 h 9456078"/>
              <a:gd name="connsiteX108" fmla="*/ 8477221 w 13158797"/>
              <a:gd name="connsiteY108" fmla="*/ 1782084 h 9456078"/>
              <a:gd name="connsiteX109" fmla="*/ 8511829 w 13158797"/>
              <a:gd name="connsiteY109" fmla="*/ 1746853 h 9456078"/>
              <a:gd name="connsiteX110" fmla="*/ 8546706 w 13158797"/>
              <a:gd name="connsiteY110" fmla="*/ 1711937 h 9456078"/>
              <a:gd name="connsiteX111" fmla="*/ 8581851 w 13158797"/>
              <a:gd name="connsiteY111" fmla="*/ 1677337 h 9456078"/>
              <a:gd name="connsiteX112" fmla="*/ 8617261 w 13158797"/>
              <a:gd name="connsiteY112" fmla="*/ 1643056 h 9456078"/>
              <a:gd name="connsiteX113" fmla="*/ 8652934 w 13158797"/>
              <a:gd name="connsiteY113" fmla="*/ 1609093 h 9456078"/>
              <a:gd name="connsiteX114" fmla="*/ 8688867 w 13158797"/>
              <a:gd name="connsiteY114" fmla="*/ 1575450 h 9456078"/>
              <a:gd name="connsiteX115" fmla="*/ 8725058 w 13158797"/>
              <a:gd name="connsiteY115" fmla="*/ 1542128 h 9456078"/>
              <a:gd name="connsiteX116" fmla="*/ 8761506 w 13158797"/>
              <a:gd name="connsiteY116" fmla="*/ 1509129 h 9456078"/>
              <a:gd name="connsiteX117" fmla="*/ 8798207 w 13158797"/>
              <a:gd name="connsiteY117" fmla="*/ 1476452 h 9456078"/>
              <a:gd name="connsiteX118" fmla="*/ 8835159 w 13158797"/>
              <a:gd name="connsiteY118" fmla="*/ 1444101 h 9456078"/>
              <a:gd name="connsiteX119" fmla="*/ 8872360 w 13158797"/>
              <a:gd name="connsiteY119" fmla="*/ 1412075 h 9456078"/>
              <a:gd name="connsiteX120" fmla="*/ 8909808 w 13158797"/>
              <a:gd name="connsiteY120" fmla="*/ 1380375 h 9456078"/>
              <a:gd name="connsiteX121" fmla="*/ 8947501 w 13158797"/>
              <a:gd name="connsiteY121" fmla="*/ 1349004 h 9456078"/>
              <a:gd name="connsiteX122" fmla="*/ 8985435 w 13158797"/>
              <a:gd name="connsiteY122" fmla="*/ 1317962 h 9456078"/>
              <a:gd name="connsiteX123" fmla="*/ 9023610 w 13158797"/>
              <a:gd name="connsiteY123" fmla="*/ 1287250 h 9456078"/>
              <a:gd name="connsiteX124" fmla="*/ 9062022 w 13158797"/>
              <a:gd name="connsiteY124" fmla="*/ 1256869 h 9456078"/>
              <a:gd name="connsiteX125" fmla="*/ 9100669 w 13158797"/>
              <a:gd name="connsiteY125" fmla="*/ 1226820 h 9456078"/>
              <a:gd name="connsiteX126" fmla="*/ 9139549 w 13158797"/>
              <a:gd name="connsiteY126" fmla="*/ 1197105 h 9456078"/>
              <a:gd name="connsiteX127" fmla="*/ 9178660 w 13158797"/>
              <a:gd name="connsiteY127" fmla="*/ 1167725 h 9456078"/>
              <a:gd name="connsiteX128" fmla="*/ 9217999 w 13158797"/>
              <a:gd name="connsiteY128" fmla="*/ 1138681 h 9456078"/>
              <a:gd name="connsiteX129" fmla="*/ 9257564 w 13158797"/>
              <a:gd name="connsiteY129" fmla="*/ 1109974 h 9456078"/>
              <a:gd name="connsiteX130" fmla="*/ 9297353 w 13158797"/>
              <a:gd name="connsiteY130" fmla="*/ 1081604 h 9456078"/>
              <a:gd name="connsiteX131" fmla="*/ 9337364 w 13158797"/>
              <a:gd name="connsiteY131" fmla="*/ 1053574 h 9456078"/>
              <a:gd name="connsiteX132" fmla="*/ 9377594 w 13158797"/>
              <a:gd name="connsiteY132" fmla="*/ 1025884 h 9456078"/>
              <a:gd name="connsiteX133" fmla="*/ 9418040 w 13158797"/>
              <a:gd name="connsiteY133" fmla="*/ 998536 h 9456078"/>
              <a:gd name="connsiteX134" fmla="*/ 9458702 w 13158797"/>
              <a:gd name="connsiteY134" fmla="*/ 971530 h 9456078"/>
              <a:gd name="connsiteX135" fmla="*/ 9499575 w 13158797"/>
              <a:gd name="connsiteY135" fmla="*/ 944868 h 9456078"/>
              <a:gd name="connsiteX136" fmla="*/ 9540659 w 13158797"/>
              <a:gd name="connsiteY136" fmla="*/ 918551 h 9456078"/>
              <a:gd name="connsiteX137" fmla="*/ 9581950 w 13158797"/>
              <a:gd name="connsiteY137" fmla="*/ 892580 h 9456078"/>
              <a:gd name="connsiteX138" fmla="*/ 9623447 w 13158797"/>
              <a:gd name="connsiteY138" fmla="*/ 866956 h 9456078"/>
              <a:gd name="connsiteX139" fmla="*/ 9665147 w 13158797"/>
              <a:gd name="connsiteY139" fmla="*/ 841681 h 9456078"/>
              <a:gd name="connsiteX140" fmla="*/ 9707048 w 13158797"/>
              <a:gd name="connsiteY140" fmla="*/ 816754 h 9456078"/>
              <a:gd name="connsiteX141" fmla="*/ 9749147 w 13158797"/>
              <a:gd name="connsiteY141" fmla="*/ 792179 h 9456078"/>
              <a:gd name="connsiteX142" fmla="*/ 9791443 w 13158797"/>
              <a:gd name="connsiteY142" fmla="*/ 767955 h 9456078"/>
              <a:gd name="connsiteX143" fmla="*/ 9833932 w 13158797"/>
              <a:gd name="connsiteY143" fmla="*/ 744083 h 9456078"/>
              <a:gd name="connsiteX144" fmla="*/ 9876613 w 13158797"/>
              <a:gd name="connsiteY144" fmla="*/ 720566 h 9456078"/>
              <a:gd name="connsiteX145" fmla="*/ 9919484 w 13158797"/>
              <a:gd name="connsiteY145" fmla="*/ 697404 h 9456078"/>
              <a:gd name="connsiteX146" fmla="*/ 9962542 w 13158797"/>
              <a:gd name="connsiteY146" fmla="*/ 674598 h 9456078"/>
              <a:gd name="connsiteX147" fmla="*/ 10005784 w 13158797"/>
              <a:gd name="connsiteY147" fmla="*/ 652149 h 9456078"/>
              <a:gd name="connsiteX148" fmla="*/ 10049209 w 13158797"/>
              <a:gd name="connsiteY148" fmla="*/ 630059 h 9456078"/>
              <a:gd name="connsiteX149" fmla="*/ 10092814 w 13158797"/>
              <a:gd name="connsiteY149" fmla="*/ 608328 h 9456078"/>
              <a:gd name="connsiteX150" fmla="*/ 10136597 w 13158797"/>
              <a:gd name="connsiteY150" fmla="*/ 586958 h 9456078"/>
              <a:gd name="connsiteX151" fmla="*/ 10180556 w 13158797"/>
              <a:gd name="connsiteY151" fmla="*/ 565950 h 9456078"/>
              <a:gd name="connsiteX152" fmla="*/ 10224688 w 13158797"/>
              <a:gd name="connsiteY152" fmla="*/ 545304 h 9456078"/>
              <a:gd name="connsiteX153" fmla="*/ 10268991 w 13158797"/>
              <a:gd name="connsiteY153" fmla="*/ 525023 h 9456078"/>
              <a:gd name="connsiteX154" fmla="*/ 10313463 w 13158797"/>
              <a:gd name="connsiteY154" fmla="*/ 505107 h 9456078"/>
              <a:gd name="connsiteX155" fmla="*/ 10358101 w 13158797"/>
              <a:gd name="connsiteY155" fmla="*/ 485558 h 9456078"/>
              <a:gd name="connsiteX156" fmla="*/ 10402903 w 13158797"/>
              <a:gd name="connsiteY156" fmla="*/ 466376 h 9456078"/>
              <a:gd name="connsiteX157" fmla="*/ 10447868 w 13158797"/>
              <a:gd name="connsiteY157" fmla="*/ 447563 h 9456078"/>
              <a:gd name="connsiteX158" fmla="*/ 10492991 w 13158797"/>
              <a:gd name="connsiteY158" fmla="*/ 429119 h 9456078"/>
              <a:gd name="connsiteX159" fmla="*/ 10538272 w 13158797"/>
              <a:gd name="connsiteY159" fmla="*/ 411046 h 9456078"/>
              <a:gd name="connsiteX160" fmla="*/ 10583708 w 13158797"/>
              <a:gd name="connsiteY160" fmla="*/ 393346 h 9456078"/>
              <a:gd name="connsiteX161" fmla="*/ 10629297 w 13158797"/>
              <a:gd name="connsiteY161" fmla="*/ 376018 h 9456078"/>
              <a:gd name="connsiteX162" fmla="*/ 10675036 w 13158797"/>
              <a:gd name="connsiteY162" fmla="*/ 359065 h 9456078"/>
              <a:gd name="connsiteX163" fmla="*/ 10720923 w 13158797"/>
              <a:gd name="connsiteY163" fmla="*/ 342487 h 9456078"/>
              <a:gd name="connsiteX164" fmla="*/ 10766956 w 13158797"/>
              <a:gd name="connsiteY164" fmla="*/ 326286 h 9456078"/>
              <a:gd name="connsiteX165" fmla="*/ 10813132 w 13158797"/>
              <a:gd name="connsiteY165" fmla="*/ 310462 h 9456078"/>
              <a:gd name="connsiteX166" fmla="*/ 10859450 w 13158797"/>
              <a:gd name="connsiteY166" fmla="*/ 295018 h 9456078"/>
              <a:gd name="connsiteX167" fmla="*/ 10905907 w 13158797"/>
              <a:gd name="connsiteY167" fmla="*/ 279953 h 9456078"/>
              <a:gd name="connsiteX168" fmla="*/ 10952500 w 13158797"/>
              <a:gd name="connsiteY168" fmla="*/ 265269 h 9456078"/>
              <a:gd name="connsiteX169" fmla="*/ 10999227 w 13158797"/>
              <a:gd name="connsiteY169" fmla="*/ 250968 h 9456078"/>
              <a:gd name="connsiteX170" fmla="*/ 11046087 w 13158797"/>
              <a:gd name="connsiteY170" fmla="*/ 237049 h 9456078"/>
              <a:gd name="connsiteX171" fmla="*/ 11093076 w 13158797"/>
              <a:gd name="connsiteY171" fmla="*/ 223516 h 9456078"/>
              <a:gd name="connsiteX172" fmla="*/ 11140193 w 13158797"/>
              <a:gd name="connsiteY172" fmla="*/ 210368 h 9456078"/>
              <a:gd name="connsiteX173" fmla="*/ 11187434 w 13158797"/>
              <a:gd name="connsiteY173" fmla="*/ 197606 h 9456078"/>
              <a:gd name="connsiteX174" fmla="*/ 11234799 w 13158797"/>
              <a:gd name="connsiteY174" fmla="*/ 185233 h 9456078"/>
              <a:gd name="connsiteX175" fmla="*/ 11282284 w 13158797"/>
              <a:gd name="connsiteY175" fmla="*/ 173248 h 9456078"/>
              <a:gd name="connsiteX176" fmla="*/ 11329888 w 13158797"/>
              <a:gd name="connsiteY176" fmla="*/ 161654 h 9456078"/>
              <a:gd name="connsiteX177" fmla="*/ 11377607 w 13158797"/>
              <a:gd name="connsiteY177" fmla="*/ 150451 h 9456078"/>
              <a:gd name="connsiteX178" fmla="*/ 11425440 w 13158797"/>
              <a:gd name="connsiteY178" fmla="*/ 139640 h 9456078"/>
              <a:gd name="connsiteX179" fmla="*/ 11473385 w 13158797"/>
              <a:gd name="connsiteY179" fmla="*/ 129223 h 9456078"/>
              <a:gd name="connsiteX180" fmla="*/ 11521439 w 13158797"/>
              <a:gd name="connsiteY180" fmla="*/ 119201 h 9456078"/>
              <a:gd name="connsiteX181" fmla="*/ 11569599 w 13158797"/>
              <a:gd name="connsiteY181" fmla="*/ 109574 h 9456078"/>
              <a:gd name="connsiteX182" fmla="*/ 11617864 w 13158797"/>
              <a:gd name="connsiteY182" fmla="*/ 100344 h 9456078"/>
              <a:gd name="connsiteX183" fmla="*/ 11666231 w 13158797"/>
              <a:gd name="connsiteY183" fmla="*/ 91512 h 9456078"/>
              <a:gd name="connsiteX184" fmla="*/ 11714698 w 13158797"/>
              <a:gd name="connsiteY184" fmla="*/ 83080 h 9456078"/>
              <a:gd name="connsiteX185" fmla="*/ 11763263 w 13158797"/>
              <a:gd name="connsiteY185" fmla="*/ 75047 h 9456078"/>
              <a:gd name="connsiteX186" fmla="*/ 11811923 w 13158797"/>
              <a:gd name="connsiteY186" fmla="*/ 67417 h 9456078"/>
              <a:gd name="connsiteX187" fmla="*/ 11860676 w 13158797"/>
              <a:gd name="connsiteY187" fmla="*/ 60188 h 9456078"/>
              <a:gd name="connsiteX188" fmla="*/ 11909519 w 13158797"/>
              <a:gd name="connsiteY188" fmla="*/ 53364 h 9456078"/>
              <a:gd name="connsiteX189" fmla="*/ 11958451 w 13158797"/>
              <a:gd name="connsiteY189" fmla="*/ 46944 h 9456078"/>
              <a:gd name="connsiteX190" fmla="*/ 12007470 w 13158797"/>
              <a:gd name="connsiteY190" fmla="*/ 40931 h 9456078"/>
              <a:gd name="connsiteX191" fmla="*/ 12056572 w 13158797"/>
              <a:gd name="connsiteY191" fmla="*/ 35324 h 9456078"/>
              <a:gd name="connsiteX192" fmla="*/ 12105756 w 13158797"/>
              <a:gd name="connsiteY192" fmla="*/ 30126 h 9456078"/>
              <a:gd name="connsiteX193" fmla="*/ 12155019 w 13158797"/>
              <a:gd name="connsiteY193" fmla="*/ 25337 h 9456078"/>
              <a:gd name="connsiteX194" fmla="*/ 12204359 w 13158797"/>
              <a:gd name="connsiteY194" fmla="*/ 20958 h 9456078"/>
              <a:gd name="connsiteX195" fmla="*/ 12253773 w 13158797"/>
              <a:gd name="connsiteY195" fmla="*/ 16991 h 9456078"/>
              <a:gd name="connsiteX196" fmla="*/ 12303260 w 13158797"/>
              <a:gd name="connsiteY196" fmla="*/ 13437 h 9456078"/>
              <a:gd name="connsiteX197" fmla="*/ 12352818 w 13158797"/>
              <a:gd name="connsiteY197" fmla="*/ 10297 h 9456078"/>
              <a:gd name="connsiteX198" fmla="*/ 12402443 w 13158797"/>
              <a:gd name="connsiteY198" fmla="*/ 7572 h 9456078"/>
              <a:gd name="connsiteX199" fmla="*/ 12452133 w 13158797"/>
              <a:gd name="connsiteY199" fmla="*/ 5263 h 9456078"/>
              <a:gd name="connsiteX200" fmla="*/ 12501887 w 13158797"/>
              <a:gd name="connsiteY200" fmla="*/ 3371 h 9456078"/>
              <a:gd name="connsiteX201" fmla="*/ 12551701 w 13158797"/>
              <a:gd name="connsiteY201" fmla="*/ 1898 h 9456078"/>
              <a:gd name="connsiteX202" fmla="*/ 12601574 w 13158797"/>
              <a:gd name="connsiteY202" fmla="*/ 844 h 9456078"/>
              <a:gd name="connsiteX203" fmla="*/ 12651504 w 13158797"/>
              <a:gd name="connsiteY203" fmla="*/ 211 h 9456078"/>
              <a:gd name="connsiteX204" fmla="*/ 12701487 w 13158797"/>
              <a:gd name="connsiteY204" fmla="*/ 0 h 9456078"/>
              <a:gd name="connsiteX205" fmla="*/ 13158798 w 13158797"/>
              <a:gd name="connsiteY205" fmla="*/ 0 h 94560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</a:cxnLst>
            <a:rect l="l" t="t" r="r" b="b"/>
            <a:pathLst>
              <a:path w="13158797" h="9456078">
                <a:moveTo>
                  <a:pt x="0" y="9456078"/>
                </a:moveTo>
                <a:lnTo>
                  <a:pt x="49977" y="9455836"/>
                </a:lnTo>
                <a:lnTo>
                  <a:pt x="99893" y="9455111"/>
                </a:lnTo>
                <a:lnTo>
                  <a:pt x="149742" y="9453904"/>
                </a:lnTo>
                <a:lnTo>
                  <a:pt x="199524" y="9452217"/>
                </a:lnTo>
                <a:lnTo>
                  <a:pt x="298870" y="9447409"/>
                </a:lnTo>
                <a:lnTo>
                  <a:pt x="348429" y="9444290"/>
                </a:lnTo>
                <a:lnTo>
                  <a:pt x="397907" y="9440698"/>
                </a:lnTo>
                <a:lnTo>
                  <a:pt x="447302" y="9436632"/>
                </a:lnTo>
                <a:lnTo>
                  <a:pt x="496610" y="9432096"/>
                </a:lnTo>
                <a:lnTo>
                  <a:pt x="545829" y="9427089"/>
                </a:lnTo>
                <a:lnTo>
                  <a:pt x="594956" y="9421615"/>
                </a:lnTo>
                <a:lnTo>
                  <a:pt x="643987" y="9415673"/>
                </a:lnTo>
                <a:lnTo>
                  <a:pt x="692920" y="9409267"/>
                </a:lnTo>
                <a:lnTo>
                  <a:pt x="741751" y="9402396"/>
                </a:lnTo>
                <a:lnTo>
                  <a:pt x="790478" y="9395063"/>
                </a:lnTo>
                <a:lnTo>
                  <a:pt x="839098" y="9387270"/>
                </a:lnTo>
                <a:lnTo>
                  <a:pt x="887607" y="9379017"/>
                </a:lnTo>
                <a:lnTo>
                  <a:pt x="936002" y="9370306"/>
                </a:lnTo>
                <a:lnTo>
                  <a:pt x="984281" y="9361139"/>
                </a:lnTo>
                <a:lnTo>
                  <a:pt x="1032440" y="9351517"/>
                </a:lnTo>
                <a:lnTo>
                  <a:pt x="1080477" y="9341441"/>
                </a:lnTo>
                <a:lnTo>
                  <a:pt x="1176172" y="9319936"/>
                </a:lnTo>
                <a:lnTo>
                  <a:pt x="1223823" y="9308509"/>
                </a:lnTo>
                <a:lnTo>
                  <a:pt x="1271339" y="9296635"/>
                </a:lnTo>
                <a:lnTo>
                  <a:pt x="1318719" y="9284315"/>
                </a:lnTo>
                <a:lnTo>
                  <a:pt x="1365957" y="9271550"/>
                </a:lnTo>
                <a:lnTo>
                  <a:pt x="1413052" y="9258342"/>
                </a:lnTo>
                <a:lnTo>
                  <a:pt x="1460000" y="9244693"/>
                </a:lnTo>
                <a:lnTo>
                  <a:pt x="1506799" y="9230604"/>
                </a:lnTo>
                <a:lnTo>
                  <a:pt x="1553445" y="9216076"/>
                </a:lnTo>
                <a:lnTo>
                  <a:pt x="1599935" y="9201111"/>
                </a:lnTo>
                <a:lnTo>
                  <a:pt x="1646267" y="9185710"/>
                </a:lnTo>
                <a:lnTo>
                  <a:pt x="1692437" y="9169876"/>
                </a:lnTo>
                <a:lnTo>
                  <a:pt x="1738442" y="9153608"/>
                </a:lnTo>
                <a:lnTo>
                  <a:pt x="1784280" y="9136910"/>
                </a:lnTo>
                <a:lnTo>
                  <a:pt x="1829947" y="9119782"/>
                </a:lnTo>
                <a:lnTo>
                  <a:pt x="1875440" y="9102226"/>
                </a:lnTo>
                <a:lnTo>
                  <a:pt x="1920756" y="9084243"/>
                </a:lnTo>
                <a:lnTo>
                  <a:pt x="1965893" y="9065835"/>
                </a:lnTo>
                <a:lnTo>
                  <a:pt x="2055615" y="9027750"/>
                </a:lnTo>
                <a:lnTo>
                  <a:pt x="2100195" y="9008075"/>
                </a:lnTo>
                <a:lnTo>
                  <a:pt x="2144582" y="8987981"/>
                </a:lnTo>
                <a:lnTo>
                  <a:pt x="2188775" y="8967470"/>
                </a:lnTo>
                <a:lnTo>
                  <a:pt x="2232770" y="8946542"/>
                </a:lnTo>
                <a:lnTo>
                  <a:pt x="2276564" y="8925199"/>
                </a:lnTo>
                <a:lnTo>
                  <a:pt x="2320154" y="8903443"/>
                </a:lnTo>
                <a:lnTo>
                  <a:pt x="2363538" y="8881275"/>
                </a:lnTo>
                <a:lnTo>
                  <a:pt x="2406711" y="8858697"/>
                </a:lnTo>
                <a:lnTo>
                  <a:pt x="2449672" y="8835710"/>
                </a:lnTo>
                <a:lnTo>
                  <a:pt x="2492417" y="8812316"/>
                </a:lnTo>
                <a:lnTo>
                  <a:pt x="2534943" y="8788516"/>
                </a:lnTo>
                <a:lnTo>
                  <a:pt x="2577247" y="8764311"/>
                </a:lnTo>
                <a:lnTo>
                  <a:pt x="2619326" y="8739704"/>
                </a:lnTo>
                <a:lnTo>
                  <a:pt x="2661177" y="8714695"/>
                </a:lnTo>
                <a:lnTo>
                  <a:pt x="2702797" y="8689286"/>
                </a:lnTo>
                <a:lnTo>
                  <a:pt x="2744183" y="8663479"/>
                </a:lnTo>
                <a:lnTo>
                  <a:pt x="2785333" y="8637274"/>
                </a:lnTo>
                <a:lnTo>
                  <a:pt x="2826242" y="8610675"/>
                </a:lnTo>
                <a:lnTo>
                  <a:pt x="2866908" y="8583681"/>
                </a:lnTo>
                <a:lnTo>
                  <a:pt x="2907329" y="8556295"/>
                </a:lnTo>
                <a:lnTo>
                  <a:pt x="2947500" y="8528517"/>
                </a:lnTo>
                <a:lnTo>
                  <a:pt x="2987419" y="8500351"/>
                </a:lnTo>
                <a:lnTo>
                  <a:pt x="3027083" y="8471796"/>
                </a:lnTo>
                <a:lnTo>
                  <a:pt x="3066489" y="8442854"/>
                </a:lnTo>
                <a:lnTo>
                  <a:pt x="3105634" y="8413528"/>
                </a:lnTo>
                <a:lnTo>
                  <a:pt x="3144515" y="8383818"/>
                </a:lnTo>
                <a:lnTo>
                  <a:pt x="3183129" y="8353726"/>
                </a:lnTo>
                <a:lnTo>
                  <a:pt x="3221473" y="8323253"/>
                </a:lnTo>
                <a:lnTo>
                  <a:pt x="3259544" y="8292401"/>
                </a:lnTo>
                <a:lnTo>
                  <a:pt x="3297339" y="8261172"/>
                </a:lnTo>
                <a:lnTo>
                  <a:pt x="3334854" y="8229566"/>
                </a:lnTo>
                <a:lnTo>
                  <a:pt x="3372087" y="8197585"/>
                </a:lnTo>
                <a:lnTo>
                  <a:pt x="3409035" y="8165232"/>
                </a:lnTo>
                <a:lnTo>
                  <a:pt x="3445695" y="8132507"/>
                </a:lnTo>
                <a:lnTo>
                  <a:pt x="3482064" y="8099411"/>
                </a:lnTo>
                <a:lnTo>
                  <a:pt x="3518139" y="8065947"/>
                </a:lnTo>
                <a:lnTo>
                  <a:pt x="3553916" y="8032115"/>
                </a:lnTo>
                <a:lnTo>
                  <a:pt x="3589393" y="7997918"/>
                </a:lnTo>
                <a:lnTo>
                  <a:pt x="3624567" y="7963356"/>
                </a:lnTo>
                <a:lnTo>
                  <a:pt x="3659435" y="7928432"/>
                </a:lnTo>
                <a:lnTo>
                  <a:pt x="3693994" y="7893146"/>
                </a:lnTo>
                <a:lnTo>
                  <a:pt x="3728240" y="7857501"/>
                </a:lnTo>
                <a:lnTo>
                  <a:pt x="3762171" y="7821497"/>
                </a:lnTo>
                <a:lnTo>
                  <a:pt x="3795783" y="7785136"/>
                </a:lnTo>
                <a:lnTo>
                  <a:pt x="3829075" y="7748420"/>
                </a:lnTo>
                <a:lnTo>
                  <a:pt x="3862042" y="7711350"/>
                </a:lnTo>
                <a:lnTo>
                  <a:pt x="3894682" y="7673928"/>
                </a:lnTo>
                <a:lnTo>
                  <a:pt x="3926991" y="7636155"/>
                </a:lnTo>
                <a:lnTo>
                  <a:pt x="3958967" y="7598032"/>
                </a:lnTo>
                <a:lnTo>
                  <a:pt x="3990607" y="7559561"/>
                </a:lnTo>
                <a:lnTo>
                  <a:pt x="4021907" y="7520744"/>
                </a:lnTo>
                <a:lnTo>
                  <a:pt x="4052865" y="7481582"/>
                </a:lnTo>
                <a:lnTo>
                  <a:pt x="4083478" y="7442077"/>
                </a:lnTo>
                <a:lnTo>
                  <a:pt x="8022311" y="2307814"/>
                </a:lnTo>
                <a:lnTo>
                  <a:pt x="8052902" y="2268285"/>
                </a:lnTo>
                <a:lnTo>
                  <a:pt x="8083796" y="2229056"/>
                </a:lnTo>
                <a:lnTo>
                  <a:pt x="8114989" y="2190127"/>
                </a:lnTo>
                <a:lnTo>
                  <a:pt x="8146479" y="2151500"/>
                </a:lnTo>
                <a:lnTo>
                  <a:pt x="8178264" y="2113176"/>
                </a:lnTo>
                <a:lnTo>
                  <a:pt x="8210341" y="2075157"/>
                </a:lnTo>
                <a:lnTo>
                  <a:pt x="8242709" y="2037442"/>
                </a:lnTo>
                <a:lnTo>
                  <a:pt x="8275365" y="2000034"/>
                </a:lnTo>
                <a:lnTo>
                  <a:pt x="8308307" y="1962934"/>
                </a:lnTo>
                <a:lnTo>
                  <a:pt x="8341532" y="1926142"/>
                </a:lnTo>
                <a:lnTo>
                  <a:pt x="8375038" y="1889660"/>
                </a:lnTo>
                <a:lnTo>
                  <a:pt x="8408823" y="1853489"/>
                </a:lnTo>
                <a:lnTo>
                  <a:pt x="8442885" y="1817630"/>
                </a:lnTo>
                <a:lnTo>
                  <a:pt x="8477221" y="1782084"/>
                </a:lnTo>
                <a:lnTo>
                  <a:pt x="8511829" y="1746853"/>
                </a:lnTo>
                <a:lnTo>
                  <a:pt x="8546706" y="1711937"/>
                </a:lnTo>
                <a:lnTo>
                  <a:pt x="8581851" y="1677337"/>
                </a:lnTo>
                <a:lnTo>
                  <a:pt x="8617261" y="1643056"/>
                </a:lnTo>
                <a:lnTo>
                  <a:pt x="8652934" y="1609093"/>
                </a:lnTo>
                <a:lnTo>
                  <a:pt x="8688867" y="1575450"/>
                </a:lnTo>
                <a:lnTo>
                  <a:pt x="8725058" y="1542128"/>
                </a:lnTo>
                <a:lnTo>
                  <a:pt x="8761506" y="1509129"/>
                </a:lnTo>
                <a:lnTo>
                  <a:pt x="8798207" y="1476452"/>
                </a:lnTo>
                <a:lnTo>
                  <a:pt x="8835159" y="1444101"/>
                </a:lnTo>
                <a:lnTo>
                  <a:pt x="8872360" y="1412075"/>
                </a:lnTo>
                <a:lnTo>
                  <a:pt x="8909808" y="1380375"/>
                </a:lnTo>
                <a:lnTo>
                  <a:pt x="8947501" y="1349004"/>
                </a:lnTo>
                <a:lnTo>
                  <a:pt x="8985435" y="1317962"/>
                </a:lnTo>
                <a:lnTo>
                  <a:pt x="9023610" y="1287250"/>
                </a:lnTo>
                <a:lnTo>
                  <a:pt x="9062022" y="1256869"/>
                </a:lnTo>
                <a:lnTo>
                  <a:pt x="9100669" y="1226820"/>
                </a:lnTo>
                <a:lnTo>
                  <a:pt x="9139549" y="1197105"/>
                </a:lnTo>
                <a:lnTo>
                  <a:pt x="9178660" y="1167725"/>
                </a:lnTo>
                <a:lnTo>
                  <a:pt x="9217999" y="1138681"/>
                </a:lnTo>
                <a:lnTo>
                  <a:pt x="9257564" y="1109974"/>
                </a:lnTo>
                <a:lnTo>
                  <a:pt x="9297353" y="1081604"/>
                </a:lnTo>
                <a:lnTo>
                  <a:pt x="9337364" y="1053574"/>
                </a:lnTo>
                <a:lnTo>
                  <a:pt x="9377594" y="1025884"/>
                </a:lnTo>
                <a:lnTo>
                  <a:pt x="9418040" y="998536"/>
                </a:lnTo>
                <a:lnTo>
                  <a:pt x="9458702" y="971530"/>
                </a:lnTo>
                <a:lnTo>
                  <a:pt x="9499575" y="944868"/>
                </a:lnTo>
                <a:lnTo>
                  <a:pt x="9540659" y="918551"/>
                </a:lnTo>
                <a:lnTo>
                  <a:pt x="9581950" y="892580"/>
                </a:lnTo>
                <a:lnTo>
                  <a:pt x="9623447" y="866956"/>
                </a:lnTo>
                <a:lnTo>
                  <a:pt x="9665147" y="841681"/>
                </a:lnTo>
                <a:lnTo>
                  <a:pt x="9707048" y="816754"/>
                </a:lnTo>
                <a:lnTo>
                  <a:pt x="9749147" y="792179"/>
                </a:lnTo>
                <a:lnTo>
                  <a:pt x="9791443" y="767955"/>
                </a:lnTo>
                <a:lnTo>
                  <a:pt x="9833932" y="744083"/>
                </a:lnTo>
                <a:lnTo>
                  <a:pt x="9876613" y="720566"/>
                </a:lnTo>
                <a:lnTo>
                  <a:pt x="9919484" y="697404"/>
                </a:lnTo>
                <a:lnTo>
                  <a:pt x="9962542" y="674598"/>
                </a:lnTo>
                <a:lnTo>
                  <a:pt x="10005784" y="652149"/>
                </a:lnTo>
                <a:lnTo>
                  <a:pt x="10049209" y="630059"/>
                </a:lnTo>
                <a:lnTo>
                  <a:pt x="10092814" y="608328"/>
                </a:lnTo>
                <a:lnTo>
                  <a:pt x="10136597" y="586958"/>
                </a:lnTo>
                <a:lnTo>
                  <a:pt x="10180556" y="565950"/>
                </a:lnTo>
                <a:lnTo>
                  <a:pt x="10224688" y="545304"/>
                </a:lnTo>
                <a:lnTo>
                  <a:pt x="10268991" y="525023"/>
                </a:lnTo>
                <a:lnTo>
                  <a:pt x="10313463" y="505107"/>
                </a:lnTo>
                <a:lnTo>
                  <a:pt x="10358101" y="485558"/>
                </a:lnTo>
                <a:lnTo>
                  <a:pt x="10402903" y="466376"/>
                </a:lnTo>
                <a:lnTo>
                  <a:pt x="10447868" y="447563"/>
                </a:lnTo>
                <a:lnTo>
                  <a:pt x="10492991" y="429119"/>
                </a:lnTo>
                <a:lnTo>
                  <a:pt x="10538272" y="411046"/>
                </a:lnTo>
                <a:lnTo>
                  <a:pt x="10583708" y="393346"/>
                </a:lnTo>
                <a:lnTo>
                  <a:pt x="10629297" y="376018"/>
                </a:lnTo>
                <a:lnTo>
                  <a:pt x="10675036" y="359065"/>
                </a:lnTo>
                <a:lnTo>
                  <a:pt x="10720923" y="342487"/>
                </a:lnTo>
                <a:lnTo>
                  <a:pt x="10766956" y="326286"/>
                </a:lnTo>
                <a:lnTo>
                  <a:pt x="10813132" y="310462"/>
                </a:lnTo>
                <a:lnTo>
                  <a:pt x="10859450" y="295018"/>
                </a:lnTo>
                <a:lnTo>
                  <a:pt x="10905907" y="279953"/>
                </a:lnTo>
                <a:lnTo>
                  <a:pt x="10952500" y="265269"/>
                </a:lnTo>
                <a:lnTo>
                  <a:pt x="10999227" y="250968"/>
                </a:lnTo>
                <a:lnTo>
                  <a:pt x="11046087" y="237049"/>
                </a:lnTo>
                <a:lnTo>
                  <a:pt x="11093076" y="223516"/>
                </a:lnTo>
                <a:lnTo>
                  <a:pt x="11140193" y="210368"/>
                </a:lnTo>
                <a:lnTo>
                  <a:pt x="11187434" y="197606"/>
                </a:lnTo>
                <a:lnTo>
                  <a:pt x="11234799" y="185233"/>
                </a:lnTo>
                <a:lnTo>
                  <a:pt x="11282284" y="173248"/>
                </a:lnTo>
                <a:lnTo>
                  <a:pt x="11329888" y="161654"/>
                </a:lnTo>
                <a:lnTo>
                  <a:pt x="11377607" y="150451"/>
                </a:lnTo>
                <a:lnTo>
                  <a:pt x="11425440" y="139640"/>
                </a:lnTo>
                <a:lnTo>
                  <a:pt x="11473385" y="129223"/>
                </a:lnTo>
                <a:lnTo>
                  <a:pt x="11521439" y="119201"/>
                </a:lnTo>
                <a:lnTo>
                  <a:pt x="11569599" y="109574"/>
                </a:lnTo>
                <a:lnTo>
                  <a:pt x="11617864" y="100344"/>
                </a:lnTo>
                <a:lnTo>
                  <a:pt x="11666231" y="91512"/>
                </a:lnTo>
                <a:lnTo>
                  <a:pt x="11714698" y="83080"/>
                </a:lnTo>
                <a:lnTo>
                  <a:pt x="11763263" y="75047"/>
                </a:lnTo>
                <a:lnTo>
                  <a:pt x="11811923" y="67417"/>
                </a:lnTo>
                <a:lnTo>
                  <a:pt x="11860676" y="60188"/>
                </a:lnTo>
                <a:lnTo>
                  <a:pt x="11909519" y="53364"/>
                </a:lnTo>
                <a:lnTo>
                  <a:pt x="11958451" y="46944"/>
                </a:lnTo>
                <a:lnTo>
                  <a:pt x="12007470" y="40931"/>
                </a:lnTo>
                <a:lnTo>
                  <a:pt x="12056572" y="35324"/>
                </a:lnTo>
                <a:lnTo>
                  <a:pt x="12105756" y="30126"/>
                </a:lnTo>
                <a:lnTo>
                  <a:pt x="12155019" y="25337"/>
                </a:lnTo>
                <a:lnTo>
                  <a:pt x="12204359" y="20958"/>
                </a:lnTo>
                <a:lnTo>
                  <a:pt x="12253773" y="16991"/>
                </a:lnTo>
                <a:lnTo>
                  <a:pt x="12303260" y="13437"/>
                </a:lnTo>
                <a:lnTo>
                  <a:pt x="12352818" y="10297"/>
                </a:lnTo>
                <a:lnTo>
                  <a:pt x="12402443" y="7572"/>
                </a:lnTo>
                <a:lnTo>
                  <a:pt x="12452133" y="5263"/>
                </a:lnTo>
                <a:lnTo>
                  <a:pt x="12501887" y="3371"/>
                </a:lnTo>
                <a:lnTo>
                  <a:pt x="12551701" y="1898"/>
                </a:lnTo>
                <a:lnTo>
                  <a:pt x="12601574" y="844"/>
                </a:lnTo>
                <a:lnTo>
                  <a:pt x="12651504" y="211"/>
                </a:lnTo>
                <a:lnTo>
                  <a:pt x="12701487" y="0"/>
                </a:lnTo>
                <a:lnTo>
                  <a:pt x="13158798" y="0"/>
                </a:lnTo>
              </a:path>
            </a:pathLst>
          </a:custGeom>
          <a:ln w="19050">
            <a:gradFill>
              <a:gsLst>
                <a:gs pos="15000">
                  <a:schemeClr val="tx2"/>
                </a:gs>
                <a:gs pos="0">
                  <a:schemeClr val="bg1">
                    <a:alpha val="0"/>
                  </a:schemeClr>
                </a:gs>
              </a:gsLst>
              <a:lin ang="5400000" scaled="0"/>
            </a:gradFill>
          </a:ln>
        </p:spPr>
        <p:txBody>
          <a:bodyPr wrap="square" lIns="0" tIns="0" rIns="0" bIns="0" rtlCol="0"/>
          <a:lstStyle/>
          <a:p>
            <a:pPr marL="0" marR="0" lvl="0" indent="0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B0837E43-FCDB-06B6-D55B-7277D47AE588}"/>
              </a:ext>
            </a:extLst>
          </p:cNvPr>
          <p:cNvCxnSpPr>
            <a:cxnSpLocks/>
          </p:cNvCxnSpPr>
          <p:nvPr/>
        </p:nvCxnSpPr>
        <p:spPr>
          <a:xfrm flipH="1">
            <a:off x="334962" y="6678798"/>
            <a:ext cx="10980001" cy="0"/>
          </a:xfrm>
          <a:prstGeom prst="line">
            <a:avLst/>
          </a:prstGeom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12378475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065">
          <p15:clr>
            <a:srgbClr val="FBAE40"/>
          </p15:clr>
        </p15:guide>
        <p15:guide id="2" pos="211">
          <p15:clr>
            <a:srgbClr val="FBAE40"/>
          </p15:clr>
        </p15:guide>
        <p15:guide id="3" orient="horz" pos="3997">
          <p15:clr>
            <a:srgbClr val="FBAE40"/>
          </p15:clr>
        </p15:guide>
        <p15:guide id="4" pos="7469">
          <p15:clr>
            <a:srgbClr val="FBAE40"/>
          </p15:clr>
        </p15:guide>
        <p15:guide id="5" orient="horz" pos="232">
          <p15:clr>
            <a:srgbClr val="FBAE40"/>
          </p15:clr>
        </p15:guide>
        <p15:guide id="6" orient="horz" pos="504">
          <p15:clr>
            <a:srgbClr val="FBAE40"/>
          </p15:clr>
        </p15:guide>
        <p15:guide id="7" orient="horz" pos="799">
          <p15:clr>
            <a:srgbClr val="FBAE40"/>
          </p15:clr>
        </p15:guide>
      </p15:sldGuideLst>
    </p:ext>
  </p:extLst>
</p:sldLayout>
</file>

<file path=ppt/slideLayouts/slideLayout158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2_Índice | Até 10 títulos - Branc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" name="Espaço Reservado para Número de Slide 5">
            <a:extLst>
              <a:ext uri="{FF2B5EF4-FFF2-40B4-BE49-F238E27FC236}">
                <a16:creationId xmlns:a16="http://schemas.microsoft.com/office/drawing/2014/main" id="{8B43B5D6-9411-2916-3463-C0BBC4CE3A6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defRPr sz="11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95" name="Text Placeholder 3">
            <a:extLst>
              <a:ext uri="{FF2B5EF4-FFF2-40B4-BE49-F238E27FC236}">
                <a16:creationId xmlns:a16="http://schemas.microsoft.com/office/drawing/2014/main" id="{1F9E0DEB-08E9-5248-44F9-9916F0925C87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tx1">
                    <a:lumMod val="85000"/>
                    <a:lumOff val="15000"/>
                  </a:schemeClr>
                </a:solidFill>
              </a:defRPr>
            </a:lvl1pPr>
          </a:lstStyle>
          <a:p>
            <a:pPr lvl="0"/>
            <a:r>
              <a:rPr lang="pt-BR"/>
              <a:t>Índice | Até 10 títulos</a:t>
            </a:r>
            <a:endParaRPr lang="en-US"/>
          </a:p>
        </p:txBody>
      </p:sp>
      <p:sp>
        <p:nvSpPr>
          <p:cNvPr id="96" name="Text Placeholder 10">
            <a:extLst>
              <a:ext uri="{FF2B5EF4-FFF2-40B4-BE49-F238E27FC236}">
                <a16:creationId xmlns:a16="http://schemas.microsoft.com/office/drawing/2014/main" id="{86EE135B-8461-A8E5-B808-1CCC5F3ABF32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defRPr sz="900" baseline="0">
                <a:solidFill>
                  <a:schemeClr val="tx1">
                    <a:lumMod val="85000"/>
                    <a:lumOff val="15000"/>
                  </a:schemeClr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7" name="Text Placeholder 21">
            <a:extLst>
              <a:ext uri="{FF2B5EF4-FFF2-40B4-BE49-F238E27FC236}">
                <a16:creationId xmlns:a16="http://schemas.microsoft.com/office/drawing/2014/main" id="{C68EECD8-4868-C403-065A-798C94914B21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1217550" y="1232282"/>
            <a:ext cx="4304945" cy="58564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98" name="Text Placeholder 21">
            <a:extLst>
              <a:ext uri="{FF2B5EF4-FFF2-40B4-BE49-F238E27FC236}">
                <a16:creationId xmlns:a16="http://schemas.microsoft.com/office/drawing/2014/main" id="{377F7479-B5E7-D307-06B9-71E3BA37F3EF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1217550" y="2153418"/>
            <a:ext cx="4304945" cy="595341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99" name="Text Placeholder 21">
            <a:extLst>
              <a:ext uri="{FF2B5EF4-FFF2-40B4-BE49-F238E27FC236}">
                <a16:creationId xmlns:a16="http://schemas.microsoft.com/office/drawing/2014/main" id="{A9CB3A34-F081-C677-A00F-67C1873C062A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1217550" y="3163685"/>
            <a:ext cx="4304945" cy="60135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0" name="Text Placeholder 21">
            <a:extLst>
              <a:ext uri="{FF2B5EF4-FFF2-40B4-BE49-F238E27FC236}">
                <a16:creationId xmlns:a16="http://schemas.microsoft.com/office/drawing/2014/main" id="{66627ED0-3A46-8737-6897-D3BDDB091302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1217550" y="4182010"/>
            <a:ext cx="4304945" cy="60135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1" name="Text Placeholder 21">
            <a:extLst>
              <a:ext uri="{FF2B5EF4-FFF2-40B4-BE49-F238E27FC236}">
                <a16:creationId xmlns:a16="http://schemas.microsoft.com/office/drawing/2014/main" id="{4A98C90D-F543-2D3A-9F32-FF02504B384D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6978588" y="1232282"/>
            <a:ext cx="4304945" cy="581956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2" name="Text Placeholder 21">
            <a:extLst>
              <a:ext uri="{FF2B5EF4-FFF2-40B4-BE49-F238E27FC236}">
                <a16:creationId xmlns:a16="http://schemas.microsoft.com/office/drawing/2014/main" id="{02D303FD-4338-9202-3742-445CFAC544F9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6978588" y="2153417"/>
            <a:ext cx="4304945" cy="591654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3" name="Text Placeholder 21">
            <a:extLst>
              <a:ext uri="{FF2B5EF4-FFF2-40B4-BE49-F238E27FC236}">
                <a16:creationId xmlns:a16="http://schemas.microsoft.com/office/drawing/2014/main" id="{DAB51C54-4BA1-024C-8F1D-E61343BFAC42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978588" y="3163685"/>
            <a:ext cx="4304945" cy="591654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4" name="Text Placeholder 21">
            <a:extLst>
              <a:ext uri="{FF2B5EF4-FFF2-40B4-BE49-F238E27FC236}">
                <a16:creationId xmlns:a16="http://schemas.microsoft.com/office/drawing/2014/main" id="{31C27C31-0117-4C41-7DD9-9A95AE01F9D5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6978588" y="4182010"/>
            <a:ext cx="4304945" cy="597666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5" name="Text Placeholder 21">
            <a:extLst>
              <a:ext uri="{FF2B5EF4-FFF2-40B4-BE49-F238E27FC236}">
                <a16:creationId xmlns:a16="http://schemas.microsoft.com/office/drawing/2014/main" id="{305C7304-230E-F6CE-A76D-99DF1E692F08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334965" y="1232283"/>
            <a:ext cx="666897" cy="666897"/>
          </a:xfrm>
          <a:prstGeom prst="rect">
            <a:avLst/>
          </a:prstGeom>
          <a:noFill/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1.</a:t>
            </a:r>
            <a:endParaRPr lang="pt-BR"/>
          </a:p>
        </p:txBody>
      </p:sp>
      <p:sp>
        <p:nvSpPr>
          <p:cNvPr id="106" name="Text Placeholder 21">
            <a:extLst>
              <a:ext uri="{FF2B5EF4-FFF2-40B4-BE49-F238E27FC236}">
                <a16:creationId xmlns:a16="http://schemas.microsoft.com/office/drawing/2014/main" id="{646BD931-2CC9-4B26-938C-C6A9327B317A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334965" y="2153418"/>
            <a:ext cx="666897" cy="666897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2.</a:t>
            </a:r>
            <a:endParaRPr lang="pt-BR"/>
          </a:p>
        </p:txBody>
      </p:sp>
      <p:sp>
        <p:nvSpPr>
          <p:cNvPr id="107" name="Text Placeholder 21">
            <a:extLst>
              <a:ext uri="{FF2B5EF4-FFF2-40B4-BE49-F238E27FC236}">
                <a16:creationId xmlns:a16="http://schemas.microsoft.com/office/drawing/2014/main" id="{7EF60F9A-51DE-3649-80E7-711C186485AA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334965" y="3163686"/>
            <a:ext cx="666897" cy="666897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3.</a:t>
            </a:r>
            <a:endParaRPr lang="pt-BR"/>
          </a:p>
        </p:txBody>
      </p:sp>
      <p:sp>
        <p:nvSpPr>
          <p:cNvPr id="108" name="Text Placeholder 21">
            <a:extLst>
              <a:ext uri="{FF2B5EF4-FFF2-40B4-BE49-F238E27FC236}">
                <a16:creationId xmlns:a16="http://schemas.microsoft.com/office/drawing/2014/main" id="{454FB385-5582-984D-3BEC-2409DCFBBEA7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334965" y="4182011"/>
            <a:ext cx="666897" cy="666897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4.</a:t>
            </a:r>
            <a:endParaRPr lang="pt-BR"/>
          </a:p>
        </p:txBody>
      </p:sp>
      <p:sp>
        <p:nvSpPr>
          <p:cNvPr id="109" name="Text Placeholder 21">
            <a:extLst>
              <a:ext uri="{FF2B5EF4-FFF2-40B4-BE49-F238E27FC236}">
                <a16:creationId xmlns:a16="http://schemas.microsoft.com/office/drawing/2014/main" id="{48AFB4A3-A713-3B36-5C4C-116B17982407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6096003" y="1232283"/>
            <a:ext cx="666897" cy="666897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6.</a:t>
            </a:r>
            <a:endParaRPr lang="pt-BR"/>
          </a:p>
        </p:txBody>
      </p:sp>
      <p:sp>
        <p:nvSpPr>
          <p:cNvPr id="110" name="Text Placeholder 21">
            <a:extLst>
              <a:ext uri="{FF2B5EF4-FFF2-40B4-BE49-F238E27FC236}">
                <a16:creationId xmlns:a16="http://schemas.microsoft.com/office/drawing/2014/main" id="{455A5A6A-C346-A345-7676-47650852DEC5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6096003" y="2153418"/>
            <a:ext cx="666897" cy="666897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7.</a:t>
            </a:r>
            <a:endParaRPr lang="pt-BR"/>
          </a:p>
        </p:txBody>
      </p:sp>
      <p:sp>
        <p:nvSpPr>
          <p:cNvPr id="111" name="Text Placeholder 21">
            <a:extLst>
              <a:ext uri="{FF2B5EF4-FFF2-40B4-BE49-F238E27FC236}">
                <a16:creationId xmlns:a16="http://schemas.microsoft.com/office/drawing/2014/main" id="{C9036724-53EE-61EA-4F36-0647670CC647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6096003" y="3163686"/>
            <a:ext cx="666897" cy="666897"/>
          </a:xfrm>
          <a:prstGeom prst="rect">
            <a:avLst/>
          </a:prstGeom>
          <a:noFill/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8.</a:t>
            </a:r>
            <a:endParaRPr lang="pt-BR"/>
          </a:p>
        </p:txBody>
      </p:sp>
      <p:sp>
        <p:nvSpPr>
          <p:cNvPr id="112" name="Text Placeholder 21">
            <a:extLst>
              <a:ext uri="{FF2B5EF4-FFF2-40B4-BE49-F238E27FC236}">
                <a16:creationId xmlns:a16="http://schemas.microsoft.com/office/drawing/2014/main" id="{59FC8DE1-DA8C-E6FC-0074-C1233AE33862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6096003" y="4182011"/>
            <a:ext cx="666897" cy="666897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9.</a:t>
            </a:r>
            <a:endParaRPr lang="pt-BR"/>
          </a:p>
        </p:txBody>
      </p:sp>
      <p:sp>
        <p:nvSpPr>
          <p:cNvPr id="113" name="Text Placeholder 21">
            <a:extLst>
              <a:ext uri="{FF2B5EF4-FFF2-40B4-BE49-F238E27FC236}">
                <a16:creationId xmlns:a16="http://schemas.microsoft.com/office/drawing/2014/main" id="{CD7EC131-607A-502B-D5DB-EACD3848C447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1217550" y="5195931"/>
            <a:ext cx="4304945" cy="60135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14" name="Text Placeholder 21">
            <a:extLst>
              <a:ext uri="{FF2B5EF4-FFF2-40B4-BE49-F238E27FC236}">
                <a16:creationId xmlns:a16="http://schemas.microsoft.com/office/drawing/2014/main" id="{39366CD8-736E-E9F0-1631-408CE9342B73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6978588" y="5195931"/>
            <a:ext cx="4304945" cy="597666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15" name="Text Placeholder 21">
            <a:extLst>
              <a:ext uri="{FF2B5EF4-FFF2-40B4-BE49-F238E27FC236}">
                <a16:creationId xmlns:a16="http://schemas.microsoft.com/office/drawing/2014/main" id="{A36BD412-4DD9-0776-5A73-B5939ACF9185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334965" y="5195932"/>
            <a:ext cx="666897" cy="666897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5.</a:t>
            </a:r>
            <a:endParaRPr lang="pt-BR"/>
          </a:p>
        </p:txBody>
      </p:sp>
      <p:sp>
        <p:nvSpPr>
          <p:cNvPr id="116" name="Text Placeholder 21">
            <a:extLst>
              <a:ext uri="{FF2B5EF4-FFF2-40B4-BE49-F238E27FC236}">
                <a16:creationId xmlns:a16="http://schemas.microsoft.com/office/drawing/2014/main" id="{0D56432C-F90B-BE78-9849-16EDFA25EDF3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6096003" y="5195932"/>
            <a:ext cx="666897" cy="666897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10.</a:t>
            </a:r>
            <a:endParaRPr lang="pt-BR"/>
          </a:p>
        </p:txBody>
      </p:sp>
      <p:sp>
        <p:nvSpPr>
          <p:cNvPr id="3" name="Picture 8">
            <a:extLst>
              <a:ext uri="{FF2B5EF4-FFF2-40B4-BE49-F238E27FC236}">
                <a16:creationId xmlns:a16="http://schemas.microsoft.com/office/drawing/2014/main" id="{D33CC779-BEB9-7E74-0EFA-C0016862AF39}"/>
              </a:ext>
            </a:extLst>
          </p:cNvPr>
          <p:cNvSpPr/>
          <p:nvPr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tx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/>
          </a:p>
        </p:txBody>
      </p:sp>
      <p:cxnSp>
        <p:nvCxnSpPr>
          <p:cNvPr id="2" name="Straight Connector 1">
            <a:extLst>
              <a:ext uri="{FF2B5EF4-FFF2-40B4-BE49-F238E27FC236}">
                <a16:creationId xmlns:a16="http://schemas.microsoft.com/office/drawing/2014/main" id="{224045CC-C0AE-FAC2-0A11-CE407887FED6}"/>
              </a:ext>
            </a:extLst>
          </p:cNvPr>
          <p:cNvCxnSpPr>
            <a:cxnSpLocks/>
          </p:cNvCxnSpPr>
          <p:nvPr/>
        </p:nvCxnSpPr>
        <p:spPr>
          <a:xfrm>
            <a:off x="1" y="169333"/>
            <a:ext cx="12229571" cy="0"/>
          </a:xfrm>
          <a:prstGeom prst="line">
            <a:avLst/>
          </a:prstGeom>
          <a:ln w="190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object 4">
            <a:extLst>
              <a:ext uri="{FF2B5EF4-FFF2-40B4-BE49-F238E27FC236}">
                <a16:creationId xmlns:a16="http://schemas.microsoft.com/office/drawing/2014/main" id="{69E0EED8-8A07-AB8C-3B0C-6AB8115B4DBF}"/>
              </a:ext>
            </a:extLst>
          </p:cNvPr>
          <p:cNvSpPr/>
          <p:nvPr/>
        </p:nvSpPr>
        <p:spPr>
          <a:xfrm rot="10247908" flipH="1">
            <a:off x="4106509" y="-4146683"/>
            <a:ext cx="8001039" cy="5749648"/>
          </a:xfrm>
          <a:custGeom>
            <a:avLst/>
            <a:gdLst>
              <a:gd name="connsiteX0" fmla="*/ 0 w 13940157"/>
              <a:gd name="connsiteY0" fmla="*/ 9200719 h 9456078"/>
              <a:gd name="connsiteX1" fmla="*/ 781360 w 13940157"/>
              <a:gd name="connsiteY1" fmla="*/ 9456078 h 9456078"/>
              <a:gd name="connsiteX2" fmla="*/ 831337 w 13940157"/>
              <a:gd name="connsiteY2" fmla="*/ 9455836 h 9456078"/>
              <a:gd name="connsiteX3" fmla="*/ 881253 w 13940157"/>
              <a:gd name="connsiteY3" fmla="*/ 9455111 h 9456078"/>
              <a:gd name="connsiteX4" fmla="*/ 931102 w 13940157"/>
              <a:gd name="connsiteY4" fmla="*/ 9453904 h 9456078"/>
              <a:gd name="connsiteX5" fmla="*/ 980884 w 13940157"/>
              <a:gd name="connsiteY5" fmla="*/ 9452217 h 9456078"/>
              <a:gd name="connsiteX6" fmla="*/ 1030594 w 13940157"/>
              <a:gd name="connsiteY6" fmla="*/ 9450052 h 9456078"/>
              <a:gd name="connsiteX7" fmla="*/ 1080230 w 13940157"/>
              <a:gd name="connsiteY7" fmla="*/ 9447409 h 9456078"/>
              <a:gd name="connsiteX8" fmla="*/ 1129789 w 13940157"/>
              <a:gd name="connsiteY8" fmla="*/ 9444290 h 9456078"/>
              <a:gd name="connsiteX9" fmla="*/ 1179267 w 13940157"/>
              <a:gd name="connsiteY9" fmla="*/ 9440698 h 9456078"/>
              <a:gd name="connsiteX10" fmla="*/ 1228662 w 13940157"/>
              <a:gd name="connsiteY10" fmla="*/ 9436632 h 9456078"/>
              <a:gd name="connsiteX11" fmla="*/ 1277970 w 13940157"/>
              <a:gd name="connsiteY11" fmla="*/ 9432096 h 9456078"/>
              <a:gd name="connsiteX12" fmla="*/ 1327189 w 13940157"/>
              <a:gd name="connsiteY12" fmla="*/ 9427089 h 9456078"/>
              <a:gd name="connsiteX13" fmla="*/ 1376316 w 13940157"/>
              <a:gd name="connsiteY13" fmla="*/ 9421615 h 9456078"/>
              <a:gd name="connsiteX14" fmla="*/ 1425347 w 13940157"/>
              <a:gd name="connsiteY14" fmla="*/ 9415673 h 9456078"/>
              <a:gd name="connsiteX15" fmla="*/ 1474280 w 13940157"/>
              <a:gd name="connsiteY15" fmla="*/ 9409267 h 9456078"/>
              <a:gd name="connsiteX16" fmla="*/ 1523111 w 13940157"/>
              <a:gd name="connsiteY16" fmla="*/ 9402396 h 9456078"/>
              <a:gd name="connsiteX17" fmla="*/ 1571838 w 13940157"/>
              <a:gd name="connsiteY17" fmla="*/ 9395063 h 9456078"/>
              <a:gd name="connsiteX18" fmla="*/ 1620458 w 13940157"/>
              <a:gd name="connsiteY18" fmla="*/ 9387270 h 9456078"/>
              <a:gd name="connsiteX19" fmla="*/ 1668967 w 13940157"/>
              <a:gd name="connsiteY19" fmla="*/ 9379017 h 9456078"/>
              <a:gd name="connsiteX20" fmla="*/ 1717362 w 13940157"/>
              <a:gd name="connsiteY20" fmla="*/ 9370306 h 9456078"/>
              <a:gd name="connsiteX21" fmla="*/ 1765641 w 13940157"/>
              <a:gd name="connsiteY21" fmla="*/ 9361139 h 9456078"/>
              <a:gd name="connsiteX22" fmla="*/ 1813800 w 13940157"/>
              <a:gd name="connsiteY22" fmla="*/ 9351517 h 9456078"/>
              <a:gd name="connsiteX23" fmla="*/ 1861837 w 13940157"/>
              <a:gd name="connsiteY23" fmla="*/ 9341441 h 9456078"/>
              <a:gd name="connsiteX24" fmla="*/ 1909749 w 13940157"/>
              <a:gd name="connsiteY24" fmla="*/ 9330914 h 9456078"/>
              <a:gd name="connsiteX25" fmla="*/ 1957532 w 13940157"/>
              <a:gd name="connsiteY25" fmla="*/ 9319936 h 9456078"/>
              <a:gd name="connsiteX26" fmla="*/ 2005183 w 13940157"/>
              <a:gd name="connsiteY26" fmla="*/ 9308509 h 9456078"/>
              <a:gd name="connsiteX27" fmla="*/ 2052699 w 13940157"/>
              <a:gd name="connsiteY27" fmla="*/ 9296635 h 9456078"/>
              <a:gd name="connsiteX28" fmla="*/ 2100079 w 13940157"/>
              <a:gd name="connsiteY28" fmla="*/ 9284315 h 9456078"/>
              <a:gd name="connsiteX29" fmla="*/ 2147317 w 13940157"/>
              <a:gd name="connsiteY29" fmla="*/ 9271550 h 9456078"/>
              <a:gd name="connsiteX30" fmla="*/ 2194412 w 13940157"/>
              <a:gd name="connsiteY30" fmla="*/ 9258342 h 9456078"/>
              <a:gd name="connsiteX31" fmla="*/ 2241360 w 13940157"/>
              <a:gd name="connsiteY31" fmla="*/ 9244693 h 9456078"/>
              <a:gd name="connsiteX32" fmla="*/ 2288159 w 13940157"/>
              <a:gd name="connsiteY32" fmla="*/ 9230604 h 9456078"/>
              <a:gd name="connsiteX33" fmla="*/ 2334805 w 13940157"/>
              <a:gd name="connsiteY33" fmla="*/ 9216076 h 9456078"/>
              <a:gd name="connsiteX34" fmla="*/ 2381295 w 13940157"/>
              <a:gd name="connsiteY34" fmla="*/ 9201111 h 9456078"/>
              <a:gd name="connsiteX35" fmla="*/ 2427627 w 13940157"/>
              <a:gd name="connsiteY35" fmla="*/ 9185710 h 9456078"/>
              <a:gd name="connsiteX36" fmla="*/ 2473797 w 13940157"/>
              <a:gd name="connsiteY36" fmla="*/ 9169876 h 9456078"/>
              <a:gd name="connsiteX37" fmla="*/ 2519802 w 13940157"/>
              <a:gd name="connsiteY37" fmla="*/ 9153608 h 9456078"/>
              <a:gd name="connsiteX38" fmla="*/ 2565640 w 13940157"/>
              <a:gd name="connsiteY38" fmla="*/ 9136910 h 9456078"/>
              <a:gd name="connsiteX39" fmla="*/ 2611307 w 13940157"/>
              <a:gd name="connsiteY39" fmla="*/ 9119782 h 9456078"/>
              <a:gd name="connsiteX40" fmla="*/ 2656800 w 13940157"/>
              <a:gd name="connsiteY40" fmla="*/ 9102226 h 9456078"/>
              <a:gd name="connsiteX41" fmla="*/ 2702116 w 13940157"/>
              <a:gd name="connsiteY41" fmla="*/ 9084243 h 9456078"/>
              <a:gd name="connsiteX42" fmla="*/ 2747253 w 13940157"/>
              <a:gd name="connsiteY42" fmla="*/ 9065835 h 9456078"/>
              <a:gd name="connsiteX43" fmla="*/ 2792207 w 13940157"/>
              <a:gd name="connsiteY43" fmla="*/ 9047004 h 9456078"/>
              <a:gd name="connsiteX44" fmla="*/ 2836975 w 13940157"/>
              <a:gd name="connsiteY44" fmla="*/ 9027750 h 9456078"/>
              <a:gd name="connsiteX45" fmla="*/ 2881555 w 13940157"/>
              <a:gd name="connsiteY45" fmla="*/ 9008075 h 9456078"/>
              <a:gd name="connsiteX46" fmla="*/ 2925942 w 13940157"/>
              <a:gd name="connsiteY46" fmla="*/ 8987981 h 9456078"/>
              <a:gd name="connsiteX47" fmla="*/ 2970135 w 13940157"/>
              <a:gd name="connsiteY47" fmla="*/ 8967470 h 9456078"/>
              <a:gd name="connsiteX48" fmla="*/ 3014130 w 13940157"/>
              <a:gd name="connsiteY48" fmla="*/ 8946542 h 9456078"/>
              <a:gd name="connsiteX49" fmla="*/ 3057924 w 13940157"/>
              <a:gd name="connsiteY49" fmla="*/ 8925199 h 9456078"/>
              <a:gd name="connsiteX50" fmla="*/ 3101514 w 13940157"/>
              <a:gd name="connsiteY50" fmla="*/ 8903443 h 9456078"/>
              <a:gd name="connsiteX51" fmla="*/ 3144898 w 13940157"/>
              <a:gd name="connsiteY51" fmla="*/ 8881275 h 9456078"/>
              <a:gd name="connsiteX52" fmla="*/ 3188071 w 13940157"/>
              <a:gd name="connsiteY52" fmla="*/ 8858697 h 9456078"/>
              <a:gd name="connsiteX53" fmla="*/ 3231032 w 13940157"/>
              <a:gd name="connsiteY53" fmla="*/ 8835710 h 9456078"/>
              <a:gd name="connsiteX54" fmla="*/ 3273777 w 13940157"/>
              <a:gd name="connsiteY54" fmla="*/ 8812316 h 9456078"/>
              <a:gd name="connsiteX55" fmla="*/ 3316303 w 13940157"/>
              <a:gd name="connsiteY55" fmla="*/ 8788516 h 9456078"/>
              <a:gd name="connsiteX56" fmla="*/ 3358607 w 13940157"/>
              <a:gd name="connsiteY56" fmla="*/ 8764311 h 9456078"/>
              <a:gd name="connsiteX57" fmla="*/ 3400686 w 13940157"/>
              <a:gd name="connsiteY57" fmla="*/ 8739704 h 9456078"/>
              <a:gd name="connsiteX58" fmla="*/ 3442537 w 13940157"/>
              <a:gd name="connsiteY58" fmla="*/ 8714695 h 9456078"/>
              <a:gd name="connsiteX59" fmla="*/ 3484157 w 13940157"/>
              <a:gd name="connsiteY59" fmla="*/ 8689286 h 9456078"/>
              <a:gd name="connsiteX60" fmla="*/ 3525543 w 13940157"/>
              <a:gd name="connsiteY60" fmla="*/ 8663479 h 9456078"/>
              <a:gd name="connsiteX61" fmla="*/ 3566693 w 13940157"/>
              <a:gd name="connsiteY61" fmla="*/ 8637274 h 9456078"/>
              <a:gd name="connsiteX62" fmla="*/ 3607602 w 13940157"/>
              <a:gd name="connsiteY62" fmla="*/ 8610675 h 9456078"/>
              <a:gd name="connsiteX63" fmla="*/ 3648268 w 13940157"/>
              <a:gd name="connsiteY63" fmla="*/ 8583681 h 9456078"/>
              <a:gd name="connsiteX64" fmla="*/ 3688689 w 13940157"/>
              <a:gd name="connsiteY64" fmla="*/ 8556295 h 9456078"/>
              <a:gd name="connsiteX65" fmla="*/ 3728860 w 13940157"/>
              <a:gd name="connsiteY65" fmla="*/ 8528517 h 9456078"/>
              <a:gd name="connsiteX66" fmla="*/ 3768779 w 13940157"/>
              <a:gd name="connsiteY66" fmla="*/ 8500351 h 9456078"/>
              <a:gd name="connsiteX67" fmla="*/ 3808443 w 13940157"/>
              <a:gd name="connsiteY67" fmla="*/ 8471796 h 9456078"/>
              <a:gd name="connsiteX68" fmla="*/ 3847849 w 13940157"/>
              <a:gd name="connsiteY68" fmla="*/ 8442854 h 9456078"/>
              <a:gd name="connsiteX69" fmla="*/ 3886994 w 13940157"/>
              <a:gd name="connsiteY69" fmla="*/ 8413528 h 9456078"/>
              <a:gd name="connsiteX70" fmla="*/ 3925875 w 13940157"/>
              <a:gd name="connsiteY70" fmla="*/ 8383818 h 9456078"/>
              <a:gd name="connsiteX71" fmla="*/ 3964489 w 13940157"/>
              <a:gd name="connsiteY71" fmla="*/ 8353726 h 9456078"/>
              <a:gd name="connsiteX72" fmla="*/ 4002833 w 13940157"/>
              <a:gd name="connsiteY72" fmla="*/ 8323253 h 9456078"/>
              <a:gd name="connsiteX73" fmla="*/ 4040904 w 13940157"/>
              <a:gd name="connsiteY73" fmla="*/ 8292401 h 9456078"/>
              <a:gd name="connsiteX74" fmla="*/ 4078699 w 13940157"/>
              <a:gd name="connsiteY74" fmla="*/ 8261172 h 9456078"/>
              <a:gd name="connsiteX75" fmla="*/ 4116214 w 13940157"/>
              <a:gd name="connsiteY75" fmla="*/ 8229566 h 9456078"/>
              <a:gd name="connsiteX76" fmla="*/ 4153447 w 13940157"/>
              <a:gd name="connsiteY76" fmla="*/ 8197585 h 9456078"/>
              <a:gd name="connsiteX77" fmla="*/ 4190395 w 13940157"/>
              <a:gd name="connsiteY77" fmla="*/ 8165232 h 9456078"/>
              <a:gd name="connsiteX78" fmla="*/ 4227055 w 13940157"/>
              <a:gd name="connsiteY78" fmla="*/ 8132507 h 9456078"/>
              <a:gd name="connsiteX79" fmla="*/ 4263424 w 13940157"/>
              <a:gd name="connsiteY79" fmla="*/ 8099411 h 9456078"/>
              <a:gd name="connsiteX80" fmla="*/ 4299499 w 13940157"/>
              <a:gd name="connsiteY80" fmla="*/ 8065947 h 9456078"/>
              <a:gd name="connsiteX81" fmla="*/ 4335276 w 13940157"/>
              <a:gd name="connsiteY81" fmla="*/ 8032115 h 9456078"/>
              <a:gd name="connsiteX82" fmla="*/ 4370753 w 13940157"/>
              <a:gd name="connsiteY82" fmla="*/ 7997918 h 9456078"/>
              <a:gd name="connsiteX83" fmla="*/ 4405927 w 13940157"/>
              <a:gd name="connsiteY83" fmla="*/ 7963356 h 9456078"/>
              <a:gd name="connsiteX84" fmla="*/ 4440795 w 13940157"/>
              <a:gd name="connsiteY84" fmla="*/ 7928432 h 9456078"/>
              <a:gd name="connsiteX85" fmla="*/ 4475354 w 13940157"/>
              <a:gd name="connsiteY85" fmla="*/ 7893146 h 9456078"/>
              <a:gd name="connsiteX86" fmla="*/ 4509600 w 13940157"/>
              <a:gd name="connsiteY86" fmla="*/ 7857501 h 9456078"/>
              <a:gd name="connsiteX87" fmla="*/ 4543531 w 13940157"/>
              <a:gd name="connsiteY87" fmla="*/ 7821497 h 9456078"/>
              <a:gd name="connsiteX88" fmla="*/ 4577143 w 13940157"/>
              <a:gd name="connsiteY88" fmla="*/ 7785136 h 9456078"/>
              <a:gd name="connsiteX89" fmla="*/ 4610435 w 13940157"/>
              <a:gd name="connsiteY89" fmla="*/ 7748420 h 9456078"/>
              <a:gd name="connsiteX90" fmla="*/ 4643402 w 13940157"/>
              <a:gd name="connsiteY90" fmla="*/ 7711350 h 9456078"/>
              <a:gd name="connsiteX91" fmla="*/ 4676042 w 13940157"/>
              <a:gd name="connsiteY91" fmla="*/ 7673928 h 9456078"/>
              <a:gd name="connsiteX92" fmla="*/ 4708351 w 13940157"/>
              <a:gd name="connsiteY92" fmla="*/ 7636155 h 9456078"/>
              <a:gd name="connsiteX93" fmla="*/ 4740327 w 13940157"/>
              <a:gd name="connsiteY93" fmla="*/ 7598032 h 9456078"/>
              <a:gd name="connsiteX94" fmla="*/ 4771967 w 13940157"/>
              <a:gd name="connsiteY94" fmla="*/ 7559561 h 9456078"/>
              <a:gd name="connsiteX95" fmla="*/ 4803267 w 13940157"/>
              <a:gd name="connsiteY95" fmla="*/ 7520744 h 9456078"/>
              <a:gd name="connsiteX96" fmla="*/ 4834225 w 13940157"/>
              <a:gd name="connsiteY96" fmla="*/ 7481582 h 9456078"/>
              <a:gd name="connsiteX97" fmla="*/ 4864838 w 13940157"/>
              <a:gd name="connsiteY97" fmla="*/ 7442077 h 9456078"/>
              <a:gd name="connsiteX98" fmla="*/ 8803671 w 13940157"/>
              <a:gd name="connsiteY98" fmla="*/ 2307814 h 9456078"/>
              <a:gd name="connsiteX99" fmla="*/ 8834262 w 13940157"/>
              <a:gd name="connsiteY99" fmla="*/ 2268285 h 9456078"/>
              <a:gd name="connsiteX100" fmla="*/ 8865156 w 13940157"/>
              <a:gd name="connsiteY100" fmla="*/ 2229056 h 9456078"/>
              <a:gd name="connsiteX101" fmla="*/ 8896349 w 13940157"/>
              <a:gd name="connsiteY101" fmla="*/ 2190127 h 9456078"/>
              <a:gd name="connsiteX102" fmla="*/ 8927839 w 13940157"/>
              <a:gd name="connsiteY102" fmla="*/ 2151500 h 9456078"/>
              <a:gd name="connsiteX103" fmla="*/ 8959624 w 13940157"/>
              <a:gd name="connsiteY103" fmla="*/ 2113176 h 9456078"/>
              <a:gd name="connsiteX104" fmla="*/ 8991701 w 13940157"/>
              <a:gd name="connsiteY104" fmla="*/ 2075157 h 9456078"/>
              <a:gd name="connsiteX105" fmla="*/ 9024069 w 13940157"/>
              <a:gd name="connsiteY105" fmla="*/ 2037442 h 9456078"/>
              <a:gd name="connsiteX106" fmla="*/ 9056725 w 13940157"/>
              <a:gd name="connsiteY106" fmla="*/ 2000034 h 9456078"/>
              <a:gd name="connsiteX107" fmla="*/ 9089667 w 13940157"/>
              <a:gd name="connsiteY107" fmla="*/ 1962934 h 9456078"/>
              <a:gd name="connsiteX108" fmla="*/ 9122892 w 13940157"/>
              <a:gd name="connsiteY108" fmla="*/ 1926142 h 9456078"/>
              <a:gd name="connsiteX109" fmla="*/ 9156398 w 13940157"/>
              <a:gd name="connsiteY109" fmla="*/ 1889660 h 9456078"/>
              <a:gd name="connsiteX110" fmla="*/ 9190183 w 13940157"/>
              <a:gd name="connsiteY110" fmla="*/ 1853489 h 9456078"/>
              <a:gd name="connsiteX111" fmla="*/ 9224245 w 13940157"/>
              <a:gd name="connsiteY111" fmla="*/ 1817630 h 9456078"/>
              <a:gd name="connsiteX112" fmla="*/ 9258581 w 13940157"/>
              <a:gd name="connsiteY112" fmla="*/ 1782084 h 9456078"/>
              <a:gd name="connsiteX113" fmla="*/ 9293189 w 13940157"/>
              <a:gd name="connsiteY113" fmla="*/ 1746853 h 9456078"/>
              <a:gd name="connsiteX114" fmla="*/ 9328066 w 13940157"/>
              <a:gd name="connsiteY114" fmla="*/ 1711937 h 9456078"/>
              <a:gd name="connsiteX115" fmla="*/ 9363211 w 13940157"/>
              <a:gd name="connsiteY115" fmla="*/ 1677337 h 9456078"/>
              <a:gd name="connsiteX116" fmla="*/ 9398621 w 13940157"/>
              <a:gd name="connsiteY116" fmla="*/ 1643056 h 9456078"/>
              <a:gd name="connsiteX117" fmla="*/ 9434294 w 13940157"/>
              <a:gd name="connsiteY117" fmla="*/ 1609093 h 9456078"/>
              <a:gd name="connsiteX118" fmla="*/ 9470227 w 13940157"/>
              <a:gd name="connsiteY118" fmla="*/ 1575450 h 9456078"/>
              <a:gd name="connsiteX119" fmla="*/ 9506418 w 13940157"/>
              <a:gd name="connsiteY119" fmla="*/ 1542128 h 9456078"/>
              <a:gd name="connsiteX120" fmla="*/ 9542866 w 13940157"/>
              <a:gd name="connsiteY120" fmla="*/ 1509129 h 9456078"/>
              <a:gd name="connsiteX121" fmla="*/ 9579567 w 13940157"/>
              <a:gd name="connsiteY121" fmla="*/ 1476452 h 9456078"/>
              <a:gd name="connsiteX122" fmla="*/ 9616519 w 13940157"/>
              <a:gd name="connsiteY122" fmla="*/ 1444101 h 9456078"/>
              <a:gd name="connsiteX123" fmla="*/ 9653720 w 13940157"/>
              <a:gd name="connsiteY123" fmla="*/ 1412075 h 9456078"/>
              <a:gd name="connsiteX124" fmla="*/ 9691168 w 13940157"/>
              <a:gd name="connsiteY124" fmla="*/ 1380375 h 9456078"/>
              <a:gd name="connsiteX125" fmla="*/ 9728861 w 13940157"/>
              <a:gd name="connsiteY125" fmla="*/ 1349004 h 9456078"/>
              <a:gd name="connsiteX126" fmla="*/ 9766795 w 13940157"/>
              <a:gd name="connsiteY126" fmla="*/ 1317962 h 9456078"/>
              <a:gd name="connsiteX127" fmla="*/ 9804970 w 13940157"/>
              <a:gd name="connsiteY127" fmla="*/ 1287250 h 9456078"/>
              <a:gd name="connsiteX128" fmla="*/ 9843382 w 13940157"/>
              <a:gd name="connsiteY128" fmla="*/ 1256869 h 9456078"/>
              <a:gd name="connsiteX129" fmla="*/ 9882029 w 13940157"/>
              <a:gd name="connsiteY129" fmla="*/ 1226820 h 9456078"/>
              <a:gd name="connsiteX130" fmla="*/ 9920909 w 13940157"/>
              <a:gd name="connsiteY130" fmla="*/ 1197105 h 9456078"/>
              <a:gd name="connsiteX131" fmla="*/ 9960020 w 13940157"/>
              <a:gd name="connsiteY131" fmla="*/ 1167725 h 9456078"/>
              <a:gd name="connsiteX132" fmla="*/ 9999359 w 13940157"/>
              <a:gd name="connsiteY132" fmla="*/ 1138681 h 9456078"/>
              <a:gd name="connsiteX133" fmla="*/ 10038924 w 13940157"/>
              <a:gd name="connsiteY133" fmla="*/ 1109974 h 9456078"/>
              <a:gd name="connsiteX134" fmla="*/ 10078713 w 13940157"/>
              <a:gd name="connsiteY134" fmla="*/ 1081604 h 9456078"/>
              <a:gd name="connsiteX135" fmla="*/ 10118724 w 13940157"/>
              <a:gd name="connsiteY135" fmla="*/ 1053574 h 9456078"/>
              <a:gd name="connsiteX136" fmla="*/ 10158954 w 13940157"/>
              <a:gd name="connsiteY136" fmla="*/ 1025884 h 9456078"/>
              <a:gd name="connsiteX137" fmla="*/ 10199400 w 13940157"/>
              <a:gd name="connsiteY137" fmla="*/ 998536 h 9456078"/>
              <a:gd name="connsiteX138" fmla="*/ 10240062 w 13940157"/>
              <a:gd name="connsiteY138" fmla="*/ 971530 h 9456078"/>
              <a:gd name="connsiteX139" fmla="*/ 10280935 w 13940157"/>
              <a:gd name="connsiteY139" fmla="*/ 944868 h 9456078"/>
              <a:gd name="connsiteX140" fmla="*/ 10322019 w 13940157"/>
              <a:gd name="connsiteY140" fmla="*/ 918551 h 9456078"/>
              <a:gd name="connsiteX141" fmla="*/ 10363310 w 13940157"/>
              <a:gd name="connsiteY141" fmla="*/ 892580 h 9456078"/>
              <a:gd name="connsiteX142" fmla="*/ 10404807 w 13940157"/>
              <a:gd name="connsiteY142" fmla="*/ 866956 h 9456078"/>
              <a:gd name="connsiteX143" fmla="*/ 10446507 w 13940157"/>
              <a:gd name="connsiteY143" fmla="*/ 841681 h 9456078"/>
              <a:gd name="connsiteX144" fmla="*/ 10488408 w 13940157"/>
              <a:gd name="connsiteY144" fmla="*/ 816754 h 9456078"/>
              <a:gd name="connsiteX145" fmla="*/ 10530507 w 13940157"/>
              <a:gd name="connsiteY145" fmla="*/ 792179 h 9456078"/>
              <a:gd name="connsiteX146" fmla="*/ 10572803 w 13940157"/>
              <a:gd name="connsiteY146" fmla="*/ 767955 h 9456078"/>
              <a:gd name="connsiteX147" fmla="*/ 10615292 w 13940157"/>
              <a:gd name="connsiteY147" fmla="*/ 744083 h 9456078"/>
              <a:gd name="connsiteX148" fmla="*/ 10657973 w 13940157"/>
              <a:gd name="connsiteY148" fmla="*/ 720566 h 9456078"/>
              <a:gd name="connsiteX149" fmla="*/ 10700844 w 13940157"/>
              <a:gd name="connsiteY149" fmla="*/ 697404 h 9456078"/>
              <a:gd name="connsiteX150" fmla="*/ 10743902 w 13940157"/>
              <a:gd name="connsiteY150" fmla="*/ 674598 h 9456078"/>
              <a:gd name="connsiteX151" fmla="*/ 10787144 w 13940157"/>
              <a:gd name="connsiteY151" fmla="*/ 652149 h 9456078"/>
              <a:gd name="connsiteX152" fmla="*/ 10830569 w 13940157"/>
              <a:gd name="connsiteY152" fmla="*/ 630059 h 9456078"/>
              <a:gd name="connsiteX153" fmla="*/ 10874174 w 13940157"/>
              <a:gd name="connsiteY153" fmla="*/ 608328 h 9456078"/>
              <a:gd name="connsiteX154" fmla="*/ 10917957 w 13940157"/>
              <a:gd name="connsiteY154" fmla="*/ 586958 h 9456078"/>
              <a:gd name="connsiteX155" fmla="*/ 10961916 w 13940157"/>
              <a:gd name="connsiteY155" fmla="*/ 565950 h 9456078"/>
              <a:gd name="connsiteX156" fmla="*/ 11006048 w 13940157"/>
              <a:gd name="connsiteY156" fmla="*/ 545304 h 9456078"/>
              <a:gd name="connsiteX157" fmla="*/ 11050351 w 13940157"/>
              <a:gd name="connsiteY157" fmla="*/ 525023 h 9456078"/>
              <a:gd name="connsiteX158" fmla="*/ 11094823 w 13940157"/>
              <a:gd name="connsiteY158" fmla="*/ 505107 h 9456078"/>
              <a:gd name="connsiteX159" fmla="*/ 11139461 w 13940157"/>
              <a:gd name="connsiteY159" fmla="*/ 485558 h 9456078"/>
              <a:gd name="connsiteX160" fmla="*/ 11184263 w 13940157"/>
              <a:gd name="connsiteY160" fmla="*/ 466376 h 9456078"/>
              <a:gd name="connsiteX161" fmla="*/ 11229228 w 13940157"/>
              <a:gd name="connsiteY161" fmla="*/ 447563 h 9456078"/>
              <a:gd name="connsiteX162" fmla="*/ 11274351 w 13940157"/>
              <a:gd name="connsiteY162" fmla="*/ 429119 h 9456078"/>
              <a:gd name="connsiteX163" fmla="*/ 11319632 w 13940157"/>
              <a:gd name="connsiteY163" fmla="*/ 411046 h 9456078"/>
              <a:gd name="connsiteX164" fmla="*/ 11365068 w 13940157"/>
              <a:gd name="connsiteY164" fmla="*/ 393346 h 9456078"/>
              <a:gd name="connsiteX165" fmla="*/ 11410657 w 13940157"/>
              <a:gd name="connsiteY165" fmla="*/ 376018 h 9456078"/>
              <a:gd name="connsiteX166" fmla="*/ 11456396 w 13940157"/>
              <a:gd name="connsiteY166" fmla="*/ 359065 h 9456078"/>
              <a:gd name="connsiteX167" fmla="*/ 11502283 w 13940157"/>
              <a:gd name="connsiteY167" fmla="*/ 342487 h 9456078"/>
              <a:gd name="connsiteX168" fmla="*/ 11548316 w 13940157"/>
              <a:gd name="connsiteY168" fmla="*/ 326286 h 9456078"/>
              <a:gd name="connsiteX169" fmla="*/ 11594492 w 13940157"/>
              <a:gd name="connsiteY169" fmla="*/ 310462 h 9456078"/>
              <a:gd name="connsiteX170" fmla="*/ 11640810 w 13940157"/>
              <a:gd name="connsiteY170" fmla="*/ 295018 h 9456078"/>
              <a:gd name="connsiteX171" fmla="*/ 11687267 w 13940157"/>
              <a:gd name="connsiteY171" fmla="*/ 279953 h 9456078"/>
              <a:gd name="connsiteX172" fmla="*/ 11733860 w 13940157"/>
              <a:gd name="connsiteY172" fmla="*/ 265269 h 9456078"/>
              <a:gd name="connsiteX173" fmla="*/ 11780587 w 13940157"/>
              <a:gd name="connsiteY173" fmla="*/ 250968 h 9456078"/>
              <a:gd name="connsiteX174" fmla="*/ 11827447 w 13940157"/>
              <a:gd name="connsiteY174" fmla="*/ 237049 h 9456078"/>
              <a:gd name="connsiteX175" fmla="*/ 11874436 w 13940157"/>
              <a:gd name="connsiteY175" fmla="*/ 223516 h 9456078"/>
              <a:gd name="connsiteX176" fmla="*/ 11921553 w 13940157"/>
              <a:gd name="connsiteY176" fmla="*/ 210368 h 9456078"/>
              <a:gd name="connsiteX177" fmla="*/ 11968794 w 13940157"/>
              <a:gd name="connsiteY177" fmla="*/ 197606 h 9456078"/>
              <a:gd name="connsiteX178" fmla="*/ 12016159 w 13940157"/>
              <a:gd name="connsiteY178" fmla="*/ 185233 h 9456078"/>
              <a:gd name="connsiteX179" fmla="*/ 12063644 w 13940157"/>
              <a:gd name="connsiteY179" fmla="*/ 173248 h 9456078"/>
              <a:gd name="connsiteX180" fmla="*/ 12111248 w 13940157"/>
              <a:gd name="connsiteY180" fmla="*/ 161654 h 9456078"/>
              <a:gd name="connsiteX181" fmla="*/ 12158967 w 13940157"/>
              <a:gd name="connsiteY181" fmla="*/ 150451 h 9456078"/>
              <a:gd name="connsiteX182" fmla="*/ 12206800 w 13940157"/>
              <a:gd name="connsiteY182" fmla="*/ 139640 h 9456078"/>
              <a:gd name="connsiteX183" fmla="*/ 12254745 w 13940157"/>
              <a:gd name="connsiteY183" fmla="*/ 129223 h 9456078"/>
              <a:gd name="connsiteX184" fmla="*/ 12302799 w 13940157"/>
              <a:gd name="connsiteY184" fmla="*/ 119201 h 9456078"/>
              <a:gd name="connsiteX185" fmla="*/ 12350959 w 13940157"/>
              <a:gd name="connsiteY185" fmla="*/ 109574 h 9456078"/>
              <a:gd name="connsiteX186" fmla="*/ 12399224 w 13940157"/>
              <a:gd name="connsiteY186" fmla="*/ 100344 h 9456078"/>
              <a:gd name="connsiteX187" fmla="*/ 12447591 w 13940157"/>
              <a:gd name="connsiteY187" fmla="*/ 91512 h 9456078"/>
              <a:gd name="connsiteX188" fmla="*/ 12496058 w 13940157"/>
              <a:gd name="connsiteY188" fmla="*/ 83080 h 9456078"/>
              <a:gd name="connsiteX189" fmla="*/ 12544623 w 13940157"/>
              <a:gd name="connsiteY189" fmla="*/ 75047 h 9456078"/>
              <a:gd name="connsiteX190" fmla="*/ 12593283 w 13940157"/>
              <a:gd name="connsiteY190" fmla="*/ 67417 h 9456078"/>
              <a:gd name="connsiteX191" fmla="*/ 12642036 w 13940157"/>
              <a:gd name="connsiteY191" fmla="*/ 60188 h 9456078"/>
              <a:gd name="connsiteX192" fmla="*/ 12690879 w 13940157"/>
              <a:gd name="connsiteY192" fmla="*/ 53364 h 9456078"/>
              <a:gd name="connsiteX193" fmla="*/ 12739811 w 13940157"/>
              <a:gd name="connsiteY193" fmla="*/ 46944 h 9456078"/>
              <a:gd name="connsiteX194" fmla="*/ 12788830 w 13940157"/>
              <a:gd name="connsiteY194" fmla="*/ 40931 h 9456078"/>
              <a:gd name="connsiteX195" fmla="*/ 12837932 w 13940157"/>
              <a:gd name="connsiteY195" fmla="*/ 35324 h 9456078"/>
              <a:gd name="connsiteX196" fmla="*/ 12887116 w 13940157"/>
              <a:gd name="connsiteY196" fmla="*/ 30126 h 9456078"/>
              <a:gd name="connsiteX197" fmla="*/ 12936379 w 13940157"/>
              <a:gd name="connsiteY197" fmla="*/ 25337 h 9456078"/>
              <a:gd name="connsiteX198" fmla="*/ 12985719 w 13940157"/>
              <a:gd name="connsiteY198" fmla="*/ 20958 h 9456078"/>
              <a:gd name="connsiteX199" fmla="*/ 13035133 w 13940157"/>
              <a:gd name="connsiteY199" fmla="*/ 16991 h 9456078"/>
              <a:gd name="connsiteX200" fmla="*/ 13084620 w 13940157"/>
              <a:gd name="connsiteY200" fmla="*/ 13437 h 9456078"/>
              <a:gd name="connsiteX201" fmla="*/ 13134178 w 13940157"/>
              <a:gd name="connsiteY201" fmla="*/ 10297 h 9456078"/>
              <a:gd name="connsiteX202" fmla="*/ 13183803 w 13940157"/>
              <a:gd name="connsiteY202" fmla="*/ 7572 h 9456078"/>
              <a:gd name="connsiteX203" fmla="*/ 13233493 w 13940157"/>
              <a:gd name="connsiteY203" fmla="*/ 5263 h 9456078"/>
              <a:gd name="connsiteX204" fmla="*/ 13283247 w 13940157"/>
              <a:gd name="connsiteY204" fmla="*/ 3371 h 9456078"/>
              <a:gd name="connsiteX205" fmla="*/ 13333061 w 13940157"/>
              <a:gd name="connsiteY205" fmla="*/ 1898 h 9456078"/>
              <a:gd name="connsiteX206" fmla="*/ 13382934 w 13940157"/>
              <a:gd name="connsiteY206" fmla="*/ 844 h 9456078"/>
              <a:gd name="connsiteX207" fmla="*/ 13432864 w 13940157"/>
              <a:gd name="connsiteY207" fmla="*/ 211 h 9456078"/>
              <a:gd name="connsiteX208" fmla="*/ 13482847 w 13940157"/>
              <a:gd name="connsiteY208" fmla="*/ 0 h 9456078"/>
              <a:gd name="connsiteX209" fmla="*/ 13940158 w 13940157"/>
              <a:gd name="connsiteY209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49234 w 13158799"/>
              <a:gd name="connsiteY5" fmla="*/ 9450052 h 9456078"/>
              <a:gd name="connsiteX6" fmla="*/ 298870 w 13158799"/>
              <a:gd name="connsiteY6" fmla="*/ 9447409 h 9456078"/>
              <a:gd name="connsiteX7" fmla="*/ 348429 w 13158799"/>
              <a:gd name="connsiteY7" fmla="*/ 9444290 h 9456078"/>
              <a:gd name="connsiteX8" fmla="*/ 397907 w 13158799"/>
              <a:gd name="connsiteY8" fmla="*/ 9440698 h 9456078"/>
              <a:gd name="connsiteX9" fmla="*/ 447302 w 13158799"/>
              <a:gd name="connsiteY9" fmla="*/ 9436632 h 9456078"/>
              <a:gd name="connsiteX10" fmla="*/ 496610 w 13158799"/>
              <a:gd name="connsiteY10" fmla="*/ 9432096 h 9456078"/>
              <a:gd name="connsiteX11" fmla="*/ 545829 w 13158799"/>
              <a:gd name="connsiteY11" fmla="*/ 9427089 h 9456078"/>
              <a:gd name="connsiteX12" fmla="*/ 594956 w 13158799"/>
              <a:gd name="connsiteY12" fmla="*/ 9421615 h 9456078"/>
              <a:gd name="connsiteX13" fmla="*/ 643987 w 13158799"/>
              <a:gd name="connsiteY13" fmla="*/ 9415673 h 9456078"/>
              <a:gd name="connsiteX14" fmla="*/ 692920 w 13158799"/>
              <a:gd name="connsiteY14" fmla="*/ 9409267 h 9456078"/>
              <a:gd name="connsiteX15" fmla="*/ 741751 w 13158799"/>
              <a:gd name="connsiteY15" fmla="*/ 9402396 h 9456078"/>
              <a:gd name="connsiteX16" fmla="*/ 790478 w 13158799"/>
              <a:gd name="connsiteY16" fmla="*/ 9395063 h 9456078"/>
              <a:gd name="connsiteX17" fmla="*/ 839098 w 13158799"/>
              <a:gd name="connsiteY17" fmla="*/ 9387270 h 9456078"/>
              <a:gd name="connsiteX18" fmla="*/ 887607 w 13158799"/>
              <a:gd name="connsiteY18" fmla="*/ 9379017 h 9456078"/>
              <a:gd name="connsiteX19" fmla="*/ 936002 w 13158799"/>
              <a:gd name="connsiteY19" fmla="*/ 9370306 h 9456078"/>
              <a:gd name="connsiteX20" fmla="*/ 984281 w 13158799"/>
              <a:gd name="connsiteY20" fmla="*/ 9361139 h 9456078"/>
              <a:gd name="connsiteX21" fmla="*/ 1032440 w 13158799"/>
              <a:gd name="connsiteY21" fmla="*/ 9351517 h 9456078"/>
              <a:gd name="connsiteX22" fmla="*/ 1080477 w 13158799"/>
              <a:gd name="connsiteY22" fmla="*/ 9341441 h 9456078"/>
              <a:gd name="connsiteX23" fmla="*/ 1128389 w 13158799"/>
              <a:gd name="connsiteY23" fmla="*/ 9330914 h 9456078"/>
              <a:gd name="connsiteX24" fmla="*/ 1176172 w 13158799"/>
              <a:gd name="connsiteY24" fmla="*/ 9319936 h 9456078"/>
              <a:gd name="connsiteX25" fmla="*/ 1223823 w 13158799"/>
              <a:gd name="connsiteY25" fmla="*/ 9308509 h 9456078"/>
              <a:gd name="connsiteX26" fmla="*/ 1271339 w 13158799"/>
              <a:gd name="connsiteY26" fmla="*/ 9296635 h 9456078"/>
              <a:gd name="connsiteX27" fmla="*/ 1318719 w 13158799"/>
              <a:gd name="connsiteY27" fmla="*/ 9284315 h 9456078"/>
              <a:gd name="connsiteX28" fmla="*/ 1365957 w 13158799"/>
              <a:gd name="connsiteY28" fmla="*/ 9271550 h 9456078"/>
              <a:gd name="connsiteX29" fmla="*/ 1413052 w 13158799"/>
              <a:gd name="connsiteY29" fmla="*/ 9258342 h 9456078"/>
              <a:gd name="connsiteX30" fmla="*/ 1460000 w 13158799"/>
              <a:gd name="connsiteY30" fmla="*/ 9244693 h 9456078"/>
              <a:gd name="connsiteX31" fmla="*/ 1506799 w 13158799"/>
              <a:gd name="connsiteY31" fmla="*/ 9230604 h 9456078"/>
              <a:gd name="connsiteX32" fmla="*/ 1553445 w 13158799"/>
              <a:gd name="connsiteY32" fmla="*/ 9216076 h 9456078"/>
              <a:gd name="connsiteX33" fmla="*/ 1599935 w 13158799"/>
              <a:gd name="connsiteY33" fmla="*/ 9201111 h 9456078"/>
              <a:gd name="connsiteX34" fmla="*/ 1646267 w 13158799"/>
              <a:gd name="connsiteY34" fmla="*/ 9185710 h 9456078"/>
              <a:gd name="connsiteX35" fmla="*/ 1692437 w 13158799"/>
              <a:gd name="connsiteY35" fmla="*/ 9169876 h 9456078"/>
              <a:gd name="connsiteX36" fmla="*/ 1738442 w 13158799"/>
              <a:gd name="connsiteY36" fmla="*/ 9153608 h 9456078"/>
              <a:gd name="connsiteX37" fmla="*/ 1784280 w 13158799"/>
              <a:gd name="connsiteY37" fmla="*/ 9136910 h 9456078"/>
              <a:gd name="connsiteX38" fmla="*/ 1829947 w 13158799"/>
              <a:gd name="connsiteY38" fmla="*/ 9119782 h 9456078"/>
              <a:gd name="connsiteX39" fmla="*/ 1875440 w 13158799"/>
              <a:gd name="connsiteY39" fmla="*/ 9102226 h 9456078"/>
              <a:gd name="connsiteX40" fmla="*/ 1920756 w 13158799"/>
              <a:gd name="connsiteY40" fmla="*/ 9084243 h 9456078"/>
              <a:gd name="connsiteX41" fmla="*/ 1965893 w 13158799"/>
              <a:gd name="connsiteY41" fmla="*/ 9065835 h 9456078"/>
              <a:gd name="connsiteX42" fmla="*/ 2010847 w 13158799"/>
              <a:gd name="connsiteY42" fmla="*/ 9047004 h 9456078"/>
              <a:gd name="connsiteX43" fmla="*/ 2055615 w 13158799"/>
              <a:gd name="connsiteY43" fmla="*/ 9027750 h 9456078"/>
              <a:gd name="connsiteX44" fmla="*/ 2100195 w 13158799"/>
              <a:gd name="connsiteY44" fmla="*/ 9008075 h 9456078"/>
              <a:gd name="connsiteX45" fmla="*/ 2144582 w 13158799"/>
              <a:gd name="connsiteY45" fmla="*/ 8987981 h 9456078"/>
              <a:gd name="connsiteX46" fmla="*/ 2188775 w 13158799"/>
              <a:gd name="connsiteY46" fmla="*/ 8967470 h 9456078"/>
              <a:gd name="connsiteX47" fmla="*/ 2232770 w 13158799"/>
              <a:gd name="connsiteY47" fmla="*/ 8946542 h 9456078"/>
              <a:gd name="connsiteX48" fmla="*/ 2276564 w 13158799"/>
              <a:gd name="connsiteY48" fmla="*/ 8925199 h 9456078"/>
              <a:gd name="connsiteX49" fmla="*/ 2320154 w 13158799"/>
              <a:gd name="connsiteY49" fmla="*/ 8903443 h 9456078"/>
              <a:gd name="connsiteX50" fmla="*/ 2363538 w 13158799"/>
              <a:gd name="connsiteY50" fmla="*/ 8881275 h 9456078"/>
              <a:gd name="connsiteX51" fmla="*/ 2406711 w 13158799"/>
              <a:gd name="connsiteY51" fmla="*/ 8858697 h 9456078"/>
              <a:gd name="connsiteX52" fmla="*/ 2449672 w 13158799"/>
              <a:gd name="connsiteY52" fmla="*/ 8835710 h 9456078"/>
              <a:gd name="connsiteX53" fmla="*/ 2492417 w 13158799"/>
              <a:gd name="connsiteY53" fmla="*/ 8812316 h 9456078"/>
              <a:gd name="connsiteX54" fmla="*/ 2534943 w 13158799"/>
              <a:gd name="connsiteY54" fmla="*/ 8788516 h 9456078"/>
              <a:gd name="connsiteX55" fmla="*/ 2577247 w 13158799"/>
              <a:gd name="connsiteY55" fmla="*/ 8764311 h 9456078"/>
              <a:gd name="connsiteX56" fmla="*/ 2619326 w 13158799"/>
              <a:gd name="connsiteY56" fmla="*/ 8739704 h 9456078"/>
              <a:gd name="connsiteX57" fmla="*/ 2661177 w 13158799"/>
              <a:gd name="connsiteY57" fmla="*/ 8714695 h 9456078"/>
              <a:gd name="connsiteX58" fmla="*/ 2702797 w 13158799"/>
              <a:gd name="connsiteY58" fmla="*/ 8689286 h 9456078"/>
              <a:gd name="connsiteX59" fmla="*/ 2744183 w 13158799"/>
              <a:gd name="connsiteY59" fmla="*/ 8663479 h 9456078"/>
              <a:gd name="connsiteX60" fmla="*/ 2785333 w 13158799"/>
              <a:gd name="connsiteY60" fmla="*/ 8637274 h 9456078"/>
              <a:gd name="connsiteX61" fmla="*/ 2826242 w 13158799"/>
              <a:gd name="connsiteY61" fmla="*/ 8610675 h 9456078"/>
              <a:gd name="connsiteX62" fmla="*/ 2866908 w 13158799"/>
              <a:gd name="connsiteY62" fmla="*/ 8583681 h 9456078"/>
              <a:gd name="connsiteX63" fmla="*/ 2907329 w 13158799"/>
              <a:gd name="connsiteY63" fmla="*/ 8556295 h 9456078"/>
              <a:gd name="connsiteX64" fmla="*/ 2947500 w 13158799"/>
              <a:gd name="connsiteY64" fmla="*/ 8528517 h 9456078"/>
              <a:gd name="connsiteX65" fmla="*/ 2987419 w 13158799"/>
              <a:gd name="connsiteY65" fmla="*/ 8500351 h 9456078"/>
              <a:gd name="connsiteX66" fmla="*/ 3027083 w 13158799"/>
              <a:gd name="connsiteY66" fmla="*/ 8471796 h 9456078"/>
              <a:gd name="connsiteX67" fmla="*/ 3066489 w 13158799"/>
              <a:gd name="connsiteY67" fmla="*/ 8442854 h 9456078"/>
              <a:gd name="connsiteX68" fmla="*/ 3105634 w 13158799"/>
              <a:gd name="connsiteY68" fmla="*/ 8413528 h 9456078"/>
              <a:gd name="connsiteX69" fmla="*/ 3144515 w 13158799"/>
              <a:gd name="connsiteY69" fmla="*/ 8383818 h 9456078"/>
              <a:gd name="connsiteX70" fmla="*/ 3183129 w 13158799"/>
              <a:gd name="connsiteY70" fmla="*/ 8353726 h 9456078"/>
              <a:gd name="connsiteX71" fmla="*/ 3221473 w 13158799"/>
              <a:gd name="connsiteY71" fmla="*/ 8323253 h 9456078"/>
              <a:gd name="connsiteX72" fmla="*/ 3259544 w 13158799"/>
              <a:gd name="connsiteY72" fmla="*/ 8292401 h 9456078"/>
              <a:gd name="connsiteX73" fmla="*/ 3297339 w 13158799"/>
              <a:gd name="connsiteY73" fmla="*/ 8261172 h 9456078"/>
              <a:gd name="connsiteX74" fmla="*/ 3334854 w 13158799"/>
              <a:gd name="connsiteY74" fmla="*/ 8229566 h 9456078"/>
              <a:gd name="connsiteX75" fmla="*/ 3372087 w 13158799"/>
              <a:gd name="connsiteY75" fmla="*/ 8197585 h 9456078"/>
              <a:gd name="connsiteX76" fmla="*/ 3409035 w 13158799"/>
              <a:gd name="connsiteY76" fmla="*/ 8165232 h 9456078"/>
              <a:gd name="connsiteX77" fmla="*/ 3445695 w 13158799"/>
              <a:gd name="connsiteY77" fmla="*/ 8132507 h 9456078"/>
              <a:gd name="connsiteX78" fmla="*/ 3482064 w 13158799"/>
              <a:gd name="connsiteY78" fmla="*/ 8099411 h 9456078"/>
              <a:gd name="connsiteX79" fmla="*/ 3518139 w 13158799"/>
              <a:gd name="connsiteY79" fmla="*/ 8065947 h 9456078"/>
              <a:gd name="connsiteX80" fmla="*/ 3553916 w 13158799"/>
              <a:gd name="connsiteY80" fmla="*/ 8032115 h 9456078"/>
              <a:gd name="connsiteX81" fmla="*/ 3589393 w 13158799"/>
              <a:gd name="connsiteY81" fmla="*/ 7997918 h 9456078"/>
              <a:gd name="connsiteX82" fmla="*/ 3624567 w 13158799"/>
              <a:gd name="connsiteY82" fmla="*/ 7963356 h 9456078"/>
              <a:gd name="connsiteX83" fmla="*/ 3659435 w 13158799"/>
              <a:gd name="connsiteY83" fmla="*/ 7928432 h 9456078"/>
              <a:gd name="connsiteX84" fmla="*/ 3693994 w 13158799"/>
              <a:gd name="connsiteY84" fmla="*/ 7893146 h 9456078"/>
              <a:gd name="connsiteX85" fmla="*/ 3728240 w 13158799"/>
              <a:gd name="connsiteY85" fmla="*/ 7857501 h 9456078"/>
              <a:gd name="connsiteX86" fmla="*/ 3762171 w 13158799"/>
              <a:gd name="connsiteY86" fmla="*/ 7821497 h 9456078"/>
              <a:gd name="connsiteX87" fmla="*/ 3795783 w 13158799"/>
              <a:gd name="connsiteY87" fmla="*/ 7785136 h 9456078"/>
              <a:gd name="connsiteX88" fmla="*/ 3829075 w 13158799"/>
              <a:gd name="connsiteY88" fmla="*/ 7748420 h 9456078"/>
              <a:gd name="connsiteX89" fmla="*/ 3862042 w 13158799"/>
              <a:gd name="connsiteY89" fmla="*/ 7711350 h 9456078"/>
              <a:gd name="connsiteX90" fmla="*/ 3894682 w 13158799"/>
              <a:gd name="connsiteY90" fmla="*/ 7673928 h 9456078"/>
              <a:gd name="connsiteX91" fmla="*/ 3926991 w 13158799"/>
              <a:gd name="connsiteY91" fmla="*/ 7636155 h 9456078"/>
              <a:gd name="connsiteX92" fmla="*/ 3958967 w 13158799"/>
              <a:gd name="connsiteY92" fmla="*/ 7598032 h 9456078"/>
              <a:gd name="connsiteX93" fmla="*/ 3990607 w 13158799"/>
              <a:gd name="connsiteY93" fmla="*/ 7559561 h 9456078"/>
              <a:gd name="connsiteX94" fmla="*/ 4021907 w 13158799"/>
              <a:gd name="connsiteY94" fmla="*/ 7520744 h 9456078"/>
              <a:gd name="connsiteX95" fmla="*/ 4052865 w 13158799"/>
              <a:gd name="connsiteY95" fmla="*/ 7481582 h 9456078"/>
              <a:gd name="connsiteX96" fmla="*/ 4083478 w 13158799"/>
              <a:gd name="connsiteY96" fmla="*/ 7442077 h 9456078"/>
              <a:gd name="connsiteX97" fmla="*/ 8022311 w 13158799"/>
              <a:gd name="connsiteY97" fmla="*/ 2307814 h 9456078"/>
              <a:gd name="connsiteX98" fmla="*/ 8052902 w 13158799"/>
              <a:gd name="connsiteY98" fmla="*/ 2268285 h 9456078"/>
              <a:gd name="connsiteX99" fmla="*/ 8083796 w 13158799"/>
              <a:gd name="connsiteY99" fmla="*/ 2229056 h 9456078"/>
              <a:gd name="connsiteX100" fmla="*/ 8114989 w 13158799"/>
              <a:gd name="connsiteY100" fmla="*/ 2190127 h 9456078"/>
              <a:gd name="connsiteX101" fmla="*/ 8146479 w 13158799"/>
              <a:gd name="connsiteY101" fmla="*/ 2151500 h 9456078"/>
              <a:gd name="connsiteX102" fmla="*/ 8178264 w 13158799"/>
              <a:gd name="connsiteY102" fmla="*/ 2113176 h 9456078"/>
              <a:gd name="connsiteX103" fmla="*/ 8210341 w 13158799"/>
              <a:gd name="connsiteY103" fmla="*/ 2075157 h 9456078"/>
              <a:gd name="connsiteX104" fmla="*/ 8242709 w 13158799"/>
              <a:gd name="connsiteY104" fmla="*/ 2037442 h 9456078"/>
              <a:gd name="connsiteX105" fmla="*/ 8275365 w 13158799"/>
              <a:gd name="connsiteY105" fmla="*/ 2000034 h 9456078"/>
              <a:gd name="connsiteX106" fmla="*/ 8308307 w 13158799"/>
              <a:gd name="connsiteY106" fmla="*/ 1962934 h 9456078"/>
              <a:gd name="connsiteX107" fmla="*/ 8341532 w 13158799"/>
              <a:gd name="connsiteY107" fmla="*/ 1926142 h 9456078"/>
              <a:gd name="connsiteX108" fmla="*/ 8375038 w 13158799"/>
              <a:gd name="connsiteY108" fmla="*/ 1889660 h 9456078"/>
              <a:gd name="connsiteX109" fmla="*/ 8408823 w 13158799"/>
              <a:gd name="connsiteY109" fmla="*/ 1853489 h 9456078"/>
              <a:gd name="connsiteX110" fmla="*/ 8442885 w 13158799"/>
              <a:gd name="connsiteY110" fmla="*/ 1817630 h 9456078"/>
              <a:gd name="connsiteX111" fmla="*/ 8477221 w 13158799"/>
              <a:gd name="connsiteY111" fmla="*/ 1782084 h 9456078"/>
              <a:gd name="connsiteX112" fmla="*/ 8511829 w 13158799"/>
              <a:gd name="connsiteY112" fmla="*/ 1746853 h 9456078"/>
              <a:gd name="connsiteX113" fmla="*/ 8546706 w 13158799"/>
              <a:gd name="connsiteY113" fmla="*/ 1711937 h 9456078"/>
              <a:gd name="connsiteX114" fmla="*/ 8581851 w 13158799"/>
              <a:gd name="connsiteY114" fmla="*/ 1677337 h 9456078"/>
              <a:gd name="connsiteX115" fmla="*/ 8617261 w 13158799"/>
              <a:gd name="connsiteY115" fmla="*/ 1643056 h 9456078"/>
              <a:gd name="connsiteX116" fmla="*/ 8652934 w 13158799"/>
              <a:gd name="connsiteY116" fmla="*/ 1609093 h 9456078"/>
              <a:gd name="connsiteX117" fmla="*/ 8688867 w 13158799"/>
              <a:gd name="connsiteY117" fmla="*/ 1575450 h 9456078"/>
              <a:gd name="connsiteX118" fmla="*/ 8725058 w 13158799"/>
              <a:gd name="connsiteY118" fmla="*/ 1542128 h 9456078"/>
              <a:gd name="connsiteX119" fmla="*/ 8761506 w 13158799"/>
              <a:gd name="connsiteY119" fmla="*/ 1509129 h 9456078"/>
              <a:gd name="connsiteX120" fmla="*/ 8798207 w 13158799"/>
              <a:gd name="connsiteY120" fmla="*/ 1476452 h 9456078"/>
              <a:gd name="connsiteX121" fmla="*/ 8835159 w 13158799"/>
              <a:gd name="connsiteY121" fmla="*/ 1444101 h 9456078"/>
              <a:gd name="connsiteX122" fmla="*/ 8872360 w 13158799"/>
              <a:gd name="connsiteY122" fmla="*/ 1412075 h 9456078"/>
              <a:gd name="connsiteX123" fmla="*/ 8909808 w 13158799"/>
              <a:gd name="connsiteY123" fmla="*/ 1380375 h 9456078"/>
              <a:gd name="connsiteX124" fmla="*/ 8947501 w 13158799"/>
              <a:gd name="connsiteY124" fmla="*/ 1349004 h 9456078"/>
              <a:gd name="connsiteX125" fmla="*/ 8985435 w 13158799"/>
              <a:gd name="connsiteY125" fmla="*/ 1317962 h 9456078"/>
              <a:gd name="connsiteX126" fmla="*/ 9023610 w 13158799"/>
              <a:gd name="connsiteY126" fmla="*/ 1287250 h 9456078"/>
              <a:gd name="connsiteX127" fmla="*/ 9062022 w 13158799"/>
              <a:gd name="connsiteY127" fmla="*/ 1256869 h 9456078"/>
              <a:gd name="connsiteX128" fmla="*/ 9100669 w 13158799"/>
              <a:gd name="connsiteY128" fmla="*/ 1226820 h 9456078"/>
              <a:gd name="connsiteX129" fmla="*/ 9139549 w 13158799"/>
              <a:gd name="connsiteY129" fmla="*/ 1197105 h 9456078"/>
              <a:gd name="connsiteX130" fmla="*/ 9178660 w 13158799"/>
              <a:gd name="connsiteY130" fmla="*/ 1167725 h 9456078"/>
              <a:gd name="connsiteX131" fmla="*/ 9217999 w 13158799"/>
              <a:gd name="connsiteY131" fmla="*/ 1138681 h 9456078"/>
              <a:gd name="connsiteX132" fmla="*/ 9257564 w 13158799"/>
              <a:gd name="connsiteY132" fmla="*/ 1109974 h 9456078"/>
              <a:gd name="connsiteX133" fmla="*/ 9297353 w 13158799"/>
              <a:gd name="connsiteY133" fmla="*/ 1081604 h 9456078"/>
              <a:gd name="connsiteX134" fmla="*/ 9337364 w 13158799"/>
              <a:gd name="connsiteY134" fmla="*/ 1053574 h 9456078"/>
              <a:gd name="connsiteX135" fmla="*/ 9377594 w 13158799"/>
              <a:gd name="connsiteY135" fmla="*/ 1025884 h 9456078"/>
              <a:gd name="connsiteX136" fmla="*/ 9418040 w 13158799"/>
              <a:gd name="connsiteY136" fmla="*/ 998536 h 9456078"/>
              <a:gd name="connsiteX137" fmla="*/ 9458702 w 13158799"/>
              <a:gd name="connsiteY137" fmla="*/ 971530 h 9456078"/>
              <a:gd name="connsiteX138" fmla="*/ 9499575 w 13158799"/>
              <a:gd name="connsiteY138" fmla="*/ 944868 h 9456078"/>
              <a:gd name="connsiteX139" fmla="*/ 9540659 w 13158799"/>
              <a:gd name="connsiteY139" fmla="*/ 918551 h 9456078"/>
              <a:gd name="connsiteX140" fmla="*/ 9581950 w 13158799"/>
              <a:gd name="connsiteY140" fmla="*/ 892580 h 9456078"/>
              <a:gd name="connsiteX141" fmla="*/ 9623447 w 13158799"/>
              <a:gd name="connsiteY141" fmla="*/ 866956 h 9456078"/>
              <a:gd name="connsiteX142" fmla="*/ 9665147 w 13158799"/>
              <a:gd name="connsiteY142" fmla="*/ 841681 h 9456078"/>
              <a:gd name="connsiteX143" fmla="*/ 9707048 w 13158799"/>
              <a:gd name="connsiteY143" fmla="*/ 816754 h 9456078"/>
              <a:gd name="connsiteX144" fmla="*/ 9749147 w 13158799"/>
              <a:gd name="connsiteY144" fmla="*/ 792179 h 9456078"/>
              <a:gd name="connsiteX145" fmla="*/ 9791443 w 13158799"/>
              <a:gd name="connsiteY145" fmla="*/ 767955 h 9456078"/>
              <a:gd name="connsiteX146" fmla="*/ 9833932 w 13158799"/>
              <a:gd name="connsiteY146" fmla="*/ 744083 h 9456078"/>
              <a:gd name="connsiteX147" fmla="*/ 9876613 w 13158799"/>
              <a:gd name="connsiteY147" fmla="*/ 720566 h 9456078"/>
              <a:gd name="connsiteX148" fmla="*/ 9919484 w 13158799"/>
              <a:gd name="connsiteY148" fmla="*/ 697404 h 9456078"/>
              <a:gd name="connsiteX149" fmla="*/ 9962542 w 13158799"/>
              <a:gd name="connsiteY149" fmla="*/ 674598 h 9456078"/>
              <a:gd name="connsiteX150" fmla="*/ 10005784 w 13158799"/>
              <a:gd name="connsiteY150" fmla="*/ 652149 h 9456078"/>
              <a:gd name="connsiteX151" fmla="*/ 10049209 w 13158799"/>
              <a:gd name="connsiteY151" fmla="*/ 630059 h 9456078"/>
              <a:gd name="connsiteX152" fmla="*/ 10092814 w 13158799"/>
              <a:gd name="connsiteY152" fmla="*/ 608328 h 9456078"/>
              <a:gd name="connsiteX153" fmla="*/ 10136597 w 13158799"/>
              <a:gd name="connsiteY153" fmla="*/ 586958 h 9456078"/>
              <a:gd name="connsiteX154" fmla="*/ 10180556 w 13158799"/>
              <a:gd name="connsiteY154" fmla="*/ 565950 h 9456078"/>
              <a:gd name="connsiteX155" fmla="*/ 10224688 w 13158799"/>
              <a:gd name="connsiteY155" fmla="*/ 545304 h 9456078"/>
              <a:gd name="connsiteX156" fmla="*/ 10268991 w 13158799"/>
              <a:gd name="connsiteY156" fmla="*/ 525023 h 9456078"/>
              <a:gd name="connsiteX157" fmla="*/ 10313463 w 13158799"/>
              <a:gd name="connsiteY157" fmla="*/ 505107 h 9456078"/>
              <a:gd name="connsiteX158" fmla="*/ 10358101 w 13158799"/>
              <a:gd name="connsiteY158" fmla="*/ 485558 h 9456078"/>
              <a:gd name="connsiteX159" fmla="*/ 10402903 w 13158799"/>
              <a:gd name="connsiteY159" fmla="*/ 466376 h 9456078"/>
              <a:gd name="connsiteX160" fmla="*/ 10447868 w 13158799"/>
              <a:gd name="connsiteY160" fmla="*/ 447563 h 9456078"/>
              <a:gd name="connsiteX161" fmla="*/ 10492991 w 13158799"/>
              <a:gd name="connsiteY161" fmla="*/ 429119 h 9456078"/>
              <a:gd name="connsiteX162" fmla="*/ 10538272 w 13158799"/>
              <a:gd name="connsiteY162" fmla="*/ 411046 h 9456078"/>
              <a:gd name="connsiteX163" fmla="*/ 10583708 w 13158799"/>
              <a:gd name="connsiteY163" fmla="*/ 393346 h 9456078"/>
              <a:gd name="connsiteX164" fmla="*/ 10629297 w 13158799"/>
              <a:gd name="connsiteY164" fmla="*/ 376018 h 9456078"/>
              <a:gd name="connsiteX165" fmla="*/ 10675036 w 13158799"/>
              <a:gd name="connsiteY165" fmla="*/ 359065 h 9456078"/>
              <a:gd name="connsiteX166" fmla="*/ 10720923 w 13158799"/>
              <a:gd name="connsiteY166" fmla="*/ 342487 h 9456078"/>
              <a:gd name="connsiteX167" fmla="*/ 10766956 w 13158799"/>
              <a:gd name="connsiteY167" fmla="*/ 326286 h 9456078"/>
              <a:gd name="connsiteX168" fmla="*/ 10813132 w 13158799"/>
              <a:gd name="connsiteY168" fmla="*/ 310462 h 9456078"/>
              <a:gd name="connsiteX169" fmla="*/ 10859450 w 13158799"/>
              <a:gd name="connsiteY169" fmla="*/ 295018 h 9456078"/>
              <a:gd name="connsiteX170" fmla="*/ 10905907 w 13158799"/>
              <a:gd name="connsiteY170" fmla="*/ 279953 h 9456078"/>
              <a:gd name="connsiteX171" fmla="*/ 10952500 w 13158799"/>
              <a:gd name="connsiteY171" fmla="*/ 265269 h 9456078"/>
              <a:gd name="connsiteX172" fmla="*/ 10999227 w 13158799"/>
              <a:gd name="connsiteY172" fmla="*/ 250968 h 9456078"/>
              <a:gd name="connsiteX173" fmla="*/ 11046087 w 13158799"/>
              <a:gd name="connsiteY173" fmla="*/ 237049 h 9456078"/>
              <a:gd name="connsiteX174" fmla="*/ 11093076 w 13158799"/>
              <a:gd name="connsiteY174" fmla="*/ 223516 h 9456078"/>
              <a:gd name="connsiteX175" fmla="*/ 11140193 w 13158799"/>
              <a:gd name="connsiteY175" fmla="*/ 210368 h 9456078"/>
              <a:gd name="connsiteX176" fmla="*/ 11187434 w 13158799"/>
              <a:gd name="connsiteY176" fmla="*/ 197606 h 9456078"/>
              <a:gd name="connsiteX177" fmla="*/ 11234799 w 13158799"/>
              <a:gd name="connsiteY177" fmla="*/ 185233 h 9456078"/>
              <a:gd name="connsiteX178" fmla="*/ 11282284 w 13158799"/>
              <a:gd name="connsiteY178" fmla="*/ 173248 h 9456078"/>
              <a:gd name="connsiteX179" fmla="*/ 11329888 w 13158799"/>
              <a:gd name="connsiteY179" fmla="*/ 161654 h 9456078"/>
              <a:gd name="connsiteX180" fmla="*/ 11377607 w 13158799"/>
              <a:gd name="connsiteY180" fmla="*/ 150451 h 9456078"/>
              <a:gd name="connsiteX181" fmla="*/ 11425440 w 13158799"/>
              <a:gd name="connsiteY181" fmla="*/ 139640 h 9456078"/>
              <a:gd name="connsiteX182" fmla="*/ 11473385 w 13158799"/>
              <a:gd name="connsiteY182" fmla="*/ 129223 h 9456078"/>
              <a:gd name="connsiteX183" fmla="*/ 11521439 w 13158799"/>
              <a:gd name="connsiteY183" fmla="*/ 119201 h 9456078"/>
              <a:gd name="connsiteX184" fmla="*/ 11569599 w 13158799"/>
              <a:gd name="connsiteY184" fmla="*/ 109574 h 9456078"/>
              <a:gd name="connsiteX185" fmla="*/ 11617864 w 13158799"/>
              <a:gd name="connsiteY185" fmla="*/ 100344 h 9456078"/>
              <a:gd name="connsiteX186" fmla="*/ 11666231 w 13158799"/>
              <a:gd name="connsiteY186" fmla="*/ 91512 h 9456078"/>
              <a:gd name="connsiteX187" fmla="*/ 11714698 w 13158799"/>
              <a:gd name="connsiteY187" fmla="*/ 83080 h 9456078"/>
              <a:gd name="connsiteX188" fmla="*/ 11763263 w 13158799"/>
              <a:gd name="connsiteY188" fmla="*/ 75047 h 9456078"/>
              <a:gd name="connsiteX189" fmla="*/ 11811923 w 13158799"/>
              <a:gd name="connsiteY189" fmla="*/ 67417 h 9456078"/>
              <a:gd name="connsiteX190" fmla="*/ 11860676 w 13158799"/>
              <a:gd name="connsiteY190" fmla="*/ 60188 h 9456078"/>
              <a:gd name="connsiteX191" fmla="*/ 11909519 w 13158799"/>
              <a:gd name="connsiteY191" fmla="*/ 53364 h 9456078"/>
              <a:gd name="connsiteX192" fmla="*/ 11958451 w 13158799"/>
              <a:gd name="connsiteY192" fmla="*/ 46944 h 9456078"/>
              <a:gd name="connsiteX193" fmla="*/ 12007470 w 13158799"/>
              <a:gd name="connsiteY193" fmla="*/ 40931 h 9456078"/>
              <a:gd name="connsiteX194" fmla="*/ 12056572 w 13158799"/>
              <a:gd name="connsiteY194" fmla="*/ 35324 h 9456078"/>
              <a:gd name="connsiteX195" fmla="*/ 12105756 w 13158799"/>
              <a:gd name="connsiteY195" fmla="*/ 30126 h 9456078"/>
              <a:gd name="connsiteX196" fmla="*/ 12155019 w 13158799"/>
              <a:gd name="connsiteY196" fmla="*/ 25337 h 9456078"/>
              <a:gd name="connsiteX197" fmla="*/ 12204359 w 13158799"/>
              <a:gd name="connsiteY197" fmla="*/ 20958 h 9456078"/>
              <a:gd name="connsiteX198" fmla="*/ 12253773 w 13158799"/>
              <a:gd name="connsiteY198" fmla="*/ 16991 h 9456078"/>
              <a:gd name="connsiteX199" fmla="*/ 12303260 w 13158799"/>
              <a:gd name="connsiteY199" fmla="*/ 13437 h 9456078"/>
              <a:gd name="connsiteX200" fmla="*/ 12352818 w 13158799"/>
              <a:gd name="connsiteY200" fmla="*/ 10297 h 9456078"/>
              <a:gd name="connsiteX201" fmla="*/ 12402443 w 13158799"/>
              <a:gd name="connsiteY201" fmla="*/ 7572 h 9456078"/>
              <a:gd name="connsiteX202" fmla="*/ 12452133 w 13158799"/>
              <a:gd name="connsiteY202" fmla="*/ 5263 h 9456078"/>
              <a:gd name="connsiteX203" fmla="*/ 12501887 w 13158799"/>
              <a:gd name="connsiteY203" fmla="*/ 3371 h 9456078"/>
              <a:gd name="connsiteX204" fmla="*/ 12551701 w 13158799"/>
              <a:gd name="connsiteY204" fmla="*/ 1898 h 9456078"/>
              <a:gd name="connsiteX205" fmla="*/ 12601574 w 13158799"/>
              <a:gd name="connsiteY205" fmla="*/ 844 h 9456078"/>
              <a:gd name="connsiteX206" fmla="*/ 12651504 w 13158799"/>
              <a:gd name="connsiteY206" fmla="*/ 211 h 9456078"/>
              <a:gd name="connsiteX207" fmla="*/ 12701487 w 13158799"/>
              <a:gd name="connsiteY207" fmla="*/ 0 h 9456078"/>
              <a:gd name="connsiteX208" fmla="*/ 13158798 w 13158799"/>
              <a:gd name="connsiteY208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28389 w 13158797"/>
              <a:gd name="connsiteY22" fmla="*/ 9330914 h 9456078"/>
              <a:gd name="connsiteX23" fmla="*/ 1176172 w 13158797"/>
              <a:gd name="connsiteY23" fmla="*/ 9319936 h 9456078"/>
              <a:gd name="connsiteX24" fmla="*/ 1223823 w 13158797"/>
              <a:gd name="connsiteY24" fmla="*/ 9308509 h 9456078"/>
              <a:gd name="connsiteX25" fmla="*/ 1271339 w 13158797"/>
              <a:gd name="connsiteY25" fmla="*/ 9296635 h 9456078"/>
              <a:gd name="connsiteX26" fmla="*/ 1318719 w 13158797"/>
              <a:gd name="connsiteY26" fmla="*/ 9284315 h 9456078"/>
              <a:gd name="connsiteX27" fmla="*/ 1365957 w 13158797"/>
              <a:gd name="connsiteY27" fmla="*/ 9271550 h 9456078"/>
              <a:gd name="connsiteX28" fmla="*/ 1413052 w 13158797"/>
              <a:gd name="connsiteY28" fmla="*/ 9258342 h 9456078"/>
              <a:gd name="connsiteX29" fmla="*/ 1460000 w 13158797"/>
              <a:gd name="connsiteY29" fmla="*/ 9244693 h 9456078"/>
              <a:gd name="connsiteX30" fmla="*/ 1506799 w 13158797"/>
              <a:gd name="connsiteY30" fmla="*/ 9230604 h 9456078"/>
              <a:gd name="connsiteX31" fmla="*/ 1553445 w 13158797"/>
              <a:gd name="connsiteY31" fmla="*/ 9216076 h 9456078"/>
              <a:gd name="connsiteX32" fmla="*/ 1599935 w 13158797"/>
              <a:gd name="connsiteY32" fmla="*/ 9201111 h 9456078"/>
              <a:gd name="connsiteX33" fmla="*/ 1646267 w 13158797"/>
              <a:gd name="connsiteY33" fmla="*/ 9185710 h 9456078"/>
              <a:gd name="connsiteX34" fmla="*/ 1692437 w 13158797"/>
              <a:gd name="connsiteY34" fmla="*/ 9169876 h 9456078"/>
              <a:gd name="connsiteX35" fmla="*/ 1738442 w 13158797"/>
              <a:gd name="connsiteY35" fmla="*/ 9153608 h 9456078"/>
              <a:gd name="connsiteX36" fmla="*/ 1784280 w 13158797"/>
              <a:gd name="connsiteY36" fmla="*/ 9136910 h 9456078"/>
              <a:gd name="connsiteX37" fmla="*/ 1829947 w 13158797"/>
              <a:gd name="connsiteY37" fmla="*/ 9119782 h 9456078"/>
              <a:gd name="connsiteX38" fmla="*/ 1875440 w 13158797"/>
              <a:gd name="connsiteY38" fmla="*/ 9102226 h 9456078"/>
              <a:gd name="connsiteX39" fmla="*/ 1920756 w 13158797"/>
              <a:gd name="connsiteY39" fmla="*/ 9084243 h 9456078"/>
              <a:gd name="connsiteX40" fmla="*/ 1965893 w 13158797"/>
              <a:gd name="connsiteY40" fmla="*/ 9065835 h 9456078"/>
              <a:gd name="connsiteX41" fmla="*/ 2010847 w 13158797"/>
              <a:gd name="connsiteY41" fmla="*/ 9047004 h 9456078"/>
              <a:gd name="connsiteX42" fmla="*/ 2055615 w 13158797"/>
              <a:gd name="connsiteY42" fmla="*/ 9027750 h 9456078"/>
              <a:gd name="connsiteX43" fmla="*/ 2100195 w 13158797"/>
              <a:gd name="connsiteY43" fmla="*/ 9008075 h 9456078"/>
              <a:gd name="connsiteX44" fmla="*/ 2144582 w 13158797"/>
              <a:gd name="connsiteY44" fmla="*/ 8987981 h 9456078"/>
              <a:gd name="connsiteX45" fmla="*/ 2188775 w 13158797"/>
              <a:gd name="connsiteY45" fmla="*/ 8967470 h 9456078"/>
              <a:gd name="connsiteX46" fmla="*/ 2232770 w 13158797"/>
              <a:gd name="connsiteY46" fmla="*/ 8946542 h 9456078"/>
              <a:gd name="connsiteX47" fmla="*/ 2276564 w 13158797"/>
              <a:gd name="connsiteY47" fmla="*/ 8925199 h 9456078"/>
              <a:gd name="connsiteX48" fmla="*/ 2320154 w 13158797"/>
              <a:gd name="connsiteY48" fmla="*/ 8903443 h 9456078"/>
              <a:gd name="connsiteX49" fmla="*/ 2363538 w 13158797"/>
              <a:gd name="connsiteY49" fmla="*/ 8881275 h 9456078"/>
              <a:gd name="connsiteX50" fmla="*/ 2406711 w 13158797"/>
              <a:gd name="connsiteY50" fmla="*/ 8858697 h 9456078"/>
              <a:gd name="connsiteX51" fmla="*/ 2449672 w 13158797"/>
              <a:gd name="connsiteY51" fmla="*/ 8835710 h 9456078"/>
              <a:gd name="connsiteX52" fmla="*/ 2492417 w 13158797"/>
              <a:gd name="connsiteY52" fmla="*/ 8812316 h 9456078"/>
              <a:gd name="connsiteX53" fmla="*/ 2534943 w 13158797"/>
              <a:gd name="connsiteY53" fmla="*/ 8788516 h 9456078"/>
              <a:gd name="connsiteX54" fmla="*/ 2577247 w 13158797"/>
              <a:gd name="connsiteY54" fmla="*/ 8764311 h 9456078"/>
              <a:gd name="connsiteX55" fmla="*/ 2619326 w 13158797"/>
              <a:gd name="connsiteY55" fmla="*/ 8739704 h 9456078"/>
              <a:gd name="connsiteX56" fmla="*/ 2661177 w 13158797"/>
              <a:gd name="connsiteY56" fmla="*/ 8714695 h 9456078"/>
              <a:gd name="connsiteX57" fmla="*/ 2702797 w 13158797"/>
              <a:gd name="connsiteY57" fmla="*/ 8689286 h 9456078"/>
              <a:gd name="connsiteX58" fmla="*/ 2744183 w 13158797"/>
              <a:gd name="connsiteY58" fmla="*/ 8663479 h 9456078"/>
              <a:gd name="connsiteX59" fmla="*/ 2785333 w 13158797"/>
              <a:gd name="connsiteY59" fmla="*/ 8637274 h 9456078"/>
              <a:gd name="connsiteX60" fmla="*/ 2826242 w 13158797"/>
              <a:gd name="connsiteY60" fmla="*/ 8610675 h 9456078"/>
              <a:gd name="connsiteX61" fmla="*/ 2866908 w 13158797"/>
              <a:gd name="connsiteY61" fmla="*/ 8583681 h 9456078"/>
              <a:gd name="connsiteX62" fmla="*/ 2907329 w 13158797"/>
              <a:gd name="connsiteY62" fmla="*/ 8556295 h 9456078"/>
              <a:gd name="connsiteX63" fmla="*/ 2947500 w 13158797"/>
              <a:gd name="connsiteY63" fmla="*/ 8528517 h 9456078"/>
              <a:gd name="connsiteX64" fmla="*/ 2987419 w 13158797"/>
              <a:gd name="connsiteY64" fmla="*/ 8500351 h 9456078"/>
              <a:gd name="connsiteX65" fmla="*/ 3027083 w 13158797"/>
              <a:gd name="connsiteY65" fmla="*/ 8471796 h 9456078"/>
              <a:gd name="connsiteX66" fmla="*/ 3066489 w 13158797"/>
              <a:gd name="connsiteY66" fmla="*/ 8442854 h 9456078"/>
              <a:gd name="connsiteX67" fmla="*/ 3105634 w 13158797"/>
              <a:gd name="connsiteY67" fmla="*/ 8413528 h 9456078"/>
              <a:gd name="connsiteX68" fmla="*/ 3144515 w 13158797"/>
              <a:gd name="connsiteY68" fmla="*/ 8383818 h 9456078"/>
              <a:gd name="connsiteX69" fmla="*/ 3183129 w 13158797"/>
              <a:gd name="connsiteY69" fmla="*/ 8353726 h 9456078"/>
              <a:gd name="connsiteX70" fmla="*/ 3221473 w 13158797"/>
              <a:gd name="connsiteY70" fmla="*/ 8323253 h 9456078"/>
              <a:gd name="connsiteX71" fmla="*/ 3259544 w 13158797"/>
              <a:gd name="connsiteY71" fmla="*/ 8292401 h 9456078"/>
              <a:gd name="connsiteX72" fmla="*/ 3297339 w 13158797"/>
              <a:gd name="connsiteY72" fmla="*/ 8261172 h 9456078"/>
              <a:gd name="connsiteX73" fmla="*/ 3334854 w 13158797"/>
              <a:gd name="connsiteY73" fmla="*/ 8229566 h 9456078"/>
              <a:gd name="connsiteX74" fmla="*/ 3372087 w 13158797"/>
              <a:gd name="connsiteY74" fmla="*/ 8197585 h 9456078"/>
              <a:gd name="connsiteX75" fmla="*/ 3409035 w 13158797"/>
              <a:gd name="connsiteY75" fmla="*/ 8165232 h 9456078"/>
              <a:gd name="connsiteX76" fmla="*/ 3445695 w 13158797"/>
              <a:gd name="connsiteY76" fmla="*/ 8132507 h 9456078"/>
              <a:gd name="connsiteX77" fmla="*/ 3482064 w 13158797"/>
              <a:gd name="connsiteY77" fmla="*/ 8099411 h 9456078"/>
              <a:gd name="connsiteX78" fmla="*/ 3518139 w 13158797"/>
              <a:gd name="connsiteY78" fmla="*/ 8065947 h 9456078"/>
              <a:gd name="connsiteX79" fmla="*/ 3553916 w 13158797"/>
              <a:gd name="connsiteY79" fmla="*/ 8032115 h 9456078"/>
              <a:gd name="connsiteX80" fmla="*/ 3589393 w 13158797"/>
              <a:gd name="connsiteY80" fmla="*/ 7997918 h 9456078"/>
              <a:gd name="connsiteX81" fmla="*/ 3624567 w 13158797"/>
              <a:gd name="connsiteY81" fmla="*/ 7963356 h 9456078"/>
              <a:gd name="connsiteX82" fmla="*/ 3659435 w 13158797"/>
              <a:gd name="connsiteY82" fmla="*/ 7928432 h 9456078"/>
              <a:gd name="connsiteX83" fmla="*/ 3693994 w 13158797"/>
              <a:gd name="connsiteY83" fmla="*/ 7893146 h 9456078"/>
              <a:gd name="connsiteX84" fmla="*/ 3728240 w 13158797"/>
              <a:gd name="connsiteY84" fmla="*/ 7857501 h 9456078"/>
              <a:gd name="connsiteX85" fmla="*/ 3762171 w 13158797"/>
              <a:gd name="connsiteY85" fmla="*/ 7821497 h 9456078"/>
              <a:gd name="connsiteX86" fmla="*/ 3795783 w 13158797"/>
              <a:gd name="connsiteY86" fmla="*/ 7785136 h 9456078"/>
              <a:gd name="connsiteX87" fmla="*/ 3829075 w 13158797"/>
              <a:gd name="connsiteY87" fmla="*/ 7748420 h 9456078"/>
              <a:gd name="connsiteX88" fmla="*/ 3862042 w 13158797"/>
              <a:gd name="connsiteY88" fmla="*/ 7711350 h 9456078"/>
              <a:gd name="connsiteX89" fmla="*/ 3894682 w 13158797"/>
              <a:gd name="connsiteY89" fmla="*/ 7673928 h 9456078"/>
              <a:gd name="connsiteX90" fmla="*/ 3926991 w 13158797"/>
              <a:gd name="connsiteY90" fmla="*/ 7636155 h 9456078"/>
              <a:gd name="connsiteX91" fmla="*/ 3958967 w 13158797"/>
              <a:gd name="connsiteY91" fmla="*/ 7598032 h 9456078"/>
              <a:gd name="connsiteX92" fmla="*/ 3990607 w 13158797"/>
              <a:gd name="connsiteY92" fmla="*/ 7559561 h 9456078"/>
              <a:gd name="connsiteX93" fmla="*/ 4021907 w 13158797"/>
              <a:gd name="connsiteY93" fmla="*/ 7520744 h 9456078"/>
              <a:gd name="connsiteX94" fmla="*/ 4052865 w 13158797"/>
              <a:gd name="connsiteY94" fmla="*/ 7481582 h 9456078"/>
              <a:gd name="connsiteX95" fmla="*/ 4083478 w 13158797"/>
              <a:gd name="connsiteY95" fmla="*/ 7442077 h 9456078"/>
              <a:gd name="connsiteX96" fmla="*/ 8022311 w 13158797"/>
              <a:gd name="connsiteY96" fmla="*/ 2307814 h 9456078"/>
              <a:gd name="connsiteX97" fmla="*/ 8052902 w 13158797"/>
              <a:gd name="connsiteY97" fmla="*/ 2268285 h 9456078"/>
              <a:gd name="connsiteX98" fmla="*/ 8083796 w 13158797"/>
              <a:gd name="connsiteY98" fmla="*/ 2229056 h 9456078"/>
              <a:gd name="connsiteX99" fmla="*/ 8114989 w 13158797"/>
              <a:gd name="connsiteY99" fmla="*/ 2190127 h 9456078"/>
              <a:gd name="connsiteX100" fmla="*/ 8146479 w 13158797"/>
              <a:gd name="connsiteY100" fmla="*/ 2151500 h 9456078"/>
              <a:gd name="connsiteX101" fmla="*/ 8178264 w 13158797"/>
              <a:gd name="connsiteY101" fmla="*/ 2113176 h 9456078"/>
              <a:gd name="connsiteX102" fmla="*/ 8210341 w 13158797"/>
              <a:gd name="connsiteY102" fmla="*/ 2075157 h 9456078"/>
              <a:gd name="connsiteX103" fmla="*/ 8242709 w 13158797"/>
              <a:gd name="connsiteY103" fmla="*/ 2037442 h 9456078"/>
              <a:gd name="connsiteX104" fmla="*/ 8275365 w 13158797"/>
              <a:gd name="connsiteY104" fmla="*/ 2000034 h 9456078"/>
              <a:gd name="connsiteX105" fmla="*/ 8308307 w 13158797"/>
              <a:gd name="connsiteY105" fmla="*/ 1962934 h 9456078"/>
              <a:gd name="connsiteX106" fmla="*/ 8341532 w 13158797"/>
              <a:gd name="connsiteY106" fmla="*/ 1926142 h 9456078"/>
              <a:gd name="connsiteX107" fmla="*/ 8375038 w 13158797"/>
              <a:gd name="connsiteY107" fmla="*/ 1889660 h 9456078"/>
              <a:gd name="connsiteX108" fmla="*/ 8408823 w 13158797"/>
              <a:gd name="connsiteY108" fmla="*/ 1853489 h 9456078"/>
              <a:gd name="connsiteX109" fmla="*/ 8442885 w 13158797"/>
              <a:gd name="connsiteY109" fmla="*/ 1817630 h 9456078"/>
              <a:gd name="connsiteX110" fmla="*/ 8477221 w 13158797"/>
              <a:gd name="connsiteY110" fmla="*/ 1782084 h 9456078"/>
              <a:gd name="connsiteX111" fmla="*/ 8511829 w 13158797"/>
              <a:gd name="connsiteY111" fmla="*/ 1746853 h 9456078"/>
              <a:gd name="connsiteX112" fmla="*/ 8546706 w 13158797"/>
              <a:gd name="connsiteY112" fmla="*/ 1711937 h 9456078"/>
              <a:gd name="connsiteX113" fmla="*/ 8581851 w 13158797"/>
              <a:gd name="connsiteY113" fmla="*/ 1677337 h 9456078"/>
              <a:gd name="connsiteX114" fmla="*/ 8617261 w 13158797"/>
              <a:gd name="connsiteY114" fmla="*/ 1643056 h 9456078"/>
              <a:gd name="connsiteX115" fmla="*/ 8652934 w 13158797"/>
              <a:gd name="connsiteY115" fmla="*/ 1609093 h 9456078"/>
              <a:gd name="connsiteX116" fmla="*/ 8688867 w 13158797"/>
              <a:gd name="connsiteY116" fmla="*/ 1575450 h 9456078"/>
              <a:gd name="connsiteX117" fmla="*/ 8725058 w 13158797"/>
              <a:gd name="connsiteY117" fmla="*/ 1542128 h 9456078"/>
              <a:gd name="connsiteX118" fmla="*/ 8761506 w 13158797"/>
              <a:gd name="connsiteY118" fmla="*/ 1509129 h 9456078"/>
              <a:gd name="connsiteX119" fmla="*/ 8798207 w 13158797"/>
              <a:gd name="connsiteY119" fmla="*/ 1476452 h 9456078"/>
              <a:gd name="connsiteX120" fmla="*/ 8835159 w 13158797"/>
              <a:gd name="connsiteY120" fmla="*/ 1444101 h 9456078"/>
              <a:gd name="connsiteX121" fmla="*/ 8872360 w 13158797"/>
              <a:gd name="connsiteY121" fmla="*/ 1412075 h 9456078"/>
              <a:gd name="connsiteX122" fmla="*/ 8909808 w 13158797"/>
              <a:gd name="connsiteY122" fmla="*/ 1380375 h 9456078"/>
              <a:gd name="connsiteX123" fmla="*/ 8947501 w 13158797"/>
              <a:gd name="connsiteY123" fmla="*/ 1349004 h 9456078"/>
              <a:gd name="connsiteX124" fmla="*/ 8985435 w 13158797"/>
              <a:gd name="connsiteY124" fmla="*/ 1317962 h 9456078"/>
              <a:gd name="connsiteX125" fmla="*/ 9023610 w 13158797"/>
              <a:gd name="connsiteY125" fmla="*/ 1287250 h 9456078"/>
              <a:gd name="connsiteX126" fmla="*/ 9062022 w 13158797"/>
              <a:gd name="connsiteY126" fmla="*/ 1256869 h 9456078"/>
              <a:gd name="connsiteX127" fmla="*/ 9100669 w 13158797"/>
              <a:gd name="connsiteY127" fmla="*/ 1226820 h 9456078"/>
              <a:gd name="connsiteX128" fmla="*/ 9139549 w 13158797"/>
              <a:gd name="connsiteY128" fmla="*/ 1197105 h 9456078"/>
              <a:gd name="connsiteX129" fmla="*/ 9178660 w 13158797"/>
              <a:gd name="connsiteY129" fmla="*/ 1167725 h 9456078"/>
              <a:gd name="connsiteX130" fmla="*/ 9217999 w 13158797"/>
              <a:gd name="connsiteY130" fmla="*/ 1138681 h 9456078"/>
              <a:gd name="connsiteX131" fmla="*/ 9257564 w 13158797"/>
              <a:gd name="connsiteY131" fmla="*/ 1109974 h 9456078"/>
              <a:gd name="connsiteX132" fmla="*/ 9297353 w 13158797"/>
              <a:gd name="connsiteY132" fmla="*/ 1081604 h 9456078"/>
              <a:gd name="connsiteX133" fmla="*/ 9337364 w 13158797"/>
              <a:gd name="connsiteY133" fmla="*/ 1053574 h 9456078"/>
              <a:gd name="connsiteX134" fmla="*/ 9377594 w 13158797"/>
              <a:gd name="connsiteY134" fmla="*/ 1025884 h 9456078"/>
              <a:gd name="connsiteX135" fmla="*/ 9418040 w 13158797"/>
              <a:gd name="connsiteY135" fmla="*/ 998536 h 9456078"/>
              <a:gd name="connsiteX136" fmla="*/ 9458702 w 13158797"/>
              <a:gd name="connsiteY136" fmla="*/ 971530 h 9456078"/>
              <a:gd name="connsiteX137" fmla="*/ 9499575 w 13158797"/>
              <a:gd name="connsiteY137" fmla="*/ 944868 h 9456078"/>
              <a:gd name="connsiteX138" fmla="*/ 9540659 w 13158797"/>
              <a:gd name="connsiteY138" fmla="*/ 918551 h 9456078"/>
              <a:gd name="connsiteX139" fmla="*/ 9581950 w 13158797"/>
              <a:gd name="connsiteY139" fmla="*/ 892580 h 9456078"/>
              <a:gd name="connsiteX140" fmla="*/ 9623447 w 13158797"/>
              <a:gd name="connsiteY140" fmla="*/ 866956 h 9456078"/>
              <a:gd name="connsiteX141" fmla="*/ 9665147 w 13158797"/>
              <a:gd name="connsiteY141" fmla="*/ 841681 h 9456078"/>
              <a:gd name="connsiteX142" fmla="*/ 9707048 w 13158797"/>
              <a:gd name="connsiteY142" fmla="*/ 816754 h 9456078"/>
              <a:gd name="connsiteX143" fmla="*/ 9749147 w 13158797"/>
              <a:gd name="connsiteY143" fmla="*/ 792179 h 9456078"/>
              <a:gd name="connsiteX144" fmla="*/ 9791443 w 13158797"/>
              <a:gd name="connsiteY144" fmla="*/ 767955 h 9456078"/>
              <a:gd name="connsiteX145" fmla="*/ 9833932 w 13158797"/>
              <a:gd name="connsiteY145" fmla="*/ 744083 h 9456078"/>
              <a:gd name="connsiteX146" fmla="*/ 9876613 w 13158797"/>
              <a:gd name="connsiteY146" fmla="*/ 720566 h 9456078"/>
              <a:gd name="connsiteX147" fmla="*/ 9919484 w 13158797"/>
              <a:gd name="connsiteY147" fmla="*/ 697404 h 9456078"/>
              <a:gd name="connsiteX148" fmla="*/ 9962542 w 13158797"/>
              <a:gd name="connsiteY148" fmla="*/ 674598 h 9456078"/>
              <a:gd name="connsiteX149" fmla="*/ 10005784 w 13158797"/>
              <a:gd name="connsiteY149" fmla="*/ 652149 h 9456078"/>
              <a:gd name="connsiteX150" fmla="*/ 10049209 w 13158797"/>
              <a:gd name="connsiteY150" fmla="*/ 630059 h 9456078"/>
              <a:gd name="connsiteX151" fmla="*/ 10092814 w 13158797"/>
              <a:gd name="connsiteY151" fmla="*/ 608328 h 9456078"/>
              <a:gd name="connsiteX152" fmla="*/ 10136597 w 13158797"/>
              <a:gd name="connsiteY152" fmla="*/ 586958 h 9456078"/>
              <a:gd name="connsiteX153" fmla="*/ 10180556 w 13158797"/>
              <a:gd name="connsiteY153" fmla="*/ 565950 h 9456078"/>
              <a:gd name="connsiteX154" fmla="*/ 10224688 w 13158797"/>
              <a:gd name="connsiteY154" fmla="*/ 545304 h 9456078"/>
              <a:gd name="connsiteX155" fmla="*/ 10268991 w 13158797"/>
              <a:gd name="connsiteY155" fmla="*/ 525023 h 9456078"/>
              <a:gd name="connsiteX156" fmla="*/ 10313463 w 13158797"/>
              <a:gd name="connsiteY156" fmla="*/ 505107 h 9456078"/>
              <a:gd name="connsiteX157" fmla="*/ 10358101 w 13158797"/>
              <a:gd name="connsiteY157" fmla="*/ 485558 h 9456078"/>
              <a:gd name="connsiteX158" fmla="*/ 10402903 w 13158797"/>
              <a:gd name="connsiteY158" fmla="*/ 466376 h 9456078"/>
              <a:gd name="connsiteX159" fmla="*/ 10447868 w 13158797"/>
              <a:gd name="connsiteY159" fmla="*/ 447563 h 9456078"/>
              <a:gd name="connsiteX160" fmla="*/ 10492991 w 13158797"/>
              <a:gd name="connsiteY160" fmla="*/ 429119 h 9456078"/>
              <a:gd name="connsiteX161" fmla="*/ 10538272 w 13158797"/>
              <a:gd name="connsiteY161" fmla="*/ 411046 h 9456078"/>
              <a:gd name="connsiteX162" fmla="*/ 10583708 w 13158797"/>
              <a:gd name="connsiteY162" fmla="*/ 393346 h 9456078"/>
              <a:gd name="connsiteX163" fmla="*/ 10629297 w 13158797"/>
              <a:gd name="connsiteY163" fmla="*/ 376018 h 9456078"/>
              <a:gd name="connsiteX164" fmla="*/ 10675036 w 13158797"/>
              <a:gd name="connsiteY164" fmla="*/ 359065 h 9456078"/>
              <a:gd name="connsiteX165" fmla="*/ 10720923 w 13158797"/>
              <a:gd name="connsiteY165" fmla="*/ 342487 h 9456078"/>
              <a:gd name="connsiteX166" fmla="*/ 10766956 w 13158797"/>
              <a:gd name="connsiteY166" fmla="*/ 326286 h 9456078"/>
              <a:gd name="connsiteX167" fmla="*/ 10813132 w 13158797"/>
              <a:gd name="connsiteY167" fmla="*/ 310462 h 9456078"/>
              <a:gd name="connsiteX168" fmla="*/ 10859450 w 13158797"/>
              <a:gd name="connsiteY168" fmla="*/ 295018 h 9456078"/>
              <a:gd name="connsiteX169" fmla="*/ 10905907 w 13158797"/>
              <a:gd name="connsiteY169" fmla="*/ 279953 h 9456078"/>
              <a:gd name="connsiteX170" fmla="*/ 10952500 w 13158797"/>
              <a:gd name="connsiteY170" fmla="*/ 265269 h 9456078"/>
              <a:gd name="connsiteX171" fmla="*/ 10999227 w 13158797"/>
              <a:gd name="connsiteY171" fmla="*/ 250968 h 9456078"/>
              <a:gd name="connsiteX172" fmla="*/ 11046087 w 13158797"/>
              <a:gd name="connsiteY172" fmla="*/ 237049 h 9456078"/>
              <a:gd name="connsiteX173" fmla="*/ 11093076 w 13158797"/>
              <a:gd name="connsiteY173" fmla="*/ 223516 h 9456078"/>
              <a:gd name="connsiteX174" fmla="*/ 11140193 w 13158797"/>
              <a:gd name="connsiteY174" fmla="*/ 210368 h 9456078"/>
              <a:gd name="connsiteX175" fmla="*/ 11187434 w 13158797"/>
              <a:gd name="connsiteY175" fmla="*/ 197606 h 9456078"/>
              <a:gd name="connsiteX176" fmla="*/ 11234799 w 13158797"/>
              <a:gd name="connsiteY176" fmla="*/ 185233 h 9456078"/>
              <a:gd name="connsiteX177" fmla="*/ 11282284 w 13158797"/>
              <a:gd name="connsiteY177" fmla="*/ 173248 h 9456078"/>
              <a:gd name="connsiteX178" fmla="*/ 11329888 w 13158797"/>
              <a:gd name="connsiteY178" fmla="*/ 161654 h 9456078"/>
              <a:gd name="connsiteX179" fmla="*/ 11377607 w 13158797"/>
              <a:gd name="connsiteY179" fmla="*/ 150451 h 9456078"/>
              <a:gd name="connsiteX180" fmla="*/ 11425440 w 13158797"/>
              <a:gd name="connsiteY180" fmla="*/ 139640 h 9456078"/>
              <a:gd name="connsiteX181" fmla="*/ 11473385 w 13158797"/>
              <a:gd name="connsiteY181" fmla="*/ 129223 h 9456078"/>
              <a:gd name="connsiteX182" fmla="*/ 11521439 w 13158797"/>
              <a:gd name="connsiteY182" fmla="*/ 119201 h 9456078"/>
              <a:gd name="connsiteX183" fmla="*/ 11569599 w 13158797"/>
              <a:gd name="connsiteY183" fmla="*/ 109574 h 9456078"/>
              <a:gd name="connsiteX184" fmla="*/ 11617864 w 13158797"/>
              <a:gd name="connsiteY184" fmla="*/ 100344 h 9456078"/>
              <a:gd name="connsiteX185" fmla="*/ 11666231 w 13158797"/>
              <a:gd name="connsiteY185" fmla="*/ 91512 h 9456078"/>
              <a:gd name="connsiteX186" fmla="*/ 11714698 w 13158797"/>
              <a:gd name="connsiteY186" fmla="*/ 83080 h 9456078"/>
              <a:gd name="connsiteX187" fmla="*/ 11763263 w 13158797"/>
              <a:gd name="connsiteY187" fmla="*/ 75047 h 9456078"/>
              <a:gd name="connsiteX188" fmla="*/ 11811923 w 13158797"/>
              <a:gd name="connsiteY188" fmla="*/ 67417 h 9456078"/>
              <a:gd name="connsiteX189" fmla="*/ 11860676 w 13158797"/>
              <a:gd name="connsiteY189" fmla="*/ 60188 h 9456078"/>
              <a:gd name="connsiteX190" fmla="*/ 11909519 w 13158797"/>
              <a:gd name="connsiteY190" fmla="*/ 53364 h 9456078"/>
              <a:gd name="connsiteX191" fmla="*/ 11958451 w 13158797"/>
              <a:gd name="connsiteY191" fmla="*/ 46944 h 9456078"/>
              <a:gd name="connsiteX192" fmla="*/ 12007470 w 13158797"/>
              <a:gd name="connsiteY192" fmla="*/ 40931 h 9456078"/>
              <a:gd name="connsiteX193" fmla="*/ 12056572 w 13158797"/>
              <a:gd name="connsiteY193" fmla="*/ 35324 h 9456078"/>
              <a:gd name="connsiteX194" fmla="*/ 12105756 w 13158797"/>
              <a:gd name="connsiteY194" fmla="*/ 30126 h 9456078"/>
              <a:gd name="connsiteX195" fmla="*/ 12155019 w 13158797"/>
              <a:gd name="connsiteY195" fmla="*/ 25337 h 9456078"/>
              <a:gd name="connsiteX196" fmla="*/ 12204359 w 13158797"/>
              <a:gd name="connsiteY196" fmla="*/ 20958 h 9456078"/>
              <a:gd name="connsiteX197" fmla="*/ 12253773 w 13158797"/>
              <a:gd name="connsiteY197" fmla="*/ 16991 h 9456078"/>
              <a:gd name="connsiteX198" fmla="*/ 12303260 w 13158797"/>
              <a:gd name="connsiteY198" fmla="*/ 13437 h 9456078"/>
              <a:gd name="connsiteX199" fmla="*/ 12352818 w 13158797"/>
              <a:gd name="connsiteY199" fmla="*/ 10297 h 9456078"/>
              <a:gd name="connsiteX200" fmla="*/ 12402443 w 13158797"/>
              <a:gd name="connsiteY200" fmla="*/ 7572 h 9456078"/>
              <a:gd name="connsiteX201" fmla="*/ 12452133 w 13158797"/>
              <a:gd name="connsiteY201" fmla="*/ 5263 h 9456078"/>
              <a:gd name="connsiteX202" fmla="*/ 12501887 w 13158797"/>
              <a:gd name="connsiteY202" fmla="*/ 3371 h 9456078"/>
              <a:gd name="connsiteX203" fmla="*/ 12551701 w 13158797"/>
              <a:gd name="connsiteY203" fmla="*/ 1898 h 9456078"/>
              <a:gd name="connsiteX204" fmla="*/ 12601574 w 13158797"/>
              <a:gd name="connsiteY204" fmla="*/ 844 h 9456078"/>
              <a:gd name="connsiteX205" fmla="*/ 12651504 w 13158797"/>
              <a:gd name="connsiteY205" fmla="*/ 211 h 9456078"/>
              <a:gd name="connsiteX206" fmla="*/ 12701487 w 13158797"/>
              <a:gd name="connsiteY206" fmla="*/ 0 h 9456078"/>
              <a:gd name="connsiteX207" fmla="*/ 13158798 w 13158797"/>
              <a:gd name="connsiteY207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98870 w 13158799"/>
              <a:gd name="connsiteY5" fmla="*/ 9447409 h 9456078"/>
              <a:gd name="connsiteX6" fmla="*/ 348429 w 13158799"/>
              <a:gd name="connsiteY6" fmla="*/ 9444290 h 9456078"/>
              <a:gd name="connsiteX7" fmla="*/ 397907 w 13158799"/>
              <a:gd name="connsiteY7" fmla="*/ 9440698 h 9456078"/>
              <a:gd name="connsiteX8" fmla="*/ 447302 w 13158799"/>
              <a:gd name="connsiteY8" fmla="*/ 9436632 h 9456078"/>
              <a:gd name="connsiteX9" fmla="*/ 496610 w 13158799"/>
              <a:gd name="connsiteY9" fmla="*/ 9432096 h 9456078"/>
              <a:gd name="connsiteX10" fmla="*/ 545829 w 13158799"/>
              <a:gd name="connsiteY10" fmla="*/ 9427089 h 9456078"/>
              <a:gd name="connsiteX11" fmla="*/ 594956 w 13158799"/>
              <a:gd name="connsiteY11" fmla="*/ 9421615 h 9456078"/>
              <a:gd name="connsiteX12" fmla="*/ 643987 w 13158799"/>
              <a:gd name="connsiteY12" fmla="*/ 9415673 h 9456078"/>
              <a:gd name="connsiteX13" fmla="*/ 692920 w 13158799"/>
              <a:gd name="connsiteY13" fmla="*/ 9409267 h 9456078"/>
              <a:gd name="connsiteX14" fmla="*/ 741751 w 13158799"/>
              <a:gd name="connsiteY14" fmla="*/ 9402396 h 9456078"/>
              <a:gd name="connsiteX15" fmla="*/ 790478 w 13158799"/>
              <a:gd name="connsiteY15" fmla="*/ 9395063 h 9456078"/>
              <a:gd name="connsiteX16" fmla="*/ 839098 w 13158799"/>
              <a:gd name="connsiteY16" fmla="*/ 9387270 h 9456078"/>
              <a:gd name="connsiteX17" fmla="*/ 887607 w 13158799"/>
              <a:gd name="connsiteY17" fmla="*/ 9379017 h 9456078"/>
              <a:gd name="connsiteX18" fmla="*/ 936002 w 13158799"/>
              <a:gd name="connsiteY18" fmla="*/ 9370306 h 9456078"/>
              <a:gd name="connsiteX19" fmla="*/ 984281 w 13158799"/>
              <a:gd name="connsiteY19" fmla="*/ 9361139 h 9456078"/>
              <a:gd name="connsiteX20" fmla="*/ 1032440 w 13158799"/>
              <a:gd name="connsiteY20" fmla="*/ 9351517 h 9456078"/>
              <a:gd name="connsiteX21" fmla="*/ 1080477 w 13158799"/>
              <a:gd name="connsiteY21" fmla="*/ 9341441 h 9456078"/>
              <a:gd name="connsiteX22" fmla="*/ 1176172 w 13158799"/>
              <a:gd name="connsiteY22" fmla="*/ 9319936 h 9456078"/>
              <a:gd name="connsiteX23" fmla="*/ 1223823 w 13158799"/>
              <a:gd name="connsiteY23" fmla="*/ 9308509 h 9456078"/>
              <a:gd name="connsiteX24" fmla="*/ 1271339 w 13158799"/>
              <a:gd name="connsiteY24" fmla="*/ 9296635 h 9456078"/>
              <a:gd name="connsiteX25" fmla="*/ 1318719 w 13158799"/>
              <a:gd name="connsiteY25" fmla="*/ 9284315 h 9456078"/>
              <a:gd name="connsiteX26" fmla="*/ 1365957 w 13158799"/>
              <a:gd name="connsiteY26" fmla="*/ 9271550 h 9456078"/>
              <a:gd name="connsiteX27" fmla="*/ 1413052 w 13158799"/>
              <a:gd name="connsiteY27" fmla="*/ 9258342 h 9456078"/>
              <a:gd name="connsiteX28" fmla="*/ 1460000 w 13158799"/>
              <a:gd name="connsiteY28" fmla="*/ 9244693 h 9456078"/>
              <a:gd name="connsiteX29" fmla="*/ 1506799 w 13158799"/>
              <a:gd name="connsiteY29" fmla="*/ 9230604 h 9456078"/>
              <a:gd name="connsiteX30" fmla="*/ 1553445 w 13158799"/>
              <a:gd name="connsiteY30" fmla="*/ 9216076 h 9456078"/>
              <a:gd name="connsiteX31" fmla="*/ 1599935 w 13158799"/>
              <a:gd name="connsiteY31" fmla="*/ 9201111 h 9456078"/>
              <a:gd name="connsiteX32" fmla="*/ 1646267 w 13158799"/>
              <a:gd name="connsiteY32" fmla="*/ 9185710 h 9456078"/>
              <a:gd name="connsiteX33" fmla="*/ 1692437 w 13158799"/>
              <a:gd name="connsiteY33" fmla="*/ 9169876 h 9456078"/>
              <a:gd name="connsiteX34" fmla="*/ 1738442 w 13158799"/>
              <a:gd name="connsiteY34" fmla="*/ 9153608 h 9456078"/>
              <a:gd name="connsiteX35" fmla="*/ 1784280 w 13158799"/>
              <a:gd name="connsiteY35" fmla="*/ 9136910 h 9456078"/>
              <a:gd name="connsiteX36" fmla="*/ 1829947 w 13158799"/>
              <a:gd name="connsiteY36" fmla="*/ 9119782 h 9456078"/>
              <a:gd name="connsiteX37" fmla="*/ 1875440 w 13158799"/>
              <a:gd name="connsiteY37" fmla="*/ 9102226 h 9456078"/>
              <a:gd name="connsiteX38" fmla="*/ 1920756 w 13158799"/>
              <a:gd name="connsiteY38" fmla="*/ 9084243 h 9456078"/>
              <a:gd name="connsiteX39" fmla="*/ 1965893 w 13158799"/>
              <a:gd name="connsiteY39" fmla="*/ 9065835 h 9456078"/>
              <a:gd name="connsiteX40" fmla="*/ 2010847 w 13158799"/>
              <a:gd name="connsiteY40" fmla="*/ 9047004 h 9456078"/>
              <a:gd name="connsiteX41" fmla="*/ 2055615 w 13158799"/>
              <a:gd name="connsiteY41" fmla="*/ 9027750 h 9456078"/>
              <a:gd name="connsiteX42" fmla="*/ 2100195 w 13158799"/>
              <a:gd name="connsiteY42" fmla="*/ 9008075 h 9456078"/>
              <a:gd name="connsiteX43" fmla="*/ 2144582 w 13158799"/>
              <a:gd name="connsiteY43" fmla="*/ 8987981 h 9456078"/>
              <a:gd name="connsiteX44" fmla="*/ 2188775 w 13158799"/>
              <a:gd name="connsiteY44" fmla="*/ 8967470 h 9456078"/>
              <a:gd name="connsiteX45" fmla="*/ 2232770 w 13158799"/>
              <a:gd name="connsiteY45" fmla="*/ 8946542 h 9456078"/>
              <a:gd name="connsiteX46" fmla="*/ 2276564 w 13158799"/>
              <a:gd name="connsiteY46" fmla="*/ 8925199 h 9456078"/>
              <a:gd name="connsiteX47" fmla="*/ 2320154 w 13158799"/>
              <a:gd name="connsiteY47" fmla="*/ 8903443 h 9456078"/>
              <a:gd name="connsiteX48" fmla="*/ 2363538 w 13158799"/>
              <a:gd name="connsiteY48" fmla="*/ 8881275 h 9456078"/>
              <a:gd name="connsiteX49" fmla="*/ 2406711 w 13158799"/>
              <a:gd name="connsiteY49" fmla="*/ 8858697 h 9456078"/>
              <a:gd name="connsiteX50" fmla="*/ 2449672 w 13158799"/>
              <a:gd name="connsiteY50" fmla="*/ 8835710 h 9456078"/>
              <a:gd name="connsiteX51" fmla="*/ 2492417 w 13158799"/>
              <a:gd name="connsiteY51" fmla="*/ 8812316 h 9456078"/>
              <a:gd name="connsiteX52" fmla="*/ 2534943 w 13158799"/>
              <a:gd name="connsiteY52" fmla="*/ 8788516 h 9456078"/>
              <a:gd name="connsiteX53" fmla="*/ 2577247 w 13158799"/>
              <a:gd name="connsiteY53" fmla="*/ 8764311 h 9456078"/>
              <a:gd name="connsiteX54" fmla="*/ 2619326 w 13158799"/>
              <a:gd name="connsiteY54" fmla="*/ 8739704 h 9456078"/>
              <a:gd name="connsiteX55" fmla="*/ 2661177 w 13158799"/>
              <a:gd name="connsiteY55" fmla="*/ 8714695 h 9456078"/>
              <a:gd name="connsiteX56" fmla="*/ 2702797 w 13158799"/>
              <a:gd name="connsiteY56" fmla="*/ 8689286 h 9456078"/>
              <a:gd name="connsiteX57" fmla="*/ 2744183 w 13158799"/>
              <a:gd name="connsiteY57" fmla="*/ 8663479 h 9456078"/>
              <a:gd name="connsiteX58" fmla="*/ 2785333 w 13158799"/>
              <a:gd name="connsiteY58" fmla="*/ 8637274 h 9456078"/>
              <a:gd name="connsiteX59" fmla="*/ 2826242 w 13158799"/>
              <a:gd name="connsiteY59" fmla="*/ 8610675 h 9456078"/>
              <a:gd name="connsiteX60" fmla="*/ 2866908 w 13158799"/>
              <a:gd name="connsiteY60" fmla="*/ 8583681 h 9456078"/>
              <a:gd name="connsiteX61" fmla="*/ 2907329 w 13158799"/>
              <a:gd name="connsiteY61" fmla="*/ 8556295 h 9456078"/>
              <a:gd name="connsiteX62" fmla="*/ 2947500 w 13158799"/>
              <a:gd name="connsiteY62" fmla="*/ 8528517 h 9456078"/>
              <a:gd name="connsiteX63" fmla="*/ 2987419 w 13158799"/>
              <a:gd name="connsiteY63" fmla="*/ 8500351 h 9456078"/>
              <a:gd name="connsiteX64" fmla="*/ 3027083 w 13158799"/>
              <a:gd name="connsiteY64" fmla="*/ 8471796 h 9456078"/>
              <a:gd name="connsiteX65" fmla="*/ 3066489 w 13158799"/>
              <a:gd name="connsiteY65" fmla="*/ 8442854 h 9456078"/>
              <a:gd name="connsiteX66" fmla="*/ 3105634 w 13158799"/>
              <a:gd name="connsiteY66" fmla="*/ 8413528 h 9456078"/>
              <a:gd name="connsiteX67" fmla="*/ 3144515 w 13158799"/>
              <a:gd name="connsiteY67" fmla="*/ 8383818 h 9456078"/>
              <a:gd name="connsiteX68" fmla="*/ 3183129 w 13158799"/>
              <a:gd name="connsiteY68" fmla="*/ 8353726 h 9456078"/>
              <a:gd name="connsiteX69" fmla="*/ 3221473 w 13158799"/>
              <a:gd name="connsiteY69" fmla="*/ 8323253 h 9456078"/>
              <a:gd name="connsiteX70" fmla="*/ 3259544 w 13158799"/>
              <a:gd name="connsiteY70" fmla="*/ 8292401 h 9456078"/>
              <a:gd name="connsiteX71" fmla="*/ 3297339 w 13158799"/>
              <a:gd name="connsiteY71" fmla="*/ 8261172 h 9456078"/>
              <a:gd name="connsiteX72" fmla="*/ 3334854 w 13158799"/>
              <a:gd name="connsiteY72" fmla="*/ 8229566 h 9456078"/>
              <a:gd name="connsiteX73" fmla="*/ 3372087 w 13158799"/>
              <a:gd name="connsiteY73" fmla="*/ 8197585 h 9456078"/>
              <a:gd name="connsiteX74" fmla="*/ 3409035 w 13158799"/>
              <a:gd name="connsiteY74" fmla="*/ 8165232 h 9456078"/>
              <a:gd name="connsiteX75" fmla="*/ 3445695 w 13158799"/>
              <a:gd name="connsiteY75" fmla="*/ 8132507 h 9456078"/>
              <a:gd name="connsiteX76" fmla="*/ 3482064 w 13158799"/>
              <a:gd name="connsiteY76" fmla="*/ 8099411 h 9456078"/>
              <a:gd name="connsiteX77" fmla="*/ 3518139 w 13158799"/>
              <a:gd name="connsiteY77" fmla="*/ 8065947 h 9456078"/>
              <a:gd name="connsiteX78" fmla="*/ 3553916 w 13158799"/>
              <a:gd name="connsiteY78" fmla="*/ 8032115 h 9456078"/>
              <a:gd name="connsiteX79" fmla="*/ 3589393 w 13158799"/>
              <a:gd name="connsiteY79" fmla="*/ 7997918 h 9456078"/>
              <a:gd name="connsiteX80" fmla="*/ 3624567 w 13158799"/>
              <a:gd name="connsiteY80" fmla="*/ 7963356 h 9456078"/>
              <a:gd name="connsiteX81" fmla="*/ 3659435 w 13158799"/>
              <a:gd name="connsiteY81" fmla="*/ 7928432 h 9456078"/>
              <a:gd name="connsiteX82" fmla="*/ 3693994 w 13158799"/>
              <a:gd name="connsiteY82" fmla="*/ 7893146 h 9456078"/>
              <a:gd name="connsiteX83" fmla="*/ 3728240 w 13158799"/>
              <a:gd name="connsiteY83" fmla="*/ 7857501 h 9456078"/>
              <a:gd name="connsiteX84" fmla="*/ 3762171 w 13158799"/>
              <a:gd name="connsiteY84" fmla="*/ 7821497 h 9456078"/>
              <a:gd name="connsiteX85" fmla="*/ 3795783 w 13158799"/>
              <a:gd name="connsiteY85" fmla="*/ 7785136 h 9456078"/>
              <a:gd name="connsiteX86" fmla="*/ 3829075 w 13158799"/>
              <a:gd name="connsiteY86" fmla="*/ 7748420 h 9456078"/>
              <a:gd name="connsiteX87" fmla="*/ 3862042 w 13158799"/>
              <a:gd name="connsiteY87" fmla="*/ 7711350 h 9456078"/>
              <a:gd name="connsiteX88" fmla="*/ 3894682 w 13158799"/>
              <a:gd name="connsiteY88" fmla="*/ 7673928 h 9456078"/>
              <a:gd name="connsiteX89" fmla="*/ 3926991 w 13158799"/>
              <a:gd name="connsiteY89" fmla="*/ 7636155 h 9456078"/>
              <a:gd name="connsiteX90" fmla="*/ 3958967 w 13158799"/>
              <a:gd name="connsiteY90" fmla="*/ 7598032 h 9456078"/>
              <a:gd name="connsiteX91" fmla="*/ 3990607 w 13158799"/>
              <a:gd name="connsiteY91" fmla="*/ 7559561 h 9456078"/>
              <a:gd name="connsiteX92" fmla="*/ 4021907 w 13158799"/>
              <a:gd name="connsiteY92" fmla="*/ 7520744 h 9456078"/>
              <a:gd name="connsiteX93" fmla="*/ 4052865 w 13158799"/>
              <a:gd name="connsiteY93" fmla="*/ 7481582 h 9456078"/>
              <a:gd name="connsiteX94" fmla="*/ 4083478 w 13158799"/>
              <a:gd name="connsiteY94" fmla="*/ 7442077 h 9456078"/>
              <a:gd name="connsiteX95" fmla="*/ 8022311 w 13158799"/>
              <a:gd name="connsiteY95" fmla="*/ 2307814 h 9456078"/>
              <a:gd name="connsiteX96" fmla="*/ 8052902 w 13158799"/>
              <a:gd name="connsiteY96" fmla="*/ 2268285 h 9456078"/>
              <a:gd name="connsiteX97" fmla="*/ 8083796 w 13158799"/>
              <a:gd name="connsiteY97" fmla="*/ 2229056 h 9456078"/>
              <a:gd name="connsiteX98" fmla="*/ 8114989 w 13158799"/>
              <a:gd name="connsiteY98" fmla="*/ 2190127 h 9456078"/>
              <a:gd name="connsiteX99" fmla="*/ 8146479 w 13158799"/>
              <a:gd name="connsiteY99" fmla="*/ 2151500 h 9456078"/>
              <a:gd name="connsiteX100" fmla="*/ 8178264 w 13158799"/>
              <a:gd name="connsiteY100" fmla="*/ 2113176 h 9456078"/>
              <a:gd name="connsiteX101" fmla="*/ 8210341 w 13158799"/>
              <a:gd name="connsiteY101" fmla="*/ 2075157 h 9456078"/>
              <a:gd name="connsiteX102" fmla="*/ 8242709 w 13158799"/>
              <a:gd name="connsiteY102" fmla="*/ 2037442 h 9456078"/>
              <a:gd name="connsiteX103" fmla="*/ 8275365 w 13158799"/>
              <a:gd name="connsiteY103" fmla="*/ 2000034 h 9456078"/>
              <a:gd name="connsiteX104" fmla="*/ 8308307 w 13158799"/>
              <a:gd name="connsiteY104" fmla="*/ 1962934 h 9456078"/>
              <a:gd name="connsiteX105" fmla="*/ 8341532 w 13158799"/>
              <a:gd name="connsiteY105" fmla="*/ 1926142 h 9456078"/>
              <a:gd name="connsiteX106" fmla="*/ 8375038 w 13158799"/>
              <a:gd name="connsiteY106" fmla="*/ 1889660 h 9456078"/>
              <a:gd name="connsiteX107" fmla="*/ 8408823 w 13158799"/>
              <a:gd name="connsiteY107" fmla="*/ 1853489 h 9456078"/>
              <a:gd name="connsiteX108" fmla="*/ 8442885 w 13158799"/>
              <a:gd name="connsiteY108" fmla="*/ 1817630 h 9456078"/>
              <a:gd name="connsiteX109" fmla="*/ 8477221 w 13158799"/>
              <a:gd name="connsiteY109" fmla="*/ 1782084 h 9456078"/>
              <a:gd name="connsiteX110" fmla="*/ 8511829 w 13158799"/>
              <a:gd name="connsiteY110" fmla="*/ 1746853 h 9456078"/>
              <a:gd name="connsiteX111" fmla="*/ 8546706 w 13158799"/>
              <a:gd name="connsiteY111" fmla="*/ 1711937 h 9456078"/>
              <a:gd name="connsiteX112" fmla="*/ 8581851 w 13158799"/>
              <a:gd name="connsiteY112" fmla="*/ 1677337 h 9456078"/>
              <a:gd name="connsiteX113" fmla="*/ 8617261 w 13158799"/>
              <a:gd name="connsiteY113" fmla="*/ 1643056 h 9456078"/>
              <a:gd name="connsiteX114" fmla="*/ 8652934 w 13158799"/>
              <a:gd name="connsiteY114" fmla="*/ 1609093 h 9456078"/>
              <a:gd name="connsiteX115" fmla="*/ 8688867 w 13158799"/>
              <a:gd name="connsiteY115" fmla="*/ 1575450 h 9456078"/>
              <a:gd name="connsiteX116" fmla="*/ 8725058 w 13158799"/>
              <a:gd name="connsiteY116" fmla="*/ 1542128 h 9456078"/>
              <a:gd name="connsiteX117" fmla="*/ 8761506 w 13158799"/>
              <a:gd name="connsiteY117" fmla="*/ 1509129 h 9456078"/>
              <a:gd name="connsiteX118" fmla="*/ 8798207 w 13158799"/>
              <a:gd name="connsiteY118" fmla="*/ 1476452 h 9456078"/>
              <a:gd name="connsiteX119" fmla="*/ 8835159 w 13158799"/>
              <a:gd name="connsiteY119" fmla="*/ 1444101 h 9456078"/>
              <a:gd name="connsiteX120" fmla="*/ 8872360 w 13158799"/>
              <a:gd name="connsiteY120" fmla="*/ 1412075 h 9456078"/>
              <a:gd name="connsiteX121" fmla="*/ 8909808 w 13158799"/>
              <a:gd name="connsiteY121" fmla="*/ 1380375 h 9456078"/>
              <a:gd name="connsiteX122" fmla="*/ 8947501 w 13158799"/>
              <a:gd name="connsiteY122" fmla="*/ 1349004 h 9456078"/>
              <a:gd name="connsiteX123" fmla="*/ 8985435 w 13158799"/>
              <a:gd name="connsiteY123" fmla="*/ 1317962 h 9456078"/>
              <a:gd name="connsiteX124" fmla="*/ 9023610 w 13158799"/>
              <a:gd name="connsiteY124" fmla="*/ 1287250 h 9456078"/>
              <a:gd name="connsiteX125" fmla="*/ 9062022 w 13158799"/>
              <a:gd name="connsiteY125" fmla="*/ 1256869 h 9456078"/>
              <a:gd name="connsiteX126" fmla="*/ 9100669 w 13158799"/>
              <a:gd name="connsiteY126" fmla="*/ 1226820 h 9456078"/>
              <a:gd name="connsiteX127" fmla="*/ 9139549 w 13158799"/>
              <a:gd name="connsiteY127" fmla="*/ 1197105 h 9456078"/>
              <a:gd name="connsiteX128" fmla="*/ 9178660 w 13158799"/>
              <a:gd name="connsiteY128" fmla="*/ 1167725 h 9456078"/>
              <a:gd name="connsiteX129" fmla="*/ 9217999 w 13158799"/>
              <a:gd name="connsiteY129" fmla="*/ 1138681 h 9456078"/>
              <a:gd name="connsiteX130" fmla="*/ 9257564 w 13158799"/>
              <a:gd name="connsiteY130" fmla="*/ 1109974 h 9456078"/>
              <a:gd name="connsiteX131" fmla="*/ 9297353 w 13158799"/>
              <a:gd name="connsiteY131" fmla="*/ 1081604 h 9456078"/>
              <a:gd name="connsiteX132" fmla="*/ 9337364 w 13158799"/>
              <a:gd name="connsiteY132" fmla="*/ 1053574 h 9456078"/>
              <a:gd name="connsiteX133" fmla="*/ 9377594 w 13158799"/>
              <a:gd name="connsiteY133" fmla="*/ 1025884 h 9456078"/>
              <a:gd name="connsiteX134" fmla="*/ 9418040 w 13158799"/>
              <a:gd name="connsiteY134" fmla="*/ 998536 h 9456078"/>
              <a:gd name="connsiteX135" fmla="*/ 9458702 w 13158799"/>
              <a:gd name="connsiteY135" fmla="*/ 971530 h 9456078"/>
              <a:gd name="connsiteX136" fmla="*/ 9499575 w 13158799"/>
              <a:gd name="connsiteY136" fmla="*/ 944868 h 9456078"/>
              <a:gd name="connsiteX137" fmla="*/ 9540659 w 13158799"/>
              <a:gd name="connsiteY137" fmla="*/ 918551 h 9456078"/>
              <a:gd name="connsiteX138" fmla="*/ 9581950 w 13158799"/>
              <a:gd name="connsiteY138" fmla="*/ 892580 h 9456078"/>
              <a:gd name="connsiteX139" fmla="*/ 9623447 w 13158799"/>
              <a:gd name="connsiteY139" fmla="*/ 866956 h 9456078"/>
              <a:gd name="connsiteX140" fmla="*/ 9665147 w 13158799"/>
              <a:gd name="connsiteY140" fmla="*/ 841681 h 9456078"/>
              <a:gd name="connsiteX141" fmla="*/ 9707048 w 13158799"/>
              <a:gd name="connsiteY141" fmla="*/ 816754 h 9456078"/>
              <a:gd name="connsiteX142" fmla="*/ 9749147 w 13158799"/>
              <a:gd name="connsiteY142" fmla="*/ 792179 h 9456078"/>
              <a:gd name="connsiteX143" fmla="*/ 9791443 w 13158799"/>
              <a:gd name="connsiteY143" fmla="*/ 767955 h 9456078"/>
              <a:gd name="connsiteX144" fmla="*/ 9833932 w 13158799"/>
              <a:gd name="connsiteY144" fmla="*/ 744083 h 9456078"/>
              <a:gd name="connsiteX145" fmla="*/ 9876613 w 13158799"/>
              <a:gd name="connsiteY145" fmla="*/ 720566 h 9456078"/>
              <a:gd name="connsiteX146" fmla="*/ 9919484 w 13158799"/>
              <a:gd name="connsiteY146" fmla="*/ 697404 h 9456078"/>
              <a:gd name="connsiteX147" fmla="*/ 9962542 w 13158799"/>
              <a:gd name="connsiteY147" fmla="*/ 674598 h 9456078"/>
              <a:gd name="connsiteX148" fmla="*/ 10005784 w 13158799"/>
              <a:gd name="connsiteY148" fmla="*/ 652149 h 9456078"/>
              <a:gd name="connsiteX149" fmla="*/ 10049209 w 13158799"/>
              <a:gd name="connsiteY149" fmla="*/ 630059 h 9456078"/>
              <a:gd name="connsiteX150" fmla="*/ 10092814 w 13158799"/>
              <a:gd name="connsiteY150" fmla="*/ 608328 h 9456078"/>
              <a:gd name="connsiteX151" fmla="*/ 10136597 w 13158799"/>
              <a:gd name="connsiteY151" fmla="*/ 586958 h 9456078"/>
              <a:gd name="connsiteX152" fmla="*/ 10180556 w 13158799"/>
              <a:gd name="connsiteY152" fmla="*/ 565950 h 9456078"/>
              <a:gd name="connsiteX153" fmla="*/ 10224688 w 13158799"/>
              <a:gd name="connsiteY153" fmla="*/ 545304 h 9456078"/>
              <a:gd name="connsiteX154" fmla="*/ 10268991 w 13158799"/>
              <a:gd name="connsiteY154" fmla="*/ 525023 h 9456078"/>
              <a:gd name="connsiteX155" fmla="*/ 10313463 w 13158799"/>
              <a:gd name="connsiteY155" fmla="*/ 505107 h 9456078"/>
              <a:gd name="connsiteX156" fmla="*/ 10358101 w 13158799"/>
              <a:gd name="connsiteY156" fmla="*/ 485558 h 9456078"/>
              <a:gd name="connsiteX157" fmla="*/ 10402903 w 13158799"/>
              <a:gd name="connsiteY157" fmla="*/ 466376 h 9456078"/>
              <a:gd name="connsiteX158" fmla="*/ 10447868 w 13158799"/>
              <a:gd name="connsiteY158" fmla="*/ 447563 h 9456078"/>
              <a:gd name="connsiteX159" fmla="*/ 10492991 w 13158799"/>
              <a:gd name="connsiteY159" fmla="*/ 429119 h 9456078"/>
              <a:gd name="connsiteX160" fmla="*/ 10538272 w 13158799"/>
              <a:gd name="connsiteY160" fmla="*/ 411046 h 9456078"/>
              <a:gd name="connsiteX161" fmla="*/ 10583708 w 13158799"/>
              <a:gd name="connsiteY161" fmla="*/ 393346 h 9456078"/>
              <a:gd name="connsiteX162" fmla="*/ 10629297 w 13158799"/>
              <a:gd name="connsiteY162" fmla="*/ 376018 h 9456078"/>
              <a:gd name="connsiteX163" fmla="*/ 10675036 w 13158799"/>
              <a:gd name="connsiteY163" fmla="*/ 359065 h 9456078"/>
              <a:gd name="connsiteX164" fmla="*/ 10720923 w 13158799"/>
              <a:gd name="connsiteY164" fmla="*/ 342487 h 9456078"/>
              <a:gd name="connsiteX165" fmla="*/ 10766956 w 13158799"/>
              <a:gd name="connsiteY165" fmla="*/ 326286 h 9456078"/>
              <a:gd name="connsiteX166" fmla="*/ 10813132 w 13158799"/>
              <a:gd name="connsiteY166" fmla="*/ 310462 h 9456078"/>
              <a:gd name="connsiteX167" fmla="*/ 10859450 w 13158799"/>
              <a:gd name="connsiteY167" fmla="*/ 295018 h 9456078"/>
              <a:gd name="connsiteX168" fmla="*/ 10905907 w 13158799"/>
              <a:gd name="connsiteY168" fmla="*/ 279953 h 9456078"/>
              <a:gd name="connsiteX169" fmla="*/ 10952500 w 13158799"/>
              <a:gd name="connsiteY169" fmla="*/ 265269 h 9456078"/>
              <a:gd name="connsiteX170" fmla="*/ 10999227 w 13158799"/>
              <a:gd name="connsiteY170" fmla="*/ 250968 h 9456078"/>
              <a:gd name="connsiteX171" fmla="*/ 11046087 w 13158799"/>
              <a:gd name="connsiteY171" fmla="*/ 237049 h 9456078"/>
              <a:gd name="connsiteX172" fmla="*/ 11093076 w 13158799"/>
              <a:gd name="connsiteY172" fmla="*/ 223516 h 9456078"/>
              <a:gd name="connsiteX173" fmla="*/ 11140193 w 13158799"/>
              <a:gd name="connsiteY173" fmla="*/ 210368 h 9456078"/>
              <a:gd name="connsiteX174" fmla="*/ 11187434 w 13158799"/>
              <a:gd name="connsiteY174" fmla="*/ 197606 h 9456078"/>
              <a:gd name="connsiteX175" fmla="*/ 11234799 w 13158799"/>
              <a:gd name="connsiteY175" fmla="*/ 185233 h 9456078"/>
              <a:gd name="connsiteX176" fmla="*/ 11282284 w 13158799"/>
              <a:gd name="connsiteY176" fmla="*/ 173248 h 9456078"/>
              <a:gd name="connsiteX177" fmla="*/ 11329888 w 13158799"/>
              <a:gd name="connsiteY177" fmla="*/ 161654 h 9456078"/>
              <a:gd name="connsiteX178" fmla="*/ 11377607 w 13158799"/>
              <a:gd name="connsiteY178" fmla="*/ 150451 h 9456078"/>
              <a:gd name="connsiteX179" fmla="*/ 11425440 w 13158799"/>
              <a:gd name="connsiteY179" fmla="*/ 139640 h 9456078"/>
              <a:gd name="connsiteX180" fmla="*/ 11473385 w 13158799"/>
              <a:gd name="connsiteY180" fmla="*/ 129223 h 9456078"/>
              <a:gd name="connsiteX181" fmla="*/ 11521439 w 13158799"/>
              <a:gd name="connsiteY181" fmla="*/ 119201 h 9456078"/>
              <a:gd name="connsiteX182" fmla="*/ 11569599 w 13158799"/>
              <a:gd name="connsiteY182" fmla="*/ 109574 h 9456078"/>
              <a:gd name="connsiteX183" fmla="*/ 11617864 w 13158799"/>
              <a:gd name="connsiteY183" fmla="*/ 100344 h 9456078"/>
              <a:gd name="connsiteX184" fmla="*/ 11666231 w 13158799"/>
              <a:gd name="connsiteY184" fmla="*/ 91512 h 9456078"/>
              <a:gd name="connsiteX185" fmla="*/ 11714698 w 13158799"/>
              <a:gd name="connsiteY185" fmla="*/ 83080 h 9456078"/>
              <a:gd name="connsiteX186" fmla="*/ 11763263 w 13158799"/>
              <a:gd name="connsiteY186" fmla="*/ 75047 h 9456078"/>
              <a:gd name="connsiteX187" fmla="*/ 11811923 w 13158799"/>
              <a:gd name="connsiteY187" fmla="*/ 67417 h 9456078"/>
              <a:gd name="connsiteX188" fmla="*/ 11860676 w 13158799"/>
              <a:gd name="connsiteY188" fmla="*/ 60188 h 9456078"/>
              <a:gd name="connsiteX189" fmla="*/ 11909519 w 13158799"/>
              <a:gd name="connsiteY189" fmla="*/ 53364 h 9456078"/>
              <a:gd name="connsiteX190" fmla="*/ 11958451 w 13158799"/>
              <a:gd name="connsiteY190" fmla="*/ 46944 h 9456078"/>
              <a:gd name="connsiteX191" fmla="*/ 12007470 w 13158799"/>
              <a:gd name="connsiteY191" fmla="*/ 40931 h 9456078"/>
              <a:gd name="connsiteX192" fmla="*/ 12056572 w 13158799"/>
              <a:gd name="connsiteY192" fmla="*/ 35324 h 9456078"/>
              <a:gd name="connsiteX193" fmla="*/ 12105756 w 13158799"/>
              <a:gd name="connsiteY193" fmla="*/ 30126 h 9456078"/>
              <a:gd name="connsiteX194" fmla="*/ 12155019 w 13158799"/>
              <a:gd name="connsiteY194" fmla="*/ 25337 h 9456078"/>
              <a:gd name="connsiteX195" fmla="*/ 12204359 w 13158799"/>
              <a:gd name="connsiteY195" fmla="*/ 20958 h 9456078"/>
              <a:gd name="connsiteX196" fmla="*/ 12253773 w 13158799"/>
              <a:gd name="connsiteY196" fmla="*/ 16991 h 9456078"/>
              <a:gd name="connsiteX197" fmla="*/ 12303260 w 13158799"/>
              <a:gd name="connsiteY197" fmla="*/ 13437 h 9456078"/>
              <a:gd name="connsiteX198" fmla="*/ 12352818 w 13158799"/>
              <a:gd name="connsiteY198" fmla="*/ 10297 h 9456078"/>
              <a:gd name="connsiteX199" fmla="*/ 12402443 w 13158799"/>
              <a:gd name="connsiteY199" fmla="*/ 7572 h 9456078"/>
              <a:gd name="connsiteX200" fmla="*/ 12452133 w 13158799"/>
              <a:gd name="connsiteY200" fmla="*/ 5263 h 9456078"/>
              <a:gd name="connsiteX201" fmla="*/ 12501887 w 13158799"/>
              <a:gd name="connsiteY201" fmla="*/ 3371 h 9456078"/>
              <a:gd name="connsiteX202" fmla="*/ 12551701 w 13158799"/>
              <a:gd name="connsiteY202" fmla="*/ 1898 h 9456078"/>
              <a:gd name="connsiteX203" fmla="*/ 12601574 w 13158799"/>
              <a:gd name="connsiteY203" fmla="*/ 844 h 9456078"/>
              <a:gd name="connsiteX204" fmla="*/ 12651504 w 13158799"/>
              <a:gd name="connsiteY204" fmla="*/ 211 h 9456078"/>
              <a:gd name="connsiteX205" fmla="*/ 12701487 w 13158799"/>
              <a:gd name="connsiteY205" fmla="*/ 0 h 9456078"/>
              <a:gd name="connsiteX206" fmla="*/ 13158798 w 13158799"/>
              <a:gd name="connsiteY206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76172 w 13158797"/>
              <a:gd name="connsiteY22" fmla="*/ 9319936 h 9456078"/>
              <a:gd name="connsiteX23" fmla="*/ 1223823 w 13158797"/>
              <a:gd name="connsiteY23" fmla="*/ 9308509 h 9456078"/>
              <a:gd name="connsiteX24" fmla="*/ 1271339 w 13158797"/>
              <a:gd name="connsiteY24" fmla="*/ 9296635 h 9456078"/>
              <a:gd name="connsiteX25" fmla="*/ 1318719 w 13158797"/>
              <a:gd name="connsiteY25" fmla="*/ 9284315 h 9456078"/>
              <a:gd name="connsiteX26" fmla="*/ 1365957 w 13158797"/>
              <a:gd name="connsiteY26" fmla="*/ 9271550 h 9456078"/>
              <a:gd name="connsiteX27" fmla="*/ 1413052 w 13158797"/>
              <a:gd name="connsiteY27" fmla="*/ 9258342 h 9456078"/>
              <a:gd name="connsiteX28" fmla="*/ 1460000 w 13158797"/>
              <a:gd name="connsiteY28" fmla="*/ 9244693 h 9456078"/>
              <a:gd name="connsiteX29" fmla="*/ 1506799 w 13158797"/>
              <a:gd name="connsiteY29" fmla="*/ 9230604 h 9456078"/>
              <a:gd name="connsiteX30" fmla="*/ 1553445 w 13158797"/>
              <a:gd name="connsiteY30" fmla="*/ 9216076 h 9456078"/>
              <a:gd name="connsiteX31" fmla="*/ 1599935 w 13158797"/>
              <a:gd name="connsiteY31" fmla="*/ 9201111 h 9456078"/>
              <a:gd name="connsiteX32" fmla="*/ 1646267 w 13158797"/>
              <a:gd name="connsiteY32" fmla="*/ 9185710 h 9456078"/>
              <a:gd name="connsiteX33" fmla="*/ 1692437 w 13158797"/>
              <a:gd name="connsiteY33" fmla="*/ 9169876 h 9456078"/>
              <a:gd name="connsiteX34" fmla="*/ 1738442 w 13158797"/>
              <a:gd name="connsiteY34" fmla="*/ 9153608 h 9456078"/>
              <a:gd name="connsiteX35" fmla="*/ 1784280 w 13158797"/>
              <a:gd name="connsiteY35" fmla="*/ 9136910 h 9456078"/>
              <a:gd name="connsiteX36" fmla="*/ 1829947 w 13158797"/>
              <a:gd name="connsiteY36" fmla="*/ 9119782 h 9456078"/>
              <a:gd name="connsiteX37" fmla="*/ 1875440 w 13158797"/>
              <a:gd name="connsiteY37" fmla="*/ 9102226 h 9456078"/>
              <a:gd name="connsiteX38" fmla="*/ 1920756 w 13158797"/>
              <a:gd name="connsiteY38" fmla="*/ 9084243 h 9456078"/>
              <a:gd name="connsiteX39" fmla="*/ 1965893 w 13158797"/>
              <a:gd name="connsiteY39" fmla="*/ 9065835 h 9456078"/>
              <a:gd name="connsiteX40" fmla="*/ 2055615 w 13158797"/>
              <a:gd name="connsiteY40" fmla="*/ 9027750 h 9456078"/>
              <a:gd name="connsiteX41" fmla="*/ 2100195 w 13158797"/>
              <a:gd name="connsiteY41" fmla="*/ 9008075 h 9456078"/>
              <a:gd name="connsiteX42" fmla="*/ 2144582 w 13158797"/>
              <a:gd name="connsiteY42" fmla="*/ 8987981 h 9456078"/>
              <a:gd name="connsiteX43" fmla="*/ 2188775 w 13158797"/>
              <a:gd name="connsiteY43" fmla="*/ 8967470 h 9456078"/>
              <a:gd name="connsiteX44" fmla="*/ 2232770 w 13158797"/>
              <a:gd name="connsiteY44" fmla="*/ 8946542 h 9456078"/>
              <a:gd name="connsiteX45" fmla="*/ 2276564 w 13158797"/>
              <a:gd name="connsiteY45" fmla="*/ 8925199 h 9456078"/>
              <a:gd name="connsiteX46" fmla="*/ 2320154 w 13158797"/>
              <a:gd name="connsiteY46" fmla="*/ 8903443 h 9456078"/>
              <a:gd name="connsiteX47" fmla="*/ 2363538 w 13158797"/>
              <a:gd name="connsiteY47" fmla="*/ 8881275 h 9456078"/>
              <a:gd name="connsiteX48" fmla="*/ 2406711 w 13158797"/>
              <a:gd name="connsiteY48" fmla="*/ 8858697 h 9456078"/>
              <a:gd name="connsiteX49" fmla="*/ 2449672 w 13158797"/>
              <a:gd name="connsiteY49" fmla="*/ 8835710 h 9456078"/>
              <a:gd name="connsiteX50" fmla="*/ 2492417 w 13158797"/>
              <a:gd name="connsiteY50" fmla="*/ 8812316 h 9456078"/>
              <a:gd name="connsiteX51" fmla="*/ 2534943 w 13158797"/>
              <a:gd name="connsiteY51" fmla="*/ 8788516 h 9456078"/>
              <a:gd name="connsiteX52" fmla="*/ 2577247 w 13158797"/>
              <a:gd name="connsiteY52" fmla="*/ 8764311 h 9456078"/>
              <a:gd name="connsiteX53" fmla="*/ 2619326 w 13158797"/>
              <a:gd name="connsiteY53" fmla="*/ 8739704 h 9456078"/>
              <a:gd name="connsiteX54" fmla="*/ 2661177 w 13158797"/>
              <a:gd name="connsiteY54" fmla="*/ 8714695 h 9456078"/>
              <a:gd name="connsiteX55" fmla="*/ 2702797 w 13158797"/>
              <a:gd name="connsiteY55" fmla="*/ 8689286 h 9456078"/>
              <a:gd name="connsiteX56" fmla="*/ 2744183 w 13158797"/>
              <a:gd name="connsiteY56" fmla="*/ 8663479 h 9456078"/>
              <a:gd name="connsiteX57" fmla="*/ 2785333 w 13158797"/>
              <a:gd name="connsiteY57" fmla="*/ 8637274 h 9456078"/>
              <a:gd name="connsiteX58" fmla="*/ 2826242 w 13158797"/>
              <a:gd name="connsiteY58" fmla="*/ 8610675 h 9456078"/>
              <a:gd name="connsiteX59" fmla="*/ 2866908 w 13158797"/>
              <a:gd name="connsiteY59" fmla="*/ 8583681 h 9456078"/>
              <a:gd name="connsiteX60" fmla="*/ 2907329 w 13158797"/>
              <a:gd name="connsiteY60" fmla="*/ 8556295 h 9456078"/>
              <a:gd name="connsiteX61" fmla="*/ 2947500 w 13158797"/>
              <a:gd name="connsiteY61" fmla="*/ 8528517 h 9456078"/>
              <a:gd name="connsiteX62" fmla="*/ 2987419 w 13158797"/>
              <a:gd name="connsiteY62" fmla="*/ 8500351 h 9456078"/>
              <a:gd name="connsiteX63" fmla="*/ 3027083 w 13158797"/>
              <a:gd name="connsiteY63" fmla="*/ 8471796 h 9456078"/>
              <a:gd name="connsiteX64" fmla="*/ 3066489 w 13158797"/>
              <a:gd name="connsiteY64" fmla="*/ 8442854 h 9456078"/>
              <a:gd name="connsiteX65" fmla="*/ 3105634 w 13158797"/>
              <a:gd name="connsiteY65" fmla="*/ 8413528 h 9456078"/>
              <a:gd name="connsiteX66" fmla="*/ 3144515 w 13158797"/>
              <a:gd name="connsiteY66" fmla="*/ 8383818 h 9456078"/>
              <a:gd name="connsiteX67" fmla="*/ 3183129 w 13158797"/>
              <a:gd name="connsiteY67" fmla="*/ 8353726 h 9456078"/>
              <a:gd name="connsiteX68" fmla="*/ 3221473 w 13158797"/>
              <a:gd name="connsiteY68" fmla="*/ 8323253 h 9456078"/>
              <a:gd name="connsiteX69" fmla="*/ 3259544 w 13158797"/>
              <a:gd name="connsiteY69" fmla="*/ 8292401 h 9456078"/>
              <a:gd name="connsiteX70" fmla="*/ 3297339 w 13158797"/>
              <a:gd name="connsiteY70" fmla="*/ 8261172 h 9456078"/>
              <a:gd name="connsiteX71" fmla="*/ 3334854 w 13158797"/>
              <a:gd name="connsiteY71" fmla="*/ 8229566 h 9456078"/>
              <a:gd name="connsiteX72" fmla="*/ 3372087 w 13158797"/>
              <a:gd name="connsiteY72" fmla="*/ 8197585 h 9456078"/>
              <a:gd name="connsiteX73" fmla="*/ 3409035 w 13158797"/>
              <a:gd name="connsiteY73" fmla="*/ 8165232 h 9456078"/>
              <a:gd name="connsiteX74" fmla="*/ 3445695 w 13158797"/>
              <a:gd name="connsiteY74" fmla="*/ 8132507 h 9456078"/>
              <a:gd name="connsiteX75" fmla="*/ 3482064 w 13158797"/>
              <a:gd name="connsiteY75" fmla="*/ 8099411 h 9456078"/>
              <a:gd name="connsiteX76" fmla="*/ 3518139 w 13158797"/>
              <a:gd name="connsiteY76" fmla="*/ 8065947 h 9456078"/>
              <a:gd name="connsiteX77" fmla="*/ 3553916 w 13158797"/>
              <a:gd name="connsiteY77" fmla="*/ 8032115 h 9456078"/>
              <a:gd name="connsiteX78" fmla="*/ 3589393 w 13158797"/>
              <a:gd name="connsiteY78" fmla="*/ 7997918 h 9456078"/>
              <a:gd name="connsiteX79" fmla="*/ 3624567 w 13158797"/>
              <a:gd name="connsiteY79" fmla="*/ 7963356 h 9456078"/>
              <a:gd name="connsiteX80" fmla="*/ 3659435 w 13158797"/>
              <a:gd name="connsiteY80" fmla="*/ 7928432 h 9456078"/>
              <a:gd name="connsiteX81" fmla="*/ 3693994 w 13158797"/>
              <a:gd name="connsiteY81" fmla="*/ 7893146 h 9456078"/>
              <a:gd name="connsiteX82" fmla="*/ 3728240 w 13158797"/>
              <a:gd name="connsiteY82" fmla="*/ 7857501 h 9456078"/>
              <a:gd name="connsiteX83" fmla="*/ 3762171 w 13158797"/>
              <a:gd name="connsiteY83" fmla="*/ 7821497 h 9456078"/>
              <a:gd name="connsiteX84" fmla="*/ 3795783 w 13158797"/>
              <a:gd name="connsiteY84" fmla="*/ 7785136 h 9456078"/>
              <a:gd name="connsiteX85" fmla="*/ 3829075 w 13158797"/>
              <a:gd name="connsiteY85" fmla="*/ 7748420 h 9456078"/>
              <a:gd name="connsiteX86" fmla="*/ 3862042 w 13158797"/>
              <a:gd name="connsiteY86" fmla="*/ 7711350 h 9456078"/>
              <a:gd name="connsiteX87" fmla="*/ 3894682 w 13158797"/>
              <a:gd name="connsiteY87" fmla="*/ 7673928 h 9456078"/>
              <a:gd name="connsiteX88" fmla="*/ 3926991 w 13158797"/>
              <a:gd name="connsiteY88" fmla="*/ 7636155 h 9456078"/>
              <a:gd name="connsiteX89" fmla="*/ 3958967 w 13158797"/>
              <a:gd name="connsiteY89" fmla="*/ 7598032 h 9456078"/>
              <a:gd name="connsiteX90" fmla="*/ 3990607 w 13158797"/>
              <a:gd name="connsiteY90" fmla="*/ 7559561 h 9456078"/>
              <a:gd name="connsiteX91" fmla="*/ 4021907 w 13158797"/>
              <a:gd name="connsiteY91" fmla="*/ 7520744 h 9456078"/>
              <a:gd name="connsiteX92" fmla="*/ 4052865 w 13158797"/>
              <a:gd name="connsiteY92" fmla="*/ 7481582 h 9456078"/>
              <a:gd name="connsiteX93" fmla="*/ 4083478 w 13158797"/>
              <a:gd name="connsiteY93" fmla="*/ 7442077 h 9456078"/>
              <a:gd name="connsiteX94" fmla="*/ 8022311 w 13158797"/>
              <a:gd name="connsiteY94" fmla="*/ 2307814 h 9456078"/>
              <a:gd name="connsiteX95" fmla="*/ 8052902 w 13158797"/>
              <a:gd name="connsiteY95" fmla="*/ 2268285 h 9456078"/>
              <a:gd name="connsiteX96" fmla="*/ 8083796 w 13158797"/>
              <a:gd name="connsiteY96" fmla="*/ 2229056 h 9456078"/>
              <a:gd name="connsiteX97" fmla="*/ 8114989 w 13158797"/>
              <a:gd name="connsiteY97" fmla="*/ 2190127 h 9456078"/>
              <a:gd name="connsiteX98" fmla="*/ 8146479 w 13158797"/>
              <a:gd name="connsiteY98" fmla="*/ 2151500 h 9456078"/>
              <a:gd name="connsiteX99" fmla="*/ 8178264 w 13158797"/>
              <a:gd name="connsiteY99" fmla="*/ 2113176 h 9456078"/>
              <a:gd name="connsiteX100" fmla="*/ 8210341 w 13158797"/>
              <a:gd name="connsiteY100" fmla="*/ 2075157 h 9456078"/>
              <a:gd name="connsiteX101" fmla="*/ 8242709 w 13158797"/>
              <a:gd name="connsiteY101" fmla="*/ 2037442 h 9456078"/>
              <a:gd name="connsiteX102" fmla="*/ 8275365 w 13158797"/>
              <a:gd name="connsiteY102" fmla="*/ 2000034 h 9456078"/>
              <a:gd name="connsiteX103" fmla="*/ 8308307 w 13158797"/>
              <a:gd name="connsiteY103" fmla="*/ 1962934 h 9456078"/>
              <a:gd name="connsiteX104" fmla="*/ 8341532 w 13158797"/>
              <a:gd name="connsiteY104" fmla="*/ 1926142 h 9456078"/>
              <a:gd name="connsiteX105" fmla="*/ 8375038 w 13158797"/>
              <a:gd name="connsiteY105" fmla="*/ 1889660 h 9456078"/>
              <a:gd name="connsiteX106" fmla="*/ 8408823 w 13158797"/>
              <a:gd name="connsiteY106" fmla="*/ 1853489 h 9456078"/>
              <a:gd name="connsiteX107" fmla="*/ 8442885 w 13158797"/>
              <a:gd name="connsiteY107" fmla="*/ 1817630 h 9456078"/>
              <a:gd name="connsiteX108" fmla="*/ 8477221 w 13158797"/>
              <a:gd name="connsiteY108" fmla="*/ 1782084 h 9456078"/>
              <a:gd name="connsiteX109" fmla="*/ 8511829 w 13158797"/>
              <a:gd name="connsiteY109" fmla="*/ 1746853 h 9456078"/>
              <a:gd name="connsiteX110" fmla="*/ 8546706 w 13158797"/>
              <a:gd name="connsiteY110" fmla="*/ 1711937 h 9456078"/>
              <a:gd name="connsiteX111" fmla="*/ 8581851 w 13158797"/>
              <a:gd name="connsiteY111" fmla="*/ 1677337 h 9456078"/>
              <a:gd name="connsiteX112" fmla="*/ 8617261 w 13158797"/>
              <a:gd name="connsiteY112" fmla="*/ 1643056 h 9456078"/>
              <a:gd name="connsiteX113" fmla="*/ 8652934 w 13158797"/>
              <a:gd name="connsiteY113" fmla="*/ 1609093 h 9456078"/>
              <a:gd name="connsiteX114" fmla="*/ 8688867 w 13158797"/>
              <a:gd name="connsiteY114" fmla="*/ 1575450 h 9456078"/>
              <a:gd name="connsiteX115" fmla="*/ 8725058 w 13158797"/>
              <a:gd name="connsiteY115" fmla="*/ 1542128 h 9456078"/>
              <a:gd name="connsiteX116" fmla="*/ 8761506 w 13158797"/>
              <a:gd name="connsiteY116" fmla="*/ 1509129 h 9456078"/>
              <a:gd name="connsiteX117" fmla="*/ 8798207 w 13158797"/>
              <a:gd name="connsiteY117" fmla="*/ 1476452 h 9456078"/>
              <a:gd name="connsiteX118" fmla="*/ 8835159 w 13158797"/>
              <a:gd name="connsiteY118" fmla="*/ 1444101 h 9456078"/>
              <a:gd name="connsiteX119" fmla="*/ 8872360 w 13158797"/>
              <a:gd name="connsiteY119" fmla="*/ 1412075 h 9456078"/>
              <a:gd name="connsiteX120" fmla="*/ 8909808 w 13158797"/>
              <a:gd name="connsiteY120" fmla="*/ 1380375 h 9456078"/>
              <a:gd name="connsiteX121" fmla="*/ 8947501 w 13158797"/>
              <a:gd name="connsiteY121" fmla="*/ 1349004 h 9456078"/>
              <a:gd name="connsiteX122" fmla="*/ 8985435 w 13158797"/>
              <a:gd name="connsiteY122" fmla="*/ 1317962 h 9456078"/>
              <a:gd name="connsiteX123" fmla="*/ 9023610 w 13158797"/>
              <a:gd name="connsiteY123" fmla="*/ 1287250 h 9456078"/>
              <a:gd name="connsiteX124" fmla="*/ 9062022 w 13158797"/>
              <a:gd name="connsiteY124" fmla="*/ 1256869 h 9456078"/>
              <a:gd name="connsiteX125" fmla="*/ 9100669 w 13158797"/>
              <a:gd name="connsiteY125" fmla="*/ 1226820 h 9456078"/>
              <a:gd name="connsiteX126" fmla="*/ 9139549 w 13158797"/>
              <a:gd name="connsiteY126" fmla="*/ 1197105 h 9456078"/>
              <a:gd name="connsiteX127" fmla="*/ 9178660 w 13158797"/>
              <a:gd name="connsiteY127" fmla="*/ 1167725 h 9456078"/>
              <a:gd name="connsiteX128" fmla="*/ 9217999 w 13158797"/>
              <a:gd name="connsiteY128" fmla="*/ 1138681 h 9456078"/>
              <a:gd name="connsiteX129" fmla="*/ 9257564 w 13158797"/>
              <a:gd name="connsiteY129" fmla="*/ 1109974 h 9456078"/>
              <a:gd name="connsiteX130" fmla="*/ 9297353 w 13158797"/>
              <a:gd name="connsiteY130" fmla="*/ 1081604 h 9456078"/>
              <a:gd name="connsiteX131" fmla="*/ 9337364 w 13158797"/>
              <a:gd name="connsiteY131" fmla="*/ 1053574 h 9456078"/>
              <a:gd name="connsiteX132" fmla="*/ 9377594 w 13158797"/>
              <a:gd name="connsiteY132" fmla="*/ 1025884 h 9456078"/>
              <a:gd name="connsiteX133" fmla="*/ 9418040 w 13158797"/>
              <a:gd name="connsiteY133" fmla="*/ 998536 h 9456078"/>
              <a:gd name="connsiteX134" fmla="*/ 9458702 w 13158797"/>
              <a:gd name="connsiteY134" fmla="*/ 971530 h 9456078"/>
              <a:gd name="connsiteX135" fmla="*/ 9499575 w 13158797"/>
              <a:gd name="connsiteY135" fmla="*/ 944868 h 9456078"/>
              <a:gd name="connsiteX136" fmla="*/ 9540659 w 13158797"/>
              <a:gd name="connsiteY136" fmla="*/ 918551 h 9456078"/>
              <a:gd name="connsiteX137" fmla="*/ 9581950 w 13158797"/>
              <a:gd name="connsiteY137" fmla="*/ 892580 h 9456078"/>
              <a:gd name="connsiteX138" fmla="*/ 9623447 w 13158797"/>
              <a:gd name="connsiteY138" fmla="*/ 866956 h 9456078"/>
              <a:gd name="connsiteX139" fmla="*/ 9665147 w 13158797"/>
              <a:gd name="connsiteY139" fmla="*/ 841681 h 9456078"/>
              <a:gd name="connsiteX140" fmla="*/ 9707048 w 13158797"/>
              <a:gd name="connsiteY140" fmla="*/ 816754 h 9456078"/>
              <a:gd name="connsiteX141" fmla="*/ 9749147 w 13158797"/>
              <a:gd name="connsiteY141" fmla="*/ 792179 h 9456078"/>
              <a:gd name="connsiteX142" fmla="*/ 9791443 w 13158797"/>
              <a:gd name="connsiteY142" fmla="*/ 767955 h 9456078"/>
              <a:gd name="connsiteX143" fmla="*/ 9833932 w 13158797"/>
              <a:gd name="connsiteY143" fmla="*/ 744083 h 9456078"/>
              <a:gd name="connsiteX144" fmla="*/ 9876613 w 13158797"/>
              <a:gd name="connsiteY144" fmla="*/ 720566 h 9456078"/>
              <a:gd name="connsiteX145" fmla="*/ 9919484 w 13158797"/>
              <a:gd name="connsiteY145" fmla="*/ 697404 h 9456078"/>
              <a:gd name="connsiteX146" fmla="*/ 9962542 w 13158797"/>
              <a:gd name="connsiteY146" fmla="*/ 674598 h 9456078"/>
              <a:gd name="connsiteX147" fmla="*/ 10005784 w 13158797"/>
              <a:gd name="connsiteY147" fmla="*/ 652149 h 9456078"/>
              <a:gd name="connsiteX148" fmla="*/ 10049209 w 13158797"/>
              <a:gd name="connsiteY148" fmla="*/ 630059 h 9456078"/>
              <a:gd name="connsiteX149" fmla="*/ 10092814 w 13158797"/>
              <a:gd name="connsiteY149" fmla="*/ 608328 h 9456078"/>
              <a:gd name="connsiteX150" fmla="*/ 10136597 w 13158797"/>
              <a:gd name="connsiteY150" fmla="*/ 586958 h 9456078"/>
              <a:gd name="connsiteX151" fmla="*/ 10180556 w 13158797"/>
              <a:gd name="connsiteY151" fmla="*/ 565950 h 9456078"/>
              <a:gd name="connsiteX152" fmla="*/ 10224688 w 13158797"/>
              <a:gd name="connsiteY152" fmla="*/ 545304 h 9456078"/>
              <a:gd name="connsiteX153" fmla="*/ 10268991 w 13158797"/>
              <a:gd name="connsiteY153" fmla="*/ 525023 h 9456078"/>
              <a:gd name="connsiteX154" fmla="*/ 10313463 w 13158797"/>
              <a:gd name="connsiteY154" fmla="*/ 505107 h 9456078"/>
              <a:gd name="connsiteX155" fmla="*/ 10358101 w 13158797"/>
              <a:gd name="connsiteY155" fmla="*/ 485558 h 9456078"/>
              <a:gd name="connsiteX156" fmla="*/ 10402903 w 13158797"/>
              <a:gd name="connsiteY156" fmla="*/ 466376 h 9456078"/>
              <a:gd name="connsiteX157" fmla="*/ 10447868 w 13158797"/>
              <a:gd name="connsiteY157" fmla="*/ 447563 h 9456078"/>
              <a:gd name="connsiteX158" fmla="*/ 10492991 w 13158797"/>
              <a:gd name="connsiteY158" fmla="*/ 429119 h 9456078"/>
              <a:gd name="connsiteX159" fmla="*/ 10538272 w 13158797"/>
              <a:gd name="connsiteY159" fmla="*/ 411046 h 9456078"/>
              <a:gd name="connsiteX160" fmla="*/ 10583708 w 13158797"/>
              <a:gd name="connsiteY160" fmla="*/ 393346 h 9456078"/>
              <a:gd name="connsiteX161" fmla="*/ 10629297 w 13158797"/>
              <a:gd name="connsiteY161" fmla="*/ 376018 h 9456078"/>
              <a:gd name="connsiteX162" fmla="*/ 10675036 w 13158797"/>
              <a:gd name="connsiteY162" fmla="*/ 359065 h 9456078"/>
              <a:gd name="connsiteX163" fmla="*/ 10720923 w 13158797"/>
              <a:gd name="connsiteY163" fmla="*/ 342487 h 9456078"/>
              <a:gd name="connsiteX164" fmla="*/ 10766956 w 13158797"/>
              <a:gd name="connsiteY164" fmla="*/ 326286 h 9456078"/>
              <a:gd name="connsiteX165" fmla="*/ 10813132 w 13158797"/>
              <a:gd name="connsiteY165" fmla="*/ 310462 h 9456078"/>
              <a:gd name="connsiteX166" fmla="*/ 10859450 w 13158797"/>
              <a:gd name="connsiteY166" fmla="*/ 295018 h 9456078"/>
              <a:gd name="connsiteX167" fmla="*/ 10905907 w 13158797"/>
              <a:gd name="connsiteY167" fmla="*/ 279953 h 9456078"/>
              <a:gd name="connsiteX168" fmla="*/ 10952500 w 13158797"/>
              <a:gd name="connsiteY168" fmla="*/ 265269 h 9456078"/>
              <a:gd name="connsiteX169" fmla="*/ 10999227 w 13158797"/>
              <a:gd name="connsiteY169" fmla="*/ 250968 h 9456078"/>
              <a:gd name="connsiteX170" fmla="*/ 11046087 w 13158797"/>
              <a:gd name="connsiteY170" fmla="*/ 237049 h 9456078"/>
              <a:gd name="connsiteX171" fmla="*/ 11093076 w 13158797"/>
              <a:gd name="connsiteY171" fmla="*/ 223516 h 9456078"/>
              <a:gd name="connsiteX172" fmla="*/ 11140193 w 13158797"/>
              <a:gd name="connsiteY172" fmla="*/ 210368 h 9456078"/>
              <a:gd name="connsiteX173" fmla="*/ 11187434 w 13158797"/>
              <a:gd name="connsiteY173" fmla="*/ 197606 h 9456078"/>
              <a:gd name="connsiteX174" fmla="*/ 11234799 w 13158797"/>
              <a:gd name="connsiteY174" fmla="*/ 185233 h 9456078"/>
              <a:gd name="connsiteX175" fmla="*/ 11282284 w 13158797"/>
              <a:gd name="connsiteY175" fmla="*/ 173248 h 9456078"/>
              <a:gd name="connsiteX176" fmla="*/ 11329888 w 13158797"/>
              <a:gd name="connsiteY176" fmla="*/ 161654 h 9456078"/>
              <a:gd name="connsiteX177" fmla="*/ 11377607 w 13158797"/>
              <a:gd name="connsiteY177" fmla="*/ 150451 h 9456078"/>
              <a:gd name="connsiteX178" fmla="*/ 11425440 w 13158797"/>
              <a:gd name="connsiteY178" fmla="*/ 139640 h 9456078"/>
              <a:gd name="connsiteX179" fmla="*/ 11473385 w 13158797"/>
              <a:gd name="connsiteY179" fmla="*/ 129223 h 9456078"/>
              <a:gd name="connsiteX180" fmla="*/ 11521439 w 13158797"/>
              <a:gd name="connsiteY180" fmla="*/ 119201 h 9456078"/>
              <a:gd name="connsiteX181" fmla="*/ 11569599 w 13158797"/>
              <a:gd name="connsiteY181" fmla="*/ 109574 h 9456078"/>
              <a:gd name="connsiteX182" fmla="*/ 11617864 w 13158797"/>
              <a:gd name="connsiteY182" fmla="*/ 100344 h 9456078"/>
              <a:gd name="connsiteX183" fmla="*/ 11666231 w 13158797"/>
              <a:gd name="connsiteY183" fmla="*/ 91512 h 9456078"/>
              <a:gd name="connsiteX184" fmla="*/ 11714698 w 13158797"/>
              <a:gd name="connsiteY184" fmla="*/ 83080 h 9456078"/>
              <a:gd name="connsiteX185" fmla="*/ 11763263 w 13158797"/>
              <a:gd name="connsiteY185" fmla="*/ 75047 h 9456078"/>
              <a:gd name="connsiteX186" fmla="*/ 11811923 w 13158797"/>
              <a:gd name="connsiteY186" fmla="*/ 67417 h 9456078"/>
              <a:gd name="connsiteX187" fmla="*/ 11860676 w 13158797"/>
              <a:gd name="connsiteY187" fmla="*/ 60188 h 9456078"/>
              <a:gd name="connsiteX188" fmla="*/ 11909519 w 13158797"/>
              <a:gd name="connsiteY188" fmla="*/ 53364 h 9456078"/>
              <a:gd name="connsiteX189" fmla="*/ 11958451 w 13158797"/>
              <a:gd name="connsiteY189" fmla="*/ 46944 h 9456078"/>
              <a:gd name="connsiteX190" fmla="*/ 12007470 w 13158797"/>
              <a:gd name="connsiteY190" fmla="*/ 40931 h 9456078"/>
              <a:gd name="connsiteX191" fmla="*/ 12056572 w 13158797"/>
              <a:gd name="connsiteY191" fmla="*/ 35324 h 9456078"/>
              <a:gd name="connsiteX192" fmla="*/ 12105756 w 13158797"/>
              <a:gd name="connsiteY192" fmla="*/ 30126 h 9456078"/>
              <a:gd name="connsiteX193" fmla="*/ 12155019 w 13158797"/>
              <a:gd name="connsiteY193" fmla="*/ 25337 h 9456078"/>
              <a:gd name="connsiteX194" fmla="*/ 12204359 w 13158797"/>
              <a:gd name="connsiteY194" fmla="*/ 20958 h 9456078"/>
              <a:gd name="connsiteX195" fmla="*/ 12253773 w 13158797"/>
              <a:gd name="connsiteY195" fmla="*/ 16991 h 9456078"/>
              <a:gd name="connsiteX196" fmla="*/ 12303260 w 13158797"/>
              <a:gd name="connsiteY196" fmla="*/ 13437 h 9456078"/>
              <a:gd name="connsiteX197" fmla="*/ 12352818 w 13158797"/>
              <a:gd name="connsiteY197" fmla="*/ 10297 h 9456078"/>
              <a:gd name="connsiteX198" fmla="*/ 12402443 w 13158797"/>
              <a:gd name="connsiteY198" fmla="*/ 7572 h 9456078"/>
              <a:gd name="connsiteX199" fmla="*/ 12452133 w 13158797"/>
              <a:gd name="connsiteY199" fmla="*/ 5263 h 9456078"/>
              <a:gd name="connsiteX200" fmla="*/ 12501887 w 13158797"/>
              <a:gd name="connsiteY200" fmla="*/ 3371 h 9456078"/>
              <a:gd name="connsiteX201" fmla="*/ 12551701 w 13158797"/>
              <a:gd name="connsiteY201" fmla="*/ 1898 h 9456078"/>
              <a:gd name="connsiteX202" fmla="*/ 12601574 w 13158797"/>
              <a:gd name="connsiteY202" fmla="*/ 844 h 9456078"/>
              <a:gd name="connsiteX203" fmla="*/ 12651504 w 13158797"/>
              <a:gd name="connsiteY203" fmla="*/ 211 h 9456078"/>
              <a:gd name="connsiteX204" fmla="*/ 12701487 w 13158797"/>
              <a:gd name="connsiteY204" fmla="*/ 0 h 9456078"/>
              <a:gd name="connsiteX205" fmla="*/ 13158798 w 13158797"/>
              <a:gd name="connsiteY205" fmla="*/ 0 h 94560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</a:cxnLst>
            <a:rect l="l" t="t" r="r" b="b"/>
            <a:pathLst>
              <a:path w="13158797" h="9456078">
                <a:moveTo>
                  <a:pt x="0" y="9456078"/>
                </a:moveTo>
                <a:lnTo>
                  <a:pt x="49977" y="9455836"/>
                </a:lnTo>
                <a:lnTo>
                  <a:pt x="99893" y="9455111"/>
                </a:lnTo>
                <a:lnTo>
                  <a:pt x="149742" y="9453904"/>
                </a:lnTo>
                <a:lnTo>
                  <a:pt x="199524" y="9452217"/>
                </a:lnTo>
                <a:lnTo>
                  <a:pt x="298870" y="9447409"/>
                </a:lnTo>
                <a:lnTo>
                  <a:pt x="348429" y="9444290"/>
                </a:lnTo>
                <a:lnTo>
                  <a:pt x="397907" y="9440698"/>
                </a:lnTo>
                <a:lnTo>
                  <a:pt x="447302" y="9436632"/>
                </a:lnTo>
                <a:lnTo>
                  <a:pt x="496610" y="9432096"/>
                </a:lnTo>
                <a:lnTo>
                  <a:pt x="545829" y="9427089"/>
                </a:lnTo>
                <a:lnTo>
                  <a:pt x="594956" y="9421615"/>
                </a:lnTo>
                <a:lnTo>
                  <a:pt x="643987" y="9415673"/>
                </a:lnTo>
                <a:lnTo>
                  <a:pt x="692920" y="9409267"/>
                </a:lnTo>
                <a:lnTo>
                  <a:pt x="741751" y="9402396"/>
                </a:lnTo>
                <a:lnTo>
                  <a:pt x="790478" y="9395063"/>
                </a:lnTo>
                <a:lnTo>
                  <a:pt x="839098" y="9387270"/>
                </a:lnTo>
                <a:lnTo>
                  <a:pt x="887607" y="9379017"/>
                </a:lnTo>
                <a:lnTo>
                  <a:pt x="936002" y="9370306"/>
                </a:lnTo>
                <a:lnTo>
                  <a:pt x="984281" y="9361139"/>
                </a:lnTo>
                <a:lnTo>
                  <a:pt x="1032440" y="9351517"/>
                </a:lnTo>
                <a:lnTo>
                  <a:pt x="1080477" y="9341441"/>
                </a:lnTo>
                <a:lnTo>
                  <a:pt x="1176172" y="9319936"/>
                </a:lnTo>
                <a:lnTo>
                  <a:pt x="1223823" y="9308509"/>
                </a:lnTo>
                <a:lnTo>
                  <a:pt x="1271339" y="9296635"/>
                </a:lnTo>
                <a:lnTo>
                  <a:pt x="1318719" y="9284315"/>
                </a:lnTo>
                <a:lnTo>
                  <a:pt x="1365957" y="9271550"/>
                </a:lnTo>
                <a:lnTo>
                  <a:pt x="1413052" y="9258342"/>
                </a:lnTo>
                <a:lnTo>
                  <a:pt x="1460000" y="9244693"/>
                </a:lnTo>
                <a:lnTo>
                  <a:pt x="1506799" y="9230604"/>
                </a:lnTo>
                <a:lnTo>
                  <a:pt x="1553445" y="9216076"/>
                </a:lnTo>
                <a:lnTo>
                  <a:pt x="1599935" y="9201111"/>
                </a:lnTo>
                <a:lnTo>
                  <a:pt x="1646267" y="9185710"/>
                </a:lnTo>
                <a:lnTo>
                  <a:pt x="1692437" y="9169876"/>
                </a:lnTo>
                <a:lnTo>
                  <a:pt x="1738442" y="9153608"/>
                </a:lnTo>
                <a:lnTo>
                  <a:pt x="1784280" y="9136910"/>
                </a:lnTo>
                <a:lnTo>
                  <a:pt x="1829947" y="9119782"/>
                </a:lnTo>
                <a:lnTo>
                  <a:pt x="1875440" y="9102226"/>
                </a:lnTo>
                <a:lnTo>
                  <a:pt x="1920756" y="9084243"/>
                </a:lnTo>
                <a:lnTo>
                  <a:pt x="1965893" y="9065835"/>
                </a:lnTo>
                <a:lnTo>
                  <a:pt x="2055615" y="9027750"/>
                </a:lnTo>
                <a:lnTo>
                  <a:pt x="2100195" y="9008075"/>
                </a:lnTo>
                <a:lnTo>
                  <a:pt x="2144582" y="8987981"/>
                </a:lnTo>
                <a:lnTo>
                  <a:pt x="2188775" y="8967470"/>
                </a:lnTo>
                <a:lnTo>
                  <a:pt x="2232770" y="8946542"/>
                </a:lnTo>
                <a:lnTo>
                  <a:pt x="2276564" y="8925199"/>
                </a:lnTo>
                <a:lnTo>
                  <a:pt x="2320154" y="8903443"/>
                </a:lnTo>
                <a:lnTo>
                  <a:pt x="2363538" y="8881275"/>
                </a:lnTo>
                <a:lnTo>
                  <a:pt x="2406711" y="8858697"/>
                </a:lnTo>
                <a:lnTo>
                  <a:pt x="2449672" y="8835710"/>
                </a:lnTo>
                <a:lnTo>
                  <a:pt x="2492417" y="8812316"/>
                </a:lnTo>
                <a:lnTo>
                  <a:pt x="2534943" y="8788516"/>
                </a:lnTo>
                <a:lnTo>
                  <a:pt x="2577247" y="8764311"/>
                </a:lnTo>
                <a:lnTo>
                  <a:pt x="2619326" y="8739704"/>
                </a:lnTo>
                <a:lnTo>
                  <a:pt x="2661177" y="8714695"/>
                </a:lnTo>
                <a:lnTo>
                  <a:pt x="2702797" y="8689286"/>
                </a:lnTo>
                <a:lnTo>
                  <a:pt x="2744183" y="8663479"/>
                </a:lnTo>
                <a:lnTo>
                  <a:pt x="2785333" y="8637274"/>
                </a:lnTo>
                <a:lnTo>
                  <a:pt x="2826242" y="8610675"/>
                </a:lnTo>
                <a:lnTo>
                  <a:pt x="2866908" y="8583681"/>
                </a:lnTo>
                <a:lnTo>
                  <a:pt x="2907329" y="8556295"/>
                </a:lnTo>
                <a:lnTo>
                  <a:pt x="2947500" y="8528517"/>
                </a:lnTo>
                <a:lnTo>
                  <a:pt x="2987419" y="8500351"/>
                </a:lnTo>
                <a:lnTo>
                  <a:pt x="3027083" y="8471796"/>
                </a:lnTo>
                <a:lnTo>
                  <a:pt x="3066489" y="8442854"/>
                </a:lnTo>
                <a:lnTo>
                  <a:pt x="3105634" y="8413528"/>
                </a:lnTo>
                <a:lnTo>
                  <a:pt x="3144515" y="8383818"/>
                </a:lnTo>
                <a:lnTo>
                  <a:pt x="3183129" y="8353726"/>
                </a:lnTo>
                <a:lnTo>
                  <a:pt x="3221473" y="8323253"/>
                </a:lnTo>
                <a:lnTo>
                  <a:pt x="3259544" y="8292401"/>
                </a:lnTo>
                <a:lnTo>
                  <a:pt x="3297339" y="8261172"/>
                </a:lnTo>
                <a:lnTo>
                  <a:pt x="3334854" y="8229566"/>
                </a:lnTo>
                <a:lnTo>
                  <a:pt x="3372087" y="8197585"/>
                </a:lnTo>
                <a:lnTo>
                  <a:pt x="3409035" y="8165232"/>
                </a:lnTo>
                <a:lnTo>
                  <a:pt x="3445695" y="8132507"/>
                </a:lnTo>
                <a:lnTo>
                  <a:pt x="3482064" y="8099411"/>
                </a:lnTo>
                <a:lnTo>
                  <a:pt x="3518139" y="8065947"/>
                </a:lnTo>
                <a:lnTo>
                  <a:pt x="3553916" y="8032115"/>
                </a:lnTo>
                <a:lnTo>
                  <a:pt x="3589393" y="7997918"/>
                </a:lnTo>
                <a:lnTo>
                  <a:pt x="3624567" y="7963356"/>
                </a:lnTo>
                <a:lnTo>
                  <a:pt x="3659435" y="7928432"/>
                </a:lnTo>
                <a:lnTo>
                  <a:pt x="3693994" y="7893146"/>
                </a:lnTo>
                <a:lnTo>
                  <a:pt x="3728240" y="7857501"/>
                </a:lnTo>
                <a:lnTo>
                  <a:pt x="3762171" y="7821497"/>
                </a:lnTo>
                <a:lnTo>
                  <a:pt x="3795783" y="7785136"/>
                </a:lnTo>
                <a:lnTo>
                  <a:pt x="3829075" y="7748420"/>
                </a:lnTo>
                <a:lnTo>
                  <a:pt x="3862042" y="7711350"/>
                </a:lnTo>
                <a:lnTo>
                  <a:pt x="3894682" y="7673928"/>
                </a:lnTo>
                <a:lnTo>
                  <a:pt x="3926991" y="7636155"/>
                </a:lnTo>
                <a:lnTo>
                  <a:pt x="3958967" y="7598032"/>
                </a:lnTo>
                <a:lnTo>
                  <a:pt x="3990607" y="7559561"/>
                </a:lnTo>
                <a:lnTo>
                  <a:pt x="4021907" y="7520744"/>
                </a:lnTo>
                <a:lnTo>
                  <a:pt x="4052865" y="7481582"/>
                </a:lnTo>
                <a:lnTo>
                  <a:pt x="4083478" y="7442077"/>
                </a:lnTo>
                <a:lnTo>
                  <a:pt x="8022311" y="2307814"/>
                </a:lnTo>
                <a:lnTo>
                  <a:pt x="8052902" y="2268285"/>
                </a:lnTo>
                <a:lnTo>
                  <a:pt x="8083796" y="2229056"/>
                </a:lnTo>
                <a:lnTo>
                  <a:pt x="8114989" y="2190127"/>
                </a:lnTo>
                <a:lnTo>
                  <a:pt x="8146479" y="2151500"/>
                </a:lnTo>
                <a:lnTo>
                  <a:pt x="8178264" y="2113176"/>
                </a:lnTo>
                <a:lnTo>
                  <a:pt x="8210341" y="2075157"/>
                </a:lnTo>
                <a:lnTo>
                  <a:pt x="8242709" y="2037442"/>
                </a:lnTo>
                <a:lnTo>
                  <a:pt x="8275365" y="2000034"/>
                </a:lnTo>
                <a:lnTo>
                  <a:pt x="8308307" y="1962934"/>
                </a:lnTo>
                <a:lnTo>
                  <a:pt x="8341532" y="1926142"/>
                </a:lnTo>
                <a:lnTo>
                  <a:pt x="8375038" y="1889660"/>
                </a:lnTo>
                <a:lnTo>
                  <a:pt x="8408823" y="1853489"/>
                </a:lnTo>
                <a:lnTo>
                  <a:pt x="8442885" y="1817630"/>
                </a:lnTo>
                <a:lnTo>
                  <a:pt x="8477221" y="1782084"/>
                </a:lnTo>
                <a:lnTo>
                  <a:pt x="8511829" y="1746853"/>
                </a:lnTo>
                <a:lnTo>
                  <a:pt x="8546706" y="1711937"/>
                </a:lnTo>
                <a:lnTo>
                  <a:pt x="8581851" y="1677337"/>
                </a:lnTo>
                <a:lnTo>
                  <a:pt x="8617261" y="1643056"/>
                </a:lnTo>
                <a:lnTo>
                  <a:pt x="8652934" y="1609093"/>
                </a:lnTo>
                <a:lnTo>
                  <a:pt x="8688867" y="1575450"/>
                </a:lnTo>
                <a:lnTo>
                  <a:pt x="8725058" y="1542128"/>
                </a:lnTo>
                <a:lnTo>
                  <a:pt x="8761506" y="1509129"/>
                </a:lnTo>
                <a:lnTo>
                  <a:pt x="8798207" y="1476452"/>
                </a:lnTo>
                <a:lnTo>
                  <a:pt x="8835159" y="1444101"/>
                </a:lnTo>
                <a:lnTo>
                  <a:pt x="8872360" y="1412075"/>
                </a:lnTo>
                <a:lnTo>
                  <a:pt x="8909808" y="1380375"/>
                </a:lnTo>
                <a:lnTo>
                  <a:pt x="8947501" y="1349004"/>
                </a:lnTo>
                <a:lnTo>
                  <a:pt x="8985435" y="1317962"/>
                </a:lnTo>
                <a:lnTo>
                  <a:pt x="9023610" y="1287250"/>
                </a:lnTo>
                <a:lnTo>
                  <a:pt x="9062022" y="1256869"/>
                </a:lnTo>
                <a:lnTo>
                  <a:pt x="9100669" y="1226820"/>
                </a:lnTo>
                <a:lnTo>
                  <a:pt x="9139549" y="1197105"/>
                </a:lnTo>
                <a:lnTo>
                  <a:pt x="9178660" y="1167725"/>
                </a:lnTo>
                <a:lnTo>
                  <a:pt x="9217999" y="1138681"/>
                </a:lnTo>
                <a:lnTo>
                  <a:pt x="9257564" y="1109974"/>
                </a:lnTo>
                <a:lnTo>
                  <a:pt x="9297353" y="1081604"/>
                </a:lnTo>
                <a:lnTo>
                  <a:pt x="9337364" y="1053574"/>
                </a:lnTo>
                <a:lnTo>
                  <a:pt x="9377594" y="1025884"/>
                </a:lnTo>
                <a:lnTo>
                  <a:pt x="9418040" y="998536"/>
                </a:lnTo>
                <a:lnTo>
                  <a:pt x="9458702" y="971530"/>
                </a:lnTo>
                <a:lnTo>
                  <a:pt x="9499575" y="944868"/>
                </a:lnTo>
                <a:lnTo>
                  <a:pt x="9540659" y="918551"/>
                </a:lnTo>
                <a:lnTo>
                  <a:pt x="9581950" y="892580"/>
                </a:lnTo>
                <a:lnTo>
                  <a:pt x="9623447" y="866956"/>
                </a:lnTo>
                <a:lnTo>
                  <a:pt x="9665147" y="841681"/>
                </a:lnTo>
                <a:lnTo>
                  <a:pt x="9707048" y="816754"/>
                </a:lnTo>
                <a:lnTo>
                  <a:pt x="9749147" y="792179"/>
                </a:lnTo>
                <a:lnTo>
                  <a:pt x="9791443" y="767955"/>
                </a:lnTo>
                <a:lnTo>
                  <a:pt x="9833932" y="744083"/>
                </a:lnTo>
                <a:lnTo>
                  <a:pt x="9876613" y="720566"/>
                </a:lnTo>
                <a:lnTo>
                  <a:pt x="9919484" y="697404"/>
                </a:lnTo>
                <a:lnTo>
                  <a:pt x="9962542" y="674598"/>
                </a:lnTo>
                <a:lnTo>
                  <a:pt x="10005784" y="652149"/>
                </a:lnTo>
                <a:lnTo>
                  <a:pt x="10049209" y="630059"/>
                </a:lnTo>
                <a:lnTo>
                  <a:pt x="10092814" y="608328"/>
                </a:lnTo>
                <a:lnTo>
                  <a:pt x="10136597" y="586958"/>
                </a:lnTo>
                <a:lnTo>
                  <a:pt x="10180556" y="565950"/>
                </a:lnTo>
                <a:lnTo>
                  <a:pt x="10224688" y="545304"/>
                </a:lnTo>
                <a:lnTo>
                  <a:pt x="10268991" y="525023"/>
                </a:lnTo>
                <a:lnTo>
                  <a:pt x="10313463" y="505107"/>
                </a:lnTo>
                <a:lnTo>
                  <a:pt x="10358101" y="485558"/>
                </a:lnTo>
                <a:lnTo>
                  <a:pt x="10402903" y="466376"/>
                </a:lnTo>
                <a:lnTo>
                  <a:pt x="10447868" y="447563"/>
                </a:lnTo>
                <a:lnTo>
                  <a:pt x="10492991" y="429119"/>
                </a:lnTo>
                <a:lnTo>
                  <a:pt x="10538272" y="411046"/>
                </a:lnTo>
                <a:lnTo>
                  <a:pt x="10583708" y="393346"/>
                </a:lnTo>
                <a:lnTo>
                  <a:pt x="10629297" y="376018"/>
                </a:lnTo>
                <a:lnTo>
                  <a:pt x="10675036" y="359065"/>
                </a:lnTo>
                <a:lnTo>
                  <a:pt x="10720923" y="342487"/>
                </a:lnTo>
                <a:lnTo>
                  <a:pt x="10766956" y="326286"/>
                </a:lnTo>
                <a:lnTo>
                  <a:pt x="10813132" y="310462"/>
                </a:lnTo>
                <a:lnTo>
                  <a:pt x="10859450" y="295018"/>
                </a:lnTo>
                <a:lnTo>
                  <a:pt x="10905907" y="279953"/>
                </a:lnTo>
                <a:lnTo>
                  <a:pt x="10952500" y="265269"/>
                </a:lnTo>
                <a:lnTo>
                  <a:pt x="10999227" y="250968"/>
                </a:lnTo>
                <a:lnTo>
                  <a:pt x="11046087" y="237049"/>
                </a:lnTo>
                <a:lnTo>
                  <a:pt x="11093076" y="223516"/>
                </a:lnTo>
                <a:lnTo>
                  <a:pt x="11140193" y="210368"/>
                </a:lnTo>
                <a:lnTo>
                  <a:pt x="11187434" y="197606"/>
                </a:lnTo>
                <a:lnTo>
                  <a:pt x="11234799" y="185233"/>
                </a:lnTo>
                <a:lnTo>
                  <a:pt x="11282284" y="173248"/>
                </a:lnTo>
                <a:lnTo>
                  <a:pt x="11329888" y="161654"/>
                </a:lnTo>
                <a:lnTo>
                  <a:pt x="11377607" y="150451"/>
                </a:lnTo>
                <a:lnTo>
                  <a:pt x="11425440" y="139640"/>
                </a:lnTo>
                <a:lnTo>
                  <a:pt x="11473385" y="129223"/>
                </a:lnTo>
                <a:lnTo>
                  <a:pt x="11521439" y="119201"/>
                </a:lnTo>
                <a:lnTo>
                  <a:pt x="11569599" y="109574"/>
                </a:lnTo>
                <a:lnTo>
                  <a:pt x="11617864" y="100344"/>
                </a:lnTo>
                <a:lnTo>
                  <a:pt x="11666231" y="91512"/>
                </a:lnTo>
                <a:lnTo>
                  <a:pt x="11714698" y="83080"/>
                </a:lnTo>
                <a:lnTo>
                  <a:pt x="11763263" y="75047"/>
                </a:lnTo>
                <a:lnTo>
                  <a:pt x="11811923" y="67417"/>
                </a:lnTo>
                <a:lnTo>
                  <a:pt x="11860676" y="60188"/>
                </a:lnTo>
                <a:lnTo>
                  <a:pt x="11909519" y="53364"/>
                </a:lnTo>
                <a:lnTo>
                  <a:pt x="11958451" y="46944"/>
                </a:lnTo>
                <a:lnTo>
                  <a:pt x="12007470" y="40931"/>
                </a:lnTo>
                <a:lnTo>
                  <a:pt x="12056572" y="35324"/>
                </a:lnTo>
                <a:lnTo>
                  <a:pt x="12105756" y="30126"/>
                </a:lnTo>
                <a:lnTo>
                  <a:pt x="12155019" y="25337"/>
                </a:lnTo>
                <a:lnTo>
                  <a:pt x="12204359" y="20958"/>
                </a:lnTo>
                <a:lnTo>
                  <a:pt x="12253773" y="16991"/>
                </a:lnTo>
                <a:lnTo>
                  <a:pt x="12303260" y="13437"/>
                </a:lnTo>
                <a:lnTo>
                  <a:pt x="12352818" y="10297"/>
                </a:lnTo>
                <a:lnTo>
                  <a:pt x="12402443" y="7572"/>
                </a:lnTo>
                <a:lnTo>
                  <a:pt x="12452133" y="5263"/>
                </a:lnTo>
                <a:lnTo>
                  <a:pt x="12501887" y="3371"/>
                </a:lnTo>
                <a:lnTo>
                  <a:pt x="12551701" y="1898"/>
                </a:lnTo>
                <a:lnTo>
                  <a:pt x="12601574" y="844"/>
                </a:lnTo>
                <a:lnTo>
                  <a:pt x="12651504" y="211"/>
                </a:lnTo>
                <a:lnTo>
                  <a:pt x="12701487" y="0"/>
                </a:lnTo>
                <a:lnTo>
                  <a:pt x="13158798" y="0"/>
                </a:lnTo>
              </a:path>
            </a:pathLst>
          </a:custGeom>
          <a:ln w="19050">
            <a:gradFill>
              <a:gsLst>
                <a:gs pos="15000">
                  <a:schemeClr val="tx2"/>
                </a:gs>
                <a:gs pos="0">
                  <a:schemeClr val="bg1">
                    <a:alpha val="0"/>
                  </a:schemeClr>
                </a:gs>
              </a:gsLst>
              <a:lin ang="5400000" scaled="0"/>
            </a:gradFill>
          </a:ln>
        </p:spPr>
        <p:txBody>
          <a:bodyPr wrap="square" lIns="0" tIns="0" rIns="0" bIns="0" rtlCol="0"/>
          <a:lstStyle/>
          <a:p>
            <a:pPr marL="0" marR="0" lvl="0" indent="0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4EEB43E4-181F-7295-80FA-E603B81F5F0B}"/>
              </a:ext>
            </a:extLst>
          </p:cNvPr>
          <p:cNvCxnSpPr>
            <a:cxnSpLocks/>
          </p:cNvCxnSpPr>
          <p:nvPr/>
        </p:nvCxnSpPr>
        <p:spPr>
          <a:xfrm flipH="1">
            <a:off x="334962" y="6678798"/>
            <a:ext cx="10980001" cy="0"/>
          </a:xfrm>
          <a:prstGeom prst="line">
            <a:avLst/>
          </a:prstGeom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5268056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065">
          <p15:clr>
            <a:srgbClr val="FBAE40"/>
          </p15:clr>
        </p15:guide>
        <p15:guide id="2" pos="211">
          <p15:clr>
            <a:srgbClr val="FBAE40"/>
          </p15:clr>
        </p15:guide>
        <p15:guide id="3" orient="horz" pos="3997">
          <p15:clr>
            <a:srgbClr val="FBAE40"/>
          </p15:clr>
        </p15:guide>
        <p15:guide id="4" pos="7469">
          <p15:clr>
            <a:srgbClr val="FBAE40"/>
          </p15:clr>
        </p15:guide>
        <p15:guide id="5" orient="horz" pos="232">
          <p15:clr>
            <a:srgbClr val="FBAE40"/>
          </p15:clr>
        </p15:guide>
        <p15:guide id="6" orient="horz" pos="504">
          <p15:clr>
            <a:srgbClr val="FBAE40"/>
          </p15:clr>
        </p15:guide>
        <p15:guide id="7" orient="horz" pos="799">
          <p15:clr>
            <a:srgbClr val="FBAE40"/>
          </p15:clr>
        </p15:guide>
      </p15:sldGuideLst>
    </p:ext>
  </p:extLst>
</p:sldLayout>
</file>

<file path=ppt/slideLayouts/slideLayout1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Índice | Até 14 títulos - Branc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" name="Espaço Reservado para Número de Slide 5">
            <a:extLst>
              <a:ext uri="{FF2B5EF4-FFF2-40B4-BE49-F238E27FC236}">
                <a16:creationId xmlns:a16="http://schemas.microsoft.com/office/drawing/2014/main" id="{8B43B5D6-9411-2916-3463-C0BBC4CE3A6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defRPr sz="11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95" name="Text Placeholder 3">
            <a:extLst>
              <a:ext uri="{FF2B5EF4-FFF2-40B4-BE49-F238E27FC236}">
                <a16:creationId xmlns:a16="http://schemas.microsoft.com/office/drawing/2014/main" id="{1F9E0DEB-08E9-5248-44F9-9916F0925C87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tx1">
                    <a:lumMod val="85000"/>
                    <a:lumOff val="15000"/>
                  </a:schemeClr>
                </a:solidFill>
              </a:defRPr>
            </a:lvl1pPr>
          </a:lstStyle>
          <a:p>
            <a:pPr lvl="0"/>
            <a:r>
              <a:rPr lang="pt-BR"/>
              <a:t>Índice | Até 14 títulos</a:t>
            </a:r>
            <a:endParaRPr lang="en-US"/>
          </a:p>
        </p:txBody>
      </p:sp>
      <p:sp>
        <p:nvSpPr>
          <p:cNvPr id="96" name="Text Placeholder 10">
            <a:extLst>
              <a:ext uri="{FF2B5EF4-FFF2-40B4-BE49-F238E27FC236}">
                <a16:creationId xmlns:a16="http://schemas.microsoft.com/office/drawing/2014/main" id="{86EE135B-8461-A8E5-B808-1CCC5F3ABF32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defRPr sz="900" baseline="0">
                <a:solidFill>
                  <a:schemeClr val="tx1">
                    <a:lumMod val="85000"/>
                    <a:lumOff val="15000"/>
                  </a:schemeClr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7" name="Text Placeholder 21">
            <a:extLst>
              <a:ext uri="{FF2B5EF4-FFF2-40B4-BE49-F238E27FC236}">
                <a16:creationId xmlns:a16="http://schemas.microsoft.com/office/drawing/2014/main" id="{C68EECD8-4868-C403-065A-798C94914B21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1112441" y="1232283"/>
            <a:ext cx="3633266" cy="494267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98" name="Text Placeholder 21">
            <a:extLst>
              <a:ext uri="{FF2B5EF4-FFF2-40B4-BE49-F238E27FC236}">
                <a16:creationId xmlns:a16="http://schemas.microsoft.com/office/drawing/2014/main" id="{377F7479-B5E7-D307-06B9-71E3BA37F3EF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1112441" y="1986612"/>
            <a:ext cx="3633266" cy="502453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99" name="Text Placeholder 21">
            <a:extLst>
              <a:ext uri="{FF2B5EF4-FFF2-40B4-BE49-F238E27FC236}">
                <a16:creationId xmlns:a16="http://schemas.microsoft.com/office/drawing/2014/main" id="{A9CB3A34-F081-C677-A00F-67C1873C062A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1112441" y="2743933"/>
            <a:ext cx="3633266" cy="507526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0" name="Text Placeholder 21">
            <a:extLst>
              <a:ext uri="{FF2B5EF4-FFF2-40B4-BE49-F238E27FC236}">
                <a16:creationId xmlns:a16="http://schemas.microsoft.com/office/drawing/2014/main" id="{66627ED0-3A46-8737-6897-D3BDDB091302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1112441" y="3509439"/>
            <a:ext cx="3633266" cy="507526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1" name="Text Placeholder 21">
            <a:extLst>
              <a:ext uri="{FF2B5EF4-FFF2-40B4-BE49-F238E27FC236}">
                <a16:creationId xmlns:a16="http://schemas.microsoft.com/office/drawing/2014/main" id="{4A98C90D-F543-2D3A-9F32-FF02504B384D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6873479" y="1237476"/>
            <a:ext cx="3633266" cy="491156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2" name="Text Placeholder 21">
            <a:extLst>
              <a:ext uri="{FF2B5EF4-FFF2-40B4-BE49-F238E27FC236}">
                <a16:creationId xmlns:a16="http://schemas.microsoft.com/office/drawing/2014/main" id="{02D303FD-4338-9202-3742-445CFAC544F9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6873479" y="1986612"/>
            <a:ext cx="3633266" cy="499341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3" name="Text Placeholder 21">
            <a:extLst>
              <a:ext uri="{FF2B5EF4-FFF2-40B4-BE49-F238E27FC236}">
                <a16:creationId xmlns:a16="http://schemas.microsoft.com/office/drawing/2014/main" id="{DAB51C54-4BA1-024C-8F1D-E61343BFAC42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873479" y="2743934"/>
            <a:ext cx="3633266" cy="499341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4" name="Text Placeholder 21">
            <a:extLst>
              <a:ext uri="{FF2B5EF4-FFF2-40B4-BE49-F238E27FC236}">
                <a16:creationId xmlns:a16="http://schemas.microsoft.com/office/drawing/2014/main" id="{31C27C31-0117-4C41-7DD9-9A95AE01F9D5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6873479" y="3509440"/>
            <a:ext cx="3633266" cy="504415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5" name="Text Placeholder 21">
            <a:extLst>
              <a:ext uri="{FF2B5EF4-FFF2-40B4-BE49-F238E27FC236}">
                <a16:creationId xmlns:a16="http://schemas.microsoft.com/office/drawing/2014/main" id="{305C7304-230E-F6CE-A76D-99DF1E692F08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334965" y="1237091"/>
            <a:ext cx="562844" cy="562844"/>
          </a:xfrm>
          <a:prstGeom prst="rect">
            <a:avLst/>
          </a:prstGeom>
          <a:noFill/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1.</a:t>
            </a:r>
            <a:endParaRPr lang="pt-BR"/>
          </a:p>
        </p:txBody>
      </p:sp>
      <p:sp>
        <p:nvSpPr>
          <p:cNvPr id="106" name="Text Placeholder 21">
            <a:extLst>
              <a:ext uri="{FF2B5EF4-FFF2-40B4-BE49-F238E27FC236}">
                <a16:creationId xmlns:a16="http://schemas.microsoft.com/office/drawing/2014/main" id="{646BD931-2CC9-4B26-938C-C6A9327B317A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334965" y="1986613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2.</a:t>
            </a:r>
            <a:endParaRPr lang="pt-BR"/>
          </a:p>
        </p:txBody>
      </p:sp>
      <p:sp>
        <p:nvSpPr>
          <p:cNvPr id="107" name="Text Placeholder 21">
            <a:extLst>
              <a:ext uri="{FF2B5EF4-FFF2-40B4-BE49-F238E27FC236}">
                <a16:creationId xmlns:a16="http://schemas.microsoft.com/office/drawing/2014/main" id="{7EF60F9A-51DE-3649-80E7-711C186485AA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334965" y="2743933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3.</a:t>
            </a:r>
            <a:endParaRPr lang="pt-BR"/>
          </a:p>
        </p:txBody>
      </p:sp>
      <p:sp>
        <p:nvSpPr>
          <p:cNvPr id="108" name="Text Placeholder 21">
            <a:extLst>
              <a:ext uri="{FF2B5EF4-FFF2-40B4-BE49-F238E27FC236}">
                <a16:creationId xmlns:a16="http://schemas.microsoft.com/office/drawing/2014/main" id="{454FB385-5582-984D-3BEC-2409DCFBBEA7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334965" y="3509439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4.</a:t>
            </a:r>
            <a:endParaRPr lang="pt-BR"/>
          </a:p>
        </p:txBody>
      </p:sp>
      <p:sp>
        <p:nvSpPr>
          <p:cNvPr id="109" name="Text Placeholder 21">
            <a:extLst>
              <a:ext uri="{FF2B5EF4-FFF2-40B4-BE49-F238E27FC236}">
                <a16:creationId xmlns:a16="http://schemas.microsoft.com/office/drawing/2014/main" id="{48AFB4A3-A713-3B36-5C4C-116B17982407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6096003" y="1242285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8.</a:t>
            </a:r>
            <a:endParaRPr lang="pt-BR"/>
          </a:p>
        </p:txBody>
      </p:sp>
      <p:sp>
        <p:nvSpPr>
          <p:cNvPr id="110" name="Text Placeholder 21">
            <a:extLst>
              <a:ext uri="{FF2B5EF4-FFF2-40B4-BE49-F238E27FC236}">
                <a16:creationId xmlns:a16="http://schemas.microsoft.com/office/drawing/2014/main" id="{455A5A6A-C346-A345-7676-47650852DEC5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6096003" y="1986613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9.</a:t>
            </a:r>
            <a:endParaRPr lang="pt-BR"/>
          </a:p>
        </p:txBody>
      </p:sp>
      <p:sp>
        <p:nvSpPr>
          <p:cNvPr id="111" name="Text Placeholder 21">
            <a:extLst>
              <a:ext uri="{FF2B5EF4-FFF2-40B4-BE49-F238E27FC236}">
                <a16:creationId xmlns:a16="http://schemas.microsoft.com/office/drawing/2014/main" id="{C9036724-53EE-61EA-4F36-0647670CC647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6096003" y="2743933"/>
            <a:ext cx="562844" cy="562844"/>
          </a:xfrm>
          <a:prstGeom prst="rect">
            <a:avLst/>
          </a:prstGeom>
          <a:noFill/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10.</a:t>
            </a:r>
            <a:endParaRPr lang="pt-BR"/>
          </a:p>
        </p:txBody>
      </p:sp>
      <p:sp>
        <p:nvSpPr>
          <p:cNvPr id="112" name="Text Placeholder 21">
            <a:extLst>
              <a:ext uri="{FF2B5EF4-FFF2-40B4-BE49-F238E27FC236}">
                <a16:creationId xmlns:a16="http://schemas.microsoft.com/office/drawing/2014/main" id="{59FC8DE1-DA8C-E6FC-0074-C1233AE33862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6096003" y="3509439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11.</a:t>
            </a:r>
            <a:endParaRPr lang="pt-BR"/>
          </a:p>
        </p:txBody>
      </p:sp>
      <p:sp>
        <p:nvSpPr>
          <p:cNvPr id="113" name="Text Placeholder 21">
            <a:extLst>
              <a:ext uri="{FF2B5EF4-FFF2-40B4-BE49-F238E27FC236}">
                <a16:creationId xmlns:a16="http://schemas.microsoft.com/office/drawing/2014/main" id="{CD7EC131-607A-502B-D5DB-EACD3848C447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1112441" y="4285152"/>
            <a:ext cx="3633266" cy="507526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14" name="Text Placeholder 21">
            <a:extLst>
              <a:ext uri="{FF2B5EF4-FFF2-40B4-BE49-F238E27FC236}">
                <a16:creationId xmlns:a16="http://schemas.microsoft.com/office/drawing/2014/main" id="{39366CD8-736E-E9F0-1631-408CE9342B73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6873479" y="4285153"/>
            <a:ext cx="3633266" cy="504415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15" name="Text Placeholder 21">
            <a:extLst>
              <a:ext uri="{FF2B5EF4-FFF2-40B4-BE49-F238E27FC236}">
                <a16:creationId xmlns:a16="http://schemas.microsoft.com/office/drawing/2014/main" id="{A36BD412-4DD9-0776-5A73-B5939ACF9185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334965" y="4285152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5.</a:t>
            </a:r>
            <a:endParaRPr lang="pt-BR"/>
          </a:p>
        </p:txBody>
      </p:sp>
      <p:sp>
        <p:nvSpPr>
          <p:cNvPr id="116" name="Text Placeholder 21">
            <a:extLst>
              <a:ext uri="{FF2B5EF4-FFF2-40B4-BE49-F238E27FC236}">
                <a16:creationId xmlns:a16="http://schemas.microsoft.com/office/drawing/2014/main" id="{0D56432C-F90B-BE78-9849-16EDFA25EDF3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6096003" y="4285152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12.</a:t>
            </a:r>
            <a:endParaRPr lang="pt-BR"/>
          </a:p>
        </p:txBody>
      </p:sp>
      <p:sp>
        <p:nvSpPr>
          <p:cNvPr id="26" name="Text Placeholder 21">
            <a:extLst>
              <a:ext uri="{FF2B5EF4-FFF2-40B4-BE49-F238E27FC236}">
                <a16:creationId xmlns:a16="http://schemas.microsoft.com/office/drawing/2014/main" id="{C5B1F338-8D07-6165-2984-C97D76B836F9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1112441" y="5064614"/>
            <a:ext cx="3633266" cy="507526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27" name="Text Placeholder 21">
            <a:extLst>
              <a:ext uri="{FF2B5EF4-FFF2-40B4-BE49-F238E27FC236}">
                <a16:creationId xmlns:a16="http://schemas.microsoft.com/office/drawing/2014/main" id="{6AC2D12D-986D-3DD5-FBFC-D384978B998E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6873479" y="5064614"/>
            <a:ext cx="3633266" cy="504415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28" name="Text Placeholder 21">
            <a:extLst>
              <a:ext uri="{FF2B5EF4-FFF2-40B4-BE49-F238E27FC236}">
                <a16:creationId xmlns:a16="http://schemas.microsoft.com/office/drawing/2014/main" id="{91E97FC2-9348-4E3B-00E5-76B9F5F34636}"/>
              </a:ext>
            </a:extLst>
          </p:cNvPr>
          <p:cNvSpPr>
            <a:spLocks noGrp="1"/>
          </p:cNvSpPr>
          <p:nvPr>
            <p:ph type="body" sz="quarter" idx="39" hasCustomPrompt="1"/>
          </p:nvPr>
        </p:nvSpPr>
        <p:spPr>
          <a:xfrm>
            <a:off x="334965" y="5064614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6.</a:t>
            </a:r>
            <a:endParaRPr lang="pt-BR"/>
          </a:p>
        </p:txBody>
      </p:sp>
      <p:sp>
        <p:nvSpPr>
          <p:cNvPr id="29" name="Text Placeholder 21">
            <a:extLst>
              <a:ext uri="{FF2B5EF4-FFF2-40B4-BE49-F238E27FC236}">
                <a16:creationId xmlns:a16="http://schemas.microsoft.com/office/drawing/2014/main" id="{10FCC27C-9F7B-60DD-448A-FA5C70190D61}"/>
              </a:ext>
            </a:extLst>
          </p:cNvPr>
          <p:cNvSpPr>
            <a:spLocks noGrp="1"/>
          </p:cNvSpPr>
          <p:nvPr>
            <p:ph type="body" sz="quarter" idx="40" hasCustomPrompt="1"/>
          </p:nvPr>
        </p:nvSpPr>
        <p:spPr>
          <a:xfrm>
            <a:off x="6096003" y="5064614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13.</a:t>
            </a:r>
            <a:endParaRPr lang="pt-BR"/>
          </a:p>
        </p:txBody>
      </p:sp>
      <p:sp>
        <p:nvSpPr>
          <p:cNvPr id="30" name="Text Placeholder 21">
            <a:extLst>
              <a:ext uri="{FF2B5EF4-FFF2-40B4-BE49-F238E27FC236}">
                <a16:creationId xmlns:a16="http://schemas.microsoft.com/office/drawing/2014/main" id="{647A3C75-F52C-9572-4AC8-DF3C9EC74895}"/>
              </a:ext>
            </a:extLst>
          </p:cNvPr>
          <p:cNvSpPr>
            <a:spLocks noGrp="1"/>
          </p:cNvSpPr>
          <p:nvPr>
            <p:ph type="body" sz="quarter" idx="41" hasCustomPrompt="1"/>
          </p:nvPr>
        </p:nvSpPr>
        <p:spPr>
          <a:xfrm>
            <a:off x="1112441" y="5840327"/>
            <a:ext cx="3633266" cy="507526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31" name="Text Placeholder 21">
            <a:extLst>
              <a:ext uri="{FF2B5EF4-FFF2-40B4-BE49-F238E27FC236}">
                <a16:creationId xmlns:a16="http://schemas.microsoft.com/office/drawing/2014/main" id="{CF181672-FCCE-ED51-44CD-B257A5102052}"/>
              </a:ext>
            </a:extLst>
          </p:cNvPr>
          <p:cNvSpPr>
            <a:spLocks noGrp="1"/>
          </p:cNvSpPr>
          <p:nvPr>
            <p:ph type="body" sz="quarter" idx="42" hasCustomPrompt="1"/>
          </p:nvPr>
        </p:nvSpPr>
        <p:spPr>
          <a:xfrm>
            <a:off x="6873479" y="5840328"/>
            <a:ext cx="3633266" cy="504415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32" name="Text Placeholder 21">
            <a:extLst>
              <a:ext uri="{FF2B5EF4-FFF2-40B4-BE49-F238E27FC236}">
                <a16:creationId xmlns:a16="http://schemas.microsoft.com/office/drawing/2014/main" id="{C4E37429-91F7-9872-16AB-E9D998B9B034}"/>
              </a:ext>
            </a:extLst>
          </p:cNvPr>
          <p:cNvSpPr>
            <a:spLocks noGrp="1"/>
          </p:cNvSpPr>
          <p:nvPr>
            <p:ph type="body" sz="quarter" idx="43" hasCustomPrompt="1"/>
          </p:nvPr>
        </p:nvSpPr>
        <p:spPr>
          <a:xfrm>
            <a:off x="334965" y="5840327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7.</a:t>
            </a:r>
            <a:endParaRPr lang="pt-BR"/>
          </a:p>
        </p:txBody>
      </p:sp>
      <p:sp>
        <p:nvSpPr>
          <p:cNvPr id="33" name="Text Placeholder 21">
            <a:extLst>
              <a:ext uri="{FF2B5EF4-FFF2-40B4-BE49-F238E27FC236}">
                <a16:creationId xmlns:a16="http://schemas.microsoft.com/office/drawing/2014/main" id="{996E1AEB-6FC0-93DB-7162-B62353FB6F67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6096003" y="5840327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14.</a:t>
            </a:r>
            <a:endParaRPr lang="pt-BR"/>
          </a:p>
        </p:txBody>
      </p:sp>
      <p:sp>
        <p:nvSpPr>
          <p:cNvPr id="3" name="Picture 8">
            <a:extLst>
              <a:ext uri="{FF2B5EF4-FFF2-40B4-BE49-F238E27FC236}">
                <a16:creationId xmlns:a16="http://schemas.microsoft.com/office/drawing/2014/main" id="{FA2E0788-A75A-5FD1-87DF-D30CAABD5AB4}"/>
              </a:ext>
            </a:extLst>
          </p:cNvPr>
          <p:cNvSpPr/>
          <p:nvPr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tx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/>
          </a:p>
        </p:txBody>
      </p:sp>
      <p:cxnSp>
        <p:nvCxnSpPr>
          <p:cNvPr id="2" name="Straight Connector 1">
            <a:extLst>
              <a:ext uri="{FF2B5EF4-FFF2-40B4-BE49-F238E27FC236}">
                <a16:creationId xmlns:a16="http://schemas.microsoft.com/office/drawing/2014/main" id="{7A0549EC-8DC2-05D6-2003-C541A12B95F9}"/>
              </a:ext>
            </a:extLst>
          </p:cNvPr>
          <p:cNvCxnSpPr>
            <a:cxnSpLocks/>
          </p:cNvCxnSpPr>
          <p:nvPr/>
        </p:nvCxnSpPr>
        <p:spPr>
          <a:xfrm>
            <a:off x="1" y="169333"/>
            <a:ext cx="12229571" cy="0"/>
          </a:xfrm>
          <a:prstGeom prst="line">
            <a:avLst/>
          </a:prstGeom>
          <a:ln w="190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object 4">
            <a:extLst>
              <a:ext uri="{FF2B5EF4-FFF2-40B4-BE49-F238E27FC236}">
                <a16:creationId xmlns:a16="http://schemas.microsoft.com/office/drawing/2014/main" id="{35B88CBE-64E8-46FB-48E7-E570DE983617}"/>
              </a:ext>
            </a:extLst>
          </p:cNvPr>
          <p:cNvSpPr/>
          <p:nvPr/>
        </p:nvSpPr>
        <p:spPr>
          <a:xfrm rot="10247908" flipH="1">
            <a:off x="4106509" y="-4146683"/>
            <a:ext cx="8001039" cy="5749648"/>
          </a:xfrm>
          <a:custGeom>
            <a:avLst/>
            <a:gdLst>
              <a:gd name="connsiteX0" fmla="*/ 0 w 13940157"/>
              <a:gd name="connsiteY0" fmla="*/ 9200719 h 9456078"/>
              <a:gd name="connsiteX1" fmla="*/ 781360 w 13940157"/>
              <a:gd name="connsiteY1" fmla="*/ 9456078 h 9456078"/>
              <a:gd name="connsiteX2" fmla="*/ 831337 w 13940157"/>
              <a:gd name="connsiteY2" fmla="*/ 9455836 h 9456078"/>
              <a:gd name="connsiteX3" fmla="*/ 881253 w 13940157"/>
              <a:gd name="connsiteY3" fmla="*/ 9455111 h 9456078"/>
              <a:gd name="connsiteX4" fmla="*/ 931102 w 13940157"/>
              <a:gd name="connsiteY4" fmla="*/ 9453904 h 9456078"/>
              <a:gd name="connsiteX5" fmla="*/ 980884 w 13940157"/>
              <a:gd name="connsiteY5" fmla="*/ 9452217 h 9456078"/>
              <a:gd name="connsiteX6" fmla="*/ 1030594 w 13940157"/>
              <a:gd name="connsiteY6" fmla="*/ 9450052 h 9456078"/>
              <a:gd name="connsiteX7" fmla="*/ 1080230 w 13940157"/>
              <a:gd name="connsiteY7" fmla="*/ 9447409 h 9456078"/>
              <a:gd name="connsiteX8" fmla="*/ 1129789 w 13940157"/>
              <a:gd name="connsiteY8" fmla="*/ 9444290 h 9456078"/>
              <a:gd name="connsiteX9" fmla="*/ 1179267 w 13940157"/>
              <a:gd name="connsiteY9" fmla="*/ 9440698 h 9456078"/>
              <a:gd name="connsiteX10" fmla="*/ 1228662 w 13940157"/>
              <a:gd name="connsiteY10" fmla="*/ 9436632 h 9456078"/>
              <a:gd name="connsiteX11" fmla="*/ 1277970 w 13940157"/>
              <a:gd name="connsiteY11" fmla="*/ 9432096 h 9456078"/>
              <a:gd name="connsiteX12" fmla="*/ 1327189 w 13940157"/>
              <a:gd name="connsiteY12" fmla="*/ 9427089 h 9456078"/>
              <a:gd name="connsiteX13" fmla="*/ 1376316 w 13940157"/>
              <a:gd name="connsiteY13" fmla="*/ 9421615 h 9456078"/>
              <a:gd name="connsiteX14" fmla="*/ 1425347 w 13940157"/>
              <a:gd name="connsiteY14" fmla="*/ 9415673 h 9456078"/>
              <a:gd name="connsiteX15" fmla="*/ 1474280 w 13940157"/>
              <a:gd name="connsiteY15" fmla="*/ 9409267 h 9456078"/>
              <a:gd name="connsiteX16" fmla="*/ 1523111 w 13940157"/>
              <a:gd name="connsiteY16" fmla="*/ 9402396 h 9456078"/>
              <a:gd name="connsiteX17" fmla="*/ 1571838 w 13940157"/>
              <a:gd name="connsiteY17" fmla="*/ 9395063 h 9456078"/>
              <a:gd name="connsiteX18" fmla="*/ 1620458 w 13940157"/>
              <a:gd name="connsiteY18" fmla="*/ 9387270 h 9456078"/>
              <a:gd name="connsiteX19" fmla="*/ 1668967 w 13940157"/>
              <a:gd name="connsiteY19" fmla="*/ 9379017 h 9456078"/>
              <a:gd name="connsiteX20" fmla="*/ 1717362 w 13940157"/>
              <a:gd name="connsiteY20" fmla="*/ 9370306 h 9456078"/>
              <a:gd name="connsiteX21" fmla="*/ 1765641 w 13940157"/>
              <a:gd name="connsiteY21" fmla="*/ 9361139 h 9456078"/>
              <a:gd name="connsiteX22" fmla="*/ 1813800 w 13940157"/>
              <a:gd name="connsiteY22" fmla="*/ 9351517 h 9456078"/>
              <a:gd name="connsiteX23" fmla="*/ 1861837 w 13940157"/>
              <a:gd name="connsiteY23" fmla="*/ 9341441 h 9456078"/>
              <a:gd name="connsiteX24" fmla="*/ 1909749 w 13940157"/>
              <a:gd name="connsiteY24" fmla="*/ 9330914 h 9456078"/>
              <a:gd name="connsiteX25" fmla="*/ 1957532 w 13940157"/>
              <a:gd name="connsiteY25" fmla="*/ 9319936 h 9456078"/>
              <a:gd name="connsiteX26" fmla="*/ 2005183 w 13940157"/>
              <a:gd name="connsiteY26" fmla="*/ 9308509 h 9456078"/>
              <a:gd name="connsiteX27" fmla="*/ 2052699 w 13940157"/>
              <a:gd name="connsiteY27" fmla="*/ 9296635 h 9456078"/>
              <a:gd name="connsiteX28" fmla="*/ 2100079 w 13940157"/>
              <a:gd name="connsiteY28" fmla="*/ 9284315 h 9456078"/>
              <a:gd name="connsiteX29" fmla="*/ 2147317 w 13940157"/>
              <a:gd name="connsiteY29" fmla="*/ 9271550 h 9456078"/>
              <a:gd name="connsiteX30" fmla="*/ 2194412 w 13940157"/>
              <a:gd name="connsiteY30" fmla="*/ 9258342 h 9456078"/>
              <a:gd name="connsiteX31" fmla="*/ 2241360 w 13940157"/>
              <a:gd name="connsiteY31" fmla="*/ 9244693 h 9456078"/>
              <a:gd name="connsiteX32" fmla="*/ 2288159 w 13940157"/>
              <a:gd name="connsiteY32" fmla="*/ 9230604 h 9456078"/>
              <a:gd name="connsiteX33" fmla="*/ 2334805 w 13940157"/>
              <a:gd name="connsiteY33" fmla="*/ 9216076 h 9456078"/>
              <a:gd name="connsiteX34" fmla="*/ 2381295 w 13940157"/>
              <a:gd name="connsiteY34" fmla="*/ 9201111 h 9456078"/>
              <a:gd name="connsiteX35" fmla="*/ 2427627 w 13940157"/>
              <a:gd name="connsiteY35" fmla="*/ 9185710 h 9456078"/>
              <a:gd name="connsiteX36" fmla="*/ 2473797 w 13940157"/>
              <a:gd name="connsiteY36" fmla="*/ 9169876 h 9456078"/>
              <a:gd name="connsiteX37" fmla="*/ 2519802 w 13940157"/>
              <a:gd name="connsiteY37" fmla="*/ 9153608 h 9456078"/>
              <a:gd name="connsiteX38" fmla="*/ 2565640 w 13940157"/>
              <a:gd name="connsiteY38" fmla="*/ 9136910 h 9456078"/>
              <a:gd name="connsiteX39" fmla="*/ 2611307 w 13940157"/>
              <a:gd name="connsiteY39" fmla="*/ 9119782 h 9456078"/>
              <a:gd name="connsiteX40" fmla="*/ 2656800 w 13940157"/>
              <a:gd name="connsiteY40" fmla="*/ 9102226 h 9456078"/>
              <a:gd name="connsiteX41" fmla="*/ 2702116 w 13940157"/>
              <a:gd name="connsiteY41" fmla="*/ 9084243 h 9456078"/>
              <a:gd name="connsiteX42" fmla="*/ 2747253 w 13940157"/>
              <a:gd name="connsiteY42" fmla="*/ 9065835 h 9456078"/>
              <a:gd name="connsiteX43" fmla="*/ 2792207 w 13940157"/>
              <a:gd name="connsiteY43" fmla="*/ 9047004 h 9456078"/>
              <a:gd name="connsiteX44" fmla="*/ 2836975 w 13940157"/>
              <a:gd name="connsiteY44" fmla="*/ 9027750 h 9456078"/>
              <a:gd name="connsiteX45" fmla="*/ 2881555 w 13940157"/>
              <a:gd name="connsiteY45" fmla="*/ 9008075 h 9456078"/>
              <a:gd name="connsiteX46" fmla="*/ 2925942 w 13940157"/>
              <a:gd name="connsiteY46" fmla="*/ 8987981 h 9456078"/>
              <a:gd name="connsiteX47" fmla="*/ 2970135 w 13940157"/>
              <a:gd name="connsiteY47" fmla="*/ 8967470 h 9456078"/>
              <a:gd name="connsiteX48" fmla="*/ 3014130 w 13940157"/>
              <a:gd name="connsiteY48" fmla="*/ 8946542 h 9456078"/>
              <a:gd name="connsiteX49" fmla="*/ 3057924 w 13940157"/>
              <a:gd name="connsiteY49" fmla="*/ 8925199 h 9456078"/>
              <a:gd name="connsiteX50" fmla="*/ 3101514 w 13940157"/>
              <a:gd name="connsiteY50" fmla="*/ 8903443 h 9456078"/>
              <a:gd name="connsiteX51" fmla="*/ 3144898 w 13940157"/>
              <a:gd name="connsiteY51" fmla="*/ 8881275 h 9456078"/>
              <a:gd name="connsiteX52" fmla="*/ 3188071 w 13940157"/>
              <a:gd name="connsiteY52" fmla="*/ 8858697 h 9456078"/>
              <a:gd name="connsiteX53" fmla="*/ 3231032 w 13940157"/>
              <a:gd name="connsiteY53" fmla="*/ 8835710 h 9456078"/>
              <a:gd name="connsiteX54" fmla="*/ 3273777 w 13940157"/>
              <a:gd name="connsiteY54" fmla="*/ 8812316 h 9456078"/>
              <a:gd name="connsiteX55" fmla="*/ 3316303 w 13940157"/>
              <a:gd name="connsiteY55" fmla="*/ 8788516 h 9456078"/>
              <a:gd name="connsiteX56" fmla="*/ 3358607 w 13940157"/>
              <a:gd name="connsiteY56" fmla="*/ 8764311 h 9456078"/>
              <a:gd name="connsiteX57" fmla="*/ 3400686 w 13940157"/>
              <a:gd name="connsiteY57" fmla="*/ 8739704 h 9456078"/>
              <a:gd name="connsiteX58" fmla="*/ 3442537 w 13940157"/>
              <a:gd name="connsiteY58" fmla="*/ 8714695 h 9456078"/>
              <a:gd name="connsiteX59" fmla="*/ 3484157 w 13940157"/>
              <a:gd name="connsiteY59" fmla="*/ 8689286 h 9456078"/>
              <a:gd name="connsiteX60" fmla="*/ 3525543 w 13940157"/>
              <a:gd name="connsiteY60" fmla="*/ 8663479 h 9456078"/>
              <a:gd name="connsiteX61" fmla="*/ 3566693 w 13940157"/>
              <a:gd name="connsiteY61" fmla="*/ 8637274 h 9456078"/>
              <a:gd name="connsiteX62" fmla="*/ 3607602 w 13940157"/>
              <a:gd name="connsiteY62" fmla="*/ 8610675 h 9456078"/>
              <a:gd name="connsiteX63" fmla="*/ 3648268 w 13940157"/>
              <a:gd name="connsiteY63" fmla="*/ 8583681 h 9456078"/>
              <a:gd name="connsiteX64" fmla="*/ 3688689 w 13940157"/>
              <a:gd name="connsiteY64" fmla="*/ 8556295 h 9456078"/>
              <a:gd name="connsiteX65" fmla="*/ 3728860 w 13940157"/>
              <a:gd name="connsiteY65" fmla="*/ 8528517 h 9456078"/>
              <a:gd name="connsiteX66" fmla="*/ 3768779 w 13940157"/>
              <a:gd name="connsiteY66" fmla="*/ 8500351 h 9456078"/>
              <a:gd name="connsiteX67" fmla="*/ 3808443 w 13940157"/>
              <a:gd name="connsiteY67" fmla="*/ 8471796 h 9456078"/>
              <a:gd name="connsiteX68" fmla="*/ 3847849 w 13940157"/>
              <a:gd name="connsiteY68" fmla="*/ 8442854 h 9456078"/>
              <a:gd name="connsiteX69" fmla="*/ 3886994 w 13940157"/>
              <a:gd name="connsiteY69" fmla="*/ 8413528 h 9456078"/>
              <a:gd name="connsiteX70" fmla="*/ 3925875 w 13940157"/>
              <a:gd name="connsiteY70" fmla="*/ 8383818 h 9456078"/>
              <a:gd name="connsiteX71" fmla="*/ 3964489 w 13940157"/>
              <a:gd name="connsiteY71" fmla="*/ 8353726 h 9456078"/>
              <a:gd name="connsiteX72" fmla="*/ 4002833 w 13940157"/>
              <a:gd name="connsiteY72" fmla="*/ 8323253 h 9456078"/>
              <a:gd name="connsiteX73" fmla="*/ 4040904 w 13940157"/>
              <a:gd name="connsiteY73" fmla="*/ 8292401 h 9456078"/>
              <a:gd name="connsiteX74" fmla="*/ 4078699 w 13940157"/>
              <a:gd name="connsiteY74" fmla="*/ 8261172 h 9456078"/>
              <a:gd name="connsiteX75" fmla="*/ 4116214 w 13940157"/>
              <a:gd name="connsiteY75" fmla="*/ 8229566 h 9456078"/>
              <a:gd name="connsiteX76" fmla="*/ 4153447 w 13940157"/>
              <a:gd name="connsiteY76" fmla="*/ 8197585 h 9456078"/>
              <a:gd name="connsiteX77" fmla="*/ 4190395 w 13940157"/>
              <a:gd name="connsiteY77" fmla="*/ 8165232 h 9456078"/>
              <a:gd name="connsiteX78" fmla="*/ 4227055 w 13940157"/>
              <a:gd name="connsiteY78" fmla="*/ 8132507 h 9456078"/>
              <a:gd name="connsiteX79" fmla="*/ 4263424 w 13940157"/>
              <a:gd name="connsiteY79" fmla="*/ 8099411 h 9456078"/>
              <a:gd name="connsiteX80" fmla="*/ 4299499 w 13940157"/>
              <a:gd name="connsiteY80" fmla="*/ 8065947 h 9456078"/>
              <a:gd name="connsiteX81" fmla="*/ 4335276 w 13940157"/>
              <a:gd name="connsiteY81" fmla="*/ 8032115 h 9456078"/>
              <a:gd name="connsiteX82" fmla="*/ 4370753 w 13940157"/>
              <a:gd name="connsiteY82" fmla="*/ 7997918 h 9456078"/>
              <a:gd name="connsiteX83" fmla="*/ 4405927 w 13940157"/>
              <a:gd name="connsiteY83" fmla="*/ 7963356 h 9456078"/>
              <a:gd name="connsiteX84" fmla="*/ 4440795 w 13940157"/>
              <a:gd name="connsiteY84" fmla="*/ 7928432 h 9456078"/>
              <a:gd name="connsiteX85" fmla="*/ 4475354 w 13940157"/>
              <a:gd name="connsiteY85" fmla="*/ 7893146 h 9456078"/>
              <a:gd name="connsiteX86" fmla="*/ 4509600 w 13940157"/>
              <a:gd name="connsiteY86" fmla="*/ 7857501 h 9456078"/>
              <a:gd name="connsiteX87" fmla="*/ 4543531 w 13940157"/>
              <a:gd name="connsiteY87" fmla="*/ 7821497 h 9456078"/>
              <a:gd name="connsiteX88" fmla="*/ 4577143 w 13940157"/>
              <a:gd name="connsiteY88" fmla="*/ 7785136 h 9456078"/>
              <a:gd name="connsiteX89" fmla="*/ 4610435 w 13940157"/>
              <a:gd name="connsiteY89" fmla="*/ 7748420 h 9456078"/>
              <a:gd name="connsiteX90" fmla="*/ 4643402 w 13940157"/>
              <a:gd name="connsiteY90" fmla="*/ 7711350 h 9456078"/>
              <a:gd name="connsiteX91" fmla="*/ 4676042 w 13940157"/>
              <a:gd name="connsiteY91" fmla="*/ 7673928 h 9456078"/>
              <a:gd name="connsiteX92" fmla="*/ 4708351 w 13940157"/>
              <a:gd name="connsiteY92" fmla="*/ 7636155 h 9456078"/>
              <a:gd name="connsiteX93" fmla="*/ 4740327 w 13940157"/>
              <a:gd name="connsiteY93" fmla="*/ 7598032 h 9456078"/>
              <a:gd name="connsiteX94" fmla="*/ 4771967 w 13940157"/>
              <a:gd name="connsiteY94" fmla="*/ 7559561 h 9456078"/>
              <a:gd name="connsiteX95" fmla="*/ 4803267 w 13940157"/>
              <a:gd name="connsiteY95" fmla="*/ 7520744 h 9456078"/>
              <a:gd name="connsiteX96" fmla="*/ 4834225 w 13940157"/>
              <a:gd name="connsiteY96" fmla="*/ 7481582 h 9456078"/>
              <a:gd name="connsiteX97" fmla="*/ 4864838 w 13940157"/>
              <a:gd name="connsiteY97" fmla="*/ 7442077 h 9456078"/>
              <a:gd name="connsiteX98" fmla="*/ 8803671 w 13940157"/>
              <a:gd name="connsiteY98" fmla="*/ 2307814 h 9456078"/>
              <a:gd name="connsiteX99" fmla="*/ 8834262 w 13940157"/>
              <a:gd name="connsiteY99" fmla="*/ 2268285 h 9456078"/>
              <a:gd name="connsiteX100" fmla="*/ 8865156 w 13940157"/>
              <a:gd name="connsiteY100" fmla="*/ 2229056 h 9456078"/>
              <a:gd name="connsiteX101" fmla="*/ 8896349 w 13940157"/>
              <a:gd name="connsiteY101" fmla="*/ 2190127 h 9456078"/>
              <a:gd name="connsiteX102" fmla="*/ 8927839 w 13940157"/>
              <a:gd name="connsiteY102" fmla="*/ 2151500 h 9456078"/>
              <a:gd name="connsiteX103" fmla="*/ 8959624 w 13940157"/>
              <a:gd name="connsiteY103" fmla="*/ 2113176 h 9456078"/>
              <a:gd name="connsiteX104" fmla="*/ 8991701 w 13940157"/>
              <a:gd name="connsiteY104" fmla="*/ 2075157 h 9456078"/>
              <a:gd name="connsiteX105" fmla="*/ 9024069 w 13940157"/>
              <a:gd name="connsiteY105" fmla="*/ 2037442 h 9456078"/>
              <a:gd name="connsiteX106" fmla="*/ 9056725 w 13940157"/>
              <a:gd name="connsiteY106" fmla="*/ 2000034 h 9456078"/>
              <a:gd name="connsiteX107" fmla="*/ 9089667 w 13940157"/>
              <a:gd name="connsiteY107" fmla="*/ 1962934 h 9456078"/>
              <a:gd name="connsiteX108" fmla="*/ 9122892 w 13940157"/>
              <a:gd name="connsiteY108" fmla="*/ 1926142 h 9456078"/>
              <a:gd name="connsiteX109" fmla="*/ 9156398 w 13940157"/>
              <a:gd name="connsiteY109" fmla="*/ 1889660 h 9456078"/>
              <a:gd name="connsiteX110" fmla="*/ 9190183 w 13940157"/>
              <a:gd name="connsiteY110" fmla="*/ 1853489 h 9456078"/>
              <a:gd name="connsiteX111" fmla="*/ 9224245 w 13940157"/>
              <a:gd name="connsiteY111" fmla="*/ 1817630 h 9456078"/>
              <a:gd name="connsiteX112" fmla="*/ 9258581 w 13940157"/>
              <a:gd name="connsiteY112" fmla="*/ 1782084 h 9456078"/>
              <a:gd name="connsiteX113" fmla="*/ 9293189 w 13940157"/>
              <a:gd name="connsiteY113" fmla="*/ 1746853 h 9456078"/>
              <a:gd name="connsiteX114" fmla="*/ 9328066 w 13940157"/>
              <a:gd name="connsiteY114" fmla="*/ 1711937 h 9456078"/>
              <a:gd name="connsiteX115" fmla="*/ 9363211 w 13940157"/>
              <a:gd name="connsiteY115" fmla="*/ 1677337 h 9456078"/>
              <a:gd name="connsiteX116" fmla="*/ 9398621 w 13940157"/>
              <a:gd name="connsiteY116" fmla="*/ 1643056 h 9456078"/>
              <a:gd name="connsiteX117" fmla="*/ 9434294 w 13940157"/>
              <a:gd name="connsiteY117" fmla="*/ 1609093 h 9456078"/>
              <a:gd name="connsiteX118" fmla="*/ 9470227 w 13940157"/>
              <a:gd name="connsiteY118" fmla="*/ 1575450 h 9456078"/>
              <a:gd name="connsiteX119" fmla="*/ 9506418 w 13940157"/>
              <a:gd name="connsiteY119" fmla="*/ 1542128 h 9456078"/>
              <a:gd name="connsiteX120" fmla="*/ 9542866 w 13940157"/>
              <a:gd name="connsiteY120" fmla="*/ 1509129 h 9456078"/>
              <a:gd name="connsiteX121" fmla="*/ 9579567 w 13940157"/>
              <a:gd name="connsiteY121" fmla="*/ 1476452 h 9456078"/>
              <a:gd name="connsiteX122" fmla="*/ 9616519 w 13940157"/>
              <a:gd name="connsiteY122" fmla="*/ 1444101 h 9456078"/>
              <a:gd name="connsiteX123" fmla="*/ 9653720 w 13940157"/>
              <a:gd name="connsiteY123" fmla="*/ 1412075 h 9456078"/>
              <a:gd name="connsiteX124" fmla="*/ 9691168 w 13940157"/>
              <a:gd name="connsiteY124" fmla="*/ 1380375 h 9456078"/>
              <a:gd name="connsiteX125" fmla="*/ 9728861 w 13940157"/>
              <a:gd name="connsiteY125" fmla="*/ 1349004 h 9456078"/>
              <a:gd name="connsiteX126" fmla="*/ 9766795 w 13940157"/>
              <a:gd name="connsiteY126" fmla="*/ 1317962 h 9456078"/>
              <a:gd name="connsiteX127" fmla="*/ 9804970 w 13940157"/>
              <a:gd name="connsiteY127" fmla="*/ 1287250 h 9456078"/>
              <a:gd name="connsiteX128" fmla="*/ 9843382 w 13940157"/>
              <a:gd name="connsiteY128" fmla="*/ 1256869 h 9456078"/>
              <a:gd name="connsiteX129" fmla="*/ 9882029 w 13940157"/>
              <a:gd name="connsiteY129" fmla="*/ 1226820 h 9456078"/>
              <a:gd name="connsiteX130" fmla="*/ 9920909 w 13940157"/>
              <a:gd name="connsiteY130" fmla="*/ 1197105 h 9456078"/>
              <a:gd name="connsiteX131" fmla="*/ 9960020 w 13940157"/>
              <a:gd name="connsiteY131" fmla="*/ 1167725 h 9456078"/>
              <a:gd name="connsiteX132" fmla="*/ 9999359 w 13940157"/>
              <a:gd name="connsiteY132" fmla="*/ 1138681 h 9456078"/>
              <a:gd name="connsiteX133" fmla="*/ 10038924 w 13940157"/>
              <a:gd name="connsiteY133" fmla="*/ 1109974 h 9456078"/>
              <a:gd name="connsiteX134" fmla="*/ 10078713 w 13940157"/>
              <a:gd name="connsiteY134" fmla="*/ 1081604 h 9456078"/>
              <a:gd name="connsiteX135" fmla="*/ 10118724 w 13940157"/>
              <a:gd name="connsiteY135" fmla="*/ 1053574 h 9456078"/>
              <a:gd name="connsiteX136" fmla="*/ 10158954 w 13940157"/>
              <a:gd name="connsiteY136" fmla="*/ 1025884 h 9456078"/>
              <a:gd name="connsiteX137" fmla="*/ 10199400 w 13940157"/>
              <a:gd name="connsiteY137" fmla="*/ 998536 h 9456078"/>
              <a:gd name="connsiteX138" fmla="*/ 10240062 w 13940157"/>
              <a:gd name="connsiteY138" fmla="*/ 971530 h 9456078"/>
              <a:gd name="connsiteX139" fmla="*/ 10280935 w 13940157"/>
              <a:gd name="connsiteY139" fmla="*/ 944868 h 9456078"/>
              <a:gd name="connsiteX140" fmla="*/ 10322019 w 13940157"/>
              <a:gd name="connsiteY140" fmla="*/ 918551 h 9456078"/>
              <a:gd name="connsiteX141" fmla="*/ 10363310 w 13940157"/>
              <a:gd name="connsiteY141" fmla="*/ 892580 h 9456078"/>
              <a:gd name="connsiteX142" fmla="*/ 10404807 w 13940157"/>
              <a:gd name="connsiteY142" fmla="*/ 866956 h 9456078"/>
              <a:gd name="connsiteX143" fmla="*/ 10446507 w 13940157"/>
              <a:gd name="connsiteY143" fmla="*/ 841681 h 9456078"/>
              <a:gd name="connsiteX144" fmla="*/ 10488408 w 13940157"/>
              <a:gd name="connsiteY144" fmla="*/ 816754 h 9456078"/>
              <a:gd name="connsiteX145" fmla="*/ 10530507 w 13940157"/>
              <a:gd name="connsiteY145" fmla="*/ 792179 h 9456078"/>
              <a:gd name="connsiteX146" fmla="*/ 10572803 w 13940157"/>
              <a:gd name="connsiteY146" fmla="*/ 767955 h 9456078"/>
              <a:gd name="connsiteX147" fmla="*/ 10615292 w 13940157"/>
              <a:gd name="connsiteY147" fmla="*/ 744083 h 9456078"/>
              <a:gd name="connsiteX148" fmla="*/ 10657973 w 13940157"/>
              <a:gd name="connsiteY148" fmla="*/ 720566 h 9456078"/>
              <a:gd name="connsiteX149" fmla="*/ 10700844 w 13940157"/>
              <a:gd name="connsiteY149" fmla="*/ 697404 h 9456078"/>
              <a:gd name="connsiteX150" fmla="*/ 10743902 w 13940157"/>
              <a:gd name="connsiteY150" fmla="*/ 674598 h 9456078"/>
              <a:gd name="connsiteX151" fmla="*/ 10787144 w 13940157"/>
              <a:gd name="connsiteY151" fmla="*/ 652149 h 9456078"/>
              <a:gd name="connsiteX152" fmla="*/ 10830569 w 13940157"/>
              <a:gd name="connsiteY152" fmla="*/ 630059 h 9456078"/>
              <a:gd name="connsiteX153" fmla="*/ 10874174 w 13940157"/>
              <a:gd name="connsiteY153" fmla="*/ 608328 h 9456078"/>
              <a:gd name="connsiteX154" fmla="*/ 10917957 w 13940157"/>
              <a:gd name="connsiteY154" fmla="*/ 586958 h 9456078"/>
              <a:gd name="connsiteX155" fmla="*/ 10961916 w 13940157"/>
              <a:gd name="connsiteY155" fmla="*/ 565950 h 9456078"/>
              <a:gd name="connsiteX156" fmla="*/ 11006048 w 13940157"/>
              <a:gd name="connsiteY156" fmla="*/ 545304 h 9456078"/>
              <a:gd name="connsiteX157" fmla="*/ 11050351 w 13940157"/>
              <a:gd name="connsiteY157" fmla="*/ 525023 h 9456078"/>
              <a:gd name="connsiteX158" fmla="*/ 11094823 w 13940157"/>
              <a:gd name="connsiteY158" fmla="*/ 505107 h 9456078"/>
              <a:gd name="connsiteX159" fmla="*/ 11139461 w 13940157"/>
              <a:gd name="connsiteY159" fmla="*/ 485558 h 9456078"/>
              <a:gd name="connsiteX160" fmla="*/ 11184263 w 13940157"/>
              <a:gd name="connsiteY160" fmla="*/ 466376 h 9456078"/>
              <a:gd name="connsiteX161" fmla="*/ 11229228 w 13940157"/>
              <a:gd name="connsiteY161" fmla="*/ 447563 h 9456078"/>
              <a:gd name="connsiteX162" fmla="*/ 11274351 w 13940157"/>
              <a:gd name="connsiteY162" fmla="*/ 429119 h 9456078"/>
              <a:gd name="connsiteX163" fmla="*/ 11319632 w 13940157"/>
              <a:gd name="connsiteY163" fmla="*/ 411046 h 9456078"/>
              <a:gd name="connsiteX164" fmla="*/ 11365068 w 13940157"/>
              <a:gd name="connsiteY164" fmla="*/ 393346 h 9456078"/>
              <a:gd name="connsiteX165" fmla="*/ 11410657 w 13940157"/>
              <a:gd name="connsiteY165" fmla="*/ 376018 h 9456078"/>
              <a:gd name="connsiteX166" fmla="*/ 11456396 w 13940157"/>
              <a:gd name="connsiteY166" fmla="*/ 359065 h 9456078"/>
              <a:gd name="connsiteX167" fmla="*/ 11502283 w 13940157"/>
              <a:gd name="connsiteY167" fmla="*/ 342487 h 9456078"/>
              <a:gd name="connsiteX168" fmla="*/ 11548316 w 13940157"/>
              <a:gd name="connsiteY168" fmla="*/ 326286 h 9456078"/>
              <a:gd name="connsiteX169" fmla="*/ 11594492 w 13940157"/>
              <a:gd name="connsiteY169" fmla="*/ 310462 h 9456078"/>
              <a:gd name="connsiteX170" fmla="*/ 11640810 w 13940157"/>
              <a:gd name="connsiteY170" fmla="*/ 295018 h 9456078"/>
              <a:gd name="connsiteX171" fmla="*/ 11687267 w 13940157"/>
              <a:gd name="connsiteY171" fmla="*/ 279953 h 9456078"/>
              <a:gd name="connsiteX172" fmla="*/ 11733860 w 13940157"/>
              <a:gd name="connsiteY172" fmla="*/ 265269 h 9456078"/>
              <a:gd name="connsiteX173" fmla="*/ 11780587 w 13940157"/>
              <a:gd name="connsiteY173" fmla="*/ 250968 h 9456078"/>
              <a:gd name="connsiteX174" fmla="*/ 11827447 w 13940157"/>
              <a:gd name="connsiteY174" fmla="*/ 237049 h 9456078"/>
              <a:gd name="connsiteX175" fmla="*/ 11874436 w 13940157"/>
              <a:gd name="connsiteY175" fmla="*/ 223516 h 9456078"/>
              <a:gd name="connsiteX176" fmla="*/ 11921553 w 13940157"/>
              <a:gd name="connsiteY176" fmla="*/ 210368 h 9456078"/>
              <a:gd name="connsiteX177" fmla="*/ 11968794 w 13940157"/>
              <a:gd name="connsiteY177" fmla="*/ 197606 h 9456078"/>
              <a:gd name="connsiteX178" fmla="*/ 12016159 w 13940157"/>
              <a:gd name="connsiteY178" fmla="*/ 185233 h 9456078"/>
              <a:gd name="connsiteX179" fmla="*/ 12063644 w 13940157"/>
              <a:gd name="connsiteY179" fmla="*/ 173248 h 9456078"/>
              <a:gd name="connsiteX180" fmla="*/ 12111248 w 13940157"/>
              <a:gd name="connsiteY180" fmla="*/ 161654 h 9456078"/>
              <a:gd name="connsiteX181" fmla="*/ 12158967 w 13940157"/>
              <a:gd name="connsiteY181" fmla="*/ 150451 h 9456078"/>
              <a:gd name="connsiteX182" fmla="*/ 12206800 w 13940157"/>
              <a:gd name="connsiteY182" fmla="*/ 139640 h 9456078"/>
              <a:gd name="connsiteX183" fmla="*/ 12254745 w 13940157"/>
              <a:gd name="connsiteY183" fmla="*/ 129223 h 9456078"/>
              <a:gd name="connsiteX184" fmla="*/ 12302799 w 13940157"/>
              <a:gd name="connsiteY184" fmla="*/ 119201 h 9456078"/>
              <a:gd name="connsiteX185" fmla="*/ 12350959 w 13940157"/>
              <a:gd name="connsiteY185" fmla="*/ 109574 h 9456078"/>
              <a:gd name="connsiteX186" fmla="*/ 12399224 w 13940157"/>
              <a:gd name="connsiteY186" fmla="*/ 100344 h 9456078"/>
              <a:gd name="connsiteX187" fmla="*/ 12447591 w 13940157"/>
              <a:gd name="connsiteY187" fmla="*/ 91512 h 9456078"/>
              <a:gd name="connsiteX188" fmla="*/ 12496058 w 13940157"/>
              <a:gd name="connsiteY188" fmla="*/ 83080 h 9456078"/>
              <a:gd name="connsiteX189" fmla="*/ 12544623 w 13940157"/>
              <a:gd name="connsiteY189" fmla="*/ 75047 h 9456078"/>
              <a:gd name="connsiteX190" fmla="*/ 12593283 w 13940157"/>
              <a:gd name="connsiteY190" fmla="*/ 67417 h 9456078"/>
              <a:gd name="connsiteX191" fmla="*/ 12642036 w 13940157"/>
              <a:gd name="connsiteY191" fmla="*/ 60188 h 9456078"/>
              <a:gd name="connsiteX192" fmla="*/ 12690879 w 13940157"/>
              <a:gd name="connsiteY192" fmla="*/ 53364 h 9456078"/>
              <a:gd name="connsiteX193" fmla="*/ 12739811 w 13940157"/>
              <a:gd name="connsiteY193" fmla="*/ 46944 h 9456078"/>
              <a:gd name="connsiteX194" fmla="*/ 12788830 w 13940157"/>
              <a:gd name="connsiteY194" fmla="*/ 40931 h 9456078"/>
              <a:gd name="connsiteX195" fmla="*/ 12837932 w 13940157"/>
              <a:gd name="connsiteY195" fmla="*/ 35324 h 9456078"/>
              <a:gd name="connsiteX196" fmla="*/ 12887116 w 13940157"/>
              <a:gd name="connsiteY196" fmla="*/ 30126 h 9456078"/>
              <a:gd name="connsiteX197" fmla="*/ 12936379 w 13940157"/>
              <a:gd name="connsiteY197" fmla="*/ 25337 h 9456078"/>
              <a:gd name="connsiteX198" fmla="*/ 12985719 w 13940157"/>
              <a:gd name="connsiteY198" fmla="*/ 20958 h 9456078"/>
              <a:gd name="connsiteX199" fmla="*/ 13035133 w 13940157"/>
              <a:gd name="connsiteY199" fmla="*/ 16991 h 9456078"/>
              <a:gd name="connsiteX200" fmla="*/ 13084620 w 13940157"/>
              <a:gd name="connsiteY200" fmla="*/ 13437 h 9456078"/>
              <a:gd name="connsiteX201" fmla="*/ 13134178 w 13940157"/>
              <a:gd name="connsiteY201" fmla="*/ 10297 h 9456078"/>
              <a:gd name="connsiteX202" fmla="*/ 13183803 w 13940157"/>
              <a:gd name="connsiteY202" fmla="*/ 7572 h 9456078"/>
              <a:gd name="connsiteX203" fmla="*/ 13233493 w 13940157"/>
              <a:gd name="connsiteY203" fmla="*/ 5263 h 9456078"/>
              <a:gd name="connsiteX204" fmla="*/ 13283247 w 13940157"/>
              <a:gd name="connsiteY204" fmla="*/ 3371 h 9456078"/>
              <a:gd name="connsiteX205" fmla="*/ 13333061 w 13940157"/>
              <a:gd name="connsiteY205" fmla="*/ 1898 h 9456078"/>
              <a:gd name="connsiteX206" fmla="*/ 13382934 w 13940157"/>
              <a:gd name="connsiteY206" fmla="*/ 844 h 9456078"/>
              <a:gd name="connsiteX207" fmla="*/ 13432864 w 13940157"/>
              <a:gd name="connsiteY207" fmla="*/ 211 h 9456078"/>
              <a:gd name="connsiteX208" fmla="*/ 13482847 w 13940157"/>
              <a:gd name="connsiteY208" fmla="*/ 0 h 9456078"/>
              <a:gd name="connsiteX209" fmla="*/ 13940158 w 13940157"/>
              <a:gd name="connsiteY209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49234 w 13158799"/>
              <a:gd name="connsiteY5" fmla="*/ 9450052 h 9456078"/>
              <a:gd name="connsiteX6" fmla="*/ 298870 w 13158799"/>
              <a:gd name="connsiteY6" fmla="*/ 9447409 h 9456078"/>
              <a:gd name="connsiteX7" fmla="*/ 348429 w 13158799"/>
              <a:gd name="connsiteY7" fmla="*/ 9444290 h 9456078"/>
              <a:gd name="connsiteX8" fmla="*/ 397907 w 13158799"/>
              <a:gd name="connsiteY8" fmla="*/ 9440698 h 9456078"/>
              <a:gd name="connsiteX9" fmla="*/ 447302 w 13158799"/>
              <a:gd name="connsiteY9" fmla="*/ 9436632 h 9456078"/>
              <a:gd name="connsiteX10" fmla="*/ 496610 w 13158799"/>
              <a:gd name="connsiteY10" fmla="*/ 9432096 h 9456078"/>
              <a:gd name="connsiteX11" fmla="*/ 545829 w 13158799"/>
              <a:gd name="connsiteY11" fmla="*/ 9427089 h 9456078"/>
              <a:gd name="connsiteX12" fmla="*/ 594956 w 13158799"/>
              <a:gd name="connsiteY12" fmla="*/ 9421615 h 9456078"/>
              <a:gd name="connsiteX13" fmla="*/ 643987 w 13158799"/>
              <a:gd name="connsiteY13" fmla="*/ 9415673 h 9456078"/>
              <a:gd name="connsiteX14" fmla="*/ 692920 w 13158799"/>
              <a:gd name="connsiteY14" fmla="*/ 9409267 h 9456078"/>
              <a:gd name="connsiteX15" fmla="*/ 741751 w 13158799"/>
              <a:gd name="connsiteY15" fmla="*/ 9402396 h 9456078"/>
              <a:gd name="connsiteX16" fmla="*/ 790478 w 13158799"/>
              <a:gd name="connsiteY16" fmla="*/ 9395063 h 9456078"/>
              <a:gd name="connsiteX17" fmla="*/ 839098 w 13158799"/>
              <a:gd name="connsiteY17" fmla="*/ 9387270 h 9456078"/>
              <a:gd name="connsiteX18" fmla="*/ 887607 w 13158799"/>
              <a:gd name="connsiteY18" fmla="*/ 9379017 h 9456078"/>
              <a:gd name="connsiteX19" fmla="*/ 936002 w 13158799"/>
              <a:gd name="connsiteY19" fmla="*/ 9370306 h 9456078"/>
              <a:gd name="connsiteX20" fmla="*/ 984281 w 13158799"/>
              <a:gd name="connsiteY20" fmla="*/ 9361139 h 9456078"/>
              <a:gd name="connsiteX21" fmla="*/ 1032440 w 13158799"/>
              <a:gd name="connsiteY21" fmla="*/ 9351517 h 9456078"/>
              <a:gd name="connsiteX22" fmla="*/ 1080477 w 13158799"/>
              <a:gd name="connsiteY22" fmla="*/ 9341441 h 9456078"/>
              <a:gd name="connsiteX23" fmla="*/ 1128389 w 13158799"/>
              <a:gd name="connsiteY23" fmla="*/ 9330914 h 9456078"/>
              <a:gd name="connsiteX24" fmla="*/ 1176172 w 13158799"/>
              <a:gd name="connsiteY24" fmla="*/ 9319936 h 9456078"/>
              <a:gd name="connsiteX25" fmla="*/ 1223823 w 13158799"/>
              <a:gd name="connsiteY25" fmla="*/ 9308509 h 9456078"/>
              <a:gd name="connsiteX26" fmla="*/ 1271339 w 13158799"/>
              <a:gd name="connsiteY26" fmla="*/ 9296635 h 9456078"/>
              <a:gd name="connsiteX27" fmla="*/ 1318719 w 13158799"/>
              <a:gd name="connsiteY27" fmla="*/ 9284315 h 9456078"/>
              <a:gd name="connsiteX28" fmla="*/ 1365957 w 13158799"/>
              <a:gd name="connsiteY28" fmla="*/ 9271550 h 9456078"/>
              <a:gd name="connsiteX29" fmla="*/ 1413052 w 13158799"/>
              <a:gd name="connsiteY29" fmla="*/ 9258342 h 9456078"/>
              <a:gd name="connsiteX30" fmla="*/ 1460000 w 13158799"/>
              <a:gd name="connsiteY30" fmla="*/ 9244693 h 9456078"/>
              <a:gd name="connsiteX31" fmla="*/ 1506799 w 13158799"/>
              <a:gd name="connsiteY31" fmla="*/ 9230604 h 9456078"/>
              <a:gd name="connsiteX32" fmla="*/ 1553445 w 13158799"/>
              <a:gd name="connsiteY32" fmla="*/ 9216076 h 9456078"/>
              <a:gd name="connsiteX33" fmla="*/ 1599935 w 13158799"/>
              <a:gd name="connsiteY33" fmla="*/ 9201111 h 9456078"/>
              <a:gd name="connsiteX34" fmla="*/ 1646267 w 13158799"/>
              <a:gd name="connsiteY34" fmla="*/ 9185710 h 9456078"/>
              <a:gd name="connsiteX35" fmla="*/ 1692437 w 13158799"/>
              <a:gd name="connsiteY35" fmla="*/ 9169876 h 9456078"/>
              <a:gd name="connsiteX36" fmla="*/ 1738442 w 13158799"/>
              <a:gd name="connsiteY36" fmla="*/ 9153608 h 9456078"/>
              <a:gd name="connsiteX37" fmla="*/ 1784280 w 13158799"/>
              <a:gd name="connsiteY37" fmla="*/ 9136910 h 9456078"/>
              <a:gd name="connsiteX38" fmla="*/ 1829947 w 13158799"/>
              <a:gd name="connsiteY38" fmla="*/ 9119782 h 9456078"/>
              <a:gd name="connsiteX39" fmla="*/ 1875440 w 13158799"/>
              <a:gd name="connsiteY39" fmla="*/ 9102226 h 9456078"/>
              <a:gd name="connsiteX40" fmla="*/ 1920756 w 13158799"/>
              <a:gd name="connsiteY40" fmla="*/ 9084243 h 9456078"/>
              <a:gd name="connsiteX41" fmla="*/ 1965893 w 13158799"/>
              <a:gd name="connsiteY41" fmla="*/ 9065835 h 9456078"/>
              <a:gd name="connsiteX42" fmla="*/ 2010847 w 13158799"/>
              <a:gd name="connsiteY42" fmla="*/ 9047004 h 9456078"/>
              <a:gd name="connsiteX43" fmla="*/ 2055615 w 13158799"/>
              <a:gd name="connsiteY43" fmla="*/ 9027750 h 9456078"/>
              <a:gd name="connsiteX44" fmla="*/ 2100195 w 13158799"/>
              <a:gd name="connsiteY44" fmla="*/ 9008075 h 9456078"/>
              <a:gd name="connsiteX45" fmla="*/ 2144582 w 13158799"/>
              <a:gd name="connsiteY45" fmla="*/ 8987981 h 9456078"/>
              <a:gd name="connsiteX46" fmla="*/ 2188775 w 13158799"/>
              <a:gd name="connsiteY46" fmla="*/ 8967470 h 9456078"/>
              <a:gd name="connsiteX47" fmla="*/ 2232770 w 13158799"/>
              <a:gd name="connsiteY47" fmla="*/ 8946542 h 9456078"/>
              <a:gd name="connsiteX48" fmla="*/ 2276564 w 13158799"/>
              <a:gd name="connsiteY48" fmla="*/ 8925199 h 9456078"/>
              <a:gd name="connsiteX49" fmla="*/ 2320154 w 13158799"/>
              <a:gd name="connsiteY49" fmla="*/ 8903443 h 9456078"/>
              <a:gd name="connsiteX50" fmla="*/ 2363538 w 13158799"/>
              <a:gd name="connsiteY50" fmla="*/ 8881275 h 9456078"/>
              <a:gd name="connsiteX51" fmla="*/ 2406711 w 13158799"/>
              <a:gd name="connsiteY51" fmla="*/ 8858697 h 9456078"/>
              <a:gd name="connsiteX52" fmla="*/ 2449672 w 13158799"/>
              <a:gd name="connsiteY52" fmla="*/ 8835710 h 9456078"/>
              <a:gd name="connsiteX53" fmla="*/ 2492417 w 13158799"/>
              <a:gd name="connsiteY53" fmla="*/ 8812316 h 9456078"/>
              <a:gd name="connsiteX54" fmla="*/ 2534943 w 13158799"/>
              <a:gd name="connsiteY54" fmla="*/ 8788516 h 9456078"/>
              <a:gd name="connsiteX55" fmla="*/ 2577247 w 13158799"/>
              <a:gd name="connsiteY55" fmla="*/ 8764311 h 9456078"/>
              <a:gd name="connsiteX56" fmla="*/ 2619326 w 13158799"/>
              <a:gd name="connsiteY56" fmla="*/ 8739704 h 9456078"/>
              <a:gd name="connsiteX57" fmla="*/ 2661177 w 13158799"/>
              <a:gd name="connsiteY57" fmla="*/ 8714695 h 9456078"/>
              <a:gd name="connsiteX58" fmla="*/ 2702797 w 13158799"/>
              <a:gd name="connsiteY58" fmla="*/ 8689286 h 9456078"/>
              <a:gd name="connsiteX59" fmla="*/ 2744183 w 13158799"/>
              <a:gd name="connsiteY59" fmla="*/ 8663479 h 9456078"/>
              <a:gd name="connsiteX60" fmla="*/ 2785333 w 13158799"/>
              <a:gd name="connsiteY60" fmla="*/ 8637274 h 9456078"/>
              <a:gd name="connsiteX61" fmla="*/ 2826242 w 13158799"/>
              <a:gd name="connsiteY61" fmla="*/ 8610675 h 9456078"/>
              <a:gd name="connsiteX62" fmla="*/ 2866908 w 13158799"/>
              <a:gd name="connsiteY62" fmla="*/ 8583681 h 9456078"/>
              <a:gd name="connsiteX63" fmla="*/ 2907329 w 13158799"/>
              <a:gd name="connsiteY63" fmla="*/ 8556295 h 9456078"/>
              <a:gd name="connsiteX64" fmla="*/ 2947500 w 13158799"/>
              <a:gd name="connsiteY64" fmla="*/ 8528517 h 9456078"/>
              <a:gd name="connsiteX65" fmla="*/ 2987419 w 13158799"/>
              <a:gd name="connsiteY65" fmla="*/ 8500351 h 9456078"/>
              <a:gd name="connsiteX66" fmla="*/ 3027083 w 13158799"/>
              <a:gd name="connsiteY66" fmla="*/ 8471796 h 9456078"/>
              <a:gd name="connsiteX67" fmla="*/ 3066489 w 13158799"/>
              <a:gd name="connsiteY67" fmla="*/ 8442854 h 9456078"/>
              <a:gd name="connsiteX68" fmla="*/ 3105634 w 13158799"/>
              <a:gd name="connsiteY68" fmla="*/ 8413528 h 9456078"/>
              <a:gd name="connsiteX69" fmla="*/ 3144515 w 13158799"/>
              <a:gd name="connsiteY69" fmla="*/ 8383818 h 9456078"/>
              <a:gd name="connsiteX70" fmla="*/ 3183129 w 13158799"/>
              <a:gd name="connsiteY70" fmla="*/ 8353726 h 9456078"/>
              <a:gd name="connsiteX71" fmla="*/ 3221473 w 13158799"/>
              <a:gd name="connsiteY71" fmla="*/ 8323253 h 9456078"/>
              <a:gd name="connsiteX72" fmla="*/ 3259544 w 13158799"/>
              <a:gd name="connsiteY72" fmla="*/ 8292401 h 9456078"/>
              <a:gd name="connsiteX73" fmla="*/ 3297339 w 13158799"/>
              <a:gd name="connsiteY73" fmla="*/ 8261172 h 9456078"/>
              <a:gd name="connsiteX74" fmla="*/ 3334854 w 13158799"/>
              <a:gd name="connsiteY74" fmla="*/ 8229566 h 9456078"/>
              <a:gd name="connsiteX75" fmla="*/ 3372087 w 13158799"/>
              <a:gd name="connsiteY75" fmla="*/ 8197585 h 9456078"/>
              <a:gd name="connsiteX76" fmla="*/ 3409035 w 13158799"/>
              <a:gd name="connsiteY76" fmla="*/ 8165232 h 9456078"/>
              <a:gd name="connsiteX77" fmla="*/ 3445695 w 13158799"/>
              <a:gd name="connsiteY77" fmla="*/ 8132507 h 9456078"/>
              <a:gd name="connsiteX78" fmla="*/ 3482064 w 13158799"/>
              <a:gd name="connsiteY78" fmla="*/ 8099411 h 9456078"/>
              <a:gd name="connsiteX79" fmla="*/ 3518139 w 13158799"/>
              <a:gd name="connsiteY79" fmla="*/ 8065947 h 9456078"/>
              <a:gd name="connsiteX80" fmla="*/ 3553916 w 13158799"/>
              <a:gd name="connsiteY80" fmla="*/ 8032115 h 9456078"/>
              <a:gd name="connsiteX81" fmla="*/ 3589393 w 13158799"/>
              <a:gd name="connsiteY81" fmla="*/ 7997918 h 9456078"/>
              <a:gd name="connsiteX82" fmla="*/ 3624567 w 13158799"/>
              <a:gd name="connsiteY82" fmla="*/ 7963356 h 9456078"/>
              <a:gd name="connsiteX83" fmla="*/ 3659435 w 13158799"/>
              <a:gd name="connsiteY83" fmla="*/ 7928432 h 9456078"/>
              <a:gd name="connsiteX84" fmla="*/ 3693994 w 13158799"/>
              <a:gd name="connsiteY84" fmla="*/ 7893146 h 9456078"/>
              <a:gd name="connsiteX85" fmla="*/ 3728240 w 13158799"/>
              <a:gd name="connsiteY85" fmla="*/ 7857501 h 9456078"/>
              <a:gd name="connsiteX86" fmla="*/ 3762171 w 13158799"/>
              <a:gd name="connsiteY86" fmla="*/ 7821497 h 9456078"/>
              <a:gd name="connsiteX87" fmla="*/ 3795783 w 13158799"/>
              <a:gd name="connsiteY87" fmla="*/ 7785136 h 9456078"/>
              <a:gd name="connsiteX88" fmla="*/ 3829075 w 13158799"/>
              <a:gd name="connsiteY88" fmla="*/ 7748420 h 9456078"/>
              <a:gd name="connsiteX89" fmla="*/ 3862042 w 13158799"/>
              <a:gd name="connsiteY89" fmla="*/ 7711350 h 9456078"/>
              <a:gd name="connsiteX90" fmla="*/ 3894682 w 13158799"/>
              <a:gd name="connsiteY90" fmla="*/ 7673928 h 9456078"/>
              <a:gd name="connsiteX91" fmla="*/ 3926991 w 13158799"/>
              <a:gd name="connsiteY91" fmla="*/ 7636155 h 9456078"/>
              <a:gd name="connsiteX92" fmla="*/ 3958967 w 13158799"/>
              <a:gd name="connsiteY92" fmla="*/ 7598032 h 9456078"/>
              <a:gd name="connsiteX93" fmla="*/ 3990607 w 13158799"/>
              <a:gd name="connsiteY93" fmla="*/ 7559561 h 9456078"/>
              <a:gd name="connsiteX94" fmla="*/ 4021907 w 13158799"/>
              <a:gd name="connsiteY94" fmla="*/ 7520744 h 9456078"/>
              <a:gd name="connsiteX95" fmla="*/ 4052865 w 13158799"/>
              <a:gd name="connsiteY95" fmla="*/ 7481582 h 9456078"/>
              <a:gd name="connsiteX96" fmla="*/ 4083478 w 13158799"/>
              <a:gd name="connsiteY96" fmla="*/ 7442077 h 9456078"/>
              <a:gd name="connsiteX97" fmla="*/ 8022311 w 13158799"/>
              <a:gd name="connsiteY97" fmla="*/ 2307814 h 9456078"/>
              <a:gd name="connsiteX98" fmla="*/ 8052902 w 13158799"/>
              <a:gd name="connsiteY98" fmla="*/ 2268285 h 9456078"/>
              <a:gd name="connsiteX99" fmla="*/ 8083796 w 13158799"/>
              <a:gd name="connsiteY99" fmla="*/ 2229056 h 9456078"/>
              <a:gd name="connsiteX100" fmla="*/ 8114989 w 13158799"/>
              <a:gd name="connsiteY100" fmla="*/ 2190127 h 9456078"/>
              <a:gd name="connsiteX101" fmla="*/ 8146479 w 13158799"/>
              <a:gd name="connsiteY101" fmla="*/ 2151500 h 9456078"/>
              <a:gd name="connsiteX102" fmla="*/ 8178264 w 13158799"/>
              <a:gd name="connsiteY102" fmla="*/ 2113176 h 9456078"/>
              <a:gd name="connsiteX103" fmla="*/ 8210341 w 13158799"/>
              <a:gd name="connsiteY103" fmla="*/ 2075157 h 9456078"/>
              <a:gd name="connsiteX104" fmla="*/ 8242709 w 13158799"/>
              <a:gd name="connsiteY104" fmla="*/ 2037442 h 9456078"/>
              <a:gd name="connsiteX105" fmla="*/ 8275365 w 13158799"/>
              <a:gd name="connsiteY105" fmla="*/ 2000034 h 9456078"/>
              <a:gd name="connsiteX106" fmla="*/ 8308307 w 13158799"/>
              <a:gd name="connsiteY106" fmla="*/ 1962934 h 9456078"/>
              <a:gd name="connsiteX107" fmla="*/ 8341532 w 13158799"/>
              <a:gd name="connsiteY107" fmla="*/ 1926142 h 9456078"/>
              <a:gd name="connsiteX108" fmla="*/ 8375038 w 13158799"/>
              <a:gd name="connsiteY108" fmla="*/ 1889660 h 9456078"/>
              <a:gd name="connsiteX109" fmla="*/ 8408823 w 13158799"/>
              <a:gd name="connsiteY109" fmla="*/ 1853489 h 9456078"/>
              <a:gd name="connsiteX110" fmla="*/ 8442885 w 13158799"/>
              <a:gd name="connsiteY110" fmla="*/ 1817630 h 9456078"/>
              <a:gd name="connsiteX111" fmla="*/ 8477221 w 13158799"/>
              <a:gd name="connsiteY111" fmla="*/ 1782084 h 9456078"/>
              <a:gd name="connsiteX112" fmla="*/ 8511829 w 13158799"/>
              <a:gd name="connsiteY112" fmla="*/ 1746853 h 9456078"/>
              <a:gd name="connsiteX113" fmla="*/ 8546706 w 13158799"/>
              <a:gd name="connsiteY113" fmla="*/ 1711937 h 9456078"/>
              <a:gd name="connsiteX114" fmla="*/ 8581851 w 13158799"/>
              <a:gd name="connsiteY114" fmla="*/ 1677337 h 9456078"/>
              <a:gd name="connsiteX115" fmla="*/ 8617261 w 13158799"/>
              <a:gd name="connsiteY115" fmla="*/ 1643056 h 9456078"/>
              <a:gd name="connsiteX116" fmla="*/ 8652934 w 13158799"/>
              <a:gd name="connsiteY116" fmla="*/ 1609093 h 9456078"/>
              <a:gd name="connsiteX117" fmla="*/ 8688867 w 13158799"/>
              <a:gd name="connsiteY117" fmla="*/ 1575450 h 9456078"/>
              <a:gd name="connsiteX118" fmla="*/ 8725058 w 13158799"/>
              <a:gd name="connsiteY118" fmla="*/ 1542128 h 9456078"/>
              <a:gd name="connsiteX119" fmla="*/ 8761506 w 13158799"/>
              <a:gd name="connsiteY119" fmla="*/ 1509129 h 9456078"/>
              <a:gd name="connsiteX120" fmla="*/ 8798207 w 13158799"/>
              <a:gd name="connsiteY120" fmla="*/ 1476452 h 9456078"/>
              <a:gd name="connsiteX121" fmla="*/ 8835159 w 13158799"/>
              <a:gd name="connsiteY121" fmla="*/ 1444101 h 9456078"/>
              <a:gd name="connsiteX122" fmla="*/ 8872360 w 13158799"/>
              <a:gd name="connsiteY122" fmla="*/ 1412075 h 9456078"/>
              <a:gd name="connsiteX123" fmla="*/ 8909808 w 13158799"/>
              <a:gd name="connsiteY123" fmla="*/ 1380375 h 9456078"/>
              <a:gd name="connsiteX124" fmla="*/ 8947501 w 13158799"/>
              <a:gd name="connsiteY124" fmla="*/ 1349004 h 9456078"/>
              <a:gd name="connsiteX125" fmla="*/ 8985435 w 13158799"/>
              <a:gd name="connsiteY125" fmla="*/ 1317962 h 9456078"/>
              <a:gd name="connsiteX126" fmla="*/ 9023610 w 13158799"/>
              <a:gd name="connsiteY126" fmla="*/ 1287250 h 9456078"/>
              <a:gd name="connsiteX127" fmla="*/ 9062022 w 13158799"/>
              <a:gd name="connsiteY127" fmla="*/ 1256869 h 9456078"/>
              <a:gd name="connsiteX128" fmla="*/ 9100669 w 13158799"/>
              <a:gd name="connsiteY128" fmla="*/ 1226820 h 9456078"/>
              <a:gd name="connsiteX129" fmla="*/ 9139549 w 13158799"/>
              <a:gd name="connsiteY129" fmla="*/ 1197105 h 9456078"/>
              <a:gd name="connsiteX130" fmla="*/ 9178660 w 13158799"/>
              <a:gd name="connsiteY130" fmla="*/ 1167725 h 9456078"/>
              <a:gd name="connsiteX131" fmla="*/ 9217999 w 13158799"/>
              <a:gd name="connsiteY131" fmla="*/ 1138681 h 9456078"/>
              <a:gd name="connsiteX132" fmla="*/ 9257564 w 13158799"/>
              <a:gd name="connsiteY132" fmla="*/ 1109974 h 9456078"/>
              <a:gd name="connsiteX133" fmla="*/ 9297353 w 13158799"/>
              <a:gd name="connsiteY133" fmla="*/ 1081604 h 9456078"/>
              <a:gd name="connsiteX134" fmla="*/ 9337364 w 13158799"/>
              <a:gd name="connsiteY134" fmla="*/ 1053574 h 9456078"/>
              <a:gd name="connsiteX135" fmla="*/ 9377594 w 13158799"/>
              <a:gd name="connsiteY135" fmla="*/ 1025884 h 9456078"/>
              <a:gd name="connsiteX136" fmla="*/ 9418040 w 13158799"/>
              <a:gd name="connsiteY136" fmla="*/ 998536 h 9456078"/>
              <a:gd name="connsiteX137" fmla="*/ 9458702 w 13158799"/>
              <a:gd name="connsiteY137" fmla="*/ 971530 h 9456078"/>
              <a:gd name="connsiteX138" fmla="*/ 9499575 w 13158799"/>
              <a:gd name="connsiteY138" fmla="*/ 944868 h 9456078"/>
              <a:gd name="connsiteX139" fmla="*/ 9540659 w 13158799"/>
              <a:gd name="connsiteY139" fmla="*/ 918551 h 9456078"/>
              <a:gd name="connsiteX140" fmla="*/ 9581950 w 13158799"/>
              <a:gd name="connsiteY140" fmla="*/ 892580 h 9456078"/>
              <a:gd name="connsiteX141" fmla="*/ 9623447 w 13158799"/>
              <a:gd name="connsiteY141" fmla="*/ 866956 h 9456078"/>
              <a:gd name="connsiteX142" fmla="*/ 9665147 w 13158799"/>
              <a:gd name="connsiteY142" fmla="*/ 841681 h 9456078"/>
              <a:gd name="connsiteX143" fmla="*/ 9707048 w 13158799"/>
              <a:gd name="connsiteY143" fmla="*/ 816754 h 9456078"/>
              <a:gd name="connsiteX144" fmla="*/ 9749147 w 13158799"/>
              <a:gd name="connsiteY144" fmla="*/ 792179 h 9456078"/>
              <a:gd name="connsiteX145" fmla="*/ 9791443 w 13158799"/>
              <a:gd name="connsiteY145" fmla="*/ 767955 h 9456078"/>
              <a:gd name="connsiteX146" fmla="*/ 9833932 w 13158799"/>
              <a:gd name="connsiteY146" fmla="*/ 744083 h 9456078"/>
              <a:gd name="connsiteX147" fmla="*/ 9876613 w 13158799"/>
              <a:gd name="connsiteY147" fmla="*/ 720566 h 9456078"/>
              <a:gd name="connsiteX148" fmla="*/ 9919484 w 13158799"/>
              <a:gd name="connsiteY148" fmla="*/ 697404 h 9456078"/>
              <a:gd name="connsiteX149" fmla="*/ 9962542 w 13158799"/>
              <a:gd name="connsiteY149" fmla="*/ 674598 h 9456078"/>
              <a:gd name="connsiteX150" fmla="*/ 10005784 w 13158799"/>
              <a:gd name="connsiteY150" fmla="*/ 652149 h 9456078"/>
              <a:gd name="connsiteX151" fmla="*/ 10049209 w 13158799"/>
              <a:gd name="connsiteY151" fmla="*/ 630059 h 9456078"/>
              <a:gd name="connsiteX152" fmla="*/ 10092814 w 13158799"/>
              <a:gd name="connsiteY152" fmla="*/ 608328 h 9456078"/>
              <a:gd name="connsiteX153" fmla="*/ 10136597 w 13158799"/>
              <a:gd name="connsiteY153" fmla="*/ 586958 h 9456078"/>
              <a:gd name="connsiteX154" fmla="*/ 10180556 w 13158799"/>
              <a:gd name="connsiteY154" fmla="*/ 565950 h 9456078"/>
              <a:gd name="connsiteX155" fmla="*/ 10224688 w 13158799"/>
              <a:gd name="connsiteY155" fmla="*/ 545304 h 9456078"/>
              <a:gd name="connsiteX156" fmla="*/ 10268991 w 13158799"/>
              <a:gd name="connsiteY156" fmla="*/ 525023 h 9456078"/>
              <a:gd name="connsiteX157" fmla="*/ 10313463 w 13158799"/>
              <a:gd name="connsiteY157" fmla="*/ 505107 h 9456078"/>
              <a:gd name="connsiteX158" fmla="*/ 10358101 w 13158799"/>
              <a:gd name="connsiteY158" fmla="*/ 485558 h 9456078"/>
              <a:gd name="connsiteX159" fmla="*/ 10402903 w 13158799"/>
              <a:gd name="connsiteY159" fmla="*/ 466376 h 9456078"/>
              <a:gd name="connsiteX160" fmla="*/ 10447868 w 13158799"/>
              <a:gd name="connsiteY160" fmla="*/ 447563 h 9456078"/>
              <a:gd name="connsiteX161" fmla="*/ 10492991 w 13158799"/>
              <a:gd name="connsiteY161" fmla="*/ 429119 h 9456078"/>
              <a:gd name="connsiteX162" fmla="*/ 10538272 w 13158799"/>
              <a:gd name="connsiteY162" fmla="*/ 411046 h 9456078"/>
              <a:gd name="connsiteX163" fmla="*/ 10583708 w 13158799"/>
              <a:gd name="connsiteY163" fmla="*/ 393346 h 9456078"/>
              <a:gd name="connsiteX164" fmla="*/ 10629297 w 13158799"/>
              <a:gd name="connsiteY164" fmla="*/ 376018 h 9456078"/>
              <a:gd name="connsiteX165" fmla="*/ 10675036 w 13158799"/>
              <a:gd name="connsiteY165" fmla="*/ 359065 h 9456078"/>
              <a:gd name="connsiteX166" fmla="*/ 10720923 w 13158799"/>
              <a:gd name="connsiteY166" fmla="*/ 342487 h 9456078"/>
              <a:gd name="connsiteX167" fmla="*/ 10766956 w 13158799"/>
              <a:gd name="connsiteY167" fmla="*/ 326286 h 9456078"/>
              <a:gd name="connsiteX168" fmla="*/ 10813132 w 13158799"/>
              <a:gd name="connsiteY168" fmla="*/ 310462 h 9456078"/>
              <a:gd name="connsiteX169" fmla="*/ 10859450 w 13158799"/>
              <a:gd name="connsiteY169" fmla="*/ 295018 h 9456078"/>
              <a:gd name="connsiteX170" fmla="*/ 10905907 w 13158799"/>
              <a:gd name="connsiteY170" fmla="*/ 279953 h 9456078"/>
              <a:gd name="connsiteX171" fmla="*/ 10952500 w 13158799"/>
              <a:gd name="connsiteY171" fmla="*/ 265269 h 9456078"/>
              <a:gd name="connsiteX172" fmla="*/ 10999227 w 13158799"/>
              <a:gd name="connsiteY172" fmla="*/ 250968 h 9456078"/>
              <a:gd name="connsiteX173" fmla="*/ 11046087 w 13158799"/>
              <a:gd name="connsiteY173" fmla="*/ 237049 h 9456078"/>
              <a:gd name="connsiteX174" fmla="*/ 11093076 w 13158799"/>
              <a:gd name="connsiteY174" fmla="*/ 223516 h 9456078"/>
              <a:gd name="connsiteX175" fmla="*/ 11140193 w 13158799"/>
              <a:gd name="connsiteY175" fmla="*/ 210368 h 9456078"/>
              <a:gd name="connsiteX176" fmla="*/ 11187434 w 13158799"/>
              <a:gd name="connsiteY176" fmla="*/ 197606 h 9456078"/>
              <a:gd name="connsiteX177" fmla="*/ 11234799 w 13158799"/>
              <a:gd name="connsiteY177" fmla="*/ 185233 h 9456078"/>
              <a:gd name="connsiteX178" fmla="*/ 11282284 w 13158799"/>
              <a:gd name="connsiteY178" fmla="*/ 173248 h 9456078"/>
              <a:gd name="connsiteX179" fmla="*/ 11329888 w 13158799"/>
              <a:gd name="connsiteY179" fmla="*/ 161654 h 9456078"/>
              <a:gd name="connsiteX180" fmla="*/ 11377607 w 13158799"/>
              <a:gd name="connsiteY180" fmla="*/ 150451 h 9456078"/>
              <a:gd name="connsiteX181" fmla="*/ 11425440 w 13158799"/>
              <a:gd name="connsiteY181" fmla="*/ 139640 h 9456078"/>
              <a:gd name="connsiteX182" fmla="*/ 11473385 w 13158799"/>
              <a:gd name="connsiteY182" fmla="*/ 129223 h 9456078"/>
              <a:gd name="connsiteX183" fmla="*/ 11521439 w 13158799"/>
              <a:gd name="connsiteY183" fmla="*/ 119201 h 9456078"/>
              <a:gd name="connsiteX184" fmla="*/ 11569599 w 13158799"/>
              <a:gd name="connsiteY184" fmla="*/ 109574 h 9456078"/>
              <a:gd name="connsiteX185" fmla="*/ 11617864 w 13158799"/>
              <a:gd name="connsiteY185" fmla="*/ 100344 h 9456078"/>
              <a:gd name="connsiteX186" fmla="*/ 11666231 w 13158799"/>
              <a:gd name="connsiteY186" fmla="*/ 91512 h 9456078"/>
              <a:gd name="connsiteX187" fmla="*/ 11714698 w 13158799"/>
              <a:gd name="connsiteY187" fmla="*/ 83080 h 9456078"/>
              <a:gd name="connsiteX188" fmla="*/ 11763263 w 13158799"/>
              <a:gd name="connsiteY188" fmla="*/ 75047 h 9456078"/>
              <a:gd name="connsiteX189" fmla="*/ 11811923 w 13158799"/>
              <a:gd name="connsiteY189" fmla="*/ 67417 h 9456078"/>
              <a:gd name="connsiteX190" fmla="*/ 11860676 w 13158799"/>
              <a:gd name="connsiteY190" fmla="*/ 60188 h 9456078"/>
              <a:gd name="connsiteX191" fmla="*/ 11909519 w 13158799"/>
              <a:gd name="connsiteY191" fmla="*/ 53364 h 9456078"/>
              <a:gd name="connsiteX192" fmla="*/ 11958451 w 13158799"/>
              <a:gd name="connsiteY192" fmla="*/ 46944 h 9456078"/>
              <a:gd name="connsiteX193" fmla="*/ 12007470 w 13158799"/>
              <a:gd name="connsiteY193" fmla="*/ 40931 h 9456078"/>
              <a:gd name="connsiteX194" fmla="*/ 12056572 w 13158799"/>
              <a:gd name="connsiteY194" fmla="*/ 35324 h 9456078"/>
              <a:gd name="connsiteX195" fmla="*/ 12105756 w 13158799"/>
              <a:gd name="connsiteY195" fmla="*/ 30126 h 9456078"/>
              <a:gd name="connsiteX196" fmla="*/ 12155019 w 13158799"/>
              <a:gd name="connsiteY196" fmla="*/ 25337 h 9456078"/>
              <a:gd name="connsiteX197" fmla="*/ 12204359 w 13158799"/>
              <a:gd name="connsiteY197" fmla="*/ 20958 h 9456078"/>
              <a:gd name="connsiteX198" fmla="*/ 12253773 w 13158799"/>
              <a:gd name="connsiteY198" fmla="*/ 16991 h 9456078"/>
              <a:gd name="connsiteX199" fmla="*/ 12303260 w 13158799"/>
              <a:gd name="connsiteY199" fmla="*/ 13437 h 9456078"/>
              <a:gd name="connsiteX200" fmla="*/ 12352818 w 13158799"/>
              <a:gd name="connsiteY200" fmla="*/ 10297 h 9456078"/>
              <a:gd name="connsiteX201" fmla="*/ 12402443 w 13158799"/>
              <a:gd name="connsiteY201" fmla="*/ 7572 h 9456078"/>
              <a:gd name="connsiteX202" fmla="*/ 12452133 w 13158799"/>
              <a:gd name="connsiteY202" fmla="*/ 5263 h 9456078"/>
              <a:gd name="connsiteX203" fmla="*/ 12501887 w 13158799"/>
              <a:gd name="connsiteY203" fmla="*/ 3371 h 9456078"/>
              <a:gd name="connsiteX204" fmla="*/ 12551701 w 13158799"/>
              <a:gd name="connsiteY204" fmla="*/ 1898 h 9456078"/>
              <a:gd name="connsiteX205" fmla="*/ 12601574 w 13158799"/>
              <a:gd name="connsiteY205" fmla="*/ 844 h 9456078"/>
              <a:gd name="connsiteX206" fmla="*/ 12651504 w 13158799"/>
              <a:gd name="connsiteY206" fmla="*/ 211 h 9456078"/>
              <a:gd name="connsiteX207" fmla="*/ 12701487 w 13158799"/>
              <a:gd name="connsiteY207" fmla="*/ 0 h 9456078"/>
              <a:gd name="connsiteX208" fmla="*/ 13158798 w 13158799"/>
              <a:gd name="connsiteY208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28389 w 13158797"/>
              <a:gd name="connsiteY22" fmla="*/ 9330914 h 9456078"/>
              <a:gd name="connsiteX23" fmla="*/ 1176172 w 13158797"/>
              <a:gd name="connsiteY23" fmla="*/ 9319936 h 9456078"/>
              <a:gd name="connsiteX24" fmla="*/ 1223823 w 13158797"/>
              <a:gd name="connsiteY24" fmla="*/ 9308509 h 9456078"/>
              <a:gd name="connsiteX25" fmla="*/ 1271339 w 13158797"/>
              <a:gd name="connsiteY25" fmla="*/ 9296635 h 9456078"/>
              <a:gd name="connsiteX26" fmla="*/ 1318719 w 13158797"/>
              <a:gd name="connsiteY26" fmla="*/ 9284315 h 9456078"/>
              <a:gd name="connsiteX27" fmla="*/ 1365957 w 13158797"/>
              <a:gd name="connsiteY27" fmla="*/ 9271550 h 9456078"/>
              <a:gd name="connsiteX28" fmla="*/ 1413052 w 13158797"/>
              <a:gd name="connsiteY28" fmla="*/ 9258342 h 9456078"/>
              <a:gd name="connsiteX29" fmla="*/ 1460000 w 13158797"/>
              <a:gd name="connsiteY29" fmla="*/ 9244693 h 9456078"/>
              <a:gd name="connsiteX30" fmla="*/ 1506799 w 13158797"/>
              <a:gd name="connsiteY30" fmla="*/ 9230604 h 9456078"/>
              <a:gd name="connsiteX31" fmla="*/ 1553445 w 13158797"/>
              <a:gd name="connsiteY31" fmla="*/ 9216076 h 9456078"/>
              <a:gd name="connsiteX32" fmla="*/ 1599935 w 13158797"/>
              <a:gd name="connsiteY32" fmla="*/ 9201111 h 9456078"/>
              <a:gd name="connsiteX33" fmla="*/ 1646267 w 13158797"/>
              <a:gd name="connsiteY33" fmla="*/ 9185710 h 9456078"/>
              <a:gd name="connsiteX34" fmla="*/ 1692437 w 13158797"/>
              <a:gd name="connsiteY34" fmla="*/ 9169876 h 9456078"/>
              <a:gd name="connsiteX35" fmla="*/ 1738442 w 13158797"/>
              <a:gd name="connsiteY35" fmla="*/ 9153608 h 9456078"/>
              <a:gd name="connsiteX36" fmla="*/ 1784280 w 13158797"/>
              <a:gd name="connsiteY36" fmla="*/ 9136910 h 9456078"/>
              <a:gd name="connsiteX37" fmla="*/ 1829947 w 13158797"/>
              <a:gd name="connsiteY37" fmla="*/ 9119782 h 9456078"/>
              <a:gd name="connsiteX38" fmla="*/ 1875440 w 13158797"/>
              <a:gd name="connsiteY38" fmla="*/ 9102226 h 9456078"/>
              <a:gd name="connsiteX39" fmla="*/ 1920756 w 13158797"/>
              <a:gd name="connsiteY39" fmla="*/ 9084243 h 9456078"/>
              <a:gd name="connsiteX40" fmla="*/ 1965893 w 13158797"/>
              <a:gd name="connsiteY40" fmla="*/ 9065835 h 9456078"/>
              <a:gd name="connsiteX41" fmla="*/ 2010847 w 13158797"/>
              <a:gd name="connsiteY41" fmla="*/ 9047004 h 9456078"/>
              <a:gd name="connsiteX42" fmla="*/ 2055615 w 13158797"/>
              <a:gd name="connsiteY42" fmla="*/ 9027750 h 9456078"/>
              <a:gd name="connsiteX43" fmla="*/ 2100195 w 13158797"/>
              <a:gd name="connsiteY43" fmla="*/ 9008075 h 9456078"/>
              <a:gd name="connsiteX44" fmla="*/ 2144582 w 13158797"/>
              <a:gd name="connsiteY44" fmla="*/ 8987981 h 9456078"/>
              <a:gd name="connsiteX45" fmla="*/ 2188775 w 13158797"/>
              <a:gd name="connsiteY45" fmla="*/ 8967470 h 9456078"/>
              <a:gd name="connsiteX46" fmla="*/ 2232770 w 13158797"/>
              <a:gd name="connsiteY46" fmla="*/ 8946542 h 9456078"/>
              <a:gd name="connsiteX47" fmla="*/ 2276564 w 13158797"/>
              <a:gd name="connsiteY47" fmla="*/ 8925199 h 9456078"/>
              <a:gd name="connsiteX48" fmla="*/ 2320154 w 13158797"/>
              <a:gd name="connsiteY48" fmla="*/ 8903443 h 9456078"/>
              <a:gd name="connsiteX49" fmla="*/ 2363538 w 13158797"/>
              <a:gd name="connsiteY49" fmla="*/ 8881275 h 9456078"/>
              <a:gd name="connsiteX50" fmla="*/ 2406711 w 13158797"/>
              <a:gd name="connsiteY50" fmla="*/ 8858697 h 9456078"/>
              <a:gd name="connsiteX51" fmla="*/ 2449672 w 13158797"/>
              <a:gd name="connsiteY51" fmla="*/ 8835710 h 9456078"/>
              <a:gd name="connsiteX52" fmla="*/ 2492417 w 13158797"/>
              <a:gd name="connsiteY52" fmla="*/ 8812316 h 9456078"/>
              <a:gd name="connsiteX53" fmla="*/ 2534943 w 13158797"/>
              <a:gd name="connsiteY53" fmla="*/ 8788516 h 9456078"/>
              <a:gd name="connsiteX54" fmla="*/ 2577247 w 13158797"/>
              <a:gd name="connsiteY54" fmla="*/ 8764311 h 9456078"/>
              <a:gd name="connsiteX55" fmla="*/ 2619326 w 13158797"/>
              <a:gd name="connsiteY55" fmla="*/ 8739704 h 9456078"/>
              <a:gd name="connsiteX56" fmla="*/ 2661177 w 13158797"/>
              <a:gd name="connsiteY56" fmla="*/ 8714695 h 9456078"/>
              <a:gd name="connsiteX57" fmla="*/ 2702797 w 13158797"/>
              <a:gd name="connsiteY57" fmla="*/ 8689286 h 9456078"/>
              <a:gd name="connsiteX58" fmla="*/ 2744183 w 13158797"/>
              <a:gd name="connsiteY58" fmla="*/ 8663479 h 9456078"/>
              <a:gd name="connsiteX59" fmla="*/ 2785333 w 13158797"/>
              <a:gd name="connsiteY59" fmla="*/ 8637274 h 9456078"/>
              <a:gd name="connsiteX60" fmla="*/ 2826242 w 13158797"/>
              <a:gd name="connsiteY60" fmla="*/ 8610675 h 9456078"/>
              <a:gd name="connsiteX61" fmla="*/ 2866908 w 13158797"/>
              <a:gd name="connsiteY61" fmla="*/ 8583681 h 9456078"/>
              <a:gd name="connsiteX62" fmla="*/ 2907329 w 13158797"/>
              <a:gd name="connsiteY62" fmla="*/ 8556295 h 9456078"/>
              <a:gd name="connsiteX63" fmla="*/ 2947500 w 13158797"/>
              <a:gd name="connsiteY63" fmla="*/ 8528517 h 9456078"/>
              <a:gd name="connsiteX64" fmla="*/ 2987419 w 13158797"/>
              <a:gd name="connsiteY64" fmla="*/ 8500351 h 9456078"/>
              <a:gd name="connsiteX65" fmla="*/ 3027083 w 13158797"/>
              <a:gd name="connsiteY65" fmla="*/ 8471796 h 9456078"/>
              <a:gd name="connsiteX66" fmla="*/ 3066489 w 13158797"/>
              <a:gd name="connsiteY66" fmla="*/ 8442854 h 9456078"/>
              <a:gd name="connsiteX67" fmla="*/ 3105634 w 13158797"/>
              <a:gd name="connsiteY67" fmla="*/ 8413528 h 9456078"/>
              <a:gd name="connsiteX68" fmla="*/ 3144515 w 13158797"/>
              <a:gd name="connsiteY68" fmla="*/ 8383818 h 9456078"/>
              <a:gd name="connsiteX69" fmla="*/ 3183129 w 13158797"/>
              <a:gd name="connsiteY69" fmla="*/ 8353726 h 9456078"/>
              <a:gd name="connsiteX70" fmla="*/ 3221473 w 13158797"/>
              <a:gd name="connsiteY70" fmla="*/ 8323253 h 9456078"/>
              <a:gd name="connsiteX71" fmla="*/ 3259544 w 13158797"/>
              <a:gd name="connsiteY71" fmla="*/ 8292401 h 9456078"/>
              <a:gd name="connsiteX72" fmla="*/ 3297339 w 13158797"/>
              <a:gd name="connsiteY72" fmla="*/ 8261172 h 9456078"/>
              <a:gd name="connsiteX73" fmla="*/ 3334854 w 13158797"/>
              <a:gd name="connsiteY73" fmla="*/ 8229566 h 9456078"/>
              <a:gd name="connsiteX74" fmla="*/ 3372087 w 13158797"/>
              <a:gd name="connsiteY74" fmla="*/ 8197585 h 9456078"/>
              <a:gd name="connsiteX75" fmla="*/ 3409035 w 13158797"/>
              <a:gd name="connsiteY75" fmla="*/ 8165232 h 9456078"/>
              <a:gd name="connsiteX76" fmla="*/ 3445695 w 13158797"/>
              <a:gd name="connsiteY76" fmla="*/ 8132507 h 9456078"/>
              <a:gd name="connsiteX77" fmla="*/ 3482064 w 13158797"/>
              <a:gd name="connsiteY77" fmla="*/ 8099411 h 9456078"/>
              <a:gd name="connsiteX78" fmla="*/ 3518139 w 13158797"/>
              <a:gd name="connsiteY78" fmla="*/ 8065947 h 9456078"/>
              <a:gd name="connsiteX79" fmla="*/ 3553916 w 13158797"/>
              <a:gd name="connsiteY79" fmla="*/ 8032115 h 9456078"/>
              <a:gd name="connsiteX80" fmla="*/ 3589393 w 13158797"/>
              <a:gd name="connsiteY80" fmla="*/ 7997918 h 9456078"/>
              <a:gd name="connsiteX81" fmla="*/ 3624567 w 13158797"/>
              <a:gd name="connsiteY81" fmla="*/ 7963356 h 9456078"/>
              <a:gd name="connsiteX82" fmla="*/ 3659435 w 13158797"/>
              <a:gd name="connsiteY82" fmla="*/ 7928432 h 9456078"/>
              <a:gd name="connsiteX83" fmla="*/ 3693994 w 13158797"/>
              <a:gd name="connsiteY83" fmla="*/ 7893146 h 9456078"/>
              <a:gd name="connsiteX84" fmla="*/ 3728240 w 13158797"/>
              <a:gd name="connsiteY84" fmla="*/ 7857501 h 9456078"/>
              <a:gd name="connsiteX85" fmla="*/ 3762171 w 13158797"/>
              <a:gd name="connsiteY85" fmla="*/ 7821497 h 9456078"/>
              <a:gd name="connsiteX86" fmla="*/ 3795783 w 13158797"/>
              <a:gd name="connsiteY86" fmla="*/ 7785136 h 9456078"/>
              <a:gd name="connsiteX87" fmla="*/ 3829075 w 13158797"/>
              <a:gd name="connsiteY87" fmla="*/ 7748420 h 9456078"/>
              <a:gd name="connsiteX88" fmla="*/ 3862042 w 13158797"/>
              <a:gd name="connsiteY88" fmla="*/ 7711350 h 9456078"/>
              <a:gd name="connsiteX89" fmla="*/ 3894682 w 13158797"/>
              <a:gd name="connsiteY89" fmla="*/ 7673928 h 9456078"/>
              <a:gd name="connsiteX90" fmla="*/ 3926991 w 13158797"/>
              <a:gd name="connsiteY90" fmla="*/ 7636155 h 9456078"/>
              <a:gd name="connsiteX91" fmla="*/ 3958967 w 13158797"/>
              <a:gd name="connsiteY91" fmla="*/ 7598032 h 9456078"/>
              <a:gd name="connsiteX92" fmla="*/ 3990607 w 13158797"/>
              <a:gd name="connsiteY92" fmla="*/ 7559561 h 9456078"/>
              <a:gd name="connsiteX93" fmla="*/ 4021907 w 13158797"/>
              <a:gd name="connsiteY93" fmla="*/ 7520744 h 9456078"/>
              <a:gd name="connsiteX94" fmla="*/ 4052865 w 13158797"/>
              <a:gd name="connsiteY94" fmla="*/ 7481582 h 9456078"/>
              <a:gd name="connsiteX95" fmla="*/ 4083478 w 13158797"/>
              <a:gd name="connsiteY95" fmla="*/ 7442077 h 9456078"/>
              <a:gd name="connsiteX96" fmla="*/ 8022311 w 13158797"/>
              <a:gd name="connsiteY96" fmla="*/ 2307814 h 9456078"/>
              <a:gd name="connsiteX97" fmla="*/ 8052902 w 13158797"/>
              <a:gd name="connsiteY97" fmla="*/ 2268285 h 9456078"/>
              <a:gd name="connsiteX98" fmla="*/ 8083796 w 13158797"/>
              <a:gd name="connsiteY98" fmla="*/ 2229056 h 9456078"/>
              <a:gd name="connsiteX99" fmla="*/ 8114989 w 13158797"/>
              <a:gd name="connsiteY99" fmla="*/ 2190127 h 9456078"/>
              <a:gd name="connsiteX100" fmla="*/ 8146479 w 13158797"/>
              <a:gd name="connsiteY100" fmla="*/ 2151500 h 9456078"/>
              <a:gd name="connsiteX101" fmla="*/ 8178264 w 13158797"/>
              <a:gd name="connsiteY101" fmla="*/ 2113176 h 9456078"/>
              <a:gd name="connsiteX102" fmla="*/ 8210341 w 13158797"/>
              <a:gd name="connsiteY102" fmla="*/ 2075157 h 9456078"/>
              <a:gd name="connsiteX103" fmla="*/ 8242709 w 13158797"/>
              <a:gd name="connsiteY103" fmla="*/ 2037442 h 9456078"/>
              <a:gd name="connsiteX104" fmla="*/ 8275365 w 13158797"/>
              <a:gd name="connsiteY104" fmla="*/ 2000034 h 9456078"/>
              <a:gd name="connsiteX105" fmla="*/ 8308307 w 13158797"/>
              <a:gd name="connsiteY105" fmla="*/ 1962934 h 9456078"/>
              <a:gd name="connsiteX106" fmla="*/ 8341532 w 13158797"/>
              <a:gd name="connsiteY106" fmla="*/ 1926142 h 9456078"/>
              <a:gd name="connsiteX107" fmla="*/ 8375038 w 13158797"/>
              <a:gd name="connsiteY107" fmla="*/ 1889660 h 9456078"/>
              <a:gd name="connsiteX108" fmla="*/ 8408823 w 13158797"/>
              <a:gd name="connsiteY108" fmla="*/ 1853489 h 9456078"/>
              <a:gd name="connsiteX109" fmla="*/ 8442885 w 13158797"/>
              <a:gd name="connsiteY109" fmla="*/ 1817630 h 9456078"/>
              <a:gd name="connsiteX110" fmla="*/ 8477221 w 13158797"/>
              <a:gd name="connsiteY110" fmla="*/ 1782084 h 9456078"/>
              <a:gd name="connsiteX111" fmla="*/ 8511829 w 13158797"/>
              <a:gd name="connsiteY111" fmla="*/ 1746853 h 9456078"/>
              <a:gd name="connsiteX112" fmla="*/ 8546706 w 13158797"/>
              <a:gd name="connsiteY112" fmla="*/ 1711937 h 9456078"/>
              <a:gd name="connsiteX113" fmla="*/ 8581851 w 13158797"/>
              <a:gd name="connsiteY113" fmla="*/ 1677337 h 9456078"/>
              <a:gd name="connsiteX114" fmla="*/ 8617261 w 13158797"/>
              <a:gd name="connsiteY114" fmla="*/ 1643056 h 9456078"/>
              <a:gd name="connsiteX115" fmla="*/ 8652934 w 13158797"/>
              <a:gd name="connsiteY115" fmla="*/ 1609093 h 9456078"/>
              <a:gd name="connsiteX116" fmla="*/ 8688867 w 13158797"/>
              <a:gd name="connsiteY116" fmla="*/ 1575450 h 9456078"/>
              <a:gd name="connsiteX117" fmla="*/ 8725058 w 13158797"/>
              <a:gd name="connsiteY117" fmla="*/ 1542128 h 9456078"/>
              <a:gd name="connsiteX118" fmla="*/ 8761506 w 13158797"/>
              <a:gd name="connsiteY118" fmla="*/ 1509129 h 9456078"/>
              <a:gd name="connsiteX119" fmla="*/ 8798207 w 13158797"/>
              <a:gd name="connsiteY119" fmla="*/ 1476452 h 9456078"/>
              <a:gd name="connsiteX120" fmla="*/ 8835159 w 13158797"/>
              <a:gd name="connsiteY120" fmla="*/ 1444101 h 9456078"/>
              <a:gd name="connsiteX121" fmla="*/ 8872360 w 13158797"/>
              <a:gd name="connsiteY121" fmla="*/ 1412075 h 9456078"/>
              <a:gd name="connsiteX122" fmla="*/ 8909808 w 13158797"/>
              <a:gd name="connsiteY122" fmla="*/ 1380375 h 9456078"/>
              <a:gd name="connsiteX123" fmla="*/ 8947501 w 13158797"/>
              <a:gd name="connsiteY123" fmla="*/ 1349004 h 9456078"/>
              <a:gd name="connsiteX124" fmla="*/ 8985435 w 13158797"/>
              <a:gd name="connsiteY124" fmla="*/ 1317962 h 9456078"/>
              <a:gd name="connsiteX125" fmla="*/ 9023610 w 13158797"/>
              <a:gd name="connsiteY125" fmla="*/ 1287250 h 9456078"/>
              <a:gd name="connsiteX126" fmla="*/ 9062022 w 13158797"/>
              <a:gd name="connsiteY126" fmla="*/ 1256869 h 9456078"/>
              <a:gd name="connsiteX127" fmla="*/ 9100669 w 13158797"/>
              <a:gd name="connsiteY127" fmla="*/ 1226820 h 9456078"/>
              <a:gd name="connsiteX128" fmla="*/ 9139549 w 13158797"/>
              <a:gd name="connsiteY128" fmla="*/ 1197105 h 9456078"/>
              <a:gd name="connsiteX129" fmla="*/ 9178660 w 13158797"/>
              <a:gd name="connsiteY129" fmla="*/ 1167725 h 9456078"/>
              <a:gd name="connsiteX130" fmla="*/ 9217999 w 13158797"/>
              <a:gd name="connsiteY130" fmla="*/ 1138681 h 9456078"/>
              <a:gd name="connsiteX131" fmla="*/ 9257564 w 13158797"/>
              <a:gd name="connsiteY131" fmla="*/ 1109974 h 9456078"/>
              <a:gd name="connsiteX132" fmla="*/ 9297353 w 13158797"/>
              <a:gd name="connsiteY132" fmla="*/ 1081604 h 9456078"/>
              <a:gd name="connsiteX133" fmla="*/ 9337364 w 13158797"/>
              <a:gd name="connsiteY133" fmla="*/ 1053574 h 9456078"/>
              <a:gd name="connsiteX134" fmla="*/ 9377594 w 13158797"/>
              <a:gd name="connsiteY134" fmla="*/ 1025884 h 9456078"/>
              <a:gd name="connsiteX135" fmla="*/ 9418040 w 13158797"/>
              <a:gd name="connsiteY135" fmla="*/ 998536 h 9456078"/>
              <a:gd name="connsiteX136" fmla="*/ 9458702 w 13158797"/>
              <a:gd name="connsiteY136" fmla="*/ 971530 h 9456078"/>
              <a:gd name="connsiteX137" fmla="*/ 9499575 w 13158797"/>
              <a:gd name="connsiteY137" fmla="*/ 944868 h 9456078"/>
              <a:gd name="connsiteX138" fmla="*/ 9540659 w 13158797"/>
              <a:gd name="connsiteY138" fmla="*/ 918551 h 9456078"/>
              <a:gd name="connsiteX139" fmla="*/ 9581950 w 13158797"/>
              <a:gd name="connsiteY139" fmla="*/ 892580 h 9456078"/>
              <a:gd name="connsiteX140" fmla="*/ 9623447 w 13158797"/>
              <a:gd name="connsiteY140" fmla="*/ 866956 h 9456078"/>
              <a:gd name="connsiteX141" fmla="*/ 9665147 w 13158797"/>
              <a:gd name="connsiteY141" fmla="*/ 841681 h 9456078"/>
              <a:gd name="connsiteX142" fmla="*/ 9707048 w 13158797"/>
              <a:gd name="connsiteY142" fmla="*/ 816754 h 9456078"/>
              <a:gd name="connsiteX143" fmla="*/ 9749147 w 13158797"/>
              <a:gd name="connsiteY143" fmla="*/ 792179 h 9456078"/>
              <a:gd name="connsiteX144" fmla="*/ 9791443 w 13158797"/>
              <a:gd name="connsiteY144" fmla="*/ 767955 h 9456078"/>
              <a:gd name="connsiteX145" fmla="*/ 9833932 w 13158797"/>
              <a:gd name="connsiteY145" fmla="*/ 744083 h 9456078"/>
              <a:gd name="connsiteX146" fmla="*/ 9876613 w 13158797"/>
              <a:gd name="connsiteY146" fmla="*/ 720566 h 9456078"/>
              <a:gd name="connsiteX147" fmla="*/ 9919484 w 13158797"/>
              <a:gd name="connsiteY147" fmla="*/ 697404 h 9456078"/>
              <a:gd name="connsiteX148" fmla="*/ 9962542 w 13158797"/>
              <a:gd name="connsiteY148" fmla="*/ 674598 h 9456078"/>
              <a:gd name="connsiteX149" fmla="*/ 10005784 w 13158797"/>
              <a:gd name="connsiteY149" fmla="*/ 652149 h 9456078"/>
              <a:gd name="connsiteX150" fmla="*/ 10049209 w 13158797"/>
              <a:gd name="connsiteY150" fmla="*/ 630059 h 9456078"/>
              <a:gd name="connsiteX151" fmla="*/ 10092814 w 13158797"/>
              <a:gd name="connsiteY151" fmla="*/ 608328 h 9456078"/>
              <a:gd name="connsiteX152" fmla="*/ 10136597 w 13158797"/>
              <a:gd name="connsiteY152" fmla="*/ 586958 h 9456078"/>
              <a:gd name="connsiteX153" fmla="*/ 10180556 w 13158797"/>
              <a:gd name="connsiteY153" fmla="*/ 565950 h 9456078"/>
              <a:gd name="connsiteX154" fmla="*/ 10224688 w 13158797"/>
              <a:gd name="connsiteY154" fmla="*/ 545304 h 9456078"/>
              <a:gd name="connsiteX155" fmla="*/ 10268991 w 13158797"/>
              <a:gd name="connsiteY155" fmla="*/ 525023 h 9456078"/>
              <a:gd name="connsiteX156" fmla="*/ 10313463 w 13158797"/>
              <a:gd name="connsiteY156" fmla="*/ 505107 h 9456078"/>
              <a:gd name="connsiteX157" fmla="*/ 10358101 w 13158797"/>
              <a:gd name="connsiteY157" fmla="*/ 485558 h 9456078"/>
              <a:gd name="connsiteX158" fmla="*/ 10402903 w 13158797"/>
              <a:gd name="connsiteY158" fmla="*/ 466376 h 9456078"/>
              <a:gd name="connsiteX159" fmla="*/ 10447868 w 13158797"/>
              <a:gd name="connsiteY159" fmla="*/ 447563 h 9456078"/>
              <a:gd name="connsiteX160" fmla="*/ 10492991 w 13158797"/>
              <a:gd name="connsiteY160" fmla="*/ 429119 h 9456078"/>
              <a:gd name="connsiteX161" fmla="*/ 10538272 w 13158797"/>
              <a:gd name="connsiteY161" fmla="*/ 411046 h 9456078"/>
              <a:gd name="connsiteX162" fmla="*/ 10583708 w 13158797"/>
              <a:gd name="connsiteY162" fmla="*/ 393346 h 9456078"/>
              <a:gd name="connsiteX163" fmla="*/ 10629297 w 13158797"/>
              <a:gd name="connsiteY163" fmla="*/ 376018 h 9456078"/>
              <a:gd name="connsiteX164" fmla="*/ 10675036 w 13158797"/>
              <a:gd name="connsiteY164" fmla="*/ 359065 h 9456078"/>
              <a:gd name="connsiteX165" fmla="*/ 10720923 w 13158797"/>
              <a:gd name="connsiteY165" fmla="*/ 342487 h 9456078"/>
              <a:gd name="connsiteX166" fmla="*/ 10766956 w 13158797"/>
              <a:gd name="connsiteY166" fmla="*/ 326286 h 9456078"/>
              <a:gd name="connsiteX167" fmla="*/ 10813132 w 13158797"/>
              <a:gd name="connsiteY167" fmla="*/ 310462 h 9456078"/>
              <a:gd name="connsiteX168" fmla="*/ 10859450 w 13158797"/>
              <a:gd name="connsiteY168" fmla="*/ 295018 h 9456078"/>
              <a:gd name="connsiteX169" fmla="*/ 10905907 w 13158797"/>
              <a:gd name="connsiteY169" fmla="*/ 279953 h 9456078"/>
              <a:gd name="connsiteX170" fmla="*/ 10952500 w 13158797"/>
              <a:gd name="connsiteY170" fmla="*/ 265269 h 9456078"/>
              <a:gd name="connsiteX171" fmla="*/ 10999227 w 13158797"/>
              <a:gd name="connsiteY171" fmla="*/ 250968 h 9456078"/>
              <a:gd name="connsiteX172" fmla="*/ 11046087 w 13158797"/>
              <a:gd name="connsiteY172" fmla="*/ 237049 h 9456078"/>
              <a:gd name="connsiteX173" fmla="*/ 11093076 w 13158797"/>
              <a:gd name="connsiteY173" fmla="*/ 223516 h 9456078"/>
              <a:gd name="connsiteX174" fmla="*/ 11140193 w 13158797"/>
              <a:gd name="connsiteY174" fmla="*/ 210368 h 9456078"/>
              <a:gd name="connsiteX175" fmla="*/ 11187434 w 13158797"/>
              <a:gd name="connsiteY175" fmla="*/ 197606 h 9456078"/>
              <a:gd name="connsiteX176" fmla="*/ 11234799 w 13158797"/>
              <a:gd name="connsiteY176" fmla="*/ 185233 h 9456078"/>
              <a:gd name="connsiteX177" fmla="*/ 11282284 w 13158797"/>
              <a:gd name="connsiteY177" fmla="*/ 173248 h 9456078"/>
              <a:gd name="connsiteX178" fmla="*/ 11329888 w 13158797"/>
              <a:gd name="connsiteY178" fmla="*/ 161654 h 9456078"/>
              <a:gd name="connsiteX179" fmla="*/ 11377607 w 13158797"/>
              <a:gd name="connsiteY179" fmla="*/ 150451 h 9456078"/>
              <a:gd name="connsiteX180" fmla="*/ 11425440 w 13158797"/>
              <a:gd name="connsiteY180" fmla="*/ 139640 h 9456078"/>
              <a:gd name="connsiteX181" fmla="*/ 11473385 w 13158797"/>
              <a:gd name="connsiteY181" fmla="*/ 129223 h 9456078"/>
              <a:gd name="connsiteX182" fmla="*/ 11521439 w 13158797"/>
              <a:gd name="connsiteY182" fmla="*/ 119201 h 9456078"/>
              <a:gd name="connsiteX183" fmla="*/ 11569599 w 13158797"/>
              <a:gd name="connsiteY183" fmla="*/ 109574 h 9456078"/>
              <a:gd name="connsiteX184" fmla="*/ 11617864 w 13158797"/>
              <a:gd name="connsiteY184" fmla="*/ 100344 h 9456078"/>
              <a:gd name="connsiteX185" fmla="*/ 11666231 w 13158797"/>
              <a:gd name="connsiteY185" fmla="*/ 91512 h 9456078"/>
              <a:gd name="connsiteX186" fmla="*/ 11714698 w 13158797"/>
              <a:gd name="connsiteY186" fmla="*/ 83080 h 9456078"/>
              <a:gd name="connsiteX187" fmla="*/ 11763263 w 13158797"/>
              <a:gd name="connsiteY187" fmla="*/ 75047 h 9456078"/>
              <a:gd name="connsiteX188" fmla="*/ 11811923 w 13158797"/>
              <a:gd name="connsiteY188" fmla="*/ 67417 h 9456078"/>
              <a:gd name="connsiteX189" fmla="*/ 11860676 w 13158797"/>
              <a:gd name="connsiteY189" fmla="*/ 60188 h 9456078"/>
              <a:gd name="connsiteX190" fmla="*/ 11909519 w 13158797"/>
              <a:gd name="connsiteY190" fmla="*/ 53364 h 9456078"/>
              <a:gd name="connsiteX191" fmla="*/ 11958451 w 13158797"/>
              <a:gd name="connsiteY191" fmla="*/ 46944 h 9456078"/>
              <a:gd name="connsiteX192" fmla="*/ 12007470 w 13158797"/>
              <a:gd name="connsiteY192" fmla="*/ 40931 h 9456078"/>
              <a:gd name="connsiteX193" fmla="*/ 12056572 w 13158797"/>
              <a:gd name="connsiteY193" fmla="*/ 35324 h 9456078"/>
              <a:gd name="connsiteX194" fmla="*/ 12105756 w 13158797"/>
              <a:gd name="connsiteY194" fmla="*/ 30126 h 9456078"/>
              <a:gd name="connsiteX195" fmla="*/ 12155019 w 13158797"/>
              <a:gd name="connsiteY195" fmla="*/ 25337 h 9456078"/>
              <a:gd name="connsiteX196" fmla="*/ 12204359 w 13158797"/>
              <a:gd name="connsiteY196" fmla="*/ 20958 h 9456078"/>
              <a:gd name="connsiteX197" fmla="*/ 12253773 w 13158797"/>
              <a:gd name="connsiteY197" fmla="*/ 16991 h 9456078"/>
              <a:gd name="connsiteX198" fmla="*/ 12303260 w 13158797"/>
              <a:gd name="connsiteY198" fmla="*/ 13437 h 9456078"/>
              <a:gd name="connsiteX199" fmla="*/ 12352818 w 13158797"/>
              <a:gd name="connsiteY199" fmla="*/ 10297 h 9456078"/>
              <a:gd name="connsiteX200" fmla="*/ 12402443 w 13158797"/>
              <a:gd name="connsiteY200" fmla="*/ 7572 h 9456078"/>
              <a:gd name="connsiteX201" fmla="*/ 12452133 w 13158797"/>
              <a:gd name="connsiteY201" fmla="*/ 5263 h 9456078"/>
              <a:gd name="connsiteX202" fmla="*/ 12501887 w 13158797"/>
              <a:gd name="connsiteY202" fmla="*/ 3371 h 9456078"/>
              <a:gd name="connsiteX203" fmla="*/ 12551701 w 13158797"/>
              <a:gd name="connsiteY203" fmla="*/ 1898 h 9456078"/>
              <a:gd name="connsiteX204" fmla="*/ 12601574 w 13158797"/>
              <a:gd name="connsiteY204" fmla="*/ 844 h 9456078"/>
              <a:gd name="connsiteX205" fmla="*/ 12651504 w 13158797"/>
              <a:gd name="connsiteY205" fmla="*/ 211 h 9456078"/>
              <a:gd name="connsiteX206" fmla="*/ 12701487 w 13158797"/>
              <a:gd name="connsiteY206" fmla="*/ 0 h 9456078"/>
              <a:gd name="connsiteX207" fmla="*/ 13158798 w 13158797"/>
              <a:gd name="connsiteY207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98870 w 13158799"/>
              <a:gd name="connsiteY5" fmla="*/ 9447409 h 9456078"/>
              <a:gd name="connsiteX6" fmla="*/ 348429 w 13158799"/>
              <a:gd name="connsiteY6" fmla="*/ 9444290 h 9456078"/>
              <a:gd name="connsiteX7" fmla="*/ 397907 w 13158799"/>
              <a:gd name="connsiteY7" fmla="*/ 9440698 h 9456078"/>
              <a:gd name="connsiteX8" fmla="*/ 447302 w 13158799"/>
              <a:gd name="connsiteY8" fmla="*/ 9436632 h 9456078"/>
              <a:gd name="connsiteX9" fmla="*/ 496610 w 13158799"/>
              <a:gd name="connsiteY9" fmla="*/ 9432096 h 9456078"/>
              <a:gd name="connsiteX10" fmla="*/ 545829 w 13158799"/>
              <a:gd name="connsiteY10" fmla="*/ 9427089 h 9456078"/>
              <a:gd name="connsiteX11" fmla="*/ 594956 w 13158799"/>
              <a:gd name="connsiteY11" fmla="*/ 9421615 h 9456078"/>
              <a:gd name="connsiteX12" fmla="*/ 643987 w 13158799"/>
              <a:gd name="connsiteY12" fmla="*/ 9415673 h 9456078"/>
              <a:gd name="connsiteX13" fmla="*/ 692920 w 13158799"/>
              <a:gd name="connsiteY13" fmla="*/ 9409267 h 9456078"/>
              <a:gd name="connsiteX14" fmla="*/ 741751 w 13158799"/>
              <a:gd name="connsiteY14" fmla="*/ 9402396 h 9456078"/>
              <a:gd name="connsiteX15" fmla="*/ 790478 w 13158799"/>
              <a:gd name="connsiteY15" fmla="*/ 9395063 h 9456078"/>
              <a:gd name="connsiteX16" fmla="*/ 839098 w 13158799"/>
              <a:gd name="connsiteY16" fmla="*/ 9387270 h 9456078"/>
              <a:gd name="connsiteX17" fmla="*/ 887607 w 13158799"/>
              <a:gd name="connsiteY17" fmla="*/ 9379017 h 9456078"/>
              <a:gd name="connsiteX18" fmla="*/ 936002 w 13158799"/>
              <a:gd name="connsiteY18" fmla="*/ 9370306 h 9456078"/>
              <a:gd name="connsiteX19" fmla="*/ 984281 w 13158799"/>
              <a:gd name="connsiteY19" fmla="*/ 9361139 h 9456078"/>
              <a:gd name="connsiteX20" fmla="*/ 1032440 w 13158799"/>
              <a:gd name="connsiteY20" fmla="*/ 9351517 h 9456078"/>
              <a:gd name="connsiteX21" fmla="*/ 1080477 w 13158799"/>
              <a:gd name="connsiteY21" fmla="*/ 9341441 h 9456078"/>
              <a:gd name="connsiteX22" fmla="*/ 1176172 w 13158799"/>
              <a:gd name="connsiteY22" fmla="*/ 9319936 h 9456078"/>
              <a:gd name="connsiteX23" fmla="*/ 1223823 w 13158799"/>
              <a:gd name="connsiteY23" fmla="*/ 9308509 h 9456078"/>
              <a:gd name="connsiteX24" fmla="*/ 1271339 w 13158799"/>
              <a:gd name="connsiteY24" fmla="*/ 9296635 h 9456078"/>
              <a:gd name="connsiteX25" fmla="*/ 1318719 w 13158799"/>
              <a:gd name="connsiteY25" fmla="*/ 9284315 h 9456078"/>
              <a:gd name="connsiteX26" fmla="*/ 1365957 w 13158799"/>
              <a:gd name="connsiteY26" fmla="*/ 9271550 h 9456078"/>
              <a:gd name="connsiteX27" fmla="*/ 1413052 w 13158799"/>
              <a:gd name="connsiteY27" fmla="*/ 9258342 h 9456078"/>
              <a:gd name="connsiteX28" fmla="*/ 1460000 w 13158799"/>
              <a:gd name="connsiteY28" fmla="*/ 9244693 h 9456078"/>
              <a:gd name="connsiteX29" fmla="*/ 1506799 w 13158799"/>
              <a:gd name="connsiteY29" fmla="*/ 9230604 h 9456078"/>
              <a:gd name="connsiteX30" fmla="*/ 1553445 w 13158799"/>
              <a:gd name="connsiteY30" fmla="*/ 9216076 h 9456078"/>
              <a:gd name="connsiteX31" fmla="*/ 1599935 w 13158799"/>
              <a:gd name="connsiteY31" fmla="*/ 9201111 h 9456078"/>
              <a:gd name="connsiteX32" fmla="*/ 1646267 w 13158799"/>
              <a:gd name="connsiteY32" fmla="*/ 9185710 h 9456078"/>
              <a:gd name="connsiteX33" fmla="*/ 1692437 w 13158799"/>
              <a:gd name="connsiteY33" fmla="*/ 9169876 h 9456078"/>
              <a:gd name="connsiteX34" fmla="*/ 1738442 w 13158799"/>
              <a:gd name="connsiteY34" fmla="*/ 9153608 h 9456078"/>
              <a:gd name="connsiteX35" fmla="*/ 1784280 w 13158799"/>
              <a:gd name="connsiteY35" fmla="*/ 9136910 h 9456078"/>
              <a:gd name="connsiteX36" fmla="*/ 1829947 w 13158799"/>
              <a:gd name="connsiteY36" fmla="*/ 9119782 h 9456078"/>
              <a:gd name="connsiteX37" fmla="*/ 1875440 w 13158799"/>
              <a:gd name="connsiteY37" fmla="*/ 9102226 h 9456078"/>
              <a:gd name="connsiteX38" fmla="*/ 1920756 w 13158799"/>
              <a:gd name="connsiteY38" fmla="*/ 9084243 h 9456078"/>
              <a:gd name="connsiteX39" fmla="*/ 1965893 w 13158799"/>
              <a:gd name="connsiteY39" fmla="*/ 9065835 h 9456078"/>
              <a:gd name="connsiteX40" fmla="*/ 2010847 w 13158799"/>
              <a:gd name="connsiteY40" fmla="*/ 9047004 h 9456078"/>
              <a:gd name="connsiteX41" fmla="*/ 2055615 w 13158799"/>
              <a:gd name="connsiteY41" fmla="*/ 9027750 h 9456078"/>
              <a:gd name="connsiteX42" fmla="*/ 2100195 w 13158799"/>
              <a:gd name="connsiteY42" fmla="*/ 9008075 h 9456078"/>
              <a:gd name="connsiteX43" fmla="*/ 2144582 w 13158799"/>
              <a:gd name="connsiteY43" fmla="*/ 8987981 h 9456078"/>
              <a:gd name="connsiteX44" fmla="*/ 2188775 w 13158799"/>
              <a:gd name="connsiteY44" fmla="*/ 8967470 h 9456078"/>
              <a:gd name="connsiteX45" fmla="*/ 2232770 w 13158799"/>
              <a:gd name="connsiteY45" fmla="*/ 8946542 h 9456078"/>
              <a:gd name="connsiteX46" fmla="*/ 2276564 w 13158799"/>
              <a:gd name="connsiteY46" fmla="*/ 8925199 h 9456078"/>
              <a:gd name="connsiteX47" fmla="*/ 2320154 w 13158799"/>
              <a:gd name="connsiteY47" fmla="*/ 8903443 h 9456078"/>
              <a:gd name="connsiteX48" fmla="*/ 2363538 w 13158799"/>
              <a:gd name="connsiteY48" fmla="*/ 8881275 h 9456078"/>
              <a:gd name="connsiteX49" fmla="*/ 2406711 w 13158799"/>
              <a:gd name="connsiteY49" fmla="*/ 8858697 h 9456078"/>
              <a:gd name="connsiteX50" fmla="*/ 2449672 w 13158799"/>
              <a:gd name="connsiteY50" fmla="*/ 8835710 h 9456078"/>
              <a:gd name="connsiteX51" fmla="*/ 2492417 w 13158799"/>
              <a:gd name="connsiteY51" fmla="*/ 8812316 h 9456078"/>
              <a:gd name="connsiteX52" fmla="*/ 2534943 w 13158799"/>
              <a:gd name="connsiteY52" fmla="*/ 8788516 h 9456078"/>
              <a:gd name="connsiteX53" fmla="*/ 2577247 w 13158799"/>
              <a:gd name="connsiteY53" fmla="*/ 8764311 h 9456078"/>
              <a:gd name="connsiteX54" fmla="*/ 2619326 w 13158799"/>
              <a:gd name="connsiteY54" fmla="*/ 8739704 h 9456078"/>
              <a:gd name="connsiteX55" fmla="*/ 2661177 w 13158799"/>
              <a:gd name="connsiteY55" fmla="*/ 8714695 h 9456078"/>
              <a:gd name="connsiteX56" fmla="*/ 2702797 w 13158799"/>
              <a:gd name="connsiteY56" fmla="*/ 8689286 h 9456078"/>
              <a:gd name="connsiteX57" fmla="*/ 2744183 w 13158799"/>
              <a:gd name="connsiteY57" fmla="*/ 8663479 h 9456078"/>
              <a:gd name="connsiteX58" fmla="*/ 2785333 w 13158799"/>
              <a:gd name="connsiteY58" fmla="*/ 8637274 h 9456078"/>
              <a:gd name="connsiteX59" fmla="*/ 2826242 w 13158799"/>
              <a:gd name="connsiteY59" fmla="*/ 8610675 h 9456078"/>
              <a:gd name="connsiteX60" fmla="*/ 2866908 w 13158799"/>
              <a:gd name="connsiteY60" fmla="*/ 8583681 h 9456078"/>
              <a:gd name="connsiteX61" fmla="*/ 2907329 w 13158799"/>
              <a:gd name="connsiteY61" fmla="*/ 8556295 h 9456078"/>
              <a:gd name="connsiteX62" fmla="*/ 2947500 w 13158799"/>
              <a:gd name="connsiteY62" fmla="*/ 8528517 h 9456078"/>
              <a:gd name="connsiteX63" fmla="*/ 2987419 w 13158799"/>
              <a:gd name="connsiteY63" fmla="*/ 8500351 h 9456078"/>
              <a:gd name="connsiteX64" fmla="*/ 3027083 w 13158799"/>
              <a:gd name="connsiteY64" fmla="*/ 8471796 h 9456078"/>
              <a:gd name="connsiteX65" fmla="*/ 3066489 w 13158799"/>
              <a:gd name="connsiteY65" fmla="*/ 8442854 h 9456078"/>
              <a:gd name="connsiteX66" fmla="*/ 3105634 w 13158799"/>
              <a:gd name="connsiteY66" fmla="*/ 8413528 h 9456078"/>
              <a:gd name="connsiteX67" fmla="*/ 3144515 w 13158799"/>
              <a:gd name="connsiteY67" fmla="*/ 8383818 h 9456078"/>
              <a:gd name="connsiteX68" fmla="*/ 3183129 w 13158799"/>
              <a:gd name="connsiteY68" fmla="*/ 8353726 h 9456078"/>
              <a:gd name="connsiteX69" fmla="*/ 3221473 w 13158799"/>
              <a:gd name="connsiteY69" fmla="*/ 8323253 h 9456078"/>
              <a:gd name="connsiteX70" fmla="*/ 3259544 w 13158799"/>
              <a:gd name="connsiteY70" fmla="*/ 8292401 h 9456078"/>
              <a:gd name="connsiteX71" fmla="*/ 3297339 w 13158799"/>
              <a:gd name="connsiteY71" fmla="*/ 8261172 h 9456078"/>
              <a:gd name="connsiteX72" fmla="*/ 3334854 w 13158799"/>
              <a:gd name="connsiteY72" fmla="*/ 8229566 h 9456078"/>
              <a:gd name="connsiteX73" fmla="*/ 3372087 w 13158799"/>
              <a:gd name="connsiteY73" fmla="*/ 8197585 h 9456078"/>
              <a:gd name="connsiteX74" fmla="*/ 3409035 w 13158799"/>
              <a:gd name="connsiteY74" fmla="*/ 8165232 h 9456078"/>
              <a:gd name="connsiteX75" fmla="*/ 3445695 w 13158799"/>
              <a:gd name="connsiteY75" fmla="*/ 8132507 h 9456078"/>
              <a:gd name="connsiteX76" fmla="*/ 3482064 w 13158799"/>
              <a:gd name="connsiteY76" fmla="*/ 8099411 h 9456078"/>
              <a:gd name="connsiteX77" fmla="*/ 3518139 w 13158799"/>
              <a:gd name="connsiteY77" fmla="*/ 8065947 h 9456078"/>
              <a:gd name="connsiteX78" fmla="*/ 3553916 w 13158799"/>
              <a:gd name="connsiteY78" fmla="*/ 8032115 h 9456078"/>
              <a:gd name="connsiteX79" fmla="*/ 3589393 w 13158799"/>
              <a:gd name="connsiteY79" fmla="*/ 7997918 h 9456078"/>
              <a:gd name="connsiteX80" fmla="*/ 3624567 w 13158799"/>
              <a:gd name="connsiteY80" fmla="*/ 7963356 h 9456078"/>
              <a:gd name="connsiteX81" fmla="*/ 3659435 w 13158799"/>
              <a:gd name="connsiteY81" fmla="*/ 7928432 h 9456078"/>
              <a:gd name="connsiteX82" fmla="*/ 3693994 w 13158799"/>
              <a:gd name="connsiteY82" fmla="*/ 7893146 h 9456078"/>
              <a:gd name="connsiteX83" fmla="*/ 3728240 w 13158799"/>
              <a:gd name="connsiteY83" fmla="*/ 7857501 h 9456078"/>
              <a:gd name="connsiteX84" fmla="*/ 3762171 w 13158799"/>
              <a:gd name="connsiteY84" fmla="*/ 7821497 h 9456078"/>
              <a:gd name="connsiteX85" fmla="*/ 3795783 w 13158799"/>
              <a:gd name="connsiteY85" fmla="*/ 7785136 h 9456078"/>
              <a:gd name="connsiteX86" fmla="*/ 3829075 w 13158799"/>
              <a:gd name="connsiteY86" fmla="*/ 7748420 h 9456078"/>
              <a:gd name="connsiteX87" fmla="*/ 3862042 w 13158799"/>
              <a:gd name="connsiteY87" fmla="*/ 7711350 h 9456078"/>
              <a:gd name="connsiteX88" fmla="*/ 3894682 w 13158799"/>
              <a:gd name="connsiteY88" fmla="*/ 7673928 h 9456078"/>
              <a:gd name="connsiteX89" fmla="*/ 3926991 w 13158799"/>
              <a:gd name="connsiteY89" fmla="*/ 7636155 h 9456078"/>
              <a:gd name="connsiteX90" fmla="*/ 3958967 w 13158799"/>
              <a:gd name="connsiteY90" fmla="*/ 7598032 h 9456078"/>
              <a:gd name="connsiteX91" fmla="*/ 3990607 w 13158799"/>
              <a:gd name="connsiteY91" fmla="*/ 7559561 h 9456078"/>
              <a:gd name="connsiteX92" fmla="*/ 4021907 w 13158799"/>
              <a:gd name="connsiteY92" fmla="*/ 7520744 h 9456078"/>
              <a:gd name="connsiteX93" fmla="*/ 4052865 w 13158799"/>
              <a:gd name="connsiteY93" fmla="*/ 7481582 h 9456078"/>
              <a:gd name="connsiteX94" fmla="*/ 4083478 w 13158799"/>
              <a:gd name="connsiteY94" fmla="*/ 7442077 h 9456078"/>
              <a:gd name="connsiteX95" fmla="*/ 8022311 w 13158799"/>
              <a:gd name="connsiteY95" fmla="*/ 2307814 h 9456078"/>
              <a:gd name="connsiteX96" fmla="*/ 8052902 w 13158799"/>
              <a:gd name="connsiteY96" fmla="*/ 2268285 h 9456078"/>
              <a:gd name="connsiteX97" fmla="*/ 8083796 w 13158799"/>
              <a:gd name="connsiteY97" fmla="*/ 2229056 h 9456078"/>
              <a:gd name="connsiteX98" fmla="*/ 8114989 w 13158799"/>
              <a:gd name="connsiteY98" fmla="*/ 2190127 h 9456078"/>
              <a:gd name="connsiteX99" fmla="*/ 8146479 w 13158799"/>
              <a:gd name="connsiteY99" fmla="*/ 2151500 h 9456078"/>
              <a:gd name="connsiteX100" fmla="*/ 8178264 w 13158799"/>
              <a:gd name="connsiteY100" fmla="*/ 2113176 h 9456078"/>
              <a:gd name="connsiteX101" fmla="*/ 8210341 w 13158799"/>
              <a:gd name="connsiteY101" fmla="*/ 2075157 h 9456078"/>
              <a:gd name="connsiteX102" fmla="*/ 8242709 w 13158799"/>
              <a:gd name="connsiteY102" fmla="*/ 2037442 h 9456078"/>
              <a:gd name="connsiteX103" fmla="*/ 8275365 w 13158799"/>
              <a:gd name="connsiteY103" fmla="*/ 2000034 h 9456078"/>
              <a:gd name="connsiteX104" fmla="*/ 8308307 w 13158799"/>
              <a:gd name="connsiteY104" fmla="*/ 1962934 h 9456078"/>
              <a:gd name="connsiteX105" fmla="*/ 8341532 w 13158799"/>
              <a:gd name="connsiteY105" fmla="*/ 1926142 h 9456078"/>
              <a:gd name="connsiteX106" fmla="*/ 8375038 w 13158799"/>
              <a:gd name="connsiteY106" fmla="*/ 1889660 h 9456078"/>
              <a:gd name="connsiteX107" fmla="*/ 8408823 w 13158799"/>
              <a:gd name="connsiteY107" fmla="*/ 1853489 h 9456078"/>
              <a:gd name="connsiteX108" fmla="*/ 8442885 w 13158799"/>
              <a:gd name="connsiteY108" fmla="*/ 1817630 h 9456078"/>
              <a:gd name="connsiteX109" fmla="*/ 8477221 w 13158799"/>
              <a:gd name="connsiteY109" fmla="*/ 1782084 h 9456078"/>
              <a:gd name="connsiteX110" fmla="*/ 8511829 w 13158799"/>
              <a:gd name="connsiteY110" fmla="*/ 1746853 h 9456078"/>
              <a:gd name="connsiteX111" fmla="*/ 8546706 w 13158799"/>
              <a:gd name="connsiteY111" fmla="*/ 1711937 h 9456078"/>
              <a:gd name="connsiteX112" fmla="*/ 8581851 w 13158799"/>
              <a:gd name="connsiteY112" fmla="*/ 1677337 h 9456078"/>
              <a:gd name="connsiteX113" fmla="*/ 8617261 w 13158799"/>
              <a:gd name="connsiteY113" fmla="*/ 1643056 h 9456078"/>
              <a:gd name="connsiteX114" fmla="*/ 8652934 w 13158799"/>
              <a:gd name="connsiteY114" fmla="*/ 1609093 h 9456078"/>
              <a:gd name="connsiteX115" fmla="*/ 8688867 w 13158799"/>
              <a:gd name="connsiteY115" fmla="*/ 1575450 h 9456078"/>
              <a:gd name="connsiteX116" fmla="*/ 8725058 w 13158799"/>
              <a:gd name="connsiteY116" fmla="*/ 1542128 h 9456078"/>
              <a:gd name="connsiteX117" fmla="*/ 8761506 w 13158799"/>
              <a:gd name="connsiteY117" fmla="*/ 1509129 h 9456078"/>
              <a:gd name="connsiteX118" fmla="*/ 8798207 w 13158799"/>
              <a:gd name="connsiteY118" fmla="*/ 1476452 h 9456078"/>
              <a:gd name="connsiteX119" fmla="*/ 8835159 w 13158799"/>
              <a:gd name="connsiteY119" fmla="*/ 1444101 h 9456078"/>
              <a:gd name="connsiteX120" fmla="*/ 8872360 w 13158799"/>
              <a:gd name="connsiteY120" fmla="*/ 1412075 h 9456078"/>
              <a:gd name="connsiteX121" fmla="*/ 8909808 w 13158799"/>
              <a:gd name="connsiteY121" fmla="*/ 1380375 h 9456078"/>
              <a:gd name="connsiteX122" fmla="*/ 8947501 w 13158799"/>
              <a:gd name="connsiteY122" fmla="*/ 1349004 h 9456078"/>
              <a:gd name="connsiteX123" fmla="*/ 8985435 w 13158799"/>
              <a:gd name="connsiteY123" fmla="*/ 1317962 h 9456078"/>
              <a:gd name="connsiteX124" fmla="*/ 9023610 w 13158799"/>
              <a:gd name="connsiteY124" fmla="*/ 1287250 h 9456078"/>
              <a:gd name="connsiteX125" fmla="*/ 9062022 w 13158799"/>
              <a:gd name="connsiteY125" fmla="*/ 1256869 h 9456078"/>
              <a:gd name="connsiteX126" fmla="*/ 9100669 w 13158799"/>
              <a:gd name="connsiteY126" fmla="*/ 1226820 h 9456078"/>
              <a:gd name="connsiteX127" fmla="*/ 9139549 w 13158799"/>
              <a:gd name="connsiteY127" fmla="*/ 1197105 h 9456078"/>
              <a:gd name="connsiteX128" fmla="*/ 9178660 w 13158799"/>
              <a:gd name="connsiteY128" fmla="*/ 1167725 h 9456078"/>
              <a:gd name="connsiteX129" fmla="*/ 9217999 w 13158799"/>
              <a:gd name="connsiteY129" fmla="*/ 1138681 h 9456078"/>
              <a:gd name="connsiteX130" fmla="*/ 9257564 w 13158799"/>
              <a:gd name="connsiteY130" fmla="*/ 1109974 h 9456078"/>
              <a:gd name="connsiteX131" fmla="*/ 9297353 w 13158799"/>
              <a:gd name="connsiteY131" fmla="*/ 1081604 h 9456078"/>
              <a:gd name="connsiteX132" fmla="*/ 9337364 w 13158799"/>
              <a:gd name="connsiteY132" fmla="*/ 1053574 h 9456078"/>
              <a:gd name="connsiteX133" fmla="*/ 9377594 w 13158799"/>
              <a:gd name="connsiteY133" fmla="*/ 1025884 h 9456078"/>
              <a:gd name="connsiteX134" fmla="*/ 9418040 w 13158799"/>
              <a:gd name="connsiteY134" fmla="*/ 998536 h 9456078"/>
              <a:gd name="connsiteX135" fmla="*/ 9458702 w 13158799"/>
              <a:gd name="connsiteY135" fmla="*/ 971530 h 9456078"/>
              <a:gd name="connsiteX136" fmla="*/ 9499575 w 13158799"/>
              <a:gd name="connsiteY136" fmla="*/ 944868 h 9456078"/>
              <a:gd name="connsiteX137" fmla="*/ 9540659 w 13158799"/>
              <a:gd name="connsiteY137" fmla="*/ 918551 h 9456078"/>
              <a:gd name="connsiteX138" fmla="*/ 9581950 w 13158799"/>
              <a:gd name="connsiteY138" fmla="*/ 892580 h 9456078"/>
              <a:gd name="connsiteX139" fmla="*/ 9623447 w 13158799"/>
              <a:gd name="connsiteY139" fmla="*/ 866956 h 9456078"/>
              <a:gd name="connsiteX140" fmla="*/ 9665147 w 13158799"/>
              <a:gd name="connsiteY140" fmla="*/ 841681 h 9456078"/>
              <a:gd name="connsiteX141" fmla="*/ 9707048 w 13158799"/>
              <a:gd name="connsiteY141" fmla="*/ 816754 h 9456078"/>
              <a:gd name="connsiteX142" fmla="*/ 9749147 w 13158799"/>
              <a:gd name="connsiteY142" fmla="*/ 792179 h 9456078"/>
              <a:gd name="connsiteX143" fmla="*/ 9791443 w 13158799"/>
              <a:gd name="connsiteY143" fmla="*/ 767955 h 9456078"/>
              <a:gd name="connsiteX144" fmla="*/ 9833932 w 13158799"/>
              <a:gd name="connsiteY144" fmla="*/ 744083 h 9456078"/>
              <a:gd name="connsiteX145" fmla="*/ 9876613 w 13158799"/>
              <a:gd name="connsiteY145" fmla="*/ 720566 h 9456078"/>
              <a:gd name="connsiteX146" fmla="*/ 9919484 w 13158799"/>
              <a:gd name="connsiteY146" fmla="*/ 697404 h 9456078"/>
              <a:gd name="connsiteX147" fmla="*/ 9962542 w 13158799"/>
              <a:gd name="connsiteY147" fmla="*/ 674598 h 9456078"/>
              <a:gd name="connsiteX148" fmla="*/ 10005784 w 13158799"/>
              <a:gd name="connsiteY148" fmla="*/ 652149 h 9456078"/>
              <a:gd name="connsiteX149" fmla="*/ 10049209 w 13158799"/>
              <a:gd name="connsiteY149" fmla="*/ 630059 h 9456078"/>
              <a:gd name="connsiteX150" fmla="*/ 10092814 w 13158799"/>
              <a:gd name="connsiteY150" fmla="*/ 608328 h 9456078"/>
              <a:gd name="connsiteX151" fmla="*/ 10136597 w 13158799"/>
              <a:gd name="connsiteY151" fmla="*/ 586958 h 9456078"/>
              <a:gd name="connsiteX152" fmla="*/ 10180556 w 13158799"/>
              <a:gd name="connsiteY152" fmla="*/ 565950 h 9456078"/>
              <a:gd name="connsiteX153" fmla="*/ 10224688 w 13158799"/>
              <a:gd name="connsiteY153" fmla="*/ 545304 h 9456078"/>
              <a:gd name="connsiteX154" fmla="*/ 10268991 w 13158799"/>
              <a:gd name="connsiteY154" fmla="*/ 525023 h 9456078"/>
              <a:gd name="connsiteX155" fmla="*/ 10313463 w 13158799"/>
              <a:gd name="connsiteY155" fmla="*/ 505107 h 9456078"/>
              <a:gd name="connsiteX156" fmla="*/ 10358101 w 13158799"/>
              <a:gd name="connsiteY156" fmla="*/ 485558 h 9456078"/>
              <a:gd name="connsiteX157" fmla="*/ 10402903 w 13158799"/>
              <a:gd name="connsiteY157" fmla="*/ 466376 h 9456078"/>
              <a:gd name="connsiteX158" fmla="*/ 10447868 w 13158799"/>
              <a:gd name="connsiteY158" fmla="*/ 447563 h 9456078"/>
              <a:gd name="connsiteX159" fmla="*/ 10492991 w 13158799"/>
              <a:gd name="connsiteY159" fmla="*/ 429119 h 9456078"/>
              <a:gd name="connsiteX160" fmla="*/ 10538272 w 13158799"/>
              <a:gd name="connsiteY160" fmla="*/ 411046 h 9456078"/>
              <a:gd name="connsiteX161" fmla="*/ 10583708 w 13158799"/>
              <a:gd name="connsiteY161" fmla="*/ 393346 h 9456078"/>
              <a:gd name="connsiteX162" fmla="*/ 10629297 w 13158799"/>
              <a:gd name="connsiteY162" fmla="*/ 376018 h 9456078"/>
              <a:gd name="connsiteX163" fmla="*/ 10675036 w 13158799"/>
              <a:gd name="connsiteY163" fmla="*/ 359065 h 9456078"/>
              <a:gd name="connsiteX164" fmla="*/ 10720923 w 13158799"/>
              <a:gd name="connsiteY164" fmla="*/ 342487 h 9456078"/>
              <a:gd name="connsiteX165" fmla="*/ 10766956 w 13158799"/>
              <a:gd name="connsiteY165" fmla="*/ 326286 h 9456078"/>
              <a:gd name="connsiteX166" fmla="*/ 10813132 w 13158799"/>
              <a:gd name="connsiteY166" fmla="*/ 310462 h 9456078"/>
              <a:gd name="connsiteX167" fmla="*/ 10859450 w 13158799"/>
              <a:gd name="connsiteY167" fmla="*/ 295018 h 9456078"/>
              <a:gd name="connsiteX168" fmla="*/ 10905907 w 13158799"/>
              <a:gd name="connsiteY168" fmla="*/ 279953 h 9456078"/>
              <a:gd name="connsiteX169" fmla="*/ 10952500 w 13158799"/>
              <a:gd name="connsiteY169" fmla="*/ 265269 h 9456078"/>
              <a:gd name="connsiteX170" fmla="*/ 10999227 w 13158799"/>
              <a:gd name="connsiteY170" fmla="*/ 250968 h 9456078"/>
              <a:gd name="connsiteX171" fmla="*/ 11046087 w 13158799"/>
              <a:gd name="connsiteY171" fmla="*/ 237049 h 9456078"/>
              <a:gd name="connsiteX172" fmla="*/ 11093076 w 13158799"/>
              <a:gd name="connsiteY172" fmla="*/ 223516 h 9456078"/>
              <a:gd name="connsiteX173" fmla="*/ 11140193 w 13158799"/>
              <a:gd name="connsiteY173" fmla="*/ 210368 h 9456078"/>
              <a:gd name="connsiteX174" fmla="*/ 11187434 w 13158799"/>
              <a:gd name="connsiteY174" fmla="*/ 197606 h 9456078"/>
              <a:gd name="connsiteX175" fmla="*/ 11234799 w 13158799"/>
              <a:gd name="connsiteY175" fmla="*/ 185233 h 9456078"/>
              <a:gd name="connsiteX176" fmla="*/ 11282284 w 13158799"/>
              <a:gd name="connsiteY176" fmla="*/ 173248 h 9456078"/>
              <a:gd name="connsiteX177" fmla="*/ 11329888 w 13158799"/>
              <a:gd name="connsiteY177" fmla="*/ 161654 h 9456078"/>
              <a:gd name="connsiteX178" fmla="*/ 11377607 w 13158799"/>
              <a:gd name="connsiteY178" fmla="*/ 150451 h 9456078"/>
              <a:gd name="connsiteX179" fmla="*/ 11425440 w 13158799"/>
              <a:gd name="connsiteY179" fmla="*/ 139640 h 9456078"/>
              <a:gd name="connsiteX180" fmla="*/ 11473385 w 13158799"/>
              <a:gd name="connsiteY180" fmla="*/ 129223 h 9456078"/>
              <a:gd name="connsiteX181" fmla="*/ 11521439 w 13158799"/>
              <a:gd name="connsiteY181" fmla="*/ 119201 h 9456078"/>
              <a:gd name="connsiteX182" fmla="*/ 11569599 w 13158799"/>
              <a:gd name="connsiteY182" fmla="*/ 109574 h 9456078"/>
              <a:gd name="connsiteX183" fmla="*/ 11617864 w 13158799"/>
              <a:gd name="connsiteY183" fmla="*/ 100344 h 9456078"/>
              <a:gd name="connsiteX184" fmla="*/ 11666231 w 13158799"/>
              <a:gd name="connsiteY184" fmla="*/ 91512 h 9456078"/>
              <a:gd name="connsiteX185" fmla="*/ 11714698 w 13158799"/>
              <a:gd name="connsiteY185" fmla="*/ 83080 h 9456078"/>
              <a:gd name="connsiteX186" fmla="*/ 11763263 w 13158799"/>
              <a:gd name="connsiteY186" fmla="*/ 75047 h 9456078"/>
              <a:gd name="connsiteX187" fmla="*/ 11811923 w 13158799"/>
              <a:gd name="connsiteY187" fmla="*/ 67417 h 9456078"/>
              <a:gd name="connsiteX188" fmla="*/ 11860676 w 13158799"/>
              <a:gd name="connsiteY188" fmla="*/ 60188 h 9456078"/>
              <a:gd name="connsiteX189" fmla="*/ 11909519 w 13158799"/>
              <a:gd name="connsiteY189" fmla="*/ 53364 h 9456078"/>
              <a:gd name="connsiteX190" fmla="*/ 11958451 w 13158799"/>
              <a:gd name="connsiteY190" fmla="*/ 46944 h 9456078"/>
              <a:gd name="connsiteX191" fmla="*/ 12007470 w 13158799"/>
              <a:gd name="connsiteY191" fmla="*/ 40931 h 9456078"/>
              <a:gd name="connsiteX192" fmla="*/ 12056572 w 13158799"/>
              <a:gd name="connsiteY192" fmla="*/ 35324 h 9456078"/>
              <a:gd name="connsiteX193" fmla="*/ 12105756 w 13158799"/>
              <a:gd name="connsiteY193" fmla="*/ 30126 h 9456078"/>
              <a:gd name="connsiteX194" fmla="*/ 12155019 w 13158799"/>
              <a:gd name="connsiteY194" fmla="*/ 25337 h 9456078"/>
              <a:gd name="connsiteX195" fmla="*/ 12204359 w 13158799"/>
              <a:gd name="connsiteY195" fmla="*/ 20958 h 9456078"/>
              <a:gd name="connsiteX196" fmla="*/ 12253773 w 13158799"/>
              <a:gd name="connsiteY196" fmla="*/ 16991 h 9456078"/>
              <a:gd name="connsiteX197" fmla="*/ 12303260 w 13158799"/>
              <a:gd name="connsiteY197" fmla="*/ 13437 h 9456078"/>
              <a:gd name="connsiteX198" fmla="*/ 12352818 w 13158799"/>
              <a:gd name="connsiteY198" fmla="*/ 10297 h 9456078"/>
              <a:gd name="connsiteX199" fmla="*/ 12402443 w 13158799"/>
              <a:gd name="connsiteY199" fmla="*/ 7572 h 9456078"/>
              <a:gd name="connsiteX200" fmla="*/ 12452133 w 13158799"/>
              <a:gd name="connsiteY200" fmla="*/ 5263 h 9456078"/>
              <a:gd name="connsiteX201" fmla="*/ 12501887 w 13158799"/>
              <a:gd name="connsiteY201" fmla="*/ 3371 h 9456078"/>
              <a:gd name="connsiteX202" fmla="*/ 12551701 w 13158799"/>
              <a:gd name="connsiteY202" fmla="*/ 1898 h 9456078"/>
              <a:gd name="connsiteX203" fmla="*/ 12601574 w 13158799"/>
              <a:gd name="connsiteY203" fmla="*/ 844 h 9456078"/>
              <a:gd name="connsiteX204" fmla="*/ 12651504 w 13158799"/>
              <a:gd name="connsiteY204" fmla="*/ 211 h 9456078"/>
              <a:gd name="connsiteX205" fmla="*/ 12701487 w 13158799"/>
              <a:gd name="connsiteY205" fmla="*/ 0 h 9456078"/>
              <a:gd name="connsiteX206" fmla="*/ 13158798 w 13158799"/>
              <a:gd name="connsiteY206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76172 w 13158797"/>
              <a:gd name="connsiteY22" fmla="*/ 9319936 h 9456078"/>
              <a:gd name="connsiteX23" fmla="*/ 1223823 w 13158797"/>
              <a:gd name="connsiteY23" fmla="*/ 9308509 h 9456078"/>
              <a:gd name="connsiteX24" fmla="*/ 1271339 w 13158797"/>
              <a:gd name="connsiteY24" fmla="*/ 9296635 h 9456078"/>
              <a:gd name="connsiteX25" fmla="*/ 1318719 w 13158797"/>
              <a:gd name="connsiteY25" fmla="*/ 9284315 h 9456078"/>
              <a:gd name="connsiteX26" fmla="*/ 1365957 w 13158797"/>
              <a:gd name="connsiteY26" fmla="*/ 9271550 h 9456078"/>
              <a:gd name="connsiteX27" fmla="*/ 1413052 w 13158797"/>
              <a:gd name="connsiteY27" fmla="*/ 9258342 h 9456078"/>
              <a:gd name="connsiteX28" fmla="*/ 1460000 w 13158797"/>
              <a:gd name="connsiteY28" fmla="*/ 9244693 h 9456078"/>
              <a:gd name="connsiteX29" fmla="*/ 1506799 w 13158797"/>
              <a:gd name="connsiteY29" fmla="*/ 9230604 h 9456078"/>
              <a:gd name="connsiteX30" fmla="*/ 1553445 w 13158797"/>
              <a:gd name="connsiteY30" fmla="*/ 9216076 h 9456078"/>
              <a:gd name="connsiteX31" fmla="*/ 1599935 w 13158797"/>
              <a:gd name="connsiteY31" fmla="*/ 9201111 h 9456078"/>
              <a:gd name="connsiteX32" fmla="*/ 1646267 w 13158797"/>
              <a:gd name="connsiteY32" fmla="*/ 9185710 h 9456078"/>
              <a:gd name="connsiteX33" fmla="*/ 1692437 w 13158797"/>
              <a:gd name="connsiteY33" fmla="*/ 9169876 h 9456078"/>
              <a:gd name="connsiteX34" fmla="*/ 1738442 w 13158797"/>
              <a:gd name="connsiteY34" fmla="*/ 9153608 h 9456078"/>
              <a:gd name="connsiteX35" fmla="*/ 1784280 w 13158797"/>
              <a:gd name="connsiteY35" fmla="*/ 9136910 h 9456078"/>
              <a:gd name="connsiteX36" fmla="*/ 1829947 w 13158797"/>
              <a:gd name="connsiteY36" fmla="*/ 9119782 h 9456078"/>
              <a:gd name="connsiteX37" fmla="*/ 1875440 w 13158797"/>
              <a:gd name="connsiteY37" fmla="*/ 9102226 h 9456078"/>
              <a:gd name="connsiteX38" fmla="*/ 1920756 w 13158797"/>
              <a:gd name="connsiteY38" fmla="*/ 9084243 h 9456078"/>
              <a:gd name="connsiteX39" fmla="*/ 1965893 w 13158797"/>
              <a:gd name="connsiteY39" fmla="*/ 9065835 h 9456078"/>
              <a:gd name="connsiteX40" fmla="*/ 2055615 w 13158797"/>
              <a:gd name="connsiteY40" fmla="*/ 9027750 h 9456078"/>
              <a:gd name="connsiteX41" fmla="*/ 2100195 w 13158797"/>
              <a:gd name="connsiteY41" fmla="*/ 9008075 h 9456078"/>
              <a:gd name="connsiteX42" fmla="*/ 2144582 w 13158797"/>
              <a:gd name="connsiteY42" fmla="*/ 8987981 h 9456078"/>
              <a:gd name="connsiteX43" fmla="*/ 2188775 w 13158797"/>
              <a:gd name="connsiteY43" fmla="*/ 8967470 h 9456078"/>
              <a:gd name="connsiteX44" fmla="*/ 2232770 w 13158797"/>
              <a:gd name="connsiteY44" fmla="*/ 8946542 h 9456078"/>
              <a:gd name="connsiteX45" fmla="*/ 2276564 w 13158797"/>
              <a:gd name="connsiteY45" fmla="*/ 8925199 h 9456078"/>
              <a:gd name="connsiteX46" fmla="*/ 2320154 w 13158797"/>
              <a:gd name="connsiteY46" fmla="*/ 8903443 h 9456078"/>
              <a:gd name="connsiteX47" fmla="*/ 2363538 w 13158797"/>
              <a:gd name="connsiteY47" fmla="*/ 8881275 h 9456078"/>
              <a:gd name="connsiteX48" fmla="*/ 2406711 w 13158797"/>
              <a:gd name="connsiteY48" fmla="*/ 8858697 h 9456078"/>
              <a:gd name="connsiteX49" fmla="*/ 2449672 w 13158797"/>
              <a:gd name="connsiteY49" fmla="*/ 8835710 h 9456078"/>
              <a:gd name="connsiteX50" fmla="*/ 2492417 w 13158797"/>
              <a:gd name="connsiteY50" fmla="*/ 8812316 h 9456078"/>
              <a:gd name="connsiteX51" fmla="*/ 2534943 w 13158797"/>
              <a:gd name="connsiteY51" fmla="*/ 8788516 h 9456078"/>
              <a:gd name="connsiteX52" fmla="*/ 2577247 w 13158797"/>
              <a:gd name="connsiteY52" fmla="*/ 8764311 h 9456078"/>
              <a:gd name="connsiteX53" fmla="*/ 2619326 w 13158797"/>
              <a:gd name="connsiteY53" fmla="*/ 8739704 h 9456078"/>
              <a:gd name="connsiteX54" fmla="*/ 2661177 w 13158797"/>
              <a:gd name="connsiteY54" fmla="*/ 8714695 h 9456078"/>
              <a:gd name="connsiteX55" fmla="*/ 2702797 w 13158797"/>
              <a:gd name="connsiteY55" fmla="*/ 8689286 h 9456078"/>
              <a:gd name="connsiteX56" fmla="*/ 2744183 w 13158797"/>
              <a:gd name="connsiteY56" fmla="*/ 8663479 h 9456078"/>
              <a:gd name="connsiteX57" fmla="*/ 2785333 w 13158797"/>
              <a:gd name="connsiteY57" fmla="*/ 8637274 h 9456078"/>
              <a:gd name="connsiteX58" fmla="*/ 2826242 w 13158797"/>
              <a:gd name="connsiteY58" fmla="*/ 8610675 h 9456078"/>
              <a:gd name="connsiteX59" fmla="*/ 2866908 w 13158797"/>
              <a:gd name="connsiteY59" fmla="*/ 8583681 h 9456078"/>
              <a:gd name="connsiteX60" fmla="*/ 2907329 w 13158797"/>
              <a:gd name="connsiteY60" fmla="*/ 8556295 h 9456078"/>
              <a:gd name="connsiteX61" fmla="*/ 2947500 w 13158797"/>
              <a:gd name="connsiteY61" fmla="*/ 8528517 h 9456078"/>
              <a:gd name="connsiteX62" fmla="*/ 2987419 w 13158797"/>
              <a:gd name="connsiteY62" fmla="*/ 8500351 h 9456078"/>
              <a:gd name="connsiteX63" fmla="*/ 3027083 w 13158797"/>
              <a:gd name="connsiteY63" fmla="*/ 8471796 h 9456078"/>
              <a:gd name="connsiteX64" fmla="*/ 3066489 w 13158797"/>
              <a:gd name="connsiteY64" fmla="*/ 8442854 h 9456078"/>
              <a:gd name="connsiteX65" fmla="*/ 3105634 w 13158797"/>
              <a:gd name="connsiteY65" fmla="*/ 8413528 h 9456078"/>
              <a:gd name="connsiteX66" fmla="*/ 3144515 w 13158797"/>
              <a:gd name="connsiteY66" fmla="*/ 8383818 h 9456078"/>
              <a:gd name="connsiteX67" fmla="*/ 3183129 w 13158797"/>
              <a:gd name="connsiteY67" fmla="*/ 8353726 h 9456078"/>
              <a:gd name="connsiteX68" fmla="*/ 3221473 w 13158797"/>
              <a:gd name="connsiteY68" fmla="*/ 8323253 h 9456078"/>
              <a:gd name="connsiteX69" fmla="*/ 3259544 w 13158797"/>
              <a:gd name="connsiteY69" fmla="*/ 8292401 h 9456078"/>
              <a:gd name="connsiteX70" fmla="*/ 3297339 w 13158797"/>
              <a:gd name="connsiteY70" fmla="*/ 8261172 h 9456078"/>
              <a:gd name="connsiteX71" fmla="*/ 3334854 w 13158797"/>
              <a:gd name="connsiteY71" fmla="*/ 8229566 h 9456078"/>
              <a:gd name="connsiteX72" fmla="*/ 3372087 w 13158797"/>
              <a:gd name="connsiteY72" fmla="*/ 8197585 h 9456078"/>
              <a:gd name="connsiteX73" fmla="*/ 3409035 w 13158797"/>
              <a:gd name="connsiteY73" fmla="*/ 8165232 h 9456078"/>
              <a:gd name="connsiteX74" fmla="*/ 3445695 w 13158797"/>
              <a:gd name="connsiteY74" fmla="*/ 8132507 h 9456078"/>
              <a:gd name="connsiteX75" fmla="*/ 3482064 w 13158797"/>
              <a:gd name="connsiteY75" fmla="*/ 8099411 h 9456078"/>
              <a:gd name="connsiteX76" fmla="*/ 3518139 w 13158797"/>
              <a:gd name="connsiteY76" fmla="*/ 8065947 h 9456078"/>
              <a:gd name="connsiteX77" fmla="*/ 3553916 w 13158797"/>
              <a:gd name="connsiteY77" fmla="*/ 8032115 h 9456078"/>
              <a:gd name="connsiteX78" fmla="*/ 3589393 w 13158797"/>
              <a:gd name="connsiteY78" fmla="*/ 7997918 h 9456078"/>
              <a:gd name="connsiteX79" fmla="*/ 3624567 w 13158797"/>
              <a:gd name="connsiteY79" fmla="*/ 7963356 h 9456078"/>
              <a:gd name="connsiteX80" fmla="*/ 3659435 w 13158797"/>
              <a:gd name="connsiteY80" fmla="*/ 7928432 h 9456078"/>
              <a:gd name="connsiteX81" fmla="*/ 3693994 w 13158797"/>
              <a:gd name="connsiteY81" fmla="*/ 7893146 h 9456078"/>
              <a:gd name="connsiteX82" fmla="*/ 3728240 w 13158797"/>
              <a:gd name="connsiteY82" fmla="*/ 7857501 h 9456078"/>
              <a:gd name="connsiteX83" fmla="*/ 3762171 w 13158797"/>
              <a:gd name="connsiteY83" fmla="*/ 7821497 h 9456078"/>
              <a:gd name="connsiteX84" fmla="*/ 3795783 w 13158797"/>
              <a:gd name="connsiteY84" fmla="*/ 7785136 h 9456078"/>
              <a:gd name="connsiteX85" fmla="*/ 3829075 w 13158797"/>
              <a:gd name="connsiteY85" fmla="*/ 7748420 h 9456078"/>
              <a:gd name="connsiteX86" fmla="*/ 3862042 w 13158797"/>
              <a:gd name="connsiteY86" fmla="*/ 7711350 h 9456078"/>
              <a:gd name="connsiteX87" fmla="*/ 3894682 w 13158797"/>
              <a:gd name="connsiteY87" fmla="*/ 7673928 h 9456078"/>
              <a:gd name="connsiteX88" fmla="*/ 3926991 w 13158797"/>
              <a:gd name="connsiteY88" fmla="*/ 7636155 h 9456078"/>
              <a:gd name="connsiteX89" fmla="*/ 3958967 w 13158797"/>
              <a:gd name="connsiteY89" fmla="*/ 7598032 h 9456078"/>
              <a:gd name="connsiteX90" fmla="*/ 3990607 w 13158797"/>
              <a:gd name="connsiteY90" fmla="*/ 7559561 h 9456078"/>
              <a:gd name="connsiteX91" fmla="*/ 4021907 w 13158797"/>
              <a:gd name="connsiteY91" fmla="*/ 7520744 h 9456078"/>
              <a:gd name="connsiteX92" fmla="*/ 4052865 w 13158797"/>
              <a:gd name="connsiteY92" fmla="*/ 7481582 h 9456078"/>
              <a:gd name="connsiteX93" fmla="*/ 4083478 w 13158797"/>
              <a:gd name="connsiteY93" fmla="*/ 7442077 h 9456078"/>
              <a:gd name="connsiteX94" fmla="*/ 8022311 w 13158797"/>
              <a:gd name="connsiteY94" fmla="*/ 2307814 h 9456078"/>
              <a:gd name="connsiteX95" fmla="*/ 8052902 w 13158797"/>
              <a:gd name="connsiteY95" fmla="*/ 2268285 h 9456078"/>
              <a:gd name="connsiteX96" fmla="*/ 8083796 w 13158797"/>
              <a:gd name="connsiteY96" fmla="*/ 2229056 h 9456078"/>
              <a:gd name="connsiteX97" fmla="*/ 8114989 w 13158797"/>
              <a:gd name="connsiteY97" fmla="*/ 2190127 h 9456078"/>
              <a:gd name="connsiteX98" fmla="*/ 8146479 w 13158797"/>
              <a:gd name="connsiteY98" fmla="*/ 2151500 h 9456078"/>
              <a:gd name="connsiteX99" fmla="*/ 8178264 w 13158797"/>
              <a:gd name="connsiteY99" fmla="*/ 2113176 h 9456078"/>
              <a:gd name="connsiteX100" fmla="*/ 8210341 w 13158797"/>
              <a:gd name="connsiteY100" fmla="*/ 2075157 h 9456078"/>
              <a:gd name="connsiteX101" fmla="*/ 8242709 w 13158797"/>
              <a:gd name="connsiteY101" fmla="*/ 2037442 h 9456078"/>
              <a:gd name="connsiteX102" fmla="*/ 8275365 w 13158797"/>
              <a:gd name="connsiteY102" fmla="*/ 2000034 h 9456078"/>
              <a:gd name="connsiteX103" fmla="*/ 8308307 w 13158797"/>
              <a:gd name="connsiteY103" fmla="*/ 1962934 h 9456078"/>
              <a:gd name="connsiteX104" fmla="*/ 8341532 w 13158797"/>
              <a:gd name="connsiteY104" fmla="*/ 1926142 h 9456078"/>
              <a:gd name="connsiteX105" fmla="*/ 8375038 w 13158797"/>
              <a:gd name="connsiteY105" fmla="*/ 1889660 h 9456078"/>
              <a:gd name="connsiteX106" fmla="*/ 8408823 w 13158797"/>
              <a:gd name="connsiteY106" fmla="*/ 1853489 h 9456078"/>
              <a:gd name="connsiteX107" fmla="*/ 8442885 w 13158797"/>
              <a:gd name="connsiteY107" fmla="*/ 1817630 h 9456078"/>
              <a:gd name="connsiteX108" fmla="*/ 8477221 w 13158797"/>
              <a:gd name="connsiteY108" fmla="*/ 1782084 h 9456078"/>
              <a:gd name="connsiteX109" fmla="*/ 8511829 w 13158797"/>
              <a:gd name="connsiteY109" fmla="*/ 1746853 h 9456078"/>
              <a:gd name="connsiteX110" fmla="*/ 8546706 w 13158797"/>
              <a:gd name="connsiteY110" fmla="*/ 1711937 h 9456078"/>
              <a:gd name="connsiteX111" fmla="*/ 8581851 w 13158797"/>
              <a:gd name="connsiteY111" fmla="*/ 1677337 h 9456078"/>
              <a:gd name="connsiteX112" fmla="*/ 8617261 w 13158797"/>
              <a:gd name="connsiteY112" fmla="*/ 1643056 h 9456078"/>
              <a:gd name="connsiteX113" fmla="*/ 8652934 w 13158797"/>
              <a:gd name="connsiteY113" fmla="*/ 1609093 h 9456078"/>
              <a:gd name="connsiteX114" fmla="*/ 8688867 w 13158797"/>
              <a:gd name="connsiteY114" fmla="*/ 1575450 h 9456078"/>
              <a:gd name="connsiteX115" fmla="*/ 8725058 w 13158797"/>
              <a:gd name="connsiteY115" fmla="*/ 1542128 h 9456078"/>
              <a:gd name="connsiteX116" fmla="*/ 8761506 w 13158797"/>
              <a:gd name="connsiteY116" fmla="*/ 1509129 h 9456078"/>
              <a:gd name="connsiteX117" fmla="*/ 8798207 w 13158797"/>
              <a:gd name="connsiteY117" fmla="*/ 1476452 h 9456078"/>
              <a:gd name="connsiteX118" fmla="*/ 8835159 w 13158797"/>
              <a:gd name="connsiteY118" fmla="*/ 1444101 h 9456078"/>
              <a:gd name="connsiteX119" fmla="*/ 8872360 w 13158797"/>
              <a:gd name="connsiteY119" fmla="*/ 1412075 h 9456078"/>
              <a:gd name="connsiteX120" fmla="*/ 8909808 w 13158797"/>
              <a:gd name="connsiteY120" fmla="*/ 1380375 h 9456078"/>
              <a:gd name="connsiteX121" fmla="*/ 8947501 w 13158797"/>
              <a:gd name="connsiteY121" fmla="*/ 1349004 h 9456078"/>
              <a:gd name="connsiteX122" fmla="*/ 8985435 w 13158797"/>
              <a:gd name="connsiteY122" fmla="*/ 1317962 h 9456078"/>
              <a:gd name="connsiteX123" fmla="*/ 9023610 w 13158797"/>
              <a:gd name="connsiteY123" fmla="*/ 1287250 h 9456078"/>
              <a:gd name="connsiteX124" fmla="*/ 9062022 w 13158797"/>
              <a:gd name="connsiteY124" fmla="*/ 1256869 h 9456078"/>
              <a:gd name="connsiteX125" fmla="*/ 9100669 w 13158797"/>
              <a:gd name="connsiteY125" fmla="*/ 1226820 h 9456078"/>
              <a:gd name="connsiteX126" fmla="*/ 9139549 w 13158797"/>
              <a:gd name="connsiteY126" fmla="*/ 1197105 h 9456078"/>
              <a:gd name="connsiteX127" fmla="*/ 9178660 w 13158797"/>
              <a:gd name="connsiteY127" fmla="*/ 1167725 h 9456078"/>
              <a:gd name="connsiteX128" fmla="*/ 9217999 w 13158797"/>
              <a:gd name="connsiteY128" fmla="*/ 1138681 h 9456078"/>
              <a:gd name="connsiteX129" fmla="*/ 9257564 w 13158797"/>
              <a:gd name="connsiteY129" fmla="*/ 1109974 h 9456078"/>
              <a:gd name="connsiteX130" fmla="*/ 9297353 w 13158797"/>
              <a:gd name="connsiteY130" fmla="*/ 1081604 h 9456078"/>
              <a:gd name="connsiteX131" fmla="*/ 9337364 w 13158797"/>
              <a:gd name="connsiteY131" fmla="*/ 1053574 h 9456078"/>
              <a:gd name="connsiteX132" fmla="*/ 9377594 w 13158797"/>
              <a:gd name="connsiteY132" fmla="*/ 1025884 h 9456078"/>
              <a:gd name="connsiteX133" fmla="*/ 9418040 w 13158797"/>
              <a:gd name="connsiteY133" fmla="*/ 998536 h 9456078"/>
              <a:gd name="connsiteX134" fmla="*/ 9458702 w 13158797"/>
              <a:gd name="connsiteY134" fmla="*/ 971530 h 9456078"/>
              <a:gd name="connsiteX135" fmla="*/ 9499575 w 13158797"/>
              <a:gd name="connsiteY135" fmla="*/ 944868 h 9456078"/>
              <a:gd name="connsiteX136" fmla="*/ 9540659 w 13158797"/>
              <a:gd name="connsiteY136" fmla="*/ 918551 h 9456078"/>
              <a:gd name="connsiteX137" fmla="*/ 9581950 w 13158797"/>
              <a:gd name="connsiteY137" fmla="*/ 892580 h 9456078"/>
              <a:gd name="connsiteX138" fmla="*/ 9623447 w 13158797"/>
              <a:gd name="connsiteY138" fmla="*/ 866956 h 9456078"/>
              <a:gd name="connsiteX139" fmla="*/ 9665147 w 13158797"/>
              <a:gd name="connsiteY139" fmla="*/ 841681 h 9456078"/>
              <a:gd name="connsiteX140" fmla="*/ 9707048 w 13158797"/>
              <a:gd name="connsiteY140" fmla="*/ 816754 h 9456078"/>
              <a:gd name="connsiteX141" fmla="*/ 9749147 w 13158797"/>
              <a:gd name="connsiteY141" fmla="*/ 792179 h 9456078"/>
              <a:gd name="connsiteX142" fmla="*/ 9791443 w 13158797"/>
              <a:gd name="connsiteY142" fmla="*/ 767955 h 9456078"/>
              <a:gd name="connsiteX143" fmla="*/ 9833932 w 13158797"/>
              <a:gd name="connsiteY143" fmla="*/ 744083 h 9456078"/>
              <a:gd name="connsiteX144" fmla="*/ 9876613 w 13158797"/>
              <a:gd name="connsiteY144" fmla="*/ 720566 h 9456078"/>
              <a:gd name="connsiteX145" fmla="*/ 9919484 w 13158797"/>
              <a:gd name="connsiteY145" fmla="*/ 697404 h 9456078"/>
              <a:gd name="connsiteX146" fmla="*/ 9962542 w 13158797"/>
              <a:gd name="connsiteY146" fmla="*/ 674598 h 9456078"/>
              <a:gd name="connsiteX147" fmla="*/ 10005784 w 13158797"/>
              <a:gd name="connsiteY147" fmla="*/ 652149 h 9456078"/>
              <a:gd name="connsiteX148" fmla="*/ 10049209 w 13158797"/>
              <a:gd name="connsiteY148" fmla="*/ 630059 h 9456078"/>
              <a:gd name="connsiteX149" fmla="*/ 10092814 w 13158797"/>
              <a:gd name="connsiteY149" fmla="*/ 608328 h 9456078"/>
              <a:gd name="connsiteX150" fmla="*/ 10136597 w 13158797"/>
              <a:gd name="connsiteY150" fmla="*/ 586958 h 9456078"/>
              <a:gd name="connsiteX151" fmla="*/ 10180556 w 13158797"/>
              <a:gd name="connsiteY151" fmla="*/ 565950 h 9456078"/>
              <a:gd name="connsiteX152" fmla="*/ 10224688 w 13158797"/>
              <a:gd name="connsiteY152" fmla="*/ 545304 h 9456078"/>
              <a:gd name="connsiteX153" fmla="*/ 10268991 w 13158797"/>
              <a:gd name="connsiteY153" fmla="*/ 525023 h 9456078"/>
              <a:gd name="connsiteX154" fmla="*/ 10313463 w 13158797"/>
              <a:gd name="connsiteY154" fmla="*/ 505107 h 9456078"/>
              <a:gd name="connsiteX155" fmla="*/ 10358101 w 13158797"/>
              <a:gd name="connsiteY155" fmla="*/ 485558 h 9456078"/>
              <a:gd name="connsiteX156" fmla="*/ 10402903 w 13158797"/>
              <a:gd name="connsiteY156" fmla="*/ 466376 h 9456078"/>
              <a:gd name="connsiteX157" fmla="*/ 10447868 w 13158797"/>
              <a:gd name="connsiteY157" fmla="*/ 447563 h 9456078"/>
              <a:gd name="connsiteX158" fmla="*/ 10492991 w 13158797"/>
              <a:gd name="connsiteY158" fmla="*/ 429119 h 9456078"/>
              <a:gd name="connsiteX159" fmla="*/ 10538272 w 13158797"/>
              <a:gd name="connsiteY159" fmla="*/ 411046 h 9456078"/>
              <a:gd name="connsiteX160" fmla="*/ 10583708 w 13158797"/>
              <a:gd name="connsiteY160" fmla="*/ 393346 h 9456078"/>
              <a:gd name="connsiteX161" fmla="*/ 10629297 w 13158797"/>
              <a:gd name="connsiteY161" fmla="*/ 376018 h 9456078"/>
              <a:gd name="connsiteX162" fmla="*/ 10675036 w 13158797"/>
              <a:gd name="connsiteY162" fmla="*/ 359065 h 9456078"/>
              <a:gd name="connsiteX163" fmla="*/ 10720923 w 13158797"/>
              <a:gd name="connsiteY163" fmla="*/ 342487 h 9456078"/>
              <a:gd name="connsiteX164" fmla="*/ 10766956 w 13158797"/>
              <a:gd name="connsiteY164" fmla="*/ 326286 h 9456078"/>
              <a:gd name="connsiteX165" fmla="*/ 10813132 w 13158797"/>
              <a:gd name="connsiteY165" fmla="*/ 310462 h 9456078"/>
              <a:gd name="connsiteX166" fmla="*/ 10859450 w 13158797"/>
              <a:gd name="connsiteY166" fmla="*/ 295018 h 9456078"/>
              <a:gd name="connsiteX167" fmla="*/ 10905907 w 13158797"/>
              <a:gd name="connsiteY167" fmla="*/ 279953 h 9456078"/>
              <a:gd name="connsiteX168" fmla="*/ 10952500 w 13158797"/>
              <a:gd name="connsiteY168" fmla="*/ 265269 h 9456078"/>
              <a:gd name="connsiteX169" fmla="*/ 10999227 w 13158797"/>
              <a:gd name="connsiteY169" fmla="*/ 250968 h 9456078"/>
              <a:gd name="connsiteX170" fmla="*/ 11046087 w 13158797"/>
              <a:gd name="connsiteY170" fmla="*/ 237049 h 9456078"/>
              <a:gd name="connsiteX171" fmla="*/ 11093076 w 13158797"/>
              <a:gd name="connsiteY171" fmla="*/ 223516 h 9456078"/>
              <a:gd name="connsiteX172" fmla="*/ 11140193 w 13158797"/>
              <a:gd name="connsiteY172" fmla="*/ 210368 h 9456078"/>
              <a:gd name="connsiteX173" fmla="*/ 11187434 w 13158797"/>
              <a:gd name="connsiteY173" fmla="*/ 197606 h 9456078"/>
              <a:gd name="connsiteX174" fmla="*/ 11234799 w 13158797"/>
              <a:gd name="connsiteY174" fmla="*/ 185233 h 9456078"/>
              <a:gd name="connsiteX175" fmla="*/ 11282284 w 13158797"/>
              <a:gd name="connsiteY175" fmla="*/ 173248 h 9456078"/>
              <a:gd name="connsiteX176" fmla="*/ 11329888 w 13158797"/>
              <a:gd name="connsiteY176" fmla="*/ 161654 h 9456078"/>
              <a:gd name="connsiteX177" fmla="*/ 11377607 w 13158797"/>
              <a:gd name="connsiteY177" fmla="*/ 150451 h 9456078"/>
              <a:gd name="connsiteX178" fmla="*/ 11425440 w 13158797"/>
              <a:gd name="connsiteY178" fmla="*/ 139640 h 9456078"/>
              <a:gd name="connsiteX179" fmla="*/ 11473385 w 13158797"/>
              <a:gd name="connsiteY179" fmla="*/ 129223 h 9456078"/>
              <a:gd name="connsiteX180" fmla="*/ 11521439 w 13158797"/>
              <a:gd name="connsiteY180" fmla="*/ 119201 h 9456078"/>
              <a:gd name="connsiteX181" fmla="*/ 11569599 w 13158797"/>
              <a:gd name="connsiteY181" fmla="*/ 109574 h 9456078"/>
              <a:gd name="connsiteX182" fmla="*/ 11617864 w 13158797"/>
              <a:gd name="connsiteY182" fmla="*/ 100344 h 9456078"/>
              <a:gd name="connsiteX183" fmla="*/ 11666231 w 13158797"/>
              <a:gd name="connsiteY183" fmla="*/ 91512 h 9456078"/>
              <a:gd name="connsiteX184" fmla="*/ 11714698 w 13158797"/>
              <a:gd name="connsiteY184" fmla="*/ 83080 h 9456078"/>
              <a:gd name="connsiteX185" fmla="*/ 11763263 w 13158797"/>
              <a:gd name="connsiteY185" fmla="*/ 75047 h 9456078"/>
              <a:gd name="connsiteX186" fmla="*/ 11811923 w 13158797"/>
              <a:gd name="connsiteY186" fmla="*/ 67417 h 9456078"/>
              <a:gd name="connsiteX187" fmla="*/ 11860676 w 13158797"/>
              <a:gd name="connsiteY187" fmla="*/ 60188 h 9456078"/>
              <a:gd name="connsiteX188" fmla="*/ 11909519 w 13158797"/>
              <a:gd name="connsiteY188" fmla="*/ 53364 h 9456078"/>
              <a:gd name="connsiteX189" fmla="*/ 11958451 w 13158797"/>
              <a:gd name="connsiteY189" fmla="*/ 46944 h 9456078"/>
              <a:gd name="connsiteX190" fmla="*/ 12007470 w 13158797"/>
              <a:gd name="connsiteY190" fmla="*/ 40931 h 9456078"/>
              <a:gd name="connsiteX191" fmla="*/ 12056572 w 13158797"/>
              <a:gd name="connsiteY191" fmla="*/ 35324 h 9456078"/>
              <a:gd name="connsiteX192" fmla="*/ 12105756 w 13158797"/>
              <a:gd name="connsiteY192" fmla="*/ 30126 h 9456078"/>
              <a:gd name="connsiteX193" fmla="*/ 12155019 w 13158797"/>
              <a:gd name="connsiteY193" fmla="*/ 25337 h 9456078"/>
              <a:gd name="connsiteX194" fmla="*/ 12204359 w 13158797"/>
              <a:gd name="connsiteY194" fmla="*/ 20958 h 9456078"/>
              <a:gd name="connsiteX195" fmla="*/ 12253773 w 13158797"/>
              <a:gd name="connsiteY195" fmla="*/ 16991 h 9456078"/>
              <a:gd name="connsiteX196" fmla="*/ 12303260 w 13158797"/>
              <a:gd name="connsiteY196" fmla="*/ 13437 h 9456078"/>
              <a:gd name="connsiteX197" fmla="*/ 12352818 w 13158797"/>
              <a:gd name="connsiteY197" fmla="*/ 10297 h 9456078"/>
              <a:gd name="connsiteX198" fmla="*/ 12402443 w 13158797"/>
              <a:gd name="connsiteY198" fmla="*/ 7572 h 9456078"/>
              <a:gd name="connsiteX199" fmla="*/ 12452133 w 13158797"/>
              <a:gd name="connsiteY199" fmla="*/ 5263 h 9456078"/>
              <a:gd name="connsiteX200" fmla="*/ 12501887 w 13158797"/>
              <a:gd name="connsiteY200" fmla="*/ 3371 h 9456078"/>
              <a:gd name="connsiteX201" fmla="*/ 12551701 w 13158797"/>
              <a:gd name="connsiteY201" fmla="*/ 1898 h 9456078"/>
              <a:gd name="connsiteX202" fmla="*/ 12601574 w 13158797"/>
              <a:gd name="connsiteY202" fmla="*/ 844 h 9456078"/>
              <a:gd name="connsiteX203" fmla="*/ 12651504 w 13158797"/>
              <a:gd name="connsiteY203" fmla="*/ 211 h 9456078"/>
              <a:gd name="connsiteX204" fmla="*/ 12701487 w 13158797"/>
              <a:gd name="connsiteY204" fmla="*/ 0 h 9456078"/>
              <a:gd name="connsiteX205" fmla="*/ 13158798 w 13158797"/>
              <a:gd name="connsiteY205" fmla="*/ 0 h 94560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</a:cxnLst>
            <a:rect l="l" t="t" r="r" b="b"/>
            <a:pathLst>
              <a:path w="13158797" h="9456078">
                <a:moveTo>
                  <a:pt x="0" y="9456078"/>
                </a:moveTo>
                <a:lnTo>
                  <a:pt x="49977" y="9455836"/>
                </a:lnTo>
                <a:lnTo>
                  <a:pt x="99893" y="9455111"/>
                </a:lnTo>
                <a:lnTo>
                  <a:pt x="149742" y="9453904"/>
                </a:lnTo>
                <a:lnTo>
                  <a:pt x="199524" y="9452217"/>
                </a:lnTo>
                <a:lnTo>
                  <a:pt x="298870" y="9447409"/>
                </a:lnTo>
                <a:lnTo>
                  <a:pt x="348429" y="9444290"/>
                </a:lnTo>
                <a:lnTo>
                  <a:pt x="397907" y="9440698"/>
                </a:lnTo>
                <a:lnTo>
                  <a:pt x="447302" y="9436632"/>
                </a:lnTo>
                <a:lnTo>
                  <a:pt x="496610" y="9432096"/>
                </a:lnTo>
                <a:lnTo>
                  <a:pt x="545829" y="9427089"/>
                </a:lnTo>
                <a:lnTo>
                  <a:pt x="594956" y="9421615"/>
                </a:lnTo>
                <a:lnTo>
                  <a:pt x="643987" y="9415673"/>
                </a:lnTo>
                <a:lnTo>
                  <a:pt x="692920" y="9409267"/>
                </a:lnTo>
                <a:lnTo>
                  <a:pt x="741751" y="9402396"/>
                </a:lnTo>
                <a:lnTo>
                  <a:pt x="790478" y="9395063"/>
                </a:lnTo>
                <a:lnTo>
                  <a:pt x="839098" y="9387270"/>
                </a:lnTo>
                <a:lnTo>
                  <a:pt x="887607" y="9379017"/>
                </a:lnTo>
                <a:lnTo>
                  <a:pt x="936002" y="9370306"/>
                </a:lnTo>
                <a:lnTo>
                  <a:pt x="984281" y="9361139"/>
                </a:lnTo>
                <a:lnTo>
                  <a:pt x="1032440" y="9351517"/>
                </a:lnTo>
                <a:lnTo>
                  <a:pt x="1080477" y="9341441"/>
                </a:lnTo>
                <a:lnTo>
                  <a:pt x="1176172" y="9319936"/>
                </a:lnTo>
                <a:lnTo>
                  <a:pt x="1223823" y="9308509"/>
                </a:lnTo>
                <a:lnTo>
                  <a:pt x="1271339" y="9296635"/>
                </a:lnTo>
                <a:lnTo>
                  <a:pt x="1318719" y="9284315"/>
                </a:lnTo>
                <a:lnTo>
                  <a:pt x="1365957" y="9271550"/>
                </a:lnTo>
                <a:lnTo>
                  <a:pt x="1413052" y="9258342"/>
                </a:lnTo>
                <a:lnTo>
                  <a:pt x="1460000" y="9244693"/>
                </a:lnTo>
                <a:lnTo>
                  <a:pt x="1506799" y="9230604"/>
                </a:lnTo>
                <a:lnTo>
                  <a:pt x="1553445" y="9216076"/>
                </a:lnTo>
                <a:lnTo>
                  <a:pt x="1599935" y="9201111"/>
                </a:lnTo>
                <a:lnTo>
                  <a:pt x="1646267" y="9185710"/>
                </a:lnTo>
                <a:lnTo>
                  <a:pt x="1692437" y="9169876"/>
                </a:lnTo>
                <a:lnTo>
                  <a:pt x="1738442" y="9153608"/>
                </a:lnTo>
                <a:lnTo>
                  <a:pt x="1784280" y="9136910"/>
                </a:lnTo>
                <a:lnTo>
                  <a:pt x="1829947" y="9119782"/>
                </a:lnTo>
                <a:lnTo>
                  <a:pt x="1875440" y="9102226"/>
                </a:lnTo>
                <a:lnTo>
                  <a:pt x="1920756" y="9084243"/>
                </a:lnTo>
                <a:lnTo>
                  <a:pt x="1965893" y="9065835"/>
                </a:lnTo>
                <a:lnTo>
                  <a:pt x="2055615" y="9027750"/>
                </a:lnTo>
                <a:lnTo>
                  <a:pt x="2100195" y="9008075"/>
                </a:lnTo>
                <a:lnTo>
                  <a:pt x="2144582" y="8987981"/>
                </a:lnTo>
                <a:lnTo>
                  <a:pt x="2188775" y="8967470"/>
                </a:lnTo>
                <a:lnTo>
                  <a:pt x="2232770" y="8946542"/>
                </a:lnTo>
                <a:lnTo>
                  <a:pt x="2276564" y="8925199"/>
                </a:lnTo>
                <a:lnTo>
                  <a:pt x="2320154" y="8903443"/>
                </a:lnTo>
                <a:lnTo>
                  <a:pt x="2363538" y="8881275"/>
                </a:lnTo>
                <a:lnTo>
                  <a:pt x="2406711" y="8858697"/>
                </a:lnTo>
                <a:lnTo>
                  <a:pt x="2449672" y="8835710"/>
                </a:lnTo>
                <a:lnTo>
                  <a:pt x="2492417" y="8812316"/>
                </a:lnTo>
                <a:lnTo>
                  <a:pt x="2534943" y="8788516"/>
                </a:lnTo>
                <a:lnTo>
                  <a:pt x="2577247" y="8764311"/>
                </a:lnTo>
                <a:lnTo>
                  <a:pt x="2619326" y="8739704"/>
                </a:lnTo>
                <a:lnTo>
                  <a:pt x="2661177" y="8714695"/>
                </a:lnTo>
                <a:lnTo>
                  <a:pt x="2702797" y="8689286"/>
                </a:lnTo>
                <a:lnTo>
                  <a:pt x="2744183" y="8663479"/>
                </a:lnTo>
                <a:lnTo>
                  <a:pt x="2785333" y="8637274"/>
                </a:lnTo>
                <a:lnTo>
                  <a:pt x="2826242" y="8610675"/>
                </a:lnTo>
                <a:lnTo>
                  <a:pt x="2866908" y="8583681"/>
                </a:lnTo>
                <a:lnTo>
                  <a:pt x="2907329" y="8556295"/>
                </a:lnTo>
                <a:lnTo>
                  <a:pt x="2947500" y="8528517"/>
                </a:lnTo>
                <a:lnTo>
                  <a:pt x="2987419" y="8500351"/>
                </a:lnTo>
                <a:lnTo>
                  <a:pt x="3027083" y="8471796"/>
                </a:lnTo>
                <a:lnTo>
                  <a:pt x="3066489" y="8442854"/>
                </a:lnTo>
                <a:lnTo>
                  <a:pt x="3105634" y="8413528"/>
                </a:lnTo>
                <a:lnTo>
                  <a:pt x="3144515" y="8383818"/>
                </a:lnTo>
                <a:lnTo>
                  <a:pt x="3183129" y="8353726"/>
                </a:lnTo>
                <a:lnTo>
                  <a:pt x="3221473" y="8323253"/>
                </a:lnTo>
                <a:lnTo>
                  <a:pt x="3259544" y="8292401"/>
                </a:lnTo>
                <a:lnTo>
                  <a:pt x="3297339" y="8261172"/>
                </a:lnTo>
                <a:lnTo>
                  <a:pt x="3334854" y="8229566"/>
                </a:lnTo>
                <a:lnTo>
                  <a:pt x="3372087" y="8197585"/>
                </a:lnTo>
                <a:lnTo>
                  <a:pt x="3409035" y="8165232"/>
                </a:lnTo>
                <a:lnTo>
                  <a:pt x="3445695" y="8132507"/>
                </a:lnTo>
                <a:lnTo>
                  <a:pt x="3482064" y="8099411"/>
                </a:lnTo>
                <a:lnTo>
                  <a:pt x="3518139" y="8065947"/>
                </a:lnTo>
                <a:lnTo>
                  <a:pt x="3553916" y="8032115"/>
                </a:lnTo>
                <a:lnTo>
                  <a:pt x="3589393" y="7997918"/>
                </a:lnTo>
                <a:lnTo>
                  <a:pt x="3624567" y="7963356"/>
                </a:lnTo>
                <a:lnTo>
                  <a:pt x="3659435" y="7928432"/>
                </a:lnTo>
                <a:lnTo>
                  <a:pt x="3693994" y="7893146"/>
                </a:lnTo>
                <a:lnTo>
                  <a:pt x="3728240" y="7857501"/>
                </a:lnTo>
                <a:lnTo>
                  <a:pt x="3762171" y="7821497"/>
                </a:lnTo>
                <a:lnTo>
                  <a:pt x="3795783" y="7785136"/>
                </a:lnTo>
                <a:lnTo>
                  <a:pt x="3829075" y="7748420"/>
                </a:lnTo>
                <a:lnTo>
                  <a:pt x="3862042" y="7711350"/>
                </a:lnTo>
                <a:lnTo>
                  <a:pt x="3894682" y="7673928"/>
                </a:lnTo>
                <a:lnTo>
                  <a:pt x="3926991" y="7636155"/>
                </a:lnTo>
                <a:lnTo>
                  <a:pt x="3958967" y="7598032"/>
                </a:lnTo>
                <a:lnTo>
                  <a:pt x="3990607" y="7559561"/>
                </a:lnTo>
                <a:lnTo>
                  <a:pt x="4021907" y="7520744"/>
                </a:lnTo>
                <a:lnTo>
                  <a:pt x="4052865" y="7481582"/>
                </a:lnTo>
                <a:lnTo>
                  <a:pt x="4083478" y="7442077"/>
                </a:lnTo>
                <a:lnTo>
                  <a:pt x="8022311" y="2307814"/>
                </a:lnTo>
                <a:lnTo>
                  <a:pt x="8052902" y="2268285"/>
                </a:lnTo>
                <a:lnTo>
                  <a:pt x="8083796" y="2229056"/>
                </a:lnTo>
                <a:lnTo>
                  <a:pt x="8114989" y="2190127"/>
                </a:lnTo>
                <a:lnTo>
                  <a:pt x="8146479" y="2151500"/>
                </a:lnTo>
                <a:lnTo>
                  <a:pt x="8178264" y="2113176"/>
                </a:lnTo>
                <a:lnTo>
                  <a:pt x="8210341" y="2075157"/>
                </a:lnTo>
                <a:lnTo>
                  <a:pt x="8242709" y="2037442"/>
                </a:lnTo>
                <a:lnTo>
                  <a:pt x="8275365" y="2000034"/>
                </a:lnTo>
                <a:lnTo>
                  <a:pt x="8308307" y="1962934"/>
                </a:lnTo>
                <a:lnTo>
                  <a:pt x="8341532" y="1926142"/>
                </a:lnTo>
                <a:lnTo>
                  <a:pt x="8375038" y="1889660"/>
                </a:lnTo>
                <a:lnTo>
                  <a:pt x="8408823" y="1853489"/>
                </a:lnTo>
                <a:lnTo>
                  <a:pt x="8442885" y="1817630"/>
                </a:lnTo>
                <a:lnTo>
                  <a:pt x="8477221" y="1782084"/>
                </a:lnTo>
                <a:lnTo>
                  <a:pt x="8511829" y="1746853"/>
                </a:lnTo>
                <a:lnTo>
                  <a:pt x="8546706" y="1711937"/>
                </a:lnTo>
                <a:lnTo>
                  <a:pt x="8581851" y="1677337"/>
                </a:lnTo>
                <a:lnTo>
                  <a:pt x="8617261" y="1643056"/>
                </a:lnTo>
                <a:lnTo>
                  <a:pt x="8652934" y="1609093"/>
                </a:lnTo>
                <a:lnTo>
                  <a:pt x="8688867" y="1575450"/>
                </a:lnTo>
                <a:lnTo>
                  <a:pt x="8725058" y="1542128"/>
                </a:lnTo>
                <a:lnTo>
                  <a:pt x="8761506" y="1509129"/>
                </a:lnTo>
                <a:lnTo>
                  <a:pt x="8798207" y="1476452"/>
                </a:lnTo>
                <a:lnTo>
                  <a:pt x="8835159" y="1444101"/>
                </a:lnTo>
                <a:lnTo>
                  <a:pt x="8872360" y="1412075"/>
                </a:lnTo>
                <a:lnTo>
                  <a:pt x="8909808" y="1380375"/>
                </a:lnTo>
                <a:lnTo>
                  <a:pt x="8947501" y="1349004"/>
                </a:lnTo>
                <a:lnTo>
                  <a:pt x="8985435" y="1317962"/>
                </a:lnTo>
                <a:lnTo>
                  <a:pt x="9023610" y="1287250"/>
                </a:lnTo>
                <a:lnTo>
                  <a:pt x="9062022" y="1256869"/>
                </a:lnTo>
                <a:lnTo>
                  <a:pt x="9100669" y="1226820"/>
                </a:lnTo>
                <a:lnTo>
                  <a:pt x="9139549" y="1197105"/>
                </a:lnTo>
                <a:lnTo>
                  <a:pt x="9178660" y="1167725"/>
                </a:lnTo>
                <a:lnTo>
                  <a:pt x="9217999" y="1138681"/>
                </a:lnTo>
                <a:lnTo>
                  <a:pt x="9257564" y="1109974"/>
                </a:lnTo>
                <a:lnTo>
                  <a:pt x="9297353" y="1081604"/>
                </a:lnTo>
                <a:lnTo>
                  <a:pt x="9337364" y="1053574"/>
                </a:lnTo>
                <a:lnTo>
                  <a:pt x="9377594" y="1025884"/>
                </a:lnTo>
                <a:lnTo>
                  <a:pt x="9418040" y="998536"/>
                </a:lnTo>
                <a:lnTo>
                  <a:pt x="9458702" y="971530"/>
                </a:lnTo>
                <a:lnTo>
                  <a:pt x="9499575" y="944868"/>
                </a:lnTo>
                <a:lnTo>
                  <a:pt x="9540659" y="918551"/>
                </a:lnTo>
                <a:lnTo>
                  <a:pt x="9581950" y="892580"/>
                </a:lnTo>
                <a:lnTo>
                  <a:pt x="9623447" y="866956"/>
                </a:lnTo>
                <a:lnTo>
                  <a:pt x="9665147" y="841681"/>
                </a:lnTo>
                <a:lnTo>
                  <a:pt x="9707048" y="816754"/>
                </a:lnTo>
                <a:lnTo>
                  <a:pt x="9749147" y="792179"/>
                </a:lnTo>
                <a:lnTo>
                  <a:pt x="9791443" y="767955"/>
                </a:lnTo>
                <a:lnTo>
                  <a:pt x="9833932" y="744083"/>
                </a:lnTo>
                <a:lnTo>
                  <a:pt x="9876613" y="720566"/>
                </a:lnTo>
                <a:lnTo>
                  <a:pt x="9919484" y="697404"/>
                </a:lnTo>
                <a:lnTo>
                  <a:pt x="9962542" y="674598"/>
                </a:lnTo>
                <a:lnTo>
                  <a:pt x="10005784" y="652149"/>
                </a:lnTo>
                <a:lnTo>
                  <a:pt x="10049209" y="630059"/>
                </a:lnTo>
                <a:lnTo>
                  <a:pt x="10092814" y="608328"/>
                </a:lnTo>
                <a:lnTo>
                  <a:pt x="10136597" y="586958"/>
                </a:lnTo>
                <a:lnTo>
                  <a:pt x="10180556" y="565950"/>
                </a:lnTo>
                <a:lnTo>
                  <a:pt x="10224688" y="545304"/>
                </a:lnTo>
                <a:lnTo>
                  <a:pt x="10268991" y="525023"/>
                </a:lnTo>
                <a:lnTo>
                  <a:pt x="10313463" y="505107"/>
                </a:lnTo>
                <a:lnTo>
                  <a:pt x="10358101" y="485558"/>
                </a:lnTo>
                <a:lnTo>
                  <a:pt x="10402903" y="466376"/>
                </a:lnTo>
                <a:lnTo>
                  <a:pt x="10447868" y="447563"/>
                </a:lnTo>
                <a:lnTo>
                  <a:pt x="10492991" y="429119"/>
                </a:lnTo>
                <a:lnTo>
                  <a:pt x="10538272" y="411046"/>
                </a:lnTo>
                <a:lnTo>
                  <a:pt x="10583708" y="393346"/>
                </a:lnTo>
                <a:lnTo>
                  <a:pt x="10629297" y="376018"/>
                </a:lnTo>
                <a:lnTo>
                  <a:pt x="10675036" y="359065"/>
                </a:lnTo>
                <a:lnTo>
                  <a:pt x="10720923" y="342487"/>
                </a:lnTo>
                <a:lnTo>
                  <a:pt x="10766956" y="326286"/>
                </a:lnTo>
                <a:lnTo>
                  <a:pt x="10813132" y="310462"/>
                </a:lnTo>
                <a:lnTo>
                  <a:pt x="10859450" y="295018"/>
                </a:lnTo>
                <a:lnTo>
                  <a:pt x="10905907" y="279953"/>
                </a:lnTo>
                <a:lnTo>
                  <a:pt x="10952500" y="265269"/>
                </a:lnTo>
                <a:lnTo>
                  <a:pt x="10999227" y="250968"/>
                </a:lnTo>
                <a:lnTo>
                  <a:pt x="11046087" y="237049"/>
                </a:lnTo>
                <a:lnTo>
                  <a:pt x="11093076" y="223516"/>
                </a:lnTo>
                <a:lnTo>
                  <a:pt x="11140193" y="210368"/>
                </a:lnTo>
                <a:lnTo>
                  <a:pt x="11187434" y="197606"/>
                </a:lnTo>
                <a:lnTo>
                  <a:pt x="11234799" y="185233"/>
                </a:lnTo>
                <a:lnTo>
                  <a:pt x="11282284" y="173248"/>
                </a:lnTo>
                <a:lnTo>
                  <a:pt x="11329888" y="161654"/>
                </a:lnTo>
                <a:lnTo>
                  <a:pt x="11377607" y="150451"/>
                </a:lnTo>
                <a:lnTo>
                  <a:pt x="11425440" y="139640"/>
                </a:lnTo>
                <a:lnTo>
                  <a:pt x="11473385" y="129223"/>
                </a:lnTo>
                <a:lnTo>
                  <a:pt x="11521439" y="119201"/>
                </a:lnTo>
                <a:lnTo>
                  <a:pt x="11569599" y="109574"/>
                </a:lnTo>
                <a:lnTo>
                  <a:pt x="11617864" y="100344"/>
                </a:lnTo>
                <a:lnTo>
                  <a:pt x="11666231" y="91512"/>
                </a:lnTo>
                <a:lnTo>
                  <a:pt x="11714698" y="83080"/>
                </a:lnTo>
                <a:lnTo>
                  <a:pt x="11763263" y="75047"/>
                </a:lnTo>
                <a:lnTo>
                  <a:pt x="11811923" y="67417"/>
                </a:lnTo>
                <a:lnTo>
                  <a:pt x="11860676" y="60188"/>
                </a:lnTo>
                <a:lnTo>
                  <a:pt x="11909519" y="53364"/>
                </a:lnTo>
                <a:lnTo>
                  <a:pt x="11958451" y="46944"/>
                </a:lnTo>
                <a:lnTo>
                  <a:pt x="12007470" y="40931"/>
                </a:lnTo>
                <a:lnTo>
                  <a:pt x="12056572" y="35324"/>
                </a:lnTo>
                <a:lnTo>
                  <a:pt x="12105756" y="30126"/>
                </a:lnTo>
                <a:lnTo>
                  <a:pt x="12155019" y="25337"/>
                </a:lnTo>
                <a:lnTo>
                  <a:pt x="12204359" y="20958"/>
                </a:lnTo>
                <a:lnTo>
                  <a:pt x="12253773" y="16991"/>
                </a:lnTo>
                <a:lnTo>
                  <a:pt x="12303260" y="13437"/>
                </a:lnTo>
                <a:lnTo>
                  <a:pt x="12352818" y="10297"/>
                </a:lnTo>
                <a:lnTo>
                  <a:pt x="12402443" y="7572"/>
                </a:lnTo>
                <a:lnTo>
                  <a:pt x="12452133" y="5263"/>
                </a:lnTo>
                <a:lnTo>
                  <a:pt x="12501887" y="3371"/>
                </a:lnTo>
                <a:lnTo>
                  <a:pt x="12551701" y="1898"/>
                </a:lnTo>
                <a:lnTo>
                  <a:pt x="12601574" y="844"/>
                </a:lnTo>
                <a:lnTo>
                  <a:pt x="12651504" y="211"/>
                </a:lnTo>
                <a:lnTo>
                  <a:pt x="12701487" y="0"/>
                </a:lnTo>
                <a:lnTo>
                  <a:pt x="13158798" y="0"/>
                </a:lnTo>
              </a:path>
            </a:pathLst>
          </a:custGeom>
          <a:ln w="19050">
            <a:gradFill>
              <a:gsLst>
                <a:gs pos="15000">
                  <a:schemeClr val="tx2"/>
                </a:gs>
                <a:gs pos="0">
                  <a:schemeClr val="bg1">
                    <a:alpha val="0"/>
                  </a:schemeClr>
                </a:gs>
              </a:gsLst>
              <a:lin ang="5400000" scaled="0"/>
            </a:gradFill>
          </a:ln>
        </p:spPr>
        <p:txBody>
          <a:bodyPr wrap="square" lIns="0" tIns="0" rIns="0" bIns="0" rtlCol="0"/>
          <a:lstStyle/>
          <a:p>
            <a:pPr marL="0" marR="0" lvl="0" indent="0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1F00413E-B619-B34F-57AB-0D37CAFD8EF8}"/>
              </a:ext>
            </a:extLst>
          </p:cNvPr>
          <p:cNvCxnSpPr>
            <a:cxnSpLocks/>
          </p:cNvCxnSpPr>
          <p:nvPr/>
        </p:nvCxnSpPr>
        <p:spPr>
          <a:xfrm flipH="1">
            <a:off x="334962" y="6678798"/>
            <a:ext cx="10980001" cy="0"/>
          </a:xfrm>
          <a:prstGeom prst="line">
            <a:avLst/>
          </a:prstGeom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84203886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065">
          <p15:clr>
            <a:srgbClr val="FBAE40"/>
          </p15:clr>
        </p15:guide>
        <p15:guide id="2" pos="211">
          <p15:clr>
            <a:srgbClr val="FBAE40"/>
          </p15:clr>
        </p15:guide>
        <p15:guide id="3" orient="horz" pos="3997">
          <p15:clr>
            <a:srgbClr val="FBAE40"/>
          </p15:clr>
        </p15:guide>
        <p15:guide id="4" pos="7469">
          <p15:clr>
            <a:srgbClr val="FBAE40"/>
          </p15:clr>
        </p15:guide>
        <p15:guide id="5" orient="horz" pos="232">
          <p15:clr>
            <a:srgbClr val="FBAE40"/>
          </p15:clr>
        </p15:guide>
        <p15:guide id="6" orient="horz" pos="504">
          <p15:clr>
            <a:srgbClr val="FBAE40"/>
          </p15:clr>
        </p15:guide>
        <p15:guide id="7" orient="horz" pos="799">
          <p15:clr>
            <a:srgbClr val="FBAE40"/>
          </p15:clr>
        </p15:guide>
      </p15:sldGuideLst>
    </p:ext>
  </p:extLst>
</p:sldLayout>
</file>

<file path=ppt/slideLayouts/slideLayout1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Índice | Padrão - Escuro">
    <p:bg>
      <p:bgPr>
        <a:gradFill>
          <a:gsLst>
            <a:gs pos="67000">
              <a:schemeClr val="tx1"/>
            </a:gs>
            <a:gs pos="100000">
              <a:schemeClr val="tx1"/>
            </a:gs>
            <a:gs pos="0">
              <a:srgbClr val="161B21"/>
            </a:gs>
          </a:gsLst>
          <a:lin ang="84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Espaço Reservado para Número de Slide 5">
            <a:extLst>
              <a:ext uri="{FF2B5EF4-FFF2-40B4-BE49-F238E27FC236}">
                <a16:creationId xmlns:a16="http://schemas.microsoft.com/office/drawing/2014/main" id="{1C9AF77E-9895-4AC7-A1DF-EE12ACB0EE6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12" name="Text Placeholder 3">
            <a:extLst>
              <a:ext uri="{FF2B5EF4-FFF2-40B4-BE49-F238E27FC236}">
                <a16:creationId xmlns:a16="http://schemas.microsoft.com/office/drawing/2014/main" id="{050BAD04-1FFE-3E42-A1B1-BDD8FE7DA82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Índice</a:t>
            </a:r>
            <a:r>
              <a:rPr lang="en-US"/>
              <a:t> - </a:t>
            </a:r>
            <a:r>
              <a:rPr lang="en-US" err="1"/>
              <a:t>Padrão</a:t>
            </a:r>
            <a:endParaRPr lang="en-US"/>
          </a:p>
        </p:txBody>
      </p:sp>
      <p:sp>
        <p:nvSpPr>
          <p:cNvPr id="14" name="Text Placeholder 10">
            <a:extLst>
              <a:ext uri="{FF2B5EF4-FFF2-40B4-BE49-F238E27FC236}">
                <a16:creationId xmlns:a16="http://schemas.microsoft.com/office/drawing/2014/main" id="{27D03C84-7D32-1C70-A8E9-63EA0F348C1F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defRPr sz="900" baseline="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2" name="Text Placeholder 8">
            <a:extLst>
              <a:ext uri="{FF2B5EF4-FFF2-40B4-BE49-F238E27FC236}">
                <a16:creationId xmlns:a16="http://schemas.microsoft.com/office/drawing/2014/main" id="{9D8C61F7-2206-D64F-31E1-979FA329DE03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334964" y="1268415"/>
            <a:ext cx="11522075" cy="5076824"/>
          </a:xfrm>
          <a:prstGeom prst="rect">
            <a:avLst/>
          </a:prstGeom>
        </p:spPr>
        <p:txBody>
          <a:bodyPr wrap="square" lIns="0" tIns="0" rIns="0" bIns="0" numCol="2">
            <a:noAutofit/>
          </a:bodyPr>
          <a:lstStyle>
            <a:lvl1pPr marL="35998" indent="0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endParaRPr lang="en-US"/>
          </a:p>
          <a:p>
            <a:pPr lvl="0"/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endParaRPr lang="en-US"/>
          </a:p>
          <a:p>
            <a:pPr lvl="0"/>
            <a:endParaRPr lang="en-US"/>
          </a:p>
        </p:txBody>
      </p:sp>
      <p:sp>
        <p:nvSpPr>
          <p:cNvPr id="4" name="Picture 8">
            <a:extLst>
              <a:ext uri="{FF2B5EF4-FFF2-40B4-BE49-F238E27FC236}">
                <a16:creationId xmlns:a16="http://schemas.microsoft.com/office/drawing/2014/main" id="{783D2061-084A-94F3-C296-418296966C6B}"/>
              </a:ext>
            </a:extLst>
          </p:cNvPr>
          <p:cNvSpPr/>
          <p:nvPr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/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F065698B-521D-DD6F-BD6E-C11EA0C73942}"/>
              </a:ext>
            </a:extLst>
          </p:cNvPr>
          <p:cNvCxnSpPr>
            <a:cxnSpLocks/>
          </p:cNvCxnSpPr>
          <p:nvPr/>
        </p:nvCxnSpPr>
        <p:spPr>
          <a:xfrm>
            <a:off x="1" y="169333"/>
            <a:ext cx="12229571" cy="0"/>
          </a:xfrm>
          <a:prstGeom prst="line">
            <a:avLst/>
          </a:prstGeom>
          <a:ln w="1905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object 4">
            <a:extLst>
              <a:ext uri="{FF2B5EF4-FFF2-40B4-BE49-F238E27FC236}">
                <a16:creationId xmlns:a16="http://schemas.microsoft.com/office/drawing/2014/main" id="{4FA54AF8-53F1-9EE0-3CB8-1F854D32CA0E}"/>
              </a:ext>
            </a:extLst>
          </p:cNvPr>
          <p:cNvSpPr/>
          <p:nvPr/>
        </p:nvSpPr>
        <p:spPr>
          <a:xfrm rot="10247908" flipH="1">
            <a:off x="4106509" y="-4146683"/>
            <a:ext cx="8001039" cy="5749648"/>
          </a:xfrm>
          <a:custGeom>
            <a:avLst/>
            <a:gdLst>
              <a:gd name="connsiteX0" fmla="*/ 0 w 13940157"/>
              <a:gd name="connsiteY0" fmla="*/ 9200719 h 9456078"/>
              <a:gd name="connsiteX1" fmla="*/ 781360 w 13940157"/>
              <a:gd name="connsiteY1" fmla="*/ 9456078 h 9456078"/>
              <a:gd name="connsiteX2" fmla="*/ 831337 w 13940157"/>
              <a:gd name="connsiteY2" fmla="*/ 9455836 h 9456078"/>
              <a:gd name="connsiteX3" fmla="*/ 881253 w 13940157"/>
              <a:gd name="connsiteY3" fmla="*/ 9455111 h 9456078"/>
              <a:gd name="connsiteX4" fmla="*/ 931102 w 13940157"/>
              <a:gd name="connsiteY4" fmla="*/ 9453904 h 9456078"/>
              <a:gd name="connsiteX5" fmla="*/ 980884 w 13940157"/>
              <a:gd name="connsiteY5" fmla="*/ 9452217 h 9456078"/>
              <a:gd name="connsiteX6" fmla="*/ 1030594 w 13940157"/>
              <a:gd name="connsiteY6" fmla="*/ 9450052 h 9456078"/>
              <a:gd name="connsiteX7" fmla="*/ 1080230 w 13940157"/>
              <a:gd name="connsiteY7" fmla="*/ 9447409 h 9456078"/>
              <a:gd name="connsiteX8" fmla="*/ 1129789 w 13940157"/>
              <a:gd name="connsiteY8" fmla="*/ 9444290 h 9456078"/>
              <a:gd name="connsiteX9" fmla="*/ 1179267 w 13940157"/>
              <a:gd name="connsiteY9" fmla="*/ 9440698 h 9456078"/>
              <a:gd name="connsiteX10" fmla="*/ 1228662 w 13940157"/>
              <a:gd name="connsiteY10" fmla="*/ 9436632 h 9456078"/>
              <a:gd name="connsiteX11" fmla="*/ 1277970 w 13940157"/>
              <a:gd name="connsiteY11" fmla="*/ 9432096 h 9456078"/>
              <a:gd name="connsiteX12" fmla="*/ 1327189 w 13940157"/>
              <a:gd name="connsiteY12" fmla="*/ 9427089 h 9456078"/>
              <a:gd name="connsiteX13" fmla="*/ 1376316 w 13940157"/>
              <a:gd name="connsiteY13" fmla="*/ 9421615 h 9456078"/>
              <a:gd name="connsiteX14" fmla="*/ 1425347 w 13940157"/>
              <a:gd name="connsiteY14" fmla="*/ 9415673 h 9456078"/>
              <a:gd name="connsiteX15" fmla="*/ 1474280 w 13940157"/>
              <a:gd name="connsiteY15" fmla="*/ 9409267 h 9456078"/>
              <a:gd name="connsiteX16" fmla="*/ 1523111 w 13940157"/>
              <a:gd name="connsiteY16" fmla="*/ 9402396 h 9456078"/>
              <a:gd name="connsiteX17" fmla="*/ 1571838 w 13940157"/>
              <a:gd name="connsiteY17" fmla="*/ 9395063 h 9456078"/>
              <a:gd name="connsiteX18" fmla="*/ 1620458 w 13940157"/>
              <a:gd name="connsiteY18" fmla="*/ 9387270 h 9456078"/>
              <a:gd name="connsiteX19" fmla="*/ 1668967 w 13940157"/>
              <a:gd name="connsiteY19" fmla="*/ 9379017 h 9456078"/>
              <a:gd name="connsiteX20" fmla="*/ 1717362 w 13940157"/>
              <a:gd name="connsiteY20" fmla="*/ 9370306 h 9456078"/>
              <a:gd name="connsiteX21" fmla="*/ 1765641 w 13940157"/>
              <a:gd name="connsiteY21" fmla="*/ 9361139 h 9456078"/>
              <a:gd name="connsiteX22" fmla="*/ 1813800 w 13940157"/>
              <a:gd name="connsiteY22" fmla="*/ 9351517 h 9456078"/>
              <a:gd name="connsiteX23" fmla="*/ 1861837 w 13940157"/>
              <a:gd name="connsiteY23" fmla="*/ 9341441 h 9456078"/>
              <a:gd name="connsiteX24" fmla="*/ 1909749 w 13940157"/>
              <a:gd name="connsiteY24" fmla="*/ 9330914 h 9456078"/>
              <a:gd name="connsiteX25" fmla="*/ 1957532 w 13940157"/>
              <a:gd name="connsiteY25" fmla="*/ 9319936 h 9456078"/>
              <a:gd name="connsiteX26" fmla="*/ 2005183 w 13940157"/>
              <a:gd name="connsiteY26" fmla="*/ 9308509 h 9456078"/>
              <a:gd name="connsiteX27" fmla="*/ 2052699 w 13940157"/>
              <a:gd name="connsiteY27" fmla="*/ 9296635 h 9456078"/>
              <a:gd name="connsiteX28" fmla="*/ 2100079 w 13940157"/>
              <a:gd name="connsiteY28" fmla="*/ 9284315 h 9456078"/>
              <a:gd name="connsiteX29" fmla="*/ 2147317 w 13940157"/>
              <a:gd name="connsiteY29" fmla="*/ 9271550 h 9456078"/>
              <a:gd name="connsiteX30" fmla="*/ 2194412 w 13940157"/>
              <a:gd name="connsiteY30" fmla="*/ 9258342 h 9456078"/>
              <a:gd name="connsiteX31" fmla="*/ 2241360 w 13940157"/>
              <a:gd name="connsiteY31" fmla="*/ 9244693 h 9456078"/>
              <a:gd name="connsiteX32" fmla="*/ 2288159 w 13940157"/>
              <a:gd name="connsiteY32" fmla="*/ 9230604 h 9456078"/>
              <a:gd name="connsiteX33" fmla="*/ 2334805 w 13940157"/>
              <a:gd name="connsiteY33" fmla="*/ 9216076 h 9456078"/>
              <a:gd name="connsiteX34" fmla="*/ 2381295 w 13940157"/>
              <a:gd name="connsiteY34" fmla="*/ 9201111 h 9456078"/>
              <a:gd name="connsiteX35" fmla="*/ 2427627 w 13940157"/>
              <a:gd name="connsiteY35" fmla="*/ 9185710 h 9456078"/>
              <a:gd name="connsiteX36" fmla="*/ 2473797 w 13940157"/>
              <a:gd name="connsiteY36" fmla="*/ 9169876 h 9456078"/>
              <a:gd name="connsiteX37" fmla="*/ 2519802 w 13940157"/>
              <a:gd name="connsiteY37" fmla="*/ 9153608 h 9456078"/>
              <a:gd name="connsiteX38" fmla="*/ 2565640 w 13940157"/>
              <a:gd name="connsiteY38" fmla="*/ 9136910 h 9456078"/>
              <a:gd name="connsiteX39" fmla="*/ 2611307 w 13940157"/>
              <a:gd name="connsiteY39" fmla="*/ 9119782 h 9456078"/>
              <a:gd name="connsiteX40" fmla="*/ 2656800 w 13940157"/>
              <a:gd name="connsiteY40" fmla="*/ 9102226 h 9456078"/>
              <a:gd name="connsiteX41" fmla="*/ 2702116 w 13940157"/>
              <a:gd name="connsiteY41" fmla="*/ 9084243 h 9456078"/>
              <a:gd name="connsiteX42" fmla="*/ 2747253 w 13940157"/>
              <a:gd name="connsiteY42" fmla="*/ 9065835 h 9456078"/>
              <a:gd name="connsiteX43" fmla="*/ 2792207 w 13940157"/>
              <a:gd name="connsiteY43" fmla="*/ 9047004 h 9456078"/>
              <a:gd name="connsiteX44" fmla="*/ 2836975 w 13940157"/>
              <a:gd name="connsiteY44" fmla="*/ 9027750 h 9456078"/>
              <a:gd name="connsiteX45" fmla="*/ 2881555 w 13940157"/>
              <a:gd name="connsiteY45" fmla="*/ 9008075 h 9456078"/>
              <a:gd name="connsiteX46" fmla="*/ 2925942 w 13940157"/>
              <a:gd name="connsiteY46" fmla="*/ 8987981 h 9456078"/>
              <a:gd name="connsiteX47" fmla="*/ 2970135 w 13940157"/>
              <a:gd name="connsiteY47" fmla="*/ 8967470 h 9456078"/>
              <a:gd name="connsiteX48" fmla="*/ 3014130 w 13940157"/>
              <a:gd name="connsiteY48" fmla="*/ 8946542 h 9456078"/>
              <a:gd name="connsiteX49" fmla="*/ 3057924 w 13940157"/>
              <a:gd name="connsiteY49" fmla="*/ 8925199 h 9456078"/>
              <a:gd name="connsiteX50" fmla="*/ 3101514 w 13940157"/>
              <a:gd name="connsiteY50" fmla="*/ 8903443 h 9456078"/>
              <a:gd name="connsiteX51" fmla="*/ 3144898 w 13940157"/>
              <a:gd name="connsiteY51" fmla="*/ 8881275 h 9456078"/>
              <a:gd name="connsiteX52" fmla="*/ 3188071 w 13940157"/>
              <a:gd name="connsiteY52" fmla="*/ 8858697 h 9456078"/>
              <a:gd name="connsiteX53" fmla="*/ 3231032 w 13940157"/>
              <a:gd name="connsiteY53" fmla="*/ 8835710 h 9456078"/>
              <a:gd name="connsiteX54" fmla="*/ 3273777 w 13940157"/>
              <a:gd name="connsiteY54" fmla="*/ 8812316 h 9456078"/>
              <a:gd name="connsiteX55" fmla="*/ 3316303 w 13940157"/>
              <a:gd name="connsiteY55" fmla="*/ 8788516 h 9456078"/>
              <a:gd name="connsiteX56" fmla="*/ 3358607 w 13940157"/>
              <a:gd name="connsiteY56" fmla="*/ 8764311 h 9456078"/>
              <a:gd name="connsiteX57" fmla="*/ 3400686 w 13940157"/>
              <a:gd name="connsiteY57" fmla="*/ 8739704 h 9456078"/>
              <a:gd name="connsiteX58" fmla="*/ 3442537 w 13940157"/>
              <a:gd name="connsiteY58" fmla="*/ 8714695 h 9456078"/>
              <a:gd name="connsiteX59" fmla="*/ 3484157 w 13940157"/>
              <a:gd name="connsiteY59" fmla="*/ 8689286 h 9456078"/>
              <a:gd name="connsiteX60" fmla="*/ 3525543 w 13940157"/>
              <a:gd name="connsiteY60" fmla="*/ 8663479 h 9456078"/>
              <a:gd name="connsiteX61" fmla="*/ 3566693 w 13940157"/>
              <a:gd name="connsiteY61" fmla="*/ 8637274 h 9456078"/>
              <a:gd name="connsiteX62" fmla="*/ 3607602 w 13940157"/>
              <a:gd name="connsiteY62" fmla="*/ 8610675 h 9456078"/>
              <a:gd name="connsiteX63" fmla="*/ 3648268 w 13940157"/>
              <a:gd name="connsiteY63" fmla="*/ 8583681 h 9456078"/>
              <a:gd name="connsiteX64" fmla="*/ 3688689 w 13940157"/>
              <a:gd name="connsiteY64" fmla="*/ 8556295 h 9456078"/>
              <a:gd name="connsiteX65" fmla="*/ 3728860 w 13940157"/>
              <a:gd name="connsiteY65" fmla="*/ 8528517 h 9456078"/>
              <a:gd name="connsiteX66" fmla="*/ 3768779 w 13940157"/>
              <a:gd name="connsiteY66" fmla="*/ 8500351 h 9456078"/>
              <a:gd name="connsiteX67" fmla="*/ 3808443 w 13940157"/>
              <a:gd name="connsiteY67" fmla="*/ 8471796 h 9456078"/>
              <a:gd name="connsiteX68" fmla="*/ 3847849 w 13940157"/>
              <a:gd name="connsiteY68" fmla="*/ 8442854 h 9456078"/>
              <a:gd name="connsiteX69" fmla="*/ 3886994 w 13940157"/>
              <a:gd name="connsiteY69" fmla="*/ 8413528 h 9456078"/>
              <a:gd name="connsiteX70" fmla="*/ 3925875 w 13940157"/>
              <a:gd name="connsiteY70" fmla="*/ 8383818 h 9456078"/>
              <a:gd name="connsiteX71" fmla="*/ 3964489 w 13940157"/>
              <a:gd name="connsiteY71" fmla="*/ 8353726 h 9456078"/>
              <a:gd name="connsiteX72" fmla="*/ 4002833 w 13940157"/>
              <a:gd name="connsiteY72" fmla="*/ 8323253 h 9456078"/>
              <a:gd name="connsiteX73" fmla="*/ 4040904 w 13940157"/>
              <a:gd name="connsiteY73" fmla="*/ 8292401 h 9456078"/>
              <a:gd name="connsiteX74" fmla="*/ 4078699 w 13940157"/>
              <a:gd name="connsiteY74" fmla="*/ 8261172 h 9456078"/>
              <a:gd name="connsiteX75" fmla="*/ 4116214 w 13940157"/>
              <a:gd name="connsiteY75" fmla="*/ 8229566 h 9456078"/>
              <a:gd name="connsiteX76" fmla="*/ 4153447 w 13940157"/>
              <a:gd name="connsiteY76" fmla="*/ 8197585 h 9456078"/>
              <a:gd name="connsiteX77" fmla="*/ 4190395 w 13940157"/>
              <a:gd name="connsiteY77" fmla="*/ 8165232 h 9456078"/>
              <a:gd name="connsiteX78" fmla="*/ 4227055 w 13940157"/>
              <a:gd name="connsiteY78" fmla="*/ 8132507 h 9456078"/>
              <a:gd name="connsiteX79" fmla="*/ 4263424 w 13940157"/>
              <a:gd name="connsiteY79" fmla="*/ 8099411 h 9456078"/>
              <a:gd name="connsiteX80" fmla="*/ 4299499 w 13940157"/>
              <a:gd name="connsiteY80" fmla="*/ 8065947 h 9456078"/>
              <a:gd name="connsiteX81" fmla="*/ 4335276 w 13940157"/>
              <a:gd name="connsiteY81" fmla="*/ 8032115 h 9456078"/>
              <a:gd name="connsiteX82" fmla="*/ 4370753 w 13940157"/>
              <a:gd name="connsiteY82" fmla="*/ 7997918 h 9456078"/>
              <a:gd name="connsiteX83" fmla="*/ 4405927 w 13940157"/>
              <a:gd name="connsiteY83" fmla="*/ 7963356 h 9456078"/>
              <a:gd name="connsiteX84" fmla="*/ 4440795 w 13940157"/>
              <a:gd name="connsiteY84" fmla="*/ 7928432 h 9456078"/>
              <a:gd name="connsiteX85" fmla="*/ 4475354 w 13940157"/>
              <a:gd name="connsiteY85" fmla="*/ 7893146 h 9456078"/>
              <a:gd name="connsiteX86" fmla="*/ 4509600 w 13940157"/>
              <a:gd name="connsiteY86" fmla="*/ 7857501 h 9456078"/>
              <a:gd name="connsiteX87" fmla="*/ 4543531 w 13940157"/>
              <a:gd name="connsiteY87" fmla="*/ 7821497 h 9456078"/>
              <a:gd name="connsiteX88" fmla="*/ 4577143 w 13940157"/>
              <a:gd name="connsiteY88" fmla="*/ 7785136 h 9456078"/>
              <a:gd name="connsiteX89" fmla="*/ 4610435 w 13940157"/>
              <a:gd name="connsiteY89" fmla="*/ 7748420 h 9456078"/>
              <a:gd name="connsiteX90" fmla="*/ 4643402 w 13940157"/>
              <a:gd name="connsiteY90" fmla="*/ 7711350 h 9456078"/>
              <a:gd name="connsiteX91" fmla="*/ 4676042 w 13940157"/>
              <a:gd name="connsiteY91" fmla="*/ 7673928 h 9456078"/>
              <a:gd name="connsiteX92" fmla="*/ 4708351 w 13940157"/>
              <a:gd name="connsiteY92" fmla="*/ 7636155 h 9456078"/>
              <a:gd name="connsiteX93" fmla="*/ 4740327 w 13940157"/>
              <a:gd name="connsiteY93" fmla="*/ 7598032 h 9456078"/>
              <a:gd name="connsiteX94" fmla="*/ 4771967 w 13940157"/>
              <a:gd name="connsiteY94" fmla="*/ 7559561 h 9456078"/>
              <a:gd name="connsiteX95" fmla="*/ 4803267 w 13940157"/>
              <a:gd name="connsiteY95" fmla="*/ 7520744 h 9456078"/>
              <a:gd name="connsiteX96" fmla="*/ 4834225 w 13940157"/>
              <a:gd name="connsiteY96" fmla="*/ 7481582 h 9456078"/>
              <a:gd name="connsiteX97" fmla="*/ 4864838 w 13940157"/>
              <a:gd name="connsiteY97" fmla="*/ 7442077 h 9456078"/>
              <a:gd name="connsiteX98" fmla="*/ 8803671 w 13940157"/>
              <a:gd name="connsiteY98" fmla="*/ 2307814 h 9456078"/>
              <a:gd name="connsiteX99" fmla="*/ 8834262 w 13940157"/>
              <a:gd name="connsiteY99" fmla="*/ 2268285 h 9456078"/>
              <a:gd name="connsiteX100" fmla="*/ 8865156 w 13940157"/>
              <a:gd name="connsiteY100" fmla="*/ 2229056 h 9456078"/>
              <a:gd name="connsiteX101" fmla="*/ 8896349 w 13940157"/>
              <a:gd name="connsiteY101" fmla="*/ 2190127 h 9456078"/>
              <a:gd name="connsiteX102" fmla="*/ 8927839 w 13940157"/>
              <a:gd name="connsiteY102" fmla="*/ 2151500 h 9456078"/>
              <a:gd name="connsiteX103" fmla="*/ 8959624 w 13940157"/>
              <a:gd name="connsiteY103" fmla="*/ 2113176 h 9456078"/>
              <a:gd name="connsiteX104" fmla="*/ 8991701 w 13940157"/>
              <a:gd name="connsiteY104" fmla="*/ 2075157 h 9456078"/>
              <a:gd name="connsiteX105" fmla="*/ 9024069 w 13940157"/>
              <a:gd name="connsiteY105" fmla="*/ 2037442 h 9456078"/>
              <a:gd name="connsiteX106" fmla="*/ 9056725 w 13940157"/>
              <a:gd name="connsiteY106" fmla="*/ 2000034 h 9456078"/>
              <a:gd name="connsiteX107" fmla="*/ 9089667 w 13940157"/>
              <a:gd name="connsiteY107" fmla="*/ 1962934 h 9456078"/>
              <a:gd name="connsiteX108" fmla="*/ 9122892 w 13940157"/>
              <a:gd name="connsiteY108" fmla="*/ 1926142 h 9456078"/>
              <a:gd name="connsiteX109" fmla="*/ 9156398 w 13940157"/>
              <a:gd name="connsiteY109" fmla="*/ 1889660 h 9456078"/>
              <a:gd name="connsiteX110" fmla="*/ 9190183 w 13940157"/>
              <a:gd name="connsiteY110" fmla="*/ 1853489 h 9456078"/>
              <a:gd name="connsiteX111" fmla="*/ 9224245 w 13940157"/>
              <a:gd name="connsiteY111" fmla="*/ 1817630 h 9456078"/>
              <a:gd name="connsiteX112" fmla="*/ 9258581 w 13940157"/>
              <a:gd name="connsiteY112" fmla="*/ 1782084 h 9456078"/>
              <a:gd name="connsiteX113" fmla="*/ 9293189 w 13940157"/>
              <a:gd name="connsiteY113" fmla="*/ 1746853 h 9456078"/>
              <a:gd name="connsiteX114" fmla="*/ 9328066 w 13940157"/>
              <a:gd name="connsiteY114" fmla="*/ 1711937 h 9456078"/>
              <a:gd name="connsiteX115" fmla="*/ 9363211 w 13940157"/>
              <a:gd name="connsiteY115" fmla="*/ 1677337 h 9456078"/>
              <a:gd name="connsiteX116" fmla="*/ 9398621 w 13940157"/>
              <a:gd name="connsiteY116" fmla="*/ 1643056 h 9456078"/>
              <a:gd name="connsiteX117" fmla="*/ 9434294 w 13940157"/>
              <a:gd name="connsiteY117" fmla="*/ 1609093 h 9456078"/>
              <a:gd name="connsiteX118" fmla="*/ 9470227 w 13940157"/>
              <a:gd name="connsiteY118" fmla="*/ 1575450 h 9456078"/>
              <a:gd name="connsiteX119" fmla="*/ 9506418 w 13940157"/>
              <a:gd name="connsiteY119" fmla="*/ 1542128 h 9456078"/>
              <a:gd name="connsiteX120" fmla="*/ 9542866 w 13940157"/>
              <a:gd name="connsiteY120" fmla="*/ 1509129 h 9456078"/>
              <a:gd name="connsiteX121" fmla="*/ 9579567 w 13940157"/>
              <a:gd name="connsiteY121" fmla="*/ 1476452 h 9456078"/>
              <a:gd name="connsiteX122" fmla="*/ 9616519 w 13940157"/>
              <a:gd name="connsiteY122" fmla="*/ 1444101 h 9456078"/>
              <a:gd name="connsiteX123" fmla="*/ 9653720 w 13940157"/>
              <a:gd name="connsiteY123" fmla="*/ 1412075 h 9456078"/>
              <a:gd name="connsiteX124" fmla="*/ 9691168 w 13940157"/>
              <a:gd name="connsiteY124" fmla="*/ 1380375 h 9456078"/>
              <a:gd name="connsiteX125" fmla="*/ 9728861 w 13940157"/>
              <a:gd name="connsiteY125" fmla="*/ 1349004 h 9456078"/>
              <a:gd name="connsiteX126" fmla="*/ 9766795 w 13940157"/>
              <a:gd name="connsiteY126" fmla="*/ 1317962 h 9456078"/>
              <a:gd name="connsiteX127" fmla="*/ 9804970 w 13940157"/>
              <a:gd name="connsiteY127" fmla="*/ 1287250 h 9456078"/>
              <a:gd name="connsiteX128" fmla="*/ 9843382 w 13940157"/>
              <a:gd name="connsiteY128" fmla="*/ 1256869 h 9456078"/>
              <a:gd name="connsiteX129" fmla="*/ 9882029 w 13940157"/>
              <a:gd name="connsiteY129" fmla="*/ 1226820 h 9456078"/>
              <a:gd name="connsiteX130" fmla="*/ 9920909 w 13940157"/>
              <a:gd name="connsiteY130" fmla="*/ 1197105 h 9456078"/>
              <a:gd name="connsiteX131" fmla="*/ 9960020 w 13940157"/>
              <a:gd name="connsiteY131" fmla="*/ 1167725 h 9456078"/>
              <a:gd name="connsiteX132" fmla="*/ 9999359 w 13940157"/>
              <a:gd name="connsiteY132" fmla="*/ 1138681 h 9456078"/>
              <a:gd name="connsiteX133" fmla="*/ 10038924 w 13940157"/>
              <a:gd name="connsiteY133" fmla="*/ 1109974 h 9456078"/>
              <a:gd name="connsiteX134" fmla="*/ 10078713 w 13940157"/>
              <a:gd name="connsiteY134" fmla="*/ 1081604 h 9456078"/>
              <a:gd name="connsiteX135" fmla="*/ 10118724 w 13940157"/>
              <a:gd name="connsiteY135" fmla="*/ 1053574 h 9456078"/>
              <a:gd name="connsiteX136" fmla="*/ 10158954 w 13940157"/>
              <a:gd name="connsiteY136" fmla="*/ 1025884 h 9456078"/>
              <a:gd name="connsiteX137" fmla="*/ 10199400 w 13940157"/>
              <a:gd name="connsiteY137" fmla="*/ 998536 h 9456078"/>
              <a:gd name="connsiteX138" fmla="*/ 10240062 w 13940157"/>
              <a:gd name="connsiteY138" fmla="*/ 971530 h 9456078"/>
              <a:gd name="connsiteX139" fmla="*/ 10280935 w 13940157"/>
              <a:gd name="connsiteY139" fmla="*/ 944868 h 9456078"/>
              <a:gd name="connsiteX140" fmla="*/ 10322019 w 13940157"/>
              <a:gd name="connsiteY140" fmla="*/ 918551 h 9456078"/>
              <a:gd name="connsiteX141" fmla="*/ 10363310 w 13940157"/>
              <a:gd name="connsiteY141" fmla="*/ 892580 h 9456078"/>
              <a:gd name="connsiteX142" fmla="*/ 10404807 w 13940157"/>
              <a:gd name="connsiteY142" fmla="*/ 866956 h 9456078"/>
              <a:gd name="connsiteX143" fmla="*/ 10446507 w 13940157"/>
              <a:gd name="connsiteY143" fmla="*/ 841681 h 9456078"/>
              <a:gd name="connsiteX144" fmla="*/ 10488408 w 13940157"/>
              <a:gd name="connsiteY144" fmla="*/ 816754 h 9456078"/>
              <a:gd name="connsiteX145" fmla="*/ 10530507 w 13940157"/>
              <a:gd name="connsiteY145" fmla="*/ 792179 h 9456078"/>
              <a:gd name="connsiteX146" fmla="*/ 10572803 w 13940157"/>
              <a:gd name="connsiteY146" fmla="*/ 767955 h 9456078"/>
              <a:gd name="connsiteX147" fmla="*/ 10615292 w 13940157"/>
              <a:gd name="connsiteY147" fmla="*/ 744083 h 9456078"/>
              <a:gd name="connsiteX148" fmla="*/ 10657973 w 13940157"/>
              <a:gd name="connsiteY148" fmla="*/ 720566 h 9456078"/>
              <a:gd name="connsiteX149" fmla="*/ 10700844 w 13940157"/>
              <a:gd name="connsiteY149" fmla="*/ 697404 h 9456078"/>
              <a:gd name="connsiteX150" fmla="*/ 10743902 w 13940157"/>
              <a:gd name="connsiteY150" fmla="*/ 674598 h 9456078"/>
              <a:gd name="connsiteX151" fmla="*/ 10787144 w 13940157"/>
              <a:gd name="connsiteY151" fmla="*/ 652149 h 9456078"/>
              <a:gd name="connsiteX152" fmla="*/ 10830569 w 13940157"/>
              <a:gd name="connsiteY152" fmla="*/ 630059 h 9456078"/>
              <a:gd name="connsiteX153" fmla="*/ 10874174 w 13940157"/>
              <a:gd name="connsiteY153" fmla="*/ 608328 h 9456078"/>
              <a:gd name="connsiteX154" fmla="*/ 10917957 w 13940157"/>
              <a:gd name="connsiteY154" fmla="*/ 586958 h 9456078"/>
              <a:gd name="connsiteX155" fmla="*/ 10961916 w 13940157"/>
              <a:gd name="connsiteY155" fmla="*/ 565950 h 9456078"/>
              <a:gd name="connsiteX156" fmla="*/ 11006048 w 13940157"/>
              <a:gd name="connsiteY156" fmla="*/ 545304 h 9456078"/>
              <a:gd name="connsiteX157" fmla="*/ 11050351 w 13940157"/>
              <a:gd name="connsiteY157" fmla="*/ 525023 h 9456078"/>
              <a:gd name="connsiteX158" fmla="*/ 11094823 w 13940157"/>
              <a:gd name="connsiteY158" fmla="*/ 505107 h 9456078"/>
              <a:gd name="connsiteX159" fmla="*/ 11139461 w 13940157"/>
              <a:gd name="connsiteY159" fmla="*/ 485558 h 9456078"/>
              <a:gd name="connsiteX160" fmla="*/ 11184263 w 13940157"/>
              <a:gd name="connsiteY160" fmla="*/ 466376 h 9456078"/>
              <a:gd name="connsiteX161" fmla="*/ 11229228 w 13940157"/>
              <a:gd name="connsiteY161" fmla="*/ 447563 h 9456078"/>
              <a:gd name="connsiteX162" fmla="*/ 11274351 w 13940157"/>
              <a:gd name="connsiteY162" fmla="*/ 429119 h 9456078"/>
              <a:gd name="connsiteX163" fmla="*/ 11319632 w 13940157"/>
              <a:gd name="connsiteY163" fmla="*/ 411046 h 9456078"/>
              <a:gd name="connsiteX164" fmla="*/ 11365068 w 13940157"/>
              <a:gd name="connsiteY164" fmla="*/ 393346 h 9456078"/>
              <a:gd name="connsiteX165" fmla="*/ 11410657 w 13940157"/>
              <a:gd name="connsiteY165" fmla="*/ 376018 h 9456078"/>
              <a:gd name="connsiteX166" fmla="*/ 11456396 w 13940157"/>
              <a:gd name="connsiteY166" fmla="*/ 359065 h 9456078"/>
              <a:gd name="connsiteX167" fmla="*/ 11502283 w 13940157"/>
              <a:gd name="connsiteY167" fmla="*/ 342487 h 9456078"/>
              <a:gd name="connsiteX168" fmla="*/ 11548316 w 13940157"/>
              <a:gd name="connsiteY168" fmla="*/ 326286 h 9456078"/>
              <a:gd name="connsiteX169" fmla="*/ 11594492 w 13940157"/>
              <a:gd name="connsiteY169" fmla="*/ 310462 h 9456078"/>
              <a:gd name="connsiteX170" fmla="*/ 11640810 w 13940157"/>
              <a:gd name="connsiteY170" fmla="*/ 295018 h 9456078"/>
              <a:gd name="connsiteX171" fmla="*/ 11687267 w 13940157"/>
              <a:gd name="connsiteY171" fmla="*/ 279953 h 9456078"/>
              <a:gd name="connsiteX172" fmla="*/ 11733860 w 13940157"/>
              <a:gd name="connsiteY172" fmla="*/ 265269 h 9456078"/>
              <a:gd name="connsiteX173" fmla="*/ 11780587 w 13940157"/>
              <a:gd name="connsiteY173" fmla="*/ 250968 h 9456078"/>
              <a:gd name="connsiteX174" fmla="*/ 11827447 w 13940157"/>
              <a:gd name="connsiteY174" fmla="*/ 237049 h 9456078"/>
              <a:gd name="connsiteX175" fmla="*/ 11874436 w 13940157"/>
              <a:gd name="connsiteY175" fmla="*/ 223516 h 9456078"/>
              <a:gd name="connsiteX176" fmla="*/ 11921553 w 13940157"/>
              <a:gd name="connsiteY176" fmla="*/ 210368 h 9456078"/>
              <a:gd name="connsiteX177" fmla="*/ 11968794 w 13940157"/>
              <a:gd name="connsiteY177" fmla="*/ 197606 h 9456078"/>
              <a:gd name="connsiteX178" fmla="*/ 12016159 w 13940157"/>
              <a:gd name="connsiteY178" fmla="*/ 185233 h 9456078"/>
              <a:gd name="connsiteX179" fmla="*/ 12063644 w 13940157"/>
              <a:gd name="connsiteY179" fmla="*/ 173248 h 9456078"/>
              <a:gd name="connsiteX180" fmla="*/ 12111248 w 13940157"/>
              <a:gd name="connsiteY180" fmla="*/ 161654 h 9456078"/>
              <a:gd name="connsiteX181" fmla="*/ 12158967 w 13940157"/>
              <a:gd name="connsiteY181" fmla="*/ 150451 h 9456078"/>
              <a:gd name="connsiteX182" fmla="*/ 12206800 w 13940157"/>
              <a:gd name="connsiteY182" fmla="*/ 139640 h 9456078"/>
              <a:gd name="connsiteX183" fmla="*/ 12254745 w 13940157"/>
              <a:gd name="connsiteY183" fmla="*/ 129223 h 9456078"/>
              <a:gd name="connsiteX184" fmla="*/ 12302799 w 13940157"/>
              <a:gd name="connsiteY184" fmla="*/ 119201 h 9456078"/>
              <a:gd name="connsiteX185" fmla="*/ 12350959 w 13940157"/>
              <a:gd name="connsiteY185" fmla="*/ 109574 h 9456078"/>
              <a:gd name="connsiteX186" fmla="*/ 12399224 w 13940157"/>
              <a:gd name="connsiteY186" fmla="*/ 100344 h 9456078"/>
              <a:gd name="connsiteX187" fmla="*/ 12447591 w 13940157"/>
              <a:gd name="connsiteY187" fmla="*/ 91512 h 9456078"/>
              <a:gd name="connsiteX188" fmla="*/ 12496058 w 13940157"/>
              <a:gd name="connsiteY188" fmla="*/ 83080 h 9456078"/>
              <a:gd name="connsiteX189" fmla="*/ 12544623 w 13940157"/>
              <a:gd name="connsiteY189" fmla="*/ 75047 h 9456078"/>
              <a:gd name="connsiteX190" fmla="*/ 12593283 w 13940157"/>
              <a:gd name="connsiteY190" fmla="*/ 67417 h 9456078"/>
              <a:gd name="connsiteX191" fmla="*/ 12642036 w 13940157"/>
              <a:gd name="connsiteY191" fmla="*/ 60188 h 9456078"/>
              <a:gd name="connsiteX192" fmla="*/ 12690879 w 13940157"/>
              <a:gd name="connsiteY192" fmla="*/ 53364 h 9456078"/>
              <a:gd name="connsiteX193" fmla="*/ 12739811 w 13940157"/>
              <a:gd name="connsiteY193" fmla="*/ 46944 h 9456078"/>
              <a:gd name="connsiteX194" fmla="*/ 12788830 w 13940157"/>
              <a:gd name="connsiteY194" fmla="*/ 40931 h 9456078"/>
              <a:gd name="connsiteX195" fmla="*/ 12837932 w 13940157"/>
              <a:gd name="connsiteY195" fmla="*/ 35324 h 9456078"/>
              <a:gd name="connsiteX196" fmla="*/ 12887116 w 13940157"/>
              <a:gd name="connsiteY196" fmla="*/ 30126 h 9456078"/>
              <a:gd name="connsiteX197" fmla="*/ 12936379 w 13940157"/>
              <a:gd name="connsiteY197" fmla="*/ 25337 h 9456078"/>
              <a:gd name="connsiteX198" fmla="*/ 12985719 w 13940157"/>
              <a:gd name="connsiteY198" fmla="*/ 20958 h 9456078"/>
              <a:gd name="connsiteX199" fmla="*/ 13035133 w 13940157"/>
              <a:gd name="connsiteY199" fmla="*/ 16991 h 9456078"/>
              <a:gd name="connsiteX200" fmla="*/ 13084620 w 13940157"/>
              <a:gd name="connsiteY200" fmla="*/ 13437 h 9456078"/>
              <a:gd name="connsiteX201" fmla="*/ 13134178 w 13940157"/>
              <a:gd name="connsiteY201" fmla="*/ 10297 h 9456078"/>
              <a:gd name="connsiteX202" fmla="*/ 13183803 w 13940157"/>
              <a:gd name="connsiteY202" fmla="*/ 7572 h 9456078"/>
              <a:gd name="connsiteX203" fmla="*/ 13233493 w 13940157"/>
              <a:gd name="connsiteY203" fmla="*/ 5263 h 9456078"/>
              <a:gd name="connsiteX204" fmla="*/ 13283247 w 13940157"/>
              <a:gd name="connsiteY204" fmla="*/ 3371 h 9456078"/>
              <a:gd name="connsiteX205" fmla="*/ 13333061 w 13940157"/>
              <a:gd name="connsiteY205" fmla="*/ 1898 h 9456078"/>
              <a:gd name="connsiteX206" fmla="*/ 13382934 w 13940157"/>
              <a:gd name="connsiteY206" fmla="*/ 844 h 9456078"/>
              <a:gd name="connsiteX207" fmla="*/ 13432864 w 13940157"/>
              <a:gd name="connsiteY207" fmla="*/ 211 h 9456078"/>
              <a:gd name="connsiteX208" fmla="*/ 13482847 w 13940157"/>
              <a:gd name="connsiteY208" fmla="*/ 0 h 9456078"/>
              <a:gd name="connsiteX209" fmla="*/ 13940158 w 13940157"/>
              <a:gd name="connsiteY209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49234 w 13158799"/>
              <a:gd name="connsiteY5" fmla="*/ 9450052 h 9456078"/>
              <a:gd name="connsiteX6" fmla="*/ 298870 w 13158799"/>
              <a:gd name="connsiteY6" fmla="*/ 9447409 h 9456078"/>
              <a:gd name="connsiteX7" fmla="*/ 348429 w 13158799"/>
              <a:gd name="connsiteY7" fmla="*/ 9444290 h 9456078"/>
              <a:gd name="connsiteX8" fmla="*/ 397907 w 13158799"/>
              <a:gd name="connsiteY8" fmla="*/ 9440698 h 9456078"/>
              <a:gd name="connsiteX9" fmla="*/ 447302 w 13158799"/>
              <a:gd name="connsiteY9" fmla="*/ 9436632 h 9456078"/>
              <a:gd name="connsiteX10" fmla="*/ 496610 w 13158799"/>
              <a:gd name="connsiteY10" fmla="*/ 9432096 h 9456078"/>
              <a:gd name="connsiteX11" fmla="*/ 545829 w 13158799"/>
              <a:gd name="connsiteY11" fmla="*/ 9427089 h 9456078"/>
              <a:gd name="connsiteX12" fmla="*/ 594956 w 13158799"/>
              <a:gd name="connsiteY12" fmla="*/ 9421615 h 9456078"/>
              <a:gd name="connsiteX13" fmla="*/ 643987 w 13158799"/>
              <a:gd name="connsiteY13" fmla="*/ 9415673 h 9456078"/>
              <a:gd name="connsiteX14" fmla="*/ 692920 w 13158799"/>
              <a:gd name="connsiteY14" fmla="*/ 9409267 h 9456078"/>
              <a:gd name="connsiteX15" fmla="*/ 741751 w 13158799"/>
              <a:gd name="connsiteY15" fmla="*/ 9402396 h 9456078"/>
              <a:gd name="connsiteX16" fmla="*/ 790478 w 13158799"/>
              <a:gd name="connsiteY16" fmla="*/ 9395063 h 9456078"/>
              <a:gd name="connsiteX17" fmla="*/ 839098 w 13158799"/>
              <a:gd name="connsiteY17" fmla="*/ 9387270 h 9456078"/>
              <a:gd name="connsiteX18" fmla="*/ 887607 w 13158799"/>
              <a:gd name="connsiteY18" fmla="*/ 9379017 h 9456078"/>
              <a:gd name="connsiteX19" fmla="*/ 936002 w 13158799"/>
              <a:gd name="connsiteY19" fmla="*/ 9370306 h 9456078"/>
              <a:gd name="connsiteX20" fmla="*/ 984281 w 13158799"/>
              <a:gd name="connsiteY20" fmla="*/ 9361139 h 9456078"/>
              <a:gd name="connsiteX21" fmla="*/ 1032440 w 13158799"/>
              <a:gd name="connsiteY21" fmla="*/ 9351517 h 9456078"/>
              <a:gd name="connsiteX22" fmla="*/ 1080477 w 13158799"/>
              <a:gd name="connsiteY22" fmla="*/ 9341441 h 9456078"/>
              <a:gd name="connsiteX23" fmla="*/ 1128389 w 13158799"/>
              <a:gd name="connsiteY23" fmla="*/ 9330914 h 9456078"/>
              <a:gd name="connsiteX24" fmla="*/ 1176172 w 13158799"/>
              <a:gd name="connsiteY24" fmla="*/ 9319936 h 9456078"/>
              <a:gd name="connsiteX25" fmla="*/ 1223823 w 13158799"/>
              <a:gd name="connsiteY25" fmla="*/ 9308509 h 9456078"/>
              <a:gd name="connsiteX26" fmla="*/ 1271339 w 13158799"/>
              <a:gd name="connsiteY26" fmla="*/ 9296635 h 9456078"/>
              <a:gd name="connsiteX27" fmla="*/ 1318719 w 13158799"/>
              <a:gd name="connsiteY27" fmla="*/ 9284315 h 9456078"/>
              <a:gd name="connsiteX28" fmla="*/ 1365957 w 13158799"/>
              <a:gd name="connsiteY28" fmla="*/ 9271550 h 9456078"/>
              <a:gd name="connsiteX29" fmla="*/ 1413052 w 13158799"/>
              <a:gd name="connsiteY29" fmla="*/ 9258342 h 9456078"/>
              <a:gd name="connsiteX30" fmla="*/ 1460000 w 13158799"/>
              <a:gd name="connsiteY30" fmla="*/ 9244693 h 9456078"/>
              <a:gd name="connsiteX31" fmla="*/ 1506799 w 13158799"/>
              <a:gd name="connsiteY31" fmla="*/ 9230604 h 9456078"/>
              <a:gd name="connsiteX32" fmla="*/ 1553445 w 13158799"/>
              <a:gd name="connsiteY32" fmla="*/ 9216076 h 9456078"/>
              <a:gd name="connsiteX33" fmla="*/ 1599935 w 13158799"/>
              <a:gd name="connsiteY33" fmla="*/ 9201111 h 9456078"/>
              <a:gd name="connsiteX34" fmla="*/ 1646267 w 13158799"/>
              <a:gd name="connsiteY34" fmla="*/ 9185710 h 9456078"/>
              <a:gd name="connsiteX35" fmla="*/ 1692437 w 13158799"/>
              <a:gd name="connsiteY35" fmla="*/ 9169876 h 9456078"/>
              <a:gd name="connsiteX36" fmla="*/ 1738442 w 13158799"/>
              <a:gd name="connsiteY36" fmla="*/ 9153608 h 9456078"/>
              <a:gd name="connsiteX37" fmla="*/ 1784280 w 13158799"/>
              <a:gd name="connsiteY37" fmla="*/ 9136910 h 9456078"/>
              <a:gd name="connsiteX38" fmla="*/ 1829947 w 13158799"/>
              <a:gd name="connsiteY38" fmla="*/ 9119782 h 9456078"/>
              <a:gd name="connsiteX39" fmla="*/ 1875440 w 13158799"/>
              <a:gd name="connsiteY39" fmla="*/ 9102226 h 9456078"/>
              <a:gd name="connsiteX40" fmla="*/ 1920756 w 13158799"/>
              <a:gd name="connsiteY40" fmla="*/ 9084243 h 9456078"/>
              <a:gd name="connsiteX41" fmla="*/ 1965893 w 13158799"/>
              <a:gd name="connsiteY41" fmla="*/ 9065835 h 9456078"/>
              <a:gd name="connsiteX42" fmla="*/ 2010847 w 13158799"/>
              <a:gd name="connsiteY42" fmla="*/ 9047004 h 9456078"/>
              <a:gd name="connsiteX43" fmla="*/ 2055615 w 13158799"/>
              <a:gd name="connsiteY43" fmla="*/ 9027750 h 9456078"/>
              <a:gd name="connsiteX44" fmla="*/ 2100195 w 13158799"/>
              <a:gd name="connsiteY44" fmla="*/ 9008075 h 9456078"/>
              <a:gd name="connsiteX45" fmla="*/ 2144582 w 13158799"/>
              <a:gd name="connsiteY45" fmla="*/ 8987981 h 9456078"/>
              <a:gd name="connsiteX46" fmla="*/ 2188775 w 13158799"/>
              <a:gd name="connsiteY46" fmla="*/ 8967470 h 9456078"/>
              <a:gd name="connsiteX47" fmla="*/ 2232770 w 13158799"/>
              <a:gd name="connsiteY47" fmla="*/ 8946542 h 9456078"/>
              <a:gd name="connsiteX48" fmla="*/ 2276564 w 13158799"/>
              <a:gd name="connsiteY48" fmla="*/ 8925199 h 9456078"/>
              <a:gd name="connsiteX49" fmla="*/ 2320154 w 13158799"/>
              <a:gd name="connsiteY49" fmla="*/ 8903443 h 9456078"/>
              <a:gd name="connsiteX50" fmla="*/ 2363538 w 13158799"/>
              <a:gd name="connsiteY50" fmla="*/ 8881275 h 9456078"/>
              <a:gd name="connsiteX51" fmla="*/ 2406711 w 13158799"/>
              <a:gd name="connsiteY51" fmla="*/ 8858697 h 9456078"/>
              <a:gd name="connsiteX52" fmla="*/ 2449672 w 13158799"/>
              <a:gd name="connsiteY52" fmla="*/ 8835710 h 9456078"/>
              <a:gd name="connsiteX53" fmla="*/ 2492417 w 13158799"/>
              <a:gd name="connsiteY53" fmla="*/ 8812316 h 9456078"/>
              <a:gd name="connsiteX54" fmla="*/ 2534943 w 13158799"/>
              <a:gd name="connsiteY54" fmla="*/ 8788516 h 9456078"/>
              <a:gd name="connsiteX55" fmla="*/ 2577247 w 13158799"/>
              <a:gd name="connsiteY55" fmla="*/ 8764311 h 9456078"/>
              <a:gd name="connsiteX56" fmla="*/ 2619326 w 13158799"/>
              <a:gd name="connsiteY56" fmla="*/ 8739704 h 9456078"/>
              <a:gd name="connsiteX57" fmla="*/ 2661177 w 13158799"/>
              <a:gd name="connsiteY57" fmla="*/ 8714695 h 9456078"/>
              <a:gd name="connsiteX58" fmla="*/ 2702797 w 13158799"/>
              <a:gd name="connsiteY58" fmla="*/ 8689286 h 9456078"/>
              <a:gd name="connsiteX59" fmla="*/ 2744183 w 13158799"/>
              <a:gd name="connsiteY59" fmla="*/ 8663479 h 9456078"/>
              <a:gd name="connsiteX60" fmla="*/ 2785333 w 13158799"/>
              <a:gd name="connsiteY60" fmla="*/ 8637274 h 9456078"/>
              <a:gd name="connsiteX61" fmla="*/ 2826242 w 13158799"/>
              <a:gd name="connsiteY61" fmla="*/ 8610675 h 9456078"/>
              <a:gd name="connsiteX62" fmla="*/ 2866908 w 13158799"/>
              <a:gd name="connsiteY62" fmla="*/ 8583681 h 9456078"/>
              <a:gd name="connsiteX63" fmla="*/ 2907329 w 13158799"/>
              <a:gd name="connsiteY63" fmla="*/ 8556295 h 9456078"/>
              <a:gd name="connsiteX64" fmla="*/ 2947500 w 13158799"/>
              <a:gd name="connsiteY64" fmla="*/ 8528517 h 9456078"/>
              <a:gd name="connsiteX65" fmla="*/ 2987419 w 13158799"/>
              <a:gd name="connsiteY65" fmla="*/ 8500351 h 9456078"/>
              <a:gd name="connsiteX66" fmla="*/ 3027083 w 13158799"/>
              <a:gd name="connsiteY66" fmla="*/ 8471796 h 9456078"/>
              <a:gd name="connsiteX67" fmla="*/ 3066489 w 13158799"/>
              <a:gd name="connsiteY67" fmla="*/ 8442854 h 9456078"/>
              <a:gd name="connsiteX68" fmla="*/ 3105634 w 13158799"/>
              <a:gd name="connsiteY68" fmla="*/ 8413528 h 9456078"/>
              <a:gd name="connsiteX69" fmla="*/ 3144515 w 13158799"/>
              <a:gd name="connsiteY69" fmla="*/ 8383818 h 9456078"/>
              <a:gd name="connsiteX70" fmla="*/ 3183129 w 13158799"/>
              <a:gd name="connsiteY70" fmla="*/ 8353726 h 9456078"/>
              <a:gd name="connsiteX71" fmla="*/ 3221473 w 13158799"/>
              <a:gd name="connsiteY71" fmla="*/ 8323253 h 9456078"/>
              <a:gd name="connsiteX72" fmla="*/ 3259544 w 13158799"/>
              <a:gd name="connsiteY72" fmla="*/ 8292401 h 9456078"/>
              <a:gd name="connsiteX73" fmla="*/ 3297339 w 13158799"/>
              <a:gd name="connsiteY73" fmla="*/ 8261172 h 9456078"/>
              <a:gd name="connsiteX74" fmla="*/ 3334854 w 13158799"/>
              <a:gd name="connsiteY74" fmla="*/ 8229566 h 9456078"/>
              <a:gd name="connsiteX75" fmla="*/ 3372087 w 13158799"/>
              <a:gd name="connsiteY75" fmla="*/ 8197585 h 9456078"/>
              <a:gd name="connsiteX76" fmla="*/ 3409035 w 13158799"/>
              <a:gd name="connsiteY76" fmla="*/ 8165232 h 9456078"/>
              <a:gd name="connsiteX77" fmla="*/ 3445695 w 13158799"/>
              <a:gd name="connsiteY77" fmla="*/ 8132507 h 9456078"/>
              <a:gd name="connsiteX78" fmla="*/ 3482064 w 13158799"/>
              <a:gd name="connsiteY78" fmla="*/ 8099411 h 9456078"/>
              <a:gd name="connsiteX79" fmla="*/ 3518139 w 13158799"/>
              <a:gd name="connsiteY79" fmla="*/ 8065947 h 9456078"/>
              <a:gd name="connsiteX80" fmla="*/ 3553916 w 13158799"/>
              <a:gd name="connsiteY80" fmla="*/ 8032115 h 9456078"/>
              <a:gd name="connsiteX81" fmla="*/ 3589393 w 13158799"/>
              <a:gd name="connsiteY81" fmla="*/ 7997918 h 9456078"/>
              <a:gd name="connsiteX82" fmla="*/ 3624567 w 13158799"/>
              <a:gd name="connsiteY82" fmla="*/ 7963356 h 9456078"/>
              <a:gd name="connsiteX83" fmla="*/ 3659435 w 13158799"/>
              <a:gd name="connsiteY83" fmla="*/ 7928432 h 9456078"/>
              <a:gd name="connsiteX84" fmla="*/ 3693994 w 13158799"/>
              <a:gd name="connsiteY84" fmla="*/ 7893146 h 9456078"/>
              <a:gd name="connsiteX85" fmla="*/ 3728240 w 13158799"/>
              <a:gd name="connsiteY85" fmla="*/ 7857501 h 9456078"/>
              <a:gd name="connsiteX86" fmla="*/ 3762171 w 13158799"/>
              <a:gd name="connsiteY86" fmla="*/ 7821497 h 9456078"/>
              <a:gd name="connsiteX87" fmla="*/ 3795783 w 13158799"/>
              <a:gd name="connsiteY87" fmla="*/ 7785136 h 9456078"/>
              <a:gd name="connsiteX88" fmla="*/ 3829075 w 13158799"/>
              <a:gd name="connsiteY88" fmla="*/ 7748420 h 9456078"/>
              <a:gd name="connsiteX89" fmla="*/ 3862042 w 13158799"/>
              <a:gd name="connsiteY89" fmla="*/ 7711350 h 9456078"/>
              <a:gd name="connsiteX90" fmla="*/ 3894682 w 13158799"/>
              <a:gd name="connsiteY90" fmla="*/ 7673928 h 9456078"/>
              <a:gd name="connsiteX91" fmla="*/ 3926991 w 13158799"/>
              <a:gd name="connsiteY91" fmla="*/ 7636155 h 9456078"/>
              <a:gd name="connsiteX92" fmla="*/ 3958967 w 13158799"/>
              <a:gd name="connsiteY92" fmla="*/ 7598032 h 9456078"/>
              <a:gd name="connsiteX93" fmla="*/ 3990607 w 13158799"/>
              <a:gd name="connsiteY93" fmla="*/ 7559561 h 9456078"/>
              <a:gd name="connsiteX94" fmla="*/ 4021907 w 13158799"/>
              <a:gd name="connsiteY94" fmla="*/ 7520744 h 9456078"/>
              <a:gd name="connsiteX95" fmla="*/ 4052865 w 13158799"/>
              <a:gd name="connsiteY95" fmla="*/ 7481582 h 9456078"/>
              <a:gd name="connsiteX96" fmla="*/ 4083478 w 13158799"/>
              <a:gd name="connsiteY96" fmla="*/ 7442077 h 9456078"/>
              <a:gd name="connsiteX97" fmla="*/ 8022311 w 13158799"/>
              <a:gd name="connsiteY97" fmla="*/ 2307814 h 9456078"/>
              <a:gd name="connsiteX98" fmla="*/ 8052902 w 13158799"/>
              <a:gd name="connsiteY98" fmla="*/ 2268285 h 9456078"/>
              <a:gd name="connsiteX99" fmla="*/ 8083796 w 13158799"/>
              <a:gd name="connsiteY99" fmla="*/ 2229056 h 9456078"/>
              <a:gd name="connsiteX100" fmla="*/ 8114989 w 13158799"/>
              <a:gd name="connsiteY100" fmla="*/ 2190127 h 9456078"/>
              <a:gd name="connsiteX101" fmla="*/ 8146479 w 13158799"/>
              <a:gd name="connsiteY101" fmla="*/ 2151500 h 9456078"/>
              <a:gd name="connsiteX102" fmla="*/ 8178264 w 13158799"/>
              <a:gd name="connsiteY102" fmla="*/ 2113176 h 9456078"/>
              <a:gd name="connsiteX103" fmla="*/ 8210341 w 13158799"/>
              <a:gd name="connsiteY103" fmla="*/ 2075157 h 9456078"/>
              <a:gd name="connsiteX104" fmla="*/ 8242709 w 13158799"/>
              <a:gd name="connsiteY104" fmla="*/ 2037442 h 9456078"/>
              <a:gd name="connsiteX105" fmla="*/ 8275365 w 13158799"/>
              <a:gd name="connsiteY105" fmla="*/ 2000034 h 9456078"/>
              <a:gd name="connsiteX106" fmla="*/ 8308307 w 13158799"/>
              <a:gd name="connsiteY106" fmla="*/ 1962934 h 9456078"/>
              <a:gd name="connsiteX107" fmla="*/ 8341532 w 13158799"/>
              <a:gd name="connsiteY107" fmla="*/ 1926142 h 9456078"/>
              <a:gd name="connsiteX108" fmla="*/ 8375038 w 13158799"/>
              <a:gd name="connsiteY108" fmla="*/ 1889660 h 9456078"/>
              <a:gd name="connsiteX109" fmla="*/ 8408823 w 13158799"/>
              <a:gd name="connsiteY109" fmla="*/ 1853489 h 9456078"/>
              <a:gd name="connsiteX110" fmla="*/ 8442885 w 13158799"/>
              <a:gd name="connsiteY110" fmla="*/ 1817630 h 9456078"/>
              <a:gd name="connsiteX111" fmla="*/ 8477221 w 13158799"/>
              <a:gd name="connsiteY111" fmla="*/ 1782084 h 9456078"/>
              <a:gd name="connsiteX112" fmla="*/ 8511829 w 13158799"/>
              <a:gd name="connsiteY112" fmla="*/ 1746853 h 9456078"/>
              <a:gd name="connsiteX113" fmla="*/ 8546706 w 13158799"/>
              <a:gd name="connsiteY113" fmla="*/ 1711937 h 9456078"/>
              <a:gd name="connsiteX114" fmla="*/ 8581851 w 13158799"/>
              <a:gd name="connsiteY114" fmla="*/ 1677337 h 9456078"/>
              <a:gd name="connsiteX115" fmla="*/ 8617261 w 13158799"/>
              <a:gd name="connsiteY115" fmla="*/ 1643056 h 9456078"/>
              <a:gd name="connsiteX116" fmla="*/ 8652934 w 13158799"/>
              <a:gd name="connsiteY116" fmla="*/ 1609093 h 9456078"/>
              <a:gd name="connsiteX117" fmla="*/ 8688867 w 13158799"/>
              <a:gd name="connsiteY117" fmla="*/ 1575450 h 9456078"/>
              <a:gd name="connsiteX118" fmla="*/ 8725058 w 13158799"/>
              <a:gd name="connsiteY118" fmla="*/ 1542128 h 9456078"/>
              <a:gd name="connsiteX119" fmla="*/ 8761506 w 13158799"/>
              <a:gd name="connsiteY119" fmla="*/ 1509129 h 9456078"/>
              <a:gd name="connsiteX120" fmla="*/ 8798207 w 13158799"/>
              <a:gd name="connsiteY120" fmla="*/ 1476452 h 9456078"/>
              <a:gd name="connsiteX121" fmla="*/ 8835159 w 13158799"/>
              <a:gd name="connsiteY121" fmla="*/ 1444101 h 9456078"/>
              <a:gd name="connsiteX122" fmla="*/ 8872360 w 13158799"/>
              <a:gd name="connsiteY122" fmla="*/ 1412075 h 9456078"/>
              <a:gd name="connsiteX123" fmla="*/ 8909808 w 13158799"/>
              <a:gd name="connsiteY123" fmla="*/ 1380375 h 9456078"/>
              <a:gd name="connsiteX124" fmla="*/ 8947501 w 13158799"/>
              <a:gd name="connsiteY124" fmla="*/ 1349004 h 9456078"/>
              <a:gd name="connsiteX125" fmla="*/ 8985435 w 13158799"/>
              <a:gd name="connsiteY125" fmla="*/ 1317962 h 9456078"/>
              <a:gd name="connsiteX126" fmla="*/ 9023610 w 13158799"/>
              <a:gd name="connsiteY126" fmla="*/ 1287250 h 9456078"/>
              <a:gd name="connsiteX127" fmla="*/ 9062022 w 13158799"/>
              <a:gd name="connsiteY127" fmla="*/ 1256869 h 9456078"/>
              <a:gd name="connsiteX128" fmla="*/ 9100669 w 13158799"/>
              <a:gd name="connsiteY128" fmla="*/ 1226820 h 9456078"/>
              <a:gd name="connsiteX129" fmla="*/ 9139549 w 13158799"/>
              <a:gd name="connsiteY129" fmla="*/ 1197105 h 9456078"/>
              <a:gd name="connsiteX130" fmla="*/ 9178660 w 13158799"/>
              <a:gd name="connsiteY130" fmla="*/ 1167725 h 9456078"/>
              <a:gd name="connsiteX131" fmla="*/ 9217999 w 13158799"/>
              <a:gd name="connsiteY131" fmla="*/ 1138681 h 9456078"/>
              <a:gd name="connsiteX132" fmla="*/ 9257564 w 13158799"/>
              <a:gd name="connsiteY132" fmla="*/ 1109974 h 9456078"/>
              <a:gd name="connsiteX133" fmla="*/ 9297353 w 13158799"/>
              <a:gd name="connsiteY133" fmla="*/ 1081604 h 9456078"/>
              <a:gd name="connsiteX134" fmla="*/ 9337364 w 13158799"/>
              <a:gd name="connsiteY134" fmla="*/ 1053574 h 9456078"/>
              <a:gd name="connsiteX135" fmla="*/ 9377594 w 13158799"/>
              <a:gd name="connsiteY135" fmla="*/ 1025884 h 9456078"/>
              <a:gd name="connsiteX136" fmla="*/ 9418040 w 13158799"/>
              <a:gd name="connsiteY136" fmla="*/ 998536 h 9456078"/>
              <a:gd name="connsiteX137" fmla="*/ 9458702 w 13158799"/>
              <a:gd name="connsiteY137" fmla="*/ 971530 h 9456078"/>
              <a:gd name="connsiteX138" fmla="*/ 9499575 w 13158799"/>
              <a:gd name="connsiteY138" fmla="*/ 944868 h 9456078"/>
              <a:gd name="connsiteX139" fmla="*/ 9540659 w 13158799"/>
              <a:gd name="connsiteY139" fmla="*/ 918551 h 9456078"/>
              <a:gd name="connsiteX140" fmla="*/ 9581950 w 13158799"/>
              <a:gd name="connsiteY140" fmla="*/ 892580 h 9456078"/>
              <a:gd name="connsiteX141" fmla="*/ 9623447 w 13158799"/>
              <a:gd name="connsiteY141" fmla="*/ 866956 h 9456078"/>
              <a:gd name="connsiteX142" fmla="*/ 9665147 w 13158799"/>
              <a:gd name="connsiteY142" fmla="*/ 841681 h 9456078"/>
              <a:gd name="connsiteX143" fmla="*/ 9707048 w 13158799"/>
              <a:gd name="connsiteY143" fmla="*/ 816754 h 9456078"/>
              <a:gd name="connsiteX144" fmla="*/ 9749147 w 13158799"/>
              <a:gd name="connsiteY144" fmla="*/ 792179 h 9456078"/>
              <a:gd name="connsiteX145" fmla="*/ 9791443 w 13158799"/>
              <a:gd name="connsiteY145" fmla="*/ 767955 h 9456078"/>
              <a:gd name="connsiteX146" fmla="*/ 9833932 w 13158799"/>
              <a:gd name="connsiteY146" fmla="*/ 744083 h 9456078"/>
              <a:gd name="connsiteX147" fmla="*/ 9876613 w 13158799"/>
              <a:gd name="connsiteY147" fmla="*/ 720566 h 9456078"/>
              <a:gd name="connsiteX148" fmla="*/ 9919484 w 13158799"/>
              <a:gd name="connsiteY148" fmla="*/ 697404 h 9456078"/>
              <a:gd name="connsiteX149" fmla="*/ 9962542 w 13158799"/>
              <a:gd name="connsiteY149" fmla="*/ 674598 h 9456078"/>
              <a:gd name="connsiteX150" fmla="*/ 10005784 w 13158799"/>
              <a:gd name="connsiteY150" fmla="*/ 652149 h 9456078"/>
              <a:gd name="connsiteX151" fmla="*/ 10049209 w 13158799"/>
              <a:gd name="connsiteY151" fmla="*/ 630059 h 9456078"/>
              <a:gd name="connsiteX152" fmla="*/ 10092814 w 13158799"/>
              <a:gd name="connsiteY152" fmla="*/ 608328 h 9456078"/>
              <a:gd name="connsiteX153" fmla="*/ 10136597 w 13158799"/>
              <a:gd name="connsiteY153" fmla="*/ 586958 h 9456078"/>
              <a:gd name="connsiteX154" fmla="*/ 10180556 w 13158799"/>
              <a:gd name="connsiteY154" fmla="*/ 565950 h 9456078"/>
              <a:gd name="connsiteX155" fmla="*/ 10224688 w 13158799"/>
              <a:gd name="connsiteY155" fmla="*/ 545304 h 9456078"/>
              <a:gd name="connsiteX156" fmla="*/ 10268991 w 13158799"/>
              <a:gd name="connsiteY156" fmla="*/ 525023 h 9456078"/>
              <a:gd name="connsiteX157" fmla="*/ 10313463 w 13158799"/>
              <a:gd name="connsiteY157" fmla="*/ 505107 h 9456078"/>
              <a:gd name="connsiteX158" fmla="*/ 10358101 w 13158799"/>
              <a:gd name="connsiteY158" fmla="*/ 485558 h 9456078"/>
              <a:gd name="connsiteX159" fmla="*/ 10402903 w 13158799"/>
              <a:gd name="connsiteY159" fmla="*/ 466376 h 9456078"/>
              <a:gd name="connsiteX160" fmla="*/ 10447868 w 13158799"/>
              <a:gd name="connsiteY160" fmla="*/ 447563 h 9456078"/>
              <a:gd name="connsiteX161" fmla="*/ 10492991 w 13158799"/>
              <a:gd name="connsiteY161" fmla="*/ 429119 h 9456078"/>
              <a:gd name="connsiteX162" fmla="*/ 10538272 w 13158799"/>
              <a:gd name="connsiteY162" fmla="*/ 411046 h 9456078"/>
              <a:gd name="connsiteX163" fmla="*/ 10583708 w 13158799"/>
              <a:gd name="connsiteY163" fmla="*/ 393346 h 9456078"/>
              <a:gd name="connsiteX164" fmla="*/ 10629297 w 13158799"/>
              <a:gd name="connsiteY164" fmla="*/ 376018 h 9456078"/>
              <a:gd name="connsiteX165" fmla="*/ 10675036 w 13158799"/>
              <a:gd name="connsiteY165" fmla="*/ 359065 h 9456078"/>
              <a:gd name="connsiteX166" fmla="*/ 10720923 w 13158799"/>
              <a:gd name="connsiteY166" fmla="*/ 342487 h 9456078"/>
              <a:gd name="connsiteX167" fmla="*/ 10766956 w 13158799"/>
              <a:gd name="connsiteY167" fmla="*/ 326286 h 9456078"/>
              <a:gd name="connsiteX168" fmla="*/ 10813132 w 13158799"/>
              <a:gd name="connsiteY168" fmla="*/ 310462 h 9456078"/>
              <a:gd name="connsiteX169" fmla="*/ 10859450 w 13158799"/>
              <a:gd name="connsiteY169" fmla="*/ 295018 h 9456078"/>
              <a:gd name="connsiteX170" fmla="*/ 10905907 w 13158799"/>
              <a:gd name="connsiteY170" fmla="*/ 279953 h 9456078"/>
              <a:gd name="connsiteX171" fmla="*/ 10952500 w 13158799"/>
              <a:gd name="connsiteY171" fmla="*/ 265269 h 9456078"/>
              <a:gd name="connsiteX172" fmla="*/ 10999227 w 13158799"/>
              <a:gd name="connsiteY172" fmla="*/ 250968 h 9456078"/>
              <a:gd name="connsiteX173" fmla="*/ 11046087 w 13158799"/>
              <a:gd name="connsiteY173" fmla="*/ 237049 h 9456078"/>
              <a:gd name="connsiteX174" fmla="*/ 11093076 w 13158799"/>
              <a:gd name="connsiteY174" fmla="*/ 223516 h 9456078"/>
              <a:gd name="connsiteX175" fmla="*/ 11140193 w 13158799"/>
              <a:gd name="connsiteY175" fmla="*/ 210368 h 9456078"/>
              <a:gd name="connsiteX176" fmla="*/ 11187434 w 13158799"/>
              <a:gd name="connsiteY176" fmla="*/ 197606 h 9456078"/>
              <a:gd name="connsiteX177" fmla="*/ 11234799 w 13158799"/>
              <a:gd name="connsiteY177" fmla="*/ 185233 h 9456078"/>
              <a:gd name="connsiteX178" fmla="*/ 11282284 w 13158799"/>
              <a:gd name="connsiteY178" fmla="*/ 173248 h 9456078"/>
              <a:gd name="connsiteX179" fmla="*/ 11329888 w 13158799"/>
              <a:gd name="connsiteY179" fmla="*/ 161654 h 9456078"/>
              <a:gd name="connsiteX180" fmla="*/ 11377607 w 13158799"/>
              <a:gd name="connsiteY180" fmla="*/ 150451 h 9456078"/>
              <a:gd name="connsiteX181" fmla="*/ 11425440 w 13158799"/>
              <a:gd name="connsiteY181" fmla="*/ 139640 h 9456078"/>
              <a:gd name="connsiteX182" fmla="*/ 11473385 w 13158799"/>
              <a:gd name="connsiteY182" fmla="*/ 129223 h 9456078"/>
              <a:gd name="connsiteX183" fmla="*/ 11521439 w 13158799"/>
              <a:gd name="connsiteY183" fmla="*/ 119201 h 9456078"/>
              <a:gd name="connsiteX184" fmla="*/ 11569599 w 13158799"/>
              <a:gd name="connsiteY184" fmla="*/ 109574 h 9456078"/>
              <a:gd name="connsiteX185" fmla="*/ 11617864 w 13158799"/>
              <a:gd name="connsiteY185" fmla="*/ 100344 h 9456078"/>
              <a:gd name="connsiteX186" fmla="*/ 11666231 w 13158799"/>
              <a:gd name="connsiteY186" fmla="*/ 91512 h 9456078"/>
              <a:gd name="connsiteX187" fmla="*/ 11714698 w 13158799"/>
              <a:gd name="connsiteY187" fmla="*/ 83080 h 9456078"/>
              <a:gd name="connsiteX188" fmla="*/ 11763263 w 13158799"/>
              <a:gd name="connsiteY188" fmla="*/ 75047 h 9456078"/>
              <a:gd name="connsiteX189" fmla="*/ 11811923 w 13158799"/>
              <a:gd name="connsiteY189" fmla="*/ 67417 h 9456078"/>
              <a:gd name="connsiteX190" fmla="*/ 11860676 w 13158799"/>
              <a:gd name="connsiteY190" fmla="*/ 60188 h 9456078"/>
              <a:gd name="connsiteX191" fmla="*/ 11909519 w 13158799"/>
              <a:gd name="connsiteY191" fmla="*/ 53364 h 9456078"/>
              <a:gd name="connsiteX192" fmla="*/ 11958451 w 13158799"/>
              <a:gd name="connsiteY192" fmla="*/ 46944 h 9456078"/>
              <a:gd name="connsiteX193" fmla="*/ 12007470 w 13158799"/>
              <a:gd name="connsiteY193" fmla="*/ 40931 h 9456078"/>
              <a:gd name="connsiteX194" fmla="*/ 12056572 w 13158799"/>
              <a:gd name="connsiteY194" fmla="*/ 35324 h 9456078"/>
              <a:gd name="connsiteX195" fmla="*/ 12105756 w 13158799"/>
              <a:gd name="connsiteY195" fmla="*/ 30126 h 9456078"/>
              <a:gd name="connsiteX196" fmla="*/ 12155019 w 13158799"/>
              <a:gd name="connsiteY196" fmla="*/ 25337 h 9456078"/>
              <a:gd name="connsiteX197" fmla="*/ 12204359 w 13158799"/>
              <a:gd name="connsiteY197" fmla="*/ 20958 h 9456078"/>
              <a:gd name="connsiteX198" fmla="*/ 12253773 w 13158799"/>
              <a:gd name="connsiteY198" fmla="*/ 16991 h 9456078"/>
              <a:gd name="connsiteX199" fmla="*/ 12303260 w 13158799"/>
              <a:gd name="connsiteY199" fmla="*/ 13437 h 9456078"/>
              <a:gd name="connsiteX200" fmla="*/ 12352818 w 13158799"/>
              <a:gd name="connsiteY200" fmla="*/ 10297 h 9456078"/>
              <a:gd name="connsiteX201" fmla="*/ 12402443 w 13158799"/>
              <a:gd name="connsiteY201" fmla="*/ 7572 h 9456078"/>
              <a:gd name="connsiteX202" fmla="*/ 12452133 w 13158799"/>
              <a:gd name="connsiteY202" fmla="*/ 5263 h 9456078"/>
              <a:gd name="connsiteX203" fmla="*/ 12501887 w 13158799"/>
              <a:gd name="connsiteY203" fmla="*/ 3371 h 9456078"/>
              <a:gd name="connsiteX204" fmla="*/ 12551701 w 13158799"/>
              <a:gd name="connsiteY204" fmla="*/ 1898 h 9456078"/>
              <a:gd name="connsiteX205" fmla="*/ 12601574 w 13158799"/>
              <a:gd name="connsiteY205" fmla="*/ 844 h 9456078"/>
              <a:gd name="connsiteX206" fmla="*/ 12651504 w 13158799"/>
              <a:gd name="connsiteY206" fmla="*/ 211 h 9456078"/>
              <a:gd name="connsiteX207" fmla="*/ 12701487 w 13158799"/>
              <a:gd name="connsiteY207" fmla="*/ 0 h 9456078"/>
              <a:gd name="connsiteX208" fmla="*/ 13158798 w 13158799"/>
              <a:gd name="connsiteY208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28389 w 13158797"/>
              <a:gd name="connsiteY22" fmla="*/ 9330914 h 9456078"/>
              <a:gd name="connsiteX23" fmla="*/ 1176172 w 13158797"/>
              <a:gd name="connsiteY23" fmla="*/ 9319936 h 9456078"/>
              <a:gd name="connsiteX24" fmla="*/ 1223823 w 13158797"/>
              <a:gd name="connsiteY24" fmla="*/ 9308509 h 9456078"/>
              <a:gd name="connsiteX25" fmla="*/ 1271339 w 13158797"/>
              <a:gd name="connsiteY25" fmla="*/ 9296635 h 9456078"/>
              <a:gd name="connsiteX26" fmla="*/ 1318719 w 13158797"/>
              <a:gd name="connsiteY26" fmla="*/ 9284315 h 9456078"/>
              <a:gd name="connsiteX27" fmla="*/ 1365957 w 13158797"/>
              <a:gd name="connsiteY27" fmla="*/ 9271550 h 9456078"/>
              <a:gd name="connsiteX28" fmla="*/ 1413052 w 13158797"/>
              <a:gd name="connsiteY28" fmla="*/ 9258342 h 9456078"/>
              <a:gd name="connsiteX29" fmla="*/ 1460000 w 13158797"/>
              <a:gd name="connsiteY29" fmla="*/ 9244693 h 9456078"/>
              <a:gd name="connsiteX30" fmla="*/ 1506799 w 13158797"/>
              <a:gd name="connsiteY30" fmla="*/ 9230604 h 9456078"/>
              <a:gd name="connsiteX31" fmla="*/ 1553445 w 13158797"/>
              <a:gd name="connsiteY31" fmla="*/ 9216076 h 9456078"/>
              <a:gd name="connsiteX32" fmla="*/ 1599935 w 13158797"/>
              <a:gd name="connsiteY32" fmla="*/ 9201111 h 9456078"/>
              <a:gd name="connsiteX33" fmla="*/ 1646267 w 13158797"/>
              <a:gd name="connsiteY33" fmla="*/ 9185710 h 9456078"/>
              <a:gd name="connsiteX34" fmla="*/ 1692437 w 13158797"/>
              <a:gd name="connsiteY34" fmla="*/ 9169876 h 9456078"/>
              <a:gd name="connsiteX35" fmla="*/ 1738442 w 13158797"/>
              <a:gd name="connsiteY35" fmla="*/ 9153608 h 9456078"/>
              <a:gd name="connsiteX36" fmla="*/ 1784280 w 13158797"/>
              <a:gd name="connsiteY36" fmla="*/ 9136910 h 9456078"/>
              <a:gd name="connsiteX37" fmla="*/ 1829947 w 13158797"/>
              <a:gd name="connsiteY37" fmla="*/ 9119782 h 9456078"/>
              <a:gd name="connsiteX38" fmla="*/ 1875440 w 13158797"/>
              <a:gd name="connsiteY38" fmla="*/ 9102226 h 9456078"/>
              <a:gd name="connsiteX39" fmla="*/ 1920756 w 13158797"/>
              <a:gd name="connsiteY39" fmla="*/ 9084243 h 9456078"/>
              <a:gd name="connsiteX40" fmla="*/ 1965893 w 13158797"/>
              <a:gd name="connsiteY40" fmla="*/ 9065835 h 9456078"/>
              <a:gd name="connsiteX41" fmla="*/ 2010847 w 13158797"/>
              <a:gd name="connsiteY41" fmla="*/ 9047004 h 9456078"/>
              <a:gd name="connsiteX42" fmla="*/ 2055615 w 13158797"/>
              <a:gd name="connsiteY42" fmla="*/ 9027750 h 9456078"/>
              <a:gd name="connsiteX43" fmla="*/ 2100195 w 13158797"/>
              <a:gd name="connsiteY43" fmla="*/ 9008075 h 9456078"/>
              <a:gd name="connsiteX44" fmla="*/ 2144582 w 13158797"/>
              <a:gd name="connsiteY44" fmla="*/ 8987981 h 9456078"/>
              <a:gd name="connsiteX45" fmla="*/ 2188775 w 13158797"/>
              <a:gd name="connsiteY45" fmla="*/ 8967470 h 9456078"/>
              <a:gd name="connsiteX46" fmla="*/ 2232770 w 13158797"/>
              <a:gd name="connsiteY46" fmla="*/ 8946542 h 9456078"/>
              <a:gd name="connsiteX47" fmla="*/ 2276564 w 13158797"/>
              <a:gd name="connsiteY47" fmla="*/ 8925199 h 9456078"/>
              <a:gd name="connsiteX48" fmla="*/ 2320154 w 13158797"/>
              <a:gd name="connsiteY48" fmla="*/ 8903443 h 9456078"/>
              <a:gd name="connsiteX49" fmla="*/ 2363538 w 13158797"/>
              <a:gd name="connsiteY49" fmla="*/ 8881275 h 9456078"/>
              <a:gd name="connsiteX50" fmla="*/ 2406711 w 13158797"/>
              <a:gd name="connsiteY50" fmla="*/ 8858697 h 9456078"/>
              <a:gd name="connsiteX51" fmla="*/ 2449672 w 13158797"/>
              <a:gd name="connsiteY51" fmla="*/ 8835710 h 9456078"/>
              <a:gd name="connsiteX52" fmla="*/ 2492417 w 13158797"/>
              <a:gd name="connsiteY52" fmla="*/ 8812316 h 9456078"/>
              <a:gd name="connsiteX53" fmla="*/ 2534943 w 13158797"/>
              <a:gd name="connsiteY53" fmla="*/ 8788516 h 9456078"/>
              <a:gd name="connsiteX54" fmla="*/ 2577247 w 13158797"/>
              <a:gd name="connsiteY54" fmla="*/ 8764311 h 9456078"/>
              <a:gd name="connsiteX55" fmla="*/ 2619326 w 13158797"/>
              <a:gd name="connsiteY55" fmla="*/ 8739704 h 9456078"/>
              <a:gd name="connsiteX56" fmla="*/ 2661177 w 13158797"/>
              <a:gd name="connsiteY56" fmla="*/ 8714695 h 9456078"/>
              <a:gd name="connsiteX57" fmla="*/ 2702797 w 13158797"/>
              <a:gd name="connsiteY57" fmla="*/ 8689286 h 9456078"/>
              <a:gd name="connsiteX58" fmla="*/ 2744183 w 13158797"/>
              <a:gd name="connsiteY58" fmla="*/ 8663479 h 9456078"/>
              <a:gd name="connsiteX59" fmla="*/ 2785333 w 13158797"/>
              <a:gd name="connsiteY59" fmla="*/ 8637274 h 9456078"/>
              <a:gd name="connsiteX60" fmla="*/ 2826242 w 13158797"/>
              <a:gd name="connsiteY60" fmla="*/ 8610675 h 9456078"/>
              <a:gd name="connsiteX61" fmla="*/ 2866908 w 13158797"/>
              <a:gd name="connsiteY61" fmla="*/ 8583681 h 9456078"/>
              <a:gd name="connsiteX62" fmla="*/ 2907329 w 13158797"/>
              <a:gd name="connsiteY62" fmla="*/ 8556295 h 9456078"/>
              <a:gd name="connsiteX63" fmla="*/ 2947500 w 13158797"/>
              <a:gd name="connsiteY63" fmla="*/ 8528517 h 9456078"/>
              <a:gd name="connsiteX64" fmla="*/ 2987419 w 13158797"/>
              <a:gd name="connsiteY64" fmla="*/ 8500351 h 9456078"/>
              <a:gd name="connsiteX65" fmla="*/ 3027083 w 13158797"/>
              <a:gd name="connsiteY65" fmla="*/ 8471796 h 9456078"/>
              <a:gd name="connsiteX66" fmla="*/ 3066489 w 13158797"/>
              <a:gd name="connsiteY66" fmla="*/ 8442854 h 9456078"/>
              <a:gd name="connsiteX67" fmla="*/ 3105634 w 13158797"/>
              <a:gd name="connsiteY67" fmla="*/ 8413528 h 9456078"/>
              <a:gd name="connsiteX68" fmla="*/ 3144515 w 13158797"/>
              <a:gd name="connsiteY68" fmla="*/ 8383818 h 9456078"/>
              <a:gd name="connsiteX69" fmla="*/ 3183129 w 13158797"/>
              <a:gd name="connsiteY69" fmla="*/ 8353726 h 9456078"/>
              <a:gd name="connsiteX70" fmla="*/ 3221473 w 13158797"/>
              <a:gd name="connsiteY70" fmla="*/ 8323253 h 9456078"/>
              <a:gd name="connsiteX71" fmla="*/ 3259544 w 13158797"/>
              <a:gd name="connsiteY71" fmla="*/ 8292401 h 9456078"/>
              <a:gd name="connsiteX72" fmla="*/ 3297339 w 13158797"/>
              <a:gd name="connsiteY72" fmla="*/ 8261172 h 9456078"/>
              <a:gd name="connsiteX73" fmla="*/ 3334854 w 13158797"/>
              <a:gd name="connsiteY73" fmla="*/ 8229566 h 9456078"/>
              <a:gd name="connsiteX74" fmla="*/ 3372087 w 13158797"/>
              <a:gd name="connsiteY74" fmla="*/ 8197585 h 9456078"/>
              <a:gd name="connsiteX75" fmla="*/ 3409035 w 13158797"/>
              <a:gd name="connsiteY75" fmla="*/ 8165232 h 9456078"/>
              <a:gd name="connsiteX76" fmla="*/ 3445695 w 13158797"/>
              <a:gd name="connsiteY76" fmla="*/ 8132507 h 9456078"/>
              <a:gd name="connsiteX77" fmla="*/ 3482064 w 13158797"/>
              <a:gd name="connsiteY77" fmla="*/ 8099411 h 9456078"/>
              <a:gd name="connsiteX78" fmla="*/ 3518139 w 13158797"/>
              <a:gd name="connsiteY78" fmla="*/ 8065947 h 9456078"/>
              <a:gd name="connsiteX79" fmla="*/ 3553916 w 13158797"/>
              <a:gd name="connsiteY79" fmla="*/ 8032115 h 9456078"/>
              <a:gd name="connsiteX80" fmla="*/ 3589393 w 13158797"/>
              <a:gd name="connsiteY80" fmla="*/ 7997918 h 9456078"/>
              <a:gd name="connsiteX81" fmla="*/ 3624567 w 13158797"/>
              <a:gd name="connsiteY81" fmla="*/ 7963356 h 9456078"/>
              <a:gd name="connsiteX82" fmla="*/ 3659435 w 13158797"/>
              <a:gd name="connsiteY82" fmla="*/ 7928432 h 9456078"/>
              <a:gd name="connsiteX83" fmla="*/ 3693994 w 13158797"/>
              <a:gd name="connsiteY83" fmla="*/ 7893146 h 9456078"/>
              <a:gd name="connsiteX84" fmla="*/ 3728240 w 13158797"/>
              <a:gd name="connsiteY84" fmla="*/ 7857501 h 9456078"/>
              <a:gd name="connsiteX85" fmla="*/ 3762171 w 13158797"/>
              <a:gd name="connsiteY85" fmla="*/ 7821497 h 9456078"/>
              <a:gd name="connsiteX86" fmla="*/ 3795783 w 13158797"/>
              <a:gd name="connsiteY86" fmla="*/ 7785136 h 9456078"/>
              <a:gd name="connsiteX87" fmla="*/ 3829075 w 13158797"/>
              <a:gd name="connsiteY87" fmla="*/ 7748420 h 9456078"/>
              <a:gd name="connsiteX88" fmla="*/ 3862042 w 13158797"/>
              <a:gd name="connsiteY88" fmla="*/ 7711350 h 9456078"/>
              <a:gd name="connsiteX89" fmla="*/ 3894682 w 13158797"/>
              <a:gd name="connsiteY89" fmla="*/ 7673928 h 9456078"/>
              <a:gd name="connsiteX90" fmla="*/ 3926991 w 13158797"/>
              <a:gd name="connsiteY90" fmla="*/ 7636155 h 9456078"/>
              <a:gd name="connsiteX91" fmla="*/ 3958967 w 13158797"/>
              <a:gd name="connsiteY91" fmla="*/ 7598032 h 9456078"/>
              <a:gd name="connsiteX92" fmla="*/ 3990607 w 13158797"/>
              <a:gd name="connsiteY92" fmla="*/ 7559561 h 9456078"/>
              <a:gd name="connsiteX93" fmla="*/ 4021907 w 13158797"/>
              <a:gd name="connsiteY93" fmla="*/ 7520744 h 9456078"/>
              <a:gd name="connsiteX94" fmla="*/ 4052865 w 13158797"/>
              <a:gd name="connsiteY94" fmla="*/ 7481582 h 9456078"/>
              <a:gd name="connsiteX95" fmla="*/ 4083478 w 13158797"/>
              <a:gd name="connsiteY95" fmla="*/ 7442077 h 9456078"/>
              <a:gd name="connsiteX96" fmla="*/ 8022311 w 13158797"/>
              <a:gd name="connsiteY96" fmla="*/ 2307814 h 9456078"/>
              <a:gd name="connsiteX97" fmla="*/ 8052902 w 13158797"/>
              <a:gd name="connsiteY97" fmla="*/ 2268285 h 9456078"/>
              <a:gd name="connsiteX98" fmla="*/ 8083796 w 13158797"/>
              <a:gd name="connsiteY98" fmla="*/ 2229056 h 9456078"/>
              <a:gd name="connsiteX99" fmla="*/ 8114989 w 13158797"/>
              <a:gd name="connsiteY99" fmla="*/ 2190127 h 9456078"/>
              <a:gd name="connsiteX100" fmla="*/ 8146479 w 13158797"/>
              <a:gd name="connsiteY100" fmla="*/ 2151500 h 9456078"/>
              <a:gd name="connsiteX101" fmla="*/ 8178264 w 13158797"/>
              <a:gd name="connsiteY101" fmla="*/ 2113176 h 9456078"/>
              <a:gd name="connsiteX102" fmla="*/ 8210341 w 13158797"/>
              <a:gd name="connsiteY102" fmla="*/ 2075157 h 9456078"/>
              <a:gd name="connsiteX103" fmla="*/ 8242709 w 13158797"/>
              <a:gd name="connsiteY103" fmla="*/ 2037442 h 9456078"/>
              <a:gd name="connsiteX104" fmla="*/ 8275365 w 13158797"/>
              <a:gd name="connsiteY104" fmla="*/ 2000034 h 9456078"/>
              <a:gd name="connsiteX105" fmla="*/ 8308307 w 13158797"/>
              <a:gd name="connsiteY105" fmla="*/ 1962934 h 9456078"/>
              <a:gd name="connsiteX106" fmla="*/ 8341532 w 13158797"/>
              <a:gd name="connsiteY106" fmla="*/ 1926142 h 9456078"/>
              <a:gd name="connsiteX107" fmla="*/ 8375038 w 13158797"/>
              <a:gd name="connsiteY107" fmla="*/ 1889660 h 9456078"/>
              <a:gd name="connsiteX108" fmla="*/ 8408823 w 13158797"/>
              <a:gd name="connsiteY108" fmla="*/ 1853489 h 9456078"/>
              <a:gd name="connsiteX109" fmla="*/ 8442885 w 13158797"/>
              <a:gd name="connsiteY109" fmla="*/ 1817630 h 9456078"/>
              <a:gd name="connsiteX110" fmla="*/ 8477221 w 13158797"/>
              <a:gd name="connsiteY110" fmla="*/ 1782084 h 9456078"/>
              <a:gd name="connsiteX111" fmla="*/ 8511829 w 13158797"/>
              <a:gd name="connsiteY111" fmla="*/ 1746853 h 9456078"/>
              <a:gd name="connsiteX112" fmla="*/ 8546706 w 13158797"/>
              <a:gd name="connsiteY112" fmla="*/ 1711937 h 9456078"/>
              <a:gd name="connsiteX113" fmla="*/ 8581851 w 13158797"/>
              <a:gd name="connsiteY113" fmla="*/ 1677337 h 9456078"/>
              <a:gd name="connsiteX114" fmla="*/ 8617261 w 13158797"/>
              <a:gd name="connsiteY114" fmla="*/ 1643056 h 9456078"/>
              <a:gd name="connsiteX115" fmla="*/ 8652934 w 13158797"/>
              <a:gd name="connsiteY115" fmla="*/ 1609093 h 9456078"/>
              <a:gd name="connsiteX116" fmla="*/ 8688867 w 13158797"/>
              <a:gd name="connsiteY116" fmla="*/ 1575450 h 9456078"/>
              <a:gd name="connsiteX117" fmla="*/ 8725058 w 13158797"/>
              <a:gd name="connsiteY117" fmla="*/ 1542128 h 9456078"/>
              <a:gd name="connsiteX118" fmla="*/ 8761506 w 13158797"/>
              <a:gd name="connsiteY118" fmla="*/ 1509129 h 9456078"/>
              <a:gd name="connsiteX119" fmla="*/ 8798207 w 13158797"/>
              <a:gd name="connsiteY119" fmla="*/ 1476452 h 9456078"/>
              <a:gd name="connsiteX120" fmla="*/ 8835159 w 13158797"/>
              <a:gd name="connsiteY120" fmla="*/ 1444101 h 9456078"/>
              <a:gd name="connsiteX121" fmla="*/ 8872360 w 13158797"/>
              <a:gd name="connsiteY121" fmla="*/ 1412075 h 9456078"/>
              <a:gd name="connsiteX122" fmla="*/ 8909808 w 13158797"/>
              <a:gd name="connsiteY122" fmla="*/ 1380375 h 9456078"/>
              <a:gd name="connsiteX123" fmla="*/ 8947501 w 13158797"/>
              <a:gd name="connsiteY123" fmla="*/ 1349004 h 9456078"/>
              <a:gd name="connsiteX124" fmla="*/ 8985435 w 13158797"/>
              <a:gd name="connsiteY124" fmla="*/ 1317962 h 9456078"/>
              <a:gd name="connsiteX125" fmla="*/ 9023610 w 13158797"/>
              <a:gd name="connsiteY125" fmla="*/ 1287250 h 9456078"/>
              <a:gd name="connsiteX126" fmla="*/ 9062022 w 13158797"/>
              <a:gd name="connsiteY126" fmla="*/ 1256869 h 9456078"/>
              <a:gd name="connsiteX127" fmla="*/ 9100669 w 13158797"/>
              <a:gd name="connsiteY127" fmla="*/ 1226820 h 9456078"/>
              <a:gd name="connsiteX128" fmla="*/ 9139549 w 13158797"/>
              <a:gd name="connsiteY128" fmla="*/ 1197105 h 9456078"/>
              <a:gd name="connsiteX129" fmla="*/ 9178660 w 13158797"/>
              <a:gd name="connsiteY129" fmla="*/ 1167725 h 9456078"/>
              <a:gd name="connsiteX130" fmla="*/ 9217999 w 13158797"/>
              <a:gd name="connsiteY130" fmla="*/ 1138681 h 9456078"/>
              <a:gd name="connsiteX131" fmla="*/ 9257564 w 13158797"/>
              <a:gd name="connsiteY131" fmla="*/ 1109974 h 9456078"/>
              <a:gd name="connsiteX132" fmla="*/ 9297353 w 13158797"/>
              <a:gd name="connsiteY132" fmla="*/ 1081604 h 9456078"/>
              <a:gd name="connsiteX133" fmla="*/ 9337364 w 13158797"/>
              <a:gd name="connsiteY133" fmla="*/ 1053574 h 9456078"/>
              <a:gd name="connsiteX134" fmla="*/ 9377594 w 13158797"/>
              <a:gd name="connsiteY134" fmla="*/ 1025884 h 9456078"/>
              <a:gd name="connsiteX135" fmla="*/ 9418040 w 13158797"/>
              <a:gd name="connsiteY135" fmla="*/ 998536 h 9456078"/>
              <a:gd name="connsiteX136" fmla="*/ 9458702 w 13158797"/>
              <a:gd name="connsiteY136" fmla="*/ 971530 h 9456078"/>
              <a:gd name="connsiteX137" fmla="*/ 9499575 w 13158797"/>
              <a:gd name="connsiteY137" fmla="*/ 944868 h 9456078"/>
              <a:gd name="connsiteX138" fmla="*/ 9540659 w 13158797"/>
              <a:gd name="connsiteY138" fmla="*/ 918551 h 9456078"/>
              <a:gd name="connsiteX139" fmla="*/ 9581950 w 13158797"/>
              <a:gd name="connsiteY139" fmla="*/ 892580 h 9456078"/>
              <a:gd name="connsiteX140" fmla="*/ 9623447 w 13158797"/>
              <a:gd name="connsiteY140" fmla="*/ 866956 h 9456078"/>
              <a:gd name="connsiteX141" fmla="*/ 9665147 w 13158797"/>
              <a:gd name="connsiteY141" fmla="*/ 841681 h 9456078"/>
              <a:gd name="connsiteX142" fmla="*/ 9707048 w 13158797"/>
              <a:gd name="connsiteY142" fmla="*/ 816754 h 9456078"/>
              <a:gd name="connsiteX143" fmla="*/ 9749147 w 13158797"/>
              <a:gd name="connsiteY143" fmla="*/ 792179 h 9456078"/>
              <a:gd name="connsiteX144" fmla="*/ 9791443 w 13158797"/>
              <a:gd name="connsiteY144" fmla="*/ 767955 h 9456078"/>
              <a:gd name="connsiteX145" fmla="*/ 9833932 w 13158797"/>
              <a:gd name="connsiteY145" fmla="*/ 744083 h 9456078"/>
              <a:gd name="connsiteX146" fmla="*/ 9876613 w 13158797"/>
              <a:gd name="connsiteY146" fmla="*/ 720566 h 9456078"/>
              <a:gd name="connsiteX147" fmla="*/ 9919484 w 13158797"/>
              <a:gd name="connsiteY147" fmla="*/ 697404 h 9456078"/>
              <a:gd name="connsiteX148" fmla="*/ 9962542 w 13158797"/>
              <a:gd name="connsiteY148" fmla="*/ 674598 h 9456078"/>
              <a:gd name="connsiteX149" fmla="*/ 10005784 w 13158797"/>
              <a:gd name="connsiteY149" fmla="*/ 652149 h 9456078"/>
              <a:gd name="connsiteX150" fmla="*/ 10049209 w 13158797"/>
              <a:gd name="connsiteY150" fmla="*/ 630059 h 9456078"/>
              <a:gd name="connsiteX151" fmla="*/ 10092814 w 13158797"/>
              <a:gd name="connsiteY151" fmla="*/ 608328 h 9456078"/>
              <a:gd name="connsiteX152" fmla="*/ 10136597 w 13158797"/>
              <a:gd name="connsiteY152" fmla="*/ 586958 h 9456078"/>
              <a:gd name="connsiteX153" fmla="*/ 10180556 w 13158797"/>
              <a:gd name="connsiteY153" fmla="*/ 565950 h 9456078"/>
              <a:gd name="connsiteX154" fmla="*/ 10224688 w 13158797"/>
              <a:gd name="connsiteY154" fmla="*/ 545304 h 9456078"/>
              <a:gd name="connsiteX155" fmla="*/ 10268991 w 13158797"/>
              <a:gd name="connsiteY155" fmla="*/ 525023 h 9456078"/>
              <a:gd name="connsiteX156" fmla="*/ 10313463 w 13158797"/>
              <a:gd name="connsiteY156" fmla="*/ 505107 h 9456078"/>
              <a:gd name="connsiteX157" fmla="*/ 10358101 w 13158797"/>
              <a:gd name="connsiteY157" fmla="*/ 485558 h 9456078"/>
              <a:gd name="connsiteX158" fmla="*/ 10402903 w 13158797"/>
              <a:gd name="connsiteY158" fmla="*/ 466376 h 9456078"/>
              <a:gd name="connsiteX159" fmla="*/ 10447868 w 13158797"/>
              <a:gd name="connsiteY159" fmla="*/ 447563 h 9456078"/>
              <a:gd name="connsiteX160" fmla="*/ 10492991 w 13158797"/>
              <a:gd name="connsiteY160" fmla="*/ 429119 h 9456078"/>
              <a:gd name="connsiteX161" fmla="*/ 10538272 w 13158797"/>
              <a:gd name="connsiteY161" fmla="*/ 411046 h 9456078"/>
              <a:gd name="connsiteX162" fmla="*/ 10583708 w 13158797"/>
              <a:gd name="connsiteY162" fmla="*/ 393346 h 9456078"/>
              <a:gd name="connsiteX163" fmla="*/ 10629297 w 13158797"/>
              <a:gd name="connsiteY163" fmla="*/ 376018 h 9456078"/>
              <a:gd name="connsiteX164" fmla="*/ 10675036 w 13158797"/>
              <a:gd name="connsiteY164" fmla="*/ 359065 h 9456078"/>
              <a:gd name="connsiteX165" fmla="*/ 10720923 w 13158797"/>
              <a:gd name="connsiteY165" fmla="*/ 342487 h 9456078"/>
              <a:gd name="connsiteX166" fmla="*/ 10766956 w 13158797"/>
              <a:gd name="connsiteY166" fmla="*/ 326286 h 9456078"/>
              <a:gd name="connsiteX167" fmla="*/ 10813132 w 13158797"/>
              <a:gd name="connsiteY167" fmla="*/ 310462 h 9456078"/>
              <a:gd name="connsiteX168" fmla="*/ 10859450 w 13158797"/>
              <a:gd name="connsiteY168" fmla="*/ 295018 h 9456078"/>
              <a:gd name="connsiteX169" fmla="*/ 10905907 w 13158797"/>
              <a:gd name="connsiteY169" fmla="*/ 279953 h 9456078"/>
              <a:gd name="connsiteX170" fmla="*/ 10952500 w 13158797"/>
              <a:gd name="connsiteY170" fmla="*/ 265269 h 9456078"/>
              <a:gd name="connsiteX171" fmla="*/ 10999227 w 13158797"/>
              <a:gd name="connsiteY171" fmla="*/ 250968 h 9456078"/>
              <a:gd name="connsiteX172" fmla="*/ 11046087 w 13158797"/>
              <a:gd name="connsiteY172" fmla="*/ 237049 h 9456078"/>
              <a:gd name="connsiteX173" fmla="*/ 11093076 w 13158797"/>
              <a:gd name="connsiteY173" fmla="*/ 223516 h 9456078"/>
              <a:gd name="connsiteX174" fmla="*/ 11140193 w 13158797"/>
              <a:gd name="connsiteY174" fmla="*/ 210368 h 9456078"/>
              <a:gd name="connsiteX175" fmla="*/ 11187434 w 13158797"/>
              <a:gd name="connsiteY175" fmla="*/ 197606 h 9456078"/>
              <a:gd name="connsiteX176" fmla="*/ 11234799 w 13158797"/>
              <a:gd name="connsiteY176" fmla="*/ 185233 h 9456078"/>
              <a:gd name="connsiteX177" fmla="*/ 11282284 w 13158797"/>
              <a:gd name="connsiteY177" fmla="*/ 173248 h 9456078"/>
              <a:gd name="connsiteX178" fmla="*/ 11329888 w 13158797"/>
              <a:gd name="connsiteY178" fmla="*/ 161654 h 9456078"/>
              <a:gd name="connsiteX179" fmla="*/ 11377607 w 13158797"/>
              <a:gd name="connsiteY179" fmla="*/ 150451 h 9456078"/>
              <a:gd name="connsiteX180" fmla="*/ 11425440 w 13158797"/>
              <a:gd name="connsiteY180" fmla="*/ 139640 h 9456078"/>
              <a:gd name="connsiteX181" fmla="*/ 11473385 w 13158797"/>
              <a:gd name="connsiteY181" fmla="*/ 129223 h 9456078"/>
              <a:gd name="connsiteX182" fmla="*/ 11521439 w 13158797"/>
              <a:gd name="connsiteY182" fmla="*/ 119201 h 9456078"/>
              <a:gd name="connsiteX183" fmla="*/ 11569599 w 13158797"/>
              <a:gd name="connsiteY183" fmla="*/ 109574 h 9456078"/>
              <a:gd name="connsiteX184" fmla="*/ 11617864 w 13158797"/>
              <a:gd name="connsiteY184" fmla="*/ 100344 h 9456078"/>
              <a:gd name="connsiteX185" fmla="*/ 11666231 w 13158797"/>
              <a:gd name="connsiteY185" fmla="*/ 91512 h 9456078"/>
              <a:gd name="connsiteX186" fmla="*/ 11714698 w 13158797"/>
              <a:gd name="connsiteY186" fmla="*/ 83080 h 9456078"/>
              <a:gd name="connsiteX187" fmla="*/ 11763263 w 13158797"/>
              <a:gd name="connsiteY187" fmla="*/ 75047 h 9456078"/>
              <a:gd name="connsiteX188" fmla="*/ 11811923 w 13158797"/>
              <a:gd name="connsiteY188" fmla="*/ 67417 h 9456078"/>
              <a:gd name="connsiteX189" fmla="*/ 11860676 w 13158797"/>
              <a:gd name="connsiteY189" fmla="*/ 60188 h 9456078"/>
              <a:gd name="connsiteX190" fmla="*/ 11909519 w 13158797"/>
              <a:gd name="connsiteY190" fmla="*/ 53364 h 9456078"/>
              <a:gd name="connsiteX191" fmla="*/ 11958451 w 13158797"/>
              <a:gd name="connsiteY191" fmla="*/ 46944 h 9456078"/>
              <a:gd name="connsiteX192" fmla="*/ 12007470 w 13158797"/>
              <a:gd name="connsiteY192" fmla="*/ 40931 h 9456078"/>
              <a:gd name="connsiteX193" fmla="*/ 12056572 w 13158797"/>
              <a:gd name="connsiteY193" fmla="*/ 35324 h 9456078"/>
              <a:gd name="connsiteX194" fmla="*/ 12105756 w 13158797"/>
              <a:gd name="connsiteY194" fmla="*/ 30126 h 9456078"/>
              <a:gd name="connsiteX195" fmla="*/ 12155019 w 13158797"/>
              <a:gd name="connsiteY195" fmla="*/ 25337 h 9456078"/>
              <a:gd name="connsiteX196" fmla="*/ 12204359 w 13158797"/>
              <a:gd name="connsiteY196" fmla="*/ 20958 h 9456078"/>
              <a:gd name="connsiteX197" fmla="*/ 12253773 w 13158797"/>
              <a:gd name="connsiteY197" fmla="*/ 16991 h 9456078"/>
              <a:gd name="connsiteX198" fmla="*/ 12303260 w 13158797"/>
              <a:gd name="connsiteY198" fmla="*/ 13437 h 9456078"/>
              <a:gd name="connsiteX199" fmla="*/ 12352818 w 13158797"/>
              <a:gd name="connsiteY199" fmla="*/ 10297 h 9456078"/>
              <a:gd name="connsiteX200" fmla="*/ 12402443 w 13158797"/>
              <a:gd name="connsiteY200" fmla="*/ 7572 h 9456078"/>
              <a:gd name="connsiteX201" fmla="*/ 12452133 w 13158797"/>
              <a:gd name="connsiteY201" fmla="*/ 5263 h 9456078"/>
              <a:gd name="connsiteX202" fmla="*/ 12501887 w 13158797"/>
              <a:gd name="connsiteY202" fmla="*/ 3371 h 9456078"/>
              <a:gd name="connsiteX203" fmla="*/ 12551701 w 13158797"/>
              <a:gd name="connsiteY203" fmla="*/ 1898 h 9456078"/>
              <a:gd name="connsiteX204" fmla="*/ 12601574 w 13158797"/>
              <a:gd name="connsiteY204" fmla="*/ 844 h 9456078"/>
              <a:gd name="connsiteX205" fmla="*/ 12651504 w 13158797"/>
              <a:gd name="connsiteY205" fmla="*/ 211 h 9456078"/>
              <a:gd name="connsiteX206" fmla="*/ 12701487 w 13158797"/>
              <a:gd name="connsiteY206" fmla="*/ 0 h 9456078"/>
              <a:gd name="connsiteX207" fmla="*/ 13158798 w 13158797"/>
              <a:gd name="connsiteY207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98870 w 13158799"/>
              <a:gd name="connsiteY5" fmla="*/ 9447409 h 9456078"/>
              <a:gd name="connsiteX6" fmla="*/ 348429 w 13158799"/>
              <a:gd name="connsiteY6" fmla="*/ 9444290 h 9456078"/>
              <a:gd name="connsiteX7" fmla="*/ 397907 w 13158799"/>
              <a:gd name="connsiteY7" fmla="*/ 9440698 h 9456078"/>
              <a:gd name="connsiteX8" fmla="*/ 447302 w 13158799"/>
              <a:gd name="connsiteY8" fmla="*/ 9436632 h 9456078"/>
              <a:gd name="connsiteX9" fmla="*/ 496610 w 13158799"/>
              <a:gd name="connsiteY9" fmla="*/ 9432096 h 9456078"/>
              <a:gd name="connsiteX10" fmla="*/ 545829 w 13158799"/>
              <a:gd name="connsiteY10" fmla="*/ 9427089 h 9456078"/>
              <a:gd name="connsiteX11" fmla="*/ 594956 w 13158799"/>
              <a:gd name="connsiteY11" fmla="*/ 9421615 h 9456078"/>
              <a:gd name="connsiteX12" fmla="*/ 643987 w 13158799"/>
              <a:gd name="connsiteY12" fmla="*/ 9415673 h 9456078"/>
              <a:gd name="connsiteX13" fmla="*/ 692920 w 13158799"/>
              <a:gd name="connsiteY13" fmla="*/ 9409267 h 9456078"/>
              <a:gd name="connsiteX14" fmla="*/ 741751 w 13158799"/>
              <a:gd name="connsiteY14" fmla="*/ 9402396 h 9456078"/>
              <a:gd name="connsiteX15" fmla="*/ 790478 w 13158799"/>
              <a:gd name="connsiteY15" fmla="*/ 9395063 h 9456078"/>
              <a:gd name="connsiteX16" fmla="*/ 839098 w 13158799"/>
              <a:gd name="connsiteY16" fmla="*/ 9387270 h 9456078"/>
              <a:gd name="connsiteX17" fmla="*/ 887607 w 13158799"/>
              <a:gd name="connsiteY17" fmla="*/ 9379017 h 9456078"/>
              <a:gd name="connsiteX18" fmla="*/ 936002 w 13158799"/>
              <a:gd name="connsiteY18" fmla="*/ 9370306 h 9456078"/>
              <a:gd name="connsiteX19" fmla="*/ 984281 w 13158799"/>
              <a:gd name="connsiteY19" fmla="*/ 9361139 h 9456078"/>
              <a:gd name="connsiteX20" fmla="*/ 1032440 w 13158799"/>
              <a:gd name="connsiteY20" fmla="*/ 9351517 h 9456078"/>
              <a:gd name="connsiteX21" fmla="*/ 1080477 w 13158799"/>
              <a:gd name="connsiteY21" fmla="*/ 9341441 h 9456078"/>
              <a:gd name="connsiteX22" fmla="*/ 1176172 w 13158799"/>
              <a:gd name="connsiteY22" fmla="*/ 9319936 h 9456078"/>
              <a:gd name="connsiteX23" fmla="*/ 1223823 w 13158799"/>
              <a:gd name="connsiteY23" fmla="*/ 9308509 h 9456078"/>
              <a:gd name="connsiteX24" fmla="*/ 1271339 w 13158799"/>
              <a:gd name="connsiteY24" fmla="*/ 9296635 h 9456078"/>
              <a:gd name="connsiteX25" fmla="*/ 1318719 w 13158799"/>
              <a:gd name="connsiteY25" fmla="*/ 9284315 h 9456078"/>
              <a:gd name="connsiteX26" fmla="*/ 1365957 w 13158799"/>
              <a:gd name="connsiteY26" fmla="*/ 9271550 h 9456078"/>
              <a:gd name="connsiteX27" fmla="*/ 1413052 w 13158799"/>
              <a:gd name="connsiteY27" fmla="*/ 9258342 h 9456078"/>
              <a:gd name="connsiteX28" fmla="*/ 1460000 w 13158799"/>
              <a:gd name="connsiteY28" fmla="*/ 9244693 h 9456078"/>
              <a:gd name="connsiteX29" fmla="*/ 1506799 w 13158799"/>
              <a:gd name="connsiteY29" fmla="*/ 9230604 h 9456078"/>
              <a:gd name="connsiteX30" fmla="*/ 1553445 w 13158799"/>
              <a:gd name="connsiteY30" fmla="*/ 9216076 h 9456078"/>
              <a:gd name="connsiteX31" fmla="*/ 1599935 w 13158799"/>
              <a:gd name="connsiteY31" fmla="*/ 9201111 h 9456078"/>
              <a:gd name="connsiteX32" fmla="*/ 1646267 w 13158799"/>
              <a:gd name="connsiteY32" fmla="*/ 9185710 h 9456078"/>
              <a:gd name="connsiteX33" fmla="*/ 1692437 w 13158799"/>
              <a:gd name="connsiteY33" fmla="*/ 9169876 h 9456078"/>
              <a:gd name="connsiteX34" fmla="*/ 1738442 w 13158799"/>
              <a:gd name="connsiteY34" fmla="*/ 9153608 h 9456078"/>
              <a:gd name="connsiteX35" fmla="*/ 1784280 w 13158799"/>
              <a:gd name="connsiteY35" fmla="*/ 9136910 h 9456078"/>
              <a:gd name="connsiteX36" fmla="*/ 1829947 w 13158799"/>
              <a:gd name="connsiteY36" fmla="*/ 9119782 h 9456078"/>
              <a:gd name="connsiteX37" fmla="*/ 1875440 w 13158799"/>
              <a:gd name="connsiteY37" fmla="*/ 9102226 h 9456078"/>
              <a:gd name="connsiteX38" fmla="*/ 1920756 w 13158799"/>
              <a:gd name="connsiteY38" fmla="*/ 9084243 h 9456078"/>
              <a:gd name="connsiteX39" fmla="*/ 1965893 w 13158799"/>
              <a:gd name="connsiteY39" fmla="*/ 9065835 h 9456078"/>
              <a:gd name="connsiteX40" fmla="*/ 2010847 w 13158799"/>
              <a:gd name="connsiteY40" fmla="*/ 9047004 h 9456078"/>
              <a:gd name="connsiteX41" fmla="*/ 2055615 w 13158799"/>
              <a:gd name="connsiteY41" fmla="*/ 9027750 h 9456078"/>
              <a:gd name="connsiteX42" fmla="*/ 2100195 w 13158799"/>
              <a:gd name="connsiteY42" fmla="*/ 9008075 h 9456078"/>
              <a:gd name="connsiteX43" fmla="*/ 2144582 w 13158799"/>
              <a:gd name="connsiteY43" fmla="*/ 8987981 h 9456078"/>
              <a:gd name="connsiteX44" fmla="*/ 2188775 w 13158799"/>
              <a:gd name="connsiteY44" fmla="*/ 8967470 h 9456078"/>
              <a:gd name="connsiteX45" fmla="*/ 2232770 w 13158799"/>
              <a:gd name="connsiteY45" fmla="*/ 8946542 h 9456078"/>
              <a:gd name="connsiteX46" fmla="*/ 2276564 w 13158799"/>
              <a:gd name="connsiteY46" fmla="*/ 8925199 h 9456078"/>
              <a:gd name="connsiteX47" fmla="*/ 2320154 w 13158799"/>
              <a:gd name="connsiteY47" fmla="*/ 8903443 h 9456078"/>
              <a:gd name="connsiteX48" fmla="*/ 2363538 w 13158799"/>
              <a:gd name="connsiteY48" fmla="*/ 8881275 h 9456078"/>
              <a:gd name="connsiteX49" fmla="*/ 2406711 w 13158799"/>
              <a:gd name="connsiteY49" fmla="*/ 8858697 h 9456078"/>
              <a:gd name="connsiteX50" fmla="*/ 2449672 w 13158799"/>
              <a:gd name="connsiteY50" fmla="*/ 8835710 h 9456078"/>
              <a:gd name="connsiteX51" fmla="*/ 2492417 w 13158799"/>
              <a:gd name="connsiteY51" fmla="*/ 8812316 h 9456078"/>
              <a:gd name="connsiteX52" fmla="*/ 2534943 w 13158799"/>
              <a:gd name="connsiteY52" fmla="*/ 8788516 h 9456078"/>
              <a:gd name="connsiteX53" fmla="*/ 2577247 w 13158799"/>
              <a:gd name="connsiteY53" fmla="*/ 8764311 h 9456078"/>
              <a:gd name="connsiteX54" fmla="*/ 2619326 w 13158799"/>
              <a:gd name="connsiteY54" fmla="*/ 8739704 h 9456078"/>
              <a:gd name="connsiteX55" fmla="*/ 2661177 w 13158799"/>
              <a:gd name="connsiteY55" fmla="*/ 8714695 h 9456078"/>
              <a:gd name="connsiteX56" fmla="*/ 2702797 w 13158799"/>
              <a:gd name="connsiteY56" fmla="*/ 8689286 h 9456078"/>
              <a:gd name="connsiteX57" fmla="*/ 2744183 w 13158799"/>
              <a:gd name="connsiteY57" fmla="*/ 8663479 h 9456078"/>
              <a:gd name="connsiteX58" fmla="*/ 2785333 w 13158799"/>
              <a:gd name="connsiteY58" fmla="*/ 8637274 h 9456078"/>
              <a:gd name="connsiteX59" fmla="*/ 2826242 w 13158799"/>
              <a:gd name="connsiteY59" fmla="*/ 8610675 h 9456078"/>
              <a:gd name="connsiteX60" fmla="*/ 2866908 w 13158799"/>
              <a:gd name="connsiteY60" fmla="*/ 8583681 h 9456078"/>
              <a:gd name="connsiteX61" fmla="*/ 2907329 w 13158799"/>
              <a:gd name="connsiteY61" fmla="*/ 8556295 h 9456078"/>
              <a:gd name="connsiteX62" fmla="*/ 2947500 w 13158799"/>
              <a:gd name="connsiteY62" fmla="*/ 8528517 h 9456078"/>
              <a:gd name="connsiteX63" fmla="*/ 2987419 w 13158799"/>
              <a:gd name="connsiteY63" fmla="*/ 8500351 h 9456078"/>
              <a:gd name="connsiteX64" fmla="*/ 3027083 w 13158799"/>
              <a:gd name="connsiteY64" fmla="*/ 8471796 h 9456078"/>
              <a:gd name="connsiteX65" fmla="*/ 3066489 w 13158799"/>
              <a:gd name="connsiteY65" fmla="*/ 8442854 h 9456078"/>
              <a:gd name="connsiteX66" fmla="*/ 3105634 w 13158799"/>
              <a:gd name="connsiteY66" fmla="*/ 8413528 h 9456078"/>
              <a:gd name="connsiteX67" fmla="*/ 3144515 w 13158799"/>
              <a:gd name="connsiteY67" fmla="*/ 8383818 h 9456078"/>
              <a:gd name="connsiteX68" fmla="*/ 3183129 w 13158799"/>
              <a:gd name="connsiteY68" fmla="*/ 8353726 h 9456078"/>
              <a:gd name="connsiteX69" fmla="*/ 3221473 w 13158799"/>
              <a:gd name="connsiteY69" fmla="*/ 8323253 h 9456078"/>
              <a:gd name="connsiteX70" fmla="*/ 3259544 w 13158799"/>
              <a:gd name="connsiteY70" fmla="*/ 8292401 h 9456078"/>
              <a:gd name="connsiteX71" fmla="*/ 3297339 w 13158799"/>
              <a:gd name="connsiteY71" fmla="*/ 8261172 h 9456078"/>
              <a:gd name="connsiteX72" fmla="*/ 3334854 w 13158799"/>
              <a:gd name="connsiteY72" fmla="*/ 8229566 h 9456078"/>
              <a:gd name="connsiteX73" fmla="*/ 3372087 w 13158799"/>
              <a:gd name="connsiteY73" fmla="*/ 8197585 h 9456078"/>
              <a:gd name="connsiteX74" fmla="*/ 3409035 w 13158799"/>
              <a:gd name="connsiteY74" fmla="*/ 8165232 h 9456078"/>
              <a:gd name="connsiteX75" fmla="*/ 3445695 w 13158799"/>
              <a:gd name="connsiteY75" fmla="*/ 8132507 h 9456078"/>
              <a:gd name="connsiteX76" fmla="*/ 3482064 w 13158799"/>
              <a:gd name="connsiteY76" fmla="*/ 8099411 h 9456078"/>
              <a:gd name="connsiteX77" fmla="*/ 3518139 w 13158799"/>
              <a:gd name="connsiteY77" fmla="*/ 8065947 h 9456078"/>
              <a:gd name="connsiteX78" fmla="*/ 3553916 w 13158799"/>
              <a:gd name="connsiteY78" fmla="*/ 8032115 h 9456078"/>
              <a:gd name="connsiteX79" fmla="*/ 3589393 w 13158799"/>
              <a:gd name="connsiteY79" fmla="*/ 7997918 h 9456078"/>
              <a:gd name="connsiteX80" fmla="*/ 3624567 w 13158799"/>
              <a:gd name="connsiteY80" fmla="*/ 7963356 h 9456078"/>
              <a:gd name="connsiteX81" fmla="*/ 3659435 w 13158799"/>
              <a:gd name="connsiteY81" fmla="*/ 7928432 h 9456078"/>
              <a:gd name="connsiteX82" fmla="*/ 3693994 w 13158799"/>
              <a:gd name="connsiteY82" fmla="*/ 7893146 h 9456078"/>
              <a:gd name="connsiteX83" fmla="*/ 3728240 w 13158799"/>
              <a:gd name="connsiteY83" fmla="*/ 7857501 h 9456078"/>
              <a:gd name="connsiteX84" fmla="*/ 3762171 w 13158799"/>
              <a:gd name="connsiteY84" fmla="*/ 7821497 h 9456078"/>
              <a:gd name="connsiteX85" fmla="*/ 3795783 w 13158799"/>
              <a:gd name="connsiteY85" fmla="*/ 7785136 h 9456078"/>
              <a:gd name="connsiteX86" fmla="*/ 3829075 w 13158799"/>
              <a:gd name="connsiteY86" fmla="*/ 7748420 h 9456078"/>
              <a:gd name="connsiteX87" fmla="*/ 3862042 w 13158799"/>
              <a:gd name="connsiteY87" fmla="*/ 7711350 h 9456078"/>
              <a:gd name="connsiteX88" fmla="*/ 3894682 w 13158799"/>
              <a:gd name="connsiteY88" fmla="*/ 7673928 h 9456078"/>
              <a:gd name="connsiteX89" fmla="*/ 3926991 w 13158799"/>
              <a:gd name="connsiteY89" fmla="*/ 7636155 h 9456078"/>
              <a:gd name="connsiteX90" fmla="*/ 3958967 w 13158799"/>
              <a:gd name="connsiteY90" fmla="*/ 7598032 h 9456078"/>
              <a:gd name="connsiteX91" fmla="*/ 3990607 w 13158799"/>
              <a:gd name="connsiteY91" fmla="*/ 7559561 h 9456078"/>
              <a:gd name="connsiteX92" fmla="*/ 4021907 w 13158799"/>
              <a:gd name="connsiteY92" fmla="*/ 7520744 h 9456078"/>
              <a:gd name="connsiteX93" fmla="*/ 4052865 w 13158799"/>
              <a:gd name="connsiteY93" fmla="*/ 7481582 h 9456078"/>
              <a:gd name="connsiteX94" fmla="*/ 4083478 w 13158799"/>
              <a:gd name="connsiteY94" fmla="*/ 7442077 h 9456078"/>
              <a:gd name="connsiteX95" fmla="*/ 8022311 w 13158799"/>
              <a:gd name="connsiteY95" fmla="*/ 2307814 h 9456078"/>
              <a:gd name="connsiteX96" fmla="*/ 8052902 w 13158799"/>
              <a:gd name="connsiteY96" fmla="*/ 2268285 h 9456078"/>
              <a:gd name="connsiteX97" fmla="*/ 8083796 w 13158799"/>
              <a:gd name="connsiteY97" fmla="*/ 2229056 h 9456078"/>
              <a:gd name="connsiteX98" fmla="*/ 8114989 w 13158799"/>
              <a:gd name="connsiteY98" fmla="*/ 2190127 h 9456078"/>
              <a:gd name="connsiteX99" fmla="*/ 8146479 w 13158799"/>
              <a:gd name="connsiteY99" fmla="*/ 2151500 h 9456078"/>
              <a:gd name="connsiteX100" fmla="*/ 8178264 w 13158799"/>
              <a:gd name="connsiteY100" fmla="*/ 2113176 h 9456078"/>
              <a:gd name="connsiteX101" fmla="*/ 8210341 w 13158799"/>
              <a:gd name="connsiteY101" fmla="*/ 2075157 h 9456078"/>
              <a:gd name="connsiteX102" fmla="*/ 8242709 w 13158799"/>
              <a:gd name="connsiteY102" fmla="*/ 2037442 h 9456078"/>
              <a:gd name="connsiteX103" fmla="*/ 8275365 w 13158799"/>
              <a:gd name="connsiteY103" fmla="*/ 2000034 h 9456078"/>
              <a:gd name="connsiteX104" fmla="*/ 8308307 w 13158799"/>
              <a:gd name="connsiteY104" fmla="*/ 1962934 h 9456078"/>
              <a:gd name="connsiteX105" fmla="*/ 8341532 w 13158799"/>
              <a:gd name="connsiteY105" fmla="*/ 1926142 h 9456078"/>
              <a:gd name="connsiteX106" fmla="*/ 8375038 w 13158799"/>
              <a:gd name="connsiteY106" fmla="*/ 1889660 h 9456078"/>
              <a:gd name="connsiteX107" fmla="*/ 8408823 w 13158799"/>
              <a:gd name="connsiteY107" fmla="*/ 1853489 h 9456078"/>
              <a:gd name="connsiteX108" fmla="*/ 8442885 w 13158799"/>
              <a:gd name="connsiteY108" fmla="*/ 1817630 h 9456078"/>
              <a:gd name="connsiteX109" fmla="*/ 8477221 w 13158799"/>
              <a:gd name="connsiteY109" fmla="*/ 1782084 h 9456078"/>
              <a:gd name="connsiteX110" fmla="*/ 8511829 w 13158799"/>
              <a:gd name="connsiteY110" fmla="*/ 1746853 h 9456078"/>
              <a:gd name="connsiteX111" fmla="*/ 8546706 w 13158799"/>
              <a:gd name="connsiteY111" fmla="*/ 1711937 h 9456078"/>
              <a:gd name="connsiteX112" fmla="*/ 8581851 w 13158799"/>
              <a:gd name="connsiteY112" fmla="*/ 1677337 h 9456078"/>
              <a:gd name="connsiteX113" fmla="*/ 8617261 w 13158799"/>
              <a:gd name="connsiteY113" fmla="*/ 1643056 h 9456078"/>
              <a:gd name="connsiteX114" fmla="*/ 8652934 w 13158799"/>
              <a:gd name="connsiteY114" fmla="*/ 1609093 h 9456078"/>
              <a:gd name="connsiteX115" fmla="*/ 8688867 w 13158799"/>
              <a:gd name="connsiteY115" fmla="*/ 1575450 h 9456078"/>
              <a:gd name="connsiteX116" fmla="*/ 8725058 w 13158799"/>
              <a:gd name="connsiteY116" fmla="*/ 1542128 h 9456078"/>
              <a:gd name="connsiteX117" fmla="*/ 8761506 w 13158799"/>
              <a:gd name="connsiteY117" fmla="*/ 1509129 h 9456078"/>
              <a:gd name="connsiteX118" fmla="*/ 8798207 w 13158799"/>
              <a:gd name="connsiteY118" fmla="*/ 1476452 h 9456078"/>
              <a:gd name="connsiteX119" fmla="*/ 8835159 w 13158799"/>
              <a:gd name="connsiteY119" fmla="*/ 1444101 h 9456078"/>
              <a:gd name="connsiteX120" fmla="*/ 8872360 w 13158799"/>
              <a:gd name="connsiteY120" fmla="*/ 1412075 h 9456078"/>
              <a:gd name="connsiteX121" fmla="*/ 8909808 w 13158799"/>
              <a:gd name="connsiteY121" fmla="*/ 1380375 h 9456078"/>
              <a:gd name="connsiteX122" fmla="*/ 8947501 w 13158799"/>
              <a:gd name="connsiteY122" fmla="*/ 1349004 h 9456078"/>
              <a:gd name="connsiteX123" fmla="*/ 8985435 w 13158799"/>
              <a:gd name="connsiteY123" fmla="*/ 1317962 h 9456078"/>
              <a:gd name="connsiteX124" fmla="*/ 9023610 w 13158799"/>
              <a:gd name="connsiteY124" fmla="*/ 1287250 h 9456078"/>
              <a:gd name="connsiteX125" fmla="*/ 9062022 w 13158799"/>
              <a:gd name="connsiteY125" fmla="*/ 1256869 h 9456078"/>
              <a:gd name="connsiteX126" fmla="*/ 9100669 w 13158799"/>
              <a:gd name="connsiteY126" fmla="*/ 1226820 h 9456078"/>
              <a:gd name="connsiteX127" fmla="*/ 9139549 w 13158799"/>
              <a:gd name="connsiteY127" fmla="*/ 1197105 h 9456078"/>
              <a:gd name="connsiteX128" fmla="*/ 9178660 w 13158799"/>
              <a:gd name="connsiteY128" fmla="*/ 1167725 h 9456078"/>
              <a:gd name="connsiteX129" fmla="*/ 9217999 w 13158799"/>
              <a:gd name="connsiteY129" fmla="*/ 1138681 h 9456078"/>
              <a:gd name="connsiteX130" fmla="*/ 9257564 w 13158799"/>
              <a:gd name="connsiteY130" fmla="*/ 1109974 h 9456078"/>
              <a:gd name="connsiteX131" fmla="*/ 9297353 w 13158799"/>
              <a:gd name="connsiteY131" fmla="*/ 1081604 h 9456078"/>
              <a:gd name="connsiteX132" fmla="*/ 9337364 w 13158799"/>
              <a:gd name="connsiteY132" fmla="*/ 1053574 h 9456078"/>
              <a:gd name="connsiteX133" fmla="*/ 9377594 w 13158799"/>
              <a:gd name="connsiteY133" fmla="*/ 1025884 h 9456078"/>
              <a:gd name="connsiteX134" fmla="*/ 9418040 w 13158799"/>
              <a:gd name="connsiteY134" fmla="*/ 998536 h 9456078"/>
              <a:gd name="connsiteX135" fmla="*/ 9458702 w 13158799"/>
              <a:gd name="connsiteY135" fmla="*/ 971530 h 9456078"/>
              <a:gd name="connsiteX136" fmla="*/ 9499575 w 13158799"/>
              <a:gd name="connsiteY136" fmla="*/ 944868 h 9456078"/>
              <a:gd name="connsiteX137" fmla="*/ 9540659 w 13158799"/>
              <a:gd name="connsiteY137" fmla="*/ 918551 h 9456078"/>
              <a:gd name="connsiteX138" fmla="*/ 9581950 w 13158799"/>
              <a:gd name="connsiteY138" fmla="*/ 892580 h 9456078"/>
              <a:gd name="connsiteX139" fmla="*/ 9623447 w 13158799"/>
              <a:gd name="connsiteY139" fmla="*/ 866956 h 9456078"/>
              <a:gd name="connsiteX140" fmla="*/ 9665147 w 13158799"/>
              <a:gd name="connsiteY140" fmla="*/ 841681 h 9456078"/>
              <a:gd name="connsiteX141" fmla="*/ 9707048 w 13158799"/>
              <a:gd name="connsiteY141" fmla="*/ 816754 h 9456078"/>
              <a:gd name="connsiteX142" fmla="*/ 9749147 w 13158799"/>
              <a:gd name="connsiteY142" fmla="*/ 792179 h 9456078"/>
              <a:gd name="connsiteX143" fmla="*/ 9791443 w 13158799"/>
              <a:gd name="connsiteY143" fmla="*/ 767955 h 9456078"/>
              <a:gd name="connsiteX144" fmla="*/ 9833932 w 13158799"/>
              <a:gd name="connsiteY144" fmla="*/ 744083 h 9456078"/>
              <a:gd name="connsiteX145" fmla="*/ 9876613 w 13158799"/>
              <a:gd name="connsiteY145" fmla="*/ 720566 h 9456078"/>
              <a:gd name="connsiteX146" fmla="*/ 9919484 w 13158799"/>
              <a:gd name="connsiteY146" fmla="*/ 697404 h 9456078"/>
              <a:gd name="connsiteX147" fmla="*/ 9962542 w 13158799"/>
              <a:gd name="connsiteY147" fmla="*/ 674598 h 9456078"/>
              <a:gd name="connsiteX148" fmla="*/ 10005784 w 13158799"/>
              <a:gd name="connsiteY148" fmla="*/ 652149 h 9456078"/>
              <a:gd name="connsiteX149" fmla="*/ 10049209 w 13158799"/>
              <a:gd name="connsiteY149" fmla="*/ 630059 h 9456078"/>
              <a:gd name="connsiteX150" fmla="*/ 10092814 w 13158799"/>
              <a:gd name="connsiteY150" fmla="*/ 608328 h 9456078"/>
              <a:gd name="connsiteX151" fmla="*/ 10136597 w 13158799"/>
              <a:gd name="connsiteY151" fmla="*/ 586958 h 9456078"/>
              <a:gd name="connsiteX152" fmla="*/ 10180556 w 13158799"/>
              <a:gd name="connsiteY152" fmla="*/ 565950 h 9456078"/>
              <a:gd name="connsiteX153" fmla="*/ 10224688 w 13158799"/>
              <a:gd name="connsiteY153" fmla="*/ 545304 h 9456078"/>
              <a:gd name="connsiteX154" fmla="*/ 10268991 w 13158799"/>
              <a:gd name="connsiteY154" fmla="*/ 525023 h 9456078"/>
              <a:gd name="connsiteX155" fmla="*/ 10313463 w 13158799"/>
              <a:gd name="connsiteY155" fmla="*/ 505107 h 9456078"/>
              <a:gd name="connsiteX156" fmla="*/ 10358101 w 13158799"/>
              <a:gd name="connsiteY156" fmla="*/ 485558 h 9456078"/>
              <a:gd name="connsiteX157" fmla="*/ 10402903 w 13158799"/>
              <a:gd name="connsiteY157" fmla="*/ 466376 h 9456078"/>
              <a:gd name="connsiteX158" fmla="*/ 10447868 w 13158799"/>
              <a:gd name="connsiteY158" fmla="*/ 447563 h 9456078"/>
              <a:gd name="connsiteX159" fmla="*/ 10492991 w 13158799"/>
              <a:gd name="connsiteY159" fmla="*/ 429119 h 9456078"/>
              <a:gd name="connsiteX160" fmla="*/ 10538272 w 13158799"/>
              <a:gd name="connsiteY160" fmla="*/ 411046 h 9456078"/>
              <a:gd name="connsiteX161" fmla="*/ 10583708 w 13158799"/>
              <a:gd name="connsiteY161" fmla="*/ 393346 h 9456078"/>
              <a:gd name="connsiteX162" fmla="*/ 10629297 w 13158799"/>
              <a:gd name="connsiteY162" fmla="*/ 376018 h 9456078"/>
              <a:gd name="connsiteX163" fmla="*/ 10675036 w 13158799"/>
              <a:gd name="connsiteY163" fmla="*/ 359065 h 9456078"/>
              <a:gd name="connsiteX164" fmla="*/ 10720923 w 13158799"/>
              <a:gd name="connsiteY164" fmla="*/ 342487 h 9456078"/>
              <a:gd name="connsiteX165" fmla="*/ 10766956 w 13158799"/>
              <a:gd name="connsiteY165" fmla="*/ 326286 h 9456078"/>
              <a:gd name="connsiteX166" fmla="*/ 10813132 w 13158799"/>
              <a:gd name="connsiteY166" fmla="*/ 310462 h 9456078"/>
              <a:gd name="connsiteX167" fmla="*/ 10859450 w 13158799"/>
              <a:gd name="connsiteY167" fmla="*/ 295018 h 9456078"/>
              <a:gd name="connsiteX168" fmla="*/ 10905907 w 13158799"/>
              <a:gd name="connsiteY168" fmla="*/ 279953 h 9456078"/>
              <a:gd name="connsiteX169" fmla="*/ 10952500 w 13158799"/>
              <a:gd name="connsiteY169" fmla="*/ 265269 h 9456078"/>
              <a:gd name="connsiteX170" fmla="*/ 10999227 w 13158799"/>
              <a:gd name="connsiteY170" fmla="*/ 250968 h 9456078"/>
              <a:gd name="connsiteX171" fmla="*/ 11046087 w 13158799"/>
              <a:gd name="connsiteY171" fmla="*/ 237049 h 9456078"/>
              <a:gd name="connsiteX172" fmla="*/ 11093076 w 13158799"/>
              <a:gd name="connsiteY172" fmla="*/ 223516 h 9456078"/>
              <a:gd name="connsiteX173" fmla="*/ 11140193 w 13158799"/>
              <a:gd name="connsiteY173" fmla="*/ 210368 h 9456078"/>
              <a:gd name="connsiteX174" fmla="*/ 11187434 w 13158799"/>
              <a:gd name="connsiteY174" fmla="*/ 197606 h 9456078"/>
              <a:gd name="connsiteX175" fmla="*/ 11234799 w 13158799"/>
              <a:gd name="connsiteY175" fmla="*/ 185233 h 9456078"/>
              <a:gd name="connsiteX176" fmla="*/ 11282284 w 13158799"/>
              <a:gd name="connsiteY176" fmla="*/ 173248 h 9456078"/>
              <a:gd name="connsiteX177" fmla="*/ 11329888 w 13158799"/>
              <a:gd name="connsiteY177" fmla="*/ 161654 h 9456078"/>
              <a:gd name="connsiteX178" fmla="*/ 11377607 w 13158799"/>
              <a:gd name="connsiteY178" fmla="*/ 150451 h 9456078"/>
              <a:gd name="connsiteX179" fmla="*/ 11425440 w 13158799"/>
              <a:gd name="connsiteY179" fmla="*/ 139640 h 9456078"/>
              <a:gd name="connsiteX180" fmla="*/ 11473385 w 13158799"/>
              <a:gd name="connsiteY180" fmla="*/ 129223 h 9456078"/>
              <a:gd name="connsiteX181" fmla="*/ 11521439 w 13158799"/>
              <a:gd name="connsiteY181" fmla="*/ 119201 h 9456078"/>
              <a:gd name="connsiteX182" fmla="*/ 11569599 w 13158799"/>
              <a:gd name="connsiteY182" fmla="*/ 109574 h 9456078"/>
              <a:gd name="connsiteX183" fmla="*/ 11617864 w 13158799"/>
              <a:gd name="connsiteY183" fmla="*/ 100344 h 9456078"/>
              <a:gd name="connsiteX184" fmla="*/ 11666231 w 13158799"/>
              <a:gd name="connsiteY184" fmla="*/ 91512 h 9456078"/>
              <a:gd name="connsiteX185" fmla="*/ 11714698 w 13158799"/>
              <a:gd name="connsiteY185" fmla="*/ 83080 h 9456078"/>
              <a:gd name="connsiteX186" fmla="*/ 11763263 w 13158799"/>
              <a:gd name="connsiteY186" fmla="*/ 75047 h 9456078"/>
              <a:gd name="connsiteX187" fmla="*/ 11811923 w 13158799"/>
              <a:gd name="connsiteY187" fmla="*/ 67417 h 9456078"/>
              <a:gd name="connsiteX188" fmla="*/ 11860676 w 13158799"/>
              <a:gd name="connsiteY188" fmla="*/ 60188 h 9456078"/>
              <a:gd name="connsiteX189" fmla="*/ 11909519 w 13158799"/>
              <a:gd name="connsiteY189" fmla="*/ 53364 h 9456078"/>
              <a:gd name="connsiteX190" fmla="*/ 11958451 w 13158799"/>
              <a:gd name="connsiteY190" fmla="*/ 46944 h 9456078"/>
              <a:gd name="connsiteX191" fmla="*/ 12007470 w 13158799"/>
              <a:gd name="connsiteY191" fmla="*/ 40931 h 9456078"/>
              <a:gd name="connsiteX192" fmla="*/ 12056572 w 13158799"/>
              <a:gd name="connsiteY192" fmla="*/ 35324 h 9456078"/>
              <a:gd name="connsiteX193" fmla="*/ 12105756 w 13158799"/>
              <a:gd name="connsiteY193" fmla="*/ 30126 h 9456078"/>
              <a:gd name="connsiteX194" fmla="*/ 12155019 w 13158799"/>
              <a:gd name="connsiteY194" fmla="*/ 25337 h 9456078"/>
              <a:gd name="connsiteX195" fmla="*/ 12204359 w 13158799"/>
              <a:gd name="connsiteY195" fmla="*/ 20958 h 9456078"/>
              <a:gd name="connsiteX196" fmla="*/ 12253773 w 13158799"/>
              <a:gd name="connsiteY196" fmla="*/ 16991 h 9456078"/>
              <a:gd name="connsiteX197" fmla="*/ 12303260 w 13158799"/>
              <a:gd name="connsiteY197" fmla="*/ 13437 h 9456078"/>
              <a:gd name="connsiteX198" fmla="*/ 12352818 w 13158799"/>
              <a:gd name="connsiteY198" fmla="*/ 10297 h 9456078"/>
              <a:gd name="connsiteX199" fmla="*/ 12402443 w 13158799"/>
              <a:gd name="connsiteY199" fmla="*/ 7572 h 9456078"/>
              <a:gd name="connsiteX200" fmla="*/ 12452133 w 13158799"/>
              <a:gd name="connsiteY200" fmla="*/ 5263 h 9456078"/>
              <a:gd name="connsiteX201" fmla="*/ 12501887 w 13158799"/>
              <a:gd name="connsiteY201" fmla="*/ 3371 h 9456078"/>
              <a:gd name="connsiteX202" fmla="*/ 12551701 w 13158799"/>
              <a:gd name="connsiteY202" fmla="*/ 1898 h 9456078"/>
              <a:gd name="connsiteX203" fmla="*/ 12601574 w 13158799"/>
              <a:gd name="connsiteY203" fmla="*/ 844 h 9456078"/>
              <a:gd name="connsiteX204" fmla="*/ 12651504 w 13158799"/>
              <a:gd name="connsiteY204" fmla="*/ 211 h 9456078"/>
              <a:gd name="connsiteX205" fmla="*/ 12701487 w 13158799"/>
              <a:gd name="connsiteY205" fmla="*/ 0 h 9456078"/>
              <a:gd name="connsiteX206" fmla="*/ 13158798 w 13158799"/>
              <a:gd name="connsiteY206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76172 w 13158797"/>
              <a:gd name="connsiteY22" fmla="*/ 9319936 h 9456078"/>
              <a:gd name="connsiteX23" fmla="*/ 1223823 w 13158797"/>
              <a:gd name="connsiteY23" fmla="*/ 9308509 h 9456078"/>
              <a:gd name="connsiteX24" fmla="*/ 1271339 w 13158797"/>
              <a:gd name="connsiteY24" fmla="*/ 9296635 h 9456078"/>
              <a:gd name="connsiteX25" fmla="*/ 1318719 w 13158797"/>
              <a:gd name="connsiteY25" fmla="*/ 9284315 h 9456078"/>
              <a:gd name="connsiteX26" fmla="*/ 1365957 w 13158797"/>
              <a:gd name="connsiteY26" fmla="*/ 9271550 h 9456078"/>
              <a:gd name="connsiteX27" fmla="*/ 1413052 w 13158797"/>
              <a:gd name="connsiteY27" fmla="*/ 9258342 h 9456078"/>
              <a:gd name="connsiteX28" fmla="*/ 1460000 w 13158797"/>
              <a:gd name="connsiteY28" fmla="*/ 9244693 h 9456078"/>
              <a:gd name="connsiteX29" fmla="*/ 1506799 w 13158797"/>
              <a:gd name="connsiteY29" fmla="*/ 9230604 h 9456078"/>
              <a:gd name="connsiteX30" fmla="*/ 1553445 w 13158797"/>
              <a:gd name="connsiteY30" fmla="*/ 9216076 h 9456078"/>
              <a:gd name="connsiteX31" fmla="*/ 1599935 w 13158797"/>
              <a:gd name="connsiteY31" fmla="*/ 9201111 h 9456078"/>
              <a:gd name="connsiteX32" fmla="*/ 1646267 w 13158797"/>
              <a:gd name="connsiteY32" fmla="*/ 9185710 h 9456078"/>
              <a:gd name="connsiteX33" fmla="*/ 1692437 w 13158797"/>
              <a:gd name="connsiteY33" fmla="*/ 9169876 h 9456078"/>
              <a:gd name="connsiteX34" fmla="*/ 1738442 w 13158797"/>
              <a:gd name="connsiteY34" fmla="*/ 9153608 h 9456078"/>
              <a:gd name="connsiteX35" fmla="*/ 1784280 w 13158797"/>
              <a:gd name="connsiteY35" fmla="*/ 9136910 h 9456078"/>
              <a:gd name="connsiteX36" fmla="*/ 1829947 w 13158797"/>
              <a:gd name="connsiteY36" fmla="*/ 9119782 h 9456078"/>
              <a:gd name="connsiteX37" fmla="*/ 1875440 w 13158797"/>
              <a:gd name="connsiteY37" fmla="*/ 9102226 h 9456078"/>
              <a:gd name="connsiteX38" fmla="*/ 1920756 w 13158797"/>
              <a:gd name="connsiteY38" fmla="*/ 9084243 h 9456078"/>
              <a:gd name="connsiteX39" fmla="*/ 1965893 w 13158797"/>
              <a:gd name="connsiteY39" fmla="*/ 9065835 h 9456078"/>
              <a:gd name="connsiteX40" fmla="*/ 2055615 w 13158797"/>
              <a:gd name="connsiteY40" fmla="*/ 9027750 h 9456078"/>
              <a:gd name="connsiteX41" fmla="*/ 2100195 w 13158797"/>
              <a:gd name="connsiteY41" fmla="*/ 9008075 h 9456078"/>
              <a:gd name="connsiteX42" fmla="*/ 2144582 w 13158797"/>
              <a:gd name="connsiteY42" fmla="*/ 8987981 h 9456078"/>
              <a:gd name="connsiteX43" fmla="*/ 2188775 w 13158797"/>
              <a:gd name="connsiteY43" fmla="*/ 8967470 h 9456078"/>
              <a:gd name="connsiteX44" fmla="*/ 2232770 w 13158797"/>
              <a:gd name="connsiteY44" fmla="*/ 8946542 h 9456078"/>
              <a:gd name="connsiteX45" fmla="*/ 2276564 w 13158797"/>
              <a:gd name="connsiteY45" fmla="*/ 8925199 h 9456078"/>
              <a:gd name="connsiteX46" fmla="*/ 2320154 w 13158797"/>
              <a:gd name="connsiteY46" fmla="*/ 8903443 h 9456078"/>
              <a:gd name="connsiteX47" fmla="*/ 2363538 w 13158797"/>
              <a:gd name="connsiteY47" fmla="*/ 8881275 h 9456078"/>
              <a:gd name="connsiteX48" fmla="*/ 2406711 w 13158797"/>
              <a:gd name="connsiteY48" fmla="*/ 8858697 h 9456078"/>
              <a:gd name="connsiteX49" fmla="*/ 2449672 w 13158797"/>
              <a:gd name="connsiteY49" fmla="*/ 8835710 h 9456078"/>
              <a:gd name="connsiteX50" fmla="*/ 2492417 w 13158797"/>
              <a:gd name="connsiteY50" fmla="*/ 8812316 h 9456078"/>
              <a:gd name="connsiteX51" fmla="*/ 2534943 w 13158797"/>
              <a:gd name="connsiteY51" fmla="*/ 8788516 h 9456078"/>
              <a:gd name="connsiteX52" fmla="*/ 2577247 w 13158797"/>
              <a:gd name="connsiteY52" fmla="*/ 8764311 h 9456078"/>
              <a:gd name="connsiteX53" fmla="*/ 2619326 w 13158797"/>
              <a:gd name="connsiteY53" fmla="*/ 8739704 h 9456078"/>
              <a:gd name="connsiteX54" fmla="*/ 2661177 w 13158797"/>
              <a:gd name="connsiteY54" fmla="*/ 8714695 h 9456078"/>
              <a:gd name="connsiteX55" fmla="*/ 2702797 w 13158797"/>
              <a:gd name="connsiteY55" fmla="*/ 8689286 h 9456078"/>
              <a:gd name="connsiteX56" fmla="*/ 2744183 w 13158797"/>
              <a:gd name="connsiteY56" fmla="*/ 8663479 h 9456078"/>
              <a:gd name="connsiteX57" fmla="*/ 2785333 w 13158797"/>
              <a:gd name="connsiteY57" fmla="*/ 8637274 h 9456078"/>
              <a:gd name="connsiteX58" fmla="*/ 2826242 w 13158797"/>
              <a:gd name="connsiteY58" fmla="*/ 8610675 h 9456078"/>
              <a:gd name="connsiteX59" fmla="*/ 2866908 w 13158797"/>
              <a:gd name="connsiteY59" fmla="*/ 8583681 h 9456078"/>
              <a:gd name="connsiteX60" fmla="*/ 2907329 w 13158797"/>
              <a:gd name="connsiteY60" fmla="*/ 8556295 h 9456078"/>
              <a:gd name="connsiteX61" fmla="*/ 2947500 w 13158797"/>
              <a:gd name="connsiteY61" fmla="*/ 8528517 h 9456078"/>
              <a:gd name="connsiteX62" fmla="*/ 2987419 w 13158797"/>
              <a:gd name="connsiteY62" fmla="*/ 8500351 h 9456078"/>
              <a:gd name="connsiteX63" fmla="*/ 3027083 w 13158797"/>
              <a:gd name="connsiteY63" fmla="*/ 8471796 h 9456078"/>
              <a:gd name="connsiteX64" fmla="*/ 3066489 w 13158797"/>
              <a:gd name="connsiteY64" fmla="*/ 8442854 h 9456078"/>
              <a:gd name="connsiteX65" fmla="*/ 3105634 w 13158797"/>
              <a:gd name="connsiteY65" fmla="*/ 8413528 h 9456078"/>
              <a:gd name="connsiteX66" fmla="*/ 3144515 w 13158797"/>
              <a:gd name="connsiteY66" fmla="*/ 8383818 h 9456078"/>
              <a:gd name="connsiteX67" fmla="*/ 3183129 w 13158797"/>
              <a:gd name="connsiteY67" fmla="*/ 8353726 h 9456078"/>
              <a:gd name="connsiteX68" fmla="*/ 3221473 w 13158797"/>
              <a:gd name="connsiteY68" fmla="*/ 8323253 h 9456078"/>
              <a:gd name="connsiteX69" fmla="*/ 3259544 w 13158797"/>
              <a:gd name="connsiteY69" fmla="*/ 8292401 h 9456078"/>
              <a:gd name="connsiteX70" fmla="*/ 3297339 w 13158797"/>
              <a:gd name="connsiteY70" fmla="*/ 8261172 h 9456078"/>
              <a:gd name="connsiteX71" fmla="*/ 3334854 w 13158797"/>
              <a:gd name="connsiteY71" fmla="*/ 8229566 h 9456078"/>
              <a:gd name="connsiteX72" fmla="*/ 3372087 w 13158797"/>
              <a:gd name="connsiteY72" fmla="*/ 8197585 h 9456078"/>
              <a:gd name="connsiteX73" fmla="*/ 3409035 w 13158797"/>
              <a:gd name="connsiteY73" fmla="*/ 8165232 h 9456078"/>
              <a:gd name="connsiteX74" fmla="*/ 3445695 w 13158797"/>
              <a:gd name="connsiteY74" fmla="*/ 8132507 h 9456078"/>
              <a:gd name="connsiteX75" fmla="*/ 3482064 w 13158797"/>
              <a:gd name="connsiteY75" fmla="*/ 8099411 h 9456078"/>
              <a:gd name="connsiteX76" fmla="*/ 3518139 w 13158797"/>
              <a:gd name="connsiteY76" fmla="*/ 8065947 h 9456078"/>
              <a:gd name="connsiteX77" fmla="*/ 3553916 w 13158797"/>
              <a:gd name="connsiteY77" fmla="*/ 8032115 h 9456078"/>
              <a:gd name="connsiteX78" fmla="*/ 3589393 w 13158797"/>
              <a:gd name="connsiteY78" fmla="*/ 7997918 h 9456078"/>
              <a:gd name="connsiteX79" fmla="*/ 3624567 w 13158797"/>
              <a:gd name="connsiteY79" fmla="*/ 7963356 h 9456078"/>
              <a:gd name="connsiteX80" fmla="*/ 3659435 w 13158797"/>
              <a:gd name="connsiteY80" fmla="*/ 7928432 h 9456078"/>
              <a:gd name="connsiteX81" fmla="*/ 3693994 w 13158797"/>
              <a:gd name="connsiteY81" fmla="*/ 7893146 h 9456078"/>
              <a:gd name="connsiteX82" fmla="*/ 3728240 w 13158797"/>
              <a:gd name="connsiteY82" fmla="*/ 7857501 h 9456078"/>
              <a:gd name="connsiteX83" fmla="*/ 3762171 w 13158797"/>
              <a:gd name="connsiteY83" fmla="*/ 7821497 h 9456078"/>
              <a:gd name="connsiteX84" fmla="*/ 3795783 w 13158797"/>
              <a:gd name="connsiteY84" fmla="*/ 7785136 h 9456078"/>
              <a:gd name="connsiteX85" fmla="*/ 3829075 w 13158797"/>
              <a:gd name="connsiteY85" fmla="*/ 7748420 h 9456078"/>
              <a:gd name="connsiteX86" fmla="*/ 3862042 w 13158797"/>
              <a:gd name="connsiteY86" fmla="*/ 7711350 h 9456078"/>
              <a:gd name="connsiteX87" fmla="*/ 3894682 w 13158797"/>
              <a:gd name="connsiteY87" fmla="*/ 7673928 h 9456078"/>
              <a:gd name="connsiteX88" fmla="*/ 3926991 w 13158797"/>
              <a:gd name="connsiteY88" fmla="*/ 7636155 h 9456078"/>
              <a:gd name="connsiteX89" fmla="*/ 3958967 w 13158797"/>
              <a:gd name="connsiteY89" fmla="*/ 7598032 h 9456078"/>
              <a:gd name="connsiteX90" fmla="*/ 3990607 w 13158797"/>
              <a:gd name="connsiteY90" fmla="*/ 7559561 h 9456078"/>
              <a:gd name="connsiteX91" fmla="*/ 4021907 w 13158797"/>
              <a:gd name="connsiteY91" fmla="*/ 7520744 h 9456078"/>
              <a:gd name="connsiteX92" fmla="*/ 4052865 w 13158797"/>
              <a:gd name="connsiteY92" fmla="*/ 7481582 h 9456078"/>
              <a:gd name="connsiteX93" fmla="*/ 4083478 w 13158797"/>
              <a:gd name="connsiteY93" fmla="*/ 7442077 h 9456078"/>
              <a:gd name="connsiteX94" fmla="*/ 8022311 w 13158797"/>
              <a:gd name="connsiteY94" fmla="*/ 2307814 h 9456078"/>
              <a:gd name="connsiteX95" fmla="*/ 8052902 w 13158797"/>
              <a:gd name="connsiteY95" fmla="*/ 2268285 h 9456078"/>
              <a:gd name="connsiteX96" fmla="*/ 8083796 w 13158797"/>
              <a:gd name="connsiteY96" fmla="*/ 2229056 h 9456078"/>
              <a:gd name="connsiteX97" fmla="*/ 8114989 w 13158797"/>
              <a:gd name="connsiteY97" fmla="*/ 2190127 h 9456078"/>
              <a:gd name="connsiteX98" fmla="*/ 8146479 w 13158797"/>
              <a:gd name="connsiteY98" fmla="*/ 2151500 h 9456078"/>
              <a:gd name="connsiteX99" fmla="*/ 8178264 w 13158797"/>
              <a:gd name="connsiteY99" fmla="*/ 2113176 h 9456078"/>
              <a:gd name="connsiteX100" fmla="*/ 8210341 w 13158797"/>
              <a:gd name="connsiteY100" fmla="*/ 2075157 h 9456078"/>
              <a:gd name="connsiteX101" fmla="*/ 8242709 w 13158797"/>
              <a:gd name="connsiteY101" fmla="*/ 2037442 h 9456078"/>
              <a:gd name="connsiteX102" fmla="*/ 8275365 w 13158797"/>
              <a:gd name="connsiteY102" fmla="*/ 2000034 h 9456078"/>
              <a:gd name="connsiteX103" fmla="*/ 8308307 w 13158797"/>
              <a:gd name="connsiteY103" fmla="*/ 1962934 h 9456078"/>
              <a:gd name="connsiteX104" fmla="*/ 8341532 w 13158797"/>
              <a:gd name="connsiteY104" fmla="*/ 1926142 h 9456078"/>
              <a:gd name="connsiteX105" fmla="*/ 8375038 w 13158797"/>
              <a:gd name="connsiteY105" fmla="*/ 1889660 h 9456078"/>
              <a:gd name="connsiteX106" fmla="*/ 8408823 w 13158797"/>
              <a:gd name="connsiteY106" fmla="*/ 1853489 h 9456078"/>
              <a:gd name="connsiteX107" fmla="*/ 8442885 w 13158797"/>
              <a:gd name="connsiteY107" fmla="*/ 1817630 h 9456078"/>
              <a:gd name="connsiteX108" fmla="*/ 8477221 w 13158797"/>
              <a:gd name="connsiteY108" fmla="*/ 1782084 h 9456078"/>
              <a:gd name="connsiteX109" fmla="*/ 8511829 w 13158797"/>
              <a:gd name="connsiteY109" fmla="*/ 1746853 h 9456078"/>
              <a:gd name="connsiteX110" fmla="*/ 8546706 w 13158797"/>
              <a:gd name="connsiteY110" fmla="*/ 1711937 h 9456078"/>
              <a:gd name="connsiteX111" fmla="*/ 8581851 w 13158797"/>
              <a:gd name="connsiteY111" fmla="*/ 1677337 h 9456078"/>
              <a:gd name="connsiteX112" fmla="*/ 8617261 w 13158797"/>
              <a:gd name="connsiteY112" fmla="*/ 1643056 h 9456078"/>
              <a:gd name="connsiteX113" fmla="*/ 8652934 w 13158797"/>
              <a:gd name="connsiteY113" fmla="*/ 1609093 h 9456078"/>
              <a:gd name="connsiteX114" fmla="*/ 8688867 w 13158797"/>
              <a:gd name="connsiteY114" fmla="*/ 1575450 h 9456078"/>
              <a:gd name="connsiteX115" fmla="*/ 8725058 w 13158797"/>
              <a:gd name="connsiteY115" fmla="*/ 1542128 h 9456078"/>
              <a:gd name="connsiteX116" fmla="*/ 8761506 w 13158797"/>
              <a:gd name="connsiteY116" fmla="*/ 1509129 h 9456078"/>
              <a:gd name="connsiteX117" fmla="*/ 8798207 w 13158797"/>
              <a:gd name="connsiteY117" fmla="*/ 1476452 h 9456078"/>
              <a:gd name="connsiteX118" fmla="*/ 8835159 w 13158797"/>
              <a:gd name="connsiteY118" fmla="*/ 1444101 h 9456078"/>
              <a:gd name="connsiteX119" fmla="*/ 8872360 w 13158797"/>
              <a:gd name="connsiteY119" fmla="*/ 1412075 h 9456078"/>
              <a:gd name="connsiteX120" fmla="*/ 8909808 w 13158797"/>
              <a:gd name="connsiteY120" fmla="*/ 1380375 h 9456078"/>
              <a:gd name="connsiteX121" fmla="*/ 8947501 w 13158797"/>
              <a:gd name="connsiteY121" fmla="*/ 1349004 h 9456078"/>
              <a:gd name="connsiteX122" fmla="*/ 8985435 w 13158797"/>
              <a:gd name="connsiteY122" fmla="*/ 1317962 h 9456078"/>
              <a:gd name="connsiteX123" fmla="*/ 9023610 w 13158797"/>
              <a:gd name="connsiteY123" fmla="*/ 1287250 h 9456078"/>
              <a:gd name="connsiteX124" fmla="*/ 9062022 w 13158797"/>
              <a:gd name="connsiteY124" fmla="*/ 1256869 h 9456078"/>
              <a:gd name="connsiteX125" fmla="*/ 9100669 w 13158797"/>
              <a:gd name="connsiteY125" fmla="*/ 1226820 h 9456078"/>
              <a:gd name="connsiteX126" fmla="*/ 9139549 w 13158797"/>
              <a:gd name="connsiteY126" fmla="*/ 1197105 h 9456078"/>
              <a:gd name="connsiteX127" fmla="*/ 9178660 w 13158797"/>
              <a:gd name="connsiteY127" fmla="*/ 1167725 h 9456078"/>
              <a:gd name="connsiteX128" fmla="*/ 9217999 w 13158797"/>
              <a:gd name="connsiteY128" fmla="*/ 1138681 h 9456078"/>
              <a:gd name="connsiteX129" fmla="*/ 9257564 w 13158797"/>
              <a:gd name="connsiteY129" fmla="*/ 1109974 h 9456078"/>
              <a:gd name="connsiteX130" fmla="*/ 9297353 w 13158797"/>
              <a:gd name="connsiteY130" fmla="*/ 1081604 h 9456078"/>
              <a:gd name="connsiteX131" fmla="*/ 9337364 w 13158797"/>
              <a:gd name="connsiteY131" fmla="*/ 1053574 h 9456078"/>
              <a:gd name="connsiteX132" fmla="*/ 9377594 w 13158797"/>
              <a:gd name="connsiteY132" fmla="*/ 1025884 h 9456078"/>
              <a:gd name="connsiteX133" fmla="*/ 9418040 w 13158797"/>
              <a:gd name="connsiteY133" fmla="*/ 998536 h 9456078"/>
              <a:gd name="connsiteX134" fmla="*/ 9458702 w 13158797"/>
              <a:gd name="connsiteY134" fmla="*/ 971530 h 9456078"/>
              <a:gd name="connsiteX135" fmla="*/ 9499575 w 13158797"/>
              <a:gd name="connsiteY135" fmla="*/ 944868 h 9456078"/>
              <a:gd name="connsiteX136" fmla="*/ 9540659 w 13158797"/>
              <a:gd name="connsiteY136" fmla="*/ 918551 h 9456078"/>
              <a:gd name="connsiteX137" fmla="*/ 9581950 w 13158797"/>
              <a:gd name="connsiteY137" fmla="*/ 892580 h 9456078"/>
              <a:gd name="connsiteX138" fmla="*/ 9623447 w 13158797"/>
              <a:gd name="connsiteY138" fmla="*/ 866956 h 9456078"/>
              <a:gd name="connsiteX139" fmla="*/ 9665147 w 13158797"/>
              <a:gd name="connsiteY139" fmla="*/ 841681 h 9456078"/>
              <a:gd name="connsiteX140" fmla="*/ 9707048 w 13158797"/>
              <a:gd name="connsiteY140" fmla="*/ 816754 h 9456078"/>
              <a:gd name="connsiteX141" fmla="*/ 9749147 w 13158797"/>
              <a:gd name="connsiteY141" fmla="*/ 792179 h 9456078"/>
              <a:gd name="connsiteX142" fmla="*/ 9791443 w 13158797"/>
              <a:gd name="connsiteY142" fmla="*/ 767955 h 9456078"/>
              <a:gd name="connsiteX143" fmla="*/ 9833932 w 13158797"/>
              <a:gd name="connsiteY143" fmla="*/ 744083 h 9456078"/>
              <a:gd name="connsiteX144" fmla="*/ 9876613 w 13158797"/>
              <a:gd name="connsiteY144" fmla="*/ 720566 h 9456078"/>
              <a:gd name="connsiteX145" fmla="*/ 9919484 w 13158797"/>
              <a:gd name="connsiteY145" fmla="*/ 697404 h 9456078"/>
              <a:gd name="connsiteX146" fmla="*/ 9962542 w 13158797"/>
              <a:gd name="connsiteY146" fmla="*/ 674598 h 9456078"/>
              <a:gd name="connsiteX147" fmla="*/ 10005784 w 13158797"/>
              <a:gd name="connsiteY147" fmla="*/ 652149 h 9456078"/>
              <a:gd name="connsiteX148" fmla="*/ 10049209 w 13158797"/>
              <a:gd name="connsiteY148" fmla="*/ 630059 h 9456078"/>
              <a:gd name="connsiteX149" fmla="*/ 10092814 w 13158797"/>
              <a:gd name="connsiteY149" fmla="*/ 608328 h 9456078"/>
              <a:gd name="connsiteX150" fmla="*/ 10136597 w 13158797"/>
              <a:gd name="connsiteY150" fmla="*/ 586958 h 9456078"/>
              <a:gd name="connsiteX151" fmla="*/ 10180556 w 13158797"/>
              <a:gd name="connsiteY151" fmla="*/ 565950 h 9456078"/>
              <a:gd name="connsiteX152" fmla="*/ 10224688 w 13158797"/>
              <a:gd name="connsiteY152" fmla="*/ 545304 h 9456078"/>
              <a:gd name="connsiteX153" fmla="*/ 10268991 w 13158797"/>
              <a:gd name="connsiteY153" fmla="*/ 525023 h 9456078"/>
              <a:gd name="connsiteX154" fmla="*/ 10313463 w 13158797"/>
              <a:gd name="connsiteY154" fmla="*/ 505107 h 9456078"/>
              <a:gd name="connsiteX155" fmla="*/ 10358101 w 13158797"/>
              <a:gd name="connsiteY155" fmla="*/ 485558 h 9456078"/>
              <a:gd name="connsiteX156" fmla="*/ 10402903 w 13158797"/>
              <a:gd name="connsiteY156" fmla="*/ 466376 h 9456078"/>
              <a:gd name="connsiteX157" fmla="*/ 10447868 w 13158797"/>
              <a:gd name="connsiteY157" fmla="*/ 447563 h 9456078"/>
              <a:gd name="connsiteX158" fmla="*/ 10492991 w 13158797"/>
              <a:gd name="connsiteY158" fmla="*/ 429119 h 9456078"/>
              <a:gd name="connsiteX159" fmla="*/ 10538272 w 13158797"/>
              <a:gd name="connsiteY159" fmla="*/ 411046 h 9456078"/>
              <a:gd name="connsiteX160" fmla="*/ 10583708 w 13158797"/>
              <a:gd name="connsiteY160" fmla="*/ 393346 h 9456078"/>
              <a:gd name="connsiteX161" fmla="*/ 10629297 w 13158797"/>
              <a:gd name="connsiteY161" fmla="*/ 376018 h 9456078"/>
              <a:gd name="connsiteX162" fmla="*/ 10675036 w 13158797"/>
              <a:gd name="connsiteY162" fmla="*/ 359065 h 9456078"/>
              <a:gd name="connsiteX163" fmla="*/ 10720923 w 13158797"/>
              <a:gd name="connsiteY163" fmla="*/ 342487 h 9456078"/>
              <a:gd name="connsiteX164" fmla="*/ 10766956 w 13158797"/>
              <a:gd name="connsiteY164" fmla="*/ 326286 h 9456078"/>
              <a:gd name="connsiteX165" fmla="*/ 10813132 w 13158797"/>
              <a:gd name="connsiteY165" fmla="*/ 310462 h 9456078"/>
              <a:gd name="connsiteX166" fmla="*/ 10859450 w 13158797"/>
              <a:gd name="connsiteY166" fmla="*/ 295018 h 9456078"/>
              <a:gd name="connsiteX167" fmla="*/ 10905907 w 13158797"/>
              <a:gd name="connsiteY167" fmla="*/ 279953 h 9456078"/>
              <a:gd name="connsiteX168" fmla="*/ 10952500 w 13158797"/>
              <a:gd name="connsiteY168" fmla="*/ 265269 h 9456078"/>
              <a:gd name="connsiteX169" fmla="*/ 10999227 w 13158797"/>
              <a:gd name="connsiteY169" fmla="*/ 250968 h 9456078"/>
              <a:gd name="connsiteX170" fmla="*/ 11046087 w 13158797"/>
              <a:gd name="connsiteY170" fmla="*/ 237049 h 9456078"/>
              <a:gd name="connsiteX171" fmla="*/ 11093076 w 13158797"/>
              <a:gd name="connsiteY171" fmla="*/ 223516 h 9456078"/>
              <a:gd name="connsiteX172" fmla="*/ 11140193 w 13158797"/>
              <a:gd name="connsiteY172" fmla="*/ 210368 h 9456078"/>
              <a:gd name="connsiteX173" fmla="*/ 11187434 w 13158797"/>
              <a:gd name="connsiteY173" fmla="*/ 197606 h 9456078"/>
              <a:gd name="connsiteX174" fmla="*/ 11234799 w 13158797"/>
              <a:gd name="connsiteY174" fmla="*/ 185233 h 9456078"/>
              <a:gd name="connsiteX175" fmla="*/ 11282284 w 13158797"/>
              <a:gd name="connsiteY175" fmla="*/ 173248 h 9456078"/>
              <a:gd name="connsiteX176" fmla="*/ 11329888 w 13158797"/>
              <a:gd name="connsiteY176" fmla="*/ 161654 h 9456078"/>
              <a:gd name="connsiteX177" fmla="*/ 11377607 w 13158797"/>
              <a:gd name="connsiteY177" fmla="*/ 150451 h 9456078"/>
              <a:gd name="connsiteX178" fmla="*/ 11425440 w 13158797"/>
              <a:gd name="connsiteY178" fmla="*/ 139640 h 9456078"/>
              <a:gd name="connsiteX179" fmla="*/ 11473385 w 13158797"/>
              <a:gd name="connsiteY179" fmla="*/ 129223 h 9456078"/>
              <a:gd name="connsiteX180" fmla="*/ 11521439 w 13158797"/>
              <a:gd name="connsiteY180" fmla="*/ 119201 h 9456078"/>
              <a:gd name="connsiteX181" fmla="*/ 11569599 w 13158797"/>
              <a:gd name="connsiteY181" fmla="*/ 109574 h 9456078"/>
              <a:gd name="connsiteX182" fmla="*/ 11617864 w 13158797"/>
              <a:gd name="connsiteY182" fmla="*/ 100344 h 9456078"/>
              <a:gd name="connsiteX183" fmla="*/ 11666231 w 13158797"/>
              <a:gd name="connsiteY183" fmla="*/ 91512 h 9456078"/>
              <a:gd name="connsiteX184" fmla="*/ 11714698 w 13158797"/>
              <a:gd name="connsiteY184" fmla="*/ 83080 h 9456078"/>
              <a:gd name="connsiteX185" fmla="*/ 11763263 w 13158797"/>
              <a:gd name="connsiteY185" fmla="*/ 75047 h 9456078"/>
              <a:gd name="connsiteX186" fmla="*/ 11811923 w 13158797"/>
              <a:gd name="connsiteY186" fmla="*/ 67417 h 9456078"/>
              <a:gd name="connsiteX187" fmla="*/ 11860676 w 13158797"/>
              <a:gd name="connsiteY187" fmla="*/ 60188 h 9456078"/>
              <a:gd name="connsiteX188" fmla="*/ 11909519 w 13158797"/>
              <a:gd name="connsiteY188" fmla="*/ 53364 h 9456078"/>
              <a:gd name="connsiteX189" fmla="*/ 11958451 w 13158797"/>
              <a:gd name="connsiteY189" fmla="*/ 46944 h 9456078"/>
              <a:gd name="connsiteX190" fmla="*/ 12007470 w 13158797"/>
              <a:gd name="connsiteY190" fmla="*/ 40931 h 9456078"/>
              <a:gd name="connsiteX191" fmla="*/ 12056572 w 13158797"/>
              <a:gd name="connsiteY191" fmla="*/ 35324 h 9456078"/>
              <a:gd name="connsiteX192" fmla="*/ 12105756 w 13158797"/>
              <a:gd name="connsiteY192" fmla="*/ 30126 h 9456078"/>
              <a:gd name="connsiteX193" fmla="*/ 12155019 w 13158797"/>
              <a:gd name="connsiteY193" fmla="*/ 25337 h 9456078"/>
              <a:gd name="connsiteX194" fmla="*/ 12204359 w 13158797"/>
              <a:gd name="connsiteY194" fmla="*/ 20958 h 9456078"/>
              <a:gd name="connsiteX195" fmla="*/ 12253773 w 13158797"/>
              <a:gd name="connsiteY195" fmla="*/ 16991 h 9456078"/>
              <a:gd name="connsiteX196" fmla="*/ 12303260 w 13158797"/>
              <a:gd name="connsiteY196" fmla="*/ 13437 h 9456078"/>
              <a:gd name="connsiteX197" fmla="*/ 12352818 w 13158797"/>
              <a:gd name="connsiteY197" fmla="*/ 10297 h 9456078"/>
              <a:gd name="connsiteX198" fmla="*/ 12402443 w 13158797"/>
              <a:gd name="connsiteY198" fmla="*/ 7572 h 9456078"/>
              <a:gd name="connsiteX199" fmla="*/ 12452133 w 13158797"/>
              <a:gd name="connsiteY199" fmla="*/ 5263 h 9456078"/>
              <a:gd name="connsiteX200" fmla="*/ 12501887 w 13158797"/>
              <a:gd name="connsiteY200" fmla="*/ 3371 h 9456078"/>
              <a:gd name="connsiteX201" fmla="*/ 12551701 w 13158797"/>
              <a:gd name="connsiteY201" fmla="*/ 1898 h 9456078"/>
              <a:gd name="connsiteX202" fmla="*/ 12601574 w 13158797"/>
              <a:gd name="connsiteY202" fmla="*/ 844 h 9456078"/>
              <a:gd name="connsiteX203" fmla="*/ 12651504 w 13158797"/>
              <a:gd name="connsiteY203" fmla="*/ 211 h 9456078"/>
              <a:gd name="connsiteX204" fmla="*/ 12701487 w 13158797"/>
              <a:gd name="connsiteY204" fmla="*/ 0 h 9456078"/>
              <a:gd name="connsiteX205" fmla="*/ 13158798 w 13158797"/>
              <a:gd name="connsiteY205" fmla="*/ 0 h 94560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</a:cxnLst>
            <a:rect l="l" t="t" r="r" b="b"/>
            <a:pathLst>
              <a:path w="13158797" h="9456078">
                <a:moveTo>
                  <a:pt x="0" y="9456078"/>
                </a:moveTo>
                <a:lnTo>
                  <a:pt x="49977" y="9455836"/>
                </a:lnTo>
                <a:lnTo>
                  <a:pt x="99893" y="9455111"/>
                </a:lnTo>
                <a:lnTo>
                  <a:pt x="149742" y="9453904"/>
                </a:lnTo>
                <a:lnTo>
                  <a:pt x="199524" y="9452217"/>
                </a:lnTo>
                <a:lnTo>
                  <a:pt x="298870" y="9447409"/>
                </a:lnTo>
                <a:lnTo>
                  <a:pt x="348429" y="9444290"/>
                </a:lnTo>
                <a:lnTo>
                  <a:pt x="397907" y="9440698"/>
                </a:lnTo>
                <a:lnTo>
                  <a:pt x="447302" y="9436632"/>
                </a:lnTo>
                <a:lnTo>
                  <a:pt x="496610" y="9432096"/>
                </a:lnTo>
                <a:lnTo>
                  <a:pt x="545829" y="9427089"/>
                </a:lnTo>
                <a:lnTo>
                  <a:pt x="594956" y="9421615"/>
                </a:lnTo>
                <a:lnTo>
                  <a:pt x="643987" y="9415673"/>
                </a:lnTo>
                <a:lnTo>
                  <a:pt x="692920" y="9409267"/>
                </a:lnTo>
                <a:lnTo>
                  <a:pt x="741751" y="9402396"/>
                </a:lnTo>
                <a:lnTo>
                  <a:pt x="790478" y="9395063"/>
                </a:lnTo>
                <a:lnTo>
                  <a:pt x="839098" y="9387270"/>
                </a:lnTo>
                <a:lnTo>
                  <a:pt x="887607" y="9379017"/>
                </a:lnTo>
                <a:lnTo>
                  <a:pt x="936002" y="9370306"/>
                </a:lnTo>
                <a:lnTo>
                  <a:pt x="984281" y="9361139"/>
                </a:lnTo>
                <a:lnTo>
                  <a:pt x="1032440" y="9351517"/>
                </a:lnTo>
                <a:lnTo>
                  <a:pt x="1080477" y="9341441"/>
                </a:lnTo>
                <a:lnTo>
                  <a:pt x="1176172" y="9319936"/>
                </a:lnTo>
                <a:lnTo>
                  <a:pt x="1223823" y="9308509"/>
                </a:lnTo>
                <a:lnTo>
                  <a:pt x="1271339" y="9296635"/>
                </a:lnTo>
                <a:lnTo>
                  <a:pt x="1318719" y="9284315"/>
                </a:lnTo>
                <a:lnTo>
                  <a:pt x="1365957" y="9271550"/>
                </a:lnTo>
                <a:lnTo>
                  <a:pt x="1413052" y="9258342"/>
                </a:lnTo>
                <a:lnTo>
                  <a:pt x="1460000" y="9244693"/>
                </a:lnTo>
                <a:lnTo>
                  <a:pt x="1506799" y="9230604"/>
                </a:lnTo>
                <a:lnTo>
                  <a:pt x="1553445" y="9216076"/>
                </a:lnTo>
                <a:lnTo>
                  <a:pt x="1599935" y="9201111"/>
                </a:lnTo>
                <a:lnTo>
                  <a:pt x="1646267" y="9185710"/>
                </a:lnTo>
                <a:lnTo>
                  <a:pt x="1692437" y="9169876"/>
                </a:lnTo>
                <a:lnTo>
                  <a:pt x="1738442" y="9153608"/>
                </a:lnTo>
                <a:lnTo>
                  <a:pt x="1784280" y="9136910"/>
                </a:lnTo>
                <a:lnTo>
                  <a:pt x="1829947" y="9119782"/>
                </a:lnTo>
                <a:lnTo>
                  <a:pt x="1875440" y="9102226"/>
                </a:lnTo>
                <a:lnTo>
                  <a:pt x="1920756" y="9084243"/>
                </a:lnTo>
                <a:lnTo>
                  <a:pt x="1965893" y="9065835"/>
                </a:lnTo>
                <a:lnTo>
                  <a:pt x="2055615" y="9027750"/>
                </a:lnTo>
                <a:lnTo>
                  <a:pt x="2100195" y="9008075"/>
                </a:lnTo>
                <a:lnTo>
                  <a:pt x="2144582" y="8987981"/>
                </a:lnTo>
                <a:lnTo>
                  <a:pt x="2188775" y="8967470"/>
                </a:lnTo>
                <a:lnTo>
                  <a:pt x="2232770" y="8946542"/>
                </a:lnTo>
                <a:lnTo>
                  <a:pt x="2276564" y="8925199"/>
                </a:lnTo>
                <a:lnTo>
                  <a:pt x="2320154" y="8903443"/>
                </a:lnTo>
                <a:lnTo>
                  <a:pt x="2363538" y="8881275"/>
                </a:lnTo>
                <a:lnTo>
                  <a:pt x="2406711" y="8858697"/>
                </a:lnTo>
                <a:lnTo>
                  <a:pt x="2449672" y="8835710"/>
                </a:lnTo>
                <a:lnTo>
                  <a:pt x="2492417" y="8812316"/>
                </a:lnTo>
                <a:lnTo>
                  <a:pt x="2534943" y="8788516"/>
                </a:lnTo>
                <a:lnTo>
                  <a:pt x="2577247" y="8764311"/>
                </a:lnTo>
                <a:lnTo>
                  <a:pt x="2619326" y="8739704"/>
                </a:lnTo>
                <a:lnTo>
                  <a:pt x="2661177" y="8714695"/>
                </a:lnTo>
                <a:lnTo>
                  <a:pt x="2702797" y="8689286"/>
                </a:lnTo>
                <a:lnTo>
                  <a:pt x="2744183" y="8663479"/>
                </a:lnTo>
                <a:lnTo>
                  <a:pt x="2785333" y="8637274"/>
                </a:lnTo>
                <a:lnTo>
                  <a:pt x="2826242" y="8610675"/>
                </a:lnTo>
                <a:lnTo>
                  <a:pt x="2866908" y="8583681"/>
                </a:lnTo>
                <a:lnTo>
                  <a:pt x="2907329" y="8556295"/>
                </a:lnTo>
                <a:lnTo>
                  <a:pt x="2947500" y="8528517"/>
                </a:lnTo>
                <a:lnTo>
                  <a:pt x="2987419" y="8500351"/>
                </a:lnTo>
                <a:lnTo>
                  <a:pt x="3027083" y="8471796"/>
                </a:lnTo>
                <a:lnTo>
                  <a:pt x="3066489" y="8442854"/>
                </a:lnTo>
                <a:lnTo>
                  <a:pt x="3105634" y="8413528"/>
                </a:lnTo>
                <a:lnTo>
                  <a:pt x="3144515" y="8383818"/>
                </a:lnTo>
                <a:lnTo>
                  <a:pt x="3183129" y="8353726"/>
                </a:lnTo>
                <a:lnTo>
                  <a:pt x="3221473" y="8323253"/>
                </a:lnTo>
                <a:lnTo>
                  <a:pt x="3259544" y="8292401"/>
                </a:lnTo>
                <a:lnTo>
                  <a:pt x="3297339" y="8261172"/>
                </a:lnTo>
                <a:lnTo>
                  <a:pt x="3334854" y="8229566"/>
                </a:lnTo>
                <a:lnTo>
                  <a:pt x="3372087" y="8197585"/>
                </a:lnTo>
                <a:lnTo>
                  <a:pt x="3409035" y="8165232"/>
                </a:lnTo>
                <a:lnTo>
                  <a:pt x="3445695" y="8132507"/>
                </a:lnTo>
                <a:lnTo>
                  <a:pt x="3482064" y="8099411"/>
                </a:lnTo>
                <a:lnTo>
                  <a:pt x="3518139" y="8065947"/>
                </a:lnTo>
                <a:lnTo>
                  <a:pt x="3553916" y="8032115"/>
                </a:lnTo>
                <a:lnTo>
                  <a:pt x="3589393" y="7997918"/>
                </a:lnTo>
                <a:lnTo>
                  <a:pt x="3624567" y="7963356"/>
                </a:lnTo>
                <a:lnTo>
                  <a:pt x="3659435" y="7928432"/>
                </a:lnTo>
                <a:lnTo>
                  <a:pt x="3693994" y="7893146"/>
                </a:lnTo>
                <a:lnTo>
                  <a:pt x="3728240" y="7857501"/>
                </a:lnTo>
                <a:lnTo>
                  <a:pt x="3762171" y="7821497"/>
                </a:lnTo>
                <a:lnTo>
                  <a:pt x="3795783" y="7785136"/>
                </a:lnTo>
                <a:lnTo>
                  <a:pt x="3829075" y="7748420"/>
                </a:lnTo>
                <a:lnTo>
                  <a:pt x="3862042" y="7711350"/>
                </a:lnTo>
                <a:lnTo>
                  <a:pt x="3894682" y="7673928"/>
                </a:lnTo>
                <a:lnTo>
                  <a:pt x="3926991" y="7636155"/>
                </a:lnTo>
                <a:lnTo>
                  <a:pt x="3958967" y="7598032"/>
                </a:lnTo>
                <a:lnTo>
                  <a:pt x="3990607" y="7559561"/>
                </a:lnTo>
                <a:lnTo>
                  <a:pt x="4021907" y="7520744"/>
                </a:lnTo>
                <a:lnTo>
                  <a:pt x="4052865" y="7481582"/>
                </a:lnTo>
                <a:lnTo>
                  <a:pt x="4083478" y="7442077"/>
                </a:lnTo>
                <a:lnTo>
                  <a:pt x="8022311" y="2307814"/>
                </a:lnTo>
                <a:lnTo>
                  <a:pt x="8052902" y="2268285"/>
                </a:lnTo>
                <a:lnTo>
                  <a:pt x="8083796" y="2229056"/>
                </a:lnTo>
                <a:lnTo>
                  <a:pt x="8114989" y="2190127"/>
                </a:lnTo>
                <a:lnTo>
                  <a:pt x="8146479" y="2151500"/>
                </a:lnTo>
                <a:lnTo>
                  <a:pt x="8178264" y="2113176"/>
                </a:lnTo>
                <a:lnTo>
                  <a:pt x="8210341" y="2075157"/>
                </a:lnTo>
                <a:lnTo>
                  <a:pt x="8242709" y="2037442"/>
                </a:lnTo>
                <a:lnTo>
                  <a:pt x="8275365" y="2000034"/>
                </a:lnTo>
                <a:lnTo>
                  <a:pt x="8308307" y="1962934"/>
                </a:lnTo>
                <a:lnTo>
                  <a:pt x="8341532" y="1926142"/>
                </a:lnTo>
                <a:lnTo>
                  <a:pt x="8375038" y="1889660"/>
                </a:lnTo>
                <a:lnTo>
                  <a:pt x="8408823" y="1853489"/>
                </a:lnTo>
                <a:lnTo>
                  <a:pt x="8442885" y="1817630"/>
                </a:lnTo>
                <a:lnTo>
                  <a:pt x="8477221" y="1782084"/>
                </a:lnTo>
                <a:lnTo>
                  <a:pt x="8511829" y="1746853"/>
                </a:lnTo>
                <a:lnTo>
                  <a:pt x="8546706" y="1711937"/>
                </a:lnTo>
                <a:lnTo>
                  <a:pt x="8581851" y="1677337"/>
                </a:lnTo>
                <a:lnTo>
                  <a:pt x="8617261" y="1643056"/>
                </a:lnTo>
                <a:lnTo>
                  <a:pt x="8652934" y="1609093"/>
                </a:lnTo>
                <a:lnTo>
                  <a:pt x="8688867" y="1575450"/>
                </a:lnTo>
                <a:lnTo>
                  <a:pt x="8725058" y="1542128"/>
                </a:lnTo>
                <a:lnTo>
                  <a:pt x="8761506" y="1509129"/>
                </a:lnTo>
                <a:lnTo>
                  <a:pt x="8798207" y="1476452"/>
                </a:lnTo>
                <a:lnTo>
                  <a:pt x="8835159" y="1444101"/>
                </a:lnTo>
                <a:lnTo>
                  <a:pt x="8872360" y="1412075"/>
                </a:lnTo>
                <a:lnTo>
                  <a:pt x="8909808" y="1380375"/>
                </a:lnTo>
                <a:lnTo>
                  <a:pt x="8947501" y="1349004"/>
                </a:lnTo>
                <a:lnTo>
                  <a:pt x="8985435" y="1317962"/>
                </a:lnTo>
                <a:lnTo>
                  <a:pt x="9023610" y="1287250"/>
                </a:lnTo>
                <a:lnTo>
                  <a:pt x="9062022" y="1256869"/>
                </a:lnTo>
                <a:lnTo>
                  <a:pt x="9100669" y="1226820"/>
                </a:lnTo>
                <a:lnTo>
                  <a:pt x="9139549" y="1197105"/>
                </a:lnTo>
                <a:lnTo>
                  <a:pt x="9178660" y="1167725"/>
                </a:lnTo>
                <a:lnTo>
                  <a:pt x="9217999" y="1138681"/>
                </a:lnTo>
                <a:lnTo>
                  <a:pt x="9257564" y="1109974"/>
                </a:lnTo>
                <a:lnTo>
                  <a:pt x="9297353" y="1081604"/>
                </a:lnTo>
                <a:lnTo>
                  <a:pt x="9337364" y="1053574"/>
                </a:lnTo>
                <a:lnTo>
                  <a:pt x="9377594" y="1025884"/>
                </a:lnTo>
                <a:lnTo>
                  <a:pt x="9418040" y="998536"/>
                </a:lnTo>
                <a:lnTo>
                  <a:pt x="9458702" y="971530"/>
                </a:lnTo>
                <a:lnTo>
                  <a:pt x="9499575" y="944868"/>
                </a:lnTo>
                <a:lnTo>
                  <a:pt x="9540659" y="918551"/>
                </a:lnTo>
                <a:lnTo>
                  <a:pt x="9581950" y="892580"/>
                </a:lnTo>
                <a:lnTo>
                  <a:pt x="9623447" y="866956"/>
                </a:lnTo>
                <a:lnTo>
                  <a:pt x="9665147" y="841681"/>
                </a:lnTo>
                <a:lnTo>
                  <a:pt x="9707048" y="816754"/>
                </a:lnTo>
                <a:lnTo>
                  <a:pt x="9749147" y="792179"/>
                </a:lnTo>
                <a:lnTo>
                  <a:pt x="9791443" y="767955"/>
                </a:lnTo>
                <a:lnTo>
                  <a:pt x="9833932" y="744083"/>
                </a:lnTo>
                <a:lnTo>
                  <a:pt x="9876613" y="720566"/>
                </a:lnTo>
                <a:lnTo>
                  <a:pt x="9919484" y="697404"/>
                </a:lnTo>
                <a:lnTo>
                  <a:pt x="9962542" y="674598"/>
                </a:lnTo>
                <a:lnTo>
                  <a:pt x="10005784" y="652149"/>
                </a:lnTo>
                <a:lnTo>
                  <a:pt x="10049209" y="630059"/>
                </a:lnTo>
                <a:lnTo>
                  <a:pt x="10092814" y="608328"/>
                </a:lnTo>
                <a:lnTo>
                  <a:pt x="10136597" y="586958"/>
                </a:lnTo>
                <a:lnTo>
                  <a:pt x="10180556" y="565950"/>
                </a:lnTo>
                <a:lnTo>
                  <a:pt x="10224688" y="545304"/>
                </a:lnTo>
                <a:lnTo>
                  <a:pt x="10268991" y="525023"/>
                </a:lnTo>
                <a:lnTo>
                  <a:pt x="10313463" y="505107"/>
                </a:lnTo>
                <a:lnTo>
                  <a:pt x="10358101" y="485558"/>
                </a:lnTo>
                <a:lnTo>
                  <a:pt x="10402903" y="466376"/>
                </a:lnTo>
                <a:lnTo>
                  <a:pt x="10447868" y="447563"/>
                </a:lnTo>
                <a:lnTo>
                  <a:pt x="10492991" y="429119"/>
                </a:lnTo>
                <a:lnTo>
                  <a:pt x="10538272" y="411046"/>
                </a:lnTo>
                <a:lnTo>
                  <a:pt x="10583708" y="393346"/>
                </a:lnTo>
                <a:lnTo>
                  <a:pt x="10629297" y="376018"/>
                </a:lnTo>
                <a:lnTo>
                  <a:pt x="10675036" y="359065"/>
                </a:lnTo>
                <a:lnTo>
                  <a:pt x="10720923" y="342487"/>
                </a:lnTo>
                <a:lnTo>
                  <a:pt x="10766956" y="326286"/>
                </a:lnTo>
                <a:lnTo>
                  <a:pt x="10813132" y="310462"/>
                </a:lnTo>
                <a:lnTo>
                  <a:pt x="10859450" y="295018"/>
                </a:lnTo>
                <a:lnTo>
                  <a:pt x="10905907" y="279953"/>
                </a:lnTo>
                <a:lnTo>
                  <a:pt x="10952500" y="265269"/>
                </a:lnTo>
                <a:lnTo>
                  <a:pt x="10999227" y="250968"/>
                </a:lnTo>
                <a:lnTo>
                  <a:pt x="11046087" y="237049"/>
                </a:lnTo>
                <a:lnTo>
                  <a:pt x="11093076" y="223516"/>
                </a:lnTo>
                <a:lnTo>
                  <a:pt x="11140193" y="210368"/>
                </a:lnTo>
                <a:lnTo>
                  <a:pt x="11187434" y="197606"/>
                </a:lnTo>
                <a:lnTo>
                  <a:pt x="11234799" y="185233"/>
                </a:lnTo>
                <a:lnTo>
                  <a:pt x="11282284" y="173248"/>
                </a:lnTo>
                <a:lnTo>
                  <a:pt x="11329888" y="161654"/>
                </a:lnTo>
                <a:lnTo>
                  <a:pt x="11377607" y="150451"/>
                </a:lnTo>
                <a:lnTo>
                  <a:pt x="11425440" y="139640"/>
                </a:lnTo>
                <a:lnTo>
                  <a:pt x="11473385" y="129223"/>
                </a:lnTo>
                <a:lnTo>
                  <a:pt x="11521439" y="119201"/>
                </a:lnTo>
                <a:lnTo>
                  <a:pt x="11569599" y="109574"/>
                </a:lnTo>
                <a:lnTo>
                  <a:pt x="11617864" y="100344"/>
                </a:lnTo>
                <a:lnTo>
                  <a:pt x="11666231" y="91512"/>
                </a:lnTo>
                <a:lnTo>
                  <a:pt x="11714698" y="83080"/>
                </a:lnTo>
                <a:lnTo>
                  <a:pt x="11763263" y="75047"/>
                </a:lnTo>
                <a:lnTo>
                  <a:pt x="11811923" y="67417"/>
                </a:lnTo>
                <a:lnTo>
                  <a:pt x="11860676" y="60188"/>
                </a:lnTo>
                <a:lnTo>
                  <a:pt x="11909519" y="53364"/>
                </a:lnTo>
                <a:lnTo>
                  <a:pt x="11958451" y="46944"/>
                </a:lnTo>
                <a:lnTo>
                  <a:pt x="12007470" y="40931"/>
                </a:lnTo>
                <a:lnTo>
                  <a:pt x="12056572" y="35324"/>
                </a:lnTo>
                <a:lnTo>
                  <a:pt x="12105756" y="30126"/>
                </a:lnTo>
                <a:lnTo>
                  <a:pt x="12155019" y="25337"/>
                </a:lnTo>
                <a:lnTo>
                  <a:pt x="12204359" y="20958"/>
                </a:lnTo>
                <a:lnTo>
                  <a:pt x="12253773" y="16991"/>
                </a:lnTo>
                <a:lnTo>
                  <a:pt x="12303260" y="13437"/>
                </a:lnTo>
                <a:lnTo>
                  <a:pt x="12352818" y="10297"/>
                </a:lnTo>
                <a:lnTo>
                  <a:pt x="12402443" y="7572"/>
                </a:lnTo>
                <a:lnTo>
                  <a:pt x="12452133" y="5263"/>
                </a:lnTo>
                <a:lnTo>
                  <a:pt x="12501887" y="3371"/>
                </a:lnTo>
                <a:lnTo>
                  <a:pt x="12551701" y="1898"/>
                </a:lnTo>
                <a:lnTo>
                  <a:pt x="12601574" y="844"/>
                </a:lnTo>
                <a:lnTo>
                  <a:pt x="12651504" y="211"/>
                </a:lnTo>
                <a:lnTo>
                  <a:pt x="12701487" y="0"/>
                </a:lnTo>
                <a:lnTo>
                  <a:pt x="13158798" y="0"/>
                </a:lnTo>
              </a:path>
            </a:pathLst>
          </a:custGeom>
          <a:ln w="19050">
            <a:gradFill>
              <a:gsLst>
                <a:gs pos="18000">
                  <a:schemeClr val="accent2"/>
                </a:gs>
                <a:gs pos="0">
                  <a:schemeClr val="bg1">
                    <a:alpha val="0"/>
                  </a:schemeClr>
                </a:gs>
              </a:gsLst>
              <a:lin ang="5400000" scaled="0"/>
            </a:gradFill>
          </a:ln>
        </p:spPr>
        <p:txBody>
          <a:bodyPr wrap="square" lIns="0" tIns="0" rIns="0" bIns="0" rtlCol="0"/>
          <a:lstStyle/>
          <a:p>
            <a:pPr marL="0" marR="0" lvl="0" indent="0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147355C3-E565-CD06-62D4-5A5093D7D7B3}"/>
              </a:ext>
            </a:extLst>
          </p:cNvPr>
          <p:cNvCxnSpPr>
            <a:cxnSpLocks/>
          </p:cNvCxnSpPr>
          <p:nvPr/>
        </p:nvCxnSpPr>
        <p:spPr>
          <a:xfrm flipH="1">
            <a:off x="334962" y="6678798"/>
            <a:ext cx="10980001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84052676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065">
          <p15:clr>
            <a:srgbClr val="FBAE40"/>
          </p15:clr>
        </p15:guide>
        <p15:guide id="2" pos="211">
          <p15:clr>
            <a:srgbClr val="FBAE40"/>
          </p15:clr>
        </p15:guide>
        <p15:guide id="3" orient="horz" pos="3997">
          <p15:clr>
            <a:srgbClr val="FBAE40"/>
          </p15:clr>
        </p15:guide>
        <p15:guide id="4" pos="7469">
          <p15:clr>
            <a:srgbClr val="FBAE40"/>
          </p15:clr>
        </p15:guide>
        <p15:guide id="5" orient="horz" pos="232">
          <p15:clr>
            <a:srgbClr val="FBAE40"/>
          </p15:clr>
        </p15:guide>
        <p15:guide id="6" orient="horz" pos="504">
          <p15:clr>
            <a:srgbClr val="FBAE40"/>
          </p15:clr>
        </p15:guide>
        <p15:guide id="7" orient="horz" pos="799">
          <p15:clr>
            <a:srgbClr val="FBAE40"/>
          </p15:clr>
        </p15:guide>
      </p15:sldGuideLst>
    </p:ext>
  </p:extLst>
</p:sldLayout>
</file>

<file path=ppt/slideLayouts/slideLayout1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_Índice - Offwhite - 10 títulos">
    <p:bg>
      <p:bgPr>
        <a:gradFill>
          <a:gsLst>
            <a:gs pos="67000">
              <a:schemeClr val="tx1"/>
            </a:gs>
            <a:gs pos="100000">
              <a:schemeClr val="tx1"/>
            </a:gs>
            <a:gs pos="0">
              <a:srgbClr val="161B21"/>
            </a:gs>
          </a:gsLst>
          <a:lin ang="84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" name="Espaço Reservado para Número de Slide 5">
            <a:extLst>
              <a:ext uri="{FF2B5EF4-FFF2-40B4-BE49-F238E27FC236}">
                <a16:creationId xmlns:a16="http://schemas.microsoft.com/office/drawing/2014/main" id="{8B43B5D6-9411-2916-3463-C0BBC4CE3A6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95" name="Text Placeholder 3">
            <a:extLst>
              <a:ext uri="{FF2B5EF4-FFF2-40B4-BE49-F238E27FC236}">
                <a16:creationId xmlns:a16="http://schemas.microsoft.com/office/drawing/2014/main" id="{1F9E0DEB-08E9-5248-44F9-9916F0925C87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pt-BR"/>
              <a:t>Índice | Até 10 títulos</a:t>
            </a:r>
            <a:endParaRPr lang="en-US"/>
          </a:p>
        </p:txBody>
      </p:sp>
      <p:sp>
        <p:nvSpPr>
          <p:cNvPr id="96" name="Text Placeholder 10">
            <a:extLst>
              <a:ext uri="{FF2B5EF4-FFF2-40B4-BE49-F238E27FC236}">
                <a16:creationId xmlns:a16="http://schemas.microsoft.com/office/drawing/2014/main" id="{86EE135B-8461-A8E5-B808-1CCC5F3ABF32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defRPr sz="900" baseline="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7" name="Text Placeholder 21">
            <a:extLst>
              <a:ext uri="{FF2B5EF4-FFF2-40B4-BE49-F238E27FC236}">
                <a16:creationId xmlns:a16="http://schemas.microsoft.com/office/drawing/2014/main" id="{C68EECD8-4868-C403-065A-798C94914B21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1217550" y="1232282"/>
            <a:ext cx="4304945" cy="58564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98" name="Text Placeholder 21">
            <a:extLst>
              <a:ext uri="{FF2B5EF4-FFF2-40B4-BE49-F238E27FC236}">
                <a16:creationId xmlns:a16="http://schemas.microsoft.com/office/drawing/2014/main" id="{377F7479-B5E7-D307-06B9-71E3BA37F3EF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1217550" y="2153418"/>
            <a:ext cx="4304945" cy="595341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99" name="Text Placeholder 21">
            <a:extLst>
              <a:ext uri="{FF2B5EF4-FFF2-40B4-BE49-F238E27FC236}">
                <a16:creationId xmlns:a16="http://schemas.microsoft.com/office/drawing/2014/main" id="{A9CB3A34-F081-C677-A00F-67C1873C062A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1217550" y="3163685"/>
            <a:ext cx="4304945" cy="60135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0" name="Text Placeholder 21">
            <a:extLst>
              <a:ext uri="{FF2B5EF4-FFF2-40B4-BE49-F238E27FC236}">
                <a16:creationId xmlns:a16="http://schemas.microsoft.com/office/drawing/2014/main" id="{66627ED0-3A46-8737-6897-D3BDDB091302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1217550" y="4182010"/>
            <a:ext cx="4304945" cy="60135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1" name="Text Placeholder 21">
            <a:extLst>
              <a:ext uri="{FF2B5EF4-FFF2-40B4-BE49-F238E27FC236}">
                <a16:creationId xmlns:a16="http://schemas.microsoft.com/office/drawing/2014/main" id="{4A98C90D-F543-2D3A-9F32-FF02504B384D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6978588" y="1232282"/>
            <a:ext cx="4304945" cy="581956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2" name="Text Placeholder 21">
            <a:extLst>
              <a:ext uri="{FF2B5EF4-FFF2-40B4-BE49-F238E27FC236}">
                <a16:creationId xmlns:a16="http://schemas.microsoft.com/office/drawing/2014/main" id="{02D303FD-4338-9202-3742-445CFAC544F9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6978588" y="2153417"/>
            <a:ext cx="4304945" cy="591654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3" name="Text Placeholder 21">
            <a:extLst>
              <a:ext uri="{FF2B5EF4-FFF2-40B4-BE49-F238E27FC236}">
                <a16:creationId xmlns:a16="http://schemas.microsoft.com/office/drawing/2014/main" id="{DAB51C54-4BA1-024C-8F1D-E61343BFAC42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978588" y="3163685"/>
            <a:ext cx="4304945" cy="591654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4" name="Text Placeholder 21">
            <a:extLst>
              <a:ext uri="{FF2B5EF4-FFF2-40B4-BE49-F238E27FC236}">
                <a16:creationId xmlns:a16="http://schemas.microsoft.com/office/drawing/2014/main" id="{31C27C31-0117-4C41-7DD9-9A95AE01F9D5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6978588" y="4182010"/>
            <a:ext cx="4304945" cy="597666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5" name="Text Placeholder 21">
            <a:extLst>
              <a:ext uri="{FF2B5EF4-FFF2-40B4-BE49-F238E27FC236}">
                <a16:creationId xmlns:a16="http://schemas.microsoft.com/office/drawing/2014/main" id="{305C7304-230E-F6CE-A76D-99DF1E692F08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334965" y="1232283"/>
            <a:ext cx="666897" cy="666897"/>
          </a:xfrm>
          <a:prstGeom prst="rect">
            <a:avLst/>
          </a:prstGeom>
          <a:noFill/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1.</a:t>
            </a:r>
            <a:endParaRPr lang="pt-BR"/>
          </a:p>
        </p:txBody>
      </p:sp>
      <p:sp>
        <p:nvSpPr>
          <p:cNvPr id="106" name="Text Placeholder 21">
            <a:extLst>
              <a:ext uri="{FF2B5EF4-FFF2-40B4-BE49-F238E27FC236}">
                <a16:creationId xmlns:a16="http://schemas.microsoft.com/office/drawing/2014/main" id="{646BD931-2CC9-4B26-938C-C6A9327B317A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334965" y="2153418"/>
            <a:ext cx="666897" cy="666897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2.</a:t>
            </a:r>
            <a:endParaRPr lang="pt-BR"/>
          </a:p>
        </p:txBody>
      </p:sp>
      <p:sp>
        <p:nvSpPr>
          <p:cNvPr id="107" name="Text Placeholder 21">
            <a:extLst>
              <a:ext uri="{FF2B5EF4-FFF2-40B4-BE49-F238E27FC236}">
                <a16:creationId xmlns:a16="http://schemas.microsoft.com/office/drawing/2014/main" id="{7EF60F9A-51DE-3649-80E7-711C186485AA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334965" y="3163686"/>
            <a:ext cx="666897" cy="666897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3.</a:t>
            </a:r>
            <a:endParaRPr lang="pt-BR"/>
          </a:p>
        </p:txBody>
      </p:sp>
      <p:sp>
        <p:nvSpPr>
          <p:cNvPr id="108" name="Text Placeholder 21">
            <a:extLst>
              <a:ext uri="{FF2B5EF4-FFF2-40B4-BE49-F238E27FC236}">
                <a16:creationId xmlns:a16="http://schemas.microsoft.com/office/drawing/2014/main" id="{454FB385-5582-984D-3BEC-2409DCFBBEA7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334965" y="4182011"/>
            <a:ext cx="666897" cy="666897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4.</a:t>
            </a:r>
            <a:endParaRPr lang="pt-BR"/>
          </a:p>
        </p:txBody>
      </p:sp>
      <p:sp>
        <p:nvSpPr>
          <p:cNvPr id="109" name="Text Placeholder 21">
            <a:extLst>
              <a:ext uri="{FF2B5EF4-FFF2-40B4-BE49-F238E27FC236}">
                <a16:creationId xmlns:a16="http://schemas.microsoft.com/office/drawing/2014/main" id="{48AFB4A3-A713-3B36-5C4C-116B17982407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6096003" y="1232283"/>
            <a:ext cx="666897" cy="666897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6.</a:t>
            </a:r>
            <a:endParaRPr lang="pt-BR"/>
          </a:p>
        </p:txBody>
      </p:sp>
      <p:sp>
        <p:nvSpPr>
          <p:cNvPr id="110" name="Text Placeholder 21">
            <a:extLst>
              <a:ext uri="{FF2B5EF4-FFF2-40B4-BE49-F238E27FC236}">
                <a16:creationId xmlns:a16="http://schemas.microsoft.com/office/drawing/2014/main" id="{455A5A6A-C346-A345-7676-47650852DEC5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6096003" y="2153418"/>
            <a:ext cx="666897" cy="666897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7.</a:t>
            </a:r>
            <a:endParaRPr lang="pt-BR"/>
          </a:p>
        </p:txBody>
      </p:sp>
      <p:sp>
        <p:nvSpPr>
          <p:cNvPr id="111" name="Text Placeholder 21">
            <a:extLst>
              <a:ext uri="{FF2B5EF4-FFF2-40B4-BE49-F238E27FC236}">
                <a16:creationId xmlns:a16="http://schemas.microsoft.com/office/drawing/2014/main" id="{C9036724-53EE-61EA-4F36-0647670CC647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6096003" y="3163686"/>
            <a:ext cx="666897" cy="666897"/>
          </a:xfrm>
          <a:prstGeom prst="rect">
            <a:avLst/>
          </a:prstGeom>
          <a:noFill/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8.</a:t>
            </a:r>
            <a:endParaRPr lang="pt-BR"/>
          </a:p>
        </p:txBody>
      </p:sp>
      <p:sp>
        <p:nvSpPr>
          <p:cNvPr id="112" name="Text Placeholder 21">
            <a:extLst>
              <a:ext uri="{FF2B5EF4-FFF2-40B4-BE49-F238E27FC236}">
                <a16:creationId xmlns:a16="http://schemas.microsoft.com/office/drawing/2014/main" id="{59FC8DE1-DA8C-E6FC-0074-C1233AE33862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6096003" y="4182011"/>
            <a:ext cx="666897" cy="666897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9.</a:t>
            </a:r>
            <a:endParaRPr lang="pt-BR"/>
          </a:p>
        </p:txBody>
      </p:sp>
      <p:sp>
        <p:nvSpPr>
          <p:cNvPr id="113" name="Text Placeholder 21">
            <a:extLst>
              <a:ext uri="{FF2B5EF4-FFF2-40B4-BE49-F238E27FC236}">
                <a16:creationId xmlns:a16="http://schemas.microsoft.com/office/drawing/2014/main" id="{CD7EC131-607A-502B-D5DB-EACD3848C447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1217550" y="5195931"/>
            <a:ext cx="4304945" cy="60135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14" name="Text Placeholder 21">
            <a:extLst>
              <a:ext uri="{FF2B5EF4-FFF2-40B4-BE49-F238E27FC236}">
                <a16:creationId xmlns:a16="http://schemas.microsoft.com/office/drawing/2014/main" id="{39366CD8-736E-E9F0-1631-408CE9342B73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6978588" y="5195931"/>
            <a:ext cx="4304945" cy="597666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15" name="Text Placeholder 21">
            <a:extLst>
              <a:ext uri="{FF2B5EF4-FFF2-40B4-BE49-F238E27FC236}">
                <a16:creationId xmlns:a16="http://schemas.microsoft.com/office/drawing/2014/main" id="{A36BD412-4DD9-0776-5A73-B5939ACF9185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334965" y="5195932"/>
            <a:ext cx="666897" cy="666897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5.</a:t>
            </a:r>
            <a:endParaRPr lang="pt-BR"/>
          </a:p>
        </p:txBody>
      </p:sp>
      <p:sp>
        <p:nvSpPr>
          <p:cNvPr id="116" name="Text Placeholder 21">
            <a:extLst>
              <a:ext uri="{FF2B5EF4-FFF2-40B4-BE49-F238E27FC236}">
                <a16:creationId xmlns:a16="http://schemas.microsoft.com/office/drawing/2014/main" id="{0D56432C-F90B-BE78-9849-16EDFA25EDF3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6096003" y="5195932"/>
            <a:ext cx="666897" cy="666897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10.</a:t>
            </a:r>
            <a:endParaRPr lang="pt-BR"/>
          </a:p>
        </p:txBody>
      </p:sp>
      <p:sp>
        <p:nvSpPr>
          <p:cNvPr id="3" name="Picture 8">
            <a:extLst>
              <a:ext uri="{FF2B5EF4-FFF2-40B4-BE49-F238E27FC236}">
                <a16:creationId xmlns:a16="http://schemas.microsoft.com/office/drawing/2014/main" id="{15C4B308-9A73-C952-BC94-A59F0C0C9921}"/>
              </a:ext>
            </a:extLst>
          </p:cNvPr>
          <p:cNvSpPr/>
          <p:nvPr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/>
          </a:p>
        </p:txBody>
      </p:sp>
      <p:cxnSp>
        <p:nvCxnSpPr>
          <p:cNvPr id="2" name="Straight Connector 1">
            <a:extLst>
              <a:ext uri="{FF2B5EF4-FFF2-40B4-BE49-F238E27FC236}">
                <a16:creationId xmlns:a16="http://schemas.microsoft.com/office/drawing/2014/main" id="{CE520D13-0977-0020-E843-B1F49AD9DBB4}"/>
              </a:ext>
            </a:extLst>
          </p:cNvPr>
          <p:cNvCxnSpPr>
            <a:cxnSpLocks/>
          </p:cNvCxnSpPr>
          <p:nvPr/>
        </p:nvCxnSpPr>
        <p:spPr>
          <a:xfrm>
            <a:off x="1" y="169333"/>
            <a:ext cx="12229571" cy="0"/>
          </a:xfrm>
          <a:prstGeom prst="line">
            <a:avLst/>
          </a:prstGeom>
          <a:ln w="1905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object 4">
            <a:extLst>
              <a:ext uri="{FF2B5EF4-FFF2-40B4-BE49-F238E27FC236}">
                <a16:creationId xmlns:a16="http://schemas.microsoft.com/office/drawing/2014/main" id="{C3E900F5-D2B5-DCE6-DEB6-07FA9585743D}"/>
              </a:ext>
            </a:extLst>
          </p:cNvPr>
          <p:cNvSpPr/>
          <p:nvPr/>
        </p:nvSpPr>
        <p:spPr>
          <a:xfrm rot="10247908" flipH="1">
            <a:off x="4106509" y="-4146683"/>
            <a:ext cx="8001039" cy="5749648"/>
          </a:xfrm>
          <a:custGeom>
            <a:avLst/>
            <a:gdLst>
              <a:gd name="connsiteX0" fmla="*/ 0 w 13940157"/>
              <a:gd name="connsiteY0" fmla="*/ 9200719 h 9456078"/>
              <a:gd name="connsiteX1" fmla="*/ 781360 w 13940157"/>
              <a:gd name="connsiteY1" fmla="*/ 9456078 h 9456078"/>
              <a:gd name="connsiteX2" fmla="*/ 831337 w 13940157"/>
              <a:gd name="connsiteY2" fmla="*/ 9455836 h 9456078"/>
              <a:gd name="connsiteX3" fmla="*/ 881253 w 13940157"/>
              <a:gd name="connsiteY3" fmla="*/ 9455111 h 9456078"/>
              <a:gd name="connsiteX4" fmla="*/ 931102 w 13940157"/>
              <a:gd name="connsiteY4" fmla="*/ 9453904 h 9456078"/>
              <a:gd name="connsiteX5" fmla="*/ 980884 w 13940157"/>
              <a:gd name="connsiteY5" fmla="*/ 9452217 h 9456078"/>
              <a:gd name="connsiteX6" fmla="*/ 1030594 w 13940157"/>
              <a:gd name="connsiteY6" fmla="*/ 9450052 h 9456078"/>
              <a:gd name="connsiteX7" fmla="*/ 1080230 w 13940157"/>
              <a:gd name="connsiteY7" fmla="*/ 9447409 h 9456078"/>
              <a:gd name="connsiteX8" fmla="*/ 1129789 w 13940157"/>
              <a:gd name="connsiteY8" fmla="*/ 9444290 h 9456078"/>
              <a:gd name="connsiteX9" fmla="*/ 1179267 w 13940157"/>
              <a:gd name="connsiteY9" fmla="*/ 9440698 h 9456078"/>
              <a:gd name="connsiteX10" fmla="*/ 1228662 w 13940157"/>
              <a:gd name="connsiteY10" fmla="*/ 9436632 h 9456078"/>
              <a:gd name="connsiteX11" fmla="*/ 1277970 w 13940157"/>
              <a:gd name="connsiteY11" fmla="*/ 9432096 h 9456078"/>
              <a:gd name="connsiteX12" fmla="*/ 1327189 w 13940157"/>
              <a:gd name="connsiteY12" fmla="*/ 9427089 h 9456078"/>
              <a:gd name="connsiteX13" fmla="*/ 1376316 w 13940157"/>
              <a:gd name="connsiteY13" fmla="*/ 9421615 h 9456078"/>
              <a:gd name="connsiteX14" fmla="*/ 1425347 w 13940157"/>
              <a:gd name="connsiteY14" fmla="*/ 9415673 h 9456078"/>
              <a:gd name="connsiteX15" fmla="*/ 1474280 w 13940157"/>
              <a:gd name="connsiteY15" fmla="*/ 9409267 h 9456078"/>
              <a:gd name="connsiteX16" fmla="*/ 1523111 w 13940157"/>
              <a:gd name="connsiteY16" fmla="*/ 9402396 h 9456078"/>
              <a:gd name="connsiteX17" fmla="*/ 1571838 w 13940157"/>
              <a:gd name="connsiteY17" fmla="*/ 9395063 h 9456078"/>
              <a:gd name="connsiteX18" fmla="*/ 1620458 w 13940157"/>
              <a:gd name="connsiteY18" fmla="*/ 9387270 h 9456078"/>
              <a:gd name="connsiteX19" fmla="*/ 1668967 w 13940157"/>
              <a:gd name="connsiteY19" fmla="*/ 9379017 h 9456078"/>
              <a:gd name="connsiteX20" fmla="*/ 1717362 w 13940157"/>
              <a:gd name="connsiteY20" fmla="*/ 9370306 h 9456078"/>
              <a:gd name="connsiteX21" fmla="*/ 1765641 w 13940157"/>
              <a:gd name="connsiteY21" fmla="*/ 9361139 h 9456078"/>
              <a:gd name="connsiteX22" fmla="*/ 1813800 w 13940157"/>
              <a:gd name="connsiteY22" fmla="*/ 9351517 h 9456078"/>
              <a:gd name="connsiteX23" fmla="*/ 1861837 w 13940157"/>
              <a:gd name="connsiteY23" fmla="*/ 9341441 h 9456078"/>
              <a:gd name="connsiteX24" fmla="*/ 1909749 w 13940157"/>
              <a:gd name="connsiteY24" fmla="*/ 9330914 h 9456078"/>
              <a:gd name="connsiteX25" fmla="*/ 1957532 w 13940157"/>
              <a:gd name="connsiteY25" fmla="*/ 9319936 h 9456078"/>
              <a:gd name="connsiteX26" fmla="*/ 2005183 w 13940157"/>
              <a:gd name="connsiteY26" fmla="*/ 9308509 h 9456078"/>
              <a:gd name="connsiteX27" fmla="*/ 2052699 w 13940157"/>
              <a:gd name="connsiteY27" fmla="*/ 9296635 h 9456078"/>
              <a:gd name="connsiteX28" fmla="*/ 2100079 w 13940157"/>
              <a:gd name="connsiteY28" fmla="*/ 9284315 h 9456078"/>
              <a:gd name="connsiteX29" fmla="*/ 2147317 w 13940157"/>
              <a:gd name="connsiteY29" fmla="*/ 9271550 h 9456078"/>
              <a:gd name="connsiteX30" fmla="*/ 2194412 w 13940157"/>
              <a:gd name="connsiteY30" fmla="*/ 9258342 h 9456078"/>
              <a:gd name="connsiteX31" fmla="*/ 2241360 w 13940157"/>
              <a:gd name="connsiteY31" fmla="*/ 9244693 h 9456078"/>
              <a:gd name="connsiteX32" fmla="*/ 2288159 w 13940157"/>
              <a:gd name="connsiteY32" fmla="*/ 9230604 h 9456078"/>
              <a:gd name="connsiteX33" fmla="*/ 2334805 w 13940157"/>
              <a:gd name="connsiteY33" fmla="*/ 9216076 h 9456078"/>
              <a:gd name="connsiteX34" fmla="*/ 2381295 w 13940157"/>
              <a:gd name="connsiteY34" fmla="*/ 9201111 h 9456078"/>
              <a:gd name="connsiteX35" fmla="*/ 2427627 w 13940157"/>
              <a:gd name="connsiteY35" fmla="*/ 9185710 h 9456078"/>
              <a:gd name="connsiteX36" fmla="*/ 2473797 w 13940157"/>
              <a:gd name="connsiteY36" fmla="*/ 9169876 h 9456078"/>
              <a:gd name="connsiteX37" fmla="*/ 2519802 w 13940157"/>
              <a:gd name="connsiteY37" fmla="*/ 9153608 h 9456078"/>
              <a:gd name="connsiteX38" fmla="*/ 2565640 w 13940157"/>
              <a:gd name="connsiteY38" fmla="*/ 9136910 h 9456078"/>
              <a:gd name="connsiteX39" fmla="*/ 2611307 w 13940157"/>
              <a:gd name="connsiteY39" fmla="*/ 9119782 h 9456078"/>
              <a:gd name="connsiteX40" fmla="*/ 2656800 w 13940157"/>
              <a:gd name="connsiteY40" fmla="*/ 9102226 h 9456078"/>
              <a:gd name="connsiteX41" fmla="*/ 2702116 w 13940157"/>
              <a:gd name="connsiteY41" fmla="*/ 9084243 h 9456078"/>
              <a:gd name="connsiteX42" fmla="*/ 2747253 w 13940157"/>
              <a:gd name="connsiteY42" fmla="*/ 9065835 h 9456078"/>
              <a:gd name="connsiteX43" fmla="*/ 2792207 w 13940157"/>
              <a:gd name="connsiteY43" fmla="*/ 9047004 h 9456078"/>
              <a:gd name="connsiteX44" fmla="*/ 2836975 w 13940157"/>
              <a:gd name="connsiteY44" fmla="*/ 9027750 h 9456078"/>
              <a:gd name="connsiteX45" fmla="*/ 2881555 w 13940157"/>
              <a:gd name="connsiteY45" fmla="*/ 9008075 h 9456078"/>
              <a:gd name="connsiteX46" fmla="*/ 2925942 w 13940157"/>
              <a:gd name="connsiteY46" fmla="*/ 8987981 h 9456078"/>
              <a:gd name="connsiteX47" fmla="*/ 2970135 w 13940157"/>
              <a:gd name="connsiteY47" fmla="*/ 8967470 h 9456078"/>
              <a:gd name="connsiteX48" fmla="*/ 3014130 w 13940157"/>
              <a:gd name="connsiteY48" fmla="*/ 8946542 h 9456078"/>
              <a:gd name="connsiteX49" fmla="*/ 3057924 w 13940157"/>
              <a:gd name="connsiteY49" fmla="*/ 8925199 h 9456078"/>
              <a:gd name="connsiteX50" fmla="*/ 3101514 w 13940157"/>
              <a:gd name="connsiteY50" fmla="*/ 8903443 h 9456078"/>
              <a:gd name="connsiteX51" fmla="*/ 3144898 w 13940157"/>
              <a:gd name="connsiteY51" fmla="*/ 8881275 h 9456078"/>
              <a:gd name="connsiteX52" fmla="*/ 3188071 w 13940157"/>
              <a:gd name="connsiteY52" fmla="*/ 8858697 h 9456078"/>
              <a:gd name="connsiteX53" fmla="*/ 3231032 w 13940157"/>
              <a:gd name="connsiteY53" fmla="*/ 8835710 h 9456078"/>
              <a:gd name="connsiteX54" fmla="*/ 3273777 w 13940157"/>
              <a:gd name="connsiteY54" fmla="*/ 8812316 h 9456078"/>
              <a:gd name="connsiteX55" fmla="*/ 3316303 w 13940157"/>
              <a:gd name="connsiteY55" fmla="*/ 8788516 h 9456078"/>
              <a:gd name="connsiteX56" fmla="*/ 3358607 w 13940157"/>
              <a:gd name="connsiteY56" fmla="*/ 8764311 h 9456078"/>
              <a:gd name="connsiteX57" fmla="*/ 3400686 w 13940157"/>
              <a:gd name="connsiteY57" fmla="*/ 8739704 h 9456078"/>
              <a:gd name="connsiteX58" fmla="*/ 3442537 w 13940157"/>
              <a:gd name="connsiteY58" fmla="*/ 8714695 h 9456078"/>
              <a:gd name="connsiteX59" fmla="*/ 3484157 w 13940157"/>
              <a:gd name="connsiteY59" fmla="*/ 8689286 h 9456078"/>
              <a:gd name="connsiteX60" fmla="*/ 3525543 w 13940157"/>
              <a:gd name="connsiteY60" fmla="*/ 8663479 h 9456078"/>
              <a:gd name="connsiteX61" fmla="*/ 3566693 w 13940157"/>
              <a:gd name="connsiteY61" fmla="*/ 8637274 h 9456078"/>
              <a:gd name="connsiteX62" fmla="*/ 3607602 w 13940157"/>
              <a:gd name="connsiteY62" fmla="*/ 8610675 h 9456078"/>
              <a:gd name="connsiteX63" fmla="*/ 3648268 w 13940157"/>
              <a:gd name="connsiteY63" fmla="*/ 8583681 h 9456078"/>
              <a:gd name="connsiteX64" fmla="*/ 3688689 w 13940157"/>
              <a:gd name="connsiteY64" fmla="*/ 8556295 h 9456078"/>
              <a:gd name="connsiteX65" fmla="*/ 3728860 w 13940157"/>
              <a:gd name="connsiteY65" fmla="*/ 8528517 h 9456078"/>
              <a:gd name="connsiteX66" fmla="*/ 3768779 w 13940157"/>
              <a:gd name="connsiteY66" fmla="*/ 8500351 h 9456078"/>
              <a:gd name="connsiteX67" fmla="*/ 3808443 w 13940157"/>
              <a:gd name="connsiteY67" fmla="*/ 8471796 h 9456078"/>
              <a:gd name="connsiteX68" fmla="*/ 3847849 w 13940157"/>
              <a:gd name="connsiteY68" fmla="*/ 8442854 h 9456078"/>
              <a:gd name="connsiteX69" fmla="*/ 3886994 w 13940157"/>
              <a:gd name="connsiteY69" fmla="*/ 8413528 h 9456078"/>
              <a:gd name="connsiteX70" fmla="*/ 3925875 w 13940157"/>
              <a:gd name="connsiteY70" fmla="*/ 8383818 h 9456078"/>
              <a:gd name="connsiteX71" fmla="*/ 3964489 w 13940157"/>
              <a:gd name="connsiteY71" fmla="*/ 8353726 h 9456078"/>
              <a:gd name="connsiteX72" fmla="*/ 4002833 w 13940157"/>
              <a:gd name="connsiteY72" fmla="*/ 8323253 h 9456078"/>
              <a:gd name="connsiteX73" fmla="*/ 4040904 w 13940157"/>
              <a:gd name="connsiteY73" fmla="*/ 8292401 h 9456078"/>
              <a:gd name="connsiteX74" fmla="*/ 4078699 w 13940157"/>
              <a:gd name="connsiteY74" fmla="*/ 8261172 h 9456078"/>
              <a:gd name="connsiteX75" fmla="*/ 4116214 w 13940157"/>
              <a:gd name="connsiteY75" fmla="*/ 8229566 h 9456078"/>
              <a:gd name="connsiteX76" fmla="*/ 4153447 w 13940157"/>
              <a:gd name="connsiteY76" fmla="*/ 8197585 h 9456078"/>
              <a:gd name="connsiteX77" fmla="*/ 4190395 w 13940157"/>
              <a:gd name="connsiteY77" fmla="*/ 8165232 h 9456078"/>
              <a:gd name="connsiteX78" fmla="*/ 4227055 w 13940157"/>
              <a:gd name="connsiteY78" fmla="*/ 8132507 h 9456078"/>
              <a:gd name="connsiteX79" fmla="*/ 4263424 w 13940157"/>
              <a:gd name="connsiteY79" fmla="*/ 8099411 h 9456078"/>
              <a:gd name="connsiteX80" fmla="*/ 4299499 w 13940157"/>
              <a:gd name="connsiteY80" fmla="*/ 8065947 h 9456078"/>
              <a:gd name="connsiteX81" fmla="*/ 4335276 w 13940157"/>
              <a:gd name="connsiteY81" fmla="*/ 8032115 h 9456078"/>
              <a:gd name="connsiteX82" fmla="*/ 4370753 w 13940157"/>
              <a:gd name="connsiteY82" fmla="*/ 7997918 h 9456078"/>
              <a:gd name="connsiteX83" fmla="*/ 4405927 w 13940157"/>
              <a:gd name="connsiteY83" fmla="*/ 7963356 h 9456078"/>
              <a:gd name="connsiteX84" fmla="*/ 4440795 w 13940157"/>
              <a:gd name="connsiteY84" fmla="*/ 7928432 h 9456078"/>
              <a:gd name="connsiteX85" fmla="*/ 4475354 w 13940157"/>
              <a:gd name="connsiteY85" fmla="*/ 7893146 h 9456078"/>
              <a:gd name="connsiteX86" fmla="*/ 4509600 w 13940157"/>
              <a:gd name="connsiteY86" fmla="*/ 7857501 h 9456078"/>
              <a:gd name="connsiteX87" fmla="*/ 4543531 w 13940157"/>
              <a:gd name="connsiteY87" fmla="*/ 7821497 h 9456078"/>
              <a:gd name="connsiteX88" fmla="*/ 4577143 w 13940157"/>
              <a:gd name="connsiteY88" fmla="*/ 7785136 h 9456078"/>
              <a:gd name="connsiteX89" fmla="*/ 4610435 w 13940157"/>
              <a:gd name="connsiteY89" fmla="*/ 7748420 h 9456078"/>
              <a:gd name="connsiteX90" fmla="*/ 4643402 w 13940157"/>
              <a:gd name="connsiteY90" fmla="*/ 7711350 h 9456078"/>
              <a:gd name="connsiteX91" fmla="*/ 4676042 w 13940157"/>
              <a:gd name="connsiteY91" fmla="*/ 7673928 h 9456078"/>
              <a:gd name="connsiteX92" fmla="*/ 4708351 w 13940157"/>
              <a:gd name="connsiteY92" fmla="*/ 7636155 h 9456078"/>
              <a:gd name="connsiteX93" fmla="*/ 4740327 w 13940157"/>
              <a:gd name="connsiteY93" fmla="*/ 7598032 h 9456078"/>
              <a:gd name="connsiteX94" fmla="*/ 4771967 w 13940157"/>
              <a:gd name="connsiteY94" fmla="*/ 7559561 h 9456078"/>
              <a:gd name="connsiteX95" fmla="*/ 4803267 w 13940157"/>
              <a:gd name="connsiteY95" fmla="*/ 7520744 h 9456078"/>
              <a:gd name="connsiteX96" fmla="*/ 4834225 w 13940157"/>
              <a:gd name="connsiteY96" fmla="*/ 7481582 h 9456078"/>
              <a:gd name="connsiteX97" fmla="*/ 4864838 w 13940157"/>
              <a:gd name="connsiteY97" fmla="*/ 7442077 h 9456078"/>
              <a:gd name="connsiteX98" fmla="*/ 8803671 w 13940157"/>
              <a:gd name="connsiteY98" fmla="*/ 2307814 h 9456078"/>
              <a:gd name="connsiteX99" fmla="*/ 8834262 w 13940157"/>
              <a:gd name="connsiteY99" fmla="*/ 2268285 h 9456078"/>
              <a:gd name="connsiteX100" fmla="*/ 8865156 w 13940157"/>
              <a:gd name="connsiteY100" fmla="*/ 2229056 h 9456078"/>
              <a:gd name="connsiteX101" fmla="*/ 8896349 w 13940157"/>
              <a:gd name="connsiteY101" fmla="*/ 2190127 h 9456078"/>
              <a:gd name="connsiteX102" fmla="*/ 8927839 w 13940157"/>
              <a:gd name="connsiteY102" fmla="*/ 2151500 h 9456078"/>
              <a:gd name="connsiteX103" fmla="*/ 8959624 w 13940157"/>
              <a:gd name="connsiteY103" fmla="*/ 2113176 h 9456078"/>
              <a:gd name="connsiteX104" fmla="*/ 8991701 w 13940157"/>
              <a:gd name="connsiteY104" fmla="*/ 2075157 h 9456078"/>
              <a:gd name="connsiteX105" fmla="*/ 9024069 w 13940157"/>
              <a:gd name="connsiteY105" fmla="*/ 2037442 h 9456078"/>
              <a:gd name="connsiteX106" fmla="*/ 9056725 w 13940157"/>
              <a:gd name="connsiteY106" fmla="*/ 2000034 h 9456078"/>
              <a:gd name="connsiteX107" fmla="*/ 9089667 w 13940157"/>
              <a:gd name="connsiteY107" fmla="*/ 1962934 h 9456078"/>
              <a:gd name="connsiteX108" fmla="*/ 9122892 w 13940157"/>
              <a:gd name="connsiteY108" fmla="*/ 1926142 h 9456078"/>
              <a:gd name="connsiteX109" fmla="*/ 9156398 w 13940157"/>
              <a:gd name="connsiteY109" fmla="*/ 1889660 h 9456078"/>
              <a:gd name="connsiteX110" fmla="*/ 9190183 w 13940157"/>
              <a:gd name="connsiteY110" fmla="*/ 1853489 h 9456078"/>
              <a:gd name="connsiteX111" fmla="*/ 9224245 w 13940157"/>
              <a:gd name="connsiteY111" fmla="*/ 1817630 h 9456078"/>
              <a:gd name="connsiteX112" fmla="*/ 9258581 w 13940157"/>
              <a:gd name="connsiteY112" fmla="*/ 1782084 h 9456078"/>
              <a:gd name="connsiteX113" fmla="*/ 9293189 w 13940157"/>
              <a:gd name="connsiteY113" fmla="*/ 1746853 h 9456078"/>
              <a:gd name="connsiteX114" fmla="*/ 9328066 w 13940157"/>
              <a:gd name="connsiteY114" fmla="*/ 1711937 h 9456078"/>
              <a:gd name="connsiteX115" fmla="*/ 9363211 w 13940157"/>
              <a:gd name="connsiteY115" fmla="*/ 1677337 h 9456078"/>
              <a:gd name="connsiteX116" fmla="*/ 9398621 w 13940157"/>
              <a:gd name="connsiteY116" fmla="*/ 1643056 h 9456078"/>
              <a:gd name="connsiteX117" fmla="*/ 9434294 w 13940157"/>
              <a:gd name="connsiteY117" fmla="*/ 1609093 h 9456078"/>
              <a:gd name="connsiteX118" fmla="*/ 9470227 w 13940157"/>
              <a:gd name="connsiteY118" fmla="*/ 1575450 h 9456078"/>
              <a:gd name="connsiteX119" fmla="*/ 9506418 w 13940157"/>
              <a:gd name="connsiteY119" fmla="*/ 1542128 h 9456078"/>
              <a:gd name="connsiteX120" fmla="*/ 9542866 w 13940157"/>
              <a:gd name="connsiteY120" fmla="*/ 1509129 h 9456078"/>
              <a:gd name="connsiteX121" fmla="*/ 9579567 w 13940157"/>
              <a:gd name="connsiteY121" fmla="*/ 1476452 h 9456078"/>
              <a:gd name="connsiteX122" fmla="*/ 9616519 w 13940157"/>
              <a:gd name="connsiteY122" fmla="*/ 1444101 h 9456078"/>
              <a:gd name="connsiteX123" fmla="*/ 9653720 w 13940157"/>
              <a:gd name="connsiteY123" fmla="*/ 1412075 h 9456078"/>
              <a:gd name="connsiteX124" fmla="*/ 9691168 w 13940157"/>
              <a:gd name="connsiteY124" fmla="*/ 1380375 h 9456078"/>
              <a:gd name="connsiteX125" fmla="*/ 9728861 w 13940157"/>
              <a:gd name="connsiteY125" fmla="*/ 1349004 h 9456078"/>
              <a:gd name="connsiteX126" fmla="*/ 9766795 w 13940157"/>
              <a:gd name="connsiteY126" fmla="*/ 1317962 h 9456078"/>
              <a:gd name="connsiteX127" fmla="*/ 9804970 w 13940157"/>
              <a:gd name="connsiteY127" fmla="*/ 1287250 h 9456078"/>
              <a:gd name="connsiteX128" fmla="*/ 9843382 w 13940157"/>
              <a:gd name="connsiteY128" fmla="*/ 1256869 h 9456078"/>
              <a:gd name="connsiteX129" fmla="*/ 9882029 w 13940157"/>
              <a:gd name="connsiteY129" fmla="*/ 1226820 h 9456078"/>
              <a:gd name="connsiteX130" fmla="*/ 9920909 w 13940157"/>
              <a:gd name="connsiteY130" fmla="*/ 1197105 h 9456078"/>
              <a:gd name="connsiteX131" fmla="*/ 9960020 w 13940157"/>
              <a:gd name="connsiteY131" fmla="*/ 1167725 h 9456078"/>
              <a:gd name="connsiteX132" fmla="*/ 9999359 w 13940157"/>
              <a:gd name="connsiteY132" fmla="*/ 1138681 h 9456078"/>
              <a:gd name="connsiteX133" fmla="*/ 10038924 w 13940157"/>
              <a:gd name="connsiteY133" fmla="*/ 1109974 h 9456078"/>
              <a:gd name="connsiteX134" fmla="*/ 10078713 w 13940157"/>
              <a:gd name="connsiteY134" fmla="*/ 1081604 h 9456078"/>
              <a:gd name="connsiteX135" fmla="*/ 10118724 w 13940157"/>
              <a:gd name="connsiteY135" fmla="*/ 1053574 h 9456078"/>
              <a:gd name="connsiteX136" fmla="*/ 10158954 w 13940157"/>
              <a:gd name="connsiteY136" fmla="*/ 1025884 h 9456078"/>
              <a:gd name="connsiteX137" fmla="*/ 10199400 w 13940157"/>
              <a:gd name="connsiteY137" fmla="*/ 998536 h 9456078"/>
              <a:gd name="connsiteX138" fmla="*/ 10240062 w 13940157"/>
              <a:gd name="connsiteY138" fmla="*/ 971530 h 9456078"/>
              <a:gd name="connsiteX139" fmla="*/ 10280935 w 13940157"/>
              <a:gd name="connsiteY139" fmla="*/ 944868 h 9456078"/>
              <a:gd name="connsiteX140" fmla="*/ 10322019 w 13940157"/>
              <a:gd name="connsiteY140" fmla="*/ 918551 h 9456078"/>
              <a:gd name="connsiteX141" fmla="*/ 10363310 w 13940157"/>
              <a:gd name="connsiteY141" fmla="*/ 892580 h 9456078"/>
              <a:gd name="connsiteX142" fmla="*/ 10404807 w 13940157"/>
              <a:gd name="connsiteY142" fmla="*/ 866956 h 9456078"/>
              <a:gd name="connsiteX143" fmla="*/ 10446507 w 13940157"/>
              <a:gd name="connsiteY143" fmla="*/ 841681 h 9456078"/>
              <a:gd name="connsiteX144" fmla="*/ 10488408 w 13940157"/>
              <a:gd name="connsiteY144" fmla="*/ 816754 h 9456078"/>
              <a:gd name="connsiteX145" fmla="*/ 10530507 w 13940157"/>
              <a:gd name="connsiteY145" fmla="*/ 792179 h 9456078"/>
              <a:gd name="connsiteX146" fmla="*/ 10572803 w 13940157"/>
              <a:gd name="connsiteY146" fmla="*/ 767955 h 9456078"/>
              <a:gd name="connsiteX147" fmla="*/ 10615292 w 13940157"/>
              <a:gd name="connsiteY147" fmla="*/ 744083 h 9456078"/>
              <a:gd name="connsiteX148" fmla="*/ 10657973 w 13940157"/>
              <a:gd name="connsiteY148" fmla="*/ 720566 h 9456078"/>
              <a:gd name="connsiteX149" fmla="*/ 10700844 w 13940157"/>
              <a:gd name="connsiteY149" fmla="*/ 697404 h 9456078"/>
              <a:gd name="connsiteX150" fmla="*/ 10743902 w 13940157"/>
              <a:gd name="connsiteY150" fmla="*/ 674598 h 9456078"/>
              <a:gd name="connsiteX151" fmla="*/ 10787144 w 13940157"/>
              <a:gd name="connsiteY151" fmla="*/ 652149 h 9456078"/>
              <a:gd name="connsiteX152" fmla="*/ 10830569 w 13940157"/>
              <a:gd name="connsiteY152" fmla="*/ 630059 h 9456078"/>
              <a:gd name="connsiteX153" fmla="*/ 10874174 w 13940157"/>
              <a:gd name="connsiteY153" fmla="*/ 608328 h 9456078"/>
              <a:gd name="connsiteX154" fmla="*/ 10917957 w 13940157"/>
              <a:gd name="connsiteY154" fmla="*/ 586958 h 9456078"/>
              <a:gd name="connsiteX155" fmla="*/ 10961916 w 13940157"/>
              <a:gd name="connsiteY155" fmla="*/ 565950 h 9456078"/>
              <a:gd name="connsiteX156" fmla="*/ 11006048 w 13940157"/>
              <a:gd name="connsiteY156" fmla="*/ 545304 h 9456078"/>
              <a:gd name="connsiteX157" fmla="*/ 11050351 w 13940157"/>
              <a:gd name="connsiteY157" fmla="*/ 525023 h 9456078"/>
              <a:gd name="connsiteX158" fmla="*/ 11094823 w 13940157"/>
              <a:gd name="connsiteY158" fmla="*/ 505107 h 9456078"/>
              <a:gd name="connsiteX159" fmla="*/ 11139461 w 13940157"/>
              <a:gd name="connsiteY159" fmla="*/ 485558 h 9456078"/>
              <a:gd name="connsiteX160" fmla="*/ 11184263 w 13940157"/>
              <a:gd name="connsiteY160" fmla="*/ 466376 h 9456078"/>
              <a:gd name="connsiteX161" fmla="*/ 11229228 w 13940157"/>
              <a:gd name="connsiteY161" fmla="*/ 447563 h 9456078"/>
              <a:gd name="connsiteX162" fmla="*/ 11274351 w 13940157"/>
              <a:gd name="connsiteY162" fmla="*/ 429119 h 9456078"/>
              <a:gd name="connsiteX163" fmla="*/ 11319632 w 13940157"/>
              <a:gd name="connsiteY163" fmla="*/ 411046 h 9456078"/>
              <a:gd name="connsiteX164" fmla="*/ 11365068 w 13940157"/>
              <a:gd name="connsiteY164" fmla="*/ 393346 h 9456078"/>
              <a:gd name="connsiteX165" fmla="*/ 11410657 w 13940157"/>
              <a:gd name="connsiteY165" fmla="*/ 376018 h 9456078"/>
              <a:gd name="connsiteX166" fmla="*/ 11456396 w 13940157"/>
              <a:gd name="connsiteY166" fmla="*/ 359065 h 9456078"/>
              <a:gd name="connsiteX167" fmla="*/ 11502283 w 13940157"/>
              <a:gd name="connsiteY167" fmla="*/ 342487 h 9456078"/>
              <a:gd name="connsiteX168" fmla="*/ 11548316 w 13940157"/>
              <a:gd name="connsiteY168" fmla="*/ 326286 h 9456078"/>
              <a:gd name="connsiteX169" fmla="*/ 11594492 w 13940157"/>
              <a:gd name="connsiteY169" fmla="*/ 310462 h 9456078"/>
              <a:gd name="connsiteX170" fmla="*/ 11640810 w 13940157"/>
              <a:gd name="connsiteY170" fmla="*/ 295018 h 9456078"/>
              <a:gd name="connsiteX171" fmla="*/ 11687267 w 13940157"/>
              <a:gd name="connsiteY171" fmla="*/ 279953 h 9456078"/>
              <a:gd name="connsiteX172" fmla="*/ 11733860 w 13940157"/>
              <a:gd name="connsiteY172" fmla="*/ 265269 h 9456078"/>
              <a:gd name="connsiteX173" fmla="*/ 11780587 w 13940157"/>
              <a:gd name="connsiteY173" fmla="*/ 250968 h 9456078"/>
              <a:gd name="connsiteX174" fmla="*/ 11827447 w 13940157"/>
              <a:gd name="connsiteY174" fmla="*/ 237049 h 9456078"/>
              <a:gd name="connsiteX175" fmla="*/ 11874436 w 13940157"/>
              <a:gd name="connsiteY175" fmla="*/ 223516 h 9456078"/>
              <a:gd name="connsiteX176" fmla="*/ 11921553 w 13940157"/>
              <a:gd name="connsiteY176" fmla="*/ 210368 h 9456078"/>
              <a:gd name="connsiteX177" fmla="*/ 11968794 w 13940157"/>
              <a:gd name="connsiteY177" fmla="*/ 197606 h 9456078"/>
              <a:gd name="connsiteX178" fmla="*/ 12016159 w 13940157"/>
              <a:gd name="connsiteY178" fmla="*/ 185233 h 9456078"/>
              <a:gd name="connsiteX179" fmla="*/ 12063644 w 13940157"/>
              <a:gd name="connsiteY179" fmla="*/ 173248 h 9456078"/>
              <a:gd name="connsiteX180" fmla="*/ 12111248 w 13940157"/>
              <a:gd name="connsiteY180" fmla="*/ 161654 h 9456078"/>
              <a:gd name="connsiteX181" fmla="*/ 12158967 w 13940157"/>
              <a:gd name="connsiteY181" fmla="*/ 150451 h 9456078"/>
              <a:gd name="connsiteX182" fmla="*/ 12206800 w 13940157"/>
              <a:gd name="connsiteY182" fmla="*/ 139640 h 9456078"/>
              <a:gd name="connsiteX183" fmla="*/ 12254745 w 13940157"/>
              <a:gd name="connsiteY183" fmla="*/ 129223 h 9456078"/>
              <a:gd name="connsiteX184" fmla="*/ 12302799 w 13940157"/>
              <a:gd name="connsiteY184" fmla="*/ 119201 h 9456078"/>
              <a:gd name="connsiteX185" fmla="*/ 12350959 w 13940157"/>
              <a:gd name="connsiteY185" fmla="*/ 109574 h 9456078"/>
              <a:gd name="connsiteX186" fmla="*/ 12399224 w 13940157"/>
              <a:gd name="connsiteY186" fmla="*/ 100344 h 9456078"/>
              <a:gd name="connsiteX187" fmla="*/ 12447591 w 13940157"/>
              <a:gd name="connsiteY187" fmla="*/ 91512 h 9456078"/>
              <a:gd name="connsiteX188" fmla="*/ 12496058 w 13940157"/>
              <a:gd name="connsiteY188" fmla="*/ 83080 h 9456078"/>
              <a:gd name="connsiteX189" fmla="*/ 12544623 w 13940157"/>
              <a:gd name="connsiteY189" fmla="*/ 75047 h 9456078"/>
              <a:gd name="connsiteX190" fmla="*/ 12593283 w 13940157"/>
              <a:gd name="connsiteY190" fmla="*/ 67417 h 9456078"/>
              <a:gd name="connsiteX191" fmla="*/ 12642036 w 13940157"/>
              <a:gd name="connsiteY191" fmla="*/ 60188 h 9456078"/>
              <a:gd name="connsiteX192" fmla="*/ 12690879 w 13940157"/>
              <a:gd name="connsiteY192" fmla="*/ 53364 h 9456078"/>
              <a:gd name="connsiteX193" fmla="*/ 12739811 w 13940157"/>
              <a:gd name="connsiteY193" fmla="*/ 46944 h 9456078"/>
              <a:gd name="connsiteX194" fmla="*/ 12788830 w 13940157"/>
              <a:gd name="connsiteY194" fmla="*/ 40931 h 9456078"/>
              <a:gd name="connsiteX195" fmla="*/ 12837932 w 13940157"/>
              <a:gd name="connsiteY195" fmla="*/ 35324 h 9456078"/>
              <a:gd name="connsiteX196" fmla="*/ 12887116 w 13940157"/>
              <a:gd name="connsiteY196" fmla="*/ 30126 h 9456078"/>
              <a:gd name="connsiteX197" fmla="*/ 12936379 w 13940157"/>
              <a:gd name="connsiteY197" fmla="*/ 25337 h 9456078"/>
              <a:gd name="connsiteX198" fmla="*/ 12985719 w 13940157"/>
              <a:gd name="connsiteY198" fmla="*/ 20958 h 9456078"/>
              <a:gd name="connsiteX199" fmla="*/ 13035133 w 13940157"/>
              <a:gd name="connsiteY199" fmla="*/ 16991 h 9456078"/>
              <a:gd name="connsiteX200" fmla="*/ 13084620 w 13940157"/>
              <a:gd name="connsiteY200" fmla="*/ 13437 h 9456078"/>
              <a:gd name="connsiteX201" fmla="*/ 13134178 w 13940157"/>
              <a:gd name="connsiteY201" fmla="*/ 10297 h 9456078"/>
              <a:gd name="connsiteX202" fmla="*/ 13183803 w 13940157"/>
              <a:gd name="connsiteY202" fmla="*/ 7572 h 9456078"/>
              <a:gd name="connsiteX203" fmla="*/ 13233493 w 13940157"/>
              <a:gd name="connsiteY203" fmla="*/ 5263 h 9456078"/>
              <a:gd name="connsiteX204" fmla="*/ 13283247 w 13940157"/>
              <a:gd name="connsiteY204" fmla="*/ 3371 h 9456078"/>
              <a:gd name="connsiteX205" fmla="*/ 13333061 w 13940157"/>
              <a:gd name="connsiteY205" fmla="*/ 1898 h 9456078"/>
              <a:gd name="connsiteX206" fmla="*/ 13382934 w 13940157"/>
              <a:gd name="connsiteY206" fmla="*/ 844 h 9456078"/>
              <a:gd name="connsiteX207" fmla="*/ 13432864 w 13940157"/>
              <a:gd name="connsiteY207" fmla="*/ 211 h 9456078"/>
              <a:gd name="connsiteX208" fmla="*/ 13482847 w 13940157"/>
              <a:gd name="connsiteY208" fmla="*/ 0 h 9456078"/>
              <a:gd name="connsiteX209" fmla="*/ 13940158 w 13940157"/>
              <a:gd name="connsiteY209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49234 w 13158799"/>
              <a:gd name="connsiteY5" fmla="*/ 9450052 h 9456078"/>
              <a:gd name="connsiteX6" fmla="*/ 298870 w 13158799"/>
              <a:gd name="connsiteY6" fmla="*/ 9447409 h 9456078"/>
              <a:gd name="connsiteX7" fmla="*/ 348429 w 13158799"/>
              <a:gd name="connsiteY7" fmla="*/ 9444290 h 9456078"/>
              <a:gd name="connsiteX8" fmla="*/ 397907 w 13158799"/>
              <a:gd name="connsiteY8" fmla="*/ 9440698 h 9456078"/>
              <a:gd name="connsiteX9" fmla="*/ 447302 w 13158799"/>
              <a:gd name="connsiteY9" fmla="*/ 9436632 h 9456078"/>
              <a:gd name="connsiteX10" fmla="*/ 496610 w 13158799"/>
              <a:gd name="connsiteY10" fmla="*/ 9432096 h 9456078"/>
              <a:gd name="connsiteX11" fmla="*/ 545829 w 13158799"/>
              <a:gd name="connsiteY11" fmla="*/ 9427089 h 9456078"/>
              <a:gd name="connsiteX12" fmla="*/ 594956 w 13158799"/>
              <a:gd name="connsiteY12" fmla="*/ 9421615 h 9456078"/>
              <a:gd name="connsiteX13" fmla="*/ 643987 w 13158799"/>
              <a:gd name="connsiteY13" fmla="*/ 9415673 h 9456078"/>
              <a:gd name="connsiteX14" fmla="*/ 692920 w 13158799"/>
              <a:gd name="connsiteY14" fmla="*/ 9409267 h 9456078"/>
              <a:gd name="connsiteX15" fmla="*/ 741751 w 13158799"/>
              <a:gd name="connsiteY15" fmla="*/ 9402396 h 9456078"/>
              <a:gd name="connsiteX16" fmla="*/ 790478 w 13158799"/>
              <a:gd name="connsiteY16" fmla="*/ 9395063 h 9456078"/>
              <a:gd name="connsiteX17" fmla="*/ 839098 w 13158799"/>
              <a:gd name="connsiteY17" fmla="*/ 9387270 h 9456078"/>
              <a:gd name="connsiteX18" fmla="*/ 887607 w 13158799"/>
              <a:gd name="connsiteY18" fmla="*/ 9379017 h 9456078"/>
              <a:gd name="connsiteX19" fmla="*/ 936002 w 13158799"/>
              <a:gd name="connsiteY19" fmla="*/ 9370306 h 9456078"/>
              <a:gd name="connsiteX20" fmla="*/ 984281 w 13158799"/>
              <a:gd name="connsiteY20" fmla="*/ 9361139 h 9456078"/>
              <a:gd name="connsiteX21" fmla="*/ 1032440 w 13158799"/>
              <a:gd name="connsiteY21" fmla="*/ 9351517 h 9456078"/>
              <a:gd name="connsiteX22" fmla="*/ 1080477 w 13158799"/>
              <a:gd name="connsiteY22" fmla="*/ 9341441 h 9456078"/>
              <a:gd name="connsiteX23" fmla="*/ 1128389 w 13158799"/>
              <a:gd name="connsiteY23" fmla="*/ 9330914 h 9456078"/>
              <a:gd name="connsiteX24" fmla="*/ 1176172 w 13158799"/>
              <a:gd name="connsiteY24" fmla="*/ 9319936 h 9456078"/>
              <a:gd name="connsiteX25" fmla="*/ 1223823 w 13158799"/>
              <a:gd name="connsiteY25" fmla="*/ 9308509 h 9456078"/>
              <a:gd name="connsiteX26" fmla="*/ 1271339 w 13158799"/>
              <a:gd name="connsiteY26" fmla="*/ 9296635 h 9456078"/>
              <a:gd name="connsiteX27" fmla="*/ 1318719 w 13158799"/>
              <a:gd name="connsiteY27" fmla="*/ 9284315 h 9456078"/>
              <a:gd name="connsiteX28" fmla="*/ 1365957 w 13158799"/>
              <a:gd name="connsiteY28" fmla="*/ 9271550 h 9456078"/>
              <a:gd name="connsiteX29" fmla="*/ 1413052 w 13158799"/>
              <a:gd name="connsiteY29" fmla="*/ 9258342 h 9456078"/>
              <a:gd name="connsiteX30" fmla="*/ 1460000 w 13158799"/>
              <a:gd name="connsiteY30" fmla="*/ 9244693 h 9456078"/>
              <a:gd name="connsiteX31" fmla="*/ 1506799 w 13158799"/>
              <a:gd name="connsiteY31" fmla="*/ 9230604 h 9456078"/>
              <a:gd name="connsiteX32" fmla="*/ 1553445 w 13158799"/>
              <a:gd name="connsiteY32" fmla="*/ 9216076 h 9456078"/>
              <a:gd name="connsiteX33" fmla="*/ 1599935 w 13158799"/>
              <a:gd name="connsiteY33" fmla="*/ 9201111 h 9456078"/>
              <a:gd name="connsiteX34" fmla="*/ 1646267 w 13158799"/>
              <a:gd name="connsiteY34" fmla="*/ 9185710 h 9456078"/>
              <a:gd name="connsiteX35" fmla="*/ 1692437 w 13158799"/>
              <a:gd name="connsiteY35" fmla="*/ 9169876 h 9456078"/>
              <a:gd name="connsiteX36" fmla="*/ 1738442 w 13158799"/>
              <a:gd name="connsiteY36" fmla="*/ 9153608 h 9456078"/>
              <a:gd name="connsiteX37" fmla="*/ 1784280 w 13158799"/>
              <a:gd name="connsiteY37" fmla="*/ 9136910 h 9456078"/>
              <a:gd name="connsiteX38" fmla="*/ 1829947 w 13158799"/>
              <a:gd name="connsiteY38" fmla="*/ 9119782 h 9456078"/>
              <a:gd name="connsiteX39" fmla="*/ 1875440 w 13158799"/>
              <a:gd name="connsiteY39" fmla="*/ 9102226 h 9456078"/>
              <a:gd name="connsiteX40" fmla="*/ 1920756 w 13158799"/>
              <a:gd name="connsiteY40" fmla="*/ 9084243 h 9456078"/>
              <a:gd name="connsiteX41" fmla="*/ 1965893 w 13158799"/>
              <a:gd name="connsiteY41" fmla="*/ 9065835 h 9456078"/>
              <a:gd name="connsiteX42" fmla="*/ 2010847 w 13158799"/>
              <a:gd name="connsiteY42" fmla="*/ 9047004 h 9456078"/>
              <a:gd name="connsiteX43" fmla="*/ 2055615 w 13158799"/>
              <a:gd name="connsiteY43" fmla="*/ 9027750 h 9456078"/>
              <a:gd name="connsiteX44" fmla="*/ 2100195 w 13158799"/>
              <a:gd name="connsiteY44" fmla="*/ 9008075 h 9456078"/>
              <a:gd name="connsiteX45" fmla="*/ 2144582 w 13158799"/>
              <a:gd name="connsiteY45" fmla="*/ 8987981 h 9456078"/>
              <a:gd name="connsiteX46" fmla="*/ 2188775 w 13158799"/>
              <a:gd name="connsiteY46" fmla="*/ 8967470 h 9456078"/>
              <a:gd name="connsiteX47" fmla="*/ 2232770 w 13158799"/>
              <a:gd name="connsiteY47" fmla="*/ 8946542 h 9456078"/>
              <a:gd name="connsiteX48" fmla="*/ 2276564 w 13158799"/>
              <a:gd name="connsiteY48" fmla="*/ 8925199 h 9456078"/>
              <a:gd name="connsiteX49" fmla="*/ 2320154 w 13158799"/>
              <a:gd name="connsiteY49" fmla="*/ 8903443 h 9456078"/>
              <a:gd name="connsiteX50" fmla="*/ 2363538 w 13158799"/>
              <a:gd name="connsiteY50" fmla="*/ 8881275 h 9456078"/>
              <a:gd name="connsiteX51" fmla="*/ 2406711 w 13158799"/>
              <a:gd name="connsiteY51" fmla="*/ 8858697 h 9456078"/>
              <a:gd name="connsiteX52" fmla="*/ 2449672 w 13158799"/>
              <a:gd name="connsiteY52" fmla="*/ 8835710 h 9456078"/>
              <a:gd name="connsiteX53" fmla="*/ 2492417 w 13158799"/>
              <a:gd name="connsiteY53" fmla="*/ 8812316 h 9456078"/>
              <a:gd name="connsiteX54" fmla="*/ 2534943 w 13158799"/>
              <a:gd name="connsiteY54" fmla="*/ 8788516 h 9456078"/>
              <a:gd name="connsiteX55" fmla="*/ 2577247 w 13158799"/>
              <a:gd name="connsiteY55" fmla="*/ 8764311 h 9456078"/>
              <a:gd name="connsiteX56" fmla="*/ 2619326 w 13158799"/>
              <a:gd name="connsiteY56" fmla="*/ 8739704 h 9456078"/>
              <a:gd name="connsiteX57" fmla="*/ 2661177 w 13158799"/>
              <a:gd name="connsiteY57" fmla="*/ 8714695 h 9456078"/>
              <a:gd name="connsiteX58" fmla="*/ 2702797 w 13158799"/>
              <a:gd name="connsiteY58" fmla="*/ 8689286 h 9456078"/>
              <a:gd name="connsiteX59" fmla="*/ 2744183 w 13158799"/>
              <a:gd name="connsiteY59" fmla="*/ 8663479 h 9456078"/>
              <a:gd name="connsiteX60" fmla="*/ 2785333 w 13158799"/>
              <a:gd name="connsiteY60" fmla="*/ 8637274 h 9456078"/>
              <a:gd name="connsiteX61" fmla="*/ 2826242 w 13158799"/>
              <a:gd name="connsiteY61" fmla="*/ 8610675 h 9456078"/>
              <a:gd name="connsiteX62" fmla="*/ 2866908 w 13158799"/>
              <a:gd name="connsiteY62" fmla="*/ 8583681 h 9456078"/>
              <a:gd name="connsiteX63" fmla="*/ 2907329 w 13158799"/>
              <a:gd name="connsiteY63" fmla="*/ 8556295 h 9456078"/>
              <a:gd name="connsiteX64" fmla="*/ 2947500 w 13158799"/>
              <a:gd name="connsiteY64" fmla="*/ 8528517 h 9456078"/>
              <a:gd name="connsiteX65" fmla="*/ 2987419 w 13158799"/>
              <a:gd name="connsiteY65" fmla="*/ 8500351 h 9456078"/>
              <a:gd name="connsiteX66" fmla="*/ 3027083 w 13158799"/>
              <a:gd name="connsiteY66" fmla="*/ 8471796 h 9456078"/>
              <a:gd name="connsiteX67" fmla="*/ 3066489 w 13158799"/>
              <a:gd name="connsiteY67" fmla="*/ 8442854 h 9456078"/>
              <a:gd name="connsiteX68" fmla="*/ 3105634 w 13158799"/>
              <a:gd name="connsiteY68" fmla="*/ 8413528 h 9456078"/>
              <a:gd name="connsiteX69" fmla="*/ 3144515 w 13158799"/>
              <a:gd name="connsiteY69" fmla="*/ 8383818 h 9456078"/>
              <a:gd name="connsiteX70" fmla="*/ 3183129 w 13158799"/>
              <a:gd name="connsiteY70" fmla="*/ 8353726 h 9456078"/>
              <a:gd name="connsiteX71" fmla="*/ 3221473 w 13158799"/>
              <a:gd name="connsiteY71" fmla="*/ 8323253 h 9456078"/>
              <a:gd name="connsiteX72" fmla="*/ 3259544 w 13158799"/>
              <a:gd name="connsiteY72" fmla="*/ 8292401 h 9456078"/>
              <a:gd name="connsiteX73" fmla="*/ 3297339 w 13158799"/>
              <a:gd name="connsiteY73" fmla="*/ 8261172 h 9456078"/>
              <a:gd name="connsiteX74" fmla="*/ 3334854 w 13158799"/>
              <a:gd name="connsiteY74" fmla="*/ 8229566 h 9456078"/>
              <a:gd name="connsiteX75" fmla="*/ 3372087 w 13158799"/>
              <a:gd name="connsiteY75" fmla="*/ 8197585 h 9456078"/>
              <a:gd name="connsiteX76" fmla="*/ 3409035 w 13158799"/>
              <a:gd name="connsiteY76" fmla="*/ 8165232 h 9456078"/>
              <a:gd name="connsiteX77" fmla="*/ 3445695 w 13158799"/>
              <a:gd name="connsiteY77" fmla="*/ 8132507 h 9456078"/>
              <a:gd name="connsiteX78" fmla="*/ 3482064 w 13158799"/>
              <a:gd name="connsiteY78" fmla="*/ 8099411 h 9456078"/>
              <a:gd name="connsiteX79" fmla="*/ 3518139 w 13158799"/>
              <a:gd name="connsiteY79" fmla="*/ 8065947 h 9456078"/>
              <a:gd name="connsiteX80" fmla="*/ 3553916 w 13158799"/>
              <a:gd name="connsiteY80" fmla="*/ 8032115 h 9456078"/>
              <a:gd name="connsiteX81" fmla="*/ 3589393 w 13158799"/>
              <a:gd name="connsiteY81" fmla="*/ 7997918 h 9456078"/>
              <a:gd name="connsiteX82" fmla="*/ 3624567 w 13158799"/>
              <a:gd name="connsiteY82" fmla="*/ 7963356 h 9456078"/>
              <a:gd name="connsiteX83" fmla="*/ 3659435 w 13158799"/>
              <a:gd name="connsiteY83" fmla="*/ 7928432 h 9456078"/>
              <a:gd name="connsiteX84" fmla="*/ 3693994 w 13158799"/>
              <a:gd name="connsiteY84" fmla="*/ 7893146 h 9456078"/>
              <a:gd name="connsiteX85" fmla="*/ 3728240 w 13158799"/>
              <a:gd name="connsiteY85" fmla="*/ 7857501 h 9456078"/>
              <a:gd name="connsiteX86" fmla="*/ 3762171 w 13158799"/>
              <a:gd name="connsiteY86" fmla="*/ 7821497 h 9456078"/>
              <a:gd name="connsiteX87" fmla="*/ 3795783 w 13158799"/>
              <a:gd name="connsiteY87" fmla="*/ 7785136 h 9456078"/>
              <a:gd name="connsiteX88" fmla="*/ 3829075 w 13158799"/>
              <a:gd name="connsiteY88" fmla="*/ 7748420 h 9456078"/>
              <a:gd name="connsiteX89" fmla="*/ 3862042 w 13158799"/>
              <a:gd name="connsiteY89" fmla="*/ 7711350 h 9456078"/>
              <a:gd name="connsiteX90" fmla="*/ 3894682 w 13158799"/>
              <a:gd name="connsiteY90" fmla="*/ 7673928 h 9456078"/>
              <a:gd name="connsiteX91" fmla="*/ 3926991 w 13158799"/>
              <a:gd name="connsiteY91" fmla="*/ 7636155 h 9456078"/>
              <a:gd name="connsiteX92" fmla="*/ 3958967 w 13158799"/>
              <a:gd name="connsiteY92" fmla="*/ 7598032 h 9456078"/>
              <a:gd name="connsiteX93" fmla="*/ 3990607 w 13158799"/>
              <a:gd name="connsiteY93" fmla="*/ 7559561 h 9456078"/>
              <a:gd name="connsiteX94" fmla="*/ 4021907 w 13158799"/>
              <a:gd name="connsiteY94" fmla="*/ 7520744 h 9456078"/>
              <a:gd name="connsiteX95" fmla="*/ 4052865 w 13158799"/>
              <a:gd name="connsiteY95" fmla="*/ 7481582 h 9456078"/>
              <a:gd name="connsiteX96" fmla="*/ 4083478 w 13158799"/>
              <a:gd name="connsiteY96" fmla="*/ 7442077 h 9456078"/>
              <a:gd name="connsiteX97" fmla="*/ 8022311 w 13158799"/>
              <a:gd name="connsiteY97" fmla="*/ 2307814 h 9456078"/>
              <a:gd name="connsiteX98" fmla="*/ 8052902 w 13158799"/>
              <a:gd name="connsiteY98" fmla="*/ 2268285 h 9456078"/>
              <a:gd name="connsiteX99" fmla="*/ 8083796 w 13158799"/>
              <a:gd name="connsiteY99" fmla="*/ 2229056 h 9456078"/>
              <a:gd name="connsiteX100" fmla="*/ 8114989 w 13158799"/>
              <a:gd name="connsiteY100" fmla="*/ 2190127 h 9456078"/>
              <a:gd name="connsiteX101" fmla="*/ 8146479 w 13158799"/>
              <a:gd name="connsiteY101" fmla="*/ 2151500 h 9456078"/>
              <a:gd name="connsiteX102" fmla="*/ 8178264 w 13158799"/>
              <a:gd name="connsiteY102" fmla="*/ 2113176 h 9456078"/>
              <a:gd name="connsiteX103" fmla="*/ 8210341 w 13158799"/>
              <a:gd name="connsiteY103" fmla="*/ 2075157 h 9456078"/>
              <a:gd name="connsiteX104" fmla="*/ 8242709 w 13158799"/>
              <a:gd name="connsiteY104" fmla="*/ 2037442 h 9456078"/>
              <a:gd name="connsiteX105" fmla="*/ 8275365 w 13158799"/>
              <a:gd name="connsiteY105" fmla="*/ 2000034 h 9456078"/>
              <a:gd name="connsiteX106" fmla="*/ 8308307 w 13158799"/>
              <a:gd name="connsiteY106" fmla="*/ 1962934 h 9456078"/>
              <a:gd name="connsiteX107" fmla="*/ 8341532 w 13158799"/>
              <a:gd name="connsiteY107" fmla="*/ 1926142 h 9456078"/>
              <a:gd name="connsiteX108" fmla="*/ 8375038 w 13158799"/>
              <a:gd name="connsiteY108" fmla="*/ 1889660 h 9456078"/>
              <a:gd name="connsiteX109" fmla="*/ 8408823 w 13158799"/>
              <a:gd name="connsiteY109" fmla="*/ 1853489 h 9456078"/>
              <a:gd name="connsiteX110" fmla="*/ 8442885 w 13158799"/>
              <a:gd name="connsiteY110" fmla="*/ 1817630 h 9456078"/>
              <a:gd name="connsiteX111" fmla="*/ 8477221 w 13158799"/>
              <a:gd name="connsiteY111" fmla="*/ 1782084 h 9456078"/>
              <a:gd name="connsiteX112" fmla="*/ 8511829 w 13158799"/>
              <a:gd name="connsiteY112" fmla="*/ 1746853 h 9456078"/>
              <a:gd name="connsiteX113" fmla="*/ 8546706 w 13158799"/>
              <a:gd name="connsiteY113" fmla="*/ 1711937 h 9456078"/>
              <a:gd name="connsiteX114" fmla="*/ 8581851 w 13158799"/>
              <a:gd name="connsiteY114" fmla="*/ 1677337 h 9456078"/>
              <a:gd name="connsiteX115" fmla="*/ 8617261 w 13158799"/>
              <a:gd name="connsiteY115" fmla="*/ 1643056 h 9456078"/>
              <a:gd name="connsiteX116" fmla="*/ 8652934 w 13158799"/>
              <a:gd name="connsiteY116" fmla="*/ 1609093 h 9456078"/>
              <a:gd name="connsiteX117" fmla="*/ 8688867 w 13158799"/>
              <a:gd name="connsiteY117" fmla="*/ 1575450 h 9456078"/>
              <a:gd name="connsiteX118" fmla="*/ 8725058 w 13158799"/>
              <a:gd name="connsiteY118" fmla="*/ 1542128 h 9456078"/>
              <a:gd name="connsiteX119" fmla="*/ 8761506 w 13158799"/>
              <a:gd name="connsiteY119" fmla="*/ 1509129 h 9456078"/>
              <a:gd name="connsiteX120" fmla="*/ 8798207 w 13158799"/>
              <a:gd name="connsiteY120" fmla="*/ 1476452 h 9456078"/>
              <a:gd name="connsiteX121" fmla="*/ 8835159 w 13158799"/>
              <a:gd name="connsiteY121" fmla="*/ 1444101 h 9456078"/>
              <a:gd name="connsiteX122" fmla="*/ 8872360 w 13158799"/>
              <a:gd name="connsiteY122" fmla="*/ 1412075 h 9456078"/>
              <a:gd name="connsiteX123" fmla="*/ 8909808 w 13158799"/>
              <a:gd name="connsiteY123" fmla="*/ 1380375 h 9456078"/>
              <a:gd name="connsiteX124" fmla="*/ 8947501 w 13158799"/>
              <a:gd name="connsiteY124" fmla="*/ 1349004 h 9456078"/>
              <a:gd name="connsiteX125" fmla="*/ 8985435 w 13158799"/>
              <a:gd name="connsiteY125" fmla="*/ 1317962 h 9456078"/>
              <a:gd name="connsiteX126" fmla="*/ 9023610 w 13158799"/>
              <a:gd name="connsiteY126" fmla="*/ 1287250 h 9456078"/>
              <a:gd name="connsiteX127" fmla="*/ 9062022 w 13158799"/>
              <a:gd name="connsiteY127" fmla="*/ 1256869 h 9456078"/>
              <a:gd name="connsiteX128" fmla="*/ 9100669 w 13158799"/>
              <a:gd name="connsiteY128" fmla="*/ 1226820 h 9456078"/>
              <a:gd name="connsiteX129" fmla="*/ 9139549 w 13158799"/>
              <a:gd name="connsiteY129" fmla="*/ 1197105 h 9456078"/>
              <a:gd name="connsiteX130" fmla="*/ 9178660 w 13158799"/>
              <a:gd name="connsiteY130" fmla="*/ 1167725 h 9456078"/>
              <a:gd name="connsiteX131" fmla="*/ 9217999 w 13158799"/>
              <a:gd name="connsiteY131" fmla="*/ 1138681 h 9456078"/>
              <a:gd name="connsiteX132" fmla="*/ 9257564 w 13158799"/>
              <a:gd name="connsiteY132" fmla="*/ 1109974 h 9456078"/>
              <a:gd name="connsiteX133" fmla="*/ 9297353 w 13158799"/>
              <a:gd name="connsiteY133" fmla="*/ 1081604 h 9456078"/>
              <a:gd name="connsiteX134" fmla="*/ 9337364 w 13158799"/>
              <a:gd name="connsiteY134" fmla="*/ 1053574 h 9456078"/>
              <a:gd name="connsiteX135" fmla="*/ 9377594 w 13158799"/>
              <a:gd name="connsiteY135" fmla="*/ 1025884 h 9456078"/>
              <a:gd name="connsiteX136" fmla="*/ 9418040 w 13158799"/>
              <a:gd name="connsiteY136" fmla="*/ 998536 h 9456078"/>
              <a:gd name="connsiteX137" fmla="*/ 9458702 w 13158799"/>
              <a:gd name="connsiteY137" fmla="*/ 971530 h 9456078"/>
              <a:gd name="connsiteX138" fmla="*/ 9499575 w 13158799"/>
              <a:gd name="connsiteY138" fmla="*/ 944868 h 9456078"/>
              <a:gd name="connsiteX139" fmla="*/ 9540659 w 13158799"/>
              <a:gd name="connsiteY139" fmla="*/ 918551 h 9456078"/>
              <a:gd name="connsiteX140" fmla="*/ 9581950 w 13158799"/>
              <a:gd name="connsiteY140" fmla="*/ 892580 h 9456078"/>
              <a:gd name="connsiteX141" fmla="*/ 9623447 w 13158799"/>
              <a:gd name="connsiteY141" fmla="*/ 866956 h 9456078"/>
              <a:gd name="connsiteX142" fmla="*/ 9665147 w 13158799"/>
              <a:gd name="connsiteY142" fmla="*/ 841681 h 9456078"/>
              <a:gd name="connsiteX143" fmla="*/ 9707048 w 13158799"/>
              <a:gd name="connsiteY143" fmla="*/ 816754 h 9456078"/>
              <a:gd name="connsiteX144" fmla="*/ 9749147 w 13158799"/>
              <a:gd name="connsiteY144" fmla="*/ 792179 h 9456078"/>
              <a:gd name="connsiteX145" fmla="*/ 9791443 w 13158799"/>
              <a:gd name="connsiteY145" fmla="*/ 767955 h 9456078"/>
              <a:gd name="connsiteX146" fmla="*/ 9833932 w 13158799"/>
              <a:gd name="connsiteY146" fmla="*/ 744083 h 9456078"/>
              <a:gd name="connsiteX147" fmla="*/ 9876613 w 13158799"/>
              <a:gd name="connsiteY147" fmla="*/ 720566 h 9456078"/>
              <a:gd name="connsiteX148" fmla="*/ 9919484 w 13158799"/>
              <a:gd name="connsiteY148" fmla="*/ 697404 h 9456078"/>
              <a:gd name="connsiteX149" fmla="*/ 9962542 w 13158799"/>
              <a:gd name="connsiteY149" fmla="*/ 674598 h 9456078"/>
              <a:gd name="connsiteX150" fmla="*/ 10005784 w 13158799"/>
              <a:gd name="connsiteY150" fmla="*/ 652149 h 9456078"/>
              <a:gd name="connsiteX151" fmla="*/ 10049209 w 13158799"/>
              <a:gd name="connsiteY151" fmla="*/ 630059 h 9456078"/>
              <a:gd name="connsiteX152" fmla="*/ 10092814 w 13158799"/>
              <a:gd name="connsiteY152" fmla="*/ 608328 h 9456078"/>
              <a:gd name="connsiteX153" fmla="*/ 10136597 w 13158799"/>
              <a:gd name="connsiteY153" fmla="*/ 586958 h 9456078"/>
              <a:gd name="connsiteX154" fmla="*/ 10180556 w 13158799"/>
              <a:gd name="connsiteY154" fmla="*/ 565950 h 9456078"/>
              <a:gd name="connsiteX155" fmla="*/ 10224688 w 13158799"/>
              <a:gd name="connsiteY155" fmla="*/ 545304 h 9456078"/>
              <a:gd name="connsiteX156" fmla="*/ 10268991 w 13158799"/>
              <a:gd name="connsiteY156" fmla="*/ 525023 h 9456078"/>
              <a:gd name="connsiteX157" fmla="*/ 10313463 w 13158799"/>
              <a:gd name="connsiteY157" fmla="*/ 505107 h 9456078"/>
              <a:gd name="connsiteX158" fmla="*/ 10358101 w 13158799"/>
              <a:gd name="connsiteY158" fmla="*/ 485558 h 9456078"/>
              <a:gd name="connsiteX159" fmla="*/ 10402903 w 13158799"/>
              <a:gd name="connsiteY159" fmla="*/ 466376 h 9456078"/>
              <a:gd name="connsiteX160" fmla="*/ 10447868 w 13158799"/>
              <a:gd name="connsiteY160" fmla="*/ 447563 h 9456078"/>
              <a:gd name="connsiteX161" fmla="*/ 10492991 w 13158799"/>
              <a:gd name="connsiteY161" fmla="*/ 429119 h 9456078"/>
              <a:gd name="connsiteX162" fmla="*/ 10538272 w 13158799"/>
              <a:gd name="connsiteY162" fmla="*/ 411046 h 9456078"/>
              <a:gd name="connsiteX163" fmla="*/ 10583708 w 13158799"/>
              <a:gd name="connsiteY163" fmla="*/ 393346 h 9456078"/>
              <a:gd name="connsiteX164" fmla="*/ 10629297 w 13158799"/>
              <a:gd name="connsiteY164" fmla="*/ 376018 h 9456078"/>
              <a:gd name="connsiteX165" fmla="*/ 10675036 w 13158799"/>
              <a:gd name="connsiteY165" fmla="*/ 359065 h 9456078"/>
              <a:gd name="connsiteX166" fmla="*/ 10720923 w 13158799"/>
              <a:gd name="connsiteY166" fmla="*/ 342487 h 9456078"/>
              <a:gd name="connsiteX167" fmla="*/ 10766956 w 13158799"/>
              <a:gd name="connsiteY167" fmla="*/ 326286 h 9456078"/>
              <a:gd name="connsiteX168" fmla="*/ 10813132 w 13158799"/>
              <a:gd name="connsiteY168" fmla="*/ 310462 h 9456078"/>
              <a:gd name="connsiteX169" fmla="*/ 10859450 w 13158799"/>
              <a:gd name="connsiteY169" fmla="*/ 295018 h 9456078"/>
              <a:gd name="connsiteX170" fmla="*/ 10905907 w 13158799"/>
              <a:gd name="connsiteY170" fmla="*/ 279953 h 9456078"/>
              <a:gd name="connsiteX171" fmla="*/ 10952500 w 13158799"/>
              <a:gd name="connsiteY171" fmla="*/ 265269 h 9456078"/>
              <a:gd name="connsiteX172" fmla="*/ 10999227 w 13158799"/>
              <a:gd name="connsiteY172" fmla="*/ 250968 h 9456078"/>
              <a:gd name="connsiteX173" fmla="*/ 11046087 w 13158799"/>
              <a:gd name="connsiteY173" fmla="*/ 237049 h 9456078"/>
              <a:gd name="connsiteX174" fmla="*/ 11093076 w 13158799"/>
              <a:gd name="connsiteY174" fmla="*/ 223516 h 9456078"/>
              <a:gd name="connsiteX175" fmla="*/ 11140193 w 13158799"/>
              <a:gd name="connsiteY175" fmla="*/ 210368 h 9456078"/>
              <a:gd name="connsiteX176" fmla="*/ 11187434 w 13158799"/>
              <a:gd name="connsiteY176" fmla="*/ 197606 h 9456078"/>
              <a:gd name="connsiteX177" fmla="*/ 11234799 w 13158799"/>
              <a:gd name="connsiteY177" fmla="*/ 185233 h 9456078"/>
              <a:gd name="connsiteX178" fmla="*/ 11282284 w 13158799"/>
              <a:gd name="connsiteY178" fmla="*/ 173248 h 9456078"/>
              <a:gd name="connsiteX179" fmla="*/ 11329888 w 13158799"/>
              <a:gd name="connsiteY179" fmla="*/ 161654 h 9456078"/>
              <a:gd name="connsiteX180" fmla="*/ 11377607 w 13158799"/>
              <a:gd name="connsiteY180" fmla="*/ 150451 h 9456078"/>
              <a:gd name="connsiteX181" fmla="*/ 11425440 w 13158799"/>
              <a:gd name="connsiteY181" fmla="*/ 139640 h 9456078"/>
              <a:gd name="connsiteX182" fmla="*/ 11473385 w 13158799"/>
              <a:gd name="connsiteY182" fmla="*/ 129223 h 9456078"/>
              <a:gd name="connsiteX183" fmla="*/ 11521439 w 13158799"/>
              <a:gd name="connsiteY183" fmla="*/ 119201 h 9456078"/>
              <a:gd name="connsiteX184" fmla="*/ 11569599 w 13158799"/>
              <a:gd name="connsiteY184" fmla="*/ 109574 h 9456078"/>
              <a:gd name="connsiteX185" fmla="*/ 11617864 w 13158799"/>
              <a:gd name="connsiteY185" fmla="*/ 100344 h 9456078"/>
              <a:gd name="connsiteX186" fmla="*/ 11666231 w 13158799"/>
              <a:gd name="connsiteY186" fmla="*/ 91512 h 9456078"/>
              <a:gd name="connsiteX187" fmla="*/ 11714698 w 13158799"/>
              <a:gd name="connsiteY187" fmla="*/ 83080 h 9456078"/>
              <a:gd name="connsiteX188" fmla="*/ 11763263 w 13158799"/>
              <a:gd name="connsiteY188" fmla="*/ 75047 h 9456078"/>
              <a:gd name="connsiteX189" fmla="*/ 11811923 w 13158799"/>
              <a:gd name="connsiteY189" fmla="*/ 67417 h 9456078"/>
              <a:gd name="connsiteX190" fmla="*/ 11860676 w 13158799"/>
              <a:gd name="connsiteY190" fmla="*/ 60188 h 9456078"/>
              <a:gd name="connsiteX191" fmla="*/ 11909519 w 13158799"/>
              <a:gd name="connsiteY191" fmla="*/ 53364 h 9456078"/>
              <a:gd name="connsiteX192" fmla="*/ 11958451 w 13158799"/>
              <a:gd name="connsiteY192" fmla="*/ 46944 h 9456078"/>
              <a:gd name="connsiteX193" fmla="*/ 12007470 w 13158799"/>
              <a:gd name="connsiteY193" fmla="*/ 40931 h 9456078"/>
              <a:gd name="connsiteX194" fmla="*/ 12056572 w 13158799"/>
              <a:gd name="connsiteY194" fmla="*/ 35324 h 9456078"/>
              <a:gd name="connsiteX195" fmla="*/ 12105756 w 13158799"/>
              <a:gd name="connsiteY195" fmla="*/ 30126 h 9456078"/>
              <a:gd name="connsiteX196" fmla="*/ 12155019 w 13158799"/>
              <a:gd name="connsiteY196" fmla="*/ 25337 h 9456078"/>
              <a:gd name="connsiteX197" fmla="*/ 12204359 w 13158799"/>
              <a:gd name="connsiteY197" fmla="*/ 20958 h 9456078"/>
              <a:gd name="connsiteX198" fmla="*/ 12253773 w 13158799"/>
              <a:gd name="connsiteY198" fmla="*/ 16991 h 9456078"/>
              <a:gd name="connsiteX199" fmla="*/ 12303260 w 13158799"/>
              <a:gd name="connsiteY199" fmla="*/ 13437 h 9456078"/>
              <a:gd name="connsiteX200" fmla="*/ 12352818 w 13158799"/>
              <a:gd name="connsiteY200" fmla="*/ 10297 h 9456078"/>
              <a:gd name="connsiteX201" fmla="*/ 12402443 w 13158799"/>
              <a:gd name="connsiteY201" fmla="*/ 7572 h 9456078"/>
              <a:gd name="connsiteX202" fmla="*/ 12452133 w 13158799"/>
              <a:gd name="connsiteY202" fmla="*/ 5263 h 9456078"/>
              <a:gd name="connsiteX203" fmla="*/ 12501887 w 13158799"/>
              <a:gd name="connsiteY203" fmla="*/ 3371 h 9456078"/>
              <a:gd name="connsiteX204" fmla="*/ 12551701 w 13158799"/>
              <a:gd name="connsiteY204" fmla="*/ 1898 h 9456078"/>
              <a:gd name="connsiteX205" fmla="*/ 12601574 w 13158799"/>
              <a:gd name="connsiteY205" fmla="*/ 844 h 9456078"/>
              <a:gd name="connsiteX206" fmla="*/ 12651504 w 13158799"/>
              <a:gd name="connsiteY206" fmla="*/ 211 h 9456078"/>
              <a:gd name="connsiteX207" fmla="*/ 12701487 w 13158799"/>
              <a:gd name="connsiteY207" fmla="*/ 0 h 9456078"/>
              <a:gd name="connsiteX208" fmla="*/ 13158798 w 13158799"/>
              <a:gd name="connsiteY208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28389 w 13158797"/>
              <a:gd name="connsiteY22" fmla="*/ 9330914 h 9456078"/>
              <a:gd name="connsiteX23" fmla="*/ 1176172 w 13158797"/>
              <a:gd name="connsiteY23" fmla="*/ 9319936 h 9456078"/>
              <a:gd name="connsiteX24" fmla="*/ 1223823 w 13158797"/>
              <a:gd name="connsiteY24" fmla="*/ 9308509 h 9456078"/>
              <a:gd name="connsiteX25" fmla="*/ 1271339 w 13158797"/>
              <a:gd name="connsiteY25" fmla="*/ 9296635 h 9456078"/>
              <a:gd name="connsiteX26" fmla="*/ 1318719 w 13158797"/>
              <a:gd name="connsiteY26" fmla="*/ 9284315 h 9456078"/>
              <a:gd name="connsiteX27" fmla="*/ 1365957 w 13158797"/>
              <a:gd name="connsiteY27" fmla="*/ 9271550 h 9456078"/>
              <a:gd name="connsiteX28" fmla="*/ 1413052 w 13158797"/>
              <a:gd name="connsiteY28" fmla="*/ 9258342 h 9456078"/>
              <a:gd name="connsiteX29" fmla="*/ 1460000 w 13158797"/>
              <a:gd name="connsiteY29" fmla="*/ 9244693 h 9456078"/>
              <a:gd name="connsiteX30" fmla="*/ 1506799 w 13158797"/>
              <a:gd name="connsiteY30" fmla="*/ 9230604 h 9456078"/>
              <a:gd name="connsiteX31" fmla="*/ 1553445 w 13158797"/>
              <a:gd name="connsiteY31" fmla="*/ 9216076 h 9456078"/>
              <a:gd name="connsiteX32" fmla="*/ 1599935 w 13158797"/>
              <a:gd name="connsiteY32" fmla="*/ 9201111 h 9456078"/>
              <a:gd name="connsiteX33" fmla="*/ 1646267 w 13158797"/>
              <a:gd name="connsiteY33" fmla="*/ 9185710 h 9456078"/>
              <a:gd name="connsiteX34" fmla="*/ 1692437 w 13158797"/>
              <a:gd name="connsiteY34" fmla="*/ 9169876 h 9456078"/>
              <a:gd name="connsiteX35" fmla="*/ 1738442 w 13158797"/>
              <a:gd name="connsiteY35" fmla="*/ 9153608 h 9456078"/>
              <a:gd name="connsiteX36" fmla="*/ 1784280 w 13158797"/>
              <a:gd name="connsiteY36" fmla="*/ 9136910 h 9456078"/>
              <a:gd name="connsiteX37" fmla="*/ 1829947 w 13158797"/>
              <a:gd name="connsiteY37" fmla="*/ 9119782 h 9456078"/>
              <a:gd name="connsiteX38" fmla="*/ 1875440 w 13158797"/>
              <a:gd name="connsiteY38" fmla="*/ 9102226 h 9456078"/>
              <a:gd name="connsiteX39" fmla="*/ 1920756 w 13158797"/>
              <a:gd name="connsiteY39" fmla="*/ 9084243 h 9456078"/>
              <a:gd name="connsiteX40" fmla="*/ 1965893 w 13158797"/>
              <a:gd name="connsiteY40" fmla="*/ 9065835 h 9456078"/>
              <a:gd name="connsiteX41" fmla="*/ 2010847 w 13158797"/>
              <a:gd name="connsiteY41" fmla="*/ 9047004 h 9456078"/>
              <a:gd name="connsiteX42" fmla="*/ 2055615 w 13158797"/>
              <a:gd name="connsiteY42" fmla="*/ 9027750 h 9456078"/>
              <a:gd name="connsiteX43" fmla="*/ 2100195 w 13158797"/>
              <a:gd name="connsiteY43" fmla="*/ 9008075 h 9456078"/>
              <a:gd name="connsiteX44" fmla="*/ 2144582 w 13158797"/>
              <a:gd name="connsiteY44" fmla="*/ 8987981 h 9456078"/>
              <a:gd name="connsiteX45" fmla="*/ 2188775 w 13158797"/>
              <a:gd name="connsiteY45" fmla="*/ 8967470 h 9456078"/>
              <a:gd name="connsiteX46" fmla="*/ 2232770 w 13158797"/>
              <a:gd name="connsiteY46" fmla="*/ 8946542 h 9456078"/>
              <a:gd name="connsiteX47" fmla="*/ 2276564 w 13158797"/>
              <a:gd name="connsiteY47" fmla="*/ 8925199 h 9456078"/>
              <a:gd name="connsiteX48" fmla="*/ 2320154 w 13158797"/>
              <a:gd name="connsiteY48" fmla="*/ 8903443 h 9456078"/>
              <a:gd name="connsiteX49" fmla="*/ 2363538 w 13158797"/>
              <a:gd name="connsiteY49" fmla="*/ 8881275 h 9456078"/>
              <a:gd name="connsiteX50" fmla="*/ 2406711 w 13158797"/>
              <a:gd name="connsiteY50" fmla="*/ 8858697 h 9456078"/>
              <a:gd name="connsiteX51" fmla="*/ 2449672 w 13158797"/>
              <a:gd name="connsiteY51" fmla="*/ 8835710 h 9456078"/>
              <a:gd name="connsiteX52" fmla="*/ 2492417 w 13158797"/>
              <a:gd name="connsiteY52" fmla="*/ 8812316 h 9456078"/>
              <a:gd name="connsiteX53" fmla="*/ 2534943 w 13158797"/>
              <a:gd name="connsiteY53" fmla="*/ 8788516 h 9456078"/>
              <a:gd name="connsiteX54" fmla="*/ 2577247 w 13158797"/>
              <a:gd name="connsiteY54" fmla="*/ 8764311 h 9456078"/>
              <a:gd name="connsiteX55" fmla="*/ 2619326 w 13158797"/>
              <a:gd name="connsiteY55" fmla="*/ 8739704 h 9456078"/>
              <a:gd name="connsiteX56" fmla="*/ 2661177 w 13158797"/>
              <a:gd name="connsiteY56" fmla="*/ 8714695 h 9456078"/>
              <a:gd name="connsiteX57" fmla="*/ 2702797 w 13158797"/>
              <a:gd name="connsiteY57" fmla="*/ 8689286 h 9456078"/>
              <a:gd name="connsiteX58" fmla="*/ 2744183 w 13158797"/>
              <a:gd name="connsiteY58" fmla="*/ 8663479 h 9456078"/>
              <a:gd name="connsiteX59" fmla="*/ 2785333 w 13158797"/>
              <a:gd name="connsiteY59" fmla="*/ 8637274 h 9456078"/>
              <a:gd name="connsiteX60" fmla="*/ 2826242 w 13158797"/>
              <a:gd name="connsiteY60" fmla="*/ 8610675 h 9456078"/>
              <a:gd name="connsiteX61" fmla="*/ 2866908 w 13158797"/>
              <a:gd name="connsiteY61" fmla="*/ 8583681 h 9456078"/>
              <a:gd name="connsiteX62" fmla="*/ 2907329 w 13158797"/>
              <a:gd name="connsiteY62" fmla="*/ 8556295 h 9456078"/>
              <a:gd name="connsiteX63" fmla="*/ 2947500 w 13158797"/>
              <a:gd name="connsiteY63" fmla="*/ 8528517 h 9456078"/>
              <a:gd name="connsiteX64" fmla="*/ 2987419 w 13158797"/>
              <a:gd name="connsiteY64" fmla="*/ 8500351 h 9456078"/>
              <a:gd name="connsiteX65" fmla="*/ 3027083 w 13158797"/>
              <a:gd name="connsiteY65" fmla="*/ 8471796 h 9456078"/>
              <a:gd name="connsiteX66" fmla="*/ 3066489 w 13158797"/>
              <a:gd name="connsiteY66" fmla="*/ 8442854 h 9456078"/>
              <a:gd name="connsiteX67" fmla="*/ 3105634 w 13158797"/>
              <a:gd name="connsiteY67" fmla="*/ 8413528 h 9456078"/>
              <a:gd name="connsiteX68" fmla="*/ 3144515 w 13158797"/>
              <a:gd name="connsiteY68" fmla="*/ 8383818 h 9456078"/>
              <a:gd name="connsiteX69" fmla="*/ 3183129 w 13158797"/>
              <a:gd name="connsiteY69" fmla="*/ 8353726 h 9456078"/>
              <a:gd name="connsiteX70" fmla="*/ 3221473 w 13158797"/>
              <a:gd name="connsiteY70" fmla="*/ 8323253 h 9456078"/>
              <a:gd name="connsiteX71" fmla="*/ 3259544 w 13158797"/>
              <a:gd name="connsiteY71" fmla="*/ 8292401 h 9456078"/>
              <a:gd name="connsiteX72" fmla="*/ 3297339 w 13158797"/>
              <a:gd name="connsiteY72" fmla="*/ 8261172 h 9456078"/>
              <a:gd name="connsiteX73" fmla="*/ 3334854 w 13158797"/>
              <a:gd name="connsiteY73" fmla="*/ 8229566 h 9456078"/>
              <a:gd name="connsiteX74" fmla="*/ 3372087 w 13158797"/>
              <a:gd name="connsiteY74" fmla="*/ 8197585 h 9456078"/>
              <a:gd name="connsiteX75" fmla="*/ 3409035 w 13158797"/>
              <a:gd name="connsiteY75" fmla="*/ 8165232 h 9456078"/>
              <a:gd name="connsiteX76" fmla="*/ 3445695 w 13158797"/>
              <a:gd name="connsiteY76" fmla="*/ 8132507 h 9456078"/>
              <a:gd name="connsiteX77" fmla="*/ 3482064 w 13158797"/>
              <a:gd name="connsiteY77" fmla="*/ 8099411 h 9456078"/>
              <a:gd name="connsiteX78" fmla="*/ 3518139 w 13158797"/>
              <a:gd name="connsiteY78" fmla="*/ 8065947 h 9456078"/>
              <a:gd name="connsiteX79" fmla="*/ 3553916 w 13158797"/>
              <a:gd name="connsiteY79" fmla="*/ 8032115 h 9456078"/>
              <a:gd name="connsiteX80" fmla="*/ 3589393 w 13158797"/>
              <a:gd name="connsiteY80" fmla="*/ 7997918 h 9456078"/>
              <a:gd name="connsiteX81" fmla="*/ 3624567 w 13158797"/>
              <a:gd name="connsiteY81" fmla="*/ 7963356 h 9456078"/>
              <a:gd name="connsiteX82" fmla="*/ 3659435 w 13158797"/>
              <a:gd name="connsiteY82" fmla="*/ 7928432 h 9456078"/>
              <a:gd name="connsiteX83" fmla="*/ 3693994 w 13158797"/>
              <a:gd name="connsiteY83" fmla="*/ 7893146 h 9456078"/>
              <a:gd name="connsiteX84" fmla="*/ 3728240 w 13158797"/>
              <a:gd name="connsiteY84" fmla="*/ 7857501 h 9456078"/>
              <a:gd name="connsiteX85" fmla="*/ 3762171 w 13158797"/>
              <a:gd name="connsiteY85" fmla="*/ 7821497 h 9456078"/>
              <a:gd name="connsiteX86" fmla="*/ 3795783 w 13158797"/>
              <a:gd name="connsiteY86" fmla="*/ 7785136 h 9456078"/>
              <a:gd name="connsiteX87" fmla="*/ 3829075 w 13158797"/>
              <a:gd name="connsiteY87" fmla="*/ 7748420 h 9456078"/>
              <a:gd name="connsiteX88" fmla="*/ 3862042 w 13158797"/>
              <a:gd name="connsiteY88" fmla="*/ 7711350 h 9456078"/>
              <a:gd name="connsiteX89" fmla="*/ 3894682 w 13158797"/>
              <a:gd name="connsiteY89" fmla="*/ 7673928 h 9456078"/>
              <a:gd name="connsiteX90" fmla="*/ 3926991 w 13158797"/>
              <a:gd name="connsiteY90" fmla="*/ 7636155 h 9456078"/>
              <a:gd name="connsiteX91" fmla="*/ 3958967 w 13158797"/>
              <a:gd name="connsiteY91" fmla="*/ 7598032 h 9456078"/>
              <a:gd name="connsiteX92" fmla="*/ 3990607 w 13158797"/>
              <a:gd name="connsiteY92" fmla="*/ 7559561 h 9456078"/>
              <a:gd name="connsiteX93" fmla="*/ 4021907 w 13158797"/>
              <a:gd name="connsiteY93" fmla="*/ 7520744 h 9456078"/>
              <a:gd name="connsiteX94" fmla="*/ 4052865 w 13158797"/>
              <a:gd name="connsiteY94" fmla="*/ 7481582 h 9456078"/>
              <a:gd name="connsiteX95" fmla="*/ 4083478 w 13158797"/>
              <a:gd name="connsiteY95" fmla="*/ 7442077 h 9456078"/>
              <a:gd name="connsiteX96" fmla="*/ 8022311 w 13158797"/>
              <a:gd name="connsiteY96" fmla="*/ 2307814 h 9456078"/>
              <a:gd name="connsiteX97" fmla="*/ 8052902 w 13158797"/>
              <a:gd name="connsiteY97" fmla="*/ 2268285 h 9456078"/>
              <a:gd name="connsiteX98" fmla="*/ 8083796 w 13158797"/>
              <a:gd name="connsiteY98" fmla="*/ 2229056 h 9456078"/>
              <a:gd name="connsiteX99" fmla="*/ 8114989 w 13158797"/>
              <a:gd name="connsiteY99" fmla="*/ 2190127 h 9456078"/>
              <a:gd name="connsiteX100" fmla="*/ 8146479 w 13158797"/>
              <a:gd name="connsiteY100" fmla="*/ 2151500 h 9456078"/>
              <a:gd name="connsiteX101" fmla="*/ 8178264 w 13158797"/>
              <a:gd name="connsiteY101" fmla="*/ 2113176 h 9456078"/>
              <a:gd name="connsiteX102" fmla="*/ 8210341 w 13158797"/>
              <a:gd name="connsiteY102" fmla="*/ 2075157 h 9456078"/>
              <a:gd name="connsiteX103" fmla="*/ 8242709 w 13158797"/>
              <a:gd name="connsiteY103" fmla="*/ 2037442 h 9456078"/>
              <a:gd name="connsiteX104" fmla="*/ 8275365 w 13158797"/>
              <a:gd name="connsiteY104" fmla="*/ 2000034 h 9456078"/>
              <a:gd name="connsiteX105" fmla="*/ 8308307 w 13158797"/>
              <a:gd name="connsiteY105" fmla="*/ 1962934 h 9456078"/>
              <a:gd name="connsiteX106" fmla="*/ 8341532 w 13158797"/>
              <a:gd name="connsiteY106" fmla="*/ 1926142 h 9456078"/>
              <a:gd name="connsiteX107" fmla="*/ 8375038 w 13158797"/>
              <a:gd name="connsiteY107" fmla="*/ 1889660 h 9456078"/>
              <a:gd name="connsiteX108" fmla="*/ 8408823 w 13158797"/>
              <a:gd name="connsiteY108" fmla="*/ 1853489 h 9456078"/>
              <a:gd name="connsiteX109" fmla="*/ 8442885 w 13158797"/>
              <a:gd name="connsiteY109" fmla="*/ 1817630 h 9456078"/>
              <a:gd name="connsiteX110" fmla="*/ 8477221 w 13158797"/>
              <a:gd name="connsiteY110" fmla="*/ 1782084 h 9456078"/>
              <a:gd name="connsiteX111" fmla="*/ 8511829 w 13158797"/>
              <a:gd name="connsiteY111" fmla="*/ 1746853 h 9456078"/>
              <a:gd name="connsiteX112" fmla="*/ 8546706 w 13158797"/>
              <a:gd name="connsiteY112" fmla="*/ 1711937 h 9456078"/>
              <a:gd name="connsiteX113" fmla="*/ 8581851 w 13158797"/>
              <a:gd name="connsiteY113" fmla="*/ 1677337 h 9456078"/>
              <a:gd name="connsiteX114" fmla="*/ 8617261 w 13158797"/>
              <a:gd name="connsiteY114" fmla="*/ 1643056 h 9456078"/>
              <a:gd name="connsiteX115" fmla="*/ 8652934 w 13158797"/>
              <a:gd name="connsiteY115" fmla="*/ 1609093 h 9456078"/>
              <a:gd name="connsiteX116" fmla="*/ 8688867 w 13158797"/>
              <a:gd name="connsiteY116" fmla="*/ 1575450 h 9456078"/>
              <a:gd name="connsiteX117" fmla="*/ 8725058 w 13158797"/>
              <a:gd name="connsiteY117" fmla="*/ 1542128 h 9456078"/>
              <a:gd name="connsiteX118" fmla="*/ 8761506 w 13158797"/>
              <a:gd name="connsiteY118" fmla="*/ 1509129 h 9456078"/>
              <a:gd name="connsiteX119" fmla="*/ 8798207 w 13158797"/>
              <a:gd name="connsiteY119" fmla="*/ 1476452 h 9456078"/>
              <a:gd name="connsiteX120" fmla="*/ 8835159 w 13158797"/>
              <a:gd name="connsiteY120" fmla="*/ 1444101 h 9456078"/>
              <a:gd name="connsiteX121" fmla="*/ 8872360 w 13158797"/>
              <a:gd name="connsiteY121" fmla="*/ 1412075 h 9456078"/>
              <a:gd name="connsiteX122" fmla="*/ 8909808 w 13158797"/>
              <a:gd name="connsiteY122" fmla="*/ 1380375 h 9456078"/>
              <a:gd name="connsiteX123" fmla="*/ 8947501 w 13158797"/>
              <a:gd name="connsiteY123" fmla="*/ 1349004 h 9456078"/>
              <a:gd name="connsiteX124" fmla="*/ 8985435 w 13158797"/>
              <a:gd name="connsiteY124" fmla="*/ 1317962 h 9456078"/>
              <a:gd name="connsiteX125" fmla="*/ 9023610 w 13158797"/>
              <a:gd name="connsiteY125" fmla="*/ 1287250 h 9456078"/>
              <a:gd name="connsiteX126" fmla="*/ 9062022 w 13158797"/>
              <a:gd name="connsiteY126" fmla="*/ 1256869 h 9456078"/>
              <a:gd name="connsiteX127" fmla="*/ 9100669 w 13158797"/>
              <a:gd name="connsiteY127" fmla="*/ 1226820 h 9456078"/>
              <a:gd name="connsiteX128" fmla="*/ 9139549 w 13158797"/>
              <a:gd name="connsiteY128" fmla="*/ 1197105 h 9456078"/>
              <a:gd name="connsiteX129" fmla="*/ 9178660 w 13158797"/>
              <a:gd name="connsiteY129" fmla="*/ 1167725 h 9456078"/>
              <a:gd name="connsiteX130" fmla="*/ 9217999 w 13158797"/>
              <a:gd name="connsiteY130" fmla="*/ 1138681 h 9456078"/>
              <a:gd name="connsiteX131" fmla="*/ 9257564 w 13158797"/>
              <a:gd name="connsiteY131" fmla="*/ 1109974 h 9456078"/>
              <a:gd name="connsiteX132" fmla="*/ 9297353 w 13158797"/>
              <a:gd name="connsiteY132" fmla="*/ 1081604 h 9456078"/>
              <a:gd name="connsiteX133" fmla="*/ 9337364 w 13158797"/>
              <a:gd name="connsiteY133" fmla="*/ 1053574 h 9456078"/>
              <a:gd name="connsiteX134" fmla="*/ 9377594 w 13158797"/>
              <a:gd name="connsiteY134" fmla="*/ 1025884 h 9456078"/>
              <a:gd name="connsiteX135" fmla="*/ 9418040 w 13158797"/>
              <a:gd name="connsiteY135" fmla="*/ 998536 h 9456078"/>
              <a:gd name="connsiteX136" fmla="*/ 9458702 w 13158797"/>
              <a:gd name="connsiteY136" fmla="*/ 971530 h 9456078"/>
              <a:gd name="connsiteX137" fmla="*/ 9499575 w 13158797"/>
              <a:gd name="connsiteY137" fmla="*/ 944868 h 9456078"/>
              <a:gd name="connsiteX138" fmla="*/ 9540659 w 13158797"/>
              <a:gd name="connsiteY138" fmla="*/ 918551 h 9456078"/>
              <a:gd name="connsiteX139" fmla="*/ 9581950 w 13158797"/>
              <a:gd name="connsiteY139" fmla="*/ 892580 h 9456078"/>
              <a:gd name="connsiteX140" fmla="*/ 9623447 w 13158797"/>
              <a:gd name="connsiteY140" fmla="*/ 866956 h 9456078"/>
              <a:gd name="connsiteX141" fmla="*/ 9665147 w 13158797"/>
              <a:gd name="connsiteY141" fmla="*/ 841681 h 9456078"/>
              <a:gd name="connsiteX142" fmla="*/ 9707048 w 13158797"/>
              <a:gd name="connsiteY142" fmla="*/ 816754 h 9456078"/>
              <a:gd name="connsiteX143" fmla="*/ 9749147 w 13158797"/>
              <a:gd name="connsiteY143" fmla="*/ 792179 h 9456078"/>
              <a:gd name="connsiteX144" fmla="*/ 9791443 w 13158797"/>
              <a:gd name="connsiteY144" fmla="*/ 767955 h 9456078"/>
              <a:gd name="connsiteX145" fmla="*/ 9833932 w 13158797"/>
              <a:gd name="connsiteY145" fmla="*/ 744083 h 9456078"/>
              <a:gd name="connsiteX146" fmla="*/ 9876613 w 13158797"/>
              <a:gd name="connsiteY146" fmla="*/ 720566 h 9456078"/>
              <a:gd name="connsiteX147" fmla="*/ 9919484 w 13158797"/>
              <a:gd name="connsiteY147" fmla="*/ 697404 h 9456078"/>
              <a:gd name="connsiteX148" fmla="*/ 9962542 w 13158797"/>
              <a:gd name="connsiteY148" fmla="*/ 674598 h 9456078"/>
              <a:gd name="connsiteX149" fmla="*/ 10005784 w 13158797"/>
              <a:gd name="connsiteY149" fmla="*/ 652149 h 9456078"/>
              <a:gd name="connsiteX150" fmla="*/ 10049209 w 13158797"/>
              <a:gd name="connsiteY150" fmla="*/ 630059 h 9456078"/>
              <a:gd name="connsiteX151" fmla="*/ 10092814 w 13158797"/>
              <a:gd name="connsiteY151" fmla="*/ 608328 h 9456078"/>
              <a:gd name="connsiteX152" fmla="*/ 10136597 w 13158797"/>
              <a:gd name="connsiteY152" fmla="*/ 586958 h 9456078"/>
              <a:gd name="connsiteX153" fmla="*/ 10180556 w 13158797"/>
              <a:gd name="connsiteY153" fmla="*/ 565950 h 9456078"/>
              <a:gd name="connsiteX154" fmla="*/ 10224688 w 13158797"/>
              <a:gd name="connsiteY154" fmla="*/ 545304 h 9456078"/>
              <a:gd name="connsiteX155" fmla="*/ 10268991 w 13158797"/>
              <a:gd name="connsiteY155" fmla="*/ 525023 h 9456078"/>
              <a:gd name="connsiteX156" fmla="*/ 10313463 w 13158797"/>
              <a:gd name="connsiteY156" fmla="*/ 505107 h 9456078"/>
              <a:gd name="connsiteX157" fmla="*/ 10358101 w 13158797"/>
              <a:gd name="connsiteY157" fmla="*/ 485558 h 9456078"/>
              <a:gd name="connsiteX158" fmla="*/ 10402903 w 13158797"/>
              <a:gd name="connsiteY158" fmla="*/ 466376 h 9456078"/>
              <a:gd name="connsiteX159" fmla="*/ 10447868 w 13158797"/>
              <a:gd name="connsiteY159" fmla="*/ 447563 h 9456078"/>
              <a:gd name="connsiteX160" fmla="*/ 10492991 w 13158797"/>
              <a:gd name="connsiteY160" fmla="*/ 429119 h 9456078"/>
              <a:gd name="connsiteX161" fmla="*/ 10538272 w 13158797"/>
              <a:gd name="connsiteY161" fmla="*/ 411046 h 9456078"/>
              <a:gd name="connsiteX162" fmla="*/ 10583708 w 13158797"/>
              <a:gd name="connsiteY162" fmla="*/ 393346 h 9456078"/>
              <a:gd name="connsiteX163" fmla="*/ 10629297 w 13158797"/>
              <a:gd name="connsiteY163" fmla="*/ 376018 h 9456078"/>
              <a:gd name="connsiteX164" fmla="*/ 10675036 w 13158797"/>
              <a:gd name="connsiteY164" fmla="*/ 359065 h 9456078"/>
              <a:gd name="connsiteX165" fmla="*/ 10720923 w 13158797"/>
              <a:gd name="connsiteY165" fmla="*/ 342487 h 9456078"/>
              <a:gd name="connsiteX166" fmla="*/ 10766956 w 13158797"/>
              <a:gd name="connsiteY166" fmla="*/ 326286 h 9456078"/>
              <a:gd name="connsiteX167" fmla="*/ 10813132 w 13158797"/>
              <a:gd name="connsiteY167" fmla="*/ 310462 h 9456078"/>
              <a:gd name="connsiteX168" fmla="*/ 10859450 w 13158797"/>
              <a:gd name="connsiteY168" fmla="*/ 295018 h 9456078"/>
              <a:gd name="connsiteX169" fmla="*/ 10905907 w 13158797"/>
              <a:gd name="connsiteY169" fmla="*/ 279953 h 9456078"/>
              <a:gd name="connsiteX170" fmla="*/ 10952500 w 13158797"/>
              <a:gd name="connsiteY170" fmla="*/ 265269 h 9456078"/>
              <a:gd name="connsiteX171" fmla="*/ 10999227 w 13158797"/>
              <a:gd name="connsiteY171" fmla="*/ 250968 h 9456078"/>
              <a:gd name="connsiteX172" fmla="*/ 11046087 w 13158797"/>
              <a:gd name="connsiteY172" fmla="*/ 237049 h 9456078"/>
              <a:gd name="connsiteX173" fmla="*/ 11093076 w 13158797"/>
              <a:gd name="connsiteY173" fmla="*/ 223516 h 9456078"/>
              <a:gd name="connsiteX174" fmla="*/ 11140193 w 13158797"/>
              <a:gd name="connsiteY174" fmla="*/ 210368 h 9456078"/>
              <a:gd name="connsiteX175" fmla="*/ 11187434 w 13158797"/>
              <a:gd name="connsiteY175" fmla="*/ 197606 h 9456078"/>
              <a:gd name="connsiteX176" fmla="*/ 11234799 w 13158797"/>
              <a:gd name="connsiteY176" fmla="*/ 185233 h 9456078"/>
              <a:gd name="connsiteX177" fmla="*/ 11282284 w 13158797"/>
              <a:gd name="connsiteY177" fmla="*/ 173248 h 9456078"/>
              <a:gd name="connsiteX178" fmla="*/ 11329888 w 13158797"/>
              <a:gd name="connsiteY178" fmla="*/ 161654 h 9456078"/>
              <a:gd name="connsiteX179" fmla="*/ 11377607 w 13158797"/>
              <a:gd name="connsiteY179" fmla="*/ 150451 h 9456078"/>
              <a:gd name="connsiteX180" fmla="*/ 11425440 w 13158797"/>
              <a:gd name="connsiteY180" fmla="*/ 139640 h 9456078"/>
              <a:gd name="connsiteX181" fmla="*/ 11473385 w 13158797"/>
              <a:gd name="connsiteY181" fmla="*/ 129223 h 9456078"/>
              <a:gd name="connsiteX182" fmla="*/ 11521439 w 13158797"/>
              <a:gd name="connsiteY182" fmla="*/ 119201 h 9456078"/>
              <a:gd name="connsiteX183" fmla="*/ 11569599 w 13158797"/>
              <a:gd name="connsiteY183" fmla="*/ 109574 h 9456078"/>
              <a:gd name="connsiteX184" fmla="*/ 11617864 w 13158797"/>
              <a:gd name="connsiteY184" fmla="*/ 100344 h 9456078"/>
              <a:gd name="connsiteX185" fmla="*/ 11666231 w 13158797"/>
              <a:gd name="connsiteY185" fmla="*/ 91512 h 9456078"/>
              <a:gd name="connsiteX186" fmla="*/ 11714698 w 13158797"/>
              <a:gd name="connsiteY186" fmla="*/ 83080 h 9456078"/>
              <a:gd name="connsiteX187" fmla="*/ 11763263 w 13158797"/>
              <a:gd name="connsiteY187" fmla="*/ 75047 h 9456078"/>
              <a:gd name="connsiteX188" fmla="*/ 11811923 w 13158797"/>
              <a:gd name="connsiteY188" fmla="*/ 67417 h 9456078"/>
              <a:gd name="connsiteX189" fmla="*/ 11860676 w 13158797"/>
              <a:gd name="connsiteY189" fmla="*/ 60188 h 9456078"/>
              <a:gd name="connsiteX190" fmla="*/ 11909519 w 13158797"/>
              <a:gd name="connsiteY190" fmla="*/ 53364 h 9456078"/>
              <a:gd name="connsiteX191" fmla="*/ 11958451 w 13158797"/>
              <a:gd name="connsiteY191" fmla="*/ 46944 h 9456078"/>
              <a:gd name="connsiteX192" fmla="*/ 12007470 w 13158797"/>
              <a:gd name="connsiteY192" fmla="*/ 40931 h 9456078"/>
              <a:gd name="connsiteX193" fmla="*/ 12056572 w 13158797"/>
              <a:gd name="connsiteY193" fmla="*/ 35324 h 9456078"/>
              <a:gd name="connsiteX194" fmla="*/ 12105756 w 13158797"/>
              <a:gd name="connsiteY194" fmla="*/ 30126 h 9456078"/>
              <a:gd name="connsiteX195" fmla="*/ 12155019 w 13158797"/>
              <a:gd name="connsiteY195" fmla="*/ 25337 h 9456078"/>
              <a:gd name="connsiteX196" fmla="*/ 12204359 w 13158797"/>
              <a:gd name="connsiteY196" fmla="*/ 20958 h 9456078"/>
              <a:gd name="connsiteX197" fmla="*/ 12253773 w 13158797"/>
              <a:gd name="connsiteY197" fmla="*/ 16991 h 9456078"/>
              <a:gd name="connsiteX198" fmla="*/ 12303260 w 13158797"/>
              <a:gd name="connsiteY198" fmla="*/ 13437 h 9456078"/>
              <a:gd name="connsiteX199" fmla="*/ 12352818 w 13158797"/>
              <a:gd name="connsiteY199" fmla="*/ 10297 h 9456078"/>
              <a:gd name="connsiteX200" fmla="*/ 12402443 w 13158797"/>
              <a:gd name="connsiteY200" fmla="*/ 7572 h 9456078"/>
              <a:gd name="connsiteX201" fmla="*/ 12452133 w 13158797"/>
              <a:gd name="connsiteY201" fmla="*/ 5263 h 9456078"/>
              <a:gd name="connsiteX202" fmla="*/ 12501887 w 13158797"/>
              <a:gd name="connsiteY202" fmla="*/ 3371 h 9456078"/>
              <a:gd name="connsiteX203" fmla="*/ 12551701 w 13158797"/>
              <a:gd name="connsiteY203" fmla="*/ 1898 h 9456078"/>
              <a:gd name="connsiteX204" fmla="*/ 12601574 w 13158797"/>
              <a:gd name="connsiteY204" fmla="*/ 844 h 9456078"/>
              <a:gd name="connsiteX205" fmla="*/ 12651504 w 13158797"/>
              <a:gd name="connsiteY205" fmla="*/ 211 h 9456078"/>
              <a:gd name="connsiteX206" fmla="*/ 12701487 w 13158797"/>
              <a:gd name="connsiteY206" fmla="*/ 0 h 9456078"/>
              <a:gd name="connsiteX207" fmla="*/ 13158798 w 13158797"/>
              <a:gd name="connsiteY207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98870 w 13158799"/>
              <a:gd name="connsiteY5" fmla="*/ 9447409 h 9456078"/>
              <a:gd name="connsiteX6" fmla="*/ 348429 w 13158799"/>
              <a:gd name="connsiteY6" fmla="*/ 9444290 h 9456078"/>
              <a:gd name="connsiteX7" fmla="*/ 397907 w 13158799"/>
              <a:gd name="connsiteY7" fmla="*/ 9440698 h 9456078"/>
              <a:gd name="connsiteX8" fmla="*/ 447302 w 13158799"/>
              <a:gd name="connsiteY8" fmla="*/ 9436632 h 9456078"/>
              <a:gd name="connsiteX9" fmla="*/ 496610 w 13158799"/>
              <a:gd name="connsiteY9" fmla="*/ 9432096 h 9456078"/>
              <a:gd name="connsiteX10" fmla="*/ 545829 w 13158799"/>
              <a:gd name="connsiteY10" fmla="*/ 9427089 h 9456078"/>
              <a:gd name="connsiteX11" fmla="*/ 594956 w 13158799"/>
              <a:gd name="connsiteY11" fmla="*/ 9421615 h 9456078"/>
              <a:gd name="connsiteX12" fmla="*/ 643987 w 13158799"/>
              <a:gd name="connsiteY12" fmla="*/ 9415673 h 9456078"/>
              <a:gd name="connsiteX13" fmla="*/ 692920 w 13158799"/>
              <a:gd name="connsiteY13" fmla="*/ 9409267 h 9456078"/>
              <a:gd name="connsiteX14" fmla="*/ 741751 w 13158799"/>
              <a:gd name="connsiteY14" fmla="*/ 9402396 h 9456078"/>
              <a:gd name="connsiteX15" fmla="*/ 790478 w 13158799"/>
              <a:gd name="connsiteY15" fmla="*/ 9395063 h 9456078"/>
              <a:gd name="connsiteX16" fmla="*/ 839098 w 13158799"/>
              <a:gd name="connsiteY16" fmla="*/ 9387270 h 9456078"/>
              <a:gd name="connsiteX17" fmla="*/ 887607 w 13158799"/>
              <a:gd name="connsiteY17" fmla="*/ 9379017 h 9456078"/>
              <a:gd name="connsiteX18" fmla="*/ 936002 w 13158799"/>
              <a:gd name="connsiteY18" fmla="*/ 9370306 h 9456078"/>
              <a:gd name="connsiteX19" fmla="*/ 984281 w 13158799"/>
              <a:gd name="connsiteY19" fmla="*/ 9361139 h 9456078"/>
              <a:gd name="connsiteX20" fmla="*/ 1032440 w 13158799"/>
              <a:gd name="connsiteY20" fmla="*/ 9351517 h 9456078"/>
              <a:gd name="connsiteX21" fmla="*/ 1080477 w 13158799"/>
              <a:gd name="connsiteY21" fmla="*/ 9341441 h 9456078"/>
              <a:gd name="connsiteX22" fmla="*/ 1176172 w 13158799"/>
              <a:gd name="connsiteY22" fmla="*/ 9319936 h 9456078"/>
              <a:gd name="connsiteX23" fmla="*/ 1223823 w 13158799"/>
              <a:gd name="connsiteY23" fmla="*/ 9308509 h 9456078"/>
              <a:gd name="connsiteX24" fmla="*/ 1271339 w 13158799"/>
              <a:gd name="connsiteY24" fmla="*/ 9296635 h 9456078"/>
              <a:gd name="connsiteX25" fmla="*/ 1318719 w 13158799"/>
              <a:gd name="connsiteY25" fmla="*/ 9284315 h 9456078"/>
              <a:gd name="connsiteX26" fmla="*/ 1365957 w 13158799"/>
              <a:gd name="connsiteY26" fmla="*/ 9271550 h 9456078"/>
              <a:gd name="connsiteX27" fmla="*/ 1413052 w 13158799"/>
              <a:gd name="connsiteY27" fmla="*/ 9258342 h 9456078"/>
              <a:gd name="connsiteX28" fmla="*/ 1460000 w 13158799"/>
              <a:gd name="connsiteY28" fmla="*/ 9244693 h 9456078"/>
              <a:gd name="connsiteX29" fmla="*/ 1506799 w 13158799"/>
              <a:gd name="connsiteY29" fmla="*/ 9230604 h 9456078"/>
              <a:gd name="connsiteX30" fmla="*/ 1553445 w 13158799"/>
              <a:gd name="connsiteY30" fmla="*/ 9216076 h 9456078"/>
              <a:gd name="connsiteX31" fmla="*/ 1599935 w 13158799"/>
              <a:gd name="connsiteY31" fmla="*/ 9201111 h 9456078"/>
              <a:gd name="connsiteX32" fmla="*/ 1646267 w 13158799"/>
              <a:gd name="connsiteY32" fmla="*/ 9185710 h 9456078"/>
              <a:gd name="connsiteX33" fmla="*/ 1692437 w 13158799"/>
              <a:gd name="connsiteY33" fmla="*/ 9169876 h 9456078"/>
              <a:gd name="connsiteX34" fmla="*/ 1738442 w 13158799"/>
              <a:gd name="connsiteY34" fmla="*/ 9153608 h 9456078"/>
              <a:gd name="connsiteX35" fmla="*/ 1784280 w 13158799"/>
              <a:gd name="connsiteY35" fmla="*/ 9136910 h 9456078"/>
              <a:gd name="connsiteX36" fmla="*/ 1829947 w 13158799"/>
              <a:gd name="connsiteY36" fmla="*/ 9119782 h 9456078"/>
              <a:gd name="connsiteX37" fmla="*/ 1875440 w 13158799"/>
              <a:gd name="connsiteY37" fmla="*/ 9102226 h 9456078"/>
              <a:gd name="connsiteX38" fmla="*/ 1920756 w 13158799"/>
              <a:gd name="connsiteY38" fmla="*/ 9084243 h 9456078"/>
              <a:gd name="connsiteX39" fmla="*/ 1965893 w 13158799"/>
              <a:gd name="connsiteY39" fmla="*/ 9065835 h 9456078"/>
              <a:gd name="connsiteX40" fmla="*/ 2010847 w 13158799"/>
              <a:gd name="connsiteY40" fmla="*/ 9047004 h 9456078"/>
              <a:gd name="connsiteX41" fmla="*/ 2055615 w 13158799"/>
              <a:gd name="connsiteY41" fmla="*/ 9027750 h 9456078"/>
              <a:gd name="connsiteX42" fmla="*/ 2100195 w 13158799"/>
              <a:gd name="connsiteY42" fmla="*/ 9008075 h 9456078"/>
              <a:gd name="connsiteX43" fmla="*/ 2144582 w 13158799"/>
              <a:gd name="connsiteY43" fmla="*/ 8987981 h 9456078"/>
              <a:gd name="connsiteX44" fmla="*/ 2188775 w 13158799"/>
              <a:gd name="connsiteY44" fmla="*/ 8967470 h 9456078"/>
              <a:gd name="connsiteX45" fmla="*/ 2232770 w 13158799"/>
              <a:gd name="connsiteY45" fmla="*/ 8946542 h 9456078"/>
              <a:gd name="connsiteX46" fmla="*/ 2276564 w 13158799"/>
              <a:gd name="connsiteY46" fmla="*/ 8925199 h 9456078"/>
              <a:gd name="connsiteX47" fmla="*/ 2320154 w 13158799"/>
              <a:gd name="connsiteY47" fmla="*/ 8903443 h 9456078"/>
              <a:gd name="connsiteX48" fmla="*/ 2363538 w 13158799"/>
              <a:gd name="connsiteY48" fmla="*/ 8881275 h 9456078"/>
              <a:gd name="connsiteX49" fmla="*/ 2406711 w 13158799"/>
              <a:gd name="connsiteY49" fmla="*/ 8858697 h 9456078"/>
              <a:gd name="connsiteX50" fmla="*/ 2449672 w 13158799"/>
              <a:gd name="connsiteY50" fmla="*/ 8835710 h 9456078"/>
              <a:gd name="connsiteX51" fmla="*/ 2492417 w 13158799"/>
              <a:gd name="connsiteY51" fmla="*/ 8812316 h 9456078"/>
              <a:gd name="connsiteX52" fmla="*/ 2534943 w 13158799"/>
              <a:gd name="connsiteY52" fmla="*/ 8788516 h 9456078"/>
              <a:gd name="connsiteX53" fmla="*/ 2577247 w 13158799"/>
              <a:gd name="connsiteY53" fmla="*/ 8764311 h 9456078"/>
              <a:gd name="connsiteX54" fmla="*/ 2619326 w 13158799"/>
              <a:gd name="connsiteY54" fmla="*/ 8739704 h 9456078"/>
              <a:gd name="connsiteX55" fmla="*/ 2661177 w 13158799"/>
              <a:gd name="connsiteY55" fmla="*/ 8714695 h 9456078"/>
              <a:gd name="connsiteX56" fmla="*/ 2702797 w 13158799"/>
              <a:gd name="connsiteY56" fmla="*/ 8689286 h 9456078"/>
              <a:gd name="connsiteX57" fmla="*/ 2744183 w 13158799"/>
              <a:gd name="connsiteY57" fmla="*/ 8663479 h 9456078"/>
              <a:gd name="connsiteX58" fmla="*/ 2785333 w 13158799"/>
              <a:gd name="connsiteY58" fmla="*/ 8637274 h 9456078"/>
              <a:gd name="connsiteX59" fmla="*/ 2826242 w 13158799"/>
              <a:gd name="connsiteY59" fmla="*/ 8610675 h 9456078"/>
              <a:gd name="connsiteX60" fmla="*/ 2866908 w 13158799"/>
              <a:gd name="connsiteY60" fmla="*/ 8583681 h 9456078"/>
              <a:gd name="connsiteX61" fmla="*/ 2907329 w 13158799"/>
              <a:gd name="connsiteY61" fmla="*/ 8556295 h 9456078"/>
              <a:gd name="connsiteX62" fmla="*/ 2947500 w 13158799"/>
              <a:gd name="connsiteY62" fmla="*/ 8528517 h 9456078"/>
              <a:gd name="connsiteX63" fmla="*/ 2987419 w 13158799"/>
              <a:gd name="connsiteY63" fmla="*/ 8500351 h 9456078"/>
              <a:gd name="connsiteX64" fmla="*/ 3027083 w 13158799"/>
              <a:gd name="connsiteY64" fmla="*/ 8471796 h 9456078"/>
              <a:gd name="connsiteX65" fmla="*/ 3066489 w 13158799"/>
              <a:gd name="connsiteY65" fmla="*/ 8442854 h 9456078"/>
              <a:gd name="connsiteX66" fmla="*/ 3105634 w 13158799"/>
              <a:gd name="connsiteY66" fmla="*/ 8413528 h 9456078"/>
              <a:gd name="connsiteX67" fmla="*/ 3144515 w 13158799"/>
              <a:gd name="connsiteY67" fmla="*/ 8383818 h 9456078"/>
              <a:gd name="connsiteX68" fmla="*/ 3183129 w 13158799"/>
              <a:gd name="connsiteY68" fmla="*/ 8353726 h 9456078"/>
              <a:gd name="connsiteX69" fmla="*/ 3221473 w 13158799"/>
              <a:gd name="connsiteY69" fmla="*/ 8323253 h 9456078"/>
              <a:gd name="connsiteX70" fmla="*/ 3259544 w 13158799"/>
              <a:gd name="connsiteY70" fmla="*/ 8292401 h 9456078"/>
              <a:gd name="connsiteX71" fmla="*/ 3297339 w 13158799"/>
              <a:gd name="connsiteY71" fmla="*/ 8261172 h 9456078"/>
              <a:gd name="connsiteX72" fmla="*/ 3334854 w 13158799"/>
              <a:gd name="connsiteY72" fmla="*/ 8229566 h 9456078"/>
              <a:gd name="connsiteX73" fmla="*/ 3372087 w 13158799"/>
              <a:gd name="connsiteY73" fmla="*/ 8197585 h 9456078"/>
              <a:gd name="connsiteX74" fmla="*/ 3409035 w 13158799"/>
              <a:gd name="connsiteY74" fmla="*/ 8165232 h 9456078"/>
              <a:gd name="connsiteX75" fmla="*/ 3445695 w 13158799"/>
              <a:gd name="connsiteY75" fmla="*/ 8132507 h 9456078"/>
              <a:gd name="connsiteX76" fmla="*/ 3482064 w 13158799"/>
              <a:gd name="connsiteY76" fmla="*/ 8099411 h 9456078"/>
              <a:gd name="connsiteX77" fmla="*/ 3518139 w 13158799"/>
              <a:gd name="connsiteY77" fmla="*/ 8065947 h 9456078"/>
              <a:gd name="connsiteX78" fmla="*/ 3553916 w 13158799"/>
              <a:gd name="connsiteY78" fmla="*/ 8032115 h 9456078"/>
              <a:gd name="connsiteX79" fmla="*/ 3589393 w 13158799"/>
              <a:gd name="connsiteY79" fmla="*/ 7997918 h 9456078"/>
              <a:gd name="connsiteX80" fmla="*/ 3624567 w 13158799"/>
              <a:gd name="connsiteY80" fmla="*/ 7963356 h 9456078"/>
              <a:gd name="connsiteX81" fmla="*/ 3659435 w 13158799"/>
              <a:gd name="connsiteY81" fmla="*/ 7928432 h 9456078"/>
              <a:gd name="connsiteX82" fmla="*/ 3693994 w 13158799"/>
              <a:gd name="connsiteY82" fmla="*/ 7893146 h 9456078"/>
              <a:gd name="connsiteX83" fmla="*/ 3728240 w 13158799"/>
              <a:gd name="connsiteY83" fmla="*/ 7857501 h 9456078"/>
              <a:gd name="connsiteX84" fmla="*/ 3762171 w 13158799"/>
              <a:gd name="connsiteY84" fmla="*/ 7821497 h 9456078"/>
              <a:gd name="connsiteX85" fmla="*/ 3795783 w 13158799"/>
              <a:gd name="connsiteY85" fmla="*/ 7785136 h 9456078"/>
              <a:gd name="connsiteX86" fmla="*/ 3829075 w 13158799"/>
              <a:gd name="connsiteY86" fmla="*/ 7748420 h 9456078"/>
              <a:gd name="connsiteX87" fmla="*/ 3862042 w 13158799"/>
              <a:gd name="connsiteY87" fmla="*/ 7711350 h 9456078"/>
              <a:gd name="connsiteX88" fmla="*/ 3894682 w 13158799"/>
              <a:gd name="connsiteY88" fmla="*/ 7673928 h 9456078"/>
              <a:gd name="connsiteX89" fmla="*/ 3926991 w 13158799"/>
              <a:gd name="connsiteY89" fmla="*/ 7636155 h 9456078"/>
              <a:gd name="connsiteX90" fmla="*/ 3958967 w 13158799"/>
              <a:gd name="connsiteY90" fmla="*/ 7598032 h 9456078"/>
              <a:gd name="connsiteX91" fmla="*/ 3990607 w 13158799"/>
              <a:gd name="connsiteY91" fmla="*/ 7559561 h 9456078"/>
              <a:gd name="connsiteX92" fmla="*/ 4021907 w 13158799"/>
              <a:gd name="connsiteY92" fmla="*/ 7520744 h 9456078"/>
              <a:gd name="connsiteX93" fmla="*/ 4052865 w 13158799"/>
              <a:gd name="connsiteY93" fmla="*/ 7481582 h 9456078"/>
              <a:gd name="connsiteX94" fmla="*/ 4083478 w 13158799"/>
              <a:gd name="connsiteY94" fmla="*/ 7442077 h 9456078"/>
              <a:gd name="connsiteX95" fmla="*/ 8022311 w 13158799"/>
              <a:gd name="connsiteY95" fmla="*/ 2307814 h 9456078"/>
              <a:gd name="connsiteX96" fmla="*/ 8052902 w 13158799"/>
              <a:gd name="connsiteY96" fmla="*/ 2268285 h 9456078"/>
              <a:gd name="connsiteX97" fmla="*/ 8083796 w 13158799"/>
              <a:gd name="connsiteY97" fmla="*/ 2229056 h 9456078"/>
              <a:gd name="connsiteX98" fmla="*/ 8114989 w 13158799"/>
              <a:gd name="connsiteY98" fmla="*/ 2190127 h 9456078"/>
              <a:gd name="connsiteX99" fmla="*/ 8146479 w 13158799"/>
              <a:gd name="connsiteY99" fmla="*/ 2151500 h 9456078"/>
              <a:gd name="connsiteX100" fmla="*/ 8178264 w 13158799"/>
              <a:gd name="connsiteY100" fmla="*/ 2113176 h 9456078"/>
              <a:gd name="connsiteX101" fmla="*/ 8210341 w 13158799"/>
              <a:gd name="connsiteY101" fmla="*/ 2075157 h 9456078"/>
              <a:gd name="connsiteX102" fmla="*/ 8242709 w 13158799"/>
              <a:gd name="connsiteY102" fmla="*/ 2037442 h 9456078"/>
              <a:gd name="connsiteX103" fmla="*/ 8275365 w 13158799"/>
              <a:gd name="connsiteY103" fmla="*/ 2000034 h 9456078"/>
              <a:gd name="connsiteX104" fmla="*/ 8308307 w 13158799"/>
              <a:gd name="connsiteY104" fmla="*/ 1962934 h 9456078"/>
              <a:gd name="connsiteX105" fmla="*/ 8341532 w 13158799"/>
              <a:gd name="connsiteY105" fmla="*/ 1926142 h 9456078"/>
              <a:gd name="connsiteX106" fmla="*/ 8375038 w 13158799"/>
              <a:gd name="connsiteY106" fmla="*/ 1889660 h 9456078"/>
              <a:gd name="connsiteX107" fmla="*/ 8408823 w 13158799"/>
              <a:gd name="connsiteY107" fmla="*/ 1853489 h 9456078"/>
              <a:gd name="connsiteX108" fmla="*/ 8442885 w 13158799"/>
              <a:gd name="connsiteY108" fmla="*/ 1817630 h 9456078"/>
              <a:gd name="connsiteX109" fmla="*/ 8477221 w 13158799"/>
              <a:gd name="connsiteY109" fmla="*/ 1782084 h 9456078"/>
              <a:gd name="connsiteX110" fmla="*/ 8511829 w 13158799"/>
              <a:gd name="connsiteY110" fmla="*/ 1746853 h 9456078"/>
              <a:gd name="connsiteX111" fmla="*/ 8546706 w 13158799"/>
              <a:gd name="connsiteY111" fmla="*/ 1711937 h 9456078"/>
              <a:gd name="connsiteX112" fmla="*/ 8581851 w 13158799"/>
              <a:gd name="connsiteY112" fmla="*/ 1677337 h 9456078"/>
              <a:gd name="connsiteX113" fmla="*/ 8617261 w 13158799"/>
              <a:gd name="connsiteY113" fmla="*/ 1643056 h 9456078"/>
              <a:gd name="connsiteX114" fmla="*/ 8652934 w 13158799"/>
              <a:gd name="connsiteY114" fmla="*/ 1609093 h 9456078"/>
              <a:gd name="connsiteX115" fmla="*/ 8688867 w 13158799"/>
              <a:gd name="connsiteY115" fmla="*/ 1575450 h 9456078"/>
              <a:gd name="connsiteX116" fmla="*/ 8725058 w 13158799"/>
              <a:gd name="connsiteY116" fmla="*/ 1542128 h 9456078"/>
              <a:gd name="connsiteX117" fmla="*/ 8761506 w 13158799"/>
              <a:gd name="connsiteY117" fmla="*/ 1509129 h 9456078"/>
              <a:gd name="connsiteX118" fmla="*/ 8798207 w 13158799"/>
              <a:gd name="connsiteY118" fmla="*/ 1476452 h 9456078"/>
              <a:gd name="connsiteX119" fmla="*/ 8835159 w 13158799"/>
              <a:gd name="connsiteY119" fmla="*/ 1444101 h 9456078"/>
              <a:gd name="connsiteX120" fmla="*/ 8872360 w 13158799"/>
              <a:gd name="connsiteY120" fmla="*/ 1412075 h 9456078"/>
              <a:gd name="connsiteX121" fmla="*/ 8909808 w 13158799"/>
              <a:gd name="connsiteY121" fmla="*/ 1380375 h 9456078"/>
              <a:gd name="connsiteX122" fmla="*/ 8947501 w 13158799"/>
              <a:gd name="connsiteY122" fmla="*/ 1349004 h 9456078"/>
              <a:gd name="connsiteX123" fmla="*/ 8985435 w 13158799"/>
              <a:gd name="connsiteY123" fmla="*/ 1317962 h 9456078"/>
              <a:gd name="connsiteX124" fmla="*/ 9023610 w 13158799"/>
              <a:gd name="connsiteY124" fmla="*/ 1287250 h 9456078"/>
              <a:gd name="connsiteX125" fmla="*/ 9062022 w 13158799"/>
              <a:gd name="connsiteY125" fmla="*/ 1256869 h 9456078"/>
              <a:gd name="connsiteX126" fmla="*/ 9100669 w 13158799"/>
              <a:gd name="connsiteY126" fmla="*/ 1226820 h 9456078"/>
              <a:gd name="connsiteX127" fmla="*/ 9139549 w 13158799"/>
              <a:gd name="connsiteY127" fmla="*/ 1197105 h 9456078"/>
              <a:gd name="connsiteX128" fmla="*/ 9178660 w 13158799"/>
              <a:gd name="connsiteY128" fmla="*/ 1167725 h 9456078"/>
              <a:gd name="connsiteX129" fmla="*/ 9217999 w 13158799"/>
              <a:gd name="connsiteY129" fmla="*/ 1138681 h 9456078"/>
              <a:gd name="connsiteX130" fmla="*/ 9257564 w 13158799"/>
              <a:gd name="connsiteY130" fmla="*/ 1109974 h 9456078"/>
              <a:gd name="connsiteX131" fmla="*/ 9297353 w 13158799"/>
              <a:gd name="connsiteY131" fmla="*/ 1081604 h 9456078"/>
              <a:gd name="connsiteX132" fmla="*/ 9337364 w 13158799"/>
              <a:gd name="connsiteY132" fmla="*/ 1053574 h 9456078"/>
              <a:gd name="connsiteX133" fmla="*/ 9377594 w 13158799"/>
              <a:gd name="connsiteY133" fmla="*/ 1025884 h 9456078"/>
              <a:gd name="connsiteX134" fmla="*/ 9418040 w 13158799"/>
              <a:gd name="connsiteY134" fmla="*/ 998536 h 9456078"/>
              <a:gd name="connsiteX135" fmla="*/ 9458702 w 13158799"/>
              <a:gd name="connsiteY135" fmla="*/ 971530 h 9456078"/>
              <a:gd name="connsiteX136" fmla="*/ 9499575 w 13158799"/>
              <a:gd name="connsiteY136" fmla="*/ 944868 h 9456078"/>
              <a:gd name="connsiteX137" fmla="*/ 9540659 w 13158799"/>
              <a:gd name="connsiteY137" fmla="*/ 918551 h 9456078"/>
              <a:gd name="connsiteX138" fmla="*/ 9581950 w 13158799"/>
              <a:gd name="connsiteY138" fmla="*/ 892580 h 9456078"/>
              <a:gd name="connsiteX139" fmla="*/ 9623447 w 13158799"/>
              <a:gd name="connsiteY139" fmla="*/ 866956 h 9456078"/>
              <a:gd name="connsiteX140" fmla="*/ 9665147 w 13158799"/>
              <a:gd name="connsiteY140" fmla="*/ 841681 h 9456078"/>
              <a:gd name="connsiteX141" fmla="*/ 9707048 w 13158799"/>
              <a:gd name="connsiteY141" fmla="*/ 816754 h 9456078"/>
              <a:gd name="connsiteX142" fmla="*/ 9749147 w 13158799"/>
              <a:gd name="connsiteY142" fmla="*/ 792179 h 9456078"/>
              <a:gd name="connsiteX143" fmla="*/ 9791443 w 13158799"/>
              <a:gd name="connsiteY143" fmla="*/ 767955 h 9456078"/>
              <a:gd name="connsiteX144" fmla="*/ 9833932 w 13158799"/>
              <a:gd name="connsiteY144" fmla="*/ 744083 h 9456078"/>
              <a:gd name="connsiteX145" fmla="*/ 9876613 w 13158799"/>
              <a:gd name="connsiteY145" fmla="*/ 720566 h 9456078"/>
              <a:gd name="connsiteX146" fmla="*/ 9919484 w 13158799"/>
              <a:gd name="connsiteY146" fmla="*/ 697404 h 9456078"/>
              <a:gd name="connsiteX147" fmla="*/ 9962542 w 13158799"/>
              <a:gd name="connsiteY147" fmla="*/ 674598 h 9456078"/>
              <a:gd name="connsiteX148" fmla="*/ 10005784 w 13158799"/>
              <a:gd name="connsiteY148" fmla="*/ 652149 h 9456078"/>
              <a:gd name="connsiteX149" fmla="*/ 10049209 w 13158799"/>
              <a:gd name="connsiteY149" fmla="*/ 630059 h 9456078"/>
              <a:gd name="connsiteX150" fmla="*/ 10092814 w 13158799"/>
              <a:gd name="connsiteY150" fmla="*/ 608328 h 9456078"/>
              <a:gd name="connsiteX151" fmla="*/ 10136597 w 13158799"/>
              <a:gd name="connsiteY151" fmla="*/ 586958 h 9456078"/>
              <a:gd name="connsiteX152" fmla="*/ 10180556 w 13158799"/>
              <a:gd name="connsiteY152" fmla="*/ 565950 h 9456078"/>
              <a:gd name="connsiteX153" fmla="*/ 10224688 w 13158799"/>
              <a:gd name="connsiteY153" fmla="*/ 545304 h 9456078"/>
              <a:gd name="connsiteX154" fmla="*/ 10268991 w 13158799"/>
              <a:gd name="connsiteY154" fmla="*/ 525023 h 9456078"/>
              <a:gd name="connsiteX155" fmla="*/ 10313463 w 13158799"/>
              <a:gd name="connsiteY155" fmla="*/ 505107 h 9456078"/>
              <a:gd name="connsiteX156" fmla="*/ 10358101 w 13158799"/>
              <a:gd name="connsiteY156" fmla="*/ 485558 h 9456078"/>
              <a:gd name="connsiteX157" fmla="*/ 10402903 w 13158799"/>
              <a:gd name="connsiteY157" fmla="*/ 466376 h 9456078"/>
              <a:gd name="connsiteX158" fmla="*/ 10447868 w 13158799"/>
              <a:gd name="connsiteY158" fmla="*/ 447563 h 9456078"/>
              <a:gd name="connsiteX159" fmla="*/ 10492991 w 13158799"/>
              <a:gd name="connsiteY159" fmla="*/ 429119 h 9456078"/>
              <a:gd name="connsiteX160" fmla="*/ 10538272 w 13158799"/>
              <a:gd name="connsiteY160" fmla="*/ 411046 h 9456078"/>
              <a:gd name="connsiteX161" fmla="*/ 10583708 w 13158799"/>
              <a:gd name="connsiteY161" fmla="*/ 393346 h 9456078"/>
              <a:gd name="connsiteX162" fmla="*/ 10629297 w 13158799"/>
              <a:gd name="connsiteY162" fmla="*/ 376018 h 9456078"/>
              <a:gd name="connsiteX163" fmla="*/ 10675036 w 13158799"/>
              <a:gd name="connsiteY163" fmla="*/ 359065 h 9456078"/>
              <a:gd name="connsiteX164" fmla="*/ 10720923 w 13158799"/>
              <a:gd name="connsiteY164" fmla="*/ 342487 h 9456078"/>
              <a:gd name="connsiteX165" fmla="*/ 10766956 w 13158799"/>
              <a:gd name="connsiteY165" fmla="*/ 326286 h 9456078"/>
              <a:gd name="connsiteX166" fmla="*/ 10813132 w 13158799"/>
              <a:gd name="connsiteY166" fmla="*/ 310462 h 9456078"/>
              <a:gd name="connsiteX167" fmla="*/ 10859450 w 13158799"/>
              <a:gd name="connsiteY167" fmla="*/ 295018 h 9456078"/>
              <a:gd name="connsiteX168" fmla="*/ 10905907 w 13158799"/>
              <a:gd name="connsiteY168" fmla="*/ 279953 h 9456078"/>
              <a:gd name="connsiteX169" fmla="*/ 10952500 w 13158799"/>
              <a:gd name="connsiteY169" fmla="*/ 265269 h 9456078"/>
              <a:gd name="connsiteX170" fmla="*/ 10999227 w 13158799"/>
              <a:gd name="connsiteY170" fmla="*/ 250968 h 9456078"/>
              <a:gd name="connsiteX171" fmla="*/ 11046087 w 13158799"/>
              <a:gd name="connsiteY171" fmla="*/ 237049 h 9456078"/>
              <a:gd name="connsiteX172" fmla="*/ 11093076 w 13158799"/>
              <a:gd name="connsiteY172" fmla="*/ 223516 h 9456078"/>
              <a:gd name="connsiteX173" fmla="*/ 11140193 w 13158799"/>
              <a:gd name="connsiteY173" fmla="*/ 210368 h 9456078"/>
              <a:gd name="connsiteX174" fmla="*/ 11187434 w 13158799"/>
              <a:gd name="connsiteY174" fmla="*/ 197606 h 9456078"/>
              <a:gd name="connsiteX175" fmla="*/ 11234799 w 13158799"/>
              <a:gd name="connsiteY175" fmla="*/ 185233 h 9456078"/>
              <a:gd name="connsiteX176" fmla="*/ 11282284 w 13158799"/>
              <a:gd name="connsiteY176" fmla="*/ 173248 h 9456078"/>
              <a:gd name="connsiteX177" fmla="*/ 11329888 w 13158799"/>
              <a:gd name="connsiteY177" fmla="*/ 161654 h 9456078"/>
              <a:gd name="connsiteX178" fmla="*/ 11377607 w 13158799"/>
              <a:gd name="connsiteY178" fmla="*/ 150451 h 9456078"/>
              <a:gd name="connsiteX179" fmla="*/ 11425440 w 13158799"/>
              <a:gd name="connsiteY179" fmla="*/ 139640 h 9456078"/>
              <a:gd name="connsiteX180" fmla="*/ 11473385 w 13158799"/>
              <a:gd name="connsiteY180" fmla="*/ 129223 h 9456078"/>
              <a:gd name="connsiteX181" fmla="*/ 11521439 w 13158799"/>
              <a:gd name="connsiteY181" fmla="*/ 119201 h 9456078"/>
              <a:gd name="connsiteX182" fmla="*/ 11569599 w 13158799"/>
              <a:gd name="connsiteY182" fmla="*/ 109574 h 9456078"/>
              <a:gd name="connsiteX183" fmla="*/ 11617864 w 13158799"/>
              <a:gd name="connsiteY183" fmla="*/ 100344 h 9456078"/>
              <a:gd name="connsiteX184" fmla="*/ 11666231 w 13158799"/>
              <a:gd name="connsiteY184" fmla="*/ 91512 h 9456078"/>
              <a:gd name="connsiteX185" fmla="*/ 11714698 w 13158799"/>
              <a:gd name="connsiteY185" fmla="*/ 83080 h 9456078"/>
              <a:gd name="connsiteX186" fmla="*/ 11763263 w 13158799"/>
              <a:gd name="connsiteY186" fmla="*/ 75047 h 9456078"/>
              <a:gd name="connsiteX187" fmla="*/ 11811923 w 13158799"/>
              <a:gd name="connsiteY187" fmla="*/ 67417 h 9456078"/>
              <a:gd name="connsiteX188" fmla="*/ 11860676 w 13158799"/>
              <a:gd name="connsiteY188" fmla="*/ 60188 h 9456078"/>
              <a:gd name="connsiteX189" fmla="*/ 11909519 w 13158799"/>
              <a:gd name="connsiteY189" fmla="*/ 53364 h 9456078"/>
              <a:gd name="connsiteX190" fmla="*/ 11958451 w 13158799"/>
              <a:gd name="connsiteY190" fmla="*/ 46944 h 9456078"/>
              <a:gd name="connsiteX191" fmla="*/ 12007470 w 13158799"/>
              <a:gd name="connsiteY191" fmla="*/ 40931 h 9456078"/>
              <a:gd name="connsiteX192" fmla="*/ 12056572 w 13158799"/>
              <a:gd name="connsiteY192" fmla="*/ 35324 h 9456078"/>
              <a:gd name="connsiteX193" fmla="*/ 12105756 w 13158799"/>
              <a:gd name="connsiteY193" fmla="*/ 30126 h 9456078"/>
              <a:gd name="connsiteX194" fmla="*/ 12155019 w 13158799"/>
              <a:gd name="connsiteY194" fmla="*/ 25337 h 9456078"/>
              <a:gd name="connsiteX195" fmla="*/ 12204359 w 13158799"/>
              <a:gd name="connsiteY195" fmla="*/ 20958 h 9456078"/>
              <a:gd name="connsiteX196" fmla="*/ 12253773 w 13158799"/>
              <a:gd name="connsiteY196" fmla="*/ 16991 h 9456078"/>
              <a:gd name="connsiteX197" fmla="*/ 12303260 w 13158799"/>
              <a:gd name="connsiteY197" fmla="*/ 13437 h 9456078"/>
              <a:gd name="connsiteX198" fmla="*/ 12352818 w 13158799"/>
              <a:gd name="connsiteY198" fmla="*/ 10297 h 9456078"/>
              <a:gd name="connsiteX199" fmla="*/ 12402443 w 13158799"/>
              <a:gd name="connsiteY199" fmla="*/ 7572 h 9456078"/>
              <a:gd name="connsiteX200" fmla="*/ 12452133 w 13158799"/>
              <a:gd name="connsiteY200" fmla="*/ 5263 h 9456078"/>
              <a:gd name="connsiteX201" fmla="*/ 12501887 w 13158799"/>
              <a:gd name="connsiteY201" fmla="*/ 3371 h 9456078"/>
              <a:gd name="connsiteX202" fmla="*/ 12551701 w 13158799"/>
              <a:gd name="connsiteY202" fmla="*/ 1898 h 9456078"/>
              <a:gd name="connsiteX203" fmla="*/ 12601574 w 13158799"/>
              <a:gd name="connsiteY203" fmla="*/ 844 h 9456078"/>
              <a:gd name="connsiteX204" fmla="*/ 12651504 w 13158799"/>
              <a:gd name="connsiteY204" fmla="*/ 211 h 9456078"/>
              <a:gd name="connsiteX205" fmla="*/ 12701487 w 13158799"/>
              <a:gd name="connsiteY205" fmla="*/ 0 h 9456078"/>
              <a:gd name="connsiteX206" fmla="*/ 13158798 w 13158799"/>
              <a:gd name="connsiteY206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76172 w 13158797"/>
              <a:gd name="connsiteY22" fmla="*/ 9319936 h 9456078"/>
              <a:gd name="connsiteX23" fmla="*/ 1223823 w 13158797"/>
              <a:gd name="connsiteY23" fmla="*/ 9308509 h 9456078"/>
              <a:gd name="connsiteX24" fmla="*/ 1271339 w 13158797"/>
              <a:gd name="connsiteY24" fmla="*/ 9296635 h 9456078"/>
              <a:gd name="connsiteX25" fmla="*/ 1318719 w 13158797"/>
              <a:gd name="connsiteY25" fmla="*/ 9284315 h 9456078"/>
              <a:gd name="connsiteX26" fmla="*/ 1365957 w 13158797"/>
              <a:gd name="connsiteY26" fmla="*/ 9271550 h 9456078"/>
              <a:gd name="connsiteX27" fmla="*/ 1413052 w 13158797"/>
              <a:gd name="connsiteY27" fmla="*/ 9258342 h 9456078"/>
              <a:gd name="connsiteX28" fmla="*/ 1460000 w 13158797"/>
              <a:gd name="connsiteY28" fmla="*/ 9244693 h 9456078"/>
              <a:gd name="connsiteX29" fmla="*/ 1506799 w 13158797"/>
              <a:gd name="connsiteY29" fmla="*/ 9230604 h 9456078"/>
              <a:gd name="connsiteX30" fmla="*/ 1553445 w 13158797"/>
              <a:gd name="connsiteY30" fmla="*/ 9216076 h 9456078"/>
              <a:gd name="connsiteX31" fmla="*/ 1599935 w 13158797"/>
              <a:gd name="connsiteY31" fmla="*/ 9201111 h 9456078"/>
              <a:gd name="connsiteX32" fmla="*/ 1646267 w 13158797"/>
              <a:gd name="connsiteY32" fmla="*/ 9185710 h 9456078"/>
              <a:gd name="connsiteX33" fmla="*/ 1692437 w 13158797"/>
              <a:gd name="connsiteY33" fmla="*/ 9169876 h 9456078"/>
              <a:gd name="connsiteX34" fmla="*/ 1738442 w 13158797"/>
              <a:gd name="connsiteY34" fmla="*/ 9153608 h 9456078"/>
              <a:gd name="connsiteX35" fmla="*/ 1784280 w 13158797"/>
              <a:gd name="connsiteY35" fmla="*/ 9136910 h 9456078"/>
              <a:gd name="connsiteX36" fmla="*/ 1829947 w 13158797"/>
              <a:gd name="connsiteY36" fmla="*/ 9119782 h 9456078"/>
              <a:gd name="connsiteX37" fmla="*/ 1875440 w 13158797"/>
              <a:gd name="connsiteY37" fmla="*/ 9102226 h 9456078"/>
              <a:gd name="connsiteX38" fmla="*/ 1920756 w 13158797"/>
              <a:gd name="connsiteY38" fmla="*/ 9084243 h 9456078"/>
              <a:gd name="connsiteX39" fmla="*/ 1965893 w 13158797"/>
              <a:gd name="connsiteY39" fmla="*/ 9065835 h 9456078"/>
              <a:gd name="connsiteX40" fmla="*/ 2055615 w 13158797"/>
              <a:gd name="connsiteY40" fmla="*/ 9027750 h 9456078"/>
              <a:gd name="connsiteX41" fmla="*/ 2100195 w 13158797"/>
              <a:gd name="connsiteY41" fmla="*/ 9008075 h 9456078"/>
              <a:gd name="connsiteX42" fmla="*/ 2144582 w 13158797"/>
              <a:gd name="connsiteY42" fmla="*/ 8987981 h 9456078"/>
              <a:gd name="connsiteX43" fmla="*/ 2188775 w 13158797"/>
              <a:gd name="connsiteY43" fmla="*/ 8967470 h 9456078"/>
              <a:gd name="connsiteX44" fmla="*/ 2232770 w 13158797"/>
              <a:gd name="connsiteY44" fmla="*/ 8946542 h 9456078"/>
              <a:gd name="connsiteX45" fmla="*/ 2276564 w 13158797"/>
              <a:gd name="connsiteY45" fmla="*/ 8925199 h 9456078"/>
              <a:gd name="connsiteX46" fmla="*/ 2320154 w 13158797"/>
              <a:gd name="connsiteY46" fmla="*/ 8903443 h 9456078"/>
              <a:gd name="connsiteX47" fmla="*/ 2363538 w 13158797"/>
              <a:gd name="connsiteY47" fmla="*/ 8881275 h 9456078"/>
              <a:gd name="connsiteX48" fmla="*/ 2406711 w 13158797"/>
              <a:gd name="connsiteY48" fmla="*/ 8858697 h 9456078"/>
              <a:gd name="connsiteX49" fmla="*/ 2449672 w 13158797"/>
              <a:gd name="connsiteY49" fmla="*/ 8835710 h 9456078"/>
              <a:gd name="connsiteX50" fmla="*/ 2492417 w 13158797"/>
              <a:gd name="connsiteY50" fmla="*/ 8812316 h 9456078"/>
              <a:gd name="connsiteX51" fmla="*/ 2534943 w 13158797"/>
              <a:gd name="connsiteY51" fmla="*/ 8788516 h 9456078"/>
              <a:gd name="connsiteX52" fmla="*/ 2577247 w 13158797"/>
              <a:gd name="connsiteY52" fmla="*/ 8764311 h 9456078"/>
              <a:gd name="connsiteX53" fmla="*/ 2619326 w 13158797"/>
              <a:gd name="connsiteY53" fmla="*/ 8739704 h 9456078"/>
              <a:gd name="connsiteX54" fmla="*/ 2661177 w 13158797"/>
              <a:gd name="connsiteY54" fmla="*/ 8714695 h 9456078"/>
              <a:gd name="connsiteX55" fmla="*/ 2702797 w 13158797"/>
              <a:gd name="connsiteY55" fmla="*/ 8689286 h 9456078"/>
              <a:gd name="connsiteX56" fmla="*/ 2744183 w 13158797"/>
              <a:gd name="connsiteY56" fmla="*/ 8663479 h 9456078"/>
              <a:gd name="connsiteX57" fmla="*/ 2785333 w 13158797"/>
              <a:gd name="connsiteY57" fmla="*/ 8637274 h 9456078"/>
              <a:gd name="connsiteX58" fmla="*/ 2826242 w 13158797"/>
              <a:gd name="connsiteY58" fmla="*/ 8610675 h 9456078"/>
              <a:gd name="connsiteX59" fmla="*/ 2866908 w 13158797"/>
              <a:gd name="connsiteY59" fmla="*/ 8583681 h 9456078"/>
              <a:gd name="connsiteX60" fmla="*/ 2907329 w 13158797"/>
              <a:gd name="connsiteY60" fmla="*/ 8556295 h 9456078"/>
              <a:gd name="connsiteX61" fmla="*/ 2947500 w 13158797"/>
              <a:gd name="connsiteY61" fmla="*/ 8528517 h 9456078"/>
              <a:gd name="connsiteX62" fmla="*/ 2987419 w 13158797"/>
              <a:gd name="connsiteY62" fmla="*/ 8500351 h 9456078"/>
              <a:gd name="connsiteX63" fmla="*/ 3027083 w 13158797"/>
              <a:gd name="connsiteY63" fmla="*/ 8471796 h 9456078"/>
              <a:gd name="connsiteX64" fmla="*/ 3066489 w 13158797"/>
              <a:gd name="connsiteY64" fmla="*/ 8442854 h 9456078"/>
              <a:gd name="connsiteX65" fmla="*/ 3105634 w 13158797"/>
              <a:gd name="connsiteY65" fmla="*/ 8413528 h 9456078"/>
              <a:gd name="connsiteX66" fmla="*/ 3144515 w 13158797"/>
              <a:gd name="connsiteY66" fmla="*/ 8383818 h 9456078"/>
              <a:gd name="connsiteX67" fmla="*/ 3183129 w 13158797"/>
              <a:gd name="connsiteY67" fmla="*/ 8353726 h 9456078"/>
              <a:gd name="connsiteX68" fmla="*/ 3221473 w 13158797"/>
              <a:gd name="connsiteY68" fmla="*/ 8323253 h 9456078"/>
              <a:gd name="connsiteX69" fmla="*/ 3259544 w 13158797"/>
              <a:gd name="connsiteY69" fmla="*/ 8292401 h 9456078"/>
              <a:gd name="connsiteX70" fmla="*/ 3297339 w 13158797"/>
              <a:gd name="connsiteY70" fmla="*/ 8261172 h 9456078"/>
              <a:gd name="connsiteX71" fmla="*/ 3334854 w 13158797"/>
              <a:gd name="connsiteY71" fmla="*/ 8229566 h 9456078"/>
              <a:gd name="connsiteX72" fmla="*/ 3372087 w 13158797"/>
              <a:gd name="connsiteY72" fmla="*/ 8197585 h 9456078"/>
              <a:gd name="connsiteX73" fmla="*/ 3409035 w 13158797"/>
              <a:gd name="connsiteY73" fmla="*/ 8165232 h 9456078"/>
              <a:gd name="connsiteX74" fmla="*/ 3445695 w 13158797"/>
              <a:gd name="connsiteY74" fmla="*/ 8132507 h 9456078"/>
              <a:gd name="connsiteX75" fmla="*/ 3482064 w 13158797"/>
              <a:gd name="connsiteY75" fmla="*/ 8099411 h 9456078"/>
              <a:gd name="connsiteX76" fmla="*/ 3518139 w 13158797"/>
              <a:gd name="connsiteY76" fmla="*/ 8065947 h 9456078"/>
              <a:gd name="connsiteX77" fmla="*/ 3553916 w 13158797"/>
              <a:gd name="connsiteY77" fmla="*/ 8032115 h 9456078"/>
              <a:gd name="connsiteX78" fmla="*/ 3589393 w 13158797"/>
              <a:gd name="connsiteY78" fmla="*/ 7997918 h 9456078"/>
              <a:gd name="connsiteX79" fmla="*/ 3624567 w 13158797"/>
              <a:gd name="connsiteY79" fmla="*/ 7963356 h 9456078"/>
              <a:gd name="connsiteX80" fmla="*/ 3659435 w 13158797"/>
              <a:gd name="connsiteY80" fmla="*/ 7928432 h 9456078"/>
              <a:gd name="connsiteX81" fmla="*/ 3693994 w 13158797"/>
              <a:gd name="connsiteY81" fmla="*/ 7893146 h 9456078"/>
              <a:gd name="connsiteX82" fmla="*/ 3728240 w 13158797"/>
              <a:gd name="connsiteY82" fmla="*/ 7857501 h 9456078"/>
              <a:gd name="connsiteX83" fmla="*/ 3762171 w 13158797"/>
              <a:gd name="connsiteY83" fmla="*/ 7821497 h 9456078"/>
              <a:gd name="connsiteX84" fmla="*/ 3795783 w 13158797"/>
              <a:gd name="connsiteY84" fmla="*/ 7785136 h 9456078"/>
              <a:gd name="connsiteX85" fmla="*/ 3829075 w 13158797"/>
              <a:gd name="connsiteY85" fmla="*/ 7748420 h 9456078"/>
              <a:gd name="connsiteX86" fmla="*/ 3862042 w 13158797"/>
              <a:gd name="connsiteY86" fmla="*/ 7711350 h 9456078"/>
              <a:gd name="connsiteX87" fmla="*/ 3894682 w 13158797"/>
              <a:gd name="connsiteY87" fmla="*/ 7673928 h 9456078"/>
              <a:gd name="connsiteX88" fmla="*/ 3926991 w 13158797"/>
              <a:gd name="connsiteY88" fmla="*/ 7636155 h 9456078"/>
              <a:gd name="connsiteX89" fmla="*/ 3958967 w 13158797"/>
              <a:gd name="connsiteY89" fmla="*/ 7598032 h 9456078"/>
              <a:gd name="connsiteX90" fmla="*/ 3990607 w 13158797"/>
              <a:gd name="connsiteY90" fmla="*/ 7559561 h 9456078"/>
              <a:gd name="connsiteX91" fmla="*/ 4021907 w 13158797"/>
              <a:gd name="connsiteY91" fmla="*/ 7520744 h 9456078"/>
              <a:gd name="connsiteX92" fmla="*/ 4052865 w 13158797"/>
              <a:gd name="connsiteY92" fmla="*/ 7481582 h 9456078"/>
              <a:gd name="connsiteX93" fmla="*/ 4083478 w 13158797"/>
              <a:gd name="connsiteY93" fmla="*/ 7442077 h 9456078"/>
              <a:gd name="connsiteX94" fmla="*/ 8022311 w 13158797"/>
              <a:gd name="connsiteY94" fmla="*/ 2307814 h 9456078"/>
              <a:gd name="connsiteX95" fmla="*/ 8052902 w 13158797"/>
              <a:gd name="connsiteY95" fmla="*/ 2268285 h 9456078"/>
              <a:gd name="connsiteX96" fmla="*/ 8083796 w 13158797"/>
              <a:gd name="connsiteY96" fmla="*/ 2229056 h 9456078"/>
              <a:gd name="connsiteX97" fmla="*/ 8114989 w 13158797"/>
              <a:gd name="connsiteY97" fmla="*/ 2190127 h 9456078"/>
              <a:gd name="connsiteX98" fmla="*/ 8146479 w 13158797"/>
              <a:gd name="connsiteY98" fmla="*/ 2151500 h 9456078"/>
              <a:gd name="connsiteX99" fmla="*/ 8178264 w 13158797"/>
              <a:gd name="connsiteY99" fmla="*/ 2113176 h 9456078"/>
              <a:gd name="connsiteX100" fmla="*/ 8210341 w 13158797"/>
              <a:gd name="connsiteY100" fmla="*/ 2075157 h 9456078"/>
              <a:gd name="connsiteX101" fmla="*/ 8242709 w 13158797"/>
              <a:gd name="connsiteY101" fmla="*/ 2037442 h 9456078"/>
              <a:gd name="connsiteX102" fmla="*/ 8275365 w 13158797"/>
              <a:gd name="connsiteY102" fmla="*/ 2000034 h 9456078"/>
              <a:gd name="connsiteX103" fmla="*/ 8308307 w 13158797"/>
              <a:gd name="connsiteY103" fmla="*/ 1962934 h 9456078"/>
              <a:gd name="connsiteX104" fmla="*/ 8341532 w 13158797"/>
              <a:gd name="connsiteY104" fmla="*/ 1926142 h 9456078"/>
              <a:gd name="connsiteX105" fmla="*/ 8375038 w 13158797"/>
              <a:gd name="connsiteY105" fmla="*/ 1889660 h 9456078"/>
              <a:gd name="connsiteX106" fmla="*/ 8408823 w 13158797"/>
              <a:gd name="connsiteY106" fmla="*/ 1853489 h 9456078"/>
              <a:gd name="connsiteX107" fmla="*/ 8442885 w 13158797"/>
              <a:gd name="connsiteY107" fmla="*/ 1817630 h 9456078"/>
              <a:gd name="connsiteX108" fmla="*/ 8477221 w 13158797"/>
              <a:gd name="connsiteY108" fmla="*/ 1782084 h 9456078"/>
              <a:gd name="connsiteX109" fmla="*/ 8511829 w 13158797"/>
              <a:gd name="connsiteY109" fmla="*/ 1746853 h 9456078"/>
              <a:gd name="connsiteX110" fmla="*/ 8546706 w 13158797"/>
              <a:gd name="connsiteY110" fmla="*/ 1711937 h 9456078"/>
              <a:gd name="connsiteX111" fmla="*/ 8581851 w 13158797"/>
              <a:gd name="connsiteY111" fmla="*/ 1677337 h 9456078"/>
              <a:gd name="connsiteX112" fmla="*/ 8617261 w 13158797"/>
              <a:gd name="connsiteY112" fmla="*/ 1643056 h 9456078"/>
              <a:gd name="connsiteX113" fmla="*/ 8652934 w 13158797"/>
              <a:gd name="connsiteY113" fmla="*/ 1609093 h 9456078"/>
              <a:gd name="connsiteX114" fmla="*/ 8688867 w 13158797"/>
              <a:gd name="connsiteY114" fmla="*/ 1575450 h 9456078"/>
              <a:gd name="connsiteX115" fmla="*/ 8725058 w 13158797"/>
              <a:gd name="connsiteY115" fmla="*/ 1542128 h 9456078"/>
              <a:gd name="connsiteX116" fmla="*/ 8761506 w 13158797"/>
              <a:gd name="connsiteY116" fmla="*/ 1509129 h 9456078"/>
              <a:gd name="connsiteX117" fmla="*/ 8798207 w 13158797"/>
              <a:gd name="connsiteY117" fmla="*/ 1476452 h 9456078"/>
              <a:gd name="connsiteX118" fmla="*/ 8835159 w 13158797"/>
              <a:gd name="connsiteY118" fmla="*/ 1444101 h 9456078"/>
              <a:gd name="connsiteX119" fmla="*/ 8872360 w 13158797"/>
              <a:gd name="connsiteY119" fmla="*/ 1412075 h 9456078"/>
              <a:gd name="connsiteX120" fmla="*/ 8909808 w 13158797"/>
              <a:gd name="connsiteY120" fmla="*/ 1380375 h 9456078"/>
              <a:gd name="connsiteX121" fmla="*/ 8947501 w 13158797"/>
              <a:gd name="connsiteY121" fmla="*/ 1349004 h 9456078"/>
              <a:gd name="connsiteX122" fmla="*/ 8985435 w 13158797"/>
              <a:gd name="connsiteY122" fmla="*/ 1317962 h 9456078"/>
              <a:gd name="connsiteX123" fmla="*/ 9023610 w 13158797"/>
              <a:gd name="connsiteY123" fmla="*/ 1287250 h 9456078"/>
              <a:gd name="connsiteX124" fmla="*/ 9062022 w 13158797"/>
              <a:gd name="connsiteY124" fmla="*/ 1256869 h 9456078"/>
              <a:gd name="connsiteX125" fmla="*/ 9100669 w 13158797"/>
              <a:gd name="connsiteY125" fmla="*/ 1226820 h 9456078"/>
              <a:gd name="connsiteX126" fmla="*/ 9139549 w 13158797"/>
              <a:gd name="connsiteY126" fmla="*/ 1197105 h 9456078"/>
              <a:gd name="connsiteX127" fmla="*/ 9178660 w 13158797"/>
              <a:gd name="connsiteY127" fmla="*/ 1167725 h 9456078"/>
              <a:gd name="connsiteX128" fmla="*/ 9217999 w 13158797"/>
              <a:gd name="connsiteY128" fmla="*/ 1138681 h 9456078"/>
              <a:gd name="connsiteX129" fmla="*/ 9257564 w 13158797"/>
              <a:gd name="connsiteY129" fmla="*/ 1109974 h 9456078"/>
              <a:gd name="connsiteX130" fmla="*/ 9297353 w 13158797"/>
              <a:gd name="connsiteY130" fmla="*/ 1081604 h 9456078"/>
              <a:gd name="connsiteX131" fmla="*/ 9337364 w 13158797"/>
              <a:gd name="connsiteY131" fmla="*/ 1053574 h 9456078"/>
              <a:gd name="connsiteX132" fmla="*/ 9377594 w 13158797"/>
              <a:gd name="connsiteY132" fmla="*/ 1025884 h 9456078"/>
              <a:gd name="connsiteX133" fmla="*/ 9418040 w 13158797"/>
              <a:gd name="connsiteY133" fmla="*/ 998536 h 9456078"/>
              <a:gd name="connsiteX134" fmla="*/ 9458702 w 13158797"/>
              <a:gd name="connsiteY134" fmla="*/ 971530 h 9456078"/>
              <a:gd name="connsiteX135" fmla="*/ 9499575 w 13158797"/>
              <a:gd name="connsiteY135" fmla="*/ 944868 h 9456078"/>
              <a:gd name="connsiteX136" fmla="*/ 9540659 w 13158797"/>
              <a:gd name="connsiteY136" fmla="*/ 918551 h 9456078"/>
              <a:gd name="connsiteX137" fmla="*/ 9581950 w 13158797"/>
              <a:gd name="connsiteY137" fmla="*/ 892580 h 9456078"/>
              <a:gd name="connsiteX138" fmla="*/ 9623447 w 13158797"/>
              <a:gd name="connsiteY138" fmla="*/ 866956 h 9456078"/>
              <a:gd name="connsiteX139" fmla="*/ 9665147 w 13158797"/>
              <a:gd name="connsiteY139" fmla="*/ 841681 h 9456078"/>
              <a:gd name="connsiteX140" fmla="*/ 9707048 w 13158797"/>
              <a:gd name="connsiteY140" fmla="*/ 816754 h 9456078"/>
              <a:gd name="connsiteX141" fmla="*/ 9749147 w 13158797"/>
              <a:gd name="connsiteY141" fmla="*/ 792179 h 9456078"/>
              <a:gd name="connsiteX142" fmla="*/ 9791443 w 13158797"/>
              <a:gd name="connsiteY142" fmla="*/ 767955 h 9456078"/>
              <a:gd name="connsiteX143" fmla="*/ 9833932 w 13158797"/>
              <a:gd name="connsiteY143" fmla="*/ 744083 h 9456078"/>
              <a:gd name="connsiteX144" fmla="*/ 9876613 w 13158797"/>
              <a:gd name="connsiteY144" fmla="*/ 720566 h 9456078"/>
              <a:gd name="connsiteX145" fmla="*/ 9919484 w 13158797"/>
              <a:gd name="connsiteY145" fmla="*/ 697404 h 9456078"/>
              <a:gd name="connsiteX146" fmla="*/ 9962542 w 13158797"/>
              <a:gd name="connsiteY146" fmla="*/ 674598 h 9456078"/>
              <a:gd name="connsiteX147" fmla="*/ 10005784 w 13158797"/>
              <a:gd name="connsiteY147" fmla="*/ 652149 h 9456078"/>
              <a:gd name="connsiteX148" fmla="*/ 10049209 w 13158797"/>
              <a:gd name="connsiteY148" fmla="*/ 630059 h 9456078"/>
              <a:gd name="connsiteX149" fmla="*/ 10092814 w 13158797"/>
              <a:gd name="connsiteY149" fmla="*/ 608328 h 9456078"/>
              <a:gd name="connsiteX150" fmla="*/ 10136597 w 13158797"/>
              <a:gd name="connsiteY150" fmla="*/ 586958 h 9456078"/>
              <a:gd name="connsiteX151" fmla="*/ 10180556 w 13158797"/>
              <a:gd name="connsiteY151" fmla="*/ 565950 h 9456078"/>
              <a:gd name="connsiteX152" fmla="*/ 10224688 w 13158797"/>
              <a:gd name="connsiteY152" fmla="*/ 545304 h 9456078"/>
              <a:gd name="connsiteX153" fmla="*/ 10268991 w 13158797"/>
              <a:gd name="connsiteY153" fmla="*/ 525023 h 9456078"/>
              <a:gd name="connsiteX154" fmla="*/ 10313463 w 13158797"/>
              <a:gd name="connsiteY154" fmla="*/ 505107 h 9456078"/>
              <a:gd name="connsiteX155" fmla="*/ 10358101 w 13158797"/>
              <a:gd name="connsiteY155" fmla="*/ 485558 h 9456078"/>
              <a:gd name="connsiteX156" fmla="*/ 10402903 w 13158797"/>
              <a:gd name="connsiteY156" fmla="*/ 466376 h 9456078"/>
              <a:gd name="connsiteX157" fmla="*/ 10447868 w 13158797"/>
              <a:gd name="connsiteY157" fmla="*/ 447563 h 9456078"/>
              <a:gd name="connsiteX158" fmla="*/ 10492991 w 13158797"/>
              <a:gd name="connsiteY158" fmla="*/ 429119 h 9456078"/>
              <a:gd name="connsiteX159" fmla="*/ 10538272 w 13158797"/>
              <a:gd name="connsiteY159" fmla="*/ 411046 h 9456078"/>
              <a:gd name="connsiteX160" fmla="*/ 10583708 w 13158797"/>
              <a:gd name="connsiteY160" fmla="*/ 393346 h 9456078"/>
              <a:gd name="connsiteX161" fmla="*/ 10629297 w 13158797"/>
              <a:gd name="connsiteY161" fmla="*/ 376018 h 9456078"/>
              <a:gd name="connsiteX162" fmla="*/ 10675036 w 13158797"/>
              <a:gd name="connsiteY162" fmla="*/ 359065 h 9456078"/>
              <a:gd name="connsiteX163" fmla="*/ 10720923 w 13158797"/>
              <a:gd name="connsiteY163" fmla="*/ 342487 h 9456078"/>
              <a:gd name="connsiteX164" fmla="*/ 10766956 w 13158797"/>
              <a:gd name="connsiteY164" fmla="*/ 326286 h 9456078"/>
              <a:gd name="connsiteX165" fmla="*/ 10813132 w 13158797"/>
              <a:gd name="connsiteY165" fmla="*/ 310462 h 9456078"/>
              <a:gd name="connsiteX166" fmla="*/ 10859450 w 13158797"/>
              <a:gd name="connsiteY166" fmla="*/ 295018 h 9456078"/>
              <a:gd name="connsiteX167" fmla="*/ 10905907 w 13158797"/>
              <a:gd name="connsiteY167" fmla="*/ 279953 h 9456078"/>
              <a:gd name="connsiteX168" fmla="*/ 10952500 w 13158797"/>
              <a:gd name="connsiteY168" fmla="*/ 265269 h 9456078"/>
              <a:gd name="connsiteX169" fmla="*/ 10999227 w 13158797"/>
              <a:gd name="connsiteY169" fmla="*/ 250968 h 9456078"/>
              <a:gd name="connsiteX170" fmla="*/ 11046087 w 13158797"/>
              <a:gd name="connsiteY170" fmla="*/ 237049 h 9456078"/>
              <a:gd name="connsiteX171" fmla="*/ 11093076 w 13158797"/>
              <a:gd name="connsiteY171" fmla="*/ 223516 h 9456078"/>
              <a:gd name="connsiteX172" fmla="*/ 11140193 w 13158797"/>
              <a:gd name="connsiteY172" fmla="*/ 210368 h 9456078"/>
              <a:gd name="connsiteX173" fmla="*/ 11187434 w 13158797"/>
              <a:gd name="connsiteY173" fmla="*/ 197606 h 9456078"/>
              <a:gd name="connsiteX174" fmla="*/ 11234799 w 13158797"/>
              <a:gd name="connsiteY174" fmla="*/ 185233 h 9456078"/>
              <a:gd name="connsiteX175" fmla="*/ 11282284 w 13158797"/>
              <a:gd name="connsiteY175" fmla="*/ 173248 h 9456078"/>
              <a:gd name="connsiteX176" fmla="*/ 11329888 w 13158797"/>
              <a:gd name="connsiteY176" fmla="*/ 161654 h 9456078"/>
              <a:gd name="connsiteX177" fmla="*/ 11377607 w 13158797"/>
              <a:gd name="connsiteY177" fmla="*/ 150451 h 9456078"/>
              <a:gd name="connsiteX178" fmla="*/ 11425440 w 13158797"/>
              <a:gd name="connsiteY178" fmla="*/ 139640 h 9456078"/>
              <a:gd name="connsiteX179" fmla="*/ 11473385 w 13158797"/>
              <a:gd name="connsiteY179" fmla="*/ 129223 h 9456078"/>
              <a:gd name="connsiteX180" fmla="*/ 11521439 w 13158797"/>
              <a:gd name="connsiteY180" fmla="*/ 119201 h 9456078"/>
              <a:gd name="connsiteX181" fmla="*/ 11569599 w 13158797"/>
              <a:gd name="connsiteY181" fmla="*/ 109574 h 9456078"/>
              <a:gd name="connsiteX182" fmla="*/ 11617864 w 13158797"/>
              <a:gd name="connsiteY182" fmla="*/ 100344 h 9456078"/>
              <a:gd name="connsiteX183" fmla="*/ 11666231 w 13158797"/>
              <a:gd name="connsiteY183" fmla="*/ 91512 h 9456078"/>
              <a:gd name="connsiteX184" fmla="*/ 11714698 w 13158797"/>
              <a:gd name="connsiteY184" fmla="*/ 83080 h 9456078"/>
              <a:gd name="connsiteX185" fmla="*/ 11763263 w 13158797"/>
              <a:gd name="connsiteY185" fmla="*/ 75047 h 9456078"/>
              <a:gd name="connsiteX186" fmla="*/ 11811923 w 13158797"/>
              <a:gd name="connsiteY186" fmla="*/ 67417 h 9456078"/>
              <a:gd name="connsiteX187" fmla="*/ 11860676 w 13158797"/>
              <a:gd name="connsiteY187" fmla="*/ 60188 h 9456078"/>
              <a:gd name="connsiteX188" fmla="*/ 11909519 w 13158797"/>
              <a:gd name="connsiteY188" fmla="*/ 53364 h 9456078"/>
              <a:gd name="connsiteX189" fmla="*/ 11958451 w 13158797"/>
              <a:gd name="connsiteY189" fmla="*/ 46944 h 9456078"/>
              <a:gd name="connsiteX190" fmla="*/ 12007470 w 13158797"/>
              <a:gd name="connsiteY190" fmla="*/ 40931 h 9456078"/>
              <a:gd name="connsiteX191" fmla="*/ 12056572 w 13158797"/>
              <a:gd name="connsiteY191" fmla="*/ 35324 h 9456078"/>
              <a:gd name="connsiteX192" fmla="*/ 12105756 w 13158797"/>
              <a:gd name="connsiteY192" fmla="*/ 30126 h 9456078"/>
              <a:gd name="connsiteX193" fmla="*/ 12155019 w 13158797"/>
              <a:gd name="connsiteY193" fmla="*/ 25337 h 9456078"/>
              <a:gd name="connsiteX194" fmla="*/ 12204359 w 13158797"/>
              <a:gd name="connsiteY194" fmla="*/ 20958 h 9456078"/>
              <a:gd name="connsiteX195" fmla="*/ 12253773 w 13158797"/>
              <a:gd name="connsiteY195" fmla="*/ 16991 h 9456078"/>
              <a:gd name="connsiteX196" fmla="*/ 12303260 w 13158797"/>
              <a:gd name="connsiteY196" fmla="*/ 13437 h 9456078"/>
              <a:gd name="connsiteX197" fmla="*/ 12352818 w 13158797"/>
              <a:gd name="connsiteY197" fmla="*/ 10297 h 9456078"/>
              <a:gd name="connsiteX198" fmla="*/ 12402443 w 13158797"/>
              <a:gd name="connsiteY198" fmla="*/ 7572 h 9456078"/>
              <a:gd name="connsiteX199" fmla="*/ 12452133 w 13158797"/>
              <a:gd name="connsiteY199" fmla="*/ 5263 h 9456078"/>
              <a:gd name="connsiteX200" fmla="*/ 12501887 w 13158797"/>
              <a:gd name="connsiteY200" fmla="*/ 3371 h 9456078"/>
              <a:gd name="connsiteX201" fmla="*/ 12551701 w 13158797"/>
              <a:gd name="connsiteY201" fmla="*/ 1898 h 9456078"/>
              <a:gd name="connsiteX202" fmla="*/ 12601574 w 13158797"/>
              <a:gd name="connsiteY202" fmla="*/ 844 h 9456078"/>
              <a:gd name="connsiteX203" fmla="*/ 12651504 w 13158797"/>
              <a:gd name="connsiteY203" fmla="*/ 211 h 9456078"/>
              <a:gd name="connsiteX204" fmla="*/ 12701487 w 13158797"/>
              <a:gd name="connsiteY204" fmla="*/ 0 h 9456078"/>
              <a:gd name="connsiteX205" fmla="*/ 13158798 w 13158797"/>
              <a:gd name="connsiteY205" fmla="*/ 0 h 94560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</a:cxnLst>
            <a:rect l="l" t="t" r="r" b="b"/>
            <a:pathLst>
              <a:path w="13158797" h="9456078">
                <a:moveTo>
                  <a:pt x="0" y="9456078"/>
                </a:moveTo>
                <a:lnTo>
                  <a:pt x="49977" y="9455836"/>
                </a:lnTo>
                <a:lnTo>
                  <a:pt x="99893" y="9455111"/>
                </a:lnTo>
                <a:lnTo>
                  <a:pt x="149742" y="9453904"/>
                </a:lnTo>
                <a:lnTo>
                  <a:pt x="199524" y="9452217"/>
                </a:lnTo>
                <a:lnTo>
                  <a:pt x="298870" y="9447409"/>
                </a:lnTo>
                <a:lnTo>
                  <a:pt x="348429" y="9444290"/>
                </a:lnTo>
                <a:lnTo>
                  <a:pt x="397907" y="9440698"/>
                </a:lnTo>
                <a:lnTo>
                  <a:pt x="447302" y="9436632"/>
                </a:lnTo>
                <a:lnTo>
                  <a:pt x="496610" y="9432096"/>
                </a:lnTo>
                <a:lnTo>
                  <a:pt x="545829" y="9427089"/>
                </a:lnTo>
                <a:lnTo>
                  <a:pt x="594956" y="9421615"/>
                </a:lnTo>
                <a:lnTo>
                  <a:pt x="643987" y="9415673"/>
                </a:lnTo>
                <a:lnTo>
                  <a:pt x="692920" y="9409267"/>
                </a:lnTo>
                <a:lnTo>
                  <a:pt x="741751" y="9402396"/>
                </a:lnTo>
                <a:lnTo>
                  <a:pt x="790478" y="9395063"/>
                </a:lnTo>
                <a:lnTo>
                  <a:pt x="839098" y="9387270"/>
                </a:lnTo>
                <a:lnTo>
                  <a:pt x="887607" y="9379017"/>
                </a:lnTo>
                <a:lnTo>
                  <a:pt x="936002" y="9370306"/>
                </a:lnTo>
                <a:lnTo>
                  <a:pt x="984281" y="9361139"/>
                </a:lnTo>
                <a:lnTo>
                  <a:pt x="1032440" y="9351517"/>
                </a:lnTo>
                <a:lnTo>
                  <a:pt x="1080477" y="9341441"/>
                </a:lnTo>
                <a:lnTo>
                  <a:pt x="1176172" y="9319936"/>
                </a:lnTo>
                <a:lnTo>
                  <a:pt x="1223823" y="9308509"/>
                </a:lnTo>
                <a:lnTo>
                  <a:pt x="1271339" y="9296635"/>
                </a:lnTo>
                <a:lnTo>
                  <a:pt x="1318719" y="9284315"/>
                </a:lnTo>
                <a:lnTo>
                  <a:pt x="1365957" y="9271550"/>
                </a:lnTo>
                <a:lnTo>
                  <a:pt x="1413052" y="9258342"/>
                </a:lnTo>
                <a:lnTo>
                  <a:pt x="1460000" y="9244693"/>
                </a:lnTo>
                <a:lnTo>
                  <a:pt x="1506799" y="9230604"/>
                </a:lnTo>
                <a:lnTo>
                  <a:pt x="1553445" y="9216076"/>
                </a:lnTo>
                <a:lnTo>
                  <a:pt x="1599935" y="9201111"/>
                </a:lnTo>
                <a:lnTo>
                  <a:pt x="1646267" y="9185710"/>
                </a:lnTo>
                <a:lnTo>
                  <a:pt x="1692437" y="9169876"/>
                </a:lnTo>
                <a:lnTo>
                  <a:pt x="1738442" y="9153608"/>
                </a:lnTo>
                <a:lnTo>
                  <a:pt x="1784280" y="9136910"/>
                </a:lnTo>
                <a:lnTo>
                  <a:pt x="1829947" y="9119782"/>
                </a:lnTo>
                <a:lnTo>
                  <a:pt x="1875440" y="9102226"/>
                </a:lnTo>
                <a:lnTo>
                  <a:pt x="1920756" y="9084243"/>
                </a:lnTo>
                <a:lnTo>
                  <a:pt x="1965893" y="9065835"/>
                </a:lnTo>
                <a:lnTo>
                  <a:pt x="2055615" y="9027750"/>
                </a:lnTo>
                <a:lnTo>
                  <a:pt x="2100195" y="9008075"/>
                </a:lnTo>
                <a:lnTo>
                  <a:pt x="2144582" y="8987981"/>
                </a:lnTo>
                <a:lnTo>
                  <a:pt x="2188775" y="8967470"/>
                </a:lnTo>
                <a:lnTo>
                  <a:pt x="2232770" y="8946542"/>
                </a:lnTo>
                <a:lnTo>
                  <a:pt x="2276564" y="8925199"/>
                </a:lnTo>
                <a:lnTo>
                  <a:pt x="2320154" y="8903443"/>
                </a:lnTo>
                <a:lnTo>
                  <a:pt x="2363538" y="8881275"/>
                </a:lnTo>
                <a:lnTo>
                  <a:pt x="2406711" y="8858697"/>
                </a:lnTo>
                <a:lnTo>
                  <a:pt x="2449672" y="8835710"/>
                </a:lnTo>
                <a:lnTo>
                  <a:pt x="2492417" y="8812316"/>
                </a:lnTo>
                <a:lnTo>
                  <a:pt x="2534943" y="8788516"/>
                </a:lnTo>
                <a:lnTo>
                  <a:pt x="2577247" y="8764311"/>
                </a:lnTo>
                <a:lnTo>
                  <a:pt x="2619326" y="8739704"/>
                </a:lnTo>
                <a:lnTo>
                  <a:pt x="2661177" y="8714695"/>
                </a:lnTo>
                <a:lnTo>
                  <a:pt x="2702797" y="8689286"/>
                </a:lnTo>
                <a:lnTo>
                  <a:pt x="2744183" y="8663479"/>
                </a:lnTo>
                <a:lnTo>
                  <a:pt x="2785333" y="8637274"/>
                </a:lnTo>
                <a:lnTo>
                  <a:pt x="2826242" y="8610675"/>
                </a:lnTo>
                <a:lnTo>
                  <a:pt x="2866908" y="8583681"/>
                </a:lnTo>
                <a:lnTo>
                  <a:pt x="2907329" y="8556295"/>
                </a:lnTo>
                <a:lnTo>
                  <a:pt x="2947500" y="8528517"/>
                </a:lnTo>
                <a:lnTo>
                  <a:pt x="2987419" y="8500351"/>
                </a:lnTo>
                <a:lnTo>
                  <a:pt x="3027083" y="8471796"/>
                </a:lnTo>
                <a:lnTo>
                  <a:pt x="3066489" y="8442854"/>
                </a:lnTo>
                <a:lnTo>
                  <a:pt x="3105634" y="8413528"/>
                </a:lnTo>
                <a:lnTo>
                  <a:pt x="3144515" y="8383818"/>
                </a:lnTo>
                <a:lnTo>
                  <a:pt x="3183129" y="8353726"/>
                </a:lnTo>
                <a:lnTo>
                  <a:pt x="3221473" y="8323253"/>
                </a:lnTo>
                <a:lnTo>
                  <a:pt x="3259544" y="8292401"/>
                </a:lnTo>
                <a:lnTo>
                  <a:pt x="3297339" y="8261172"/>
                </a:lnTo>
                <a:lnTo>
                  <a:pt x="3334854" y="8229566"/>
                </a:lnTo>
                <a:lnTo>
                  <a:pt x="3372087" y="8197585"/>
                </a:lnTo>
                <a:lnTo>
                  <a:pt x="3409035" y="8165232"/>
                </a:lnTo>
                <a:lnTo>
                  <a:pt x="3445695" y="8132507"/>
                </a:lnTo>
                <a:lnTo>
                  <a:pt x="3482064" y="8099411"/>
                </a:lnTo>
                <a:lnTo>
                  <a:pt x="3518139" y="8065947"/>
                </a:lnTo>
                <a:lnTo>
                  <a:pt x="3553916" y="8032115"/>
                </a:lnTo>
                <a:lnTo>
                  <a:pt x="3589393" y="7997918"/>
                </a:lnTo>
                <a:lnTo>
                  <a:pt x="3624567" y="7963356"/>
                </a:lnTo>
                <a:lnTo>
                  <a:pt x="3659435" y="7928432"/>
                </a:lnTo>
                <a:lnTo>
                  <a:pt x="3693994" y="7893146"/>
                </a:lnTo>
                <a:lnTo>
                  <a:pt x="3728240" y="7857501"/>
                </a:lnTo>
                <a:lnTo>
                  <a:pt x="3762171" y="7821497"/>
                </a:lnTo>
                <a:lnTo>
                  <a:pt x="3795783" y="7785136"/>
                </a:lnTo>
                <a:lnTo>
                  <a:pt x="3829075" y="7748420"/>
                </a:lnTo>
                <a:lnTo>
                  <a:pt x="3862042" y="7711350"/>
                </a:lnTo>
                <a:lnTo>
                  <a:pt x="3894682" y="7673928"/>
                </a:lnTo>
                <a:lnTo>
                  <a:pt x="3926991" y="7636155"/>
                </a:lnTo>
                <a:lnTo>
                  <a:pt x="3958967" y="7598032"/>
                </a:lnTo>
                <a:lnTo>
                  <a:pt x="3990607" y="7559561"/>
                </a:lnTo>
                <a:lnTo>
                  <a:pt x="4021907" y="7520744"/>
                </a:lnTo>
                <a:lnTo>
                  <a:pt x="4052865" y="7481582"/>
                </a:lnTo>
                <a:lnTo>
                  <a:pt x="4083478" y="7442077"/>
                </a:lnTo>
                <a:lnTo>
                  <a:pt x="8022311" y="2307814"/>
                </a:lnTo>
                <a:lnTo>
                  <a:pt x="8052902" y="2268285"/>
                </a:lnTo>
                <a:lnTo>
                  <a:pt x="8083796" y="2229056"/>
                </a:lnTo>
                <a:lnTo>
                  <a:pt x="8114989" y="2190127"/>
                </a:lnTo>
                <a:lnTo>
                  <a:pt x="8146479" y="2151500"/>
                </a:lnTo>
                <a:lnTo>
                  <a:pt x="8178264" y="2113176"/>
                </a:lnTo>
                <a:lnTo>
                  <a:pt x="8210341" y="2075157"/>
                </a:lnTo>
                <a:lnTo>
                  <a:pt x="8242709" y="2037442"/>
                </a:lnTo>
                <a:lnTo>
                  <a:pt x="8275365" y="2000034"/>
                </a:lnTo>
                <a:lnTo>
                  <a:pt x="8308307" y="1962934"/>
                </a:lnTo>
                <a:lnTo>
                  <a:pt x="8341532" y="1926142"/>
                </a:lnTo>
                <a:lnTo>
                  <a:pt x="8375038" y="1889660"/>
                </a:lnTo>
                <a:lnTo>
                  <a:pt x="8408823" y="1853489"/>
                </a:lnTo>
                <a:lnTo>
                  <a:pt x="8442885" y="1817630"/>
                </a:lnTo>
                <a:lnTo>
                  <a:pt x="8477221" y="1782084"/>
                </a:lnTo>
                <a:lnTo>
                  <a:pt x="8511829" y="1746853"/>
                </a:lnTo>
                <a:lnTo>
                  <a:pt x="8546706" y="1711937"/>
                </a:lnTo>
                <a:lnTo>
                  <a:pt x="8581851" y="1677337"/>
                </a:lnTo>
                <a:lnTo>
                  <a:pt x="8617261" y="1643056"/>
                </a:lnTo>
                <a:lnTo>
                  <a:pt x="8652934" y="1609093"/>
                </a:lnTo>
                <a:lnTo>
                  <a:pt x="8688867" y="1575450"/>
                </a:lnTo>
                <a:lnTo>
                  <a:pt x="8725058" y="1542128"/>
                </a:lnTo>
                <a:lnTo>
                  <a:pt x="8761506" y="1509129"/>
                </a:lnTo>
                <a:lnTo>
                  <a:pt x="8798207" y="1476452"/>
                </a:lnTo>
                <a:lnTo>
                  <a:pt x="8835159" y="1444101"/>
                </a:lnTo>
                <a:lnTo>
                  <a:pt x="8872360" y="1412075"/>
                </a:lnTo>
                <a:lnTo>
                  <a:pt x="8909808" y="1380375"/>
                </a:lnTo>
                <a:lnTo>
                  <a:pt x="8947501" y="1349004"/>
                </a:lnTo>
                <a:lnTo>
                  <a:pt x="8985435" y="1317962"/>
                </a:lnTo>
                <a:lnTo>
                  <a:pt x="9023610" y="1287250"/>
                </a:lnTo>
                <a:lnTo>
                  <a:pt x="9062022" y="1256869"/>
                </a:lnTo>
                <a:lnTo>
                  <a:pt x="9100669" y="1226820"/>
                </a:lnTo>
                <a:lnTo>
                  <a:pt x="9139549" y="1197105"/>
                </a:lnTo>
                <a:lnTo>
                  <a:pt x="9178660" y="1167725"/>
                </a:lnTo>
                <a:lnTo>
                  <a:pt x="9217999" y="1138681"/>
                </a:lnTo>
                <a:lnTo>
                  <a:pt x="9257564" y="1109974"/>
                </a:lnTo>
                <a:lnTo>
                  <a:pt x="9297353" y="1081604"/>
                </a:lnTo>
                <a:lnTo>
                  <a:pt x="9337364" y="1053574"/>
                </a:lnTo>
                <a:lnTo>
                  <a:pt x="9377594" y="1025884"/>
                </a:lnTo>
                <a:lnTo>
                  <a:pt x="9418040" y="998536"/>
                </a:lnTo>
                <a:lnTo>
                  <a:pt x="9458702" y="971530"/>
                </a:lnTo>
                <a:lnTo>
                  <a:pt x="9499575" y="944868"/>
                </a:lnTo>
                <a:lnTo>
                  <a:pt x="9540659" y="918551"/>
                </a:lnTo>
                <a:lnTo>
                  <a:pt x="9581950" y="892580"/>
                </a:lnTo>
                <a:lnTo>
                  <a:pt x="9623447" y="866956"/>
                </a:lnTo>
                <a:lnTo>
                  <a:pt x="9665147" y="841681"/>
                </a:lnTo>
                <a:lnTo>
                  <a:pt x="9707048" y="816754"/>
                </a:lnTo>
                <a:lnTo>
                  <a:pt x="9749147" y="792179"/>
                </a:lnTo>
                <a:lnTo>
                  <a:pt x="9791443" y="767955"/>
                </a:lnTo>
                <a:lnTo>
                  <a:pt x="9833932" y="744083"/>
                </a:lnTo>
                <a:lnTo>
                  <a:pt x="9876613" y="720566"/>
                </a:lnTo>
                <a:lnTo>
                  <a:pt x="9919484" y="697404"/>
                </a:lnTo>
                <a:lnTo>
                  <a:pt x="9962542" y="674598"/>
                </a:lnTo>
                <a:lnTo>
                  <a:pt x="10005784" y="652149"/>
                </a:lnTo>
                <a:lnTo>
                  <a:pt x="10049209" y="630059"/>
                </a:lnTo>
                <a:lnTo>
                  <a:pt x="10092814" y="608328"/>
                </a:lnTo>
                <a:lnTo>
                  <a:pt x="10136597" y="586958"/>
                </a:lnTo>
                <a:lnTo>
                  <a:pt x="10180556" y="565950"/>
                </a:lnTo>
                <a:lnTo>
                  <a:pt x="10224688" y="545304"/>
                </a:lnTo>
                <a:lnTo>
                  <a:pt x="10268991" y="525023"/>
                </a:lnTo>
                <a:lnTo>
                  <a:pt x="10313463" y="505107"/>
                </a:lnTo>
                <a:lnTo>
                  <a:pt x="10358101" y="485558"/>
                </a:lnTo>
                <a:lnTo>
                  <a:pt x="10402903" y="466376"/>
                </a:lnTo>
                <a:lnTo>
                  <a:pt x="10447868" y="447563"/>
                </a:lnTo>
                <a:lnTo>
                  <a:pt x="10492991" y="429119"/>
                </a:lnTo>
                <a:lnTo>
                  <a:pt x="10538272" y="411046"/>
                </a:lnTo>
                <a:lnTo>
                  <a:pt x="10583708" y="393346"/>
                </a:lnTo>
                <a:lnTo>
                  <a:pt x="10629297" y="376018"/>
                </a:lnTo>
                <a:lnTo>
                  <a:pt x="10675036" y="359065"/>
                </a:lnTo>
                <a:lnTo>
                  <a:pt x="10720923" y="342487"/>
                </a:lnTo>
                <a:lnTo>
                  <a:pt x="10766956" y="326286"/>
                </a:lnTo>
                <a:lnTo>
                  <a:pt x="10813132" y="310462"/>
                </a:lnTo>
                <a:lnTo>
                  <a:pt x="10859450" y="295018"/>
                </a:lnTo>
                <a:lnTo>
                  <a:pt x="10905907" y="279953"/>
                </a:lnTo>
                <a:lnTo>
                  <a:pt x="10952500" y="265269"/>
                </a:lnTo>
                <a:lnTo>
                  <a:pt x="10999227" y="250968"/>
                </a:lnTo>
                <a:lnTo>
                  <a:pt x="11046087" y="237049"/>
                </a:lnTo>
                <a:lnTo>
                  <a:pt x="11093076" y="223516"/>
                </a:lnTo>
                <a:lnTo>
                  <a:pt x="11140193" y="210368"/>
                </a:lnTo>
                <a:lnTo>
                  <a:pt x="11187434" y="197606"/>
                </a:lnTo>
                <a:lnTo>
                  <a:pt x="11234799" y="185233"/>
                </a:lnTo>
                <a:lnTo>
                  <a:pt x="11282284" y="173248"/>
                </a:lnTo>
                <a:lnTo>
                  <a:pt x="11329888" y="161654"/>
                </a:lnTo>
                <a:lnTo>
                  <a:pt x="11377607" y="150451"/>
                </a:lnTo>
                <a:lnTo>
                  <a:pt x="11425440" y="139640"/>
                </a:lnTo>
                <a:lnTo>
                  <a:pt x="11473385" y="129223"/>
                </a:lnTo>
                <a:lnTo>
                  <a:pt x="11521439" y="119201"/>
                </a:lnTo>
                <a:lnTo>
                  <a:pt x="11569599" y="109574"/>
                </a:lnTo>
                <a:lnTo>
                  <a:pt x="11617864" y="100344"/>
                </a:lnTo>
                <a:lnTo>
                  <a:pt x="11666231" y="91512"/>
                </a:lnTo>
                <a:lnTo>
                  <a:pt x="11714698" y="83080"/>
                </a:lnTo>
                <a:lnTo>
                  <a:pt x="11763263" y="75047"/>
                </a:lnTo>
                <a:lnTo>
                  <a:pt x="11811923" y="67417"/>
                </a:lnTo>
                <a:lnTo>
                  <a:pt x="11860676" y="60188"/>
                </a:lnTo>
                <a:lnTo>
                  <a:pt x="11909519" y="53364"/>
                </a:lnTo>
                <a:lnTo>
                  <a:pt x="11958451" y="46944"/>
                </a:lnTo>
                <a:lnTo>
                  <a:pt x="12007470" y="40931"/>
                </a:lnTo>
                <a:lnTo>
                  <a:pt x="12056572" y="35324"/>
                </a:lnTo>
                <a:lnTo>
                  <a:pt x="12105756" y="30126"/>
                </a:lnTo>
                <a:lnTo>
                  <a:pt x="12155019" y="25337"/>
                </a:lnTo>
                <a:lnTo>
                  <a:pt x="12204359" y="20958"/>
                </a:lnTo>
                <a:lnTo>
                  <a:pt x="12253773" y="16991"/>
                </a:lnTo>
                <a:lnTo>
                  <a:pt x="12303260" y="13437"/>
                </a:lnTo>
                <a:lnTo>
                  <a:pt x="12352818" y="10297"/>
                </a:lnTo>
                <a:lnTo>
                  <a:pt x="12402443" y="7572"/>
                </a:lnTo>
                <a:lnTo>
                  <a:pt x="12452133" y="5263"/>
                </a:lnTo>
                <a:lnTo>
                  <a:pt x="12501887" y="3371"/>
                </a:lnTo>
                <a:lnTo>
                  <a:pt x="12551701" y="1898"/>
                </a:lnTo>
                <a:lnTo>
                  <a:pt x="12601574" y="844"/>
                </a:lnTo>
                <a:lnTo>
                  <a:pt x="12651504" y="211"/>
                </a:lnTo>
                <a:lnTo>
                  <a:pt x="12701487" y="0"/>
                </a:lnTo>
                <a:lnTo>
                  <a:pt x="13158798" y="0"/>
                </a:lnTo>
              </a:path>
            </a:pathLst>
          </a:custGeom>
          <a:ln w="19050">
            <a:gradFill>
              <a:gsLst>
                <a:gs pos="18000">
                  <a:schemeClr val="accent2"/>
                </a:gs>
                <a:gs pos="0">
                  <a:schemeClr val="bg1">
                    <a:alpha val="0"/>
                  </a:schemeClr>
                </a:gs>
              </a:gsLst>
              <a:lin ang="5400000" scaled="0"/>
            </a:gradFill>
          </a:ln>
        </p:spPr>
        <p:txBody>
          <a:bodyPr wrap="square" lIns="0" tIns="0" rIns="0" bIns="0" rtlCol="0"/>
          <a:lstStyle/>
          <a:p>
            <a:pPr marL="0" marR="0" lvl="0" indent="0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3D654237-7A8B-7549-A6FA-F7E001C96C03}"/>
              </a:ext>
            </a:extLst>
          </p:cNvPr>
          <p:cNvCxnSpPr>
            <a:cxnSpLocks/>
          </p:cNvCxnSpPr>
          <p:nvPr/>
        </p:nvCxnSpPr>
        <p:spPr>
          <a:xfrm flipH="1">
            <a:off x="334962" y="6678798"/>
            <a:ext cx="10980001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52242665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065">
          <p15:clr>
            <a:srgbClr val="FBAE40"/>
          </p15:clr>
        </p15:guide>
        <p15:guide id="2" pos="211">
          <p15:clr>
            <a:srgbClr val="FBAE40"/>
          </p15:clr>
        </p15:guide>
        <p15:guide id="3" orient="horz" pos="3997">
          <p15:clr>
            <a:srgbClr val="FBAE40"/>
          </p15:clr>
        </p15:guide>
        <p15:guide id="4" pos="7469">
          <p15:clr>
            <a:srgbClr val="FBAE40"/>
          </p15:clr>
        </p15:guide>
        <p15:guide id="5" orient="horz" pos="232">
          <p15:clr>
            <a:srgbClr val="FBAE40"/>
          </p15:clr>
        </p15:guide>
        <p15:guide id="6" orient="horz" pos="504">
          <p15:clr>
            <a:srgbClr val="FBAE40"/>
          </p15:clr>
        </p15:guide>
        <p15:guide id="7" orient="horz" pos="799">
          <p15:clr>
            <a:srgbClr val="FBAE40"/>
          </p15:clr>
        </p15:guide>
      </p15:sldGuideLst>
    </p:ext>
  </p:extLst>
</p:sldLayout>
</file>

<file path=ppt/slideLayouts/slideLayout1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4_Índice - Offwhite - 14 títulos">
    <p:bg>
      <p:bgPr>
        <a:gradFill>
          <a:gsLst>
            <a:gs pos="67000">
              <a:schemeClr val="tx1"/>
            </a:gs>
            <a:gs pos="100000">
              <a:schemeClr val="tx1"/>
            </a:gs>
            <a:gs pos="0">
              <a:srgbClr val="161B21"/>
            </a:gs>
          </a:gsLst>
          <a:lin ang="84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" name="Espaço Reservado para Número de Slide 5">
            <a:extLst>
              <a:ext uri="{FF2B5EF4-FFF2-40B4-BE49-F238E27FC236}">
                <a16:creationId xmlns:a16="http://schemas.microsoft.com/office/drawing/2014/main" id="{8B43B5D6-9411-2916-3463-C0BBC4CE3A6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95" name="Text Placeholder 3">
            <a:extLst>
              <a:ext uri="{FF2B5EF4-FFF2-40B4-BE49-F238E27FC236}">
                <a16:creationId xmlns:a16="http://schemas.microsoft.com/office/drawing/2014/main" id="{1F9E0DEB-08E9-5248-44F9-9916F0925C87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pt-BR"/>
              <a:t>Índice | Até 14 títulos</a:t>
            </a:r>
            <a:endParaRPr lang="en-US"/>
          </a:p>
        </p:txBody>
      </p:sp>
      <p:sp>
        <p:nvSpPr>
          <p:cNvPr id="96" name="Text Placeholder 10">
            <a:extLst>
              <a:ext uri="{FF2B5EF4-FFF2-40B4-BE49-F238E27FC236}">
                <a16:creationId xmlns:a16="http://schemas.microsoft.com/office/drawing/2014/main" id="{86EE135B-8461-A8E5-B808-1CCC5F3ABF32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defRPr sz="900" baseline="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7" name="Text Placeholder 21">
            <a:extLst>
              <a:ext uri="{FF2B5EF4-FFF2-40B4-BE49-F238E27FC236}">
                <a16:creationId xmlns:a16="http://schemas.microsoft.com/office/drawing/2014/main" id="{C68EECD8-4868-C403-065A-798C94914B21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1112441" y="1232283"/>
            <a:ext cx="3633266" cy="494267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98" name="Text Placeholder 21">
            <a:extLst>
              <a:ext uri="{FF2B5EF4-FFF2-40B4-BE49-F238E27FC236}">
                <a16:creationId xmlns:a16="http://schemas.microsoft.com/office/drawing/2014/main" id="{377F7479-B5E7-D307-06B9-71E3BA37F3EF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1112441" y="1986612"/>
            <a:ext cx="3633266" cy="502453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99" name="Text Placeholder 21">
            <a:extLst>
              <a:ext uri="{FF2B5EF4-FFF2-40B4-BE49-F238E27FC236}">
                <a16:creationId xmlns:a16="http://schemas.microsoft.com/office/drawing/2014/main" id="{A9CB3A34-F081-C677-A00F-67C1873C062A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1112441" y="2743933"/>
            <a:ext cx="3633266" cy="507526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0" name="Text Placeholder 21">
            <a:extLst>
              <a:ext uri="{FF2B5EF4-FFF2-40B4-BE49-F238E27FC236}">
                <a16:creationId xmlns:a16="http://schemas.microsoft.com/office/drawing/2014/main" id="{66627ED0-3A46-8737-6897-D3BDDB091302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1112441" y="3509439"/>
            <a:ext cx="3633266" cy="507526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1" name="Text Placeholder 21">
            <a:extLst>
              <a:ext uri="{FF2B5EF4-FFF2-40B4-BE49-F238E27FC236}">
                <a16:creationId xmlns:a16="http://schemas.microsoft.com/office/drawing/2014/main" id="{4A98C90D-F543-2D3A-9F32-FF02504B384D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6873479" y="1237476"/>
            <a:ext cx="3633266" cy="491156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2" name="Text Placeholder 21">
            <a:extLst>
              <a:ext uri="{FF2B5EF4-FFF2-40B4-BE49-F238E27FC236}">
                <a16:creationId xmlns:a16="http://schemas.microsoft.com/office/drawing/2014/main" id="{02D303FD-4338-9202-3742-445CFAC544F9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6873479" y="1986612"/>
            <a:ext cx="3633266" cy="499341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3" name="Text Placeholder 21">
            <a:extLst>
              <a:ext uri="{FF2B5EF4-FFF2-40B4-BE49-F238E27FC236}">
                <a16:creationId xmlns:a16="http://schemas.microsoft.com/office/drawing/2014/main" id="{DAB51C54-4BA1-024C-8F1D-E61343BFAC42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873479" y="2743934"/>
            <a:ext cx="3633266" cy="499341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4" name="Text Placeholder 21">
            <a:extLst>
              <a:ext uri="{FF2B5EF4-FFF2-40B4-BE49-F238E27FC236}">
                <a16:creationId xmlns:a16="http://schemas.microsoft.com/office/drawing/2014/main" id="{31C27C31-0117-4C41-7DD9-9A95AE01F9D5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6873479" y="3509440"/>
            <a:ext cx="3633266" cy="504415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5" name="Text Placeholder 21">
            <a:extLst>
              <a:ext uri="{FF2B5EF4-FFF2-40B4-BE49-F238E27FC236}">
                <a16:creationId xmlns:a16="http://schemas.microsoft.com/office/drawing/2014/main" id="{305C7304-230E-F6CE-A76D-99DF1E692F08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334965" y="1237091"/>
            <a:ext cx="562844" cy="562844"/>
          </a:xfrm>
          <a:prstGeom prst="rect">
            <a:avLst/>
          </a:prstGeom>
          <a:noFill/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1.</a:t>
            </a:r>
            <a:endParaRPr lang="pt-BR"/>
          </a:p>
        </p:txBody>
      </p:sp>
      <p:sp>
        <p:nvSpPr>
          <p:cNvPr id="106" name="Text Placeholder 21">
            <a:extLst>
              <a:ext uri="{FF2B5EF4-FFF2-40B4-BE49-F238E27FC236}">
                <a16:creationId xmlns:a16="http://schemas.microsoft.com/office/drawing/2014/main" id="{646BD931-2CC9-4B26-938C-C6A9327B317A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334965" y="1986613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2.</a:t>
            </a:r>
            <a:endParaRPr lang="pt-BR"/>
          </a:p>
        </p:txBody>
      </p:sp>
      <p:sp>
        <p:nvSpPr>
          <p:cNvPr id="107" name="Text Placeholder 21">
            <a:extLst>
              <a:ext uri="{FF2B5EF4-FFF2-40B4-BE49-F238E27FC236}">
                <a16:creationId xmlns:a16="http://schemas.microsoft.com/office/drawing/2014/main" id="{7EF60F9A-51DE-3649-80E7-711C186485AA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334965" y="2743933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3.</a:t>
            </a:r>
            <a:endParaRPr lang="pt-BR"/>
          </a:p>
        </p:txBody>
      </p:sp>
      <p:sp>
        <p:nvSpPr>
          <p:cNvPr id="108" name="Text Placeholder 21">
            <a:extLst>
              <a:ext uri="{FF2B5EF4-FFF2-40B4-BE49-F238E27FC236}">
                <a16:creationId xmlns:a16="http://schemas.microsoft.com/office/drawing/2014/main" id="{454FB385-5582-984D-3BEC-2409DCFBBEA7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334965" y="3509439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4.</a:t>
            </a:r>
            <a:endParaRPr lang="pt-BR"/>
          </a:p>
        </p:txBody>
      </p:sp>
      <p:sp>
        <p:nvSpPr>
          <p:cNvPr id="109" name="Text Placeholder 21">
            <a:extLst>
              <a:ext uri="{FF2B5EF4-FFF2-40B4-BE49-F238E27FC236}">
                <a16:creationId xmlns:a16="http://schemas.microsoft.com/office/drawing/2014/main" id="{48AFB4A3-A713-3B36-5C4C-116B17982407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6096003" y="1242285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8.</a:t>
            </a:r>
            <a:endParaRPr lang="pt-BR"/>
          </a:p>
        </p:txBody>
      </p:sp>
      <p:sp>
        <p:nvSpPr>
          <p:cNvPr id="110" name="Text Placeholder 21">
            <a:extLst>
              <a:ext uri="{FF2B5EF4-FFF2-40B4-BE49-F238E27FC236}">
                <a16:creationId xmlns:a16="http://schemas.microsoft.com/office/drawing/2014/main" id="{455A5A6A-C346-A345-7676-47650852DEC5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6096003" y="1986613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9.</a:t>
            </a:r>
            <a:endParaRPr lang="pt-BR"/>
          </a:p>
        </p:txBody>
      </p:sp>
      <p:sp>
        <p:nvSpPr>
          <p:cNvPr id="111" name="Text Placeholder 21">
            <a:extLst>
              <a:ext uri="{FF2B5EF4-FFF2-40B4-BE49-F238E27FC236}">
                <a16:creationId xmlns:a16="http://schemas.microsoft.com/office/drawing/2014/main" id="{C9036724-53EE-61EA-4F36-0647670CC647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6096003" y="2743933"/>
            <a:ext cx="562844" cy="562844"/>
          </a:xfrm>
          <a:prstGeom prst="rect">
            <a:avLst/>
          </a:prstGeom>
          <a:noFill/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10.</a:t>
            </a:r>
            <a:endParaRPr lang="pt-BR"/>
          </a:p>
        </p:txBody>
      </p:sp>
      <p:sp>
        <p:nvSpPr>
          <p:cNvPr id="112" name="Text Placeholder 21">
            <a:extLst>
              <a:ext uri="{FF2B5EF4-FFF2-40B4-BE49-F238E27FC236}">
                <a16:creationId xmlns:a16="http://schemas.microsoft.com/office/drawing/2014/main" id="{59FC8DE1-DA8C-E6FC-0074-C1233AE33862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6096003" y="3509439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11.</a:t>
            </a:r>
            <a:endParaRPr lang="pt-BR"/>
          </a:p>
        </p:txBody>
      </p:sp>
      <p:sp>
        <p:nvSpPr>
          <p:cNvPr id="113" name="Text Placeholder 21">
            <a:extLst>
              <a:ext uri="{FF2B5EF4-FFF2-40B4-BE49-F238E27FC236}">
                <a16:creationId xmlns:a16="http://schemas.microsoft.com/office/drawing/2014/main" id="{CD7EC131-607A-502B-D5DB-EACD3848C447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1112441" y="4285152"/>
            <a:ext cx="3633266" cy="507526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14" name="Text Placeholder 21">
            <a:extLst>
              <a:ext uri="{FF2B5EF4-FFF2-40B4-BE49-F238E27FC236}">
                <a16:creationId xmlns:a16="http://schemas.microsoft.com/office/drawing/2014/main" id="{39366CD8-736E-E9F0-1631-408CE9342B73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6873479" y="4285153"/>
            <a:ext cx="3633266" cy="504415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15" name="Text Placeholder 21">
            <a:extLst>
              <a:ext uri="{FF2B5EF4-FFF2-40B4-BE49-F238E27FC236}">
                <a16:creationId xmlns:a16="http://schemas.microsoft.com/office/drawing/2014/main" id="{A36BD412-4DD9-0776-5A73-B5939ACF9185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334965" y="4285152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5.</a:t>
            </a:r>
            <a:endParaRPr lang="pt-BR"/>
          </a:p>
        </p:txBody>
      </p:sp>
      <p:sp>
        <p:nvSpPr>
          <p:cNvPr id="116" name="Text Placeholder 21">
            <a:extLst>
              <a:ext uri="{FF2B5EF4-FFF2-40B4-BE49-F238E27FC236}">
                <a16:creationId xmlns:a16="http://schemas.microsoft.com/office/drawing/2014/main" id="{0D56432C-F90B-BE78-9849-16EDFA25EDF3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6096003" y="4285152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12.</a:t>
            </a:r>
            <a:endParaRPr lang="pt-BR"/>
          </a:p>
        </p:txBody>
      </p:sp>
      <p:sp>
        <p:nvSpPr>
          <p:cNvPr id="26" name="Text Placeholder 21">
            <a:extLst>
              <a:ext uri="{FF2B5EF4-FFF2-40B4-BE49-F238E27FC236}">
                <a16:creationId xmlns:a16="http://schemas.microsoft.com/office/drawing/2014/main" id="{C5B1F338-8D07-6165-2984-C97D76B836F9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1112441" y="5064614"/>
            <a:ext cx="3633266" cy="507526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27" name="Text Placeholder 21">
            <a:extLst>
              <a:ext uri="{FF2B5EF4-FFF2-40B4-BE49-F238E27FC236}">
                <a16:creationId xmlns:a16="http://schemas.microsoft.com/office/drawing/2014/main" id="{6AC2D12D-986D-3DD5-FBFC-D384978B998E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6873479" y="5064614"/>
            <a:ext cx="3633266" cy="504415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28" name="Text Placeholder 21">
            <a:extLst>
              <a:ext uri="{FF2B5EF4-FFF2-40B4-BE49-F238E27FC236}">
                <a16:creationId xmlns:a16="http://schemas.microsoft.com/office/drawing/2014/main" id="{91E97FC2-9348-4E3B-00E5-76B9F5F34636}"/>
              </a:ext>
            </a:extLst>
          </p:cNvPr>
          <p:cNvSpPr>
            <a:spLocks noGrp="1"/>
          </p:cNvSpPr>
          <p:nvPr>
            <p:ph type="body" sz="quarter" idx="39" hasCustomPrompt="1"/>
          </p:nvPr>
        </p:nvSpPr>
        <p:spPr>
          <a:xfrm>
            <a:off x="334965" y="5064614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6.</a:t>
            </a:r>
            <a:endParaRPr lang="pt-BR"/>
          </a:p>
        </p:txBody>
      </p:sp>
      <p:sp>
        <p:nvSpPr>
          <p:cNvPr id="29" name="Text Placeholder 21">
            <a:extLst>
              <a:ext uri="{FF2B5EF4-FFF2-40B4-BE49-F238E27FC236}">
                <a16:creationId xmlns:a16="http://schemas.microsoft.com/office/drawing/2014/main" id="{10FCC27C-9F7B-60DD-448A-FA5C70190D61}"/>
              </a:ext>
            </a:extLst>
          </p:cNvPr>
          <p:cNvSpPr>
            <a:spLocks noGrp="1"/>
          </p:cNvSpPr>
          <p:nvPr>
            <p:ph type="body" sz="quarter" idx="40" hasCustomPrompt="1"/>
          </p:nvPr>
        </p:nvSpPr>
        <p:spPr>
          <a:xfrm>
            <a:off x="6096003" y="5064614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13.</a:t>
            </a:r>
            <a:endParaRPr lang="pt-BR"/>
          </a:p>
        </p:txBody>
      </p:sp>
      <p:sp>
        <p:nvSpPr>
          <p:cNvPr id="30" name="Text Placeholder 21">
            <a:extLst>
              <a:ext uri="{FF2B5EF4-FFF2-40B4-BE49-F238E27FC236}">
                <a16:creationId xmlns:a16="http://schemas.microsoft.com/office/drawing/2014/main" id="{647A3C75-F52C-9572-4AC8-DF3C9EC74895}"/>
              </a:ext>
            </a:extLst>
          </p:cNvPr>
          <p:cNvSpPr>
            <a:spLocks noGrp="1"/>
          </p:cNvSpPr>
          <p:nvPr>
            <p:ph type="body" sz="quarter" idx="41" hasCustomPrompt="1"/>
          </p:nvPr>
        </p:nvSpPr>
        <p:spPr>
          <a:xfrm>
            <a:off x="1112441" y="5840327"/>
            <a:ext cx="3633266" cy="507526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31" name="Text Placeholder 21">
            <a:extLst>
              <a:ext uri="{FF2B5EF4-FFF2-40B4-BE49-F238E27FC236}">
                <a16:creationId xmlns:a16="http://schemas.microsoft.com/office/drawing/2014/main" id="{CF181672-FCCE-ED51-44CD-B257A5102052}"/>
              </a:ext>
            </a:extLst>
          </p:cNvPr>
          <p:cNvSpPr>
            <a:spLocks noGrp="1"/>
          </p:cNvSpPr>
          <p:nvPr>
            <p:ph type="body" sz="quarter" idx="42" hasCustomPrompt="1"/>
          </p:nvPr>
        </p:nvSpPr>
        <p:spPr>
          <a:xfrm>
            <a:off x="6873479" y="5840328"/>
            <a:ext cx="3633266" cy="504415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32" name="Text Placeholder 21">
            <a:extLst>
              <a:ext uri="{FF2B5EF4-FFF2-40B4-BE49-F238E27FC236}">
                <a16:creationId xmlns:a16="http://schemas.microsoft.com/office/drawing/2014/main" id="{C4E37429-91F7-9872-16AB-E9D998B9B034}"/>
              </a:ext>
            </a:extLst>
          </p:cNvPr>
          <p:cNvSpPr>
            <a:spLocks noGrp="1"/>
          </p:cNvSpPr>
          <p:nvPr>
            <p:ph type="body" sz="quarter" idx="43" hasCustomPrompt="1"/>
          </p:nvPr>
        </p:nvSpPr>
        <p:spPr>
          <a:xfrm>
            <a:off x="334965" y="5840327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7.</a:t>
            </a:r>
            <a:endParaRPr lang="pt-BR"/>
          </a:p>
        </p:txBody>
      </p:sp>
      <p:sp>
        <p:nvSpPr>
          <p:cNvPr id="33" name="Text Placeholder 21">
            <a:extLst>
              <a:ext uri="{FF2B5EF4-FFF2-40B4-BE49-F238E27FC236}">
                <a16:creationId xmlns:a16="http://schemas.microsoft.com/office/drawing/2014/main" id="{996E1AEB-6FC0-93DB-7162-B62353FB6F67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6096003" y="5840327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14.</a:t>
            </a:r>
            <a:endParaRPr lang="pt-BR"/>
          </a:p>
        </p:txBody>
      </p:sp>
      <p:sp>
        <p:nvSpPr>
          <p:cNvPr id="3" name="Picture 8">
            <a:extLst>
              <a:ext uri="{FF2B5EF4-FFF2-40B4-BE49-F238E27FC236}">
                <a16:creationId xmlns:a16="http://schemas.microsoft.com/office/drawing/2014/main" id="{40D4B1AE-2876-9D52-23DD-7F3F7CBFA259}"/>
              </a:ext>
            </a:extLst>
          </p:cNvPr>
          <p:cNvSpPr/>
          <p:nvPr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/>
          </a:p>
        </p:txBody>
      </p:sp>
      <p:cxnSp>
        <p:nvCxnSpPr>
          <p:cNvPr id="2" name="Straight Connector 1">
            <a:extLst>
              <a:ext uri="{FF2B5EF4-FFF2-40B4-BE49-F238E27FC236}">
                <a16:creationId xmlns:a16="http://schemas.microsoft.com/office/drawing/2014/main" id="{17D24408-FB74-1089-B433-0DF2980CDC98}"/>
              </a:ext>
            </a:extLst>
          </p:cNvPr>
          <p:cNvCxnSpPr>
            <a:cxnSpLocks/>
          </p:cNvCxnSpPr>
          <p:nvPr/>
        </p:nvCxnSpPr>
        <p:spPr>
          <a:xfrm>
            <a:off x="1" y="169333"/>
            <a:ext cx="12229571" cy="0"/>
          </a:xfrm>
          <a:prstGeom prst="line">
            <a:avLst/>
          </a:prstGeom>
          <a:ln w="1905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object 4">
            <a:extLst>
              <a:ext uri="{FF2B5EF4-FFF2-40B4-BE49-F238E27FC236}">
                <a16:creationId xmlns:a16="http://schemas.microsoft.com/office/drawing/2014/main" id="{D7C5E417-B862-B520-5604-54C31C0F7237}"/>
              </a:ext>
            </a:extLst>
          </p:cNvPr>
          <p:cNvSpPr/>
          <p:nvPr/>
        </p:nvSpPr>
        <p:spPr>
          <a:xfrm rot="10247908" flipH="1">
            <a:off x="4106509" y="-4146683"/>
            <a:ext cx="8001039" cy="5749648"/>
          </a:xfrm>
          <a:custGeom>
            <a:avLst/>
            <a:gdLst>
              <a:gd name="connsiteX0" fmla="*/ 0 w 13940157"/>
              <a:gd name="connsiteY0" fmla="*/ 9200719 h 9456078"/>
              <a:gd name="connsiteX1" fmla="*/ 781360 w 13940157"/>
              <a:gd name="connsiteY1" fmla="*/ 9456078 h 9456078"/>
              <a:gd name="connsiteX2" fmla="*/ 831337 w 13940157"/>
              <a:gd name="connsiteY2" fmla="*/ 9455836 h 9456078"/>
              <a:gd name="connsiteX3" fmla="*/ 881253 w 13940157"/>
              <a:gd name="connsiteY3" fmla="*/ 9455111 h 9456078"/>
              <a:gd name="connsiteX4" fmla="*/ 931102 w 13940157"/>
              <a:gd name="connsiteY4" fmla="*/ 9453904 h 9456078"/>
              <a:gd name="connsiteX5" fmla="*/ 980884 w 13940157"/>
              <a:gd name="connsiteY5" fmla="*/ 9452217 h 9456078"/>
              <a:gd name="connsiteX6" fmla="*/ 1030594 w 13940157"/>
              <a:gd name="connsiteY6" fmla="*/ 9450052 h 9456078"/>
              <a:gd name="connsiteX7" fmla="*/ 1080230 w 13940157"/>
              <a:gd name="connsiteY7" fmla="*/ 9447409 h 9456078"/>
              <a:gd name="connsiteX8" fmla="*/ 1129789 w 13940157"/>
              <a:gd name="connsiteY8" fmla="*/ 9444290 h 9456078"/>
              <a:gd name="connsiteX9" fmla="*/ 1179267 w 13940157"/>
              <a:gd name="connsiteY9" fmla="*/ 9440698 h 9456078"/>
              <a:gd name="connsiteX10" fmla="*/ 1228662 w 13940157"/>
              <a:gd name="connsiteY10" fmla="*/ 9436632 h 9456078"/>
              <a:gd name="connsiteX11" fmla="*/ 1277970 w 13940157"/>
              <a:gd name="connsiteY11" fmla="*/ 9432096 h 9456078"/>
              <a:gd name="connsiteX12" fmla="*/ 1327189 w 13940157"/>
              <a:gd name="connsiteY12" fmla="*/ 9427089 h 9456078"/>
              <a:gd name="connsiteX13" fmla="*/ 1376316 w 13940157"/>
              <a:gd name="connsiteY13" fmla="*/ 9421615 h 9456078"/>
              <a:gd name="connsiteX14" fmla="*/ 1425347 w 13940157"/>
              <a:gd name="connsiteY14" fmla="*/ 9415673 h 9456078"/>
              <a:gd name="connsiteX15" fmla="*/ 1474280 w 13940157"/>
              <a:gd name="connsiteY15" fmla="*/ 9409267 h 9456078"/>
              <a:gd name="connsiteX16" fmla="*/ 1523111 w 13940157"/>
              <a:gd name="connsiteY16" fmla="*/ 9402396 h 9456078"/>
              <a:gd name="connsiteX17" fmla="*/ 1571838 w 13940157"/>
              <a:gd name="connsiteY17" fmla="*/ 9395063 h 9456078"/>
              <a:gd name="connsiteX18" fmla="*/ 1620458 w 13940157"/>
              <a:gd name="connsiteY18" fmla="*/ 9387270 h 9456078"/>
              <a:gd name="connsiteX19" fmla="*/ 1668967 w 13940157"/>
              <a:gd name="connsiteY19" fmla="*/ 9379017 h 9456078"/>
              <a:gd name="connsiteX20" fmla="*/ 1717362 w 13940157"/>
              <a:gd name="connsiteY20" fmla="*/ 9370306 h 9456078"/>
              <a:gd name="connsiteX21" fmla="*/ 1765641 w 13940157"/>
              <a:gd name="connsiteY21" fmla="*/ 9361139 h 9456078"/>
              <a:gd name="connsiteX22" fmla="*/ 1813800 w 13940157"/>
              <a:gd name="connsiteY22" fmla="*/ 9351517 h 9456078"/>
              <a:gd name="connsiteX23" fmla="*/ 1861837 w 13940157"/>
              <a:gd name="connsiteY23" fmla="*/ 9341441 h 9456078"/>
              <a:gd name="connsiteX24" fmla="*/ 1909749 w 13940157"/>
              <a:gd name="connsiteY24" fmla="*/ 9330914 h 9456078"/>
              <a:gd name="connsiteX25" fmla="*/ 1957532 w 13940157"/>
              <a:gd name="connsiteY25" fmla="*/ 9319936 h 9456078"/>
              <a:gd name="connsiteX26" fmla="*/ 2005183 w 13940157"/>
              <a:gd name="connsiteY26" fmla="*/ 9308509 h 9456078"/>
              <a:gd name="connsiteX27" fmla="*/ 2052699 w 13940157"/>
              <a:gd name="connsiteY27" fmla="*/ 9296635 h 9456078"/>
              <a:gd name="connsiteX28" fmla="*/ 2100079 w 13940157"/>
              <a:gd name="connsiteY28" fmla="*/ 9284315 h 9456078"/>
              <a:gd name="connsiteX29" fmla="*/ 2147317 w 13940157"/>
              <a:gd name="connsiteY29" fmla="*/ 9271550 h 9456078"/>
              <a:gd name="connsiteX30" fmla="*/ 2194412 w 13940157"/>
              <a:gd name="connsiteY30" fmla="*/ 9258342 h 9456078"/>
              <a:gd name="connsiteX31" fmla="*/ 2241360 w 13940157"/>
              <a:gd name="connsiteY31" fmla="*/ 9244693 h 9456078"/>
              <a:gd name="connsiteX32" fmla="*/ 2288159 w 13940157"/>
              <a:gd name="connsiteY32" fmla="*/ 9230604 h 9456078"/>
              <a:gd name="connsiteX33" fmla="*/ 2334805 w 13940157"/>
              <a:gd name="connsiteY33" fmla="*/ 9216076 h 9456078"/>
              <a:gd name="connsiteX34" fmla="*/ 2381295 w 13940157"/>
              <a:gd name="connsiteY34" fmla="*/ 9201111 h 9456078"/>
              <a:gd name="connsiteX35" fmla="*/ 2427627 w 13940157"/>
              <a:gd name="connsiteY35" fmla="*/ 9185710 h 9456078"/>
              <a:gd name="connsiteX36" fmla="*/ 2473797 w 13940157"/>
              <a:gd name="connsiteY36" fmla="*/ 9169876 h 9456078"/>
              <a:gd name="connsiteX37" fmla="*/ 2519802 w 13940157"/>
              <a:gd name="connsiteY37" fmla="*/ 9153608 h 9456078"/>
              <a:gd name="connsiteX38" fmla="*/ 2565640 w 13940157"/>
              <a:gd name="connsiteY38" fmla="*/ 9136910 h 9456078"/>
              <a:gd name="connsiteX39" fmla="*/ 2611307 w 13940157"/>
              <a:gd name="connsiteY39" fmla="*/ 9119782 h 9456078"/>
              <a:gd name="connsiteX40" fmla="*/ 2656800 w 13940157"/>
              <a:gd name="connsiteY40" fmla="*/ 9102226 h 9456078"/>
              <a:gd name="connsiteX41" fmla="*/ 2702116 w 13940157"/>
              <a:gd name="connsiteY41" fmla="*/ 9084243 h 9456078"/>
              <a:gd name="connsiteX42" fmla="*/ 2747253 w 13940157"/>
              <a:gd name="connsiteY42" fmla="*/ 9065835 h 9456078"/>
              <a:gd name="connsiteX43" fmla="*/ 2792207 w 13940157"/>
              <a:gd name="connsiteY43" fmla="*/ 9047004 h 9456078"/>
              <a:gd name="connsiteX44" fmla="*/ 2836975 w 13940157"/>
              <a:gd name="connsiteY44" fmla="*/ 9027750 h 9456078"/>
              <a:gd name="connsiteX45" fmla="*/ 2881555 w 13940157"/>
              <a:gd name="connsiteY45" fmla="*/ 9008075 h 9456078"/>
              <a:gd name="connsiteX46" fmla="*/ 2925942 w 13940157"/>
              <a:gd name="connsiteY46" fmla="*/ 8987981 h 9456078"/>
              <a:gd name="connsiteX47" fmla="*/ 2970135 w 13940157"/>
              <a:gd name="connsiteY47" fmla="*/ 8967470 h 9456078"/>
              <a:gd name="connsiteX48" fmla="*/ 3014130 w 13940157"/>
              <a:gd name="connsiteY48" fmla="*/ 8946542 h 9456078"/>
              <a:gd name="connsiteX49" fmla="*/ 3057924 w 13940157"/>
              <a:gd name="connsiteY49" fmla="*/ 8925199 h 9456078"/>
              <a:gd name="connsiteX50" fmla="*/ 3101514 w 13940157"/>
              <a:gd name="connsiteY50" fmla="*/ 8903443 h 9456078"/>
              <a:gd name="connsiteX51" fmla="*/ 3144898 w 13940157"/>
              <a:gd name="connsiteY51" fmla="*/ 8881275 h 9456078"/>
              <a:gd name="connsiteX52" fmla="*/ 3188071 w 13940157"/>
              <a:gd name="connsiteY52" fmla="*/ 8858697 h 9456078"/>
              <a:gd name="connsiteX53" fmla="*/ 3231032 w 13940157"/>
              <a:gd name="connsiteY53" fmla="*/ 8835710 h 9456078"/>
              <a:gd name="connsiteX54" fmla="*/ 3273777 w 13940157"/>
              <a:gd name="connsiteY54" fmla="*/ 8812316 h 9456078"/>
              <a:gd name="connsiteX55" fmla="*/ 3316303 w 13940157"/>
              <a:gd name="connsiteY55" fmla="*/ 8788516 h 9456078"/>
              <a:gd name="connsiteX56" fmla="*/ 3358607 w 13940157"/>
              <a:gd name="connsiteY56" fmla="*/ 8764311 h 9456078"/>
              <a:gd name="connsiteX57" fmla="*/ 3400686 w 13940157"/>
              <a:gd name="connsiteY57" fmla="*/ 8739704 h 9456078"/>
              <a:gd name="connsiteX58" fmla="*/ 3442537 w 13940157"/>
              <a:gd name="connsiteY58" fmla="*/ 8714695 h 9456078"/>
              <a:gd name="connsiteX59" fmla="*/ 3484157 w 13940157"/>
              <a:gd name="connsiteY59" fmla="*/ 8689286 h 9456078"/>
              <a:gd name="connsiteX60" fmla="*/ 3525543 w 13940157"/>
              <a:gd name="connsiteY60" fmla="*/ 8663479 h 9456078"/>
              <a:gd name="connsiteX61" fmla="*/ 3566693 w 13940157"/>
              <a:gd name="connsiteY61" fmla="*/ 8637274 h 9456078"/>
              <a:gd name="connsiteX62" fmla="*/ 3607602 w 13940157"/>
              <a:gd name="connsiteY62" fmla="*/ 8610675 h 9456078"/>
              <a:gd name="connsiteX63" fmla="*/ 3648268 w 13940157"/>
              <a:gd name="connsiteY63" fmla="*/ 8583681 h 9456078"/>
              <a:gd name="connsiteX64" fmla="*/ 3688689 w 13940157"/>
              <a:gd name="connsiteY64" fmla="*/ 8556295 h 9456078"/>
              <a:gd name="connsiteX65" fmla="*/ 3728860 w 13940157"/>
              <a:gd name="connsiteY65" fmla="*/ 8528517 h 9456078"/>
              <a:gd name="connsiteX66" fmla="*/ 3768779 w 13940157"/>
              <a:gd name="connsiteY66" fmla="*/ 8500351 h 9456078"/>
              <a:gd name="connsiteX67" fmla="*/ 3808443 w 13940157"/>
              <a:gd name="connsiteY67" fmla="*/ 8471796 h 9456078"/>
              <a:gd name="connsiteX68" fmla="*/ 3847849 w 13940157"/>
              <a:gd name="connsiteY68" fmla="*/ 8442854 h 9456078"/>
              <a:gd name="connsiteX69" fmla="*/ 3886994 w 13940157"/>
              <a:gd name="connsiteY69" fmla="*/ 8413528 h 9456078"/>
              <a:gd name="connsiteX70" fmla="*/ 3925875 w 13940157"/>
              <a:gd name="connsiteY70" fmla="*/ 8383818 h 9456078"/>
              <a:gd name="connsiteX71" fmla="*/ 3964489 w 13940157"/>
              <a:gd name="connsiteY71" fmla="*/ 8353726 h 9456078"/>
              <a:gd name="connsiteX72" fmla="*/ 4002833 w 13940157"/>
              <a:gd name="connsiteY72" fmla="*/ 8323253 h 9456078"/>
              <a:gd name="connsiteX73" fmla="*/ 4040904 w 13940157"/>
              <a:gd name="connsiteY73" fmla="*/ 8292401 h 9456078"/>
              <a:gd name="connsiteX74" fmla="*/ 4078699 w 13940157"/>
              <a:gd name="connsiteY74" fmla="*/ 8261172 h 9456078"/>
              <a:gd name="connsiteX75" fmla="*/ 4116214 w 13940157"/>
              <a:gd name="connsiteY75" fmla="*/ 8229566 h 9456078"/>
              <a:gd name="connsiteX76" fmla="*/ 4153447 w 13940157"/>
              <a:gd name="connsiteY76" fmla="*/ 8197585 h 9456078"/>
              <a:gd name="connsiteX77" fmla="*/ 4190395 w 13940157"/>
              <a:gd name="connsiteY77" fmla="*/ 8165232 h 9456078"/>
              <a:gd name="connsiteX78" fmla="*/ 4227055 w 13940157"/>
              <a:gd name="connsiteY78" fmla="*/ 8132507 h 9456078"/>
              <a:gd name="connsiteX79" fmla="*/ 4263424 w 13940157"/>
              <a:gd name="connsiteY79" fmla="*/ 8099411 h 9456078"/>
              <a:gd name="connsiteX80" fmla="*/ 4299499 w 13940157"/>
              <a:gd name="connsiteY80" fmla="*/ 8065947 h 9456078"/>
              <a:gd name="connsiteX81" fmla="*/ 4335276 w 13940157"/>
              <a:gd name="connsiteY81" fmla="*/ 8032115 h 9456078"/>
              <a:gd name="connsiteX82" fmla="*/ 4370753 w 13940157"/>
              <a:gd name="connsiteY82" fmla="*/ 7997918 h 9456078"/>
              <a:gd name="connsiteX83" fmla="*/ 4405927 w 13940157"/>
              <a:gd name="connsiteY83" fmla="*/ 7963356 h 9456078"/>
              <a:gd name="connsiteX84" fmla="*/ 4440795 w 13940157"/>
              <a:gd name="connsiteY84" fmla="*/ 7928432 h 9456078"/>
              <a:gd name="connsiteX85" fmla="*/ 4475354 w 13940157"/>
              <a:gd name="connsiteY85" fmla="*/ 7893146 h 9456078"/>
              <a:gd name="connsiteX86" fmla="*/ 4509600 w 13940157"/>
              <a:gd name="connsiteY86" fmla="*/ 7857501 h 9456078"/>
              <a:gd name="connsiteX87" fmla="*/ 4543531 w 13940157"/>
              <a:gd name="connsiteY87" fmla="*/ 7821497 h 9456078"/>
              <a:gd name="connsiteX88" fmla="*/ 4577143 w 13940157"/>
              <a:gd name="connsiteY88" fmla="*/ 7785136 h 9456078"/>
              <a:gd name="connsiteX89" fmla="*/ 4610435 w 13940157"/>
              <a:gd name="connsiteY89" fmla="*/ 7748420 h 9456078"/>
              <a:gd name="connsiteX90" fmla="*/ 4643402 w 13940157"/>
              <a:gd name="connsiteY90" fmla="*/ 7711350 h 9456078"/>
              <a:gd name="connsiteX91" fmla="*/ 4676042 w 13940157"/>
              <a:gd name="connsiteY91" fmla="*/ 7673928 h 9456078"/>
              <a:gd name="connsiteX92" fmla="*/ 4708351 w 13940157"/>
              <a:gd name="connsiteY92" fmla="*/ 7636155 h 9456078"/>
              <a:gd name="connsiteX93" fmla="*/ 4740327 w 13940157"/>
              <a:gd name="connsiteY93" fmla="*/ 7598032 h 9456078"/>
              <a:gd name="connsiteX94" fmla="*/ 4771967 w 13940157"/>
              <a:gd name="connsiteY94" fmla="*/ 7559561 h 9456078"/>
              <a:gd name="connsiteX95" fmla="*/ 4803267 w 13940157"/>
              <a:gd name="connsiteY95" fmla="*/ 7520744 h 9456078"/>
              <a:gd name="connsiteX96" fmla="*/ 4834225 w 13940157"/>
              <a:gd name="connsiteY96" fmla="*/ 7481582 h 9456078"/>
              <a:gd name="connsiteX97" fmla="*/ 4864838 w 13940157"/>
              <a:gd name="connsiteY97" fmla="*/ 7442077 h 9456078"/>
              <a:gd name="connsiteX98" fmla="*/ 8803671 w 13940157"/>
              <a:gd name="connsiteY98" fmla="*/ 2307814 h 9456078"/>
              <a:gd name="connsiteX99" fmla="*/ 8834262 w 13940157"/>
              <a:gd name="connsiteY99" fmla="*/ 2268285 h 9456078"/>
              <a:gd name="connsiteX100" fmla="*/ 8865156 w 13940157"/>
              <a:gd name="connsiteY100" fmla="*/ 2229056 h 9456078"/>
              <a:gd name="connsiteX101" fmla="*/ 8896349 w 13940157"/>
              <a:gd name="connsiteY101" fmla="*/ 2190127 h 9456078"/>
              <a:gd name="connsiteX102" fmla="*/ 8927839 w 13940157"/>
              <a:gd name="connsiteY102" fmla="*/ 2151500 h 9456078"/>
              <a:gd name="connsiteX103" fmla="*/ 8959624 w 13940157"/>
              <a:gd name="connsiteY103" fmla="*/ 2113176 h 9456078"/>
              <a:gd name="connsiteX104" fmla="*/ 8991701 w 13940157"/>
              <a:gd name="connsiteY104" fmla="*/ 2075157 h 9456078"/>
              <a:gd name="connsiteX105" fmla="*/ 9024069 w 13940157"/>
              <a:gd name="connsiteY105" fmla="*/ 2037442 h 9456078"/>
              <a:gd name="connsiteX106" fmla="*/ 9056725 w 13940157"/>
              <a:gd name="connsiteY106" fmla="*/ 2000034 h 9456078"/>
              <a:gd name="connsiteX107" fmla="*/ 9089667 w 13940157"/>
              <a:gd name="connsiteY107" fmla="*/ 1962934 h 9456078"/>
              <a:gd name="connsiteX108" fmla="*/ 9122892 w 13940157"/>
              <a:gd name="connsiteY108" fmla="*/ 1926142 h 9456078"/>
              <a:gd name="connsiteX109" fmla="*/ 9156398 w 13940157"/>
              <a:gd name="connsiteY109" fmla="*/ 1889660 h 9456078"/>
              <a:gd name="connsiteX110" fmla="*/ 9190183 w 13940157"/>
              <a:gd name="connsiteY110" fmla="*/ 1853489 h 9456078"/>
              <a:gd name="connsiteX111" fmla="*/ 9224245 w 13940157"/>
              <a:gd name="connsiteY111" fmla="*/ 1817630 h 9456078"/>
              <a:gd name="connsiteX112" fmla="*/ 9258581 w 13940157"/>
              <a:gd name="connsiteY112" fmla="*/ 1782084 h 9456078"/>
              <a:gd name="connsiteX113" fmla="*/ 9293189 w 13940157"/>
              <a:gd name="connsiteY113" fmla="*/ 1746853 h 9456078"/>
              <a:gd name="connsiteX114" fmla="*/ 9328066 w 13940157"/>
              <a:gd name="connsiteY114" fmla="*/ 1711937 h 9456078"/>
              <a:gd name="connsiteX115" fmla="*/ 9363211 w 13940157"/>
              <a:gd name="connsiteY115" fmla="*/ 1677337 h 9456078"/>
              <a:gd name="connsiteX116" fmla="*/ 9398621 w 13940157"/>
              <a:gd name="connsiteY116" fmla="*/ 1643056 h 9456078"/>
              <a:gd name="connsiteX117" fmla="*/ 9434294 w 13940157"/>
              <a:gd name="connsiteY117" fmla="*/ 1609093 h 9456078"/>
              <a:gd name="connsiteX118" fmla="*/ 9470227 w 13940157"/>
              <a:gd name="connsiteY118" fmla="*/ 1575450 h 9456078"/>
              <a:gd name="connsiteX119" fmla="*/ 9506418 w 13940157"/>
              <a:gd name="connsiteY119" fmla="*/ 1542128 h 9456078"/>
              <a:gd name="connsiteX120" fmla="*/ 9542866 w 13940157"/>
              <a:gd name="connsiteY120" fmla="*/ 1509129 h 9456078"/>
              <a:gd name="connsiteX121" fmla="*/ 9579567 w 13940157"/>
              <a:gd name="connsiteY121" fmla="*/ 1476452 h 9456078"/>
              <a:gd name="connsiteX122" fmla="*/ 9616519 w 13940157"/>
              <a:gd name="connsiteY122" fmla="*/ 1444101 h 9456078"/>
              <a:gd name="connsiteX123" fmla="*/ 9653720 w 13940157"/>
              <a:gd name="connsiteY123" fmla="*/ 1412075 h 9456078"/>
              <a:gd name="connsiteX124" fmla="*/ 9691168 w 13940157"/>
              <a:gd name="connsiteY124" fmla="*/ 1380375 h 9456078"/>
              <a:gd name="connsiteX125" fmla="*/ 9728861 w 13940157"/>
              <a:gd name="connsiteY125" fmla="*/ 1349004 h 9456078"/>
              <a:gd name="connsiteX126" fmla="*/ 9766795 w 13940157"/>
              <a:gd name="connsiteY126" fmla="*/ 1317962 h 9456078"/>
              <a:gd name="connsiteX127" fmla="*/ 9804970 w 13940157"/>
              <a:gd name="connsiteY127" fmla="*/ 1287250 h 9456078"/>
              <a:gd name="connsiteX128" fmla="*/ 9843382 w 13940157"/>
              <a:gd name="connsiteY128" fmla="*/ 1256869 h 9456078"/>
              <a:gd name="connsiteX129" fmla="*/ 9882029 w 13940157"/>
              <a:gd name="connsiteY129" fmla="*/ 1226820 h 9456078"/>
              <a:gd name="connsiteX130" fmla="*/ 9920909 w 13940157"/>
              <a:gd name="connsiteY130" fmla="*/ 1197105 h 9456078"/>
              <a:gd name="connsiteX131" fmla="*/ 9960020 w 13940157"/>
              <a:gd name="connsiteY131" fmla="*/ 1167725 h 9456078"/>
              <a:gd name="connsiteX132" fmla="*/ 9999359 w 13940157"/>
              <a:gd name="connsiteY132" fmla="*/ 1138681 h 9456078"/>
              <a:gd name="connsiteX133" fmla="*/ 10038924 w 13940157"/>
              <a:gd name="connsiteY133" fmla="*/ 1109974 h 9456078"/>
              <a:gd name="connsiteX134" fmla="*/ 10078713 w 13940157"/>
              <a:gd name="connsiteY134" fmla="*/ 1081604 h 9456078"/>
              <a:gd name="connsiteX135" fmla="*/ 10118724 w 13940157"/>
              <a:gd name="connsiteY135" fmla="*/ 1053574 h 9456078"/>
              <a:gd name="connsiteX136" fmla="*/ 10158954 w 13940157"/>
              <a:gd name="connsiteY136" fmla="*/ 1025884 h 9456078"/>
              <a:gd name="connsiteX137" fmla="*/ 10199400 w 13940157"/>
              <a:gd name="connsiteY137" fmla="*/ 998536 h 9456078"/>
              <a:gd name="connsiteX138" fmla="*/ 10240062 w 13940157"/>
              <a:gd name="connsiteY138" fmla="*/ 971530 h 9456078"/>
              <a:gd name="connsiteX139" fmla="*/ 10280935 w 13940157"/>
              <a:gd name="connsiteY139" fmla="*/ 944868 h 9456078"/>
              <a:gd name="connsiteX140" fmla="*/ 10322019 w 13940157"/>
              <a:gd name="connsiteY140" fmla="*/ 918551 h 9456078"/>
              <a:gd name="connsiteX141" fmla="*/ 10363310 w 13940157"/>
              <a:gd name="connsiteY141" fmla="*/ 892580 h 9456078"/>
              <a:gd name="connsiteX142" fmla="*/ 10404807 w 13940157"/>
              <a:gd name="connsiteY142" fmla="*/ 866956 h 9456078"/>
              <a:gd name="connsiteX143" fmla="*/ 10446507 w 13940157"/>
              <a:gd name="connsiteY143" fmla="*/ 841681 h 9456078"/>
              <a:gd name="connsiteX144" fmla="*/ 10488408 w 13940157"/>
              <a:gd name="connsiteY144" fmla="*/ 816754 h 9456078"/>
              <a:gd name="connsiteX145" fmla="*/ 10530507 w 13940157"/>
              <a:gd name="connsiteY145" fmla="*/ 792179 h 9456078"/>
              <a:gd name="connsiteX146" fmla="*/ 10572803 w 13940157"/>
              <a:gd name="connsiteY146" fmla="*/ 767955 h 9456078"/>
              <a:gd name="connsiteX147" fmla="*/ 10615292 w 13940157"/>
              <a:gd name="connsiteY147" fmla="*/ 744083 h 9456078"/>
              <a:gd name="connsiteX148" fmla="*/ 10657973 w 13940157"/>
              <a:gd name="connsiteY148" fmla="*/ 720566 h 9456078"/>
              <a:gd name="connsiteX149" fmla="*/ 10700844 w 13940157"/>
              <a:gd name="connsiteY149" fmla="*/ 697404 h 9456078"/>
              <a:gd name="connsiteX150" fmla="*/ 10743902 w 13940157"/>
              <a:gd name="connsiteY150" fmla="*/ 674598 h 9456078"/>
              <a:gd name="connsiteX151" fmla="*/ 10787144 w 13940157"/>
              <a:gd name="connsiteY151" fmla="*/ 652149 h 9456078"/>
              <a:gd name="connsiteX152" fmla="*/ 10830569 w 13940157"/>
              <a:gd name="connsiteY152" fmla="*/ 630059 h 9456078"/>
              <a:gd name="connsiteX153" fmla="*/ 10874174 w 13940157"/>
              <a:gd name="connsiteY153" fmla="*/ 608328 h 9456078"/>
              <a:gd name="connsiteX154" fmla="*/ 10917957 w 13940157"/>
              <a:gd name="connsiteY154" fmla="*/ 586958 h 9456078"/>
              <a:gd name="connsiteX155" fmla="*/ 10961916 w 13940157"/>
              <a:gd name="connsiteY155" fmla="*/ 565950 h 9456078"/>
              <a:gd name="connsiteX156" fmla="*/ 11006048 w 13940157"/>
              <a:gd name="connsiteY156" fmla="*/ 545304 h 9456078"/>
              <a:gd name="connsiteX157" fmla="*/ 11050351 w 13940157"/>
              <a:gd name="connsiteY157" fmla="*/ 525023 h 9456078"/>
              <a:gd name="connsiteX158" fmla="*/ 11094823 w 13940157"/>
              <a:gd name="connsiteY158" fmla="*/ 505107 h 9456078"/>
              <a:gd name="connsiteX159" fmla="*/ 11139461 w 13940157"/>
              <a:gd name="connsiteY159" fmla="*/ 485558 h 9456078"/>
              <a:gd name="connsiteX160" fmla="*/ 11184263 w 13940157"/>
              <a:gd name="connsiteY160" fmla="*/ 466376 h 9456078"/>
              <a:gd name="connsiteX161" fmla="*/ 11229228 w 13940157"/>
              <a:gd name="connsiteY161" fmla="*/ 447563 h 9456078"/>
              <a:gd name="connsiteX162" fmla="*/ 11274351 w 13940157"/>
              <a:gd name="connsiteY162" fmla="*/ 429119 h 9456078"/>
              <a:gd name="connsiteX163" fmla="*/ 11319632 w 13940157"/>
              <a:gd name="connsiteY163" fmla="*/ 411046 h 9456078"/>
              <a:gd name="connsiteX164" fmla="*/ 11365068 w 13940157"/>
              <a:gd name="connsiteY164" fmla="*/ 393346 h 9456078"/>
              <a:gd name="connsiteX165" fmla="*/ 11410657 w 13940157"/>
              <a:gd name="connsiteY165" fmla="*/ 376018 h 9456078"/>
              <a:gd name="connsiteX166" fmla="*/ 11456396 w 13940157"/>
              <a:gd name="connsiteY166" fmla="*/ 359065 h 9456078"/>
              <a:gd name="connsiteX167" fmla="*/ 11502283 w 13940157"/>
              <a:gd name="connsiteY167" fmla="*/ 342487 h 9456078"/>
              <a:gd name="connsiteX168" fmla="*/ 11548316 w 13940157"/>
              <a:gd name="connsiteY168" fmla="*/ 326286 h 9456078"/>
              <a:gd name="connsiteX169" fmla="*/ 11594492 w 13940157"/>
              <a:gd name="connsiteY169" fmla="*/ 310462 h 9456078"/>
              <a:gd name="connsiteX170" fmla="*/ 11640810 w 13940157"/>
              <a:gd name="connsiteY170" fmla="*/ 295018 h 9456078"/>
              <a:gd name="connsiteX171" fmla="*/ 11687267 w 13940157"/>
              <a:gd name="connsiteY171" fmla="*/ 279953 h 9456078"/>
              <a:gd name="connsiteX172" fmla="*/ 11733860 w 13940157"/>
              <a:gd name="connsiteY172" fmla="*/ 265269 h 9456078"/>
              <a:gd name="connsiteX173" fmla="*/ 11780587 w 13940157"/>
              <a:gd name="connsiteY173" fmla="*/ 250968 h 9456078"/>
              <a:gd name="connsiteX174" fmla="*/ 11827447 w 13940157"/>
              <a:gd name="connsiteY174" fmla="*/ 237049 h 9456078"/>
              <a:gd name="connsiteX175" fmla="*/ 11874436 w 13940157"/>
              <a:gd name="connsiteY175" fmla="*/ 223516 h 9456078"/>
              <a:gd name="connsiteX176" fmla="*/ 11921553 w 13940157"/>
              <a:gd name="connsiteY176" fmla="*/ 210368 h 9456078"/>
              <a:gd name="connsiteX177" fmla="*/ 11968794 w 13940157"/>
              <a:gd name="connsiteY177" fmla="*/ 197606 h 9456078"/>
              <a:gd name="connsiteX178" fmla="*/ 12016159 w 13940157"/>
              <a:gd name="connsiteY178" fmla="*/ 185233 h 9456078"/>
              <a:gd name="connsiteX179" fmla="*/ 12063644 w 13940157"/>
              <a:gd name="connsiteY179" fmla="*/ 173248 h 9456078"/>
              <a:gd name="connsiteX180" fmla="*/ 12111248 w 13940157"/>
              <a:gd name="connsiteY180" fmla="*/ 161654 h 9456078"/>
              <a:gd name="connsiteX181" fmla="*/ 12158967 w 13940157"/>
              <a:gd name="connsiteY181" fmla="*/ 150451 h 9456078"/>
              <a:gd name="connsiteX182" fmla="*/ 12206800 w 13940157"/>
              <a:gd name="connsiteY182" fmla="*/ 139640 h 9456078"/>
              <a:gd name="connsiteX183" fmla="*/ 12254745 w 13940157"/>
              <a:gd name="connsiteY183" fmla="*/ 129223 h 9456078"/>
              <a:gd name="connsiteX184" fmla="*/ 12302799 w 13940157"/>
              <a:gd name="connsiteY184" fmla="*/ 119201 h 9456078"/>
              <a:gd name="connsiteX185" fmla="*/ 12350959 w 13940157"/>
              <a:gd name="connsiteY185" fmla="*/ 109574 h 9456078"/>
              <a:gd name="connsiteX186" fmla="*/ 12399224 w 13940157"/>
              <a:gd name="connsiteY186" fmla="*/ 100344 h 9456078"/>
              <a:gd name="connsiteX187" fmla="*/ 12447591 w 13940157"/>
              <a:gd name="connsiteY187" fmla="*/ 91512 h 9456078"/>
              <a:gd name="connsiteX188" fmla="*/ 12496058 w 13940157"/>
              <a:gd name="connsiteY188" fmla="*/ 83080 h 9456078"/>
              <a:gd name="connsiteX189" fmla="*/ 12544623 w 13940157"/>
              <a:gd name="connsiteY189" fmla="*/ 75047 h 9456078"/>
              <a:gd name="connsiteX190" fmla="*/ 12593283 w 13940157"/>
              <a:gd name="connsiteY190" fmla="*/ 67417 h 9456078"/>
              <a:gd name="connsiteX191" fmla="*/ 12642036 w 13940157"/>
              <a:gd name="connsiteY191" fmla="*/ 60188 h 9456078"/>
              <a:gd name="connsiteX192" fmla="*/ 12690879 w 13940157"/>
              <a:gd name="connsiteY192" fmla="*/ 53364 h 9456078"/>
              <a:gd name="connsiteX193" fmla="*/ 12739811 w 13940157"/>
              <a:gd name="connsiteY193" fmla="*/ 46944 h 9456078"/>
              <a:gd name="connsiteX194" fmla="*/ 12788830 w 13940157"/>
              <a:gd name="connsiteY194" fmla="*/ 40931 h 9456078"/>
              <a:gd name="connsiteX195" fmla="*/ 12837932 w 13940157"/>
              <a:gd name="connsiteY195" fmla="*/ 35324 h 9456078"/>
              <a:gd name="connsiteX196" fmla="*/ 12887116 w 13940157"/>
              <a:gd name="connsiteY196" fmla="*/ 30126 h 9456078"/>
              <a:gd name="connsiteX197" fmla="*/ 12936379 w 13940157"/>
              <a:gd name="connsiteY197" fmla="*/ 25337 h 9456078"/>
              <a:gd name="connsiteX198" fmla="*/ 12985719 w 13940157"/>
              <a:gd name="connsiteY198" fmla="*/ 20958 h 9456078"/>
              <a:gd name="connsiteX199" fmla="*/ 13035133 w 13940157"/>
              <a:gd name="connsiteY199" fmla="*/ 16991 h 9456078"/>
              <a:gd name="connsiteX200" fmla="*/ 13084620 w 13940157"/>
              <a:gd name="connsiteY200" fmla="*/ 13437 h 9456078"/>
              <a:gd name="connsiteX201" fmla="*/ 13134178 w 13940157"/>
              <a:gd name="connsiteY201" fmla="*/ 10297 h 9456078"/>
              <a:gd name="connsiteX202" fmla="*/ 13183803 w 13940157"/>
              <a:gd name="connsiteY202" fmla="*/ 7572 h 9456078"/>
              <a:gd name="connsiteX203" fmla="*/ 13233493 w 13940157"/>
              <a:gd name="connsiteY203" fmla="*/ 5263 h 9456078"/>
              <a:gd name="connsiteX204" fmla="*/ 13283247 w 13940157"/>
              <a:gd name="connsiteY204" fmla="*/ 3371 h 9456078"/>
              <a:gd name="connsiteX205" fmla="*/ 13333061 w 13940157"/>
              <a:gd name="connsiteY205" fmla="*/ 1898 h 9456078"/>
              <a:gd name="connsiteX206" fmla="*/ 13382934 w 13940157"/>
              <a:gd name="connsiteY206" fmla="*/ 844 h 9456078"/>
              <a:gd name="connsiteX207" fmla="*/ 13432864 w 13940157"/>
              <a:gd name="connsiteY207" fmla="*/ 211 h 9456078"/>
              <a:gd name="connsiteX208" fmla="*/ 13482847 w 13940157"/>
              <a:gd name="connsiteY208" fmla="*/ 0 h 9456078"/>
              <a:gd name="connsiteX209" fmla="*/ 13940158 w 13940157"/>
              <a:gd name="connsiteY209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49234 w 13158799"/>
              <a:gd name="connsiteY5" fmla="*/ 9450052 h 9456078"/>
              <a:gd name="connsiteX6" fmla="*/ 298870 w 13158799"/>
              <a:gd name="connsiteY6" fmla="*/ 9447409 h 9456078"/>
              <a:gd name="connsiteX7" fmla="*/ 348429 w 13158799"/>
              <a:gd name="connsiteY7" fmla="*/ 9444290 h 9456078"/>
              <a:gd name="connsiteX8" fmla="*/ 397907 w 13158799"/>
              <a:gd name="connsiteY8" fmla="*/ 9440698 h 9456078"/>
              <a:gd name="connsiteX9" fmla="*/ 447302 w 13158799"/>
              <a:gd name="connsiteY9" fmla="*/ 9436632 h 9456078"/>
              <a:gd name="connsiteX10" fmla="*/ 496610 w 13158799"/>
              <a:gd name="connsiteY10" fmla="*/ 9432096 h 9456078"/>
              <a:gd name="connsiteX11" fmla="*/ 545829 w 13158799"/>
              <a:gd name="connsiteY11" fmla="*/ 9427089 h 9456078"/>
              <a:gd name="connsiteX12" fmla="*/ 594956 w 13158799"/>
              <a:gd name="connsiteY12" fmla="*/ 9421615 h 9456078"/>
              <a:gd name="connsiteX13" fmla="*/ 643987 w 13158799"/>
              <a:gd name="connsiteY13" fmla="*/ 9415673 h 9456078"/>
              <a:gd name="connsiteX14" fmla="*/ 692920 w 13158799"/>
              <a:gd name="connsiteY14" fmla="*/ 9409267 h 9456078"/>
              <a:gd name="connsiteX15" fmla="*/ 741751 w 13158799"/>
              <a:gd name="connsiteY15" fmla="*/ 9402396 h 9456078"/>
              <a:gd name="connsiteX16" fmla="*/ 790478 w 13158799"/>
              <a:gd name="connsiteY16" fmla="*/ 9395063 h 9456078"/>
              <a:gd name="connsiteX17" fmla="*/ 839098 w 13158799"/>
              <a:gd name="connsiteY17" fmla="*/ 9387270 h 9456078"/>
              <a:gd name="connsiteX18" fmla="*/ 887607 w 13158799"/>
              <a:gd name="connsiteY18" fmla="*/ 9379017 h 9456078"/>
              <a:gd name="connsiteX19" fmla="*/ 936002 w 13158799"/>
              <a:gd name="connsiteY19" fmla="*/ 9370306 h 9456078"/>
              <a:gd name="connsiteX20" fmla="*/ 984281 w 13158799"/>
              <a:gd name="connsiteY20" fmla="*/ 9361139 h 9456078"/>
              <a:gd name="connsiteX21" fmla="*/ 1032440 w 13158799"/>
              <a:gd name="connsiteY21" fmla="*/ 9351517 h 9456078"/>
              <a:gd name="connsiteX22" fmla="*/ 1080477 w 13158799"/>
              <a:gd name="connsiteY22" fmla="*/ 9341441 h 9456078"/>
              <a:gd name="connsiteX23" fmla="*/ 1128389 w 13158799"/>
              <a:gd name="connsiteY23" fmla="*/ 9330914 h 9456078"/>
              <a:gd name="connsiteX24" fmla="*/ 1176172 w 13158799"/>
              <a:gd name="connsiteY24" fmla="*/ 9319936 h 9456078"/>
              <a:gd name="connsiteX25" fmla="*/ 1223823 w 13158799"/>
              <a:gd name="connsiteY25" fmla="*/ 9308509 h 9456078"/>
              <a:gd name="connsiteX26" fmla="*/ 1271339 w 13158799"/>
              <a:gd name="connsiteY26" fmla="*/ 9296635 h 9456078"/>
              <a:gd name="connsiteX27" fmla="*/ 1318719 w 13158799"/>
              <a:gd name="connsiteY27" fmla="*/ 9284315 h 9456078"/>
              <a:gd name="connsiteX28" fmla="*/ 1365957 w 13158799"/>
              <a:gd name="connsiteY28" fmla="*/ 9271550 h 9456078"/>
              <a:gd name="connsiteX29" fmla="*/ 1413052 w 13158799"/>
              <a:gd name="connsiteY29" fmla="*/ 9258342 h 9456078"/>
              <a:gd name="connsiteX30" fmla="*/ 1460000 w 13158799"/>
              <a:gd name="connsiteY30" fmla="*/ 9244693 h 9456078"/>
              <a:gd name="connsiteX31" fmla="*/ 1506799 w 13158799"/>
              <a:gd name="connsiteY31" fmla="*/ 9230604 h 9456078"/>
              <a:gd name="connsiteX32" fmla="*/ 1553445 w 13158799"/>
              <a:gd name="connsiteY32" fmla="*/ 9216076 h 9456078"/>
              <a:gd name="connsiteX33" fmla="*/ 1599935 w 13158799"/>
              <a:gd name="connsiteY33" fmla="*/ 9201111 h 9456078"/>
              <a:gd name="connsiteX34" fmla="*/ 1646267 w 13158799"/>
              <a:gd name="connsiteY34" fmla="*/ 9185710 h 9456078"/>
              <a:gd name="connsiteX35" fmla="*/ 1692437 w 13158799"/>
              <a:gd name="connsiteY35" fmla="*/ 9169876 h 9456078"/>
              <a:gd name="connsiteX36" fmla="*/ 1738442 w 13158799"/>
              <a:gd name="connsiteY36" fmla="*/ 9153608 h 9456078"/>
              <a:gd name="connsiteX37" fmla="*/ 1784280 w 13158799"/>
              <a:gd name="connsiteY37" fmla="*/ 9136910 h 9456078"/>
              <a:gd name="connsiteX38" fmla="*/ 1829947 w 13158799"/>
              <a:gd name="connsiteY38" fmla="*/ 9119782 h 9456078"/>
              <a:gd name="connsiteX39" fmla="*/ 1875440 w 13158799"/>
              <a:gd name="connsiteY39" fmla="*/ 9102226 h 9456078"/>
              <a:gd name="connsiteX40" fmla="*/ 1920756 w 13158799"/>
              <a:gd name="connsiteY40" fmla="*/ 9084243 h 9456078"/>
              <a:gd name="connsiteX41" fmla="*/ 1965893 w 13158799"/>
              <a:gd name="connsiteY41" fmla="*/ 9065835 h 9456078"/>
              <a:gd name="connsiteX42" fmla="*/ 2010847 w 13158799"/>
              <a:gd name="connsiteY42" fmla="*/ 9047004 h 9456078"/>
              <a:gd name="connsiteX43" fmla="*/ 2055615 w 13158799"/>
              <a:gd name="connsiteY43" fmla="*/ 9027750 h 9456078"/>
              <a:gd name="connsiteX44" fmla="*/ 2100195 w 13158799"/>
              <a:gd name="connsiteY44" fmla="*/ 9008075 h 9456078"/>
              <a:gd name="connsiteX45" fmla="*/ 2144582 w 13158799"/>
              <a:gd name="connsiteY45" fmla="*/ 8987981 h 9456078"/>
              <a:gd name="connsiteX46" fmla="*/ 2188775 w 13158799"/>
              <a:gd name="connsiteY46" fmla="*/ 8967470 h 9456078"/>
              <a:gd name="connsiteX47" fmla="*/ 2232770 w 13158799"/>
              <a:gd name="connsiteY47" fmla="*/ 8946542 h 9456078"/>
              <a:gd name="connsiteX48" fmla="*/ 2276564 w 13158799"/>
              <a:gd name="connsiteY48" fmla="*/ 8925199 h 9456078"/>
              <a:gd name="connsiteX49" fmla="*/ 2320154 w 13158799"/>
              <a:gd name="connsiteY49" fmla="*/ 8903443 h 9456078"/>
              <a:gd name="connsiteX50" fmla="*/ 2363538 w 13158799"/>
              <a:gd name="connsiteY50" fmla="*/ 8881275 h 9456078"/>
              <a:gd name="connsiteX51" fmla="*/ 2406711 w 13158799"/>
              <a:gd name="connsiteY51" fmla="*/ 8858697 h 9456078"/>
              <a:gd name="connsiteX52" fmla="*/ 2449672 w 13158799"/>
              <a:gd name="connsiteY52" fmla="*/ 8835710 h 9456078"/>
              <a:gd name="connsiteX53" fmla="*/ 2492417 w 13158799"/>
              <a:gd name="connsiteY53" fmla="*/ 8812316 h 9456078"/>
              <a:gd name="connsiteX54" fmla="*/ 2534943 w 13158799"/>
              <a:gd name="connsiteY54" fmla="*/ 8788516 h 9456078"/>
              <a:gd name="connsiteX55" fmla="*/ 2577247 w 13158799"/>
              <a:gd name="connsiteY55" fmla="*/ 8764311 h 9456078"/>
              <a:gd name="connsiteX56" fmla="*/ 2619326 w 13158799"/>
              <a:gd name="connsiteY56" fmla="*/ 8739704 h 9456078"/>
              <a:gd name="connsiteX57" fmla="*/ 2661177 w 13158799"/>
              <a:gd name="connsiteY57" fmla="*/ 8714695 h 9456078"/>
              <a:gd name="connsiteX58" fmla="*/ 2702797 w 13158799"/>
              <a:gd name="connsiteY58" fmla="*/ 8689286 h 9456078"/>
              <a:gd name="connsiteX59" fmla="*/ 2744183 w 13158799"/>
              <a:gd name="connsiteY59" fmla="*/ 8663479 h 9456078"/>
              <a:gd name="connsiteX60" fmla="*/ 2785333 w 13158799"/>
              <a:gd name="connsiteY60" fmla="*/ 8637274 h 9456078"/>
              <a:gd name="connsiteX61" fmla="*/ 2826242 w 13158799"/>
              <a:gd name="connsiteY61" fmla="*/ 8610675 h 9456078"/>
              <a:gd name="connsiteX62" fmla="*/ 2866908 w 13158799"/>
              <a:gd name="connsiteY62" fmla="*/ 8583681 h 9456078"/>
              <a:gd name="connsiteX63" fmla="*/ 2907329 w 13158799"/>
              <a:gd name="connsiteY63" fmla="*/ 8556295 h 9456078"/>
              <a:gd name="connsiteX64" fmla="*/ 2947500 w 13158799"/>
              <a:gd name="connsiteY64" fmla="*/ 8528517 h 9456078"/>
              <a:gd name="connsiteX65" fmla="*/ 2987419 w 13158799"/>
              <a:gd name="connsiteY65" fmla="*/ 8500351 h 9456078"/>
              <a:gd name="connsiteX66" fmla="*/ 3027083 w 13158799"/>
              <a:gd name="connsiteY66" fmla="*/ 8471796 h 9456078"/>
              <a:gd name="connsiteX67" fmla="*/ 3066489 w 13158799"/>
              <a:gd name="connsiteY67" fmla="*/ 8442854 h 9456078"/>
              <a:gd name="connsiteX68" fmla="*/ 3105634 w 13158799"/>
              <a:gd name="connsiteY68" fmla="*/ 8413528 h 9456078"/>
              <a:gd name="connsiteX69" fmla="*/ 3144515 w 13158799"/>
              <a:gd name="connsiteY69" fmla="*/ 8383818 h 9456078"/>
              <a:gd name="connsiteX70" fmla="*/ 3183129 w 13158799"/>
              <a:gd name="connsiteY70" fmla="*/ 8353726 h 9456078"/>
              <a:gd name="connsiteX71" fmla="*/ 3221473 w 13158799"/>
              <a:gd name="connsiteY71" fmla="*/ 8323253 h 9456078"/>
              <a:gd name="connsiteX72" fmla="*/ 3259544 w 13158799"/>
              <a:gd name="connsiteY72" fmla="*/ 8292401 h 9456078"/>
              <a:gd name="connsiteX73" fmla="*/ 3297339 w 13158799"/>
              <a:gd name="connsiteY73" fmla="*/ 8261172 h 9456078"/>
              <a:gd name="connsiteX74" fmla="*/ 3334854 w 13158799"/>
              <a:gd name="connsiteY74" fmla="*/ 8229566 h 9456078"/>
              <a:gd name="connsiteX75" fmla="*/ 3372087 w 13158799"/>
              <a:gd name="connsiteY75" fmla="*/ 8197585 h 9456078"/>
              <a:gd name="connsiteX76" fmla="*/ 3409035 w 13158799"/>
              <a:gd name="connsiteY76" fmla="*/ 8165232 h 9456078"/>
              <a:gd name="connsiteX77" fmla="*/ 3445695 w 13158799"/>
              <a:gd name="connsiteY77" fmla="*/ 8132507 h 9456078"/>
              <a:gd name="connsiteX78" fmla="*/ 3482064 w 13158799"/>
              <a:gd name="connsiteY78" fmla="*/ 8099411 h 9456078"/>
              <a:gd name="connsiteX79" fmla="*/ 3518139 w 13158799"/>
              <a:gd name="connsiteY79" fmla="*/ 8065947 h 9456078"/>
              <a:gd name="connsiteX80" fmla="*/ 3553916 w 13158799"/>
              <a:gd name="connsiteY80" fmla="*/ 8032115 h 9456078"/>
              <a:gd name="connsiteX81" fmla="*/ 3589393 w 13158799"/>
              <a:gd name="connsiteY81" fmla="*/ 7997918 h 9456078"/>
              <a:gd name="connsiteX82" fmla="*/ 3624567 w 13158799"/>
              <a:gd name="connsiteY82" fmla="*/ 7963356 h 9456078"/>
              <a:gd name="connsiteX83" fmla="*/ 3659435 w 13158799"/>
              <a:gd name="connsiteY83" fmla="*/ 7928432 h 9456078"/>
              <a:gd name="connsiteX84" fmla="*/ 3693994 w 13158799"/>
              <a:gd name="connsiteY84" fmla="*/ 7893146 h 9456078"/>
              <a:gd name="connsiteX85" fmla="*/ 3728240 w 13158799"/>
              <a:gd name="connsiteY85" fmla="*/ 7857501 h 9456078"/>
              <a:gd name="connsiteX86" fmla="*/ 3762171 w 13158799"/>
              <a:gd name="connsiteY86" fmla="*/ 7821497 h 9456078"/>
              <a:gd name="connsiteX87" fmla="*/ 3795783 w 13158799"/>
              <a:gd name="connsiteY87" fmla="*/ 7785136 h 9456078"/>
              <a:gd name="connsiteX88" fmla="*/ 3829075 w 13158799"/>
              <a:gd name="connsiteY88" fmla="*/ 7748420 h 9456078"/>
              <a:gd name="connsiteX89" fmla="*/ 3862042 w 13158799"/>
              <a:gd name="connsiteY89" fmla="*/ 7711350 h 9456078"/>
              <a:gd name="connsiteX90" fmla="*/ 3894682 w 13158799"/>
              <a:gd name="connsiteY90" fmla="*/ 7673928 h 9456078"/>
              <a:gd name="connsiteX91" fmla="*/ 3926991 w 13158799"/>
              <a:gd name="connsiteY91" fmla="*/ 7636155 h 9456078"/>
              <a:gd name="connsiteX92" fmla="*/ 3958967 w 13158799"/>
              <a:gd name="connsiteY92" fmla="*/ 7598032 h 9456078"/>
              <a:gd name="connsiteX93" fmla="*/ 3990607 w 13158799"/>
              <a:gd name="connsiteY93" fmla="*/ 7559561 h 9456078"/>
              <a:gd name="connsiteX94" fmla="*/ 4021907 w 13158799"/>
              <a:gd name="connsiteY94" fmla="*/ 7520744 h 9456078"/>
              <a:gd name="connsiteX95" fmla="*/ 4052865 w 13158799"/>
              <a:gd name="connsiteY95" fmla="*/ 7481582 h 9456078"/>
              <a:gd name="connsiteX96" fmla="*/ 4083478 w 13158799"/>
              <a:gd name="connsiteY96" fmla="*/ 7442077 h 9456078"/>
              <a:gd name="connsiteX97" fmla="*/ 8022311 w 13158799"/>
              <a:gd name="connsiteY97" fmla="*/ 2307814 h 9456078"/>
              <a:gd name="connsiteX98" fmla="*/ 8052902 w 13158799"/>
              <a:gd name="connsiteY98" fmla="*/ 2268285 h 9456078"/>
              <a:gd name="connsiteX99" fmla="*/ 8083796 w 13158799"/>
              <a:gd name="connsiteY99" fmla="*/ 2229056 h 9456078"/>
              <a:gd name="connsiteX100" fmla="*/ 8114989 w 13158799"/>
              <a:gd name="connsiteY100" fmla="*/ 2190127 h 9456078"/>
              <a:gd name="connsiteX101" fmla="*/ 8146479 w 13158799"/>
              <a:gd name="connsiteY101" fmla="*/ 2151500 h 9456078"/>
              <a:gd name="connsiteX102" fmla="*/ 8178264 w 13158799"/>
              <a:gd name="connsiteY102" fmla="*/ 2113176 h 9456078"/>
              <a:gd name="connsiteX103" fmla="*/ 8210341 w 13158799"/>
              <a:gd name="connsiteY103" fmla="*/ 2075157 h 9456078"/>
              <a:gd name="connsiteX104" fmla="*/ 8242709 w 13158799"/>
              <a:gd name="connsiteY104" fmla="*/ 2037442 h 9456078"/>
              <a:gd name="connsiteX105" fmla="*/ 8275365 w 13158799"/>
              <a:gd name="connsiteY105" fmla="*/ 2000034 h 9456078"/>
              <a:gd name="connsiteX106" fmla="*/ 8308307 w 13158799"/>
              <a:gd name="connsiteY106" fmla="*/ 1962934 h 9456078"/>
              <a:gd name="connsiteX107" fmla="*/ 8341532 w 13158799"/>
              <a:gd name="connsiteY107" fmla="*/ 1926142 h 9456078"/>
              <a:gd name="connsiteX108" fmla="*/ 8375038 w 13158799"/>
              <a:gd name="connsiteY108" fmla="*/ 1889660 h 9456078"/>
              <a:gd name="connsiteX109" fmla="*/ 8408823 w 13158799"/>
              <a:gd name="connsiteY109" fmla="*/ 1853489 h 9456078"/>
              <a:gd name="connsiteX110" fmla="*/ 8442885 w 13158799"/>
              <a:gd name="connsiteY110" fmla="*/ 1817630 h 9456078"/>
              <a:gd name="connsiteX111" fmla="*/ 8477221 w 13158799"/>
              <a:gd name="connsiteY111" fmla="*/ 1782084 h 9456078"/>
              <a:gd name="connsiteX112" fmla="*/ 8511829 w 13158799"/>
              <a:gd name="connsiteY112" fmla="*/ 1746853 h 9456078"/>
              <a:gd name="connsiteX113" fmla="*/ 8546706 w 13158799"/>
              <a:gd name="connsiteY113" fmla="*/ 1711937 h 9456078"/>
              <a:gd name="connsiteX114" fmla="*/ 8581851 w 13158799"/>
              <a:gd name="connsiteY114" fmla="*/ 1677337 h 9456078"/>
              <a:gd name="connsiteX115" fmla="*/ 8617261 w 13158799"/>
              <a:gd name="connsiteY115" fmla="*/ 1643056 h 9456078"/>
              <a:gd name="connsiteX116" fmla="*/ 8652934 w 13158799"/>
              <a:gd name="connsiteY116" fmla="*/ 1609093 h 9456078"/>
              <a:gd name="connsiteX117" fmla="*/ 8688867 w 13158799"/>
              <a:gd name="connsiteY117" fmla="*/ 1575450 h 9456078"/>
              <a:gd name="connsiteX118" fmla="*/ 8725058 w 13158799"/>
              <a:gd name="connsiteY118" fmla="*/ 1542128 h 9456078"/>
              <a:gd name="connsiteX119" fmla="*/ 8761506 w 13158799"/>
              <a:gd name="connsiteY119" fmla="*/ 1509129 h 9456078"/>
              <a:gd name="connsiteX120" fmla="*/ 8798207 w 13158799"/>
              <a:gd name="connsiteY120" fmla="*/ 1476452 h 9456078"/>
              <a:gd name="connsiteX121" fmla="*/ 8835159 w 13158799"/>
              <a:gd name="connsiteY121" fmla="*/ 1444101 h 9456078"/>
              <a:gd name="connsiteX122" fmla="*/ 8872360 w 13158799"/>
              <a:gd name="connsiteY122" fmla="*/ 1412075 h 9456078"/>
              <a:gd name="connsiteX123" fmla="*/ 8909808 w 13158799"/>
              <a:gd name="connsiteY123" fmla="*/ 1380375 h 9456078"/>
              <a:gd name="connsiteX124" fmla="*/ 8947501 w 13158799"/>
              <a:gd name="connsiteY124" fmla="*/ 1349004 h 9456078"/>
              <a:gd name="connsiteX125" fmla="*/ 8985435 w 13158799"/>
              <a:gd name="connsiteY125" fmla="*/ 1317962 h 9456078"/>
              <a:gd name="connsiteX126" fmla="*/ 9023610 w 13158799"/>
              <a:gd name="connsiteY126" fmla="*/ 1287250 h 9456078"/>
              <a:gd name="connsiteX127" fmla="*/ 9062022 w 13158799"/>
              <a:gd name="connsiteY127" fmla="*/ 1256869 h 9456078"/>
              <a:gd name="connsiteX128" fmla="*/ 9100669 w 13158799"/>
              <a:gd name="connsiteY128" fmla="*/ 1226820 h 9456078"/>
              <a:gd name="connsiteX129" fmla="*/ 9139549 w 13158799"/>
              <a:gd name="connsiteY129" fmla="*/ 1197105 h 9456078"/>
              <a:gd name="connsiteX130" fmla="*/ 9178660 w 13158799"/>
              <a:gd name="connsiteY130" fmla="*/ 1167725 h 9456078"/>
              <a:gd name="connsiteX131" fmla="*/ 9217999 w 13158799"/>
              <a:gd name="connsiteY131" fmla="*/ 1138681 h 9456078"/>
              <a:gd name="connsiteX132" fmla="*/ 9257564 w 13158799"/>
              <a:gd name="connsiteY132" fmla="*/ 1109974 h 9456078"/>
              <a:gd name="connsiteX133" fmla="*/ 9297353 w 13158799"/>
              <a:gd name="connsiteY133" fmla="*/ 1081604 h 9456078"/>
              <a:gd name="connsiteX134" fmla="*/ 9337364 w 13158799"/>
              <a:gd name="connsiteY134" fmla="*/ 1053574 h 9456078"/>
              <a:gd name="connsiteX135" fmla="*/ 9377594 w 13158799"/>
              <a:gd name="connsiteY135" fmla="*/ 1025884 h 9456078"/>
              <a:gd name="connsiteX136" fmla="*/ 9418040 w 13158799"/>
              <a:gd name="connsiteY136" fmla="*/ 998536 h 9456078"/>
              <a:gd name="connsiteX137" fmla="*/ 9458702 w 13158799"/>
              <a:gd name="connsiteY137" fmla="*/ 971530 h 9456078"/>
              <a:gd name="connsiteX138" fmla="*/ 9499575 w 13158799"/>
              <a:gd name="connsiteY138" fmla="*/ 944868 h 9456078"/>
              <a:gd name="connsiteX139" fmla="*/ 9540659 w 13158799"/>
              <a:gd name="connsiteY139" fmla="*/ 918551 h 9456078"/>
              <a:gd name="connsiteX140" fmla="*/ 9581950 w 13158799"/>
              <a:gd name="connsiteY140" fmla="*/ 892580 h 9456078"/>
              <a:gd name="connsiteX141" fmla="*/ 9623447 w 13158799"/>
              <a:gd name="connsiteY141" fmla="*/ 866956 h 9456078"/>
              <a:gd name="connsiteX142" fmla="*/ 9665147 w 13158799"/>
              <a:gd name="connsiteY142" fmla="*/ 841681 h 9456078"/>
              <a:gd name="connsiteX143" fmla="*/ 9707048 w 13158799"/>
              <a:gd name="connsiteY143" fmla="*/ 816754 h 9456078"/>
              <a:gd name="connsiteX144" fmla="*/ 9749147 w 13158799"/>
              <a:gd name="connsiteY144" fmla="*/ 792179 h 9456078"/>
              <a:gd name="connsiteX145" fmla="*/ 9791443 w 13158799"/>
              <a:gd name="connsiteY145" fmla="*/ 767955 h 9456078"/>
              <a:gd name="connsiteX146" fmla="*/ 9833932 w 13158799"/>
              <a:gd name="connsiteY146" fmla="*/ 744083 h 9456078"/>
              <a:gd name="connsiteX147" fmla="*/ 9876613 w 13158799"/>
              <a:gd name="connsiteY147" fmla="*/ 720566 h 9456078"/>
              <a:gd name="connsiteX148" fmla="*/ 9919484 w 13158799"/>
              <a:gd name="connsiteY148" fmla="*/ 697404 h 9456078"/>
              <a:gd name="connsiteX149" fmla="*/ 9962542 w 13158799"/>
              <a:gd name="connsiteY149" fmla="*/ 674598 h 9456078"/>
              <a:gd name="connsiteX150" fmla="*/ 10005784 w 13158799"/>
              <a:gd name="connsiteY150" fmla="*/ 652149 h 9456078"/>
              <a:gd name="connsiteX151" fmla="*/ 10049209 w 13158799"/>
              <a:gd name="connsiteY151" fmla="*/ 630059 h 9456078"/>
              <a:gd name="connsiteX152" fmla="*/ 10092814 w 13158799"/>
              <a:gd name="connsiteY152" fmla="*/ 608328 h 9456078"/>
              <a:gd name="connsiteX153" fmla="*/ 10136597 w 13158799"/>
              <a:gd name="connsiteY153" fmla="*/ 586958 h 9456078"/>
              <a:gd name="connsiteX154" fmla="*/ 10180556 w 13158799"/>
              <a:gd name="connsiteY154" fmla="*/ 565950 h 9456078"/>
              <a:gd name="connsiteX155" fmla="*/ 10224688 w 13158799"/>
              <a:gd name="connsiteY155" fmla="*/ 545304 h 9456078"/>
              <a:gd name="connsiteX156" fmla="*/ 10268991 w 13158799"/>
              <a:gd name="connsiteY156" fmla="*/ 525023 h 9456078"/>
              <a:gd name="connsiteX157" fmla="*/ 10313463 w 13158799"/>
              <a:gd name="connsiteY157" fmla="*/ 505107 h 9456078"/>
              <a:gd name="connsiteX158" fmla="*/ 10358101 w 13158799"/>
              <a:gd name="connsiteY158" fmla="*/ 485558 h 9456078"/>
              <a:gd name="connsiteX159" fmla="*/ 10402903 w 13158799"/>
              <a:gd name="connsiteY159" fmla="*/ 466376 h 9456078"/>
              <a:gd name="connsiteX160" fmla="*/ 10447868 w 13158799"/>
              <a:gd name="connsiteY160" fmla="*/ 447563 h 9456078"/>
              <a:gd name="connsiteX161" fmla="*/ 10492991 w 13158799"/>
              <a:gd name="connsiteY161" fmla="*/ 429119 h 9456078"/>
              <a:gd name="connsiteX162" fmla="*/ 10538272 w 13158799"/>
              <a:gd name="connsiteY162" fmla="*/ 411046 h 9456078"/>
              <a:gd name="connsiteX163" fmla="*/ 10583708 w 13158799"/>
              <a:gd name="connsiteY163" fmla="*/ 393346 h 9456078"/>
              <a:gd name="connsiteX164" fmla="*/ 10629297 w 13158799"/>
              <a:gd name="connsiteY164" fmla="*/ 376018 h 9456078"/>
              <a:gd name="connsiteX165" fmla="*/ 10675036 w 13158799"/>
              <a:gd name="connsiteY165" fmla="*/ 359065 h 9456078"/>
              <a:gd name="connsiteX166" fmla="*/ 10720923 w 13158799"/>
              <a:gd name="connsiteY166" fmla="*/ 342487 h 9456078"/>
              <a:gd name="connsiteX167" fmla="*/ 10766956 w 13158799"/>
              <a:gd name="connsiteY167" fmla="*/ 326286 h 9456078"/>
              <a:gd name="connsiteX168" fmla="*/ 10813132 w 13158799"/>
              <a:gd name="connsiteY168" fmla="*/ 310462 h 9456078"/>
              <a:gd name="connsiteX169" fmla="*/ 10859450 w 13158799"/>
              <a:gd name="connsiteY169" fmla="*/ 295018 h 9456078"/>
              <a:gd name="connsiteX170" fmla="*/ 10905907 w 13158799"/>
              <a:gd name="connsiteY170" fmla="*/ 279953 h 9456078"/>
              <a:gd name="connsiteX171" fmla="*/ 10952500 w 13158799"/>
              <a:gd name="connsiteY171" fmla="*/ 265269 h 9456078"/>
              <a:gd name="connsiteX172" fmla="*/ 10999227 w 13158799"/>
              <a:gd name="connsiteY172" fmla="*/ 250968 h 9456078"/>
              <a:gd name="connsiteX173" fmla="*/ 11046087 w 13158799"/>
              <a:gd name="connsiteY173" fmla="*/ 237049 h 9456078"/>
              <a:gd name="connsiteX174" fmla="*/ 11093076 w 13158799"/>
              <a:gd name="connsiteY174" fmla="*/ 223516 h 9456078"/>
              <a:gd name="connsiteX175" fmla="*/ 11140193 w 13158799"/>
              <a:gd name="connsiteY175" fmla="*/ 210368 h 9456078"/>
              <a:gd name="connsiteX176" fmla="*/ 11187434 w 13158799"/>
              <a:gd name="connsiteY176" fmla="*/ 197606 h 9456078"/>
              <a:gd name="connsiteX177" fmla="*/ 11234799 w 13158799"/>
              <a:gd name="connsiteY177" fmla="*/ 185233 h 9456078"/>
              <a:gd name="connsiteX178" fmla="*/ 11282284 w 13158799"/>
              <a:gd name="connsiteY178" fmla="*/ 173248 h 9456078"/>
              <a:gd name="connsiteX179" fmla="*/ 11329888 w 13158799"/>
              <a:gd name="connsiteY179" fmla="*/ 161654 h 9456078"/>
              <a:gd name="connsiteX180" fmla="*/ 11377607 w 13158799"/>
              <a:gd name="connsiteY180" fmla="*/ 150451 h 9456078"/>
              <a:gd name="connsiteX181" fmla="*/ 11425440 w 13158799"/>
              <a:gd name="connsiteY181" fmla="*/ 139640 h 9456078"/>
              <a:gd name="connsiteX182" fmla="*/ 11473385 w 13158799"/>
              <a:gd name="connsiteY182" fmla="*/ 129223 h 9456078"/>
              <a:gd name="connsiteX183" fmla="*/ 11521439 w 13158799"/>
              <a:gd name="connsiteY183" fmla="*/ 119201 h 9456078"/>
              <a:gd name="connsiteX184" fmla="*/ 11569599 w 13158799"/>
              <a:gd name="connsiteY184" fmla="*/ 109574 h 9456078"/>
              <a:gd name="connsiteX185" fmla="*/ 11617864 w 13158799"/>
              <a:gd name="connsiteY185" fmla="*/ 100344 h 9456078"/>
              <a:gd name="connsiteX186" fmla="*/ 11666231 w 13158799"/>
              <a:gd name="connsiteY186" fmla="*/ 91512 h 9456078"/>
              <a:gd name="connsiteX187" fmla="*/ 11714698 w 13158799"/>
              <a:gd name="connsiteY187" fmla="*/ 83080 h 9456078"/>
              <a:gd name="connsiteX188" fmla="*/ 11763263 w 13158799"/>
              <a:gd name="connsiteY188" fmla="*/ 75047 h 9456078"/>
              <a:gd name="connsiteX189" fmla="*/ 11811923 w 13158799"/>
              <a:gd name="connsiteY189" fmla="*/ 67417 h 9456078"/>
              <a:gd name="connsiteX190" fmla="*/ 11860676 w 13158799"/>
              <a:gd name="connsiteY190" fmla="*/ 60188 h 9456078"/>
              <a:gd name="connsiteX191" fmla="*/ 11909519 w 13158799"/>
              <a:gd name="connsiteY191" fmla="*/ 53364 h 9456078"/>
              <a:gd name="connsiteX192" fmla="*/ 11958451 w 13158799"/>
              <a:gd name="connsiteY192" fmla="*/ 46944 h 9456078"/>
              <a:gd name="connsiteX193" fmla="*/ 12007470 w 13158799"/>
              <a:gd name="connsiteY193" fmla="*/ 40931 h 9456078"/>
              <a:gd name="connsiteX194" fmla="*/ 12056572 w 13158799"/>
              <a:gd name="connsiteY194" fmla="*/ 35324 h 9456078"/>
              <a:gd name="connsiteX195" fmla="*/ 12105756 w 13158799"/>
              <a:gd name="connsiteY195" fmla="*/ 30126 h 9456078"/>
              <a:gd name="connsiteX196" fmla="*/ 12155019 w 13158799"/>
              <a:gd name="connsiteY196" fmla="*/ 25337 h 9456078"/>
              <a:gd name="connsiteX197" fmla="*/ 12204359 w 13158799"/>
              <a:gd name="connsiteY197" fmla="*/ 20958 h 9456078"/>
              <a:gd name="connsiteX198" fmla="*/ 12253773 w 13158799"/>
              <a:gd name="connsiteY198" fmla="*/ 16991 h 9456078"/>
              <a:gd name="connsiteX199" fmla="*/ 12303260 w 13158799"/>
              <a:gd name="connsiteY199" fmla="*/ 13437 h 9456078"/>
              <a:gd name="connsiteX200" fmla="*/ 12352818 w 13158799"/>
              <a:gd name="connsiteY200" fmla="*/ 10297 h 9456078"/>
              <a:gd name="connsiteX201" fmla="*/ 12402443 w 13158799"/>
              <a:gd name="connsiteY201" fmla="*/ 7572 h 9456078"/>
              <a:gd name="connsiteX202" fmla="*/ 12452133 w 13158799"/>
              <a:gd name="connsiteY202" fmla="*/ 5263 h 9456078"/>
              <a:gd name="connsiteX203" fmla="*/ 12501887 w 13158799"/>
              <a:gd name="connsiteY203" fmla="*/ 3371 h 9456078"/>
              <a:gd name="connsiteX204" fmla="*/ 12551701 w 13158799"/>
              <a:gd name="connsiteY204" fmla="*/ 1898 h 9456078"/>
              <a:gd name="connsiteX205" fmla="*/ 12601574 w 13158799"/>
              <a:gd name="connsiteY205" fmla="*/ 844 h 9456078"/>
              <a:gd name="connsiteX206" fmla="*/ 12651504 w 13158799"/>
              <a:gd name="connsiteY206" fmla="*/ 211 h 9456078"/>
              <a:gd name="connsiteX207" fmla="*/ 12701487 w 13158799"/>
              <a:gd name="connsiteY207" fmla="*/ 0 h 9456078"/>
              <a:gd name="connsiteX208" fmla="*/ 13158798 w 13158799"/>
              <a:gd name="connsiteY208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28389 w 13158797"/>
              <a:gd name="connsiteY22" fmla="*/ 9330914 h 9456078"/>
              <a:gd name="connsiteX23" fmla="*/ 1176172 w 13158797"/>
              <a:gd name="connsiteY23" fmla="*/ 9319936 h 9456078"/>
              <a:gd name="connsiteX24" fmla="*/ 1223823 w 13158797"/>
              <a:gd name="connsiteY24" fmla="*/ 9308509 h 9456078"/>
              <a:gd name="connsiteX25" fmla="*/ 1271339 w 13158797"/>
              <a:gd name="connsiteY25" fmla="*/ 9296635 h 9456078"/>
              <a:gd name="connsiteX26" fmla="*/ 1318719 w 13158797"/>
              <a:gd name="connsiteY26" fmla="*/ 9284315 h 9456078"/>
              <a:gd name="connsiteX27" fmla="*/ 1365957 w 13158797"/>
              <a:gd name="connsiteY27" fmla="*/ 9271550 h 9456078"/>
              <a:gd name="connsiteX28" fmla="*/ 1413052 w 13158797"/>
              <a:gd name="connsiteY28" fmla="*/ 9258342 h 9456078"/>
              <a:gd name="connsiteX29" fmla="*/ 1460000 w 13158797"/>
              <a:gd name="connsiteY29" fmla="*/ 9244693 h 9456078"/>
              <a:gd name="connsiteX30" fmla="*/ 1506799 w 13158797"/>
              <a:gd name="connsiteY30" fmla="*/ 9230604 h 9456078"/>
              <a:gd name="connsiteX31" fmla="*/ 1553445 w 13158797"/>
              <a:gd name="connsiteY31" fmla="*/ 9216076 h 9456078"/>
              <a:gd name="connsiteX32" fmla="*/ 1599935 w 13158797"/>
              <a:gd name="connsiteY32" fmla="*/ 9201111 h 9456078"/>
              <a:gd name="connsiteX33" fmla="*/ 1646267 w 13158797"/>
              <a:gd name="connsiteY33" fmla="*/ 9185710 h 9456078"/>
              <a:gd name="connsiteX34" fmla="*/ 1692437 w 13158797"/>
              <a:gd name="connsiteY34" fmla="*/ 9169876 h 9456078"/>
              <a:gd name="connsiteX35" fmla="*/ 1738442 w 13158797"/>
              <a:gd name="connsiteY35" fmla="*/ 9153608 h 9456078"/>
              <a:gd name="connsiteX36" fmla="*/ 1784280 w 13158797"/>
              <a:gd name="connsiteY36" fmla="*/ 9136910 h 9456078"/>
              <a:gd name="connsiteX37" fmla="*/ 1829947 w 13158797"/>
              <a:gd name="connsiteY37" fmla="*/ 9119782 h 9456078"/>
              <a:gd name="connsiteX38" fmla="*/ 1875440 w 13158797"/>
              <a:gd name="connsiteY38" fmla="*/ 9102226 h 9456078"/>
              <a:gd name="connsiteX39" fmla="*/ 1920756 w 13158797"/>
              <a:gd name="connsiteY39" fmla="*/ 9084243 h 9456078"/>
              <a:gd name="connsiteX40" fmla="*/ 1965893 w 13158797"/>
              <a:gd name="connsiteY40" fmla="*/ 9065835 h 9456078"/>
              <a:gd name="connsiteX41" fmla="*/ 2010847 w 13158797"/>
              <a:gd name="connsiteY41" fmla="*/ 9047004 h 9456078"/>
              <a:gd name="connsiteX42" fmla="*/ 2055615 w 13158797"/>
              <a:gd name="connsiteY42" fmla="*/ 9027750 h 9456078"/>
              <a:gd name="connsiteX43" fmla="*/ 2100195 w 13158797"/>
              <a:gd name="connsiteY43" fmla="*/ 9008075 h 9456078"/>
              <a:gd name="connsiteX44" fmla="*/ 2144582 w 13158797"/>
              <a:gd name="connsiteY44" fmla="*/ 8987981 h 9456078"/>
              <a:gd name="connsiteX45" fmla="*/ 2188775 w 13158797"/>
              <a:gd name="connsiteY45" fmla="*/ 8967470 h 9456078"/>
              <a:gd name="connsiteX46" fmla="*/ 2232770 w 13158797"/>
              <a:gd name="connsiteY46" fmla="*/ 8946542 h 9456078"/>
              <a:gd name="connsiteX47" fmla="*/ 2276564 w 13158797"/>
              <a:gd name="connsiteY47" fmla="*/ 8925199 h 9456078"/>
              <a:gd name="connsiteX48" fmla="*/ 2320154 w 13158797"/>
              <a:gd name="connsiteY48" fmla="*/ 8903443 h 9456078"/>
              <a:gd name="connsiteX49" fmla="*/ 2363538 w 13158797"/>
              <a:gd name="connsiteY49" fmla="*/ 8881275 h 9456078"/>
              <a:gd name="connsiteX50" fmla="*/ 2406711 w 13158797"/>
              <a:gd name="connsiteY50" fmla="*/ 8858697 h 9456078"/>
              <a:gd name="connsiteX51" fmla="*/ 2449672 w 13158797"/>
              <a:gd name="connsiteY51" fmla="*/ 8835710 h 9456078"/>
              <a:gd name="connsiteX52" fmla="*/ 2492417 w 13158797"/>
              <a:gd name="connsiteY52" fmla="*/ 8812316 h 9456078"/>
              <a:gd name="connsiteX53" fmla="*/ 2534943 w 13158797"/>
              <a:gd name="connsiteY53" fmla="*/ 8788516 h 9456078"/>
              <a:gd name="connsiteX54" fmla="*/ 2577247 w 13158797"/>
              <a:gd name="connsiteY54" fmla="*/ 8764311 h 9456078"/>
              <a:gd name="connsiteX55" fmla="*/ 2619326 w 13158797"/>
              <a:gd name="connsiteY55" fmla="*/ 8739704 h 9456078"/>
              <a:gd name="connsiteX56" fmla="*/ 2661177 w 13158797"/>
              <a:gd name="connsiteY56" fmla="*/ 8714695 h 9456078"/>
              <a:gd name="connsiteX57" fmla="*/ 2702797 w 13158797"/>
              <a:gd name="connsiteY57" fmla="*/ 8689286 h 9456078"/>
              <a:gd name="connsiteX58" fmla="*/ 2744183 w 13158797"/>
              <a:gd name="connsiteY58" fmla="*/ 8663479 h 9456078"/>
              <a:gd name="connsiteX59" fmla="*/ 2785333 w 13158797"/>
              <a:gd name="connsiteY59" fmla="*/ 8637274 h 9456078"/>
              <a:gd name="connsiteX60" fmla="*/ 2826242 w 13158797"/>
              <a:gd name="connsiteY60" fmla="*/ 8610675 h 9456078"/>
              <a:gd name="connsiteX61" fmla="*/ 2866908 w 13158797"/>
              <a:gd name="connsiteY61" fmla="*/ 8583681 h 9456078"/>
              <a:gd name="connsiteX62" fmla="*/ 2907329 w 13158797"/>
              <a:gd name="connsiteY62" fmla="*/ 8556295 h 9456078"/>
              <a:gd name="connsiteX63" fmla="*/ 2947500 w 13158797"/>
              <a:gd name="connsiteY63" fmla="*/ 8528517 h 9456078"/>
              <a:gd name="connsiteX64" fmla="*/ 2987419 w 13158797"/>
              <a:gd name="connsiteY64" fmla="*/ 8500351 h 9456078"/>
              <a:gd name="connsiteX65" fmla="*/ 3027083 w 13158797"/>
              <a:gd name="connsiteY65" fmla="*/ 8471796 h 9456078"/>
              <a:gd name="connsiteX66" fmla="*/ 3066489 w 13158797"/>
              <a:gd name="connsiteY66" fmla="*/ 8442854 h 9456078"/>
              <a:gd name="connsiteX67" fmla="*/ 3105634 w 13158797"/>
              <a:gd name="connsiteY67" fmla="*/ 8413528 h 9456078"/>
              <a:gd name="connsiteX68" fmla="*/ 3144515 w 13158797"/>
              <a:gd name="connsiteY68" fmla="*/ 8383818 h 9456078"/>
              <a:gd name="connsiteX69" fmla="*/ 3183129 w 13158797"/>
              <a:gd name="connsiteY69" fmla="*/ 8353726 h 9456078"/>
              <a:gd name="connsiteX70" fmla="*/ 3221473 w 13158797"/>
              <a:gd name="connsiteY70" fmla="*/ 8323253 h 9456078"/>
              <a:gd name="connsiteX71" fmla="*/ 3259544 w 13158797"/>
              <a:gd name="connsiteY71" fmla="*/ 8292401 h 9456078"/>
              <a:gd name="connsiteX72" fmla="*/ 3297339 w 13158797"/>
              <a:gd name="connsiteY72" fmla="*/ 8261172 h 9456078"/>
              <a:gd name="connsiteX73" fmla="*/ 3334854 w 13158797"/>
              <a:gd name="connsiteY73" fmla="*/ 8229566 h 9456078"/>
              <a:gd name="connsiteX74" fmla="*/ 3372087 w 13158797"/>
              <a:gd name="connsiteY74" fmla="*/ 8197585 h 9456078"/>
              <a:gd name="connsiteX75" fmla="*/ 3409035 w 13158797"/>
              <a:gd name="connsiteY75" fmla="*/ 8165232 h 9456078"/>
              <a:gd name="connsiteX76" fmla="*/ 3445695 w 13158797"/>
              <a:gd name="connsiteY76" fmla="*/ 8132507 h 9456078"/>
              <a:gd name="connsiteX77" fmla="*/ 3482064 w 13158797"/>
              <a:gd name="connsiteY77" fmla="*/ 8099411 h 9456078"/>
              <a:gd name="connsiteX78" fmla="*/ 3518139 w 13158797"/>
              <a:gd name="connsiteY78" fmla="*/ 8065947 h 9456078"/>
              <a:gd name="connsiteX79" fmla="*/ 3553916 w 13158797"/>
              <a:gd name="connsiteY79" fmla="*/ 8032115 h 9456078"/>
              <a:gd name="connsiteX80" fmla="*/ 3589393 w 13158797"/>
              <a:gd name="connsiteY80" fmla="*/ 7997918 h 9456078"/>
              <a:gd name="connsiteX81" fmla="*/ 3624567 w 13158797"/>
              <a:gd name="connsiteY81" fmla="*/ 7963356 h 9456078"/>
              <a:gd name="connsiteX82" fmla="*/ 3659435 w 13158797"/>
              <a:gd name="connsiteY82" fmla="*/ 7928432 h 9456078"/>
              <a:gd name="connsiteX83" fmla="*/ 3693994 w 13158797"/>
              <a:gd name="connsiteY83" fmla="*/ 7893146 h 9456078"/>
              <a:gd name="connsiteX84" fmla="*/ 3728240 w 13158797"/>
              <a:gd name="connsiteY84" fmla="*/ 7857501 h 9456078"/>
              <a:gd name="connsiteX85" fmla="*/ 3762171 w 13158797"/>
              <a:gd name="connsiteY85" fmla="*/ 7821497 h 9456078"/>
              <a:gd name="connsiteX86" fmla="*/ 3795783 w 13158797"/>
              <a:gd name="connsiteY86" fmla="*/ 7785136 h 9456078"/>
              <a:gd name="connsiteX87" fmla="*/ 3829075 w 13158797"/>
              <a:gd name="connsiteY87" fmla="*/ 7748420 h 9456078"/>
              <a:gd name="connsiteX88" fmla="*/ 3862042 w 13158797"/>
              <a:gd name="connsiteY88" fmla="*/ 7711350 h 9456078"/>
              <a:gd name="connsiteX89" fmla="*/ 3894682 w 13158797"/>
              <a:gd name="connsiteY89" fmla="*/ 7673928 h 9456078"/>
              <a:gd name="connsiteX90" fmla="*/ 3926991 w 13158797"/>
              <a:gd name="connsiteY90" fmla="*/ 7636155 h 9456078"/>
              <a:gd name="connsiteX91" fmla="*/ 3958967 w 13158797"/>
              <a:gd name="connsiteY91" fmla="*/ 7598032 h 9456078"/>
              <a:gd name="connsiteX92" fmla="*/ 3990607 w 13158797"/>
              <a:gd name="connsiteY92" fmla="*/ 7559561 h 9456078"/>
              <a:gd name="connsiteX93" fmla="*/ 4021907 w 13158797"/>
              <a:gd name="connsiteY93" fmla="*/ 7520744 h 9456078"/>
              <a:gd name="connsiteX94" fmla="*/ 4052865 w 13158797"/>
              <a:gd name="connsiteY94" fmla="*/ 7481582 h 9456078"/>
              <a:gd name="connsiteX95" fmla="*/ 4083478 w 13158797"/>
              <a:gd name="connsiteY95" fmla="*/ 7442077 h 9456078"/>
              <a:gd name="connsiteX96" fmla="*/ 8022311 w 13158797"/>
              <a:gd name="connsiteY96" fmla="*/ 2307814 h 9456078"/>
              <a:gd name="connsiteX97" fmla="*/ 8052902 w 13158797"/>
              <a:gd name="connsiteY97" fmla="*/ 2268285 h 9456078"/>
              <a:gd name="connsiteX98" fmla="*/ 8083796 w 13158797"/>
              <a:gd name="connsiteY98" fmla="*/ 2229056 h 9456078"/>
              <a:gd name="connsiteX99" fmla="*/ 8114989 w 13158797"/>
              <a:gd name="connsiteY99" fmla="*/ 2190127 h 9456078"/>
              <a:gd name="connsiteX100" fmla="*/ 8146479 w 13158797"/>
              <a:gd name="connsiteY100" fmla="*/ 2151500 h 9456078"/>
              <a:gd name="connsiteX101" fmla="*/ 8178264 w 13158797"/>
              <a:gd name="connsiteY101" fmla="*/ 2113176 h 9456078"/>
              <a:gd name="connsiteX102" fmla="*/ 8210341 w 13158797"/>
              <a:gd name="connsiteY102" fmla="*/ 2075157 h 9456078"/>
              <a:gd name="connsiteX103" fmla="*/ 8242709 w 13158797"/>
              <a:gd name="connsiteY103" fmla="*/ 2037442 h 9456078"/>
              <a:gd name="connsiteX104" fmla="*/ 8275365 w 13158797"/>
              <a:gd name="connsiteY104" fmla="*/ 2000034 h 9456078"/>
              <a:gd name="connsiteX105" fmla="*/ 8308307 w 13158797"/>
              <a:gd name="connsiteY105" fmla="*/ 1962934 h 9456078"/>
              <a:gd name="connsiteX106" fmla="*/ 8341532 w 13158797"/>
              <a:gd name="connsiteY106" fmla="*/ 1926142 h 9456078"/>
              <a:gd name="connsiteX107" fmla="*/ 8375038 w 13158797"/>
              <a:gd name="connsiteY107" fmla="*/ 1889660 h 9456078"/>
              <a:gd name="connsiteX108" fmla="*/ 8408823 w 13158797"/>
              <a:gd name="connsiteY108" fmla="*/ 1853489 h 9456078"/>
              <a:gd name="connsiteX109" fmla="*/ 8442885 w 13158797"/>
              <a:gd name="connsiteY109" fmla="*/ 1817630 h 9456078"/>
              <a:gd name="connsiteX110" fmla="*/ 8477221 w 13158797"/>
              <a:gd name="connsiteY110" fmla="*/ 1782084 h 9456078"/>
              <a:gd name="connsiteX111" fmla="*/ 8511829 w 13158797"/>
              <a:gd name="connsiteY111" fmla="*/ 1746853 h 9456078"/>
              <a:gd name="connsiteX112" fmla="*/ 8546706 w 13158797"/>
              <a:gd name="connsiteY112" fmla="*/ 1711937 h 9456078"/>
              <a:gd name="connsiteX113" fmla="*/ 8581851 w 13158797"/>
              <a:gd name="connsiteY113" fmla="*/ 1677337 h 9456078"/>
              <a:gd name="connsiteX114" fmla="*/ 8617261 w 13158797"/>
              <a:gd name="connsiteY114" fmla="*/ 1643056 h 9456078"/>
              <a:gd name="connsiteX115" fmla="*/ 8652934 w 13158797"/>
              <a:gd name="connsiteY115" fmla="*/ 1609093 h 9456078"/>
              <a:gd name="connsiteX116" fmla="*/ 8688867 w 13158797"/>
              <a:gd name="connsiteY116" fmla="*/ 1575450 h 9456078"/>
              <a:gd name="connsiteX117" fmla="*/ 8725058 w 13158797"/>
              <a:gd name="connsiteY117" fmla="*/ 1542128 h 9456078"/>
              <a:gd name="connsiteX118" fmla="*/ 8761506 w 13158797"/>
              <a:gd name="connsiteY118" fmla="*/ 1509129 h 9456078"/>
              <a:gd name="connsiteX119" fmla="*/ 8798207 w 13158797"/>
              <a:gd name="connsiteY119" fmla="*/ 1476452 h 9456078"/>
              <a:gd name="connsiteX120" fmla="*/ 8835159 w 13158797"/>
              <a:gd name="connsiteY120" fmla="*/ 1444101 h 9456078"/>
              <a:gd name="connsiteX121" fmla="*/ 8872360 w 13158797"/>
              <a:gd name="connsiteY121" fmla="*/ 1412075 h 9456078"/>
              <a:gd name="connsiteX122" fmla="*/ 8909808 w 13158797"/>
              <a:gd name="connsiteY122" fmla="*/ 1380375 h 9456078"/>
              <a:gd name="connsiteX123" fmla="*/ 8947501 w 13158797"/>
              <a:gd name="connsiteY123" fmla="*/ 1349004 h 9456078"/>
              <a:gd name="connsiteX124" fmla="*/ 8985435 w 13158797"/>
              <a:gd name="connsiteY124" fmla="*/ 1317962 h 9456078"/>
              <a:gd name="connsiteX125" fmla="*/ 9023610 w 13158797"/>
              <a:gd name="connsiteY125" fmla="*/ 1287250 h 9456078"/>
              <a:gd name="connsiteX126" fmla="*/ 9062022 w 13158797"/>
              <a:gd name="connsiteY126" fmla="*/ 1256869 h 9456078"/>
              <a:gd name="connsiteX127" fmla="*/ 9100669 w 13158797"/>
              <a:gd name="connsiteY127" fmla="*/ 1226820 h 9456078"/>
              <a:gd name="connsiteX128" fmla="*/ 9139549 w 13158797"/>
              <a:gd name="connsiteY128" fmla="*/ 1197105 h 9456078"/>
              <a:gd name="connsiteX129" fmla="*/ 9178660 w 13158797"/>
              <a:gd name="connsiteY129" fmla="*/ 1167725 h 9456078"/>
              <a:gd name="connsiteX130" fmla="*/ 9217999 w 13158797"/>
              <a:gd name="connsiteY130" fmla="*/ 1138681 h 9456078"/>
              <a:gd name="connsiteX131" fmla="*/ 9257564 w 13158797"/>
              <a:gd name="connsiteY131" fmla="*/ 1109974 h 9456078"/>
              <a:gd name="connsiteX132" fmla="*/ 9297353 w 13158797"/>
              <a:gd name="connsiteY132" fmla="*/ 1081604 h 9456078"/>
              <a:gd name="connsiteX133" fmla="*/ 9337364 w 13158797"/>
              <a:gd name="connsiteY133" fmla="*/ 1053574 h 9456078"/>
              <a:gd name="connsiteX134" fmla="*/ 9377594 w 13158797"/>
              <a:gd name="connsiteY134" fmla="*/ 1025884 h 9456078"/>
              <a:gd name="connsiteX135" fmla="*/ 9418040 w 13158797"/>
              <a:gd name="connsiteY135" fmla="*/ 998536 h 9456078"/>
              <a:gd name="connsiteX136" fmla="*/ 9458702 w 13158797"/>
              <a:gd name="connsiteY136" fmla="*/ 971530 h 9456078"/>
              <a:gd name="connsiteX137" fmla="*/ 9499575 w 13158797"/>
              <a:gd name="connsiteY137" fmla="*/ 944868 h 9456078"/>
              <a:gd name="connsiteX138" fmla="*/ 9540659 w 13158797"/>
              <a:gd name="connsiteY138" fmla="*/ 918551 h 9456078"/>
              <a:gd name="connsiteX139" fmla="*/ 9581950 w 13158797"/>
              <a:gd name="connsiteY139" fmla="*/ 892580 h 9456078"/>
              <a:gd name="connsiteX140" fmla="*/ 9623447 w 13158797"/>
              <a:gd name="connsiteY140" fmla="*/ 866956 h 9456078"/>
              <a:gd name="connsiteX141" fmla="*/ 9665147 w 13158797"/>
              <a:gd name="connsiteY141" fmla="*/ 841681 h 9456078"/>
              <a:gd name="connsiteX142" fmla="*/ 9707048 w 13158797"/>
              <a:gd name="connsiteY142" fmla="*/ 816754 h 9456078"/>
              <a:gd name="connsiteX143" fmla="*/ 9749147 w 13158797"/>
              <a:gd name="connsiteY143" fmla="*/ 792179 h 9456078"/>
              <a:gd name="connsiteX144" fmla="*/ 9791443 w 13158797"/>
              <a:gd name="connsiteY144" fmla="*/ 767955 h 9456078"/>
              <a:gd name="connsiteX145" fmla="*/ 9833932 w 13158797"/>
              <a:gd name="connsiteY145" fmla="*/ 744083 h 9456078"/>
              <a:gd name="connsiteX146" fmla="*/ 9876613 w 13158797"/>
              <a:gd name="connsiteY146" fmla="*/ 720566 h 9456078"/>
              <a:gd name="connsiteX147" fmla="*/ 9919484 w 13158797"/>
              <a:gd name="connsiteY147" fmla="*/ 697404 h 9456078"/>
              <a:gd name="connsiteX148" fmla="*/ 9962542 w 13158797"/>
              <a:gd name="connsiteY148" fmla="*/ 674598 h 9456078"/>
              <a:gd name="connsiteX149" fmla="*/ 10005784 w 13158797"/>
              <a:gd name="connsiteY149" fmla="*/ 652149 h 9456078"/>
              <a:gd name="connsiteX150" fmla="*/ 10049209 w 13158797"/>
              <a:gd name="connsiteY150" fmla="*/ 630059 h 9456078"/>
              <a:gd name="connsiteX151" fmla="*/ 10092814 w 13158797"/>
              <a:gd name="connsiteY151" fmla="*/ 608328 h 9456078"/>
              <a:gd name="connsiteX152" fmla="*/ 10136597 w 13158797"/>
              <a:gd name="connsiteY152" fmla="*/ 586958 h 9456078"/>
              <a:gd name="connsiteX153" fmla="*/ 10180556 w 13158797"/>
              <a:gd name="connsiteY153" fmla="*/ 565950 h 9456078"/>
              <a:gd name="connsiteX154" fmla="*/ 10224688 w 13158797"/>
              <a:gd name="connsiteY154" fmla="*/ 545304 h 9456078"/>
              <a:gd name="connsiteX155" fmla="*/ 10268991 w 13158797"/>
              <a:gd name="connsiteY155" fmla="*/ 525023 h 9456078"/>
              <a:gd name="connsiteX156" fmla="*/ 10313463 w 13158797"/>
              <a:gd name="connsiteY156" fmla="*/ 505107 h 9456078"/>
              <a:gd name="connsiteX157" fmla="*/ 10358101 w 13158797"/>
              <a:gd name="connsiteY157" fmla="*/ 485558 h 9456078"/>
              <a:gd name="connsiteX158" fmla="*/ 10402903 w 13158797"/>
              <a:gd name="connsiteY158" fmla="*/ 466376 h 9456078"/>
              <a:gd name="connsiteX159" fmla="*/ 10447868 w 13158797"/>
              <a:gd name="connsiteY159" fmla="*/ 447563 h 9456078"/>
              <a:gd name="connsiteX160" fmla="*/ 10492991 w 13158797"/>
              <a:gd name="connsiteY160" fmla="*/ 429119 h 9456078"/>
              <a:gd name="connsiteX161" fmla="*/ 10538272 w 13158797"/>
              <a:gd name="connsiteY161" fmla="*/ 411046 h 9456078"/>
              <a:gd name="connsiteX162" fmla="*/ 10583708 w 13158797"/>
              <a:gd name="connsiteY162" fmla="*/ 393346 h 9456078"/>
              <a:gd name="connsiteX163" fmla="*/ 10629297 w 13158797"/>
              <a:gd name="connsiteY163" fmla="*/ 376018 h 9456078"/>
              <a:gd name="connsiteX164" fmla="*/ 10675036 w 13158797"/>
              <a:gd name="connsiteY164" fmla="*/ 359065 h 9456078"/>
              <a:gd name="connsiteX165" fmla="*/ 10720923 w 13158797"/>
              <a:gd name="connsiteY165" fmla="*/ 342487 h 9456078"/>
              <a:gd name="connsiteX166" fmla="*/ 10766956 w 13158797"/>
              <a:gd name="connsiteY166" fmla="*/ 326286 h 9456078"/>
              <a:gd name="connsiteX167" fmla="*/ 10813132 w 13158797"/>
              <a:gd name="connsiteY167" fmla="*/ 310462 h 9456078"/>
              <a:gd name="connsiteX168" fmla="*/ 10859450 w 13158797"/>
              <a:gd name="connsiteY168" fmla="*/ 295018 h 9456078"/>
              <a:gd name="connsiteX169" fmla="*/ 10905907 w 13158797"/>
              <a:gd name="connsiteY169" fmla="*/ 279953 h 9456078"/>
              <a:gd name="connsiteX170" fmla="*/ 10952500 w 13158797"/>
              <a:gd name="connsiteY170" fmla="*/ 265269 h 9456078"/>
              <a:gd name="connsiteX171" fmla="*/ 10999227 w 13158797"/>
              <a:gd name="connsiteY171" fmla="*/ 250968 h 9456078"/>
              <a:gd name="connsiteX172" fmla="*/ 11046087 w 13158797"/>
              <a:gd name="connsiteY172" fmla="*/ 237049 h 9456078"/>
              <a:gd name="connsiteX173" fmla="*/ 11093076 w 13158797"/>
              <a:gd name="connsiteY173" fmla="*/ 223516 h 9456078"/>
              <a:gd name="connsiteX174" fmla="*/ 11140193 w 13158797"/>
              <a:gd name="connsiteY174" fmla="*/ 210368 h 9456078"/>
              <a:gd name="connsiteX175" fmla="*/ 11187434 w 13158797"/>
              <a:gd name="connsiteY175" fmla="*/ 197606 h 9456078"/>
              <a:gd name="connsiteX176" fmla="*/ 11234799 w 13158797"/>
              <a:gd name="connsiteY176" fmla="*/ 185233 h 9456078"/>
              <a:gd name="connsiteX177" fmla="*/ 11282284 w 13158797"/>
              <a:gd name="connsiteY177" fmla="*/ 173248 h 9456078"/>
              <a:gd name="connsiteX178" fmla="*/ 11329888 w 13158797"/>
              <a:gd name="connsiteY178" fmla="*/ 161654 h 9456078"/>
              <a:gd name="connsiteX179" fmla="*/ 11377607 w 13158797"/>
              <a:gd name="connsiteY179" fmla="*/ 150451 h 9456078"/>
              <a:gd name="connsiteX180" fmla="*/ 11425440 w 13158797"/>
              <a:gd name="connsiteY180" fmla="*/ 139640 h 9456078"/>
              <a:gd name="connsiteX181" fmla="*/ 11473385 w 13158797"/>
              <a:gd name="connsiteY181" fmla="*/ 129223 h 9456078"/>
              <a:gd name="connsiteX182" fmla="*/ 11521439 w 13158797"/>
              <a:gd name="connsiteY182" fmla="*/ 119201 h 9456078"/>
              <a:gd name="connsiteX183" fmla="*/ 11569599 w 13158797"/>
              <a:gd name="connsiteY183" fmla="*/ 109574 h 9456078"/>
              <a:gd name="connsiteX184" fmla="*/ 11617864 w 13158797"/>
              <a:gd name="connsiteY184" fmla="*/ 100344 h 9456078"/>
              <a:gd name="connsiteX185" fmla="*/ 11666231 w 13158797"/>
              <a:gd name="connsiteY185" fmla="*/ 91512 h 9456078"/>
              <a:gd name="connsiteX186" fmla="*/ 11714698 w 13158797"/>
              <a:gd name="connsiteY186" fmla="*/ 83080 h 9456078"/>
              <a:gd name="connsiteX187" fmla="*/ 11763263 w 13158797"/>
              <a:gd name="connsiteY187" fmla="*/ 75047 h 9456078"/>
              <a:gd name="connsiteX188" fmla="*/ 11811923 w 13158797"/>
              <a:gd name="connsiteY188" fmla="*/ 67417 h 9456078"/>
              <a:gd name="connsiteX189" fmla="*/ 11860676 w 13158797"/>
              <a:gd name="connsiteY189" fmla="*/ 60188 h 9456078"/>
              <a:gd name="connsiteX190" fmla="*/ 11909519 w 13158797"/>
              <a:gd name="connsiteY190" fmla="*/ 53364 h 9456078"/>
              <a:gd name="connsiteX191" fmla="*/ 11958451 w 13158797"/>
              <a:gd name="connsiteY191" fmla="*/ 46944 h 9456078"/>
              <a:gd name="connsiteX192" fmla="*/ 12007470 w 13158797"/>
              <a:gd name="connsiteY192" fmla="*/ 40931 h 9456078"/>
              <a:gd name="connsiteX193" fmla="*/ 12056572 w 13158797"/>
              <a:gd name="connsiteY193" fmla="*/ 35324 h 9456078"/>
              <a:gd name="connsiteX194" fmla="*/ 12105756 w 13158797"/>
              <a:gd name="connsiteY194" fmla="*/ 30126 h 9456078"/>
              <a:gd name="connsiteX195" fmla="*/ 12155019 w 13158797"/>
              <a:gd name="connsiteY195" fmla="*/ 25337 h 9456078"/>
              <a:gd name="connsiteX196" fmla="*/ 12204359 w 13158797"/>
              <a:gd name="connsiteY196" fmla="*/ 20958 h 9456078"/>
              <a:gd name="connsiteX197" fmla="*/ 12253773 w 13158797"/>
              <a:gd name="connsiteY197" fmla="*/ 16991 h 9456078"/>
              <a:gd name="connsiteX198" fmla="*/ 12303260 w 13158797"/>
              <a:gd name="connsiteY198" fmla="*/ 13437 h 9456078"/>
              <a:gd name="connsiteX199" fmla="*/ 12352818 w 13158797"/>
              <a:gd name="connsiteY199" fmla="*/ 10297 h 9456078"/>
              <a:gd name="connsiteX200" fmla="*/ 12402443 w 13158797"/>
              <a:gd name="connsiteY200" fmla="*/ 7572 h 9456078"/>
              <a:gd name="connsiteX201" fmla="*/ 12452133 w 13158797"/>
              <a:gd name="connsiteY201" fmla="*/ 5263 h 9456078"/>
              <a:gd name="connsiteX202" fmla="*/ 12501887 w 13158797"/>
              <a:gd name="connsiteY202" fmla="*/ 3371 h 9456078"/>
              <a:gd name="connsiteX203" fmla="*/ 12551701 w 13158797"/>
              <a:gd name="connsiteY203" fmla="*/ 1898 h 9456078"/>
              <a:gd name="connsiteX204" fmla="*/ 12601574 w 13158797"/>
              <a:gd name="connsiteY204" fmla="*/ 844 h 9456078"/>
              <a:gd name="connsiteX205" fmla="*/ 12651504 w 13158797"/>
              <a:gd name="connsiteY205" fmla="*/ 211 h 9456078"/>
              <a:gd name="connsiteX206" fmla="*/ 12701487 w 13158797"/>
              <a:gd name="connsiteY206" fmla="*/ 0 h 9456078"/>
              <a:gd name="connsiteX207" fmla="*/ 13158798 w 13158797"/>
              <a:gd name="connsiteY207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98870 w 13158799"/>
              <a:gd name="connsiteY5" fmla="*/ 9447409 h 9456078"/>
              <a:gd name="connsiteX6" fmla="*/ 348429 w 13158799"/>
              <a:gd name="connsiteY6" fmla="*/ 9444290 h 9456078"/>
              <a:gd name="connsiteX7" fmla="*/ 397907 w 13158799"/>
              <a:gd name="connsiteY7" fmla="*/ 9440698 h 9456078"/>
              <a:gd name="connsiteX8" fmla="*/ 447302 w 13158799"/>
              <a:gd name="connsiteY8" fmla="*/ 9436632 h 9456078"/>
              <a:gd name="connsiteX9" fmla="*/ 496610 w 13158799"/>
              <a:gd name="connsiteY9" fmla="*/ 9432096 h 9456078"/>
              <a:gd name="connsiteX10" fmla="*/ 545829 w 13158799"/>
              <a:gd name="connsiteY10" fmla="*/ 9427089 h 9456078"/>
              <a:gd name="connsiteX11" fmla="*/ 594956 w 13158799"/>
              <a:gd name="connsiteY11" fmla="*/ 9421615 h 9456078"/>
              <a:gd name="connsiteX12" fmla="*/ 643987 w 13158799"/>
              <a:gd name="connsiteY12" fmla="*/ 9415673 h 9456078"/>
              <a:gd name="connsiteX13" fmla="*/ 692920 w 13158799"/>
              <a:gd name="connsiteY13" fmla="*/ 9409267 h 9456078"/>
              <a:gd name="connsiteX14" fmla="*/ 741751 w 13158799"/>
              <a:gd name="connsiteY14" fmla="*/ 9402396 h 9456078"/>
              <a:gd name="connsiteX15" fmla="*/ 790478 w 13158799"/>
              <a:gd name="connsiteY15" fmla="*/ 9395063 h 9456078"/>
              <a:gd name="connsiteX16" fmla="*/ 839098 w 13158799"/>
              <a:gd name="connsiteY16" fmla="*/ 9387270 h 9456078"/>
              <a:gd name="connsiteX17" fmla="*/ 887607 w 13158799"/>
              <a:gd name="connsiteY17" fmla="*/ 9379017 h 9456078"/>
              <a:gd name="connsiteX18" fmla="*/ 936002 w 13158799"/>
              <a:gd name="connsiteY18" fmla="*/ 9370306 h 9456078"/>
              <a:gd name="connsiteX19" fmla="*/ 984281 w 13158799"/>
              <a:gd name="connsiteY19" fmla="*/ 9361139 h 9456078"/>
              <a:gd name="connsiteX20" fmla="*/ 1032440 w 13158799"/>
              <a:gd name="connsiteY20" fmla="*/ 9351517 h 9456078"/>
              <a:gd name="connsiteX21" fmla="*/ 1080477 w 13158799"/>
              <a:gd name="connsiteY21" fmla="*/ 9341441 h 9456078"/>
              <a:gd name="connsiteX22" fmla="*/ 1176172 w 13158799"/>
              <a:gd name="connsiteY22" fmla="*/ 9319936 h 9456078"/>
              <a:gd name="connsiteX23" fmla="*/ 1223823 w 13158799"/>
              <a:gd name="connsiteY23" fmla="*/ 9308509 h 9456078"/>
              <a:gd name="connsiteX24" fmla="*/ 1271339 w 13158799"/>
              <a:gd name="connsiteY24" fmla="*/ 9296635 h 9456078"/>
              <a:gd name="connsiteX25" fmla="*/ 1318719 w 13158799"/>
              <a:gd name="connsiteY25" fmla="*/ 9284315 h 9456078"/>
              <a:gd name="connsiteX26" fmla="*/ 1365957 w 13158799"/>
              <a:gd name="connsiteY26" fmla="*/ 9271550 h 9456078"/>
              <a:gd name="connsiteX27" fmla="*/ 1413052 w 13158799"/>
              <a:gd name="connsiteY27" fmla="*/ 9258342 h 9456078"/>
              <a:gd name="connsiteX28" fmla="*/ 1460000 w 13158799"/>
              <a:gd name="connsiteY28" fmla="*/ 9244693 h 9456078"/>
              <a:gd name="connsiteX29" fmla="*/ 1506799 w 13158799"/>
              <a:gd name="connsiteY29" fmla="*/ 9230604 h 9456078"/>
              <a:gd name="connsiteX30" fmla="*/ 1553445 w 13158799"/>
              <a:gd name="connsiteY30" fmla="*/ 9216076 h 9456078"/>
              <a:gd name="connsiteX31" fmla="*/ 1599935 w 13158799"/>
              <a:gd name="connsiteY31" fmla="*/ 9201111 h 9456078"/>
              <a:gd name="connsiteX32" fmla="*/ 1646267 w 13158799"/>
              <a:gd name="connsiteY32" fmla="*/ 9185710 h 9456078"/>
              <a:gd name="connsiteX33" fmla="*/ 1692437 w 13158799"/>
              <a:gd name="connsiteY33" fmla="*/ 9169876 h 9456078"/>
              <a:gd name="connsiteX34" fmla="*/ 1738442 w 13158799"/>
              <a:gd name="connsiteY34" fmla="*/ 9153608 h 9456078"/>
              <a:gd name="connsiteX35" fmla="*/ 1784280 w 13158799"/>
              <a:gd name="connsiteY35" fmla="*/ 9136910 h 9456078"/>
              <a:gd name="connsiteX36" fmla="*/ 1829947 w 13158799"/>
              <a:gd name="connsiteY36" fmla="*/ 9119782 h 9456078"/>
              <a:gd name="connsiteX37" fmla="*/ 1875440 w 13158799"/>
              <a:gd name="connsiteY37" fmla="*/ 9102226 h 9456078"/>
              <a:gd name="connsiteX38" fmla="*/ 1920756 w 13158799"/>
              <a:gd name="connsiteY38" fmla="*/ 9084243 h 9456078"/>
              <a:gd name="connsiteX39" fmla="*/ 1965893 w 13158799"/>
              <a:gd name="connsiteY39" fmla="*/ 9065835 h 9456078"/>
              <a:gd name="connsiteX40" fmla="*/ 2010847 w 13158799"/>
              <a:gd name="connsiteY40" fmla="*/ 9047004 h 9456078"/>
              <a:gd name="connsiteX41" fmla="*/ 2055615 w 13158799"/>
              <a:gd name="connsiteY41" fmla="*/ 9027750 h 9456078"/>
              <a:gd name="connsiteX42" fmla="*/ 2100195 w 13158799"/>
              <a:gd name="connsiteY42" fmla="*/ 9008075 h 9456078"/>
              <a:gd name="connsiteX43" fmla="*/ 2144582 w 13158799"/>
              <a:gd name="connsiteY43" fmla="*/ 8987981 h 9456078"/>
              <a:gd name="connsiteX44" fmla="*/ 2188775 w 13158799"/>
              <a:gd name="connsiteY44" fmla="*/ 8967470 h 9456078"/>
              <a:gd name="connsiteX45" fmla="*/ 2232770 w 13158799"/>
              <a:gd name="connsiteY45" fmla="*/ 8946542 h 9456078"/>
              <a:gd name="connsiteX46" fmla="*/ 2276564 w 13158799"/>
              <a:gd name="connsiteY46" fmla="*/ 8925199 h 9456078"/>
              <a:gd name="connsiteX47" fmla="*/ 2320154 w 13158799"/>
              <a:gd name="connsiteY47" fmla="*/ 8903443 h 9456078"/>
              <a:gd name="connsiteX48" fmla="*/ 2363538 w 13158799"/>
              <a:gd name="connsiteY48" fmla="*/ 8881275 h 9456078"/>
              <a:gd name="connsiteX49" fmla="*/ 2406711 w 13158799"/>
              <a:gd name="connsiteY49" fmla="*/ 8858697 h 9456078"/>
              <a:gd name="connsiteX50" fmla="*/ 2449672 w 13158799"/>
              <a:gd name="connsiteY50" fmla="*/ 8835710 h 9456078"/>
              <a:gd name="connsiteX51" fmla="*/ 2492417 w 13158799"/>
              <a:gd name="connsiteY51" fmla="*/ 8812316 h 9456078"/>
              <a:gd name="connsiteX52" fmla="*/ 2534943 w 13158799"/>
              <a:gd name="connsiteY52" fmla="*/ 8788516 h 9456078"/>
              <a:gd name="connsiteX53" fmla="*/ 2577247 w 13158799"/>
              <a:gd name="connsiteY53" fmla="*/ 8764311 h 9456078"/>
              <a:gd name="connsiteX54" fmla="*/ 2619326 w 13158799"/>
              <a:gd name="connsiteY54" fmla="*/ 8739704 h 9456078"/>
              <a:gd name="connsiteX55" fmla="*/ 2661177 w 13158799"/>
              <a:gd name="connsiteY55" fmla="*/ 8714695 h 9456078"/>
              <a:gd name="connsiteX56" fmla="*/ 2702797 w 13158799"/>
              <a:gd name="connsiteY56" fmla="*/ 8689286 h 9456078"/>
              <a:gd name="connsiteX57" fmla="*/ 2744183 w 13158799"/>
              <a:gd name="connsiteY57" fmla="*/ 8663479 h 9456078"/>
              <a:gd name="connsiteX58" fmla="*/ 2785333 w 13158799"/>
              <a:gd name="connsiteY58" fmla="*/ 8637274 h 9456078"/>
              <a:gd name="connsiteX59" fmla="*/ 2826242 w 13158799"/>
              <a:gd name="connsiteY59" fmla="*/ 8610675 h 9456078"/>
              <a:gd name="connsiteX60" fmla="*/ 2866908 w 13158799"/>
              <a:gd name="connsiteY60" fmla="*/ 8583681 h 9456078"/>
              <a:gd name="connsiteX61" fmla="*/ 2907329 w 13158799"/>
              <a:gd name="connsiteY61" fmla="*/ 8556295 h 9456078"/>
              <a:gd name="connsiteX62" fmla="*/ 2947500 w 13158799"/>
              <a:gd name="connsiteY62" fmla="*/ 8528517 h 9456078"/>
              <a:gd name="connsiteX63" fmla="*/ 2987419 w 13158799"/>
              <a:gd name="connsiteY63" fmla="*/ 8500351 h 9456078"/>
              <a:gd name="connsiteX64" fmla="*/ 3027083 w 13158799"/>
              <a:gd name="connsiteY64" fmla="*/ 8471796 h 9456078"/>
              <a:gd name="connsiteX65" fmla="*/ 3066489 w 13158799"/>
              <a:gd name="connsiteY65" fmla="*/ 8442854 h 9456078"/>
              <a:gd name="connsiteX66" fmla="*/ 3105634 w 13158799"/>
              <a:gd name="connsiteY66" fmla="*/ 8413528 h 9456078"/>
              <a:gd name="connsiteX67" fmla="*/ 3144515 w 13158799"/>
              <a:gd name="connsiteY67" fmla="*/ 8383818 h 9456078"/>
              <a:gd name="connsiteX68" fmla="*/ 3183129 w 13158799"/>
              <a:gd name="connsiteY68" fmla="*/ 8353726 h 9456078"/>
              <a:gd name="connsiteX69" fmla="*/ 3221473 w 13158799"/>
              <a:gd name="connsiteY69" fmla="*/ 8323253 h 9456078"/>
              <a:gd name="connsiteX70" fmla="*/ 3259544 w 13158799"/>
              <a:gd name="connsiteY70" fmla="*/ 8292401 h 9456078"/>
              <a:gd name="connsiteX71" fmla="*/ 3297339 w 13158799"/>
              <a:gd name="connsiteY71" fmla="*/ 8261172 h 9456078"/>
              <a:gd name="connsiteX72" fmla="*/ 3334854 w 13158799"/>
              <a:gd name="connsiteY72" fmla="*/ 8229566 h 9456078"/>
              <a:gd name="connsiteX73" fmla="*/ 3372087 w 13158799"/>
              <a:gd name="connsiteY73" fmla="*/ 8197585 h 9456078"/>
              <a:gd name="connsiteX74" fmla="*/ 3409035 w 13158799"/>
              <a:gd name="connsiteY74" fmla="*/ 8165232 h 9456078"/>
              <a:gd name="connsiteX75" fmla="*/ 3445695 w 13158799"/>
              <a:gd name="connsiteY75" fmla="*/ 8132507 h 9456078"/>
              <a:gd name="connsiteX76" fmla="*/ 3482064 w 13158799"/>
              <a:gd name="connsiteY76" fmla="*/ 8099411 h 9456078"/>
              <a:gd name="connsiteX77" fmla="*/ 3518139 w 13158799"/>
              <a:gd name="connsiteY77" fmla="*/ 8065947 h 9456078"/>
              <a:gd name="connsiteX78" fmla="*/ 3553916 w 13158799"/>
              <a:gd name="connsiteY78" fmla="*/ 8032115 h 9456078"/>
              <a:gd name="connsiteX79" fmla="*/ 3589393 w 13158799"/>
              <a:gd name="connsiteY79" fmla="*/ 7997918 h 9456078"/>
              <a:gd name="connsiteX80" fmla="*/ 3624567 w 13158799"/>
              <a:gd name="connsiteY80" fmla="*/ 7963356 h 9456078"/>
              <a:gd name="connsiteX81" fmla="*/ 3659435 w 13158799"/>
              <a:gd name="connsiteY81" fmla="*/ 7928432 h 9456078"/>
              <a:gd name="connsiteX82" fmla="*/ 3693994 w 13158799"/>
              <a:gd name="connsiteY82" fmla="*/ 7893146 h 9456078"/>
              <a:gd name="connsiteX83" fmla="*/ 3728240 w 13158799"/>
              <a:gd name="connsiteY83" fmla="*/ 7857501 h 9456078"/>
              <a:gd name="connsiteX84" fmla="*/ 3762171 w 13158799"/>
              <a:gd name="connsiteY84" fmla="*/ 7821497 h 9456078"/>
              <a:gd name="connsiteX85" fmla="*/ 3795783 w 13158799"/>
              <a:gd name="connsiteY85" fmla="*/ 7785136 h 9456078"/>
              <a:gd name="connsiteX86" fmla="*/ 3829075 w 13158799"/>
              <a:gd name="connsiteY86" fmla="*/ 7748420 h 9456078"/>
              <a:gd name="connsiteX87" fmla="*/ 3862042 w 13158799"/>
              <a:gd name="connsiteY87" fmla="*/ 7711350 h 9456078"/>
              <a:gd name="connsiteX88" fmla="*/ 3894682 w 13158799"/>
              <a:gd name="connsiteY88" fmla="*/ 7673928 h 9456078"/>
              <a:gd name="connsiteX89" fmla="*/ 3926991 w 13158799"/>
              <a:gd name="connsiteY89" fmla="*/ 7636155 h 9456078"/>
              <a:gd name="connsiteX90" fmla="*/ 3958967 w 13158799"/>
              <a:gd name="connsiteY90" fmla="*/ 7598032 h 9456078"/>
              <a:gd name="connsiteX91" fmla="*/ 3990607 w 13158799"/>
              <a:gd name="connsiteY91" fmla="*/ 7559561 h 9456078"/>
              <a:gd name="connsiteX92" fmla="*/ 4021907 w 13158799"/>
              <a:gd name="connsiteY92" fmla="*/ 7520744 h 9456078"/>
              <a:gd name="connsiteX93" fmla="*/ 4052865 w 13158799"/>
              <a:gd name="connsiteY93" fmla="*/ 7481582 h 9456078"/>
              <a:gd name="connsiteX94" fmla="*/ 4083478 w 13158799"/>
              <a:gd name="connsiteY94" fmla="*/ 7442077 h 9456078"/>
              <a:gd name="connsiteX95" fmla="*/ 8022311 w 13158799"/>
              <a:gd name="connsiteY95" fmla="*/ 2307814 h 9456078"/>
              <a:gd name="connsiteX96" fmla="*/ 8052902 w 13158799"/>
              <a:gd name="connsiteY96" fmla="*/ 2268285 h 9456078"/>
              <a:gd name="connsiteX97" fmla="*/ 8083796 w 13158799"/>
              <a:gd name="connsiteY97" fmla="*/ 2229056 h 9456078"/>
              <a:gd name="connsiteX98" fmla="*/ 8114989 w 13158799"/>
              <a:gd name="connsiteY98" fmla="*/ 2190127 h 9456078"/>
              <a:gd name="connsiteX99" fmla="*/ 8146479 w 13158799"/>
              <a:gd name="connsiteY99" fmla="*/ 2151500 h 9456078"/>
              <a:gd name="connsiteX100" fmla="*/ 8178264 w 13158799"/>
              <a:gd name="connsiteY100" fmla="*/ 2113176 h 9456078"/>
              <a:gd name="connsiteX101" fmla="*/ 8210341 w 13158799"/>
              <a:gd name="connsiteY101" fmla="*/ 2075157 h 9456078"/>
              <a:gd name="connsiteX102" fmla="*/ 8242709 w 13158799"/>
              <a:gd name="connsiteY102" fmla="*/ 2037442 h 9456078"/>
              <a:gd name="connsiteX103" fmla="*/ 8275365 w 13158799"/>
              <a:gd name="connsiteY103" fmla="*/ 2000034 h 9456078"/>
              <a:gd name="connsiteX104" fmla="*/ 8308307 w 13158799"/>
              <a:gd name="connsiteY104" fmla="*/ 1962934 h 9456078"/>
              <a:gd name="connsiteX105" fmla="*/ 8341532 w 13158799"/>
              <a:gd name="connsiteY105" fmla="*/ 1926142 h 9456078"/>
              <a:gd name="connsiteX106" fmla="*/ 8375038 w 13158799"/>
              <a:gd name="connsiteY106" fmla="*/ 1889660 h 9456078"/>
              <a:gd name="connsiteX107" fmla="*/ 8408823 w 13158799"/>
              <a:gd name="connsiteY107" fmla="*/ 1853489 h 9456078"/>
              <a:gd name="connsiteX108" fmla="*/ 8442885 w 13158799"/>
              <a:gd name="connsiteY108" fmla="*/ 1817630 h 9456078"/>
              <a:gd name="connsiteX109" fmla="*/ 8477221 w 13158799"/>
              <a:gd name="connsiteY109" fmla="*/ 1782084 h 9456078"/>
              <a:gd name="connsiteX110" fmla="*/ 8511829 w 13158799"/>
              <a:gd name="connsiteY110" fmla="*/ 1746853 h 9456078"/>
              <a:gd name="connsiteX111" fmla="*/ 8546706 w 13158799"/>
              <a:gd name="connsiteY111" fmla="*/ 1711937 h 9456078"/>
              <a:gd name="connsiteX112" fmla="*/ 8581851 w 13158799"/>
              <a:gd name="connsiteY112" fmla="*/ 1677337 h 9456078"/>
              <a:gd name="connsiteX113" fmla="*/ 8617261 w 13158799"/>
              <a:gd name="connsiteY113" fmla="*/ 1643056 h 9456078"/>
              <a:gd name="connsiteX114" fmla="*/ 8652934 w 13158799"/>
              <a:gd name="connsiteY114" fmla="*/ 1609093 h 9456078"/>
              <a:gd name="connsiteX115" fmla="*/ 8688867 w 13158799"/>
              <a:gd name="connsiteY115" fmla="*/ 1575450 h 9456078"/>
              <a:gd name="connsiteX116" fmla="*/ 8725058 w 13158799"/>
              <a:gd name="connsiteY116" fmla="*/ 1542128 h 9456078"/>
              <a:gd name="connsiteX117" fmla="*/ 8761506 w 13158799"/>
              <a:gd name="connsiteY117" fmla="*/ 1509129 h 9456078"/>
              <a:gd name="connsiteX118" fmla="*/ 8798207 w 13158799"/>
              <a:gd name="connsiteY118" fmla="*/ 1476452 h 9456078"/>
              <a:gd name="connsiteX119" fmla="*/ 8835159 w 13158799"/>
              <a:gd name="connsiteY119" fmla="*/ 1444101 h 9456078"/>
              <a:gd name="connsiteX120" fmla="*/ 8872360 w 13158799"/>
              <a:gd name="connsiteY120" fmla="*/ 1412075 h 9456078"/>
              <a:gd name="connsiteX121" fmla="*/ 8909808 w 13158799"/>
              <a:gd name="connsiteY121" fmla="*/ 1380375 h 9456078"/>
              <a:gd name="connsiteX122" fmla="*/ 8947501 w 13158799"/>
              <a:gd name="connsiteY122" fmla="*/ 1349004 h 9456078"/>
              <a:gd name="connsiteX123" fmla="*/ 8985435 w 13158799"/>
              <a:gd name="connsiteY123" fmla="*/ 1317962 h 9456078"/>
              <a:gd name="connsiteX124" fmla="*/ 9023610 w 13158799"/>
              <a:gd name="connsiteY124" fmla="*/ 1287250 h 9456078"/>
              <a:gd name="connsiteX125" fmla="*/ 9062022 w 13158799"/>
              <a:gd name="connsiteY125" fmla="*/ 1256869 h 9456078"/>
              <a:gd name="connsiteX126" fmla="*/ 9100669 w 13158799"/>
              <a:gd name="connsiteY126" fmla="*/ 1226820 h 9456078"/>
              <a:gd name="connsiteX127" fmla="*/ 9139549 w 13158799"/>
              <a:gd name="connsiteY127" fmla="*/ 1197105 h 9456078"/>
              <a:gd name="connsiteX128" fmla="*/ 9178660 w 13158799"/>
              <a:gd name="connsiteY128" fmla="*/ 1167725 h 9456078"/>
              <a:gd name="connsiteX129" fmla="*/ 9217999 w 13158799"/>
              <a:gd name="connsiteY129" fmla="*/ 1138681 h 9456078"/>
              <a:gd name="connsiteX130" fmla="*/ 9257564 w 13158799"/>
              <a:gd name="connsiteY130" fmla="*/ 1109974 h 9456078"/>
              <a:gd name="connsiteX131" fmla="*/ 9297353 w 13158799"/>
              <a:gd name="connsiteY131" fmla="*/ 1081604 h 9456078"/>
              <a:gd name="connsiteX132" fmla="*/ 9337364 w 13158799"/>
              <a:gd name="connsiteY132" fmla="*/ 1053574 h 9456078"/>
              <a:gd name="connsiteX133" fmla="*/ 9377594 w 13158799"/>
              <a:gd name="connsiteY133" fmla="*/ 1025884 h 9456078"/>
              <a:gd name="connsiteX134" fmla="*/ 9418040 w 13158799"/>
              <a:gd name="connsiteY134" fmla="*/ 998536 h 9456078"/>
              <a:gd name="connsiteX135" fmla="*/ 9458702 w 13158799"/>
              <a:gd name="connsiteY135" fmla="*/ 971530 h 9456078"/>
              <a:gd name="connsiteX136" fmla="*/ 9499575 w 13158799"/>
              <a:gd name="connsiteY136" fmla="*/ 944868 h 9456078"/>
              <a:gd name="connsiteX137" fmla="*/ 9540659 w 13158799"/>
              <a:gd name="connsiteY137" fmla="*/ 918551 h 9456078"/>
              <a:gd name="connsiteX138" fmla="*/ 9581950 w 13158799"/>
              <a:gd name="connsiteY138" fmla="*/ 892580 h 9456078"/>
              <a:gd name="connsiteX139" fmla="*/ 9623447 w 13158799"/>
              <a:gd name="connsiteY139" fmla="*/ 866956 h 9456078"/>
              <a:gd name="connsiteX140" fmla="*/ 9665147 w 13158799"/>
              <a:gd name="connsiteY140" fmla="*/ 841681 h 9456078"/>
              <a:gd name="connsiteX141" fmla="*/ 9707048 w 13158799"/>
              <a:gd name="connsiteY141" fmla="*/ 816754 h 9456078"/>
              <a:gd name="connsiteX142" fmla="*/ 9749147 w 13158799"/>
              <a:gd name="connsiteY142" fmla="*/ 792179 h 9456078"/>
              <a:gd name="connsiteX143" fmla="*/ 9791443 w 13158799"/>
              <a:gd name="connsiteY143" fmla="*/ 767955 h 9456078"/>
              <a:gd name="connsiteX144" fmla="*/ 9833932 w 13158799"/>
              <a:gd name="connsiteY144" fmla="*/ 744083 h 9456078"/>
              <a:gd name="connsiteX145" fmla="*/ 9876613 w 13158799"/>
              <a:gd name="connsiteY145" fmla="*/ 720566 h 9456078"/>
              <a:gd name="connsiteX146" fmla="*/ 9919484 w 13158799"/>
              <a:gd name="connsiteY146" fmla="*/ 697404 h 9456078"/>
              <a:gd name="connsiteX147" fmla="*/ 9962542 w 13158799"/>
              <a:gd name="connsiteY147" fmla="*/ 674598 h 9456078"/>
              <a:gd name="connsiteX148" fmla="*/ 10005784 w 13158799"/>
              <a:gd name="connsiteY148" fmla="*/ 652149 h 9456078"/>
              <a:gd name="connsiteX149" fmla="*/ 10049209 w 13158799"/>
              <a:gd name="connsiteY149" fmla="*/ 630059 h 9456078"/>
              <a:gd name="connsiteX150" fmla="*/ 10092814 w 13158799"/>
              <a:gd name="connsiteY150" fmla="*/ 608328 h 9456078"/>
              <a:gd name="connsiteX151" fmla="*/ 10136597 w 13158799"/>
              <a:gd name="connsiteY151" fmla="*/ 586958 h 9456078"/>
              <a:gd name="connsiteX152" fmla="*/ 10180556 w 13158799"/>
              <a:gd name="connsiteY152" fmla="*/ 565950 h 9456078"/>
              <a:gd name="connsiteX153" fmla="*/ 10224688 w 13158799"/>
              <a:gd name="connsiteY153" fmla="*/ 545304 h 9456078"/>
              <a:gd name="connsiteX154" fmla="*/ 10268991 w 13158799"/>
              <a:gd name="connsiteY154" fmla="*/ 525023 h 9456078"/>
              <a:gd name="connsiteX155" fmla="*/ 10313463 w 13158799"/>
              <a:gd name="connsiteY155" fmla="*/ 505107 h 9456078"/>
              <a:gd name="connsiteX156" fmla="*/ 10358101 w 13158799"/>
              <a:gd name="connsiteY156" fmla="*/ 485558 h 9456078"/>
              <a:gd name="connsiteX157" fmla="*/ 10402903 w 13158799"/>
              <a:gd name="connsiteY157" fmla="*/ 466376 h 9456078"/>
              <a:gd name="connsiteX158" fmla="*/ 10447868 w 13158799"/>
              <a:gd name="connsiteY158" fmla="*/ 447563 h 9456078"/>
              <a:gd name="connsiteX159" fmla="*/ 10492991 w 13158799"/>
              <a:gd name="connsiteY159" fmla="*/ 429119 h 9456078"/>
              <a:gd name="connsiteX160" fmla="*/ 10538272 w 13158799"/>
              <a:gd name="connsiteY160" fmla="*/ 411046 h 9456078"/>
              <a:gd name="connsiteX161" fmla="*/ 10583708 w 13158799"/>
              <a:gd name="connsiteY161" fmla="*/ 393346 h 9456078"/>
              <a:gd name="connsiteX162" fmla="*/ 10629297 w 13158799"/>
              <a:gd name="connsiteY162" fmla="*/ 376018 h 9456078"/>
              <a:gd name="connsiteX163" fmla="*/ 10675036 w 13158799"/>
              <a:gd name="connsiteY163" fmla="*/ 359065 h 9456078"/>
              <a:gd name="connsiteX164" fmla="*/ 10720923 w 13158799"/>
              <a:gd name="connsiteY164" fmla="*/ 342487 h 9456078"/>
              <a:gd name="connsiteX165" fmla="*/ 10766956 w 13158799"/>
              <a:gd name="connsiteY165" fmla="*/ 326286 h 9456078"/>
              <a:gd name="connsiteX166" fmla="*/ 10813132 w 13158799"/>
              <a:gd name="connsiteY166" fmla="*/ 310462 h 9456078"/>
              <a:gd name="connsiteX167" fmla="*/ 10859450 w 13158799"/>
              <a:gd name="connsiteY167" fmla="*/ 295018 h 9456078"/>
              <a:gd name="connsiteX168" fmla="*/ 10905907 w 13158799"/>
              <a:gd name="connsiteY168" fmla="*/ 279953 h 9456078"/>
              <a:gd name="connsiteX169" fmla="*/ 10952500 w 13158799"/>
              <a:gd name="connsiteY169" fmla="*/ 265269 h 9456078"/>
              <a:gd name="connsiteX170" fmla="*/ 10999227 w 13158799"/>
              <a:gd name="connsiteY170" fmla="*/ 250968 h 9456078"/>
              <a:gd name="connsiteX171" fmla="*/ 11046087 w 13158799"/>
              <a:gd name="connsiteY171" fmla="*/ 237049 h 9456078"/>
              <a:gd name="connsiteX172" fmla="*/ 11093076 w 13158799"/>
              <a:gd name="connsiteY172" fmla="*/ 223516 h 9456078"/>
              <a:gd name="connsiteX173" fmla="*/ 11140193 w 13158799"/>
              <a:gd name="connsiteY173" fmla="*/ 210368 h 9456078"/>
              <a:gd name="connsiteX174" fmla="*/ 11187434 w 13158799"/>
              <a:gd name="connsiteY174" fmla="*/ 197606 h 9456078"/>
              <a:gd name="connsiteX175" fmla="*/ 11234799 w 13158799"/>
              <a:gd name="connsiteY175" fmla="*/ 185233 h 9456078"/>
              <a:gd name="connsiteX176" fmla="*/ 11282284 w 13158799"/>
              <a:gd name="connsiteY176" fmla="*/ 173248 h 9456078"/>
              <a:gd name="connsiteX177" fmla="*/ 11329888 w 13158799"/>
              <a:gd name="connsiteY177" fmla="*/ 161654 h 9456078"/>
              <a:gd name="connsiteX178" fmla="*/ 11377607 w 13158799"/>
              <a:gd name="connsiteY178" fmla="*/ 150451 h 9456078"/>
              <a:gd name="connsiteX179" fmla="*/ 11425440 w 13158799"/>
              <a:gd name="connsiteY179" fmla="*/ 139640 h 9456078"/>
              <a:gd name="connsiteX180" fmla="*/ 11473385 w 13158799"/>
              <a:gd name="connsiteY180" fmla="*/ 129223 h 9456078"/>
              <a:gd name="connsiteX181" fmla="*/ 11521439 w 13158799"/>
              <a:gd name="connsiteY181" fmla="*/ 119201 h 9456078"/>
              <a:gd name="connsiteX182" fmla="*/ 11569599 w 13158799"/>
              <a:gd name="connsiteY182" fmla="*/ 109574 h 9456078"/>
              <a:gd name="connsiteX183" fmla="*/ 11617864 w 13158799"/>
              <a:gd name="connsiteY183" fmla="*/ 100344 h 9456078"/>
              <a:gd name="connsiteX184" fmla="*/ 11666231 w 13158799"/>
              <a:gd name="connsiteY184" fmla="*/ 91512 h 9456078"/>
              <a:gd name="connsiteX185" fmla="*/ 11714698 w 13158799"/>
              <a:gd name="connsiteY185" fmla="*/ 83080 h 9456078"/>
              <a:gd name="connsiteX186" fmla="*/ 11763263 w 13158799"/>
              <a:gd name="connsiteY186" fmla="*/ 75047 h 9456078"/>
              <a:gd name="connsiteX187" fmla="*/ 11811923 w 13158799"/>
              <a:gd name="connsiteY187" fmla="*/ 67417 h 9456078"/>
              <a:gd name="connsiteX188" fmla="*/ 11860676 w 13158799"/>
              <a:gd name="connsiteY188" fmla="*/ 60188 h 9456078"/>
              <a:gd name="connsiteX189" fmla="*/ 11909519 w 13158799"/>
              <a:gd name="connsiteY189" fmla="*/ 53364 h 9456078"/>
              <a:gd name="connsiteX190" fmla="*/ 11958451 w 13158799"/>
              <a:gd name="connsiteY190" fmla="*/ 46944 h 9456078"/>
              <a:gd name="connsiteX191" fmla="*/ 12007470 w 13158799"/>
              <a:gd name="connsiteY191" fmla="*/ 40931 h 9456078"/>
              <a:gd name="connsiteX192" fmla="*/ 12056572 w 13158799"/>
              <a:gd name="connsiteY192" fmla="*/ 35324 h 9456078"/>
              <a:gd name="connsiteX193" fmla="*/ 12105756 w 13158799"/>
              <a:gd name="connsiteY193" fmla="*/ 30126 h 9456078"/>
              <a:gd name="connsiteX194" fmla="*/ 12155019 w 13158799"/>
              <a:gd name="connsiteY194" fmla="*/ 25337 h 9456078"/>
              <a:gd name="connsiteX195" fmla="*/ 12204359 w 13158799"/>
              <a:gd name="connsiteY195" fmla="*/ 20958 h 9456078"/>
              <a:gd name="connsiteX196" fmla="*/ 12253773 w 13158799"/>
              <a:gd name="connsiteY196" fmla="*/ 16991 h 9456078"/>
              <a:gd name="connsiteX197" fmla="*/ 12303260 w 13158799"/>
              <a:gd name="connsiteY197" fmla="*/ 13437 h 9456078"/>
              <a:gd name="connsiteX198" fmla="*/ 12352818 w 13158799"/>
              <a:gd name="connsiteY198" fmla="*/ 10297 h 9456078"/>
              <a:gd name="connsiteX199" fmla="*/ 12402443 w 13158799"/>
              <a:gd name="connsiteY199" fmla="*/ 7572 h 9456078"/>
              <a:gd name="connsiteX200" fmla="*/ 12452133 w 13158799"/>
              <a:gd name="connsiteY200" fmla="*/ 5263 h 9456078"/>
              <a:gd name="connsiteX201" fmla="*/ 12501887 w 13158799"/>
              <a:gd name="connsiteY201" fmla="*/ 3371 h 9456078"/>
              <a:gd name="connsiteX202" fmla="*/ 12551701 w 13158799"/>
              <a:gd name="connsiteY202" fmla="*/ 1898 h 9456078"/>
              <a:gd name="connsiteX203" fmla="*/ 12601574 w 13158799"/>
              <a:gd name="connsiteY203" fmla="*/ 844 h 9456078"/>
              <a:gd name="connsiteX204" fmla="*/ 12651504 w 13158799"/>
              <a:gd name="connsiteY204" fmla="*/ 211 h 9456078"/>
              <a:gd name="connsiteX205" fmla="*/ 12701487 w 13158799"/>
              <a:gd name="connsiteY205" fmla="*/ 0 h 9456078"/>
              <a:gd name="connsiteX206" fmla="*/ 13158798 w 13158799"/>
              <a:gd name="connsiteY206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76172 w 13158797"/>
              <a:gd name="connsiteY22" fmla="*/ 9319936 h 9456078"/>
              <a:gd name="connsiteX23" fmla="*/ 1223823 w 13158797"/>
              <a:gd name="connsiteY23" fmla="*/ 9308509 h 9456078"/>
              <a:gd name="connsiteX24" fmla="*/ 1271339 w 13158797"/>
              <a:gd name="connsiteY24" fmla="*/ 9296635 h 9456078"/>
              <a:gd name="connsiteX25" fmla="*/ 1318719 w 13158797"/>
              <a:gd name="connsiteY25" fmla="*/ 9284315 h 9456078"/>
              <a:gd name="connsiteX26" fmla="*/ 1365957 w 13158797"/>
              <a:gd name="connsiteY26" fmla="*/ 9271550 h 9456078"/>
              <a:gd name="connsiteX27" fmla="*/ 1413052 w 13158797"/>
              <a:gd name="connsiteY27" fmla="*/ 9258342 h 9456078"/>
              <a:gd name="connsiteX28" fmla="*/ 1460000 w 13158797"/>
              <a:gd name="connsiteY28" fmla="*/ 9244693 h 9456078"/>
              <a:gd name="connsiteX29" fmla="*/ 1506799 w 13158797"/>
              <a:gd name="connsiteY29" fmla="*/ 9230604 h 9456078"/>
              <a:gd name="connsiteX30" fmla="*/ 1553445 w 13158797"/>
              <a:gd name="connsiteY30" fmla="*/ 9216076 h 9456078"/>
              <a:gd name="connsiteX31" fmla="*/ 1599935 w 13158797"/>
              <a:gd name="connsiteY31" fmla="*/ 9201111 h 9456078"/>
              <a:gd name="connsiteX32" fmla="*/ 1646267 w 13158797"/>
              <a:gd name="connsiteY32" fmla="*/ 9185710 h 9456078"/>
              <a:gd name="connsiteX33" fmla="*/ 1692437 w 13158797"/>
              <a:gd name="connsiteY33" fmla="*/ 9169876 h 9456078"/>
              <a:gd name="connsiteX34" fmla="*/ 1738442 w 13158797"/>
              <a:gd name="connsiteY34" fmla="*/ 9153608 h 9456078"/>
              <a:gd name="connsiteX35" fmla="*/ 1784280 w 13158797"/>
              <a:gd name="connsiteY35" fmla="*/ 9136910 h 9456078"/>
              <a:gd name="connsiteX36" fmla="*/ 1829947 w 13158797"/>
              <a:gd name="connsiteY36" fmla="*/ 9119782 h 9456078"/>
              <a:gd name="connsiteX37" fmla="*/ 1875440 w 13158797"/>
              <a:gd name="connsiteY37" fmla="*/ 9102226 h 9456078"/>
              <a:gd name="connsiteX38" fmla="*/ 1920756 w 13158797"/>
              <a:gd name="connsiteY38" fmla="*/ 9084243 h 9456078"/>
              <a:gd name="connsiteX39" fmla="*/ 1965893 w 13158797"/>
              <a:gd name="connsiteY39" fmla="*/ 9065835 h 9456078"/>
              <a:gd name="connsiteX40" fmla="*/ 2055615 w 13158797"/>
              <a:gd name="connsiteY40" fmla="*/ 9027750 h 9456078"/>
              <a:gd name="connsiteX41" fmla="*/ 2100195 w 13158797"/>
              <a:gd name="connsiteY41" fmla="*/ 9008075 h 9456078"/>
              <a:gd name="connsiteX42" fmla="*/ 2144582 w 13158797"/>
              <a:gd name="connsiteY42" fmla="*/ 8987981 h 9456078"/>
              <a:gd name="connsiteX43" fmla="*/ 2188775 w 13158797"/>
              <a:gd name="connsiteY43" fmla="*/ 8967470 h 9456078"/>
              <a:gd name="connsiteX44" fmla="*/ 2232770 w 13158797"/>
              <a:gd name="connsiteY44" fmla="*/ 8946542 h 9456078"/>
              <a:gd name="connsiteX45" fmla="*/ 2276564 w 13158797"/>
              <a:gd name="connsiteY45" fmla="*/ 8925199 h 9456078"/>
              <a:gd name="connsiteX46" fmla="*/ 2320154 w 13158797"/>
              <a:gd name="connsiteY46" fmla="*/ 8903443 h 9456078"/>
              <a:gd name="connsiteX47" fmla="*/ 2363538 w 13158797"/>
              <a:gd name="connsiteY47" fmla="*/ 8881275 h 9456078"/>
              <a:gd name="connsiteX48" fmla="*/ 2406711 w 13158797"/>
              <a:gd name="connsiteY48" fmla="*/ 8858697 h 9456078"/>
              <a:gd name="connsiteX49" fmla="*/ 2449672 w 13158797"/>
              <a:gd name="connsiteY49" fmla="*/ 8835710 h 9456078"/>
              <a:gd name="connsiteX50" fmla="*/ 2492417 w 13158797"/>
              <a:gd name="connsiteY50" fmla="*/ 8812316 h 9456078"/>
              <a:gd name="connsiteX51" fmla="*/ 2534943 w 13158797"/>
              <a:gd name="connsiteY51" fmla="*/ 8788516 h 9456078"/>
              <a:gd name="connsiteX52" fmla="*/ 2577247 w 13158797"/>
              <a:gd name="connsiteY52" fmla="*/ 8764311 h 9456078"/>
              <a:gd name="connsiteX53" fmla="*/ 2619326 w 13158797"/>
              <a:gd name="connsiteY53" fmla="*/ 8739704 h 9456078"/>
              <a:gd name="connsiteX54" fmla="*/ 2661177 w 13158797"/>
              <a:gd name="connsiteY54" fmla="*/ 8714695 h 9456078"/>
              <a:gd name="connsiteX55" fmla="*/ 2702797 w 13158797"/>
              <a:gd name="connsiteY55" fmla="*/ 8689286 h 9456078"/>
              <a:gd name="connsiteX56" fmla="*/ 2744183 w 13158797"/>
              <a:gd name="connsiteY56" fmla="*/ 8663479 h 9456078"/>
              <a:gd name="connsiteX57" fmla="*/ 2785333 w 13158797"/>
              <a:gd name="connsiteY57" fmla="*/ 8637274 h 9456078"/>
              <a:gd name="connsiteX58" fmla="*/ 2826242 w 13158797"/>
              <a:gd name="connsiteY58" fmla="*/ 8610675 h 9456078"/>
              <a:gd name="connsiteX59" fmla="*/ 2866908 w 13158797"/>
              <a:gd name="connsiteY59" fmla="*/ 8583681 h 9456078"/>
              <a:gd name="connsiteX60" fmla="*/ 2907329 w 13158797"/>
              <a:gd name="connsiteY60" fmla="*/ 8556295 h 9456078"/>
              <a:gd name="connsiteX61" fmla="*/ 2947500 w 13158797"/>
              <a:gd name="connsiteY61" fmla="*/ 8528517 h 9456078"/>
              <a:gd name="connsiteX62" fmla="*/ 2987419 w 13158797"/>
              <a:gd name="connsiteY62" fmla="*/ 8500351 h 9456078"/>
              <a:gd name="connsiteX63" fmla="*/ 3027083 w 13158797"/>
              <a:gd name="connsiteY63" fmla="*/ 8471796 h 9456078"/>
              <a:gd name="connsiteX64" fmla="*/ 3066489 w 13158797"/>
              <a:gd name="connsiteY64" fmla="*/ 8442854 h 9456078"/>
              <a:gd name="connsiteX65" fmla="*/ 3105634 w 13158797"/>
              <a:gd name="connsiteY65" fmla="*/ 8413528 h 9456078"/>
              <a:gd name="connsiteX66" fmla="*/ 3144515 w 13158797"/>
              <a:gd name="connsiteY66" fmla="*/ 8383818 h 9456078"/>
              <a:gd name="connsiteX67" fmla="*/ 3183129 w 13158797"/>
              <a:gd name="connsiteY67" fmla="*/ 8353726 h 9456078"/>
              <a:gd name="connsiteX68" fmla="*/ 3221473 w 13158797"/>
              <a:gd name="connsiteY68" fmla="*/ 8323253 h 9456078"/>
              <a:gd name="connsiteX69" fmla="*/ 3259544 w 13158797"/>
              <a:gd name="connsiteY69" fmla="*/ 8292401 h 9456078"/>
              <a:gd name="connsiteX70" fmla="*/ 3297339 w 13158797"/>
              <a:gd name="connsiteY70" fmla="*/ 8261172 h 9456078"/>
              <a:gd name="connsiteX71" fmla="*/ 3334854 w 13158797"/>
              <a:gd name="connsiteY71" fmla="*/ 8229566 h 9456078"/>
              <a:gd name="connsiteX72" fmla="*/ 3372087 w 13158797"/>
              <a:gd name="connsiteY72" fmla="*/ 8197585 h 9456078"/>
              <a:gd name="connsiteX73" fmla="*/ 3409035 w 13158797"/>
              <a:gd name="connsiteY73" fmla="*/ 8165232 h 9456078"/>
              <a:gd name="connsiteX74" fmla="*/ 3445695 w 13158797"/>
              <a:gd name="connsiteY74" fmla="*/ 8132507 h 9456078"/>
              <a:gd name="connsiteX75" fmla="*/ 3482064 w 13158797"/>
              <a:gd name="connsiteY75" fmla="*/ 8099411 h 9456078"/>
              <a:gd name="connsiteX76" fmla="*/ 3518139 w 13158797"/>
              <a:gd name="connsiteY76" fmla="*/ 8065947 h 9456078"/>
              <a:gd name="connsiteX77" fmla="*/ 3553916 w 13158797"/>
              <a:gd name="connsiteY77" fmla="*/ 8032115 h 9456078"/>
              <a:gd name="connsiteX78" fmla="*/ 3589393 w 13158797"/>
              <a:gd name="connsiteY78" fmla="*/ 7997918 h 9456078"/>
              <a:gd name="connsiteX79" fmla="*/ 3624567 w 13158797"/>
              <a:gd name="connsiteY79" fmla="*/ 7963356 h 9456078"/>
              <a:gd name="connsiteX80" fmla="*/ 3659435 w 13158797"/>
              <a:gd name="connsiteY80" fmla="*/ 7928432 h 9456078"/>
              <a:gd name="connsiteX81" fmla="*/ 3693994 w 13158797"/>
              <a:gd name="connsiteY81" fmla="*/ 7893146 h 9456078"/>
              <a:gd name="connsiteX82" fmla="*/ 3728240 w 13158797"/>
              <a:gd name="connsiteY82" fmla="*/ 7857501 h 9456078"/>
              <a:gd name="connsiteX83" fmla="*/ 3762171 w 13158797"/>
              <a:gd name="connsiteY83" fmla="*/ 7821497 h 9456078"/>
              <a:gd name="connsiteX84" fmla="*/ 3795783 w 13158797"/>
              <a:gd name="connsiteY84" fmla="*/ 7785136 h 9456078"/>
              <a:gd name="connsiteX85" fmla="*/ 3829075 w 13158797"/>
              <a:gd name="connsiteY85" fmla="*/ 7748420 h 9456078"/>
              <a:gd name="connsiteX86" fmla="*/ 3862042 w 13158797"/>
              <a:gd name="connsiteY86" fmla="*/ 7711350 h 9456078"/>
              <a:gd name="connsiteX87" fmla="*/ 3894682 w 13158797"/>
              <a:gd name="connsiteY87" fmla="*/ 7673928 h 9456078"/>
              <a:gd name="connsiteX88" fmla="*/ 3926991 w 13158797"/>
              <a:gd name="connsiteY88" fmla="*/ 7636155 h 9456078"/>
              <a:gd name="connsiteX89" fmla="*/ 3958967 w 13158797"/>
              <a:gd name="connsiteY89" fmla="*/ 7598032 h 9456078"/>
              <a:gd name="connsiteX90" fmla="*/ 3990607 w 13158797"/>
              <a:gd name="connsiteY90" fmla="*/ 7559561 h 9456078"/>
              <a:gd name="connsiteX91" fmla="*/ 4021907 w 13158797"/>
              <a:gd name="connsiteY91" fmla="*/ 7520744 h 9456078"/>
              <a:gd name="connsiteX92" fmla="*/ 4052865 w 13158797"/>
              <a:gd name="connsiteY92" fmla="*/ 7481582 h 9456078"/>
              <a:gd name="connsiteX93" fmla="*/ 4083478 w 13158797"/>
              <a:gd name="connsiteY93" fmla="*/ 7442077 h 9456078"/>
              <a:gd name="connsiteX94" fmla="*/ 8022311 w 13158797"/>
              <a:gd name="connsiteY94" fmla="*/ 2307814 h 9456078"/>
              <a:gd name="connsiteX95" fmla="*/ 8052902 w 13158797"/>
              <a:gd name="connsiteY95" fmla="*/ 2268285 h 9456078"/>
              <a:gd name="connsiteX96" fmla="*/ 8083796 w 13158797"/>
              <a:gd name="connsiteY96" fmla="*/ 2229056 h 9456078"/>
              <a:gd name="connsiteX97" fmla="*/ 8114989 w 13158797"/>
              <a:gd name="connsiteY97" fmla="*/ 2190127 h 9456078"/>
              <a:gd name="connsiteX98" fmla="*/ 8146479 w 13158797"/>
              <a:gd name="connsiteY98" fmla="*/ 2151500 h 9456078"/>
              <a:gd name="connsiteX99" fmla="*/ 8178264 w 13158797"/>
              <a:gd name="connsiteY99" fmla="*/ 2113176 h 9456078"/>
              <a:gd name="connsiteX100" fmla="*/ 8210341 w 13158797"/>
              <a:gd name="connsiteY100" fmla="*/ 2075157 h 9456078"/>
              <a:gd name="connsiteX101" fmla="*/ 8242709 w 13158797"/>
              <a:gd name="connsiteY101" fmla="*/ 2037442 h 9456078"/>
              <a:gd name="connsiteX102" fmla="*/ 8275365 w 13158797"/>
              <a:gd name="connsiteY102" fmla="*/ 2000034 h 9456078"/>
              <a:gd name="connsiteX103" fmla="*/ 8308307 w 13158797"/>
              <a:gd name="connsiteY103" fmla="*/ 1962934 h 9456078"/>
              <a:gd name="connsiteX104" fmla="*/ 8341532 w 13158797"/>
              <a:gd name="connsiteY104" fmla="*/ 1926142 h 9456078"/>
              <a:gd name="connsiteX105" fmla="*/ 8375038 w 13158797"/>
              <a:gd name="connsiteY105" fmla="*/ 1889660 h 9456078"/>
              <a:gd name="connsiteX106" fmla="*/ 8408823 w 13158797"/>
              <a:gd name="connsiteY106" fmla="*/ 1853489 h 9456078"/>
              <a:gd name="connsiteX107" fmla="*/ 8442885 w 13158797"/>
              <a:gd name="connsiteY107" fmla="*/ 1817630 h 9456078"/>
              <a:gd name="connsiteX108" fmla="*/ 8477221 w 13158797"/>
              <a:gd name="connsiteY108" fmla="*/ 1782084 h 9456078"/>
              <a:gd name="connsiteX109" fmla="*/ 8511829 w 13158797"/>
              <a:gd name="connsiteY109" fmla="*/ 1746853 h 9456078"/>
              <a:gd name="connsiteX110" fmla="*/ 8546706 w 13158797"/>
              <a:gd name="connsiteY110" fmla="*/ 1711937 h 9456078"/>
              <a:gd name="connsiteX111" fmla="*/ 8581851 w 13158797"/>
              <a:gd name="connsiteY111" fmla="*/ 1677337 h 9456078"/>
              <a:gd name="connsiteX112" fmla="*/ 8617261 w 13158797"/>
              <a:gd name="connsiteY112" fmla="*/ 1643056 h 9456078"/>
              <a:gd name="connsiteX113" fmla="*/ 8652934 w 13158797"/>
              <a:gd name="connsiteY113" fmla="*/ 1609093 h 9456078"/>
              <a:gd name="connsiteX114" fmla="*/ 8688867 w 13158797"/>
              <a:gd name="connsiteY114" fmla="*/ 1575450 h 9456078"/>
              <a:gd name="connsiteX115" fmla="*/ 8725058 w 13158797"/>
              <a:gd name="connsiteY115" fmla="*/ 1542128 h 9456078"/>
              <a:gd name="connsiteX116" fmla="*/ 8761506 w 13158797"/>
              <a:gd name="connsiteY116" fmla="*/ 1509129 h 9456078"/>
              <a:gd name="connsiteX117" fmla="*/ 8798207 w 13158797"/>
              <a:gd name="connsiteY117" fmla="*/ 1476452 h 9456078"/>
              <a:gd name="connsiteX118" fmla="*/ 8835159 w 13158797"/>
              <a:gd name="connsiteY118" fmla="*/ 1444101 h 9456078"/>
              <a:gd name="connsiteX119" fmla="*/ 8872360 w 13158797"/>
              <a:gd name="connsiteY119" fmla="*/ 1412075 h 9456078"/>
              <a:gd name="connsiteX120" fmla="*/ 8909808 w 13158797"/>
              <a:gd name="connsiteY120" fmla="*/ 1380375 h 9456078"/>
              <a:gd name="connsiteX121" fmla="*/ 8947501 w 13158797"/>
              <a:gd name="connsiteY121" fmla="*/ 1349004 h 9456078"/>
              <a:gd name="connsiteX122" fmla="*/ 8985435 w 13158797"/>
              <a:gd name="connsiteY122" fmla="*/ 1317962 h 9456078"/>
              <a:gd name="connsiteX123" fmla="*/ 9023610 w 13158797"/>
              <a:gd name="connsiteY123" fmla="*/ 1287250 h 9456078"/>
              <a:gd name="connsiteX124" fmla="*/ 9062022 w 13158797"/>
              <a:gd name="connsiteY124" fmla="*/ 1256869 h 9456078"/>
              <a:gd name="connsiteX125" fmla="*/ 9100669 w 13158797"/>
              <a:gd name="connsiteY125" fmla="*/ 1226820 h 9456078"/>
              <a:gd name="connsiteX126" fmla="*/ 9139549 w 13158797"/>
              <a:gd name="connsiteY126" fmla="*/ 1197105 h 9456078"/>
              <a:gd name="connsiteX127" fmla="*/ 9178660 w 13158797"/>
              <a:gd name="connsiteY127" fmla="*/ 1167725 h 9456078"/>
              <a:gd name="connsiteX128" fmla="*/ 9217999 w 13158797"/>
              <a:gd name="connsiteY128" fmla="*/ 1138681 h 9456078"/>
              <a:gd name="connsiteX129" fmla="*/ 9257564 w 13158797"/>
              <a:gd name="connsiteY129" fmla="*/ 1109974 h 9456078"/>
              <a:gd name="connsiteX130" fmla="*/ 9297353 w 13158797"/>
              <a:gd name="connsiteY130" fmla="*/ 1081604 h 9456078"/>
              <a:gd name="connsiteX131" fmla="*/ 9337364 w 13158797"/>
              <a:gd name="connsiteY131" fmla="*/ 1053574 h 9456078"/>
              <a:gd name="connsiteX132" fmla="*/ 9377594 w 13158797"/>
              <a:gd name="connsiteY132" fmla="*/ 1025884 h 9456078"/>
              <a:gd name="connsiteX133" fmla="*/ 9418040 w 13158797"/>
              <a:gd name="connsiteY133" fmla="*/ 998536 h 9456078"/>
              <a:gd name="connsiteX134" fmla="*/ 9458702 w 13158797"/>
              <a:gd name="connsiteY134" fmla="*/ 971530 h 9456078"/>
              <a:gd name="connsiteX135" fmla="*/ 9499575 w 13158797"/>
              <a:gd name="connsiteY135" fmla="*/ 944868 h 9456078"/>
              <a:gd name="connsiteX136" fmla="*/ 9540659 w 13158797"/>
              <a:gd name="connsiteY136" fmla="*/ 918551 h 9456078"/>
              <a:gd name="connsiteX137" fmla="*/ 9581950 w 13158797"/>
              <a:gd name="connsiteY137" fmla="*/ 892580 h 9456078"/>
              <a:gd name="connsiteX138" fmla="*/ 9623447 w 13158797"/>
              <a:gd name="connsiteY138" fmla="*/ 866956 h 9456078"/>
              <a:gd name="connsiteX139" fmla="*/ 9665147 w 13158797"/>
              <a:gd name="connsiteY139" fmla="*/ 841681 h 9456078"/>
              <a:gd name="connsiteX140" fmla="*/ 9707048 w 13158797"/>
              <a:gd name="connsiteY140" fmla="*/ 816754 h 9456078"/>
              <a:gd name="connsiteX141" fmla="*/ 9749147 w 13158797"/>
              <a:gd name="connsiteY141" fmla="*/ 792179 h 9456078"/>
              <a:gd name="connsiteX142" fmla="*/ 9791443 w 13158797"/>
              <a:gd name="connsiteY142" fmla="*/ 767955 h 9456078"/>
              <a:gd name="connsiteX143" fmla="*/ 9833932 w 13158797"/>
              <a:gd name="connsiteY143" fmla="*/ 744083 h 9456078"/>
              <a:gd name="connsiteX144" fmla="*/ 9876613 w 13158797"/>
              <a:gd name="connsiteY144" fmla="*/ 720566 h 9456078"/>
              <a:gd name="connsiteX145" fmla="*/ 9919484 w 13158797"/>
              <a:gd name="connsiteY145" fmla="*/ 697404 h 9456078"/>
              <a:gd name="connsiteX146" fmla="*/ 9962542 w 13158797"/>
              <a:gd name="connsiteY146" fmla="*/ 674598 h 9456078"/>
              <a:gd name="connsiteX147" fmla="*/ 10005784 w 13158797"/>
              <a:gd name="connsiteY147" fmla="*/ 652149 h 9456078"/>
              <a:gd name="connsiteX148" fmla="*/ 10049209 w 13158797"/>
              <a:gd name="connsiteY148" fmla="*/ 630059 h 9456078"/>
              <a:gd name="connsiteX149" fmla="*/ 10092814 w 13158797"/>
              <a:gd name="connsiteY149" fmla="*/ 608328 h 9456078"/>
              <a:gd name="connsiteX150" fmla="*/ 10136597 w 13158797"/>
              <a:gd name="connsiteY150" fmla="*/ 586958 h 9456078"/>
              <a:gd name="connsiteX151" fmla="*/ 10180556 w 13158797"/>
              <a:gd name="connsiteY151" fmla="*/ 565950 h 9456078"/>
              <a:gd name="connsiteX152" fmla="*/ 10224688 w 13158797"/>
              <a:gd name="connsiteY152" fmla="*/ 545304 h 9456078"/>
              <a:gd name="connsiteX153" fmla="*/ 10268991 w 13158797"/>
              <a:gd name="connsiteY153" fmla="*/ 525023 h 9456078"/>
              <a:gd name="connsiteX154" fmla="*/ 10313463 w 13158797"/>
              <a:gd name="connsiteY154" fmla="*/ 505107 h 9456078"/>
              <a:gd name="connsiteX155" fmla="*/ 10358101 w 13158797"/>
              <a:gd name="connsiteY155" fmla="*/ 485558 h 9456078"/>
              <a:gd name="connsiteX156" fmla="*/ 10402903 w 13158797"/>
              <a:gd name="connsiteY156" fmla="*/ 466376 h 9456078"/>
              <a:gd name="connsiteX157" fmla="*/ 10447868 w 13158797"/>
              <a:gd name="connsiteY157" fmla="*/ 447563 h 9456078"/>
              <a:gd name="connsiteX158" fmla="*/ 10492991 w 13158797"/>
              <a:gd name="connsiteY158" fmla="*/ 429119 h 9456078"/>
              <a:gd name="connsiteX159" fmla="*/ 10538272 w 13158797"/>
              <a:gd name="connsiteY159" fmla="*/ 411046 h 9456078"/>
              <a:gd name="connsiteX160" fmla="*/ 10583708 w 13158797"/>
              <a:gd name="connsiteY160" fmla="*/ 393346 h 9456078"/>
              <a:gd name="connsiteX161" fmla="*/ 10629297 w 13158797"/>
              <a:gd name="connsiteY161" fmla="*/ 376018 h 9456078"/>
              <a:gd name="connsiteX162" fmla="*/ 10675036 w 13158797"/>
              <a:gd name="connsiteY162" fmla="*/ 359065 h 9456078"/>
              <a:gd name="connsiteX163" fmla="*/ 10720923 w 13158797"/>
              <a:gd name="connsiteY163" fmla="*/ 342487 h 9456078"/>
              <a:gd name="connsiteX164" fmla="*/ 10766956 w 13158797"/>
              <a:gd name="connsiteY164" fmla="*/ 326286 h 9456078"/>
              <a:gd name="connsiteX165" fmla="*/ 10813132 w 13158797"/>
              <a:gd name="connsiteY165" fmla="*/ 310462 h 9456078"/>
              <a:gd name="connsiteX166" fmla="*/ 10859450 w 13158797"/>
              <a:gd name="connsiteY166" fmla="*/ 295018 h 9456078"/>
              <a:gd name="connsiteX167" fmla="*/ 10905907 w 13158797"/>
              <a:gd name="connsiteY167" fmla="*/ 279953 h 9456078"/>
              <a:gd name="connsiteX168" fmla="*/ 10952500 w 13158797"/>
              <a:gd name="connsiteY168" fmla="*/ 265269 h 9456078"/>
              <a:gd name="connsiteX169" fmla="*/ 10999227 w 13158797"/>
              <a:gd name="connsiteY169" fmla="*/ 250968 h 9456078"/>
              <a:gd name="connsiteX170" fmla="*/ 11046087 w 13158797"/>
              <a:gd name="connsiteY170" fmla="*/ 237049 h 9456078"/>
              <a:gd name="connsiteX171" fmla="*/ 11093076 w 13158797"/>
              <a:gd name="connsiteY171" fmla="*/ 223516 h 9456078"/>
              <a:gd name="connsiteX172" fmla="*/ 11140193 w 13158797"/>
              <a:gd name="connsiteY172" fmla="*/ 210368 h 9456078"/>
              <a:gd name="connsiteX173" fmla="*/ 11187434 w 13158797"/>
              <a:gd name="connsiteY173" fmla="*/ 197606 h 9456078"/>
              <a:gd name="connsiteX174" fmla="*/ 11234799 w 13158797"/>
              <a:gd name="connsiteY174" fmla="*/ 185233 h 9456078"/>
              <a:gd name="connsiteX175" fmla="*/ 11282284 w 13158797"/>
              <a:gd name="connsiteY175" fmla="*/ 173248 h 9456078"/>
              <a:gd name="connsiteX176" fmla="*/ 11329888 w 13158797"/>
              <a:gd name="connsiteY176" fmla="*/ 161654 h 9456078"/>
              <a:gd name="connsiteX177" fmla="*/ 11377607 w 13158797"/>
              <a:gd name="connsiteY177" fmla="*/ 150451 h 9456078"/>
              <a:gd name="connsiteX178" fmla="*/ 11425440 w 13158797"/>
              <a:gd name="connsiteY178" fmla="*/ 139640 h 9456078"/>
              <a:gd name="connsiteX179" fmla="*/ 11473385 w 13158797"/>
              <a:gd name="connsiteY179" fmla="*/ 129223 h 9456078"/>
              <a:gd name="connsiteX180" fmla="*/ 11521439 w 13158797"/>
              <a:gd name="connsiteY180" fmla="*/ 119201 h 9456078"/>
              <a:gd name="connsiteX181" fmla="*/ 11569599 w 13158797"/>
              <a:gd name="connsiteY181" fmla="*/ 109574 h 9456078"/>
              <a:gd name="connsiteX182" fmla="*/ 11617864 w 13158797"/>
              <a:gd name="connsiteY182" fmla="*/ 100344 h 9456078"/>
              <a:gd name="connsiteX183" fmla="*/ 11666231 w 13158797"/>
              <a:gd name="connsiteY183" fmla="*/ 91512 h 9456078"/>
              <a:gd name="connsiteX184" fmla="*/ 11714698 w 13158797"/>
              <a:gd name="connsiteY184" fmla="*/ 83080 h 9456078"/>
              <a:gd name="connsiteX185" fmla="*/ 11763263 w 13158797"/>
              <a:gd name="connsiteY185" fmla="*/ 75047 h 9456078"/>
              <a:gd name="connsiteX186" fmla="*/ 11811923 w 13158797"/>
              <a:gd name="connsiteY186" fmla="*/ 67417 h 9456078"/>
              <a:gd name="connsiteX187" fmla="*/ 11860676 w 13158797"/>
              <a:gd name="connsiteY187" fmla="*/ 60188 h 9456078"/>
              <a:gd name="connsiteX188" fmla="*/ 11909519 w 13158797"/>
              <a:gd name="connsiteY188" fmla="*/ 53364 h 9456078"/>
              <a:gd name="connsiteX189" fmla="*/ 11958451 w 13158797"/>
              <a:gd name="connsiteY189" fmla="*/ 46944 h 9456078"/>
              <a:gd name="connsiteX190" fmla="*/ 12007470 w 13158797"/>
              <a:gd name="connsiteY190" fmla="*/ 40931 h 9456078"/>
              <a:gd name="connsiteX191" fmla="*/ 12056572 w 13158797"/>
              <a:gd name="connsiteY191" fmla="*/ 35324 h 9456078"/>
              <a:gd name="connsiteX192" fmla="*/ 12105756 w 13158797"/>
              <a:gd name="connsiteY192" fmla="*/ 30126 h 9456078"/>
              <a:gd name="connsiteX193" fmla="*/ 12155019 w 13158797"/>
              <a:gd name="connsiteY193" fmla="*/ 25337 h 9456078"/>
              <a:gd name="connsiteX194" fmla="*/ 12204359 w 13158797"/>
              <a:gd name="connsiteY194" fmla="*/ 20958 h 9456078"/>
              <a:gd name="connsiteX195" fmla="*/ 12253773 w 13158797"/>
              <a:gd name="connsiteY195" fmla="*/ 16991 h 9456078"/>
              <a:gd name="connsiteX196" fmla="*/ 12303260 w 13158797"/>
              <a:gd name="connsiteY196" fmla="*/ 13437 h 9456078"/>
              <a:gd name="connsiteX197" fmla="*/ 12352818 w 13158797"/>
              <a:gd name="connsiteY197" fmla="*/ 10297 h 9456078"/>
              <a:gd name="connsiteX198" fmla="*/ 12402443 w 13158797"/>
              <a:gd name="connsiteY198" fmla="*/ 7572 h 9456078"/>
              <a:gd name="connsiteX199" fmla="*/ 12452133 w 13158797"/>
              <a:gd name="connsiteY199" fmla="*/ 5263 h 9456078"/>
              <a:gd name="connsiteX200" fmla="*/ 12501887 w 13158797"/>
              <a:gd name="connsiteY200" fmla="*/ 3371 h 9456078"/>
              <a:gd name="connsiteX201" fmla="*/ 12551701 w 13158797"/>
              <a:gd name="connsiteY201" fmla="*/ 1898 h 9456078"/>
              <a:gd name="connsiteX202" fmla="*/ 12601574 w 13158797"/>
              <a:gd name="connsiteY202" fmla="*/ 844 h 9456078"/>
              <a:gd name="connsiteX203" fmla="*/ 12651504 w 13158797"/>
              <a:gd name="connsiteY203" fmla="*/ 211 h 9456078"/>
              <a:gd name="connsiteX204" fmla="*/ 12701487 w 13158797"/>
              <a:gd name="connsiteY204" fmla="*/ 0 h 9456078"/>
              <a:gd name="connsiteX205" fmla="*/ 13158798 w 13158797"/>
              <a:gd name="connsiteY205" fmla="*/ 0 h 94560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</a:cxnLst>
            <a:rect l="l" t="t" r="r" b="b"/>
            <a:pathLst>
              <a:path w="13158797" h="9456078">
                <a:moveTo>
                  <a:pt x="0" y="9456078"/>
                </a:moveTo>
                <a:lnTo>
                  <a:pt x="49977" y="9455836"/>
                </a:lnTo>
                <a:lnTo>
                  <a:pt x="99893" y="9455111"/>
                </a:lnTo>
                <a:lnTo>
                  <a:pt x="149742" y="9453904"/>
                </a:lnTo>
                <a:lnTo>
                  <a:pt x="199524" y="9452217"/>
                </a:lnTo>
                <a:lnTo>
                  <a:pt x="298870" y="9447409"/>
                </a:lnTo>
                <a:lnTo>
                  <a:pt x="348429" y="9444290"/>
                </a:lnTo>
                <a:lnTo>
                  <a:pt x="397907" y="9440698"/>
                </a:lnTo>
                <a:lnTo>
                  <a:pt x="447302" y="9436632"/>
                </a:lnTo>
                <a:lnTo>
                  <a:pt x="496610" y="9432096"/>
                </a:lnTo>
                <a:lnTo>
                  <a:pt x="545829" y="9427089"/>
                </a:lnTo>
                <a:lnTo>
                  <a:pt x="594956" y="9421615"/>
                </a:lnTo>
                <a:lnTo>
                  <a:pt x="643987" y="9415673"/>
                </a:lnTo>
                <a:lnTo>
                  <a:pt x="692920" y="9409267"/>
                </a:lnTo>
                <a:lnTo>
                  <a:pt x="741751" y="9402396"/>
                </a:lnTo>
                <a:lnTo>
                  <a:pt x="790478" y="9395063"/>
                </a:lnTo>
                <a:lnTo>
                  <a:pt x="839098" y="9387270"/>
                </a:lnTo>
                <a:lnTo>
                  <a:pt x="887607" y="9379017"/>
                </a:lnTo>
                <a:lnTo>
                  <a:pt x="936002" y="9370306"/>
                </a:lnTo>
                <a:lnTo>
                  <a:pt x="984281" y="9361139"/>
                </a:lnTo>
                <a:lnTo>
                  <a:pt x="1032440" y="9351517"/>
                </a:lnTo>
                <a:lnTo>
                  <a:pt x="1080477" y="9341441"/>
                </a:lnTo>
                <a:lnTo>
                  <a:pt x="1176172" y="9319936"/>
                </a:lnTo>
                <a:lnTo>
                  <a:pt x="1223823" y="9308509"/>
                </a:lnTo>
                <a:lnTo>
                  <a:pt x="1271339" y="9296635"/>
                </a:lnTo>
                <a:lnTo>
                  <a:pt x="1318719" y="9284315"/>
                </a:lnTo>
                <a:lnTo>
                  <a:pt x="1365957" y="9271550"/>
                </a:lnTo>
                <a:lnTo>
                  <a:pt x="1413052" y="9258342"/>
                </a:lnTo>
                <a:lnTo>
                  <a:pt x="1460000" y="9244693"/>
                </a:lnTo>
                <a:lnTo>
                  <a:pt x="1506799" y="9230604"/>
                </a:lnTo>
                <a:lnTo>
                  <a:pt x="1553445" y="9216076"/>
                </a:lnTo>
                <a:lnTo>
                  <a:pt x="1599935" y="9201111"/>
                </a:lnTo>
                <a:lnTo>
                  <a:pt x="1646267" y="9185710"/>
                </a:lnTo>
                <a:lnTo>
                  <a:pt x="1692437" y="9169876"/>
                </a:lnTo>
                <a:lnTo>
                  <a:pt x="1738442" y="9153608"/>
                </a:lnTo>
                <a:lnTo>
                  <a:pt x="1784280" y="9136910"/>
                </a:lnTo>
                <a:lnTo>
                  <a:pt x="1829947" y="9119782"/>
                </a:lnTo>
                <a:lnTo>
                  <a:pt x="1875440" y="9102226"/>
                </a:lnTo>
                <a:lnTo>
                  <a:pt x="1920756" y="9084243"/>
                </a:lnTo>
                <a:lnTo>
                  <a:pt x="1965893" y="9065835"/>
                </a:lnTo>
                <a:lnTo>
                  <a:pt x="2055615" y="9027750"/>
                </a:lnTo>
                <a:lnTo>
                  <a:pt x="2100195" y="9008075"/>
                </a:lnTo>
                <a:lnTo>
                  <a:pt x="2144582" y="8987981"/>
                </a:lnTo>
                <a:lnTo>
                  <a:pt x="2188775" y="8967470"/>
                </a:lnTo>
                <a:lnTo>
                  <a:pt x="2232770" y="8946542"/>
                </a:lnTo>
                <a:lnTo>
                  <a:pt x="2276564" y="8925199"/>
                </a:lnTo>
                <a:lnTo>
                  <a:pt x="2320154" y="8903443"/>
                </a:lnTo>
                <a:lnTo>
                  <a:pt x="2363538" y="8881275"/>
                </a:lnTo>
                <a:lnTo>
                  <a:pt x="2406711" y="8858697"/>
                </a:lnTo>
                <a:lnTo>
                  <a:pt x="2449672" y="8835710"/>
                </a:lnTo>
                <a:lnTo>
                  <a:pt x="2492417" y="8812316"/>
                </a:lnTo>
                <a:lnTo>
                  <a:pt x="2534943" y="8788516"/>
                </a:lnTo>
                <a:lnTo>
                  <a:pt x="2577247" y="8764311"/>
                </a:lnTo>
                <a:lnTo>
                  <a:pt x="2619326" y="8739704"/>
                </a:lnTo>
                <a:lnTo>
                  <a:pt x="2661177" y="8714695"/>
                </a:lnTo>
                <a:lnTo>
                  <a:pt x="2702797" y="8689286"/>
                </a:lnTo>
                <a:lnTo>
                  <a:pt x="2744183" y="8663479"/>
                </a:lnTo>
                <a:lnTo>
                  <a:pt x="2785333" y="8637274"/>
                </a:lnTo>
                <a:lnTo>
                  <a:pt x="2826242" y="8610675"/>
                </a:lnTo>
                <a:lnTo>
                  <a:pt x="2866908" y="8583681"/>
                </a:lnTo>
                <a:lnTo>
                  <a:pt x="2907329" y="8556295"/>
                </a:lnTo>
                <a:lnTo>
                  <a:pt x="2947500" y="8528517"/>
                </a:lnTo>
                <a:lnTo>
                  <a:pt x="2987419" y="8500351"/>
                </a:lnTo>
                <a:lnTo>
                  <a:pt x="3027083" y="8471796"/>
                </a:lnTo>
                <a:lnTo>
                  <a:pt x="3066489" y="8442854"/>
                </a:lnTo>
                <a:lnTo>
                  <a:pt x="3105634" y="8413528"/>
                </a:lnTo>
                <a:lnTo>
                  <a:pt x="3144515" y="8383818"/>
                </a:lnTo>
                <a:lnTo>
                  <a:pt x="3183129" y="8353726"/>
                </a:lnTo>
                <a:lnTo>
                  <a:pt x="3221473" y="8323253"/>
                </a:lnTo>
                <a:lnTo>
                  <a:pt x="3259544" y="8292401"/>
                </a:lnTo>
                <a:lnTo>
                  <a:pt x="3297339" y="8261172"/>
                </a:lnTo>
                <a:lnTo>
                  <a:pt x="3334854" y="8229566"/>
                </a:lnTo>
                <a:lnTo>
                  <a:pt x="3372087" y="8197585"/>
                </a:lnTo>
                <a:lnTo>
                  <a:pt x="3409035" y="8165232"/>
                </a:lnTo>
                <a:lnTo>
                  <a:pt x="3445695" y="8132507"/>
                </a:lnTo>
                <a:lnTo>
                  <a:pt x="3482064" y="8099411"/>
                </a:lnTo>
                <a:lnTo>
                  <a:pt x="3518139" y="8065947"/>
                </a:lnTo>
                <a:lnTo>
                  <a:pt x="3553916" y="8032115"/>
                </a:lnTo>
                <a:lnTo>
                  <a:pt x="3589393" y="7997918"/>
                </a:lnTo>
                <a:lnTo>
                  <a:pt x="3624567" y="7963356"/>
                </a:lnTo>
                <a:lnTo>
                  <a:pt x="3659435" y="7928432"/>
                </a:lnTo>
                <a:lnTo>
                  <a:pt x="3693994" y="7893146"/>
                </a:lnTo>
                <a:lnTo>
                  <a:pt x="3728240" y="7857501"/>
                </a:lnTo>
                <a:lnTo>
                  <a:pt x="3762171" y="7821497"/>
                </a:lnTo>
                <a:lnTo>
                  <a:pt x="3795783" y="7785136"/>
                </a:lnTo>
                <a:lnTo>
                  <a:pt x="3829075" y="7748420"/>
                </a:lnTo>
                <a:lnTo>
                  <a:pt x="3862042" y="7711350"/>
                </a:lnTo>
                <a:lnTo>
                  <a:pt x="3894682" y="7673928"/>
                </a:lnTo>
                <a:lnTo>
                  <a:pt x="3926991" y="7636155"/>
                </a:lnTo>
                <a:lnTo>
                  <a:pt x="3958967" y="7598032"/>
                </a:lnTo>
                <a:lnTo>
                  <a:pt x="3990607" y="7559561"/>
                </a:lnTo>
                <a:lnTo>
                  <a:pt x="4021907" y="7520744"/>
                </a:lnTo>
                <a:lnTo>
                  <a:pt x="4052865" y="7481582"/>
                </a:lnTo>
                <a:lnTo>
                  <a:pt x="4083478" y="7442077"/>
                </a:lnTo>
                <a:lnTo>
                  <a:pt x="8022311" y="2307814"/>
                </a:lnTo>
                <a:lnTo>
                  <a:pt x="8052902" y="2268285"/>
                </a:lnTo>
                <a:lnTo>
                  <a:pt x="8083796" y="2229056"/>
                </a:lnTo>
                <a:lnTo>
                  <a:pt x="8114989" y="2190127"/>
                </a:lnTo>
                <a:lnTo>
                  <a:pt x="8146479" y="2151500"/>
                </a:lnTo>
                <a:lnTo>
                  <a:pt x="8178264" y="2113176"/>
                </a:lnTo>
                <a:lnTo>
                  <a:pt x="8210341" y="2075157"/>
                </a:lnTo>
                <a:lnTo>
                  <a:pt x="8242709" y="2037442"/>
                </a:lnTo>
                <a:lnTo>
                  <a:pt x="8275365" y="2000034"/>
                </a:lnTo>
                <a:lnTo>
                  <a:pt x="8308307" y="1962934"/>
                </a:lnTo>
                <a:lnTo>
                  <a:pt x="8341532" y="1926142"/>
                </a:lnTo>
                <a:lnTo>
                  <a:pt x="8375038" y="1889660"/>
                </a:lnTo>
                <a:lnTo>
                  <a:pt x="8408823" y="1853489"/>
                </a:lnTo>
                <a:lnTo>
                  <a:pt x="8442885" y="1817630"/>
                </a:lnTo>
                <a:lnTo>
                  <a:pt x="8477221" y="1782084"/>
                </a:lnTo>
                <a:lnTo>
                  <a:pt x="8511829" y="1746853"/>
                </a:lnTo>
                <a:lnTo>
                  <a:pt x="8546706" y="1711937"/>
                </a:lnTo>
                <a:lnTo>
                  <a:pt x="8581851" y="1677337"/>
                </a:lnTo>
                <a:lnTo>
                  <a:pt x="8617261" y="1643056"/>
                </a:lnTo>
                <a:lnTo>
                  <a:pt x="8652934" y="1609093"/>
                </a:lnTo>
                <a:lnTo>
                  <a:pt x="8688867" y="1575450"/>
                </a:lnTo>
                <a:lnTo>
                  <a:pt x="8725058" y="1542128"/>
                </a:lnTo>
                <a:lnTo>
                  <a:pt x="8761506" y="1509129"/>
                </a:lnTo>
                <a:lnTo>
                  <a:pt x="8798207" y="1476452"/>
                </a:lnTo>
                <a:lnTo>
                  <a:pt x="8835159" y="1444101"/>
                </a:lnTo>
                <a:lnTo>
                  <a:pt x="8872360" y="1412075"/>
                </a:lnTo>
                <a:lnTo>
                  <a:pt x="8909808" y="1380375"/>
                </a:lnTo>
                <a:lnTo>
                  <a:pt x="8947501" y="1349004"/>
                </a:lnTo>
                <a:lnTo>
                  <a:pt x="8985435" y="1317962"/>
                </a:lnTo>
                <a:lnTo>
                  <a:pt x="9023610" y="1287250"/>
                </a:lnTo>
                <a:lnTo>
                  <a:pt x="9062022" y="1256869"/>
                </a:lnTo>
                <a:lnTo>
                  <a:pt x="9100669" y="1226820"/>
                </a:lnTo>
                <a:lnTo>
                  <a:pt x="9139549" y="1197105"/>
                </a:lnTo>
                <a:lnTo>
                  <a:pt x="9178660" y="1167725"/>
                </a:lnTo>
                <a:lnTo>
                  <a:pt x="9217999" y="1138681"/>
                </a:lnTo>
                <a:lnTo>
                  <a:pt x="9257564" y="1109974"/>
                </a:lnTo>
                <a:lnTo>
                  <a:pt x="9297353" y="1081604"/>
                </a:lnTo>
                <a:lnTo>
                  <a:pt x="9337364" y="1053574"/>
                </a:lnTo>
                <a:lnTo>
                  <a:pt x="9377594" y="1025884"/>
                </a:lnTo>
                <a:lnTo>
                  <a:pt x="9418040" y="998536"/>
                </a:lnTo>
                <a:lnTo>
                  <a:pt x="9458702" y="971530"/>
                </a:lnTo>
                <a:lnTo>
                  <a:pt x="9499575" y="944868"/>
                </a:lnTo>
                <a:lnTo>
                  <a:pt x="9540659" y="918551"/>
                </a:lnTo>
                <a:lnTo>
                  <a:pt x="9581950" y="892580"/>
                </a:lnTo>
                <a:lnTo>
                  <a:pt x="9623447" y="866956"/>
                </a:lnTo>
                <a:lnTo>
                  <a:pt x="9665147" y="841681"/>
                </a:lnTo>
                <a:lnTo>
                  <a:pt x="9707048" y="816754"/>
                </a:lnTo>
                <a:lnTo>
                  <a:pt x="9749147" y="792179"/>
                </a:lnTo>
                <a:lnTo>
                  <a:pt x="9791443" y="767955"/>
                </a:lnTo>
                <a:lnTo>
                  <a:pt x="9833932" y="744083"/>
                </a:lnTo>
                <a:lnTo>
                  <a:pt x="9876613" y="720566"/>
                </a:lnTo>
                <a:lnTo>
                  <a:pt x="9919484" y="697404"/>
                </a:lnTo>
                <a:lnTo>
                  <a:pt x="9962542" y="674598"/>
                </a:lnTo>
                <a:lnTo>
                  <a:pt x="10005784" y="652149"/>
                </a:lnTo>
                <a:lnTo>
                  <a:pt x="10049209" y="630059"/>
                </a:lnTo>
                <a:lnTo>
                  <a:pt x="10092814" y="608328"/>
                </a:lnTo>
                <a:lnTo>
                  <a:pt x="10136597" y="586958"/>
                </a:lnTo>
                <a:lnTo>
                  <a:pt x="10180556" y="565950"/>
                </a:lnTo>
                <a:lnTo>
                  <a:pt x="10224688" y="545304"/>
                </a:lnTo>
                <a:lnTo>
                  <a:pt x="10268991" y="525023"/>
                </a:lnTo>
                <a:lnTo>
                  <a:pt x="10313463" y="505107"/>
                </a:lnTo>
                <a:lnTo>
                  <a:pt x="10358101" y="485558"/>
                </a:lnTo>
                <a:lnTo>
                  <a:pt x="10402903" y="466376"/>
                </a:lnTo>
                <a:lnTo>
                  <a:pt x="10447868" y="447563"/>
                </a:lnTo>
                <a:lnTo>
                  <a:pt x="10492991" y="429119"/>
                </a:lnTo>
                <a:lnTo>
                  <a:pt x="10538272" y="411046"/>
                </a:lnTo>
                <a:lnTo>
                  <a:pt x="10583708" y="393346"/>
                </a:lnTo>
                <a:lnTo>
                  <a:pt x="10629297" y="376018"/>
                </a:lnTo>
                <a:lnTo>
                  <a:pt x="10675036" y="359065"/>
                </a:lnTo>
                <a:lnTo>
                  <a:pt x="10720923" y="342487"/>
                </a:lnTo>
                <a:lnTo>
                  <a:pt x="10766956" y="326286"/>
                </a:lnTo>
                <a:lnTo>
                  <a:pt x="10813132" y="310462"/>
                </a:lnTo>
                <a:lnTo>
                  <a:pt x="10859450" y="295018"/>
                </a:lnTo>
                <a:lnTo>
                  <a:pt x="10905907" y="279953"/>
                </a:lnTo>
                <a:lnTo>
                  <a:pt x="10952500" y="265269"/>
                </a:lnTo>
                <a:lnTo>
                  <a:pt x="10999227" y="250968"/>
                </a:lnTo>
                <a:lnTo>
                  <a:pt x="11046087" y="237049"/>
                </a:lnTo>
                <a:lnTo>
                  <a:pt x="11093076" y="223516"/>
                </a:lnTo>
                <a:lnTo>
                  <a:pt x="11140193" y="210368"/>
                </a:lnTo>
                <a:lnTo>
                  <a:pt x="11187434" y="197606"/>
                </a:lnTo>
                <a:lnTo>
                  <a:pt x="11234799" y="185233"/>
                </a:lnTo>
                <a:lnTo>
                  <a:pt x="11282284" y="173248"/>
                </a:lnTo>
                <a:lnTo>
                  <a:pt x="11329888" y="161654"/>
                </a:lnTo>
                <a:lnTo>
                  <a:pt x="11377607" y="150451"/>
                </a:lnTo>
                <a:lnTo>
                  <a:pt x="11425440" y="139640"/>
                </a:lnTo>
                <a:lnTo>
                  <a:pt x="11473385" y="129223"/>
                </a:lnTo>
                <a:lnTo>
                  <a:pt x="11521439" y="119201"/>
                </a:lnTo>
                <a:lnTo>
                  <a:pt x="11569599" y="109574"/>
                </a:lnTo>
                <a:lnTo>
                  <a:pt x="11617864" y="100344"/>
                </a:lnTo>
                <a:lnTo>
                  <a:pt x="11666231" y="91512"/>
                </a:lnTo>
                <a:lnTo>
                  <a:pt x="11714698" y="83080"/>
                </a:lnTo>
                <a:lnTo>
                  <a:pt x="11763263" y="75047"/>
                </a:lnTo>
                <a:lnTo>
                  <a:pt x="11811923" y="67417"/>
                </a:lnTo>
                <a:lnTo>
                  <a:pt x="11860676" y="60188"/>
                </a:lnTo>
                <a:lnTo>
                  <a:pt x="11909519" y="53364"/>
                </a:lnTo>
                <a:lnTo>
                  <a:pt x="11958451" y="46944"/>
                </a:lnTo>
                <a:lnTo>
                  <a:pt x="12007470" y="40931"/>
                </a:lnTo>
                <a:lnTo>
                  <a:pt x="12056572" y="35324"/>
                </a:lnTo>
                <a:lnTo>
                  <a:pt x="12105756" y="30126"/>
                </a:lnTo>
                <a:lnTo>
                  <a:pt x="12155019" y="25337"/>
                </a:lnTo>
                <a:lnTo>
                  <a:pt x="12204359" y="20958"/>
                </a:lnTo>
                <a:lnTo>
                  <a:pt x="12253773" y="16991"/>
                </a:lnTo>
                <a:lnTo>
                  <a:pt x="12303260" y="13437"/>
                </a:lnTo>
                <a:lnTo>
                  <a:pt x="12352818" y="10297"/>
                </a:lnTo>
                <a:lnTo>
                  <a:pt x="12402443" y="7572"/>
                </a:lnTo>
                <a:lnTo>
                  <a:pt x="12452133" y="5263"/>
                </a:lnTo>
                <a:lnTo>
                  <a:pt x="12501887" y="3371"/>
                </a:lnTo>
                <a:lnTo>
                  <a:pt x="12551701" y="1898"/>
                </a:lnTo>
                <a:lnTo>
                  <a:pt x="12601574" y="844"/>
                </a:lnTo>
                <a:lnTo>
                  <a:pt x="12651504" y="211"/>
                </a:lnTo>
                <a:lnTo>
                  <a:pt x="12701487" y="0"/>
                </a:lnTo>
                <a:lnTo>
                  <a:pt x="13158798" y="0"/>
                </a:lnTo>
              </a:path>
            </a:pathLst>
          </a:custGeom>
          <a:ln w="19050">
            <a:gradFill>
              <a:gsLst>
                <a:gs pos="18000">
                  <a:schemeClr val="accent2"/>
                </a:gs>
                <a:gs pos="0">
                  <a:schemeClr val="bg1">
                    <a:alpha val="0"/>
                  </a:schemeClr>
                </a:gs>
              </a:gsLst>
              <a:lin ang="5400000" scaled="0"/>
            </a:gradFill>
          </a:ln>
        </p:spPr>
        <p:txBody>
          <a:bodyPr wrap="square" lIns="0" tIns="0" rIns="0" bIns="0" rtlCol="0"/>
          <a:lstStyle/>
          <a:p>
            <a:pPr marL="0" marR="0" lvl="0" indent="0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4658A386-52FA-00C7-C721-432D2FB1ADAA}"/>
              </a:ext>
            </a:extLst>
          </p:cNvPr>
          <p:cNvCxnSpPr>
            <a:cxnSpLocks/>
          </p:cNvCxnSpPr>
          <p:nvPr/>
        </p:nvCxnSpPr>
        <p:spPr>
          <a:xfrm flipH="1">
            <a:off x="334962" y="6678798"/>
            <a:ext cx="10980001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63830069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065">
          <p15:clr>
            <a:srgbClr val="FBAE40"/>
          </p15:clr>
        </p15:guide>
        <p15:guide id="2" pos="211">
          <p15:clr>
            <a:srgbClr val="FBAE40"/>
          </p15:clr>
        </p15:guide>
        <p15:guide id="3" orient="horz" pos="3997">
          <p15:clr>
            <a:srgbClr val="FBAE40"/>
          </p15:clr>
        </p15:guide>
        <p15:guide id="4" pos="7469">
          <p15:clr>
            <a:srgbClr val="FBAE40"/>
          </p15:clr>
        </p15:guide>
        <p15:guide id="5" orient="horz" pos="232">
          <p15:clr>
            <a:srgbClr val="FBAE40"/>
          </p15:clr>
        </p15:guide>
        <p15:guide id="6" orient="horz" pos="504">
          <p15:clr>
            <a:srgbClr val="FBAE40"/>
          </p15:clr>
        </p15:guide>
        <p15:guide id="7" orient="horz" pos="799">
          <p15:clr>
            <a:srgbClr val="FBAE40"/>
          </p15:clr>
        </p15:guide>
      </p15:sldGuideLst>
    </p:ext>
  </p:extLst>
</p:sldLayout>
</file>

<file path=ppt/slideLayouts/slideLayout163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2_Título | 1 linha - Branco 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509521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defRPr sz="11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tx1">
                    <a:lumMod val="85000"/>
                    <a:lumOff val="15000"/>
                  </a:schemeClr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defRPr sz="900" baseline="0">
                <a:solidFill>
                  <a:schemeClr val="tx1">
                    <a:lumMod val="85000"/>
                    <a:lumOff val="15000"/>
                  </a:schemeClr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2" name="Text Placeholder 8">
            <a:extLst>
              <a:ext uri="{FF2B5EF4-FFF2-40B4-BE49-F238E27FC236}">
                <a16:creationId xmlns:a16="http://schemas.microsoft.com/office/drawing/2014/main" id="{7A7A9582-3614-801A-785B-273FCD3E092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4" y="1949415"/>
            <a:ext cx="11522075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tx1">
                    <a:lumMod val="85000"/>
                    <a:lumOff val="15000"/>
                  </a:schemeClr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8"/>
            <a:ext cx="11522585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Picture 8">
            <a:extLst>
              <a:ext uri="{FF2B5EF4-FFF2-40B4-BE49-F238E27FC236}">
                <a16:creationId xmlns:a16="http://schemas.microsoft.com/office/drawing/2014/main" id="{9429EAB7-9C7C-DB55-2137-57D6FB3CA32A}"/>
              </a:ext>
            </a:extLst>
          </p:cNvPr>
          <p:cNvSpPr/>
          <p:nvPr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tx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/>
          </a:p>
        </p:txBody>
      </p: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39C03017-6CEE-FFFF-8135-D661C0DBBC37}"/>
              </a:ext>
            </a:extLst>
          </p:cNvPr>
          <p:cNvCxnSpPr>
            <a:cxnSpLocks/>
          </p:cNvCxnSpPr>
          <p:nvPr/>
        </p:nvCxnSpPr>
        <p:spPr>
          <a:xfrm>
            <a:off x="1" y="169333"/>
            <a:ext cx="12229571" cy="0"/>
          </a:xfrm>
          <a:prstGeom prst="line">
            <a:avLst/>
          </a:prstGeom>
          <a:ln w="190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object 4">
            <a:extLst>
              <a:ext uri="{FF2B5EF4-FFF2-40B4-BE49-F238E27FC236}">
                <a16:creationId xmlns:a16="http://schemas.microsoft.com/office/drawing/2014/main" id="{364C00B2-B10F-B792-45F6-A57A8A301C42}"/>
              </a:ext>
            </a:extLst>
          </p:cNvPr>
          <p:cNvSpPr/>
          <p:nvPr/>
        </p:nvSpPr>
        <p:spPr>
          <a:xfrm rot="10247908" flipH="1">
            <a:off x="4106509" y="-4146683"/>
            <a:ext cx="8001039" cy="5749648"/>
          </a:xfrm>
          <a:custGeom>
            <a:avLst/>
            <a:gdLst>
              <a:gd name="connsiteX0" fmla="*/ 0 w 13940157"/>
              <a:gd name="connsiteY0" fmla="*/ 9200719 h 9456078"/>
              <a:gd name="connsiteX1" fmla="*/ 781360 w 13940157"/>
              <a:gd name="connsiteY1" fmla="*/ 9456078 h 9456078"/>
              <a:gd name="connsiteX2" fmla="*/ 831337 w 13940157"/>
              <a:gd name="connsiteY2" fmla="*/ 9455836 h 9456078"/>
              <a:gd name="connsiteX3" fmla="*/ 881253 w 13940157"/>
              <a:gd name="connsiteY3" fmla="*/ 9455111 h 9456078"/>
              <a:gd name="connsiteX4" fmla="*/ 931102 w 13940157"/>
              <a:gd name="connsiteY4" fmla="*/ 9453904 h 9456078"/>
              <a:gd name="connsiteX5" fmla="*/ 980884 w 13940157"/>
              <a:gd name="connsiteY5" fmla="*/ 9452217 h 9456078"/>
              <a:gd name="connsiteX6" fmla="*/ 1030594 w 13940157"/>
              <a:gd name="connsiteY6" fmla="*/ 9450052 h 9456078"/>
              <a:gd name="connsiteX7" fmla="*/ 1080230 w 13940157"/>
              <a:gd name="connsiteY7" fmla="*/ 9447409 h 9456078"/>
              <a:gd name="connsiteX8" fmla="*/ 1129789 w 13940157"/>
              <a:gd name="connsiteY8" fmla="*/ 9444290 h 9456078"/>
              <a:gd name="connsiteX9" fmla="*/ 1179267 w 13940157"/>
              <a:gd name="connsiteY9" fmla="*/ 9440698 h 9456078"/>
              <a:gd name="connsiteX10" fmla="*/ 1228662 w 13940157"/>
              <a:gd name="connsiteY10" fmla="*/ 9436632 h 9456078"/>
              <a:gd name="connsiteX11" fmla="*/ 1277970 w 13940157"/>
              <a:gd name="connsiteY11" fmla="*/ 9432096 h 9456078"/>
              <a:gd name="connsiteX12" fmla="*/ 1327189 w 13940157"/>
              <a:gd name="connsiteY12" fmla="*/ 9427089 h 9456078"/>
              <a:gd name="connsiteX13" fmla="*/ 1376316 w 13940157"/>
              <a:gd name="connsiteY13" fmla="*/ 9421615 h 9456078"/>
              <a:gd name="connsiteX14" fmla="*/ 1425347 w 13940157"/>
              <a:gd name="connsiteY14" fmla="*/ 9415673 h 9456078"/>
              <a:gd name="connsiteX15" fmla="*/ 1474280 w 13940157"/>
              <a:gd name="connsiteY15" fmla="*/ 9409267 h 9456078"/>
              <a:gd name="connsiteX16" fmla="*/ 1523111 w 13940157"/>
              <a:gd name="connsiteY16" fmla="*/ 9402396 h 9456078"/>
              <a:gd name="connsiteX17" fmla="*/ 1571838 w 13940157"/>
              <a:gd name="connsiteY17" fmla="*/ 9395063 h 9456078"/>
              <a:gd name="connsiteX18" fmla="*/ 1620458 w 13940157"/>
              <a:gd name="connsiteY18" fmla="*/ 9387270 h 9456078"/>
              <a:gd name="connsiteX19" fmla="*/ 1668967 w 13940157"/>
              <a:gd name="connsiteY19" fmla="*/ 9379017 h 9456078"/>
              <a:gd name="connsiteX20" fmla="*/ 1717362 w 13940157"/>
              <a:gd name="connsiteY20" fmla="*/ 9370306 h 9456078"/>
              <a:gd name="connsiteX21" fmla="*/ 1765641 w 13940157"/>
              <a:gd name="connsiteY21" fmla="*/ 9361139 h 9456078"/>
              <a:gd name="connsiteX22" fmla="*/ 1813800 w 13940157"/>
              <a:gd name="connsiteY22" fmla="*/ 9351517 h 9456078"/>
              <a:gd name="connsiteX23" fmla="*/ 1861837 w 13940157"/>
              <a:gd name="connsiteY23" fmla="*/ 9341441 h 9456078"/>
              <a:gd name="connsiteX24" fmla="*/ 1909749 w 13940157"/>
              <a:gd name="connsiteY24" fmla="*/ 9330914 h 9456078"/>
              <a:gd name="connsiteX25" fmla="*/ 1957532 w 13940157"/>
              <a:gd name="connsiteY25" fmla="*/ 9319936 h 9456078"/>
              <a:gd name="connsiteX26" fmla="*/ 2005183 w 13940157"/>
              <a:gd name="connsiteY26" fmla="*/ 9308509 h 9456078"/>
              <a:gd name="connsiteX27" fmla="*/ 2052699 w 13940157"/>
              <a:gd name="connsiteY27" fmla="*/ 9296635 h 9456078"/>
              <a:gd name="connsiteX28" fmla="*/ 2100079 w 13940157"/>
              <a:gd name="connsiteY28" fmla="*/ 9284315 h 9456078"/>
              <a:gd name="connsiteX29" fmla="*/ 2147317 w 13940157"/>
              <a:gd name="connsiteY29" fmla="*/ 9271550 h 9456078"/>
              <a:gd name="connsiteX30" fmla="*/ 2194412 w 13940157"/>
              <a:gd name="connsiteY30" fmla="*/ 9258342 h 9456078"/>
              <a:gd name="connsiteX31" fmla="*/ 2241360 w 13940157"/>
              <a:gd name="connsiteY31" fmla="*/ 9244693 h 9456078"/>
              <a:gd name="connsiteX32" fmla="*/ 2288159 w 13940157"/>
              <a:gd name="connsiteY32" fmla="*/ 9230604 h 9456078"/>
              <a:gd name="connsiteX33" fmla="*/ 2334805 w 13940157"/>
              <a:gd name="connsiteY33" fmla="*/ 9216076 h 9456078"/>
              <a:gd name="connsiteX34" fmla="*/ 2381295 w 13940157"/>
              <a:gd name="connsiteY34" fmla="*/ 9201111 h 9456078"/>
              <a:gd name="connsiteX35" fmla="*/ 2427627 w 13940157"/>
              <a:gd name="connsiteY35" fmla="*/ 9185710 h 9456078"/>
              <a:gd name="connsiteX36" fmla="*/ 2473797 w 13940157"/>
              <a:gd name="connsiteY36" fmla="*/ 9169876 h 9456078"/>
              <a:gd name="connsiteX37" fmla="*/ 2519802 w 13940157"/>
              <a:gd name="connsiteY37" fmla="*/ 9153608 h 9456078"/>
              <a:gd name="connsiteX38" fmla="*/ 2565640 w 13940157"/>
              <a:gd name="connsiteY38" fmla="*/ 9136910 h 9456078"/>
              <a:gd name="connsiteX39" fmla="*/ 2611307 w 13940157"/>
              <a:gd name="connsiteY39" fmla="*/ 9119782 h 9456078"/>
              <a:gd name="connsiteX40" fmla="*/ 2656800 w 13940157"/>
              <a:gd name="connsiteY40" fmla="*/ 9102226 h 9456078"/>
              <a:gd name="connsiteX41" fmla="*/ 2702116 w 13940157"/>
              <a:gd name="connsiteY41" fmla="*/ 9084243 h 9456078"/>
              <a:gd name="connsiteX42" fmla="*/ 2747253 w 13940157"/>
              <a:gd name="connsiteY42" fmla="*/ 9065835 h 9456078"/>
              <a:gd name="connsiteX43" fmla="*/ 2792207 w 13940157"/>
              <a:gd name="connsiteY43" fmla="*/ 9047004 h 9456078"/>
              <a:gd name="connsiteX44" fmla="*/ 2836975 w 13940157"/>
              <a:gd name="connsiteY44" fmla="*/ 9027750 h 9456078"/>
              <a:gd name="connsiteX45" fmla="*/ 2881555 w 13940157"/>
              <a:gd name="connsiteY45" fmla="*/ 9008075 h 9456078"/>
              <a:gd name="connsiteX46" fmla="*/ 2925942 w 13940157"/>
              <a:gd name="connsiteY46" fmla="*/ 8987981 h 9456078"/>
              <a:gd name="connsiteX47" fmla="*/ 2970135 w 13940157"/>
              <a:gd name="connsiteY47" fmla="*/ 8967470 h 9456078"/>
              <a:gd name="connsiteX48" fmla="*/ 3014130 w 13940157"/>
              <a:gd name="connsiteY48" fmla="*/ 8946542 h 9456078"/>
              <a:gd name="connsiteX49" fmla="*/ 3057924 w 13940157"/>
              <a:gd name="connsiteY49" fmla="*/ 8925199 h 9456078"/>
              <a:gd name="connsiteX50" fmla="*/ 3101514 w 13940157"/>
              <a:gd name="connsiteY50" fmla="*/ 8903443 h 9456078"/>
              <a:gd name="connsiteX51" fmla="*/ 3144898 w 13940157"/>
              <a:gd name="connsiteY51" fmla="*/ 8881275 h 9456078"/>
              <a:gd name="connsiteX52" fmla="*/ 3188071 w 13940157"/>
              <a:gd name="connsiteY52" fmla="*/ 8858697 h 9456078"/>
              <a:gd name="connsiteX53" fmla="*/ 3231032 w 13940157"/>
              <a:gd name="connsiteY53" fmla="*/ 8835710 h 9456078"/>
              <a:gd name="connsiteX54" fmla="*/ 3273777 w 13940157"/>
              <a:gd name="connsiteY54" fmla="*/ 8812316 h 9456078"/>
              <a:gd name="connsiteX55" fmla="*/ 3316303 w 13940157"/>
              <a:gd name="connsiteY55" fmla="*/ 8788516 h 9456078"/>
              <a:gd name="connsiteX56" fmla="*/ 3358607 w 13940157"/>
              <a:gd name="connsiteY56" fmla="*/ 8764311 h 9456078"/>
              <a:gd name="connsiteX57" fmla="*/ 3400686 w 13940157"/>
              <a:gd name="connsiteY57" fmla="*/ 8739704 h 9456078"/>
              <a:gd name="connsiteX58" fmla="*/ 3442537 w 13940157"/>
              <a:gd name="connsiteY58" fmla="*/ 8714695 h 9456078"/>
              <a:gd name="connsiteX59" fmla="*/ 3484157 w 13940157"/>
              <a:gd name="connsiteY59" fmla="*/ 8689286 h 9456078"/>
              <a:gd name="connsiteX60" fmla="*/ 3525543 w 13940157"/>
              <a:gd name="connsiteY60" fmla="*/ 8663479 h 9456078"/>
              <a:gd name="connsiteX61" fmla="*/ 3566693 w 13940157"/>
              <a:gd name="connsiteY61" fmla="*/ 8637274 h 9456078"/>
              <a:gd name="connsiteX62" fmla="*/ 3607602 w 13940157"/>
              <a:gd name="connsiteY62" fmla="*/ 8610675 h 9456078"/>
              <a:gd name="connsiteX63" fmla="*/ 3648268 w 13940157"/>
              <a:gd name="connsiteY63" fmla="*/ 8583681 h 9456078"/>
              <a:gd name="connsiteX64" fmla="*/ 3688689 w 13940157"/>
              <a:gd name="connsiteY64" fmla="*/ 8556295 h 9456078"/>
              <a:gd name="connsiteX65" fmla="*/ 3728860 w 13940157"/>
              <a:gd name="connsiteY65" fmla="*/ 8528517 h 9456078"/>
              <a:gd name="connsiteX66" fmla="*/ 3768779 w 13940157"/>
              <a:gd name="connsiteY66" fmla="*/ 8500351 h 9456078"/>
              <a:gd name="connsiteX67" fmla="*/ 3808443 w 13940157"/>
              <a:gd name="connsiteY67" fmla="*/ 8471796 h 9456078"/>
              <a:gd name="connsiteX68" fmla="*/ 3847849 w 13940157"/>
              <a:gd name="connsiteY68" fmla="*/ 8442854 h 9456078"/>
              <a:gd name="connsiteX69" fmla="*/ 3886994 w 13940157"/>
              <a:gd name="connsiteY69" fmla="*/ 8413528 h 9456078"/>
              <a:gd name="connsiteX70" fmla="*/ 3925875 w 13940157"/>
              <a:gd name="connsiteY70" fmla="*/ 8383818 h 9456078"/>
              <a:gd name="connsiteX71" fmla="*/ 3964489 w 13940157"/>
              <a:gd name="connsiteY71" fmla="*/ 8353726 h 9456078"/>
              <a:gd name="connsiteX72" fmla="*/ 4002833 w 13940157"/>
              <a:gd name="connsiteY72" fmla="*/ 8323253 h 9456078"/>
              <a:gd name="connsiteX73" fmla="*/ 4040904 w 13940157"/>
              <a:gd name="connsiteY73" fmla="*/ 8292401 h 9456078"/>
              <a:gd name="connsiteX74" fmla="*/ 4078699 w 13940157"/>
              <a:gd name="connsiteY74" fmla="*/ 8261172 h 9456078"/>
              <a:gd name="connsiteX75" fmla="*/ 4116214 w 13940157"/>
              <a:gd name="connsiteY75" fmla="*/ 8229566 h 9456078"/>
              <a:gd name="connsiteX76" fmla="*/ 4153447 w 13940157"/>
              <a:gd name="connsiteY76" fmla="*/ 8197585 h 9456078"/>
              <a:gd name="connsiteX77" fmla="*/ 4190395 w 13940157"/>
              <a:gd name="connsiteY77" fmla="*/ 8165232 h 9456078"/>
              <a:gd name="connsiteX78" fmla="*/ 4227055 w 13940157"/>
              <a:gd name="connsiteY78" fmla="*/ 8132507 h 9456078"/>
              <a:gd name="connsiteX79" fmla="*/ 4263424 w 13940157"/>
              <a:gd name="connsiteY79" fmla="*/ 8099411 h 9456078"/>
              <a:gd name="connsiteX80" fmla="*/ 4299499 w 13940157"/>
              <a:gd name="connsiteY80" fmla="*/ 8065947 h 9456078"/>
              <a:gd name="connsiteX81" fmla="*/ 4335276 w 13940157"/>
              <a:gd name="connsiteY81" fmla="*/ 8032115 h 9456078"/>
              <a:gd name="connsiteX82" fmla="*/ 4370753 w 13940157"/>
              <a:gd name="connsiteY82" fmla="*/ 7997918 h 9456078"/>
              <a:gd name="connsiteX83" fmla="*/ 4405927 w 13940157"/>
              <a:gd name="connsiteY83" fmla="*/ 7963356 h 9456078"/>
              <a:gd name="connsiteX84" fmla="*/ 4440795 w 13940157"/>
              <a:gd name="connsiteY84" fmla="*/ 7928432 h 9456078"/>
              <a:gd name="connsiteX85" fmla="*/ 4475354 w 13940157"/>
              <a:gd name="connsiteY85" fmla="*/ 7893146 h 9456078"/>
              <a:gd name="connsiteX86" fmla="*/ 4509600 w 13940157"/>
              <a:gd name="connsiteY86" fmla="*/ 7857501 h 9456078"/>
              <a:gd name="connsiteX87" fmla="*/ 4543531 w 13940157"/>
              <a:gd name="connsiteY87" fmla="*/ 7821497 h 9456078"/>
              <a:gd name="connsiteX88" fmla="*/ 4577143 w 13940157"/>
              <a:gd name="connsiteY88" fmla="*/ 7785136 h 9456078"/>
              <a:gd name="connsiteX89" fmla="*/ 4610435 w 13940157"/>
              <a:gd name="connsiteY89" fmla="*/ 7748420 h 9456078"/>
              <a:gd name="connsiteX90" fmla="*/ 4643402 w 13940157"/>
              <a:gd name="connsiteY90" fmla="*/ 7711350 h 9456078"/>
              <a:gd name="connsiteX91" fmla="*/ 4676042 w 13940157"/>
              <a:gd name="connsiteY91" fmla="*/ 7673928 h 9456078"/>
              <a:gd name="connsiteX92" fmla="*/ 4708351 w 13940157"/>
              <a:gd name="connsiteY92" fmla="*/ 7636155 h 9456078"/>
              <a:gd name="connsiteX93" fmla="*/ 4740327 w 13940157"/>
              <a:gd name="connsiteY93" fmla="*/ 7598032 h 9456078"/>
              <a:gd name="connsiteX94" fmla="*/ 4771967 w 13940157"/>
              <a:gd name="connsiteY94" fmla="*/ 7559561 h 9456078"/>
              <a:gd name="connsiteX95" fmla="*/ 4803267 w 13940157"/>
              <a:gd name="connsiteY95" fmla="*/ 7520744 h 9456078"/>
              <a:gd name="connsiteX96" fmla="*/ 4834225 w 13940157"/>
              <a:gd name="connsiteY96" fmla="*/ 7481582 h 9456078"/>
              <a:gd name="connsiteX97" fmla="*/ 4864838 w 13940157"/>
              <a:gd name="connsiteY97" fmla="*/ 7442077 h 9456078"/>
              <a:gd name="connsiteX98" fmla="*/ 8803671 w 13940157"/>
              <a:gd name="connsiteY98" fmla="*/ 2307814 h 9456078"/>
              <a:gd name="connsiteX99" fmla="*/ 8834262 w 13940157"/>
              <a:gd name="connsiteY99" fmla="*/ 2268285 h 9456078"/>
              <a:gd name="connsiteX100" fmla="*/ 8865156 w 13940157"/>
              <a:gd name="connsiteY100" fmla="*/ 2229056 h 9456078"/>
              <a:gd name="connsiteX101" fmla="*/ 8896349 w 13940157"/>
              <a:gd name="connsiteY101" fmla="*/ 2190127 h 9456078"/>
              <a:gd name="connsiteX102" fmla="*/ 8927839 w 13940157"/>
              <a:gd name="connsiteY102" fmla="*/ 2151500 h 9456078"/>
              <a:gd name="connsiteX103" fmla="*/ 8959624 w 13940157"/>
              <a:gd name="connsiteY103" fmla="*/ 2113176 h 9456078"/>
              <a:gd name="connsiteX104" fmla="*/ 8991701 w 13940157"/>
              <a:gd name="connsiteY104" fmla="*/ 2075157 h 9456078"/>
              <a:gd name="connsiteX105" fmla="*/ 9024069 w 13940157"/>
              <a:gd name="connsiteY105" fmla="*/ 2037442 h 9456078"/>
              <a:gd name="connsiteX106" fmla="*/ 9056725 w 13940157"/>
              <a:gd name="connsiteY106" fmla="*/ 2000034 h 9456078"/>
              <a:gd name="connsiteX107" fmla="*/ 9089667 w 13940157"/>
              <a:gd name="connsiteY107" fmla="*/ 1962934 h 9456078"/>
              <a:gd name="connsiteX108" fmla="*/ 9122892 w 13940157"/>
              <a:gd name="connsiteY108" fmla="*/ 1926142 h 9456078"/>
              <a:gd name="connsiteX109" fmla="*/ 9156398 w 13940157"/>
              <a:gd name="connsiteY109" fmla="*/ 1889660 h 9456078"/>
              <a:gd name="connsiteX110" fmla="*/ 9190183 w 13940157"/>
              <a:gd name="connsiteY110" fmla="*/ 1853489 h 9456078"/>
              <a:gd name="connsiteX111" fmla="*/ 9224245 w 13940157"/>
              <a:gd name="connsiteY111" fmla="*/ 1817630 h 9456078"/>
              <a:gd name="connsiteX112" fmla="*/ 9258581 w 13940157"/>
              <a:gd name="connsiteY112" fmla="*/ 1782084 h 9456078"/>
              <a:gd name="connsiteX113" fmla="*/ 9293189 w 13940157"/>
              <a:gd name="connsiteY113" fmla="*/ 1746853 h 9456078"/>
              <a:gd name="connsiteX114" fmla="*/ 9328066 w 13940157"/>
              <a:gd name="connsiteY114" fmla="*/ 1711937 h 9456078"/>
              <a:gd name="connsiteX115" fmla="*/ 9363211 w 13940157"/>
              <a:gd name="connsiteY115" fmla="*/ 1677337 h 9456078"/>
              <a:gd name="connsiteX116" fmla="*/ 9398621 w 13940157"/>
              <a:gd name="connsiteY116" fmla="*/ 1643056 h 9456078"/>
              <a:gd name="connsiteX117" fmla="*/ 9434294 w 13940157"/>
              <a:gd name="connsiteY117" fmla="*/ 1609093 h 9456078"/>
              <a:gd name="connsiteX118" fmla="*/ 9470227 w 13940157"/>
              <a:gd name="connsiteY118" fmla="*/ 1575450 h 9456078"/>
              <a:gd name="connsiteX119" fmla="*/ 9506418 w 13940157"/>
              <a:gd name="connsiteY119" fmla="*/ 1542128 h 9456078"/>
              <a:gd name="connsiteX120" fmla="*/ 9542866 w 13940157"/>
              <a:gd name="connsiteY120" fmla="*/ 1509129 h 9456078"/>
              <a:gd name="connsiteX121" fmla="*/ 9579567 w 13940157"/>
              <a:gd name="connsiteY121" fmla="*/ 1476452 h 9456078"/>
              <a:gd name="connsiteX122" fmla="*/ 9616519 w 13940157"/>
              <a:gd name="connsiteY122" fmla="*/ 1444101 h 9456078"/>
              <a:gd name="connsiteX123" fmla="*/ 9653720 w 13940157"/>
              <a:gd name="connsiteY123" fmla="*/ 1412075 h 9456078"/>
              <a:gd name="connsiteX124" fmla="*/ 9691168 w 13940157"/>
              <a:gd name="connsiteY124" fmla="*/ 1380375 h 9456078"/>
              <a:gd name="connsiteX125" fmla="*/ 9728861 w 13940157"/>
              <a:gd name="connsiteY125" fmla="*/ 1349004 h 9456078"/>
              <a:gd name="connsiteX126" fmla="*/ 9766795 w 13940157"/>
              <a:gd name="connsiteY126" fmla="*/ 1317962 h 9456078"/>
              <a:gd name="connsiteX127" fmla="*/ 9804970 w 13940157"/>
              <a:gd name="connsiteY127" fmla="*/ 1287250 h 9456078"/>
              <a:gd name="connsiteX128" fmla="*/ 9843382 w 13940157"/>
              <a:gd name="connsiteY128" fmla="*/ 1256869 h 9456078"/>
              <a:gd name="connsiteX129" fmla="*/ 9882029 w 13940157"/>
              <a:gd name="connsiteY129" fmla="*/ 1226820 h 9456078"/>
              <a:gd name="connsiteX130" fmla="*/ 9920909 w 13940157"/>
              <a:gd name="connsiteY130" fmla="*/ 1197105 h 9456078"/>
              <a:gd name="connsiteX131" fmla="*/ 9960020 w 13940157"/>
              <a:gd name="connsiteY131" fmla="*/ 1167725 h 9456078"/>
              <a:gd name="connsiteX132" fmla="*/ 9999359 w 13940157"/>
              <a:gd name="connsiteY132" fmla="*/ 1138681 h 9456078"/>
              <a:gd name="connsiteX133" fmla="*/ 10038924 w 13940157"/>
              <a:gd name="connsiteY133" fmla="*/ 1109974 h 9456078"/>
              <a:gd name="connsiteX134" fmla="*/ 10078713 w 13940157"/>
              <a:gd name="connsiteY134" fmla="*/ 1081604 h 9456078"/>
              <a:gd name="connsiteX135" fmla="*/ 10118724 w 13940157"/>
              <a:gd name="connsiteY135" fmla="*/ 1053574 h 9456078"/>
              <a:gd name="connsiteX136" fmla="*/ 10158954 w 13940157"/>
              <a:gd name="connsiteY136" fmla="*/ 1025884 h 9456078"/>
              <a:gd name="connsiteX137" fmla="*/ 10199400 w 13940157"/>
              <a:gd name="connsiteY137" fmla="*/ 998536 h 9456078"/>
              <a:gd name="connsiteX138" fmla="*/ 10240062 w 13940157"/>
              <a:gd name="connsiteY138" fmla="*/ 971530 h 9456078"/>
              <a:gd name="connsiteX139" fmla="*/ 10280935 w 13940157"/>
              <a:gd name="connsiteY139" fmla="*/ 944868 h 9456078"/>
              <a:gd name="connsiteX140" fmla="*/ 10322019 w 13940157"/>
              <a:gd name="connsiteY140" fmla="*/ 918551 h 9456078"/>
              <a:gd name="connsiteX141" fmla="*/ 10363310 w 13940157"/>
              <a:gd name="connsiteY141" fmla="*/ 892580 h 9456078"/>
              <a:gd name="connsiteX142" fmla="*/ 10404807 w 13940157"/>
              <a:gd name="connsiteY142" fmla="*/ 866956 h 9456078"/>
              <a:gd name="connsiteX143" fmla="*/ 10446507 w 13940157"/>
              <a:gd name="connsiteY143" fmla="*/ 841681 h 9456078"/>
              <a:gd name="connsiteX144" fmla="*/ 10488408 w 13940157"/>
              <a:gd name="connsiteY144" fmla="*/ 816754 h 9456078"/>
              <a:gd name="connsiteX145" fmla="*/ 10530507 w 13940157"/>
              <a:gd name="connsiteY145" fmla="*/ 792179 h 9456078"/>
              <a:gd name="connsiteX146" fmla="*/ 10572803 w 13940157"/>
              <a:gd name="connsiteY146" fmla="*/ 767955 h 9456078"/>
              <a:gd name="connsiteX147" fmla="*/ 10615292 w 13940157"/>
              <a:gd name="connsiteY147" fmla="*/ 744083 h 9456078"/>
              <a:gd name="connsiteX148" fmla="*/ 10657973 w 13940157"/>
              <a:gd name="connsiteY148" fmla="*/ 720566 h 9456078"/>
              <a:gd name="connsiteX149" fmla="*/ 10700844 w 13940157"/>
              <a:gd name="connsiteY149" fmla="*/ 697404 h 9456078"/>
              <a:gd name="connsiteX150" fmla="*/ 10743902 w 13940157"/>
              <a:gd name="connsiteY150" fmla="*/ 674598 h 9456078"/>
              <a:gd name="connsiteX151" fmla="*/ 10787144 w 13940157"/>
              <a:gd name="connsiteY151" fmla="*/ 652149 h 9456078"/>
              <a:gd name="connsiteX152" fmla="*/ 10830569 w 13940157"/>
              <a:gd name="connsiteY152" fmla="*/ 630059 h 9456078"/>
              <a:gd name="connsiteX153" fmla="*/ 10874174 w 13940157"/>
              <a:gd name="connsiteY153" fmla="*/ 608328 h 9456078"/>
              <a:gd name="connsiteX154" fmla="*/ 10917957 w 13940157"/>
              <a:gd name="connsiteY154" fmla="*/ 586958 h 9456078"/>
              <a:gd name="connsiteX155" fmla="*/ 10961916 w 13940157"/>
              <a:gd name="connsiteY155" fmla="*/ 565950 h 9456078"/>
              <a:gd name="connsiteX156" fmla="*/ 11006048 w 13940157"/>
              <a:gd name="connsiteY156" fmla="*/ 545304 h 9456078"/>
              <a:gd name="connsiteX157" fmla="*/ 11050351 w 13940157"/>
              <a:gd name="connsiteY157" fmla="*/ 525023 h 9456078"/>
              <a:gd name="connsiteX158" fmla="*/ 11094823 w 13940157"/>
              <a:gd name="connsiteY158" fmla="*/ 505107 h 9456078"/>
              <a:gd name="connsiteX159" fmla="*/ 11139461 w 13940157"/>
              <a:gd name="connsiteY159" fmla="*/ 485558 h 9456078"/>
              <a:gd name="connsiteX160" fmla="*/ 11184263 w 13940157"/>
              <a:gd name="connsiteY160" fmla="*/ 466376 h 9456078"/>
              <a:gd name="connsiteX161" fmla="*/ 11229228 w 13940157"/>
              <a:gd name="connsiteY161" fmla="*/ 447563 h 9456078"/>
              <a:gd name="connsiteX162" fmla="*/ 11274351 w 13940157"/>
              <a:gd name="connsiteY162" fmla="*/ 429119 h 9456078"/>
              <a:gd name="connsiteX163" fmla="*/ 11319632 w 13940157"/>
              <a:gd name="connsiteY163" fmla="*/ 411046 h 9456078"/>
              <a:gd name="connsiteX164" fmla="*/ 11365068 w 13940157"/>
              <a:gd name="connsiteY164" fmla="*/ 393346 h 9456078"/>
              <a:gd name="connsiteX165" fmla="*/ 11410657 w 13940157"/>
              <a:gd name="connsiteY165" fmla="*/ 376018 h 9456078"/>
              <a:gd name="connsiteX166" fmla="*/ 11456396 w 13940157"/>
              <a:gd name="connsiteY166" fmla="*/ 359065 h 9456078"/>
              <a:gd name="connsiteX167" fmla="*/ 11502283 w 13940157"/>
              <a:gd name="connsiteY167" fmla="*/ 342487 h 9456078"/>
              <a:gd name="connsiteX168" fmla="*/ 11548316 w 13940157"/>
              <a:gd name="connsiteY168" fmla="*/ 326286 h 9456078"/>
              <a:gd name="connsiteX169" fmla="*/ 11594492 w 13940157"/>
              <a:gd name="connsiteY169" fmla="*/ 310462 h 9456078"/>
              <a:gd name="connsiteX170" fmla="*/ 11640810 w 13940157"/>
              <a:gd name="connsiteY170" fmla="*/ 295018 h 9456078"/>
              <a:gd name="connsiteX171" fmla="*/ 11687267 w 13940157"/>
              <a:gd name="connsiteY171" fmla="*/ 279953 h 9456078"/>
              <a:gd name="connsiteX172" fmla="*/ 11733860 w 13940157"/>
              <a:gd name="connsiteY172" fmla="*/ 265269 h 9456078"/>
              <a:gd name="connsiteX173" fmla="*/ 11780587 w 13940157"/>
              <a:gd name="connsiteY173" fmla="*/ 250968 h 9456078"/>
              <a:gd name="connsiteX174" fmla="*/ 11827447 w 13940157"/>
              <a:gd name="connsiteY174" fmla="*/ 237049 h 9456078"/>
              <a:gd name="connsiteX175" fmla="*/ 11874436 w 13940157"/>
              <a:gd name="connsiteY175" fmla="*/ 223516 h 9456078"/>
              <a:gd name="connsiteX176" fmla="*/ 11921553 w 13940157"/>
              <a:gd name="connsiteY176" fmla="*/ 210368 h 9456078"/>
              <a:gd name="connsiteX177" fmla="*/ 11968794 w 13940157"/>
              <a:gd name="connsiteY177" fmla="*/ 197606 h 9456078"/>
              <a:gd name="connsiteX178" fmla="*/ 12016159 w 13940157"/>
              <a:gd name="connsiteY178" fmla="*/ 185233 h 9456078"/>
              <a:gd name="connsiteX179" fmla="*/ 12063644 w 13940157"/>
              <a:gd name="connsiteY179" fmla="*/ 173248 h 9456078"/>
              <a:gd name="connsiteX180" fmla="*/ 12111248 w 13940157"/>
              <a:gd name="connsiteY180" fmla="*/ 161654 h 9456078"/>
              <a:gd name="connsiteX181" fmla="*/ 12158967 w 13940157"/>
              <a:gd name="connsiteY181" fmla="*/ 150451 h 9456078"/>
              <a:gd name="connsiteX182" fmla="*/ 12206800 w 13940157"/>
              <a:gd name="connsiteY182" fmla="*/ 139640 h 9456078"/>
              <a:gd name="connsiteX183" fmla="*/ 12254745 w 13940157"/>
              <a:gd name="connsiteY183" fmla="*/ 129223 h 9456078"/>
              <a:gd name="connsiteX184" fmla="*/ 12302799 w 13940157"/>
              <a:gd name="connsiteY184" fmla="*/ 119201 h 9456078"/>
              <a:gd name="connsiteX185" fmla="*/ 12350959 w 13940157"/>
              <a:gd name="connsiteY185" fmla="*/ 109574 h 9456078"/>
              <a:gd name="connsiteX186" fmla="*/ 12399224 w 13940157"/>
              <a:gd name="connsiteY186" fmla="*/ 100344 h 9456078"/>
              <a:gd name="connsiteX187" fmla="*/ 12447591 w 13940157"/>
              <a:gd name="connsiteY187" fmla="*/ 91512 h 9456078"/>
              <a:gd name="connsiteX188" fmla="*/ 12496058 w 13940157"/>
              <a:gd name="connsiteY188" fmla="*/ 83080 h 9456078"/>
              <a:gd name="connsiteX189" fmla="*/ 12544623 w 13940157"/>
              <a:gd name="connsiteY189" fmla="*/ 75047 h 9456078"/>
              <a:gd name="connsiteX190" fmla="*/ 12593283 w 13940157"/>
              <a:gd name="connsiteY190" fmla="*/ 67417 h 9456078"/>
              <a:gd name="connsiteX191" fmla="*/ 12642036 w 13940157"/>
              <a:gd name="connsiteY191" fmla="*/ 60188 h 9456078"/>
              <a:gd name="connsiteX192" fmla="*/ 12690879 w 13940157"/>
              <a:gd name="connsiteY192" fmla="*/ 53364 h 9456078"/>
              <a:gd name="connsiteX193" fmla="*/ 12739811 w 13940157"/>
              <a:gd name="connsiteY193" fmla="*/ 46944 h 9456078"/>
              <a:gd name="connsiteX194" fmla="*/ 12788830 w 13940157"/>
              <a:gd name="connsiteY194" fmla="*/ 40931 h 9456078"/>
              <a:gd name="connsiteX195" fmla="*/ 12837932 w 13940157"/>
              <a:gd name="connsiteY195" fmla="*/ 35324 h 9456078"/>
              <a:gd name="connsiteX196" fmla="*/ 12887116 w 13940157"/>
              <a:gd name="connsiteY196" fmla="*/ 30126 h 9456078"/>
              <a:gd name="connsiteX197" fmla="*/ 12936379 w 13940157"/>
              <a:gd name="connsiteY197" fmla="*/ 25337 h 9456078"/>
              <a:gd name="connsiteX198" fmla="*/ 12985719 w 13940157"/>
              <a:gd name="connsiteY198" fmla="*/ 20958 h 9456078"/>
              <a:gd name="connsiteX199" fmla="*/ 13035133 w 13940157"/>
              <a:gd name="connsiteY199" fmla="*/ 16991 h 9456078"/>
              <a:gd name="connsiteX200" fmla="*/ 13084620 w 13940157"/>
              <a:gd name="connsiteY200" fmla="*/ 13437 h 9456078"/>
              <a:gd name="connsiteX201" fmla="*/ 13134178 w 13940157"/>
              <a:gd name="connsiteY201" fmla="*/ 10297 h 9456078"/>
              <a:gd name="connsiteX202" fmla="*/ 13183803 w 13940157"/>
              <a:gd name="connsiteY202" fmla="*/ 7572 h 9456078"/>
              <a:gd name="connsiteX203" fmla="*/ 13233493 w 13940157"/>
              <a:gd name="connsiteY203" fmla="*/ 5263 h 9456078"/>
              <a:gd name="connsiteX204" fmla="*/ 13283247 w 13940157"/>
              <a:gd name="connsiteY204" fmla="*/ 3371 h 9456078"/>
              <a:gd name="connsiteX205" fmla="*/ 13333061 w 13940157"/>
              <a:gd name="connsiteY205" fmla="*/ 1898 h 9456078"/>
              <a:gd name="connsiteX206" fmla="*/ 13382934 w 13940157"/>
              <a:gd name="connsiteY206" fmla="*/ 844 h 9456078"/>
              <a:gd name="connsiteX207" fmla="*/ 13432864 w 13940157"/>
              <a:gd name="connsiteY207" fmla="*/ 211 h 9456078"/>
              <a:gd name="connsiteX208" fmla="*/ 13482847 w 13940157"/>
              <a:gd name="connsiteY208" fmla="*/ 0 h 9456078"/>
              <a:gd name="connsiteX209" fmla="*/ 13940158 w 13940157"/>
              <a:gd name="connsiteY209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49234 w 13158799"/>
              <a:gd name="connsiteY5" fmla="*/ 9450052 h 9456078"/>
              <a:gd name="connsiteX6" fmla="*/ 298870 w 13158799"/>
              <a:gd name="connsiteY6" fmla="*/ 9447409 h 9456078"/>
              <a:gd name="connsiteX7" fmla="*/ 348429 w 13158799"/>
              <a:gd name="connsiteY7" fmla="*/ 9444290 h 9456078"/>
              <a:gd name="connsiteX8" fmla="*/ 397907 w 13158799"/>
              <a:gd name="connsiteY8" fmla="*/ 9440698 h 9456078"/>
              <a:gd name="connsiteX9" fmla="*/ 447302 w 13158799"/>
              <a:gd name="connsiteY9" fmla="*/ 9436632 h 9456078"/>
              <a:gd name="connsiteX10" fmla="*/ 496610 w 13158799"/>
              <a:gd name="connsiteY10" fmla="*/ 9432096 h 9456078"/>
              <a:gd name="connsiteX11" fmla="*/ 545829 w 13158799"/>
              <a:gd name="connsiteY11" fmla="*/ 9427089 h 9456078"/>
              <a:gd name="connsiteX12" fmla="*/ 594956 w 13158799"/>
              <a:gd name="connsiteY12" fmla="*/ 9421615 h 9456078"/>
              <a:gd name="connsiteX13" fmla="*/ 643987 w 13158799"/>
              <a:gd name="connsiteY13" fmla="*/ 9415673 h 9456078"/>
              <a:gd name="connsiteX14" fmla="*/ 692920 w 13158799"/>
              <a:gd name="connsiteY14" fmla="*/ 9409267 h 9456078"/>
              <a:gd name="connsiteX15" fmla="*/ 741751 w 13158799"/>
              <a:gd name="connsiteY15" fmla="*/ 9402396 h 9456078"/>
              <a:gd name="connsiteX16" fmla="*/ 790478 w 13158799"/>
              <a:gd name="connsiteY16" fmla="*/ 9395063 h 9456078"/>
              <a:gd name="connsiteX17" fmla="*/ 839098 w 13158799"/>
              <a:gd name="connsiteY17" fmla="*/ 9387270 h 9456078"/>
              <a:gd name="connsiteX18" fmla="*/ 887607 w 13158799"/>
              <a:gd name="connsiteY18" fmla="*/ 9379017 h 9456078"/>
              <a:gd name="connsiteX19" fmla="*/ 936002 w 13158799"/>
              <a:gd name="connsiteY19" fmla="*/ 9370306 h 9456078"/>
              <a:gd name="connsiteX20" fmla="*/ 984281 w 13158799"/>
              <a:gd name="connsiteY20" fmla="*/ 9361139 h 9456078"/>
              <a:gd name="connsiteX21" fmla="*/ 1032440 w 13158799"/>
              <a:gd name="connsiteY21" fmla="*/ 9351517 h 9456078"/>
              <a:gd name="connsiteX22" fmla="*/ 1080477 w 13158799"/>
              <a:gd name="connsiteY22" fmla="*/ 9341441 h 9456078"/>
              <a:gd name="connsiteX23" fmla="*/ 1128389 w 13158799"/>
              <a:gd name="connsiteY23" fmla="*/ 9330914 h 9456078"/>
              <a:gd name="connsiteX24" fmla="*/ 1176172 w 13158799"/>
              <a:gd name="connsiteY24" fmla="*/ 9319936 h 9456078"/>
              <a:gd name="connsiteX25" fmla="*/ 1223823 w 13158799"/>
              <a:gd name="connsiteY25" fmla="*/ 9308509 h 9456078"/>
              <a:gd name="connsiteX26" fmla="*/ 1271339 w 13158799"/>
              <a:gd name="connsiteY26" fmla="*/ 9296635 h 9456078"/>
              <a:gd name="connsiteX27" fmla="*/ 1318719 w 13158799"/>
              <a:gd name="connsiteY27" fmla="*/ 9284315 h 9456078"/>
              <a:gd name="connsiteX28" fmla="*/ 1365957 w 13158799"/>
              <a:gd name="connsiteY28" fmla="*/ 9271550 h 9456078"/>
              <a:gd name="connsiteX29" fmla="*/ 1413052 w 13158799"/>
              <a:gd name="connsiteY29" fmla="*/ 9258342 h 9456078"/>
              <a:gd name="connsiteX30" fmla="*/ 1460000 w 13158799"/>
              <a:gd name="connsiteY30" fmla="*/ 9244693 h 9456078"/>
              <a:gd name="connsiteX31" fmla="*/ 1506799 w 13158799"/>
              <a:gd name="connsiteY31" fmla="*/ 9230604 h 9456078"/>
              <a:gd name="connsiteX32" fmla="*/ 1553445 w 13158799"/>
              <a:gd name="connsiteY32" fmla="*/ 9216076 h 9456078"/>
              <a:gd name="connsiteX33" fmla="*/ 1599935 w 13158799"/>
              <a:gd name="connsiteY33" fmla="*/ 9201111 h 9456078"/>
              <a:gd name="connsiteX34" fmla="*/ 1646267 w 13158799"/>
              <a:gd name="connsiteY34" fmla="*/ 9185710 h 9456078"/>
              <a:gd name="connsiteX35" fmla="*/ 1692437 w 13158799"/>
              <a:gd name="connsiteY35" fmla="*/ 9169876 h 9456078"/>
              <a:gd name="connsiteX36" fmla="*/ 1738442 w 13158799"/>
              <a:gd name="connsiteY36" fmla="*/ 9153608 h 9456078"/>
              <a:gd name="connsiteX37" fmla="*/ 1784280 w 13158799"/>
              <a:gd name="connsiteY37" fmla="*/ 9136910 h 9456078"/>
              <a:gd name="connsiteX38" fmla="*/ 1829947 w 13158799"/>
              <a:gd name="connsiteY38" fmla="*/ 9119782 h 9456078"/>
              <a:gd name="connsiteX39" fmla="*/ 1875440 w 13158799"/>
              <a:gd name="connsiteY39" fmla="*/ 9102226 h 9456078"/>
              <a:gd name="connsiteX40" fmla="*/ 1920756 w 13158799"/>
              <a:gd name="connsiteY40" fmla="*/ 9084243 h 9456078"/>
              <a:gd name="connsiteX41" fmla="*/ 1965893 w 13158799"/>
              <a:gd name="connsiteY41" fmla="*/ 9065835 h 9456078"/>
              <a:gd name="connsiteX42" fmla="*/ 2010847 w 13158799"/>
              <a:gd name="connsiteY42" fmla="*/ 9047004 h 9456078"/>
              <a:gd name="connsiteX43" fmla="*/ 2055615 w 13158799"/>
              <a:gd name="connsiteY43" fmla="*/ 9027750 h 9456078"/>
              <a:gd name="connsiteX44" fmla="*/ 2100195 w 13158799"/>
              <a:gd name="connsiteY44" fmla="*/ 9008075 h 9456078"/>
              <a:gd name="connsiteX45" fmla="*/ 2144582 w 13158799"/>
              <a:gd name="connsiteY45" fmla="*/ 8987981 h 9456078"/>
              <a:gd name="connsiteX46" fmla="*/ 2188775 w 13158799"/>
              <a:gd name="connsiteY46" fmla="*/ 8967470 h 9456078"/>
              <a:gd name="connsiteX47" fmla="*/ 2232770 w 13158799"/>
              <a:gd name="connsiteY47" fmla="*/ 8946542 h 9456078"/>
              <a:gd name="connsiteX48" fmla="*/ 2276564 w 13158799"/>
              <a:gd name="connsiteY48" fmla="*/ 8925199 h 9456078"/>
              <a:gd name="connsiteX49" fmla="*/ 2320154 w 13158799"/>
              <a:gd name="connsiteY49" fmla="*/ 8903443 h 9456078"/>
              <a:gd name="connsiteX50" fmla="*/ 2363538 w 13158799"/>
              <a:gd name="connsiteY50" fmla="*/ 8881275 h 9456078"/>
              <a:gd name="connsiteX51" fmla="*/ 2406711 w 13158799"/>
              <a:gd name="connsiteY51" fmla="*/ 8858697 h 9456078"/>
              <a:gd name="connsiteX52" fmla="*/ 2449672 w 13158799"/>
              <a:gd name="connsiteY52" fmla="*/ 8835710 h 9456078"/>
              <a:gd name="connsiteX53" fmla="*/ 2492417 w 13158799"/>
              <a:gd name="connsiteY53" fmla="*/ 8812316 h 9456078"/>
              <a:gd name="connsiteX54" fmla="*/ 2534943 w 13158799"/>
              <a:gd name="connsiteY54" fmla="*/ 8788516 h 9456078"/>
              <a:gd name="connsiteX55" fmla="*/ 2577247 w 13158799"/>
              <a:gd name="connsiteY55" fmla="*/ 8764311 h 9456078"/>
              <a:gd name="connsiteX56" fmla="*/ 2619326 w 13158799"/>
              <a:gd name="connsiteY56" fmla="*/ 8739704 h 9456078"/>
              <a:gd name="connsiteX57" fmla="*/ 2661177 w 13158799"/>
              <a:gd name="connsiteY57" fmla="*/ 8714695 h 9456078"/>
              <a:gd name="connsiteX58" fmla="*/ 2702797 w 13158799"/>
              <a:gd name="connsiteY58" fmla="*/ 8689286 h 9456078"/>
              <a:gd name="connsiteX59" fmla="*/ 2744183 w 13158799"/>
              <a:gd name="connsiteY59" fmla="*/ 8663479 h 9456078"/>
              <a:gd name="connsiteX60" fmla="*/ 2785333 w 13158799"/>
              <a:gd name="connsiteY60" fmla="*/ 8637274 h 9456078"/>
              <a:gd name="connsiteX61" fmla="*/ 2826242 w 13158799"/>
              <a:gd name="connsiteY61" fmla="*/ 8610675 h 9456078"/>
              <a:gd name="connsiteX62" fmla="*/ 2866908 w 13158799"/>
              <a:gd name="connsiteY62" fmla="*/ 8583681 h 9456078"/>
              <a:gd name="connsiteX63" fmla="*/ 2907329 w 13158799"/>
              <a:gd name="connsiteY63" fmla="*/ 8556295 h 9456078"/>
              <a:gd name="connsiteX64" fmla="*/ 2947500 w 13158799"/>
              <a:gd name="connsiteY64" fmla="*/ 8528517 h 9456078"/>
              <a:gd name="connsiteX65" fmla="*/ 2987419 w 13158799"/>
              <a:gd name="connsiteY65" fmla="*/ 8500351 h 9456078"/>
              <a:gd name="connsiteX66" fmla="*/ 3027083 w 13158799"/>
              <a:gd name="connsiteY66" fmla="*/ 8471796 h 9456078"/>
              <a:gd name="connsiteX67" fmla="*/ 3066489 w 13158799"/>
              <a:gd name="connsiteY67" fmla="*/ 8442854 h 9456078"/>
              <a:gd name="connsiteX68" fmla="*/ 3105634 w 13158799"/>
              <a:gd name="connsiteY68" fmla="*/ 8413528 h 9456078"/>
              <a:gd name="connsiteX69" fmla="*/ 3144515 w 13158799"/>
              <a:gd name="connsiteY69" fmla="*/ 8383818 h 9456078"/>
              <a:gd name="connsiteX70" fmla="*/ 3183129 w 13158799"/>
              <a:gd name="connsiteY70" fmla="*/ 8353726 h 9456078"/>
              <a:gd name="connsiteX71" fmla="*/ 3221473 w 13158799"/>
              <a:gd name="connsiteY71" fmla="*/ 8323253 h 9456078"/>
              <a:gd name="connsiteX72" fmla="*/ 3259544 w 13158799"/>
              <a:gd name="connsiteY72" fmla="*/ 8292401 h 9456078"/>
              <a:gd name="connsiteX73" fmla="*/ 3297339 w 13158799"/>
              <a:gd name="connsiteY73" fmla="*/ 8261172 h 9456078"/>
              <a:gd name="connsiteX74" fmla="*/ 3334854 w 13158799"/>
              <a:gd name="connsiteY74" fmla="*/ 8229566 h 9456078"/>
              <a:gd name="connsiteX75" fmla="*/ 3372087 w 13158799"/>
              <a:gd name="connsiteY75" fmla="*/ 8197585 h 9456078"/>
              <a:gd name="connsiteX76" fmla="*/ 3409035 w 13158799"/>
              <a:gd name="connsiteY76" fmla="*/ 8165232 h 9456078"/>
              <a:gd name="connsiteX77" fmla="*/ 3445695 w 13158799"/>
              <a:gd name="connsiteY77" fmla="*/ 8132507 h 9456078"/>
              <a:gd name="connsiteX78" fmla="*/ 3482064 w 13158799"/>
              <a:gd name="connsiteY78" fmla="*/ 8099411 h 9456078"/>
              <a:gd name="connsiteX79" fmla="*/ 3518139 w 13158799"/>
              <a:gd name="connsiteY79" fmla="*/ 8065947 h 9456078"/>
              <a:gd name="connsiteX80" fmla="*/ 3553916 w 13158799"/>
              <a:gd name="connsiteY80" fmla="*/ 8032115 h 9456078"/>
              <a:gd name="connsiteX81" fmla="*/ 3589393 w 13158799"/>
              <a:gd name="connsiteY81" fmla="*/ 7997918 h 9456078"/>
              <a:gd name="connsiteX82" fmla="*/ 3624567 w 13158799"/>
              <a:gd name="connsiteY82" fmla="*/ 7963356 h 9456078"/>
              <a:gd name="connsiteX83" fmla="*/ 3659435 w 13158799"/>
              <a:gd name="connsiteY83" fmla="*/ 7928432 h 9456078"/>
              <a:gd name="connsiteX84" fmla="*/ 3693994 w 13158799"/>
              <a:gd name="connsiteY84" fmla="*/ 7893146 h 9456078"/>
              <a:gd name="connsiteX85" fmla="*/ 3728240 w 13158799"/>
              <a:gd name="connsiteY85" fmla="*/ 7857501 h 9456078"/>
              <a:gd name="connsiteX86" fmla="*/ 3762171 w 13158799"/>
              <a:gd name="connsiteY86" fmla="*/ 7821497 h 9456078"/>
              <a:gd name="connsiteX87" fmla="*/ 3795783 w 13158799"/>
              <a:gd name="connsiteY87" fmla="*/ 7785136 h 9456078"/>
              <a:gd name="connsiteX88" fmla="*/ 3829075 w 13158799"/>
              <a:gd name="connsiteY88" fmla="*/ 7748420 h 9456078"/>
              <a:gd name="connsiteX89" fmla="*/ 3862042 w 13158799"/>
              <a:gd name="connsiteY89" fmla="*/ 7711350 h 9456078"/>
              <a:gd name="connsiteX90" fmla="*/ 3894682 w 13158799"/>
              <a:gd name="connsiteY90" fmla="*/ 7673928 h 9456078"/>
              <a:gd name="connsiteX91" fmla="*/ 3926991 w 13158799"/>
              <a:gd name="connsiteY91" fmla="*/ 7636155 h 9456078"/>
              <a:gd name="connsiteX92" fmla="*/ 3958967 w 13158799"/>
              <a:gd name="connsiteY92" fmla="*/ 7598032 h 9456078"/>
              <a:gd name="connsiteX93" fmla="*/ 3990607 w 13158799"/>
              <a:gd name="connsiteY93" fmla="*/ 7559561 h 9456078"/>
              <a:gd name="connsiteX94" fmla="*/ 4021907 w 13158799"/>
              <a:gd name="connsiteY94" fmla="*/ 7520744 h 9456078"/>
              <a:gd name="connsiteX95" fmla="*/ 4052865 w 13158799"/>
              <a:gd name="connsiteY95" fmla="*/ 7481582 h 9456078"/>
              <a:gd name="connsiteX96" fmla="*/ 4083478 w 13158799"/>
              <a:gd name="connsiteY96" fmla="*/ 7442077 h 9456078"/>
              <a:gd name="connsiteX97" fmla="*/ 8022311 w 13158799"/>
              <a:gd name="connsiteY97" fmla="*/ 2307814 h 9456078"/>
              <a:gd name="connsiteX98" fmla="*/ 8052902 w 13158799"/>
              <a:gd name="connsiteY98" fmla="*/ 2268285 h 9456078"/>
              <a:gd name="connsiteX99" fmla="*/ 8083796 w 13158799"/>
              <a:gd name="connsiteY99" fmla="*/ 2229056 h 9456078"/>
              <a:gd name="connsiteX100" fmla="*/ 8114989 w 13158799"/>
              <a:gd name="connsiteY100" fmla="*/ 2190127 h 9456078"/>
              <a:gd name="connsiteX101" fmla="*/ 8146479 w 13158799"/>
              <a:gd name="connsiteY101" fmla="*/ 2151500 h 9456078"/>
              <a:gd name="connsiteX102" fmla="*/ 8178264 w 13158799"/>
              <a:gd name="connsiteY102" fmla="*/ 2113176 h 9456078"/>
              <a:gd name="connsiteX103" fmla="*/ 8210341 w 13158799"/>
              <a:gd name="connsiteY103" fmla="*/ 2075157 h 9456078"/>
              <a:gd name="connsiteX104" fmla="*/ 8242709 w 13158799"/>
              <a:gd name="connsiteY104" fmla="*/ 2037442 h 9456078"/>
              <a:gd name="connsiteX105" fmla="*/ 8275365 w 13158799"/>
              <a:gd name="connsiteY105" fmla="*/ 2000034 h 9456078"/>
              <a:gd name="connsiteX106" fmla="*/ 8308307 w 13158799"/>
              <a:gd name="connsiteY106" fmla="*/ 1962934 h 9456078"/>
              <a:gd name="connsiteX107" fmla="*/ 8341532 w 13158799"/>
              <a:gd name="connsiteY107" fmla="*/ 1926142 h 9456078"/>
              <a:gd name="connsiteX108" fmla="*/ 8375038 w 13158799"/>
              <a:gd name="connsiteY108" fmla="*/ 1889660 h 9456078"/>
              <a:gd name="connsiteX109" fmla="*/ 8408823 w 13158799"/>
              <a:gd name="connsiteY109" fmla="*/ 1853489 h 9456078"/>
              <a:gd name="connsiteX110" fmla="*/ 8442885 w 13158799"/>
              <a:gd name="connsiteY110" fmla="*/ 1817630 h 9456078"/>
              <a:gd name="connsiteX111" fmla="*/ 8477221 w 13158799"/>
              <a:gd name="connsiteY111" fmla="*/ 1782084 h 9456078"/>
              <a:gd name="connsiteX112" fmla="*/ 8511829 w 13158799"/>
              <a:gd name="connsiteY112" fmla="*/ 1746853 h 9456078"/>
              <a:gd name="connsiteX113" fmla="*/ 8546706 w 13158799"/>
              <a:gd name="connsiteY113" fmla="*/ 1711937 h 9456078"/>
              <a:gd name="connsiteX114" fmla="*/ 8581851 w 13158799"/>
              <a:gd name="connsiteY114" fmla="*/ 1677337 h 9456078"/>
              <a:gd name="connsiteX115" fmla="*/ 8617261 w 13158799"/>
              <a:gd name="connsiteY115" fmla="*/ 1643056 h 9456078"/>
              <a:gd name="connsiteX116" fmla="*/ 8652934 w 13158799"/>
              <a:gd name="connsiteY116" fmla="*/ 1609093 h 9456078"/>
              <a:gd name="connsiteX117" fmla="*/ 8688867 w 13158799"/>
              <a:gd name="connsiteY117" fmla="*/ 1575450 h 9456078"/>
              <a:gd name="connsiteX118" fmla="*/ 8725058 w 13158799"/>
              <a:gd name="connsiteY118" fmla="*/ 1542128 h 9456078"/>
              <a:gd name="connsiteX119" fmla="*/ 8761506 w 13158799"/>
              <a:gd name="connsiteY119" fmla="*/ 1509129 h 9456078"/>
              <a:gd name="connsiteX120" fmla="*/ 8798207 w 13158799"/>
              <a:gd name="connsiteY120" fmla="*/ 1476452 h 9456078"/>
              <a:gd name="connsiteX121" fmla="*/ 8835159 w 13158799"/>
              <a:gd name="connsiteY121" fmla="*/ 1444101 h 9456078"/>
              <a:gd name="connsiteX122" fmla="*/ 8872360 w 13158799"/>
              <a:gd name="connsiteY122" fmla="*/ 1412075 h 9456078"/>
              <a:gd name="connsiteX123" fmla="*/ 8909808 w 13158799"/>
              <a:gd name="connsiteY123" fmla="*/ 1380375 h 9456078"/>
              <a:gd name="connsiteX124" fmla="*/ 8947501 w 13158799"/>
              <a:gd name="connsiteY124" fmla="*/ 1349004 h 9456078"/>
              <a:gd name="connsiteX125" fmla="*/ 8985435 w 13158799"/>
              <a:gd name="connsiteY125" fmla="*/ 1317962 h 9456078"/>
              <a:gd name="connsiteX126" fmla="*/ 9023610 w 13158799"/>
              <a:gd name="connsiteY126" fmla="*/ 1287250 h 9456078"/>
              <a:gd name="connsiteX127" fmla="*/ 9062022 w 13158799"/>
              <a:gd name="connsiteY127" fmla="*/ 1256869 h 9456078"/>
              <a:gd name="connsiteX128" fmla="*/ 9100669 w 13158799"/>
              <a:gd name="connsiteY128" fmla="*/ 1226820 h 9456078"/>
              <a:gd name="connsiteX129" fmla="*/ 9139549 w 13158799"/>
              <a:gd name="connsiteY129" fmla="*/ 1197105 h 9456078"/>
              <a:gd name="connsiteX130" fmla="*/ 9178660 w 13158799"/>
              <a:gd name="connsiteY130" fmla="*/ 1167725 h 9456078"/>
              <a:gd name="connsiteX131" fmla="*/ 9217999 w 13158799"/>
              <a:gd name="connsiteY131" fmla="*/ 1138681 h 9456078"/>
              <a:gd name="connsiteX132" fmla="*/ 9257564 w 13158799"/>
              <a:gd name="connsiteY132" fmla="*/ 1109974 h 9456078"/>
              <a:gd name="connsiteX133" fmla="*/ 9297353 w 13158799"/>
              <a:gd name="connsiteY133" fmla="*/ 1081604 h 9456078"/>
              <a:gd name="connsiteX134" fmla="*/ 9337364 w 13158799"/>
              <a:gd name="connsiteY134" fmla="*/ 1053574 h 9456078"/>
              <a:gd name="connsiteX135" fmla="*/ 9377594 w 13158799"/>
              <a:gd name="connsiteY135" fmla="*/ 1025884 h 9456078"/>
              <a:gd name="connsiteX136" fmla="*/ 9418040 w 13158799"/>
              <a:gd name="connsiteY136" fmla="*/ 998536 h 9456078"/>
              <a:gd name="connsiteX137" fmla="*/ 9458702 w 13158799"/>
              <a:gd name="connsiteY137" fmla="*/ 971530 h 9456078"/>
              <a:gd name="connsiteX138" fmla="*/ 9499575 w 13158799"/>
              <a:gd name="connsiteY138" fmla="*/ 944868 h 9456078"/>
              <a:gd name="connsiteX139" fmla="*/ 9540659 w 13158799"/>
              <a:gd name="connsiteY139" fmla="*/ 918551 h 9456078"/>
              <a:gd name="connsiteX140" fmla="*/ 9581950 w 13158799"/>
              <a:gd name="connsiteY140" fmla="*/ 892580 h 9456078"/>
              <a:gd name="connsiteX141" fmla="*/ 9623447 w 13158799"/>
              <a:gd name="connsiteY141" fmla="*/ 866956 h 9456078"/>
              <a:gd name="connsiteX142" fmla="*/ 9665147 w 13158799"/>
              <a:gd name="connsiteY142" fmla="*/ 841681 h 9456078"/>
              <a:gd name="connsiteX143" fmla="*/ 9707048 w 13158799"/>
              <a:gd name="connsiteY143" fmla="*/ 816754 h 9456078"/>
              <a:gd name="connsiteX144" fmla="*/ 9749147 w 13158799"/>
              <a:gd name="connsiteY144" fmla="*/ 792179 h 9456078"/>
              <a:gd name="connsiteX145" fmla="*/ 9791443 w 13158799"/>
              <a:gd name="connsiteY145" fmla="*/ 767955 h 9456078"/>
              <a:gd name="connsiteX146" fmla="*/ 9833932 w 13158799"/>
              <a:gd name="connsiteY146" fmla="*/ 744083 h 9456078"/>
              <a:gd name="connsiteX147" fmla="*/ 9876613 w 13158799"/>
              <a:gd name="connsiteY147" fmla="*/ 720566 h 9456078"/>
              <a:gd name="connsiteX148" fmla="*/ 9919484 w 13158799"/>
              <a:gd name="connsiteY148" fmla="*/ 697404 h 9456078"/>
              <a:gd name="connsiteX149" fmla="*/ 9962542 w 13158799"/>
              <a:gd name="connsiteY149" fmla="*/ 674598 h 9456078"/>
              <a:gd name="connsiteX150" fmla="*/ 10005784 w 13158799"/>
              <a:gd name="connsiteY150" fmla="*/ 652149 h 9456078"/>
              <a:gd name="connsiteX151" fmla="*/ 10049209 w 13158799"/>
              <a:gd name="connsiteY151" fmla="*/ 630059 h 9456078"/>
              <a:gd name="connsiteX152" fmla="*/ 10092814 w 13158799"/>
              <a:gd name="connsiteY152" fmla="*/ 608328 h 9456078"/>
              <a:gd name="connsiteX153" fmla="*/ 10136597 w 13158799"/>
              <a:gd name="connsiteY153" fmla="*/ 586958 h 9456078"/>
              <a:gd name="connsiteX154" fmla="*/ 10180556 w 13158799"/>
              <a:gd name="connsiteY154" fmla="*/ 565950 h 9456078"/>
              <a:gd name="connsiteX155" fmla="*/ 10224688 w 13158799"/>
              <a:gd name="connsiteY155" fmla="*/ 545304 h 9456078"/>
              <a:gd name="connsiteX156" fmla="*/ 10268991 w 13158799"/>
              <a:gd name="connsiteY156" fmla="*/ 525023 h 9456078"/>
              <a:gd name="connsiteX157" fmla="*/ 10313463 w 13158799"/>
              <a:gd name="connsiteY157" fmla="*/ 505107 h 9456078"/>
              <a:gd name="connsiteX158" fmla="*/ 10358101 w 13158799"/>
              <a:gd name="connsiteY158" fmla="*/ 485558 h 9456078"/>
              <a:gd name="connsiteX159" fmla="*/ 10402903 w 13158799"/>
              <a:gd name="connsiteY159" fmla="*/ 466376 h 9456078"/>
              <a:gd name="connsiteX160" fmla="*/ 10447868 w 13158799"/>
              <a:gd name="connsiteY160" fmla="*/ 447563 h 9456078"/>
              <a:gd name="connsiteX161" fmla="*/ 10492991 w 13158799"/>
              <a:gd name="connsiteY161" fmla="*/ 429119 h 9456078"/>
              <a:gd name="connsiteX162" fmla="*/ 10538272 w 13158799"/>
              <a:gd name="connsiteY162" fmla="*/ 411046 h 9456078"/>
              <a:gd name="connsiteX163" fmla="*/ 10583708 w 13158799"/>
              <a:gd name="connsiteY163" fmla="*/ 393346 h 9456078"/>
              <a:gd name="connsiteX164" fmla="*/ 10629297 w 13158799"/>
              <a:gd name="connsiteY164" fmla="*/ 376018 h 9456078"/>
              <a:gd name="connsiteX165" fmla="*/ 10675036 w 13158799"/>
              <a:gd name="connsiteY165" fmla="*/ 359065 h 9456078"/>
              <a:gd name="connsiteX166" fmla="*/ 10720923 w 13158799"/>
              <a:gd name="connsiteY166" fmla="*/ 342487 h 9456078"/>
              <a:gd name="connsiteX167" fmla="*/ 10766956 w 13158799"/>
              <a:gd name="connsiteY167" fmla="*/ 326286 h 9456078"/>
              <a:gd name="connsiteX168" fmla="*/ 10813132 w 13158799"/>
              <a:gd name="connsiteY168" fmla="*/ 310462 h 9456078"/>
              <a:gd name="connsiteX169" fmla="*/ 10859450 w 13158799"/>
              <a:gd name="connsiteY169" fmla="*/ 295018 h 9456078"/>
              <a:gd name="connsiteX170" fmla="*/ 10905907 w 13158799"/>
              <a:gd name="connsiteY170" fmla="*/ 279953 h 9456078"/>
              <a:gd name="connsiteX171" fmla="*/ 10952500 w 13158799"/>
              <a:gd name="connsiteY171" fmla="*/ 265269 h 9456078"/>
              <a:gd name="connsiteX172" fmla="*/ 10999227 w 13158799"/>
              <a:gd name="connsiteY172" fmla="*/ 250968 h 9456078"/>
              <a:gd name="connsiteX173" fmla="*/ 11046087 w 13158799"/>
              <a:gd name="connsiteY173" fmla="*/ 237049 h 9456078"/>
              <a:gd name="connsiteX174" fmla="*/ 11093076 w 13158799"/>
              <a:gd name="connsiteY174" fmla="*/ 223516 h 9456078"/>
              <a:gd name="connsiteX175" fmla="*/ 11140193 w 13158799"/>
              <a:gd name="connsiteY175" fmla="*/ 210368 h 9456078"/>
              <a:gd name="connsiteX176" fmla="*/ 11187434 w 13158799"/>
              <a:gd name="connsiteY176" fmla="*/ 197606 h 9456078"/>
              <a:gd name="connsiteX177" fmla="*/ 11234799 w 13158799"/>
              <a:gd name="connsiteY177" fmla="*/ 185233 h 9456078"/>
              <a:gd name="connsiteX178" fmla="*/ 11282284 w 13158799"/>
              <a:gd name="connsiteY178" fmla="*/ 173248 h 9456078"/>
              <a:gd name="connsiteX179" fmla="*/ 11329888 w 13158799"/>
              <a:gd name="connsiteY179" fmla="*/ 161654 h 9456078"/>
              <a:gd name="connsiteX180" fmla="*/ 11377607 w 13158799"/>
              <a:gd name="connsiteY180" fmla="*/ 150451 h 9456078"/>
              <a:gd name="connsiteX181" fmla="*/ 11425440 w 13158799"/>
              <a:gd name="connsiteY181" fmla="*/ 139640 h 9456078"/>
              <a:gd name="connsiteX182" fmla="*/ 11473385 w 13158799"/>
              <a:gd name="connsiteY182" fmla="*/ 129223 h 9456078"/>
              <a:gd name="connsiteX183" fmla="*/ 11521439 w 13158799"/>
              <a:gd name="connsiteY183" fmla="*/ 119201 h 9456078"/>
              <a:gd name="connsiteX184" fmla="*/ 11569599 w 13158799"/>
              <a:gd name="connsiteY184" fmla="*/ 109574 h 9456078"/>
              <a:gd name="connsiteX185" fmla="*/ 11617864 w 13158799"/>
              <a:gd name="connsiteY185" fmla="*/ 100344 h 9456078"/>
              <a:gd name="connsiteX186" fmla="*/ 11666231 w 13158799"/>
              <a:gd name="connsiteY186" fmla="*/ 91512 h 9456078"/>
              <a:gd name="connsiteX187" fmla="*/ 11714698 w 13158799"/>
              <a:gd name="connsiteY187" fmla="*/ 83080 h 9456078"/>
              <a:gd name="connsiteX188" fmla="*/ 11763263 w 13158799"/>
              <a:gd name="connsiteY188" fmla="*/ 75047 h 9456078"/>
              <a:gd name="connsiteX189" fmla="*/ 11811923 w 13158799"/>
              <a:gd name="connsiteY189" fmla="*/ 67417 h 9456078"/>
              <a:gd name="connsiteX190" fmla="*/ 11860676 w 13158799"/>
              <a:gd name="connsiteY190" fmla="*/ 60188 h 9456078"/>
              <a:gd name="connsiteX191" fmla="*/ 11909519 w 13158799"/>
              <a:gd name="connsiteY191" fmla="*/ 53364 h 9456078"/>
              <a:gd name="connsiteX192" fmla="*/ 11958451 w 13158799"/>
              <a:gd name="connsiteY192" fmla="*/ 46944 h 9456078"/>
              <a:gd name="connsiteX193" fmla="*/ 12007470 w 13158799"/>
              <a:gd name="connsiteY193" fmla="*/ 40931 h 9456078"/>
              <a:gd name="connsiteX194" fmla="*/ 12056572 w 13158799"/>
              <a:gd name="connsiteY194" fmla="*/ 35324 h 9456078"/>
              <a:gd name="connsiteX195" fmla="*/ 12105756 w 13158799"/>
              <a:gd name="connsiteY195" fmla="*/ 30126 h 9456078"/>
              <a:gd name="connsiteX196" fmla="*/ 12155019 w 13158799"/>
              <a:gd name="connsiteY196" fmla="*/ 25337 h 9456078"/>
              <a:gd name="connsiteX197" fmla="*/ 12204359 w 13158799"/>
              <a:gd name="connsiteY197" fmla="*/ 20958 h 9456078"/>
              <a:gd name="connsiteX198" fmla="*/ 12253773 w 13158799"/>
              <a:gd name="connsiteY198" fmla="*/ 16991 h 9456078"/>
              <a:gd name="connsiteX199" fmla="*/ 12303260 w 13158799"/>
              <a:gd name="connsiteY199" fmla="*/ 13437 h 9456078"/>
              <a:gd name="connsiteX200" fmla="*/ 12352818 w 13158799"/>
              <a:gd name="connsiteY200" fmla="*/ 10297 h 9456078"/>
              <a:gd name="connsiteX201" fmla="*/ 12402443 w 13158799"/>
              <a:gd name="connsiteY201" fmla="*/ 7572 h 9456078"/>
              <a:gd name="connsiteX202" fmla="*/ 12452133 w 13158799"/>
              <a:gd name="connsiteY202" fmla="*/ 5263 h 9456078"/>
              <a:gd name="connsiteX203" fmla="*/ 12501887 w 13158799"/>
              <a:gd name="connsiteY203" fmla="*/ 3371 h 9456078"/>
              <a:gd name="connsiteX204" fmla="*/ 12551701 w 13158799"/>
              <a:gd name="connsiteY204" fmla="*/ 1898 h 9456078"/>
              <a:gd name="connsiteX205" fmla="*/ 12601574 w 13158799"/>
              <a:gd name="connsiteY205" fmla="*/ 844 h 9456078"/>
              <a:gd name="connsiteX206" fmla="*/ 12651504 w 13158799"/>
              <a:gd name="connsiteY206" fmla="*/ 211 h 9456078"/>
              <a:gd name="connsiteX207" fmla="*/ 12701487 w 13158799"/>
              <a:gd name="connsiteY207" fmla="*/ 0 h 9456078"/>
              <a:gd name="connsiteX208" fmla="*/ 13158798 w 13158799"/>
              <a:gd name="connsiteY208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28389 w 13158797"/>
              <a:gd name="connsiteY22" fmla="*/ 9330914 h 9456078"/>
              <a:gd name="connsiteX23" fmla="*/ 1176172 w 13158797"/>
              <a:gd name="connsiteY23" fmla="*/ 9319936 h 9456078"/>
              <a:gd name="connsiteX24" fmla="*/ 1223823 w 13158797"/>
              <a:gd name="connsiteY24" fmla="*/ 9308509 h 9456078"/>
              <a:gd name="connsiteX25" fmla="*/ 1271339 w 13158797"/>
              <a:gd name="connsiteY25" fmla="*/ 9296635 h 9456078"/>
              <a:gd name="connsiteX26" fmla="*/ 1318719 w 13158797"/>
              <a:gd name="connsiteY26" fmla="*/ 9284315 h 9456078"/>
              <a:gd name="connsiteX27" fmla="*/ 1365957 w 13158797"/>
              <a:gd name="connsiteY27" fmla="*/ 9271550 h 9456078"/>
              <a:gd name="connsiteX28" fmla="*/ 1413052 w 13158797"/>
              <a:gd name="connsiteY28" fmla="*/ 9258342 h 9456078"/>
              <a:gd name="connsiteX29" fmla="*/ 1460000 w 13158797"/>
              <a:gd name="connsiteY29" fmla="*/ 9244693 h 9456078"/>
              <a:gd name="connsiteX30" fmla="*/ 1506799 w 13158797"/>
              <a:gd name="connsiteY30" fmla="*/ 9230604 h 9456078"/>
              <a:gd name="connsiteX31" fmla="*/ 1553445 w 13158797"/>
              <a:gd name="connsiteY31" fmla="*/ 9216076 h 9456078"/>
              <a:gd name="connsiteX32" fmla="*/ 1599935 w 13158797"/>
              <a:gd name="connsiteY32" fmla="*/ 9201111 h 9456078"/>
              <a:gd name="connsiteX33" fmla="*/ 1646267 w 13158797"/>
              <a:gd name="connsiteY33" fmla="*/ 9185710 h 9456078"/>
              <a:gd name="connsiteX34" fmla="*/ 1692437 w 13158797"/>
              <a:gd name="connsiteY34" fmla="*/ 9169876 h 9456078"/>
              <a:gd name="connsiteX35" fmla="*/ 1738442 w 13158797"/>
              <a:gd name="connsiteY35" fmla="*/ 9153608 h 9456078"/>
              <a:gd name="connsiteX36" fmla="*/ 1784280 w 13158797"/>
              <a:gd name="connsiteY36" fmla="*/ 9136910 h 9456078"/>
              <a:gd name="connsiteX37" fmla="*/ 1829947 w 13158797"/>
              <a:gd name="connsiteY37" fmla="*/ 9119782 h 9456078"/>
              <a:gd name="connsiteX38" fmla="*/ 1875440 w 13158797"/>
              <a:gd name="connsiteY38" fmla="*/ 9102226 h 9456078"/>
              <a:gd name="connsiteX39" fmla="*/ 1920756 w 13158797"/>
              <a:gd name="connsiteY39" fmla="*/ 9084243 h 9456078"/>
              <a:gd name="connsiteX40" fmla="*/ 1965893 w 13158797"/>
              <a:gd name="connsiteY40" fmla="*/ 9065835 h 9456078"/>
              <a:gd name="connsiteX41" fmla="*/ 2010847 w 13158797"/>
              <a:gd name="connsiteY41" fmla="*/ 9047004 h 9456078"/>
              <a:gd name="connsiteX42" fmla="*/ 2055615 w 13158797"/>
              <a:gd name="connsiteY42" fmla="*/ 9027750 h 9456078"/>
              <a:gd name="connsiteX43" fmla="*/ 2100195 w 13158797"/>
              <a:gd name="connsiteY43" fmla="*/ 9008075 h 9456078"/>
              <a:gd name="connsiteX44" fmla="*/ 2144582 w 13158797"/>
              <a:gd name="connsiteY44" fmla="*/ 8987981 h 9456078"/>
              <a:gd name="connsiteX45" fmla="*/ 2188775 w 13158797"/>
              <a:gd name="connsiteY45" fmla="*/ 8967470 h 9456078"/>
              <a:gd name="connsiteX46" fmla="*/ 2232770 w 13158797"/>
              <a:gd name="connsiteY46" fmla="*/ 8946542 h 9456078"/>
              <a:gd name="connsiteX47" fmla="*/ 2276564 w 13158797"/>
              <a:gd name="connsiteY47" fmla="*/ 8925199 h 9456078"/>
              <a:gd name="connsiteX48" fmla="*/ 2320154 w 13158797"/>
              <a:gd name="connsiteY48" fmla="*/ 8903443 h 9456078"/>
              <a:gd name="connsiteX49" fmla="*/ 2363538 w 13158797"/>
              <a:gd name="connsiteY49" fmla="*/ 8881275 h 9456078"/>
              <a:gd name="connsiteX50" fmla="*/ 2406711 w 13158797"/>
              <a:gd name="connsiteY50" fmla="*/ 8858697 h 9456078"/>
              <a:gd name="connsiteX51" fmla="*/ 2449672 w 13158797"/>
              <a:gd name="connsiteY51" fmla="*/ 8835710 h 9456078"/>
              <a:gd name="connsiteX52" fmla="*/ 2492417 w 13158797"/>
              <a:gd name="connsiteY52" fmla="*/ 8812316 h 9456078"/>
              <a:gd name="connsiteX53" fmla="*/ 2534943 w 13158797"/>
              <a:gd name="connsiteY53" fmla="*/ 8788516 h 9456078"/>
              <a:gd name="connsiteX54" fmla="*/ 2577247 w 13158797"/>
              <a:gd name="connsiteY54" fmla="*/ 8764311 h 9456078"/>
              <a:gd name="connsiteX55" fmla="*/ 2619326 w 13158797"/>
              <a:gd name="connsiteY55" fmla="*/ 8739704 h 9456078"/>
              <a:gd name="connsiteX56" fmla="*/ 2661177 w 13158797"/>
              <a:gd name="connsiteY56" fmla="*/ 8714695 h 9456078"/>
              <a:gd name="connsiteX57" fmla="*/ 2702797 w 13158797"/>
              <a:gd name="connsiteY57" fmla="*/ 8689286 h 9456078"/>
              <a:gd name="connsiteX58" fmla="*/ 2744183 w 13158797"/>
              <a:gd name="connsiteY58" fmla="*/ 8663479 h 9456078"/>
              <a:gd name="connsiteX59" fmla="*/ 2785333 w 13158797"/>
              <a:gd name="connsiteY59" fmla="*/ 8637274 h 9456078"/>
              <a:gd name="connsiteX60" fmla="*/ 2826242 w 13158797"/>
              <a:gd name="connsiteY60" fmla="*/ 8610675 h 9456078"/>
              <a:gd name="connsiteX61" fmla="*/ 2866908 w 13158797"/>
              <a:gd name="connsiteY61" fmla="*/ 8583681 h 9456078"/>
              <a:gd name="connsiteX62" fmla="*/ 2907329 w 13158797"/>
              <a:gd name="connsiteY62" fmla="*/ 8556295 h 9456078"/>
              <a:gd name="connsiteX63" fmla="*/ 2947500 w 13158797"/>
              <a:gd name="connsiteY63" fmla="*/ 8528517 h 9456078"/>
              <a:gd name="connsiteX64" fmla="*/ 2987419 w 13158797"/>
              <a:gd name="connsiteY64" fmla="*/ 8500351 h 9456078"/>
              <a:gd name="connsiteX65" fmla="*/ 3027083 w 13158797"/>
              <a:gd name="connsiteY65" fmla="*/ 8471796 h 9456078"/>
              <a:gd name="connsiteX66" fmla="*/ 3066489 w 13158797"/>
              <a:gd name="connsiteY66" fmla="*/ 8442854 h 9456078"/>
              <a:gd name="connsiteX67" fmla="*/ 3105634 w 13158797"/>
              <a:gd name="connsiteY67" fmla="*/ 8413528 h 9456078"/>
              <a:gd name="connsiteX68" fmla="*/ 3144515 w 13158797"/>
              <a:gd name="connsiteY68" fmla="*/ 8383818 h 9456078"/>
              <a:gd name="connsiteX69" fmla="*/ 3183129 w 13158797"/>
              <a:gd name="connsiteY69" fmla="*/ 8353726 h 9456078"/>
              <a:gd name="connsiteX70" fmla="*/ 3221473 w 13158797"/>
              <a:gd name="connsiteY70" fmla="*/ 8323253 h 9456078"/>
              <a:gd name="connsiteX71" fmla="*/ 3259544 w 13158797"/>
              <a:gd name="connsiteY71" fmla="*/ 8292401 h 9456078"/>
              <a:gd name="connsiteX72" fmla="*/ 3297339 w 13158797"/>
              <a:gd name="connsiteY72" fmla="*/ 8261172 h 9456078"/>
              <a:gd name="connsiteX73" fmla="*/ 3334854 w 13158797"/>
              <a:gd name="connsiteY73" fmla="*/ 8229566 h 9456078"/>
              <a:gd name="connsiteX74" fmla="*/ 3372087 w 13158797"/>
              <a:gd name="connsiteY74" fmla="*/ 8197585 h 9456078"/>
              <a:gd name="connsiteX75" fmla="*/ 3409035 w 13158797"/>
              <a:gd name="connsiteY75" fmla="*/ 8165232 h 9456078"/>
              <a:gd name="connsiteX76" fmla="*/ 3445695 w 13158797"/>
              <a:gd name="connsiteY76" fmla="*/ 8132507 h 9456078"/>
              <a:gd name="connsiteX77" fmla="*/ 3482064 w 13158797"/>
              <a:gd name="connsiteY77" fmla="*/ 8099411 h 9456078"/>
              <a:gd name="connsiteX78" fmla="*/ 3518139 w 13158797"/>
              <a:gd name="connsiteY78" fmla="*/ 8065947 h 9456078"/>
              <a:gd name="connsiteX79" fmla="*/ 3553916 w 13158797"/>
              <a:gd name="connsiteY79" fmla="*/ 8032115 h 9456078"/>
              <a:gd name="connsiteX80" fmla="*/ 3589393 w 13158797"/>
              <a:gd name="connsiteY80" fmla="*/ 7997918 h 9456078"/>
              <a:gd name="connsiteX81" fmla="*/ 3624567 w 13158797"/>
              <a:gd name="connsiteY81" fmla="*/ 7963356 h 9456078"/>
              <a:gd name="connsiteX82" fmla="*/ 3659435 w 13158797"/>
              <a:gd name="connsiteY82" fmla="*/ 7928432 h 9456078"/>
              <a:gd name="connsiteX83" fmla="*/ 3693994 w 13158797"/>
              <a:gd name="connsiteY83" fmla="*/ 7893146 h 9456078"/>
              <a:gd name="connsiteX84" fmla="*/ 3728240 w 13158797"/>
              <a:gd name="connsiteY84" fmla="*/ 7857501 h 9456078"/>
              <a:gd name="connsiteX85" fmla="*/ 3762171 w 13158797"/>
              <a:gd name="connsiteY85" fmla="*/ 7821497 h 9456078"/>
              <a:gd name="connsiteX86" fmla="*/ 3795783 w 13158797"/>
              <a:gd name="connsiteY86" fmla="*/ 7785136 h 9456078"/>
              <a:gd name="connsiteX87" fmla="*/ 3829075 w 13158797"/>
              <a:gd name="connsiteY87" fmla="*/ 7748420 h 9456078"/>
              <a:gd name="connsiteX88" fmla="*/ 3862042 w 13158797"/>
              <a:gd name="connsiteY88" fmla="*/ 7711350 h 9456078"/>
              <a:gd name="connsiteX89" fmla="*/ 3894682 w 13158797"/>
              <a:gd name="connsiteY89" fmla="*/ 7673928 h 9456078"/>
              <a:gd name="connsiteX90" fmla="*/ 3926991 w 13158797"/>
              <a:gd name="connsiteY90" fmla="*/ 7636155 h 9456078"/>
              <a:gd name="connsiteX91" fmla="*/ 3958967 w 13158797"/>
              <a:gd name="connsiteY91" fmla="*/ 7598032 h 9456078"/>
              <a:gd name="connsiteX92" fmla="*/ 3990607 w 13158797"/>
              <a:gd name="connsiteY92" fmla="*/ 7559561 h 9456078"/>
              <a:gd name="connsiteX93" fmla="*/ 4021907 w 13158797"/>
              <a:gd name="connsiteY93" fmla="*/ 7520744 h 9456078"/>
              <a:gd name="connsiteX94" fmla="*/ 4052865 w 13158797"/>
              <a:gd name="connsiteY94" fmla="*/ 7481582 h 9456078"/>
              <a:gd name="connsiteX95" fmla="*/ 4083478 w 13158797"/>
              <a:gd name="connsiteY95" fmla="*/ 7442077 h 9456078"/>
              <a:gd name="connsiteX96" fmla="*/ 8022311 w 13158797"/>
              <a:gd name="connsiteY96" fmla="*/ 2307814 h 9456078"/>
              <a:gd name="connsiteX97" fmla="*/ 8052902 w 13158797"/>
              <a:gd name="connsiteY97" fmla="*/ 2268285 h 9456078"/>
              <a:gd name="connsiteX98" fmla="*/ 8083796 w 13158797"/>
              <a:gd name="connsiteY98" fmla="*/ 2229056 h 9456078"/>
              <a:gd name="connsiteX99" fmla="*/ 8114989 w 13158797"/>
              <a:gd name="connsiteY99" fmla="*/ 2190127 h 9456078"/>
              <a:gd name="connsiteX100" fmla="*/ 8146479 w 13158797"/>
              <a:gd name="connsiteY100" fmla="*/ 2151500 h 9456078"/>
              <a:gd name="connsiteX101" fmla="*/ 8178264 w 13158797"/>
              <a:gd name="connsiteY101" fmla="*/ 2113176 h 9456078"/>
              <a:gd name="connsiteX102" fmla="*/ 8210341 w 13158797"/>
              <a:gd name="connsiteY102" fmla="*/ 2075157 h 9456078"/>
              <a:gd name="connsiteX103" fmla="*/ 8242709 w 13158797"/>
              <a:gd name="connsiteY103" fmla="*/ 2037442 h 9456078"/>
              <a:gd name="connsiteX104" fmla="*/ 8275365 w 13158797"/>
              <a:gd name="connsiteY104" fmla="*/ 2000034 h 9456078"/>
              <a:gd name="connsiteX105" fmla="*/ 8308307 w 13158797"/>
              <a:gd name="connsiteY105" fmla="*/ 1962934 h 9456078"/>
              <a:gd name="connsiteX106" fmla="*/ 8341532 w 13158797"/>
              <a:gd name="connsiteY106" fmla="*/ 1926142 h 9456078"/>
              <a:gd name="connsiteX107" fmla="*/ 8375038 w 13158797"/>
              <a:gd name="connsiteY107" fmla="*/ 1889660 h 9456078"/>
              <a:gd name="connsiteX108" fmla="*/ 8408823 w 13158797"/>
              <a:gd name="connsiteY108" fmla="*/ 1853489 h 9456078"/>
              <a:gd name="connsiteX109" fmla="*/ 8442885 w 13158797"/>
              <a:gd name="connsiteY109" fmla="*/ 1817630 h 9456078"/>
              <a:gd name="connsiteX110" fmla="*/ 8477221 w 13158797"/>
              <a:gd name="connsiteY110" fmla="*/ 1782084 h 9456078"/>
              <a:gd name="connsiteX111" fmla="*/ 8511829 w 13158797"/>
              <a:gd name="connsiteY111" fmla="*/ 1746853 h 9456078"/>
              <a:gd name="connsiteX112" fmla="*/ 8546706 w 13158797"/>
              <a:gd name="connsiteY112" fmla="*/ 1711937 h 9456078"/>
              <a:gd name="connsiteX113" fmla="*/ 8581851 w 13158797"/>
              <a:gd name="connsiteY113" fmla="*/ 1677337 h 9456078"/>
              <a:gd name="connsiteX114" fmla="*/ 8617261 w 13158797"/>
              <a:gd name="connsiteY114" fmla="*/ 1643056 h 9456078"/>
              <a:gd name="connsiteX115" fmla="*/ 8652934 w 13158797"/>
              <a:gd name="connsiteY115" fmla="*/ 1609093 h 9456078"/>
              <a:gd name="connsiteX116" fmla="*/ 8688867 w 13158797"/>
              <a:gd name="connsiteY116" fmla="*/ 1575450 h 9456078"/>
              <a:gd name="connsiteX117" fmla="*/ 8725058 w 13158797"/>
              <a:gd name="connsiteY117" fmla="*/ 1542128 h 9456078"/>
              <a:gd name="connsiteX118" fmla="*/ 8761506 w 13158797"/>
              <a:gd name="connsiteY118" fmla="*/ 1509129 h 9456078"/>
              <a:gd name="connsiteX119" fmla="*/ 8798207 w 13158797"/>
              <a:gd name="connsiteY119" fmla="*/ 1476452 h 9456078"/>
              <a:gd name="connsiteX120" fmla="*/ 8835159 w 13158797"/>
              <a:gd name="connsiteY120" fmla="*/ 1444101 h 9456078"/>
              <a:gd name="connsiteX121" fmla="*/ 8872360 w 13158797"/>
              <a:gd name="connsiteY121" fmla="*/ 1412075 h 9456078"/>
              <a:gd name="connsiteX122" fmla="*/ 8909808 w 13158797"/>
              <a:gd name="connsiteY122" fmla="*/ 1380375 h 9456078"/>
              <a:gd name="connsiteX123" fmla="*/ 8947501 w 13158797"/>
              <a:gd name="connsiteY123" fmla="*/ 1349004 h 9456078"/>
              <a:gd name="connsiteX124" fmla="*/ 8985435 w 13158797"/>
              <a:gd name="connsiteY124" fmla="*/ 1317962 h 9456078"/>
              <a:gd name="connsiteX125" fmla="*/ 9023610 w 13158797"/>
              <a:gd name="connsiteY125" fmla="*/ 1287250 h 9456078"/>
              <a:gd name="connsiteX126" fmla="*/ 9062022 w 13158797"/>
              <a:gd name="connsiteY126" fmla="*/ 1256869 h 9456078"/>
              <a:gd name="connsiteX127" fmla="*/ 9100669 w 13158797"/>
              <a:gd name="connsiteY127" fmla="*/ 1226820 h 9456078"/>
              <a:gd name="connsiteX128" fmla="*/ 9139549 w 13158797"/>
              <a:gd name="connsiteY128" fmla="*/ 1197105 h 9456078"/>
              <a:gd name="connsiteX129" fmla="*/ 9178660 w 13158797"/>
              <a:gd name="connsiteY129" fmla="*/ 1167725 h 9456078"/>
              <a:gd name="connsiteX130" fmla="*/ 9217999 w 13158797"/>
              <a:gd name="connsiteY130" fmla="*/ 1138681 h 9456078"/>
              <a:gd name="connsiteX131" fmla="*/ 9257564 w 13158797"/>
              <a:gd name="connsiteY131" fmla="*/ 1109974 h 9456078"/>
              <a:gd name="connsiteX132" fmla="*/ 9297353 w 13158797"/>
              <a:gd name="connsiteY132" fmla="*/ 1081604 h 9456078"/>
              <a:gd name="connsiteX133" fmla="*/ 9337364 w 13158797"/>
              <a:gd name="connsiteY133" fmla="*/ 1053574 h 9456078"/>
              <a:gd name="connsiteX134" fmla="*/ 9377594 w 13158797"/>
              <a:gd name="connsiteY134" fmla="*/ 1025884 h 9456078"/>
              <a:gd name="connsiteX135" fmla="*/ 9418040 w 13158797"/>
              <a:gd name="connsiteY135" fmla="*/ 998536 h 9456078"/>
              <a:gd name="connsiteX136" fmla="*/ 9458702 w 13158797"/>
              <a:gd name="connsiteY136" fmla="*/ 971530 h 9456078"/>
              <a:gd name="connsiteX137" fmla="*/ 9499575 w 13158797"/>
              <a:gd name="connsiteY137" fmla="*/ 944868 h 9456078"/>
              <a:gd name="connsiteX138" fmla="*/ 9540659 w 13158797"/>
              <a:gd name="connsiteY138" fmla="*/ 918551 h 9456078"/>
              <a:gd name="connsiteX139" fmla="*/ 9581950 w 13158797"/>
              <a:gd name="connsiteY139" fmla="*/ 892580 h 9456078"/>
              <a:gd name="connsiteX140" fmla="*/ 9623447 w 13158797"/>
              <a:gd name="connsiteY140" fmla="*/ 866956 h 9456078"/>
              <a:gd name="connsiteX141" fmla="*/ 9665147 w 13158797"/>
              <a:gd name="connsiteY141" fmla="*/ 841681 h 9456078"/>
              <a:gd name="connsiteX142" fmla="*/ 9707048 w 13158797"/>
              <a:gd name="connsiteY142" fmla="*/ 816754 h 9456078"/>
              <a:gd name="connsiteX143" fmla="*/ 9749147 w 13158797"/>
              <a:gd name="connsiteY143" fmla="*/ 792179 h 9456078"/>
              <a:gd name="connsiteX144" fmla="*/ 9791443 w 13158797"/>
              <a:gd name="connsiteY144" fmla="*/ 767955 h 9456078"/>
              <a:gd name="connsiteX145" fmla="*/ 9833932 w 13158797"/>
              <a:gd name="connsiteY145" fmla="*/ 744083 h 9456078"/>
              <a:gd name="connsiteX146" fmla="*/ 9876613 w 13158797"/>
              <a:gd name="connsiteY146" fmla="*/ 720566 h 9456078"/>
              <a:gd name="connsiteX147" fmla="*/ 9919484 w 13158797"/>
              <a:gd name="connsiteY147" fmla="*/ 697404 h 9456078"/>
              <a:gd name="connsiteX148" fmla="*/ 9962542 w 13158797"/>
              <a:gd name="connsiteY148" fmla="*/ 674598 h 9456078"/>
              <a:gd name="connsiteX149" fmla="*/ 10005784 w 13158797"/>
              <a:gd name="connsiteY149" fmla="*/ 652149 h 9456078"/>
              <a:gd name="connsiteX150" fmla="*/ 10049209 w 13158797"/>
              <a:gd name="connsiteY150" fmla="*/ 630059 h 9456078"/>
              <a:gd name="connsiteX151" fmla="*/ 10092814 w 13158797"/>
              <a:gd name="connsiteY151" fmla="*/ 608328 h 9456078"/>
              <a:gd name="connsiteX152" fmla="*/ 10136597 w 13158797"/>
              <a:gd name="connsiteY152" fmla="*/ 586958 h 9456078"/>
              <a:gd name="connsiteX153" fmla="*/ 10180556 w 13158797"/>
              <a:gd name="connsiteY153" fmla="*/ 565950 h 9456078"/>
              <a:gd name="connsiteX154" fmla="*/ 10224688 w 13158797"/>
              <a:gd name="connsiteY154" fmla="*/ 545304 h 9456078"/>
              <a:gd name="connsiteX155" fmla="*/ 10268991 w 13158797"/>
              <a:gd name="connsiteY155" fmla="*/ 525023 h 9456078"/>
              <a:gd name="connsiteX156" fmla="*/ 10313463 w 13158797"/>
              <a:gd name="connsiteY156" fmla="*/ 505107 h 9456078"/>
              <a:gd name="connsiteX157" fmla="*/ 10358101 w 13158797"/>
              <a:gd name="connsiteY157" fmla="*/ 485558 h 9456078"/>
              <a:gd name="connsiteX158" fmla="*/ 10402903 w 13158797"/>
              <a:gd name="connsiteY158" fmla="*/ 466376 h 9456078"/>
              <a:gd name="connsiteX159" fmla="*/ 10447868 w 13158797"/>
              <a:gd name="connsiteY159" fmla="*/ 447563 h 9456078"/>
              <a:gd name="connsiteX160" fmla="*/ 10492991 w 13158797"/>
              <a:gd name="connsiteY160" fmla="*/ 429119 h 9456078"/>
              <a:gd name="connsiteX161" fmla="*/ 10538272 w 13158797"/>
              <a:gd name="connsiteY161" fmla="*/ 411046 h 9456078"/>
              <a:gd name="connsiteX162" fmla="*/ 10583708 w 13158797"/>
              <a:gd name="connsiteY162" fmla="*/ 393346 h 9456078"/>
              <a:gd name="connsiteX163" fmla="*/ 10629297 w 13158797"/>
              <a:gd name="connsiteY163" fmla="*/ 376018 h 9456078"/>
              <a:gd name="connsiteX164" fmla="*/ 10675036 w 13158797"/>
              <a:gd name="connsiteY164" fmla="*/ 359065 h 9456078"/>
              <a:gd name="connsiteX165" fmla="*/ 10720923 w 13158797"/>
              <a:gd name="connsiteY165" fmla="*/ 342487 h 9456078"/>
              <a:gd name="connsiteX166" fmla="*/ 10766956 w 13158797"/>
              <a:gd name="connsiteY166" fmla="*/ 326286 h 9456078"/>
              <a:gd name="connsiteX167" fmla="*/ 10813132 w 13158797"/>
              <a:gd name="connsiteY167" fmla="*/ 310462 h 9456078"/>
              <a:gd name="connsiteX168" fmla="*/ 10859450 w 13158797"/>
              <a:gd name="connsiteY168" fmla="*/ 295018 h 9456078"/>
              <a:gd name="connsiteX169" fmla="*/ 10905907 w 13158797"/>
              <a:gd name="connsiteY169" fmla="*/ 279953 h 9456078"/>
              <a:gd name="connsiteX170" fmla="*/ 10952500 w 13158797"/>
              <a:gd name="connsiteY170" fmla="*/ 265269 h 9456078"/>
              <a:gd name="connsiteX171" fmla="*/ 10999227 w 13158797"/>
              <a:gd name="connsiteY171" fmla="*/ 250968 h 9456078"/>
              <a:gd name="connsiteX172" fmla="*/ 11046087 w 13158797"/>
              <a:gd name="connsiteY172" fmla="*/ 237049 h 9456078"/>
              <a:gd name="connsiteX173" fmla="*/ 11093076 w 13158797"/>
              <a:gd name="connsiteY173" fmla="*/ 223516 h 9456078"/>
              <a:gd name="connsiteX174" fmla="*/ 11140193 w 13158797"/>
              <a:gd name="connsiteY174" fmla="*/ 210368 h 9456078"/>
              <a:gd name="connsiteX175" fmla="*/ 11187434 w 13158797"/>
              <a:gd name="connsiteY175" fmla="*/ 197606 h 9456078"/>
              <a:gd name="connsiteX176" fmla="*/ 11234799 w 13158797"/>
              <a:gd name="connsiteY176" fmla="*/ 185233 h 9456078"/>
              <a:gd name="connsiteX177" fmla="*/ 11282284 w 13158797"/>
              <a:gd name="connsiteY177" fmla="*/ 173248 h 9456078"/>
              <a:gd name="connsiteX178" fmla="*/ 11329888 w 13158797"/>
              <a:gd name="connsiteY178" fmla="*/ 161654 h 9456078"/>
              <a:gd name="connsiteX179" fmla="*/ 11377607 w 13158797"/>
              <a:gd name="connsiteY179" fmla="*/ 150451 h 9456078"/>
              <a:gd name="connsiteX180" fmla="*/ 11425440 w 13158797"/>
              <a:gd name="connsiteY180" fmla="*/ 139640 h 9456078"/>
              <a:gd name="connsiteX181" fmla="*/ 11473385 w 13158797"/>
              <a:gd name="connsiteY181" fmla="*/ 129223 h 9456078"/>
              <a:gd name="connsiteX182" fmla="*/ 11521439 w 13158797"/>
              <a:gd name="connsiteY182" fmla="*/ 119201 h 9456078"/>
              <a:gd name="connsiteX183" fmla="*/ 11569599 w 13158797"/>
              <a:gd name="connsiteY183" fmla="*/ 109574 h 9456078"/>
              <a:gd name="connsiteX184" fmla="*/ 11617864 w 13158797"/>
              <a:gd name="connsiteY184" fmla="*/ 100344 h 9456078"/>
              <a:gd name="connsiteX185" fmla="*/ 11666231 w 13158797"/>
              <a:gd name="connsiteY185" fmla="*/ 91512 h 9456078"/>
              <a:gd name="connsiteX186" fmla="*/ 11714698 w 13158797"/>
              <a:gd name="connsiteY186" fmla="*/ 83080 h 9456078"/>
              <a:gd name="connsiteX187" fmla="*/ 11763263 w 13158797"/>
              <a:gd name="connsiteY187" fmla="*/ 75047 h 9456078"/>
              <a:gd name="connsiteX188" fmla="*/ 11811923 w 13158797"/>
              <a:gd name="connsiteY188" fmla="*/ 67417 h 9456078"/>
              <a:gd name="connsiteX189" fmla="*/ 11860676 w 13158797"/>
              <a:gd name="connsiteY189" fmla="*/ 60188 h 9456078"/>
              <a:gd name="connsiteX190" fmla="*/ 11909519 w 13158797"/>
              <a:gd name="connsiteY190" fmla="*/ 53364 h 9456078"/>
              <a:gd name="connsiteX191" fmla="*/ 11958451 w 13158797"/>
              <a:gd name="connsiteY191" fmla="*/ 46944 h 9456078"/>
              <a:gd name="connsiteX192" fmla="*/ 12007470 w 13158797"/>
              <a:gd name="connsiteY192" fmla="*/ 40931 h 9456078"/>
              <a:gd name="connsiteX193" fmla="*/ 12056572 w 13158797"/>
              <a:gd name="connsiteY193" fmla="*/ 35324 h 9456078"/>
              <a:gd name="connsiteX194" fmla="*/ 12105756 w 13158797"/>
              <a:gd name="connsiteY194" fmla="*/ 30126 h 9456078"/>
              <a:gd name="connsiteX195" fmla="*/ 12155019 w 13158797"/>
              <a:gd name="connsiteY195" fmla="*/ 25337 h 9456078"/>
              <a:gd name="connsiteX196" fmla="*/ 12204359 w 13158797"/>
              <a:gd name="connsiteY196" fmla="*/ 20958 h 9456078"/>
              <a:gd name="connsiteX197" fmla="*/ 12253773 w 13158797"/>
              <a:gd name="connsiteY197" fmla="*/ 16991 h 9456078"/>
              <a:gd name="connsiteX198" fmla="*/ 12303260 w 13158797"/>
              <a:gd name="connsiteY198" fmla="*/ 13437 h 9456078"/>
              <a:gd name="connsiteX199" fmla="*/ 12352818 w 13158797"/>
              <a:gd name="connsiteY199" fmla="*/ 10297 h 9456078"/>
              <a:gd name="connsiteX200" fmla="*/ 12402443 w 13158797"/>
              <a:gd name="connsiteY200" fmla="*/ 7572 h 9456078"/>
              <a:gd name="connsiteX201" fmla="*/ 12452133 w 13158797"/>
              <a:gd name="connsiteY201" fmla="*/ 5263 h 9456078"/>
              <a:gd name="connsiteX202" fmla="*/ 12501887 w 13158797"/>
              <a:gd name="connsiteY202" fmla="*/ 3371 h 9456078"/>
              <a:gd name="connsiteX203" fmla="*/ 12551701 w 13158797"/>
              <a:gd name="connsiteY203" fmla="*/ 1898 h 9456078"/>
              <a:gd name="connsiteX204" fmla="*/ 12601574 w 13158797"/>
              <a:gd name="connsiteY204" fmla="*/ 844 h 9456078"/>
              <a:gd name="connsiteX205" fmla="*/ 12651504 w 13158797"/>
              <a:gd name="connsiteY205" fmla="*/ 211 h 9456078"/>
              <a:gd name="connsiteX206" fmla="*/ 12701487 w 13158797"/>
              <a:gd name="connsiteY206" fmla="*/ 0 h 9456078"/>
              <a:gd name="connsiteX207" fmla="*/ 13158798 w 13158797"/>
              <a:gd name="connsiteY207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98870 w 13158799"/>
              <a:gd name="connsiteY5" fmla="*/ 9447409 h 9456078"/>
              <a:gd name="connsiteX6" fmla="*/ 348429 w 13158799"/>
              <a:gd name="connsiteY6" fmla="*/ 9444290 h 9456078"/>
              <a:gd name="connsiteX7" fmla="*/ 397907 w 13158799"/>
              <a:gd name="connsiteY7" fmla="*/ 9440698 h 9456078"/>
              <a:gd name="connsiteX8" fmla="*/ 447302 w 13158799"/>
              <a:gd name="connsiteY8" fmla="*/ 9436632 h 9456078"/>
              <a:gd name="connsiteX9" fmla="*/ 496610 w 13158799"/>
              <a:gd name="connsiteY9" fmla="*/ 9432096 h 9456078"/>
              <a:gd name="connsiteX10" fmla="*/ 545829 w 13158799"/>
              <a:gd name="connsiteY10" fmla="*/ 9427089 h 9456078"/>
              <a:gd name="connsiteX11" fmla="*/ 594956 w 13158799"/>
              <a:gd name="connsiteY11" fmla="*/ 9421615 h 9456078"/>
              <a:gd name="connsiteX12" fmla="*/ 643987 w 13158799"/>
              <a:gd name="connsiteY12" fmla="*/ 9415673 h 9456078"/>
              <a:gd name="connsiteX13" fmla="*/ 692920 w 13158799"/>
              <a:gd name="connsiteY13" fmla="*/ 9409267 h 9456078"/>
              <a:gd name="connsiteX14" fmla="*/ 741751 w 13158799"/>
              <a:gd name="connsiteY14" fmla="*/ 9402396 h 9456078"/>
              <a:gd name="connsiteX15" fmla="*/ 790478 w 13158799"/>
              <a:gd name="connsiteY15" fmla="*/ 9395063 h 9456078"/>
              <a:gd name="connsiteX16" fmla="*/ 839098 w 13158799"/>
              <a:gd name="connsiteY16" fmla="*/ 9387270 h 9456078"/>
              <a:gd name="connsiteX17" fmla="*/ 887607 w 13158799"/>
              <a:gd name="connsiteY17" fmla="*/ 9379017 h 9456078"/>
              <a:gd name="connsiteX18" fmla="*/ 936002 w 13158799"/>
              <a:gd name="connsiteY18" fmla="*/ 9370306 h 9456078"/>
              <a:gd name="connsiteX19" fmla="*/ 984281 w 13158799"/>
              <a:gd name="connsiteY19" fmla="*/ 9361139 h 9456078"/>
              <a:gd name="connsiteX20" fmla="*/ 1032440 w 13158799"/>
              <a:gd name="connsiteY20" fmla="*/ 9351517 h 9456078"/>
              <a:gd name="connsiteX21" fmla="*/ 1080477 w 13158799"/>
              <a:gd name="connsiteY21" fmla="*/ 9341441 h 9456078"/>
              <a:gd name="connsiteX22" fmla="*/ 1176172 w 13158799"/>
              <a:gd name="connsiteY22" fmla="*/ 9319936 h 9456078"/>
              <a:gd name="connsiteX23" fmla="*/ 1223823 w 13158799"/>
              <a:gd name="connsiteY23" fmla="*/ 9308509 h 9456078"/>
              <a:gd name="connsiteX24" fmla="*/ 1271339 w 13158799"/>
              <a:gd name="connsiteY24" fmla="*/ 9296635 h 9456078"/>
              <a:gd name="connsiteX25" fmla="*/ 1318719 w 13158799"/>
              <a:gd name="connsiteY25" fmla="*/ 9284315 h 9456078"/>
              <a:gd name="connsiteX26" fmla="*/ 1365957 w 13158799"/>
              <a:gd name="connsiteY26" fmla="*/ 9271550 h 9456078"/>
              <a:gd name="connsiteX27" fmla="*/ 1413052 w 13158799"/>
              <a:gd name="connsiteY27" fmla="*/ 9258342 h 9456078"/>
              <a:gd name="connsiteX28" fmla="*/ 1460000 w 13158799"/>
              <a:gd name="connsiteY28" fmla="*/ 9244693 h 9456078"/>
              <a:gd name="connsiteX29" fmla="*/ 1506799 w 13158799"/>
              <a:gd name="connsiteY29" fmla="*/ 9230604 h 9456078"/>
              <a:gd name="connsiteX30" fmla="*/ 1553445 w 13158799"/>
              <a:gd name="connsiteY30" fmla="*/ 9216076 h 9456078"/>
              <a:gd name="connsiteX31" fmla="*/ 1599935 w 13158799"/>
              <a:gd name="connsiteY31" fmla="*/ 9201111 h 9456078"/>
              <a:gd name="connsiteX32" fmla="*/ 1646267 w 13158799"/>
              <a:gd name="connsiteY32" fmla="*/ 9185710 h 9456078"/>
              <a:gd name="connsiteX33" fmla="*/ 1692437 w 13158799"/>
              <a:gd name="connsiteY33" fmla="*/ 9169876 h 9456078"/>
              <a:gd name="connsiteX34" fmla="*/ 1738442 w 13158799"/>
              <a:gd name="connsiteY34" fmla="*/ 9153608 h 9456078"/>
              <a:gd name="connsiteX35" fmla="*/ 1784280 w 13158799"/>
              <a:gd name="connsiteY35" fmla="*/ 9136910 h 9456078"/>
              <a:gd name="connsiteX36" fmla="*/ 1829947 w 13158799"/>
              <a:gd name="connsiteY36" fmla="*/ 9119782 h 9456078"/>
              <a:gd name="connsiteX37" fmla="*/ 1875440 w 13158799"/>
              <a:gd name="connsiteY37" fmla="*/ 9102226 h 9456078"/>
              <a:gd name="connsiteX38" fmla="*/ 1920756 w 13158799"/>
              <a:gd name="connsiteY38" fmla="*/ 9084243 h 9456078"/>
              <a:gd name="connsiteX39" fmla="*/ 1965893 w 13158799"/>
              <a:gd name="connsiteY39" fmla="*/ 9065835 h 9456078"/>
              <a:gd name="connsiteX40" fmla="*/ 2010847 w 13158799"/>
              <a:gd name="connsiteY40" fmla="*/ 9047004 h 9456078"/>
              <a:gd name="connsiteX41" fmla="*/ 2055615 w 13158799"/>
              <a:gd name="connsiteY41" fmla="*/ 9027750 h 9456078"/>
              <a:gd name="connsiteX42" fmla="*/ 2100195 w 13158799"/>
              <a:gd name="connsiteY42" fmla="*/ 9008075 h 9456078"/>
              <a:gd name="connsiteX43" fmla="*/ 2144582 w 13158799"/>
              <a:gd name="connsiteY43" fmla="*/ 8987981 h 9456078"/>
              <a:gd name="connsiteX44" fmla="*/ 2188775 w 13158799"/>
              <a:gd name="connsiteY44" fmla="*/ 8967470 h 9456078"/>
              <a:gd name="connsiteX45" fmla="*/ 2232770 w 13158799"/>
              <a:gd name="connsiteY45" fmla="*/ 8946542 h 9456078"/>
              <a:gd name="connsiteX46" fmla="*/ 2276564 w 13158799"/>
              <a:gd name="connsiteY46" fmla="*/ 8925199 h 9456078"/>
              <a:gd name="connsiteX47" fmla="*/ 2320154 w 13158799"/>
              <a:gd name="connsiteY47" fmla="*/ 8903443 h 9456078"/>
              <a:gd name="connsiteX48" fmla="*/ 2363538 w 13158799"/>
              <a:gd name="connsiteY48" fmla="*/ 8881275 h 9456078"/>
              <a:gd name="connsiteX49" fmla="*/ 2406711 w 13158799"/>
              <a:gd name="connsiteY49" fmla="*/ 8858697 h 9456078"/>
              <a:gd name="connsiteX50" fmla="*/ 2449672 w 13158799"/>
              <a:gd name="connsiteY50" fmla="*/ 8835710 h 9456078"/>
              <a:gd name="connsiteX51" fmla="*/ 2492417 w 13158799"/>
              <a:gd name="connsiteY51" fmla="*/ 8812316 h 9456078"/>
              <a:gd name="connsiteX52" fmla="*/ 2534943 w 13158799"/>
              <a:gd name="connsiteY52" fmla="*/ 8788516 h 9456078"/>
              <a:gd name="connsiteX53" fmla="*/ 2577247 w 13158799"/>
              <a:gd name="connsiteY53" fmla="*/ 8764311 h 9456078"/>
              <a:gd name="connsiteX54" fmla="*/ 2619326 w 13158799"/>
              <a:gd name="connsiteY54" fmla="*/ 8739704 h 9456078"/>
              <a:gd name="connsiteX55" fmla="*/ 2661177 w 13158799"/>
              <a:gd name="connsiteY55" fmla="*/ 8714695 h 9456078"/>
              <a:gd name="connsiteX56" fmla="*/ 2702797 w 13158799"/>
              <a:gd name="connsiteY56" fmla="*/ 8689286 h 9456078"/>
              <a:gd name="connsiteX57" fmla="*/ 2744183 w 13158799"/>
              <a:gd name="connsiteY57" fmla="*/ 8663479 h 9456078"/>
              <a:gd name="connsiteX58" fmla="*/ 2785333 w 13158799"/>
              <a:gd name="connsiteY58" fmla="*/ 8637274 h 9456078"/>
              <a:gd name="connsiteX59" fmla="*/ 2826242 w 13158799"/>
              <a:gd name="connsiteY59" fmla="*/ 8610675 h 9456078"/>
              <a:gd name="connsiteX60" fmla="*/ 2866908 w 13158799"/>
              <a:gd name="connsiteY60" fmla="*/ 8583681 h 9456078"/>
              <a:gd name="connsiteX61" fmla="*/ 2907329 w 13158799"/>
              <a:gd name="connsiteY61" fmla="*/ 8556295 h 9456078"/>
              <a:gd name="connsiteX62" fmla="*/ 2947500 w 13158799"/>
              <a:gd name="connsiteY62" fmla="*/ 8528517 h 9456078"/>
              <a:gd name="connsiteX63" fmla="*/ 2987419 w 13158799"/>
              <a:gd name="connsiteY63" fmla="*/ 8500351 h 9456078"/>
              <a:gd name="connsiteX64" fmla="*/ 3027083 w 13158799"/>
              <a:gd name="connsiteY64" fmla="*/ 8471796 h 9456078"/>
              <a:gd name="connsiteX65" fmla="*/ 3066489 w 13158799"/>
              <a:gd name="connsiteY65" fmla="*/ 8442854 h 9456078"/>
              <a:gd name="connsiteX66" fmla="*/ 3105634 w 13158799"/>
              <a:gd name="connsiteY66" fmla="*/ 8413528 h 9456078"/>
              <a:gd name="connsiteX67" fmla="*/ 3144515 w 13158799"/>
              <a:gd name="connsiteY67" fmla="*/ 8383818 h 9456078"/>
              <a:gd name="connsiteX68" fmla="*/ 3183129 w 13158799"/>
              <a:gd name="connsiteY68" fmla="*/ 8353726 h 9456078"/>
              <a:gd name="connsiteX69" fmla="*/ 3221473 w 13158799"/>
              <a:gd name="connsiteY69" fmla="*/ 8323253 h 9456078"/>
              <a:gd name="connsiteX70" fmla="*/ 3259544 w 13158799"/>
              <a:gd name="connsiteY70" fmla="*/ 8292401 h 9456078"/>
              <a:gd name="connsiteX71" fmla="*/ 3297339 w 13158799"/>
              <a:gd name="connsiteY71" fmla="*/ 8261172 h 9456078"/>
              <a:gd name="connsiteX72" fmla="*/ 3334854 w 13158799"/>
              <a:gd name="connsiteY72" fmla="*/ 8229566 h 9456078"/>
              <a:gd name="connsiteX73" fmla="*/ 3372087 w 13158799"/>
              <a:gd name="connsiteY73" fmla="*/ 8197585 h 9456078"/>
              <a:gd name="connsiteX74" fmla="*/ 3409035 w 13158799"/>
              <a:gd name="connsiteY74" fmla="*/ 8165232 h 9456078"/>
              <a:gd name="connsiteX75" fmla="*/ 3445695 w 13158799"/>
              <a:gd name="connsiteY75" fmla="*/ 8132507 h 9456078"/>
              <a:gd name="connsiteX76" fmla="*/ 3482064 w 13158799"/>
              <a:gd name="connsiteY76" fmla="*/ 8099411 h 9456078"/>
              <a:gd name="connsiteX77" fmla="*/ 3518139 w 13158799"/>
              <a:gd name="connsiteY77" fmla="*/ 8065947 h 9456078"/>
              <a:gd name="connsiteX78" fmla="*/ 3553916 w 13158799"/>
              <a:gd name="connsiteY78" fmla="*/ 8032115 h 9456078"/>
              <a:gd name="connsiteX79" fmla="*/ 3589393 w 13158799"/>
              <a:gd name="connsiteY79" fmla="*/ 7997918 h 9456078"/>
              <a:gd name="connsiteX80" fmla="*/ 3624567 w 13158799"/>
              <a:gd name="connsiteY80" fmla="*/ 7963356 h 9456078"/>
              <a:gd name="connsiteX81" fmla="*/ 3659435 w 13158799"/>
              <a:gd name="connsiteY81" fmla="*/ 7928432 h 9456078"/>
              <a:gd name="connsiteX82" fmla="*/ 3693994 w 13158799"/>
              <a:gd name="connsiteY82" fmla="*/ 7893146 h 9456078"/>
              <a:gd name="connsiteX83" fmla="*/ 3728240 w 13158799"/>
              <a:gd name="connsiteY83" fmla="*/ 7857501 h 9456078"/>
              <a:gd name="connsiteX84" fmla="*/ 3762171 w 13158799"/>
              <a:gd name="connsiteY84" fmla="*/ 7821497 h 9456078"/>
              <a:gd name="connsiteX85" fmla="*/ 3795783 w 13158799"/>
              <a:gd name="connsiteY85" fmla="*/ 7785136 h 9456078"/>
              <a:gd name="connsiteX86" fmla="*/ 3829075 w 13158799"/>
              <a:gd name="connsiteY86" fmla="*/ 7748420 h 9456078"/>
              <a:gd name="connsiteX87" fmla="*/ 3862042 w 13158799"/>
              <a:gd name="connsiteY87" fmla="*/ 7711350 h 9456078"/>
              <a:gd name="connsiteX88" fmla="*/ 3894682 w 13158799"/>
              <a:gd name="connsiteY88" fmla="*/ 7673928 h 9456078"/>
              <a:gd name="connsiteX89" fmla="*/ 3926991 w 13158799"/>
              <a:gd name="connsiteY89" fmla="*/ 7636155 h 9456078"/>
              <a:gd name="connsiteX90" fmla="*/ 3958967 w 13158799"/>
              <a:gd name="connsiteY90" fmla="*/ 7598032 h 9456078"/>
              <a:gd name="connsiteX91" fmla="*/ 3990607 w 13158799"/>
              <a:gd name="connsiteY91" fmla="*/ 7559561 h 9456078"/>
              <a:gd name="connsiteX92" fmla="*/ 4021907 w 13158799"/>
              <a:gd name="connsiteY92" fmla="*/ 7520744 h 9456078"/>
              <a:gd name="connsiteX93" fmla="*/ 4052865 w 13158799"/>
              <a:gd name="connsiteY93" fmla="*/ 7481582 h 9456078"/>
              <a:gd name="connsiteX94" fmla="*/ 4083478 w 13158799"/>
              <a:gd name="connsiteY94" fmla="*/ 7442077 h 9456078"/>
              <a:gd name="connsiteX95" fmla="*/ 8022311 w 13158799"/>
              <a:gd name="connsiteY95" fmla="*/ 2307814 h 9456078"/>
              <a:gd name="connsiteX96" fmla="*/ 8052902 w 13158799"/>
              <a:gd name="connsiteY96" fmla="*/ 2268285 h 9456078"/>
              <a:gd name="connsiteX97" fmla="*/ 8083796 w 13158799"/>
              <a:gd name="connsiteY97" fmla="*/ 2229056 h 9456078"/>
              <a:gd name="connsiteX98" fmla="*/ 8114989 w 13158799"/>
              <a:gd name="connsiteY98" fmla="*/ 2190127 h 9456078"/>
              <a:gd name="connsiteX99" fmla="*/ 8146479 w 13158799"/>
              <a:gd name="connsiteY99" fmla="*/ 2151500 h 9456078"/>
              <a:gd name="connsiteX100" fmla="*/ 8178264 w 13158799"/>
              <a:gd name="connsiteY100" fmla="*/ 2113176 h 9456078"/>
              <a:gd name="connsiteX101" fmla="*/ 8210341 w 13158799"/>
              <a:gd name="connsiteY101" fmla="*/ 2075157 h 9456078"/>
              <a:gd name="connsiteX102" fmla="*/ 8242709 w 13158799"/>
              <a:gd name="connsiteY102" fmla="*/ 2037442 h 9456078"/>
              <a:gd name="connsiteX103" fmla="*/ 8275365 w 13158799"/>
              <a:gd name="connsiteY103" fmla="*/ 2000034 h 9456078"/>
              <a:gd name="connsiteX104" fmla="*/ 8308307 w 13158799"/>
              <a:gd name="connsiteY104" fmla="*/ 1962934 h 9456078"/>
              <a:gd name="connsiteX105" fmla="*/ 8341532 w 13158799"/>
              <a:gd name="connsiteY105" fmla="*/ 1926142 h 9456078"/>
              <a:gd name="connsiteX106" fmla="*/ 8375038 w 13158799"/>
              <a:gd name="connsiteY106" fmla="*/ 1889660 h 9456078"/>
              <a:gd name="connsiteX107" fmla="*/ 8408823 w 13158799"/>
              <a:gd name="connsiteY107" fmla="*/ 1853489 h 9456078"/>
              <a:gd name="connsiteX108" fmla="*/ 8442885 w 13158799"/>
              <a:gd name="connsiteY108" fmla="*/ 1817630 h 9456078"/>
              <a:gd name="connsiteX109" fmla="*/ 8477221 w 13158799"/>
              <a:gd name="connsiteY109" fmla="*/ 1782084 h 9456078"/>
              <a:gd name="connsiteX110" fmla="*/ 8511829 w 13158799"/>
              <a:gd name="connsiteY110" fmla="*/ 1746853 h 9456078"/>
              <a:gd name="connsiteX111" fmla="*/ 8546706 w 13158799"/>
              <a:gd name="connsiteY111" fmla="*/ 1711937 h 9456078"/>
              <a:gd name="connsiteX112" fmla="*/ 8581851 w 13158799"/>
              <a:gd name="connsiteY112" fmla="*/ 1677337 h 9456078"/>
              <a:gd name="connsiteX113" fmla="*/ 8617261 w 13158799"/>
              <a:gd name="connsiteY113" fmla="*/ 1643056 h 9456078"/>
              <a:gd name="connsiteX114" fmla="*/ 8652934 w 13158799"/>
              <a:gd name="connsiteY114" fmla="*/ 1609093 h 9456078"/>
              <a:gd name="connsiteX115" fmla="*/ 8688867 w 13158799"/>
              <a:gd name="connsiteY115" fmla="*/ 1575450 h 9456078"/>
              <a:gd name="connsiteX116" fmla="*/ 8725058 w 13158799"/>
              <a:gd name="connsiteY116" fmla="*/ 1542128 h 9456078"/>
              <a:gd name="connsiteX117" fmla="*/ 8761506 w 13158799"/>
              <a:gd name="connsiteY117" fmla="*/ 1509129 h 9456078"/>
              <a:gd name="connsiteX118" fmla="*/ 8798207 w 13158799"/>
              <a:gd name="connsiteY118" fmla="*/ 1476452 h 9456078"/>
              <a:gd name="connsiteX119" fmla="*/ 8835159 w 13158799"/>
              <a:gd name="connsiteY119" fmla="*/ 1444101 h 9456078"/>
              <a:gd name="connsiteX120" fmla="*/ 8872360 w 13158799"/>
              <a:gd name="connsiteY120" fmla="*/ 1412075 h 9456078"/>
              <a:gd name="connsiteX121" fmla="*/ 8909808 w 13158799"/>
              <a:gd name="connsiteY121" fmla="*/ 1380375 h 9456078"/>
              <a:gd name="connsiteX122" fmla="*/ 8947501 w 13158799"/>
              <a:gd name="connsiteY122" fmla="*/ 1349004 h 9456078"/>
              <a:gd name="connsiteX123" fmla="*/ 8985435 w 13158799"/>
              <a:gd name="connsiteY123" fmla="*/ 1317962 h 9456078"/>
              <a:gd name="connsiteX124" fmla="*/ 9023610 w 13158799"/>
              <a:gd name="connsiteY124" fmla="*/ 1287250 h 9456078"/>
              <a:gd name="connsiteX125" fmla="*/ 9062022 w 13158799"/>
              <a:gd name="connsiteY125" fmla="*/ 1256869 h 9456078"/>
              <a:gd name="connsiteX126" fmla="*/ 9100669 w 13158799"/>
              <a:gd name="connsiteY126" fmla="*/ 1226820 h 9456078"/>
              <a:gd name="connsiteX127" fmla="*/ 9139549 w 13158799"/>
              <a:gd name="connsiteY127" fmla="*/ 1197105 h 9456078"/>
              <a:gd name="connsiteX128" fmla="*/ 9178660 w 13158799"/>
              <a:gd name="connsiteY128" fmla="*/ 1167725 h 9456078"/>
              <a:gd name="connsiteX129" fmla="*/ 9217999 w 13158799"/>
              <a:gd name="connsiteY129" fmla="*/ 1138681 h 9456078"/>
              <a:gd name="connsiteX130" fmla="*/ 9257564 w 13158799"/>
              <a:gd name="connsiteY130" fmla="*/ 1109974 h 9456078"/>
              <a:gd name="connsiteX131" fmla="*/ 9297353 w 13158799"/>
              <a:gd name="connsiteY131" fmla="*/ 1081604 h 9456078"/>
              <a:gd name="connsiteX132" fmla="*/ 9337364 w 13158799"/>
              <a:gd name="connsiteY132" fmla="*/ 1053574 h 9456078"/>
              <a:gd name="connsiteX133" fmla="*/ 9377594 w 13158799"/>
              <a:gd name="connsiteY133" fmla="*/ 1025884 h 9456078"/>
              <a:gd name="connsiteX134" fmla="*/ 9418040 w 13158799"/>
              <a:gd name="connsiteY134" fmla="*/ 998536 h 9456078"/>
              <a:gd name="connsiteX135" fmla="*/ 9458702 w 13158799"/>
              <a:gd name="connsiteY135" fmla="*/ 971530 h 9456078"/>
              <a:gd name="connsiteX136" fmla="*/ 9499575 w 13158799"/>
              <a:gd name="connsiteY136" fmla="*/ 944868 h 9456078"/>
              <a:gd name="connsiteX137" fmla="*/ 9540659 w 13158799"/>
              <a:gd name="connsiteY137" fmla="*/ 918551 h 9456078"/>
              <a:gd name="connsiteX138" fmla="*/ 9581950 w 13158799"/>
              <a:gd name="connsiteY138" fmla="*/ 892580 h 9456078"/>
              <a:gd name="connsiteX139" fmla="*/ 9623447 w 13158799"/>
              <a:gd name="connsiteY139" fmla="*/ 866956 h 9456078"/>
              <a:gd name="connsiteX140" fmla="*/ 9665147 w 13158799"/>
              <a:gd name="connsiteY140" fmla="*/ 841681 h 9456078"/>
              <a:gd name="connsiteX141" fmla="*/ 9707048 w 13158799"/>
              <a:gd name="connsiteY141" fmla="*/ 816754 h 9456078"/>
              <a:gd name="connsiteX142" fmla="*/ 9749147 w 13158799"/>
              <a:gd name="connsiteY142" fmla="*/ 792179 h 9456078"/>
              <a:gd name="connsiteX143" fmla="*/ 9791443 w 13158799"/>
              <a:gd name="connsiteY143" fmla="*/ 767955 h 9456078"/>
              <a:gd name="connsiteX144" fmla="*/ 9833932 w 13158799"/>
              <a:gd name="connsiteY144" fmla="*/ 744083 h 9456078"/>
              <a:gd name="connsiteX145" fmla="*/ 9876613 w 13158799"/>
              <a:gd name="connsiteY145" fmla="*/ 720566 h 9456078"/>
              <a:gd name="connsiteX146" fmla="*/ 9919484 w 13158799"/>
              <a:gd name="connsiteY146" fmla="*/ 697404 h 9456078"/>
              <a:gd name="connsiteX147" fmla="*/ 9962542 w 13158799"/>
              <a:gd name="connsiteY147" fmla="*/ 674598 h 9456078"/>
              <a:gd name="connsiteX148" fmla="*/ 10005784 w 13158799"/>
              <a:gd name="connsiteY148" fmla="*/ 652149 h 9456078"/>
              <a:gd name="connsiteX149" fmla="*/ 10049209 w 13158799"/>
              <a:gd name="connsiteY149" fmla="*/ 630059 h 9456078"/>
              <a:gd name="connsiteX150" fmla="*/ 10092814 w 13158799"/>
              <a:gd name="connsiteY150" fmla="*/ 608328 h 9456078"/>
              <a:gd name="connsiteX151" fmla="*/ 10136597 w 13158799"/>
              <a:gd name="connsiteY151" fmla="*/ 586958 h 9456078"/>
              <a:gd name="connsiteX152" fmla="*/ 10180556 w 13158799"/>
              <a:gd name="connsiteY152" fmla="*/ 565950 h 9456078"/>
              <a:gd name="connsiteX153" fmla="*/ 10224688 w 13158799"/>
              <a:gd name="connsiteY153" fmla="*/ 545304 h 9456078"/>
              <a:gd name="connsiteX154" fmla="*/ 10268991 w 13158799"/>
              <a:gd name="connsiteY154" fmla="*/ 525023 h 9456078"/>
              <a:gd name="connsiteX155" fmla="*/ 10313463 w 13158799"/>
              <a:gd name="connsiteY155" fmla="*/ 505107 h 9456078"/>
              <a:gd name="connsiteX156" fmla="*/ 10358101 w 13158799"/>
              <a:gd name="connsiteY156" fmla="*/ 485558 h 9456078"/>
              <a:gd name="connsiteX157" fmla="*/ 10402903 w 13158799"/>
              <a:gd name="connsiteY157" fmla="*/ 466376 h 9456078"/>
              <a:gd name="connsiteX158" fmla="*/ 10447868 w 13158799"/>
              <a:gd name="connsiteY158" fmla="*/ 447563 h 9456078"/>
              <a:gd name="connsiteX159" fmla="*/ 10492991 w 13158799"/>
              <a:gd name="connsiteY159" fmla="*/ 429119 h 9456078"/>
              <a:gd name="connsiteX160" fmla="*/ 10538272 w 13158799"/>
              <a:gd name="connsiteY160" fmla="*/ 411046 h 9456078"/>
              <a:gd name="connsiteX161" fmla="*/ 10583708 w 13158799"/>
              <a:gd name="connsiteY161" fmla="*/ 393346 h 9456078"/>
              <a:gd name="connsiteX162" fmla="*/ 10629297 w 13158799"/>
              <a:gd name="connsiteY162" fmla="*/ 376018 h 9456078"/>
              <a:gd name="connsiteX163" fmla="*/ 10675036 w 13158799"/>
              <a:gd name="connsiteY163" fmla="*/ 359065 h 9456078"/>
              <a:gd name="connsiteX164" fmla="*/ 10720923 w 13158799"/>
              <a:gd name="connsiteY164" fmla="*/ 342487 h 9456078"/>
              <a:gd name="connsiteX165" fmla="*/ 10766956 w 13158799"/>
              <a:gd name="connsiteY165" fmla="*/ 326286 h 9456078"/>
              <a:gd name="connsiteX166" fmla="*/ 10813132 w 13158799"/>
              <a:gd name="connsiteY166" fmla="*/ 310462 h 9456078"/>
              <a:gd name="connsiteX167" fmla="*/ 10859450 w 13158799"/>
              <a:gd name="connsiteY167" fmla="*/ 295018 h 9456078"/>
              <a:gd name="connsiteX168" fmla="*/ 10905907 w 13158799"/>
              <a:gd name="connsiteY168" fmla="*/ 279953 h 9456078"/>
              <a:gd name="connsiteX169" fmla="*/ 10952500 w 13158799"/>
              <a:gd name="connsiteY169" fmla="*/ 265269 h 9456078"/>
              <a:gd name="connsiteX170" fmla="*/ 10999227 w 13158799"/>
              <a:gd name="connsiteY170" fmla="*/ 250968 h 9456078"/>
              <a:gd name="connsiteX171" fmla="*/ 11046087 w 13158799"/>
              <a:gd name="connsiteY171" fmla="*/ 237049 h 9456078"/>
              <a:gd name="connsiteX172" fmla="*/ 11093076 w 13158799"/>
              <a:gd name="connsiteY172" fmla="*/ 223516 h 9456078"/>
              <a:gd name="connsiteX173" fmla="*/ 11140193 w 13158799"/>
              <a:gd name="connsiteY173" fmla="*/ 210368 h 9456078"/>
              <a:gd name="connsiteX174" fmla="*/ 11187434 w 13158799"/>
              <a:gd name="connsiteY174" fmla="*/ 197606 h 9456078"/>
              <a:gd name="connsiteX175" fmla="*/ 11234799 w 13158799"/>
              <a:gd name="connsiteY175" fmla="*/ 185233 h 9456078"/>
              <a:gd name="connsiteX176" fmla="*/ 11282284 w 13158799"/>
              <a:gd name="connsiteY176" fmla="*/ 173248 h 9456078"/>
              <a:gd name="connsiteX177" fmla="*/ 11329888 w 13158799"/>
              <a:gd name="connsiteY177" fmla="*/ 161654 h 9456078"/>
              <a:gd name="connsiteX178" fmla="*/ 11377607 w 13158799"/>
              <a:gd name="connsiteY178" fmla="*/ 150451 h 9456078"/>
              <a:gd name="connsiteX179" fmla="*/ 11425440 w 13158799"/>
              <a:gd name="connsiteY179" fmla="*/ 139640 h 9456078"/>
              <a:gd name="connsiteX180" fmla="*/ 11473385 w 13158799"/>
              <a:gd name="connsiteY180" fmla="*/ 129223 h 9456078"/>
              <a:gd name="connsiteX181" fmla="*/ 11521439 w 13158799"/>
              <a:gd name="connsiteY181" fmla="*/ 119201 h 9456078"/>
              <a:gd name="connsiteX182" fmla="*/ 11569599 w 13158799"/>
              <a:gd name="connsiteY182" fmla="*/ 109574 h 9456078"/>
              <a:gd name="connsiteX183" fmla="*/ 11617864 w 13158799"/>
              <a:gd name="connsiteY183" fmla="*/ 100344 h 9456078"/>
              <a:gd name="connsiteX184" fmla="*/ 11666231 w 13158799"/>
              <a:gd name="connsiteY184" fmla="*/ 91512 h 9456078"/>
              <a:gd name="connsiteX185" fmla="*/ 11714698 w 13158799"/>
              <a:gd name="connsiteY185" fmla="*/ 83080 h 9456078"/>
              <a:gd name="connsiteX186" fmla="*/ 11763263 w 13158799"/>
              <a:gd name="connsiteY186" fmla="*/ 75047 h 9456078"/>
              <a:gd name="connsiteX187" fmla="*/ 11811923 w 13158799"/>
              <a:gd name="connsiteY187" fmla="*/ 67417 h 9456078"/>
              <a:gd name="connsiteX188" fmla="*/ 11860676 w 13158799"/>
              <a:gd name="connsiteY188" fmla="*/ 60188 h 9456078"/>
              <a:gd name="connsiteX189" fmla="*/ 11909519 w 13158799"/>
              <a:gd name="connsiteY189" fmla="*/ 53364 h 9456078"/>
              <a:gd name="connsiteX190" fmla="*/ 11958451 w 13158799"/>
              <a:gd name="connsiteY190" fmla="*/ 46944 h 9456078"/>
              <a:gd name="connsiteX191" fmla="*/ 12007470 w 13158799"/>
              <a:gd name="connsiteY191" fmla="*/ 40931 h 9456078"/>
              <a:gd name="connsiteX192" fmla="*/ 12056572 w 13158799"/>
              <a:gd name="connsiteY192" fmla="*/ 35324 h 9456078"/>
              <a:gd name="connsiteX193" fmla="*/ 12105756 w 13158799"/>
              <a:gd name="connsiteY193" fmla="*/ 30126 h 9456078"/>
              <a:gd name="connsiteX194" fmla="*/ 12155019 w 13158799"/>
              <a:gd name="connsiteY194" fmla="*/ 25337 h 9456078"/>
              <a:gd name="connsiteX195" fmla="*/ 12204359 w 13158799"/>
              <a:gd name="connsiteY195" fmla="*/ 20958 h 9456078"/>
              <a:gd name="connsiteX196" fmla="*/ 12253773 w 13158799"/>
              <a:gd name="connsiteY196" fmla="*/ 16991 h 9456078"/>
              <a:gd name="connsiteX197" fmla="*/ 12303260 w 13158799"/>
              <a:gd name="connsiteY197" fmla="*/ 13437 h 9456078"/>
              <a:gd name="connsiteX198" fmla="*/ 12352818 w 13158799"/>
              <a:gd name="connsiteY198" fmla="*/ 10297 h 9456078"/>
              <a:gd name="connsiteX199" fmla="*/ 12402443 w 13158799"/>
              <a:gd name="connsiteY199" fmla="*/ 7572 h 9456078"/>
              <a:gd name="connsiteX200" fmla="*/ 12452133 w 13158799"/>
              <a:gd name="connsiteY200" fmla="*/ 5263 h 9456078"/>
              <a:gd name="connsiteX201" fmla="*/ 12501887 w 13158799"/>
              <a:gd name="connsiteY201" fmla="*/ 3371 h 9456078"/>
              <a:gd name="connsiteX202" fmla="*/ 12551701 w 13158799"/>
              <a:gd name="connsiteY202" fmla="*/ 1898 h 9456078"/>
              <a:gd name="connsiteX203" fmla="*/ 12601574 w 13158799"/>
              <a:gd name="connsiteY203" fmla="*/ 844 h 9456078"/>
              <a:gd name="connsiteX204" fmla="*/ 12651504 w 13158799"/>
              <a:gd name="connsiteY204" fmla="*/ 211 h 9456078"/>
              <a:gd name="connsiteX205" fmla="*/ 12701487 w 13158799"/>
              <a:gd name="connsiteY205" fmla="*/ 0 h 9456078"/>
              <a:gd name="connsiteX206" fmla="*/ 13158798 w 13158799"/>
              <a:gd name="connsiteY206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76172 w 13158797"/>
              <a:gd name="connsiteY22" fmla="*/ 9319936 h 9456078"/>
              <a:gd name="connsiteX23" fmla="*/ 1223823 w 13158797"/>
              <a:gd name="connsiteY23" fmla="*/ 9308509 h 9456078"/>
              <a:gd name="connsiteX24" fmla="*/ 1271339 w 13158797"/>
              <a:gd name="connsiteY24" fmla="*/ 9296635 h 9456078"/>
              <a:gd name="connsiteX25" fmla="*/ 1318719 w 13158797"/>
              <a:gd name="connsiteY25" fmla="*/ 9284315 h 9456078"/>
              <a:gd name="connsiteX26" fmla="*/ 1365957 w 13158797"/>
              <a:gd name="connsiteY26" fmla="*/ 9271550 h 9456078"/>
              <a:gd name="connsiteX27" fmla="*/ 1413052 w 13158797"/>
              <a:gd name="connsiteY27" fmla="*/ 9258342 h 9456078"/>
              <a:gd name="connsiteX28" fmla="*/ 1460000 w 13158797"/>
              <a:gd name="connsiteY28" fmla="*/ 9244693 h 9456078"/>
              <a:gd name="connsiteX29" fmla="*/ 1506799 w 13158797"/>
              <a:gd name="connsiteY29" fmla="*/ 9230604 h 9456078"/>
              <a:gd name="connsiteX30" fmla="*/ 1553445 w 13158797"/>
              <a:gd name="connsiteY30" fmla="*/ 9216076 h 9456078"/>
              <a:gd name="connsiteX31" fmla="*/ 1599935 w 13158797"/>
              <a:gd name="connsiteY31" fmla="*/ 9201111 h 9456078"/>
              <a:gd name="connsiteX32" fmla="*/ 1646267 w 13158797"/>
              <a:gd name="connsiteY32" fmla="*/ 9185710 h 9456078"/>
              <a:gd name="connsiteX33" fmla="*/ 1692437 w 13158797"/>
              <a:gd name="connsiteY33" fmla="*/ 9169876 h 9456078"/>
              <a:gd name="connsiteX34" fmla="*/ 1738442 w 13158797"/>
              <a:gd name="connsiteY34" fmla="*/ 9153608 h 9456078"/>
              <a:gd name="connsiteX35" fmla="*/ 1784280 w 13158797"/>
              <a:gd name="connsiteY35" fmla="*/ 9136910 h 9456078"/>
              <a:gd name="connsiteX36" fmla="*/ 1829947 w 13158797"/>
              <a:gd name="connsiteY36" fmla="*/ 9119782 h 9456078"/>
              <a:gd name="connsiteX37" fmla="*/ 1875440 w 13158797"/>
              <a:gd name="connsiteY37" fmla="*/ 9102226 h 9456078"/>
              <a:gd name="connsiteX38" fmla="*/ 1920756 w 13158797"/>
              <a:gd name="connsiteY38" fmla="*/ 9084243 h 9456078"/>
              <a:gd name="connsiteX39" fmla="*/ 1965893 w 13158797"/>
              <a:gd name="connsiteY39" fmla="*/ 9065835 h 9456078"/>
              <a:gd name="connsiteX40" fmla="*/ 2055615 w 13158797"/>
              <a:gd name="connsiteY40" fmla="*/ 9027750 h 9456078"/>
              <a:gd name="connsiteX41" fmla="*/ 2100195 w 13158797"/>
              <a:gd name="connsiteY41" fmla="*/ 9008075 h 9456078"/>
              <a:gd name="connsiteX42" fmla="*/ 2144582 w 13158797"/>
              <a:gd name="connsiteY42" fmla="*/ 8987981 h 9456078"/>
              <a:gd name="connsiteX43" fmla="*/ 2188775 w 13158797"/>
              <a:gd name="connsiteY43" fmla="*/ 8967470 h 9456078"/>
              <a:gd name="connsiteX44" fmla="*/ 2232770 w 13158797"/>
              <a:gd name="connsiteY44" fmla="*/ 8946542 h 9456078"/>
              <a:gd name="connsiteX45" fmla="*/ 2276564 w 13158797"/>
              <a:gd name="connsiteY45" fmla="*/ 8925199 h 9456078"/>
              <a:gd name="connsiteX46" fmla="*/ 2320154 w 13158797"/>
              <a:gd name="connsiteY46" fmla="*/ 8903443 h 9456078"/>
              <a:gd name="connsiteX47" fmla="*/ 2363538 w 13158797"/>
              <a:gd name="connsiteY47" fmla="*/ 8881275 h 9456078"/>
              <a:gd name="connsiteX48" fmla="*/ 2406711 w 13158797"/>
              <a:gd name="connsiteY48" fmla="*/ 8858697 h 9456078"/>
              <a:gd name="connsiteX49" fmla="*/ 2449672 w 13158797"/>
              <a:gd name="connsiteY49" fmla="*/ 8835710 h 9456078"/>
              <a:gd name="connsiteX50" fmla="*/ 2492417 w 13158797"/>
              <a:gd name="connsiteY50" fmla="*/ 8812316 h 9456078"/>
              <a:gd name="connsiteX51" fmla="*/ 2534943 w 13158797"/>
              <a:gd name="connsiteY51" fmla="*/ 8788516 h 9456078"/>
              <a:gd name="connsiteX52" fmla="*/ 2577247 w 13158797"/>
              <a:gd name="connsiteY52" fmla="*/ 8764311 h 9456078"/>
              <a:gd name="connsiteX53" fmla="*/ 2619326 w 13158797"/>
              <a:gd name="connsiteY53" fmla="*/ 8739704 h 9456078"/>
              <a:gd name="connsiteX54" fmla="*/ 2661177 w 13158797"/>
              <a:gd name="connsiteY54" fmla="*/ 8714695 h 9456078"/>
              <a:gd name="connsiteX55" fmla="*/ 2702797 w 13158797"/>
              <a:gd name="connsiteY55" fmla="*/ 8689286 h 9456078"/>
              <a:gd name="connsiteX56" fmla="*/ 2744183 w 13158797"/>
              <a:gd name="connsiteY56" fmla="*/ 8663479 h 9456078"/>
              <a:gd name="connsiteX57" fmla="*/ 2785333 w 13158797"/>
              <a:gd name="connsiteY57" fmla="*/ 8637274 h 9456078"/>
              <a:gd name="connsiteX58" fmla="*/ 2826242 w 13158797"/>
              <a:gd name="connsiteY58" fmla="*/ 8610675 h 9456078"/>
              <a:gd name="connsiteX59" fmla="*/ 2866908 w 13158797"/>
              <a:gd name="connsiteY59" fmla="*/ 8583681 h 9456078"/>
              <a:gd name="connsiteX60" fmla="*/ 2907329 w 13158797"/>
              <a:gd name="connsiteY60" fmla="*/ 8556295 h 9456078"/>
              <a:gd name="connsiteX61" fmla="*/ 2947500 w 13158797"/>
              <a:gd name="connsiteY61" fmla="*/ 8528517 h 9456078"/>
              <a:gd name="connsiteX62" fmla="*/ 2987419 w 13158797"/>
              <a:gd name="connsiteY62" fmla="*/ 8500351 h 9456078"/>
              <a:gd name="connsiteX63" fmla="*/ 3027083 w 13158797"/>
              <a:gd name="connsiteY63" fmla="*/ 8471796 h 9456078"/>
              <a:gd name="connsiteX64" fmla="*/ 3066489 w 13158797"/>
              <a:gd name="connsiteY64" fmla="*/ 8442854 h 9456078"/>
              <a:gd name="connsiteX65" fmla="*/ 3105634 w 13158797"/>
              <a:gd name="connsiteY65" fmla="*/ 8413528 h 9456078"/>
              <a:gd name="connsiteX66" fmla="*/ 3144515 w 13158797"/>
              <a:gd name="connsiteY66" fmla="*/ 8383818 h 9456078"/>
              <a:gd name="connsiteX67" fmla="*/ 3183129 w 13158797"/>
              <a:gd name="connsiteY67" fmla="*/ 8353726 h 9456078"/>
              <a:gd name="connsiteX68" fmla="*/ 3221473 w 13158797"/>
              <a:gd name="connsiteY68" fmla="*/ 8323253 h 9456078"/>
              <a:gd name="connsiteX69" fmla="*/ 3259544 w 13158797"/>
              <a:gd name="connsiteY69" fmla="*/ 8292401 h 9456078"/>
              <a:gd name="connsiteX70" fmla="*/ 3297339 w 13158797"/>
              <a:gd name="connsiteY70" fmla="*/ 8261172 h 9456078"/>
              <a:gd name="connsiteX71" fmla="*/ 3334854 w 13158797"/>
              <a:gd name="connsiteY71" fmla="*/ 8229566 h 9456078"/>
              <a:gd name="connsiteX72" fmla="*/ 3372087 w 13158797"/>
              <a:gd name="connsiteY72" fmla="*/ 8197585 h 9456078"/>
              <a:gd name="connsiteX73" fmla="*/ 3409035 w 13158797"/>
              <a:gd name="connsiteY73" fmla="*/ 8165232 h 9456078"/>
              <a:gd name="connsiteX74" fmla="*/ 3445695 w 13158797"/>
              <a:gd name="connsiteY74" fmla="*/ 8132507 h 9456078"/>
              <a:gd name="connsiteX75" fmla="*/ 3482064 w 13158797"/>
              <a:gd name="connsiteY75" fmla="*/ 8099411 h 9456078"/>
              <a:gd name="connsiteX76" fmla="*/ 3518139 w 13158797"/>
              <a:gd name="connsiteY76" fmla="*/ 8065947 h 9456078"/>
              <a:gd name="connsiteX77" fmla="*/ 3553916 w 13158797"/>
              <a:gd name="connsiteY77" fmla="*/ 8032115 h 9456078"/>
              <a:gd name="connsiteX78" fmla="*/ 3589393 w 13158797"/>
              <a:gd name="connsiteY78" fmla="*/ 7997918 h 9456078"/>
              <a:gd name="connsiteX79" fmla="*/ 3624567 w 13158797"/>
              <a:gd name="connsiteY79" fmla="*/ 7963356 h 9456078"/>
              <a:gd name="connsiteX80" fmla="*/ 3659435 w 13158797"/>
              <a:gd name="connsiteY80" fmla="*/ 7928432 h 9456078"/>
              <a:gd name="connsiteX81" fmla="*/ 3693994 w 13158797"/>
              <a:gd name="connsiteY81" fmla="*/ 7893146 h 9456078"/>
              <a:gd name="connsiteX82" fmla="*/ 3728240 w 13158797"/>
              <a:gd name="connsiteY82" fmla="*/ 7857501 h 9456078"/>
              <a:gd name="connsiteX83" fmla="*/ 3762171 w 13158797"/>
              <a:gd name="connsiteY83" fmla="*/ 7821497 h 9456078"/>
              <a:gd name="connsiteX84" fmla="*/ 3795783 w 13158797"/>
              <a:gd name="connsiteY84" fmla="*/ 7785136 h 9456078"/>
              <a:gd name="connsiteX85" fmla="*/ 3829075 w 13158797"/>
              <a:gd name="connsiteY85" fmla="*/ 7748420 h 9456078"/>
              <a:gd name="connsiteX86" fmla="*/ 3862042 w 13158797"/>
              <a:gd name="connsiteY86" fmla="*/ 7711350 h 9456078"/>
              <a:gd name="connsiteX87" fmla="*/ 3894682 w 13158797"/>
              <a:gd name="connsiteY87" fmla="*/ 7673928 h 9456078"/>
              <a:gd name="connsiteX88" fmla="*/ 3926991 w 13158797"/>
              <a:gd name="connsiteY88" fmla="*/ 7636155 h 9456078"/>
              <a:gd name="connsiteX89" fmla="*/ 3958967 w 13158797"/>
              <a:gd name="connsiteY89" fmla="*/ 7598032 h 9456078"/>
              <a:gd name="connsiteX90" fmla="*/ 3990607 w 13158797"/>
              <a:gd name="connsiteY90" fmla="*/ 7559561 h 9456078"/>
              <a:gd name="connsiteX91" fmla="*/ 4021907 w 13158797"/>
              <a:gd name="connsiteY91" fmla="*/ 7520744 h 9456078"/>
              <a:gd name="connsiteX92" fmla="*/ 4052865 w 13158797"/>
              <a:gd name="connsiteY92" fmla="*/ 7481582 h 9456078"/>
              <a:gd name="connsiteX93" fmla="*/ 4083478 w 13158797"/>
              <a:gd name="connsiteY93" fmla="*/ 7442077 h 9456078"/>
              <a:gd name="connsiteX94" fmla="*/ 8022311 w 13158797"/>
              <a:gd name="connsiteY94" fmla="*/ 2307814 h 9456078"/>
              <a:gd name="connsiteX95" fmla="*/ 8052902 w 13158797"/>
              <a:gd name="connsiteY95" fmla="*/ 2268285 h 9456078"/>
              <a:gd name="connsiteX96" fmla="*/ 8083796 w 13158797"/>
              <a:gd name="connsiteY96" fmla="*/ 2229056 h 9456078"/>
              <a:gd name="connsiteX97" fmla="*/ 8114989 w 13158797"/>
              <a:gd name="connsiteY97" fmla="*/ 2190127 h 9456078"/>
              <a:gd name="connsiteX98" fmla="*/ 8146479 w 13158797"/>
              <a:gd name="connsiteY98" fmla="*/ 2151500 h 9456078"/>
              <a:gd name="connsiteX99" fmla="*/ 8178264 w 13158797"/>
              <a:gd name="connsiteY99" fmla="*/ 2113176 h 9456078"/>
              <a:gd name="connsiteX100" fmla="*/ 8210341 w 13158797"/>
              <a:gd name="connsiteY100" fmla="*/ 2075157 h 9456078"/>
              <a:gd name="connsiteX101" fmla="*/ 8242709 w 13158797"/>
              <a:gd name="connsiteY101" fmla="*/ 2037442 h 9456078"/>
              <a:gd name="connsiteX102" fmla="*/ 8275365 w 13158797"/>
              <a:gd name="connsiteY102" fmla="*/ 2000034 h 9456078"/>
              <a:gd name="connsiteX103" fmla="*/ 8308307 w 13158797"/>
              <a:gd name="connsiteY103" fmla="*/ 1962934 h 9456078"/>
              <a:gd name="connsiteX104" fmla="*/ 8341532 w 13158797"/>
              <a:gd name="connsiteY104" fmla="*/ 1926142 h 9456078"/>
              <a:gd name="connsiteX105" fmla="*/ 8375038 w 13158797"/>
              <a:gd name="connsiteY105" fmla="*/ 1889660 h 9456078"/>
              <a:gd name="connsiteX106" fmla="*/ 8408823 w 13158797"/>
              <a:gd name="connsiteY106" fmla="*/ 1853489 h 9456078"/>
              <a:gd name="connsiteX107" fmla="*/ 8442885 w 13158797"/>
              <a:gd name="connsiteY107" fmla="*/ 1817630 h 9456078"/>
              <a:gd name="connsiteX108" fmla="*/ 8477221 w 13158797"/>
              <a:gd name="connsiteY108" fmla="*/ 1782084 h 9456078"/>
              <a:gd name="connsiteX109" fmla="*/ 8511829 w 13158797"/>
              <a:gd name="connsiteY109" fmla="*/ 1746853 h 9456078"/>
              <a:gd name="connsiteX110" fmla="*/ 8546706 w 13158797"/>
              <a:gd name="connsiteY110" fmla="*/ 1711937 h 9456078"/>
              <a:gd name="connsiteX111" fmla="*/ 8581851 w 13158797"/>
              <a:gd name="connsiteY111" fmla="*/ 1677337 h 9456078"/>
              <a:gd name="connsiteX112" fmla="*/ 8617261 w 13158797"/>
              <a:gd name="connsiteY112" fmla="*/ 1643056 h 9456078"/>
              <a:gd name="connsiteX113" fmla="*/ 8652934 w 13158797"/>
              <a:gd name="connsiteY113" fmla="*/ 1609093 h 9456078"/>
              <a:gd name="connsiteX114" fmla="*/ 8688867 w 13158797"/>
              <a:gd name="connsiteY114" fmla="*/ 1575450 h 9456078"/>
              <a:gd name="connsiteX115" fmla="*/ 8725058 w 13158797"/>
              <a:gd name="connsiteY115" fmla="*/ 1542128 h 9456078"/>
              <a:gd name="connsiteX116" fmla="*/ 8761506 w 13158797"/>
              <a:gd name="connsiteY116" fmla="*/ 1509129 h 9456078"/>
              <a:gd name="connsiteX117" fmla="*/ 8798207 w 13158797"/>
              <a:gd name="connsiteY117" fmla="*/ 1476452 h 9456078"/>
              <a:gd name="connsiteX118" fmla="*/ 8835159 w 13158797"/>
              <a:gd name="connsiteY118" fmla="*/ 1444101 h 9456078"/>
              <a:gd name="connsiteX119" fmla="*/ 8872360 w 13158797"/>
              <a:gd name="connsiteY119" fmla="*/ 1412075 h 9456078"/>
              <a:gd name="connsiteX120" fmla="*/ 8909808 w 13158797"/>
              <a:gd name="connsiteY120" fmla="*/ 1380375 h 9456078"/>
              <a:gd name="connsiteX121" fmla="*/ 8947501 w 13158797"/>
              <a:gd name="connsiteY121" fmla="*/ 1349004 h 9456078"/>
              <a:gd name="connsiteX122" fmla="*/ 8985435 w 13158797"/>
              <a:gd name="connsiteY122" fmla="*/ 1317962 h 9456078"/>
              <a:gd name="connsiteX123" fmla="*/ 9023610 w 13158797"/>
              <a:gd name="connsiteY123" fmla="*/ 1287250 h 9456078"/>
              <a:gd name="connsiteX124" fmla="*/ 9062022 w 13158797"/>
              <a:gd name="connsiteY124" fmla="*/ 1256869 h 9456078"/>
              <a:gd name="connsiteX125" fmla="*/ 9100669 w 13158797"/>
              <a:gd name="connsiteY125" fmla="*/ 1226820 h 9456078"/>
              <a:gd name="connsiteX126" fmla="*/ 9139549 w 13158797"/>
              <a:gd name="connsiteY126" fmla="*/ 1197105 h 9456078"/>
              <a:gd name="connsiteX127" fmla="*/ 9178660 w 13158797"/>
              <a:gd name="connsiteY127" fmla="*/ 1167725 h 9456078"/>
              <a:gd name="connsiteX128" fmla="*/ 9217999 w 13158797"/>
              <a:gd name="connsiteY128" fmla="*/ 1138681 h 9456078"/>
              <a:gd name="connsiteX129" fmla="*/ 9257564 w 13158797"/>
              <a:gd name="connsiteY129" fmla="*/ 1109974 h 9456078"/>
              <a:gd name="connsiteX130" fmla="*/ 9297353 w 13158797"/>
              <a:gd name="connsiteY130" fmla="*/ 1081604 h 9456078"/>
              <a:gd name="connsiteX131" fmla="*/ 9337364 w 13158797"/>
              <a:gd name="connsiteY131" fmla="*/ 1053574 h 9456078"/>
              <a:gd name="connsiteX132" fmla="*/ 9377594 w 13158797"/>
              <a:gd name="connsiteY132" fmla="*/ 1025884 h 9456078"/>
              <a:gd name="connsiteX133" fmla="*/ 9418040 w 13158797"/>
              <a:gd name="connsiteY133" fmla="*/ 998536 h 9456078"/>
              <a:gd name="connsiteX134" fmla="*/ 9458702 w 13158797"/>
              <a:gd name="connsiteY134" fmla="*/ 971530 h 9456078"/>
              <a:gd name="connsiteX135" fmla="*/ 9499575 w 13158797"/>
              <a:gd name="connsiteY135" fmla="*/ 944868 h 9456078"/>
              <a:gd name="connsiteX136" fmla="*/ 9540659 w 13158797"/>
              <a:gd name="connsiteY136" fmla="*/ 918551 h 9456078"/>
              <a:gd name="connsiteX137" fmla="*/ 9581950 w 13158797"/>
              <a:gd name="connsiteY137" fmla="*/ 892580 h 9456078"/>
              <a:gd name="connsiteX138" fmla="*/ 9623447 w 13158797"/>
              <a:gd name="connsiteY138" fmla="*/ 866956 h 9456078"/>
              <a:gd name="connsiteX139" fmla="*/ 9665147 w 13158797"/>
              <a:gd name="connsiteY139" fmla="*/ 841681 h 9456078"/>
              <a:gd name="connsiteX140" fmla="*/ 9707048 w 13158797"/>
              <a:gd name="connsiteY140" fmla="*/ 816754 h 9456078"/>
              <a:gd name="connsiteX141" fmla="*/ 9749147 w 13158797"/>
              <a:gd name="connsiteY141" fmla="*/ 792179 h 9456078"/>
              <a:gd name="connsiteX142" fmla="*/ 9791443 w 13158797"/>
              <a:gd name="connsiteY142" fmla="*/ 767955 h 9456078"/>
              <a:gd name="connsiteX143" fmla="*/ 9833932 w 13158797"/>
              <a:gd name="connsiteY143" fmla="*/ 744083 h 9456078"/>
              <a:gd name="connsiteX144" fmla="*/ 9876613 w 13158797"/>
              <a:gd name="connsiteY144" fmla="*/ 720566 h 9456078"/>
              <a:gd name="connsiteX145" fmla="*/ 9919484 w 13158797"/>
              <a:gd name="connsiteY145" fmla="*/ 697404 h 9456078"/>
              <a:gd name="connsiteX146" fmla="*/ 9962542 w 13158797"/>
              <a:gd name="connsiteY146" fmla="*/ 674598 h 9456078"/>
              <a:gd name="connsiteX147" fmla="*/ 10005784 w 13158797"/>
              <a:gd name="connsiteY147" fmla="*/ 652149 h 9456078"/>
              <a:gd name="connsiteX148" fmla="*/ 10049209 w 13158797"/>
              <a:gd name="connsiteY148" fmla="*/ 630059 h 9456078"/>
              <a:gd name="connsiteX149" fmla="*/ 10092814 w 13158797"/>
              <a:gd name="connsiteY149" fmla="*/ 608328 h 9456078"/>
              <a:gd name="connsiteX150" fmla="*/ 10136597 w 13158797"/>
              <a:gd name="connsiteY150" fmla="*/ 586958 h 9456078"/>
              <a:gd name="connsiteX151" fmla="*/ 10180556 w 13158797"/>
              <a:gd name="connsiteY151" fmla="*/ 565950 h 9456078"/>
              <a:gd name="connsiteX152" fmla="*/ 10224688 w 13158797"/>
              <a:gd name="connsiteY152" fmla="*/ 545304 h 9456078"/>
              <a:gd name="connsiteX153" fmla="*/ 10268991 w 13158797"/>
              <a:gd name="connsiteY153" fmla="*/ 525023 h 9456078"/>
              <a:gd name="connsiteX154" fmla="*/ 10313463 w 13158797"/>
              <a:gd name="connsiteY154" fmla="*/ 505107 h 9456078"/>
              <a:gd name="connsiteX155" fmla="*/ 10358101 w 13158797"/>
              <a:gd name="connsiteY155" fmla="*/ 485558 h 9456078"/>
              <a:gd name="connsiteX156" fmla="*/ 10402903 w 13158797"/>
              <a:gd name="connsiteY156" fmla="*/ 466376 h 9456078"/>
              <a:gd name="connsiteX157" fmla="*/ 10447868 w 13158797"/>
              <a:gd name="connsiteY157" fmla="*/ 447563 h 9456078"/>
              <a:gd name="connsiteX158" fmla="*/ 10492991 w 13158797"/>
              <a:gd name="connsiteY158" fmla="*/ 429119 h 9456078"/>
              <a:gd name="connsiteX159" fmla="*/ 10538272 w 13158797"/>
              <a:gd name="connsiteY159" fmla="*/ 411046 h 9456078"/>
              <a:gd name="connsiteX160" fmla="*/ 10583708 w 13158797"/>
              <a:gd name="connsiteY160" fmla="*/ 393346 h 9456078"/>
              <a:gd name="connsiteX161" fmla="*/ 10629297 w 13158797"/>
              <a:gd name="connsiteY161" fmla="*/ 376018 h 9456078"/>
              <a:gd name="connsiteX162" fmla="*/ 10675036 w 13158797"/>
              <a:gd name="connsiteY162" fmla="*/ 359065 h 9456078"/>
              <a:gd name="connsiteX163" fmla="*/ 10720923 w 13158797"/>
              <a:gd name="connsiteY163" fmla="*/ 342487 h 9456078"/>
              <a:gd name="connsiteX164" fmla="*/ 10766956 w 13158797"/>
              <a:gd name="connsiteY164" fmla="*/ 326286 h 9456078"/>
              <a:gd name="connsiteX165" fmla="*/ 10813132 w 13158797"/>
              <a:gd name="connsiteY165" fmla="*/ 310462 h 9456078"/>
              <a:gd name="connsiteX166" fmla="*/ 10859450 w 13158797"/>
              <a:gd name="connsiteY166" fmla="*/ 295018 h 9456078"/>
              <a:gd name="connsiteX167" fmla="*/ 10905907 w 13158797"/>
              <a:gd name="connsiteY167" fmla="*/ 279953 h 9456078"/>
              <a:gd name="connsiteX168" fmla="*/ 10952500 w 13158797"/>
              <a:gd name="connsiteY168" fmla="*/ 265269 h 9456078"/>
              <a:gd name="connsiteX169" fmla="*/ 10999227 w 13158797"/>
              <a:gd name="connsiteY169" fmla="*/ 250968 h 9456078"/>
              <a:gd name="connsiteX170" fmla="*/ 11046087 w 13158797"/>
              <a:gd name="connsiteY170" fmla="*/ 237049 h 9456078"/>
              <a:gd name="connsiteX171" fmla="*/ 11093076 w 13158797"/>
              <a:gd name="connsiteY171" fmla="*/ 223516 h 9456078"/>
              <a:gd name="connsiteX172" fmla="*/ 11140193 w 13158797"/>
              <a:gd name="connsiteY172" fmla="*/ 210368 h 9456078"/>
              <a:gd name="connsiteX173" fmla="*/ 11187434 w 13158797"/>
              <a:gd name="connsiteY173" fmla="*/ 197606 h 9456078"/>
              <a:gd name="connsiteX174" fmla="*/ 11234799 w 13158797"/>
              <a:gd name="connsiteY174" fmla="*/ 185233 h 9456078"/>
              <a:gd name="connsiteX175" fmla="*/ 11282284 w 13158797"/>
              <a:gd name="connsiteY175" fmla="*/ 173248 h 9456078"/>
              <a:gd name="connsiteX176" fmla="*/ 11329888 w 13158797"/>
              <a:gd name="connsiteY176" fmla="*/ 161654 h 9456078"/>
              <a:gd name="connsiteX177" fmla="*/ 11377607 w 13158797"/>
              <a:gd name="connsiteY177" fmla="*/ 150451 h 9456078"/>
              <a:gd name="connsiteX178" fmla="*/ 11425440 w 13158797"/>
              <a:gd name="connsiteY178" fmla="*/ 139640 h 9456078"/>
              <a:gd name="connsiteX179" fmla="*/ 11473385 w 13158797"/>
              <a:gd name="connsiteY179" fmla="*/ 129223 h 9456078"/>
              <a:gd name="connsiteX180" fmla="*/ 11521439 w 13158797"/>
              <a:gd name="connsiteY180" fmla="*/ 119201 h 9456078"/>
              <a:gd name="connsiteX181" fmla="*/ 11569599 w 13158797"/>
              <a:gd name="connsiteY181" fmla="*/ 109574 h 9456078"/>
              <a:gd name="connsiteX182" fmla="*/ 11617864 w 13158797"/>
              <a:gd name="connsiteY182" fmla="*/ 100344 h 9456078"/>
              <a:gd name="connsiteX183" fmla="*/ 11666231 w 13158797"/>
              <a:gd name="connsiteY183" fmla="*/ 91512 h 9456078"/>
              <a:gd name="connsiteX184" fmla="*/ 11714698 w 13158797"/>
              <a:gd name="connsiteY184" fmla="*/ 83080 h 9456078"/>
              <a:gd name="connsiteX185" fmla="*/ 11763263 w 13158797"/>
              <a:gd name="connsiteY185" fmla="*/ 75047 h 9456078"/>
              <a:gd name="connsiteX186" fmla="*/ 11811923 w 13158797"/>
              <a:gd name="connsiteY186" fmla="*/ 67417 h 9456078"/>
              <a:gd name="connsiteX187" fmla="*/ 11860676 w 13158797"/>
              <a:gd name="connsiteY187" fmla="*/ 60188 h 9456078"/>
              <a:gd name="connsiteX188" fmla="*/ 11909519 w 13158797"/>
              <a:gd name="connsiteY188" fmla="*/ 53364 h 9456078"/>
              <a:gd name="connsiteX189" fmla="*/ 11958451 w 13158797"/>
              <a:gd name="connsiteY189" fmla="*/ 46944 h 9456078"/>
              <a:gd name="connsiteX190" fmla="*/ 12007470 w 13158797"/>
              <a:gd name="connsiteY190" fmla="*/ 40931 h 9456078"/>
              <a:gd name="connsiteX191" fmla="*/ 12056572 w 13158797"/>
              <a:gd name="connsiteY191" fmla="*/ 35324 h 9456078"/>
              <a:gd name="connsiteX192" fmla="*/ 12105756 w 13158797"/>
              <a:gd name="connsiteY192" fmla="*/ 30126 h 9456078"/>
              <a:gd name="connsiteX193" fmla="*/ 12155019 w 13158797"/>
              <a:gd name="connsiteY193" fmla="*/ 25337 h 9456078"/>
              <a:gd name="connsiteX194" fmla="*/ 12204359 w 13158797"/>
              <a:gd name="connsiteY194" fmla="*/ 20958 h 9456078"/>
              <a:gd name="connsiteX195" fmla="*/ 12253773 w 13158797"/>
              <a:gd name="connsiteY195" fmla="*/ 16991 h 9456078"/>
              <a:gd name="connsiteX196" fmla="*/ 12303260 w 13158797"/>
              <a:gd name="connsiteY196" fmla="*/ 13437 h 9456078"/>
              <a:gd name="connsiteX197" fmla="*/ 12352818 w 13158797"/>
              <a:gd name="connsiteY197" fmla="*/ 10297 h 9456078"/>
              <a:gd name="connsiteX198" fmla="*/ 12402443 w 13158797"/>
              <a:gd name="connsiteY198" fmla="*/ 7572 h 9456078"/>
              <a:gd name="connsiteX199" fmla="*/ 12452133 w 13158797"/>
              <a:gd name="connsiteY199" fmla="*/ 5263 h 9456078"/>
              <a:gd name="connsiteX200" fmla="*/ 12501887 w 13158797"/>
              <a:gd name="connsiteY200" fmla="*/ 3371 h 9456078"/>
              <a:gd name="connsiteX201" fmla="*/ 12551701 w 13158797"/>
              <a:gd name="connsiteY201" fmla="*/ 1898 h 9456078"/>
              <a:gd name="connsiteX202" fmla="*/ 12601574 w 13158797"/>
              <a:gd name="connsiteY202" fmla="*/ 844 h 9456078"/>
              <a:gd name="connsiteX203" fmla="*/ 12651504 w 13158797"/>
              <a:gd name="connsiteY203" fmla="*/ 211 h 9456078"/>
              <a:gd name="connsiteX204" fmla="*/ 12701487 w 13158797"/>
              <a:gd name="connsiteY204" fmla="*/ 0 h 9456078"/>
              <a:gd name="connsiteX205" fmla="*/ 13158798 w 13158797"/>
              <a:gd name="connsiteY205" fmla="*/ 0 h 94560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</a:cxnLst>
            <a:rect l="l" t="t" r="r" b="b"/>
            <a:pathLst>
              <a:path w="13158797" h="9456078">
                <a:moveTo>
                  <a:pt x="0" y="9456078"/>
                </a:moveTo>
                <a:lnTo>
                  <a:pt x="49977" y="9455836"/>
                </a:lnTo>
                <a:lnTo>
                  <a:pt x="99893" y="9455111"/>
                </a:lnTo>
                <a:lnTo>
                  <a:pt x="149742" y="9453904"/>
                </a:lnTo>
                <a:lnTo>
                  <a:pt x="199524" y="9452217"/>
                </a:lnTo>
                <a:lnTo>
                  <a:pt x="298870" y="9447409"/>
                </a:lnTo>
                <a:lnTo>
                  <a:pt x="348429" y="9444290"/>
                </a:lnTo>
                <a:lnTo>
                  <a:pt x="397907" y="9440698"/>
                </a:lnTo>
                <a:lnTo>
                  <a:pt x="447302" y="9436632"/>
                </a:lnTo>
                <a:lnTo>
                  <a:pt x="496610" y="9432096"/>
                </a:lnTo>
                <a:lnTo>
                  <a:pt x="545829" y="9427089"/>
                </a:lnTo>
                <a:lnTo>
                  <a:pt x="594956" y="9421615"/>
                </a:lnTo>
                <a:lnTo>
                  <a:pt x="643987" y="9415673"/>
                </a:lnTo>
                <a:lnTo>
                  <a:pt x="692920" y="9409267"/>
                </a:lnTo>
                <a:lnTo>
                  <a:pt x="741751" y="9402396"/>
                </a:lnTo>
                <a:lnTo>
                  <a:pt x="790478" y="9395063"/>
                </a:lnTo>
                <a:lnTo>
                  <a:pt x="839098" y="9387270"/>
                </a:lnTo>
                <a:lnTo>
                  <a:pt x="887607" y="9379017"/>
                </a:lnTo>
                <a:lnTo>
                  <a:pt x="936002" y="9370306"/>
                </a:lnTo>
                <a:lnTo>
                  <a:pt x="984281" y="9361139"/>
                </a:lnTo>
                <a:lnTo>
                  <a:pt x="1032440" y="9351517"/>
                </a:lnTo>
                <a:lnTo>
                  <a:pt x="1080477" y="9341441"/>
                </a:lnTo>
                <a:lnTo>
                  <a:pt x="1176172" y="9319936"/>
                </a:lnTo>
                <a:lnTo>
                  <a:pt x="1223823" y="9308509"/>
                </a:lnTo>
                <a:lnTo>
                  <a:pt x="1271339" y="9296635"/>
                </a:lnTo>
                <a:lnTo>
                  <a:pt x="1318719" y="9284315"/>
                </a:lnTo>
                <a:lnTo>
                  <a:pt x="1365957" y="9271550"/>
                </a:lnTo>
                <a:lnTo>
                  <a:pt x="1413052" y="9258342"/>
                </a:lnTo>
                <a:lnTo>
                  <a:pt x="1460000" y="9244693"/>
                </a:lnTo>
                <a:lnTo>
                  <a:pt x="1506799" y="9230604"/>
                </a:lnTo>
                <a:lnTo>
                  <a:pt x="1553445" y="9216076"/>
                </a:lnTo>
                <a:lnTo>
                  <a:pt x="1599935" y="9201111"/>
                </a:lnTo>
                <a:lnTo>
                  <a:pt x="1646267" y="9185710"/>
                </a:lnTo>
                <a:lnTo>
                  <a:pt x="1692437" y="9169876"/>
                </a:lnTo>
                <a:lnTo>
                  <a:pt x="1738442" y="9153608"/>
                </a:lnTo>
                <a:lnTo>
                  <a:pt x="1784280" y="9136910"/>
                </a:lnTo>
                <a:lnTo>
                  <a:pt x="1829947" y="9119782"/>
                </a:lnTo>
                <a:lnTo>
                  <a:pt x="1875440" y="9102226"/>
                </a:lnTo>
                <a:lnTo>
                  <a:pt x="1920756" y="9084243"/>
                </a:lnTo>
                <a:lnTo>
                  <a:pt x="1965893" y="9065835"/>
                </a:lnTo>
                <a:lnTo>
                  <a:pt x="2055615" y="9027750"/>
                </a:lnTo>
                <a:lnTo>
                  <a:pt x="2100195" y="9008075"/>
                </a:lnTo>
                <a:lnTo>
                  <a:pt x="2144582" y="8987981"/>
                </a:lnTo>
                <a:lnTo>
                  <a:pt x="2188775" y="8967470"/>
                </a:lnTo>
                <a:lnTo>
                  <a:pt x="2232770" y="8946542"/>
                </a:lnTo>
                <a:lnTo>
                  <a:pt x="2276564" y="8925199"/>
                </a:lnTo>
                <a:lnTo>
                  <a:pt x="2320154" y="8903443"/>
                </a:lnTo>
                <a:lnTo>
                  <a:pt x="2363538" y="8881275"/>
                </a:lnTo>
                <a:lnTo>
                  <a:pt x="2406711" y="8858697"/>
                </a:lnTo>
                <a:lnTo>
                  <a:pt x="2449672" y="8835710"/>
                </a:lnTo>
                <a:lnTo>
                  <a:pt x="2492417" y="8812316"/>
                </a:lnTo>
                <a:lnTo>
                  <a:pt x="2534943" y="8788516"/>
                </a:lnTo>
                <a:lnTo>
                  <a:pt x="2577247" y="8764311"/>
                </a:lnTo>
                <a:lnTo>
                  <a:pt x="2619326" y="8739704"/>
                </a:lnTo>
                <a:lnTo>
                  <a:pt x="2661177" y="8714695"/>
                </a:lnTo>
                <a:lnTo>
                  <a:pt x="2702797" y="8689286"/>
                </a:lnTo>
                <a:lnTo>
                  <a:pt x="2744183" y="8663479"/>
                </a:lnTo>
                <a:lnTo>
                  <a:pt x="2785333" y="8637274"/>
                </a:lnTo>
                <a:lnTo>
                  <a:pt x="2826242" y="8610675"/>
                </a:lnTo>
                <a:lnTo>
                  <a:pt x="2866908" y="8583681"/>
                </a:lnTo>
                <a:lnTo>
                  <a:pt x="2907329" y="8556295"/>
                </a:lnTo>
                <a:lnTo>
                  <a:pt x="2947500" y="8528517"/>
                </a:lnTo>
                <a:lnTo>
                  <a:pt x="2987419" y="8500351"/>
                </a:lnTo>
                <a:lnTo>
                  <a:pt x="3027083" y="8471796"/>
                </a:lnTo>
                <a:lnTo>
                  <a:pt x="3066489" y="8442854"/>
                </a:lnTo>
                <a:lnTo>
                  <a:pt x="3105634" y="8413528"/>
                </a:lnTo>
                <a:lnTo>
                  <a:pt x="3144515" y="8383818"/>
                </a:lnTo>
                <a:lnTo>
                  <a:pt x="3183129" y="8353726"/>
                </a:lnTo>
                <a:lnTo>
                  <a:pt x="3221473" y="8323253"/>
                </a:lnTo>
                <a:lnTo>
                  <a:pt x="3259544" y="8292401"/>
                </a:lnTo>
                <a:lnTo>
                  <a:pt x="3297339" y="8261172"/>
                </a:lnTo>
                <a:lnTo>
                  <a:pt x="3334854" y="8229566"/>
                </a:lnTo>
                <a:lnTo>
                  <a:pt x="3372087" y="8197585"/>
                </a:lnTo>
                <a:lnTo>
                  <a:pt x="3409035" y="8165232"/>
                </a:lnTo>
                <a:lnTo>
                  <a:pt x="3445695" y="8132507"/>
                </a:lnTo>
                <a:lnTo>
                  <a:pt x="3482064" y="8099411"/>
                </a:lnTo>
                <a:lnTo>
                  <a:pt x="3518139" y="8065947"/>
                </a:lnTo>
                <a:lnTo>
                  <a:pt x="3553916" y="8032115"/>
                </a:lnTo>
                <a:lnTo>
                  <a:pt x="3589393" y="7997918"/>
                </a:lnTo>
                <a:lnTo>
                  <a:pt x="3624567" y="7963356"/>
                </a:lnTo>
                <a:lnTo>
                  <a:pt x="3659435" y="7928432"/>
                </a:lnTo>
                <a:lnTo>
                  <a:pt x="3693994" y="7893146"/>
                </a:lnTo>
                <a:lnTo>
                  <a:pt x="3728240" y="7857501"/>
                </a:lnTo>
                <a:lnTo>
                  <a:pt x="3762171" y="7821497"/>
                </a:lnTo>
                <a:lnTo>
                  <a:pt x="3795783" y="7785136"/>
                </a:lnTo>
                <a:lnTo>
                  <a:pt x="3829075" y="7748420"/>
                </a:lnTo>
                <a:lnTo>
                  <a:pt x="3862042" y="7711350"/>
                </a:lnTo>
                <a:lnTo>
                  <a:pt x="3894682" y="7673928"/>
                </a:lnTo>
                <a:lnTo>
                  <a:pt x="3926991" y="7636155"/>
                </a:lnTo>
                <a:lnTo>
                  <a:pt x="3958967" y="7598032"/>
                </a:lnTo>
                <a:lnTo>
                  <a:pt x="3990607" y="7559561"/>
                </a:lnTo>
                <a:lnTo>
                  <a:pt x="4021907" y="7520744"/>
                </a:lnTo>
                <a:lnTo>
                  <a:pt x="4052865" y="7481582"/>
                </a:lnTo>
                <a:lnTo>
                  <a:pt x="4083478" y="7442077"/>
                </a:lnTo>
                <a:lnTo>
                  <a:pt x="8022311" y="2307814"/>
                </a:lnTo>
                <a:lnTo>
                  <a:pt x="8052902" y="2268285"/>
                </a:lnTo>
                <a:lnTo>
                  <a:pt x="8083796" y="2229056"/>
                </a:lnTo>
                <a:lnTo>
                  <a:pt x="8114989" y="2190127"/>
                </a:lnTo>
                <a:lnTo>
                  <a:pt x="8146479" y="2151500"/>
                </a:lnTo>
                <a:lnTo>
                  <a:pt x="8178264" y="2113176"/>
                </a:lnTo>
                <a:lnTo>
                  <a:pt x="8210341" y="2075157"/>
                </a:lnTo>
                <a:lnTo>
                  <a:pt x="8242709" y="2037442"/>
                </a:lnTo>
                <a:lnTo>
                  <a:pt x="8275365" y="2000034"/>
                </a:lnTo>
                <a:lnTo>
                  <a:pt x="8308307" y="1962934"/>
                </a:lnTo>
                <a:lnTo>
                  <a:pt x="8341532" y="1926142"/>
                </a:lnTo>
                <a:lnTo>
                  <a:pt x="8375038" y="1889660"/>
                </a:lnTo>
                <a:lnTo>
                  <a:pt x="8408823" y="1853489"/>
                </a:lnTo>
                <a:lnTo>
                  <a:pt x="8442885" y="1817630"/>
                </a:lnTo>
                <a:lnTo>
                  <a:pt x="8477221" y="1782084"/>
                </a:lnTo>
                <a:lnTo>
                  <a:pt x="8511829" y="1746853"/>
                </a:lnTo>
                <a:lnTo>
                  <a:pt x="8546706" y="1711937"/>
                </a:lnTo>
                <a:lnTo>
                  <a:pt x="8581851" y="1677337"/>
                </a:lnTo>
                <a:lnTo>
                  <a:pt x="8617261" y="1643056"/>
                </a:lnTo>
                <a:lnTo>
                  <a:pt x="8652934" y="1609093"/>
                </a:lnTo>
                <a:lnTo>
                  <a:pt x="8688867" y="1575450"/>
                </a:lnTo>
                <a:lnTo>
                  <a:pt x="8725058" y="1542128"/>
                </a:lnTo>
                <a:lnTo>
                  <a:pt x="8761506" y="1509129"/>
                </a:lnTo>
                <a:lnTo>
                  <a:pt x="8798207" y="1476452"/>
                </a:lnTo>
                <a:lnTo>
                  <a:pt x="8835159" y="1444101"/>
                </a:lnTo>
                <a:lnTo>
                  <a:pt x="8872360" y="1412075"/>
                </a:lnTo>
                <a:lnTo>
                  <a:pt x="8909808" y="1380375"/>
                </a:lnTo>
                <a:lnTo>
                  <a:pt x="8947501" y="1349004"/>
                </a:lnTo>
                <a:lnTo>
                  <a:pt x="8985435" y="1317962"/>
                </a:lnTo>
                <a:lnTo>
                  <a:pt x="9023610" y="1287250"/>
                </a:lnTo>
                <a:lnTo>
                  <a:pt x="9062022" y="1256869"/>
                </a:lnTo>
                <a:lnTo>
                  <a:pt x="9100669" y="1226820"/>
                </a:lnTo>
                <a:lnTo>
                  <a:pt x="9139549" y="1197105"/>
                </a:lnTo>
                <a:lnTo>
                  <a:pt x="9178660" y="1167725"/>
                </a:lnTo>
                <a:lnTo>
                  <a:pt x="9217999" y="1138681"/>
                </a:lnTo>
                <a:lnTo>
                  <a:pt x="9257564" y="1109974"/>
                </a:lnTo>
                <a:lnTo>
                  <a:pt x="9297353" y="1081604"/>
                </a:lnTo>
                <a:lnTo>
                  <a:pt x="9337364" y="1053574"/>
                </a:lnTo>
                <a:lnTo>
                  <a:pt x="9377594" y="1025884"/>
                </a:lnTo>
                <a:lnTo>
                  <a:pt x="9418040" y="998536"/>
                </a:lnTo>
                <a:lnTo>
                  <a:pt x="9458702" y="971530"/>
                </a:lnTo>
                <a:lnTo>
                  <a:pt x="9499575" y="944868"/>
                </a:lnTo>
                <a:lnTo>
                  <a:pt x="9540659" y="918551"/>
                </a:lnTo>
                <a:lnTo>
                  <a:pt x="9581950" y="892580"/>
                </a:lnTo>
                <a:lnTo>
                  <a:pt x="9623447" y="866956"/>
                </a:lnTo>
                <a:lnTo>
                  <a:pt x="9665147" y="841681"/>
                </a:lnTo>
                <a:lnTo>
                  <a:pt x="9707048" y="816754"/>
                </a:lnTo>
                <a:lnTo>
                  <a:pt x="9749147" y="792179"/>
                </a:lnTo>
                <a:lnTo>
                  <a:pt x="9791443" y="767955"/>
                </a:lnTo>
                <a:lnTo>
                  <a:pt x="9833932" y="744083"/>
                </a:lnTo>
                <a:lnTo>
                  <a:pt x="9876613" y="720566"/>
                </a:lnTo>
                <a:lnTo>
                  <a:pt x="9919484" y="697404"/>
                </a:lnTo>
                <a:lnTo>
                  <a:pt x="9962542" y="674598"/>
                </a:lnTo>
                <a:lnTo>
                  <a:pt x="10005784" y="652149"/>
                </a:lnTo>
                <a:lnTo>
                  <a:pt x="10049209" y="630059"/>
                </a:lnTo>
                <a:lnTo>
                  <a:pt x="10092814" y="608328"/>
                </a:lnTo>
                <a:lnTo>
                  <a:pt x="10136597" y="586958"/>
                </a:lnTo>
                <a:lnTo>
                  <a:pt x="10180556" y="565950"/>
                </a:lnTo>
                <a:lnTo>
                  <a:pt x="10224688" y="545304"/>
                </a:lnTo>
                <a:lnTo>
                  <a:pt x="10268991" y="525023"/>
                </a:lnTo>
                <a:lnTo>
                  <a:pt x="10313463" y="505107"/>
                </a:lnTo>
                <a:lnTo>
                  <a:pt x="10358101" y="485558"/>
                </a:lnTo>
                <a:lnTo>
                  <a:pt x="10402903" y="466376"/>
                </a:lnTo>
                <a:lnTo>
                  <a:pt x="10447868" y="447563"/>
                </a:lnTo>
                <a:lnTo>
                  <a:pt x="10492991" y="429119"/>
                </a:lnTo>
                <a:lnTo>
                  <a:pt x="10538272" y="411046"/>
                </a:lnTo>
                <a:lnTo>
                  <a:pt x="10583708" y="393346"/>
                </a:lnTo>
                <a:lnTo>
                  <a:pt x="10629297" y="376018"/>
                </a:lnTo>
                <a:lnTo>
                  <a:pt x="10675036" y="359065"/>
                </a:lnTo>
                <a:lnTo>
                  <a:pt x="10720923" y="342487"/>
                </a:lnTo>
                <a:lnTo>
                  <a:pt x="10766956" y="326286"/>
                </a:lnTo>
                <a:lnTo>
                  <a:pt x="10813132" y="310462"/>
                </a:lnTo>
                <a:lnTo>
                  <a:pt x="10859450" y="295018"/>
                </a:lnTo>
                <a:lnTo>
                  <a:pt x="10905907" y="279953"/>
                </a:lnTo>
                <a:lnTo>
                  <a:pt x="10952500" y="265269"/>
                </a:lnTo>
                <a:lnTo>
                  <a:pt x="10999227" y="250968"/>
                </a:lnTo>
                <a:lnTo>
                  <a:pt x="11046087" y="237049"/>
                </a:lnTo>
                <a:lnTo>
                  <a:pt x="11093076" y="223516"/>
                </a:lnTo>
                <a:lnTo>
                  <a:pt x="11140193" y="210368"/>
                </a:lnTo>
                <a:lnTo>
                  <a:pt x="11187434" y="197606"/>
                </a:lnTo>
                <a:lnTo>
                  <a:pt x="11234799" y="185233"/>
                </a:lnTo>
                <a:lnTo>
                  <a:pt x="11282284" y="173248"/>
                </a:lnTo>
                <a:lnTo>
                  <a:pt x="11329888" y="161654"/>
                </a:lnTo>
                <a:lnTo>
                  <a:pt x="11377607" y="150451"/>
                </a:lnTo>
                <a:lnTo>
                  <a:pt x="11425440" y="139640"/>
                </a:lnTo>
                <a:lnTo>
                  <a:pt x="11473385" y="129223"/>
                </a:lnTo>
                <a:lnTo>
                  <a:pt x="11521439" y="119201"/>
                </a:lnTo>
                <a:lnTo>
                  <a:pt x="11569599" y="109574"/>
                </a:lnTo>
                <a:lnTo>
                  <a:pt x="11617864" y="100344"/>
                </a:lnTo>
                <a:lnTo>
                  <a:pt x="11666231" y="91512"/>
                </a:lnTo>
                <a:lnTo>
                  <a:pt x="11714698" y="83080"/>
                </a:lnTo>
                <a:lnTo>
                  <a:pt x="11763263" y="75047"/>
                </a:lnTo>
                <a:lnTo>
                  <a:pt x="11811923" y="67417"/>
                </a:lnTo>
                <a:lnTo>
                  <a:pt x="11860676" y="60188"/>
                </a:lnTo>
                <a:lnTo>
                  <a:pt x="11909519" y="53364"/>
                </a:lnTo>
                <a:lnTo>
                  <a:pt x="11958451" y="46944"/>
                </a:lnTo>
                <a:lnTo>
                  <a:pt x="12007470" y="40931"/>
                </a:lnTo>
                <a:lnTo>
                  <a:pt x="12056572" y="35324"/>
                </a:lnTo>
                <a:lnTo>
                  <a:pt x="12105756" y="30126"/>
                </a:lnTo>
                <a:lnTo>
                  <a:pt x="12155019" y="25337"/>
                </a:lnTo>
                <a:lnTo>
                  <a:pt x="12204359" y="20958"/>
                </a:lnTo>
                <a:lnTo>
                  <a:pt x="12253773" y="16991"/>
                </a:lnTo>
                <a:lnTo>
                  <a:pt x="12303260" y="13437"/>
                </a:lnTo>
                <a:lnTo>
                  <a:pt x="12352818" y="10297"/>
                </a:lnTo>
                <a:lnTo>
                  <a:pt x="12402443" y="7572"/>
                </a:lnTo>
                <a:lnTo>
                  <a:pt x="12452133" y="5263"/>
                </a:lnTo>
                <a:lnTo>
                  <a:pt x="12501887" y="3371"/>
                </a:lnTo>
                <a:lnTo>
                  <a:pt x="12551701" y="1898"/>
                </a:lnTo>
                <a:lnTo>
                  <a:pt x="12601574" y="844"/>
                </a:lnTo>
                <a:lnTo>
                  <a:pt x="12651504" y="211"/>
                </a:lnTo>
                <a:lnTo>
                  <a:pt x="12701487" y="0"/>
                </a:lnTo>
                <a:lnTo>
                  <a:pt x="13158798" y="0"/>
                </a:lnTo>
              </a:path>
            </a:pathLst>
          </a:custGeom>
          <a:ln w="19050">
            <a:gradFill>
              <a:gsLst>
                <a:gs pos="15000">
                  <a:schemeClr val="tx2"/>
                </a:gs>
                <a:gs pos="0">
                  <a:schemeClr val="bg1">
                    <a:alpha val="0"/>
                  </a:schemeClr>
                </a:gs>
              </a:gsLst>
              <a:lin ang="5400000" scaled="0"/>
            </a:gradFill>
          </a:ln>
        </p:spPr>
        <p:txBody>
          <a:bodyPr wrap="square" lIns="0" tIns="0" rIns="0" bIns="0" rtlCol="0"/>
          <a:lstStyle/>
          <a:p>
            <a:pPr marL="0" marR="0" lvl="0" indent="0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7386E73B-247A-53EE-BBDF-E29641B5F9E0}"/>
              </a:ext>
            </a:extLst>
          </p:cNvPr>
          <p:cNvCxnSpPr>
            <a:cxnSpLocks/>
          </p:cNvCxnSpPr>
          <p:nvPr/>
        </p:nvCxnSpPr>
        <p:spPr>
          <a:xfrm flipH="1">
            <a:off x="334962" y="6678798"/>
            <a:ext cx="10980001" cy="0"/>
          </a:xfrm>
          <a:prstGeom prst="line">
            <a:avLst/>
          </a:prstGeom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43332038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64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2_Título | 2 linhas - Branco 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509521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tx1">
                    <a:lumMod val="85000"/>
                    <a:lumOff val="15000"/>
                  </a:schemeClr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4" y="1949415"/>
            <a:ext cx="5648397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>
                    <a:lumMod val="85000"/>
                    <a:lumOff val="15000"/>
                  </a:schemeClr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tx1">
                    <a:lumMod val="85000"/>
                    <a:lumOff val="15000"/>
                  </a:schemeClr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2" name="Text Placeholder 8">
            <a:extLst>
              <a:ext uri="{FF2B5EF4-FFF2-40B4-BE49-F238E27FC236}">
                <a16:creationId xmlns:a16="http://schemas.microsoft.com/office/drawing/2014/main" id="{A0F307EA-4C29-0128-C5F3-1EC020414CC8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208641" y="1949415"/>
            <a:ext cx="5648397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>
                    <a:lumMod val="85000"/>
                    <a:lumOff val="15000"/>
                  </a:schemeClr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FC74B37E-4911-072A-7204-9C9ACA9A1C80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4" y="1518528"/>
            <a:ext cx="5648397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8" name="Text Placeholder 8">
            <a:extLst>
              <a:ext uri="{FF2B5EF4-FFF2-40B4-BE49-F238E27FC236}">
                <a16:creationId xmlns:a16="http://schemas.microsoft.com/office/drawing/2014/main" id="{75ABF0D0-FF53-6AFF-585A-B5197E38DF03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208641" y="1518528"/>
            <a:ext cx="5648397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Picture 8">
            <a:extLst>
              <a:ext uri="{FF2B5EF4-FFF2-40B4-BE49-F238E27FC236}">
                <a16:creationId xmlns:a16="http://schemas.microsoft.com/office/drawing/2014/main" id="{1943F4AD-5909-A027-AB7E-4B0B0CAB4873}"/>
              </a:ext>
            </a:extLst>
          </p:cNvPr>
          <p:cNvSpPr/>
          <p:nvPr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tx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/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3616412D-DE90-817B-54BB-23F888952ABC}"/>
              </a:ext>
            </a:extLst>
          </p:cNvPr>
          <p:cNvCxnSpPr>
            <a:cxnSpLocks/>
          </p:cNvCxnSpPr>
          <p:nvPr/>
        </p:nvCxnSpPr>
        <p:spPr>
          <a:xfrm>
            <a:off x="1" y="169333"/>
            <a:ext cx="12229571" cy="0"/>
          </a:xfrm>
          <a:prstGeom prst="line">
            <a:avLst/>
          </a:prstGeom>
          <a:ln w="190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object 4">
            <a:extLst>
              <a:ext uri="{FF2B5EF4-FFF2-40B4-BE49-F238E27FC236}">
                <a16:creationId xmlns:a16="http://schemas.microsoft.com/office/drawing/2014/main" id="{C5004964-A8D5-62D5-7847-D18DE5CAFF49}"/>
              </a:ext>
            </a:extLst>
          </p:cNvPr>
          <p:cNvSpPr/>
          <p:nvPr/>
        </p:nvSpPr>
        <p:spPr>
          <a:xfrm rot="10247908" flipH="1">
            <a:off x="4106509" y="-4146683"/>
            <a:ext cx="8001039" cy="5749648"/>
          </a:xfrm>
          <a:custGeom>
            <a:avLst/>
            <a:gdLst>
              <a:gd name="connsiteX0" fmla="*/ 0 w 13940157"/>
              <a:gd name="connsiteY0" fmla="*/ 9200719 h 9456078"/>
              <a:gd name="connsiteX1" fmla="*/ 781360 w 13940157"/>
              <a:gd name="connsiteY1" fmla="*/ 9456078 h 9456078"/>
              <a:gd name="connsiteX2" fmla="*/ 831337 w 13940157"/>
              <a:gd name="connsiteY2" fmla="*/ 9455836 h 9456078"/>
              <a:gd name="connsiteX3" fmla="*/ 881253 w 13940157"/>
              <a:gd name="connsiteY3" fmla="*/ 9455111 h 9456078"/>
              <a:gd name="connsiteX4" fmla="*/ 931102 w 13940157"/>
              <a:gd name="connsiteY4" fmla="*/ 9453904 h 9456078"/>
              <a:gd name="connsiteX5" fmla="*/ 980884 w 13940157"/>
              <a:gd name="connsiteY5" fmla="*/ 9452217 h 9456078"/>
              <a:gd name="connsiteX6" fmla="*/ 1030594 w 13940157"/>
              <a:gd name="connsiteY6" fmla="*/ 9450052 h 9456078"/>
              <a:gd name="connsiteX7" fmla="*/ 1080230 w 13940157"/>
              <a:gd name="connsiteY7" fmla="*/ 9447409 h 9456078"/>
              <a:gd name="connsiteX8" fmla="*/ 1129789 w 13940157"/>
              <a:gd name="connsiteY8" fmla="*/ 9444290 h 9456078"/>
              <a:gd name="connsiteX9" fmla="*/ 1179267 w 13940157"/>
              <a:gd name="connsiteY9" fmla="*/ 9440698 h 9456078"/>
              <a:gd name="connsiteX10" fmla="*/ 1228662 w 13940157"/>
              <a:gd name="connsiteY10" fmla="*/ 9436632 h 9456078"/>
              <a:gd name="connsiteX11" fmla="*/ 1277970 w 13940157"/>
              <a:gd name="connsiteY11" fmla="*/ 9432096 h 9456078"/>
              <a:gd name="connsiteX12" fmla="*/ 1327189 w 13940157"/>
              <a:gd name="connsiteY12" fmla="*/ 9427089 h 9456078"/>
              <a:gd name="connsiteX13" fmla="*/ 1376316 w 13940157"/>
              <a:gd name="connsiteY13" fmla="*/ 9421615 h 9456078"/>
              <a:gd name="connsiteX14" fmla="*/ 1425347 w 13940157"/>
              <a:gd name="connsiteY14" fmla="*/ 9415673 h 9456078"/>
              <a:gd name="connsiteX15" fmla="*/ 1474280 w 13940157"/>
              <a:gd name="connsiteY15" fmla="*/ 9409267 h 9456078"/>
              <a:gd name="connsiteX16" fmla="*/ 1523111 w 13940157"/>
              <a:gd name="connsiteY16" fmla="*/ 9402396 h 9456078"/>
              <a:gd name="connsiteX17" fmla="*/ 1571838 w 13940157"/>
              <a:gd name="connsiteY17" fmla="*/ 9395063 h 9456078"/>
              <a:gd name="connsiteX18" fmla="*/ 1620458 w 13940157"/>
              <a:gd name="connsiteY18" fmla="*/ 9387270 h 9456078"/>
              <a:gd name="connsiteX19" fmla="*/ 1668967 w 13940157"/>
              <a:gd name="connsiteY19" fmla="*/ 9379017 h 9456078"/>
              <a:gd name="connsiteX20" fmla="*/ 1717362 w 13940157"/>
              <a:gd name="connsiteY20" fmla="*/ 9370306 h 9456078"/>
              <a:gd name="connsiteX21" fmla="*/ 1765641 w 13940157"/>
              <a:gd name="connsiteY21" fmla="*/ 9361139 h 9456078"/>
              <a:gd name="connsiteX22" fmla="*/ 1813800 w 13940157"/>
              <a:gd name="connsiteY22" fmla="*/ 9351517 h 9456078"/>
              <a:gd name="connsiteX23" fmla="*/ 1861837 w 13940157"/>
              <a:gd name="connsiteY23" fmla="*/ 9341441 h 9456078"/>
              <a:gd name="connsiteX24" fmla="*/ 1909749 w 13940157"/>
              <a:gd name="connsiteY24" fmla="*/ 9330914 h 9456078"/>
              <a:gd name="connsiteX25" fmla="*/ 1957532 w 13940157"/>
              <a:gd name="connsiteY25" fmla="*/ 9319936 h 9456078"/>
              <a:gd name="connsiteX26" fmla="*/ 2005183 w 13940157"/>
              <a:gd name="connsiteY26" fmla="*/ 9308509 h 9456078"/>
              <a:gd name="connsiteX27" fmla="*/ 2052699 w 13940157"/>
              <a:gd name="connsiteY27" fmla="*/ 9296635 h 9456078"/>
              <a:gd name="connsiteX28" fmla="*/ 2100079 w 13940157"/>
              <a:gd name="connsiteY28" fmla="*/ 9284315 h 9456078"/>
              <a:gd name="connsiteX29" fmla="*/ 2147317 w 13940157"/>
              <a:gd name="connsiteY29" fmla="*/ 9271550 h 9456078"/>
              <a:gd name="connsiteX30" fmla="*/ 2194412 w 13940157"/>
              <a:gd name="connsiteY30" fmla="*/ 9258342 h 9456078"/>
              <a:gd name="connsiteX31" fmla="*/ 2241360 w 13940157"/>
              <a:gd name="connsiteY31" fmla="*/ 9244693 h 9456078"/>
              <a:gd name="connsiteX32" fmla="*/ 2288159 w 13940157"/>
              <a:gd name="connsiteY32" fmla="*/ 9230604 h 9456078"/>
              <a:gd name="connsiteX33" fmla="*/ 2334805 w 13940157"/>
              <a:gd name="connsiteY33" fmla="*/ 9216076 h 9456078"/>
              <a:gd name="connsiteX34" fmla="*/ 2381295 w 13940157"/>
              <a:gd name="connsiteY34" fmla="*/ 9201111 h 9456078"/>
              <a:gd name="connsiteX35" fmla="*/ 2427627 w 13940157"/>
              <a:gd name="connsiteY35" fmla="*/ 9185710 h 9456078"/>
              <a:gd name="connsiteX36" fmla="*/ 2473797 w 13940157"/>
              <a:gd name="connsiteY36" fmla="*/ 9169876 h 9456078"/>
              <a:gd name="connsiteX37" fmla="*/ 2519802 w 13940157"/>
              <a:gd name="connsiteY37" fmla="*/ 9153608 h 9456078"/>
              <a:gd name="connsiteX38" fmla="*/ 2565640 w 13940157"/>
              <a:gd name="connsiteY38" fmla="*/ 9136910 h 9456078"/>
              <a:gd name="connsiteX39" fmla="*/ 2611307 w 13940157"/>
              <a:gd name="connsiteY39" fmla="*/ 9119782 h 9456078"/>
              <a:gd name="connsiteX40" fmla="*/ 2656800 w 13940157"/>
              <a:gd name="connsiteY40" fmla="*/ 9102226 h 9456078"/>
              <a:gd name="connsiteX41" fmla="*/ 2702116 w 13940157"/>
              <a:gd name="connsiteY41" fmla="*/ 9084243 h 9456078"/>
              <a:gd name="connsiteX42" fmla="*/ 2747253 w 13940157"/>
              <a:gd name="connsiteY42" fmla="*/ 9065835 h 9456078"/>
              <a:gd name="connsiteX43" fmla="*/ 2792207 w 13940157"/>
              <a:gd name="connsiteY43" fmla="*/ 9047004 h 9456078"/>
              <a:gd name="connsiteX44" fmla="*/ 2836975 w 13940157"/>
              <a:gd name="connsiteY44" fmla="*/ 9027750 h 9456078"/>
              <a:gd name="connsiteX45" fmla="*/ 2881555 w 13940157"/>
              <a:gd name="connsiteY45" fmla="*/ 9008075 h 9456078"/>
              <a:gd name="connsiteX46" fmla="*/ 2925942 w 13940157"/>
              <a:gd name="connsiteY46" fmla="*/ 8987981 h 9456078"/>
              <a:gd name="connsiteX47" fmla="*/ 2970135 w 13940157"/>
              <a:gd name="connsiteY47" fmla="*/ 8967470 h 9456078"/>
              <a:gd name="connsiteX48" fmla="*/ 3014130 w 13940157"/>
              <a:gd name="connsiteY48" fmla="*/ 8946542 h 9456078"/>
              <a:gd name="connsiteX49" fmla="*/ 3057924 w 13940157"/>
              <a:gd name="connsiteY49" fmla="*/ 8925199 h 9456078"/>
              <a:gd name="connsiteX50" fmla="*/ 3101514 w 13940157"/>
              <a:gd name="connsiteY50" fmla="*/ 8903443 h 9456078"/>
              <a:gd name="connsiteX51" fmla="*/ 3144898 w 13940157"/>
              <a:gd name="connsiteY51" fmla="*/ 8881275 h 9456078"/>
              <a:gd name="connsiteX52" fmla="*/ 3188071 w 13940157"/>
              <a:gd name="connsiteY52" fmla="*/ 8858697 h 9456078"/>
              <a:gd name="connsiteX53" fmla="*/ 3231032 w 13940157"/>
              <a:gd name="connsiteY53" fmla="*/ 8835710 h 9456078"/>
              <a:gd name="connsiteX54" fmla="*/ 3273777 w 13940157"/>
              <a:gd name="connsiteY54" fmla="*/ 8812316 h 9456078"/>
              <a:gd name="connsiteX55" fmla="*/ 3316303 w 13940157"/>
              <a:gd name="connsiteY55" fmla="*/ 8788516 h 9456078"/>
              <a:gd name="connsiteX56" fmla="*/ 3358607 w 13940157"/>
              <a:gd name="connsiteY56" fmla="*/ 8764311 h 9456078"/>
              <a:gd name="connsiteX57" fmla="*/ 3400686 w 13940157"/>
              <a:gd name="connsiteY57" fmla="*/ 8739704 h 9456078"/>
              <a:gd name="connsiteX58" fmla="*/ 3442537 w 13940157"/>
              <a:gd name="connsiteY58" fmla="*/ 8714695 h 9456078"/>
              <a:gd name="connsiteX59" fmla="*/ 3484157 w 13940157"/>
              <a:gd name="connsiteY59" fmla="*/ 8689286 h 9456078"/>
              <a:gd name="connsiteX60" fmla="*/ 3525543 w 13940157"/>
              <a:gd name="connsiteY60" fmla="*/ 8663479 h 9456078"/>
              <a:gd name="connsiteX61" fmla="*/ 3566693 w 13940157"/>
              <a:gd name="connsiteY61" fmla="*/ 8637274 h 9456078"/>
              <a:gd name="connsiteX62" fmla="*/ 3607602 w 13940157"/>
              <a:gd name="connsiteY62" fmla="*/ 8610675 h 9456078"/>
              <a:gd name="connsiteX63" fmla="*/ 3648268 w 13940157"/>
              <a:gd name="connsiteY63" fmla="*/ 8583681 h 9456078"/>
              <a:gd name="connsiteX64" fmla="*/ 3688689 w 13940157"/>
              <a:gd name="connsiteY64" fmla="*/ 8556295 h 9456078"/>
              <a:gd name="connsiteX65" fmla="*/ 3728860 w 13940157"/>
              <a:gd name="connsiteY65" fmla="*/ 8528517 h 9456078"/>
              <a:gd name="connsiteX66" fmla="*/ 3768779 w 13940157"/>
              <a:gd name="connsiteY66" fmla="*/ 8500351 h 9456078"/>
              <a:gd name="connsiteX67" fmla="*/ 3808443 w 13940157"/>
              <a:gd name="connsiteY67" fmla="*/ 8471796 h 9456078"/>
              <a:gd name="connsiteX68" fmla="*/ 3847849 w 13940157"/>
              <a:gd name="connsiteY68" fmla="*/ 8442854 h 9456078"/>
              <a:gd name="connsiteX69" fmla="*/ 3886994 w 13940157"/>
              <a:gd name="connsiteY69" fmla="*/ 8413528 h 9456078"/>
              <a:gd name="connsiteX70" fmla="*/ 3925875 w 13940157"/>
              <a:gd name="connsiteY70" fmla="*/ 8383818 h 9456078"/>
              <a:gd name="connsiteX71" fmla="*/ 3964489 w 13940157"/>
              <a:gd name="connsiteY71" fmla="*/ 8353726 h 9456078"/>
              <a:gd name="connsiteX72" fmla="*/ 4002833 w 13940157"/>
              <a:gd name="connsiteY72" fmla="*/ 8323253 h 9456078"/>
              <a:gd name="connsiteX73" fmla="*/ 4040904 w 13940157"/>
              <a:gd name="connsiteY73" fmla="*/ 8292401 h 9456078"/>
              <a:gd name="connsiteX74" fmla="*/ 4078699 w 13940157"/>
              <a:gd name="connsiteY74" fmla="*/ 8261172 h 9456078"/>
              <a:gd name="connsiteX75" fmla="*/ 4116214 w 13940157"/>
              <a:gd name="connsiteY75" fmla="*/ 8229566 h 9456078"/>
              <a:gd name="connsiteX76" fmla="*/ 4153447 w 13940157"/>
              <a:gd name="connsiteY76" fmla="*/ 8197585 h 9456078"/>
              <a:gd name="connsiteX77" fmla="*/ 4190395 w 13940157"/>
              <a:gd name="connsiteY77" fmla="*/ 8165232 h 9456078"/>
              <a:gd name="connsiteX78" fmla="*/ 4227055 w 13940157"/>
              <a:gd name="connsiteY78" fmla="*/ 8132507 h 9456078"/>
              <a:gd name="connsiteX79" fmla="*/ 4263424 w 13940157"/>
              <a:gd name="connsiteY79" fmla="*/ 8099411 h 9456078"/>
              <a:gd name="connsiteX80" fmla="*/ 4299499 w 13940157"/>
              <a:gd name="connsiteY80" fmla="*/ 8065947 h 9456078"/>
              <a:gd name="connsiteX81" fmla="*/ 4335276 w 13940157"/>
              <a:gd name="connsiteY81" fmla="*/ 8032115 h 9456078"/>
              <a:gd name="connsiteX82" fmla="*/ 4370753 w 13940157"/>
              <a:gd name="connsiteY82" fmla="*/ 7997918 h 9456078"/>
              <a:gd name="connsiteX83" fmla="*/ 4405927 w 13940157"/>
              <a:gd name="connsiteY83" fmla="*/ 7963356 h 9456078"/>
              <a:gd name="connsiteX84" fmla="*/ 4440795 w 13940157"/>
              <a:gd name="connsiteY84" fmla="*/ 7928432 h 9456078"/>
              <a:gd name="connsiteX85" fmla="*/ 4475354 w 13940157"/>
              <a:gd name="connsiteY85" fmla="*/ 7893146 h 9456078"/>
              <a:gd name="connsiteX86" fmla="*/ 4509600 w 13940157"/>
              <a:gd name="connsiteY86" fmla="*/ 7857501 h 9456078"/>
              <a:gd name="connsiteX87" fmla="*/ 4543531 w 13940157"/>
              <a:gd name="connsiteY87" fmla="*/ 7821497 h 9456078"/>
              <a:gd name="connsiteX88" fmla="*/ 4577143 w 13940157"/>
              <a:gd name="connsiteY88" fmla="*/ 7785136 h 9456078"/>
              <a:gd name="connsiteX89" fmla="*/ 4610435 w 13940157"/>
              <a:gd name="connsiteY89" fmla="*/ 7748420 h 9456078"/>
              <a:gd name="connsiteX90" fmla="*/ 4643402 w 13940157"/>
              <a:gd name="connsiteY90" fmla="*/ 7711350 h 9456078"/>
              <a:gd name="connsiteX91" fmla="*/ 4676042 w 13940157"/>
              <a:gd name="connsiteY91" fmla="*/ 7673928 h 9456078"/>
              <a:gd name="connsiteX92" fmla="*/ 4708351 w 13940157"/>
              <a:gd name="connsiteY92" fmla="*/ 7636155 h 9456078"/>
              <a:gd name="connsiteX93" fmla="*/ 4740327 w 13940157"/>
              <a:gd name="connsiteY93" fmla="*/ 7598032 h 9456078"/>
              <a:gd name="connsiteX94" fmla="*/ 4771967 w 13940157"/>
              <a:gd name="connsiteY94" fmla="*/ 7559561 h 9456078"/>
              <a:gd name="connsiteX95" fmla="*/ 4803267 w 13940157"/>
              <a:gd name="connsiteY95" fmla="*/ 7520744 h 9456078"/>
              <a:gd name="connsiteX96" fmla="*/ 4834225 w 13940157"/>
              <a:gd name="connsiteY96" fmla="*/ 7481582 h 9456078"/>
              <a:gd name="connsiteX97" fmla="*/ 4864838 w 13940157"/>
              <a:gd name="connsiteY97" fmla="*/ 7442077 h 9456078"/>
              <a:gd name="connsiteX98" fmla="*/ 8803671 w 13940157"/>
              <a:gd name="connsiteY98" fmla="*/ 2307814 h 9456078"/>
              <a:gd name="connsiteX99" fmla="*/ 8834262 w 13940157"/>
              <a:gd name="connsiteY99" fmla="*/ 2268285 h 9456078"/>
              <a:gd name="connsiteX100" fmla="*/ 8865156 w 13940157"/>
              <a:gd name="connsiteY100" fmla="*/ 2229056 h 9456078"/>
              <a:gd name="connsiteX101" fmla="*/ 8896349 w 13940157"/>
              <a:gd name="connsiteY101" fmla="*/ 2190127 h 9456078"/>
              <a:gd name="connsiteX102" fmla="*/ 8927839 w 13940157"/>
              <a:gd name="connsiteY102" fmla="*/ 2151500 h 9456078"/>
              <a:gd name="connsiteX103" fmla="*/ 8959624 w 13940157"/>
              <a:gd name="connsiteY103" fmla="*/ 2113176 h 9456078"/>
              <a:gd name="connsiteX104" fmla="*/ 8991701 w 13940157"/>
              <a:gd name="connsiteY104" fmla="*/ 2075157 h 9456078"/>
              <a:gd name="connsiteX105" fmla="*/ 9024069 w 13940157"/>
              <a:gd name="connsiteY105" fmla="*/ 2037442 h 9456078"/>
              <a:gd name="connsiteX106" fmla="*/ 9056725 w 13940157"/>
              <a:gd name="connsiteY106" fmla="*/ 2000034 h 9456078"/>
              <a:gd name="connsiteX107" fmla="*/ 9089667 w 13940157"/>
              <a:gd name="connsiteY107" fmla="*/ 1962934 h 9456078"/>
              <a:gd name="connsiteX108" fmla="*/ 9122892 w 13940157"/>
              <a:gd name="connsiteY108" fmla="*/ 1926142 h 9456078"/>
              <a:gd name="connsiteX109" fmla="*/ 9156398 w 13940157"/>
              <a:gd name="connsiteY109" fmla="*/ 1889660 h 9456078"/>
              <a:gd name="connsiteX110" fmla="*/ 9190183 w 13940157"/>
              <a:gd name="connsiteY110" fmla="*/ 1853489 h 9456078"/>
              <a:gd name="connsiteX111" fmla="*/ 9224245 w 13940157"/>
              <a:gd name="connsiteY111" fmla="*/ 1817630 h 9456078"/>
              <a:gd name="connsiteX112" fmla="*/ 9258581 w 13940157"/>
              <a:gd name="connsiteY112" fmla="*/ 1782084 h 9456078"/>
              <a:gd name="connsiteX113" fmla="*/ 9293189 w 13940157"/>
              <a:gd name="connsiteY113" fmla="*/ 1746853 h 9456078"/>
              <a:gd name="connsiteX114" fmla="*/ 9328066 w 13940157"/>
              <a:gd name="connsiteY114" fmla="*/ 1711937 h 9456078"/>
              <a:gd name="connsiteX115" fmla="*/ 9363211 w 13940157"/>
              <a:gd name="connsiteY115" fmla="*/ 1677337 h 9456078"/>
              <a:gd name="connsiteX116" fmla="*/ 9398621 w 13940157"/>
              <a:gd name="connsiteY116" fmla="*/ 1643056 h 9456078"/>
              <a:gd name="connsiteX117" fmla="*/ 9434294 w 13940157"/>
              <a:gd name="connsiteY117" fmla="*/ 1609093 h 9456078"/>
              <a:gd name="connsiteX118" fmla="*/ 9470227 w 13940157"/>
              <a:gd name="connsiteY118" fmla="*/ 1575450 h 9456078"/>
              <a:gd name="connsiteX119" fmla="*/ 9506418 w 13940157"/>
              <a:gd name="connsiteY119" fmla="*/ 1542128 h 9456078"/>
              <a:gd name="connsiteX120" fmla="*/ 9542866 w 13940157"/>
              <a:gd name="connsiteY120" fmla="*/ 1509129 h 9456078"/>
              <a:gd name="connsiteX121" fmla="*/ 9579567 w 13940157"/>
              <a:gd name="connsiteY121" fmla="*/ 1476452 h 9456078"/>
              <a:gd name="connsiteX122" fmla="*/ 9616519 w 13940157"/>
              <a:gd name="connsiteY122" fmla="*/ 1444101 h 9456078"/>
              <a:gd name="connsiteX123" fmla="*/ 9653720 w 13940157"/>
              <a:gd name="connsiteY123" fmla="*/ 1412075 h 9456078"/>
              <a:gd name="connsiteX124" fmla="*/ 9691168 w 13940157"/>
              <a:gd name="connsiteY124" fmla="*/ 1380375 h 9456078"/>
              <a:gd name="connsiteX125" fmla="*/ 9728861 w 13940157"/>
              <a:gd name="connsiteY125" fmla="*/ 1349004 h 9456078"/>
              <a:gd name="connsiteX126" fmla="*/ 9766795 w 13940157"/>
              <a:gd name="connsiteY126" fmla="*/ 1317962 h 9456078"/>
              <a:gd name="connsiteX127" fmla="*/ 9804970 w 13940157"/>
              <a:gd name="connsiteY127" fmla="*/ 1287250 h 9456078"/>
              <a:gd name="connsiteX128" fmla="*/ 9843382 w 13940157"/>
              <a:gd name="connsiteY128" fmla="*/ 1256869 h 9456078"/>
              <a:gd name="connsiteX129" fmla="*/ 9882029 w 13940157"/>
              <a:gd name="connsiteY129" fmla="*/ 1226820 h 9456078"/>
              <a:gd name="connsiteX130" fmla="*/ 9920909 w 13940157"/>
              <a:gd name="connsiteY130" fmla="*/ 1197105 h 9456078"/>
              <a:gd name="connsiteX131" fmla="*/ 9960020 w 13940157"/>
              <a:gd name="connsiteY131" fmla="*/ 1167725 h 9456078"/>
              <a:gd name="connsiteX132" fmla="*/ 9999359 w 13940157"/>
              <a:gd name="connsiteY132" fmla="*/ 1138681 h 9456078"/>
              <a:gd name="connsiteX133" fmla="*/ 10038924 w 13940157"/>
              <a:gd name="connsiteY133" fmla="*/ 1109974 h 9456078"/>
              <a:gd name="connsiteX134" fmla="*/ 10078713 w 13940157"/>
              <a:gd name="connsiteY134" fmla="*/ 1081604 h 9456078"/>
              <a:gd name="connsiteX135" fmla="*/ 10118724 w 13940157"/>
              <a:gd name="connsiteY135" fmla="*/ 1053574 h 9456078"/>
              <a:gd name="connsiteX136" fmla="*/ 10158954 w 13940157"/>
              <a:gd name="connsiteY136" fmla="*/ 1025884 h 9456078"/>
              <a:gd name="connsiteX137" fmla="*/ 10199400 w 13940157"/>
              <a:gd name="connsiteY137" fmla="*/ 998536 h 9456078"/>
              <a:gd name="connsiteX138" fmla="*/ 10240062 w 13940157"/>
              <a:gd name="connsiteY138" fmla="*/ 971530 h 9456078"/>
              <a:gd name="connsiteX139" fmla="*/ 10280935 w 13940157"/>
              <a:gd name="connsiteY139" fmla="*/ 944868 h 9456078"/>
              <a:gd name="connsiteX140" fmla="*/ 10322019 w 13940157"/>
              <a:gd name="connsiteY140" fmla="*/ 918551 h 9456078"/>
              <a:gd name="connsiteX141" fmla="*/ 10363310 w 13940157"/>
              <a:gd name="connsiteY141" fmla="*/ 892580 h 9456078"/>
              <a:gd name="connsiteX142" fmla="*/ 10404807 w 13940157"/>
              <a:gd name="connsiteY142" fmla="*/ 866956 h 9456078"/>
              <a:gd name="connsiteX143" fmla="*/ 10446507 w 13940157"/>
              <a:gd name="connsiteY143" fmla="*/ 841681 h 9456078"/>
              <a:gd name="connsiteX144" fmla="*/ 10488408 w 13940157"/>
              <a:gd name="connsiteY144" fmla="*/ 816754 h 9456078"/>
              <a:gd name="connsiteX145" fmla="*/ 10530507 w 13940157"/>
              <a:gd name="connsiteY145" fmla="*/ 792179 h 9456078"/>
              <a:gd name="connsiteX146" fmla="*/ 10572803 w 13940157"/>
              <a:gd name="connsiteY146" fmla="*/ 767955 h 9456078"/>
              <a:gd name="connsiteX147" fmla="*/ 10615292 w 13940157"/>
              <a:gd name="connsiteY147" fmla="*/ 744083 h 9456078"/>
              <a:gd name="connsiteX148" fmla="*/ 10657973 w 13940157"/>
              <a:gd name="connsiteY148" fmla="*/ 720566 h 9456078"/>
              <a:gd name="connsiteX149" fmla="*/ 10700844 w 13940157"/>
              <a:gd name="connsiteY149" fmla="*/ 697404 h 9456078"/>
              <a:gd name="connsiteX150" fmla="*/ 10743902 w 13940157"/>
              <a:gd name="connsiteY150" fmla="*/ 674598 h 9456078"/>
              <a:gd name="connsiteX151" fmla="*/ 10787144 w 13940157"/>
              <a:gd name="connsiteY151" fmla="*/ 652149 h 9456078"/>
              <a:gd name="connsiteX152" fmla="*/ 10830569 w 13940157"/>
              <a:gd name="connsiteY152" fmla="*/ 630059 h 9456078"/>
              <a:gd name="connsiteX153" fmla="*/ 10874174 w 13940157"/>
              <a:gd name="connsiteY153" fmla="*/ 608328 h 9456078"/>
              <a:gd name="connsiteX154" fmla="*/ 10917957 w 13940157"/>
              <a:gd name="connsiteY154" fmla="*/ 586958 h 9456078"/>
              <a:gd name="connsiteX155" fmla="*/ 10961916 w 13940157"/>
              <a:gd name="connsiteY155" fmla="*/ 565950 h 9456078"/>
              <a:gd name="connsiteX156" fmla="*/ 11006048 w 13940157"/>
              <a:gd name="connsiteY156" fmla="*/ 545304 h 9456078"/>
              <a:gd name="connsiteX157" fmla="*/ 11050351 w 13940157"/>
              <a:gd name="connsiteY157" fmla="*/ 525023 h 9456078"/>
              <a:gd name="connsiteX158" fmla="*/ 11094823 w 13940157"/>
              <a:gd name="connsiteY158" fmla="*/ 505107 h 9456078"/>
              <a:gd name="connsiteX159" fmla="*/ 11139461 w 13940157"/>
              <a:gd name="connsiteY159" fmla="*/ 485558 h 9456078"/>
              <a:gd name="connsiteX160" fmla="*/ 11184263 w 13940157"/>
              <a:gd name="connsiteY160" fmla="*/ 466376 h 9456078"/>
              <a:gd name="connsiteX161" fmla="*/ 11229228 w 13940157"/>
              <a:gd name="connsiteY161" fmla="*/ 447563 h 9456078"/>
              <a:gd name="connsiteX162" fmla="*/ 11274351 w 13940157"/>
              <a:gd name="connsiteY162" fmla="*/ 429119 h 9456078"/>
              <a:gd name="connsiteX163" fmla="*/ 11319632 w 13940157"/>
              <a:gd name="connsiteY163" fmla="*/ 411046 h 9456078"/>
              <a:gd name="connsiteX164" fmla="*/ 11365068 w 13940157"/>
              <a:gd name="connsiteY164" fmla="*/ 393346 h 9456078"/>
              <a:gd name="connsiteX165" fmla="*/ 11410657 w 13940157"/>
              <a:gd name="connsiteY165" fmla="*/ 376018 h 9456078"/>
              <a:gd name="connsiteX166" fmla="*/ 11456396 w 13940157"/>
              <a:gd name="connsiteY166" fmla="*/ 359065 h 9456078"/>
              <a:gd name="connsiteX167" fmla="*/ 11502283 w 13940157"/>
              <a:gd name="connsiteY167" fmla="*/ 342487 h 9456078"/>
              <a:gd name="connsiteX168" fmla="*/ 11548316 w 13940157"/>
              <a:gd name="connsiteY168" fmla="*/ 326286 h 9456078"/>
              <a:gd name="connsiteX169" fmla="*/ 11594492 w 13940157"/>
              <a:gd name="connsiteY169" fmla="*/ 310462 h 9456078"/>
              <a:gd name="connsiteX170" fmla="*/ 11640810 w 13940157"/>
              <a:gd name="connsiteY170" fmla="*/ 295018 h 9456078"/>
              <a:gd name="connsiteX171" fmla="*/ 11687267 w 13940157"/>
              <a:gd name="connsiteY171" fmla="*/ 279953 h 9456078"/>
              <a:gd name="connsiteX172" fmla="*/ 11733860 w 13940157"/>
              <a:gd name="connsiteY172" fmla="*/ 265269 h 9456078"/>
              <a:gd name="connsiteX173" fmla="*/ 11780587 w 13940157"/>
              <a:gd name="connsiteY173" fmla="*/ 250968 h 9456078"/>
              <a:gd name="connsiteX174" fmla="*/ 11827447 w 13940157"/>
              <a:gd name="connsiteY174" fmla="*/ 237049 h 9456078"/>
              <a:gd name="connsiteX175" fmla="*/ 11874436 w 13940157"/>
              <a:gd name="connsiteY175" fmla="*/ 223516 h 9456078"/>
              <a:gd name="connsiteX176" fmla="*/ 11921553 w 13940157"/>
              <a:gd name="connsiteY176" fmla="*/ 210368 h 9456078"/>
              <a:gd name="connsiteX177" fmla="*/ 11968794 w 13940157"/>
              <a:gd name="connsiteY177" fmla="*/ 197606 h 9456078"/>
              <a:gd name="connsiteX178" fmla="*/ 12016159 w 13940157"/>
              <a:gd name="connsiteY178" fmla="*/ 185233 h 9456078"/>
              <a:gd name="connsiteX179" fmla="*/ 12063644 w 13940157"/>
              <a:gd name="connsiteY179" fmla="*/ 173248 h 9456078"/>
              <a:gd name="connsiteX180" fmla="*/ 12111248 w 13940157"/>
              <a:gd name="connsiteY180" fmla="*/ 161654 h 9456078"/>
              <a:gd name="connsiteX181" fmla="*/ 12158967 w 13940157"/>
              <a:gd name="connsiteY181" fmla="*/ 150451 h 9456078"/>
              <a:gd name="connsiteX182" fmla="*/ 12206800 w 13940157"/>
              <a:gd name="connsiteY182" fmla="*/ 139640 h 9456078"/>
              <a:gd name="connsiteX183" fmla="*/ 12254745 w 13940157"/>
              <a:gd name="connsiteY183" fmla="*/ 129223 h 9456078"/>
              <a:gd name="connsiteX184" fmla="*/ 12302799 w 13940157"/>
              <a:gd name="connsiteY184" fmla="*/ 119201 h 9456078"/>
              <a:gd name="connsiteX185" fmla="*/ 12350959 w 13940157"/>
              <a:gd name="connsiteY185" fmla="*/ 109574 h 9456078"/>
              <a:gd name="connsiteX186" fmla="*/ 12399224 w 13940157"/>
              <a:gd name="connsiteY186" fmla="*/ 100344 h 9456078"/>
              <a:gd name="connsiteX187" fmla="*/ 12447591 w 13940157"/>
              <a:gd name="connsiteY187" fmla="*/ 91512 h 9456078"/>
              <a:gd name="connsiteX188" fmla="*/ 12496058 w 13940157"/>
              <a:gd name="connsiteY188" fmla="*/ 83080 h 9456078"/>
              <a:gd name="connsiteX189" fmla="*/ 12544623 w 13940157"/>
              <a:gd name="connsiteY189" fmla="*/ 75047 h 9456078"/>
              <a:gd name="connsiteX190" fmla="*/ 12593283 w 13940157"/>
              <a:gd name="connsiteY190" fmla="*/ 67417 h 9456078"/>
              <a:gd name="connsiteX191" fmla="*/ 12642036 w 13940157"/>
              <a:gd name="connsiteY191" fmla="*/ 60188 h 9456078"/>
              <a:gd name="connsiteX192" fmla="*/ 12690879 w 13940157"/>
              <a:gd name="connsiteY192" fmla="*/ 53364 h 9456078"/>
              <a:gd name="connsiteX193" fmla="*/ 12739811 w 13940157"/>
              <a:gd name="connsiteY193" fmla="*/ 46944 h 9456078"/>
              <a:gd name="connsiteX194" fmla="*/ 12788830 w 13940157"/>
              <a:gd name="connsiteY194" fmla="*/ 40931 h 9456078"/>
              <a:gd name="connsiteX195" fmla="*/ 12837932 w 13940157"/>
              <a:gd name="connsiteY195" fmla="*/ 35324 h 9456078"/>
              <a:gd name="connsiteX196" fmla="*/ 12887116 w 13940157"/>
              <a:gd name="connsiteY196" fmla="*/ 30126 h 9456078"/>
              <a:gd name="connsiteX197" fmla="*/ 12936379 w 13940157"/>
              <a:gd name="connsiteY197" fmla="*/ 25337 h 9456078"/>
              <a:gd name="connsiteX198" fmla="*/ 12985719 w 13940157"/>
              <a:gd name="connsiteY198" fmla="*/ 20958 h 9456078"/>
              <a:gd name="connsiteX199" fmla="*/ 13035133 w 13940157"/>
              <a:gd name="connsiteY199" fmla="*/ 16991 h 9456078"/>
              <a:gd name="connsiteX200" fmla="*/ 13084620 w 13940157"/>
              <a:gd name="connsiteY200" fmla="*/ 13437 h 9456078"/>
              <a:gd name="connsiteX201" fmla="*/ 13134178 w 13940157"/>
              <a:gd name="connsiteY201" fmla="*/ 10297 h 9456078"/>
              <a:gd name="connsiteX202" fmla="*/ 13183803 w 13940157"/>
              <a:gd name="connsiteY202" fmla="*/ 7572 h 9456078"/>
              <a:gd name="connsiteX203" fmla="*/ 13233493 w 13940157"/>
              <a:gd name="connsiteY203" fmla="*/ 5263 h 9456078"/>
              <a:gd name="connsiteX204" fmla="*/ 13283247 w 13940157"/>
              <a:gd name="connsiteY204" fmla="*/ 3371 h 9456078"/>
              <a:gd name="connsiteX205" fmla="*/ 13333061 w 13940157"/>
              <a:gd name="connsiteY205" fmla="*/ 1898 h 9456078"/>
              <a:gd name="connsiteX206" fmla="*/ 13382934 w 13940157"/>
              <a:gd name="connsiteY206" fmla="*/ 844 h 9456078"/>
              <a:gd name="connsiteX207" fmla="*/ 13432864 w 13940157"/>
              <a:gd name="connsiteY207" fmla="*/ 211 h 9456078"/>
              <a:gd name="connsiteX208" fmla="*/ 13482847 w 13940157"/>
              <a:gd name="connsiteY208" fmla="*/ 0 h 9456078"/>
              <a:gd name="connsiteX209" fmla="*/ 13940158 w 13940157"/>
              <a:gd name="connsiteY209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49234 w 13158799"/>
              <a:gd name="connsiteY5" fmla="*/ 9450052 h 9456078"/>
              <a:gd name="connsiteX6" fmla="*/ 298870 w 13158799"/>
              <a:gd name="connsiteY6" fmla="*/ 9447409 h 9456078"/>
              <a:gd name="connsiteX7" fmla="*/ 348429 w 13158799"/>
              <a:gd name="connsiteY7" fmla="*/ 9444290 h 9456078"/>
              <a:gd name="connsiteX8" fmla="*/ 397907 w 13158799"/>
              <a:gd name="connsiteY8" fmla="*/ 9440698 h 9456078"/>
              <a:gd name="connsiteX9" fmla="*/ 447302 w 13158799"/>
              <a:gd name="connsiteY9" fmla="*/ 9436632 h 9456078"/>
              <a:gd name="connsiteX10" fmla="*/ 496610 w 13158799"/>
              <a:gd name="connsiteY10" fmla="*/ 9432096 h 9456078"/>
              <a:gd name="connsiteX11" fmla="*/ 545829 w 13158799"/>
              <a:gd name="connsiteY11" fmla="*/ 9427089 h 9456078"/>
              <a:gd name="connsiteX12" fmla="*/ 594956 w 13158799"/>
              <a:gd name="connsiteY12" fmla="*/ 9421615 h 9456078"/>
              <a:gd name="connsiteX13" fmla="*/ 643987 w 13158799"/>
              <a:gd name="connsiteY13" fmla="*/ 9415673 h 9456078"/>
              <a:gd name="connsiteX14" fmla="*/ 692920 w 13158799"/>
              <a:gd name="connsiteY14" fmla="*/ 9409267 h 9456078"/>
              <a:gd name="connsiteX15" fmla="*/ 741751 w 13158799"/>
              <a:gd name="connsiteY15" fmla="*/ 9402396 h 9456078"/>
              <a:gd name="connsiteX16" fmla="*/ 790478 w 13158799"/>
              <a:gd name="connsiteY16" fmla="*/ 9395063 h 9456078"/>
              <a:gd name="connsiteX17" fmla="*/ 839098 w 13158799"/>
              <a:gd name="connsiteY17" fmla="*/ 9387270 h 9456078"/>
              <a:gd name="connsiteX18" fmla="*/ 887607 w 13158799"/>
              <a:gd name="connsiteY18" fmla="*/ 9379017 h 9456078"/>
              <a:gd name="connsiteX19" fmla="*/ 936002 w 13158799"/>
              <a:gd name="connsiteY19" fmla="*/ 9370306 h 9456078"/>
              <a:gd name="connsiteX20" fmla="*/ 984281 w 13158799"/>
              <a:gd name="connsiteY20" fmla="*/ 9361139 h 9456078"/>
              <a:gd name="connsiteX21" fmla="*/ 1032440 w 13158799"/>
              <a:gd name="connsiteY21" fmla="*/ 9351517 h 9456078"/>
              <a:gd name="connsiteX22" fmla="*/ 1080477 w 13158799"/>
              <a:gd name="connsiteY22" fmla="*/ 9341441 h 9456078"/>
              <a:gd name="connsiteX23" fmla="*/ 1128389 w 13158799"/>
              <a:gd name="connsiteY23" fmla="*/ 9330914 h 9456078"/>
              <a:gd name="connsiteX24" fmla="*/ 1176172 w 13158799"/>
              <a:gd name="connsiteY24" fmla="*/ 9319936 h 9456078"/>
              <a:gd name="connsiteX25" fmla="*/ 1223823 w 13158799"/>
              <a:gd name="connsiteY25" fmla="*/ 9308509 h 9456078"/>
              <a:gd name="connsiteX26" fmla="*/ 1271339 w 13158799"/>
              <a:gd name="connsiteY26" fmla="*/ 9296635 h 9456078"/>
              <a:gd name="connsiteX27" fmla="*/ 1318719 w 13158799"/>
              <a:gd name="connsiteY27" fmla="*/ 9284315 h 9456078"/>
              <a:gd name="connsiteX28" fmla="*/ 1365957 w 13158799"/>
              <a:gd name="connsiteY28" fmla="*/ 9271550 h 9456078"/>
              <a:gd name="connsiteX29" fmla="*/ 1413052 w 13158799"/>
              <a:gd name="connsiteY29" fmla="*/ 9258342 h 9456078"/>
              <a:gd name="connsiteX30" fmla="*/ 1460000 w 13158799"/>
              <a:gd name="connsiteY30" fmla="*/ 9244693 h 9456078"/>
              <a:gd name="connsiteX31" fmla="*/ 1506799 w 13158799"/>
              <a:gd name="connsiteY31" fmla="*/ 9230604 h 9456078"/>
              <a:gd name="connsiteX32" fmla="*/ 1553445 w 13158799"/>
              <a:gd name="connsiteY32" fmla="*/ 9216076 h 9456078"/>
              <a:gd name="connsiteX33" fmla="*/ 1599935 w 13158799"/>
              <a:gd name="connsiteY33" fmla="*/ 9201111 h 9456078"/>
              <a:gd name="connsiteX34" fmla="*/ 1646267 w 13158799"/>
              <a:gd name="connsiteY34" fmla="*/ 9185710 h 9456078"/>
              <a:gd name="connsiteX35" fmla="*/ 1692437 w 13158799"/>
              <a:gd name="connsiteY35" fmla="*/ 9169876 h 9456078"/>
              <a:gd name="connsiteX36" fmla="*/ 1738442 w 13158799"/>
              <a:gd name="connsiteY36" fmla="*/ 9153608 h 9456078"/>
              <a:gd name="connsiteX37" fmla="*/ 1784280 w 13158799"/>
              <a:gd name="connsiteY37" fmla="*/ 9136910 h 9456078"/>
              <a:gd name="connsiteX38" fmla="*/ 1829947 w 13158799"/>
              <a:gd name="connsiteY38" fmla="*/ 9119782 h 9456078"/>
              <a:gd name="connsiteX39" fmla="*/ 1875440 w 13158799"/>
              <a:gd name="connsiteY39" fmla="*/ 9102226 h 9456078"/>
              <a:gd name="connsiteX40" fmla="*/ 1920756 w 13158799"/>
              <a:gd name="connsiteY40" fmla="*/ 9084243 h 9456078"/>
              <a:gd name="connsiteX41" fmla="*/ 1965893 w 13158799"/>
              <a:gd name="connsiteY41" fmla="*/ 9065835 h 9456078"/>
              <a:gd name="connsiteX42" fmla="*/ 2010847 w 13158799"/>
              <a:gd name="connsiteY42" fmla="*/ 9047004 h 9456078"/>
              <a:gd name="connsiteX43" fmla="*/ 2055615 w 13158799"/>
              <a:gd name="connsiteY43" fmla="*/ 9027750 h 9456078"/>
              <a:gd name="connsiteX44" fmla="*/ 2100195 w 13158799"/>
              <a:gd name="connsiteY44" fmla="*/ 9008075 h 9456078"/>
              <a:gd name="connsiteX45" fmla="*/ 2144582 w 13158799"/>
              <a:gd name="connsiteY45" fmla="*/ 8987981 h 9456078"/>
              <a:gd name="connsiteX46" fmla="*/ 2188775 w 13158799"/>
              <a:gd name="connsiteY46" fmla="*/ 8967470 h 9456078"/>
              <a:gd name="connsiteX47" fmla="*/ 2232770 w 13158799"/>
              <a:gd name="connsiteY47" fmla="*/ 8946542 h 9456078"/>
              <a:gd name="connsiteX48" fmla="*/ 2276564 w 13158799"/>
              <a:gd name="connsiteY48" fmla="*/ 8925199 h 9456078"/>
              <a:gd name="connsiteX49" fmla="*/ 2320154 w 13158799"/>
              <a:gd name="connsiteY49" fmla="*/ 8903443 h 9456078"/>
              <a:gd name="connsiteX50" fmla="*/ 2363538 w 13158799"/>
              <a:gd name="connsiteY50" fmla="*/ 8881275 h 9456078"/>
              <a:gd name="connsiteX51" fmla="*/ 2406711 w 13158799"/>
              <a:gd name="connsiteY51" fmla="*/ 8858697 h 9456078"/>
              <a:gd name="connsiteX52" fmla="*/ 2449672 w 13158799"/>
              <a:gd name="connsiteY52" fmla="*/ 8835710 h 9456078"/>
              <a:gd name="connsiteX53" fmla="*/ 2492417 w 13158799"/>
              <a:gd name="connsiteY53" fmla="*/ 8812316 h 9456078"/>
              <a:gd name="connsiteX54" fmla="*/ 2534943 w 13158799"/>
              <a:gd name="connsiteY54" fmla="*/ 8788516 h 9456078"/>
              <a:gd name="connsiteX55" fmla="*/ 2577247 w 13158799"/>
              <a:gd name="connsiteY55" fmla="*/ 8764311 h 9456078"/>
              <a:gd name="connsiteX56" fmla="*/ 2619326 w 13158799"/>
              <a:gd name="connsiteY56" fmla="*/ 8739704 h 9456078"/>
              <a:gd name="connsiteX57" fmla="*/ 2661177 w 13158799"/>
              <a:gd name="connsiteY57" fmla="*/ 8714695 h 9456078"/>
              <a:gd name="connsiteX58" fmla="*/ 2702797 w 13158799"/>
              <a:gd name="connsiteY58" fmla="*/ 8689286 h 9456078"/>
              <a:gd name="connsiteX59" fmla="*/ 2744183 w 13158799"/>
              <a:gd name="connsiteY59" fmla="*/ 8663479 h 9456078"/>
              <a:gd name="connsiteX60" fmla="*/ 2785333 w 13158799"/>
              <a:gd name="connsiteY60" fmla="*/ 8637274 h 9456078"/>
              <a:gd name="connsiteX61" fmla="*/ 2826242 w 13158799"/>
              <a:gd name="connsiteY61" fmla="*/ 8610675 h 9456078"/>
              <a:gd name="connsiteX62" fmla="*/ 2866908 w 13158799"/>
              <a:gd name="connsiteY62" fmla="*/ 8583681 h 9456078"/>
              <a:gd name="connsiteX63" fmla="*/ 2907329 w 13158799"/>
              <a:gd name="connsiteY63" fmla="*/ 8556295 h 9456078"/>
              <a:gd name="connsiteX64" fmla="*/ 2947500 w 13158799"/>
              <a:gd name="connsiteY64" fmla="*/ 8528517 h 9456078"/>
              <a:gd name="connsiteX65" fmla="*/ 2987419 w 13158799"/>
              <a:gd name="connsiteY65" fmla="*/ 8500351 h 9456078"/>
              <a:gd name="connsiteX66" fmla="*/ 3027083 w 13158799"/>
              <a:gd name="connsiteY66" fmla="*/ 8471796 h 9456078"/>
              <a:gd name="connsiteX67" fmla="*/ 3066489 w 13158799"/>
              <a:gd name="connsiteY67" fmla="*/ 8442854 h 9456078"/>
              <a:gd name="connsiteX68" fmla="*/ 3105634 w 13158799"/>
              <a:gd name="connsiteY68" fmla="*/ 8413528 h 9456078"/>
              <a:gd name="connsiteX69" fmla="*/ 3144515 w 13158799"/>
              <a:gd name="connsiteY69" fmla="*/ 8383818 h 9456078"/>
              <a:gd name="connsiteX70" fmla="*/ 3183129 w 13158799"/>
              <a:gd name="connsiteY70" fmla="*/ 8353726 h 9456078"/>
              <a:gd name="connsiteX71" fmla="*/ 3221473 w 13158799"/>
              <a:gd name="connsiteY71" fmla="*/ 8323253 h 9456078"/>
              <a:gd name="connsiteX72" fmla="*/ 3259544 w 13158799"/>
              <a:gd name="connsiteY72" fmla="*/ 8292401 h 9456078"/>
              <a:gd name="connsiteX73" fmla="*/ 3297339 w 13158799"/>
              <a:gd name="connsiteY73" fmla="*/ 8261172 h 9456078"/>
              <a:gd name="connsiteX74" fmla="*/ 3334854 w 13158799"/>
              <a:gd name="connsiteY74" fmla="*/ 8229566 h 9456078"/>
              <a:gd name="connsiteX75" fmla="*/ 3372087 w 13158799"/>
              <a:gd name="connsiteY75" fmla="*/ 8197585 h 9456078"/>
              <a:gd name="connsiteX76" fmla="*/ 3409035 w 13158799"/>
              <a:gd name="connsiteY76" fmla="*/ 8165232 h 9456078"/>
              <a:gd name="connsiteX77" fmla="*/ 3445695 w 13158799"/>
              <a:gd name="connsiteY77" fmla="*/ 8132507 h 9456078"/>
              <a:gd name="connsiteX78" fmla="*/ 3482064 w 13158799"/>
              <a:gd name="connsiteY78" fmla="*/ 8099411 h 9456078"/>
              <a:gd name="connsiteX79" fmla="*/ 3518139 w 13158799"/>
              <a:gd name="connsiteY79" fmla="*/ 8065947 h 9456078"/>
              <a:gd name="connsiteX80" fmla="*/ 3553916 w 13158799"/>
              <a:gd name="connsiteY80" fmla="*/ 8032115 h 9456078"/>
              <a:gd name="connsiteX81" fmla="*/ 3589393 w 13158799"/>
              <a:gd name="connsiteY81" fmla="*/ 7997918 h 9456078"/>
              <a:gd name="connsiteX82" fmla="*/ 3624567 w 13158799"/>
              <a:gd name="connsiteY82" fmla="*/ 7963356 h 9456078"/>
              <a:gd name="connsiteX83" fmla="*/ 3659435 w 13158799"/>
              <a:gd name="connsiteY83" fmla="*/ 7928432 h 9456078"/>
              <a:gd name="connsiteX84" fmla="*/ 3693994 w 13158799"/>
              <a:gd name="connsiteY84" fmla="*/ 7893146 h 9456078"/>
              <a:gd name="connsiteX85" fmla="*/ 3728240 w 13158799"/>
              <a:gd name="connsiteY85" fmla="*/ 7857501 h 9456078"/>
              <a:gd name="connsiteX86" fmla="*/ 3762171 w 13158799"/>
              <a:gd name="connsiteY86" fmla="*/ 7821497 h 9456078"/>
              <a:gd name="connsiteX87" fmla="*/ 3795783 w 13158799"/>
              <a:gd name="connsiteY87" fmla="*/ 7785136 h 9456078"/>
              <a:gd name="connsiteX88" fmla="*/ 3829075 w 13158799"/>
              <a:gd name="connsiteY88" fmla="*/ 7748420 h 9456078"/>
              <a:gd name="connsiteX89" fmla="*/ 3862042 w 13158799"/>
              <a:gd name="connsiteY89" fmla="*/ 7711350 h 9456078"/>
              <a:gd name="connsiteX90" fmla="*/ 3894682 w 13158799"/>
              <a:gd name="connsiteY90" fmla="*/ 7673928 h 9456078"/>
              <a:gd name="connsiteX91" fmla="*/ 3926991 w 13158799"/>
              <a:gd name="connsiteY91" fmla="*/ 7636155 h 9456078"/>
              <a:gd name="connsiteX92" fmla="*/ 3958967 w 13158799"/>
              <a:gd name="connsiteY92" fmla="*/ 7598032 h 9456078"/>
              <a:gd name="connsiteX93" fmla="*/ 3990607 w 13158799"/>
              <a:gd name="connsiteY93" fmla="*/ 7559561 h 9456078"/>
              <a:gd name="connsiteX94" fmla="*/ 4021907 w 13158799"/>
              <a:gd name="connsiteY94" fmla="*/ 7520744 h 9456078"/>
              <a:gd name="connsiteX95" fmla="*/ 4052865 w 13158799"/>
              <a:gd name="connsiteY95" fmla="*/ 7481582 h 9456078"/>
              <a:gd name="connsiteX96" fmla="*/ 4083478 w 13158799"/>
              <a:gd name="connsiteY96" fmla="*/ 7442077 h 9456078"/>
              <a:gd name="connsiteX97" fmla="*/ 8022311 w 13158799"/>
              <a:gd name="connsiteY97" fmla="*/ 2307814 h 9456078"/>
              <a:gd name="connsiteX98" fmla="*/ 8052902 w 13158799"/>
              <a:gd name="connsiteY98" fmla="*/ 2268285 h 9456078"/>
              <a:gd name="connsiteX99" fmla="*/ 8083796 w 13158799"/>
              <a:gd name="connsiteY99" fmla="*/ 2229056 h 9456078"/>
              <a:gd name="connsiteX100" fmla="*/ 8114989 w 13158799"/>
              <a:gd name="connsiteY100" fmla="*/ 2190127 h 9456078"/>
              <a:gd name="connsiteX101" fmla="*/ 8146479 w 13158799"/>
              <a:gd name="connsiteY101" fmla="*/ 2151500 h 9456078"/>
              <a:gd name="connsiteX102" fmla="*/ 8178264 w 13158799"/>
              <a:gd name="connsiteY102" fmla="*/ 2113176 h 9456078"/>
              <a:gd name="connsiteX103" fmla="*/ 8210341 w 13158799"/>
              <a:gd name="connsiteY103" fmla="*/ 2075157 h 9456078"/>
              <a:gd name="connsiteX104" fmla="*/ 8242709 w 13158799"/>
              <a:gd name="connsiteY104" fmla="*/ 2037442 h 9456078"/>
              <a:gd name="connsiteX105" fmla="*/ 8275365 w 13158799"/>
              <a:gd name="connsiteY105" fmla="*/ 2000034 h 9456078"/>
              <a:gd name="connsiteX106" fmla="*/ 8308307 w 13158799"/>
              <a:gd name="connsiteY106" fmla="*/ 1962934 h 9456078"/>
              <a:gd name="connsiteX107" fmla="*/ 8341532 w 13158799"/>
              <a:gd name="connsiteY107" fmla="*/ 1926142 h 9456078"/>
              <a:gd name="connsiteX108" fmla="*/ 8375038 w 13158799"/>
              <a:gd name="connsiteY108" fmla="*/ 1889660 h 9456078"/>
              <a:gd name="connsiteX109" fmla="*/ 8408823 w 13158799"/>
              <a:gd name="connsiteY109" fmla="*/ 1853489 h 9456078"/>
              <a:gd name="connsiteX110" fmla="*/ 8442885 w 13158799"/>
              <a:gd name="connsiteY110" fmla="*/ 1817630 h 9456078"/>
              <a:gd name="connsiteX111" fmla="*/ 8477221 w 13158799"/>
              <a:gd name="connsiteY111" fmla="*/ 1782084 h 9456078"/>
              <a:gd name="connsiteX112" fmla="*/ 8511829 w 13158799"/>
              <a:gd name="connsiteY112" fmla="*/ 1746853 h 9456078"/>
              <a:gd name="connsiteX113" fmla="*/ 8546706 w 13158799"/>
              <a:gd name="connsiteY113" fmla="*/ 1711937 h 9456078"/>
              <a:gd name="connsiteX114" fmla="*/ 8581851 w 13158799"/>
              <a:gd name="connsiteY114" fmla="*/ 1677337 h 9456078"/>
              <a:gd name="connsiteX115" fmla="*/ 8617261 w 13158799"/>
              <a:gd name="connsiteY115" fmla="*/ 1643056 h 9456078"/>
              <a:gd name="connsiteX116" fmla="*/ 8652934 w 13158799"/>
              <a:gd name="connsiteY116" fmla="*/ 1609093 h 9456078"/>
              <a:gd name="connsiteX117" fmla="*/ 8688867 w 13158799"/>
              <a:gd name="connsiteY117" fmla="*/ 1575450 h 9456078"/>
              <a:gd name="connsiteX118" fmla="*/ 8725058 w 13158799"/>
              <a:gd name="connsiteY118" fmla="*/ 1542128 h 9456078"/>
              <a:gd name="connsiteX119" fmla="*/ 8761506 w 13158799"/>
              <a:gd name="connsiteY119" fmla="*/ 1509129 h 9456078"/>
              <a:gd name="connsiteX120" fmla="*/ 8798207 w 13158799"/>
              <a:gd name="connsiteY120" fmla="*/ 1476452 h 9456078"/>
              <a:gd name="connsiteX121" fmla="*/ 8835159 w 13158799"/>
              <a:gd name="connsiteY121" fmla="*/ 1444101 h 9456078"/>
              <a:gd name="connsiteX122" fmla="*/ 8872360 w 13158799"/>
              <a:gd name="connsiteY122" fmla="*/ 1412075 h 9456078"/>
              <a:gd name="connsiteX123" fmla="*/ 8909808 w 13158799"/>
              <a:gd name="connsiteY123" fmla="*/ 1380375 h 9456078"/>
              <a:gd name="connsiteX124" fmla="*/ 8947501 w 13158799"/>
              <a:gd name="connsiteY124" fmla="*/ 1349004 h 9456078"/>
              <a:gd name="connsiteX125" fmla="*/ 8985435 w 13158799"/>
              <a:gd name="connsiteY125" fmla="*/ 1317962 h 9456078"/>
              <a:gd name="connsiteX126" fmla="*/ 9023610 w 13158799"/>
              <a:gd name="connsiteY126" fmla="*/ 1287250 h 9456078"/>
              <a:gd name="connsiteX127" fmla="*/ 9062022 w 13158799"/>
              <a:gd name="connsiteY127" fmla="*/ 1256869 h 9456078"/>
              <a:gd name="connsiteX128" fmla="*/ 9100669 w 13158799"/>
              <a:gd name="connsiteY128" fmla="*/ 1226820 h 9456078"/>
              <a:gd name="connsiteX129" fmla="*/ 9139549 w 13158799"/>
              <a:gd name="connsiteY129" fmla="*/ 1197105 h 9456078"/>
              <a:gd name="connsiteX130" fmla="*/ 9178660 w 13158799"/>
              <a:gd name="connsiteY130" fmla="*/ 1167725 h 9456078"/>
              <a:gd name="connsiteX131" fmla="*/ 9217999 w 13158799"/>
              <a:gd name="connsiteY131" fmla="*/ 1138681 h 9456078"/>
              <a:gd name="connsiteX132" fmla="*/ 9257564 w 13158799"/>
              <a:gd name="connsiteY132" fmla="*/ 1109974 h 9456078"/>
              <a:gd name="connsiteX133" fmla="*/ 9297353 w 13158799"/>
              <a:gd name="connsiteY133" fmla="*/ 1081604 h 9456078"/>
              <a:gd name="connsiteX134" fmla="*/ 9337364 w 13158799"/>
              <a:gd name="connsiteY134" fmla="*/ 1053574 h 9456078"/>
              <a:gd name="connsiteX135" fmla="*/ 9377594 w 13158799"/>
              <a:gd name="connsiteY135" fmla="*/ 1025884 h 9456078"/>
              <a:gd name="connsiteX136" fmla="*/ 9418040 w 13158799"/>
              <a:gd name="connsiteY136" fmla="*/ 998536 h 9456078"/>
              <a:gd name="connsiteX137" fmla="*/ 9458702 w 13158799"/>
              <a:gd name="connsiteY137" fmla="*/ 971530 h 9456078"/>
              <a:gd name="connsiteX138" fmla="*/ 9499575 w 13158799"/>
              <a:gd name="connsiteY138" fmla="*/ 944868 h 9456078"/>
              <a:gd name="connsiteX139" fmla="*/ 9540659 w 13158799"/>
              <a:gd name="connsiteY139" fmla="*/ 918551 h 9456078"/>
              <a:gd name="connsiteX140" fmla="*/ 9581950 w 13158799"/>
              <a:gd name="connsiteY140" fmla="*/ 892580 h 9456078"/>
              <a:gd name="connsiteX141" fmla="*/ 9623447 w 13158799"/>
              <a:gd name="connsiteY141" fmla="*/ 866956 h 9456078"/>
              <a:gd name="connsiteX142" fmla="*/ 9665147 w 13158799"/>
              <a:gd name="connsiteY142" fmla="*/ 841681 h 9456078"/>
              <a:gd name="connsiteX143" fmla="*/ 9707048 w 13158799"/>
              <a:gd name="connsiteY143" fmla="*/ 816754 h 9456078"/>
              <a:gd name="connsiteX144" fmla="*/ 9749147 w 13158799"/>
              <a:gd name="connsiteY144" fmla="*/ 792179 h 9456078"/>
              <a:gd name="connsiteX145" fmla="*/ 9791443 w 13158799"/>
              <a:gd name="connsiteY145" fmla="*/ 767955 h 9456078"/>
              <a:gd name="connsiteX146" fmla="*/ 9833932 w 13158799"/>
              <a:gd name="connsiteY146" fmla="*/ 744083 h 9456078"/>
              <a:gd name="connsiteX147" fmla="*/ 9876613 w 13158799"/>
              <a:gd name="connsiteY147" fmla="*/ 720566 h 9456078"/>
              <a:gd name="connsiteX148" fmla="*/ 9919484 w 13158799"/>
              <a:gd name="connsiteY148" fmla="*/ 697404 h 9456078"/>
              <a:gd name="connsiteX149" fmla="*/ 9962542 w 13158799"/>
              <a:gd name="connsiteY149" fmla="*/ 674598 h 9456078"/>
              <a:gd name="connsiteX150" fmla="*/ 10005784 w 13158799"/>
              <a:gd name="connsiteY150" fmla="*/ 652149 h 9456078"/>
              <a:gd name="connsiteX151" fmla="*/ 10049209 w 13158799"/>
              <a:gd name="connsiteY151" fmla="*/ 630059 h 9456078"/>
              <a:gd name="connsiteX152" fmla="*/ 10092814 w 13158799"/>
              <a:gd name="connsiteY152" fmla="*/ 608328 h 9456078"/>
              <a:gd name="connsiteX153" fmla="*/ 10136597 w 13158799"/>
              <a:gd name="connsiteY153" fmla="*/ 586958 h 9456078"/>
              <a:gd name="connsiteX154" fmla="*/ 10180556 w 13158799"/>
              <a:gd name="connsiteY154" fmla="*/ 565950 h 9456078"/>
              <a:gd name="connsiteX155" fmla="*/ 10224688 w 13158799"/>
              <a:gd name="connsiteY155" fmla="*/ 545304 h 9456078"/>
              <a:gd name="connsiteX156" fmla="*/ 10268991 w 13158799"/>
              <a:gd name="connsiteY156" fmla="*/ 525023 h 9456078"/>
              <a:gd name="connsiteX157" fmla="*/ 10313463 w 13158799"/>
              <a:gd name="connsiteY157" fmla="*/ 505107 h 9456078"/>
              <a:gd name="connsiteX158" fmla="*/ 10358101 w 13158799"/>
              <a:gd name="connsiteY158" fmla="*/ 485558 h 9456078"/>
              <a:gd name="connsiteX159" fmla="*/ 10402903 w 13158799"/>
              <a:gd name="connsiteY159" fmla="*/ 466376 h 9456078"/>
              <a:gd name="connsiteX160" fmla="*/ 10447868 w 13158799"/>
              <a:gd name="connsiteY160" fmla="*/ 447563 h 9456078"/>
              <a:gd name="connsiteX161" fmla="*/ 10492991 w 13158799"/>
              <a:gd name="connsiteY161" fmla="*/ 429119 h 9456078"/>
              <a:gd name="connsiteX162" fmla="*/ 10538272 w 13158799"/>
              <a:gd name="connsiteY162" fmla="*/ 411046 h 9456078"/>
              <a:gd name="connsiteX163" fmla="*/ 10583708 w 13158799"/>
              <a:gd name="connsiteY163" fmla="*/ 393346 h 9456078"/>
              <a:gd name="connsiteX164" fmla="*/ 10629297 w 13158799"/>
              <a:gd name="connsiteY164" fmla="*/ 376018 h 9456078"/>
              <a:gd name="connsiteX165" fmla="*/ 10675036 w 13158799"/>
              <a:gd name="connsiteY165" fmla="*/ 359065 h 9456078"/>
              <a:gd name="connsiteX166" fmla="*/ 10720923 w 13158799"/>
              <a:gd name="connsiteY166" fmla="*/ 342487 h 9456078"/>
              <a:gd name="connsiteX167" fmla="*/ 10766956 w 13158799"/>
              <a:gd name="connsiteY167" fmla="*/ 326286 h 9456078"/>
              <a:gd name="connsiteX168" fmla="*/ 10813132 w 13158799"/>
              <a:gd name="connsiteY168" fmla="*/ 310462 h 9456078"/>
              <a:gd name="connsiteX169" fmla="*/ 10859450 w 13158799"/>
              <a:gd name="connsiteY169" fmla="*/ 295018 h 9456078"/>
              <a:gd name="connsiteX170" fmla="*/ 10905907 w 13158799"/>
              <a:gd name="connsiteY170" fmla="*/ 279953 h 9456078"/>
              <a:gd name="connsiteX171" fmla="*/ 10952500 w 13158799"/>
              <a:gd name="connsiteY171" fmla="*/ 265269 h 9456078"/>
              <a:gd name="connsiteX172" fmla="*/ 10999227 w 13158799"/>
              <a:gd name="connsiteY172" fmla="*/ 250968 h 9456078"/>
              <a:gd name="connsiteX173" fmla="*/ 11046087 w 13158799"/>
              <a:gd name="connsiteY173" fmla="*/ 237049 h 9456078"/>
              <a:gd name="connsiteX174" fmla="*/ 11093076 w 13158799"/>
              <a:gd name="connsiteY174" fmla="*/ 223516 h 9456078"/>
              <a:gd name="connsiteX175" fmla="*/ 11140193 w 13158799"/>
              <a:gd name="connsiteY175" fmla="*/ 210368 h 9456078"/>
              <a:gd name="connsiteX176" fmla="*/ 11187434 w 13158799"/>
              <a:gd name="connsiteY176" fmla="*/ 197606 h 9456078"/>
              <a:gd name="connsiteX177" fmla="*/ 11234799 w 13158799"/>
              <a:gd name="connsiteY177" fmla="*/ 185233 h 9456078"/>
              <a:gd name="connsiteX178" fmla="*/ 11282284 w 13158799"/>
              <a:gd name="connsiteY178" fmla="*/ 173248 h 9456078"/>
              <a:gd name="connsiteX179" fmla="*/ 11329888 w 13158799"/>
              <a:gd name="connsiteY179" fmla="*/ 161654 h 9456078"/>
              <a:gd name="connsiteX180" fmla="*/ 11377607 w 13158799"/>
              <a:gd name="connsiteY180" fmla="*/ 150451 h 9456078"/>
              <a:gd name="connsiteX181" fmla="*/ 11425440 w 13158799"/>
              <a:gd name="connsiteY181" fmla="*/ 139640 h 9456078"/>
              <a:gd name="connsiteX182" fmla="*/ 11473385 w 13158799"/>
              <a:gd name="connsiteY182" fmla="*/ 129223 h 9456078"/>
              <a:gd name="connsiteX183" fmla="*/ 11521439 w 13158799"/>
              <a:gd name="connsiteY183" fmla="*/ 119201 h 9456078"/>
              <a:gd name="connsiteX184" fmla="*/ 11569599 w 13158799"/>
              <a:gd name="connsiteY184" fmla="*/ 109574 h 9456078"/>
              <a:gd name="connsiteX185" fmla="*/ 11617864 w 13158799"/>
              <a:gd name="connsiteY185" fmla="*/ 100344 h 9456078"/>
              <a:gd name="connsiteX186" fmla="*/ 11666231 w 13158799"/>
              <a:gd name="connsiteY186" fmla="*/ 91512 h 9456078"/>
              <a:gd name="connsiteX187" fmla="*/ 11714698 w 13158799"/>
              <a:gd name="connsiteY187" fmla="*/ 83080 h 9456078"/>
              <a:gd name="connsiteX188" fmla="*/ 11763263 w 13158799"/>
              <a:gd name="connsiteY188" fmla="*/ 75047 h 9456078"/>
              <a:gd name="connsiteX189" fmla="*/ 11811923 w 13158799"/>
              <a:gd name="connsiteY189" fmla="*/ 67417 h 9456078"/>
              <a:gd name="connsiteX190" fmla="*/ 11860676 w 13158799"/>
              <a:gd name="connsiteY190" fmla="*/ 60188 h 9456078"/>
              <a:gd name="connsiteX191" fmla="*/ 11909519 w 13158799"/>
              <a:gd name="connsiteY191" fmla="*/ 53364 h 9456078"/>
              <a:gd name="connsiteX192" fmla="*/ 11958451 w 13158799"/>
              <a:gd name="connsiteY192" fmla="*/ 46944 h 9456078"/>
              <a:gd name="connsiteX193" fmla="*/ 12007470 w 13158799"/>
              <a:gd name="connsiteY193" fmla="*/ 40931 h 9456078"/>
              <a:gd name="connsiteX194" fmla="*/ 12056572 w 13158799"/>
              <a:gd name="connsiteY194" fmla="*/ 35324 h 9456078"/>
              <a:gd name="connsiteX195" fmla="*/ 12105756 w 13158799"/>
              <a:gd name="connsiteY195" fmla="*/ 30126 h 9456078"/>
              <a:gd name="connsiteX196" fmla="*/ 12155019 w 13158799"/>
              <a:gd name="connsiteY196" fmla="*/ 25337 h 9456078"/>
              <a:gd name="connsiteX197" fmla="*/ 12204359 w 13158799"/>
              <a:gd name="connsiteY197" fmla="*/ 20958 h 9456078"/>
              <a:gd name="connsiteX198" fmla="*/ 12253773 w 13158799"/>
              <a:gd name="connsiteY198" fmla="*/ 16991 h 9456078"/>
              <a:gd name="connsiteX199" fmla="*/ 12303260 w 13158799"/>
              <a:gd name="connsiteY199" fmla="*/ 13437 h 9456078"/>
              <a:gd name="connsiteX200" fmla="*/ 12352818 w 13158799"/>
              <a:gd name="connsiteY200" fmla="*/ 10297 h 9456078"/>
              <a:gd name="connsiteX201" fmla="*/ 12402443 w 13158799"/>
              <a:gd name="connsiteY201" fmla="*/ 7572 h 9456078"/>
              <a:gd name="connsiteX202" fmla="*/ 12452133 w 13158799"/>
              <a:gd name="connsiteY202" fmla="*/ 5263 h 9456078"/>
              <a:gd name="connsiteX203" fmla="*/ 12501887 w 13158799"/>
              <a:gd name="connsiteY203" fmla="*/ 3371 h 9456078"/>
              <a:gd name="connsiteX204" fmla="*/ 12551701 w 13158799"/>
              <a:gd name="connsiteY204" fmla="*/ 1898 h 9456078"/>
              <a:gd name="connsiteX205" fmla="*/ 12601574 w 13158799"/>
              <a:gd name="connsiteY205" fmla="*/ 844 h 9456078"/>
              <a:gd name="connsiteX206" fmla="*/ 12651504 w 13158799"/>
              <a:gd name="connsiteY206" fmla="*/ 211 h 9456078"/>
              <a:gd name="connsiteX207" fmla="*/ 12701487 w 13158799"/>
              <a:gd name="connsiteY207" fmla="*/ 0 h 9456078"/>
              <a:gd name="connsiteX208" fmla="*/ 13158798 w 13158799"/>
              <a:gd name="connsiteY208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28389 w 13158797"/>
              <a:gd name="connsiteY22" fmla="*/ 9330914 h 9456078"/>
              <a:gd name="connsiteX23" fmla="*/ 1176172 w 13158797"/>
              <a:gd name="connsiteY23" fmla="*/ 9319936 h 9456078"/>
              <a:gd name="connsiteX24" fmla="*/ 1223823 w 13158797"/>
              <a:gd name="connsiteY24" fmla="*/ 9308509 h 9456078"/>
              <a:gd name="connsiteX25" fmla="*/ 1271339 w 13158797"/>
              <a:gd name="connsiteY25" fmla="*/ 9296635 h 9456078"/>
              <a:gd name="connsiteX26" fmla="*/ 1318719 w 13158797"/>
              <a:gd name="connsiteY26" fmla="*/ 9284315 h 9456078"/>
              <a:gd name="connsiteX27" fmla="*/ 1365957 w 13158797"/>
              <a:gd name="connsiteY27" fmla="*/ 9271550 h 9456078"/>
              <a:gd name="connsiteX28" fmla="*/ 1413052 w 13158797"/>
              <a:gd name="connsiteY28" fmla="*/ 9258342 h 9456078"/>
              <a:gd name="connsiteX29" fmla="*/ 1460000 w 13158797"/>
              <a:gd name="connsiteY29" fmla="*/ 9244693 h 9456078"/>
              <a:gd name="connsiteX30" fmla="*/ 1506799 w 13158797"/>
              <a:gd name="connsiteY30" fmla="*/ 9230604 h 9456078"/>
              <a:gd name="connsiteX31" fmla="*/ 1553445 w 13158797"/>
              <a:gd name="connsiteY31" fmla="*/ 9216076 h 9456078"/>
              <a:gd name="connsiteX32" fmla="*/ 1599935 w 13158797"/>
              <a:gd name="connsiteY32" fmla="*/ 9201111 h 9456078"/>
              <a:gd name="connsiteX33" fmla="*/ 1646267 w 13158797"/>
              <a:gd name="connsiteY33" fmla="*/ 9185710 h 9456078"/>
              <a:gd name="connsiteX34" fmla="*/ 1692437 w 13158797"/>
              <a:gd name="connsiteY34" fmla="*/ 9169876 h 9456078"/>
              <a:gd name="connsiteX35" fmla="*/ 1738442 w 13158797"/>
              <a:gd name="connsiteY35" fmla="*/ 9153608 h 9456078"/>
              <a:gd name="connsiteX36" fmla="*/ 1784280 w 13158797"/>
              <a:gd name="connsiteY36" fmla="*/ 9136910 h 9456078"/>
              <a:gd name="connsiteX37" fmla="*/ 1829947 w 13158797"/>
              <a:gd name="connsiteY37" fmla="*/ 9119782 h 9456078"/>
              <a:gd name="connsiteX38" fmla="*/ 1875440 w 13158797"/>
              <a:gd name="connsiteY38" fmla="*/ 9102226 h 9456078"/>
              <a:gd name="connsiteX39" fmla="*/ 1920756 w 13158797"/>
              <a:gd name="connsiteY39" fmla="*/ 9084243 h 9456078"/>
              <a:gd name="connsiteX40" fmla="*/ 1965893 w 13158797"/>
              <a:gd name="connsiteY40" fmla="*/ 9065835 h 9456078"/>
              <a:gd name="connsiteX41" fmla="*/ 2010847 w 13158797"/>
              <a:gd name="connsiteY41" fmla="*/ 9047004 h 9456078"/>
              <a:gd name="connsiteX42" fmla="*/ 2055615 w 13158797"/>
              <a:gd name="connsiteY42" fmla="*/ 9027750 h 9456078"/>
              <a:gd name="connsiteX43" fmla="*/ 2100195 w 13158797"/>
              <a:gd name="connsiteY43" fmla="*/ 9008075 h 9456078"/>
              <a:gd name="connsiteX44" fmla="*/ 2144582 w 13158797"/>
              <a:gd name="connsiteY44" fmla="*/ 8987981 h 9456078"/>
              <a:gd name="connsiteX45" fmla="*/ 2188775 w 13158797"/>
              <a:gd name="connsiteY45" fmla="*/ 8967470 h 9456078"/>
              <a:gd name="connsiteX46" fmla="*/ 2232770 w 13158797"/>
              <a:gd name="connsiteY46" fmla="*/ 8946542 h 9456078"/>
              <a:gd name="connsiteX47" fmla="*/ 2276564 w 13158797"/>
              <a:gd name="connsiteY47" fmla="*/ 8925199 h 9456078"/>
              <a:gd name="connsiteX48" fmla="*/ 2320154 w 13158797"/>
              <a:gd name="connsiteY48" fmla="*/ 8903443 h 9456078"/>
              <a:gd name="connsiteX49" fmla="*/ 2363538 w 13158797"/>
              <a:gd name="connsiteY49" fmla="*/ 8881275 h 9456078"/>
              <a:gd name="connsiteX50" fmla="*/ 2406711 w 13158797"/>
              <a:gd name="connsiteY50" fmla="*/ 8858697 h 9456078"/>
              <a:gd name="connsiteX51" fmla="*/ 2449672 w 13158797"/>
              <a:gd name="connsiteY51" fmla="*/ 8835710 h 9456078"/>
              <a:gd name="connsiteX52" fmla="*/ 2492417 w 13158797"/>
              <a:gd name="connsiteY52" fmla="*/ 8812316 h 9456078"/>
              <a:gd name="connsiteX53" fmla="*/ 2534943 w 13158797"/>
              <a:gd name="connsiteY53" fmla="*/ 8788516 h 9456078"/>
              <a:gd name="connsiteX54" fmla="*/ 2577247 w 13158797"/>
              <a:gd name="connsiteY54" fmla="*/ 8764311 h 9456078"/>
              <a:gd name="connsiteX55" fmla="*/ 2619326 w 13158797"/>
              <a:gd name="connsiteY55" fmla="*/ 8739704 h 9456078"/>
              <a:gd name="connsiteX56" fmla="*/ 2661177 w 13158797"/>
              <a:gd name="connsiteY56" fmla="*/ 8714695 h 9456078"/>
              <a:gd name="connsiteX57" fmla="*/ 2702797 w 13158797"/>
              <a:gd name="connsiteY57" fmla="*/ 8689286 h 9456078"/>
              <a:gd name="connsiteX58" fmla="*/ 2744183 w 13158797"/>
              <a:gd name="connsiteY58" fmla="*/ 8663479 h 9456078"/>
              <a:gd name="connsiteX59" fmla="*/ 2785333 w 13158797"/>
              <a:gd name="connsiteY59" fmla="*/ 8637274 h 9456078"/>
              <a:gd name="connsiteX60" fmla="*/ 2826242 w 13158797"/>
              <a:gd name="connsiteY60" fmla="*/ 8610675 h 9456078"/>
              <a:gd name="connsiteX61" fmla="*/ 2866908 w 13158797"/>
              <a:gd name="connsiteY61" fmla="*/ 8583681 h 9456078"/>
              <a:gd name="connsiteX62" fmla="*/ 2907329 w 13158797"/>
              <a:gd name="connsiteY62" fmla="*/ 8556295 h 9456078"/>
              <a:gd name="connsiteX63" fmla="*/ 2947500 w 13158797"/>
              <a:gd name="connsiteY63" fmla="*/ 8528517 h 9456078"/>
              <a:gd name="connsiteX64" fmla="*/ 2987419 w 13158797"/>
              <a:gd name="connsiteY64" fmla="*/ 8500351 h 9456078"/>
              <a:gd name="connsiteX65" fmla="*/ 3027083 w 13158797"/>
              <a:gd name="connsiteY65" fmla="*/ 8471796 h 9456078"/>
              <a:gd name="connsiteX66" fmla="*/ 3066489 w 13158797"/>
              <a:gd name="connsiteY66" fmla="*/ 8442854 h 9456078"/>
              <a:gd name="connsiteX67" fmla="*/ 3105634 w 13158797"/>
              <a:gd name="connsiteY67" fmla="*/ 8413528 h 9456078"/>
              <a:gd name="connsiteX68" fmla="*/ 3144515 w 13158797"/>
              <a:gd name="connsiteY68" fmla="*/ 8383818 h 9456078"/>
              <a:gd name="connsiteX69" fmla="*/ 3183129 w 13158797"/>
              <a:gd name="connsiteY69" fmla="*/ 8353726 h 9456078"/>
              <a:gd name="connsiteX70" fmla="*/ 3221473 w 13158797"/>
              <a:gd name="connsiteY70" fmla="*/ 8323253 h 9456078"/>
              <a:gd name="connsiteX71" fmla="*/ 3259544 w 13158797"/>
              <a:gd name="connsiteY71" fmla="*/ 8292401 h 9456078"/>
              <a:gd name="connsiteX72" fmla="*/ 3297339 w 13158797"/>
              <a:gd name="connsiteY72" fmla="*/ 8261172 h 9456078"/>
              <a:gd name="connsiteX73" fmla="*/ 3334854 w 13158797"/>
              <a:gd name="connsiteY73" fmla="*/ 8229566 h 9456078"/>
              <a:gd name="connsiteX74" fmla="*/ 3372087 w 13158797"/>
              <a:gd name="connsiteY74" fmla="*/ 8197585 h 9456078"/>
              <a:gd name="connsiteX75" fmla="*/ 3409035 w 13158797"/>
              <a:gd name="connsiteY75" fmla="*/ 8165232 h 9456078"/>
              <a:gd name="connsiteX76" fmla="*/ 3445695 w 13158797"/>
              <a:gd name="connsiteY76" fmla="*/ 8132507 h 9456078"/>
              <a:gd name="connsiteX77" fmla="*/ 3482064 w 13158797"/>
              <a:gd name="connsiteY77" fmla="*/ 8099411 h 9456078"/>
              <a:gd name="connsiteX78" fmla="*/ 3518139 w 13158797"/>
              <a:gd name="connsiteY78" fmla="*/ 8065947 h 9456078"/>
              <a:gd name="connsiteX79" fmla="*/ 3553916 w 13158797"/>
              <a:gd name="connsiteY79" fmla="*/ 8032115 h 9456078"/>
              <a:gd name="connsiteX80" fmla="*/ 3589393 w 13158797"/>
              <a:gd name="connsiteY80" fmla="*/ 7997918 h 9456078"/>
              <a:gd name="connsiteX81" fmla="*/ 3624567 w 13158797"/>
              <a:gd name="connsiteY81" fmla="*/ 7963356 h 9456078"/>
              <a:gd name="connsiteX82" fmla="*/ 3659435 w 13158797"/>
              <a:gd name="connsiteY82" fmla="*/ 7928432 h 9456078"/>
              <a:gd name="connsiteX83" fmla="*/ 3693994 w 13158797"/>
              <a:gd name="connsiteY83" fmla="*/ 7893146 h 9456078"/>
              <a:gd name="connsiteX84" fmla="*/ 3728240 w 13158797"/>
              <a:gd name="connsiteY84" fmla="*/ 7857501 h 9456078"/>
              <a:gd name="connsiteX85" fmla="*/ 3762171 w 13158797"/>
              <a:gd name="connsiteY85" fmla="*/ 7821497 h 9456078"/>
              <a:gd name="connsiteX86" fmla="*/ 3795783 w 13158797"/>
              <a:gd name="connsiteY86" fmla="*/ 7785136 h 9456078"/>
              <a:gd name="connsiteX87" fmla="*/ 3829075 w 13158797"/>
              <a:gd name="connsiteY87" fmla="*/ 7748420 h 9456078"/>
              <a:gd name="connsiteX88" fmla="*/ 3862042 w 13158797"/>
              <a:gd name="connsiteY88" fmla="*/ 7711350 h 9456078"/>
              <a:gd name="connsiteX89" fmla="*/ 3894682 w 13158797"/>
              <a:gd name="connsiteY89" fmla="*/ 7673928 h 9456078"/>
              <a:gd name="connsiteX90" fmla="*/ 3926991 w 13158797"/>
              <a:gd name="connsiteY90" fmla="*/ 7636155 h 9456078"/>
              <a:gd name="connsiteX91" fmla="*/ 3958967 w 13158797"/>
              <a:gd name="connsiteY91" fmla="*/ 7598032 h 9456078"/>
              <a:gd name="connsiteX92" fmla="*/ 3990607 w 13158797"/>
              <a:gd name="connsiteY92" fmla="*/ 7559561 h 9456078"/>
              <a:gd name="connsiteX93" fmla="*/ 4021907 w 13158797"/>
              <a:gd name="connsiteY93" fmla="*/ 7520744 h 9456078"/>
              <a:gd name="connsiteX94" fmla="*/ 4052865 w 13158797"/>
              <a:gd name="connsiteY94" fmla="*/ 7481582 h 9456078"/>
              <a:gd name="connsiteX95" fmla="*/ 4083478 w 13158797"/>
              <a:gd name="connsiteY95" fmla="*/ 7442077 h 9456078"/>
              <a:gd name="connsiteX96" fmla="*/ 8022311 w 13158797"/>
              <a:gd name="connsiteY96" fmla="*/ 2307814 h 9456078"/>
              <a:gd name="connsiteX97" fmla="*/ 8052902 w 13158797"/>
              <a:gd name="connsiteY97" fmla="*/ 2268285 h 9456078"/>
              <a:gd name="connsiteX98" fmla="*/ 8083796 w 13158797"/>
              <a:gd name="connsiteY98" fmla="*/ 2229056 h 9456078"/>
              <a:gd name="connsiteX99" fmla="*/ 8114989 w 13158797"/>
              <a:gd name="connsiteY99" fmla="*/ 2190127 h 9456078"/>
              <a:gd name="connsiteX100" fmla="*/ 8146479 w 13158797"/>
              <a:gd name="connsiteY100" fmla="*/ 2151500 h 9456078"/>
              <a:gd name="connsiteX101" fmla="*/ 8178264 w 13158797"/>
              <a:gd name="connsiteY101" fmla="*/ 2113176 h 9456078"/>
              <a:gd name="connsiteX102" fmla="*/ 8210341 w 13158797"/>
              <a:gd name="connsiteY102" fmla="*/ 2075157 h 9456078"/>
              <a:gd name="connsiteX103" fmla="*/ 8242709 w 13158797"/>
              <a:gd name="connsiteY103" fmla="*/ 2037442 h 9456078"/>
              <a:gd name="connsiteX104" fmla="*/ 8275365 w 13158797"/>
              <a:gd name="connsiteY104" fmla="*/ 2000034 h 9456078"/>
              <a:gd name="connsiteX105" fmla="*/ 8308307 w 13158797"/>
              <a:gd name="connsiteY105" fmla="*/ 1962934 h 9456078"/>
              <a:gd name="connsiteX106" fmla="*/ 8341532 w 13158797"/>
              <a:gd name="connsiteY106" fmla="*/ 1926142 h 9456078"/>
              <a:gd name="connsiteX107" fmla="*/ 8375038 w 13158797"/>
              <a:gd name="connsiteY107" fmla="*/ 1889660 h 9456078"/>
              <a:gd name="connsiteX108" fmla="*/ 8408823 w 13158797"/>
              <a:gd name="connsiteY108" fmla="*/ 1853489 h 9456078"/>
              <a:gd name="connsiteX109" fmla="*/ 8442885 w 13158797"/>
              <a:gd name="connsiteY109" fmla="*/ 1817630 h 9456078"/>
              <a:gd name="connsiteX110" fmla="*/ 8477221 w 13158797"/>
              <a:gd name="connsiteY110" fmla="*/ 1782084 h 9456078"/>
              <a:gd name="connsiteX111" fmla="*/ 8511829 w 13158797"/>
              <a:gd name="connsiteY111" fmla="*/ 1746853 h 9456078"/>
              <a:gd name="connsiteX112" fmla="*/ 8546706 w 13158797"/>
              <a:gd name="connsiteY112" fmla="*/ 1711937 h 9456078"/>
              <a:gd name="connsiteX113" fmla="*/ 8581851 w 13158797"/>
              <a:gd name="connsiteY113" fmla="*/ 1677337 h 9456078"/>
              <a:gd name="connsiteX114" fmla="*/ 8617261 w 13158797"/>
              <a:gd name="connsiteY114" fmla="*/ 1643056 h 9456078"/>
              <a:gd name="connsiteX115" fmla="*/ 8652934 w 13158797"/>
              <a:gd name="connsiteY115" fmla="*/ 1609093 h 9456078"/>
              <a:gd name="connsiteX116" fmla="*/ 8688867 w 13158797"/>
              <a:gd name="connsiteY116" fmla="*/ 1575450 h 9456078"/>
              <a:gd name="connsiteX117" fmla="*/ 8725058 w 13158797"/>
              <a:gd name="connsiteY117" fmla="*/ 1542128 h 9456078"/>
              <a:gd name="connsiteX118" fmla="*/ 8761506 w 13158797"/>
              <a:gd name="connsiteY118" fmla="*/ 1509129 h 9456078"/>
              <a:gd name="connsiteX119" fmla="*/ 8798207 w 13158797"/>
              <a:gd name="connsiteY119" fmla="*/ 1476452 h 9456078"/>
              <a:gd name="connsiteX120" fmla="*/ 8835159 w 13158797"/>
              <a:gd name="connsiteY120" fmla="*/ 1444101 h 9456078"/>
              <a:gd name="connsiteX121" fmla="*/ 8872360 w 13158797"/>
              <a:gd name="connsiteY121" fmla="*/ 1412075 h 9456078"/>
              <a:gd name="connsiteX122" fmla="*/ 8909808 w 13158797"/>
              <a:gd name="connsiteY122" fmla="*/ 1380375 h 9456078"/>
              <a:gd name="connsiteX123" fmla="*/ 8947501 w 13158797"/>
              <a:gd name="connsiteY123" fmla="*/ 1349004 h 9456078"/>
              <a:gd name="connsiteX124" fmla="*/ 8985435 w 13158797"/>
              <a:gd name="connsiteY124" fmla="*/ 1317962 h 9456078"/>
              <a:gd name="connsiteX125" fmla="*/ 9023610 w 13158797"/>
              <a:gd name="connsiteY125" fmla="*/ 1287250 h 9456078"/>
              <a:gd name="connsiteX126" fmla="*/ 9062022 w 13158797"/>
              <a:gd name="connsiteY126" fmla="*/ 1256869 h 9456078"/>
              <a:gd name="connsiteX127" fmla="*/ 9100669 w 13158797"/>
              <a:gd name="connsiteY127" fmla="*/ 1226820 h 9456078"/>
              <a:gd name="connsiteX128" fmla="*/ 9139549 w 13158797"/>
              <a:gd name="connsiteY128" fmla="*/ 1197105 h 9456078"/>
              <a:gd name="connsiteX129" fmla="*/ 9178660 w 13158797"/>
              <a:gd name="connsiteY129" fmla="*/ 1167725 h 9456078"/>
              <a:gd name="connsiteX130" fmla="*/ 9217999 w 13158797"/>
              <a:gd name="connsiteY130" fmla="*/ 1138681 h 9456078"/>
              <a:gd name="connsiteX131" fmla="*/ 9257564 w 13158797"/>
              <a:gd name="connsiteY131" fmla="*/ 1109974 h 9456078"/>
              <a:gd name="connsiteX132" fmla="*/ 9297353 w 13158797"/>
              <a:gd name="connsiteY132" fmla="*/ 1081604 h 9456078"/>
              <a:gd name="connsiteX133" fmla="*/ 9337364 w 13158797"/>
              <a:gd name="connsiteY133" fmla="*/ 1053574 h 9456078"/>
              <a:gd name="connsiteX134" fmla="*/ 9377594 w 13158797"/>
              <a:gd name="connsiteY134" fmla="*/ 1025884 h 9456078"/>
              <a:gd name="connsiteX135" fmla="*/ 9418040 w 13158797"/>
              <a:gd name="connsiteY135" fmla="*/ 998536 h 9456078"/>
              <a:gd name="connsiteX136" fmla="*/ 9458702 w 13158797"/>
              <a:gd name="connsiteY136" fmla="*/ 971530 h 9456078"/>
              <a:gd name="connsiteX137" fmla="*/ 9499575 w 13158797"/>
              <a:gd name="connsiteY137" fmla="*/ 944868 h 9456078"/>
              <a:gd name="connsiteX138" fmla="*/ 9540659 w 13158797"/>
              <a:gd name="connsiteY138" fmla="*/ 918551 h 9456078"/>
              <a:gd name="connsiteX139" fmla="*/ 9581950 w 13158797"/>
              <a:gd name="connsiteY139" fmla="*/ 892580 h 9456078"/>
              <a:gd name="connsiteX140" fmla="*/ 9623447 w 13158797"/>
              <a:gd name="connsiteY140" fmla="*/ 866956 h 9456078"/>
              <a:gd name="connsiteX141" fmla="*/ 9665147 w 13158797"/>
              <a:gd name="connsiteY141" fmla="*/ 841681 h 9456078"/>
              <a:gd name="connsiteX142" fmla="*/ 9707048 w 13158797"/>
              <a:gd name="connsiteY142" fmla="*/ 816754 h 9456078"/>
              <a:gd name="connsiteX143" fmla="*/ 9749147 w 13158797"/>
              <a:gd name="connsiteY143" fmla="*/ 792179 h 9456078"/>
              <a:gd name="connsiteX144" fmla="*/ 9791443 w 13158797"/>
              <a:gd name="connsiteY144" fmla="*/ 767955 h 9456078"/>
              <a:gd name="connsiteX145" fmla="*/ 9833932 w 13158797"/>
              <a:gd name="connsiteY145" fmla="*/ 744083 h 9456078"/>
              <a:gd name="connsiteX146" fmla="*/ 9876613 w 13158797"/>
              <a:gd name="connsiteY146" fmla="*/ 720566 h 9456078"/>
              <a:gd name="connsiteX147" fmla="*/ 9919484 w 13158797"/>
              <a:gd name="connsiteY147" fmla="*/ 697404 h 9456078"/>
              <a:gd name="connsiteX148" fmla="*/ 9962542 w 13158797"/>
              <a:gd name="connsiteY148" fmla="*/ 674598 h 9456078"/>
              <a:gd name="connsiteX149" fmla="*/ 10005784 w 13158797"/>
              <a:gd name="connsiteY149" fmla="*/ 652149 h 9456078"/>
              <a:gd name="connsiteX150" fmla="*/ 10049209 w 13158797"/>
              <a:gd name="connsiteY150" fmla="*/ 630059 h 9456078"/>
              <a:gd name="connsiteX151" fmla="*/ 10092814 w 13158797"/>
              <a:gd name="connsiteY151" fmla="*/ 608328 h 9456078"/>
              <a:gd name="connsiteX152" fmla="*/ 10136597 w 13158797"/>
              <a:gd name="connsiteY152" fmla="*/ 586958 h 9456078"/>
              <a:gd name="connsiteX153" fmla="*/ 10180556 w 13158797"/>
              <a:gd name="connsiteY153" fmla="*/ 565950 h 9456078"/>
              <a:gd name="connsiteX154" fmla="*/ 10224688 w 13158797"/>
              <a:gd name="connsiteY154" fmla="*/ 545304 h 9456078"/>
              <a:gd name="connsiteX155" fmla="*/ 10268991 w 13158797"/>
              <a:gd name="connsiteY155" fmla="*/ 525023 h 9456078"/>
              <a:gd name="connsiteX156" fmla="*/ 10313463 w 13158797"/>
              <a:gd name="connsiteY156" fmla="*/ 505107 h 9456078"/>
              <a:gd name="connsiteX157" fmla="*/ 10358101 w 13158797"/>
              <a:gd name="connsiteY157" fmla="*/ 485558 h 9456078"/>
              <a:gd name="connsiteX158" fmla="*/ 10402903 w 13158797"/>
              <a:gd name="connsiteY158" fmla="*/ 466376 h 9456078"/>
              <a:gd name="connsiteX159" fmla="*/ 10447868 w 13158797"/>
              <a:gd name="connsiteY159" fmla="*/ 447563 h 9456078"/>
              <a:gd name="connsiteX160" fmla="*/ 10492991 w 13158797"/>
              <a:gd name="connsiteY160" fmla="*/ 429119 h 9456078"/>
              <a:gd name="connsiteX161" fmla="*/ 10538272 w 13158797"/>
              <a:gd name="connsiteY161" fmla="*/ 411046 h 9456078"/>
              <a:gd name="connsiteX162" fmla="*/ 10583708 w 13158797"/>
              <a:gd name="connsiteY162" fmla="*/ 393346 h 9456078"/>
              <a:gd name="connsiteX163" fmla="*/ 10629297 w 13158797"/>
              <a:gd name="connsiteY163" fmla="*/ 376018 h 9456078"/>
              <a:gd name="connsiteX164" fmla="*/ 10675036 w 13158797"/>
              <a:gd name="connsiteY164" fmla="*/ 359065 h 9456078"/>
              <a:gd name="connsiteX165" fmla="*/ 10720923 w 13158797"/>
              <a:gd name="connsiteY165" fmla="*/ 342487 h 9456078"/>
              <a:gd name="connsiteX166" fmla="*/ 10766956 w 13158797"/>
              <a:gd name="connsiteY166" fmla="*/ 326286 h 9456078"/>
              <a:gd name="connsiteX167" fmla="*/ 10813132 w 13158797"/>
              <a:gd name="connsiteY167" fmla="*/ 310462 h 9456078"/>
              <a:gd name="connsiteX168" fmla="*/ 10859450 w 13158797"/>
              <a:gd name="connsiteY168" fmla="*/ 295018 h 9456078"/>
              <a:gd name="connsiteX169" fmla="*/ 10905907 w 13158797"/>
              <a:gd name="connsiteY169" fmla="*/ 279953 h 9456078"/>
              <a:gd name="connsiteX170" fmla="*/ 10952500 w 13158797"/>
              <a:gd name="connsiteY170" fmla="*/ 265269 h 9456078"/>
              <a:gd name="connsiteX171" fmla="*/ 10999227 w 13158797"/>
              <a:gd name="connsiteY171" fmla="*/ 250968 h 9456078"/>
              <a:gd name="connsiteX172" fmla="*/ 11046087 w 13158797"/>
              <a:gd name="connsiteY172" fmla="*/ 237049 h 9456078"/>
              <a:gd name="connsiteX173" fmla="*/ 11093076 w 13158797"/>
              <a:gd name="connsiteY173" fmla="*/ 223516 h 9456078"/>
              <a:gd name="connsiteX174" fmla="*/ 11140193 w 13158797"/>
              <a:gd name="connsiteY174" fmla="*/ 210368 h 9456078"/>
              <a:gd name="connsiteX175" fmla="*/ 11187434 w 13158797"/>
              <a:gd name="connsiteY175" fmla="*/ 197606 h 9456078"/>
              <a:gd name="connsiteX176" fmla="*/ 11234799 w 13158797"/>
              <a:gd name="connsiteY176" fmla="*/ 185233 h 9456078"/>
              <a:gd name="connsiteX177" fmla="*/ 11282284 w 13158797"/>
              <a:gd name="connsiteY177" fmla="*/ 173248 h 9456078"/>
              <a:gd name="connsiteX178" fmla="*/ 11329888 w 13158797"/>
              <a:gd name="connsiteY178" fmla="*/ 161654 h 9456078"/>
              <a:gd name="connsiteX179" fmla="*/ 11377607 w 13158797"/>
              <a:gd name="connsiteY179" fmla="*/ 150451 h 9456078"/>
              <a:gd name="connsiteX180" fmla="*/ 11425440 w 13158797"/>
              <a:gd name="connsiteY180" fmla="*/ 139640 h 9456078"/>
              <a:gd name="connsiteX181" fmla="*/ 11473385 w 13158797"/>
              <a:gd name="connsiteY181" fmla="*/ 129223 h 9456078"/>
              <a:gd name="connsiteX182" fmla="*/ 11521439 w 13158797"/>
              <a:gd name="connsiteY182" fmla="*/ 119201 h 9456078"/>
              <a:gd name="connsiteX183" fmla="*/ 11569599 w 13158797"/>
              <a:gd name="connsiteY183" fmla="*/ 109574 h 9456078"/>
              <a:gd name="connsiteX184" fmla="*/ 11617864 w 13158797"/>
              <a:gd name="connsiteY184" fmla="*/ 100344 h 9456078"/>
              <a:gd name="connsiteX185" fmla="*/ 11666231 w 13158797"/>
              <a:gd name="connsiteY185" fmla="*/ 91512 h 9456078"/>
              <a:gd name="connsiteX186" fmla="*/ 11714698 w 13158797"/>
              <a:gd name="connsiteY186" fmla="*/ 83080 h 9456078"/>
              <a:gd name="connsiteX187" fmla="*/ 11763263 w 13158797"/>
              <a:gd name="connsiteY187" fmla="*/ 75047 h 9456078"/>
              <a:gd name="connsiteX188" fmla="*/ 11811923 w 13158797"/>
              <a:gd name="connsiteY188" fmla="*/ 67417 h 9456078"/>
              <a:gd name="connsiteX189" fmla="*/ 11860676 w 13158797"/>
              <a:gd name="connsiteY189" fmla="*/ 60188 h 9456078"/>
              <a:gd name="connsiteX190" fmla="*/ 11909519 w 13158797"/>
              <a:gd name="connsiteY190" fmla="*/ 53364 h 9456078"/>
              <a:gd name="connsiteX191" fmla="*/ 11958451 w 13158797"/>
              <a:gd name="connsiteY191" fmla="*/ 46944 h 9456078"/>
              <a:gd name="connsiteX192" fmla="*/ 12007470 w 13158797"/>
              <a:gd name="connsiteY192" fmla="*/ 40931 h 9456078"/>
              <a:gd name="connsiteX193" fmla="*/ 12056572 w 13158797"/>
              <a:gd name="connsiteY193" fmla="*/ 35324 h 9456078"/>
              <a:gd name="connsiteX194" fmla="*/ 12105756 w 13158797"/>
              <a:gd name="connsiteY194" fmla="*/ 30126 h 9456078"/>
              <a:gd name="connsiteX195" fmla="*/ 12155019 w 13158797"/>
              <a:gd name="connsiteY195" fmla="*/ 25337 h 9456078"/>
              <a:gd name="connsiteX196" fmla="*/ 12204359 w 13158797"/>
              <a:gd name="connsiteY196" fmla="*/ 20958 h 9456078"/>
              <a:gd name="connsiteX197" fmla="*/ 12253773 w 13158797"/>
              <a:gd name="connsiteY197" fmla="*/ 16991 h 9456078"/>
              <a:gd name="connsiteX198" fmla="*/ 12303260 w 13158797"/>
              <a:gd name="connsiteY198" fmla="*/ 13437 h 9456078"/>
              <a:gd name="connsiteX199" fmla="*/ 12352818 w 13158797"/>
              <a:gd name="connsiteY199" fmla="*/ 10297 h 9456078"/>
              <a:gd name="connsiteX200" fmla="*/ 12402443 w 13158797"/>
              <a:gd name="connsiteY200" fmla="*/ 7572 h 9456078"/>
              <a:gd name="connsiteX201" fmla="*/ 12452133 w 13158797"/>
              <a:gd name="connsiteY201" fmla="*/ 5263 h 9456078"/>
              <a:gd name="connsiteX202" fmla="*/ 12501887 w 13158797"/>
              <a:gd name="connsiteY202" fmla="*/ 3371 h 9456078"/>
              <a:gd name="connsiteX203" fmla="*/ 12551701 w 13158797"/>
              <a:gd name="connsiteY203" fmla="*/ 1898 h 9456078"/>
              <a:gd name="connsiteX204" fmla="*/ 12601574 w 13158797"/>
              <a:gd name="connsiteY204" fmla="*/ 844 h 9456078"/>
              <a:gd name="connsiteX205" fmla="*/ 12651504 w 13158797"/>
              <a:gd name="connsiteY205" fmla="*/ 211 h 9456078"/>
              <a:gd name="connsiteX206" fmla="*/ 12701487 w 13158797"/>
              <a:gd name="connsiteY206" fmla="*/ 0 h 9456078"/>
              <a:gd name="connsiteX207" fmla="*/ 13158798 w 13158797"/>
              <a:gd name="connsiteY207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98870 w 13158799"/>
              <a:gd name="connsiteY5" fmla="*/ 9447409 h 9456078"/>
              <a:gd name="connsiteX6" fmla="*/ 348429 w 13158799"/>
              <a:gd name="connsiteY6" fmla="*/ 9444290 h 9456078"/>
              <a:gd name="connsiteX7" fmla="*/ 397907 w 13158799"/>
              <a:gd name="connsiteY7" fmla="*/ 9440698 h 9456078"/>
              <a:gd name="connsiteX8" fmla="*/ 447302 w 13158799"/>
              <a:gd name="connsiteY8" fmla="*/ 9436632 h 9456078"/>
              <a:gd name="connsiteX9" fmla="*/ 496610 w 13158799"/>
              <a:gd name="connsiteY9" fmla="*/ 9432096 h 9456078"/>
              <a:gd name="connsiteX10" fmla="*/ 545829 w 13158799"/>
              <a:gd name="connsiteY10" fmla="*/ 9427089 h 9456078"/>
              <a:gd name="connsiteX11" fmla="*/ 594956 w 13158799"/>
              <a:gd name="connsiteY11" fmla="*/ 9421615 h 9456078"/>
              <a:gd name="connsiteX12" fmla="*/ 643987 w 13158799"/>
              <a:gd name="connsiteY12" fmla="*/ 9415673 h 9456078"/>
              <a:gd name="connsiteX13" fmla="*/ 692920 w 13158799"/>
              <a:gd name="connsiteY13" fmla="*/ 9409267 h 9456078"/>
              <a:gd name="connsiteX14" fmla="*/ 741751 w 13158799"/>
              <a:gd name="connsiteY14" fmla="*/ 9402396 h 9456078"/>
              <a:gd name="connsiteX15" fmla="*/ 790478 w 13158799"/>
              <a:gd name="connsiteY15" fmla="*/ 9395063 h 9456078"/>
              <a:gd name="connsiteX16" fmla="*/ 839098 w 13158799"/>
              <a:gd name="connsiteY16" fmla="*/ 9387270 h 9456078"/>
              <a:gd name="connsiteX17" fmla="*/ 887607 w 13158799"/>
              <a:gd name="connsiteY17" fmla="*/ 9379017 h 9456078"/>
              <a:gd name="connsiteX18" fmla="*/ 936002 w 13158799"/>
              <a:gd name="connsiteY18" fmla="*/ 9370306 h 9456078"/>
              <a:gd name="connsiteX19" fmla="*/ 984281 w 13158799"/>
              <a:gd name="connsiteY19" fmla="*/ 9361139 h 9456078"/>
              <a:gd name="connsiteX20" fmla="*/ 1032440 w 13158799"/>
              <a:gd name="connsiteY20" fmla="*/ 9351517 h 9456078"/>
              <a:gd name="connsiteX21" fmla="*/ 1080477 w 13158799"/>
              <a:gd name="connsiteY21" fmla="*/ 9341441 h 9456078"/>
              <a:gd name="connsiteX22" fmla="*/ 1176172 w 13158799"/>
              <a:gd name="connsiteY22" fmla="*/ 9319936 h 9456078"/>
              <a:gd name="connsiteX23" fmla="*/ 1223823 w 13158799"/>
              <a:gd name="connsiteY23" fmla="*/ 9308509 h 9456078"/>
              <a:gd name="connsiteX24" fmla="*/ 1271339 w 13158799"/>
              <a:gd name="connsiteY24" fmla="*/ 9296635 h 9456078"/>
              <a:gd name="connsiteX25" fmla="*/ 1318719 w 13158799"/>
              <a:gd name="connsiteY25" fmla="*/ 9284315 h 9456078"/>
              <a:gd name="connsiteX26" fmla="*/ 1365957 w 13158799"/>
              <a:gd name="connsiteY26" fmla="*/ 9271550 h 9456078"/>
              <a:gd name="connsiteX27" fmla="*/ 1413052 w 13158799"/>
              <a:gd name="connsiteY27" fmla="*/ 9258342 h 9456078"/>
              <a:gd name="connsiteX28" fmla="*/ 1460000 w 13158799"/>
              <a:gd name="connsiteY28" fmla="*/ 9244693 h 9456078"/>
              <a:gd name="connsiteX29" fmla="*/ 1506799 w 13158799"/>
              <a:gd name="connsiteY29" fmla="*/ 9230604 h 9456078"/>
              <a:gd name="connsiteX30" fmla="*/ 1553445 w 13158799"/>
              <a:gd name="connsiteY30" fmla="*/ 9216076 h 9456078"/>
              <a:gd name="connsiteX31" fmla="*/ 1599935 w 13158799"/>
              <a:gd name="connsiteY31" fmla="*/ 9201111 h 9456078"/>
              <a:gd name="connsiteX32" fmla="*/ 1646267 w 13158799"/>
              <a:gd name="connsiteY32" fmla="*/ 9185710 h 9456078"/>
              <a:gd name="connsiteX33" fmla="*/ 1692437 w 13158799"/>
              <a:gd name="connsiteY33" fmla="*/ 9169876 h 9456078"/>
              <a:gd name="connsiteX34" fmla="*/ 1738442 w 13158799"/>
              <a:gd name="connsiteY34" fmla="*/ 9153608 h 9456078"/>
              <a:gd name="connsiteX35" fmla="*/ 1784280 w 13158799"/>
              <a:gd name="connsiteY35" fmla="*/ 9136910 h 9456078"/>
              <a:gd name="connsiteX36" fmla="*/ 1829947 w 13158799"/>
              <a:gd name="connsiteY36" fmla="*/ 9119782 h 9456078"/>
              <a:gd name="connsiteX37" fmla="*/ 1875440 w 13158799"/>
              <a:gd name="connsiteY37" fmla="*/ 9102226 h 9456078"/>
              <a:gd name="connsiteX38" fmla="*/ 1920756 w 13158799"/>
              <a:gd name="connsiteY38" fmla="*/ 9084243 h 9456078"/>
              <a:gd name="connsiteX39" fmla="*/ 1965893 w 13158799"/>
              <a:gd name="connsiteY39" fmla="*/ 9065835 h 9456078"/>
              <a:gd name="connsiteX40" fmla="*/ 2010847 w 13158799"/>
              <a:gd name="connsiteY40" fmla="*/ 9047004 h 9456078"/>
              <a:gd name="connsiteX41" fmla="*/ 2055615 w 13158799"/>
              <a:gd name="connsiteY41" fmla="*/ 9027750 h 9456078"/>
              <a:gd name="connsiteX42" fmla="*/ 2100195 w 13158799"/>
              <a:gd name="connsiteY42" fmla="*/ 9008075 h 9456078"/>
              <a:gd name="connsiteX43" fmla="*/ 2144582 w 13158799"/>
              <a:gd name="connsiteY43" fmla="*/ 8987981 h 9456078"/>
              <a:gd name="connsiteX44" fmla="*/ 2188775 w 13158799"/>
              <a:gd name="connsiteY44" fmla="*/ 8967470 h 9456078"/>
              <a:gd name="connsiteX45" fmla="*/ 2232770 w 13158799"/>
              <a:gd name="connsiteY45" fmla="*/ 8946542 h 9456078"/>
              <a:gd name="connsiteX46" fmla="*/ 2276564 w 13158799"/>
              <a:gd name="connsiteY46" fmla="*/ 8925199 h 9456078"/>
              <a:gd name="connsiteX47" fmla="*/ 2320154 w 13158799"/>
              <a:gd name="connsiteY47" fmla="*/ 8903443 h 9456078"/>
              <a:gd name="connsiteX48" fmla="*/ 2363538 w 13158799"/>
              <a:gd name="connsiteY48" fmla="*/ 8881275 h 9456078"/>
              <a:gd name="connsiteX49" fmla="*/ 2406711 w 13158799"/>
              <a:gd name="connsiteY49" fmla="*/ 8858697 h 9456078"/>
              <a:gd name="connsiteX50" fmla="*/ 2449672 w 13158799"/>
              <a:gd name="connsiteY50" fmla="*/ 8835710 h 9456078"/>
              <a:gd name="connsiteX51" fmla="*/ 2492417 w 13158799"/>
              <a:gd name="connsiteY51" fmla="*/ 8812316 h 9456078"/>
              <a:gd name="connsiteX52" fmla="*/ 2534943 w 13158799"/>
              <a:gd name="connsiteY52" fmla="*/ 8788516 h 9456078"/>
              <a:gd name="connsiteX53" fmla="*/ 2577247 w 13158799"/>
              <a:gd name="connsiteY53" fmla="*/ 8764311 h 9456078"/>
              <a:gd name="connsiteX54" fmla="*/ 2619326 w 13158799"/>
              <a:gd name="connsiteY54" fmla="*/ 8739704 h 9456078"/>
              <a:gd name="connsiteX55" fmla="*/ 2661177 w 13158799"/>
              <a:gd name="connsiteY55" fmla="*/ 8714695 h 9456078"/>
              <a:gd name="connsiteX56" fmla="*/ 2702797 w 13158799"/>
              <a:gd name="connsiteY56" fmla="*/ 8689286 h 9456078"/>
              <a:gd name="connsiteX57" fmla="*/ 2744183 w 13158799"/>
              <a:gd name="connsiteY57" fmla="*/ 8663479 h 9456078"/>
              <a:gd name="connsiteX58" fmla="*/ 2785333 w 13158799"/>
              <a:gd name="connsiteY58" fmla="*/ 8637274 h 9456078"/>
              <a:gd name="connsiteX59" fmla="*/ 2826242 w 13158799"/>
              <a:gd name="connsiteY59" fmla="*/ 8610675 h 9456078"/>
              <a:gd name="connsiteX60" fmla="*/ 2866908 w 13158799"/>
              <a:gd name="connsiteY60" fmla="*/ 8583681 h 9456078"/>
              <a:gd name="connsiteX61" fmla="*/ 2907329 w 13158799"/>
              <a:gd name="connsiteY61" fmla="*/ 8556295 h 9456078"/>
              <a:gd name="connsiteX62" fmla="*/ 2947500 w 13158799"/>
              <a:gd name="connsiteY62" fmla="*/ 8528517 h 9456078"/>
              <a:gd name="connsiteX63" fmla="*/ 2987419 w 13158799"/>
              <a:gd name="connsiteY63" fmla="*/ 8500351 h 9456078"/>
              <a:gd name="connsiteX64" fmla="*/ 3027083 w 13158799"/>
              <a:gd name="connsiteY64" fmla="*/ 8471796 h 9456078"/>
              <a:gd name="connsiteX65" fmla="*/ 3066489 w 13158799"/>
              <a:gd name="connsiteY65" fmla="*/ 8442854 h 9456078"/>
              <a:gd name="connsiteX66" fmla="*/ 3105634 w 13158799"/>
              <a:gd name="connsiteY66" fmla="*/ 8413528 h 9456078"/>
              <a:gd name="connsiteX67" fmla="*/ 3144515 w 13158799"/>
              <a:gd name="connsiteY67" fmla="*/ 8383818 h 9456078"/>
              <a:gd name="connsiteX68" fmla="*/ 3183129 w 13158799"/>
              <a:gd name="connsiteY68" fmla="*/ 8353726 h 9456078"/>
              <a:gd name="connsiteX69" fmla="*/ 3221473 w 13158799"/>
              <a:gd name="connsiteY69" fmla="*/ 8323253 h 9456078"/>
              <a:gd name="connsiteX70" fmla="*/ 3259544 w 13158799"/>
              <a:gd name="connsiteY70" fmla="*/ 8292401 h 9456078"/>
              <a:gd name="connsiteX71" fmla="*/ 3297339 w 13158799"/>
              <a:gd name="connsiteY71" fmla="*/ 8261172 h 9456078"/>
              <a:gd name="connsiteX72" fmla="*/ 3334854 w 13158799"/>
              <a:gd name="connsiteY72" fmla="*/ 8229566 h 9456078"/>
              <a:gd name="connsiteX73" fmla="*/ 3372087 w 13158799"/>
              <a:gd name="connsiteY73" fmla="*/ 8197585 h 9456078"/>
              <a:gd name="connsiteX74" fmla="*/ 3409035 w 13158799"/>
              <a:gd name="connsiteY74" fmla="*/ 8165232 h 9456078"/>
              <a:gd name="connsiteX75" fmla="*/ 3445695 w 13158799"/>
              <a:gd name="connsiteY75" fmla="*/ 8132507 h 9456078"/>
              <a:gd name="connsiteX76" fmla="*/ 3482064 w 13158799"/>
              <a:gd name="connsiteY76" fmla="*/ 8099411 h 9456078"/>
              <a:gd name="connsiteX77" fmla="*/ 3518139 w 13158799"/>
              <a:gd name="connsiteY77" fmla="*/ 8065947 h 9456078"/>
              <a:gd name="connsiteX78" fmla="*/ 3553916 w 13158799"/>
              <a:gd name="connsiteY78" fmla="*/ 8032115 h 9456078"/>
              <a:gd name="connsiteX79" fmla="*/ 3589393 w 13158799"/>
              <a:gd name="connsiteY79" fmla="*/ 7997918 h 9456078"/>
              <a:gd name="connsiteX80" fmla="*/ 3624567 w 13158799"/>
              <a:gd name="connsiteY80" fmla="*/ 7963356 h 9456078"/>
              <a:gd name="connsiteX81" fmla="*/ 3659435 w 13158799"/>
              <a:gd name="connsiteY81" fmla="*/ 7928432 h 9456078"/>
              <a:gd name="connsiteX82" fmla="*/ 3693994 w 13158799"/>
              <a:gd name="connsiteY82" fmla="*/ 7893146 h 9456078"/>
              <a:gd name="connsiteX83" fmla="*/ 3728240 w 13158799"/>
              <a:gd name="connsiteY83" fmla="*/ 7857501 h 9456078"/>
              <a:gd name="connsiteX84" fmla="*/ 3762171 w 13158799"/>
              <a:gd name="connsiteY84" fmla="*/ 7821497 h 9456078"/>
              <a:gd name="connsiteX85" fmla="*/ 3795783 w 13158799"/>
              <a:gd name="connsiteY85" fmla="*/ 7785136 h 9456078"/>
              <a:gd name="connsiteX86" fmla="*/ 3829075 w 13158799"/>
              <a:gd name="connsiteY86" fmla="*/ 7748420 h 9456078"/>
              <a:gd name="connsiteX87" fmla="*/ 3862042 w 13158799"/>
              <a:gd name="connsiteY87" fmla="*/ 7711350 h 9456078"/>
              <a:gd name="connsiteX88" fmla="*/ 3894682 w 13158799"/>
              <a:gd name="connsiteY88" fmla="*/ 7673928 h 9456078"/>
              <a:gd name="connsiteX89" fmla="*/ 3926991 w 13158799"/>
              <a:gd name="connsiteY89" fmla="*/ 7636155 h 9456078"/>
              <a:gd name="connsiteX90" fmla="*/ 3958967 w 13158799"/>
              <a:gd name="connsiteY90" fmla="*/ 7598032 h 9456078"/>
              <a:gd name="connsiteX91" fmla="*/ 3990607 w 13158799"/>
              <a:gd name="connsiteY91" fmla="*/ 7559561 h 9456078"/>
              <a:gd name="connsiteX92" fmla="*/ 4021907 w 13158799"/>
              <a:gd name="connsiteY92" fmla="*/ 7520744 h 9456078"/>
              <a:gd name="connsiteX93" fmla="*/ 4052865 w 13158799"/>
              <a:gd name="connsiteY93" fmla="*/ 7481582 h 9456078"/>
              <a:gd name="connsiteX94" fmla="*/ 4083478 w 13158799"/>
              <a:gd name="connsiteY94" fmla="*/ 7442077 h 9456078"/>
              <a:gd name="connsiteX95" fmla="*/ 8022311 w 13158799"/>
              <a:gd name="connsiteY95" fmla="*/ 2307814 h 9456078"/>
              <a:gd name="connsiteX96" fmla="*/ 8052902 w 13158799"/>
              <a:gd name="connsiteY96" fmla="*/ 2268285 h 9456078"/>
              <a:gd name="connsiteX97" fmla="*/ 8083796 w 13158799"/>
              <a:gd name="connsiteY97" fmla="*/ 2229056 h 9456078"/>
              <a:gd name="connsiteX98" fmla="*/ 8114989 w 13158799"/>
              <a:gd name="connsiteY98" fmla="*/ 2190127 h 9456078"/>
              <a:gd name="connsiteX99" fmla="*/ 8146479 w 13158799"/>
              <a:gd name="connsiteY99" fmla="*/ 2151500 h 9456078"/>
              <a:gd name="connsiteX100" fmla="*/ 8178264 w 13158799"/>
              <a:gd name="connsiteY100" fmla="*/ 2113176 h 9456078"/>
              <a:gd name="connsiteX101" fmla="*/ 8210341 w 13158799"/>
              <a:gd name="connsiteY101" fmla="*/ 2075157 h 9456078"/>
              <a:gd name="connsiteX102" fmla="*/ 8242709 w 13158799"/>
              <a:gd name="connsiteY102" fmla="*/ 2037442 h 9456078"/>
              <a:gd name="connsiteX103" fmla="*/ 8275365 w 13158799"/>
              <a:gd name="connsiteY103" fmla="*/ 2000034 h 9456078"/>
              <a:gd name="connsiteX104" fmla="*/ 8308307 w 13158799"/>
              <a:gd name="connsiteY104" fmla="*/ 1962934 h 9456078"/>
              <a:gd name="connsiteX105" fmla="*/ 8341532 w 13158799"/>
              <a:gd name="connsiteY105" fmla="*/ 1926142 h 9456078"/>
              <a:gd name="connsiteX106" fmla="*/ 8375038 w 13158799"/>
              <a:gd name="connsiteY106" fmla="*/ 1889660 h 9456078"/>
              <a:gd name="connsiteX107" fmla="*/ 8408823 w 13158799"/>
              <a:gd name="connsiteY107" fmla="*/ 1853489 h 9456078"/>
              <a:gd name="connsiteX108" fmla="*/ 8442885 w 13158799"/>
              <a:gd name="connsiteY108" fmla="*/ 1817630 h 9456078"/>
              <a:gd name="connsiteX109" fmla="*/ 8477221 w 13158799"/>
              <a:gd name="connsiteY109" fmla="*/ 1782084 h 9456078"/>
              <a:gd name="connsiteX110" fmla="*/ 8511829 w 13158799"/>
              <a:gd name="connsiteY110" fmla="*/ 1746853 h 9456078"/>
              <a:gd name="connsiteX111" fmla="*/ 8546706 w 13158799"/>
              <a:gd name="connsiteY111" fmla="*/ 1711937 h 9456078"/>
              <a:gd name="connsiteX112" fmla="*/ 8581851 w 13158799"/>
              <a:gd name="connsiteY112" fmla="*/ 1677337 h 9456078"/>
              <a:gd name="connsiteX113" fmla="*/ 8617261 w 13158799"/>
              <a:gd name="connsiteY113" fmla="*/ 1643056 h 9456078"/>
              <a:gd name="connsiteX114" fmla="*/ 8652934 w 13158799"/>
              <a:gd name="connsiteY114" fmla="*/ 1609093 h 9456078"/>
              <a:gd name="connsiteX115" fmla="*/ 8688867 w 13158799"/>
              <a:gd name="connsiteY115" fmla="*/ 1575450 h 9456078"/>
              <a:gd name="connsiteX116" fmla="*/ 8725058 w 13158799"/>
              <a:gd name="connsiteY116" fmla="*/ 1542128 h 9456078"/>
              <a:gd name="connsiteX117" fmla="*/ 8761506 w 13158799"/>
              <a:gd name="connsiteY117" fmla="*/ 1509129 h 9456078"/>
              <a:gd name="connsiteX118" fmla="*/ 8798207 w 13158799"/>
              <a:gd name="connsiteY118" fmla="*/ 1476452 h 9456078"/>
              <a:gd name="connsiteX119" fmla="*/ 8835159 w 13158799"/>
              <a:gd name="connsiteY119" fmla="*/ 1444101 h 9456078"/>
              <a:gd name="connsiteX120" fmla="*/ 8872360 w 13158799"/>
              <a:gd name="connsiteY120" fmla="*/ 1412075 h 9456078"/>
              <a:gd name="connsiteX121" fmla="*/ 8909808 w 13158799"/>
              <a:gd name="connsiteY121" fmla="*/ 1380375 h 9456078"/>
              <a:gd name="connsiteX122" fmla="*/ 8947501 w 13158799"/>
              <a:gd name="connsiteY122" fmla="*/ 1349004 h 9456078"/>
              <a:gd name="connsiteX123" fmla="*/ 8985435 w 13158799"/>
              <a:gd name="connsiteY123" fmla="*/ 1317962 h 9456078"/>
              <a:gd name="connsiteX124" fmla="*/ 9023610 w 13158799"/>
              <a:gd name="connsiteY124" fmla="*/ 1287250 h 9456078"/>
              <a:gd name="connsiteX125" fmla="*/ 9062022 w 13158799"/>
              <a:gd name="connsiteY125" fmla="*/ 1256869 h 9456078"/>
              <a:gd name="connsiteX126" fmla="*/ 9100669 w 13158799"/>
              <a:gd name="connsiteY126" fmla="*/ 1226820 h 9456078"/>
              <a:gd name="connsiteX127" fmla="*/ 9139549 w 13158799"/>
              <a:gd name="connsiteY127" fmla="*/ 1197105 h 9456078"/>
              <a:gd name="connsiteX128" fmla="*/ 9178660 w 13158799"/>
              <a:gd name="connsiteY128" fmla="*/ 1167725 h 9456078"/>
              <a:gd name="connsiteX129" fmla="*/ 9217999 w 13158799"/>
              <a:gd name="connsiteY129" fmla="*/ 1138681 h 9456078"/>
              <a:gd name="connsiteX130" fmla="*/ 9257564 w 13158799"/>
              <a:gd name="connsiteY130" fmla="*/ 1109974 h 9456078"/>
              <a:gd name="connsiteX131" fmla="*/ 9297353 w 13158799"/>
              <a:gd name="connsiteY131" fmla="*/ 1081604 h 9456078"/>
              <a:gd name="connsiteX132" fmla="*/ 9337364 w 13158799"/>
              <a:gd name="connsiteY132" fmla="*/ 1053574 h 9456078"/>
              <a:gd name="connsiteX133" fmla="*/ 9377594 w 13158799"/>
              <a:gd name="connsiteY133" fmla="*/ 1025884 h 9456078"/>
              <a:gd name="connsiteX134" fmla="*/ 9418040 w 13158799"/>
              <a:gd name="connsiteY134" fmla="*/ 998536 h 9456078"/>
              <a:gd name="connsiteX135" fmla="*/ 9458702 w 13158799"/>
              <a:gd name="connsiteY135" fmla="*/ 971530 h 9456078"/>
              <a:gd name="connsiteX136" fmla="*/ 9499575 w 13158799"/>
              <a:gd name="connsiteY136" fmla="*/ 944868 h 9456078"/>
              <a:gd name="connsiteX137" fmla="*/ 9540659 w 13158799"/>
              <a:gd name="connsiteY137" fmla="*/ 918551 h 9456078"/>
              <a:gd name="connsiteX138" fmla="*/ 9581950 w 13158799"/>
              <a:gd name="connsiteY138" fmla="*/ 892580 h 9456078"/>
              <a:gd name="connsiteX139" fmla="*/ 9623447 w 13158799"/>
              <a:gd name="connsiteY139" fmla="*/ 866956 h 9456078"/>
              <a:gd name="connsiteX140" fmla="*/ 9665147 w 13158799"/>
              <a:gd name="connsiteY140" fmla="*/ 841681 h 9456078"/>
              <a:gd name="connsiteX141" fmla="*/ 9707048 w 13158799"/>
              <a:gd name="connsiteY141" fmla="*/ 816754 h 9456078"/>
              <a:gd name="connsiteX142" fmla="*/ 9749147 w 13158799"/>
              <a:gd name="connsiteY142" fmla="*/ 792179 h 9456078"/>
              <a:gd name="connsiteX143" fmla="*/ 9791443 w 13158799"/>
              <a:gd name="connsiteY143" fmla="*/ 767955 h 9456078"/>
              <a:gd name="connsiteX144" fmla="*/ 9833932 w 13158799"/>
              <a:gd name="connsiteY144" fmla="*/ 744083 h 9456078"/>
              <a:gd name="connsiteX145" fmla="*/ 9876613 w 13158799"/>
              <a:gd name="connsiteY145" fmla="*/ 720566 h 9456078"/>
              <a:gd name="connsiteX146" fmla="*/ 9919484 w 13158799"/>
              <a:gd name="connsiteY146" fmla="*/ 697404 h 9456078"/>
              <a:gd name="connsiteX147" fmla="*/ 9962542 w 13158799"/>
              <a:gd name="connsiteY147" fmla="*/ 674598 h 9456078"/>
              <a:gd name="connsiteX148" fmla="*/ 10005784 w 13158799"/>
              <a:gd name="connsiteY148" fmla="*/ 652149 h 9456078"/>
              <a:gd name="connsiteX149" fmla="*/ 10049209 w 13158799"/>
              <a:gd name="connsiteY149" fmla="*/ 630059 h 9456078"/>
              <a:gd name="connsiteX150" fmla="*/ 10092814 w 13158799"/>
              <a:gd name="connsiteY150" fmla="*/ 608328 h 9456078"/>
              <a:gd name="connsiteX151" fmla="*/ 10136597 w 13158799"/>
              <a:gd name="connsiteY151" fmla="*/ 586958 h 9456078"/>
              <a:gd name="connsiteX152" fmla="*/ 10180556 w 13158799"/>
              <a:gd name="connsiteY152" fmla="*/ 565950 h 9456078"/>
              <a:gd name="connsiteX153" fmla="*/ 10224688 w 13158799"/>
              <a:gd name="connsiteY153" fmla="*/ 545304 h 9456078"/>
              <a:gd name="connsiteX154" fmla="*/ 10268991 w 13158799"/>
              <a:gd name="connsiteY154" fmla="*/ 525023 h 9456078"/>
              <a:gd name="connsiteX155" fmla="*/ 10313463 w 13158799"/>
              <a:gd name="connsiteY155" fmla="*/ 505107 h 9456078"/>
              <a:gd name="connsiteX156" fmla="*/ 10358101 w 13158799"/>
              <a:gd name="connsiteY156" fmla="*/ 485558 h 9456078"/>
              <a:gd name="connsiteX157" fmla="*/ 10402903 w 13158799"/>
              <a:gd name="connsiteY157" fmla="*/ 466376 h 9456078"/>
              <a:gd name="connsiteX158" fmla="*/ 10447868 w 13158799"/>
              <a:gd name="connsiteY158" fmla="*/ 447563 h 9456078"/>
              <a:gd name="connsiteX159" fmla="*/ 10492991 w 13158799"/>
              <a:gd name="connsiteY159" fmla="*/ 429119 h 9456078"/>
              <a:gd name="connsiteX160" fmla="*/ 10538272 w 13158799"/>
              <a:gd name="connsiteY160" fmla="*/ 411046 h 9456078"/>
              <a:gd name="connsiteX161" fmla="*/ 10583708 w 13158799"/>
              <a:gd name="connsiteY161" fmla="*/ 393346 h 9456078"/>
              <a:gd name="connsiteX162" fmla="*/ 10629297 w 13158799"/>
              <a:gd name="connsiteY162" fmla="*/ 376018 h 9456078"/>
              <a:gd name="connsiteX163" fmla="*/ 10675036 w 13158799"/>
              <a:gd name="connsiteY163" fmla="*/ 359065 h 9456078"/>
              <a:gd name="connsiteX164" fmla="*/ 10720923 w 13158799"/>
              <a:gd name="connsiteY164" fmla="*/ 342487 h 9456078"/>
              <a:gd name="connsiteX165" fmla="*/ 10766956 w 13158799"/>
              <a:gd name="connsiteY165" fmla="*/ 326286 h 9456078"/>
              <a:gd name="connsiteX166" fmla="*/ 10813132 w 13158799"/>
              <a:gd name="connsiteY166" fmla="*/ 310462 h 9456078"/>
              <a:gd name="connsiteX167" fmla="*/ 10859450 w 13158799"/>
              <a:gd name="connsiteY167" fmla="*/ 295018 h 9456078"/>
              <a:gd name="connsiteX168" fmla="*/ 10905907 w 13158799"/>
              <a:gd name="connsiteY168" fmla="*/ 279953 h 9456078"/>
              <a:gd name="connsiteX169" fmla="*/ 10952500 w 13158799"/>
              <a:gd name="connsiteY169" fmla="*/ 265269 h 9456078"/>
              <a:gd name="connsiteX170" fmla="*/ 10999227 w 13158799"/>
              <a:gd name="connsiteY170" fmla="*/ 250968 h 9456078"/>
              <a:gd name="connsiteX171" fmla="*/ 11046087 w 13158799"/>
              <a:gd name="connsiteY171" fmla="*/ 237049 h 9456078"/>
              <a:gd name="connsiteX172" fmla="*/ 11093076 w 13158799"/>
              <a:gd name="connsiteY172" fmla="*/ 223516 h 9456078"/>
              <a:gd name="connsiteX173" fmla="*/ 11140193 w 13158799"/>
              <a:gd name="connsiteY173" fmla="*/ 210368 h 9456078"/>
              <a:gd name="connsiteX174" fmla="*/ 11187434 w 13158799"/>
              <a:gd name="connsiteY174" fmla="*/ 197606 h 9456078"/>
              <a:gd name="connsiteX175" fmla="*/ 11234799 w 13158799"/>
              <a:gd name="connsiteY175" fmla="*/ 185233 h 9456078"/>
              <a:gd name="connsiteX176" fmla="*/ 11282284 w 13158799"/>
              <a:gd name="connsiteY176" fmla="*/ 173248 h 9456078"/>
              <a:gd name="connsiteX177" fmla="*/ 11329888 w 13158799"/>
              <a:gd name="connsiteY177" fmla="*/ 161654 h 9456078"/>
              <a:gd name="connsiteX178" fmla="*/ 11377607 w 13158799"/>
              <a:gd name="connsiteY178" fmla="*/ 150451 h 9456078"/>
              <a:gd name="connsiteX179" fmla="*/ 11425440 w 13158799"/>
              <a:gd name="connsiteY179" fmla="*/ 139640 h 9456078"/>
              <a:gd name="connsiteX180" fmla="*/ 11473385 w 13158799"/>
              <a:gd name="connsiteY180" fmla="*/ 129223 h 9456078"/>
              <a:gd name="connsiteX181" fmla="*/ 11521439 w 13158799"/>
              <a:gd name="connsiteY181" fmla="*/ 119201 h 9456078"/>
              <a:gd name="connsiteX182" fmla="*/ 11569599 w 13158799"/>
              <a:gd name="connsiteY182" fmla="*/ 109574 h 9456078"/>
              <a:gd name="connsiteX183" fmla="*/ 11617864 w 13158799"/>
              <a:gd name="connsiteY183" fmla="*/ 100344 h 9456078"/>
              <a:gd name="connsiteX184" fmla="*/ 11666231 w 13158799"/>
              <a:gd name="connsiteY184" fmla="*/ 91512 h 9456078"/>
              <a:gd name="connsiteX185" fmla="*/ 11714698 w 13158799"/>
              <a:gd name="connsiteY185" fmla="*/ 83080 h 9456078"/>
              <a:gd name="connsiteX186" fmla="*/ 11763263 w 13158799"/>
              <a:gd name="connsiteY186" fmla="*/ 75047 h 9456078"/>
              <a:gd name="connsiteX187" fmla="*/ 11811923 w 13158799"/>
              <a:gd name="connsiteY187" fmla="*/ 67417 h 9456078"/>
              <a:gd name="connsiteX188" fmla="*/ 11860676 w 13158799"/>
              <a:gd name="connsiteY188" fmla="*/ 60188 h 9456078"/>
              <a:gd name="connsiteX189" fmla="*/ 11909519 w 13158799"/>
              <a:gd name="connsiteY189" fmla="*/ 53364 h 9456078"/>
              <a:gd name="connsiteX190" fmla="*/ 11958451 w 13158799"/>
              <a:gd name="connsiteY190" fmla="*/ 46944 h 9456078"/>
              <a:gd name="connsiteX191" fmla="*/ 12007470 w 13158799"/>
              <a:gd name="connsiteY191" fmla="*/ 40931 h 9456078"/>
              <a:gd name="connsiteX192" fmla="*/ 12056572 w 13158799"/>
              <a:gd name="connsiteY192" fmla="*/ 35324 h 9456078"/>
              <a:gd name="connsiteX193" fmla="*/ 12105756 w 13158799"/>
              <a:gd name="connsiteY193" fmla="*/ 30126 h 9456078"/>
              <a:gd name="connsiteX194" fmla="*/ 12155019 w 13158799"/>
              <a:gd name="connsiteY194" fmla="*/ 25337 h 9456078"/>
              <a:gd name="connsiteX195" fmla="*/ 12204359 w 13158799"/>
              <a:gd name="connsiteY195" fmla="*/ 20958 h 9456078"/>
              <a:gd name="connsiteX196" fmla="*/ 12253773 w 13158799"/>
              <a:gd name="connsiteY196" fmla="*/ 16991 h 9456078"/>
              <a:gd name="connsiteX197" fmla="*/ 12303260 w 13158799"/>
              <a:gd name="connsiteY197" fmla="*/ 13437 h 9456078"/>
              <a:gd name="connsiteX198" fmla="*/ 12352818 w 13158799"/>
              <a:gd name="connsiteY198" fmla="*/ 10297 h 9456078"/>
              <a:gd name="connsiteX199" fmla="*/ 12402443 w 13158799"/>
              <a:gd name="connsiteY199" fmla="*/ 7572 h 9456078"/>
              <a:gd name="connsiteX200" fmla="*/ 12452133 w 13158799"/>
              <a:gd name="connsiteY200" fmla="*/ 5263 h 9456078"/>
              <a:gd name="connsiteX201" fmla="*/ 12501887 w 13158799"/>
              <a:gd name="connsiteY201" fmla="*/ 3371 h 9456078"/>
              <a:gd name="connsiteX202" fmla="*/ 12551701 w 13158799"/>
              <a:gd name="connsiteY202" fmla="*/ 1898 h 9456078"/>
              <a:gd name="connsiteX203" fmla="*/ 12601574 w 13158799"/>
              <a:gd name="connsiteY203" fmla="*/ 844 h 9456078"/>
              <a:gd name="connsiteX204" fmla="*/ 12651504 w 13158799"/>
              <a:gd name="connsiteY204" fmla="*/ 211 h 9456078"/>
              <a:gd name="connsiteX205" fmla="*/ 12701487 w 13158799"/>
              <a:gd name="connsiteY205" fmla="*/ 0 h 9456078"/>
              <a:gd name="connsiteX206" fmla="*/ 13158798 w 13158799"/>
              <a:gd name="connsiteY206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76172 w 13158797"/>
              <a:gd name="connsiteY22" fmla="*/ 9319936 h 9456078"/>
              <a:gd name="connsiteX23" fmla="*/ 1223823 w 13158797"/>
              <a:gd name="connsiteY23" fmla="*/ 9308509 h 9456078"/>
              <a:gd name="connsiteX24" fmla="*/ 1271339 w 13158797"/>
              <a:gd name="connsiteY24" fmla="*/ 9296635 h 9456078"/>
              <a:gd name="connsiteX25" fmla="*/ 1318719 w 13158797"/>
              <a:gd name="connsiteY25" fmla="*/ 9284315 h 9456078"/>
              <a:gd name="connsiteX26" fmla="*/ 1365957 w 13158797"/>
              <a:gd name="connsiteY26" fmla="*/ 9271550 h 9456078"/>
              <a:gd name="connsiteX27" fmla="*/ 1413052 w 13158797"/>
              <a:gd name="connsiteY27" fmla="*/ 9258342 h 9456078"/>
              <a:gd name="connsiteX28" fmla="*/ 1460000 w 13158797"/>
              <a:gd name="connsiteY28" fmla="*/ 9244693 h 9456078"/>
              <a:gd name="connsiteX29" fmla="*/ 1506799 w 13158797"/>
              <a:gd name="connsiteY29" fmla="*/ 9230604 h 9456078"/>
              <a:gd name="connsiteX30" fmla="*/ 1553445 w 13158797"/>
              <a:gd name="connsiteY30" fmla="*/ 9216076 h 9456078"/>
              <a:gd name="connsiteX31" fmla="*/ 1599935 w 13158797"/>
              <a:gd name="connsiteY31" fmla="*/ 9201111 h 9456078"/>
              <a:gd name="connsiteX32" fmla="*/ 1646267 w 13158797"/>
              <a:gd name="connsiteY32" fmla="*/ 9185710 h 9456078"/>
              <a:gd name="connsiteX33" fmla="*/ 1692437 w 13158797"/>
              <a:gd name="connsiteY33" fmla="*/ 9169876 h 9456078"/>
              <a:gd name="connsiteX34" fmla="*/ 1738442 w 13158797"/>
              <a:gd name="connsiteY34" fmla="*/ 9153608 h 9456078"/>
              <a:gd name="connsiteX35" fmla="*/ 1784280 w 13158797"/>
              <a:gd name="connsiteY35" fmla="*/ 9136910 h 9456078"/>
              <a:gd name="connsiteX36" fmla="*/ 1829947 w 13158797"/>
              <a:gd name="connsiteY36" fmla="*/ 9119782 h 9456078"/>
              <a:gd name="connsiteX37" fmla="*/ 1875440 w 13158797"/>
              <a:gd name="connsiteY37" fmla="*/ 9102226 h 9456078"/>
              <a:gd name="connsiteX38" fmla="*/ 1920756 w 13158797"/>
              <a:gd name="connsiteY38" fmla="*/ 9084243 h 9456078"/>
              <a:gd name="connsiteX39" fmla="*/ 1965893 w 13158797"/>
              <a:gd name="connsiteY39" fmla="*/ 9065835 h 9456078"/>
              <a:gd name="connsiteX40" fmla="*/ 2055615 w 13158797"/>
              <a:gd name="connsiteY40" fmla="*/ 9027750 h 9456078"/>
              <a:gd name="connsiteX41" fmla="*/ 2100195 w 13158797"/>
              <a:gd name="connsiteY41" fmla="*/ 9008075 h 9456078"/>
              <a:gd name="connsiteX42" fmla="*/ 2144582 w 13158797"/>
              <a:gd name="connsiteY42" fmla="*/ 8987981 h 9456078"/>
              <a:gd name="connsiteX43" fmla="*/ 2188775 w 13158797"/>
              <a:gd name="connsiteY43" fmla="*/ 8967470 h 9456078"/>
              <a:gd name="connsiteX44" fmla="*/ 2232770 w 13158797"/>
              <a:gd name="connsiteY44" fmla="*/ 8946542 h 9456078"/>
              <a:gd name="connsiteX45" fmla="*/ 2276564 w 13158797"/>
              <a:gd name="connsiteY45" fmla="*/ 8925199 h 9456078"/>
              <a:gd name="connsiteX46" fmla="*/ 2320154 w 13158797"/>
              <a:gd name="connsiteY46" fmla="*/ 8903443 h 9456078"/>
              <a:gd name="connsiteX47" fmla="*/ 2363538 w 13158797"/>
              <a:gd name="connsiteY47" fmla="*/ 8881275 h 9456078"/>
              <a:gd name="connsiteX48" fmla="*/ 2406711 w 13158797"/>
              <a:gd name="connsiteY48" fmla="*/ 8858697 h 9456078"/>
              <a:gd name="connsiteX49" fmla="*/ 2449672 w 13158797"/>
              <a:gd name="connsiteY49" fmla="*/ 8835710 h 9456078"/>
              <a:gd name="connsiteX50" fmla="*/ 2492417 w 13158797"/>
              <a:gd name="connsiteY50" fmla="*/ 8812316 h 9456078"/>
              <a:gd name="connsiteX51" fmla="*/ 2534943 w 13158797"/>
              <a:gd name="connsiteY51" fmla="*/ 8788516 h 9456078"/>
              <a:gd name="connsiteX52" fmla="*/ 2577247 w 13158797"/>
              <a:gd name="connsiteY52" fmla="*/ 8764311 h 9456078"/>
              <a:gd name="connsiteX53" fmla="*/ 2619326 w 13158797"/>
              <a:gd name="connsiteY53" fmla="*/ 8739704 h 9456078"/>
              <a:gd name="connsiteX54" fmla="*/ 2661177 w 13158797"/>
              <a:gd name="connsiteY54" fmla="*/ 8714695 h 9456078"/>
              <a:gd name="connsiteX55" fmla="*/ 2702797 w 13158797"/>
              <a:gd name="connsiteY55" fmla="*/ 8689286 h 9456078"/>
              <a:gd name="connsiteX56" fmla="*/ 2744183 w 13158797"/>
              <a:gd name="connsiteY56" fmla="*/ 8663479 h 9456078"/>
              <a:gd name="connsiteX57" fmla="*/ 2785333 w 13158797"/>
              <a:gd name="connsiteY57" fmla="*/ 8637274 h 9456078"/>
              <a:gd name="connsiteX58" fmla="*/ 2826242 w 13158797"/>
              <a:gd name="connsiteY58" fmla="*/ 8610675 h 9456078"/>
              <a:gd name="connsiteX59" fmla="*/ 2866908 w 13158797"/>
              <a:gd name="connsiteY59" fmla="*/ 8583681 h 9456078"/>
              <a:gd name="connsiteX60" fmla="*/ 2907329 w 13158797"/>
              <a:gd name="connsiteY60" fmla="*/ 8556295 h 9456078"/>
              <a:gd name="connsiteX61" fmla="*/ 2947500 w 13158797"/>
              <a:gd name="connsiteY61" fmla="*/ 8528517 h 9456078"/>
              <a:gd name="connsiteX62" fmla="*/ 2987419 w 13158797"/>
              <a:gd name="connsiteY62" fmla="*/ 8500351 h 9456078"/>
              <a:gd name="connsiteX63" fmla="*/ 3027083 w 13158797"/>
              <a:gd name="connsiteY63" fmla="*/ 8471796 h 9456078"/>
              <a:gd name="connsiteX64" fmla="*/ 3066489 w 13158797"/>
              <a:gd name="connsiteY64" fmla="*/ 8442854 h 9456078"/>
              <a:gd name="connsiteX65" fmla="*/ 3105634 w 13158797"/>
              <a:gd name="connsiteY65" fmla="*/ 8413528 h 9456078"/>
              <a:gd name="connsiteX66" fmla="*/ 3144515 w 13158797"/>
              <a:gd name="connsiteY66" fmla="*/ 8383818 h 9456078"/>
              <a:gd name="connsiteX67" fmla="*/ 3183129 w 13158797"/>
              <a:gd name="connsiteY67" fmla="*/ 8353726 h 9456078"/>
              <a:gd name="connsiteX68" fmla="*/ 3221473 w 13158797"/>
              <a:gd name="connsiteY68" fmla="*/ 8323253 h 9456078"/>
              <a:gd name="connsiteX69" fmla="*/ 3259544 w 13158797"/>
              <a:gd name="connsiteY69" fmla="*/ 8292401 h 9456078"/>
              <a:gd name="connsiteX70" fmla="*/ 3297339 w 13158797"/>
              <a:gd name="connsiteY70" fmla="*/ 8261172 h 9456078"/>
              <a:gd name="connsiteX71" fmla="*/ 3334854 w 13158797"/>
              <a:gd name="connsiteY71" fmla="*/ 8229566 h 9456078"/>
              <a:gd name="connsiteX72" fmla="*/ 3372087 w 13158797"/>
              <a:gd name="connsiteY72" fmla="*/ 8197585 h 9456078"/>
              <a:gd name="connsiteX73" fmla="*/ 3409035 w 13158797"/>
              <a:gd name="connsiteY73" fmla="*/ 8165232 h 9456078"/>
              <a:gd name="connsiteX74" fmla="*/ 3445695 w 13158797"/>
              <a:gd name="connsiteY74" fmla="*/ 8132507 h 9456078"/>
              <a:gd name="connsiteX75" fmla="*/ 3482064 w 13158797"/>
              <a:gd name="connsiteY75" fmla="*/ 8099411 h 9456078"/>
              <a:gd name="connsiteX76" fmla="*/ 3518139 w 13158797"/>
              <a:gd name="connsiteY76" fmla="*/ 8065947 h 9456078"/>
              <a:gd name="connsiteX77" fmla="*/ 3553916 w 13158797"/>
              <a:gd name="connsiteY77" fmla="*/ 8032115 h 9456078"/>
              <a:gd name="connsiteX78" fmla="*/ 3589393 w 13158797"/>
              <a:gd name="connsiteY78" fmla="*/ 7997918 h 9456078"/>
              <a:gd name="connsiteX79" fmla="*/ 3624567 w 13158797"/>
              <a:gd name="connsiteY79" fmla="*/ 7963356 h 9456078"/>
              <a:gd name="connsiteX80" fmla="*/ 3659435 w 13158797"/>
              <a:gd name="connsiteY80" fmla="*/ 7928432 h 9456078"/>
              <a:gd name="connsiteX81" fmla="*/ 3693994 w 13158797"/>
              <a:gd name="connsiteY81" fmla="*/ 7893146 h 9456078"/>
              <a:gd name="connsiteX82" fmla="*/ 3728240 w 13158797"/>
              <a:gd name="connsiteY82" fmla="*/ 7857501 h 9456078"/>
              <a:gd name="connsiteX83" fmla="*/ 3762171 w 13158797"/>
              <a:gd name="connsiteY83" fmla="*/ 7821497 h 9456078"/>
              <a:gd name="connsiteX84" fmla="*/ 3795783 w 13158797"/>
              <a:gd name="connsiteY84" fmla="*/ 7785136 h 9456078"/>
              <a:gd name="connsiteX85" fmla="*/ 3829075 w 13158797"/>
              <a:gd name="connsiteY85" fmla="*/ 7748420 h 9456078"/>
              <a:gd name="connsiteX86" fmla="*/ 3862042 w 13158797"/>
              <a:gd name="connsiteY86" fmla="*/ 7711350 h 9456078"/>
              <a:gd name="connsiteX87" fmla="*/ 3894682 w 13158797"/>
              <a:gd name="connsiteY87" fmla="*/ 7673928 h 9456078"/>
              <a:gd name="connsiteX88" fmla="*/ 3926991 w 13158797"/>
              <a:gd name="connsiteY88" fmla="*/ 7636155 h 9456078"/>
              <a:gd name="connsiteX89" fmla="*/ 3958967 w 13158797"/>
              <a:gd name="connsiteY89" fmla="*/ 7598032 h 9456078"/>
              <a:gd name="connsiteX90" fmla="*/ 3990607 w 13158797"/>
              <a:gd name="connsiteY90" fmla="*/ 7559561 h 9456078"/>
              <a:gd name="connsiteX91" fmla="*/ 4021907 w 13158797"/>
              <a:gd name="connsiteY91" fmla="*/ 7520744 h 9456078"/>
              <a:gd name="connsiteX92" fmla="*/ 4052865 w 13158797"/>
              <a:gd name="connsiteY92" fmla="*/ 7481582 h 9456078"/>
              <a:gd name="connsiteX93" fmla="*/ 4083478 w 13158797"/>
              <a:gd name="connsiteY93" fmla="*/ 7442077 h 9456078"/>
              <a:gd name="connsiteX94" fmla="*/ 8022311 w 13158797"/>
              <a:gd name="connsiteY94" fmla="*/ 2307814 h 9456078"/>
              <a:gd name="connsiteX95" fmla="*/ 8052902 w 13158797"/>
              <a:gd name="connsiteY95" fmla="*/ 2268285 h 9456078"/>
              <a:gd name="connsiteX96" fmla="*/ 8083796 w 13158797"/>
              <a:gd name="connsiteY96" fmla="*/ 2229056 h 9456078"/>
              <a:gd name="connsiteX97" fmla="*/ 8114989 w 13158797"/>
              <a:gd name="connsiteY97" fmla="*/ 2190127 h 9456078"/>
              <a:gd name="connsiteX98" fmla="*/ 8146479 w 13158797"/>
              <a:gd name="connsiteY98" fmla="*/ 2151500 h 9456078"/>
              <a:gd name="connsiteX99" fmla="*/ 8178264 w 13158797"/>
              <a:gd name="connsiteY99" fmla="*/ 2113176 h 9456078"/>
              <a:gd name="connsiteX100" fmla="*/ 8210341 w 13158797"/>
              <a:gd name="connsiteY100" fmla="*/ 2075157 h 9456078"/>
              <a:gd name="connsiteX101" fmla="*/ 8242709 w 13158797"/>
              <a:gd name="connsiteY101" fmla="*/ 2037442 h 9456078"/>
              <a:gd name="connsiteX102" fmla="*/ 8275365 w 13158797"/>
              <a:gd name="connsiteY102" fmla="*/ 2000034 h 9456078"/>
              <a:gd name="connsiteX103" fmla="*/ 8308307 w 13158797"/>
              <a:gd name="connsiteY103" fmla="*/ 1962934 h 9456078"/>
              <a:gd name="connsiteX104" fmla="*/ 8341532 w 13158797"/>
              <a:gd name="connsiteY104" fmla="*/ 1926142 h 9456078"/>
              <a:gd name="connsiteX105" fmla="*/ 8375038 w 13158797"/>
              <a:gd name="connsiteY105" fmla="*/ 1889660 h 9456078"/>
              <a:gd name="connsiteX106" fmla="*/ 8408823 w 13158797"/>
              <a:gd name="connsiteY106" fmla="*/ 1853489 h 9456078"/>
              <a:gd name="connsiteX107" fmla="*/ 8442885 w 13158797"/>
              <a:gd name="connsiteY107" fmla="*/ 1817630 h 9456078"/>
              <a:gd name="connsiteX108" fmla="*/ 8477221 w 13158797"/>
              <a:gd name="connsiteY108" fmla="*/ 1782084 h 9456078"/>
              <a:gd name="connsiteX109" fmla="*/ 8511829 w 13158797"/>
              <a:gd name="connsiteY109" fmla="*/ 1746853 h 9456078"/>
              <a:gd name="connsiteX110" fmla="*/ 8546706 w 13158797"/>
              <a:gd name="connsiteY110" fmla="*/ 1711937 h 9456078"/>
              <a:gd name="connsiteX111" fmla="*/ 8581851 w 13158797"/>
              <a:gd name="connsiteY111" fmla="*/ 1677337 h 9456078"/>
              <a:gd name="connsiteX112" fmla="*/ 8617261 w 13158797"/>
              <a:gd name="connsiteY112" fmla="*/ 1643056 h 9456078"/>
              <a:gd name="connsiteX113" fmla="*/ 8652934 w 13158797"/>
              <a:gd name="connsiteY113" fmla="*/ 1609093 h 9456078"/>
              <a:gd name="connsiteX114" fmla="*/ 8688867 w 13158797"/>
              <a:gd name="connsiteY114" fmla="*/ 1575450 h 9456078"/>
              <a:gd name="connsiteX115" fmla="*/ 8725058 w 13158797"/>
              <a:gd name="connsiteY115" fmla="*/ 1542128 h 9456078"/>
              <a:gd name="connsiteX116" fmla="*/ 8761506 w 13158797"/>
              <a:gd name="connsiteY116" fmla="*/ 1509129 h 9456078"/>
              <a:gd name="connsiteX117" fmla="*/ 8798207 w 13158797"/>
              <a:gd name="connsiteY117" fmla="*/ 1476452 h 9456078"/>
              <a:gd name="connsiteX118" fmla="*/ 8835159 w 13158797"/>
              <a:gd name="connsiteY118" fmla="*/ 1444101 h 9456078"/>
              <a:gd name="connsiteX119" fmla="*/ 8872360 w 13158797"/>
              <a:gd name="connsiteY119" fmla="*/ 1412075 h 9456078"/>
              <a:gd name="connsiteX120" fmla="*/ 8909808 w 13158797"/>
              <a:gd name="connsiteY120" fmla="*/ 1380375 h 9456078"/>
              <a:gd name="connsiteX121" fmla="*/ 8947501 w 13158797"/>
              <a:gd name="connsiteY121" fmla="*/ 1349004 h 9456078"/>
              <a:gd name="connsiteX122" fmla="*/ 8985435 w 13158797"/>
              <a:gd name="connsiteY122" fmla="*/ 1317962 h 9456078"/>
              <a:gd name="connsiteX123" fmla="*/ 9023610 w 13158797"/>
              <a:gd name="connsiteY123" fmla="*/ 1287250 h 9456078"/>
              <a:gd name="connsiteX124" fmla="*/ 9062022 w 13158797"/>
              <a:gd name="connsiteY124" fmla="*/ 1256869 h 9456078"/>
              <a:gd name="connsiteX125" fmla="*/ 9100669 w 13158797"/>
              <a:gd name="connsiteY125" fmla="*/ 1226820 h 9456078"/>
              <a:gd name="connsiteX126" fmla="*/ 9139549 w 13158797"/>
              <a:gd name="connsiteY126" fmla="*/ 1197105 h 9456078"/>
              <a:gd name="connsiteX127" fmla="*/ 9178660 w 13158797"/>
              <a:gd name="connsiteY127" fmla="*/ 1167725 h 9456078"/>
              <a:gd name="connsiteX128" fmla="*/ 9217999 w 13158797"/>
              <a:gd name="connsiteY128" fmla="*/ 1138681 h 9456078"/>
              <a:gd name="connsiteX129" fmla="*/ 9257564 w 13158797"/>
              <a:gd name="connsiteY129" fmla="*/ 1109974 h 9456078"/>
              <a:gd name="connsiteX130" fmla="*/ 9297353 w 13158797"/>
              <a:gd name="connsiteY130" fmla="*/ 1081604 h 9456078"/>
              <a:gd name="connsiteX131" fmla="*/ 9337364 w 13158797"/>
              <a:gd name="connsiteY131" fmla="*/ 1053574 h 9456078"/>
              <a:gd name="connsiteX132" fmla="*/ 9377594 w 13158797"/>
              <a:gd name="connsiteY132" fmla="*/ 1025884 h 9456078"/>
              <a:gd name="connsiteX133" fmla="*/ 9418040 w 13158797"/>
              <a:gd name="connsiteY133" fmla="*/ 998536 h 9456078"/>
              <a:gd name="connsiteX134" fmla="*/ 9458702 w 13158797"/>
              <a:gd name="connsiteY134" fmla="*/ 971530 h 9456078"/>
              <a:gd name="connsiteX135" fmla="*/ 9499575 w 13158797"/>
              <a:gd name="connsiteY135" fmla="*/ 944868 h 9456078"/>
              <a:gd name="connsiteX136" fmla="*/ 9540659 w 13158797"/>
              <a:gd name="connsiteY136" fmla="*/ 918551 h 9456078"/>
              <a:gd name="connsiteX137" fmla="*/ 9581950 w 13158797"/>
              <a:gd name="connsiteY137" fmla="*/ 892580 h 9456078"/>
              <a:gd name="connsiteX138" fmla="*/ 9623447 w 13158797"/>
              <a:gd name="connsiteY138" fmla="*/ 866956 h 9456078"/>
              <a:gd name="connsiteX139" fmla="*/ 9665147 w 13158797"/>
              <a:gd name="connsiteY139" fmla="*/ 841681 h 9456078"/>
              <a:gd name="connsiteX140" fmla="*/ 9707048 w 13158797"/>
              <a:gd name="connsiteY140" fmla="*/ 816754 h 9456078"/>
              <a:gd name="connsiteX141" fmla="*/ 9749147 w 13158797"/>
              <a:gd name="connsiteY141" fmla="*/ 792179 h 9456078"/>
              <a:gd name="connsiteX142" fmla="*/ 9791443 w 13158797"/>
              <a:gd name="connsiteY142" fmla="*/ 767955 h 9456078"/>
              <a:gd name="connsiteX143" fmla="*/ 9833932 w 13158797"/>
              <a:gd name="connsiteY143" fmla="*/ 744083 h 9456078"/>
              <a:gd name="connsiteX144" fmla="*/ 9876613 w 13158797"/>
              <a:gd name="connsiteY144" fmla="*/ 720566 h 9456078"/>
              <a:gd name="connsiteX145" fmla="*/ 9919484 w 13158797"/>
              <a:gd name="connsiteY145" fmla="*/ 697404 h 9456078"/>
              <a:gd name="connsiteX146" fmla="*/ 9962542 w 13158797"/>
              <a:gd name="connsiteY146" fmla="*/ 674598 h 9456078"/>
              <a:gd name="connsiteX147" fmla="*/ 10005784 w 13158797"/>
              <a:gd name="connsiteY147" fmla="*/ 652149 h 9456078"/>
              <a:gd name="connsiteX148" fmla="*/ 10049209 w 13158797"/>
              <a:gd name="connsiteY148" fmla="*/ 630059 h 9456078"/>
              <a:gd name="connsiteX149" fmla="*/ 10092814 w 13158797"/>
              <a:gd name="connsiteY149" fmla="*/ 608328 h 9456078"/>
              <a:gd name="connsiteX150" fmla="*/ 10136597 w 13158797"/>
              <a:gd name="connsiteY150" fmla="*/ 586958 h 9456078"/>
              <a:gd name="connsiteX151" fmla="*/ 10180556 w 13158797"/>
              <a:gd name="connsiteY151" fmla="*/ 565950 h 9456078"/>
              <a:gd name="connsiteX152" fmla="*/ 10224688 w 13158797"/>
              <a:gd name="connsiteY152" fmla="*/ 545304 h 9456078"/>
              <a:gd name="connsiteX153" fmla="*/ 10268991 w 13158797"/>
              <a:gd name="connsiteY153" fmla="*/ 525023 h 9456078"/>
              <a:gd name="connsiteX154" fmla="*/ 10313463 w 13158797"/>
              <a:gd name="connsiteY154" fmla="*/ 505107 h 9456078"/>
              <a:gd name="connsiteX155" fmla="*/ 10358101 w 13158797"/>
              <a:gd name="connsiteY155" fmla="*/ 485558 h 9456078"/>
              <a:gd name="connsiteX156" fmla="*/ 10402903 w 13158797"/>
              <a:gd name="connsiteY156" fmla="*/ 466376 h 9456078"/>
              <a:gd name="connsiteX157" fmla="*/ 10447868 w 13158797"/>
              <a:gd name="connsiteY157" fmla="*/ 447563 h 9456078"/>
              <a:gd name="connsiteX158" fmla="*/ 10492991 w 13158797"/>
              <a:gd name="connsiteY158" fmla="*/ 429119 h 9456078"/>
              <a:gd name="connsiteX159" fmla="*/ 10538272 w 13158797"/>
              <a:gd name="connsiteY159" fmla="*/ 411046 h 9456078"/>
              <a:gd name="connsiteX160" fmla="*/ 10583708 w 13158797"/>
              <a:gd name="connsiteY160" fmla="*/ 393346 h 9456078"/>
              <a:gd name="connsiteX161" fmla="*/ 10629297 w 13158797"/>
              <a:gd name="connsiteY161" fmla="*/ 376018 h 9456078"/>
              <a:gd name="connsiteX162" fmla="*/ 10675036 w 13158797"/>
              <a:gd name="connsiteY162" fmla="*/ 359065 h 9456078"/>
              <a:gd name="connsiteX163" fmla="*/ 10720923 w 13158797"/>
              <a:gd name="connsiteY163" fmla="*/ 342487 h 9456078"/>
              <a:gd name="connsiteX164" fmla="*/ 10766956 w 13158797"/>
              <a:gd name="connsiteY164" fmla="*/ 326286 h 9456078"/>
              <a:gd name="connsiteX165" fmla="*/ 10813132 w 13158797"/>
              <a:gd name="connsiteY165" fmla="*/ 310462 h 9456078"/>
              <a:gd name="connsiteX166" fmla="*/ 10859450 w 13158797"/>
              <a:gd name="connsiteY166" fmla="*/ 295018 h 9456078"/>
              <a:gd name="connsiteX167" fmla="*/ 10905907 w 13158797"/>
              <a:gd name="connsiteY167" fmla="*/ 279953 h 9456078"/>
              <a:gd name="connsiteX168" fmla="*/ 10952500 w 13158797"/>
              <a:gd name="connsiteY168" fmla="*/ 265269 h 9456078"/>
              <a:gd name="connsiteX169" fmla="*/ 10999227 w 13158797"/>
              <a:gd name="connsiteY169" fmla="*/ 250968 h 9456078"/>
              <a:gd name="connsiteX170" fmla="*/ 11046087 w 13158797"/>
              <a:gd name="connsiteY170" fmla="*/ 237049 h 9456078"/>
              <a:gd name="connsiteX171" fmla="*/ 11093076 w 13158797"/>
              <a:gd name="connsiteY171" fmla="*/ 223516 h 9456078"/>
              <a:gd name="connsiteX172" fmla="*/ 11140193 w 13158797"/>
              <a:gd name="connsiteY172" fmla="*/ 210368 h 9456078"/>
              <a:gd name="connsiteX173" fmla="*/ 11187434 w 13158797"/>
              <a:gd name="connsiteY173" fmla="*/ 197606 h 9456078"/>
              <a:gd name="connsiteX174" fmla="*/ 11234799 w 13158797"/>
              <a:gd name="connsiteY174" fmla="*/ 185233 h 9456078"/>
              <a:gd name="connsiteX175" fmla="*/ 11282284 w 13158797"/>
              <a:gd name="connsiteY175" fmla="*/ 173248 h 9456078"/>
              <a:gd name="connsiteX176" fmla="*/ 11329888 w 13158797"/>
              <a:gd name="connsiteY176" fmla="*/ 161654 h 9456078"/>
              <a:gd name="connsiteX177" fmla="*/ 11377607 w 13158797"/>
              <a:gd name="connsiteY177" fmla="*/ 150451 h 9456078"/>
              <a:gd name="connsiteX178" fmla="*/ 11425440 w 13158797"/>
              <a:gd name="connsiteY178" fmla="*/ 139640 h 9456078"/>
              <a:gd name="connsiteX179" fmla="*/ 11473385 w 13158797"/>
              <a:gd name="connsiteY179" fmla="*/ 129223 h 9456078"/>
              <a:gd name="connsiteX180" fmla="*/ 11521439 w 13158797"/>
              <a:gd name="connsiteY180" fmla="*/ 119201 h 9456078"/>
              <a:gd name="connsiteX181" fmla="*/ 11569599 w 13158797"/>
              <a:gd name="connsiteY181" fmla="*/ 109574 h 9456078"/>
              <a:gd name="connsiteX182" fmla="*/ 11617864 w 13158797"/>
              <a:gd name="connsiteY182" fmla="*/ 100344 h 9456078"/>
              <a:gd name="connsiteX183" fmla="*/ 11666231 w 13158797"/>
              <a:gd name="connsiteY183" fmla="*/ 91512 h 9456078"/>
              <a:gd name="connsiteX184" fmla="*/ 11714698 w 13158797"/>
              <a:gd name="connsiteY184" fmla="*/ 83080 h 9456078"/>
              <a:gd name="connsiteX185" fmla="*/ 11763263 w 13158797"/>
              <a:gd name="connsiteY185" fmla="*/ 75047 h 9456078"/>
              <a:gd name="connsiteX186" fmla="*/ 11811923 w 13158797"/>
              <a:gd name="connsiteY186" fmla="*/ 67417 h 9456078"/>
              <a:gd name="connsiteX187" fmla="*/ 11860676 w 13158797"/>
              <a:gd name="connsiteY187" fmla="*/ 60188 h 9456078"/>
              <a:gd name="connsiteX188" fmla="*/ 11909519 w 13158797"/>
              <a:gd name="connsiteY188" fmla="*/ 53364 h 9456078"/>
              <a:gd name="connsiteX189" fmla="*/ 11958451 w 13158797"/>
              <a:gd name="connsiteY189" fmla="*/ 46944 h 9456078"/>
              <a:gd name="connsiteX190" fmla="*/ 12007470 w 13158797"/>
              <a:gd name="connsiteY190" fmla="*/ 40931 h 9456078"/>
              <a:gd name="connsiteX191" fmla="*/ 12056572 w 13158797"/>
              <a:gd name="connsiteY191" fmla="*/ 35324 h 9456078"/>
              <a:gd name="connsiteX192" fmla="*/ 12105756 w 13158797"/>
              <a:gd name="connsiteY192" fmla="*/ 30126 h 9456078"/>
              <a:gd name="connsiteX193" fmla="*/ 12155019 w 13158797"/>
              <a:gd name="connsiteY193" fmla="*/ 25337 h 9456078"/>
              <a:gd name="connsiteX194" fmla="*/ 12204359 w 13158797"/>
              <a:gd name="connsiteY194" fmla="*/ 20958 h 9456078"/>
              <a:gd name="connsiteX195" fmla="*/ 12253773 w 13158797"/>
              <a:gd name="connsiteY195" fmla="*/ 16991 h 9456078"/>
              <a:gd name="connsiteX196" fmla="*/ 12303260 w 13158797"/>
              <a:gd name="connsiteY196" fmla="*/ 13437 h 9456078"/>
              <a:gd name="connsiteX197" fmla="*/ 12352818 w 13158797"/>
              <a:gd name="connsiteY197" fmla="*/ 10297 h 9456078"/>
              <a:gd name="connsiteX198" fmla="*/ 12402443 w 13158797"/>
              <a:gd name="connsiteY198" fmla="*/ 7572 h 9456078"/>
              <a:gd name="connsiteX199" fmla="*/ 12452133 w 13158797"/>
              <a:gd name="connsiteY199" fmla="*/ 5263 h 9456078"/>
              <a:gd name="connsiteX200" fmla="*/ 12501887 w 13158797"/>
              <a:gd name="connsiteY200" fmla="*/ 3371 h 9456078"/>
              <a:gd name="connsiteX201" fmla="*/ 12551701 w 13158797"/>
              <a:gd name="connsiteY201" fmla="*/ 1898 h 9456078"/>
              <a:gd name="connsiteX202" fmla="*/ 12601574 w 13158797"/>
              <a:gd name="connsiteY202" fmla="*/ 844 h 9456078"/>
              <a:gd name="connsiteX203" fmla="*/ 12651504 w 13158797"/>
              <a:gd name="connsiteY203" fmla="*/ 211 h 9456078"/>
              <a:gd name="connsiteX204" fmla="*/ 12701487 w 13158797"/>
              <a:gd name="connsiteY204" fmla="*/ 0 h 9456078"/>
              <a:gd name="connsiteX205" fmla="*/ 13158798 w 13158797"/>
              <a:gd name="connsiteY205" fmla="*/ 0 h 94560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</a:cxnLst>
            <a:rect l="l" t="t" r="r" b="b"/>
            <a:pathLst>
              <a:path w="13158797" h="9456078">
                <a:moveTo>
                  <a:pt x="0" y="9456078"/>
                </a:moveTo>
                <a:lnTo>
                  <a:pt x="49977" y="9455836"/>
                </a:lnTo>
                <a:lnTo>
                  <a:pt x="99893" y="9455111"/>
                </a:lnTo>
                <a:lnTo>
                  <a:pt x="149742" y="9453904"/>
                </a:lnTo>
                <a:lnTo>
                  <a:pt x="199524" y="9452217"/>
                </a:lnTo>
                <a:lnTo>
                  <a:pt x="298870" y="9447409"/>
                </a:lnTo>
                <a:lnTo>
                  <a:pt x="348429" y="9444290"/>
                </a:lnTo>
                <a:lnTo>
                  <a:pt x="397907" y="9440698"/>
                </a:lnTo>
                <a:lnTo>
                  <a:pt x="447302" y="9436632"/>
                </a:lnTo>
                <a:lnTo>
                  <a:pt x="496610" y="9432096"/>
                </a:lnTo>
                <a:lnTo>
                  <a:pt x="545829" y="9427089"/>
                </a:lnTo>
                <a:lnTo>
                  <a:pt x="594956" y="9421615"/>
                </a:lnTo>
                <a:lnTo>
                  <a:pt x="643987" y="9415673"/>
                </a:lnTo>
                <a:lnTo>
                  <a:pt x="692920" y="9409267"/>
                </a:lnTo>
                <a:lnTo>
                  <a:pt x="741751" y="9402396"/>
                </a:lnTo>
                <a:lnTo>
                  <a:pt x="790478" y="9395063"/>
                </a:lnTo>
                <a:lnTo>
                  <a:pt x="839098" y="9387270"/>
                </a:lnTo>
                <a:lnTo>
                  <a:pt x="887607" y="9379017"/>
                </a:lnTo>
                <a:lnTo>
                  <a:pt x="936002" y="9370306"/>
                </a:lnTo>
                <a:lnTo>
                  <a:pt x="984281" y="9361139"/>
                </a:lnTo>
                <a:lnTo>
                  <a:pt x="1032440" y="9351517"/>
                </a:lnTo>
                <a:lnTo>
                  <a:pt x="1080477" y="9341441"/>
                </a:lnTo>
                <a:lnTo>
                  <a:pt x="1176172" y="9319936"/>
                </a:lnTo>
                <a:lnTo>
                  <a:pt x="1223823" y="9308509"/>
                </a:lnTo>
                <a:lnTo>
                  <a:pt x="1271339" y="9296635"/>
                </a:lnTo>
                <a:lnTo>
                  <a:pt x="1318719" y="9284315"/>
                </a:lnTo>
                <a:lnTo>
                  <a:pt x="1365957" y="9271550"/>
                </a:lnTo>
                <a:lnTo>
                  <a:pt x="1413052" y="9258342"/>
                </a:lnTo>
                <a:lnTo>
                  <a:pt x="1460000" y="9244693"/>
                </a:lnTo>
                <a:lnTo>
                  <a:pt x="1506799" y="9230604"/>
                </a:lnTo>
                <a:lnTo>
                  <a:pt x="1553445" y="9216076"/>
                </a:lnTo>
                <a:lnTo>
                  <a:pt x="1599935" y="9201111"/>
                </a:lnTo>
                <a:lnTo>
                  <a:pt x="1646267" y="9185710"/>
                </a:lnTo>
                <a:lnTo>
                  <a:pt x="1692437" y="9169876"/>
                </a:lnTo>
                <a:lnTo>
                  <a:pt x="1738442" y="9153608"/>
                </a:lnTo>
                <a:lnTo>
                  <a:pt x="1784280" y="9136910"/>
                </a:lnTo>
                <a:lnTo>
                  <a:pt x="1829947" y="9119782"/>
                </a:lnTo>
                <a:lnTo>
                  <a:pt x="1875440" y="9102226"/>
                </a:lnTo>
                <a:lnTo>
                  <a:pt x="1920756" y="9084243"/>
                </a:lnTo>
                <a:lnTo>
                  <a:pt x="1965893" y="9065835"/>
                </a:lnTo>
                <a:lnTo>
                  <a:pt x="2055615" y="9027750"/>
                </a:lnTo>
                <a:lnTo>
                  <a:pt x="2100195" y="9008075"/>
                </a:lnTo>
                <a:lnTo>
                  <a:pt x="2144582" y="8987981"/>
                </a:lnTo>
                <a:lnTo>
                  <a:pt x="2188775" y="8967470"/>
                </a:lnTo>
                <a:lnTo>
                  <a:pt x="2232770" y="8946542"/>
                </a:lnTo>
                <a:lnTo>
                  <a:pt x="2276564" y="8925199"/>
                </a:lnTo>
                <a:lnTo>
                  <a:pt x="2320154" y="8903443"/>
                </a:lnTo>
                <a:lnTo>
                  <a:pt x="2363538" y="8881275"/>
                </a:lnTo>
                <a:lnTo>
                  <a:pt x="2406711" y="8858697"/>
                </a:lnTo>
                <a:lnTo>
                  <a:pt x="2449672" y="8835710"/>
                </a:lnTo>
                <a:lnTo>
                  <a:pt x="2492417" y="8812316"/>
                </a:lnTo>
                <a:lnTo>
                  <a:pt x="2534943" y="8788516"/>
                </a:lnTo>
                <a:lnTo>
                  <a:pt x="2577247" y="8764311"/>
                </a:lnTo>
                <a:lnTo>
                  <a:pt x="2619326" y="8739704"/>
                </a:lnTo>
                <a:lnTo>
                  <a:pt x="2661177" y="8714695"/>
                </a:lnTo>
                <a:lnTo>
                  <a:pt x="2702797" y="8689286"/>
                </a:lnTo>
                <a:lnTo>
                  <a:pt x="2744183" y="8663479"/>
                </a:lnTo>
                <a:lnTo>
                  <a:pt x="2785333" y="8637274"/>
                </a:lnTo>
                <a:lnTo>
                  <a:pt x="2826242" y="8610675"/>
                </a:lnTo>
                <a:lnTo>
                  <a:pt x="2866908" y="8583681"/>
                </a:lnTo>
                <a:lnTo>
                  <a:pt x="2907329" y="8556295"/>
                </a:lnTo>
                <a:lnTo>
                  <a:pt x="2947500" y="8528517"/>
                </a:lnTo>
                <a:lnTo>
                  <a:pt x="2987419" y="8500351"/>
                </a:lnTo>
                <a:lnTo>
                  <a:pt x="3027083" y="8471796"/>
                </a:lnTo>
                <a:lnTo>
                  <a:pt x="3066489" y="8442854"/>
                </a:lnTo>
                <a:lnTo>
                  <a:pt x="3105634" y="8413528"/>
                </a:lnTo>
                <a:lnTo>
                  <a:pt x="3144515" y="8383818"/>
                </a:lnTo>
                <a:lnTo>
                  <a:pt x="3183129" y="8353726"/>
                </a:lnTo>
                <a:lnTo>
                  <a:pt x="3221473" y="8323253"/>
                </a:lnTo>
                <a:lnTo>
                  <a:pt x="3259544" y="8292401"/>
                </a:lnTo>
                <a:lnTo>
                  <a:pt x="3297339" y="8261172"/>
                </a:lnTo>
                <a:lnTo>
                  <a:pt x="3334854" y="8229566"/>
                </a:lnTo>
                <a:lnTo>
                  <a:pt x="3372087" y="8197585"/>
                </a:lnTo>
                <a:lnTo>
                  <a:pt x="3409035" y="8165232"/>
                </a:lnTo>
                <a:lnTo>
                  <a:pt x="3445695" y="8132507"/>
                </a:lnTo>
                <a:lnTo>
                  <a:pt x="3482064" y="8099411"/>
                </a:lnTo>
                <a:lnTo>
                  <a:pt x="3518139" y="8065947"/>
                </a:lnTo>
                <a:lnTo>
                  <a:pt x="3553916" y="8032115"/>
                </a:lnTo>
                <a:lnTo>
                  <a:pt x="3589393" y="7997918"/>
                </a:lnTo>
                <a:lnTo>
                  <a:pt x="3624567" y="7963356"/>
                </a:lnTo>
                <a:lnTo>
                  <a:pt x="3659435" y="7928432"/>
                </a:lnTo>
                <a:lnTo>
                  <a:pt x="3693994" y="7893146"/>
                </a:lnTo>
                <a:lnTo>
                  <a:pt x="3728240" y="7857501"/>
                </a:lnTo>
                <a:lnTo>
                  <a:pt x="3762171" y="7821497"/>
                </a:lnTo>
                <a:lnTo>
                  <a:pt x="3795783" y="7785136"/>
                </a:lnTo>
                <a:lnTo>
                  <a:pt x="3829075" y="7748420"/>
                </a:lnTo>
                <a:lnTo>
                  <a:pt x="3862042" y="7711350"/>
                </a:lnTo>
                <a:lnTo>
                  <a:pt x="3894682" y="7673928"/>
                </a:lnTo>
                <a:lnTo>
                  <a:pt x="3926991" y="7636155"/>
                </a:lnTo>
                <a:lnTo>
                  <a:pt x="3958967" y="7598032"/>
                </a:lnTo>
                <a:lnTo>
                  <a:pt x="3990607" y="7559561"/>
                </a:lnTo>
                <a:lnTo>
                  <a:pt x="4021907" y="7520744"/>
                </a:lnTo>
                <a:lnTo>
                  <a:pt x="4052865" y="7481582"/>
                </a:lnTo>
                <a:lnTo>
                  <a:pt x="4083478" y="7442077"/>
                </a:lnTo>
                <a:lnTo>
                  <a:pt x="8022311" y="2307814"/>
                </a:lnTo>
                <a:lnTo>
                  <a:pt x="8052902" y="2268285"/>
                </a:lnTo>
                <a:lnTo>
                  <a:pt x="8083796" y="2229056"/>
                </a:lnTo>
                <a:lnTo>
                  <a:pt x="8114989" y="2190127"/>
                </a:lnTo>
                <a:lnTo>
                  <a:pt x="8146479" y="2151500"/>
                </a:lnTo>
                <a:lnTo>
                  <a:pt x="8178264" y="2113176"/>
                </a:lnTo>
                <a:lnTo>
                  <a:pt x="8210341" y="2075157"/>
                </a:lnTo>
                <a:lnTo>
                  <a:pt x="8242709" y="2037442"/>
                </a:lnTo>
                <a:lnTo>
                  <a:pt x="8275365" y="2000034"/>
                </a:lnTo>
                <a:lnTo>
                  <a:pt x="8308307" y="1962934"/>
                </a:lnTo>
                <a:lnTo>
                  <a:pt x="8341532" y="1926142"/>
                </a:lnTo>
                <a:lnTo>
                  <a:pt x="8375038" y="1889660"/>
                </a:lnTo>
                <a:lnTo>
                  <a:pt x="8408823" y="1853489"/>
                </a:lnTo>
                <a:lnTo>
                  <a:pt x="8442885" y="1817630"/>
                </a:lnTo>
                <a:lnTo>
                  <a:pt x="8477221" y="1782084"/>
                </a:lnTo>
                <a:lnTo>
                  <a:pt x="8511829" y="1746853"/>
                </a:lnTo>
                <a:lnTo>
                  <a:pt x="8546706" y="1711937"/>
                </a:lnTo>
                <a:lnTo>
                  <a:pt x="8581851" y="1677337"/>
                </a:lnTo>
                <a:lnTo>
                  <a:pt x="8617261" y="1643056"/>
                </a:lnTo>
                <a:lnTo>
                  <a:pt x="8652934" y="1609093"/>
                </a:lnTo>
                <a:lnTo>
                  <a:pt x="8688867" y="1575450"/>
                </a:lnTo>
                <a:lnTo>
                  <a:pt x="8725058" y="1542128"/>
                </a:lnTo>
                <a:lnTo>
                  <a:pt x="8761506" y="1509129"/>
                </a:lnTo>
                <a:lnTo>
                  <a:pt x="8798207" y="1476452"/>
                </a:lnTo>
                <a:lnTo>
                  <a:pt x="8835159" y="1444101"/>
                </a:lnTo>
                <a:lnTo>
                  <a:pt x="8872360" y="1412075"/>
                </a:lnTo>
                <a:lnTo>
                  <a:pt x="8909808" y="1380375"/>
                </a:lnTo>
                <a:lnTo>
                  <a:pt x="8947501" y="1349004"/>
                </a:lnTo>
                <a:lnTo>
                  <a:pt x="8985435" y="1317962"/>
                </a:lnTo>
                <a:lnTo>
                  <a:pt x="9023610" y="1287250"/>
                </a:lnTo>
                <a:lnTo>
                  <a:pt x="9062022" y="1256869"/>
                </a:lnTo>
                <a:lnTo>
                  <a:pt x="9100669" y="1226820"/>
                </a:lnTo>
                <a:lnTo>
                  <a:pt x="9139549" y="1197105"/>
                </a:lnTo>
                <a:lnTo>
                  <a:pt x="9178660" y="1167725"/>
                </a:lnTo>
                <a:lnTo>
                  <a:pt x="9217999" y="1138681"/>
                </a:lnTo>
                <a:lnTo>
                  <a:pt x="9257564" y="1109974"/>
                </a:lnTo>
                <a:lnTo>
                  <a:pt x="9297353" y="1081604"/>
                </a:lnTo>
                <a:lnTo>
                  <a:pt x="9337364" y="1053574"/>
                </a:lnTo>
                <a:lnTo>
                  <a:pt x="9377594" y="1025884"/>
                </a:lnTo>
                <a:lnTo>
                  <a:pt x="9418040" y="998536"/>
                </a:lnTo>
                <a:lnTo>
                  <a:pt x="9458702" y="971530"/>
                </a:lnTo>
                <a:lnTo>
                  <a:pt x="9499575" y="944868"/>
                </a:lnTo>
                <a:lnTo>
                  <a:pt x="9540659" y="918551"/>
                </a:lnTo>
                <a:lnTo>
                  <a:pt x="9581950" y="892580"/>
                </a:lnTo>
                <a:lnTo>
                  <a:pt x="9623447" y="866956"/>
                </a:lnTo>
                <a:lnTo>
                  <a:pt x="9665147" y="841681"/>
                </a:lnTo>
                <a:lnTo>
                  <a:pt x="9707048" y="816754"/>
                </a:lnTo>
                <a:lnTo>
                  <a:pt x="9749147" y="792179"/>
                </a:lnTo>
                <a:lnTo>
                  <a:pt x="9791443" y="767955"/>
                </a:lnTo>
                <a:lnTo>
                  <a:pt x="9833932" y="744083"/>
                </a:lnTo>
                <a:lnTo>
                  <a:pt x="9876613" y="720566"/>
                </a:lnTo>
                <a:lnTo>
                  <a:pt x="9919484" y="697404"/>
                </a:lnTo>
                <a:lnTo>
                  <a:pt x="9962542" y="674598"/>
                </a:lnTo>
                <a:lnTo>
                  <a:pt x="10005784" y="652149"/>
                </a:lnTo>
                <a:lnTo>
                  <a:pt x="10049209" y="630059"/>
                </a:lnTo>
                <a:lnTo>
                  <a:pt x="10092814" y="608328"/>
                </a:lnTo>
                <a:lnTo>
                  <a:pt x="10136597" y="586958"/>
                </a:lnTo>
                <a:lnTo>
                  <a:pt x="10180556" y="565950"/>
                </a:lnTo>
                <a:lnTo>
                  <a:pt x="10224688" y="545304"/>
                </a:lnTo>
                <a:lnTo>
                  <a:pt x="10268991" y="525023"/>
                </a:lnTo>
                <a:lnTo>
                  <a:pt x="10313463" y="505107"/>
                </a:lnTo>
                <a:lnTo>
                  <a:pt x="10358101" y="485558"/>
                </a:lnTo>
                <a:lnTo>
                  <a:pt x="10402903" y="466376"/>
                </a:lnTo>
                <a:lnTo>
                  <a:pt x="10447868" y="447563"/>
                </a:lnTo>
                <a:lnTo>
                  <a:pt x="10492991" y="429119"/>
                </a:lnTo>
                <a:lnTo>
                  <a:pt x="10538272" y="411046"/>
                </a:lnTo>
                <a:lnTo>
                  <a:pt x="10583708" y="393346"/>
                </a:lnTo>
                <a:lnTo>
                  <a:pt x="10629297" y="376018"/>
                </a:lnTo>
                <a:lnTo>
                  <a:pt x="10675036" y="359065"/>
                </a:lnTo>
                <a:lnTo>
                  <a:pt x="10720923" y="342487"/>
                </a:lnTo>
                <a:lnTo>
                  <a:pt x="10766956" y="326286"/>
                </a:lnTo>
                <a:lnTo>
                  <a:pt x="10813132" y="310462"/>
                </a:lnTo>
                <a:lnTo>
                  <a:pt x="10859450" y="295018"/>
                </a:lnTo>
                <a:lnTo>
                  <a:pt x="10905907" y="279953"/>
                </a:lnTo>
                <a:lnTo>
                  <a:pt x="10952500" y="265269"/>
                </a:lnTo>
                <a:lnTo>
                  <a:pt x="10999227" y="250968"/>
                </a:lnTo>
                <a:lnTo>
                  <a:pt x="11046087" y="237049"/>
                </a:lnTo>
                <a:lnTo>
                  <a:pt x="11093076" y="223516"/>
                </a:lnTo>
                <a:lnTo>
                  <a:pt x="11140193" y="210368"/>
                </a:lnTo>
                <a:lnTo>
                  <a:pt x="11187434" y="197606"/>
                </a:lnTo>
                <a:lnTo>
                  <a:pt x="11234799" y="185233"/>
                </a:lnTo>
                <a:lnTo>
                  <a:pt x="11282284" y="173248"/>
                </a:lnTo>
                <a:lnTo>
                  <a:pt x="11329888" y="161654"/>
                </a:lnTo>
                <a:lnTo>
                  <a:pt x="11377607" y="150451"/>
                </a:lnTo>
                <a:lnTo>
                  <a:pt x="11425440" y="139640"/>
                </a:lnTo>
                <a:lnTo>
                  <a:pt x="11473385" y="129223"/>
                </a:lnTo>
                <a:lnTo>
                  <a:pt x="11521439" y="119201"/>
                </a:lnTo>
                <a:lnTo>
                  <a:pt x="11569599" y="109574"/>
                </a:lnTo>
                <a:lnTo>
                  <a:pt x="11617864" y="100344"/>
                </a:lnTo>
                <a:lnTo>
                  <a:pt x="11666231" y="91512"/>
                </a:lnTo>
                <a:lnTo>
                  <a:pt x="11714698" y="83080"/>
                </a:lnTo>
                <a:lnTo>
                  <a:pt x="11763263" y="75047"/>
                </a:lnTo>
                <a:lnTo>
                  <a:pt x="11811923" y="67417"/>
                </a:lnTo>
                <a:lnTo>
                  <a:pt x="11860676" y="60188"/>
                </a:lnTo>
                <a:lnTo>
                  <a:pt x="11909519" y="53364"/>
                </a:lnTo>
                <a:lnTo>
                  <a:pt x="11958451" y="46944"/>
                </a:lnTo>
                <a:lnTo>
                  <a:pt x="12007470" y="40931"/>
                </a:lnTo>
                <a:lnTo>
                  <a:pt x="12056572" y="35324"/>
                </a:lnTo>
                <a:lnTo>
                  <a:pt x="12105756" y="30126"/>
                </a:lnTo>
                <a:lnTo>
                  <a:pt x="12155019" y="25337"/>
                </a:lnTo>
                <a:lnTo>
                  <a:pt x="12204359" y="20958"/>
                </a:lnTo>
                <a:lnTo>
                  <a:pt x="12253773" y="16991"/>
                </a:lnTo>
                <a:lnTo>
                  <a:pt x="12303260" y="13437"/>
                </a:lnTo>
                <a:lnTo>
                  <a:pt x="12352818" y="10297"/>
                </a:lnTo>
                <a:lnTo>
                  <a:pt x="12402443" y="7572"/>
                </a:lnTo>
                <a:lnTo>
                  <a:pt x="12452133" y="5263"/>
                </a:lnTo>
                <a:lnTo>
                  <a:pt x="12501887" y="3371"/>
                </a:lnTo>
                <a:lnTo>
                  <a:pt x="12551701" y="1898"/>
                </a:lnTo>
                <a:lnTo>
                  <a:pt x="12601574" y="844"/>
                </a:lnTo>
                <a:lnTo>
                  <a:pt x="12651504" y="211"/>
                </a:lnTo>
                <a:lnTo>
                  <a:pt x="12701487" y="0"/>
                </a:lnTo>
                <a:lnTo>
                  <a:pt x="13158798" y="0"/>
                </a:lnTo>
              </a:path>
            </a:pathLst>
          </a:custGeom>
          <a:ln w="19050">
            <a:gradFill>
              <a:gsLst>
                <a:gs pos="15000">
                  <a:schemeClr val="tx2"/>
                </a:gs>
                <a:gs pos="0">
                  <a:schemeClr val="bg1">
                    <a:alpha val="0"/>
                  </a:schemeClr>
                </a:gs>
              </a:gsLst>
              <a:lin ang="5400000" scaled="0"/>
            </a:gradFill>
          </a:ln>
        </p:spPr>
        <p:txBody>
          <a:bodyPr wrap="square" lIns="0" tIns="0" rIns="0" bIns="0" rtlCol="0"/>
          <a:lstStyle/>
          <a:p>
            <a:pPr marL="0" marR="0" lvl="0" indent="0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6F5D9E45-CD14-A20E-A4B7-7B03E55383DE}"/>
              </a:ext>
            </a:extLst>
          </p:cNvPr>
          <p:cNvCxnSpPr>
            <a:cxnSpLocks/>
          </p:cNvCxnSpPr>
          <p:nvPr/>
        </p:nvCxnSpPr>
        <p:spPr>
          <a:xfrm flipH="1">
            <a:off x="334962" y="6678798"/>
            <a:ext cx="10980001" cy="0"/>
          </a:xfrm>
          <a:prstGeom prst="line">
            <a:avLst/>
          </a:prstGeom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42480311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65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2_Título | Box superior - Branco 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509521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tx1">
                    <a:lumMod val="85000"/>
                    <a:lumOff val="15000"/>
                  </a:schemeClr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tx1">
                    <a:lumMod val="85000"/>
                    <a:lumOff val="15000"/>
                  </a:schemeClr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0" name="Retângulo 5">
            <a:extLst>
              <a:ext uri="{FF2B5EF4-FFF2-40B4-BE49-F238E27FC236}">
                <a16:creationId xmlns:a16="http://schemas.microsoft.com/office/drawing/2014/main" id="{7D36360D-ABDB-2B93-AA05-C90BA9D483DB}"/>
              </a:ext>
            </a:extLst>
          </p:cNvPr>
          <p:cNvSpPr/>
          <p:nvPr/>
        </p:nvSpPr>
        <p:spPr>
          <a:xfrm>
            <a:off x="0" y="807794"/>
            <a:ext cx="11857038" cy="2091184"/>
          </a:xfrm>
          <a:prstGeom prst="round1Rect">
            <a:avLst>
              <a:gd name="adj" fmla="val 50000"/>
            </a:avLst>
          </a:prstGeom>
          <a:gradFill>
            <a:gsLst>
              <a:gs pos="0">
                <a:schemeClr val="tx1"/>
              </a:gs>
              <a:gs pos="23000">
                <a:schemeClr val="tx1"/>
              </a:gs>
              <a:gs pos="55000">
                <a:srgbClr val="161B21"/>
              </a:gs>
            </a:gsLst>
            <a:lin ang="8400000" scaled="0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sz="1092">
              <a:latin typeface="Versos" panose="020B0503020204030204" pitchFamily="34" charset="0"/>
            </a:endParaRP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683428" y="1045525"/>
            <a:ext cx="5421301" cy="156104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12" name="Conector Reto 6">
            <a:extLst>
              <a:ext uri="{FF2B5EF4-FFF2-40B4-BE49-F238E27FC236}">
                <a16:creationId xmlns:a16="http://schemas.microsoft.com/office/drawing/2014/main" id="{93D24C85-FAB3-23B7-3282-C0255DE4BF50}"/>
              </a:ext>
            </a:extLst>
          </p:cNvPr>
          <p:cNvCxnSpPr/>
          <p:nvPr/>
        </p:nvCxnSpPr>
        <p:spPr>
          <a:xfrm>
            <a:off x="583096" y="1364974"/>
            <a:ext cx="0" cy="1562116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Conector Reto 7">
            <a:extLst>
              <a:ext uri="{FF2B5EF4-FFF2-40B4-BE49-F238E27FC236}">
                <a16:creationId xmlns:a16="http://schemas.microsoft.com/office/drawing/2014/main" id="{A040BC7F-4356-241E-DE98-A14572A424F9}"/>
              </a:ext>
            </a:extLst>
          </p:cNvPr>
          <p:cNvCxnSpPr>
            <a:cxnSpLocks/>
          </p:cNvCxnSpPr>
          <p:nvPr/>
        </p:nvCxnSpPr>
        <p:spPr>
          <a:xfrm>
            <a:off x="6336683" y="1364974"/>
            <a:ext cx="0" cy="1562116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3D29ABC6-2275-8D02-5D8F-6C312831087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437015" y="1045525"/>
            <a:ext cx="5420023" cy="158838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7" name="Text Placeholder 8">
            <a:extLst>
              <a:ext uri="{FF2B5EF4-FFF2-40B4-BE49-F238E27FC236}">
                <a16:creationId xmlns:a16="http://schemas.microsoft.com/office/drawing/2014/main" id="{D0831873-076C-11EE-AA1E-02508B9C5655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686448" y="3021652"/>
            <a:ext cx="5296913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:a16="http://schemas.microsoft.com/office/drawing/2014/main" id="{89936DB2-1144-3AFC-1BBA-E1BDEB5020C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435706" y="3021652"/>
            <a:ext cx="5421332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Picture 8">
            <a:extLst>
              <a:ext uri="{FF2B5EF4-FFF2-40B4-BE49-F238E27FC236}">
                <a16:creationId xmlns:a16="http://schemas.microsoft.com/office/drawing/2014/main" id="{20669646-0E31-B58E-25E0-8DB70B50D5BD}"/>
              </a:ext>
            </a:extLst>
          </p:cNvPr>
          <p:cNvSpPr/>
          <p:nvPr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tx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/>
          </a:p>
        </p:txBody>
      </p:sp>
      <p:cxnSp>
        <p:nvCxnSpPr>
          <p:cNvPr id="2" name="Straight Connector 1">
            <a:extLst>
              <a:ext uri="{FF2B5EF4-FFF2-40B4-BE49-F238E27FC236}">
                <a16:creationId xmlns:a16="http://schemas.microsoft.com/office/drawing/2014/main" id="{404BD73C-8E0E-436E-C0F7-D9B20EDD3A87}"/>
              </a:ext>
            </a:extLst>
          </p:cNvPr>
          <p:cNvCxnSpPr>
            <a:cxnSpLocks/>
          </p:cNvCxnSpPr>
          <p:nvPr/>
        </p:nvCxnSpPr>
        <p:spPr>
          <a:xfrm>
            <a:off x="1" y="169333"/>
            <a:ext cx="12229571" cy="0"/>
          </a:xfrm>
          <a:prstGeom prst="line">
            <a:avLst/>
          </a:prstGeom>
          <a:ln w="190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5C8223C8-B19C-406A-0E1A-412B531D226A}"/>
              </a:ext>
            </a:extLst>
          </p:cNvPr>
          <p:cNvCxnSpPr>
            <a:cxnSpLocks/>
          </p:cNvCxnSpPr>
          <p:nvPr/>
        </p:nvCxnSpPr>
        <p:spPr>
          <a:xfrm flipH="1">
            <a:off x="334962" y="6678798"/>
            <a:ext cx="10980001" cy="0"/>
          </a:xfrm>
          <a:prstGeom prst="line">
            <a:avLst/>
          </a:prstGeom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2633984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66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2_Título | Box lateral - Branco 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tângulo 1">
            <a:extLst>
              <a:ext uri="{FF2B5EF4-FFF2-40B4-BE49-F238E27FC236}">
                <a16:creationId xmlns:a16="http://schemas.microsoft.com/office/drawing/2014/main" id="{0B0E7351-5252-E626-42EB-CDCE7C083C49}"/>
              </a:ext>
            </a:extLst>
          </p:cNvPr>
          <p:cNvSpPr/>
          <p:nvPr/>
        </p:nvSpPr>
        <p:spPr>
          <a:xfrm>
            <a:off x="0" y="1"/>
            <a:ext cx="5420020" cy="6858000"/>
          </a:xfrm>
          <a:prstGeom prst="rect">
            <a:avLst/>
          </a:prstGeom>
          <a:gradFill>
            <a:gsLst>
              <a:gs pos="0">
                <a:schemeClr val="tx1"/>
              </a:gs>
              <a:gs pos="23000">
                <a:schemeClr val="tx1"/>
              </a:gs>
              <a:gs pos="55000">
                <a:srgbClr val="161B21"/>
              </a:gs>
            </a:gsLst>
            <a:lin ang="8400000" scaled="0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sz="1092"/>
          </a:p>
        </p:txBody>
      </p:sp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509521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5085057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47027" y="1751285"/>
            <a:ext cx="4369353" cy="156104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3D29ABC6-2275-8D02-5D8F-6C312831087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333166" y="3849328"/>
            <a:ext cx="4383213" cy="158838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:a16="http://schemas.microsoft.com/office/drawing/2014/main" id="{89936DB2-1144-3AFC-1BBA-E1BDEB5020C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5767047" y="1484313"/>
            <a:ext cx="6077927" cy="445872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2" name="Conector Reto 2">
            <a:extLst>
              <a:ext uri="{FF2B5EF4-FFF2-40B4-BE49-F238E27FC236}">
                <a16:creationId xmlns:a16="http://schemas.microsoft.com/office/drawing/2014/main" id="{D24BE17E-F6B3-8EAE-EC30-BB9C725FC11E}"/>
              </a:ext>
            </a:extLst>
          </p:cNvPr>
          <p:cNvCxnSpPr>
            <a:cxnSpLocks/>
          </p:cNvCxnSpPr>
          <p:nvPr/>
        </p:nvCxnSpPr>
        <p:spPr>
          <a:xfrm flipH="1">
            <a:off x="1" y="1482784"/>
            <a:ext cx="1457739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Conector Reto 7">
            <a:extLst>
              <a:ext uri="{FF2B5EF4-FFF2-40B4-BE49-F238E27FC236}">
                <a16:creationId xmlns:a16="http://schemas.microsoft.com/office/drawing/2014/main" id="{0D6EA7A2-501E-AE25-217B-771E1489503C}"/>
              </a:ext>
            </a:extLst>
          </p:cNvPr>
          <p:cNvCxnSpPr>
            <a:cxnSpLocks/>
          </p:cNvCxnSpPr>
          <p:nvPr/>
        </p:nvCxnSpPr>
        <p:spPr>
          <a:xfrm flipH="1">
            <a:off x="1" y="3580828"/>
            <a:ext cx="1457739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Picture 8">
            <a:extLst>
              <a:ext uri="{FF2B5EF4-FFF2-40B4-BE49-F238E27FC236}">
                <a16:creationId xmlns:a16="http://schemas.microsoft.com/office/drawing/2014/main" id="{17E4CCC7-1929-43B7-5053-E4687D9CD03C}"/>
              </a:ext>
            </a:extLst>
          </p:cNvPr>
          <p:cNvSpPr/>
          <p:nvPr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tx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/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AA4C09E7-58F7-D1C0-7F9D-8BDE6540D76F}"/>
              </a:ext>
            </a:extLst>
          </p:cNvPr>
          <p:cNvCxnSpPr>
            <a:cxnSpLocks/>
          </p:cNvCxnSpPr>
          <p:nvPr/>
        </p:nvCxnSpPr>
        <p:spPr>
          <a:xfrm>
            <a:off x="5529943" y="169333"/>
            <a:ext cx="6699628" cy="0"/>
          </a:xfrm>
          <a:prstGeom prst="line">
            <a:avLst/>
          </a:prstGeom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object 4">
            <a:extLst>
              <a:ext uri="{FF2B5EF4-FFF2-40B4-BE49-F238E27FC236}">
                <a16:creationId xmlns:a16="http://schemas.microsoft.com/office/drawing/2014/main" id="{3326D04B-5317-36B2-D8FC-7DA9E201E8D9}"/>
              </a:ext>
            </a:extLst>
          </p:cNvPr>
          <p:cNvSpPr/>
          <p:nvPr/>
        </p:nvSpPr>
        <p:spPr>
          <a:xfrm rot="10247908" flipH="1">
            <a:off x="4106509" y="-4146683"/>
            <a:ext cx="8001039" cy="5749648"/>
          </a:xfrm>
          <a:custGeom>
            <a:avLst/>
            <a:gdLst>
              <a:gd name="connsiteX0" fmla="*/ 0 w 13940157"/>
              <a:gd name="connsiteY0" fmla="*/ 9200719 h 9456078"/>
              <a:gd name="connsiteX1" fmla="*/ 781360 w 13940157"/>
              <a:gd name="connsiteY1" fmla="*/ 9456078 h 9456078"/>
              <a:gd name="connsiteX2" fmla="*/ 831337 w 13940157"/>
              <a:gd name="connsiteY2" fmla="*/ 9455836 h 9456078"/>
              <a:gd name="connsiteX3" fmla="*/ 881253 w 13940157"/>
              <a:gd name="connsiteY3" fmla="*/ 9455111 h 9456078"/>
              <a:gd name="connsiteX4" fmla="*/ 931102 w 13940157"/>
              <a:gd name="connsiteY4" fmla="*/ 9453904 h 9456078"/>
              <a:gd name="connsiteX5" fmla="*/ 980884 w 13940157"/>
              <a:gd name="connsiteY5" fmla="*/ 9452217 h 9456078"/>
              <a:gd name="connsiteX6" fmla="*/ 1030594 w 13940157"/>
              <a:gd name="connsiteY6" fmla="*/ 9450052 h 9456078"/>
              <a:gd name="connsiteX7" fmla="*/ 1080230 w 13940157"/>
              <a:gd name="connsiteY7" fmla="*/ 9447409 h 9456078"/>
              <a:gd name="connsiteX8" fmla="*/ 1129789 w 13940157"/>
              <a:gd name="connsiteY8" fmla="*/ 9444290 h 9456078"/>
              <a:gd name="connsiteX9" fmla="*/ 1179267 w 13940157"/>
              <a:gd name="connsiteY9" fmla="*/ 9440698 h 9456078"/>
              <a:gd name="connsiteX10" fmla="*/ 1228662 w 13940157"/>
              <a:gd name="connsiteY10" fmla="*/ 9436632 h 9456078"/>
              <a:gd name="connsiteX11" fmla="*/ 1277970 w 13940157"/>
              <a:gd name="connsiteY11" fmla="*/ 9432096 h 9456078"/>
              <a:gd name="connsiteX12" fmla="*/ 1327189 w 13940157"/>
              <a:gd name="connsiteY12" fmla="*/ 9427089 h 9456078"/>
              <a:gd name="connsiteX13" fmla="*/ 1376316 w 13940157"/>
              <a:gd name="connsiteY13" fmla="*/ 9421615 h 9456078"/>
              <a:gd name="connsiteX14" fmla="*/ 1425347 w 13940157"/>
              <a:gd name="connsiteY14" fmla="*/ 9415673 h 9456078"/>
              <a:gd name="connsiteX15" fmla="*/ 1474280 w 13940157"/>
              <a:gd name="connsiteY15" fmla="*/ 9409267 h 9456078"/>
              <a:gd name="connsiteX16" fmla="*/ 1523111 w 13940157"/>
              <a:gd name="connsiteY16" fmla="*/ 9402396 h 9456078"/>
              <a:gd name="connsiteX17" fmla="*/ 1571838 w 13940157"/>
              <a:gd name="connsiteY17" fmla="*/ 9395063 h 9456078"/>
              <a:gd name="connsiteX18" fmla="*/ 1620458 w 13940157"/>
              <a:gd name="connsiteY18" fmla="*/ 9387270 h 9456078"/>
              <a:gd name="connsiteX19" fmla="*/ 1668967 w 13940157"/>
              <a:gd name="connsiteY19" fmla="*/ 9379017 h 9456078"/>
              <a:gd name="connsiteX20" fmla="*/ 1717362 w 13940157"/>
              <a:gd name="connsiteY20" fmla="*/ 9370306 h 9456078"/>
              <a:gd name="connsiteX21" fmla="*/ 1765641 w 13940157"/>
              <a:gd name="connsiteY21" fmla="*/ 9361139 h 9456078"/>
              <a:gd name="connsiteX22" fmla="*/ 1813800 w 13940157"/>
              <a:gd name="connsiteY22" fmla="*/ 9351517 h 9456078"/>
              <a:gd name="connsiteX23" fmla="*/ 1861837 w 13940157"/>
              <a:gd name="connsiteY23" fmla="*/ 9341441 h 9456078"/>
              <a:gd name="connsiteX24" fmla="*/ 1909749 w 13940157"/>
              <a:gd name="connsiteY24" fmla="*/ 9330914 h 9456078"/>
              <a:gd name="connsiteX25" fmla="*/ 1957532 w 13940157"/>
              <a:gd name="connsiteY25" fmla="*/ 9319936 h 9456078"/>
              <a:gd name="connsiteX26" fmla="*/ 2005183 w 13940157"/>
              <a:gd name="connsiteY26" fmla="*/ 9308509 h 9456078"/>
              <a:gd name="connsiteX27" fmla="*/ 2052699 w 13940157"/>
              <a:gd name="connsiteY27" fmla="*/ 9296635 h 9456078"/>
              <a:gd name="connsiteX28" fmla="*/ 2100079 w 13940157"/>
              <a:gd name="connsiteY28" fmla="*/ 9284315 h 9456078"/>
              <a:gd name="connsiteX29" fmla="*/ 2147317 w 13940157"/>
              <a:gd name="connsiteY29" fmla="*/ 9271550 h 9456078"/>
              <a:gd name="connsiteX30" fmla="*/ 2194412 w 13940157"/>
              <a:gd name="connsiteY30" fmla="*/ 9258342 h 9456078"/>
              <a:gd name="connsiteX31" fmla="*/ 2241360 w 13940157"/>
              <a:gd name="connsiteY31" fmla="*/ 9244693 h 9456078"/>
              <a:gd name="connsiteX32" fmla="*/ 2288159 w 13940157"/>
              <a:gd name="connsiteY32" fmla="*/ 9230604 h 9456078"/>
              <a:gd name="connsiteX33" fmla="*/ 2334805 w 13940157"/>
              <a:gd name="connsiteY33" fmla="*/ 9216076 h 9456078"/>
              <a:gd name="connsiteX34" fmla="*/ 2381295 w 13940157"/>
              <a:gd name="connsiteY34" fmla="*/ 9201111 h 9456078"/>
              <a:gd name="connsiteX35" fmla="*/ 2427627 w 13940157"/>
              <a:gd name="connsiteY35" fmla="*/ 9185710 h 9456078"/>
              <a:gd name="connsiteX36" fmla="*/ 2473797 w 13940157"/>
              <a:gd name="connsiteY36" fmla="*/ 9169876 h 9456078"/>
              <a:gd name="connsiteX37" fmla="*/ 2519802 w 13940157"/>
              <a:gd name="connsiteY37" fmla="*/ 9153608 h 9456078"/>
              <a:gd name="connsiteX38" fmla="*/ 2565640 w 13940157"/>
              <a:gd name="connsiteY38" fmla="*/ 9136910 h 9456078"/>
              <a:gd name="connsiteX39" fmla="*/ 2611307 w 13940157"/>
              <a:gd name="connsiteY39" fmla="*/ 9119782 h 9456078"/>
              <a:gd name="connsiteX40" fmla="*/ 2656800 w 13940157"/>
              <a:gd name="connsiteY40" fmla="*/ 9102226 h 9456078"/>
              <a:gd name="connsiteX41" fmla="*/ 2702116 w 13940157"/>
              <a:gd name="connsiteY41" fmla="*/ 9084243 h 9456078"/>
              <a:gd name="connsiteX42" fmla="*/ 2747253 w 13940157"/>
              <a:gd name="connsiteY42" fmla="*/ 9065835 h 9456078"/>
              <a:gd name="connsiteX43" fmla="*/ 2792207 w 13940157"/>
              <a:gd name="connsiteY43" fmla="*/ 9047004 h 9456078"/>
              <a:gd name="connsiteX44" fmla="*/ 2836975 w 13940157"/>
              <a:gd name="connsiteY44" fmla="*/ 9027750 h 9456078"/>
              <a:gd name="connsiteX45" fmla="*/ 2881555 w 13940157"/>
              <a:gd name="connsiteY45" fmla="*/ 9008075 h 9456078"/>
              <a:gd name="connsiteX46" fmla="*/ 2925942 w 13940157"/>
              <a:gd name="connsiteY46" fmla="*/ 8987981 h 9456078"/>
              <a:gd name="connsiteX47" fmla="*/ 2970135 w 13940157"/>
              <a:gd name="connsiteY47" fmla="*/ 8967470 h 9456078"/>
              <a:gd name="connsiteX48" fmla="*/ 3014130 w 13940157"/>
              <a:gd name="connsiteY48" fmla="*/ 8946542 h 9456078"/>
              <a:gd name="connsiteX49" fmla="*/ 3057924 w 13940157"/>
              <a:gd name="connsiteY49" fmla="*/ 8925199 h 9456078"/>
              <a:gd name="connsiteX50" fmla="*/ 3101514 w 13940157"/>
              <a:gd name="connsiteY50" fmla="*/ 8903443 h 9456078"/>
              <a:gd name="connsiteX51" fmla="*/ 3144898 w 13940157"/>
              <a:gd name="connsiteY51" fmla="*/ 8881275 h 9456078"/>
              <a:gd name="connsiteX52" fmla="*/ 3188071 w 13940157"/>
              <a:gd name="connsiteY52" fmla="*/ 8858697 h 9456078"/>
              <a:gd name="connsiteX53" fmla="*/ 3231032 w 13940157"/>
              <a:gd name="connsiteY53" fmla="*/ 8835710 h 9456078"/>
              <a:gd name="connsiteX54" fmla="*/ 3273777 w 13940157"/>
              <a:gd name="connsiteY54" fmla="*/ 8812316 h 9456078"/>
              <a:gd name="connsiteX55" fmla="*/ 3316303 w 13940157"/>
              <a:gd name="connsiteY55" fmla="*/ 8788516 h 9456078"/>
              <a:gd name="connsiteX56" fmla="*/ 3358607 w 13940157"/>
              <a:gd name="connsiteY56" fmla="*/ 8764311 h 9456078"/>
              <a:gd name="connsiteX57" fmla="*/ 3400686 w 13940157"/>
              <a:gd name="connsiteY57" fmla="*/ 8739704 h 9456078"/>
              <a:gd name="connsiteX58" fmla="*/ 3442537 w 13940157"/>
              <a:gd name="connsiteY58" fmla="*/ 8714695 h 9456078"/>
              <a:gd name="connsiteX59" fmla="*/ 3484157 w 13940157"/>
              <a:gd name="connsiteY59" fmla="*/ 8689286 h 9456078"/>
              <a:gd name="connsiteX60" fmla="*/ 3525543 w 13940157"/>
              <a:gd name="connsiteY60" fmla="*/ 8663479 h 9456078"/>
              <a:gd name="connsiteX61" fmla="*/ 3566693 w 13940157"/>
              <a:gd name="connsiteY61" fmla="*/ 8637274 h 9456078"/>
              <a:gd name="connsiteX62" fmla="*/ 3607602 w 13940157"/>
              <a:gd name="connsiteY62" fmla="*/ 8610675 h 9456078"/>
              <a:gd name="connsiteX63" fmla="*/ 3648268 w 13940157"/>
              <a:gd name="connsiteY63" fmla="*/ 8583681 h 9456078"/>
              <a:gd name="connsiteX64" fmla="*/ 3688689 w 13940157"/>
              <a:gd name="connsiteY64" fmla="*/ 8556295 h 9456078"/>
              <a:gd name="connsiteX65" fmla="*/ 3728860 w 13940157"/>
              <a:gd name="connsiteY65" fmla="*/ 8528517 h 9456078"/>
              <a:gd name="connsiteX66" fmla="*/ 3768779 w 13940157"/>
              <a:gd name="connsiteY66" fmla="*/ 8500351 h 9456078"/>
              <a:gd name="connsiteX67" fmla="*/ 3808443 w 13940157"/>
              <a:gd name="connsiteY67" fmla="*/ 8471796 h 9456078"/>
              <a:gd name="connsiteX68" fmla="*/ 3847849 w 13940157"/>
              <a:gd name="connsiteY68" fmla="*/ 8442854 h 9456078"/>
              <a:gd name="connsiteX69" fmla="*/ 3886994 w 13940157"/>
              <a:gd name="connsiteY69" fmla="*/ 8413528 h 9456078"/>
              <a:gd name="connsiteX70" fmla="*/ 3925875 w 13940157"/>
              <a:gd name="connsiteY70" fmla="*/ 8383818 h 9456078"/>
              <a:gd name="connsiteX71" fmla="*/ 3964489 w 13940157"/>
              <a:gd name="connsiteY71" fmla="*/ 8353726 h 9456078"/>
              <a:gd name="connsiteX72" fmla="*/ 4002833 w 13940157"/>
              <a:gd name="connsiteY72" fmla="*/ 8323253 h 9456078"/>
              <a:gd name="connsiteX73" fmla="*/ 4040904 w 13940157"/>
              <a:gd name="connsiteY73" fmla="*/ 8292401 h 9456078"/>
              <a:gd name="connsiteX74" fmla="*/ 4078699 w 13940157"/>
              <a:gd name="connsiteY74" fmla="*/ 8261172 h 9456078"/>
              <a:gd name="connsiteX75" fmla="*/ 4116214 w 13940157"/>
              <a:gd name="connsiteY75" fmla="*/ 8229566 h 9456078"/>
              <a:gd name="connsiteX76" fmla="*/ 4153447 w 13940157"/>
              <a:gd name="connsiteY76" fmla="*/ 8197585 h 9456078"/>
              <a:gd name="connsiteX77" fmla="*/ 4190395 w 13940157"/>
              <a:gd name="connsiteY77" fmla="*/ 8165232 h 9456078"/>
              <a:gd name="connsiteX78" fmla="*/ 4227055 w 13940157"/>
              <a:gd name="connsiteY78" fmla="*/ 8132507 h 9456078"/>
              <a:gd name="connsiteX79" fmla="*/ 4263424 w 13940157"/>
              <a:gd name="connsiteY79" fmla="*/ 8099411 h 9456078"/>
              <a:gd name="connsiteX80" fmla="*/ 4299499 w 13940157"/>
              <a:gd name="connsiteY80" fmla="*/ 8065947 h 9456078"/>
              <a:gd name="connsiteX81" fmla="*/ 4335276 w 13940157"/>
              <a:gd name="connsiteY81" fmla="*/ 8032115 h 9456078"/>
              <a:gd name="connsiteX82" fmla="*/ 4370753 w 13940157"/>
              <a:gd name="connsiteY82" fmla="*/ 7997918 h 9456078"/>
              <a:gd name="connsiteX83" fmla="*/ 4405927 w 13940157"/>
              <a:gd name="connsiteY83" fmla="*/ 7963356 h 9456078"/>
              <a:gd name="connsiteX84" fmla="*/ 4440795 w 13940157"/>
              <a:gd name="connsiteY84" fmla="*/ 7928432 h 9456078"/>
              <a:gd name="connsiteX85" fmla="*/ 4475354 w 13940157"/>
              <a:gd name="connsiteY85" fmla="*/ 7893146 h 9456078"/>
              <a:gd name="connsiteX86" fmla="*/ 4509600 w 13940157"/>
              <a:gd name="connsiteY86" fmla="*/ 7857501 h 9456078"/>
              <a:gd name="connsiteX87" fmla="*/ 4543531 w 13940157"/>
              <a:gd name="connsiteY87" fmla="*/ 7821497 h 9456078"/>
              <a:gd name="connsiteX88" fmla="*/ 4577143 w 13940157"/>
              <a:gd name="connsiteY88" fmla="*/ 7785136 h 9456078"/>
              <a:gd name="connsiteX89" fmla="*/ 4610435 w 13940157"/>
              <a:gd name="connsiteY89" fmla="*/ 7748420 h 9456078"/>
              <a:gd name="connsiteX90" fmla="*/ 4643402 w 13940157"/>
              <a:gd name="connsiteY90" fmla="*/ 7711350 h 9456078"/>
              <a:gd name="connsiteX91" fmla="*/ 4676042 w 13940157"/>
              <a:gd name="connsiteY91" fmla="*/ 7673928 h 9456078"/>
              <a:gd name="connsiteX92" fmla="*/ 4708351 w 13940157"/>
              <a:gd name="connsiteY92" fmla="*/ 7636155 h 9456078"/>
              <a:gd name="connsiteX93" fmla="*/ 4740327 w 13940157"/>
              <a:gd name="connsiteY93" fmla="*/ 7598032 h 9456078"/>
              <a:gd name="connsiteX94" fmla="*/ 4771967 w 13940157"/>
              <a:gd name="connsiteY94" fmla="*/ 7559561 h 9456078"/>
              <a:gd name="connsiteX95" fmla="*/ 4803267 w 13940157"/>
              <a:gd name="connsiteY95" fmla="*/ 7520744 h 9456078"/>
              <a:gd name="connsiteX96" fmla="*/ 4834225 w 13940157"/>
              <a:gd name="connsiteY96" fmla="*/ 7481582 h 9456078"/>
              <a:gd name="connsiteX97" fmla="*/ 4864838 w 13940157"/>
              <a:gd name="connsiteY97" fmla="*/ 7442077 h 9456078"/>
              <a:gd name="connsiteX98" fmla="*/ 8803671 w 13940157"/>
              <a:gd name="connsiteY98" fmla="*/ 2307814 h 9456078"/>
              <a:gd name="connsiteX99" fmla="*/ 8834262 w 13940157"/>
              <a:gd name="connsiteY99" fmla="*/ 2268285 h 9456078"/>
              <a:gd name="connsiteX100" fmla="*/ 8865156 w 13940157"/>
              <a:gd name="connsiteY100" fmla="*/ 2229056 h 9456078"/>
              <a:gd name="connsiteX101" fmla="*/ 8896349 w 13940157"/>
              <a:gd name="connsiteY101" fmla="*/ 2190127 h 9456078"/>
              <a:gd name="connsiteX102" fmla="*/ 8927839 w 13940157"/>
              <a:gd name="connsiteY102" fmla="*/ 2151500 h 9456078"/>
              <a:gd name="connsiteX103" fmla="*/ 8959624 w 13940157"/>
              <a:gd name="connsiteY103" fmla="*/ 2113176 h 9456078"/>
              <a:gd name="connsiteX104" fmla="*/ 8991701 w 13940157"/>
              <a:gd name="connsiteY104" fmla="*/ 2075157 h 9456078"/>
              <a:gd name="connsiteX105" fmla="*/ 9024069 w 13940157"/>
              <a:gd name="connsiteY105" fmla="*/ 2037442 h 9456078"/>
              <a:gd name="connsiteX106" fmla="*/ 9056725 w 13940157"/>
              <a:gd name="connsiteY106" fmla="*/ 2000034 h 9456078"/>
              <a:gd name="connsiteX107" fmla="*/ 9089667 w 13940157"/>
              <a:gd name="connsiteY107" fmla="*/ 1962934 h 9456078"/>
              <a:gd name="connsiteX108" fmla="*/ 9122892 w 13940157"/>
              <a:gd name="connsiteY108" fmla="*/ 1926142 h 9456078"/>
              <a:gd name="connsiteX109" fmla="*/ 9156398 w 13940157"/>
              <a:gd name="connsiteY109" fmla="*/ 1889660 h 9456078"/>
              <a:gd name="connsiteX110" fmla="*/ 9190183 w 13940157"/>
              <a:gd name="connsiteY110" fmla="*/ 1853489 h 9456078"/>
              <a:gd name="connsiteX111" fmla="*/ 9224245 w 13940157"/>
              <a:gd name="connsiteY111" fmla="*/ 1817630 h 9456078"/>
              <a:gd name="connsiteX112" fmla="*/ 9258581 w 13940157"/>
              <a:gd name="connsiteY112" fmla="*/ 1782084 h 9456078"/>
              <a:gd name="connsiteX113" fmla="*/ 9293189 w 13940157"/>
              <a:gd name="connsiteY113" fmla="*/ 1746853 h 9456078"/>
              <a:gd name="connsiteX114" fmla="*/ 9328066 w 13940157"/>
              <a:gd name="connsiteY114" fmla="*/ 1711937 h 9456078"/>
              <a:gd name="connsiteX115" fmla="*/ 9363211 w 13940157"/>
              <a:gd name="connsiteY115" fmla="*/ 1677337 h 9456078"/>
              <a:gd name="connsiteX116" fmla="*/ 9398621 w 13940157"/>
              <a:gd name="connsiteY116" fmla="*/ 1643056 h 9456078"/>
              <a:gd name="connsiteX117" fmla="*/ 9434294 w 13940157"/>
              <a:gd name="connsiteY117" fmla="*/ 1609093 h 9456078"/>
              <a:gd name="connsiteX118" fmla="*/ 9470227 w 13940157"/>
              <a:gd name="connsiteY118" fmla="*/ 1575450 h 9456078"/>
              <a:gd name="connsiteX119" fmla="*/ 9506418 w 13940157"/>
              <a:gd name="connsiteY119" fmla="*/ 1542128 h 9456078"/>
              <a:gd name="connsiteX120" fmla="*/ 9542866 w 13940157"/>
              <a:gd name="connsiteY120" fmla="*/ 1509129 h 9456078"/>
              <a:gd name="connsiteX121" fmla="*/ 9579567 w 13940157"/>
              <a:gd name="connsiteY121" fmla="*/ 1476452 h 9456078"/>
              <a:gd name="connsiteX122" fmla="*/ 9616519 w 13940157"/>
              <a:gd name="connsiteY122" fmla="*/ 1444101 h 9456078"/>
              <a:gd name="connsiteX123" fmla="*/ 9653720 w 13940157"/>
              <a:gd name="connsiteY123" fmla="*/ 1412075 h 9456078"/>
              <a:gd name="connsiteX124" fmla="*/ 9691168 w 13940157"/>
              <a:gd name="connsiteY124" fmla="*/ 1380375 h 9456078"/>
              <a:gd name="connsiteX125" fmla="*/ 9728861 w 13940157"/>
              <a:gd name="connsiteY125" fmla="*/ 1349004 h 9456078"/>
              <a:gd name="connsiteX126" fmla="*/ 9766795 w 13940157"/>
              <a:gd name="connsiteY126" fmla="*/ 1317962 h 9456078"/>
              <a:gd name="connsiteX127" fmla="*/ 9804970 w 13940157"/>
              <a:gd name="connsiteY127" fmla="*/ 1287250 h 9456078"/>
              <a:gd name="connsiteX128" fmla="*/ 9843382 w 13940157"/>
              <a:gd name="connsiteY128" fmla="*/ 1256869 h 9456078"/>
              <a:gd name="connsiteX129" fmla="*/ 9882029 w 13940157"/>
              <a:gd name="connsiteY129" fmla="*/ 1226820 h 9456078"/>
              <a:gd name="connsiteX130" fmla="*/ 9920909 w 13940157"/>
              <a:gd name="connsiteY130" fmla="*/ 1197105 h 9456078"/>
              <a:gd name="connsiteX131" fmla="*/ 9960020 w 13940157"/>
              <a:gd name="connsiteY131" fmla="*/ 1167725 h 9456078"/>
              <a:gd name="connsiteX132" fmla="*/ 9999359 w 13940157"/>
              <a:gd name="connsiteY132" fmla="*/ 1138681 h 9456078"/>
              <a:gd name="connsiteX133" fmla="*/ 10038924 w 13940157"/>
              <a:gd name="connsiteY133" fmla="*/ 1109974 h 9456078"/>
              <a:gd name="connsiteX134" fmla="*/ 10078713 w 13940157"/>
              <a:gd name="connsiteY134" fmla="*/ 1081604 h 9456078"/>
              <a:gd name="connsiteX135" fmla="*/ 10118724 w 13940157"/>
              <a:gd name="connsiteY135" fmla="*/ 1053574 h 9456078"/>
              <a:gd name="connsiteX136" fmla="*/ 10158954 w 13940157"/>
              <a:gd name="connsiteY136" fmla="*/ 1025884 h 9456078"/>
              <a:gd name="connsiteX137" fmla="*/ 10199400 w 13940157"/>
              <a:gd name="connsiteY137" fmla="*/ 998536 h 9456078"/>
              <a:gd name="connsiteX138" fmla="*/ 10240062 w 13940157"/>
              <a:gd name="connsiteY138" fmla="*/ 971530 h 9456078"/>
              <a:gd name="connsiteX139" fmla="*/ 10280935 w 13940157"/>
              <a:gd name="connsiteY139" fmla="*/ 944868 h 9456078"/>
              <a:gd name="connsiteX140" fmla="*/ 10322019 w 13940157"/>
              <a:gd name="connsiteY140" fmla="*/ 918551 h 9456078"/>
              <a:gd name="connsiteX141" fmla="*/ 10363310 w 13940157"/>
              <a:gd name="connsiteY141" fmla="*/ 892580 h 9456078"/>
              <a:gd name="connsiteX142" fmla="*/ 10404807 w 13940157"/>
              <a:gd name="connsiteY142" fmla="*/ 866956 h 9456078"/>
              <a:gd name="connsiteX143" fmla="*/ 10446507 w 13940157"/>
              <a:gd name="connsiteY143" fmla="*/ 841681 h 9456078"/>
              <a:gd name="connsiteX144" fmla="*/ 10488408 w 13940157"/>
              <a:gd name="connsiteY144" fmla="*/ 816754 h 9456078"/>
              <a:gd name="connsiteX145" fmla="*/ 10530507 w 13940157"/>
              <a:gd name="connsiteY145" fmla="*/ 792179 h 9456078"/>
              <a:gd name="connsiteX146" fmla="*/ 10572803 w 13940157"/>
              <a:gd name="connsiteY146" fmla="*/ 767955 h 9456078"/>
              <a:gd name="connsiteX147" fmla="*/ 10615292 w 13940157"/>
              <a:gd name="connsiteY147" fmla="*/ 744083 h 9456078"/>
              <a:gd name="connsiteX148" fmla="*/ 10657973 w 13940157"/>
              <a:gd name="connsiteY148" fmla="*/ 720566 h 9456078"/>
              <a:gd name="connsiteX149" fmla="*/ 10700844 w 13940157"/>
              <a:gd name="connsiteY149" fmla="*/ 697404 h 9456078"/>
              <a:gd name="connsiteX150" fmla="*/ 10743902 w 13940157"/>
              <a:gd name="connsiteY150" fmla="*/ 674598 h 9456078"/>
              <a:gd name="connsiteX151" fmla="*/ 10787144 w 13940157"/>
              <a:gd name="connsiteY151" fmla="*/ 652149 h 9456078"/>
              <a:gd name="connsiteX152" fmla="*/ 10830569 w 13940157"/>
              <a:gd name="connsiteY152" fmla="*/ 630059 h 9456078"/>
              <a:gd name="connsiteX153" fmla="*/ 10874174 w 13940157"/>
              <a:gd name="connsiteY153" fmla="*/ 608328 h 9456078"/>
              <a:gd name="connsiteX154" fmla="*/ 10917957 w 13940157"/>
              <a:gd name="connsiteY154" fmla="*/ 586958 h 9456078"/>
              <a:gd name="connsiteX155" fmla="*/ 10961916 w 13940157"/>
              <a:gd name="connsiteY155" fmla="*/ 565950 h 9456078"/>
              <a:gd name="connsiteX156" fmla="*/ 11006048 w 13940157"/>
              <a:gd name="connsiteY156" fmla="*/ 545304 h 9456078"/>
              <a:gd name="connsiteX157" fmla="*/ 11050351 w 13940157"/>
              <a:gd name="connsiteY157" fmla="*/ 525023 h 9456078"/>
              <a:gd name="connsiteX158" fmla="*/ 11094823 w 13940157"/>
              <a:gd name="connsiteY158" fmla="*/ 505107 h 9456078"/>
              <a:gd name="connsiteX159" fmla="*/ 11139461 w 13940157"/>
              <a:gd name="connsiteY159" fmla="*/ 485558 h 9456078"/>
              <a:gd name="connsiteX160" fmla="*/ 11184263 w 13940157"/>
              <a:gd name="connsiteY160" fmla="*/ 466376 h 9456078"/>
              <a:gd name="connsiteX161" fmla="*/ 11229228 w 13940157"/>
              <a:gd name="connsiteY161" fmla="*/ 447563 h 9456078"/>
              <a:gd name="connsiteX162" fmla="*/ 11274351 w 13940157"/>
              <a:gd name="connsiteY162" fmla="*/ 429119 h 9456078"/>
              <a:gd name="connsiteX163" fmla="*/ 11319632 w 13940157"/>
              <a:gd name="connsiteY163" fmla="*/ 411046 h 9456078"/>
              <a:gd name="connsiteX164" fmla="*/ 11365068 w 13940157"/>
              <a:gd name="connsiteY164" fmla="*/ 393346 h 9456078"/>
              <a:gd name="connsiteX165" fmla="*/ 11410657 w 13940157"/>
              <a:gd name="connsiteY165" fmla="*/ 376018 h 9456078"/>
              <a:gd name="connsiteX166" fmla="*/ 11456396 w 13940157"/>
              <a:gd name="connsiteY166" fmla="*/ 359065 h 9456078"/>
              <a:gd name="connsiteX167" fmla="*/ 11502283 w 13940157"/>
              <a:gd name="connsiteY167" fmla="*/ 342487 h 9456078"/>
              <a:gd name="connsiteX168" fmla="*/ 11548316 w 13940157"/>
              <a:gd name="connsiteY168" fmla="*/ 326286 h 9456078"/>
              <a:gd name="connsiteX169" fmla="*/ 11594492 w 13940157"/>
              <a:gd name="connsiteY169" fmla="*/ 310462 h 9456078"/>
              <a:gd name="connsiteX170" fmla="*/ 11640810 w 13940157"/>
              <a:gd name="connsiteY170" fmla="*/ 295018 h 9456078"/>
              <a:gd name="connsiteX171" fmla="*/ 11687267 w 13940157"/>
              <a:gd name="connsiteY171" fmla="*/ 279953 h 9456078"/>
              <a:gd name="connsiteX172" fmla="*/ 11733860 w 13940157"/>
              <a:gd name="connsiteY172" fmla="*/ 265269 h 9456078"/>
              <a:gd name="connsiteX173" fmla="*/ 11780587 w 13940157"/>
              <a:gd name="connsiteY173" fmla="*/ 250968 h 9456078"/>
              <a:gd name="connsiteX174" fmla="*/ 11827447 w 13940157"/>
              <a:gd name="connsiteY174" fmla="*/ 237049 h 9456078"/>
              <a:gd name="connsiteX175" fmla="*/ 11874436 w 13940157"/>
              <a:gd name="connsiteY175" fmla="*/ 223516 h 9456078"/>
              <a:gd name="connsiteX176" fmla="*/ 11921553 w 13940157"/>
              <a:gd name="connsiteY176" fmla="*/ 210368 h 9456078"/>
              <a:gd name="connsiteX177" fmla="*/ 11968794 w 13940157"/>
              <a:gd name="connsiteY177" fmla="*/ 197606 h 9456078"/>
              <a:gd name="connsiteX178" fmla="*/ 12016159 w 13940157"/>
              <a:gd name="connsiteY178" fmla="*/ 185233 h 9456078"/>
              <a:gd name="connsiteX179" fmla="*/ 12063644 w 13940157"/>
              <a:gd name="connsiteY179" fmla="*/ 173248 h 9456078"/>
              <a:gd name="connsiteX180" fmla="*/ 12111248 w 13940157"/>
              <a:gd name="connsiteY180" fmla="*/ 161654 h 9456078"/>
              <a:gd name="connsiteX181" fmla="*/ 12158967 w 13940157"/>
              <a:gd name="connsiteY181" fmla="*/ 150451 h 9456078"/>
              <a:gd name="connsiteX182" fmla="*/ 12206800 w 13940157"/>
              <a:gd name="connsiteY182" fmla="*/ 139640 h 9456078"/>
              <a:gd name="connsiteX183" fmla="*/ 12254745 w 13940157"/>
              <a:gd name="connsiteY183" fmla="*/ 129223 h 9456078"/>
              <a:gd name="connsiteX184" fmla="*/ 12302799 w 13940157"/>
              <a:gd name="connsiteY184" fmla="*/ 119201 h 9456078"/>
              <a:gd name="connsiteX185" fmla="*/ 12350959 w 13940157"/>
              <a:gd name="connsiteY185" fmla="*/ 109574 h 9456078"/>
              <a:gd name="connsiteX186" fmla="*/ 12399224 w 13940157"/>
              <a:gd name="connsiteY186" fmla="*/ 100344 h 9456078"/>
              <a:gd name="connsiteX187" fmla="*/ 12447591 w 13940157"/>
              <a:gd name="connsiteY187" fmla="*/ 91512 h 9456078"/>
              <a:gd name="connsiteX188" fmla="*/ 12496058 w 13940157"/>
              <a:gd name="connsiteY188" fmla="*/ 83080 h 9456078"/>
              <a:gd name="connsiteX189" fmla="*/ 12544623 w 13940157"/>
              <a:gd name="connsiteY189" fmla="*/ 75047 h 9456078"/>
              <a:gd name="connsiteX190" fmla="*/ 12593283 w 13940157"/>
              <a:gd name="connsiteY190" fmla="*/ 67417 h 9456078"/>
              <a:gd name="connsiteX191" fmla="*/ 12642036 w 13940157"/>
              <a:gd name="connsiteY191" fmla="*/ 60188 h 9456078"/>
              <a:gd name="connsiteX192" fmla="*/ 12690879 w 13940157"/>
              <a:gd name="connsiteY192" fmla="*/ 53364 h 9456078"/>
              <a:gd name="connsiteX193" fmla="*/ 12739811 w 13940157"/>
              <a:gd name="connsiteY193" fmla="*/ 46944 h 9456078"/>
              <a:gd name="connsiteX194" fmla="*/ 12788830 w 13940157"/>
              <a:gd name="connsiteY194" fmla="*/ 40931 h 9456078"/>
              <a:gd name="connsiteX195" fmla="*/ 12837932 w 13940157"/>
              <a:gd name="connsiteY195" fmla="*/ 35324 h 9456078"/>
              <a:gd name="connsiteX196" fmla="*/ 12887116 w 13940157"/>
              <a:gd name="connsiteY196" fmla="*/ 30126 h 9456078"/>
              <a:gd name="connsiteX197" fmla="*/ 12936379 w 13940157"/>
              <a:gd name="connsiteY197" fmla="*/ 25337 h 9456078"/>
              <a:gd name="connsiteX198" fmla="*/ 12985719 w 13940157"/>
              <a:gd name="connsiteY198" fmla="*/ 20958 h 9456078"/>
              <a:gd name="connsiteX199" fmla="*/ 13035133 w 13940157"/>
              <a:gd name="connsiteY199" fmla="*/ 16991 h 9456078"/>
              <a:gd name="connsiteX200" fmla="*/ 13084620 w 13940157"/>
              <a:gd name="connsiteY200" fmla="*/ 13437 h 9456078"/>
              <a:gd name="connsiteX201" fmla="*/ 13134178 w 13940157"/>
              <a:gd name="connsiteY201" fmla="*/ 10297 h 9456078"/>
              <a:gd name="connsiteX202" fmla="*/ 13183803 w 13940157"/>
              <a:gd name="connsiteY202" fmla="*/ 7572 h 9456078"/>
              <a:gd name="connsiteX203" fmla="*/ 13233493 w 13940157"/>
              <a:gd name="connsiteY203" fmla="*/ 5263 h 9456078"/>
              <a:gd name="connsiteX204" fmla="*/ 13283247 w 13940157"/>
              <a:gd name="connsiteY204" fmla="*/ 3371 h 9456078"/>
              <a:gd name="connsiteX205" fmla="*/ 13333061 w 13940157"/>
              <a:gd name="connsiteY205" fmla="*/ 1898 h 9456078"/>
              <a:gd name="connsiteX206" fmla="*/ 13382934 w 13940157"/>
              <a:gd name="connsiteY206" fmla="*/ 844 h 9456078"/>
              <a:gd name="connsiteX207" fmla="*/ 13432864 w 13940157"/>
              <a:gd name="connsiteY207" fmla="*/ 211 h 9456078"/>
              <a:gd name="connsiteX208" fmla="*/ 13482847 w 13940157"/>
              <a:gd name="connsiteY208" fmla="*/ 0 h 9456078"/>
              <a:gd name="connsiteX209" fmla="*/ 13940158 w 13940157"/>
              <a:gd name="connsiteY209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49234 w 13158799"/>
              <a:gd name="connsiteY5" fmla="*/ 9450052 h 9456078"/>
              <a:gd name="connsiteX6" fmla="*/ 298870 w 13158799"/>
              <a:gd name="connsiteY6" fmla="*/ 9447409 h 9456078"/>
              <a:gd name="connsiteX7" fmla="*/ 348429 w 13158799"/>
              <a:gd name="connsiteY7" fmla="*/ 9444290 h 9456078"/>
              <a:gd name="connsiteX8" fmla="*/ 397907 w 13158799"/>
              <a:gd name="connsiteY8" fmla="*/ 9440698 h 9456078"/>
              <a:gd name="connsiteX9" fmla="*/ 447302 w 13158799"/>
              <a:gd name="connsiteY9" fmla="*/ 9436632 h 9456078"/>
              <a:gd name="connsiteX10" fmla="*/ 496610 w 13158799"/>
              <a:gd name="connsiteY10" fmla="*/ 9432096 h 9456078"/>
              <a:gd name="connsiteX11" fmla="*/ 545829 w 13158799"/>
              <a:gd name="connsiteY11" fmla="*/ 9427089 h 9456078"/>
              <a:gd name="connsiteX12" fmla="*/ 594956 w 13158799"/>
              <a:gd name="connsiteY12" fmla="*/ 9421615 h 9456078"/>
              <a:gd name="connsiteX13" fmla="*/ 643987 w 13158799"/>
              <a:gd name="connsiteY13" fmla="*/ 9415673 h 9456078"/>
              <a:gd name="connsiteX14" fmla="*/ 692920 w 13158799"/>
              <a:gd name="connsiteY14" fmla="*/ 9409267 h 9456078"/>
              <a:gd name="connsiteX15" fmla="*/ 741751 w 13158799"/>
              <a:gd name="connsiteY15" fmla="*/ 9402396 h 9456078"/>
              <a:gd name="connsiteX16" fmla="*/ 790478 w 13158799"/>
              <a:gd name="connsiteY16" fmla="*/ 9395063 h 9456078"/>
              <a:gd name="connsiteX17" fmla="*/ 839098 w 13158799"/>
              <a:gd name="connsiteY17" fmla="*/ 9387270 h 9456078"/>
              <a:gd name="connsiteX18" fmla="*/ 887607 w 13158799"/>
              <a:gd name="connsiteY18" fmla="*/ 9379017 h 9456078"/>
              <a:gd name="connsiteX19" fmla="*/ 936002 w 13158799"/>
              <a:gd name="connsiteY19" fmla="*/ 9370306 h 9456078"/>
              <a:gd name="connsiteX20" fmla="*/ 984281 w 13158799"/>
              <a:gd name="connsiteY20" fmla="*/ 9361139 h 9456078"/>
              <a:gd name="connsiteX21" fmla="*/ 1032440 w 13158799"/>
              <a:gd name="connsiteY21" fmla="*/ 9351517 h 9456078"/>
              <a:gd name="connsiteX22" fmla="*/ 1080477 w 13158799"/>
              <a:gd name="connsiteY22" fmla="*/ 9341441 h 9456078"/>
              <a:gd name="connsiteX23" fmla="*/ 1128389 w 13158799"/>
              <a:gd name="connsiteY23" fmla="*/ 9330914 h 9456078"/>
              <a:gd name="connsiteX24" fmla="*/ 1176172 w 13158799"/>
              <a:gd name="connsiteY24" fmla="*/ 9319936 h 9456078"/>
              <a:gd name="connsiteX25" fmla="*/ 1223823 w 13158799"/>
              <a:gd name="connsiteY25" fmla="*/ 9308509 h 9456078"/>
              <a:gd name="connsiteX26" fmla="*/ 1271339 w 13158799"/>
              <a:gd name="connsiteY26" fmla="*/ 9296635 h 9456078"/>
              <a:gd name="connsiteX27" fmla="*/ 1318719 w 13158799"/>
              <a:gd name="connsiteY27" fmla="*/ 9284315 h 9456078"/>
              <a:gd name="connsiteX28" fmla="*/ 1365957 w 13158799"/>
              <a:gd name="connsiteY28" fmla="*/ 9271550 h 9456078"/>
              <a:gd name="connsiteX29" fmla="*/ 1413052 w 13158799"/>
              <a:gd name="connsiteY29" fmla="*/ 9258342 h 9456078"/>
              <a:gd name="connsiteX30" fmla="*/ 1460000 w 13158799"/>
              <a:gd name="connsiteY30" fmla="*/ 9244693 h 9456078"/>
              <a:gd name="connsiteX31" fmla="*/ 1506799 w 13158799"/>
              <a:gd name="connsiteY31" fmla="*/ 9230604 h 9456078"/>
              <a:gd name="connsiteX32" fmla="*/ 1553445 w 13158799"/>
              <a:gd name="connsiteY32" fmla="*/ 9216076 h 9456078"/>
              <a:gd name="connsiteX33" fmla="*/ 1599935 w 13158799"/>
              <a:gd name="connsiteY33" fmla="*/ 9201111 h 9456078"/>
              <a:gd name="connsiteX34" fmla="*/ 1646267 w 13158799"/>
              <a:gd name="connsiteY34" fmla="*/ 9185710 h 9456078"/>
              <a:gd name="connsiteX35" fmla="*/ 1692437 w 13158799"/>
              <a:gd name="connsiteY35" fmla="*/ 9169876 h 9456078"/>
              <a:gd name="connsiteX36" fmla="*/ 1738442 w 13158799"/>
              <a:gd name="connsiteY36" fmla="*/ 9153608 h 9456078"/>
              <a:gd name="connsiteX37" fmla="*/ 1784280 w 13158799"/>
              <a:gd name="connsiteY37" fmla="*/ 9136910 h 9456078"/>
              <a:gd name="connsiteX38" fmla="*/ 1829947 w 13158799"/>
              <a:gd name="connsiteY38" fmla="*/ 9119782 h 9456078"/>
              <a:gd name="connsiteX39" fmla="*/ 1875440 w 13158799"/>
              <a:gd name="connsiteY39" fmla="*/ 9102226 h 9456078"/>
              <a:gd name="connsiteX40" fmla="*/ 1920756 w 13158799"/>
              <a:gd name="connsiteY40" fmla="*/ 9084243 h 9456078"/>
              <a:gd name="connsiteX41" fmla="*/ 1965893 w 13158799"/>
              <a:gd name="connsiteY41" fmla="*/ 9065835 h 9456078"/>
              <a:gd name="connsiteX42" fmla="*/ 2010847 w 13158799"/>
              <a:gd name="connsiteY42" fmla="*/ 9047004 h 9456078"/>
              <a:gd name="connsiteX43" fmla="*/ 2055615 w 13158799"/>
              <a:gd name="connsiteY43" fmla="*/ 9027750 h 9456078"/>
              <a:gd name="connsiteX44" fmla="*/ 2100195 w 13158799"/>
              <a:gd name="connsiteY44" fmla="*/ 9008075 h 9456078"/>
              <a:gd name="connsiteX45" fmla="*/ 2144582 w 13158799"/>
              <a:gd name="connsiteY45" fmla="*/ 8987981 h 9456078"/>
              <a:gd name="connsiteX46" fmla="*/ 2188775 w 13158799"/>
              <a:gd name="connsiteY46" fmla="*/ 8967470 h 9456078"/>
              <a:gd name="connsiteX47" fmla="*/ 2232770 w 13158799"/>
              <a:gd name="connsiteY47" fmla="*/ 8946542 h 9456078"/>
              <a:gd name="connsiteX48" fmla="*/ 2276564 w 13158799"/>
              <a:gd name="connsiteY48" fmla="*/ 8925199 h 9456078"/>
              <a:gd name="connsiteX49" fmla="*/ 2320154 w 13158799"/>
              <a:gd name="connsiteY49" fmla="*/ 8903443 h 9456078"/>
              <a:gd name="connsiteX50" fmla="*/ 2363538 w 13158799"/>
              <a:gd name="connsiteY50" fmla="*/ 8881275 h 9456078"/>
              <a:gd name="connsiteX51" fmla="*/ 2406711 w 13158799"/>
              <a:gd name="connsiteY51" fmla="*/ 8858697 h 9456078"/>
              <a:gd name="connsiteX52" fmla="*/ 2449672 w 13158799"/>
              <a:gd name="connsiteY52" fmla="*/ 8835710 h 9456078"/>
              <a:gd name="connsiteX53" fmla="*/ 2492417 w 13158799"/>
              <a:gd name="connsiteY53" fmla="*/ 8812316 h 9456078"/>
              <a:gd name="connsiteX54" fmla="*/ 2534943 w 13158799"/>
              <a:gd name="connsiteY54" fmla="*/ 8788516 h 9456078"/>
              <a:gd name="connsiteX55" fmla="*/ 2577247 w 13158799"/>
              <a:gd name="connsiteY55" fmla="*/ 8764311 h 9456078"/>
              <a:gd name="connsiteX56" fmla="*/ 2619326 w 13158799"/>
              <a:gd name="connsiteY56" fmla="*/ 8739704 h 9456078"/>
              <a:gd name="connsiteX57" fmla="*/ 2661177 w 13158799"/>
              <a:gd name="connsiteY57" fmla="*/ 8714695 h 9456078"/>
              <a:gd name="connsiteX58" fmla="*/ 2702797 w 13158799"/>
              <a:gd name="connsiteY58" fmla="*/ 8689286 h 9456078"/>
              <a:gd name="connsiteX59" fmla="*/ 2744183 w 13158799"/>
              <a:gd name="connsiteY59" fmla="*/ 8663479 h 9456078"/>
              <a:gd name="connsiteX60" fmla="*/ 2785333 w 13158799"/>
              <a:gd name="connsiteY60" fmla="*/ 8637274 h 9456078"/>
              <a:gd name="connsiteX61" fmla="*/ 2826242 w 13158799"/>
              <a:gd name="connsiteY61" fmla="*/ 8610675 h 9456078"/>
              <a:gd name="connsiteX62" fmla="*/ 2866908 w 13158799"/>
              <a:gd name="connsiteY62" fmla="*/ 8583681 h 9456078"/>
              <a:gd name="connsiteX63" fmla="*/ 2907329 w 13158799"/>
              <a:gd name="connsiteY63" fmla="*/ 8556295 h 9456078"/>
              <a:gd name="connsiteX64" fmla="*/ 2947500 w 13158799"/>
              <a:gd name="connsiteY64" fmla="*/ 8528517 h 9456078"/>
              <a:gd name="connsiteX65" fmla="*/ 2987419 w 13158799"/>
              <a:gd name="connsiteY65" fmla="*/ 8500351 h 9456078"/>
              <a:gd name="connsiteX66" fmla="*/ 3027083 w 13158799"/>
              <a:gd name="connsiteY66" fmla="*/ 8471796 h 9456078"/>
              <a:gd name="connsiteX67" fmla="*/ 3066489 w 13158799"/>
              <a:gd name="connsiteY67" fmla="*/ 8442854 h 9456078"/>
              <a:gd name="connsiteX68" fmla="*/ 3105634 w 13158799"/>
              <a:gd name="connsiteY68" fmla="*/ 8413528 h 9456078"/>
              <a:gd name="connsiteX69" fmla="*/ 3144515 w 13158799"/>
              <a:gd name="connsiteY69" fmla="*/ 8383818 h 9456078"/>
              <a:gd name="connsiteX70" fmla="*/ 3183129 w 13158799"/>
              <a:gd name="connsiteY70" fmla="*/ 8353726 h 9456078"/>
              <a:gd name="connsiteX71" fmla="*/ 3221473 w 13158799"/>
              <a:gd name="connsiteY71" fmla="*/ 8323253 h 9456078"/>
              <a:gd name="connsiteX72" fmla="*/ 3259544 w 13158799"/>
              <a:gd name="connsiteY72" fmla="*/ 8292401 h 9456078"/>
              <a:gd name="connsiteX73" fmla="*/ 3297339 w 13158799"/>
              <a:gd name="connsiteY73" fmla="*/ 8261172 h 9456078"/>
              <a:gd name="connsiteX74" fmla="*/ 3334854 w 13158799"/>
              <a:gd name="connsiteY74" fmla="*/ 8229566 h 9456078"/>
              <a:gd name="connsiteX75" fmla="*/ 3372087 w 13158799"/>
              <a:gd name="connsiteY75" fmla="*/ 8197585 h 9456078"/>
              <a:gd name="connsiteX76" fmla="*/ 3409035 w 13158799"/>
              <a:gd name="connsiteY76" fmla="*/ 8165232 h 9456078"/>
              <a:gd name="connsiteX77" fmla="*/ 3445695 w 13158799"/>
              <a:gd name="connsiteY77" fmla="*/ 8132507 h 9456078"/>
              <a:gd name="connsiteX78" fmla="*/ 3482064 w 13158799"/>
              <a:gd name="connsiteY78" fmla="*/ 8099411 h 9456078"/>
              <a:gd name="connsiteX79" fmla="*/ 3518139 w 13158799"/>
              <a:gd name="connsiteY79" fmla="*/ 8065947 h 9456078"/>
              <a:gd name="connsiteX80" fmla="*/ 3553916 w 13158799"/>
              <a:gd name="connsiteY80" fmla="*/ 8032115 h 9456078"/>
              <a:gd name="connsiteX81" fmla="*/ 3589393 w 13158799"/>
              <a:gd name="connsiteY81" fmla="*/ 7997918 h 9456078"/>
              <a:gd name="connsiteX82" fmla="*/ 3624567 w 13158799"/>
              <a:gd name="connsiteY82" fmla="*/ 7963356 h 9456078"/>
              <a:gd name="connsiteX83" fmla="*/ 3659435 w 13158799"/>
              <a:gd name="connsiteY83" fmla="*/ 7928432 h 9456078"/>
              <a:gd name="connsiteX84" fmla="*/ 3693994 w 13158799"/>
              <a:gd name="connsiteY84" fmla="*/ 7893146 h 9456078"/>
              <a:gd name="connsiteX85" fmla="*/ 3728240 w 13158799"/>
              <a:gd name="connsiteY85" fmla="*/ 7857501 h 9456078"/>
              <a:gd name="connsiteX86" fmla="*/ 3762171 w 13158799"/>
              <a:gd name="connsiteY86" fmla="*/ 7821497 h 9456078"/>
              <a:gd name="connsiteX87" fmla="*/ 3795783 w 13158799"/>
              <a:gd name="connsiteY87" fmla="*/ 7785136 h 9456078"/>
              <a:gd name="connsiteX88" fmla="*/ 3829075 w 13158799"/>
              <a:gd name="connsiteY88" fmla="*/ 7748420 h 9456078"/>
              <a:gd name="connsiteX89" fmla="*/ 3862042 w 13158799"/>
              <a:gd name="connsiteY89" fmla="*/ 7711350 h 9456078"/>
              <a:gd name="connsiteX90" fmla="*/ 3894682 w 13158799"/>
              <a:gd name="connsiteY90" fmla="*/ 7673928 h 9456078"/>
              <a:gd name="connsiteX91" fmla="*/ 3926991 w 13158799"/>
              <a:gd name="connsiteY91" fmla="*/ 7636155 h 9456078"/>
              <a:gd name="connsiteX92" fmla="*/ 3958967 w 13158799"/>
              <a:gd name="connsiteY92" fmla="*/ 7598032 h 9456078"/>
              <a:gd name="connsiteX93" fmla="*/ 3990607 w 13158799"/>
              <a:gd name="connsiteY93" fmla="*/ 7559561 h 9456078"/>
              <a:gd name="connsiteX94" fmla="*/ 4021907 w 13158799"/>
              <a:gd name="connsiteY94" fmla="*/ 7520744 h 9456078"/>
              <a:gd name="connsiteX95" fmla="*/ 4052865 w 13158799"/>
              <a:gd name="connsiteY95" fmla="*/ 7481582 h 9456078"/>
              <a:gd name="connsiteX96" fmla="*/ 4083478 w 13158799"/>
              <a:gd name="connsiteY96" fmla="*/ 7442077 h 9456078"/>
              <a:gd name="connsiteX97" fmla="*/ 8022311 w 13158799"/>
              <a:gd name="connsiteY97" fmla="*/ 2307814 h 9456078"/>
              <a:gd name="connsiteX98" fmla="*/ 8052902 w 13158799"/>
              <a:gd name="connsiteY98" fmla="*/ 2268285 h 9456078"/>
              <a:gd name="connsiteX99" fmla="*/ 8083796 w 13158799"/>
              <a:gd name="connsiteY99" fmla="*/ 2229056 h 9456078"/>
              <a:gd name="connsiteX100" fmla="*/ 8114989 w 13158799"/>
              <a:gd name="connsiteY100" fmla="*/ 2190127 h 9456078"/>
              <a:gd name="connsiteX101" fmla="*/ 8146479 w 13158799"/>
              <a:gd name="connsiteY101" fmla="*/ 2151500 h 9456078"/>
              <a:gd name="connsiteX102" fmla="*/ 8178264 w 13158799"/>
              <a:gd name="connsiteY102" fmla="*/ 2113176 h 9456078"/>
              <a:gd name="connsiteX103" fmla="*/ 8210341 w 13158799"/>
              <a:gd name="connsiteY103" fmla="*/ 2075157 h 9456078"/>
              <a:gd name="connsiteX104" fmla="*/ 8242709 w 13158799"/>
              <a:gd name="connsiteY104" fmla="*/ 2037442 h 9456078"/>
              <a:gd name="connsiteX105" fmla="*/ 8275365 w 13158799"/>
              <a:gd name="connsiteY105" fmla="*/ 2000034 h 9456078"/>
              <a:gd name="connsiteX106" fmla="*/ 8308307 w 13158799"/>
              <a:gd name="connsiteY106" fmla="*/ 1962934 h 9456078"/>
              <a:gd name="connsiteX107" fmla="*/ 8341532 w 13158799"/>
              <a:gd name="connsiteY107" fmla="*/ 1926142 h 9456078"/>
              <a:gd name="connsiteX108" fmla="*/ 8375038 w 13158799"/>
              <a:gd name="connsiteY108" fmla="*/ 1889660 h 9456078"/>
              <a:gd name="connsiteX109" fmla="*/ 8408823 w 13158799"/>
              <a:gd name="connsiteY109" fmla="*/ 1853489 h 9456078"/>
              <a:gd name="connsiteX110" fmla="*/ 8442885 w 13158799"/>
              <a:gd name="connsiteY110" fmla="*/ 1817630 h 9456078"/>
              <a:gd name="connsiteX111" fmla="*/ 8477221 w 13158799"/>
              <a:gd name="connsiteY111" fmla="*/ 1782084 h 9456078"/>
              <a:gd name="connsiteX112" fmla="*/ 8511829 w 13158799"/>
              <a:gd name="connsiteY112" fmla="*/ 1746853 h 9456078"/>
              <a:gd name="connsiteX113" fmla="*/ 8546706 w 13158799"/>
              <a:gd name="connsiteY113" fmla="*/ 1711937 h 9456078"/>
              <a:gd name="connsiteX114" fmla="*/ 8581851 w 13158799"/>
              <a:gd name="connsiteY114" fmla="*/ 1677337 h 9456078"/>
              <a:gd name="connsiteX115" fmla="*/ 8617261 w 13158799"/>
              <a:gd name="connsiteY115" fmla="*/ 1643056 h 9456078"/>
              <a:gd name="connsiteX116" fmla="*/ 8652934 w 13158799"/>
              <a:gd name="connsiteY116" fmla="*/ 1609093 h 9456078"/>
              <a:gd name="connsiteX117" fmla="*/ 8688867 w 13158799"/>
              <a:gd name="connsiteY117" fmla="*/ 1575450 h 9456078"/>
              <a:gd name="connsiteX118" fmla="*/ 8725058 w 13158799"/>
              <a:gd name="connsiteY118" fmla="*/ 1542128 h 9456078"/>
              <a:gd name="connsiteX119" fmla="*/ 8761506 w 13158799"/>
              <a:gd name="connsiteY119" fmla="*/ 1509129 h 9456078"/>
              <a:gd name="connsiteX120" fmla="*/ 8798207 w 13158799"/>
              <a:gd name="connsiteY120" fmla="*/ 1476452 h 9456078"/>
              <a:gd name="connsiteX121" fmla="*/ 8835159 w 13158799"/>
              <a:gd name="connsiteY121" fmla="*/ 1444101 h 9456078"/>
              <a:gd name="connsiteX122" fmla="*/ 8872360 w 13158799"/>
              <a:gd name="connsiteY122" fmla="*/ 1412075 h 9456078"/>
              <a:gd name="connsiteX123" fmla="*/ 8909808 w 13158799"/>
              <a:gd name="connsiteY123" fmla="*/ 1380375 h 9456078"/>
              <a:gd name="connsiteX124" fmla="*/ 8947501 w 13158799"/>
              <a:gd name="connsiteY124" fmla="*/ 1349004 h 9456078"/>
              <a:gd name="connsiteX125" fmla="*/ 8985435 w 13158799"/>
              <a:gd name="connsiteY125" fmla="*/ 1317962 h 9456078"/>
              <a:gd name="connsiteX126" fmla="*/ 9023610 w 13158799"/>
              <a:gd name="connsiteY126" fmla="*/ 1287250 h 9456078"/>
              <a:gd name="connsiteX127" fmla="*/ 9062022 w 13158799"/>
              <a:gd name="connsiteY127" fmla="*/ 1256869 h 9456078"/>
              <a:gd name="connsiteX128" fmla="*/ 9100669 w 13158799"/>
              <a:gd name="connsiteY128" fmla="*/ 1226820 h 9456078"/>
              <a:gd name="connsiteX129" fmla="*/ 9139549 w 13158799"/>
              <a:gd name="connsiteY129" fmla="*/ 1197105 h 9456078"/>
              <a:gd name="connsiteX130" fmla="*/ 9178660 w 13158799"/>
              <a:gd name="connsiteY130" fmla="*/ 1167725 h 9456078"/>
              <a:gd name="connsiteX131" fmla="*/ 9217999 w 13158799"/>
              <a:gd name="connsiteY131" fmla="*/ 1138681 h 9456078"/>
              <a:gd name="connsiteX132" fmla="*/ 9257564 w 13158799"/>
              <a:gd name="connsiteY132" fmla="*/ 1109974 h 9456078"/>
              <a:gd name="connsiteX133" fmla="*/ 9297353 w 13158799"/>
              <a:gd name="connsiteY133" fmla="*/ 1081604 h 9456078"/>
              <a:gd name="connsiteX134" fmla="*/ 9337364 w 13158799"/>
              <a:gd name="connsiteY134" fmla="*/ 1053574 h 9456078"/>
              <a:gd name="connsiteX135" fmla="*/ 9377594 w 13158799"/>
              <a:gd name="connsiteY135" fmla="*/ 1025884 h 9456078"/>
              <a:gd name="connsiteX136" fmla="*/ 9418040 w 13158799"/>
              <a:gd name="connsiteY136" fmla="*/ 998536 h 9456078"/>
              <a:gd name="connsiteX137" fmla="*/ 9458702 w 13158799"/>
              <a:gd name="connsiteY137" fmla="*/ 971530 h 9456078"/>
              <a:gd name="connsiteX138" fmla="*/ 9499575 w 13158799"/>
              <a:gd name="connsiteY138" fmla="*/ 944868 h 9456078"/>
              <a:gd name="connsiteX139" fmla="*/ 9540659 w 13158799"/>
              <a:gd name="connsiteY139" fmla="*/ 918551 h 9456078"/>
              <a:gd name="connsiteX140" fmla="*/ 9581950 w 13158799"/>
              <a:gd name="connsiteY140" fmla="*/ 892580 h 9456078"/>
              <a:gd name="connsiteX141" fmla="*/ 9623447 w 13158799"/>
              <a:gd name="connsiteY141" fmla="*/ 866956 h 9456078"/>
              <a:gd name="connsiteX142" fmla="*/ 9665147 w 13158799"/>
              <a:gd name="connsiteY142" fmla="*/ 841681 h 9456078"/>
              <a:gd name="connsiteX143" fmla="*/ 9707048 w 13158799"/>
              <a:gd name="connsiteY143" fmla="*/ 816754 h 9456078"/>
              <a:gd name="connsiteX144" fmla="*/ 9749147 w 13158799"/>
              <a:gd name="connsiteY144" fmla="*/ 792179 h 9456078"/>
              <a:gd name="connsiteX145" fmla="*/ 9791443 w 13158799"/>
              <a:gd name="connsiteY145" fmla="*/ 767955 h 9456078"/>
              <a:gd name="connsiteX146" fmla="*/ 9833932 w 13158799"/>
              <a:gd name="connsiteY146" fmla="*/ 744083 h 9456078"/>
              <a:gd name="connsiteX147" fmla="*/ 9876613 w 13158799"/>
              <a:gd name="connsiteY147" fmla="*/ 720566 h 9456078"/>
              <a:gd name="connsiteX148" fmla="*/ 9919484 w 13158799"/>
              <a:gd name="connsiteY148" fmla="*/ 697404 h 9456078"/>
              <a:gd name="connsiteX149" fmla="*/ 9962542 w 13158799"/>
              <a:gd name="connsiteY149" fmla="*/ 674598 h 9456078"/>
              <a:gd name="connsiteX150" fmla="*/ 10005784 w 13158799"/>
              <a:gd name="connsiteY150" fmla="*/ 652149 h 9456078"/>
              <a:gd name="connsiteX151" fmla="*/ 10049209 w 13158799"/>
              <a:gd name="connsiteY151" fmla="*/ 630059 h 9456078"/>
              <a:gd name="connsiteX152" fmla="*/ 10092814 w 13158799"/>
              <a:gd name="connsiteY152" fmla="*/ 608328 h 9456078"/>
              <a:gd name="connsiteX153" fmla="*/ 10136597 w 13158799"/>
              <a:gd name="connsiteY153" fmla="*/ 586958 h 9456078"/>
              <a:gd name="connsiteX154" fmla="*/ 10180556 w 13158799"/>
              <a:gd name="connsiteY154" fmla="*/ 565950 h 9456078"/>
              <a:gd name="connsiteX155" fmla="*/ 10224688 w 13158799"/>
              <a:gd name="connsiteY155" fmla="*/ 545304 h 9456078"/>
              <a:gd name="connsiteX156" fmla="*/ 10268991 w 13158799"/>
              <a:gd name="connsiteY156" fmla="*/ 525023 h 9456078"/>
              <a:gd name="connsiteX157" fmla="*/ 10313463 w 13158799"/>
              <a:gd name="connsiteY157" fmla="*/ 505107 h 9456078"/>
              <a:gd name="connsiteX158" fmla="*/ 10358101 w 13158799"/>
              <a:gd name="connsiteY158" fmla="*/ 485558 h 9456078"/>
              <a:gd name="connsiteX159" fmla="*/ 10402903 w 13158799"/>
              <a:gd name="connsiteY159" fmla="*/ 466376 h 9456078"/>
              <a:gd name="connsiteX160" fmla="*/ 10447868 w 13158799"/>
              <a:gd name="connsiteY160" fmla="*/ 447563 h 9456078"/>
              <a:gd name="connsiteX161" fmla="*/ 10492991 w 13158799"/>
              <a:gd name="connsiteY161" fmla="*/ 429119 h 9456078"/>
              <a:gd name="connsiteX162" fmla="*/ 10538272 w 13158799"/>
              <a:gd name="connsiteY162" fmla="*/ 411046 h 9456078"/>
              <a:gd name="connsiteX163" fmla="*/ 10583708 w 13158799"/>
              <a:gd name="connsiteY163" fmla="*/ 393346 h 9456078"/>
              <a:gd name="connsiteX164" fmla="*/ 10629297 w 13158799"/>
              <a:gd name="connsiteY164" fmla="*/ 376018 h 9456078"/>
              <a:gd name="connsiteX165" fmla="*/ 10675036 w 13158799"/>
              <a:gd name="connsiteY165" fmla="*/ 359065 h 9456078"/>
              <a:gd name="connsiteX166" fmla="*/ 10720923 w 13158799"/>
              <a:gd name="connsiteY166" fmla="*/ 342487 h 9456078"/>
              <a:gd name="connsiteX167" fmla="*/ 10766956 w 13158799"/>
              <a:gd name="connsiteY167" fmla="*/ 326286 h 9456078"/>
              <a:gd name="connsiteX168" fmla="*/ 10813132 w 13158799"/>
              <a:gd name="connsiteY168" fmla="*/ 310462 h 9456078"/>
              <a:gd name="connsiteX169" fmla="*/ 10859450 w 13158799"/>
              <a:gd name="connsiteY169" fmla="*/ 295018 h 9456078"/>
              <a:gd name="connsiteX170" fmla="*/ 10905907 w 13158799"/>
              <a:gd name="connsiteY170" fmla="*/ 279953 h 9456078"/>
              <a:gd name="connsiteX171" fmla="*/ 10952500 w 13158799"/>
              <a:gd name="connsiteY171" fmla="*/ 265269 h 9456078"/>
              <a:gd name="connsiteX172" fmla="*/ 10999227 w 13158799"/>
              <a:gd name="connsiteY172" fmla="*/ 250968 h 9456078"/>
              <a:gd name="connsiteX173" fmla="*/ 11046087 w 13158799"/>
              <a:gd name="connsiteY173" fmla="*/ 237049 h 9456078"/>
              <a:gd name="connsiteX174" fmla="*/ 11093076 w 13158799"/>
              <a:gd name="connsiteY174" fmla="*/ 223516 h 9456078"/>
              <a:gd name="connsiteX175" fmla="*/ 11140193 w 13158799"/>
              <a:gd name="connsiteY175" fmla="*/ 210368 h 9456078"/>
              <a:gd name="connsiteX176" fmla="*/ 11187434 w 13158799"/>
              <a:gd name="connsiteY176" fmla="*/ 197606 h 9456078"/>
              <a:gd name="connsiteX177" fmla="*/ 11234799 w 13158799"/>
              <a:gd name="connsiteY177" fmla="*/ 185233 h 9456078"/>
              <a:gd name="connsiteX178" fmla="*/ 11282284 w 13158799"/>
              <a:gd name="connsiteY178" fmla="*/ 173248 h 9456078"/>
              <a:gd name="connsiteX179" fmla="*/ 11329888 w 13158799"/>
              <a:gd name="connsiteY179" fmla="*/ 161654 h 9456078"/>
              <a:gd name="connsiteX180" fmla="*/ 11377607 w 13158799"/>
              <a:gd name="connsiteY180" fmla="*/ 150451 h 9456078"/>
              <a:gd name="connsiteX181" fmla="*/ 11425440 w 13158799"/>
              <a:gd name="connsiteY181" fmla="*/ 139640 h 9456078"/>
              <a:gd name="connsiteX182" fmla="*/ 11473385 w 13158799"/>
              <a:gd name="connsiteY182" fmla="*/ 129223 h 9456078"/>
              <a:gd name="connsiteX183" fmla="*/ 11521439 w 13158799"/>
              <a:gd name="connsiteY183" fmla="*/ 119201 h 9456078"/>
              <a:gd name="connsiteX184" fmla="*/ 11569599 w 13158799"/>
              <a:gd name="connsiteY184" fmla="*/ 109574 h 9456078"/>
              <a:gd name="connsiteX185" fmla="*/ 11617864 w 13158799"/>
              <a:gd name="connsiteY185" fmla="*/ 100344 h 9456078"/>
              <a:gd name="connsiteX186" fmla="*/ 11666231 w 13158799"/>
              <a:gd name="connsiteY186" fmla="*/ 91512 h 9456078"/>
              <a:gd name="connsiteX187" fmla="*/ 11714698 w 13158799"/>
              <a:gd name="connsiteY187" fmla="*/ 83080 h 9456078"/>
              <a:gd name="connsiteX188" fmla="*/ 11763263 w 13158799"/>
              <a:gd name="connsiteY188" fmla="*/ 75047 h 9456078"/>
              <a:gd name="connsiteX189" fmla="*/ 11811923 w 13158799"/>
              <a:gd name="connsiteY189" fmla="*/ 67417 h 9456078"/>
              <a:gd name="connsiteX190" fmla="*/ 11860676 w 13158799"/>
              <a:gd name="connsiteY190" fmla="*/ 60188 h 9456078"/>
              <a:gd name="connsiteX191" fmla="*/ 11909519 w 13158799"/>
              <a:gd name="connsiteY191" fmla="*/ 53364 h 9456078"/>
              <a:gd name="connsiteX192" fmla="*/ 11958451 w 13158799"/>
              <a:gd name="connsiteY192" fmla="*/ 46944 h 9456078"/>
              <a:gd name="connsiteX193" fmla="*/ 12007470 w 13158799"/>
              <a:gd name="connsiteY193" fmla="*/ 40931 h 9456078"/>
              <a:gd name="connsiteX194" fmla="*/ 12056572 w 13158799"/>
              <a:gd name="connsiteY194" fmla="*/ 35324 h 9456078"/>
              <a:gd name="connsiteX195" fmla="*/ 12105756 w 13158799"/>
              <a:gd name="connsiteY195" fmla="*/ 30126 h 9456078"/>
              <a:gd name="connsiteX196" fmla="*/ 12155019 w 13158799"/>
              <a:gd name="connsiteY196" fmla="*/ 25337 h 9456078"/>
              <a:gd name="connsiteX197" fmla="*/ 12204359 w 13158799"/>
              <a:gd name="connsiteY197" fmla="*/ 20958 h 9456078"/>
              <a:gd name="connsiteX198" fmla="*/ 12253773 w 13158799"/>
              <a:gd name="connsiteY198" fmla="*/ 16991 h 9456078"/>
              <a:gd name="connsiteX199" fmla="*/ 12303260 w 13158799"/>
              <a:gd name="connsiteY199" fmla="*/ 13437 h 9456078"/>
              <a:gd name="connsiteX200" fmla="*/ 12352818 w 13158799"/>
              <a:gd name="connsiteY200" fmla="*/ 10297 h 9456078"/>
              <a:gd name="connsiteX201" fmla="*/ 12402443 w 13158799"/>
              <a:gd name="connsiteY201" fmla="*/ 7572 h 9456078"/>
              <a:gd name="connsiteX202" fmla="*/ 12452133 w 13158799"/>
              <a:gd name="connsiteY202" fmla="*/ 5263 h 9456078"/>
              <a:gd name="connsiteX203" fmla="*/ 12501887 w 13158799"/>
              <a:gd name="connsiteY203" fmla="*/ 3371 h 9456078"/>
              <a:gd name="connsiteX204" fmla="*/ 12551701 w 13158799"/>
              <a:gd name="connsiteY204" fmla="*/ 1898 h 9456078"/>
              <a:gd name="connsiteX205" fmla="*/ 12601574 w 13158799"/>
              <a:gd name="connsiteY205" fmla="*/ 844 h 9456078"/>
              <a:gd name="connsiteX206" fmla="*/ 12651504 w 13158799"/>
              <a:gd name="connsiteY206" fmla="*/ 211 h 9456078"/>
              <a:gd name="connsiteX207" fmla="*/ 12701487 w 13158799"/>
              <a:gd name="connsiteY207" fmla="*/ 0 h 9456078"/>
              <a:gd name="connsiteX208" fmla="*/ 13158798 w 13158799"/>
              <a:gd name="connsiteY208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28389 w 13158797"/>
              <a:gd name="connsiteY22" fmla="*/ 9330914 h 9456078"/>
              <a:gd name="connsiteX23" fmla="*/ 1176172 w 13158797"/>
              <a:gd name="connsiteY23" fmla="*/ 9319936 h 9456078"/>
              <a:gd name="connsiteX24" fmla="*/ 1223823 w 13158797"/>
              <a:gd name="connsiteY24" fmla="*/ 9308509 h 9456078"/>
              <a:gd name="connsiteX25" fmla="*/ 1271339 w 13158797"/>
              <a:gd name="connsiteY25" fmla="*/ 9296635 h 9456078"/>
              <a:gd name="connsiteX26" fmla="*/ 1318719 w 13158797"/>
              <a:gd name="connsiteY26" fmla="*/ 9284315 h 9456078"/>
              <a:gd name="connsiteX27" fmla="*/ 1365957 w 13158797"/>
              <a:gd name="connsiteY27" fmla="*/ 9271550 h 9456078"/>
              <a:gd name="connsiteX28" fmla="*/ 1413052 w 13158797"/>
              <a:gd name="connsiteY28" fmla="*/ 9258342 h 9456078"/>
              <a:gd name="connsiteX29" fmla="*/ 1460000 w 13158797"/>
              <a:gd name="connsiteY29" fmla="*/ 9244693 h 9456078"/>
              <a:gd name="connsiteX30" fmla="*/ 1506799 w 13158797"/>
              <a:gd name="connsiteY30" fmla="*/ 9230604 h 9456078"/>
              <a:gd name="connsiteX31" fmla="*/ 1553445 w 13158797"/>
              <a:gd name="connsiteY31" fmla="*/ 9216076 h 9456078"/>
              <a:gd name="connsiteX32" fmla="*/ 1599935 w 13158797"/>
              <a:gd name="connsiteY32" fmla="*/ 9201111 h 9456078"/>
              <a:gd name="connsiteX33" fmla="*/ 1646267 w 13158797"/>
              <a:gd name="connsiteY33" fmla="*/ 9185710 h 9456078"/>
              <a:gd name="connsiteX34" fmla="*/ 1692437 w 13158797"/>
              <a:gd name="connsiteY34" fmla="*/ 9169876 h 9456078"/>
              <a:gd name="connsiteX35" fmla="*/ 1738442 w 13158797"/>
              <a:gd name="connsiteY35" fmla="*/ 9153608 h 9456078"/>
              <a:gd name="connsiteX36" fmla="*/ 1784280 w 13158797"/>
              <a:gd name="connsiteY36" fmla="*/ 9136910 h 9456078"/>
              <a:gd name="connsiteX37" fmla="*/ 1829947 w 13158797"/>
              <a:gd name="connsiteY37" fmla="*/ 9119782 h 9456078"/>
              <a:gd name="connsiteX38" fmla="*/ 1875440 w 13158797"/>
              <a:gd name="connsiteY38" fmla="*/ 9102226 h 9456078"/>
              <a:gd name="connsiteX39" fmla="*/ 1920756 w 13158797"/>
              <a:gd name="connsiteY39" fmla="*/ 9084243 h 9456078"/>
              <a:gd name="connsiteX40" fmla="*/ 1965893 w 13158797"/>
              <a:gd name="connsiteY40" fmla="*/ 9065835 h 9456078"/>
              <a:gd name="connsiteX41" fmla="*/ 2010847 w 13158797"/>
              <a:gd name="connsiteY41" fmla="*/ 9047004 h 9456078"/>
              <a:gd name="connsiteX42" fmla="*/ 2055615 w 13158797"/>
              <a:gd name="connsiteY42" fmla="*/ 9027750 h 9456078"/>
              <a:gd name="connsiteX43" fmla="*/ 2100195 w 13158797"/>
              <a:gd name="connsiteY43" fmla="*/ 9008075 h 9456078"/>
              <a:gd name="connsiteX44" fmla="*/ 2144582 w 13158797"/>
              <a:gd name="connsiteY44" fmla="*/ 8987981 h 9456078"/>
              <a:gd name="connsiteX45" fmla="*/ 2188775 w 13158797"/>
              <a:gd name="connsiteY45" fmla="*/ 8967470 h 9456078"/>
              <a:gd name="connsiteX46" fmla="*/ 2232770 w 13158797"/>
              <a:gd name="connsiteY46" fmla="*/ 8946542 h 9456078"/>
              <a:gd name="connsiteX47" fmla="*/ 2276564 w 13158797"/>
              <a:gd name="connsiteY47" fmla="*/ 8925199 h 9456078"/>
              <a:gd name="connsiteX48" fmla="*/ 2320154 w 13158797"/>
              <a:gd name="connsiteY48" fmla="*/ 8903443 h 9456078"/>
              <a:gd name="connsiteX49" fmla="*/ 2363538 w 13158797"/>
              <a:gd name="connsiteY49" fmla="*/ 8881275 h 9456078"/>
              <a:gd name="connsiteX50" fmla="*/ 2406711 w 13158797"/>
              <a:gd name="connsiteY50" fmla="*/ 8858697 h 9456078"/>
              <a:gd name="connsiteX51" fmla="*/ 2449672 w 13158797"/>
              <a:gd name="connsiteY51" fmla="*/ 8835710 h 9456078"/>
              <a:gd name="connsiteX52" fmla="*/ 2492417 w 13158797"/>
              <a:gd name="connsiteY52" fmla="*/ 8812316 h 9456078"/>
              <a:gd name="connsiteX53" fmla="*/ 2534943 w 13158797"/>
              <a:gd name="connsiteY53" fmla="*/ 8788516 h 9456078"/>
              <a:gd name="connsiteX54" fmla="*/ 2577247 w 13158797"/>
              <a:gd name="connsiteY54" fmla="*/ 8764311 h 9456078"/>
              <a:gd name="connsiteX55" fmla="*/ 2619326 w 13158797"/>
              <a:gd name="connsiteY55" fmla="*/ 8739704 h 9456078"/>
              <a:gd name="connsiteX56" fmla="*/ 2661177 w 13158797"/>
              <a:gd name="connsiteY56" fmla="*/ 8714695 h 9456078"/>
              <a:gd name="connsiteX57" fmla="*/ 2702797 w 13158797"/>
              <a:gd name="connsiteY57" fmla="*/ 8689286 h 9456078"/>
              <a:gd name="connsiteX58" fmla="*/ 2744183 w 13158797"/>
              <a:gd name="connsiteY58" fmla="*/ 8663479 h 9456078"/>
              <a:gd name="connsiteX59" fmla="*/ 2785333 w 13158797"/>
              <a:gd name="connsiteY59" fmla="*/ 8637274 h 9456078"/>
              <a:gd name="connsiteX60" fmla="*/ 2826242 w 13158797"/>
              <a:gd name="connsiteY60" fmla="*/ 8610675 h 9456078"/>
              <a:gd name="connsiteX61" fmla="*/ 2866908 w 13158797"/>
              <a:gd name="connsiteY61" fmla="*/ 8583681 h 9456078"/>
              <a:gd name="connsiteX62" fmla="*/ 2907329 w 13158797"/>
              <a:gd name="connsiteY62" fmla="*/ 8556295 h 9456078"/>
              <a:gd name="connsiteX63" fmla="*/ 2947500 w 13158797"/>
              <a:gd name="connsiteY63" fmla="*/ 8528517 h 9456078"/>
              <a:gd name="connsiteX64" fmla="*/ 2987419 w 13158797"/>
              <a:gd name="connsiteY64" fmla="*/ 8500351 h 9456078"/>
              <a:gd name="connsiteX65" fmla="*/ 3027083 w 13158797"/>
              <a:gd name="connsiteY65" fmla="*/ 8471796 h 9456078"/>
              <a:gd name="connsiteX66" fmla="*/ 3066489 w 13158797"/>
              <a:gd name="connsiteY66" fmla="*/ 8442854 h 9456078"/>
              <a:gd name="connsiteX67" fmla="*/ 3105634 w 13158797"/>
              <a:gd name="connsiteY67" fmla="*/ 8413528 h 9456078"/>
              <a:gd name="connsiteX68" fmla="*/ 3144515 w 13158797"/>
              <a:gd name="connsiteY68" fmla="*/ 8383818 h 9456078"/>
              <a:gd name="connsiteX69" fmla="*/ 3183129 w 13158797"/>
              <a:gd name="connsiteY69" fmla="*/ 8353726 h 9456078"/>
              <a:gd name="connsiteX70" fmla="*/ 3221473 w 13158797"/>
              <a:gd name="connsiteY70" fmla="*/ 8323253 h 9456078"/>
              <a:gd name="connsiteX71" fmla="*/ 3259544 w 13158797"/>
              <a:gd name="connsiteY71" fmla="*/ 8292401 h 9456078"/>
              <a:gd name="connsiteX72" fmla="*/ 3297339 w 13158797"/>
              <a:gd name="connsiteY72" fmla="*/ 8261172 h 9456078"/>
              <a:gd name="connsiteX73" fmla="*/ 3334854 w 13158797"/>
              <a:gd name="connsiteY73" fmla="*/ 8229566 h 9456078"/>
              <a:gd name="connsiteX74" fmla="*/ 3372087 w 13158797"/>
              <a:gd name="connsiteY74" fmla="*/ 8197585 h 9456078"/>
              <a:gd name="connsiteX75" fmla="*/ 3409035 w 13158797"/>
              <a:gd name="connsiteY75" fmla="*/ 8165232 h 9456078"/>
              <a:gd name="connsiteX76" fmla="*/ 3445695 w 13158797"/>
              <a:gd name="connsiteY76" fmla="*/ 8132507 h 9456078"/>
              <a:gd name="connsiteX77" fmla="*/ 3482064 w 13158797"/>
              <a:gd name="connsiteY77" fmla="*/ 8099411 h 9456078"/>
              <a:gd name="connsiteX78" fmla="*/ 3518139 w 13158797"/>
              <a:gd name="connsiteY78" fmla="*/ 8065947 h 9456078"/>
              <a:gd name="connsiteX79" fmla="*/ 3553916 w 13158797"/>
              <a:gd name="connsiteY79" fmla="*/ 8032115 h 9456078"/>
              <a:gd name="connsiteX80" fmla="*/ 3589393 w 13158797"/>
              <a:gd name="connsiteY80" fmla="*/ 7997918 h 9456078"/>
              <a:gd name="connsiteX81" fmla="*/ 3624567 w 13158797"/>
              <a:gd name="connsiteY81" fmla="*/ 7963356 h 9456078"/>
              <a:gd name="connsiteX82" fmla="*/ 3659435 w 13158797"/>
              <a:gd name="connsiteY82" fmla="*/ 7928432 h 9456078"/>
              <a:gd name="connsiteX83" fmla="*/ 3693994 w 13158797"/>
              <a:gd name="connsiteY83" fmla="*/ 7893146 h 9456078"/>
              <a:gd name="connsiteX84" fmla="*/ 3728240 w 13158797"/>
              <a:gd name="connsiteY84" fmla="*/ 7857501 h 9456078"/>
              <a:gd name="connsiteX85" fmla="*/ 3762171 w 13158797"/>
              <a:gd name="connsiteY85" fmla="*/ 7821497 h 9456078"/>
              <a:gd name="connsiteX86" fmla="*/ 3795783 w 13158797"/>
              <a:gd name="connsiteY86" fmla="*/ 7785136 h 9456078"/>
              <a:gd name="connsiteX87" fmla="*/ 3829075 w 13158797"/>
              <a:gd name="connsiteY87" fmla="*/ 7748420 h 9456078"/>
              <a:gd name="connsiteX88" fmla="*/ 3862042 w 13158797"/>
              <a:gd name="connsiteY88" fmla="*/ 7711350 h 9456078"/>
              <a:gd name="connsiteX89" fmla="*/ 3894682 w 13158797"/>
              <a:gd name="connsiteY89" fmla="*/ 7673928 h 9456078"/>
              <a:gd name="connsiteX90" fmla="*/ 3926991 w 13158797"/>
              <a:gd name="connsiteY90" fmla="*/ 7636155 h 9456078"/>
              <a:gd name="connsiteX91" fmla="*/ 3958967 w 13158797"/>
              <a:gd name="connsiteY91" fmla="*/ 7598032 h 9456078"/>
              <a:gd name="connsiteX92" fmla="*/ 3990607 w 13158797"/>
              <a:gd name="connsiteY92" fmla="*/ 7559561 h 9456078"/>
              <a:gd name="connsiteX93" fmla="*/ 4021907 w 13158797"/>
              <a:gd name="connsiteY93" fmla="*/ 7520744 h 9456078"/>
              <a:gd name="connsiteX94" fmla="*/ 4052865 w 13158797"/>
              <a:gd name="connsiteY94" fmla="*/ 7481582 h 9456078"/>
              <a:gd name="connsiteX95" fmla="*/ 4083478 w 13158797"/>
              <a:gd name="connsiteY95" fmla="*/ 7442077 h 9456078"/>
              <a:gd name="connsiteX96" fmla="*/ 8022311 w 13158797"/>
              <a:gd name="connsiteY96" fmla="*/ 2307814 h 9456078"/>
              <a:gd name="connsiteX97" fmla="*/ 8052902 w 13158797"/>
              <a:gd name="connsiteY97" fmla="*/ 2268285 h 9456078"/>
              <a:gd name="connsiteX98" fmla="*/ 8083796 w 13158797"/>
              <a:gd name="connsiteY98" fmla="*/ 2229056 h 9456078"/>
              <a:gd name="connsiteX99" fmla="*/ 8114989 w 13158797"/>
              <a:gd name="connsiteY99" fmla="*/ 2190127 h 9456078"/>
              <a:gd name="connsiteX100" fmla="*/ 8146479 w 13158797"/>
              <a:gd name="connsiteY100" fmla="*/ 2151500 h 9456078"/>
              <a:gd name="connsiteX101" fmla="*/ 8178264 w 13158797"/>
              <a:gd name="connsiteY101" fmla="*/ 2113176 h 9456078"/>
              <a:gd name="connsiteX102" fmla="*/ 8210341 w 13158797"/>
              <a:gd name="connsiteY102" fmla="*/ 2075157 h 9456078"/>
              <a:gd name="connsiteX103" fmla="*/ 8242709 w 13158797"/>
              <a:gd name="connsiteY103" fmla="*/ 2037442 h 9456078"/>
              <a:gd name="connsiteX104" fmla="*/ 8275365 w 13158797"/>
              <a:gd name="connsiteY104" fmla="*/ 2000034 h 9456078"/>
              <a:gd name="connsiteX105" fmla="*/ 8308307 w 13158797"/>
              <a:gd name="connsiteY105" fmla="*/ 1962934 h 9456078"/>
              <a:gd name="connsiteX106" fmla="*/ 8341532 w 13158797"/>
              <a:gd name="connsiteY106" fmla="*/ 1926142 h 9456078"/>
              <a:gd name="connsiteX107" fmla="*/ 8375038 w 13158797"/>
              <a:gd name="connsiteY107" fmla="*/ 1889660 h 9456078"/>
              <a:gd name="connsiteX108" fmla="*/ 8408823 w 13158797"/>
              <a:gd name="connsiteY108" fmla="*/ 1853489 h 9456078"/>
              <a:gd name="connsiteX109" fmla="*/ 8442885 w 13158797"/>
              <a:gd name="connsiteY109" fmla="*/ 1817630 h 9456078"/>
              <a:gd name="connsiteX110" fmla="*/ 8477221 w 13158797"/>
              <a:gd name="connsiteY110" fmla="*/ 1782084 h 9456078"/>
              <a:gd name="connsiteX111" fmla="*/ 8511829 w 13158797"/>
              <a:gd name="connsiteY111" fmla="*/ 1746853 h 9456078"/>
              <a:gd name="connsiteX112" fmla="*/ 8546706 w 13158797"/>
              <a:gd name="connsiteY112" fmla="*/ 1711937 h 9456078"/>
              <a:gd name="connsiteX113" fmla="*/ 8581851 w 13158797"/>
              <a:gd name="connsiteY113" fmla="*/ 1677337 h 9456078"/>
              <a:gd name="connsiteX114" fmla="*/ 8617261 w 13158797"/>
              <a:gd name="connsiteY114" fmla="*/ 1643056 h 9456078"/>
              <a:gd name="connsiteX115" fmla="*/ 8652934 w 13158797"/>
              <a:gd name="connsiteY115" fmla="*/ 1609093 h 9456078"/>
              <a:gd name="connsiteX116" fmla="*/ 8688867 w 13158797"/>
              <a:gd name="connsiteY116" fmla="*/ 1575450 h 9456078"/>
              <a:gd name="connsiteX117" fmla="*/ 8725058 w 13158797"/>
              <a:gd name="connsiteY117" fmla="*/ 1542128 h 9456078"/>
              <a:gd name="connsiteX118" fmla="*/ 8761506 w 13158797"/>
              <a:gd name="connsiteY118" fmla="*/ 1509129 h 9456078"/>
              <a:gd name="connsiteX119" fmla="*/ 8798207 w 13158797"/>
              <a:gd name="connsiteY119" fmla="*/ 1476452 h 9456078"/>
              <a:gd name="connsiteX120" fmla="*/ 8835159 w 13158797"/>
              <a:gd name="connsiteY120" fmla="*/ 1444101 h 9456078"/>
              <a:gd name="connsiteX121" fmla="*/ 8872360 w 13158797"/>
              <a:gd name="connsiteY121" fmla="*/ 1412075 h 9456078"/>
              <a:gd name="connsiteX122" fmla="*/ 8909808 w 13158797"/>
              <a:gd name="connsiteY122" fmla="*/ 1380375 h 9456078"/>
              <a:gd name="connsiteX123" fmla="*/ 8947501 w 13158797"/>
              <a:gd name="connsiteY123" fmla="*/ 1349004 h 9456078"/>
              <a:gd name="connsiteX124" fmla="*/ 8985435 w 13158797"/>
              <a:gd name="connsiteY124" fmla="*/ 1317962 h 9456078"/>
              <a:gd name="connsiteX125" fmla="*/ 9023610 w 13158797"/>
              <a:gd name="connsiteY125" fmla="*/ 1287250 h 9456078"/>
              <a:gd name="connsiteX126" fmla="*/ 9062022 w 13158797"/>
              <a:gd name="connsiteY126" fmla="*/ 1256869 h 9456078"/>
              <a:gd name="connsiteX127" fmla="*/ 9100669 w 13158797"/>
              <a:gd name="connsiteY127" fmla="*/ 1226820 h 9456078"/>
              <a:gd name="connsiteX128" fmla="*/ 9139549 w 13158797"/>
              <a:gd name="connsiteY128" fmla="*/ 1197105 h 9456078"/>
              <a:gd name="connsiteX129" fmla="*/ 9178660 w 13158797"/>
              <a:gd name="connsiteY129" fmla="*/ 1167725 h 9456078"/>
              <a:gd name="connsiteX130" fmla="*/ 9217999 w 13158797"/>
              <a:gd name="connsiteY130" fmla="*/ 1138681 h 9456078"/>
              <a:gd name="connsiteX131" fmla="*/ 9257564 w 13158797"/>
              <a:gd name="connsiteY131" fmla="*/ 1109974 h 9456078"/>
              <a:gd name="connsiteX132" fmla="*/ 9297353 w 13158797"/>
              <a:gd name="connsiteY132" fmla="*/ 1081604 h 9456078"/>
              <a:gd name="connsiteX133" fmla="*/ 9337364 w 13158797"/>
              <a:gd name="connsiteY133" fmla="*/ 1053574 h 9456078"/>
              <a:gd name="connsiteX134" fmla="*/ 9377594 w 13158797"/>
              <a:gd name="connsiteY134" fmla="*/ 1025884 h 9456078"/>
              <a:gd name="connsiteX135" fmla="*/ 9418040 w 13158797"/>
              <a:gd name="connsiteY135" fmla="*/ 998536 h 9456078"/>
              <a:gd name="connsiteX136" fmla="*/ 9458702 w 13158797"/>
              <a:gd name="connsiteY136" fmla="*/ 971530 h 9456078"/>
              <a:gd name="connsiteX137" fmla="*/ 9499575 w 13158797"/>
              <a:gd name="connsiteY137" fmla="*/ 944868 h 9456078"/>
              <a:gd name="connsiteX138" fmla="*/ 9540659 w 13158797"/>
              <a:gd name="connsiteY138" fmla="*/ 918551 h 9456078"/>
              <a:gd name="connsiteX139" fmla="*/ 9581950 w 13158797"/>
              <a:gd name="connsiteY139" fmla="*/ 892580 h 9456078"/>
              <a:gd name="connsiteX140" fmla="*/ 9623447 w 13158797"/>
              <a:gd name="connsiteY140" fmla="*/ 866956 h 9456078"/>
              <a:gd name="connsiteX141" fmla="*/ 9665147 w 13158797"/>
              <a:gd name="connsiteY141" fmla="*/ 841681 h 9456078"/>
              <a:gd name="connsiteX142" fmla="*/ 9707048 w 13158797"/>
              <a:gd name="connsiteY142" fmla="*/ 816754 h 9456078"/>
              <a:gd name="connsiteX143" fmla="*/ 9749147 w 13158797"/>
              <a:gd name="connsiteY143" fmla="*/ 792179 h 9456078"/>
              <a:gd name="connsiteX144" fmla="*/ 9791443 w 13158797"/>
              <a:gd name="connsiteY144" fmla="*/ 767955 h 9456078"/>
              <a:gd name="connsiteX145" fmla="*/ 9833932 w 13158797"/>
              <a:gd name="connsiteY145" fmla="*/ 744083 h 9456078"/>
              <a:gd name="connsiteX146" fmla="*/ 9876613 w 13158797"/>
              <a:gd name="connsiteY146" fmla="*/ 720566 h 9456078"/>
              <a:gd name="connsiteX147" fmla="*/ 9919484 w 13158797"/>
              <a:gd name="connsiteY147" fmla="*/ 697404 h 9456078"/>
              <a:gd name="connsiteX148" fmla="*/ 9962542 w 13158797"/>
              <a:gd name="connsiteY148" fmla="*/ 674598 h 9456078"/>
              <a:gd name="connsiteX149" fmla="*/ 10005784 w 13158797"/>
              <a:gd name="connsiteY149" fmla="*/ 652149 h 9456078"/>
              <a:gd name="connsiteX150" fmla="*/ 10049209 w 13158797"/>
              <a:gd name="connsiteY150" fmla="*/ 630059 h 9456078"/>
              <a:gd name="connsiteX151" fmla="*/ 10092814 w 13158797"/>
              <a:gd name="connsiteY151" fmla="*/ 608328 h 9456078"/>
              <a:gd name="connsiteX152" fmla="*/ 10136597 w 13158797"/>
              <a:gd name="connsiteY152" fmla="*/ 586958 h 9456078"/>
              <a:gd name="connsiteX153" fmla="*/ 10180556 w 13158797"/>
              <a:gd name="connsiteY153" fmla="*/ 565950 h 9456078"/>
              <a:gd name="connsiteX154" fmla="*/ 10224688 w 13158797"/>
              <a:gd name="connsiteY154" fmla="*/ 545304 h 9456078"/>
              <a:gd name="connsiteX155" fmla="*/ 10268991 w 13158797"/>
              <a:gd name="connsiteY155" fmla="*/ 525023 h 9456078"/>
              <a:gd name="connsiteX156" fmla="*/ 10313463 w 13158797"/>
              <a:gd name="connsiteY156" fmla="*/ 505107 h 9456078"/>
              <a:gd name="connsiteX157" fmla="*/ 10358101 w 13158797"/>
              <a:gd name="connsiteY157" fmla="*/ 485558 h 9456078"/>
              <a:gd name="connsiteX158" fmla="*/ 10402903 w 13158797"/>
              <a:gd name="connsiteY158" fmla="*/ 466376 h 9456078"/>
              <a:gd name="connsiteX159" fmla="*/ 10447868 w 13158797"/>
              <a:gd name="connsiteY159" fmla="*/ 447563 h 9456078"/>
              <a:gd name="connsiteX160" fmla="*/ 10492991 w 13158797"/>
              <a:gd name="connsiteY160" fmla="*/ 429119 h 9456078"/>
              <a:gd name="connsiteX161" fmla="*/ 10538272 w 13158797"/>
              <a:gd name="connsiteY161" fmla="*/ 411046 h 9456078"/>
              <a:gd name="connsiteX162" fmla="*/ 10583708 w 13158797"/>
              <a:gd name="connsiteY162" fmla="*/ 393346 h 9456078"/>
              <a:gd name="connsiteX163" fmla="*/ 10629297 w 13158797"/>
              <a:gd name="connsiteY163" fmla="*/ 376018 h 9456078"/>
              <a:gd name="connsiteX164" fmla="*/ 10675036 w 13158797"/>
              <a:gd name="connsiteY164" fmla="*/ 359065 h 9456078"/>
              <a:gd name="connsiteX165" fmla="*/ 10720923 w 13158797"/>
              <a:gd name="connsiteY165" fmla="*/ 342487 h 9456078"/>
              <a:gd name="connsiteX166" fmla="*/ 10766956 w 13158797"/>
              <a:gd name="connsiteY166" fmla="*/ 326286 h 9456078"/>
              <a:gd name="connsiteX167" fmla="*/ 10813132 w 13158797"/>
              <a:gd name="connsiteY167" fmla="*/ 310462 h 9456078"/>
              <a:gd name="connsiteX168" fmla="*/ 10859450 w 13158797"/>
              <a:gd name="connsiteY168" fmla="*/ 295018 h 9456078"/>
              <a:gd name="connsiteX169" fmla="*/ 10905907 w 13158797"/>
              <a:gd name="connsiteY169" fmla="*/ 279953 h 9456078"/>
              <a:gd name="connsiteX170" fmla="*/ 10952500 w 13158797"/>
              <a:gd name="connsiteY170" fmla="*/ 265269 h 9456078"/>
              <a:gd name="connsiteX171" fmla="*/ 10999227 w 13158797"/>
              <a:gd name="connsiteY171" fmla="*/ 250968 h 9456078"/>
              <a:gd name="connsiteX172" fmla="*/ 11046087 w 13158797"/>
              <a:gd name="connsiteY172" fmla="*/ 237049 h 9456078"/>
              <a:gd name="connsiteX173" fmla="*/ 11093076 w 13158797"/>
              <a:gd name="connsiteY173" fmla="*/ 223516 h 9456078"/>
              <a:gd name="connsiteX174" fmla="*/ 11140193 w 13158797"/>
              <a:gd name="connsiteY174" fmla="*/ 210368 h 9456078"/>
              <a:gd name="connsiteX175" fmla="*/ 11187434 w 13158797"/>
              <a:gd name="connsiteY175" fmla="*/ 197606 h 9456078"/>
              <a:gd name="connsiteX176" fmla="*/ 11234799 w 13158797"/>
              <a:gd name="connsiteY176" fmla="*/ 185233 h 9456078"/>
              <a:gd name="connsiteX177" fmla="*/ 11282284 w 13158797"/>
              <a:gd name="connsiteY177" fmla="*/ 173248 h 9456078"/>
              <a:gd name="connsiteX178" fmla="*/ 11329888 w 13158797"/>
              <a:gd name="connsiteY178" fmla="*/ 161654 h 9456078"/>
              <a:gd name="connsiteX179" fmla="*/ 11377607 w 13158797"/>
              <a:gd name="connsiteY179" fmla="*/ 150451 h 9456078"/>
              <a:gd name="connsiteX180" fmla="*/ 11425440 w 13158797"/>
              <a:gd name="connsiteY180" fmla="*/ 139640 h 9456078"/>
              <a:gd name="connsiteX181" fmla="*/ 11473385 w 13158797"/>
              <a:gd name="connsiteY181" fmla="*/ 129223 h 9456078"/>
              <a:gd name="connsiteX182" fmla="*/ 11521439 w 13158797"/>
              <a:gd name="connsiteY182" fmla="*/ 119201 h 9456078"/>
              <a:gd name="connsiteX183" fmla="*/ 11569599 w 13158797"/>
              <a:gd name="connsiteY183" fmla="*/ 109574 h 9456078"/>
              <a:gd name="connsiteX184" fmla="*/ 11617864 w 13158797"/>
              <a:gd name="connsiteY184" fmla="*/ 100344 h 9456078"/>
              <a:gd name="connsiteX185" fmla="*/ 11666231 w 13158797"/>
              <a:gd name="connsiteY185" fmla="*/ 91512 h 9456078"/>
              <a:gd name="connsiteX186" fmla="*/ 11714698 w 13158797"/>
              <a:gd name="connsiteY186" fmla="*/ 83080 h 9456078"/>
              <a:gd name="connsiteX187" fmla="*/ 11763263 w 13158797"/>
              <a:gd name="connsiteY187" fmla="*/ 75047 h 9456078"/>
              <a:gd name="connsiteX188" fmla="*/ 11811923 w 13158797"/>
              <a:gd name="connsiteY188" fmla="*/ 67417 h 9456078"/>
              <a:gd name="connsiteX189" fmla="*/ 11860676 w 13158797"/>
              <a:gd name="connsiteY189" fmla="*/ 60188 h 9456078"/>
              <a:gd name="connsiteX190" fmla="*/ 11909519 w 13158797"/>
              <a:gd name="connsiteY190" fmla="*/ 53364 h 9456078"/>
              <a:gd name="connsiteX191" fmla="*/ 11958451 w 13158797"/>
              <a:gd name="connsiteY191" fmla="*/ 46944 h 9456078"/>
              <a:gd name="connsiteX192" fmla="*/ 12007470 w 13158797"/>
              <a:gd name="connsiteY192" fmla="*/ 40931 h 9456078"/>
              <a:gd name="connsiteX193" fmla="*/ 12056572 w 13158797"/>
              <a:gd name="connsiteY193" fmla="*/ 35324 h 9456078"/>
              <a:gd name="connsiteX194" fmla="*/ 12105756 w 13158797"/>
              <a:gd name="connsiteY194" fmla="*/ 30126 h 9456078"/>
              <a:gd name="connsiteX195" fmla="*/ 12155019 w 13158797"/>
              <a:gd name="connsiteY195" fmla="*/ 25337 h 9456078"/>
              <a:gd name="connsiteX196" fmla="*/ 12204359 w 13158797"/>
              <a:gd name="connsiteY196" fmla="*/ 20958 h 9456078"/>
              <a:gd name="connsiteX197" fmla="*/ 12253773 w 13158797"/>
              <a:gd name="connsiteY197" fmla="*/ 16991 h 9456078"/>
              <a:gd name="connsiteX198" fmla="*/ 12303260 w 13158797"/>
              <a:gd name="connsiteY198" fmla="*/ 13437 h 9456078"/>
              <a:gd name="connsiteX199" fmla="*/ 12352818 w 13158797"/>
              <a:gd name="connsiteY199" fmla="*/ 10297 h 9456078"/>
              <a:gd name="connsiteX200" fmla="*/ 12402443 w 13158797"/>
              <a:gd name="connsiteY200" fmla="*/ 7572 h 9456078"/>
              <a:gd name="connsiteX201" fmla="*/ 12452133 w 13158797"/>
              <a:gd name="connsiteY201" fmla="*/ 5263 h 9456078"/>
              <a:gd name="connsiteX202" fmla="*/ 12501887 w 13158797"/>
              <a:gd name="connsiteY202" fmla="*/ 3371 h 9456078"/>
              <a:gd name="connsiteX203" fmla="*/ 12551701 w 13158797"/>
              <a:gd name="connsiteY203" fmla="*/ 1898 h 9456078"/>
              <a:gd name="connsiteX204" fmla="*/ 12601574 w 13158797"/>
              <a:gd name="connsiteY204" fmla="*/ 844 h 9456078"/>
              <a:gd name="connsiteX205" fmla="*/ 12651504 w 13158797"/>
              <a:gd name="connsiteY205" fmla="*/ 211 h 9456078"/>
              <a:gd name="connsiteX206" fmla="*/ 12701487 w 13158797"/>
              <a:gd name="connsiteY206" fmla="*/ 0 h 9456078"/>
              <a:gd name="connsiteX207" fmla="*/ 13158798 w 13158797"/>
              <a:gd name="connsiteY207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98870 w 13158799"/>
              <a:gd name="connsiteY5" fmla="*/ 9447409 h 9456078"/>
              <a:gd name="connsiteX6" fmla="*/ 348429 w 13158799"/>
              <a:gd name="connsiteY6" fmla="*/ 9444290 h 9456078"/>
              <a:gd name="connsiteX7" fmla="*/ 397907 w 13158799"/>
              <a:gd name="connsiteY7" fmla="*/ 9440698 h 9456078"/>
              <a:gd name="connsiteX8" fmla="*/ 447302 w 13158799"/>
              <a:gd name="connsiteY8" fmla="*/ 9436632 h 9456078"/>
              <a:gd name="connsiteX9" fmla="*/ 496610 w 13158799"/>
              <a:gd name="connsiteY9" fmla="*/ 9432096 h 9456078"/>
              <a:gd name="connsiteX10" fmla="*/ 545829 w 13158799"/>
              <a:gd name="connsiteY10" fmla="*/ 9427089 h 9456078"/>
              <a:gd name="connsiteX11" fmla="*/ 594956 w 13158799"/>
              <a:gd name="connsiteY11" fmla="*/ 9421615 h 9456078"/>
              <a:gd name="connsiteX12" fmla="*/ 643987 w 13158799"/>
              <a:gd name="connsiteY12" fmla="*/ 9415673 h 9456078"/>
              <a:gd name="connsiteX13" fmla="*/ 692920 w 13158799"/>
              <a:gd name="connsiteY13" fmla="*/ 9409267 h 9456078"/>
              <a:gd name="connsiteX14" fmla="*/ 741751 w 13158799"/>
              <a:gd name="connsiteY14" fmla="*/ 9402396 h 9456078"/>
              <a:gd name="connsiteX15" fmla="*/ 790478 w 13158799"/>
              <a:gd name="connsiteY15" fmla="*/ 9395063 h 9456078"/>
              <a:gd name="connsiteX16" fmla="*/ 839098 w 13158799"/>
              <a:gd name="connsiteY16" fmla="*/ 9387270 h 9456078"/>
              <a:gd name="connsiteX17" fmla="*/ 887607 w 13158799"/>
              <a:gd name="connsiteY17" fmla="*/ 9379017 h 9456078"/>
              <a:gd name="connsiteX18" fmla="*/ 936002 w 13158799"/>
              <a:gd name="connsiteY18" fmla="*/ 9370306 h 9456078"/>
              <a:gd name="connsiteX19" fmla="*/ 984281 w 13158799"/>
              <a:gd name="connsiteY19" fmla="*/ 9361139 h 9456078"/>
              <a:gd name="connsiteX20" fmla="*/ 1032440 w 13158799"/>
              <a:gd name="connsiteY20" fmla="*/ 9351517 h 9456078"/>
              <a:gd name="connsiteX21" fmla="*/ 1080477 w 13158799"/>
              <a:gd name="connsiteY21" fmla="*/ 9341441 h 9456078"/>
              <a:gd name="connsiteX22" fmla="*/ 1176172 w 13158799"/>
              <a:gd name="connsiteY22" fmla="*/ 9319936 h 9456078"/>
              <a:gd name="connsiteX23" fmla="*/ 1223823 w 13158799"/>
              <a:gd name="connsiteY23" fmla="*/ 9308509 h 9456078"/>
              <a:gd name="connsiteX24" fmla="*/ 1271339 w 13158799"/>
              <a:gd name="connsiteY24" fmla="*/ 9296635 h 9456078"/>
              <a:gd name="connsiteX25" fmla="*/ 1318719 w 13158799"/>
              <a:gd name="connsiteY25" fmla="*/ 9284315 h 9456078"/>
              <a:gd name="connsiteX26" fmla="*/ 1365957 w 13158799"/>
              <a:gd name="connsiteY26" fmla="*/ 9271550 h 9456078"/>
              <a:gd name="connsiteX27" fmla="*/ 1413052 w 13158799"/>
              <a:gd name="connsiteY27" fmla="*/ 9258342 h 9456078"/>
              <a:gd name="connsiteX28" fmla="*/ 1460000 w 13158799"/>
              <a:gd name="connsiteY28" fmla="*/ 9244693 h 9456078"/>
              <a:gd name="connsiteX29" fmla="*/ 1506799 w 13158799"/>
              <a:gd name="connsiteY29" fmla="*/ 9230604 h 9456078"/>
              <a:gd name="connsiteX30" fmla="*/ 1553445 w 13158799"/>
              <a:gd name="connsiteY30" fmla="*/ 9216076 h 9456078"/>
              <a:gd name="connsiteX31" fmla="*/ 1599935 w 13158799"/>
              <a:gd name="connsiteY31" fmla="*/ 9201111 h 9456078"/>
              <a:gd name="connsiteX32" fmla="*/ 1646267 w 13158799"/>
              <a:gd name="connsiteY32" fmla="*/ 9185710 h 9456078"/>
              <a:gd name="connsiteX33" fmla="*/ 1692437 w 13158799"/>
              <a:gd name="connsiteY33" fmla="*/ 9169876 h 9456078"/>
              <a:gd name="connsiteX34" fmla="*/ 1738442 w 13158799"/>
              <a:gd name="connsiteY34" fmla="*/ 9153608 h 9456078"/>
              <a:gd name="connsiteX35" fmla="*/ 1784280 w 13158799"/>
              <a:gd name="connsiteY35" fmla="*/ 9136910 h 9456078"/>
              <a:gd name="connsiteX36" fmla="*/ 1829947 w 13158799"/>
              <a:gd name="connsiteY36" fmla="*/ 9119782 h 9456078"/>
              <a:gd name="connsiteX37" fmla="*/ 1875440 w 13158799"/>
              <a:gd name="connsiteY37" fmla="*/ 9102226 h 9456078"/>
              <a:gd name="connsiteX38" fmla="*/ 1920756 w 13158799"/>
              <a:gd name="connsiteY38" fmla="*/ 9084243 h 9456078"/>
              <a:gd name="connsiteX39" fmla="*/ 1965893 w 13158799"/>
              <a:gd name="connsiteY39" fmla="*/ 9065835 h 9456078"/>
              <a:gd name="connsiteX40" fmla="*/ 2010847 w 13158799"/>
              <a:gd name="connsiteY40" fmla="*/ 9047004 h 9456078"/>
              <a:gd name="connsiteX41" fmla="*/ 2055615 w 13158799"/>
              <a:gd name="connsiteY41" fmla="*/ 9027750 h 9456078"/>
              <a:gd name="connsiteX42" fmla="*/ 2100195 w 13158799"/>
              <a:gd name="connsiteY42" fmla="*/ 9008075 h 9456078"/>
              <a:gd name="connsiteX43" fmla="*/ 2144582 w 13158799"/>
              <a:gd name="connsiteY43" fmla="*/ 8987981 h 9456078"/>
              <a:gd name="connsiteX44" fmla="*/ 2188775 w 13158799"/>
              <a:gd name="connsiteY44" fmla="*/ 8967470 h 9456078"/>
              <a:gd name="connsiteX45" fmla="*/ 2232770 w 13158799"/>
              <a:gd name="connsiteY45" fmla="*/ 8946542 h 9456078"/>
              <a:gd name="connsiteX46" fmla="*/ 2276564 w 13158799"/>
              <a:gd name="connsiteY46" fmla="*/ 8925199 h 9456078"/>
              <a:gd name="connsiteX47" fmla="*/ 2320154 w 13158799"/>
              <a:gd name="connsiteY47" fmla="*/ 8903443 h 9456078"/>
              <a:gd name="connsiteX48" fmla="*/ 2363538 w 13158799"/>
              <a:gd name="connsiteY48" fmla="*/ 8881275 h 9456078"/>
              <a:gd name="connsiteX49" fmla="*/ 2406711 w 13158799"/>
              <a:gd name="connsiteY49" fmla="*/ 8858697 h 9456078"/>
              <a:gd name="connsiteX50" fmla="*/ 2449672 w 13158799"/>
              <a:gd name="connsiteY50" fmla="*/ 8835710 h 9456078"/>
              <a:gd name="connsiteX51" fmla="*/ 2492417 w 13158799"/>
              <a:gd name="connsiteY51" fmla="*/ 8812316 h 9456078"/>
              <a:gd name="connsiteX52" fmla="*/ 2534943 w 13158799"/>
              <a:gd name="connsiteY52" fmla="*/ 8788516 h 9456078"/>
              <a:gd name="connsiteX53" fmla="*/ 2577247 w 13158799"/>
              <a:gd name="connsiteY53" fmla="*/ 8764311 h 9456078"/>
              <a:gd name="connsiteX54" fmla="*/ 2619326 w 13158799"/>
              <a:gd name="connsiteY54" fmla="*/ 8739704 h 9456078"/>
              <a:gd name="connsiteX55" fmla="*/ 2661177 w 13158799"/>
              <a:gd name="connsiteY55" fmla="*/ 8714695 h 9456078"/>
              <a:gd name="connsiteX56" fmla="*/ 2702797 w 13158799"/>
              <a:gd name="connsiteY56" fmla="*/ 8689286 h 9456078"/>
              <a:gd name="connsiteX57" fmla="*/ 2744183 w 13158799"/>
              <a:gd name="connsiteY57" fmla="*/ 8663479 h 9456078"/>
              <a:gd name="connsiteX58" fmla="*/ 2785333 w 13158799"/>
              <a:gd name="connsiteY58" fmla="*/ 8637274 h 9456078"/>
              <a:gd name="connsiteX59" fmla="*/ 2826242 w 13158799"/>
              <a:gd name="connsiteY59" fmla="*/ 8610675 h 9456078"/>
              <a:gd name="connsiteX60" fmla="*/ 2866908 w 13158799"/>
              <a:gd name="connsiteY60" fmla="*/ 8583681 h 9456078"/>
              <a:gd name="connsiteX61" fmla="*/ 2907329 w 13158799"/>
              <a:gd name="connsiteY61" fmla="*/ 8556295 h 9456078"/>
              <a:gd name="connsiteX62" fmla="*/ 2947500 w 13158799"/>
              <a:gd name="connsiteY62" fmla="*/ 8528517 h 9456078"/>
              <a:gd name="connsiteX63" fmla="*/ 2987419 w 13158799"/>
              <a:gd name="connsiteY63" fmla="*/ 8500351 h 9456078"/>
              <a:gd name="connsiteX64" fmla="*/ 3027083 w 13158799"/>
              <a:gd name="connsiteY64" fmla="*/ 8471796 h 9456078"/>
              <a:gd name="connsiteX65" fmla="*/ 3066489 w 13158799"/>
              <a:gd name="connsiteY65" fmla="*/ 8442854 h 9456078"/>
              <a:gd name="connsiteX66" fmla="*/ 3105634 w 13158799"/>
              <a:gd name="connsiteY66" fmla="*/ 8413528 h 9456078"/>
              <a:gd name="connsiteX67" fmla="*/ 3144515 w 13158799"/>
              <a:gd name="connsiteY67" fmla="*/ 8383818 h 9456078"/>
              <a:gd name="connsiteX68" fmla="*/ 3183129 w 13158799"/>
              <a:gd name="connsiteY68" fmla="*/ 8353726 h 9456078"/>
              <a:gd name="connsiteX69" fmla="*/ 3221473 w 13158799"/>
              <a:gd name="connsiteY69" fmla="*/ 8323253 h 9456078"/>
              <a:gd name="connsiteX70" fmla="*/ 3259544 w 13158799"/>
              <a:gd name="connsiteY70" fmla="*/ 8292401 h 9456078"/>
              <a:gd name="connsiteX71" fmla="*/ 3297339 w 13158799"/>
              <a:gd name="connsiteY71" fmla="*/ 8261172 h 9456078"/>
              <a:gd name="connsiteX72" fmla="*/ 3334854 w 13158799"/>
              <a:gd name="connsiteY72" fmla="*/ 8229566 h 9456078"/>
              <a:gd name="connsiteX73" fmla="*/ 3372087 w 13158799"/>
              <a:gd name="connsiteY73" fmla="*/ 8197585 h 9456078"/>
              <a:gd name="connsiteX74" fmla="*/ 3409035 w 13158799"/>
              <a:gd name="connsiteY74" fmla="*/ 8165232 h 9456078"/>
              <a:gd name="connsiteX75" fmla="*/ 3445695 w 13158799"/>
              <a:gd name="connsiteY75" fmla="*/ 8132507 h 9456078"/>
              <a:gd name="connsiteX76" fmla="*/ 3482064 w 13158799"/>
              <a:gd name="connsiteY76" fmla="*/ 8099411 h 9456078"/>
              <a:gd name="connsiteX77" fmla="*/ 3518139 w 13158799"/>
              <a:gd name="connsiteY77" fmla="*/ 8065947 h 9456078"/>
              <a:gd name="connsiteX78" fmla="*/ 3553916 w 13158799"/>
              <a:gd name="connsiteY78" fmla="*/ 8032115 h 9456078"/>
              <a:gd name="connsiteX79" fmla="*/ 3589393 w 13158799"/>
              <a:gd name="connsiteY79" fmla="*/ 7997918 h 9456078"/>
              <a:gd name="connsiteX80" fmla="*/ 3624567 w 13158799"/>
              <a:gd name="connsiteY80" fmla="*/ 7963356 h 9456078"/>
              <a:gd name="connsiteX81" fmla="*/ 3659435 w 13158799"/>
              <a:gd name="connsiteY81" fmla="*/ 7928432 h 9456078"/>
              <a:gd name="connsiteX82" fmla="*/ 3693994 w 13158799"/>
              <a:gd name="connsiteY82" fmla="*/ 7893146 h 9456078"/>
              <a:gd name="connsiteX83" fmla="*/ 3728240 w 13158799"/>
              <a:gd name="connsiteY83" fmla="*/ 7857501 h 9456078"/>
              <a:gd name="connsiteX84" fmla="*/ 3762171 w 13158799"/>
              <a:gd name="connsiteY84" fmla="*/ 7821497 h 9456078"/>
              <a:gd name="connsiteX85" fmla="*/ 3795783 w 13158799"/>
              <a:gd name="connsiteY85" fmla="*/ 7785136 h 9456078"/>
              <a:gd name="connsiteX86" fmla="*/ 3829075 w 13158799"/>
              <a:gd name="connsiteY86" fmla="*/ 7748420 h 9456078"/>
              <a:gd name="connsiteX87" fmla="*/ 3862042 w 13158799"/>
              <a:gd name="connsiteY87" fmla="*/ 7711350 h 9456078"/>
              <a:gd name="connsiteX88" fmla="*/ 3894682 w 13158799"/>
              <a:gd name="connsiteY88" fmla="*/ 7673928 h 9456078"/>
              <a:gd name="connsiteX89" fmla="*/ 3926991 w 13158799"/>
              <a:gd name="connsiteY89" fmla="*/ 7636155 h 9456078"/>
              <a:gd name="connsiteX90" fmla="*/ 3958967 w 13158799"/>
              <a:gd name="connsiteY90" fmla="*/ 7598032 h 9456078"/>
              <a:gd name="connsiteX91" fmla="*/ 3990607 w 13158799"/>
              <a:gd name="connsiteY91" fmla="*/ 7559561 h 9456078"/>
              <a:gd name="connsiteX92" fmla="*/ 4021907 w 13158799"/>
              <a:gd name="connsiteY92" fmla="*/ 7520744 h 9456078"/>
              <a:gd name="connsiteX93" fmla="*/ 4052865 w 13158799"/>
              <a:gd name="connsiteY93" fmla="*/ 7481582 h 9456078"/>
              <a:gd name="connsiteX94" fmla="*/ 4083478 w 13158799"/>
              <a:gd name="connsiteY94" fmla="*/ 7442077 h 9456078"/>
              <a:gd name="connsiteX95" fmla="*/ 8022311 w 13158799"/>
              <a:gd name="connsiteY95" fmla="*/ 2307814 h 9456078"/>
              <a:gd name="connsiteX96" fmla="*/ 8052902 w 13158799"/>
              <a:gd name="connsiteY96" fmla="*/ 2268285 h 9456078"/>
              <a:gd name="connsiteX97" fmla="*/ 8083796 w 13158799"/>
              <a:gd name="connsiteY97" fmla="*/ 2229056 h 9456078"/>
              <a:gd name="connsiteX98" fmla="*/ 8114989 w 13158799"/>
              <a:gd name="connsiteY98" fmla="*/ 2190127 h 9456078"/>
              <a:gd name="connsiteX99" fmla="*/ 8146479 w 13158799"/>
              <a:gd name="connsiteY99" fmla="*/ 2151500 h 9456078"/>
              <a:gd name="connsiteX100" fmla="*/ 8178264 w 13158799"/>
              <a:gd name="connsiteY100" fmla="*/ 2113176 h 9456078"/>
              <a:gd name="connsiteX101" fmla="*/ 8210341 w 13158799"/>
              <a:gd name="connsiteY101" fmla="*/ 2075157 h 9456078"/>
              <a:gd name="connsiteX102" fmla="*/ 8242709 w 13158799"/>
              <a:gd name="connsiteY102" fmla="*/ 2037442 h 9456078"/>
              <a:gd name="connsiteX103" fmla="*/ 8275365 w 13158799"/>
              <a:gd name="connsiteY103" fmla="*/ 2000034 h 9456078"/>
              <a:gd name="connsiteX104" fmla="*/ 8308307 w 13158799"/>
              <a:gd name="connsiteY104" fmla="*/ 1962934 h 9456078"/>
              <a:gd name="connsiteX105" fmla="*/ 8341532 w 13158799"/>
              <a:gd name="connsiteY105" fmla="*/ 1926142 h 9456078"/>
              <a:gd name="connsiteX106" fmla="*/ 8375038 w 13158799"/>
              <a:gd name="connsiteY106" fmla="*/ 1889660 h 9456078"/>
              <a:gd name="connsiteX107" fmla="*/ 8408823 w 13158799"/>
              <a:gd name="connsiteY107" fmla="*/ 1853489 h 9456078"/>
              <a:gd name="connsiteX108" fmla="*/ 8442885 w 13158799"/>
              <a:gd name="connsiteY108" fmla="*/ 1817630 h 9456078"/>
              <a:gd name="connsiteX109" fmla="*/ 8477221 w 13158799"/>
              <a:gd name="connsiteY109" fmla="*/ 1782084 h 9456078"/>
              <a:gd name="connsiteX110" fmla="*/ 8511829 w 13158799"/>
              <a:gd name="connsiteY110" fmla="*/ 1746853 h 9456078"/>
              <a:gd name="connsiteX111" fmla="*/ 8546706 w 13158799"/>
              <a:gd name="connsiteY111" fmla="*/ 1711937 h 9456078"/>
              <a:gd name="connsiteX112" fmla="*/ 8581851 w 13158799"/>
              <a:gd name="connsiteY112" fmla="*/ 1677337 h 9456078"/>
              <a:gd name="connsiteX113" fmla="*/ 8617261 w 13158799"/>
              <a:gd name="connsiteY113" fmla="*/ 1643056 h 9456078"/>
              <a:gd name="connsiteX114" fmla="*/ 8652934 w 13158799"/>
              <a:gd name="connsiteY114" fmla="*/ 1609093 h 9456078"/>
              <a:gd name="connsiteX115" fmla="*/ 8688867 w 13158799"/>
              <a:gd name="connsiteY115" fmla="*/ 1575450 h 9456078"/>
              <a:gd name="connsiteX116" fmla="*/ 8725058 w 13158799"/>
              <a:gd name="connsiteY116" fmla="*/ 1542128 h 9456078"/>
              <a:gd name="connsiteX117" fmla="*/ 8761506 w 13158799"/>
              <a:gd name="connsiteY117" fmla="*/ 1509129 h 9456078"/>
              <a:gd name="connsiteX118" fmla="*/ 8798207 w 13158799"/>
              <a:gd name="connsiteY118" fmla="*/ 1476452 h 9456078"/>
              <a:gd name="connsiteX119" fmla="*/ 8835159 w 13158799"/>
              <a:gd name="connsiteY119" fmla="*/ 1444101 h 9456078"/>
              <a:gd name="connsiteX120" fmla="*/ 8872360 w 13158799"/>
              <a:gd name="connsiteY120" fmla="*/ 1412075 h 9456078"/>
              <a:gd name="connsiteX121" fmla="*/ 8909808 w 13158799"/>
              <a:gd name="connsiteY121" fmla="*/ 1380375 h 9456078"/>
              <a:gd name="connsiteX122" fmla="*/ 8947501 w 13158799"/>
              <a:gd name="connsiteY122" fmla="*/ 1349004 h 9456078"/>
              <a:gd name="connsiteX123" fmla="*/ 8985435 w 13158799"/>
              <a:gd name="connsiteY123" fmla="*/ 1317962 h 9456078"/>
              <a:gd name="connsiteX124" fmla="*/ 9023610 w 13158799"/>
              <a:gd name="connsiteY124" fmla="*/ 1287250 h 9456078"/>
              <a:gd name="connsiteX125" fmla="*/ 9062022 w 13158799"/>
              <a:gd name="connsiteY125" fmla="*/ 1256869 h 9456078"/>
              <a:gd name="connsiteX126" fmla="*/ 9100669 w 13158799"/>
              <a:gd name="connsiteY126" fmla="*/ 1226820 h 9456078"/>
              <a:gd name="connsiteX127" fmla="*/ 9139549 w 13158799"/>
              <a:gd name="connsiteY127" fmla="*/ 1197105 h 9456078"/>
              <a:gd name="connsiteX128" fmla="*/ 9178660 w 13158799"/>
              <a:gd name="connsiteY128" fmla="*/ 1167725 h 9456078"/>
              <a:gd name="connsiteX129" fmla="*/ 9217999 w 13158799"/>
              <a:gd name="connsiteY129" fmla="*/ 1138681 h 9456078"/>
              <a:gd name="connsiteX130" fmla="*/ 9257564 w 13158799"/>
              <a:gd name="connsiteY130" fmla="*/ 1109974 h 9456078"/>
              <a:gd name="connsiteX131" fmla="*/ 9297353 w 13158799"/>
              <a:gd name="connsiteY131" fmla="*/ 1081604 h 9456078"/>
              <a:gd name="connsiteX132" fmla="*/ 9337364 w 13158799"/>
              <a:gd name="connsiteY132" fmla="*/ 1053574 h 9456078"/>
              <a:gd name="connsiteX133" fmla="*/ 9377594 w 13158799"/>
              <a:gd name="connsiteY133" fmla="*/ 1025884 h 9456078"/>
              <a:gd name="connsiteX134" fmla="*/ 9418040 w 13158799"/>
              <a:gd name="connsiteY134" fmla="*/ 998536 h 9456078"/>
              <a:gd name="connsiteX135" fmla="*/ 9458702 w 13158799"/>
              <a:gd name="connsiteY135" fmla="*/ 971530 h 9456078"/>
              <a:gd name="connsiteX136" fmla="*/ 9499575 w 13158799"/>
              <a:gd name="connsiteY136" fmla="*/ 944868 h 9456078"/>
              <a:gd name="connsiteX137" fmla="*/ 9540659 w 13158799"/>
              <a:gd name="connsiteY137" fmla="*/ 918551 h 9456078"/>
              <a:gd name="connsiteX138" fmla="*/ 9581950 w 13158799"/>
              <a:gd name="connsiteY138" fmla="*/ 892580 h 9456078"/>
              <a:gd name="connsiteX139" fmla="*/ 9623447 w 13158799"/>
              <a:gd name="connsiteY139" fmla="*/ 866956 h 9456078"/>
              <a:gd name="connsiteX140" fmla="*/ 9665147 w 13158799"/>
              <a:gd name="connsiteY140" fmla="*/ 841681 h 9456078"/>
              <a:gd name="connsiteX141" fmla="*/ 9707048 w 13158799"/>
              <a:gd name="connsiteY141" fmla="*/ 816754 h 9456078"/>
              <a:gd name="connsiteX142" fmla="*/ 9749147 w 13158799"/>
              <a:gd name="connsiteY142" fmla="*/ 792179 h 9456078"/>
              <a:gd name="connsiteX143" fmla="*/ 9791443 w 13158799"/>
              <a:gd name="connsiteY143" fmla="*/ 767955 h 9456078"/>
              <a:gd name="connsiteX144" fmla="*/ 9833932 w 13158799"/>
              <a:gd name="connsiteY144" fmla="*/ 744083 h 9456078"/>
              <a:gd name="connsiteX145" fmla="*/ 9876613 w 13158799"/>
              <a:gd name="connsiteY145" fmla="*/ 720566 h 9456078"/>
              <a:gd name="connsiteX146" fmla="*/ 9919484 w 13158799"/>
              <a:gd name="connsiteY146" fmla="*/ 697404 h 9456078"/>
              <a:gd name="connsiteX147" fmla="*/ 9962542 w 13158799"/>
              <a:gd name="connsiteY147" fmla="*/ 674598 h 9456078"/>
              <a:gd name="connsiteX148" fmla="*/ 10005784 w 13158799"/>
              <a:gd name="connsiteY148" fmla="*/ 652149 h 9456078"/>
              <a:gd name="connsiteX149" fmla="*/ 10049209 w 13158799"/>
              <a:gd name="connsiteY149" fmla="*/ 630059 h 9456078"/>
              <a:gd name="connsiteX150" fmla="*/ 10092814 w 13158799"/>
              <a:gd name="connsiteY150" fmla="*/ 608328 h 9456078"/>
              <a:gd name="connsiteX151" fmla="*/ 10136597 w 13158799"/>
              <a:gd name="connsiteY151" fmla="*/ 586958 h 9456078"/>
              <a:gd name="connsiteX152" fmla="*/ 10180556 w 13158799"/>
              <a:gd name="connsiteY152" fmla="*/ 565950 h 9456078"/>
              <a:gd name="connsiteX153" fmla="*/ 10224688 w 13158799"/>
              <a:gd name="connsiteY153" fmla="*/ 545304 h 9456078"/>
              <a:gd name="connsiteX154" fmla="*/ 10268991 w 13158799"/>
              <a:gd name="connsiteY154" fmla="*/ 525023 h 9456078"/>
              <a:gd name="connsiteX155" fmla="*/ 10313463 w 13158799"/>
              <a:gd name="connsiteY155" fmla="*/ 505107 h 9456078"/>
              <a:gd name="connsiteX156" fmla="*/ 10358101 w 13158799"/>
              <a:gd name="connsiteY156" fmla="*/ 485558 h 9456078"/>
              <a:gd name="connsiteX157" fmla="*/ 10402903 w 13158799"/>
              <a:gd name="connsiteY157" fmla="*/ 466376 h 9456078"/>
              <a:gd name="connsiteX158" fmla="*/ 10447868 w 13158799"/>
              <a:gd name="connsiteY158" fmla="*/ 447563 h 9456078"/>
              <a:gd name="connsiteX159" fmla="*/ 10492991 w 13158799"/>
              <a:gd name="connsiteY159" fmla="*/ 429119 h 9456078"/>
              <a:gd name="connsiteX160" fmla="*/ 10538272 w 13158799"/>
              <a:gd name="connsiteY160" fmla="*/ 411046 h 9456078"/>
              <a:gd name="connsiteX161" fmla="*/ 10583708 w 13158799"/>
              <a:gd name="connsiteY161" fmla="*/ 393346 h 9456078"/>
              <a:gd name="connsiteX162" fmla="*/ 10629297 w 13158799"/>
              <a:gd name="connsiteY162" fmla="*/ 376018 h 9456078"/>
              <a:gd name="connsiteX163" fmla="*/ 10675036 w 13158799"/>
              <a:gd name="connsiteY163" fmla="*/ 359065 h 9456078"/>
              <a:gd name="connsiteX164" fmla="*/ 10720923 w 13158799"/>
              <a:gd name="connsiteY164" fmla="*/ 342487 h 9456078"/>
              <a:gd name="connsiteX165" fmla="*/ 10766956 w 13158799"/>
              <a:gd name="connsiteY165" fmla="*/ 326286 h 9456078"/>
              <a:gd name="connsiteX166" fmla="*/ 10813132 w 13158799"/>
              <a:gd name="connsiteY166" fmla="*/ 310462 h 9456078"/>
              <a:gd name="connsiteX167" fmla="*/ 10859450 w 13158799"/>
              <a:gd name="connsiteY167" fmla="*/ 295018 h 9456078"/>
              <a:gd name="connsiteX168" fmla="*/ 10905907 w 13158799"/>
              <a:gd name="connsiteY168" fmla="*/ 279953 h 9456078"/>
              <a:gd name="connsiteX169" fmla="*/ 10952500 w 13158799"/>
              <a:gd name="connsiteY169" fmla="*/ 265269 h 9456078"/>
              <a:gd name="connsiteX170" fmla="*/ 10999227 w 13158799"/>
              <a:gd name="connsiteY170" fmla="*/ 250968 h 9456078"/>
              <a:gd name="connsiteX171" fmla="*/ 11046087 w 13158799"/>
              <a:gd name="connsiteY171" fmla="*/ 237049 h 9456078"/>
              <a:gd name="connsiteX172" fmla="*/ 11093076 w 13158799"/>
              <a:gd name="connsiteY172" fmla="*/ 223516 h 9456078"/>
              <a:gd name="connsiteX173" fmla="*/ 11140193 w 13158799"/>
              <a:gd name="connsiteY173" fmla="*/ 210368 h 9456078"/>
              <a:gd name="connsiteX174" fmla="*/ 11187434 w 13158799"/>
              <a:gd name="connsiteY174" fmla="*/ 197606 h 9456078"/>
              <a:gd name="connsiteX175" fmla="*/ 11234799 w 13158799"/>
              <a:gd name="connsiteY175" fmla="*/ 185233 h 9456078"/>
              <a:gd name="connsiteX176" fmla="*/ 11282284 w 13158799"/>
              <a:gd name="connsiteY176" fmla="*/ 173248 h 9456078"/>
              <a:gd name="connsiteX177" fmla="*/ 11329888 w 13158799"/>
              <a:gd name="connsiteY177" fmla="*/ 161654 h 9456078"/>
              <a:gd name="connsiteX178" fmla="*/ 11377607 w 13158799"/>
              <a:gd name="connsiteY178" fmla="*/ 150451 h 9456078"/>
              <a:gd name="connsiteX179" fmla="*/ 11425440 w 13158799"/>
              <a:gd name="connsiteY179" fmla="*/ 139640 h 9456078"/>
              <a:gd name="connsiteX180" fmla="*/ 11473385 w 13158799"/>
              <a:gd name="connsiteY180" fmla="*/ 129223 h 9456078"/>
              <a:gd name="connsiteX181" fmla="*/ 11521439 w 13158799"/>
              <a:gd name="connsiteY181" fmla="*/ 119201 h 9456078"/>
              <a:gd name="connsiteX182" fmla="*/ 11569599 w 13158799"/>
              <a:gd name="connsiteY182" fmla="*/ 109574 h 9456078"/>
              <a:gd name="connsiteX183" fmla="*/ 11617864 w 13158799"/>
              <a:gd name="connsiteY183" fmla="*/ 100344 h 9456078"/>
              <a:gd name="connsiteX184" fmla="*/ 11666231 w 13158799"/>
              <a:gd name="connsiteY184" fmla="*/ 91512 h 9456078"/>
              <a:gd name="connsiteX185" fmla="*/ 11714698 w 13158799"/>
              <a:gd name="connsiteY185" fmla="*/ 83080 h 9456078"/>
              <a:gd name="connsiteX186" fmla="*/ 11763263 w 13158799"/>
              <a:gd name="connsiteY186" fmla="*/ 75047 h 9456078"/>
              <a:gd name="connsiteX187" fmla="*/ 11811923 w 13158799"/>
              <a:gd name="connsiteY187" fmla="*/ 67417 h 9456078"/>
              <a:gd name="connsiteX188" fmla="*/ 11860676 w 13158799"/>
              <a:gd name="connsiteY188" fmla="*/ 60188 h 9456078"/>
              <a:gd name="connsiteX189" fmla="*/ 11909519 w 13158799"/>
              <a:gd name="connsiteY189" fmla="*/ 53364 h 9456078"/>
              <a:gd name="connsiteX190" fmla="*/ 11958451 w 13158799"/>
              <a:gd name="connsiteY190" fmla="*/ 46944 h 9456078"/>
              <a:gd name="connsiteX191" fmla="*/ 12007470 w 13158799"/>
              <a:gd name="connsiteY191" fmla="*/ 40931 h 9456078"/>
              <a:gd name="connsiteX192" fmla="*/ 12056572 w 13158799"/>
              <a:gd name="connsiteY192" fmla="*/ 35324 h 9456078"/>
              <a:gd name="connsiteX193" fmla="*/ 12105756 w 13158799"/>
              <a:gd name="connsiteY193" fmla="*/ 30126 h 9456078"/>
              <a:gd name="connsiteX194" fmla="*/ 12155019 w 13158799"/>
              <a:gd name="connsiteY194" fmla="*/ 25337 h 9456078"/>
              <a:gd name="connsiteX195" fmla="*/ 12204359 w 13158799"/>
              <a:gd name="connsiteY195" fmla="*/ 20958 h 9456078"/>
              <a:gd name="connsiteX196" fmla="*/ 12253773 w 13158799"/>
              <a:gd name="connsiteY196" fmla="*/ 16991 h 9456078"/>
              <a:gd name="connsiteX197" fmla="*/ 12303260 w 13158799"/>
              <a:gd name="connsiteY197" fmla="*/ 13437 h 9456078"/>
              <a:gd name="connsiteX198" fmla="*/ 12352818 w 13158799"/>
              <a:gd name="connsiteY198" fmla="*/ 10297 h 9456078"/>
              <a:gd name="connsiteX199" fmla="*/ 12402443 w 13158799"/>
              <a:gd name="connsiteY199" fmla="*/ 7572 h 9456078"/>
              <a:gd name="connsiteX200" fmla="*/ 12452133 w 13158799"/>
              <a:gd name="connsiteY200" fmla="*/ 5263 h 9456078"/>
              <a:gd name="connsiteX201" fmla="*/ 12501887 w 13158799"/>
              <a:gd name="connsiteY201" fmla="*/ 3371 h 9456078"/>
              <a:gd name="connsiteX202" fmla="*/ 12551701 w 13158799"/>
              <a:gd name="connsiteY202" fmla="*/ 1898 h 9456078"/>
              <a:gd name="connsiteX203" fmla="*/ 12601574 w 13158799"/>
              <a:gd name="connsiteY203" fmla="*/ 844 h 9456078"/>
              <a:gd name="connsiteX204" fmla="*/ 12651504 w 13158799"/>
              <a:gd name="connsiteY204" fmla="*/ 211 h 9456078"/>
              <a:gd name="connsiteX205" fmla="*/ 12701487 w 13158799"/>
              <a:gd name="connsiteY205" fmla="*/ 0 h 9456078"/>
              <a:gd name="connsiteX206" fmla="*/ 13158798 w 13158799"/>
              <a:gd name="connsiteY206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76172 w 13158797"/>
              <a:gd name="connsiteY22" fmla="*/ 9319936 h 9456078"/>
              <a:gd name="connsiteX23" fmla="*/ 1223823 w 13158797"/>
              <a:gd name="connsiteY23" fmla="*/ 9308509 h 9456078"/>
              <a:gd name="connsiteX24" fmla="*/ 1271339 w 13158797"/>
              <a:gd name="connsiteY24" fmla="*/ 9296635 h 9456078"/>
              <a:gd name="connsiteX25" fmla="*/ 1318719 w 13158797"/>
              <a:gd name="connsiteY25" fmla="*/ 9284315 h 9456078"/>
              <a:gd name="connsiteX26" fmla="*/ 1365957 w 13158797"/>
              <a:gd name="connsiteY26" fmla="*/ 9271550 h 9456078"/>
              <a:gd name="connsiteX27" fmla="*/ 1413052 w 13158797"/>
              <a:gd name="connsiteY27" fmla="*/ 9258342 h 9456078"/>
              <a:gd name="connsiteX28" fmla="*/ 1460000 w 13158797"/>
              <a:gd name="connsiteY28" fmla="*/ 9244693 h 9456078"/>
              <a:gd name="connsiteX29" fmla="*/ 1506799 w 13158797"/>
              <a:gd name="connsiteY29" fmla="*/ 9230604 h 9456078"/>
              <a:gd name="connsiteX30" fmla="*/ 1553445 w 13158797"/>
              <a:gd name="connsiteY30" fmla="*/ 9216076 h 9456078"/>
              <a:gd name="connsiteX31" fmla="*/ 1599935 w 13158797"/>
              <a:gd name="connsiteY31" fmla="*/ 9201111 h 9456078"/>
              <a:gd name="connsiteX32" fmla="*/ 1646267 w 13158797"/>
              <a:gd name="connsiteY32" fmla="*/ 9185710 h 9456078"/>
              <a:gd name="connsiteX33" fmla="*/ 1692437 w 13158797"/>
              <a:gd name="connsiteY33" fmla="*/ 9169876 h 9456078"/>
              <a:gd name="connsiteX34" fmla="*/ 1738442 w 13158797"/>
              <a:gd name="connsiteY34" fmla="*/ 9153608 h 9456078"/>
              <a:gd name="connsiteX35" fmla="*/ 1784280 w 13158797"/>
              <a:gd name="connsiteY35" fmla="*/ 9136910 h 9456078"/>
              <a:gd name="connsiteX36" fmla="*/ 1829947 w 13158797"/>
              <a:gd name="connsiteY36" fmla="*/ 9119782 h 9456078"/>
              <a:gd name="connsiteX37" fmla="*/ 1875440 w 13158797"/>
              <a:gd name="connsiteY37" fmla="*/ 9102226 h 9456078"/>
              <a:gd name="connsiteX38" fmla="*/ 1920756 w 13158797"/>
              <a:gd name="connsiteY38" fmla="*/ 9084243 h 9456078"/>
              <a:gd name="connsiteX39" fmla="*/ 1965893 w 13158797"/>
              <a:gd name="connsiteY39" fmla="*/ 9065835 h 9456078"/>
              <a:gd name="connsiteX40" fmla="*/ 2055615 w 13158797"/>
              <a:gd name="connsiteY40" fmla="*/ 9027750 h 9456078"/>
              <a:gd name="connsiteX41" fmla="*/ 2100195 w 13158797"/>
              <a:gd name="connsiteY41" fmla="*/ 9008075 h 9456078"/>
              <a:gd name="connsiteX42" fmla="*/ 2144582 w 13158797"/>
              <a:gd name="connsiteY42" fmla="*/ 8987981 h 9456078"/>
              <a:gd name="connsiteX43" fmla="*/ 2188775 w 13158797"/>
              <a:gd name="connsiteY43" fmla="*/ 8967470 h 9456078"/>
              <a:gd name="connsiteX44" fmla="*/ 2232770 w 13158797"/>
              <a:gd name="connsiteY44" fmla="*/ 8946542 h 9456078"/>
              <a:gd name="connsiteX45" fmla="*/ 2276564 w 13158797"/>
              <a:gd name="connsiteY45" fmla="*/ 8925199 h 9456078"/>
              <a:gd name="connsiteX46" fmla="*/ 2320154 w 13158797"/>
              <a:gd name="connsiteY46" fmla="*/ 8903443 h 9456078"/>
              <a:gd name="connsiteX47" fmla="*/ 2363538 w 13158797"/>
              <a:gd name="connsiteY47" fmla="*/ 8881275 h 9456078"/>
              <a:gd name="connsiteX48" fmla="*/ 2406711 w 13158797"/>
              <a:gd name="connsiteY48" fmla="*/ 8858697 h 9456078"/>
              <a:gd name="connsiteX49" fmla="*/ 2449672 w 13158797"/>
              <a:gd name="connsiteY49" fmla="*/ 8835710 h 9456078"/>
              <a:gd name="connsiteX50" fmla="*/ 2492417 w 13158797"/>
              <a:gd name="connsiteY50" fmla="*/ 8812316 h 9456078"/>
              <a:gd name="connsiteX51" fmla="*/ 2534943 w 13158797"/>
              <a:gd name="connsiteY51" fmla="*/ 8788516 h 9456078"/>
              <a:gd name="connsiteX52" fmla="*/ 2577247 w 13158797"/>
              <a:gd name="connsiteY52" fmla="*/ 8764311 h 9456078"/>
              <a:gd name="connsiteX53" fmla="*/ 2619326 w 13158797"/>
              <a:gd name="connsiteY53" fmla="*/ 8739704 h 9456078"/>
              <a:gd name="connsiteX54" fmla="*/ 2661177 w 13158797"/>
              <a:gd name="connsiteY54" fmla="*/ 8714695 h 9456078"/>
              <a:gd name="connsiteX55" fmla="*/ 2702797 w 13158797"/>
              <a:gd name="connsiteY55" fmla="*/ 8689286 h 9456078"/>
              <a:gd name="connsiteX56" fmla="*/ 2744183 w 13158797"/>
              <a:gd name="connsiteY56" fmla="*/ 8663479 h 9456078"/>
              <a:gd name="connsiteX57" fmla="*/ 2785333 w 13158797"/>
              <a:gd name="connsiteY57" fmla="*/ 8637274 h 9456078"/>
              <a:gd name="connsiteX58" fmla="*/ 2826242 w 13158797"/>
              <a:gd name="connsiteY58" fmla="*/ 8610675 h 9456078"/>
              <a:gd name="connsiteX59" fmla="*/ 2866908 w 13158797"/>
              <a:gd name="connsiteY59" fmla="*/ 8583681 h 9456078"/>
              <a:gd name="connsiteX60" fmla="*/ 2907329 w 13158797"/>
              <a:gd name="connsiteY60" fmla="*/ 8556295 h 9456078"/>
              <a:gd name="connsiteX61" fmla="*/ 2947500 w 13158797"/>
              <a:gd name="connsiteY61" fmla="*/ 8528517 h 9456078"/>
              <a:gd name="connsiteX62" fmla="*/ 2987419 w 13158797"/>
              <a:gd name="connsiteY62" fmla="*/ 8500351 h 9456078"/>
              <a:gd name="connsiteX63" fmla="*/ 3027083 w 13158797"/>
              <a:gd name="connsiteY63" fmla="*/ 8471796 h 9456078"/>
              <a:gd name="connsiteX64" fmla="*/ 3066489 w 13158797"/>
              <a:gd name="connsiteY64" fmla="*/ 8442854 h 9456078"/>
              <a:gd name="connsiteX65" fmla="*/ 3105634 w 13158797"/>
              <a:gd name="connsiteY65" fmla="*/ 8413528 h 9456078"/>
              <a:gd name="connsiteX66" fmla="*/ 3144515 w 13158797"/>
              <a:gd name="connsiteY66" fmla="*/ 8383818 h 9456078"/>
              <a:gd name="connsiteX67" fmla="*/ 3183129 w 13158797"/>
              <a:gd name="connsiteY67" fmla="*/ 8353726 h 9456078"/>
              <a:gd name="connsiteX68" fmla="*/ 3221473 w 13158797"/>
              <a:gd name="connsiteY68" fmla="*/ 8323253 h 9456078"/>
              <a:gd name="connsiteX69" fmla="*/ 3259544 w 13158797"/>
              <a:gd name="connsiteY69" fmla="*/ 8292401 h 9456078"/>
              <a:gd name="connsiteX70" fmla="*/ 3297339 w 13158797"/>
              <a:gd name="connsiteY70" fmla="*/ 8261172 h 9456078"/>
              <a:gd name="connsiteX71" fmla="*/ 3334854 w 13158797"/>
              <a:gd name="connsiteY71" fmla="*/ 8229566 h 9456078"/>
              <a:gd name="connsiteX72" fmla="*/ 3372087 w 13158797"/>
              <a:gd name="connsiteY72" fmla="*/ 8197585 h 9456078"/>
              <a:gd name="connsiteX73" fmla="*/ 3409035 w 13158797"/>
              <a:gd name="connsiteY73" fmla="*/ 8165232 h 9456078"/>
              <a:gd name="connsiteX74" fmla="*/ 3445695 w 13158797"/>
              <a:gd name="connsiteY74" fmla="*/ 8132507 h 9456078"/>
              <a:gd name="connsiteX75" fmla="*/ 3482064 w 13158797"/>
              <a:gd name="connsiteY75" fmla="*/ 8099411 h 9456078"/>
              <a:gd name="connsiteX76" fmla="*/ 3518139 w 13158797"/>
              <a:gd name="connsiteY76" fmla="*/ 8065947 h 9456078"/>
              <a:gd name="connsiteX77" fmla="*/ 3553916 w 13158797"/>
              <a:gd name="connsiteY77" fmla="*/ 8032115 h 9456078"/>
              <a:gd name="connsiteX78" fmla="*/ 3589393 w 13158797"/>
              <a:gd name="connsiteY78" fmla="*/ 7997918 h 9456078"/>
              <a:gd name="connsiteX79" fmla="*/ 3624567 w 13158797"/>
              <a:gd name="connsiteY79" fmla="*/ 7963356 h 9456078"/>
              <a:gd name="connsiteX80" fmla="*/ 3659435 w 13158797"/>
              <a:gd name="connsiteY80" fmla="*/ 7928432 h 9456078"/>
              <a:gd name="connsiteX81" fmla="*/ 3693994 w 13158797"/>
              <a:gd name="connsiteY81" fmla="*/ 7893146 h 9456078"/>
              <a:gd name="connsiteX82" fmla="*/ 3728240 w 13158797"/>
              <a:gd name="connsiteY82" fmla="*/ 7857501 h 9456078"/>
              <a:gd name="connsiteX83" fmla="*/ 3762171 w 13158797"/>
              <a:gd name="connsiteY83" fmla="*/ 7821497 h 9456078"/>
              <a:gd name="connsiteX84" fmla="*/ 3795783 w 13158797"/>
              <a:gd name="connsiteY84" fmla="*/ 7785136 h 9456078"/>
              <a:gd name="connsiteX85" fmla="*/ 3829075 w 13158797"/>
              <a:gd name="connsiteY85" fmla="*/ 7748420 h 9456078"/>
              <a:gd name="connsiteX86" fmla="*/ 3862042 w 13158797"/>
              <a:gd name="connsiteY86" fmla="*/ 7711350 h 9456078"/>
              <a:gd name="connsiteX87" fmla="*/ 3894682 w 13158797"/>
              <a:gd name="connsiteY87" fmla="*/ 7673928 h 9456078"/>
              <a:gd name="connsiteX88" fmla="*/ 3926991 w 13158797"/>
              <a:gd name="connsiteY88" fmla="*/ 7636155 h 9456078"/>
              <a:gd name="connsiteX89" fmla="*/ 3958967 w 13158797"/>
              <a:gd name="connsiteY89" fmla="*/ 7598032 h 9456078"/>
              <a:gd name="connsiteX90" fmla="*/ 3990607 w 13158797"/>
              <a:gd name="connsiteY90" fmla="*/ 7559561 h 9456078"/>
              <a:gd name="connsiteX91" fmla="*/ 4021907 w 13158797"/>
              <a:gd name="connsiteY91" fmla="*/ 7520744 h 9456078"/>
              <a:gd name="connsiteX92" fmla="*/ 4052865 w 13158797"/>
              <a:gd name="connsiteY92" fmla="*/ 7481582 h 9456078"/>
              <a:gd name="connsiteX93" fmla="*/ 4083478 w 13158797"/>
              <a:gd name="connsiteY93" fmla="*/ 7442077 h 9456078"/>
              <a:gd name="connsiteX94" fmla="*/ 8022311 w 13158797"/>
              <a:gd name="connsiteY94" fmla="*/ 2307814 h 9456078"/>
              <a:gd name="connsiteX95" fmla="*/ 8052902 w 13158797"/>
              <a:gd name="connsiteY95" fmla="*/ 2268285 h 9456078"/>
              <a:gd name="connsiteX96" fmla="*/ 8083796 w 13158797"/>
              <a:gd name="connsiteY96" fmla="*/ 2229056 h 9456078"/>
              <a:gd name="connsiteX97" fmla="*/ 8114989 w 13158797"/>
              <a:gd name="connsiteY97" fmla="*/ 2190127 h 9456078"/>
              <a:gd name="connsiteX98" fmla="*/ 8146479 w 13158797"/>
              <a:gd name="connsiteY98" fmla="*/ 2151500 h 9456078"/>
              <a:gd name="connsiteX99" fmla="*/ 8178264 w 13158797"/>
              <a:gd name="connsiteY99" fmla="*/ 2113176 h 9456078"/>
              <a:gd name="connsiteX100" fmla="*/ 8210341 w 13158797"/>
              <a:gd name="connsiteY100" fmla="*/ 2075157 h 9456078"/>
              <a:gd name="connsiteX101" fmla="*/ 8242709 w 13158797"/>
              <a:gd name="connsiteY101" fmla="*/ 2037442 h 9456078"/>
              <a:gd name="connsiteX102" fmla="*/ 8275365 w 13158797"/>
              <a:gd name="connsiteY102" fmla="*/ 2000034 h 9456078"/>
              <a:gd name="connsiteX103" fmla="*/ 8308307 w 13158797"/>
              <a:gd name="connsiteY103" fmla="*/ 1962934 h 9456078"/>
              <a:gd name="connsiteX104" fmla="*/ 8341532 w 13158797"/>
              <a:gd name="connsiteY104" fmla="*/ 1926142 h 9456078"/>
              <a:gd name="connsiteX105" fmla="*/ 8375038 w 13158797"/>
              <a:gd name="connsiteY105" fmla="*/ 1889660 h 9456078"/>
              <a:gd name="connsiteX106" fmla="*/ 8408823 w 13158797"/>
              <a:gd name="connsiteY106" fmla="*/ 1853489 h 9456078"/>
              <a:gd name="connsiteX107" fmla="*/ 8442885 w 13158797"/>
              <a:gd name="connsiteY107" fmla="*/ 1817630 h 9456078"/>
              <a:gd name="connsiteX108" fmla="*/ 8477221 w 13158797"/>
              <a:gd name="connsiteY108" fmla="*/ 1782084 h 9456078"/>
              <a:gd name="connsiteX109" fmla="*/ 8511829 w 13158797"/>
              <a:gd name="connsiteY109" fmla="*/ 1746853 h 9456078"/>
              <a:gd name="connsiteX110" fmla="*/ 8546706 w 13158797"/>
              <a:gd name="connsiteY110" fmla="*/ 1711937 h 9456078"/>
              <a:gd name="connsiteX111" fmla="*/ 8581851 w 13158797"/>
              <a:gd name="connsiteY111" fmla="*/ 1677337 h 9456078"/>
              <a:gd name="connsiteX112" fmla="*/ 8617261 w 13158797"/>
              <a:gd name="connsiteY112" fmla="*/ 1643056 h 9456078"/>
              <a:gd name="connsiteX113" fmla="*/ 8652934 w 13158797"/>
              <a:gd name="connsiteY113" fmla="*/ 1609093 h 9456078"/>
              <a:gd name="connsiteX114" fmla="*/ 8688867 w 13158797"/>
              <a:gd name="connsiteY114" fmla="*/ 1575450 h 9456078"/>
              <a:gd name="connsiteX115" fmla="*/ 8725058 w 13158797"/>
              <a:gd name="connsiteY115" fmla="*/ 1542128 h 9456078"/>
              <a:gd name="connsiteX116" fmla="*/ 8761506 w 13158797"/>
              <a:gd name="connsiteY116" fmla="*/ 1509129 h 9456078"/>
              <a:gd name="connsiteX117" fmla="*/ 8798207 w 13158797"/>
              <a:gd name="connsiteY117" fmla="*/ 1476452 h 9456078"/>
              <a:gd name="connsiteX118" fmla="*/ 8835159 w 13158797"/>
              <a:gd name="connsiteY118" fmla="*/ 1444101 h 9456078"/>
              <a:gd name="connsiteX119" fmla="*/ 8872360 w 13158797"/>
              <a:gd name="connsiteY119" fmla="*/ 1412075 h 9456078"/>
              <a:gd name="connsiteX120" fmla="*/ 8909808 w 13158797"/>
              <a:gd name="connsiteY120" fmla="*/ 1380375 h 9456078"/>
              <a:gd name="connsiteX121" fmla="*/ 8947501 w 13158797"/>
              <a:gd name="connsiteY121" fmla="*/ 1349004 h 9456078"/>
              <a:gd name="connsiteX122" fmla="*/ 8985435 w 13158797"/>
              <a:gd name="connsiteY122" fmla="*/ 1317962 h 9456078"/>
              <a:gd name="connsiteX123" fmla="*/ 9023610 w 13158797"/>
              <a:gd name="connsiteY123" fmla="*/ 1287250 h 9456078"/>
              <a:gd name="connsiteX124" fmla="*/ 9062022 w 13158797"/>
              <a:gd name="connsiteY124" fmla="*/ 1256869 h 9456078"/>
              <a:gd name="connsiteX125" fmla="*/ 9100669 w 13158797"/>
              <a:gd name="connsiteY125" fmla="*/ 1226820 h 9456078"/>
              <a:gd name="connsiteX126" fmla="*/ 9139549 w 13158797"/>
              <a:gd name="connsiteY126" fmla="*/ 1197105 h 9456078"/>
              <a:gd name="connsiteX127" fmla="*/ 9178660 w 13158797"/>
              <a:gd name="connsiteY127" fmla="*/ 1167725 h 9456078"/>
              <a:gd name="connsiteX128" fmla="*/ 9217999 w 13158797"/>
              <a:gd name="connsiteY128" fmla="*/ 1138681 h 9456078"/>
              <a:gd name="connsiteX129" fmla="*/ 9257564 w 13158797"/>
              <a:gd name="connsiteY129" fmla="*/ 1109974 h 9456078"/>
              <a:gd name="connsiteX130" fmla="*/ 9297353 w 13158797"/>
              <a:gd name="connsiteY130" fmla="*/ 1081604 h 9456078"/>
              <a:gd name="connsiteX131" fmla="*/ 9337364 w 13158797"/>
              <a:gd name="connsiteY131" fmla="*/ 1053574 h 9456078"/>
              <a:gd name="connsiteX132" fmla="*/ 9377594 w 13158797"/>
              <a:gd name="connsiteY132" fmla="*/ 1025884 h 9456078"/>
              <a:gd name="connsiteX133" fmla="*/ 9418040 w 13158797"/>
              <a:gd name="connsiteY133" fmla="*/ 998536 h 9456078"/>
              <a:gd name="connsiteX134" fmla="*/ 9458702 w 13158797"/>
              <a:gd name="connsiteY134" fmla="*/ 971530 h 9456078"/>
              <a:gd name="connsiteX135" fmla="*/ 9499575 w 13158797"/>
              <a:gd name="connsiteY135" fmla="*/ 944868 h 9456078"/>
              <a:gd name="connsiteX136" fmla="*/ 9540659 w 13158797"/>
              <a:gd name="connsiteY136" fmla="*/ 918551 h 9456078"/>
              <a:gd name="connsiteX137" fmla="*/ 9581950 w 13158797"/>
              <a:gd name="connsiteY137" fmla="*/ 892580 h 9456078"/>
              <a:gd name="connsiteX138" fmla="*/ 9623447 w 13158797"/>
              <a:gd name="connsiteY138" fmla="*/ 866956 h 9456078"/>
              <a:gd name="connsiteX139" fmla="*/ 9665147 w 13158797"/>
              <a:gd name="connsiteY139" fmla="*/ 841681 h 9456078"/>
              <a:gd name="connsiteX140" fmla="*/ 9707048 w 13158797"/>
              <a:gd name="connsiteY140" fmla="*/ 816754 h 9456078"/>
              <a:gd name="connsiteX141" fmla="*/ 9749147 w 13158797"/>
              <a:gd name="connsiteY141" fmla="*/ 792179 h 9456078"/>
              <a:gd name="connsiteX142" fmla="*/ 9791443 w 13158797"/>
              <a:gd name="connsiteY142" fmla="*/ 767955 h 9456078"/>
              <a:gd name="connsiteX143" fmla="*/ 9833932 w 13158797"/>
              <a:gd name="connsiteY143" fmla="*/ 744083 h 9456078"/>
              <a:gd name="connsiteX144" fmla="*/ 9876613 w 13158797"/>
              <a:gd name="connsiteY144" fmla="*/ 720566 h 9456078"/>
              <a:gd name="connsiteX145" fmla="*/ 9919484 w 13158797"/>
              <a:gd name="connsiteY145" fmla="*/ 697404 h 9456078"/>
              <a:gd name="connsiteX146" fmla="*/ 9962542 w 13158797"/>
              <a:gd name="connsiteY146" fmla="*/ 674598 h 9456078"/>
              <a:gd name="connsiteX147" fmla="*/ 10005784 w 13158797"/>
              <a:gd name="connsiteY147" fmla="*/ 652149 h 9456078"/>
              <a:gd name="connsiteX148" fmla="*/ 10049209 w 13158797"/>
              <a:gd name="connsiteY148" fmla="*/ 630059 h 9456078"/>
              <a:gd name="connsiteX149" fmla="*/ 10092814 w 13158797"/>
              <a:gd name="connsiteY149" fmla="*/ 608328 h 9456078"/>
              <a:gd name="connsiteX150" fmla="*/ 10136597 w 13158797"/>
              <a:gd name="connsiteY150" fmla="*/ 586958 h 9456078"/>
              <a:gd name="connsiteX151" fmla="*/ 10180556 w 13158797"/>
              <a:gd name="connsiteY151" fmla="*/ 565950 h 9456078"/>
              <a:gd name="connsiteX152" fmla="*/ 10224688 w 13158797"/>
              <a:gd name="connsiteY152" fmla="*/ 545304 h 9456078"/>
              <a:gd name="connsiteX153" fmla="*/ 10268991 w 13158797"/>
              <a:gd name="connsiteY153" fmla="*/ 525023 h 9456078"/>
              <a:gd name="connsiteX154" fmla="*/ 10313463 w 13158797"/>
              <a:gd name="connsiteY154" fmla="*/ 505107 h 9456078"/>
              <a:gd name="connsiteX155" fmla="*/ 10358101 w 13158797"/>
              <a:gd name="connsiteY155" fmla="*/ 485558 h 9456078"/>
              <a:gd name="connsiteX156" fmla="*/ 10402903 w 13158797"/>
              <a:gd name="connsiteY156" fmla="*/ 466376 h 9456078"/>
              <a:gd name="connsiteX157" fmla="*/ 10447868 w 13158797"/>
              <a:gd name="connsiteY157" fmla="*/ 447563 h 9456078"/>
              <a:gd name="connsiteX158" fmla="*/ 10492991 w 13158797"/>
              <a:gd name="connsiteY158" fmla="*/ 429119 h 9456078"/>
              <a:gd name="connsiteX159" fmla="*/ 10538272 w 13158797"/>
              <a:gd name="connsiteY159" fmla="*/ 411046 h 9456078"/>
              <a:gd name="connsiteX160" fmla="*/ 10583708 w 13158797"/>
              <a:gd name="connsiteY160" fmla="*/ 393346 h 9456078"/>
              <a:gd name="connsiteX161" fmla="*/ 10629297 w 13158797"/>
              <a:gd name="connsiteY161" fmla="*/ 376018 h 9456078"/>
              <a:gd name="connsiteX162" fmla="*/ 10675036 w 13158797"/>
              <a:gd name="connsiteY162" fmla="*/ 359065 h 9456078"/>
              <a:gd name="connsiteX163" fmla="*/ 10720923 w 13158797"/>
              <a:gd name="connsiteY163" fmla="*/ 342487 h 9456078"/>
              <a:gd name="connsiteX164" fmla="*/ 10766956 w 13158797"/>
              <a:gd name="connsiteY164" fmla="*/ 326286 h 9456078"/>
              <a:gd name="connsiteX165" fmla="*/ 10813132 w 13158797"/>
              <a:gd name="connsiteY165" fmla="*/ 310462 h 9456078"/>
              <a:gd name="connsiteX166" fmla="*/ 10859450 w 13158797"/>
              <a:gd name="connsiteY166" fmla="*/ 295018 h 9456078"/>
              <a:gd name="connsiteX167" fmla="*/ 10905907 w 13158797"/>
              <a:gd name="connsiteY167" fmla="*/ 279953 h 9456078"/>
              <a:gd name="connsiteX168" fmla="*/ 10952500 w 13158797"/>
              <a:gd name="connsiteY168" fmla="*/ 265269 h 9456078"/>
              <a:gd name="connsiteX169" fmla="*/ 10999227 w 13158797"/>
              <a:gd name="connsiteY169" fmla="*/ 250968 h 9456078"/>
              <a:gd name="connsiteX170" fmla="*/ 11046087 w 13158797"/>
              <a:gd name="connsiteY170" fmla="*/ 237049 h 9456078"/>
              <a:gd name="connsiteX171" fmla="*/ 11093076 w 13158797"/>
              <a:gd name="connsiteY171" fmla="*/ 223516 h 9456078"/>
              <a:gd name="connsiteX172" fmla="*/ 11140193 w 13158797"/>
              <a:gd name="connsiteY172" fmla="*/ 210368 h 9456078"/>
              <a:gd name="connsiteX173" fmla="*/ 11187434 w 13158797"/>
              <a:gd name="connsiteY173" fmla="*/ 197606 h 9456078"/>
              <a:gd name="connsiteX174" fmla="*/ 11234799 w 13158797"/>
              <a:gd name="connsiteY174" fmla="*/ 185233 h 9456078"/>
              <a:gd name="connsiteX175" fmla="*/ 11282284 w 13158797"/>
              <a:gd name="connsiteY175" fmla="*/ 173248 h 9456078"/>
              <a:gd name="connsiteX176" fmla="*/ 11329888 w 13158797"/>
              <a:gd name="connsiteY176" fmla="*/ 161654 h 9456078"/>
              <a:gd name="connsiteX177" fmla="*/ 11377607 w 13158797"/>
              <a:gd name="connsiteY177" fmla="*/ 150451 h 9456078"/>
              <a:gd name="connsiteX178" fmla="*/ 11425440 w 13158797"/>
              <a:gd name="connsiteY178" fmla="*/ 139640 h 9456078"/>
              <a:gd name="connsiteX179" fmla="*/ 11473385 w 13158797"/>
              <a:gd name="connsiteY179" fmla="*/ 129223 h 9456078"/>
              <a:gd name="connsiteX180" fmla="*/ 11521439 w 13158797"/>
              <a:gd name="connsiteY180" fmla="*/ 119201 h 9456078"/>
              <a:gd name="connsiteX181" fmla="*/ 11569599 w 13158797"/>
              <a:gd name="connsiteY181" fmla="*/ 109574 h 9456078"/>
              <a:gd name="connsiteX182" fmla="*/ 11617864 w 13158797"/>
              <a:gd name="connsiteY182" fmla="*/ 100344 h 9456078"/>
              <a:gd name="connsiteX183" fmla="*/ 11666231 w 13158797"/>
              <a:gd name="connsiteY183" fmla="*/ 91512 h 9456078"/>
              <a:gd name="connsiteX184" fmla="*/ 11714698 w 13158797"/>
              <a:gd name="connsiteY184" fmla="*/ 83080 h 9456078"/>
              <a:gd name="connsiteX185" fmla="*/ 11763263 w 13158797"/>
              <a:gd name="connsiteY185" fmla="*/ 75047 h 9456078"/>
              <a:gd name="connsiteX186" fmla="*/ 11811923 w 13158797"/>
              <a:gd name="connsiteY186" fmla="*/ 67417 h 9456078"/>
              <a:gd name="connsiteX187" fmla="*/ 11860676 w 13158797"/>
              <a:gd name="connsiteY187" fmla="*/ 60188 h 9456078"/>
              <a:gd name="connsiteX188" fmla="*/ 11909519 w 13158797"/>
              <a:gd name="connsiteY188" fmla="*/ 53364 h 9456078"/>
              <a:gd name="connsiteX189" fmla="*/ 11958451 w 13158797"/>
              <a:gd name="connsiteY189" fmla="*/ 46944 h 9456078"/>
              <a:gd name="connsiteX190" fmla="*/ 12007470 w 13158797"/>
              <a:gd name="connsiteY190" fmla="*/ 40931 h 9456078"/>
              <a:gd name="connsiteX191" fmla="*/ 12056572 w 13158797"/>
              <a:gd name="connsiteY191" fmla="*/ 35324 h 9456078"/>
              <a:gd name="connsiteX192" fmla="*/ 12105756 w 13158797"/>
              <a:gd name="connsiteY192" fmla="*/ 30126 h 9456078"/>
              <a:gd name="connsiteX193" fmla="*/ 12155019 w 13158797"/>
              <a:gd name="connsiteY193" fmla="*/ 25337 h 9456078"/>
              <a:gd name="connsiteX194" fmla="*/ 12204359 w 13158797"/>
              <a:gd name="connsiteY194" fmla="*/ 20958 h 9456078"/>
              <a:gd name="connsiteX195" fmla="*/ 12253773 w 13158797"/>
              <a:gd name="connsiteY195" fmla="*/ 16991 h 9456078"/>
              <a:gd name="connsiteX196" fmla="*/ 12303260 w 13158797"/>
              <a:gd name="connsiteY196" fmla="*/ 13437 h 9456078"/>
              <a:gd name="connsiteX197" fmla="*/ 12352818 w 13158797"/>
              <a:gd name="connsiteY197" fmla="*/ 10297 h 9456078"/>
              <a:gd name="connsiteX198" fmla="*/ 12402443 w 13158797"/>
              <a:gd name="connsiteY198" fmla="*/ 7572 h 9456078"/>
              <a:gd name="connsiteX199" fmla="*/ 12452133 w 13158797"/>
              <a:gd name="connsiteY199" fmla="*/ 5263 h 9456078"/>
              <a:gd name="connsiteX200" fmla="*/ 12501887 w 13158797"/>
              <a:gd name="connsiteY200" fmla="*/ 3371 h 9456078"/>
              <a:gd name="connsiteX201" fmla="*/ 12551701 w 13158797"/>
              <a:gd name="connsiteY201" fmla="*/ 1898 h 9456078"/>
              <a:gd name="connsiteX202" fmla="*/ 12601574 w 13158797"/>
              <a:gd name="connsiteY202" fmla="*/ 844 h 9456078"/>
              <a:gd name="connsiteX203" fmla="*/ 12651504 w 13158797"/>
              <a:gd name="connsiteY203" fmla="*/ 211 h 9456078"/>
              <a:gd name="connsiteX204" fmla="*/ 12701487 w 13158797"/>
              <a:gd name="connsiteY204" fmla="*/ 0 h 9456078"/>
              <a:gd name="connsiteX205" fmla="*/ 13158798 w 13158797"/>
              <a:gd name="connsiteY205" fmla="*/ 0 h 94560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</a:cxnLst>
            <a:rect l="l" t="t" r="r" b="b"/>
            <a:pathLst>
              <a:path w="13158797" h="9456078">
                <a:moveTo>
                  <a:pt x="0" y="9456078"/>
                </a:moveTo>
                <a:lnTo>
                  <a:pt x="49977" y="9455836"/>
                </a:lnTo>
                <a:lnTo>
                  <a:pt x="99893" y="9455111"/>
                </a:lnTo>
                <a:lnTo>
                  <a:pt x="149742" y="9453904"/>
                </a:lnTo>
                <a:lnTo>
                  <a:pt x="199524" y="9452217"/>
                </a:lnTo>
                <a:lnTo>
                  <a:pt x="298870" y="9447409"/>
                </a:lnTo>
                <a:lnTo>
                  <a:pt x="348429" y="9444290"/>
                </a:lnTo>
                <a:lnTo>
                  <a:pt x="397907" y="9440698"/>
                </a:lnTo>
                <a:lnTo>
                  <a:pt x="447302" y="9436632"/>
                </a:lnTo>
                <a:lnTo>
                  <a:pt x="496610" y="9432096"/>
                </a:lnTo>
                <a:lnTo>
                  <a:pt x="545829" y="9427089"/>
                </a:lnTo>
                <a:lnTo>
                  <a:pt x="594956" y="9421615"/>
                </a:lnTo>
                <a:lnTo>
                  <a:pt x="643987" y="9415673"/>
                </a:lnTo>
                <a:lnTo>
                  <a:pt x="692920" y="9409267"/>
                </a:lnTo>
                <a:lnTo>
                  <a:pt x="741751" y="9402396"/>
                </a:lnTo>
                <a:lnTo>
                  <a:pt x="790478" y="9395063"/>
                </a:lnTo>
                <a:lnTo>
                  <a:pt x="839098" y="9387270"/>
                </a:lnTo>
                <a:lnTo>
                  <a:pt x="887607" y="9379017"/>
                </a:lnTo>
                <a:lnTo>
                  <a:pt x="936002" y="9370306"/>
                </a:lnTo>
                <a:lnTo>
                  <a:pt x="984281" y="9361139"/>
                </a:lnTo>
                <a:lnTo>
                  <a:pt x="1032440" y="9351517"/>
                </a:lnTo>
                <a:lnTo>
                  <a:pt x="1080477" y="9341441"/>
                </a:lnTo>
                <a:lnTo>
                  <a:pt x="1176172" y="9319936"/>
                </a:lnTo>
                <a:lnTo>
                  <a:pt x="1223823" y="9308509"/>
                </a:lnTo>
                <a:lnTo>
                  <a:pt x="1271339" y="9296635"/>
                </a:lnTo>
                <a:lnTo>
                  <a:pt x="1318719" y="9284315"/>
                </a:lnTo>
                <a:lnTo>
                  <a:pt x="1365957" y="9271550"/>
                </a:lnTo>
                <a:lnTo>
                  <a:pt x="1413052" y="9258342"/>
                </a:lnTo>
                <a:lnTo>
                  <a:pt x="1460000" y="9244693"/>
                </a:lnTo>
                <a:lnTo>
                  <a:pt x="1506799" y="9230604"/>
                </a:lnTo>
                <a:lnTo>
                  <a:pt x="1553445" y="9216076"/>
                </a:lnTo>
                <a:lnTo>
                  <a:pt x="1599935" y="9201111"/>
                </a:lnTo>
                <a:lnTo>
                  <a:pt x="1646267" y="9185710"/>
                </a:lnTo>
                <a:lnTo>
                  <a:pt x="1692437" y="9169876"/>
                </a:lnTo>
                <a:lnTo>
                  <a:pt x="1738442" y="9153608"/>
                </a:lnTo>
                <a:lnTo>
                  <a:pt x="1784280" y="9136910"/>
                </a:lnTo>
                <a:lnTo>
                  <a:pt x="1829947" y="9119782"/>
                </a:lnTo>
                <a:lnTo>
                  <a:pt x="1875440" y="9102226"/>
                </a:lnTo>
                <a:lnTo>
                  <a:pt x="1920756" y="9084243"/>
                </a:lnTo>
                <a:lnTo>
                  <a:pt x="1965893" y="9065835"/>
                </a:lnTo>
                <a:lnTo>
                  <a:pt x="2055615" y="9027750"/>
                </a:lnTo>
                <a:lnTo>
                  <a:pt x="2100195" y="9008075"/>
                </a:lnTo>
                <a:lnTo>
                  <a:pt x="2144582" y="8987981"/>
                </a:lnTo>
                <a:lnTo>
                  <a:pt x="2188775" y="8967470"/>
                </a:lnTo>
                <a:lnTo>
                  <a:pt x="2232770" y="8946542"/>
                </a:lnTo>
                <a:lnTo>
                  <a:pt x="2276564" y="8925199"/>
                </a:lnTo>
                <a:lnTo>
                  <a:pt x="2320154" y="8903443"/>
                </a:lnTo>
                <a:lnTo>
                  <a:pt x="2363538" y="8881275"/>
                </a:lnTo>
                <a:lnTo>
                  <a:pt x="2406711" y="8858697"/>
                </a:lnTo>
                <a:lnTo>
                  <a:pt x="2449672" y="8835710"/>
                </a:lnTo>
                <a:lnTo>
                  <a:pt x="2492417" y="8812316"/>
                </a:lnTo>
                <a:lnTo>
                  <a:pt x="2534943" y="8788516"/>
                </a:lnTo>
                <a:lnTo>
                  <a:pt x="2577247" y="8764311"/>
                </a:lnTo>
                <a:lnTo>
                  <a:pt x="2619326" y="8739704"/>
                </a:lnTo>
                <a:lnTo>
                  <a:pt x="2661177" y="8714695"/>
                </a:lnTo>
                <a:lnTo>
                  <a:pt x="2702797" y="8689286"/>
                </a:lnTo>
                <a:lnTo>
                  <a:pt x="2744183" y="8663479"/>
                </a:lnTo>
                <a:lnTo>
                  <a:pt x="2785333" y="8637274"/>
                </a:lnTo>
                <a:lnTo>
                  <a:pt x="2826242" y="8610675"/>
                </a:lnTo>
                <a:lnTo>
                  <a:pt x="2866908" y="8583681"/>
                </a:lnTo>
                <a:lnTo>
                  <a:pt x="2907329" y="8556295"/>
                </a:lnTo>
                <a:lnTo>
                  <a:pt x="2947500" y="8528517"/>
                </a:lnTo>
                <a:lnTo>
                  <a:pt x="2987419" y="8500351"/>
                </a:lnTo>
                <a:lnTo>
                  <a:pt x="3027083" y="8471796"/>
                </a:lnTo>
                <a:lnTo>
                  <a:pt x="3066489" y="8442854"/>
                </a:lnTo>
                <a:lnTo>
                  <a:pt x="3105634" y="8413528"/>
                </a:lnTo>
                <a:lnTo>
                  <a:pt x="3144515" y="8383818"/>
                </a:lnTo>
                <a:lnTo>
                  <a:pt x="3183129" y="8353726"/>
                </a:lnTo>
                <a:lnTo>
                  <a:pt x="3221473" y="8323253"/>
                </a:lnTo>
                <a:lnTo>
                  <a:pt x="3259544" y="8292401"/>
                </a:lnTo>
                <a:lnTo>
                  <a:pt x="3297339" y="8261172"/>
                </a:lnTo>
                <a:lnTo>
                  <a:pt x="3334854" y="8229566"/>
                </a:lnTo>
                <a:lnTo>
                  <a:pt x="3372087" y="8197585"/>
                </a:lnTo>
                <a:lnTo>
                  <a:pt x="3409035" y="8165232"/>
                </a:lnTo>
                <a:lnTo>
                  <a:pt x="3445695" y="8132507"/>
                </a:lnTo>
                <a:lnTo>
                  <a:pt x="3482064" y="8099411"/>
                </a:lnTo>
                <a:lnTo>
                  <a:pt x="3518139" y="8065947"/>
                </a:lnTo>
                <a:lnTo>
                  <a:pt x="3553916" y="8032115"/>
                </a:lnTo>
                <a:lnTo>
                  <a:pt x="3589393" y="7997918"/>
                </a:lnTo>
                <a:lnTo>
                  <a:pt x="3624567" y="7963356"/>
                </a:lnTo>
                <a:lnTo>
                  <a:pt x="3659435" y="7928432"/>
                </a:lnTo>
                <a:lnTo>
                  <a:pt x="3693994" y="7893146"/>
                </a:lnTo>
                <a:lnTo>
                  <a:pt x="3728240" y="7857501"/>
                </a:lnTo>
                <a:lnTo>
                  <a:pt x="3762171" y="7821497"/>
                </a:lnTo>
                <a:lnTo>
                  <a:pt x="3795783" y="7785136"/>
                </a:lnTo>
                <a:lnTo>
                  <a:pt x="3829075" y="7748420"/>
                </a:lnTo>
                <a:lnTo>
                  <a:pt x="3862042" y="7711350"/>
                </a:lnTo>
                <a:lnTo>
                  <a:pt x="3894682" y="7673928"/>
                </a:lnTo>
                <a:lnTo>
                  <a:pt x="3926991" y="7636155"/>
                </a:lnTo>
                <a:lnTo>
                  <a:pt x="3958967" y="7598032"/>
                </a:lnTo>
                <a:lnTo>
                  <a:pt x="3990607" y="7559561"/>
                </a:lnTo>
                <a:lnTo>
                  <a:pt x="4021907" y="7520744"/>
                </a:lnTo>
                <a:lnTo>
                  <a:pt x="4052865" y="7481582"/>
                </a:lnTo>
                <a:lnTo>
                  <a:pt x="4083478" y="7442077"/>
                </a:lnTo>
                <a:lnTo>
                  <a:pt x="8022311" y="2307814"/>
                </a:lnTo>
                <a:lnTo>
                  <a:pt x="8052902" y="2268285"/>
                </a:lnTo>
                <a:lnTo>
                  <a:pt x="8083796" y="2229056"/>
                </a:lnTo>
                <a:lnTo>
                  <a:pt x="8114989" y="2190127"/>
                </a:lnTo>
                <a:lnTo>
                  <a:pt x="8146479" y="2151500"/>
                </a:lnTo>
                <a:lnTo>
                  <a:pt x="8178264" y="2113176"/>
                </a:lnTo>
                <a:lnTo>
                  <a:pt x="8210341" y="2075157"/>
                </a:lnTo>
                <a:lnTo>
                  <a:pt x="8242709" y="2037442"/>
                </a:lnTo>
                <a:lnTo>
                  <a:pt x="8275365" y="2000034"/>
                </a:lnTo>
                <a:lnTo>
                  <a:pt x="8308307" y="1962934"/>
                </a:lnTo>
                <a:lnTo>
                  <a:pt x="8341532" y="1926142"/>
                </a:lnTo>
                <a:lnTo>
                  <a:pt x="8375038" y="1889660"/>
                </a:lnTo>
                <a:lnTo>
                  <a:pt x="8408823" y="1853489"/>
                </a:lnTo>
                <a:lnTo>
                  <a:pt x="8442885" y="1817630"/>
                </a:lnTo>
                <a:lnTo>
                  <a:pt x="8477221" y="1782084"/>
                </a:lnTo>
                <a:lnTo>
                  <a:pt x="8511829" y="1746853"/>
                </a:lnTo>
                <a:lnTo>
                  <a:pt x="8546706" y="1711937"/>
                </a:lnTo>
                <a:lnTo>
                  <a:pt x="8581851" y="1677337"/>
                </a:lnTo>
                <a:lnTo>
                  <a:pt x="8617261" y="1643056"/>
                </a:lnTo>
                <a:lnTo>
                  <a:pt x="8652934" y="1609093"/>
                </a:lnTo>
                <a:lnTo>
                  <a:pt x="8688867" y="1575450"/>
                </a:lnTo>
                <a:lnTo>
                  <a:pt x="8725058" y="1542128"/>
                </a:lnTo>
                <a:lnTo>
                  <a:pt x="8761506" y="1509129"/>
                </a:lnTo>
                <a:lnTo>
                  <a:pt x="8798207" y="1476452"/>
                </a:lnTo>
                <a:lnTo>
                  <a:pt x="8835159" y="1444101"/>
                </a:lnTo>
                <a:lnTo>
                  <a:pt x="8872360" y="1412075"/>
                </a:lnTo>
                <a:lnTo>
                  <a:pt x="8909808" y="1380375"/>
                </a:lnTo>
                <a:lnTo>
                  <a:pt x="8947501" y="1349004"/>
                </a:lnTo>
                <a:lnTo>
                  <a:pt x="8985435" y="1317962"/>
                </a:lnTo>
                <a:lnTo>
                  <a:pt x="9023610" y="1287250"/>
                </a:lnTo>
                <a:lnTo>
                  <a:pt x="9062022" y="1256869"/>
                </a:lnTo>
                <a:lnTo>
                  <a:pt x="9100669" y="1226820"/>
                </a:lnTo>
                <a:lnTo>
                  <a:pt x="9139549" y="1197105"/>
                </a:lnTo>
                <a:lnTo>
                  <a:pt x="9178660" y="1167725"/>
                </a:lnTo>
                <a:lnTo>
                  <a:pt x="9217999" y="1138681"/>
                </a:lnTo>
                <a:lnTo>
                  <a:pt x="9257564" y="1109974"/>
                </a:lnTo>
                <a:lnTo>
                  <a:pt x="9297353" y="1081604"/>
                </a:lnTo>
                <a:lnTo>
                  <a:pt x="9337364" y="1053574"/>
                </a:lnTo>
                <a:lnTo>
                  <a:pt x="9377594" y="1025884"/>
                </a:lnTo>
                <a:lnTo>
                  <a:pt x="9418040" y="998536"/>
                </a:lnTo>
                <a:lnTo>
                  <a:pt x="9458702" y="971530"/>
                </a:lnTo>
                <a:lnTo>
                  <a:pt x="9499575" y="944868"/>
                </a:lnTo>
                <a:lnTo>
                  <a:pt x="9540659" y="918551"/>
                </a:lnTo>
                <a:lnTo>
                  <a:pt x="9581950" y="892580"/>
                </a:lnTo>
                <a:lnTo>
                  <a:pt x="9623447" y="866956"/>
                </a:lnTo>
                <a:lnTo>
                  <a:pt x="9665147" y="841681"/>
                </a:lnTo>
                <a:lnTo>
                  <a:pt x="9707048" y="816754"/>
                </a:lnTo>
                <a:lnTo>
                  <a:pt x="9749147" y="792179"/>
                </a:lnTo>
                <a:lnTo>
                  <a:pt x="9791443" y="767955"/>
                </a:lnTo>
                <a:lnTo>
                  <a:pt x="9833932" y="744083"/>
                </a:lnTo>
                <a:lnTo>
                  <a:pt x="9876613" y="720566"/>
                </a:lnTo>
                <a:lnTo>
                  <a:pt x="9919484" y="697404"/>
                </a:lnTo>
                <a:lnTo>
                  <a:pt x="9962542" y="674598"/>
                </a:lnTo>
                <a:lnTo>
                  <a:pt x="10005784" y="652149"/>
                </a:lnTo>
                <a:lnTo>
                  <a:pt x="10049209" y="630059"/>
                </a:lnTo>
                <a:lnTo>
                  <a:pt x="10092814" y="608328"/>
                </a:lnTo>
                <a:lnTo>
                  <a:pt x="10136597" y="586958"/>
                </a:lnTo>
                <a:lnTo>
                  <a:pt x="10180556" y="565950"/>
                </a:lnTo>
                <a:lnTo>
                  <a:pt x="10224688" y="545304"/>
                </a:lnTo>
                <a:lnTo>
                  <a:pt x="10268991" y="525023"/>
                </a:lnTo>
                <a:lnTo>
                  <a:pt x="10313463" y="505107"/>
                </a:lnTo>
                <a:lnTo>
                  <a:pt x="10358101" y="485558"/>
                </a:lnTo>
                <a:lnTo>
                  <a:pt x="10402903" y="466376"/>
                </a:lnTo>
                <a:lnTo>
                  <a:pt x="10447868" y="447563"/>
                </a:lnTo>
                <a:lnTo>
                  <a:pt x="10492991" y="429119"/>
                </a:lnTo>
                <a:lnTo>
                  <a:pt x="10538272" y="411046"/>
                </a:lnTo>
                <a:lnTo>
                  <a:pt x="10583708" y="393346"/>
                </a:lnTo>
                <a:lnTo>
                  <a:pt x="10629297" y="376018"/>
                </a:lnTo>
                <a:lnTo>
                  <a:pt x="10675036" y="359065"/>
                </a:lnTo>
                <a:lnTo>
                  <a:pt x="10720923" y="342487"/>
                </a:lnTo>
                <a:lnTo>
                  <a:pt x="10766956" y="326286"/>
                </a:lnTo>
                <a:lnTo>
                  <a:pt x="10813132" y="310462"/>
                </a:lnTo>
                <a:lnTo>
                  <a:pt x="10859450" y="295018"/>
                </a:lnTo>
                <a:lnTo>
                  <a:pt x="10905907" y="279953"/>
                </a:lnTo>
                <a:lnTo>
                  <a:pt x="10952500" y="265269"/>
                </a:lnTo>
                <a:lnTo>
                  <a:pt x="10999227" y="250968"/>
                </a:lnTo>
                <a:lnTo>
                  <a:pt x="11046087" y="237049"/>
                </a:lnTo>
                <a:lnTo>
                  <a:pt x="11093076" y="223516"/>
                </a:lnTo>
                <a:lnTo>
                  <a:pt x="11140193" y="210368"/>
                </a:lnTo>
                <a:lnTo>
                  <a:pt x="11187434" y="197606"/>
                </a:lnTo>
                <a:lnTo>
                  <a:pt x="11234799" y="185233"/>
                </a:lnTo>
                <a:lnTo>
                  <a:pt x="11282284" y="173248"/>
                </a:lnTo>
                <a:lnTo>
                  <a:pt x="11329888" y="161654"/>
                </a:lnTo>
                <a:lnTo>
                  <a:pt x="11377607" y="150451"/>
                </a:lnTo>
                <a:lnTo>
                  <a:pt x="11425440" y="139640"/>
                </a:lnTo>
                <a:lnTo>
                  <a:pt x="11473385" y="129223"/>
                </a:lnTo>
                <a:lnTo>
                  <a:pt x="11521439" y="119201"/>
                </a:lnTo>
                <a:lnTo>
                  <a:pt x="11569599" y="109574"/>
                </a:lnTo>
                <a:lnTo>
                  <a:pt x="11617864" y="100344"/>
                </a:lnTo>
                <a:lnTo>
                  <a:pt x="11666231" y="91512"/>
                </a:lnTo>
                <a:lnTo>
                  <a:pt x="11714698" y="83080"/>
                </a:lnTo>
                <a:lnTo>
                  <a:pt x="11763263" y="75047"/>
                </a:lnTo>
                <a:lnTo>
                  <a:pt x="11811923" y="67417"/>
                </a:lnTo>
                <a:lnTo>
                  <a:pt x="11860676" y="60188"/>
                </a:lnTo>
                <a:lnTo>
                  <a:pt x="11909519" y="53364"/>
                </a:lnTo>
                <a:lnTo>
                  <a:pt x="11958451" y="46944"/>
                </a:lnTo>
                <a:lnTo>
                  <a:pt x="12007470" y="40931"/>
                </a:lnTo>
                <a:lnTo>
                  <a:pt x="12056572" y="35324"/>
                </a:lnTo>
                <a:lnTo>
                  <a:pt x="12105756" y="30126"/>
                </a:lnTo>
                <a:lnTo>
                  <a:pt x="12155019" y="25337"/>
                </a:lnTo>
                <a:lnTo>
                  <a:pt x="12204359" y="20958"/>
                </a:lnTo>
                <a:lnTo>
                  <a:pt x="12253773" y="16991"/>
                </a:lnTo>
                <a:lnTo>
                  <a:pt x="12303260" y="13437"/>
                </a:lnTo>
                <a:lnTo>
                  <a:pt x="12352818" y="10297"/>
                </a:lnTo>
                <a:lnTo>
                  <a:pt x="12402443" y="7572"/>
                </a:lnTo>
                <a:lnTo>
                  <a:pt x="12452133" y="5263"/>
                </a:lnTo>
                <a:lnTo>
                  <a:pt x="12501887" y="3371"/>
                </a:lnTo>
                <a:lnTo>
                  <a:pt x="12551701" y="1898"/>
                </a:lnTo>
                <a:lnTo>
                  <a:pt x="12601574" y="844"/>
                </a:lnTo>
                <a:lnTo>
                  <a:pt x="12651504" y="211"/>
                </a:lnTo>
                <a:lnTo>
                  <a:pt x="12701487" y="0"/>
                </a:lnTo>
                <a:lnTo>
                  <a:pt x="13158798" y="0"/>
                </a:lnTo>
              </a:path>
            </a:pathLst>
          </a:custGeom>
          <a:ln w="19050">
            <a:gradFill>
              <a:gsLst>
                <a:gs pos="14000">
                  <a:schemeClr val="tx2"/>
                </a:gs>
                <a:gs pos="0">
                  <a:schemeClr val="bg1">
                    <a:alpha val="0"/>
                  </a:schemeClr>
                </a:gs>
              </a:gsLst>
              <a:lin ang="5400000" scaled="0"/>
            </a:gradFill>
          </a:ln>
        </p:spPr>
        <p:txBody>
          <a:bodyPr wrap="square" lIns="0" tIns="0" rIns="0" bIns="0" rtlCol="0"/>
          <a:lstStyle/>
          <a:p>
            <a:pPr marL="0" marR="0" lvl="0" indent="0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16EA7F2F-F9FB-1505-1D7F-4808F02B5E7E}"/>
              </a:ext>
            </a:extLst>
          </p:cNvPr>
          <p:cNvCxnSpPr>
            <a:cxnSpLocks/>
          </p:cNvCxnSpPr>
          <p:nvPr/>
        </p:nvCxnSpPr>
        <p:spPr>
          <a:xfrm flipH="1">
            <a:off x="5529944" y="6678798"/>
            <a:ext cx="5785020" cy="0"/>
          </a:xfrm>
          <a:prstGeom prst="line">
            <a:avLst/>
          </a:prstGeom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96736684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77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67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1_Título | 1 linha - Escuro">
    <p:bg>
      <p:bgPr>
        <a:gradFill>
          <a:gsLst>
            <a:gs pos="67000">
              <a:schemeClr val="tx1"/>
            </a:gs>
            <a:gs pos="100000">
              <a:schemeClr val="tx1"/>
            </a:gs>
            <a:gs pos="0">
              <a:srgbClr val="161B21"/>
            </a:gs>
          </a:gsLst>
          <a:lin ang="84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7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2" name="Text Placeholder 8">
            <a:extLst>
              <a:ext uri="{FF2B5EF4-FFF2-40B4-BE49-F238E27FC236}">
                <a16:creationId xmlns:a16="http://schemas.microsoft.com/office/drawing/2014/main" id="{7A7A9582-3614-801A-785B-273FCD3E092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4" y="1949414"/>
            <a:ext cx="11522075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8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Picture 8">
            <a:extLst>
              <a:ext uri="{FF2B5EF4-FFF2-40B4-BE49-F238E27FC236}">
                <a16:creationId xmlns:a16="http://schemas.microsoft.com/office/drawing/2014/main" id="{1C5A9D77-5042-AFA2-4029-92F3B694460A}"/>
              </a:ext>
            </a:extLst>
          </p:cNvPr>
          <p:cNvSpPr/>
          <p:nvPr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/>
          </a:p>
        </p:txBody>
      </p:sp>
      <p:sp>
        <p:nvSpPr>
          <p:cNvPr id="7" name="Espaço Reservado para Número de Slide 5">
            <a:extLst>
              <a:ext uri="{FF2B5EF4-FFF2-40B4-BE49-F238E27FC236}">
                <a16:creationId xmlns:a16="http://schemas.microsoft.com/office/drawing/2014/main" id="{EB4D65AC-7989-8C37-9085-177EBF9A6EE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509521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cxnSp>
        <p:nvCxnSpPr>
          <p:cNvPr id="2" name="Straight Connector 1">
            <a:extLst>
              <a:ext uri="{FF2B5EF4-FFF2-40B4-BE49-F238E27FC236}">
                <a16:creationId xmlns:a16="http://schemas.microsoft.com/office/drawing/2014/main" id="{9F414ABE-979A-334B-B993-143CC35E6443}"/>
              </a:ext>
            </a:extLst>
          </p:cNvPr>
          <p:cNvCxnSpPr>
            <a:cxnSpLocks/>
          </p:cNvCxnSpPr>
          <p:nvPr/>
        </p:nvCxnSpPr>
        <p:spPr>
          <a:xfrm>
            <a:off x="1" y="169333"/>
            <a:ext cx="12229571" cy="0"/>
          </a:xfrm>
          <a:prstGeom prst="line">
            <a:avLst/>
          </a:prstGeom>
          <a:ln w="1905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object 4">
            <a:extLst>
              <a:ext uri="{FF2B5EF4-FFF2-40B4-BE49-F238E27FC236}">
                <a16:creationId xmlns:a16="http://schemas.microsoft.com/office/drawing/2014/main" id="{F2BDA728-2C53-64B2-EFB2-4861130E9B8A}"/>
              </a:ext>
            </a:extLst>
          </p:cNvPr>
          <p:cNvSpPr/>
          <p:nvPr/>
        </p:nvSpPr>
        <p:spPr>
          <a:xfrm rot="10247908" flipH="1">
            <a:off x="4106509" y="-4146683"/>
            <a:ext cx="8001039" cy="5749648"/>
          </a:xfrm>
          <a:custGeom>
            <a:avLst/>
            <a:gdLst>
              <a:gd name="connsiteX0" fmla="*/ 0 w 13940157"/>
              <a:gd name="connsiteY0" fmla="*/ 9200719 h 9456078"/>
              <a:gd name="connsiteX1" fmla="*/ 781360 w 13940157"/>
              <a:gd name="connsiteY1" fmla="*/ 9456078 h 9456078"/>
              <a:gd name="connsiteX2" fmla="*/ 831337 w 13940157"/>
              <a:gd name="connsiteY2" fmla="*/ 9455836 h 9456078"/>
              <a:gd name="connsiteX3" fmla="*/ 881253 w 13940157"/>
              <a:gd name="connsiteY3" fmla="*/ 9455111 h 9456078"/>
              <a:gd name="connsiteX4" fmla="*/ 931102 w 13940157"/>
              <a:gd name="connsiteY4" fmla="*/ 9453904 h 9456078"/>
              <a:gd name="connsiteX5" fmla="*/ 980884 w 13940157"/>
              <a:gd name="connsiteY5" fmla="*/ 9452217 h 9456078"/>
              <a:gd name="connsiteX6" fmla="*/ 1030594 w 13940157"/>
              <a:gd name="connsiteY6" fmla="*/ 9450052 h 9456078"/>
              <a:gd name="connsiteX7" fmla="*/ 1080230 w 13940157"/>
              <a:gd name="connsiteY7" fmla="*/ 9447409 h 9456078"/>
              <a:gd name="connsiteX8" fmla="*/ 1129789 w 13940157"/>
              <a:gd name="connsiteY8" fmla="*/ 9444290 h 9456078"/>
              <a:gd name="connsiteX9" fmla="*/ 1179267 w 13940157"/>
              <a:gd name="connsiteY9" fmla="*/ 9440698 h 9456078"/>
              <a:gd name="connsiteX10" fmla="*/ 1228662 w 13940157"/>
              <a:gd name="connsiteY10" fmla="*/ 9436632 h 9456078"/>
              <a:gd name="connsiteX11" fmla="*/ 1277970 w 13940157"/>
              <a:gd name="connsiteY11" fmla="*/ 9432096 h 9456078"/>
              <a:gd name="connsiteX12" fmla="*/ 1327189 w 13940157"/>
              <a:gd name="connsiteY12" fmla="*/ 9427089 h 9456078"/>
              <a:gd name="connsiteX13" fmla="*/ 1376316 w 13940157"/>
              <a:gd name="connsiteY13" fmla="*/ 9421615 h 9456078"/>
              <a:gd name="connsiteX14" fmla="*/ 1425347 w 13940157"/>
              <a:gd name="connsiteY14" fmla="*/ 9415673 h 9456078"/>
              <a:gd name="connsiteX15" fmla="*/ 1474280 w 13940157"/>
              <a:gd name="connsiteY15" fmla="*/ 9409267 h 9456078"/>
              <a:gd name="connsiteX16" fmla="*/ 1523111 w 13940157"/>
              <a:gd name="connsiteY16" fmla="*/ 9402396 h 9456078"/>
              <a:gd name="connsiteX17" fmla="*/ 1571838 w 13940157"/>
              <a:gd name="connsiteY17" fmla="*/ 9395063 h 9456078"/>
              <a:gd name="connsiteX18" fmla="*/ 1620458 w 13940157"/>
              <a:gd name="connsiteY18" fmla="*/ 9387270 h 9456078"/>
              <a:gd name="connsiteX19" fmla="*/ 1668967 w 13940157"/>
              <a:gd name="connsiteY19" fmla="*/ 9379017 h 9456078"/>
              <a:gd name="connsiteX20" fmla="*/ 1717362 w 13940157"/>
              <a:gd name="connsiteY20" fmla="*/ 9370306 h 9456078"/>
              <a:gd name="connsiteX21" fmla="*/ 1765641 w 13940157"/>
              <a:gd name="connsiteY21" fmla="*/ 9361139 h 9456078"/>
              <a:gd name="connsiteX22" fmla="*/ 1813800 w 13940157"/>
              <a:gd name="connsiteY22" fmla="*/ 9351517 h 9456078"/>
              <a:gd name="connsiteX23" fmla="*/ 1861837 w 13940157"/>
              <a:gd name="connsiteY23" fmla="*/ 9341441 h 9456078"/>
              <a:gd name="connsiteX24" fmla="*/ 1909749 w 13940157"/>
              <a:gd name="connsiteY24" fmla="*/ 9330914 h 9456078"/>
              <a:gd name="connsiteX25" fmla="*/ 1957532 w 13940157"/>
              <a:gd name="connsiteY25" fmla="*/ 9319936 h 9456078"/>
              <a:gd name="connsiteX26" fmla="*/ 2005183 w 13940157"/>
              <a:gd name="connsiteY26" fmla="*/ 9308509 h 9456078"/>
              <a:gd name="connsiteX27" fmla="*/ 2052699 w 13940157"/>
              <a:gd name="connsiteY27" fmla="*/ 9296635 h 9456078"/>
              <a:gd name="connsiteX28" fmla="*/ 2100079 w 13940157"/>
              <a:gd name="connsiteY28" fmla="*/ 9284315 h 9456078"/>
              <a:gd name="connsiteX29" fmla="*/ 2147317 w 13940157"/>
              <a:gd name="connsiteY29" fmla="*/ 9271550 h 9456078"/>
              <a:gd name="connsiteX30" fmla="*/ 2194412 w 13940157"/>
              <a:gd name="connsiteY30" fmla="*/ 9258342 h 9456078"/>
              <a:gd name="connsiteX31" fmla="*/ 2241360 w 13940157"/>
              <a:gd name="connsiteY31" fmla="*/ 9244693 h 9456078"/>
              <a:gd name="connsiteX32" fmla="*/ 2288159 w 13940157"/>
              <a:gd name="connsiteY32" fmla="*/ 9230604 h 9456078"/>
              <a:gd name="connsiteX33" fmla="*/ 2334805 w 13940157"/>
              <a:gd name="connsiteY33" fmla="*/ 9216076 h 9456078"/>
              <a:gd name="connsiteX34" fmla="*/ 2381295 w 13940157"/>
              <a:gd name="connsiteY34" fmla="*/ 9201111 h 9456078"/>
              <a:gd name="connsiteX35" fmla="*/ 2427627 w 13940157"/>
              <a:gd name="connsiteY35" fmla="*/ 9185710 h 9456078"/>
              <a:gd name="connsiteX36" fmla="*/ 2473797 w 13940157"/>
              <a:gd name="connsiteY36" fmla="*/ 9169876 h 9456078"/>
              <a:gd name="connsiteX37" fmla="*/ 2519802 w 13940157"/>
              <a:gd name="connsiteY37" fmla="*/ 9153608 h 9456078"/>
              <a:gd name="connsiteX38" fmla="*/ 2565640 w 13940157"/>
              <a:gd name="connsiteY38" fmla="*/ 9136910 h 9456078"/>
              <a:gd name="connsiteX39" fmla="*/ 2611307 w 13940157"/>
              <a:gd name="connsiteY39" fmla="*/ 9119782 h 9456078"/>
              <a:gd name="connsiteX40" fmla="*/ 2656800 w 13940157"/>
              <a:gd name="connsiteY40" fmla="*/ 9102226 h 9456078"/>
              <a:gd name="connsiteX41" fmla="*/ 2702116 w 13940157"/>
              <a:gd name="connsiteY41" fmla="*/ 9084243 h 9456078"/>
              <a:gd name="connsiteX42" fmla="*/ 2747253 w 13940157"/>
              <a:gd name="connsiteY42" fmla="*/ 9065835 h 9456078"/>
              <a:gd name="connsiteX43" fmla="*/ 2792207 w 13940157"/>
              <a:gd name="connsiteY43" fmla="*/ 9047004 h 9456078"/>
              <a:gd name="connsiteX44" fmla="*/ 2836975 w 13940157"/>
              <a:gd name="connsiteY44" fmla="*/ 9027750 h 9456078"/>
              <a:gd name="connsiteX45" fmla="*/ 2881555 w 13940157"/>
              <a:gd name="connsiteY45" fmla="*/ 9008075 h 9456078"/>
              <a:gd name="connsiteX46" fmla="*/ 2925942 w 13940157"/>
              <a:gd name="connsiteY46" fmla="*/ 8987981 h 9456078"/>
              <a:gd name="connsiteX47" fmla="*/ 2970135 w 13940157"/>
              <a:gd name="connsiteY47" fmla="*/ 8967470 h 9456078"/>
              <a:gd name="connsiteX48" fmla="*/ 3014130 w 13940157"/>
              <a:gd name="connsiteY48" fmla="*/ 8946542 h 9456078"/>
              <a:gd name="connsiteX49" fmla="*/ 3057924 w 13940157"/>
              <a:gd name="connsiteY49" fmla="*/ 8925199 h 9456078"/>
              <a:gd name="connsiteX50" fmla="*/ 3101514 w 13940157"/>
              <a:gd name="connsiteY50" fmla="*/ 8903443 h 9456078"/>
              <a:gd name="connsiteX51" fmla="*/ 3144898 w 13940157"/>
              <a:gd name="connsiteY51" fmla="*/ 8881275 h 9456078"/>
              <a:gd name="connsiteX52" fmla="*/ 3188071 w 13940157"/>
              <a:gd name="connsiteY52" fmla="*/ 8858697 h 9456078"/>
              <a:gd name="connsiteX53" fmla="*/ 3231032 w 13940157"/>
              <a:gd name="connsiteY53" fmla="*/ 8835710 h 9456078"/>
              <a:gd name="connsiteX54" fmla="*/ 3273777 w 13940157"/>
              <a:gd name="connsiteY54" fmla="*/ 8812316 h 9456078"/>
              <a:gd name="connsiteX55" fmla="*/ 3316303 w 13940157"/>
              <a:gd name="connsiteY55" fmla="*/ 8788516 h 9456078"/>
              <a:gd name="connsiteX56" fmla="*/ 3358607 w 13940157"/>
              <a:gd name="connsiteY56" fmla="*/ 8764311 h 9456078"/>
              <a:gd name="connsiteX57" fmla="*/ 3400686 w 13940157"/>
              <a:gd name="connsiteY57" fmla="*/ 8739704 h 9456078"/>
              <a:gd name="connsiteX58" fmla="*/ 3442537 w 13940157"/>
              <a:gd name="connsiteY58" fmla="*/ 8714695 h 9456078"/>
              <a:gd name="connsiteX59" fmla="*/ 3484157 w 13940157"/>
              <a:gd name="connsiteY59" fmla="*/ 8689286 h 9456078"/>
              <a:gd name="connsiteX60" fmla="*/ 3525543 w 13940157"/>
              <a:gd name="connsiteY60" fmla="*/ 8663479 h 9456078"/>
              <a:gd name="connsiteX61" fmla="*/ 3566693 w 13940157"/>
              <a:gd name="connsiteY61" fmla="*/ 8637274 h 9456078"/>
              <a:gd name="connsiteX62" fmla="*/ 3607602 w 13940157"/>
              <a:gd name="connsiteY62" fmla="*/ 8610675 h 9456078"/>
              <a:gd name="connsiteX63" fmla="*/ 3648268 w 13940157"/>
              <a:gd name="connsiteY63" fmla="*/ 8583681 h 9456078"/>
              <a:gd name="connsiteX64" fmla="*/ 3688689 w 13940157"/>
              <a:gd name="connsiteY64" fmla="*/ 8556295 h 9456078"/>
              <a:gd name="connsiteX65" fmla="*/ 3728860 w 13940157"/>
              <a:gd name="connsiteY65" fmla="*/ 8528517 h 9456078"/>
              <a:gd name="connsiteX66" fmla="*/ 3768779 w 13940157"/>
              <a:gd name="connsiteY66" fmla="*/ 8500351 h 9456078"/>
              <a:gd name="connsiteX67" fmla="*/ 3808443 w 13940157"/>
              <a:gd name="connsiteY67" fmla="*/ 8471796 h 9456078"/>
              <a:gd name="connsiteX68" fmla="*/ 3847849 w 13940157"/>
              <a:gd name="connsiteY68" fmla="*/ 8442854 h 9456078"/>
              <a:gd name="connsiteX69" fmla="*/ 3886994 w 13940157"/>
              <a:gd name="connsiteY69" fmla="*/ 8413528 h 9456078"/>
              <a:gd name="connsiteX70" fmla="*/ 3925875 w 13940157"/>
              <a:gd name="connsiteY70" fmla="*/ 8383818 h 9456078"/>
              <a:gd name="connsiteX71" fmla="*/ 3964489 w 13940157"/>
              <a:gd name="connsiteY71" fmla="*/ 8353726 h 9456078"/>
              <a:gd name="connsiteX72" fmla="*/ 4002833 w 13940157"/>
              <a:gd name="connsiteY72" fmla="*/ 8323253 h 9456078"/>
              <a:gd name="connsiteX73" fmla="*/ 4040904 w 13940157"/>
              <a:gd name="connsiteY73" fmla="*/ 8292401 h 9456078"/>
              <a:gd name="connsiteX74" fmla="*/ 4078699 w 13940157"/>
              <a:gd name="connsiteY74" fmla="*/ 8261172 h 9456078"/>
              <a:gd name="connsiteX75" fmla="*/ 4116214 w 13940157"/>
              <a:gd name="connsiteY75" fmla="*/ 8229566 h 9456078"/>
              <a:gd name="connsiteX76" fmla="*/ 4153447 w 13940157"/>
              <a:gd name="connsiteY76" fmla="*/ 8197585 h 9456078"/>
              <a:gd name="connsiteX77" fmla="*/ 4190395 w 13940157"/>
              <a:gd name="connsiteY77" fmla="*/ 8165232 h 9456078"/>
              <a:gd name="connsiteX78" fmla="*/ 4227055 w 13940157"/>
              <a:gd name="connsiteY78" fmla="*/ 8132507 h 9456078"/>
              <a:gd name="connsiteX79" fmla="*/ 4263424 w 13940157"/>
              <a:gd name="connsiteY79" fmla="*/ 8099411 h 9456078"/>
              <a:gd name="connsiteX80" fmla="*/ 4299499 w 13940157"/>
              <a:gd name="connsiteY80" fmla="*/ 8065947 h 9456078"/>
              <a:gd name="connsiteX81" fmla="*/ 4335276 w 13940157"/>
              <a:gd name="connsiteY81" fmla="*/ 8032115 h 9456078"/>
              <a:gd name="connsiteX82" fmla="*/ 4370753 w 13940157"/>
              <a:gd name="connsiteY82" fmla="*/ 7997918 h 9456078"/>
              <a:gd name="connsiteX83" fmla="*/ 4405927 w 13940157"/>
              <a:gd name="connsiteY83" fmla="*/ 7963356 h 9456078"/>
              <a:gd name="connsiteX84" fmla="*/ 4440795 w 13940157"/>
              <a:gd name="connsiteY84" fmla="*/ 7928432 h 9456078"/>
              <a:gd name="connsiteX85" fmla="*/ 4475354 w 13940157"/>
              <a:gd name="connsiteY85" fmla="*/ 7893146 h 9456078"/>
              <a:gd name="connsiteX86" fmla="*/ 4509600 w 13940157"/>
              <a:gd name="connsiteY86" fmla="*/ 7857501 h 9456078"/>
              <a:gd name="connsiteX87" fmla="*/ 4543531 w 13940157"/>
              <a:gd name="connsiteY87" fmla="*/ 7821497 h 9456078"/>
              <a:gd name="connsiteX88" fmla="*/ 4577143 w 13940157"/>
              <a:gd name="connsiteY88" fmla="*/ 7785136 h 9456078"/>
              <a:gd name="connsiteX89" fmla="*/ 4610435 w 13940157"/>
              <a:gd name="connsiteY89" fmla="*/ 7748420 h 9456078"/>
              <a:gd name="connsiteX90" fmla="*/ 4643402 w 13940157"/>
              <a:gd name="connsiteY90" fmla="*/ 7711350 h 9456078"/>
              <a:gd name="connsiteX91" fmla="*/ 4676042 w 13940157"/>
              <a:gd name="connsiteY91" fmla="*/ 7673928 h 9456078"/>
              <a:gd name="connsiteX92" fmla="*/ 4708351 w 13940157"/>
              <a:gd name="connsiteY92" fmla="*/ 7636155 h 9456078"/>
              <a:gd name="connsiteX93" fmla="*/ 4740327 w 13940157"/>
              <a:gd name="connsiteY93" fmla="*/ 7598032 h 9456078"/>
              <a:gd name="connsiteX94" fmla="*/ 4771967 w 13940157"/>
              <a:gd name="connsiteY94" fmla="*/ 7559561 h 9456078"/>
              <a:gd name="connsiteX95" fmla="*/ 4803267 w 13940157"/>
              <a:gd name="connsiteY95" fmla="*/ 7520744 h 9456078"/>
              <a:gd name="connsiteX96" fmla="*/ 4834225 w 13940157"/>
              <a:gd name="connsiteY96" fmla="*/ 7481582 h 9456078"/>
              <a:gd name="connsiteX97" fmla="*/ 4864838 w 13940157"/>
              <a:gd name="connsiteY97" fmla="*/ 7442077 h 9456078"/>
              <a:gd name="connsiteX98" fmla="*/ 8803671 w 13940157"/>
              <a:gd name="connsiteY98" fmla="*/ 2307814 h 9456078"/>
              <a:gd name="connsiteX99" fmla="*/ 8834262 w 13940157"/>
              <a:gd name="connsiteY99" fmla="*/ 2268285 h 9456078"/>
              <a:gd name="connsiteX100" fmla="*/ 8865156 w 13940157"/>
              <a:gd name="connsiteY100" fmla="*/ 2229056 h 9456078"/>
              <a:gd name="connsiteX101" fmla="*/ 8896349 w 13940157"/>
              <a:gd name="connsiteY101" fmla="*/ 2190127 h 9456078"/>
              <a:gd name="connsiteX102" fmla="*/ 8927839 w 13940157"/>
              <a:gd name="connsiteY102" fmla="*/ 2151500 h 9456078"/>
              <a:gd name="connsiteX103" fmla="*/ 8959624 w 13940157"/>
              <a:gd name="connsiteY103" fmla="*/ 2113176 h 9456078"/>
              <a:gd name="connsiteX104" fmla="*/ 8991701 w 13940157"/>
              <a:gd name="connsiteY104" fmla="*/ 2075157 h 9456078"/>
              <a:gd name="connsiteX105" fmla="*/ 9024069 w 13940157"/>
              <a:gd name="connsiteY105" fmla="*/ 2037442 h 9456078"/>
              <a:gd name="connsiteX106" fmla="*/ 9056725 w 13940157"/>
              <a:gd name="connsiteY106" fmla="*/ 2000034 h 9456078"/>
              <a:gd name="connsiteX107" fmla="*/ 9089667 w 13940157"/>
              <a:gd name="connsiteY107" fmla="*/ 1962934 h 9456078"/>
              <a:gd name="connsiteX108" fmla="*/ 9122892 w 13940157"/>
              <a:gd name="connsiteY108" fmla="*/ 1926142 h 9456078"/>
              <a:gd name="connsiteX109" fmla="*/ 9156398 w 13940157"/>
              <a:gd name="connsiteY109" fmla="*/ 1889660 h 9456078"/>
              <a:gd name="connsiteX110" fmla="*/ 9190183 w 13940157"/>
              <a:gd name="connsiteY110" fmla="*/ 1853489 h 9456078"/>
              <a:gd name="connsiteX111" fmla="*/ 9224245 w 13940157"/>
              <a:gd name="connsiteY111" fmla="*/ 1817630 h 9456078"/>
              <a:gd name="connsiteX112" fmla="*/ 9258581 w 13940157"/>
              <a:gd name="connsiteY112" fmla="*/ 1782084 h 9456078"/>
              <a:gd name="connsiteX113" fmla="*/ 9293189 w 13940157"/>
              <a:gd name="connsiteY113" fmla="*/ 1746853 h 9456078"/>
              <a:gd name="connsiteX114" fmla="*/ 9328066 w 13940157"/>
              <a:gd name="connsiteY114" fmla="*/ 1711937 h 9456078"/>
              <a:gd name="connsiteX115" fmla="*/ 9363211 w 13940157"/>
              <a:gd name="connsiteY115" fmla="*/ 1677337 h 9456078"/>
              <a:gd name="connsiteX116" fmla="*/ 9398621 w 13940157"/>
              <a:gd name="connsiteY116" fmla="*/ 1643056 h 9456078"/>
              <a:gd name="connsiteX117" fmla="*/ 9434294 w 13940157"/>
              <a:gd name="connsiteY117" fmla="*/ 1609093 h 9456078"/>
              <a:gd name="connsiteX118" fmla="*/ 9470227 w 13940157"/>
              <a:gd name="connsiteY118" fmla="*/ 1575450 h 9456078"/>
              <a:gd name="connsiteX119" fmla="*/ 9506418 w 13940157"/>
              <a:gd name="connsiteY119" fmla="*/ 1542128 h 9456078"/>
              <a:gd name="connsiteX120" fmla="*/ 9542866 w 13940157"/>
              <a:gd name="connsiteY120" fmla="*/ 1509129 h 9456078"/>
              <a:gd name="connsiteX121" fmla="*/ 9579567 w 13940157"/>
              <a:gd name="connsiteY121" fmla="*/ 1476452 h 9456078"/>
              <a:gd name="connsiteX122" fmla="*/ 9616519 w 13940157"/>
              <a:gd name="connsiteY122" fmla="*/ 1444101 h 9456078"/>
              <a:gd name="connsiteX123" fmla="*/ 9653720 w 13940157"/>
              <a:gd name="connsiteY123" fmla="*/ 1412075 h 9456078"/>
              <a:gd name="connsiteX124" fmla="*/ 9691168 w 13940157"/>
              <a:gd name="connsiteY124" fmla="*/ 1380375 h 9456078"/>
              <a:gd name="connsiteX125" fmla="*/ 9728861 w 13940157"/>
              <a:gd name="connsiteY125" fmla="*/ 1349004 h 9456078"/>
              <a:gd name="connsiteX126" fmla="*/ 9766795 w 13940157"/>
              <a:gd name="connsiteY126" fmla="*/ 1317962 h 9456078"/>
              <a:gd name="connsiteX127" fmla="*/ 9804970 w 13940157"/>
              <a:gd name="connsiteY127" fmla="*/ 1287250 h 9456078"/>
              <a:gd name="connsiteX128" fmla="*/ 9843382 w 13940157"/>
              <a:gd name="connsiteY128" fmla="*/ 1256869 h 9456078"/>
              <a:gd name="connsiteX129" fmla="*/ 9882029 w 13940157"/>
              <a:gd name="connsiteY129" fmla="*/ 1226820 h 9456078"/>
              <a:gd name="connsiteX130" fmla="*/ 9920909 w 13940157"/>
              <a:gd name="connsiteY130" fmla="*/ 1197105 h 9456078"/>
              <a:gd name="connsiteX131" fmla="*/ 9960020 w 13940157"/>
              <a:gd name="connsiteY131" fmla="*/ 1167725 h 9456078"/>
              <a:gd name="connsiteX132" fmla="*/ 9999359 w 13940157"/>
              <a:gd name="connsiteY132" fmla="*/ 1138681 h 9456078"/>
              <a:gd name="connsiteX133" fmla="*/ 10038924 w 13940157"/>
              <a:gd name="connsiteY133" fmla="*/ 1109974 h 9456078"/>
              <a:gd name="connsiteX134" fmla="*/ 10078713 w 13940157"/>
              <a:gd name="connsiteY134" fmla="*/ 1081604 h 9456078"/>
              <a:gd name="connsiteX135" fmla="*/ 10118724 w 13940157"/>
              <a:gd name="connsiteY135" fmla="*/ 1053574 h 9456078"/>
              <a:gd name="connsiteX136" fmla="*/ 10158954 w 13940157"/>
              <a:gd name="connsiteY136" fmla="*/ 1025884 h 9456078"/>
              <a:gd name="connsiteX137" fmla="*/ 10199400 w 13940157"/>
              <a:gd name="connsiteY137" fmla="*/ 998536 h 9456078"/>
              <a:gd name="connsiteX138" fmla="*/ 10240062 w 13940157"/>
              <a:gd name="connsiteY138" fmla="*/ 971530 h 9456078"/>
              <a:gd name="connsiteX139" fmla="*/ 10280935 w 13940157"/>
              <a:gd name="connsiteY139" fmla="*/ 944868 h 9456078"/>
              <a:gd name="connsiteX140" fmla="*/ 10322019 w 13940157"/>
              <a:gd name="connsiteY140" fmla="*/ 918551 h 9456078"/>
              <a:gd name="connsiteX141" fmla="*/ 10363310 w 13940157"/>
              <a:gd name="connsiteY141" fmla="*/ 892580 h 9456078"/>
              <a:gd name="connsiteX142" fmla="*/ 10404807 w 13940157"/>
              <a:gd name="connsiteY142" fmla="*/ 866956 h 9456078"/>
              <a:gd name="connsiteX143" fmla="*/ 10446507 w 13940157"/>
              <a:gd name="connsiteY143" fmla="*/ 841681 h 9456078"/>
              <a:gd name="connsiteX144" fmla="*/ 10488408 w 13940157"/>
              <a:gd name="connsiteY144" fmla="*/ 816754 h 9456078"/>
              <a:gd name="connsiteX145" fmla="*/ 10530507 w 13940157"/>
              <a:gd name="connsiteY145" fmla="*/ 792179 h 9456078"/>
              <a:gd name="connsiteX146" fmla="*/ 10572803 w 13940157"/>
              <a:gd name="connsiteY146" fmla="*/ 767955 h 9456078"/>
              <a:gd name="connsiteX147" fmla="*/ 10615292 w 13940157"/>
              <a:gd name="connsiteY147" fmla="*/ 744083 h 9456078"/>
              <a:gd name="connsiteX148" fmla="*/ 10657973 w 13940157"/>
              <a:gd name="connsiteY148" fmla="*/ 720566 h 9456078"/>
              <a:gd name="connsiteX149" fmla="*/ 10700844 w 13940157"/>
              <a:gd name="connsiteY149" fmla="*/ 697404 h 9456078"/>
              <a:gd name="connsiteX150" fmla="*/ 10743902 w 13940157"/>
              <a:gd name="connsiteY150" fmla="*/ 674598 h 9456078"/>
              <a:gd name="connsiteX151" fmla="*/ 10787144 w 13940157"/>
              <a:gd name="connsiteY151" fmla="*/ 652149 h 9456078"/>
              <a:gd name="connsiteX152" fmla="*/ 10830569 w 13940157"/>
              <a:gd name="connsiteY152" fmla="*/ 630059 h 9456078"/>
              <a:gd name="connsiteX153" fmla="*/ 10874174 w 13940157"/>
              <a:gd name="connsiteY153" fmla="*/ 608328 h 9456078"/>
              <a:gd name="connsiteX154" fmla="*/ 10917957 w 13940157"/>
              <a:gd name="connsiteY154" fmla="*/ 586958 h 9456078"/>
              <a:gd name="connsiteX155" fmla="*/ 10961916 w 13940157"/>
              <a:gd name="connsiteY155" fmla="*/ 565950 h 9456078"/>
              <a:gd name="connsiteX156" fmla="*/ 11006048 w 13940157"/>
              <a:gd name="connsiteY156" fmla="*/ 545304 h 9456078"/>
              <a:gd name="connsiteX157" fmla="*/ 11050351 w 13940157"/>
              <a:gd name="connsiteY157" fmla="*/ 525023 h 9456078"/>
              <a:gd name="connsiteX158" fmla="*/ 11094823 w 13940157"/>
              <a:gd name="connsiteY158" fmla="*/ 505107 h 9456078"/>
              <a:gd name="connsiteX159" fmla="*/ 11139461 w 13940157"/>
              <a:gd name="connsiteY159" fmla="*/ 485558 h 9456078"/>
              <a:gd name="connsiteX160" fmla="*/ 11184263 w 13940157"/>
              <a:gd name="connsiteY160" fmla="*/ 466376 h 9456078"/>
              <a:gd name="connsiteX161" fmla="*/ 11229228 w 13940157"/>
              <a:gd name="connsiteY161" fmla="*/ 447563 h 9456078"/>
              <a:gd name="connsiteX162" fmla="*/ 11274351 w 13940157"/>
              <a:gd name="connsiteY162" fmla="*/ 429119 h 9456078"/>
              <a:gd name="connsiteX163" fmla="*/ 11319632 w 13940157"/>
              <a:gd name="connsiteY163" fmla="*/ 411046 h 9456078"/>
              <a:gd name="connsiteX164" fmla="*/ 11365068 w 13940157"/>
              <a:gd name="connsiteY164" fmla="*/ 393346 h 9456078"/>
              <a:gd name="connsiteX165" fmla="*/ 11410657 w 13940157"/>
              <a:gd name="connsiteY165" fmla="*/ 376018 h 9456078"/>
              <a:gd name="connsiteX166" fmla="*/ 11456396 w 13940157"/>
              <a:gd name="connsiteY166" fmla="*/ 359065 h 9456078"/>
              <a:gd name="connsiteX167" fmla="*/ 11502283 w 13940157"/>
              <a:gd name="connsiteY167" fmla="*/ 342487 h 9456078"/>
              <a:gd name="connsiteX168" fmla="*/ 11548316 w 13940157"/>
              <a:gd name="connsiteY168" fmla="*/ 326286 h 9456078"/>
              <a:gd name="connsiteX169" fmla="*/ 11594492 w 13940157"/>
              <a:gd name="connsiteY169" fmla="*/ 310462 h 9456078"/>
              <a:gd name="connsiteX170" fmla="*/ 11640810 w 13940157"/>
              <a:gd name="connsiteY170" fmla="*/ 295018 h 9456078"/>
              <a:gd name="connsiteX171" fmla="*/ 11687267 w 13940157"/>
              <a:gd name="connsiteY171" fmla="*/ 279953 h 9456078"/>
              <a:gd name="connsiteX172" fmla="*/ 11733860 w 13940157"/>
              <a:gd name="connsiteY172" fmla="*/ 265269 h 9456078"/>
              <a:gd name="connsiteX173" fmla="*/ 11780587 w 13940157"/>
              <a:gd name="connsiteY173" fmla="*/ 250968 h 9456078"/>
              <a:gd name="connsiteX174" fmla="*/ 11827447 w 13940157"/>
              <a:gd name="connsiteY174" fmla="*/ 237049 h 9456078"/>
              <a:gd name="connsiteX175" fmla="*/ 11874436 w 13940157"/>
              <a:gd name="connsiteY175" fmla="*/ 223516 h 9456078"/>
              <a:gd name="connsiteX176" fmla="*/ 11921553 w 13940157"/>
              <a:gd name="connsiteY176" fmla="*/ 210368 h 9456078"/>
              <a:gd name="connsiteX177" fmla="*/ 11968794 w 13940157"/>
              <a:gd name="connsiteY177" fmla="*/ 197606 h 9456078"/>
              <a:gd name="connsiteX178" fmla="*/ 12016159 w 13940157"/>
              <a:gd name="connsiteY178" fmla="*/ 185233 h 9456078"/>
              <a:gd name="connsiteX179" fmla="*/ 12063644 w 13940157"/>
              <a:gd name="connsiteY179" fmla="*/ 173248 h 9456078"/>
              <a:gd name="connsiteX180" fmla="*/ 12111248 w 13940157"/>
              <a:gd name="connsiteY180" fmla="*/ 161654 h 9456078"/>
              <a:gd name="connsiteX181" fmla="*/ 12158967 w 13940157"/>
              <a:gd name="connsiteY181" fmla="*/ 150451 h 9456078"/>
              <a:gd name="connsiteX182" fmla="*/ 12206800 w 13940157"/>
              <a:gd name="connsiteY182" fmla="*/ 139640 h 9456078"/>
              <a:gd name="connsiteX183" fmla="*/ 12254745 w 13940157"/>
              <a:gd name="connsiteY183" fmla="*/ 129223 h 9456078"/>
              <a:gd name="connsiteX184" fmla="*/ 12302799 w 13940157"/>
              <a:gd name="connsiteY184" fmla="*/ 119201 h 9456078"/>
              <a:gd name="connsiteX185" fmla="*/ 12350959 w 13940157"/>
              <a:gd name="connsiteY185" fmla="*/ 109574 h 9456078"/>
              <a:gd name="connsiteX186" fmla="*/ 12399224 w 13940157"/>
              <a:gd name="connsiteY186" fmla="*/ 100344 h 9456078"/>
              <a:gd name="connsiteX187" fmla="*/ 12447591 w 13940157"/>
              <a:gd name="connsiteY187" fmla="*/ 91512 h 9456078"/>
              <a:gd name="connsiteX188" fmla="*/ 12496058 w 13940157"/>
              <a:gd name="connsiteY188" fmla="*/ 83080 h 9456078"/>
              <a:gd name="connsiteX189" fmla="*/ 12544623 w 13940157"/>
              <a:gd name="connsiteY189" fmla="*/ 75047 h 9456078"/>
              <a:gd name="connsiteX190" fmla="*/ 12593283 w 13940157"/>
              <a:gd name="connsiteY190" fmla="*/ 67417 h 9456078"/>
              <a:gd name="connsiteX191" fmla="*/ 12642036 w 13940157"/>
              <a:gd name="connsiteY191" fmla="*/ 60188 h 9456078"/>
              <a:gd name="connsiteX192" fmla="*/ 12690879 w 13940157"/>
              <a:gd name="connsiteY192" fmla="*/ 53364 h 9456078"/>
              <a:gd name="connsiteX193" fmla="*/ 12739811 w 13940157"/>
              <a:gd name="connsiteY193" fmla="*/ 46944 h 9456078"/>
              <a:gd name="connsiteX194" fmla="*/ 12788830 w 13940157"/>
              <a:gd name="connsiteY194" fmla="*/ 40931 h 9456078"/>
              <a:gd name="connsiteX195" fmla="*/ 12837932 w 13940157"/>
              <a:gd name="connsiteY195" fmla="*/ 35324 h 9456078"/>
              <a:gd name="connsiteX196" fmla="*/ 12887116 w 13940157"/>
              <a:gd name="connsiteY196" fmla="*/ 30126 h 9456078"/>
              <a:gd name="connsiteX197" fmla="*/ 12936379 w 13940157"/>
              <a:gd name="connsiteY197" fmla="*/ 25337 h 9456078"/>
              <a:gd name="connsiteX198" fmla="*/ 12985719 w 13940157"/>
              <a:gd name="connsiteY198" fmla="*/ 20958 h 9456078"/>
              <a:gd name="connsiteX199" fmla="*/ 13035133 w 13940157"/>
              <a:gd name="connsiteY199" fmla="*/ 16991 h 9456078"/>
              <a:gd name="connsiteX200" fmla="*/ 13084620 w 13940157"/>
              <a:gd name="connsiteY200" fmla="*/ 13437 h 9456078"/>
              <a:gd name="connsiteX201" fmla="*/ 13134178 w 13940157"/>
              <a:gd name="connsiteY201" fmla="*/ 10297 h 9456078"/>
              <a:gd name="connsiteX202" fmla="*/ 13183803 w 13940157"/>
              <a:gd name="connsiteY202" fmla="*/ 7572 h 9456078"/>
              <a:gd name="connsiteX203" fmla="*/ 13233493 w 13940157"/>
              <a:gd name="connsiteY203" fmla="*/ 5263 h 9456078"/>
              <a:gd name="connsiteX204" fmla="*/ 13283247 w 13940157"/>
              <a:gd name="connsiteY204" fmla="*/ 3371 h 9456078"/>
              <a:gd name="connsiteX205" fmla="*/ 13333061 w 13940157"/>
              <a:gd name="connsiteY205" fmla="*/ 1898 h 9456078"/>
              <a:gd name="connsiteX206" fmla="*/ 13382934 w 13940157"/>
              <a:gd name="connsiteY206" fmla="*/ 844 h 9456078"/>
              <a:gd name="connsiteX207" fmla="*/ 13432864 w 13940157"/>
              <a:gd name="connsiteY207" fmla="*/ 211 h 9456078"/>
              <a:gd name="connsiteX208" fmla="*/ 13482847 w 13940157"/>
              <a:gd name="connsiteY208" fmla="*/ 0 h 9456078"/>
              <a:gd name="connsiteX209" fmla="*/ 13940158 w 13940157"/>
              <a:gd name="connsiteY209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49234 w 13158799"/>
              <a:gd name="connsiteY5" fmla="*/ 9450052 h 9456078"/>
              <a:gd name="connsiteX6" fmla="*/ 298870 w 13158799"/>
              <a:gd name="connsiteY6" fmla="*/ 9447409 h 9456078"/>
              <a:gd name="connsiteX7" fmla="*/ 348429 w 13158799"/>
              <a:gd name="connsiteY7" fmla="*/ 9444290 h 9456078"/>
              <a:gd name="connsiteX8" fmla="*/ 397907 w 13158799"/>
              <a:gd name="connsiteY8" fmla="*/ 9440698 h 9456078"/>
              <a:gd name="connsiteX9" fmla="*/ 447302 w 13158799"/>
              <a:gd name="connsiteY9" fmla="*/ 9436632 h 9456078"/>
              <a:gd name="connsiteX10" fmla="*/ 496610 w 13158799"/>
              <a:gd name="connsiteY10" fmla="*/ 9432096 h 9456078"/>
              <a:gd name="connsiteX11" fmla="*/ 545829 w 13158799"/>
              <a:gd name="connsiteY11" fmla="*/ 9427089 h 9456078"/>
              <a:gd name="connsiteX12" fmla="*/ 594956 w 13158799"/>
              <a:gd name="connsiteY12" fmla="*/ 9421615 h 9456078"/>
              <a:gd name="connsiteX13" fmla="*/ 643987 w 13158799"/>
              <a:gd name="connsiteY13" fmla="*/ 9415673 h 9456078"/>
              <a:gd name="connsiteX14" fmla="*/ 692920 w 13158799"/>
              <a:gd name="connsiteY14" fmla="*/ 9409267 h 9456078"/>
              <a:gd name="connsiteX15" fmla="*/ 741751 w 13158799"/>
              <a:gd name="connsiteY15" fmla="*/ 9402396 h 9456078"/>
              <a:gd name="connsiteX16" fmla="*/ 790478 w 13158799"/>
              <a:gd name="connsiteY16" fmla="*/ 9395063 h 9456078"/>
              <a:gd name="connsiteX17" fmla="*/ 839098 w 13158799"/>
              <a:gd name="connsiteY17" fmla="*/ 9387270 h 9456078"/>
              <a:gd name="connsiteX18" fmla="*/ 887607 w 13158799"/>
              <a:gd name="connsiteY18" fmla="*/ 9379017 h 9456078"/>
              <a:gd name="connsiteX19" fmla="*/ 936002 w 13158799"/>
              <a:gd name="connsiteY19" fmla="*/ 9370306 h 9456078"/>
              <a:gd name="connsiteX20" fmla="*/ 984281 w 13158799"/>
              <a:gd name="connsiteY20" fmla="*/ 9361139 h 9456078"/>
              <a:gd name="connsiteX21" fmla="*/ 1032440 w 13158799"/>
              <a:gd name="connsiteY21" fmla="*/ 9351517 h 9456078"/>
              <a:gd name="connsiteX22" fmla="*/ 1080477 w 13158799"/>
              <a:gd name="connsiteY22" fmla="*/ 9341441 h 9456078"/>
              <a:gd name="connsiteX23" fmla="*/ 1128389 w 13158799"/>
              <a:gd name="connsiteY23" fmla="*/ 9330914 h 9456078"/>
              <a:gd name="connsiteX24" fmla="*/ 1176172 w 13158799"/>
              <a:gd name="connsiteY24" fmla="*/ 9319936 h 9456078"/>
              <a:gd name="connsiteX25" fmla="*/ 1223823 w 13158799"/>
              <a:gd name="connsiteY25" fmla="*/ 9308509 h 9456078"/>
              <a:gd name="connsiteX26" fmla="*/ 1271339 w 13158799"/>
              <a:gd name="connsiteY26" fmla="*/ 9296635 h 9456078"/>
              <a:gd name="connsiteX27" fmla="*/ 1318719 w 13158799"/>
              <a:gd name="connsiteY27" fmla="*/ 9284315 h 9456078"/>
              <a:gd name="connsiteX28" fmla="*/ 1365957 w 13158799"/>
              <a:gd name="connsiteY28" fmla="*/ 9271550 h 9456078"/>
              <a:gd name="connsiteX29" fmla="*/ 1413052 w 13158799"/>
              <a:gd name="connsiteY29" fmla="*/ 9258342 h 9456078"/>
              <a:gd name="connsiteX30" fmla="*/ 1460000 w 13158799"/>
              <a:gd name="connsiteY30" fmla="*/ 9244693 h 9456078"/>
              <a:gd name="connsiteX31" fmla="*/ 1506799 w 13158799"/>
              <a:gd name="connsiteY31" fmla="*/ 9230604 h 9456078"/>
              <a:gd name="connsiteX32" fmla="*/ 1553445 w 13158799"/>
              <a:gd name="connsiteY32" fmla="*/ 9216076 h 9456078"/>
              <a:gd name="connsiteX33" fmla="*/ 1599935 w 13158799"/>
              <a:gd name="connsiteY33" fmla="*/ 9201111 h 9456078"/>
              <a:gd name="connsiteX34" fmla="*/ 1646267 w 13158799"/>
              <a:gd name="connsiteY34" fmla="*/ 9185710 h 9456078"/>
              <a:gd name="connsiteX35" fmla="*/ 1692437 w 13158799"/>
              <a:gd name="connsiteY35" fmla="*/ 9169876 h 9456078"/>
              <a:gd name="connsiteX36" fmla="*/ 1738442 w 13158799"/>
              <a:gd name="connsiteY36" fmla="*/ 9153608 h 9456078"/>
              <a:gd name="connsiteX37" fmla="*/ 1784280 w 13158799"/>
              <a:gd name="connsiteY37" fmla="*/ 9136910 h 9456078"/>
              <a:gd name="connsiteX38" fmla="*/ 1829947 w 13158799"/>
              <a:gd name="connsiteY38" fmla="*/ 9119782 h 9456078"/>
              <a:gd name="connsiteX39" fmla="*/ 1875440 w 13158799"/>
              <a:gd name="connsiteY39" fmla="*/ 9102226 h 9456078"/>
              <a:gd name="connsiteX40" fmla="*/ 1920756 w 13158799"/>
              <a:gd name="connsiteY40" fmla="*/ 9084243 h 9456078"/>
              <a:gd name="connsiteX41" fmla="*/ 1965893 w 13158799"/>
              <a:gd name="connsiteY41" fmla="*/ 9065835 h 9456078"/>
              <a:gd name="connsiteX42" fmla="*/ 2010847 w 13158799"/>
              <a:gd name="connsiteY42" fmla="*/ 9047004 h 9456078"/>
              <a:gd name="connsiteX43" fmla="*/ 2055615 w 13158799"/>
              <a:gd name="connsiteY43" fmla="*/ 9027750 h 9456078"/>
              <a:gd name="connsiteX44" fmla="*/ 2100195 w 13158799"/>
              <a:gd name="connsiteY44" fmla="*/ 9008075 h 9456078"/>
              <a:gd name="connsiteX45" fmla="*/ 2144582 w 13158799"/>
              <a:gd name="connsiteY45" fmla="*/ 8987981 h 9456078"/>
              <a:gd name="connsiteX46" fmla="*/ 2188775 w 13158799"/>
              <a:gd name="connsiteY46" fmla="*/ 8967470 h 9456078"/>
              <a:gd name="connsiteX47" fmla="*/ 2232770 w 13158799"/>
              <a:gd name="connsiteY47" fmla="*/ 8946542 h 9456078"/>
              <a:gd name="connsiteX48" fmla="*/ 2276564 w 13158799"/>
              <a:gd name="connsiteY48" fmla="*/ 8925199 h 9456078"/>
              <a:gd name="connsiteX49" fmla="*/ 2320154 w 13158799"/>
              <a:gd name="connsiteY49" fmla="*/ 8903443 h 9456078"/>
              <a:gd name="connsiteX50" fmla="*/ 2363538 w 13158799"/>
              <a:gd name="connsiteY50" fmla="*/ 8881275 h 9456078"/>
              <a:gd name="connsiteX51" fmla="*/ 2406711 w 13158799"/>
              <a:gd name="connsiteY51" fmla="*/ 8858697 h 9456078"/>
              <a:gd name="connsiteX52" fmla="*/ 2449672 w 13158799"/>
              <a:gd name="connsiteY52" fmla="*/ 8835710 h 9456078"/>
              <a:gd name="connsiteX53" fmla="*/ 2492417 w 13158799"/>
              <a:gd name="connsiteY53" fmla="*/ 8812316 h 9456078"/>
              <a:gd name="connsiteX54" fmla="*/ 2534943 w 13158799"/>
              <a:gd name="connsiteY54" fmla="*/ 8788516 h 9456078"/>
              <a:gd name="connsiteX55" fmla="*/ 2577247 w 13158799"/>
              <a:gd name="connsiteY55" fmla="*/ 8764311 h 9456078"/>
              <a:gd name="connsiteX56" fmla="*/ 2619326 w 13158799"/>
              <a:gd name="connsiteY56" fmla="*/ 8739704 h 9456078"/>
              <a:gd name="connsiteX57" fmla="*/ 2661177 w 13158799"/>
              <a:gd name="connsiteY57" fmla="*/ 8714695 h 9456078"/>
              <a:gd name="connsiteX58" fmla="*/ 2702797 w 13158799"/>
              <a:gd name="connsiteY58" fmla="*/ 8689286 h 9456078"/>
              <a:gd name="connsiteX59" fmla="*/ 2744183 w 13158799"/>
              <a:gd name="connsiteY59" fmla="*/ 8663479 h 9456078"/>
              <a:gd name="connsiteX60" fmla="*/ 2785333 w 13158799"/>
              <a:gd name="connsiteY60" fmla="*/ 8637274 h 9456078"/>
              <a:gd name="connsiteX61" fmla="*/ 2826242 w 13158799"/>
              <a:gd name="connsiteY61" fmla="*/ 8610675 h 9456078"/>
              <a:gd name="connsiteX62" fmla="*/ 2866908 w 13158799"/>
              <a:gd name="connsiteY62" fmla="*/ 8583681 h 9456078"/>
              <a:gd name="connsiteX63" fmla="*/ 2907329 w 13158799"/>
              <a:gd name="connsiteY63" fmla="*/ 8556295 h 9456078"/>
              <a:gd name="connsiteX64" fmla="*/ 2947500 w 13158799"/>
              <a:gd name="connsiteY64" fmla="*/ 8528517 h 9456078"/>
              <a:gd name="connsiteX65" fmla="*/ 2987419 w 13158799"/>
              <a:gd name="connsiteY65" fmla="*/ 8500351 h 9456078"/>
              <a:gd name="connsiteX66" fmla="*/ 3027083 w 13158799"/>
              <a:gd name="connsiteY66" fmla="*/ 8471796 h 9456078"/>
              <a:gd name="connsiteX67" fmla="*/ 3066489 w 13158799"/>
              <a:gd name="connsiteY67" fmla="*/ 8442854 h 9456078"/>
              <a:gd name="connsiteX68" fmla="*/ 3105634 w 13158799"/>
              <a:gd name="connsiteY68" fmla="*/ 8413528 h 9456078"/>
              <a:gd name="connsiteX69" fmla="*/ 3144515 w 13158799"/>
              <a:gd name="connsiteY69" fmla="*/ 8383818 h 9456078"/>
              <a:gd name="connsiteX70" fmla="*/ 3183129 w 13158799"/>
              <a:gd name="connsiteY70" fmla="*/ 8353726 h 9456078"/>
              <a:gd name="connsiteX71" fmla="*/ 3221473 w 13158799"/>
              <a:gd name="connsiteY71" fmla="*/ 8323253 h 9456078"/>
              <a:gd name="connsiteX72" fmla="*/ 3259544 w 13158799"/>
              <a:gd name="connsiteY72" fmla="*/ 8292401 h 9456078"/>
              <a:gd name="connsiteX73" fmla="*/ 3297339 w 13158799"/>
              <a:gd name="connsiteY73" fmla="*/ 8261172 h 9456078"/>
              <a:gd name="connsiteX74" fmla="*/ 3334854 w 13158799"/>
              <a:gd name="connsiteY74" fmla="*/ 8229566 h 9456078"/>
              <a:gd name="connsiteX75" fmla="*/ 3372087 w 13158799"/>
              <a:gd name="connsiteY75" fmla="*/ 8197585 h 9456078"/>
              <a:gd name="connsiteX76" fmla="*/ 3409035 w 13158799"/>
              <a:gd name="connsiteY76" fmla="*/ 8165232 h 9456078"/>
              <a:gd name="connsiteX77" fmla="*/ 3445695 w 13158799"/>
              <a:gd name="connsiteY77" fmla="*/ 8132507 h 9456078"/>
              <a:gd name="connsiteX78" fmla="*/ 3482064 w 13158799"/>
              <a:gd name="connsiteY78" fmla="*/ 8099411 h 9456078"/>
              <a:gd name="connsiteX79" fmla="*/ 3518139 w 13158799"/>
              <a:gd name="connsiteY79" fmla="*/ 8065947 h 9456078"/>
              <a:gd name="connsiteX80" fmla="*/ 3553916 w 13158799"/>
              <a:gd name="connsiteY80" fmla="*/ 8032115 h 9456078"/>
              <a:gd name="connsiteX81" fmla="*/ 3589393 w 13158799"/>
              <a:gd name="connsiteY81" fmla="*/ 7997918 h 9456078"/>
              <a:gd name="connsiteX82" fmla="*/ 3624567 w 13158799"/>
              <a:gd name="connsiteY82" fmla="*/ 7963356 h 9456078"/>
              <a:gd name="connsiteX83" fmla="*/ 3659435 w 13158799"/>
              <a:gd name="connsiteY83" fmla="*/ 7928432 h 9456078"/>
              <a:gd name="connsiteX84" fmla="*/ 3693994 w 13158799"/>
              <a:gd name="connsiteY84" fmla="*/ 7893146 h 9456078"/>
              <a:gd name="connsiteX85" fmla="*/ 3728240 w 13158799"/>
              <a:gd name="connsiteY85" fmla="*/ 7857501 h 9456078"/>
              <a:gd name="connsiteX86" fmla="*/ 3762171 w 13158799"/>
              <a:gd name="connsiteY86" fmla="*/ 7821497 h 9456078"/>
              <a:gd name="connsiteX87" fmla="*/ 3795783 w 13158799"/>
              <a:gd name="connsiteY87" fmla="*/ 7785136 h 9456078"/>
              <a:gd name="connsiteX88" fmla="*/ 3829075 w 13158799"/>
              <a:gd name="connsiteY88" fmla="*/ 7748420 h 9456078"/>
              <a:gd name="connsiteX89" fmla="*/ 3862042 w 13158799"/>
              <a:gd name="connsiteY89" fmla="*/ 7711350 h 9456078"/>
              <a:gd name="connsiteX90" fmla="*/ 3894682 w 13158799"/>
              <a:gd name="connsiteY90" fmla="*/ 7673928 h 9456078"/>
              <a:gd name="connsiteX91" fmla="*/ 3926991 w 13158799"/>
              <a:gd name="connsiteY91" fmla="*/ 7636155 h 9456078"/>
              <a:gd name="connsiteX92" fmla="*/ 3958967 w 13158799"/>
              <a:gd name="connsiteY92" fmla="*/ 7598032 h 9456078"/>
              <a:gd name="connsiteX93" fmla="*/ 3990607 w 13158799"/>
              <a:gd name="connsiteY93" fmla="*/ 7559561 h 9456078"/>
              <a:gd name="connsiteX94" fmla="*/ 4021907 w 13158799"/>
              <a:gd name="connsiteY94" fmla="*/ 7520744 h 9456078"/>
              <a:gd name="connsiteX95" fmla="*/ 4052865 w 13158799"/>
              <a:gd name="connsiteY95" fmla="*/ 7481582 h 9456078"/>
              <a:gd name="connsiteX96" fmla="*/ 4083478 w 13158799"/>
              <a:gd name="connsiteY96" fmla="*/ 7442077 h 9456078"/>
              <a:gd name="connsiteX97" fmla="*/ 8022311 w 13158799"/>
              <a:gd name="connsiteY97" fmla="*/ 2307814 h 9456078"/>
              <a:gd name="connsiteX98" fmla="*/ 8052902 w 13158799"/>
              <a:gd name="connsiteY98" fmla="*/ 2268285 h 9456078"/>
              <a:gd name="connsiteX99" fmla="*/ 8083796 w 13158799"/>
              <a:gd name="connsiteY99" fmla="*/ 2229056 h 9456078"/>
              <a:gd name="connsiteX100" fmla="*/ 8114989 w 13158799"/>
              <a:gd name="connsiteY100" fmla="*/ 2190127 h 9456078"/>
              <a:gd name="connsiteX101" fmla="*/ 8146479 w 13158799"/>
              <a:gd name="connsiteY101" fmla="*/ 2151500 h 9456078"/>
              <a:gd name="connsiteX102" fmla="*/ 8178264 w 13158799"/>
              <a:gd name="connsiteY102" fmla="*/ 2113176 h 9456078"/>
              <a:gd name="connsiteX103" fmla="*/ 8210341 w 13158799"/>
              <a:gd name="connsiteY103" fmla="*/ 2075157 h 9456078"/>
              <a:gd name="connsiteX104" fmla="*/ 8242709 w 13158799"/>
              <a:gd name="connsiteY104" fmla="*/ 2037442 h 9456078"/>
              <a:gd name="connsiteX105" fmla="*/ 8275365 w 13158799"/>
              <a:gd name="connsiteY105" fmla="*/ 2000034 h 9456078"/>
              <a:gd name="connsiteX106" fmla="*/ 8308307 w 13158799"/>
              <a:gd name="connsiteY106" fmla="*/ 1962934 h 9456078"/>
              <a:gd name="connsiteX107" fmla="*/ 8341532 w 13158799"/>
              <a:gd name="connsiteY107" fmla="*/ 1926142 h 9456078"/>
              <a:gd name="connsiteX108" fmla="*/ 8375038 w 13158799"/>
              <a:gd name="connsiteY108" fmla="*/ 1889660 h 9456078"/>
              <a:gd name="connsiteX109" fmla="*/ 8408823 w 13158799"/>
              <a:gd name="connsiteY109" fmla="*/ 1853489 h 9456078"/>
              <a:gd name="connsiteX110" fmla="*/ 8442885 w 13158799"/>
              <a:gd name="connsiteY110" fmla="*/ 1817630 h 9456078"/>
              <a:gd name="connsiteX111" fmla="*/ 8477221 w 13158799"/>
              <a:gd name="connsiteY111" fmla="*/ 1782084 h 9456078"/>
              <a:gd name="connsiteX112" fmla="*/ 8511829 w 13158799"/>
              <a:gd name="connsiteY112" fmla="*/ 1746853 h 9456078"/>
              <a:gd name="connsiteX113" fmla="*/ 8546706 w 13158799"/>
              <a:gd name="connsiteY113" fmla="*/ 1711937 h 9456078"/>
              <a:gd name="connsiteX114" fmla="*/ 8581851 w 13158799"/>
              <a:gd name="connsiteY114" fmla="*/ 1677337 h 9456078"/>
              <a:gd name="connsiteX115" fmla="*/ 8617261 w 13158799"/>
              <a:gd name="connsiteY115" fmla="*/ 1643056 h 9456078"/>
              <a:gd name="connsiteX116" fmla="*/ 8652934 w 13158799"/>
              <a:gd name="connsiteY116" fmla="*/ 1609093 h 9456078"/>
              <a:gd name="connsiteX117" fmla="*/ 8688867 w 13158799"/>
              <a:gd name="connsiteY117" fmla="*/ 1575450 h 9456078"/>
              <a:gd name="connsiteX118" fmla="*/ 8725058 w 13158799"/>
              <a:gd name="connsiteY118" fmla="*/ 1542128 h 9456078"/>
              <a:gd name="connsiteX119" fmla="*/ 8761506 w 13158799"/>
              <a:gd name="connsiteY119" fmla="*/ 1509129 h 9456078"/>
              <a:gd name="connsiteX120" fmla="*/ 8798207 w 13158799"/>
              <a:gd name="connsiteY120" fmla="*/ 1476452 h 9456078"/>
              <a:gd name="connsiteX121" fmla="*/ 8835159 w 13158799"/>
              <a:gd name="connsiteY121" fmla="*/ 1444101 h 9456078"/>
              <a:gd name="connsiteX122" fmla="*/ 8872360 w 13158799"/>
              <a:gd name="connsiteY122" fmla="*/ 1412075 h 9456078"/>
              <a:gd name="connsiteX123" fmla="*/ 8909808 w 13158799"/>
              <a:gd name="connsiteY123" fmla="*/ 1380375 h 9456078"/>
              <a:gd name="connsiteX124" fmla="*/ 8947501 w 13158799"/>
              <a:gd name="connsiteY124" fmla="*/ 1349004 h 9456078"/>
              <a:gd name="connsiteX125" fmla="*/ 8985435 w 13158799"/>
              <a:gd name="connsiteY125" fmla="*/ 1317962 h 9456078"/>
              <a:gd name="connsiteX126" fmla="*/ 9023610 w 13158799"/>
              <a:gd name="connsiteY126" fmla="*/ 1287250 h 9456078"/>
              <a:gd name="connsiteX127" fmla="*/ 9062022 w 13158799"/>
              <a:gd name="connsiteY127" fmla="*/ 1256869 h 9456078"/>
              <a:gd name="connsiteX128" fmla="*/ 9100669 w 13158799"/>
              <a:gd name="connsiteY128" fmla="*/ 1226820 h 9456078"/>
              <a:gd name="connsiteX129" fmla="*/ 9139549 w 13158799"/>
              <a:gd name="connsiteY129" fmla="*/ 1197105 h 9456078"/>
              <a:gd name="connsiteX130" fmla="*/ 9178660 w 13158799"/>
              <a:gd name="connsiteY130" fmla="*/ 1167725 h 9456078"/>
              <a:gd name="connsiteX131" fmla="*/ 9217999 w 13158799"/>
              <a:gd name="connsiteY131" fmla="*/ 1138681 h 9456078"/>
              <a:gd name="connsiteX132" fmla="*/ 9257564 w 13158799"/>
              <a:gd name="connsiteY132" fmla="*/ 1109974 h 9456078"/>
              <a:gd name="connsiteX133" fmla="*/ 9297353 w 13158799"/>
              <a:gd name="connsiteY133" fmla="*/ 1081604 h 9456078"/>
              <a:gd name="connsiteX134" fmla="*/ 9337364 w 13158799"/>
              <a:gd name="connsiteY134" fmla="*/ 1053574 h 9456078"/>
              <a:gd name="connsiteX135" fmla="*/ 9377594 w 13158799"/>
              <a:gd name="connsiteY135" fmla="*/ 1025884 h 9456078"/>
              <a:gd name="connsiteX136" fmla="*/ 9418040 w 13158799"/>
              <a:gd name="connsiteY136" fmla="*/ 998536 h 9456078"/>
              <a:gd name="connsiteX137" fmla="*/ 9458702 w 13158799"/>
              <a:gd name="connsiteY137" fmla="*/ 971530 h 9456078"/>
              <a:gd name="connsiteX138" fmla="*/ 9499575 w 13158799"/>
              <a:gd name="connsiteY138" fmla="*/ 944868 h 9456078"/>
              <a:gd name="connsiteX139" fmla="*/ 9540659 w 13158799"/>
              <a:gd name="connsiteY139" fmla="*/ 918551 h 9456078"/>
              <a:gd name="connsiteX140" fmla="*/ 9581950 w 13158799"/>
              <a:gd name="connsiteY140" fmla="*/ 892580 h 9456078"/>
              <a:gd name="connsiteX141" fmla="*/ 9623447 w 13158799"/>
              <a:gd name="connsiteY141" fmla="*/ 866956 h 9456078"/>
              <a:gd name="connsiteX142" fmla="*/ 9665147 w 13158799"/>
              <a:gd name="connsiteY142" fmla="*/ 841681 h 9456078"/>
              <a:gd name="connsiteX143" fmla="*/ 9707048 w 13158799"/>
              <a:gd name="connsiteY143" fmla="*/ 816754 h 9456078"/>
              <a:gd name="connsiteX144" fmla="*/ 9749147 w 13158799"/>
              <a:gd name="connsiteY144" fmla="*/ 792179 h 9456078"/>
              <a:gd name="connsiteX145" fmla="*/ 9791443 w 13158799"/>
              <a:gd name="connsiteY145" fmla="*/ 767955 h 9456078"/>
              <a:gd name="connsiteX146" fmla="*/ 9833932 w 13158799"/>
              <a:gd name="connsiteY146" fmla="*/ 744083 h 9456078"/>
              <a:gd name="connsiteX147" fmla="*/ 9876613 w 13158799"/>
              <a:gd name="connsiteY147" fmla="*/ 720566 h 9456078"/>
              <a:gd name="connsiteX148" fmla="*/ 9919484 w 13158799"/>
              <a:gd name="connsiteY148" fmla="*/ 697404 h 9456078"/>
              <a:gd name="connsiteX149" fmla="*/ 9962542 w 13158799"/>
              <a:gd name="connsiteY149" fmla="*/ 674598 h 9456078"/>
              <a:gd name="connsiteX150" fmla="*/ 10005784 w 13158799"/>
              <a:gd name="connsiteY150" fmla="*/ 652149 h 9456078"/>
              <a:gd name="connsiteX151" fmla="*/ 10049209 w 13158799"/>
              <a:gd name="connsiteY151" fmla="*/ 630059 h 9456078"/>
              <a:gd name="connsiteX152" fmla="*/ 10092814 w 13158799"/>
              <a:gd name="connsiteY152" fmla="*/ 608328 h 9456078"/>
              <a:gd name="connsiteX153" fmla="*/ 10136597 w 13158799"/>
              <a:gd name="connsiteY153" fmla="*/ 586958 h 9456078"/>
              <a:gd name="connsiteX154" fmla="*/ 10180556 w 13158799"/>
              <a:gd name="connsiteY154" fmla="*/ 565950 h 9456078"/>
              <a:gd name="connsiteX155" fmla="*/ 10224688 w 13158799"/>
              <a:gd name="connsiteY155" fmla="*/ 545304 h 9456078"/>
              <a:gd name="connsiteX156" fmla="*/ 10268991 w 13158799"/>
              <a:gd name="connsiteY156" fmla="*/ 525023 h 9456078"/>
              <a:gd name="connsiteX157" fmla="*/ 10313463 w 13158799"/>
              <a:gd name="connsiteY157" fmla="*/ 505107 h 9456078"/>
              <a:gd name="connsiteX158" fmla="*/ 10358101 w 13158799"/>
              <a:gd name="connsiteY158" fmla="*/ 485558 h 9456078"/>
              <a:gd name="connsiteX159" fmla="*/ 10402903 w 13158799"/>
              <a:gd name="connsiteY159" fmla="*/ 466376 h 9456078"/>
              <a:gd name="connsiteX160" fmla="*/ 10447868 w 13158799"/>
              <a:gd name="connsiteY160" fmla="*/ 447563 h 9456078"/>
              <a:gd name="connsiteX161" fmla="*/ 10492991 w 13158799"/>
              <a:gd name="connsiteY161" fmla="*/ 429119 h 9456078"/>
              <a:gd name="connsiteX162" fmla="*/ 10538272 w 13158799"/>
              <a:gd name="connsiteY162" fmla="*/ 411046 h 9456078"/>
              <a:gd name="connsiteX163" fmla="*/ 10583708 w 13158799"/>
              <a:gd name="connsiteY163" fmla="*/ 393346 h 9456078"/>
              <a:gd name="connsiteX164" fmla="*/ 10629297 w 13158799"/>
              <a:gd name="connsiteY164" fmla="*/ 376018 h 9456078"/>
              <a:gd name="connsiteX165" fmla="*/ 10675036 w 13158799"/>
              <a:gd name="connsiteY165" fmla="*/ 359065 h 9456078"/>
              <a:gd name="connsiteX166" fmla="*/ 10720923 w 13158799"/>
              <a:gd name="connsiteY166" fmla="*/ 342487 h 9456078"/>
              <a:gd name="connsiteX167" fmla="*/ 10766956 w 13158799"/>
              <a:gd name="connsiteY167" fmla="*/ 326286 h 9456078"/>
              <a:gd name="connsiteX168" fmla="*/ 10813132 w 13158799"/>
              <a:gd name="connsiteY168" fmla="*/ 310462 h 9456078"/>
              <a:gd name="connsiteX169" fmla="*/ 10859450 w 13158799"/>
              <a:gd name="connsiteY169" fmla="*/ 295018 h 9456078"/>
              <a:gd name="connsiteX170" fmla="*/ 10905907 w 13158799"/>
              <a:gd name="connsiteY170" fmla="*/ 279953 h 9456078"/>
              <a:gd name="connsiteX171" fmla="*/ 10952500 w 13158799"/>
              <a:gd name="connsiteY171" fmla="*/ 265269 h 9456078"/>
              <a:gd name="connsiteX172" fmla="*/ 10999227 w 13158799"/>
              <a:gd name="connsiteY172" fmla="*/ 250968 h 9456078"/>
              <a:gd name="connsiteX173" fmla="*/ 11046087 w 13158799"/>
              <a:gd name="connsiteY173" fmla="*/ 237049 h 9456078"/>
              <a:gd name="connsiteX174" fmla="*/ 11093076 w 13158799"/>
              <a:gd name="connsiteY174" fmla="*/ 223516 h 9456078"/>
              <a:gd name="connsiteX175" fmla="*/ 11140193 w 13158799"/>
              <a:gd name="connsiteY175" fmla="*/ 210368 h 9456078"/>
              <a:gd name="connsiteX176" fmla="*/ 11187434 w 13158799"/>
              <a:gd name="connsiteY176" fmla="*/ 197606 h 9456078"/>
              <a:gd name="connsiteX177" fmla="*/ 11234799 w 13158799"/>
              <a:gd name="connsiteY177" fmla="*/ 185233 h 9456078"/>
              <a:gd name="connsiteX178" fmla="*/ 11282284 w 13158799"/>
              <a:gd name="connsiteY178" fmla="*/ 173248 h 9456078"/>
              <a:gd name="connsiteX179" fmla="*/ 11329888 w 13158799"/>
              <a:gd name="connsiteY179" fmla="*/ 161654 h 9456078"/>
              <a:gd name="connsiteX180" fmla="*/ 11377607 w 13158799"/>
              <a:gd name="connsiteY180" fmla="*/ 150451 h 9456078"/>
              <a:gd name="connsiteX181" fmla="*/ 11425440 w 13158799"/>
              <a:gd name="connsiteY181" fmla="*/ 139640 h 9456078"/>
              <a:gd name="connsiteX182" fmla="*/ 11473385 w 13158799"/>
              <a:gd name="connsiteY182" fmla="*/ 129223 h 9456078"/>
              <a:gd name="connsiteX183" fmla="*/ 11521439 w 13158799"/>
              <a:gd name="connsiteY183" fmla="*/ 119201 h 9456078"/>
              <a:gd name="connsiteX184" fmla="*/ 11569599 w 13158799"/>
              <a:gd name="connsiteY184" fmla="*/ 109574 h 9456078"/>
              <a:gd name="connsiteX185" fmla="*/ 11617864 w 13158799"/>
              <a:gd name="connsiteY185" fmla="*/ 100344 h 9456078"/>
              <a:gd name="connsiteX186" fmla="*/ 11666231 w 13158799"/>
              <a:gd name="connsiteY186" fmla="*/ 91512 h 9456078"/>
              <a:gd name="connsiteX187" fmla="*/ 11714698 w 13158799"/>
              <a:gd name="connsiteY187" fmla="*/ 83080 h 9456078"/>
              <a:gd name="connsiteX188" fmla="*/ 11763263 w 13158799"/>
              <a:gd name="connsiteY188" fmla="*/ 75047 h 9456078"/>
              <a:gd name="connsiteX189" fmla="*/ 11811923 w 13158799"/>
              <a:gd name="connsiteY189" fmla="*/ 67417 h 9456078"/>
              <a:gd name="connsiteX190" fmla="*/ 11860676 w 13158799"/>
              <a:gd name="connsiteY190" fmla="*/ 60188 h 9456078"/>
              <a:gd name="connsiteX191" fmla="*/ 11909519 w 13158799"/>
              <a:gd name="connsiteY191" fmla="*/ 53364 h 9456078"/>
              <a:gd name="connsiteX192" fmla="*/ 11958451 w 13158799"/>
              <a:gd name="connsiteY192" fmla="*/ 46944 h 9456078"/>
              <a:gd name="connsiteX193" fmla="*/ 12007470 w 13158799"/>
              <a:gd name="connsiteY193" fmla="*/ 40931 h 9456078"/>
              <a:gd name="connsiteX194" fmla="*/ 12056572 w 13158799"/>
              <a:gd name="connsiteY194" fmla="*/ 35324 h 9456078"/>
              <a:gd name="connsiteX195" fmla="*/ 12105756 w 13158799"/>
              <a:gd name="connsiteY195" fmla="*/ 30126 h 9456078"/>
              <a:gd name="connsiteX196" fmla="*/ 12155019 w 13158799"/>
              <a:gd name="connsiteY196" fmla="*/ 25337 h 9456078"/>
              <a:gd name="connsiteX197" fmla="*/ 12204359 w 13158799"/>
              <a:gd name="connsiteY197" fmla="*/ 20958 h 9456078"/>
              <a:gd name="connsiteX198" fmla="*/ 12253773 w 13158799"/>
              <a:gd name="connsiteY198" fmla="*/ 16991 h 9456078"/>
              <a:gd name="connsiteX199" fmla="*/ 12303260 w 13158799"/>
              <a:gd name="connsiteY199" fmla="*/ 13437 h 9456078"/>
              <a:gd name="connsiteX200" fmla="*/ 12352818 w 13158799"/>
              <a:gd name="connsiteY200" fmla="*/ 10297 h 9456078"/>
              <a:gd name="connsiteX201" fmla="*/ 12402443 w 13158799"/>
              <a:gd name="connsiteY201" fmla="*/ 7572 h 9456078"/>
              <a:gd name="connsiteX202" fmla="*/ 12452133 w 13158799"/>
              <a:gd name="connsiteY202" fmla="*/ 5263 h 9456078"/>
              <a:gd name="connsiteX203" fmla="*/ 12501887 w 13158799"/>
              <a:gd name="connsiteY203" fmla="*/ 3371 h 9456078"/>
              <a:gd name="connsiteX204" fmla="*/ 12551701 w 13158799"/>
              <a:gd name="connsiteY204" fmla="*/ 1898 h 9456078"/>
              <a:gd name="connsiteX205" fmla="*/ 12601574 w 13158799"/>
              <a:gd name="connsiteY205" fmla="*/ 844 h 9456078"/>
              <a:gd name="connsiteX206" fmla="*/ 12651504 w 13158799"/>
              <a:gd name="connsiteY206" fmla="*/ 211 h 9456078"/>
              <a:gd name="connsiteX207" fmla="*/ 12701487 w 13158799"/>
              <a:gd name="connsiteY207" fmla="*/ 0 h 9456078"/>
              <a:gd name="connsiteX208" fmla="*/ 13158798 w 13158799"/>
              <a:gd name="connsiteY208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28389 w 13158797"/>
              <a:gd name="connsiteY22" fmla="*/ 9330914 h 9456078"/>
              <a:gd name="connsiteX23" fmla="*/ 1176172 w 13158797"/>
              <a:gd name="connsiteY23" fmla="*/ 9319936 h 9456078"/>
              <a:gd name="connsiteX24" fmla="*/ 1223823 w 13158797"/>
              <a:gd name="connsiteY24" fmla="*/ 9308509 h 9456078"/>
              <a:gd name="connsiteX25" fmla="*/ 1271339 w 13158797"/>
              <a:gd name="connsiteY25" fmla="*/ 9296635 h 9456078"/>
              <a:gd name="connsiteX26" fmla="*/ 1318719 w 13158797"/>
              <a:gd name="connsiteY26" fmla="*/ 9284315 h 9456078"/>
              <a:gd name="connsiteX27" fmla="*/ 1365957 w 13158797"/>
              <a:gd name="connsiteY27" fmla="*/ 9271550 h 9456078"/>
              <a:gd name="connsiteX28" fmla="*/ 1413052 w 13158797"/>
              <a:gd name="connsiteY28" fmla="*/ 9258342 h 9456078"/>
              <a:gd name="connsiteX29" fmla="*/ 1460000 w 13158797"/>
              <a:gd name="connsiteY29" fmla="*/ 9244693 h 9456078"/>
              <a:gd name="connsiteX30" fmla="*/ 1506799 w 13158797"/>
              <a:gd name="connsiteY30" fmla="*/ 9230604 h 9456078"/>
              <a:gd name="connsiteX31" fmla="*/ 1553445 w 13158797"/>
              <a:gd name="connsiteY31" fmla="*/ 9216076 h 9456078"/>
              <a:gd name="connsiteX32" fmla="*/ 1599935 w 13158797"/>
              <a:gd name="connsiteY32" fmla="*/ 9201111 h 9456078"/>
              <a:gd name="connsiteX33" fmla="*/ 1646267 w 13158797"/>
              <a:gd name="connsiteY33" fmla="*/ 9185710 h 9456078"/>
              <a:gd name="connsiteX34" fmla="*/ 1692437 w 13158797"/>
              <a:gd name="connsiteY34" fmla="*/ 9169876 h 9456078"/>
              <a:gd name="connsiteX35" fmla="*/ 1738442 w 13158797"/>
              <a:gd name="connsiteY35" fmla="*/ 9153608 h 9456078"/>
              <a:gd name="connsiteX36" fmla="*/ 1784280 w 13158797"/>
              <a:gd name="connsiteY36" fmla="*/ 9136910 h 9456078"/>
              <a:gd name="connsiteX37" fmla="*/ 1829947 w 13158797"/>
              <a:gd name="connsiteY37" fmla="*/ 9119782 h 9456078"/>
              <a:gd name="connsiteX38" fmla="*/ 1875440 w 13158797"/>
              <a:gd name="connsiteY38" fmla="*/ 9102226 h 9456078"/>
              <a:gd name="connsiteX39" fmla="*/ 1920756 w 13158797"/>
              <a:gd name="connsiteY39" fmla="*/ 9084243 h 9456078"/>
              <a:gd name="connsiteX40" fmla="*/ 1965893 w 13158797"/>
              <a:gd name="connsiteY40" fmla="*/ 9065835 h 9456078"/>
              <a:gd name="connsiteX41" fmla="*/ 2010847 w 13158797"/>
              <a:gd name="connsiteY41" fmla="*/ 9047004 h 9456078"/>
              <a:gd name="connsiteX42" fmla="*/ 2055615 w 13158797"/>
              <a:gd name="connsiteY42" fmla="*/ 9027750 h 9456078"/>
              <a:gd name="connsiteX43" fmla="*/ 2100195 w 13158797"/>
              <a:gd name="connsiteY43" fmla="*/ 9008075 h 9456078"/>
              <a:gd name="connsiteX44" fmla="*/ 2144582 w 13158797"/>
              <a:gd name="connsiteY44" fmla="*/ 8987981 h 9456078"/>
              <a:gd name="connsiteX45" fmla="*/ 2188775 w 13158797"/>
              <a:gd name="connsiteY45" fmla="*/ 8967470 h 9456078"/>
              <a:gd name="connsiteX46" fmla="*/ 2232770 w 13158797"/>
              <a:gd name="connsiteY46" fmla="*/ 8946542 h 9456078"/>
              <a:gd name="connsiteX47" fmla="*/ 2276564 w 13158797"/>
              <a:gd name="connsiteY47" fmla="*/ 8925199 h 9456078"/>
              <a:gd name="connsiteX48" fmla="*/ 2320154 w 13158797"/>
              <a:gd name="connsiteY48" fmla="*/ 8903443 h 9456078"/>
              <a:gd name="connsiteX49" fmla="*/ 2363538 w 13158797"/>
              <a:gd name="connsiteY49" fmla="*/ 8881275 h 9456078"/>
              <a:gd name="connsiteX50" fmla="*/ 2406711 w 13158797"/>
              <a:gd name="connsiteY50" fmla="*/ 8858697 h 9456078"/>
              <a:gd name="connsiteX51" fmla="*/ 2449672 w 13158797"/>
              <a:gd name="connsiteY51" fmla="*/ 8835710 h 9456078"/>
              <a:gd name="connsiteX52" fmla="*/ 2492417 w 13158797"/>
              <a:gd name="connsiteY52" fmla="*/ 8812316 h 9456078"/>
              <a:gd name="connsiteX53" fmla="*/ 2534943 w 13158797"/>
              <a:gd name="connsiteY53" fmla="*/ 8788516 h 9456078"/>
              <a:gd name="connsiteX54" fmla="*/ 2577247 w 13158797"/>
              <a:gd name="connsiteY54" fmla="*/ 8764311 h 9456078"/>
              <a:gd name="connsiteX55" fmla="*/ 2619326 w 13158797"/>
              <a:gd name="connsiteY55" fmla="*/ 8739704 h 9456078"/>
              <a:gd name="connsiteX56" fmla="*/ 2661177 w 13158797"/>
              <a:gd name="connsiteY56" fmla="*/ 8714695 h 9456078"/>
              <a:gd name="connsiteX57" fmla="*/ 2702797 w 13158797"/>
              <a:gd name="connsiteY57" fmla="*/ 8689286 h 9456078"/>
              <a:gd name="connsiteX58" fmla="*/ 2744183 w 13158797"/>
              <a:gd name="connsiteY58" fmla="*/ 8663479 h 9456078"/>
              <a:gd name="connsiteX59" fmla="*/ 2785333 w 13158797"/>
              <a:gd name="connsiteY59" fmla="*/ 8637274 h 9456078"/>
              <a:gd name="connsiteX60" fmla="*/ 2826242 w 13158797"/>
              <a:gd name="connsiteY60" fmla="*/ 8610675 h 9456078"/>
              <a:gd name="connsiteX61" fmla="*/ 2866908 w 13158797"/>
              <a:gd name="connsiteY61" fmla="*/ 8583681 h 9456078"/>
              <a:gd name="connsiteX62" fmla="*/ 2907329 w 13158797"/>
              <a:gd name="connsiteY62" fmla="*/ 8556295 h 9456078"/>
              <a:gd name="connsiteX63" fmla="*/ 2947500 w 13158797"/>
              <a:gd name="connsiteY63" fmla="*/ 8528517 h 9456078"/>
              <a:gd name="connsiteX64" fmla="*/ 2987419 w 13158797"/>
              <a:gd name="connsiteY64" fmla="*/ 8500351 h 9456078"/>
              <a:gd name="connsiteX65" fmla="*/ 3027083 w 13158797"/>
              <a:gd name="connsiteY65" fmla="*/ 8471796 h 9456078"/>
              <a:gd name="connsiteX66" fmla="*/ 3066489 w 13158797"/>
              <a:gd name="connsiteY66" fmla="*/ 8442854 h 9456078"/>
              <a:gd name="connsiteX67" fmla="*/ 3105634 w 13158797"/>
              <a:gd name="connsiteY67" fmla="*/ 8413528 h 9456078"/>
              <a:gd name="connsiteX68" fmla="*/ 3144515 w 13158797"/>
              <a:gd name="connsiteY68" fmla="*/ 8383818 h 9456078"/>
              <a:gd name="connsiteX69" fmla="*/ 3183129 w 13158797"/>
              <a:gd name="connsiteY69" fmla="*/ 8353726 h 9456078"/>
              <a:gd name="connsiteX70" fmla="*/ 3221473 w 13158797"/>
              <a:gd name="connsiteY70" fmla="*/ 8323253 h 9456078"/>
              <a:gd name="connsiteX71" fmla="*/ 3259544 w 13158797"/>
              <a:gd name="connsiteY71" fmla="*/ 8292401 h 9456078"/>
              <a:gd name="connsiteX72" fmla="*/ 3297339 w 13158797"/>
              <a:gd name="connsiteY72" fmla="*/ 8261172 h 9456078"/>
              <a:gd name="connsiteX73" fmla="*/ 3334854 w 13158797"/>
              <a:gd name="connsiteY73" fmla="*/ 8229566 h 9456078"/>
              <a:gd name="connsiteX74" fmla="*/ 3372087 w 13158797"/>
              <a:gd name="connsiteY74" fmla="*/ 8197585 h 9456078"/>
              <a:gd name="connsiteX75" fmla="*/ 3409035 w 13158797"/>
              <a:gd name="connsiteY75" fmla="*/ 8165232 h 9456078"/>
              <a:gd name="connsiteX76" fmla="*/ 3445695 w 13158797"/>
              <a:gd name="connsiteY76" fmla="*/ 8132507 h 9456078"/>
              <a:gd name="connsiteX77" fmla="*/ 3482064 w 13158797"/>
              <a:gd name="connsiteY77" fmla="*/ 8099411 h 9456078"/>
              <a:gd name="connsiteX78" fmla="*/ 3518139 w 13158797"/>
              <a:gd name="connsiteY78" fmla="*/ 8065947 h 9456078"/>
              <a:gd name="connsiteX79" fmla="*/ 3553916 w 13158797"/>
              <a:gd name="connsiteY79" fmla="*/ 8032115 h 9456078"/>
              <a:gd name="connsiteX80" fmla="*/ 3589393 w 13158797"/>
              <a:gd name="connsiteY80" fmla="*/ 7997918 h 9456078"/>
              <a:gd name="connsiteX81" fmla="*/ 3624567 w 13158797"/>
              <a:gd name="connsiteY81" fmla="*/ 7963356 h 9456078"/>
              <a:gd name="connsiteX82" fmla="*/ 3659435 w 13158797"/>
              <a:gd name="connsiteY82" fmla="*/ 7928432 h 9456078"/>
              <a:gd name="connsiteX83" fmla="*/ 3693994 w 13158797"/>
              <a:gd name="connsiteY83" fmla="*/ 7893146 h 9456078"/>
              <a:gd name="connsiteX84" fmla="*/ 3728240 w 13158797"/>
              <a:gd name="connsiteY84" fmla="*/ 7857501 h 9456078"/>
              <a:gd name="connsiteX85" fmla="*/ 3762171 w 13158797"/>
              <a:gd name="connsiteY85" fmla="*/ 7821497 h 9456078"/>
              <a:gd name="connsiteX86" fmla="*/ 3795783 w 13158797"/>
              <a:gd name="connsiteY86" fmla="*/ 7785136 h 9456078"/>
              <a:gd name="connsiteX87" fmla="*/ 3829075 w 13158797"/>
              <a:gd name="connsiteY87" fmla="*/ 7748420 h 9456078"/>
              <a:gd name="connsiteX88" fmla="*/ 3862042 w 13158797"/>
              <a:gd name="connsiteY88" fmla="*/ 7711350 h 9456078"/>
              <a:gd name="connsiteX89" fmla="*/ 3894682 w 13158797"/>
              <a:gd name="connsiteY89" fmla="*/ 7673928 h 9456078"/>
              <a:gd name="connsiteX90" fmla="*/ 3926991 w 13158797"/>
              <a:gd name="connsiteY90" fmla="*/ 7636155 h 9456078"/>
              <a:gd name="connsiteX91" fmla="*/ 3958967 w 13158797"/>
              <a:gd name="connsiteY91" fmla="*/ 7598032 h 9456078"/>
              <a:gd name="connsiteX92" fmla="*/ 3990607 w 13158797"/>
              <a:gd name="connsiteY92" fmla="*/ 7559561 h 9456078"/>
              <a:gd name="connsiteX93" fmla="*/ 4021907 w 13158797"/>
              <a:gd name="connsiteY93" fmla="*/ 7520744 h 9456078"/>
              <a:gd name="connsiteX94" fmla="*/ 4052865 w 13158797"/>
              <a:gd name="connsiteY94" fmla="*/ 7481582 h 9456078"/>
              <a:gd name="connsiteX95" fmla="*/ 4083478 w 13158797"/>
              <a:gd name="connsiteY95" fmla="*/ 7442077 h 9456078"/>
              <a:gd name="connsiteX96" fmla="*/ 8022311 w 13158797"/>
              <a:gd name="connsiteY96" fmla="*/ 2307814 h 9456078"/>
              <a:gd name="connsiteX97" fmla="*/ 8052902 w 13158797"/>
              <a:gd name="connsiteY97" fmla="*/ 2268285 h 9456078"/>
              <a:gd name="connsiteX98" fmla="*/ 8083796 w 13158797"/>
              <a:gd name="connsiteY98" fmla="*/ 2229056 h 9456078"/>
              <a:gd name="connsiteX99" fmla="*/ 8114989 w 13158797"/>
              <a:gd name="connsiteY99" fmla="*/ 2190127 h 9456078"/>
              <a:gd name="connsiteX100" fmla="*/ 8146479 w 13158797"/>
              <a:gd name="connsiteY100" fmla="*/ 2151500 h 9456078"/>
              <a:gd name="connsiteX101" fmla="*/ 8178264 w 13158797"/>
              <a:gd name="connsiteY101" fmla="*/ 2113176 h 9456078"/>
              <a:gd name="connsiteX102" fmla="*/ 8210341 w 13158797"/>
              <a:gd name="connsiteY102" fmla="*/ 2075157 h 9456078"/>
              <a:gd name="connsiteX103" fmla="*/ 8242709 w 13158797"/>
              <a:gd name="connsiteY103" fmla="*/ 2037442 h 9456078"/>
              <a:gd name="connsiteX104" fmla="*/ 8275365 w 13158797"/>
              <a:gd name="connsiteY104" fmla="*/ 2000034 h 9456078"/>
              <a:gd name="connsiteX105" fmla="*/ 8308307 w 13158797"/>
              <a:gd name="connsiteY105" fmla="*/ 1962934 h 9456078"/>
              <a:gd name="connsiteX106" fmla="*/ 8341532 w 13158797"/>
              <a:gd name="connsiteY106" fmla="*/ 1926142 h 9456078"/>
              <a:gd name="connsiteX107" fmla="*/ 8375038 w 13158797"/>
              <a:gd name="connsiteY107" fmla="*/ 1889660 h 9456078"/>
              <a:gd name="connsiteX108" fmla="*/ 8408823 w 13158797"/>
              <a:gd name="connsiteY108" fmla="*/ 1853489 h 9456078"/>
              <a:gd name="connsiteX109" fmla="*/ 8442885 w 13158797"/>
              <a:gd name="connsiteY109" fmla="*/ 1817630 h 9456078"/>
              <a:gd name="connsiteX110" fmla="*/ 8477221 w 13158797"/>
              <a:gd name="connsiteY110" fmla="*/ 1782084 h 9456078"/>
              <a:gd name="connsiteX111" fmla="*/ 8511829 w 13158797"/>
              <a:gd name="connsiteY111" fmla="*/ 1746853 h 9456078"/>
              <a:gd name="connsiteX112" fmla="*/ 8546706 w 13158797"/>
              <a:gd name="connsiteY112" fmla="*/ 1711937 h 9456078"/>
              <a:gd name="connsiteX113" fmla="*/ 8581851 w 13158797"/>
              <a:gd name="connsiteY113" fmla="*/ 1677337 h 9456078"/>
              <a:gd name="connsiteX114" fmla="*/ 8617261 w 13158797"/>
              <a:gd name="connsiteY114" fmla="*/ 1643056 h 9456078"/>
              <a:gd name="connsiteX115" fmla="*/ 8652934 w 13158797"/>
              <a:gd name="connsiteY115" fmla="*/ 1609093 h 9456078"/>
              <a:gd name="connsiteX116" fmla="*/ 8688867 w 13158797"/>
              <a:gd name="connsiteY116" fmla="*/ 1575450 h 9456078"/>
              <a:gd name="connsiteX117" fmla="*/ 8725058 w 13158797"/>
              <a:gd name="connsiteY117" fmla="*/ 1542128 h 9456078"/>
              <a:gd name="connsiteX118" fmla="*/ 8761506 w 13158797"/>
              <a:gd name="connsiteY118" fmla="*/ 1509129 h 9456078"/>
              <a:gd name="connsiteX119" fmla="*/ 8798207 w 13158797"/>
              <a:gd name="connsiteY119" fmla="*/ 1476452 h 9456078"/>
              <a:gd name="connsiteX120" fmla="*/ 8835159 w 13158797"/>
              <a:gd name="connsiteY120" fmla="*/ 1444101 h 9456078"/>
              <a:gd name="connsiteX121" fmla="*/ 8872360 w 13158797"/>
              <a:gd name="connsiteY121" fmla="*/ 1412075 h 9456078"/>
              <a:gd name="connsiteX122" fmla="*/ 8909808 w 13158797"/>
              <a:gd name="connsiteY122" fmla="*/ 1380375 h 9456078"/>
              <a:gd name="connsiteX123" fmla="*/ 8947501 w 13158797"/>
              <a:gd name="connsiteY123" fmla="*/ 1349004 h 9456078"/>
              <a:gd name="connsiteX124" fmla="*/ 8985435 w 13158797"/>
              <a:gd name="connsiteY124" fmla="*/ 1317962 h 9456078"/>
              <a:gd name="connsiteX125" fmla="*/ 9023610 w 13158797"/>
              <a:gd name="connsiteY125" fmla="*/ 1287250 h 9456078"/>
              <a:gd name="connsiteX126" fmla="*/ 9062022 w 13158797"/>
              <a:gd name="connsiteY126" fmla="*/ 1256869 h 9456078"/>
              <a:gd name="connsiteX127" fmla="*/ 9100669 w 13158797"/>
              <a:gd name="connsiteY127" fmla="*/ 1226820 h 9456078"/>
              <a:gd name="connsiteX128" fmla="*/ 9139549 w 13158797"/>
              <a:gd name="connsiteY128" fmla="*/ 1197105 h 9456078"/>
              <a:gd name="connsiteX129" fmla="*/ 9178660 w 13158797"/>
              <a:gd name="connsiteY129" fmla="*/ 1167725 h 9456078"/>
              <a:gd name="connsiteX130" fmla="*/ 9217999 w 13158797"/>
              <a:gd name="connsiteY130" fmla="*/ 1138681 h 9456078"/>
              <a:gd name="connsiteX131" fmla="*/ 9257564 w 13158797"/>
              <a:gd name="connsiteY131" fmla="*/ 1109974 h 9456078"/>
              <a:gd name="connsiteX132" fmla="*/ 9297353 w 13158797"/>
              <a:gd name="connsiteY132" fmla="*/ 1081604 h 9456078"/>
              <a:gd name="connsiteX133" fmla="*/ 9337364 w 13158797"/>
              <a:gd name="connsiteY133" fmla="*/ 1053574 h 9456078"/>
              <a:gd name="connsiteX134" fmla="*/ 9377594 w 13158797"/>
              <a:gd name="connsiteY134" fmla="*/ 1025884 h 9456078"/>
              <a:gd name="connsiteX135" fmla="*/ 9418040 w 13158797"/>
              <a:gd name="connsiteY135" fmla="*/ 998536 h 9456078"/>
              <a:gd name="connsiteX136" fmla="*/ 9458702 w 13158797"/>
              <a:gd name="connsiteY136" fmla="*/ 971530 h 9456078"/>
              <a:gd name="connsiteX137" fmla="*/ 9499575 w 13158797"/>
              <a:gd name="connsiteY137" fmla="*/ 944868 h 9456078"/>
              <a:gd name="connsiteX138" fmla="*/ 9540659 w 13158797"/>
              <a:gd name="connsiteY138" fmla="*/ 918551 h 9456078"/>
              <a:gd name="connsiteX139" fmla="*/ 9581950 w 13158797"/>
              <a:gd name="connsiteY139" fmla="*/ 892580 h 9456078"/>
              <a:gd name="connsiteX140" fmla="*/ 9623447 w 13158797"/>
              <a:gd name="connsiteY140" fmla="*/ 866956 h 9456078"/>
              <a:gd name="connsiteX141" fmla="*/ 9665147 w 13158797"/>
              <a:gd name="connsiteY141" fmla="*/ 841681 h 9456078"/>
              <a:gd name="connsiteX142" fmla="*/ 9707048 w 13158797"/>
              <a:gd name="connsiteY142" fmla="*/ 816754 h 9456078"/>
              <a:gd name="connsiteX143" fmla="*/ 9749147 w 13158797"/>
              <a:gd name="connsiteY143" fmla="*/ 792179 h 9456078"/>
              <a:gd name="connsiteX144" fmla="*/ 9791443 w 13158797"/>
              <a:gd name="connsiteY144" fmla="*/ 767955 h 9456078"/>
              <a:gd name="connsiteX145" fmla="*/ 9833932 w 13158797"/>
              <a:gd name="connsiteY145" fmla="*/ 744083 h 9456078"/>
              <a:gd name="connsiteX146" fmla="*/ 9876613 w 13158797"/>
              <a:gd name="connsiteY146" fmla="*/ 720566 h 9456078"/>
              <a:gd name="connsiteX147" fmla="*/ 9919484 w 13158797"/>
              <a:gd name="connsiteY147" fmla="*/ 697404 h 9456078"/>
              <a:gd name="connsiteX148" fmla="*/ 9962542 w 13158797"/>
              <a:gd name="connsiteY148" fmla="*/ 674598 h 9456078"/>
              <a:gd name="connsiteX149" fmla="*/ 10005784 w 13158797"/>
              <a:gd name="connsiteY149" fmla="*/ 652149 h 9456078"/>
              <a:gd name="connsiteX150" fmla="*/ 10049209 w 13158797"/>
              <a:gd name="connsiteY150" fmla="*/ 630059 h 9456078"/>
              <a:gd name="connsiteX151" fmla="*/ 10092814 w 13158797"/>
              <a:gd name="connsiteY151" fmla="*/ 608328 h 9456078"/>
              <a:gd name="connsiteX152" fmla="*/ 10136597 w 13158797"/>
              <a:gd name="connsiteY152" fmla="*/ 586958 h 9456078"/>
              <a:gd name="connsiteX153" fmla="*/ 10180556 w 13158797"/>
              <a:gd name="connsiteY153" fmla="*/ 565950 h 9456078"/>
              <a:gd name="connsiteX154" fmla="*/ 10224688 w 13158797"/>
              <a:gd name="connsiteY154" fmla="*/ 545304 h 9456078"/>
              <a:gd name="connsiteX155" fmla="*/ 10268991 w 13158797"/>
              <a:gd name="connsiteY155" fmla="*/ 525023 h 9456078"/>
              <a:gd name="connsiteX156" fmla="*/ 10313463 w 13158797"/>
              <a:gd name="connsiteY156" fmla="*/ 505107 h 9456078"/>
              <a:gd name="connsiteX157" fmla="*/ 10358101 w 13158797"/>
              <a:gd name="connsiteY157" fmla="*/ 485558 h 9456078"/>
              <a:gd name="connsiteX158" fmla="*/ 10402903 w 13158797"/>
              <a:gd name="connsiteY158" fmla="*/ 466376 h 9456078"/>
              <a:gd name="connsiteX159" fmla="*/ 10447868 w 13158797"/>
              <a:gd name="connsiteY159" fmla="*/ 447563 h 9456078"/>
              <a:gd name="connsiteX160" fmla="*/ 10492991 w 13158797"/>
              <a:gd name="connsiteY160" fmla="*/ 429119 h 9456078"/>
              <a:gd name="connsiteX161" fmla="*/ 10538272 w 13158797"/>
              <a:gd name="connsiteY161" fmla="*/ 411046 h 9456078"/>
              <a:gd name="connsiteX162" fmla="*/ 10583708 w 13158797"/>
              <a:gd name="connsiteY162" fmla="*/ 393346 h 9456078"/>
              <a:gd name="connsiteX163" fmla="*/ 10629297 w 13158797"/>
              <a:gd name="connsiteY163" fmla="*/ 376018 h 9456078"/>
              <a:gd name="connsiteX164" fmla="*/ 10675036 w 13158797"/>
              <a:gd name="connsiteY164" fmla="*/ 359065 h 9456078"/>
              <a:gd name="connsiteX165" fmla="*/ 10720923 w 13158797"/>
              <a:gd name="connsiteY165" fmla="*/ 342487 h 9456078"/>
              <a:gd name="connsiteX166" fmla="*/ 10766956 w 13158797"/>
              <a:gd name="connsiteY166" fmla="*/ 326286 h 9456078"/>
              <a:gd name="connsiteX167" fmla="*/ 10813132 w 13158797"/>
              <a:gd name="connsiteY167" fmla="*/ 310462 h 9456078"/>
              <a:gd name="connsiteX168" fmla="*/ 10859450 w 13158797"/>
              <a:gd name="connsiteY168" fmla="*/ 295018 h 9456078"/>
              <a:gd name="connsiteX169" fmla="*/ 10905907 w 13158797"/>
              <a:gd name="connsiteY169" fmla="*/ 279953 h 9456078"/>
              <a:gd name="connsiteX170" fmla="*/ 10952500 w 13158797"/>
              <a:gd name="connsiteY170" fmla="*/ 265269 h 9456078"/>
              <a:gd name="connsiteX171" fmla="*/ 10999227 w 13158797"/>
              <a:gd name="connsiteY171" fmla="*/ 250968 h 9456078"/>
              <a:gd name="connsiteX172" fmla="*/ 11046087 w 13158797"/>
              <a:gd name="connsiteY172" fmla="*/ 237049 h 9456078"/>
              <a:gd name="connsiteX173" fmla="*/ 11093076 w 13158797"/>
              <a:gd name="connsiteY173" fmla="*/ 223516 h 9456078"/>
              <a:gd name="connsiteX174" fmla="*/ 11140193 w 13158797"/>
              <a:gd name="connsiteY174" fmla="*/ 210368 h 9456078"/>
              <a:gd name="connsiteX175" fmla="*/ 11187434 w 13158797"/>
              <a:gd name="connsiteY175" fmla="*/ 197606 h 9456078"/>
              <a:gd name="connsiteX176" fmla="*/ 11234799 w 13158797"/>
              <a:gd name="connsiteY176" fmla="*/ 185233 h 9456078"/>
              <a:gd name="connsiteX177" fmla="*/ 11282284 w 13158797"/>
              <a:gd name="connsiteY177" fmla="*/ 173248 h 9456078"/>
              <a:gd name="connsiteX178" fmla="*/ 11329888 w 13158797"/>
              <a:gd name="connsiteY178" fmla="*/ 161654 h 9456078"/>
              <a:gd name="connsiteX179" fmla="*/ 11377607 w 13158797"/>
              <a:gd name="connsiteY179" fmla="*/ 150451 h 9456078"/>
              <a:gd name="connsiteX180" fmla="*/ 11425440 w 13158797"/>
              <a:gd name="connsiteY180" fmla="*/ 139640 h 9456078"/>
              <a:gd name="connsiteX181" fmla="*/ 11473385 w 13158797"/>
              <a:gd name="connsiteY181" fmla="*/ 129223 h 9456078"/>
              <a:gd name="connsiteX182" fmla="*/ 11521439 w 13158797"/>
              <a:gd name="connsiteY182" fmla="*/ 119201 h 9456078"/>
              <a:gd name="connsiteX183" fmla="*/ 11569599 w 13158797"/>
              <a:gd name="connsiteY183" fmla="*/ 109574 h 9456078"/>
              <a:gd name="connsiteX184" fmla="*/ 11617864 w 13158797"/>
              <a:gd name="connsiteY184" fmla="*/ 100344 h 9456078"/>
              <a:gd name="connsiteX185" fmla="*/ 11666231 w 13158797"/>
              <a:gd name="connsiteY185" fmla="*/ 91512 h 9456078"/>
              <a:gd name="connsiteX186" fmla="*/ 11714698 w 13158797"/>
              <a:gd name="connsiteY186" fmla="*/ 83080 h 9456078"/>
              <a:gd name="connsiteX187" fmla="*/ 11763263 w 13158797"/>
              <a:gd name="connsiteY187" fmla="*/ 75047 h 9456078"/>
              <a:gd name="connsiteX188" fmla="*/ 11811923 w 13158797"/>
              <a:gd name="connsiteY188" fmla="*/ 67417 h 9456078"/>
              <a:gd name="connsiteX189" fmla="*/ 11860676 w 13158797"/>
              <a:gd name="connsiteY189" fmla="*/ 60188 h 9456078"/>
              <a:gd name="connsiteX190" fmla="*/ 11909519 w 13158797"/>
              <a:gd name="connsiteY190" fmla="*/ 53364 h 9456078"/>
              <a:gd name="connsiteX191" fmla="*/ 11958451 w 13158797"/>
              <a:gd name="connsiteY191" fmla="*/ 46944 h 9456078"/>
              <a:gd name="connsiteX192" fmla="*/ 12007470 w 13158797"/>
              <a:gd name="connsiteY192" fmla="*/ 40931 h 9456078"/>
              <a:gd name="connsiteX193" fmla="*/ 12056572 w 13158797"/>
              <a:gd name="connsiteY193" fmla="*/ 35324 h 9456078"/>
              <a:gd name="connsiteX194" fmla="*/ 12105756 w 13158797"/>
              <a:gd name="connsiteY194" fmla="*/ 30126 h 9456078"/>
              <a:gd name="connsiteX195" fmla="*/ 12155019 w 13158797"/>
              <a:gd name="connsiteY195" fmla="*/ 25337 h 9456078"/>
              <a:gd name="connsiteX196" fmla="*/ 12204359 w 13158797"/>
              <a:gd name="connsiteY196" fmla="*/ 20958 h 9456078"/>
              <a:gd name="connsiteX197" fmla="*/ 12253773 w 13158797"/>
              <a:gd name="connsiteY197" fmla="*/ 16991 h 9456078"/>
              <a:gd name="connsiteX198" fmla="*/ 12303260 w 13158797"/>
              <a:gd name="connsiteY198" fmla="*/ 13437 h 9456078"/>
              <a:gd name="connsiteX199" fmla="*/ 12352818 w 13158797"/>
              <a:gd name="connsiteY199" fmla="*/ 10297 h 9456078"/>
              <a:gd name="connsiteX200" fmla="*/ 12402443 w 13158797"/>
              <a:gd name="connsiteY200" fmla="*/ 7572 h 9456078"/>
              <a:gd name="connsiteX201" fmla="*/ 12452133 w 13158797"/>
              <a:gd name="connsiteY201" fmla="*/ 5263 h 9456078"/>
              <a:gd name="connsiteX202" fmla="*/ 12501887 w 13158797"/>
              <a:gd name="connsiteY202" fmla="*/ 3371 h 9456078"/>
              <a:gd name="connsiteX203" fmla="*/ 12551701 w 13158797"/>
              <a:gd name="connsiteY203" fmla="*/ 1898 h 9456078"/>
              <a:gd name="connsiteX204" fmla="*/ 12601574 w 13158797"/>
              <a:gd name="connsiteY204" fmla="*/ 844 h 9456078"/>
              <a:gd name="connsiteX205" fmla="*/ 12651504 w 13158797"/>
              <a:gd name="connsiteY205" fmla="*/ 211 h 9456078"/>
              <a:gd name="connsiteX206" fmla="*/ 12701487 w 13158797"/>
              <a:gd name="connsiteY206" fmla="*/ 0 h 9456078"/>
              <a:gd name="connsiteX207" fmla="*/ 13158798 w 13158797"/>
              <a:gd name="connsiteY207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98870 w 13158799"/>
              <a:gd name="connsiteY5" fmla="*/ 9447409 h 9456078"/>
              <a:gd name="connsiteX6" fmla="*/ 348429 w 13158799"/>
              <a:gd name="connsiteY6" fmla="*/ 9444290 h 9456078"/>
              <a:gd name="connsiteX7" fmla="*/ 397907 w 13158799"/>
              <a:gd name="connsiteY7" fmla="*/ 9440698 h 9456078"/>
              <a:gd name="connsiteX8" fmla="*/ 447302 w 13158799"/>
              <a:gd name="connsiteY8" fmla="*/ 9436632 h 9456078"/>
              <a:gd name="connsiteX9" fmla="*/ 496610 w 13158799"/>
              <a:gd name="connsiteY9" fmla="*/ 9432096 h 9456078"/>
              <a:gd name="connsiteX10" fmla="*/ 545829 w 13158799"/>
              <a:gd name="connsiteY10" fmla="*/ 9427089 h 9456078"/>
              <a:gd name="connsiteX11" fmla="*/ 594956 w 13158799"/>
              <a:gd name="connsiteY11" fmla="*/ 9421615 h 9456078"/>
              <a:gd name="connsiteX12" fmla="*/ 643987 w 13158799"/>
              <a:gd name="connsiteY12" fmla="*/ 9415673 h 9456078"/>
              <a:gd name="connsiteX13" fmla="*/ 692920 w 13158799"/>
              <a:gd name="connsiteY13" fmla="*/ 9409267 h 9456078"/>
              <a:gd name="connsiteX14" fmla="*/ 741751 w 13158799"/>
              <a:gd name="connsiteY14" fmla="*/ 9402396 h 9456078"/>
              <a:gd name="connsiteX15" fmla="*/ 790478 w 13158799"/>
              <a:gd name="connsiteY15" fmla="*/ 9395063 h 9456078"/>
              <a:gd name="connsiteX16" fmla="*/ 839098 w 13158799"/>
              <a:gd name="connsiteY16" fmla="*/ 9387270 h 9456078"/>
              <a:gd name="connsiteX17" fmla="*/ 887607 w 13158799"/>
              <a:gd name="connsiteY17" fmla="*/ 9379017 h 9456078"/>
              <a:gd name="connsiteX18" fmla="*/ 936002 w 13158799"/>
              <a:gd name="connsiteY18" fmla="*/ 9370306 h 9456078"/>
              <a:gd name="connsiteX19" fmla="*/ 984281 w 13158799"/>
              <a:gd name="connsiteY19" fmla="*/ 9361139 h 9456078"/>
              <a:gd name="connsiteX20" fmla="*/ 1032440 w 13158799"/>
              <a:gd name="connsiteY20" fmla="*/ 9351517 h 9456078"/>
              <a:gd name="connsiteX21" fmla="*/ 1080477 w 13158799"/>
              <a:gd name="connsiteY21" fmla="*/ 9341441 h 9456078"/>
              <a:gd name="connsiteX22" fmla="*/ 1176172 w 13158799"/>
              <a:gd name="connsiteY22" fmla="*/ 9319936 h 9456078"/>
              <a:gd name="connsiteX23" fmla="*/ 1223823 w 13158799"/>
              <a:gd name="connsiteY23" fmla="*/ 9308509 h 9456078"/>
              <a:gd name="connsiteX24" fmla="*/ 1271339 w 13158799"/>
              <a:gd name="connsiteY24" fmla="*/ 9296635 h 9456078"/>
              <a:gd name="connsiteX25" fmla="*/ 1318719 w 13158799"/>
              <a:gd name="connsiteY25" fmla="*/ 9284315 h 9456078"/>
              <a:gd name="connsiteX26" fmla="*/ 1365957 w 13158799"/>
              <a:gd name="connsiteY26" fmla="*/ 9271550 h 9456078"/>
              <a:gd name="connsiteX27" fmla="*/ 1413052 w 13158799"/>
              <a:gd name="connsiteY27" fmla="*/ 9258342 h 9456078"/>
              <a:gd name="connsiteX28" fmla="*/ 1460000 w 13158799"/>
              <a:gd name="connsiteY28" fmla="*/ 9244693 h 9456078"/>
              <a:gd name="connsiteX29" fmla="*/ 1506799 w 13158799"/>
              <a:gd name="connsiteY29" fmla="*/ 9230604 h 9456078"/>
              <a:gd name="connsiteX30" fmla="*/ 1553445 w 13158799"/>
              <a:gd name="connsiteY30" fmla="*/ 9216076 h 9456078"/>
              <a:gd name="connsiteX31" fmla="*/ 1599935 w 13158799"/>
              <a:gd name="connsiteY31" fmla="*/ 9201111 h 9456078"/>
              <a:gd name="connsiteX32" fmla="*/ 1646267 w 13158799"/>
              <a:gd name="connsiteY32" fmla="*/ 9185710 h 9456078"/>
              <a:gd name="connsiteX33" fmla="*/ 1692437 w 13158799"/>
              <a:gd name="connsiteY33" fmla="*/ 9169876 h 9456078"/>
              <a:gd name="connsiteX34" fmla="*/ 1738442 w 13158799"/>
              <a:gd name="connsiteY34" fmla="*/ 9153608 h 9456078"/>
              <a:gd name="connsiteX35" fmla="*/ 1784280 w 13158799"/>
              <a:gd name="connsiteY35" fmla="*/ 9136910 h 9456078"/>
              <a:gd name="connsiteX36" fmla="*/ 1829947 w 13158799"/>
              <a:gd name="connsiteY36" fmla="*/ 9119782 h 9456078"/>
              <a:gd name="connsiteX37" fmla="*/ 1875440 w 13158799"/>
              <a:gd name="connsiteY37" fmla="*/ 9102226 h 9456078"/>
              <a:gd name="connsiteX38" fmla="*/ 1920756 w 13158799"/>
              <a:gd name="connsiteY38" fmla="*/ 9084243 h 9456078"/>
              <a:gd name="connsiteX39" fmla="*/ 1965893 w 13158799"/>
              <a:gd name="connsiteY39" fmla="*/ 9065835 h 9456078"/>
              <a:gd name="connsiteX40" fmla="*/ 2010847 w 13158799"/>
              <a:gd name="connsiteY40" fmla="*/ 9047004 h 9456078"/>
              <a:gd name="connsiteX41" fmla="*/ 2055615 w 13158799"/>
              <a:gd name="connsiteY41" fmla="*/ 9027750 h 9456078"/>
              <a:gd name="connsiteX42" fmla="*/ 2100195 w 13158799"/>
              <a:gd name="connsiteY42" fmla="*/ 9008075 h 9456078"/>
              <a:gd name="connsiteX43" fmla="*/ 2144582 w 13158799"/>
              <a:gd name="connsiteY43" fmla="*/ 8987981 h 9456078"/>
              <a:gd name="connsiteX44" fmla="*/ 2188775 w 13158799"/>
              <a:gd name="connsiteY44" fmla="*/ 8967470 h 9456078"/>
              <a:gd name="connsiteX45" fmla="*/ 2232770 w 13158799"/>
              <a:gd name="connsiteY45" fmla="*/ 8946542 h 9456078"/>
              <a:gd name="connsiteX46" fmla="*/ 2276564 w 13158799"/>
              <a:gd name="connsiteY46" fmla="*/ 8925199 h 9456078"/>
              <a:gd name="connsiteX47" fmla="*/ 2320154 w 13158799"/>
              <a:gd name="connsiteY47" fmla="*/ 8903443 h 9456078"/>
              <a:gd name="connsiteX48" fmla="*/ 2363538 w 13158799"/>
              <a:gd name="connsiteY48" fmla="*/ 8881275 h 9456078"/>
              <a:gd name="connsiteX49" fmla="*/ 2406711 w 13158799"/>
              <a:gd name="connsiteY49" fmla="*/ 8858697 h 9456078"/>
              <a:gd name="connsiteX50" fmla="*/ 2449672 w 13158799"/>
              <a:gd name="connsiteY50" fmla="*/ 8835710 h 9456078"/>
              <a:gd name="connsiteX51" fmla="*/ 2492417 w 13158799"/>
              <a:gd name="connsiteY51" fmla="*/ 8812316 h 9456078"/>
              <a:gd name="connsiteX52" fmla="*/ 2534943 w 13158799"/>
              <a:gd name="connsiteY52" fmla="*/ 8788516 h 9456078"/>
              <a:gd name="connsiteX53" fmla="*/ 2577247 w 13158799"/>
              <a:gd name="connsiteY53" fmla="*/ 8764311 h 9456078"/>
              <a:gd name="connsiteX54" fmla="*/ 2619326 w 13158799"/>
              <a:gd name="connsiteY54" fmla="*/ 8739704 h 9456078"/>
              <a:gd name="connsiteX55" fmla="*/ 2661177 w 13158799"/>
              <a:gd name="connsiteY55" fmla="*/ 8714695 h 9456078"/>
              <a:gd name="connsiteX56" fmla="*/ 2702797 w 13158799"/>
              <a:gd name="connsiteY56" fmla="*/ 8689286 h 9456078"/>
              <a:gd name="connsiteX57" fmla="*/ 2744183 w 13158799"/>
              <a:gd name="connsiteY57" fmla="*/ 8663479 h 9456078"/>
              <a:gd name="connsiteX58" fmla="*/ 2785333 w 13158799"/>
              <a:gd name="connsiteY58" fmla="*/ 8637274 h 9456078"/>
              <a:gd name="connsiteX59" fmla="*/ 2826242 w 13158799"/>
              <a:gd name="connsiteY59" fmla="*/ 8610675 h 9456078"/>
              <a:gd name="connsiteX60" fmla="*/ 2866908 w 13158799"/>
              <a:gd name="connsiteY60" fmla="*/ 8583681 h 9456078"/>
              <a:gd name="connsiteX61" fmla="*/ 2907329 w 13158799"/>
              <a:gd name="connsiteY61" fmla="*/ 8556295 h 9456078"/>
              <a:gd name="connsiteX62" fmla="*/ 2947500 w 13158799"/>
              <a:gd name="connsiteY62" fmla="*/ 8528517 h 9456078"/>
              <a:gd name="connsiteX63" fmla="*/ 2987419 w 13158799"/>
              <a:gd name="connsiteY63" fmla="*/ 8500351 h 9456078"/>
              <a:gd name="connsiteX64" fmla="*/ 3027083 w 13158799"/>
              <a:gd name="connsiteY64" fmla="*/ 8471796 h 9456078"/>
              <a:gd name="connsiteX65" fmla="*/ 3066489 w 13158799"/>
              <a:gd name="connsiteY65" fmla="*/ 8442854 h 9456078"/>
              <a:gd name="connsiteX66" fmla="*/ 3105634 w 13158799"/>
              <a:gd name="connsiteY66" fmla="*/ 8413528 h 9456078"/>
              <a:gd name="connsiteX67" fmla="*/ 3144515 w 13158799"/>
              <a:gd name="connsiteY67" fmla="*/ 8383818 h 9456078"/>
              <a:gd name="connsiteX68" fmla="*/ 3183129 w 13158799"/>
              <a:gd name="connsiteY68" fmla="*/ 8353726 h 9456078"/>
              <a:gd name="connsiteX69" fmla="*/ 3221473 w 13158799"/>
              <a:gd name="connsiteY69" fmla="*/ 8323253 h 9456078"/>
              <a:gd name="connsiteX70" fmla="*/ 3259544 w 13158799"/>
              <a:gd name="connsiteY70" fmla="*/ 8292401 h 9456078"/>
              <a:gd name="connsiteX71" fmla="*/ 3297339 w 13158799"/>
              <a:gd name="connsiteY71" fmla="*/ 8261172 h 9456078"/>
              <a:gd name="connsiteX72" fmla="*/ 3334854 w 13158799"/>
              <a:gd name="connsiteY72" fmla="*/ 8229566 h 9456078"/>
              <a:gd name="connsiteX73" fmla="*/ 3372087 w 13158799"/>
              <a:gd name="connsiteY73" fmla="*/ 8197585 h 9456078"/>
              <a:gd name="connsiteX74" fmla="*/ 3409035 w 13158799"/>
              <a:gd name="connsiteY74" fmla="*/ 8165232 h 9456078"/>
              <a:gd name="connsiteX75" fmla="*/ 3445695 w 13158799"/>
              <a:gd name="connsiteY75" fmla="*/ 8132507 h 9456078"/>
              <a:gd name="connsiteX76" fmla="*/ 3482064 w 13158799"/>
              <a:gd name="connsiteY76" fmla="*/ 8099411 h 9456078"/>
              <a:gd name="connsiteX77" fmla="*/ 3518139 w 13158799"/>
              <a:gd name="connsiteY77" fmla="*/ 8065947 h 9456078"/>
              <a:gd name="connsiteX78" fmla="*/ 3553916 w 13158799"/>
              <a:gd name="connsiteY78" fmla="*/ 8032115 h 9456078"/>
              <a:gd name="connsiteX79" fmla="*/ 3589393 w 13158799"/>
              <a:gd name="connsiteY79" fmla="*/ 7997918 h 9456078"/>
              <a:gd name="connsiteX80" fmla="*/ 3624567 w 13158799"/>
              <a:gd name="connsiteY80" fmla="*/ 7963356 h 9456078"/>
              <a:gd name="connsiteX81" fmla="*/ 3659435 w 13158799"/>
              <a:gd name="connsiteY81" fmla="*/ 7928432 h 9456078"/>
              <a:gd name="connsiteX82" fmla="*/ 3693994 w 13158799"/>
              <a:gd name="connsiteY82" fmla="*/ 7893146 h 9456078"/>
              <a:gd name="connsiteX83" fmla="*/ 3728240 w 13158799"/>
              <a:gd name="connsiteY83" fmla="*/ 7857501 h 9456078"/>
              <a:gd name="connsiteX84" fmla="*/ 3762171 w 13158799"/>
              <a:gd name="connsiteY84" fmla="*/ 7821497 h 9456078"/>
              <a:gd name="connsiteX85" fmla="*/ 3795783 w 13158799"/>
              <a:gd name="connsiteY85" fmla="*/ 7785136 h 9456078"/>
              <a:gd name="connsiteX86" fmla="*/ 3829075 w 13158799"/>
              <a:gd name="connsiteY86" fmla="*/ 7748420 h 9456078"/>
              <a:gd name="connsiteX87" fmla="*/ 3862042 w 13158799"/>
              <a:gd name="connsiteY87" fmla="*/ 7711350 h 9456078"/>
              <a:gd name="connsiteX88" fmla="*/ 3894682 w 13158799"/>
              <a:gd name="connsiteY88" fmla="*/ 7673928 h 9456078"/>
              <a:gd name="connsiteX89" fmla="*/ 3926991 w 13158799"/>
              <a:gd name="connsiteY89" fmla="*/ 7636155 h 9456078"/>
              <a:gd name="connsiteX90" fmla="*/ 3958967 w 13158799"/>
              <a:gd name="connsiteY90" fmla="*/ 7598032 h 9456078"/>
              <a:gd name="connsiteX91" fmla="*/ 3990607 w 13158799"/>
              <a:gd name="connsiteY91" fmla="*/ 7559561 h 9456078"/>
              <a:gd name="connsiteX92" fmla="*/ 4021907 w 13158799"/>
              <a:gd name="connsiteY92" fmla="*/ 7520744 h 9456078"/>
              <a:gd name="connsiteX93" fmla="*/ 4052865 w 13158799"/>
              <a:gd name="connsiteY93" fmla="*/ 7481582 h 9456078"/>
              <a:gd name="connsiteX94" fmla="*/ 4083478 w 13158799"/>
              <a:gd name="connsiteY94" fmla="*/ 7442077 h 9456078"/>
              <a:gd name="connsiteX95" fmla="*/ 8022311 w 13158799"/>
              <a:gd name="connsiteY95" fmla="*/ 2307814 h 9456078"/>
              <a:gd name="connsiteX96" fmla="*/ 8052902 w 13158799"/>
              <a:gd name="connsiteY96" fmla="*/ 2268285 h 9456078"/>
              <a:gd name="connsiteX97" fmla="*/ 8083796 w 13158799"/>
              <a:gd name="connsiteY97" fmla="*/ 2229056 h 9456078"/>
              <a:gd name="connsiteX98" fmla="*/ 8114989 w 13158799"/>
              <a:gd name="connsiteY98" fmla="*/ 2190127 h 9456078"/>
              <a:gd name="connsiteX99" fmla="*/ 8146479 w 13158799"/>
              <a:gd name="connsiteY99" fmla="*/ 2151500 h 9456078"/>
              <a:gd name="connsiteX100" fmla="*/ 8178264 w 13158799"/>
              <a:gd name="connsiteY100" fmla="*/ 2113176 h 9456078"/>
              <a:gd name="connsiteX101" fmla="*/ 8210341 w 13158799"/>
              <a:gd name="connsiteY101" fmla="*/ 2075157 h 9456078"/>
              <a:gd name="connsiteX102" fmla="*/ 8242709 w 13158799"/>
              <a:gd name="connsiteY102" fmla="*/ 2037442 h 9456078"/>
              <a:gd name="connsiteX103" fmla="*/ 8275365 w 13158799"/>
              <a:gd name="connsiteY103" fmla="*/ 2000034 h 9456078"/>
              <a:gd name="connsiteX104" fmla="*/ 8308307 w 13158799"/>
              <a:gd name="connsiteY104" fmla="*/ 1962934 h 9456078"/>
              <a:gd name="connsiteX105" fmla="*/ 8341532 w 13158799"/>
              <a:gd name="connsiteY105" fmla="*/ 1926142 h 9456078"/>
              <a:gd name="connsiteX106" fmla="*/ 8375038 w 13158799"/>
              <a:gd name="connsiteY106" fmla="*/ 1889660 h 9456078"/>
              <a:gd name="connsiteX107" fmla="*/ 8408823 w 13158799"/>
              <a:gd name="connsiteY107" fmla="*/ 1853489 h 9456078"/>
              <a:gd name="connsiteX108" fmla="*/ 8442885 w 13158799"/>
              <a:gd name="connsiteY108" fmla="*/ 1817630 h 9456078"/>
              <a:gd name="connsiteX109" fmla="*/ 8477221 w 13158799"/>
              <a:gd name="connsiteY109" fmla="*/ 1782084 h 9456078"/>
              <a:gd name="connsiteX110" fmla="*/ 8511829 w 13158799"/>
              <a:gd name="connsiteY110" fmla="*/ 1746853 h 9456078"/>
              <a:gd name="connsiteX111" fmla="*/ 8546706 w 13158799"/>
              <a:gd name="connsiteY111" fmla="*/ 1711937 h 9456078"/>
              <a:gd name="connsiteX112" fmla="*/ 8581851 w 13158799"/>
              <a:gd name="connsiteY112" fmla="*/ 1677337 h 9456078"/>
              <a:gd name="connsiteX113" fmla="*/ 8617261 w 13158799"/>
              <a:gd name="connsiteY113" fmla="*/ 1643056 h 9456078"/>
              <a:gd name="connsiteX114" fmla="*/ 8652934 w 13158799"/>
              <a:gd name="connsiteY114" fmla="*/ 1609093 h 9456078"/>
              <a:gd name="connsiteX115" fmla="*/ 8688867 w 13158799"/>
              <a:gd name="connsiteY115" fmla="*/ 1575450 h 9456078"/>
              <a:gd name="connsiteX116" fmla="*/ 8725058 w 13158799"/>
              <a:gd name="connsiteY116" fmla="*/ 1542128 h 9456078"/>
              <a:gd name="connsiteX117" fmla="*/ 8761506 w 13158799"/>
              <a:gd name="connsiteY117" fmla="*/ 1509129 h 9456078"/>
              <a:gd name="connsiteX118" fmla="*/ 8798207 w 13158799"/>
              <a:gd name="connsiteY118" fmla="*/ 1476452 h 9456078"/>
              <a:gd name="connsiteX119" fmla="*/ 8835159 w 13158799"/>
              <a:gd name="connsiteY119" fmla="*/ 1444101 h 9456078"/>
              <a:gd name="connsiteX120" fmla="*/ 8872360 w 13158799"/>
              <a:gd name="connsiteY120" fmla="*/ 1412075 h 9456078"/>
              <a:gd name="connsiteX121" fmla="*/ 8909808 w 13158799"/>
              <a:gd name="connsiteY121" fmla="*/ 1380375 h 9456078"/>
              <a:gd name="connsiteX122" fmla="*/ 8947501 w 13158799"/>
              <a:gd name="connsiteY122" fmla="*/ 1349004 h 9456078"/>
              <a:gd name="connsiteX123" fmla="*/ 8985435 w 13158799"/>
              <a:gd name="connsiteY123" fmla="*/ 1317962 h 9456078"/>
              <a:gd name="connsiteX124" fmla="*/ 9023610 w 13158799"/>
              <a:gd name="connsiteY124" fmla="*/ 1287250 h 9456078"/>
              <a:gd name="connsiteX125" fmla="*/ 9062022 w 13158799"/>
              <a:gd name="connsiteY125" fmla="*/ 1256869 h 9456078"/>
              <a:gd name="connsiteX126" fmla="*/ 9100669 w 13158799"/>
              <a:gd name="connsiteY126" fmla="*/ 1226820 h 9456078"/>
              <a:gd name="connsiteX127" fmla="*/ 9139549 w 13158799"/>
              <a:gd name="connsiteY127" fmla="*/ 1197105 h 9456078"/>
              <a:gd name="connsiteX128" fmla="*/ 9178660 w 13158799"/>
              <a:gd name="connsiteY128" fmla="*/ 1167725 h 9456078"/>
              <a:gd name="connsiteX129" fmla="*/ 9217999 w 13158799"/>
              <a:gd name="connsiteY129" fmla="*/ 1138681 h 9456078"/>
              <a:gd name="connsiteX130" fmla="*/ 9257564 w 13158799"/>
              <a:gd name="connsiteY130" fmla="*/ 1109974 h 9456078"/>
              <a:gd name="connsiteX131" fmla="*/ 9297353 w 13158799"/>
              <a:gd name="connsiteY131" fmla="*/ 1081604 h 9456078"/>
              <a:gd name="connsiteX132" fmla="*/ 9337364 w 13158799"/>
              <a:gd name="connsiteY132" fmla="*/ 1053574 h 9456078"/>
              <a:gd name="connsiteX133" fmla="*/ 9377594 w 13158799"/>
              <a:gd name="connsiteY133" fmla="*/ 1025884 h 9456078"/>
              <a:gd name="connsiteX134" fmla="*/ 9418040 w 13158799"/>
              <a:gd name="connsiteY134" fmla="*/ 998536 h 9456078"/>
              <a:gd name="connsiteX135" fmla="*/ 9458702 w 13158799"/>
              <a:gd name="connsiteY135" fmla="*/ 971530 h 9456078"/>
              <a:gd name="connsiteX136" fmla="*/ 9499575 w 13158799"/>
              <a:gd name="connsiteY136" fmla="*/ 944868 h 9456078"/>
              <a:gd name="connsiteX137" fmla="*/ 9540659 w 13158799"/>
              <a:gd name="connsiteY137" fmla="*/ 918551 h 9456078"/>
              <a:gd name="connsiteX138" fmla="*/ 9581950 w 13158799"/>
              <a:gd name="connsiteY138" fmla="*/ 892580 h 9456078"/>
              <a:gd name="connsiteX139" fmla="*/ 9623447 w 13158799"/>
              <a:gd name="connsiteY139" fmla="*/ 866956 h 9456078"/>
              <a:gd name="connsiteX140" fmla="*/ 9665147 w 13158799"/>
              <a:gd name="connsiteY140" fmla="*/ 841681 h 9456078"/>
              <a:gd name="connsiteX141" fmla="*/ 9707048 w 13158799"/>
              <a:gd name="connsiteY141" fmla="*/ 816754 h 9456078"/>
              <a:gd name="connsiteX142" fmla="*/ 9749147 w 13158799"/>
              <a:gd name="connsiteY142" fmla="*/ 792179 h 9456078"/>
              <a:gd name="connsiteX143" fmla="*/ 9791443 w 13158799"/>
              <a:gd name="connsiteY143" fmla="*/ 767955 h 9456078"/>
              <a:gd name="connsiteX144" fmla="*/ 9833932 w 13158799"/>
              <a:gd name="connsiteY144" fmla="*/ 744083 h 9456078"/>
              <a:gd name="connsiteX145" fmla="*/ 9876613 w 13158799"/>
              <a:gd name="connsiteY145" fmla="*/ 720566 h 9456078"/>
              <a:gd name="connsiteX146" fmla="*/ 9919484 w 13158799"/>
              <a:gd name="connsiteY146" fmla="*/ 697404 h 9456078"/>
              <a:gd name="connsiteX147" fmla="*/ 9962542 w 13158799"/>
              <a:gd name="connsiteY147" fmla="*/ 674598 h 9456078"/>
              <a:gd name="connsiteX148" fmla="*/ 10005784 w 13158799"/>
              <a:gd name="connsiteY148" fmla="*/ 652149 h 9456078"/>
              <a:gd name="connsiteX149" fmla="*/ 10049209 w 13158799"/>
              <a:gd name="connsiteY149" fmla="*/ 630059 h 9456078"/>
              <a:gd name="connsiteX150" fmla="*/ 10092814 w 13158799"/>
              <a:gd name="connsiteY150" fmla="*/ 608328 h 9456078"/>
              <a:gd name="connsiteX151" fmla="*/ 10136597 w 13158799"/>
              <a:gd name="connsiteY151" fmla="*/ 586958 h 9456078"/>
              <a:gd name="connsiteX152" fmla="*/ 10180556 w 13158799"/>
              <a:gd name="connsiteY152" fmla="*/ 565950 h 9456078"/>
              <a:gd name="connsiteX153" fmla="*/ 10224688 w 13158799"/>
              <a:gd name="connsiteY153" fmla="*/ 545304 h 9456078"/>
              <a:gd name="connsiteX154" fmla="*/ 10268991 w 13158799"/>
              <a:gd name="connsiteY154" fmla="*/ 525023 h 9456078"/>
              <a:gd name="connsiteX155" fmla="*/ 10313463 w 13158799"/>
              <a:gd name="connsiteY155" fmla="*/ 505107 h 9456078"/>
              <a:gd name="connsiteX156" fmla="*/ 10358101 w 13158799"/>
              <a:gd name="connsiteY156" fmla="*/ 485558 h 9456078"/>
              <a:gd name="connsiteX157" fmla="*/ 10402903 w 13158799"/>
              <a:gd name="connsiteY157" fmla="*/ 466376 h 9456078"/>
              <a:gd name="connsiteX158" fmla="*/ 10447868 w 13158799"/>
              <a:gd name="connsiteY158" fmla="*/ 447563 h 9456078"/>
              <a:gd name="connsiteX159" fmla="*/ 10492991 w 13158799"/>
              <a:gd name="connsiteY159" fmla="*/ 429119 h 9456078"/>
              <a:gd name="connsiteX160" fmla="*/ 10538272 w 13158799"/>
              <a:gd name="connsiteY160" fmla="*/ 411046 h 9456078"/>
              <a:gd name="connsiteX161" fmla="*/ 10583708 w 13158799"/>
              <a:gd name="connsiteY161" fmla="*/ 393346 h 9456078"/>
              <a:gd name="connsiteX162" fmla="*/ 10629297 w 13158799"/>
              <a:gd name="connsiteY162" fmla="*/ 376018 h 9456078"/>
              <a:gd name="connsiteX163" fmla="*/ 10675036 w 13158799"/>
              <a:gd name="connsiteY163" fmla="*/ 359065 h 9456078"/>
              <a:gd name="connsiteX164" fmla="*/ 10720923 w 13158799"/>
              <a:gd name="connsiteY164" fmla="*/ 342487 h 9456078"/>
              <a:gd name="connsiteX165" fmla="*/ 10766956 w 13158799"/>
              <a:gd name="connsiteY165" fmla="*/ 326286 h 9456078"/>
              <a:gd name="connsiteX166" fmla="*/ 10813132 w 13158799"/>
              <a:gd name="connsiteY166" fmla="*/ 310462 h 9456078"/>
              <a:gd name="connsiteX167" fmla="*/ 10859450 w 13158799"/>
              <a:gd name="connsiteY167" fmla="*/ 295018 h 9456078"/>
              <a:gd name="connsiteX168" fmla="*/ 10905907 w 13158799"/>
              <a:gd name="connsiteY168" fmla="*/ 279953 h 9456078"/>
              <a:gd name="connsiteX169" fmla="*/ 10952500 w 13158799"/>
              <a:gd name="connsiteY169" fmla="*/ 265269 h 9456078"/>
              <a:gd name="connsiteX170" fmla="*/ 10999227 w 13158799"/>
              <a:gd name="connsiteY170" fmla="*/ 250968 h 9456078"/>
              <a:gd name="connsiteX171" fmla="*/ 11046087 w 13158799"/>
              <a:gd name="connsiteY171" fmla="*/ 237049 h 9456078"/>
              <a:gd name="connsiteX172" fmla="*/ 11093076 w 13158799"/>
              <a:gd name="connsiteY172" fmla="*/ 223516 h 9456078"/>
              <a:gd name="connsiteX173" fmla="*/ 11140193 w 13158799"/>
              <a:gd name="connsiteY173" fmla="*/ 210368 h 9456078"/>
              <a:gd name="connsiteX174" fmla="*/ 11187434 w 13158799"/>
              <a:gd name="connsiteY174" fmla="*/ 197606 h 9456078"/>
              <a:gd name="connsiteX175" fmla="*/ 11234799 w 13158799"/>
              <a:gd name="connsiteY175" fmla="*/ 185233 h 9456078"/>
              <a:gd name="connsiteX176" fmla="*/ 11282284 w 13158799"/>
              <a:gd name="connsiteY176" fmla="*/ 173248 h 9456078"/>
              <a:gd name="connsiteX177" fmla="*/ 11329888 w 13158799"/>
              <a:gd name="connsiteY177" fmla="*/ 161654 h 9456078"/>
              <a:gd name="connsiteX178" fmla="*/ 11377607 w 13158799"/>
              <a:gd name="connsiteY178" fmla="*/ 150451 h 9456078"/>
              <a:gd name="connsiteX179" fmla="*/ 11425440 w 13158799"/>
              <a:gd name="connsiteY179" fmla="*/ 139640 h 9456078"/>
              <a:gd name="connsiteX180" fmla="*/ 11473385 w 13158799"/>
              <a:gd name="connsiteY180" fmla="*/ 129223 h 9456078"/>
              <a:gd name="connsiteX181" fmla="*/ 11521439 w 13158799"/>
              <a:gd name="connsiteY181" fmla="*/ 119201 h 9456078"/>
              <a:gd name="connsiteX182" fmla="*/ 11569599 w 13158799"/>
              <a:gd name="connsiteY182" fmla="*/ 109574 h 9456078"/>
              <a:gd name="connsiteX183" fmla="*/ 11617864 w 13158799"/>
              <a:gd name="connsiteY183" fmla="*/ 100344 h 9456078"/>
              <a:gd name="connsiteX184" fmla="*/ 11666231 w 13158799"/>
              <a:gd name="connsiteY184" fmla="*/ 91512 h 9456078"/>
              <a:gd name="connsiteX185" fmla="*/ 11714698 w 13158799"/>
              <a:gd name="connsiteY185" fmla="*/ 83080 h 9456078"/>
              <a:gd name="connsiteX186" fmla="*/ 11763263 w 13158799"/>
              <a:gd name="connsiteY186" fmla="*/ 75047 h 9456078"/>
              <a:gd name="connsiteX187" fmla="*/ 11811923 w 13158799"/>
              <a:gd name="connsiteY187" fmla="*/ 67417 h 9456078"/>
              <a:gd name="connsiteX188" fmla="*/ 11860676 w 13158799"/>
              <a:gd name="connsiteY188" fmla="*/ 60188 h 9456078"/>
              <a:gd name="connsiteX189" fmla="*/ 11909519 w 13158799"/>
              <a:gd name="connsiteY189" fmla="*/ 53364 h 9456078"/>
              <a:gd name="connsiteX190" fmla="*/ 11958451 w 13158799"/>
              <a:gd name="connsiteY190" fmla="*/ 46944 h 9456078"/>
              <a:gd name="connsiteX191" fmla="*/ 12007470 w 13158799"/>
              <a:gd name="connsiteY191" fmla="*/ 40931 h 9456078"/>
              <a:gd name="connsiteX192" fmla="*/ 12056572 w 13158799"/>
              <a:gd name="connsiteY192" fmla="*/ 35324 h 9456078"/>
              <a:gd name="connsiteX193" fmla="*/ 12105756 w 13158799"/>
              <a:gd name="connsiteY193" fmla="*/ 30126 h 9456078"/>
              <a:gd name="connsiteX194" fmla="*/ 12155019 w 13158799"/>
              <a:gd name="connsiteY194" fmla="*/ 25337 h 9456078"/>
              <a:gd name="connsiteX195" fmla="*/ 12204359 w 13158799"/>
              <a:gd name="connsiteY195" fmla="*/ 20958 h 9456078"/>
              <a:gd name="connsiteX196" fmla="*/ 12253773 w 13158799"/>
              <a:gd name="connsiteY196" fmla="*/ 16991 h 9456078"/>
              <a:gd name="connsiteX197" fmla="*/ 12303260 w 13158799"/>
              <a:gd name="connsiteY197" fmla="*/ 13437 h 9456078"/>
              <a:gd name="connsiteX198" fmla="*/ 12352818 w 13158799"/>
              <a:gd name="connsiteY198" fmla="*/ 10297 h 9456078"/>
              <a:gd name="connsiteX199" fmla="*/ 12402443 w 13158799"/>
              <a:gd name="connsiteY199" fmla="*/ 7572 h 9456078"/>
              <a:gd name="connsiteX200" fmla="*/ 12452133 w 13158799"/>
              <a:gd name="connsiteY200" fmla="*/ 5263 h 9456078"/>
              <a:gd name="connsiteX201" fmla="*/ 12501887 w 13158799"/>
              <a:gd name="connsiteY201" fmla="*/ 3371 h 9456078"/>
              <a:gd name="connsiteX202" fmla="*/ 12551701 w 13158799"/>
              <a:gd name="connsiteY202" fmla="*/ 1898 h 9456078"/>
              <a:gd name="connsiteX203" fmla="*/ 12601574 w 13158799"/>
              <a:gd name="connsiteY203" fmla="*/ 844 h 9456078"/>
              <a:gd name="connsiteX204" fmla="*/ 12651504 w 13158799"/>
              <a:gd name="connsiteY204" fmla="*/ 211 h 9456078"/>
              <a:gd name="connsiteX205" fmla="*/ 12701487 w 13158799"/>
              <a:gd name="connsiteY205" fmla="*/ 0 h 9456078"/>
              <a:gd name="connsiteX206" fmla="*/ 13158798 w 13158799"/>
              <a:gd name="connsiteY206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76172 w 13158797"/>
              <a:gd name="connsiteY22" fmla="*/ 9319936 h 9456078"/>
              <a:gd name="connsiteX23" fmla="*/ 1223823 w 13158797"/>
              <a:gd name="connsiteY23" fmla="*/ 9308509 h 9456078"/>
              <a:gd name="connsiteX24" fmla="*/ 1271339 w 13158797"/>
              <a:gd name="connsiteY24" fmla="*/ 9296635 h 9456078"/>
              <a:gd name="connsiteX25" fmla="*/ 1318719 w 13158797"/>
              <a:gd name="connsiteY25" fmla="*/ 9284315 h 9456078"/>
              <a:gd name="connsiteX26" fmla="*/ 1365957 w 13158797"/>
              <a:gd name="connsiteY26" fmla="*/ 9271550 h 9456078"/>
              <a:gd name="connsiteX27" fmla="*/ 1413052 w 13158797"/>
              <a:gd name="connsiteY27" fmla="*/ 9258342 h 9456078"/>
              <a:gd name="connsiteX28" fmla="*/ 1460000 w 13158797"/>
              <a:gd name="connsiteY28" fmla="*/ 9244693 h 9456078"/>
              <a:gd name="connsiteX29" fmla="*/ 1506799 w 13158797"/>
              <a:gd name="connsiteY29" fmla="*/ 9230604 h 9456078"/>
              <a:gd name="connsiteX30" fmla="*/ 1553445 w 13158797"/>
              <a:gd name="connsiteY30" fmla="*/ 9216076 h 9456078"/>
              <a:gd name="connsiteX31" fmla="*/ 1599935 w 13158797"/>
              <a:gd name="connsiteY31" fmla="*/ 9201111 h 9456078"/>
              <a:gd name="connsiteX32" fmla="*/ 1646267 w 13158797"/>
              <a:gd name="connsiteY32" fmla="*/ 9185710 h 9456078"/>
              <a:gd name="connsiteX33" fmla="*/ 1692437 w 13158797"/>
              <a:gd name="connsiteY33" fmla="*/ 9169876 h 9456078"/>
              <a:gd name="connsiteX34" fmla="*/ 1738442 w 13158797"/>
              <a:gd name="connsiteY34" fmla="*/ 9153608 h 9456078"/>
              <a:gd name="connsiteX35" fmla="*/ 1784280 w 13158797"/>
              <a:gd name="connsiteY35" fmla="*/ 9136910 h 9456078"/>
              <a:gd name="connsiteX36" fmla="*/ 1829947 w 13158797"/>
              <a:gd name="connsiteY36" fmla="*/ 9119782 h 9456078"/>
              <a:gd name="connsiteX37" fmla="*/ 1875440 w 13158797"/>
              <a:gd name="connsiteY37" fmla="*/ 9102226 h 9456078"/>
              <a:gd name="connsiteX38" fmla="*/ 1920756 w 13158797"/>
              <a:gd name="connsiteY38" fmla="*/ 9084243 h 9456078"/>
              <a:gd name="connsiteX39" fmla="*/ 1965893 w 13158797"/>
              <a:gd name="connsiteY39" fmla="*/ 9065835 h 9456078"/>
              <a:gd name="connsiteX40" fmla="*/ 2055615 w 13158797"/>
              <a:gd name="connsiteY40" fmla="*/ 9027750 h 9456078"/>
              <a:gd name="connsiteX41" fmla="*/ 2100195 w 13158797"/>
              <a:gd name="connsiteY41" fmla="*/ 9008075 h 9456078"/>
              <a:gd name="connsiteX42" fmla="*/ 2144582 w 13158797"/>
              <a:gd name="connsiteY42" fmla="*/ 8987981 h 9456078"/>
              <a:gd name="connsiteX43" fmla="*/ 2188775 w 13158797"/>
              <a:gd name="connsiteY43" fmla="*/ 8967470 h 9456078"/>
              <a:gd name="connsiteX44" fmla="*/ 2232770 w 13158797"/>
              <a:gd name="connsiteY44" fmla="*/ 8946542 h 9456078"/>
              <a:gd name="connsiteX45" fmla="*/ 2276564 w 13158797"/>
              <a:gd name="connsiteY45" fmla="*/ 8925199 h 9456078"/>
              <a:gd name="connsiteX46" fmla="*/ 2320154 w 13158797"/>
              <a:gd name="connsiteY46" fmla="*/ 8903443 h 9456078"/>
              <a:gd name="connsiteX47" fmla="*/ 2363538 w 13158797"/>
              <a:gd name="connsiteY47" fmla="*/ 8881275 h 9456078"/>
              <a:gd name="connsiteX48" fmla="*/ 2406711 w 13158797"/>
              <a:gd name="connsiteY48" fmla="*/ 8858697 h 9456078"/>
              <a:gd name="connsiteX49" fmla="*/ 2449672 w 13158797"/>
              <a:gd name="connsiteY49" fmla="*/ 8835710 h 9456078"/>
              <a:gd name="connsiteX50" fmla="*/ 2492417 w 13158797"/>
              <a:gd name="connsiteY50" fmla="*/ 8812316 h 9456078"/>
              <a:gd name="connsiteX51" fmla="*/ 2534943 w 13158797"/>
              <a:gd name="connsiteY51" fmla="*/ 8788516 h 9456078"/>
              <a:gd name="connsiteX52" fmla="*/ 2577247 w 13158797"/>
              <a:gd name="connsiteY52" fmla="*/ 8764311 h 9456078"/>
              <a:gd name="connsiteX53" fmla="*/ 2619326 w 13158797"/>
              <a:gd name="connsiteY53" fmla="*/ 8739704 h 9456078"/>
              <a:gd name="connsiteX54" fmla="*/ 2661177 w 13158797"/>
              <a:gd name="connsiteY54" fmla="*/ 8714695 h 9456078"/>
              <a:gd name="connsiteX55" fmla="*/ 2702797 w 13158797"/>
              <a:gd name="connsiteY55" fmla="*/ 8689286 h 9456078"/>
              <a:gd name="connsiteX56" fmla="*/ 2744183 w 13158797"/>
              <a:gd name="connsiteY56" fmla="*/ 8663479 h 9456078"/>
              <a:gd name="connsiteX57" fmla="*/ 2785333 w 13158797"/>
              <a:gd name="connsiteY57" fmla="*/ 8637274 h 9456078"/>
              <a:gd name="connsiteX58" fmla="*/ 2826242 w 13158797"/>
              <a:gd name="connsiteY58" fmla="*/ 8610675 h 9456078"/>
              <a:gd name="connsiteX59" fmla="*/ 2866908 w 13158797"/>
              <a:gd name="connsiteY59" fmla="*/ 8583681 h 9456078"/>
              <a:gd name="connsiteX60" fmla="*/ 2907329 w 13158797"/>
              <a:gd name="connsiteY60" fmla="*/ 8556295 h 9456078"/>
              <a:gd name="connsiteX61" fmla="*/ 2947500 w 13158797"/>
              <a:gd name="connsiteY61" fmla="*/ 8528517 h 9456078"/>
              <a:gd name="connsiteX62" fmla="*/ 2987419 w 13158797"/>
              <a:gd name="connsiteY62" fmla="*/ 8500351 h 9456078"/>
              <a:gd name="connsiteX63" fmla="*/ 3027083 w 13158797"/>
              <a:gd name="connsiteY63" fmla="*/ 8471796 h 9456078"/>
              <a:gd name="connsiteX64" fmla="*/ 3066489 w 13158797"/>
              <a:gd name="connsiteY64" fmla="*/ 8442854 h 9456078"/>
              <a:gd name="connsiteX65" fmla="*/ 3105634 w 13158797"/>
              <a:gd name="connsiteY65" fmla="*/ 8413528 h 9456078"/>
              <a:gd name="connsiteX66" fmla="*/ 3144515 w 13158797"/>
              <a:gd name="connsiteY66" fmla="*/ 8383818 h 9456078"/>
              <a:gd name="connsiteX67" fmla="*/ 3183129 w 13158797"/>
              <a:gd name="connsiteY67" fmla="*/ 8353726 h 9456078"/>
              <a:gd name="connsiteX68" fmla="*/ 3221473 w 13158797"/>
              <a:gd name="connsiteY68" fmla="*/ 8323253 h 9456078"/>
              <a:gd name="connsiteX69" fmla="*/ 3259544 w 13158797"/>
              <a:gd name="connsiteY69" fmla="*/ 8292401 h 9456078"/>
              <a:gd name="connsiteX70" fmla="*/ 3297339 w 13158797"/>
              <a:gd name="connsiteY70" fmla="*/ 8261172 h 9456078"/>
              <a:gd name="connsiteX71" fmla="*/ 3334854 w 13158797"/>
              <a:gd name="connsiteY71" fmla="*/ 8229566 h 9456078"/>
              <a:gd name="connsiteX72" fmla="*/ 3372087 w 13158797"/>
              <a:gd name="connsiteY72" fmla="*/ 8197585 h 9456078"/>
              <a:gd name="connsiteX73" fmla="*/ 3409035 w 13158797"/>
              <a:gd name="connsiteY73" fmla="*/ 8165232 h 9456078"/>
              <a:gd name="connsiteX74" fmla="*/ 3445695 w 13158797"/>
              <a:gd name="connsiteY74" fmla="*/ 8132507 h 9456078"/>
              <a:gd name="connsiteX75" fmla="*/ 3482064 w 13158797"/>
              <a:gd name="connsiteY75" fmla="*/ 8099411 h 9456078"/>
              <a:gd name="connsiteX76" fmla="*/ 3518139 w 13158797"/>
              <a:gd name="connsiteY76" fmla="*/ 8065947 h 9456078"/>
              <a:gd name="connsiteX77" fmla="*/ 3553916 w 13158797"/>
              <a:gd name="connsiteY77" fmla="*/ 8032115 h 9456078"/>
              <a:gd name="connsiteX78" fmla="*/ 3589393 w 13158797"/>
              <a:gd name="connsiteY78" fmla="*/ 7997918 h 9456078"/>
              <a:gd name="connsiteX79" fmla="*/ 3624567 w 13158797"/>
              <a:gd name="connsiteY79" fmla="*/ 7963356 h 9456078"/>
              <a:gd name="connsiteX80" fmla="*/ 3659435 w 13158797"/>
              <a:gd name="connsiteY80" fmla="*/ 7928432 h 9456078"/>
              <a:gd name="connsiteX81" fmla="*/ 3693994 w 13158797"/>
              <a:gd name="connsiteY81" fmla="*/ 7893146 h 9456078"/>
              <a:gd name="connsiteX82" fmla="*/ 3728240 w 13158797"/>
              <a:gd name="connsiteY82" fmla="*/ 7857501 h 9456078"/>
              <a:gd name="connsiteX83" fmla="*/ 3762171 w 13158797"/>
              <a:gd name="connsiteY83" fmla="*/ 7821497 h 9456078"/>
              <a:gd name="connsiteX84" fmla="*/ 3795783 w 13158797"/>
              <a:gd name="connsiteY84" fmla="*/ 7785136 h 9456078"/>
              <a:gd name="connsiteX85" fmla="*/ 3829075 w 13158797"/>
              <a:gd name="connsiteY85" fmla="*/ 7748420 h 9456078"/>
              <a:gd name="connsiteX86" fmla="*/ 3862042 w 13158797"/>
              <a:gd name="connsiteY86" fmla="*/ 7711350 h 9456078"/>
              <a:gd name="connsiteX87" fmla="*/ 3894682 w 13158797"/>
              <a:gd name="connsiteY87" fmla="*/ 7673928 h 9456078"/>
              <a:gd name="connsiteX88" fmla="*/ 3926991 w 13158797"/>
              <a:gd name="connsiteY88" fmla="*/ 7636155 h 9456078"/>
              <a:gd name="connsiteX89" fmla="*/ 3958967 w 13158797"/>
              <a:gd name="connsiteY89" fmla="*/ 7598032 h 9456078"/>
              <a:gd name="connsiteX90" fmla="*/ 3990607 w 13158797"/>
              <a:gd name="connsiteY90" fmla="*/ 7559561 h 9456078"/>
              <a:gd name="connsiteX91" fmla="*/ 4021907 w 13158797"/>
              <a:gd name="connsiteY91" fmla="*/ 7520744 h 9456078"/>
              <a:gd name="connsiteX92" fmla="*/ 4052865 w 13158797"/>
              <a:gd name="connsiteY92" fmla="*/ 7481582 h 9456078"/>
              <a:gd name="connsiteX93" fmla="*/ 4083478 w 13158797"/>
              <a:gd name="connsiteY93" fmla="*/ 7442077 h 9456078"/>
              <a:gd name="connsiteX94" fmla="*/ 8022311 w 13158797"/>
              <a:gd name="connsiteY94" fmla="*/ 2307814 h 9456078"/>
              <a:gd name="connsiteX95" fmla="*/ 8052902 w 13158797"/>
              <a:gd name="connsiteY95" fmla="*/ 2268285 h 9456078"/>
              <a:gd name="connsiteX96" fmla="*/ 8083796 w 13158797"/>
              <a:gd name="connsiteY96" fmla="*/ 2229056 h 9456078"/>
              <a:gd name="connsiteX97" fmla="*/ 8114989 w 13158797"/>
              <a:gd name="connsiteY97" fmla="*/ 2190127 h 9456078"/>
              <a:gd name="connsiteX98" fmla="*/ 8146479 w 13158797"/>
              <a:gd name="connsiteY98" fmla="*/ 2151500 h 9456078"/>
              <a:gd name="connsiteX99" fmla="*/ 8178264 w 13158797"/>
              <a:gd name="connsiteY99" fmla="*/ 2113176 h 9456078"/>
              <a:gd name="connsiteX100" fmla="*/ 8210341 w 13158797"/>
              <a:gd name="connsiteY100" fmla="*/ 2075157 h 9456078"/>
              <a:gd name="connsiteX101" fmla="*/ 8242709 w 13158797"/>
              <a:gd name="connsiteY101" fmla="*/ 2037442 h 9456078"/>
              <a:gd name="connsiteX102" fmla="*/ 8275365 w 13158797"/>
              <a:gd name="connsiteY102" fmla="*/ 2000034 h 9456078"/>
              <a:gd name="connsiteX103" fmla="*/ 8308307 w 13158797"/>
              <a:gd name="connsiteY103" fmla="*/ 1962934 h 9456078"/>
              <a:gd name="connsiteX104" fmla="*/ 8341532 w 13158797"/>
              <a:gd name="connsiteY104" fmla="*/ 1926142 h 9456078"/>
              <a:gd name="connsiteX105" fmla="*/ 8375038 w 13158797"/>
              <a:gd name="connsiteY105" fmla="*/ 1889660 h 9456078"/>
              <a:gd name="connsiteX106" fmla="*/ 8408823 w 13158797"/>
              <a:gd name="connsiteY106" fmla="*/ 1853489 h 9456078"/>
              <a:gd name="connsiteX107" fmla="*/ 8442885 w 13158797"/>
              <a:gd name="connsiteY107" fmla="*/ 1817630 h 9456078"/>
              <a:gd name="connsiteX108" fmla="*/ 8477221 w 13158797"/>
              <a:gd name="connsiteY108" fmla="*/ 1782084 h 9456078"/>
              <a:gd name="connsiteX109" fmla="*/ 8511829 w 13158797"/>
              <a:gd name="connsiteY109" fmla="*/ 1746853 h 9456078"/>
              <a:gd name="connsiteX110" fmla="*/ 8546706 w 13158797"/>
              <a:gd name="connsiteY110" fmla="*/ 1711937 h 9456078"/>
              <a:gd name="connsiteX111" fmla="*/ 8581851 w 13158797"/>
              <a:gd name="connsiteY111" fmla="*/ 1677337 h 9456078"/>
              <a:gd name="connsiteX112" fmla="*/ 8617261 w 13158797"/>
              <a:gd name="connsiteY112" fmla="*/ 1643056 h 9456078"/>
              <a:gd name="connsiteX113" fmla="*/ 8652934 w 13158797"/>
              <a:gd name="connsiteY113" fmla="*/ 1609093 h 9456078"/>
              <a:gd name="connsiteX114" fmla="*/ 8688867 w 13158797"/>
              <a:gd name="connsiteY114" fmla="*/ 1575450 h 9456078"/>
              <a:gd name="connsiteX115" fmla="*/ 8725058 w 13158797"/>
              <a:gd name="connsiteY115" fmla="*/ 1542128 h 9456078"/>
              <a:gd name="connsiteX116" fmla="*/ 8761506 w 13158797"/>
              <a:gd name="connsiteY116" fmla="*/ 1509129 h 9456078"/>
              <a:gd name="connsiteX117" fmla="*/ 8798207 w 13158797"/>
              <a:gd name="connsiteY117" fmla="*/ 1476452 h 9456078"/>
              <a:gd name="connsiteX118" fmla="*/ 8835159 w 13158797"/>
              <a:gd name="connsiteY118" fmla="*/ 1444101 h 9456078"/>
              <a:gd name="connsiteX119" fmla="*/ 8872360 w 13158797"/>
              <a:gd name="connsiteY119" fmla="*/ 1412075 h 9456078"/>
              <a:gd name="connsiteX120" fmla="*/ 8909808 w 13158797"/>
              <a:gd name="connsiteY120" fmla="*/ 1380375 h 9456078"/>
              <a:gd name="connsiteX121" fmla="*/ 8947501 w 13158797"/>
              <a:gd name="connsiteY121" fmla="*/ 1349004 h 9456078"/>
              <a:gd name="connsiteX122" fmla="*/ 8985435 w 13158797"/>
              <a:gd name="connsiteY122" fmla="*/ 1317962 h 9456078"/>
              <a:gd name="connsiteX123" fmla="*/ 9023610 w 13158797"/>
              <a:gd name="connsiteY123" fmla="*/ 1287250 h 9456078"/>
              <a:gd name="connsiteX124" fmla="*/ 9062022 w 13158797"/>
              <a:gd name="connsiteY124" fmla="*/ 1256869 h 9456078"/>
              <a:gd name="connsiteX125" fmla="*/ 9100669 w 13158797"/>
              <a:gd name="connsiteY125" fmla="*/ 1226820 h 9456078"/>
              <a:gd name="connsiteX126" fmla="*/ 9139549 w 13158797"/>
              <a:gd name="connsiteY126" fmla="*/ 1197105 h 9456078"/>
              <a:gd name="connsiteX127" fmla="*/ 9178660 w 13158797"/>
              <a:gd name="connsiteY127" fmla="*/ 1167725 h 9456078"/>
              <a:gd name="connsiteX128" fmla="*/ 9217999 w 13158797"/>
              <a:gd name="connsiteY128" fmla="*/ 1138681 h 9456078"/>
              <a:gd name="connsiteX129" fmla="*/ 9257564 w 13158797"/>
              <a:gd name="connsiteY129" fmla="*/ 1109974 h 9456078"/>
              <a:gd name="connsiteX130" fmla="*/ 9297353 w 13158797"/>
              <a:gd name="connsiteY130" fmla="*/ 1081604 h 9456078"/>
              <a:gd name="connsiteX131" fmla="*/ 9337364 w 13158797"/>
              <a:gd name="connsiteY131" fmla="*/ 1053574 h 9456078"/>
              <a:gd name="connsiteX132" fmla="*/ 9377594 w 13158797"/>
              <a:gd name="connsiteY132" fmla="*/ 1025884 h 9456078"/>
              <a:gd name="connsiteX133" fmla="*/ 9418040 w 13158797"/>
              <a:gd name="connsiteY133" fmla="*/ 998536 h 9456078"/>
              <a:gd name="connsiteX134" fmla="*/ 9458702 w 13158797"/>
              <a:gd name="connsiteY134" fmla="*/ 971530 h 9456078"/>
              <a:gd name="connsiteX135" fmla="*/ 9499575 w 13158797"/>
              <a:gd name="connsiteY135" fmla="*/ 944868 h 9456078"/>
              <a:gd name="connsiteX136" fmla="*/ 9540659 w 13158797"/>
              <a:gd name="connsiteY136" fmla="*/ 918551 h 9456078"/>
              <a:gd name="connsiteX137" fmla="*/ 9581950 w 13158797"/>
              <a:gd name="connsiteY137" fmla="*/ 892580 h 9456078"/>
              <a:gd name="connsiteX138" fmla="*/ 9623447 w 13158797"/>
              <a:gd name="connsiteY138" fmla="*/ 866956 h 9456078"/>
              <a:gd name="connsiteX139" fmla="*/ 9665147 w 13158797"/>
              <a:gd name="connsiteY139" fmla="*/ 841681 h 9456078"/>
              <a:gd name="connsiteX140" fmla="*/ 9707048 w 13158797"/>
              <a:gd name="connsiteY140" fmla="*/ 816754 h 9456078"/>
              <a:gd name="connsiteX141" fmla="*/ 9749147 w 13158797"/>
              <a:gd name="connsiteY141" fmla="*/ 792179 h 9456078"/>
              <a:gd name="connsiteX142" fmla="*/ 9791443 w 13158797"/>
              <a:gd name="connsiteY142" fmla="*/ 767955 h 9456078"/>
              <a:gd name="connsiteX143" fmla="*/ 9833932 w 13158797"/>
              <a:gd name="connsiteY143" fmla="*/ 744083 h 9456078"/>
              <a:gd name="connsiteX144" fmla="*/ 9876613 w 13158797"/>
              <a:gd name="connsiteY144" fmla="*/ 720566 h 9456078"/>
              <a:gd name="connsiteX145" fmla="*/ 9919484 w 13158797"/>
              <a:gd name="connsiteY145" fmla="*/ 697404 h 9456078"/>
              <a:gd name="connsiteX146" fmla="*/ 9962542 w 13158797"/>
              <a:gd name="connsiteY146" fmla="*/ 674598 h 9456078"/>
              <a:gd name="connsiteX147" fmla="*/ 10005784 w 13158797"/>
              <a:gd name="connsiteY147" fmla="*/ 652149 h 9456078"/>
              <a:gd name="connsiteX148" fmla="*/ 10049209 w 13158797"/>
              <a:gd name="connsiteY148" fmla="*/ 630059 h 9456078"/>
              <a:gd name="connsiteX149" fmla="*/ 10092814 w 13158797"/>
              <a:gd name="connsiteY149" fmla="*/ 608328 h 9456078"/>
              <a:gd name="connsiteX150" fmla="*/ 10136597 w 13158797"/>
              <a:gd name="connsiteY150" fmla="*/ 586958 h 9456078"/>
              <a:gd name="connsiteX151" fmla="*/ 10180556 w 13158797"/>
              <a:gd name="connsiteY151" fmla="*/ 565950 h 9456078"/>
              <a:gd name="connsiteX152" fmla="*/ 10224688 w 13158797"/>
              <a:gd name="connsiteY152" fmla="*/ 545304 h 9456078"/>
              <a:gd name="connsiteX153" fmla="*/ 10268991 w 13158797"/>
              <a:gd name="connsiteY153" fmla="*/ 525023 h 9456078"/>
              <a:gd name="connsiteX154" fmla="*/ 10313463 w 13158797"/>
              <a:gd name="connsiteY154" fmla="*/ 505107 h 9456078"/>
              <a:gd name="connsiteX155" fmla="*/ 10358101 w 13158797"/>
              <a:gd name="connsiteY155" fmla="*/ 485558 h 9456078"/>
              <a:gd name="connsiteX156" fmla="*/ 10402903 w 13158797"/>
              <a:gd name="connsiteY156" fmla="*/ 466376 h 9456078"/>
              <a:gd name="connsiteX157" fmla="*/ 10447868 w 13158797"/>
              <a:gd name="connsiteY157" fmla="*/ 447563 h 9456078"/>
              <a:gd name="connsiteX158" fmla="*/ 10492991 w 13158797"/>
              <a:gd name="connsiteY158" fmla="*/ 429119 h 9456078"/>
              <a:gd name="connsiteX159" fmla="*/ 10538272 w 13158797"/>
              <a:gd name="connsiteY159" fmla="*/ 411046 h 9456078"/>
              <a:gd name="connsiteX160" fmla="*/ 10583708 w 13158797"/>
              <a:gd name="connsiteY160" fmla="*/ 393346 h 9456078"/>
              <a:gd name="connsiteX161" fmla="*/ 10629297 w 13158797"/>
              <a:gd name="connsiteY161" fmla="*/ 376018 h 9456078"/>
              <a:gd name="connsiteX162" fmla="*/ 10675036 w 13158797"/>
              <a:gd name="connsiteY162" fmla="*/ 359065 h 9456078"/>
              <a:gd name="connsiteX163" fmla="*/ 10720923 w 13158797"/>
              <a:gd name="connsiteY163" fmla="*/ 342487 h 9456078"/>
              <a:gd name="connsiteX164" fmla="*/ 10766956 w 13158797"/>
              <a:gd name="connsiteY164" fmla="*/ 326286 h 9456078"/>
              <a:gd name="connsiteX165" fmla="*/ 10813132 w 13158797"/>
              <a:gd name="connsiteY165" fmla="*/ 310462 h 9456078"/>
              <a:gd name="connsiteX166" fmla="*/ 10859450 w 13158797"/>
              <a:gd name="connsiteY166" fmla="*/ 295018 h 9456078"/>
              <a:gd name="connsiteX167" fmla="*/ 10905907 w 13158797"/>
              <a:gd name="connsiteY167" fmla="*/ 279953 h 9456078"/>
              <a:gd name="connsiteX168" fmla="*/ 10952500 w 13158797"/>
              <a:gd name="connsiteY168" fmla="*/ 265269 h 9456078"/>
              <a:gd name="connsiteX169" fmla="*/ 10999227 w 13158797"/>
              <a:gd name="connsiteY169" fmla="*/ 250968 h 9456078"/>
              <a:gd name="connsiteX170" fmla="*/ 11046087 w 13158797"/>
              <a:gd name="connsiteY170" fmla="*/ 237049 h 9456078"/>
              <a:gd name="connsiteX171" fmla="*/ 11093076 w 13158797"/>
              <a:gd name="connsiteY171" fmla="*/ 223516 h 9456078"/>
              <a:gd name="connsiteX172" fmla="*/ 11140193 w 13158797"/>
              <a:gd name="connsiteY172" fmla="*/ 210368 h 9456078"/>
              <a:gd name="connsiteX173" fmla="*/ 11187434 w 13158797"/>
              <a:gd name="connsiteY173" fmla="*/ 197606 h 9456078"/>
              <a:gd name="connsiteX174" fmla="*/ 11234799 w 13158797"/>
              <a:gd name="connsiteY174" fmla="*/ 185233 h 9456078"/>
              <a:gd name="connsiteX175" fmla="*/ 11282284 w 13158797"/>
              <a:gd name="connsiteY175" fmla="*/ 173248 h 9456078"/>
              <a:gd name="connsiteX176" fmla="*/ 11329888 w 13158797"/>
              <a:gd name="connsiteY176" fmla="*/ 161654 h 9456078"/>
              <a:gd name="connsiteX177" fmla="*/ 11377607 w 13158797"/>
              <a:gd name="connsiteY177" fmla="*/ 150451 h 9456078"/>
              <a:gd name="connsiteX178" fmla="*/ 11425440 w 13158797"/>
              <a:gd name="connsiteY178" fmla="*/ 139640 h 9456078"/>
              <a:gd name="connsiteX179" fmla="*/ 11473385 w 13158797"/>
              <a:gd name="connsiteY179" fmla="*/ 129223 h 9456078"/>
              <a:gd name="connsiteX180" fmla="*/ 11521439 w 13158797"/>
              <a:gd name="connsiteY180" fmla="*/ 119201 h 9456078"/>
              <a:gd name="connsiteX181" fmla="*/ 11569599 w 13158797"/>
              <a:gd name="connsiteY181" fmla="*/ 109574 h 9456078"/>
              <a:gd name="connsiteX182" fmla="*/ 11617864 w 13158797"/>
              <a:gd name="connsiteY182" fmla="*/ 100344 h 9456078"/>
              <a:gd name="connsiteX183" fmla="*/ 11666231 w 13158797"/>
              <a:gd name="connsiteY183" fmla="*/ 91512 h 9456078"/>
              <a:gd name="connsiteX184" fmla="*/ 11714698 w 13158797"/>
              <a:gd name="connsiteY184" fmla="*/ 83080 h 9456078"/>
              <a:gd name="connsiteX185" fmla="*/ 11763263 w 13158797"/>
              <a:gd name="connsiteY185" fmla="*/ 75047 h 9456078"/>
              <a:gd name="connsiteX186" fmla="*/ 11811923 w 13158797"/>
              <a:gd name="connsiteY186" fmla="*/ 67417 h 9456078"/>
              <a:gd name="connsiteX187" fmla="*/ 11860676 w 13158797"/>
              <a:gd name="connsiteY187" fmla="*/ 60188 h 9456078"/>
              <a:gd name="connsiteX188" fmla="*/ 11909519 w 13158797"/>
              <a:gd name="connsiteY188" fmla="*/ 53364 h 9456078"/>
              <a:gd name="connsiteX189" fmla="*/ 11958451 w 13158797"/>
              <a:gd name="connsiteY189" fmla="*/ 46944 h 9456078"/>
              <a:gd name="connsiteX190" fmla="*/ 12007470 w 13158797"/>
              <a:gd name="connsiteY190" fmla="*/ 40931 h 9456078"/>
              <a:gd name="connsiteX191" fmla="*/ 12056572 w 13158797"/>
              <a:gd name="connsiteY191" fmla="*/ 35324 h 9456078"/>
              <a:gd name="connsiteX192" fmla="*/ 12105756 w 13158797"/>
              <a:gd name="connsiteY192" fmla="*/ 30126 h 9456078"/>
              <a:gd name="connsiteX193" fmla="*/ 12155019 w 13158797"/>
              <a:gd name="connsiteY193" fmla="*/ 25337 h 9456078"/>
              <a:gd name="connsiteX194" fmla="*/ 12204359 w 13158797"/>
              <a:gd name="connsiteY194" fmla="*/ 20958 h 9456078"/>
              <a:gd name="connsiteX195" fmla="*/ 12253773 w 13158797"/>
              <a:gd name="connsiteY195" fmla="*/ 16991 h 9456078"/>
              <a:gd name="connsiteX196" fmla="*/ 12303260 w 13158797"/>
              <a:gd name="connsiteY196" fmla="*/ 13437 h 9456078"/>
              <a:gd name="connsiteX197" fmla="*/ 12352818 w 13158797"/>
              <a:gd name="connsiteY197" fmla="*/ 10297 h 9456078"/>
              <a:gd name="connsiteX198" fmla="*/ 12402443 w 13158797"/>
              <a:gd name="connsiteY198" fmla="*/ 7572 h 9456078"/>
              <a:gd name="connsiteX199" fmla="*/ 12452133 w 13158797"/>
              <a:gd name="connsiteY199" fmla="*/ 5263 h 9456078"/>
              <a:gd name="connsiteX200" fmla="*/ 12501887 w 13158797"/>
              <a:gd name="connsiteY200" fmla="*/ 3371 h 9456078"/>
              <a:gd name="connsiteX201" fmla="*/ 12551701 w 13158797"/>
              <a:gd name="connsiteY201" fmla="*/ 1898 h 9456078"/>
              <a:gd name="connsiteX202" fmla="*/ 12601574 w 13158797"/>
              <a:gd name="connsiteY202" fmla="*/ 844 h 9456078"/>
              <a:gd name="connsiteX203" fmla="*/ 12651504 w 13158797"/>
              <a:gd name="connsiteY203" fmla="*/ 211 h 9456078"/>
              <a:gd name="connsiteX204" fmla="*/ 12701487 w 13158797"/>
              <a:gd name="connsiteY204" fmla="*/ 0 h 9456078"/>
              <a:gd name="connsiteX205" fmla="*/ 13158798 w 13158797"/>
              <a:gd name="connsiteY205" fmla="*/ 0 h 94560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</a:cxnLst>
            <a:rect l="l" t="t" r="r" b="b"/>
            <a:pathLst>
              <a:path w="13158797" h="9456078">
                <a:moveTo>
                  <a:pt x="0" y="9456078"/>
                </a:moveTo>
                <a:lnTo>
                  <a:pt x="49977" y="9455836"/>
                </a:lnTo>
                <a:lnTo>
                  <a:pt x="99893" y="9455111"/>
                </a:lnTo>
                <a:lnTo>
                  <a:pt x="149742" y="9453904"/>
                </a:lnTo>
                <a:lnTo>
                  <a:pt x="199524" y="9452217"/>
                </a:lnTo>
                <a:lnTo>
                  <a:pt x="298870" y="9447409"/>
                </a:lnTo>
                <a:lnTo>
                  <a:pt x="348429" y="9444290"/>
                </a:lnTo>
                <a:lnTo>
                  <a:pt x="397907" y="9440698"/>
                </a:lnTo>
                <a:lnTo>
                  <a:pt x="447302" y="9436632"/>
                </a:lnTo>
                <a:lnTo>
                  <a:pt x="496610" y="9432096"/>
                </a:lnTo>
                <a:lnTo>
                  <a:pt x="545829" y="9427089"/>
                </a:lnTo>
                <a:lnTo>
                  <a:pt x="594956" y="9421615"/>
                </a:lnTo>
                <a:lnTo>
                  <a:pt x="643987" y="9415673"/>
                </a:lnTo>
                <a:lnTo>
                  <a:pt x="692920" y="9409267"/>
                </a:lnTo>
                <a:lnTo>
                  <a:pt x="741751" y="9402396"/>
                </a:lnTo>
                <a:lnTo>
                  <a:pt x="790478" y="9395063"/>
                </a:lnTo>
                <a:lnTo>
                  <a:pt x="839098" y="9387270"/>
                </a:lnTo>
                <a:lnTo>
                  <a:pt x="887607" y="9379017"/>
                </a:lnTo>
                <a:lnTo>
                  <a:pt x="936002" y="9370306"/>
                </a:lnTo>
                <a:lnTo>
                  <a:pt x="984281" y="9361139"/>
                </a:lnTo>
                <a:lnTo>
                  <a:pt x="1032440" y="9351517"/>
                </a:lnTo>
                <a:lnTo>
                  <a:pt x="1080477" y="9341441"/>
                </a:lnTo>
                <a:lnTo>
                  <a:pt x="1176172" y="9319936"/>
                </a:lnTo>
                <a:lnTo>
                  <a:pt x="1223823" y="9308509"/>
                </a:lnTo>
                <a:lnTo>
                  <a:pt x="1271339" y="9296635"/>
                </a:lnTo>
                <a:lnTo>
                  <a:pt x="1318719" y="9284315"/>
                </a:lnTo>
                <a:lnTo>
                  <a:pt x="1365957" y="9271550"/>
                </a:lnTo>
                <a:lnTo>
                  <a:pt x="1413052" y="9258342"/>
                </a:lnTo>
                <a:lnTo>
                  <a:pt x="1460000" y="9244693"/>
                </a:lnTo>
                <a:lnTo>
                  <a:pt x="1506799" y="9230604"/>
                </a:lnTo>
                <a:lnTo>
                  <a:pt x="1553445" y="9216076"/>
                </a:lnTo>
                <a:lnTo>
                  <a:pt x="1599935" y="9201111"/>
                </a:lnTo>
                <a:lnTo>
                  <a:pt x="1646267" y="9185710"/>
                </a:lnTo>
                <a:lnTo>
                  <a:pt x="1692437" y="9169876"/>
                </a:lnTo>
                <a:lnTo>
                  <a:pt x="1738442" y="9153608"/>
                </a:lnTo>
                <a:lnTo>
                  <a:pt x="1784280" y="9136910"/>
                </a:lnTo>
                <a:lnTo>
                  <a:pt x="1829947" y="9119782"/>
                </a:lnTo>
                <a:lnTo>
                  <a:pt x="1875440" y="9102226"/>
                </a:lnTo>
                <a:lnTo>
                  <a:pt x="1920756" y="9084243"/>
                </a:lnTo>
                <a:lnTo>
                  <a:pt x="1965893" y="9065835"/>
                </a:lnTo>
                <a:lnTo>
                  <a:pt x="2055615" y="9027750"/>
                </a:lnTo>
                <a:lnTo>
                  <a:pt x="2100195" y="9008075"/>
                </a:lnTo>
                <a:lnTo>
                  <a:pt x="2144582" y="8987981"/>
                </a:lnTo>
                <a:lnTo>
                  <a:pt x="2188775" y="8967470"/>
                </a:lnTo>
                <a:lnTo>
                  <a:pt x="2232770" y="8946542"/>
                </a:lnTo>
                <a:lnTo>
                  <a:pt x="2276564" y="8925199"/>
                </a:lnTo>
                <a:lnTo>
                  <a:pt x="2320154" y="8903443"/>
                </a:lnTo>
                <a:lnTo>
                  <a:pt x="2363538" y="8881275"/>
                </a:lnTo>
                <a:lnTo>
                  <a:pt x="2406711" y="8858697"/>
                </a:lnTo>
                <a:lnTo>
                  <a:pt x="2449672" y="8835710"/>
                </a:lnTo>
                <a:lnTo>
                  <a:pt x="2492417" y="8812316"/>
                </a:lnTo>
                <a:lnTo>
                  <a:pt x="2534943" y="8788516"/>
                </a:lnTo>
                <a:lnTo>
                  <a:pt x="2577247" y="8764311"/>
                </a:lnTo>
                <a:lnTo>
                  <a:pt x="2619326" y="8739704"/>
                </a:lnTo>
                <a:lnTo>
                  <a:pt x="2661177" y="8714695"/>
                </a:lnTo>
                <a:lnTo>
                  <a:pt x="2702797" y="8689286"/>
                </a:lnTo>
                <a:lnTo>
                  <a:pt x="2744183" y="8663479"/>
                </a:lnTo>
                <a:lnTo>
                  <a:pt x="2785333" y="8637274"/>
                </a:lnTo>
                <a:lnTo>
                  <a:pt x="2826242" y="8610675"/>
                </a:lnTo>
                <a:lnTo>
                  <a:pt x="2866908" y="8583681"/>
                </a:lnTo>
                <a:lnTo>
                  <a:pt x="2907329" y="8556295"/>
                </a:lnTo>
                <a:lnTo>
                  <a:pt x="2947500" y="8528517"/>
                </a:lnTo>
                <a:lnTo>
                  <a:pt x="2987419" y="8500351"/>
                </a:lnTo>
                <a:lnTo>
                  <a:pt x="3027083" y="8471796"/>
                </a:lnTo>
                <a:lnTo>
                  <a:pt x="3066489" y="8442854"/>
                </a:lnTo>
                <a:lnTo>
                  <a:pt x="3105634" y="8413528"/>
                </a:lnTo>
                <a:lnTo>
                  <a:pt x="3144515" y="8383818"/>
                </a:lnTo>
                <a:lnTo>
                  <a:pt x="3183129" y="8353726"/>
                </a:lnTo>
                <a:lnTo>
                  <a:pt x="3221473" y="8323253"/>
                </a:lnTo>
                <a:lnTo>
                  <a:pt x="3259544" y="8292401"/>
                </a:lnTo>
                <a:lnTo>
                  <a:pt x="3297339" y="8261172"/>
                </a:lnTo>
                <a:lnTo>
                  <a:pt x="3334854" y="8229566"/>
                </a:lnTo>
                <a:lnTo>
                  <a:pt x="3372087" y="8197585"/>
                </a:lnTo>
                <a:lnTo>
                  <a:pt x="3409035" y="8165232"/>
                </a:lnTo>
                <a:lnTo>
                  <a:pt x="3445695" y="8132507"/>
                </a:lnTo>
                <a:lnTo>
                  <a:pt x="3482064" y="8099411"/>
                </a:lnTo>
                <a:lnTo>
                  <a:pt x="3518139" y="8065947"/>
                </a:lnTo>
                <a:lnTo>
                  <a:pt x="3553916" y="8032115"/>
                </a:lnTo>
                <a:lnTo>
                  <a:pt x="3589393" y="7997918"/>
                </a:lnTo>
                <a:lnTo>
                  <a:pt x="3624567" y="7963356"/>
                </a:lnTo>
                <a:lnTo>
                  <a:pt x="3659435" y="7928432"/>
                </a:lnTo>
                <a:lnTo>
                  <a:pt x="3693994" y="7893146"/>
                </a:lnTo>
                <a:lnTo>
                  <a:pt x="3728240" y="7857501"/>
                </a:lnTo>
                <a:lnTo>
                  <a:pt x="3762171" y="7821497"/>
                </a:lnTo>
                <a:lnTo>
                  <a:pt x="3795783" y="7785136"/>
                </a:lnTo>
                <a:lnTo>
                  <a:pt x="3829075" y="7748420"/>
                </a:lnTo>
                <a:lnTo>
                  <a:pt x="3862042" y="7711350"/>
                </a:lnTo>
                <a:lnTo>
                  <a:pt x="3894682" y="7673928"/>
                </a:lnTo>
                <a:lnTo>
                  <a:pt x="3926991" y="7636155"/>
                </a:lnTo>
                <a:lnTo>
                  <a:pt x="3958967" y="7598032"/>
                </a:lnTo>
                <a:lnTo>
                  <a:pt x="3990607" y="7559561"/>
                </a:lnTo>
                <a:lnTo>
                  <a:pt x="4021907" y="7520744"/>
                </a:lnTo>
                <a:lnTo>
                  <a:pt x="4052865" y="7481582"/>
                </a:lnTo>
                <a:lnTo>
                  <a:pt x="4083478" y="7442077"/>
                </a:lnTo>
                <a:lnTo>
                  <a:pt x="8022311" y="2307814"/>
                </a:lnTo>
                <a:lnTo>
                  <a:pt x="8052902" y="2268285"/>
                </a:lnTo>
                <a:lnTo>
                  <a:pt x="8083796" y="2229056"/>
                </a:lnTo>
                <a:lnTo>
                  <a:pt x="8114989" y="2190127"/>
                </a:lnTo>
                <a:lnTo>
                  <a:pt x="8146479" y="2151500"/>
                </a:lnTo>
                <a:lnTo>
                  <a:pt x="8178264" y="2113176"/>
                </a:lnTo>
                <a:lnTo>
                  <a:pt x="8210341" y="2075157"/>
                </a:lnTo>
                <a:lnTo>
                  <a:pt x="8242709" y="2037442"/>
                </a:lnTo>
                <a:lnTo>
                  <a:pt x="8275365" y="2000034"/>
                </a:lnTo>
                <a:lnTo>
                  <a:pt x="8308307" y="1962934"/>
                </a:lnTo>
                <a:lnTo>
                  <a:pt x="8341532" y="1926142"/>
                </a:lnTo>
                <a:lnTo>
                  <a:pt x="8375038" y="1889660"/>
                </a:lnTo>
                <a:lnTo>
                  <a:pt x="8408823" y="1853489"/>
                </a:lnTo>
                <a:lnTo>
                  <a:pt x="8442885" y="1817630"/>
                </a:lnTo>
                <a:lnTo>
                  <a:pt x="8477221" y="1782084"/>
                </a:lnTo>
                <a:lnTo>
                  <a:pt x="8511829" y="1746853"/>
                </a:lnTo>
                <a:lnTo>
                  <a:pt x="8546706" y="1711937"/>
                </a:lnTo>
                <a:lnTo>
                  <a:pt x="8581851" y="1677337"/>
                </a:lnTo>
                <a:lnTo>
                  <a:pt x="8617261" y="1643056"/>
                </a:lnTo>
                <a:lnTo>
                  <a:pt x="8652934" y="1609093"/>
                </a:lnTo>
                <a:lnTo>
                  <a:pt x="8688867" y="1575450"/>
                </a:lnTo>
                <a:lnTo>
                  <a:pt x="8725058" y="1542128"/>
                </a:lnTo>
                <a:lnTo>
                  <a:pt x="8761506" y="1509129"/>
                </a:lnTo>
                <a:lnTo>
                  <a:pt x="8798207" y="1476452"/>
                </a:lnTo>
                <a:lnTo>
                  <a:pt x="8835159" y="1444101"/>
                </a:lnTo>
                <a:lnTo>
                  <a:pt x="8872360" y="1412075"/>
                </a:lnTo>
                <a:lnTo>
                  <a:pt x="8909808" y="1380375"/>
                </a:lnTo>
                <a:lnTo>
                  <a:pt x="8947501" y="1349004"/>
                </a:lnTo>
                <a:lnTo>
                  <a:pt x="8985435" y="1317962"/>
                </a:lnTo>
                <a:lnTo>
                  <a:pt x="9023610" y="1287250"/>
                </a:lnTo>
                <a:lnTo>
                  <a:pt x="9062022" y="1256869"/>
                </a:lnTo>
                <a:lnTo>
                  <a:pt x="9100669" y="1226820"/>
                </a:lnTo>
                <a:lnTo>
                  <a:pt x="9139549" y="1197105"/>
                </a:lnTo>
                <a:lnTo>
                  <a:pt x="9178660" y="1167725"/>
                </a:lnTo>
                <a:lnTo>
                  <a:pt x="9217999" y="1138681"/>
                </a:lnTo>
                <a:lnTo>
                  <a:pt x="9257564" y="1109974"/>
                </a:lnTo>
                <a:lnTo>
                  <a:pt x="9297353" y="1081604"/>
                </a:lnTo>
                <a:lnTo>
                  <a:pt x="9337364" y="1053574"/>
                </a:lnTo>
                <a:lnTo>
                  <a:pt x="9377594" y="1025884"/>
                </a:lnTo>
                <a:lnTo>
                  <a:pt x="9418040" y="998536"/>
                </a:lnTo>
                <a:lnTo>
                  <a:pt x="9458702" y="971530"/>
                </a:lnTo>
                <a:lnTo>
                  <a:pt x="9499575" y="944868"/>
                </a:lnTo>
                <a:lnTo>
                  <a:pt x="9540659" y="918551"/>
                </a:lnTo>
                <a:lnTo>
                  <a:pt x="9581950" y="892580"/>
                </a:lnTo>
                <a:lnTo>
                  <a:pt x="9623447" y="866956"/>
                </a:lnTo>
                <a:lnTo>
                  <a:pt x="9665147" y="841681"/>
                </a:lnTo>
                <a:lnTo>
                  <a:pt x="9707048" y="816754"/>
                </a:lnTo>
                <a:lnTo>
                  <a:pt x="9749147" y="792179"/>
                </a:lnTo>
                <a:lnTo>
                  <a:pt x="9791443" y="767955"/>
                </a:lnTo>
                <a:lnTo>
                  <a:pt x="9833932" y="744083"/>
                </a:lnTo>
                <a:lnTo>
                  <a:pt x="9876613" y="720566"/>
                </a:lnTo>
                <a:lnTo>
                  <a:pt x="9919484" y="697404"/>
                </a:lnTo>
                <a:lnTo>
                  <a:pt x="9962542" y="674598"/>
                </a:lnTo>
                <a:lnTo>
                  <a:pt x="10005784" y="652149"/>
                </a:lnTo>
                <a:lnTo>
                  <a:pt x="10049209" y="630059"/>
                </a:lnTo>
                <a:lnTo>
                  <a:pt x="10092814" y="608328"/>
                </a:lnTo>
                <a:lnTo>
                  <a:pt x="10136597" y="586958"/>
                </a:lnTo>
                <a:lnTo>
                  <a:pt x="10180556" y="565950"/>
                </a:lnTo>
                <a:lnTo>
                  <a:pt x="10224688" y="545304"/>
                </a:lnTo>
                <a:lnTo>
                  <a:pt x="10268991" y="525023"/>
                </a:lnTo>
                <a:lnTo>
                  <a:pt x="10313463" y="505107"/>
                </a:lnTo>
                <a:lnTo>
                  <a:pt x="10358101" y="485558"/>
                </a:lnTo>
                <a:lnTo>
                  <a:pt x="10402903" y="466376"/>
                </a:lnTo>
                <a:lnTo>
                  <a:pt x="10447868" y="447563"/>
                </a:lnTo>
                <a:lnTo>
                  <a:pt x="10492991" y="429119"/>
                </a:lnTo>
                <a:lnTo>
                  <a:pt x="10538272" y="411046"/>
                </a:lnTo>
                <a:lnTo>
                  <a:pt x="10583708" y="393346"/>
                </a:lnTo>
                <a:lnTo>
                  <a:pt x="10629297" y="376018"/>
                </a:lnTo>
                <a:lnTo>
                  <a:pt x="10675036" y="359065"/>
                </a:lnTo>
                <a:lnTo>
                  <a:pt x="10720923" y="342487"/>
                </a:lnTo>
                <a:lnTo>
                  <a:pt x="10766956" y="326286"/>
                </a:lnTo>
                <a:lnTo>
                  <a:pt x="10813132" y="310462"/>
                </a:lnTo>
                <a:lnTo>
                  <a:pt x="10859450" y="295018"/>
                </a:lnTo>
                <a:lnTo>
                  <a:pt x="10905907" y="279953"/>
                </a:lnTo>
                <a:lnTo>
                  <a:pt x="10952500" y="265269"/>
                </a:lnTo>
                <a:lnTo>
                  <a:pt x="10999227" y="250968"/>
                </a:lnTo>
                <a:lnTo>
                  <a:pt x="11046087" y="237049"/>
                </a:lnTo>
                <a:lnTo>
                  <a:pt x="11093076" y="223516"/>
                </a:lnTo>
                <a:lnTo>
                  <a:pt x="11140193" y="210368"/>
                </a:lnTo>
                <a:lnTo>
                  <a:pt x="11187434" y="197606"/>
                </a:lnTo>
                <a:lnTo>
                  <a:pt x="11234799" y="185233"/>
                </a:lnTo>
                <a:lnTo>
                  <a:pt x="11282284" y="173248"/>
                </a:lnTo>
                <a:lnTo>
                  <a:pt x="11329888" y="161654"/>
                </a:lnTo>
                <a:lnTo>
                  <a:pt x="11377607" y="150451"/>
                </a:lnTo>
                <a:lnTo>
                  <a:pt x="11425440" y="139640"/>
                </a:lnTo>
                <a:lnTo>
                  <a:pt x="11473385" y="129223"/>
                </a:lnTo>
                <a:lnTo>
                  <a:pt x="11521439" y="119201"/>
                </a:lnTo>
                <a:lnTo>
                  <a:pt x="11569599" y="109574"/>
                </a:lnTo>
                <a:lnTo>
                  <a:pt x="11617864" y="100344"/>
                </a:lnTo>
                <a:lnTo>
                  <a:pt x="11666231" y="91512"/>
                </a:lnTo>
                <a:lnTo>
                  <a:pt x="11714698" y="83080"/>
                </a:lnTo>
                <a:lnTo>
                  <a:pt x="11763263" y="75047"/>
                </a:lnTo>
                <a:lnTo>
                  <a:pt x="11811923" y="67417"/>
                </a:lnTo>
                <a:lnTo>
                  <a:pt x="11860676" y="60188"/>
                </a:lnTo>
                <a:lnTo>
                  <a:pt x="11909519" y="53364"/>
                </a:lnTo>
                <a:lnTo>
                  <a:pt x="11958451" y="46944"/>
                </a:lnTo>
                <a:lnTo>
                  <a:pt x="12007470" y="40931"/>
                </a:lnTo>
                <a:lnTo>
                  <a:pt x="12056572" y="35324"/>
                </a:lnTo>
                <a:lnTo>
                  <a:pt x="12105756" y="30126"/>
                </a:lnTo>
                <a:lnTo>
                  <a:pt x="12155019" y="25337"/>
                </a:lnTo>
                <a:lnTo>
                  <a:pt x="12204359" y="20958"/>
                </a:lnTo>
                <a:lnTo>
                  <a:pt x="12253773" y="16991"/>
                </a:lnTo>
                <a:lnTo>
                  <a:pt x="12303260" y="13437"/>
                </a:lnTo>
                <a:lnTo>
                  <a:pt x="12352818" y="10297"/>
                </a:lnTo>
                <a:lnTo>
                  <a:pt x="12402443" y="7572"/>
                </a:lnTo>
                <a:lnTo>
                  <a:pt x="12452133" y="5263"/>
                </a:lnTo>
                <a:lnTo>
                  <a:pt x="12501887" y="3371"/>
                </a:lnTo>
                <a:lnTo>
                  <a:pt x="12551701" y="1898"/>
                </a:lnTo>
                <a:lnTo>
                  <a:pt x="12601574" y="844"/>
                </a:lnTo>
                <a:lnTo>
                  <a:pt x="12651504" y="211"/>
                </a:lnTo>
                <a:lnTo>
                  <a:pt x="12701487" y="0"/>
                </a:lnTo>
                <a:lnTo>
                  <a:pt x="13158798" y="0"/>
                </a:lnTo>
              </a:path>
            </a:pathLst>
          </a:custGeom>
          <a:ln w="19050">
            <a:gradFill>
              <a:gsLst>
                <a:gs pos="18000">
                  <a:schemeClr val="accent2"/>
                </a:gs>
                <a:gs pos="0">
                  <a:schemeClr val="bg1">
                    <a:alpha val="0"/>
                  </a:schemeClr>
                </a:gs>
              </a:gsLst>
              <a:lin ang="5400000" scaled="0"/>
            </a:gradFill>
          </a:ln>
        </p:spPr>
        <p:txBody>
          <a:bodyPr wrap="square" lIns="0" tIns="0" rIns="0" bIns="0" rtlCol="0"/>
          <a:lstStyle/>
          <a:p>
            <a:pPr marL="0" marR="0" lvl="0" indent="0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CBE2AD1A-316D-2FEE-A176-BC23BBA23140}"/>
              </a:ext>
            </a:extLst>
          </p:cNvPr>
          <p:cNvCxnSpPr>
            <a:cxnSpLocks/>
          </p:cNvCxnSpPr>
          <p:nvPr/>
        </p:nvCxnSpPr>
        <p:spPr>
          <a:xfrm flipH="1">
            <a:off x="334962" y="6678798"/>
            <a:ext cx="10980001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59330257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68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2_Título | 2 linhas - Escuro">
    <p:bg>
      <p:bgPr>
        <a:gradFill>
          <a:gsLst>
            <a:gs pos="67000">
              <a:schemeClr val="tx1"/>
            </a:gs>
            <a:gs pos="100000">
              <a:schemeClr val="tx1"/>
            </a:gs>
            <a:gs pos="0">
              <a:srgbClr val="161B21"/>
            </a:gs>
          </a:gsLst>
          <a:lin ang="84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5629EC08-34A0-4F4F-BF0C-DAE3D73CA1C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4" y="1949414"/>
            <a:ext cx="5648397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8" name="Text Placeholder 10">
            <a:extLst>
              <a:ext uri="{FF2B5EF4-FFF2-40B4-BE49-F238E27FC236}">
                <a16:creationId xmlns:a16="http://schemas.microsoft.com/office/drawing/2014/main" id="{F37A98A2-2A9D-056F-7CA4-B986B8170761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7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AECBC137-580C-65EB-C713-E63CDBDB515E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208641" y="1949414"/>
            <a:ext cx="5648398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Text Placeholder 8">
            <a:extLst>
              <a:ext uri="{FF2B5EF4-FFF2-40B4-BE49-F238E27FC236}">
                <a16:creationId xmlns:a16="http://schemas.microsoft.com/office/drawing/2014/main" id="{D1CF13AF-F1F7-29D7-F0C3-C23BE528C9A0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4" y="1518528"/>
            <a:ext cx="5648397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47497781-FD6B-9B5D-3237-9AD784B8880E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208641" y="1518528"/>
            <a:ext cx="5648398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2" name="Picture 8">
            <a:extLst>
              <a:ext uri="{FF2B5EF4-FFF2-40B4-BE49-F238E27FC236}">
                <a16:creationId xmlns:a16="http://schemas.microsoft.com/office/drawing/2014/main" id="{3817326F-902B-78F4-AB0D-A7DACB0B1494}"/>
              </a:ext>
            </a:extLst>
          </p:cNvPr>
          <p:cNvSpPr/>
          <p:nvPr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/>
          </a:p>
        </p:txBody>
      </p:sp>
      <p:cxnSp>
        <p:nvCxnSpPr>
          <p:cNvPr id="2" name="Straight Connector 1">
            <a:extLst>
              <a:ext uri="{FF2B5EF4-FFF2-40B4-BE49-F238E27FC236}">
                <a16:creationId xmlns:a16="http://schemas.microsoft.com/office/drawing/2014/main" id="{558BA19F-FF7C-DEDD-7893-A00EE7B54BB0}"/>
              </a:ext>
            </a:extLst>
          </p:cNvPr>
          <p:cNvCxnSpPr>
            <a:cxnSpLocks/>
          </p:cNvCxnSpPr>
          <p:nvPr/>
        </p:nvCxnSpPr>
        <p:spPr>
          <a:xfrm>
            <a:off x="1" y="169333"/>
            <a:ext cx="12229571" cy="0"/>
          </a:xfrm>
          <a:prstGeom prst="line">
            <a:avLst/>
          </a:prstGeom>
          <a:ln w="1905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object 4">
            <a:extLst>
              <a:ext uri="{FF2B5EF4-FFF2-40B4-BE49-F238E27FC236}">
                <a16:creationId xmlns:a16="http://schemas.microsoft.com/office/drawing/2014/main" id="{34983A01-315D-9F68-CCA2-B3C5032DEC0F}"/>
              </a:ext>
            </a:extLst>
          </p:cNvPr>
          <p:cNvSpPr/>
          <p:nvPr/>
        </p:nvSpPr>
        <p:spPr>
          <a:xfrm rot="10247908" flipH="1">
            <a:off x="4106509" y="-4146683"/>
            <a:ext cx="8001039" cy="5749648"/>
          </a:xfrm>
          <a:custGeom>
            <a:avLst/>
            <a:gdLst>
              <a:gd name="connsiteX0" fmla="*/ 0 w 13940157"/>
              <a:gd name="connsiteY0" fmla="*/ 9200719 h 9456078"/>
              <a:gd name="connsiteX1" fmla="*/ 781360 w 13940157"/>
              <a:gd name="connsiteY1" fmla="*/ 9456078 h 9456078"/>
              <a:gd name="connsiteX2" fmla="*/ 831337 w 13940157"/>
              <a:gd name="connsiteY2" fmla="*/ 9455836 h 9456078"/>
              <a:gd name="connsiteX3" fmla="*/ 881253 w 13940157"/>
              <a:gd name="connsiteY3" fmla="*/ 9455111 h 9456078"/>
              <a:gd name="connsiteX4" fmla="*/ 931102 w 13940157"/>
              <a:gd name="connsiteY4" fmla="*/ 9453904 h 9456078"/>
              <a:gd name="connsiteX5" fmla="*/ 980884 w 13940157"/>
              <a:gd name="connsiteY5" fmla="*/ 9452217 h 9456078"/>
              <a:gd name="connsiteX6" fmla="*/ 1030594 w 13940157"/>
              <a:gd name="connsiteY6" fmla="*/ 9450052 h 9456078"/>
              <a:gd name="connsiteX7" fmla="*/ 1080230 w 13940157"/>
              <a:gd name="connsiteY7" fmla="*/ 9447409 h 9456078"/>
              <a:gd name="connsiteX8" fmla="*/ 1129789 w 13940157"/>
              <a:gd name="connsiteY8" fmla="*/ 9444290 h 9456078"/>
              <a:gd name="connsiteX9" fmla="*/ 1179267 w 13940157"/>
              <a:gd name="connsiteY9" fmla="*/ 9440698 h 9456078"/>
              <a:gd name="connsiteX10" fmla="*/ 1228662 w 13940157"/>
              <a:gd name="connsiteY10" fmla="*/ 9436632 h 9456078"/>
              <a:gd name="connsiteX11" fmla="*/ 1277970 w 13940157"/>
              <a:gd name="connsiteY11" fmla="*/ 9432096 h 9456078"/>
              <a:gd name="connsiteX12" fmla="*/ 1327189 w 13940157"/>
              <a:gd name="connsiteY12" fmla="*/ 9427089 h 9456078"/>
              <a:gd name="connsiteX13" fmla="*/ 1376316 w 13940157"/>
              <a:gd name="connsiteY13" fmla="*/ 9421615 h 9456078"/>
              <a:gd name="connsiteX14" fmla="*/ 1425347 w 13940157"/>
              <a:gd name="connsiteY14" fmla="*/ 9415673 h 9456078"/>
              <a:gd name="connsiteX15" fmla="*/ 1474280 w 13940157"/>
              <a:gd name="connsiteY15" fmla="*/ 9409267 h 9456078"/>
              <a:gd name="connsiteX16" fmla="*/ 1523111 w 13940157"/>
              <a:gd name="connsiteY16" fmla="*/ 9402396 h 9456078"/>
              <a:gd name="connsiteX17" fmla="*/ 1571838 w 13940157"/>
              <a:gd name="connsiteY17" fmla="*/ 9395063 h 9456078"/>
              <a:gd name="connsiteX18" fmla="*/ 1620458 w 13940157"/>
              <a:gd name="connsiteY18" fmla="*/ 9387270 h 9456078"/>
              <a:gd name="connsiteX19" fmla="*/ 1668967 w 13940157"/>
              <a:gd name="connsiteY19" fmla="*/ 9379017 h 9456078"/>
              <a:gd name="connsiteX20" fmla="*/ 1717362 w 13940157"/>
              <a:gd name="connsiteY20" fmla="*/ 9370306 h 9456078"/>
              <a:gd name="connsiteX21" fmla="*/ 1765641 w 13940157"/>
              <a:gd name="connsiteY21" fmla="*/ 9361139 h 9456078"/>
              <a:gd name="connsiteX22" fmla="*/ 1813800 w 13940157"/>
              <a:gd name="connsiteY22" fmla="*/ 9351517 h 9456078"/>
              <a:gd name="connsiteX23" fmla="*/ 1861837 w 13940157"/>
              <a:gd name="connsiteY23" fmla="*/ 9341441 h 9456078"/>
              <a:gd name="connsiteX24" fmla="*/ 1909749 w 13940157"/>
              <a:gd name="connsiteY24" fmla="*/ 9330914 h 9456078"/>
              <a:gd name="connsiteX25" fmla="*/ 1957532 w 13940157"/>
              <a:gd name="connsiteY25" fmla="*/ 9319936 h 9456078"/>
              <a:gd name="connsiteX26" fmla="*/ 2005183 w 13940157"/>
              <a:gd name="connsiteY26" fmla="*/ 9308509 h 9456078"/>
              <a:gd name="connsiteX27" fmla="*/ 2052699 w 13940157"/>
              <a:gd name="connsiteY27" fmla="*/ 9296635 h 9456078"/>
              <a:gd name="connsiteX28" fmla="*/ 2100079 w 13940157"/>
              <a:gd name="connsiteY28" fmla="*/ 9284315 h 9456078"/>
              <a:gd name="connsiteX29" fmla="*/ 2147317 w 13940157"/>
              <a:gd name="connsiteY29" fmla="*/ 9271550 h 9456078"/>
              <a:gd name="connsiteX30" fmla="*/ 2194412 w 13940157"/>
              <a:gd name="connsiteY30" fmla="*/ 9258342 h 9456078"/>
              <a:gd name="connsiteX31" fmla="*/ 2241360 w 13940157"/>
              <a:gd name="connsiteY31" fmla="*/ 9244693 h 9456078"/>
              <a:gd name="connsiteX32" fmla="*/ 2288159 w 13940157"/>
              <a:gd name="connsiteY32" fmla="*/ 9230604 h 9456078"/>
              <a:gd name="connsiteX33" fmla="*/ 2334805 w 13940157"/>
              <a:gd name="connsiteY33" fmla="*/ 9216076 h 9456078"/>
              <a:gd name="connsiteX34" fmla="*/ 2381295 w 13940157"/>
              <a:gd name="connsiteY34" fmla="*/ 9201111 h 9456078"/>
              <a:gd name="connsiteX35" fmla="*/ 2427627 w 13940157"/>
              <a:gd name="connsiteY35" fmla="*/ 9185710 h 9456078"/>
              <a:gd name="connsiteX36" fmla="*/ 2473797 w 13940157"/>
              <a:gd name="connsiteY36" fmla="*/ 9169876 h 9456078"/>
              <a:gd name="connsiteX37" fmla="*/ 2519802 w 13940157"/>
              <a:gd name="connsiteY37" fmla="*/ 9153608 h 9456078"/>
              <a:gd name="connsiteX38" fmla="*/ 2565640 w 13940157"/>
              <a:gd name="connsiteY38" fmla="*/ 9136910 h 9456078"/>
              <a:gd name="connsiteX39" fmla="*/ 2611307 w 13940157"/>
              <a:gd name="connsiteY39" fmla="*/ 9119782 h 9456078"/>
              <a:gd name="connsiteX40" fmla="*/ 2656800 w 13940157"/>
              <a:gd name="connsiteY40" fmla="*/ 9102226 h 9456078"/>
              <a:gd name="connsiteX41" fmla="*/ 2702116 w 13940157"/>
              <a:gd name="connsiteY41" fmla="*/ 9084243 h 9456078"/>
              <a:gd name="connsiteX42" fmla="*/ 2747253 w 13940157"/>
              <a:gd name="connsiteY42" fmla="*/ 9065835 h 9456078"/>
              <a:gd name="connsiteX43" fmla="*/ 2792207 w 13940157"/>
              <a:gd name="connsiteY43" fmla="*/ 9047004 h 9456078"/>
              <a:gd name="connsiteX44" fmla="*/ 2836975 w 13940157"/>
              <a:gd name="connsiteY44" fmla="*/ 9027750 h 9456078"/>
              <a:gd name="connsiteX45" fmla="*/ 2881555 w 13940157"/>
              <a:gd name="connsiteY45" fmla="*/ 9008075 h 9456078"/>
              <a:gd name="connsiteX46" fmla="*/ 2925942 w 13940157"/>
              <a:gd name="connsiteY46" fmla="*/ 8987981 h 9456078"/>
              <a:gd name="connsiteX47" fmla="*/ 2970135 w 13940157"/>
              <a:gd name="connsiteY47" fmla="*/ 8967470 h 9456078"/>
              <a:gd name="connsiteX48" fmla="*/ 3014130 w 13940157"/>
              <a:gd name="connsiteY48" fmla="*/ 8946542 h 9456078"/>
              <a:gd name="connsiteX49" fmla="*/ 3057924 w 13940157"/>
              <a:gd name="connsiteY49" fmla="*/ 8925199 h 9456078"/>
              <a:gd name="connsiteX50" fmla="*/ 3101514 w 13940157"/>
              <a:gd name="connsiteY50" fmla="*/ 8903443 h 9456078"/>
              <a:gd name="connsiteX51" fmla="*/ 3144898 w 13940157"/>
              <a:gd name="connsiteY51" fmla="*/ 8881275 h 9456078"/>
              <a:gd name="connsiteX52" fmla="*/ 3188071 w 13940157"/>
              <a:gd name="connsiteY52" fmla="*/ 8858697 h 9456078"/>
              <a:gd name="connsiteX53" fmla="*/ 3231032 w 13940157"/>
              <a:gd name="connsiteY53" fmla="*/ 8835710 h 9456078"/>
              <a:gd name="connsiteX54" fmla="*/ 3273777 w 13940157"/>
              <a:gd name="connsiteY54" fmla="*/ 8812316 h 9456078"/>
              <a:gd name="connsiteX55" fmla="*/ 3316303 w 13940157"/>
              <a:gd name="connsiteY55" fmla="*/ 8788516 h 9456078"/>
              <a:gd name="connsiteX56" fmla="*/ 3358607 w 13940157"/>
              <a:gd name="connsiteY56" fmla="*/ 8764311 h 9456078"/>
              <a:gd name="connsiteX57" fmla="*/ 3400686 w 13940157"/>
              <a:gd name="connsiteY57" fmla="*/ 8739704 h 9456078"/>
              <a:gd name="connsiteX58" fmla="*/ 3442537 w 13940157"/>
              <a:gd name="connsiteY58" fmla="*/ 8714695 h 9456078"/>
              <a:gd name="connsiteX59" fmla="*/ 3484157 w 13940157"/>
              <a:gd name="connsiteY59" fmla="*/ 8689286 h 9456078"/>
              <a:gd name="connsiteX60" fmla="*/ 3525543 w 13940157"/>
              <a:gd name="connsiteY60" fmla="*/ 8663479 h 9456078"/>
              <a:gd name="connsiteX61" fmla="*/ 3566693 w 13940157"/>
              <a:gd name="connsiteY61" fmla="*/ 8637274 h 9456078"/>
              <a:gd name="connsiteX62" fmla="*/ 3607602 w 13940157"/>
              <a:gd name="connsiteY62" fmla="*/ 8610675 h 9456078"/>
              <a:gd name="connsiteX63" fmla="*/ 3648268 w 13940157"/>
              <a:gd name="connsiteY63" fmla="*/ 8583681 h 9456078"/>
              <a:gd name="connsiteX64" fmla="*/ 3688689 w 13940157"/>
              <a:gd name="connsiteY64" fmla="*/ 8556295 h 9456078"/>
              <a:gd name="connsiteX65" fmla="*/ 3728860 w 13940157"/>
              <a:gd name="connsiteY65" fmla="*/ 8528517 h 9456078"/>
              <a:gd name="connsiteX66" fmla="*/ 3768779 w 13940157"/>
              <a:gd name="connsiteY66" fmla="*/ 8500351 h 9456078"/>
              <a:gd name="connsiteX67" fmla="*/ 3808443 w 13940157"/>
              <a:gd name="connsiteY67" fmla="*/ 8471796 h 9456078"/>
              <a:gd name="connsiteX68" fmla="*/ 3847849 w 13940157"/>
              <a:gd name="connsiteY68" fmla="*/ 8442854 h 9456078"/>
              <a:gd name="connsiteX69" fmla="*/ 3886994 w 13940157"/>
              <a:gd name="connsiteY69" fmla="*/ 8413528 h 9456078"/>
              <a:gd name="connsiteX70" fmla="*/ 3925875 w 13940157"/>
              <a:gd name="connsiteY70" fmla="*/ 8383818 h 9456078"/>
              <a:gd name="connsiteX71" fmla="*/ 3964489 w 13940157"/>
              <a:gd name="connsiteY71" fmla="*/ 8353726 h 9456078"/>
              <a:gd name="connsiteX72" fmla="*/ 4002833 w 13940157"/>
              <a:gd name="connsiteY72" fmla="*/ 8323253 h 9456078"/>
              <a:gd name="connsiteX73" fmla="*/ 4040904 w 13940157"/>
              <a:gd name="connsiteY73" fmla="*/ 8292401 h 9456078"/>
              <a:gd name="connsiteX74" fmla="*/ 4078699 w 13940157"/>
              <a:gd name="connsiteY74" fmla="*/ 8261172 h 9456078"/>
              <a:gd name="connsiteX75" fmla="*/ 4116214 w 13940157"/>
              <a:gd name="connsiteY75" fmla="*/ 8229566 h 9456078"/>
              <a:gd name="connsiteX76" fmla="*/ 4153447 w 13940157"/>
              <a:gd name="connsiteY76" fmla="*/ 8197585 h 9456078"/>
              <a:gd name="connsiteX77" fmla="*/ 4190395 w 13940157"/>
              <a:gd name="connsiteY77" fmla="*/ 8165232 h 9456078"/>
              <a:gd name="connsiteX78" fmla="*/ 4227055 w 13940157"/>
              <a:gd name="connsiteY78" fmla="*/ 8132507 h 9456078"/>
              <a:gd name="connsiteX79" fmla="*/ 4263424 w 13940157"/>
              <a:gd name="connsiteY79" fmla="*/ 8099411 h 9456078"/>
              <a:gd name="connsiteX80" fmla="*/ 4299499 w 13940157"/>
              <a:gd name="connsiteY80" fmla="*/ 8065947 h 9456078"/>
              <a:gd name="connsiteX81" fmla="*/ 4335276 w 13940157"/>
              <a:gd name="connsiteY81" fmla="*/ 8032115 h 9456078"/>
              <a:gd name="connsiteX82" fmla="*/ 4370753 w 13940157"/>
              <a:gd name="connsiteY82" fmla="*/ 7997918 h 9456078"/>
              <a:gd name="connsiteX83" fmla="*/ 4405927 w 13940157"/>
              <a:gd name="connsiteY83" fmla="*/ 7963356 h 9456078"/>
              <a:gd name="connsiteX84" fmla="*/ 4440795 w 13940157"/>
              <a:gd name="connsiteY84" fmla="*/ 7928432 h 9456078"/>
              <a:gd name="connsiteX85" fmla="*/ 4475354 w 13940157"/>
              <a:gd name="connsiteY85" fmla="*/ 7893146 h 9456078"/>
              <a:gd name="connsiteX86" fmla="*/ 4509600 w 13940157"/>
              <a:gd name="connsiteY86" fmla="*/ 7857501 h 9456078"/>
              <a:gd name="connsiteX87" fmla="*/ 4543531 w 13940157"/>
              <a:gd name="connsiteY87" fmla="*/ 7821497 h 9456078"/>
              <a:gd name="connsiteX88" fmla="*/ 4577143 w 13940157"/>
              <a:gd name="connsiteY88" fmla="*/ 7785136 h 9456078"/>
              <a:gd name="connsiteX89" fmla="*/ 4610435 w 13940157"/>
              <a:gd name="connsiteY89" fmla="*/ 7748420 h 9456078"/>
              <a:gd name="connsiteX90" fmla="*/ 4643402 w 13940157"/>
              <a:gd name="connsiteY90" fmla="*/ 7711350 h 9456078"/>
              <a:gd name="connsiteX91" fmla="*/ 4676042 w 13940157"/>
              <a:gd name="connsiteY91" fmla="*/ 7673928 h 9456078"/>
              <a:gd name="connsiteX92" fmla="*/ 4708351 w 13940157"/>
              <a:gd name="connsiteY92" fmla="*/ 7636155 h 9456078"/>
              <a:gd name="connsiteX93" fmla="*/ 4740327 w 13940157"/>
              <a:gd name="connsiteY93" fmla="*/ 7598032 h 9456078"/>
              <a:gd name="connsiteX94" fmla="*/ 4771967 w 13940157"/>
              <a:gd name="connsiteY94" fmla="*/ 7559561 h 9456078"/>
              <a:gd name="connsiteX95" fmla="*/ 4803267 w 13940157"/>
              <a:gd name="connsiteY95" fmla="*/ 7520744 h 9456078"/>
              <a:gd name="connsiteX96" fmla="*/ 4834225 w 13940157"/>
              <a:gd name="connsiteY96" fmla="*/ 7481582 h 9456078"/>
              <a:gd name="connsiteX97" fmla="*/ 4864838 w 13940157"/>
              <a:gd name="connsiteY97" fmla="*/ 7442077 h 9456078"/>
              <a:gd name="connsiteX98" fmla="*/ 8803671 w 13940157"/>
              <a:gd name="connsiteY98" fmla="*/ 2307814 h 9456078"/>
              <a:gd name="connsiteX99" fmla="*/ 8834262 w 13940157"/>
              <a:gd name="connsiteY99" fmla="*/ 2268285 h 9456078"/>
              <a:gd name="connsiteX100" fmla="*/ 8865156 w 13940157"/>
              <a:gd name="connsiteY100" fmla="*/ 2229056 h 9456078"/>
              <a:gd name="connsiteX101" fmla="*/ 8896349 w 13940157"/>
              <a:gd name="connsiteY101" fmla="*/ 2190127 h 9456078"/>
              <a:gd name="connsiteX102" fmla="*/ 8927839 w 13940157"/>
              <a:gd name="connsiteY102" fmla="*/ 2151500 h 9456078"/>
              <a:gd name="connsiteX103" fmla="*/ 8959624 w 13940157"/>
              <a:gd name="connsiteY103" fmla="*/ 2113176 h 9456078"/>
              <a:gd name="connsiteX104" fmla="*/ 8991701 w 13940157"/>
              <a:gd name="connsiteY104" fmla="*/ 2075157 h 9456078"/>
              <a:gd name="connsiteX105" fmla="*/ 9024069 w 13940157"/>
              <a:gd name="connsiteY105" fmla="*/ 2037442 h 9456078"/>
              <a:gd name="connsiteX106" fmla="*/ 9056725 w 13940157"/>
              <a:gd name="connsiteY106" fmla="*/ 2000034 h 9456078"/>
              <a:gd name="connsiteX107" fmla="*/ 9089667 w 13940157"/>
              <a:gd name="connsiteY107" fmla="*/ 1962934 h 9456078"/>
              <a:gd name="connsiteX108" fmla="*/ 9122892 w 13940157"/>
              <a:gd name="connsiteY108" fmla="*/ 1926142 h 9456078"/>
              <a:gd name="connsiteX109" fmla="*/ 9156398 w 13940157"/>
              <a:gd name="connsiteY109" fmla="*/ 1889660 h 9456078"/>
              <a:gd name="connsiteX110" fmla="*/ 9190183 w 13940157"/>
              <a:gd name="connsiteY110" fmla="*/ 1853489 h 9456078"/>
              <a:gd name="connsiteX111" fmla="*/ 9224245 w 13940157"/>
              <a:gd name="connsiteY111" fmla="*/ 1817630 h 9456078"/>
              <a:gd name="connsiteX112" fmla="*/ 9258581 w 13940157"/>
              <a:gd name="connsiteY112" fmla="*/ 1782084 h 9456078"/>
              <a:gd name="connsiteX113" fmla="*/ 9293189 w 13940157"/>
              <a:gd name="connsiteY113" fmla="*/ 1746853 h 9456078"/>
              <a:gd name="connsiteX114" fmla="*/ 9328066 w 13940157"/>
              <a:gd name="connsiteY114" fmla="*/ 1711937 h 9456078"/>
              <a:gd name="connsiteX115" fmla="*/ 9363211 w 13940157"/>
              <a:gd name="connsiteY115" fmla="*/ 1677337 h 9456078"/>
              <a:gd name="connsiteX116" fmla="*/ 9398621 w 13940157"/>
              <a:gd name="connsiteY116" fmla="*/ 1643056 h 9456078"/>
              <a:gd name="connsiteX117" fmla="*/ 9434294 w 13940157"/>
              <a:gd name="connsiteY117" fmla="*/ 1609093 h 9456078"/>
              <a:gd name="connsiteX118" fmla="*/ 9470227 w 13940157"/>
              <a:gd name="connsiteY118" fmla="*/ 1575450 h 9456078"/>
              <a:gd name="connsiteX119" fmla="*/ 9506418 w 13940157"/>
              <a:gd name="connsiteY119" fmla="*/ 1542128 h 9456078"/>
              <a:gd name="connsiteX120" fmla="*/ 9542866 w 13940157"/>
              <a:gd name="connsiteY120" fmla="*/ 1509129 h 9456078"/>
              <a:gd name="connsiteX121" fmla="*/ 9579567 w 13940157"/>
              <a:gd name="connsiteY121" fmla="*/ 1476452 h 9456078"/>
              <a:gd name="connsiteX122" fmla="*/ 9616519 w 13940157"/>
              <a:gd name="connsiteY122" fmla="*/ 1444101 h 9456078"/>
              <a:gd name="connsiteX123" fmla="*/ 9653720 w 13940157"/>
              <a:gd name="connsiteY123" fmla="*/ 1412075 h 9456078"/>
              <a:gd name="connsiteX124" fmla="*/ 9691168 w 13940157"/>
              <a:gd name="connsiteY124" fmla="*/ 1380375 h 9456078"/>
              <a:gd name="connsiteX125" fmla="*/ 9728861 w 13940157"/>
              <a:gd name="connsiteY125" fmla="*/ 1349004 h 9456078"/>
              <a:gd name="connsiteX126" fmla="*/ 9766795 w 13940157"/>
              <a:gd name="connsiteY126" fmla="*/ 1317962 h 9456078"/>
              <a:gd name="connsiteX127" fmla="*/ 9804970 w 13940157"/>
              <a:gd name="connsiteY127" fmla="*/ 1287250 h 9456078"/>
              <a:gd name="connsiteX128" fmla="*/ 9843382 w 13940157"/>
              <a:gd name="connsiteY128" fmla="*/ 1256869 h 9456078"/>
              <a:gd name="connsiteX129" fmla="*/ 9882029 w 13940157"/>
              <a:gd name="connsiteY129" fmla="*/ 1226820 h 9456078"/>
              <a:gd name="connsiteX130" fmla="*/ 9920909 w 13940157"/>
              <a:gd name="connsiteY130" fmla="*/ 1197105 h 9456078"/>
              <a:gd name="connsiteX131" fmla="*/ 9960020 w 13940157"/>
              <a:gd name="connsiteY131" fmla="*/ 1167725 h 9456078"/>
              <a:gd name="connsiteX132" fmla="*/ 9999359 w 13940157"/>
              <a:gd name="connsiteY132" fmla="*/ 1138681 h 9456078"/>
              <a:gd name="connsiteX133" fmla="*/ 10038924 w 13940157"/>
              <a:gd name="connsiteY133" fmla="*/ 1109974 h 9456078"/>
              <a:gd name="connsiteX134" fmla="*/ 10078713 w 13940157"/>
              <a:gd name="connsiteY134" fmla="*/ 1081604 h 9456078"/>
              <a:gd name="connsiteX135" fmla="*/ 10118724 w 13940157"/>
              <a:gd name="connsiteY135" fmla="*/ 1053574 h 9456078"/>
              <a:gd name="connsiteX136" fmla="*/ 10158954 w 13940157"/>
              <a:gd name="connsiteY136" fmla="*/ 1025884 h 9456078"/>
              <a:gd name="connsiteX137" fmla="*/ 10199400 w 13940157"/>
              <a:gd name="connsiteY137" fmla="*/ 998536 h 9456078"/>
              <a:gd name="connsiteX138" fmla="*/ 10240062 w 13940157"/>
              <a:gd name="connsiteY138" fmla="*/ 971530 h 9456078"/>
              <a:gd name="connsiteX139" fmla="*/ 10280935 w 13940157"/>
              <a:gd name="connsiteY139" fmla="*/ 944868 h 9456078"/>
              <a:gd name="connsiteX140" fmla="*/ 10322019 w 13940157"/>
              <a:gd name="connsiteY140" fmla="*/ 918551 h 9456078"/>
              <a:gd name="connsiteX141" fmla="*/ 10363310 w 13940157"/>
              <a:gd name="connsiteY141" fmla="*/ 892580 h 9456078"/>
              <a:gd name="connsiteX142" fmla="*/ 10404807 w 13940157"/>
              <a:gd name="connsiteY142" fmla="*/ 866956 h 9456078"/>
              <a:gd name="connsiteX143" fmla="*/ 10446507 w 13940157"/>
              <a:gd name="connsiteY143" fmla="*/ 841681 h 9456078"/>
              <a:gd name="connsiteX144" fmla="*/ 10488408 w 13940157"/>
              <a:gd name="connsiteY144" fmla="*/ 816754 h 9456078"/>
              <a:gd name="connsiteX145" fmla="*/ 10530507 w 13940157"/>
              <a:gd name="connsiteY145" fmla="*/ 792179 h 9456078"/>
              <a:gd name="connsiteX146" fmla="*/ 10572803 w 13940157"/>
              <a:gd name="connsiteY146" fmla="*/ 767955 h 9456078"/>
              <a:gd name="connsiteX147" fmla="*/ 10615292 w 13940157"/>
              <a:gd name="connsiteY147" fmla="*/ 744083 h 9456078"/>
              <a:gd name="connsiteX148" fmla="*/ 10657973 w 13940157"/>
              <a:gd name="connsiteY148" fmla="*/ 720566 h 9456078"/>
              <a:gd name="connsiteX149" fmla="*/ 10700844 w 13940157"/>
              <a:gd name="connsiteY149" fmla="*/ 697404 h 9456078"/>
              <a:gd name="connsiteX150" fmla="*/ 10743902 w 13940157"/>
              <a:gd name="connsiteY150" fmla="*/ 674598 h 9456078"/>
              <a:gd name="connsiteX151" fmla="*/ 10787144 w 13940157"/>
              <a:gd name="connsiteY151" fmla="*/ 652149 h 9456078"/>
              <a:gd name="connsiteX152" fmla="*/ 10830569 w 13940157"/>
              <a:gd name="connsiteY152" fmla="*/ 630059 h 9456078"/>
              <a:gd name="connsiteX153" fmla="*/ 10874174 w 13940157"/>
              <a:gd name="connsiteY153" fmla="*/ 608328 h 9456078"/>
              <a:gd name="connsiteX154" fmla="*/ 10917957 w 13940157"/>
              <a:gd name="connsiteY154" fmla="*/ 586958 h 9456078"/>
              <a:gd name="connsiteX155" fmla="*/ 10961916 w 13940157"/>
              <a:gd name="connsiteY155" fmla="*/ 565950 h 9456078"/>
              <a:gd name="connsiteX156" fmla="*/ 11006048 w 13940157"/>
              <a:gd name="connsiteY156" fmla="*/ 545304 h 9456078"/>
              <a:gd name="connsiteX157" fmla="*/ 11050351 w 13940157"/>
              <a:gd name="connsiteY157" fmla="*/ 525023 h 9456078"/>
              <a:gd name="connsiteX158" fmla="*/ 11094823 w 13940157"/>
              <a:gd name="connsiteY158" fmla="*/ 505107 h 9456078"/>
              <a:gd name="connsiteX159" fmla="*/ 11139461 w 13940157"/>
              <a:gd name="connsiteY159" fmla="*/ 485558 h 9456078"/>
              <a:gd name="connsiteX160" fmla="*/ 11184263 w 13940157"/>
              <a:gd name="connsiteY160" fmla="*/ 466376 h 9456078"/>
              <a:gd name="connsiteX161" fmla="*/ 11229228 w 13940157"/>
              <a:gd name="connsiteY161" fmla="*/ 447563 h 9456078"/>
              <a:gd name="connsiteX162" fmla="*/ 11274351 w 13940157"/>
              <a:gd name="connsiteY162" fmla="*/ 429119 h 9456078"/>
              <a:gd name="connsiteX163" fmla="*/ 11319632 w 13940157"/>
              <a:gd name="connsiteY163" fmla="*/ 411046 h 9456078"/>
              <a:gd name="connsiteX164" fmla="*/ 11365068 w 13940157"/>
              <a:gd name="connsiteY164" fmla="*/ 393346 h 9456078"/>
              <a:gd name="connsiteX165" fmla="*/ 11410657 w 13940157"/>
              <a:gd name="connsiteY165" fmla="*/ 376018 h 9456078"/>
              <a:gd name="connsiteX166" fmla="*/ 11456396 w 13940157"/>
              <a:gd name="connsiteY166" fmla="*/ 359065 h 9456078"/>
              <a:gd name="connsiteX167" fmla="*/ 11502283 w 13940157"/>
              <a:gd name="connsiteY167" fmla="*/ 342487 h 9456078"/>
              <a:gd name="connsiteX168" fmla="*/ 11548316 w 13940157"/>
              <a:gd name="connsiteY168" fmla="*/ 326286 h 9456078"/>
              <a:gd name="connsiteX169" fmla="*/ 11594492 w 13940157"/>
              <a:gd name="connsiteY169" fmla="*/ 310462 h 9456078"/>
              <a:gd name="connsiteX170" fmla="*/ 11640810 w 13940157"/>
              <a:gd name="connsiteY170" fmla="*/ 295018 h 9456078"/>
              <a:gd name="connsiteX171" fmla="*/ 11687267 w 13940157"/>
              <a:gd name="connsiteY171" fmla="*/ 279953 h 9456078"/>
              <a:gd name="connsiteX172" fmla="*/ 11733860 w 13940157"/>
              <a:gd name="connsiteY172" fmla="*/ 265269 h 9456078"/>
              <a:gd name="connsiteX173" fmla="*/ 11780587 w 13940157"/>
              <a:gd name="connsiteY173" fmla="*/ 250968 h 9456078"/>
              <a:gd name="connsiteX174" fmla="*/ 11827447 w 13940157"/>
              <a:gd name="connsiteY174" fmla="*/ 237049 h 9456078"/>
              <a:gd name="connsiteX175" fmla="*/ 11874436 w 13940157"/>
              <a:gd name="connsiteY175" fmla="*/ 223516 h 9456078"/>
              <a:gd name="connsiteX176" fmla="*/ 11921553 w 13940157"/>
              <a:gd name="connsiteY176" fmla="*/ 210368 h 9456078"/>
              <a:gd name="connsiteX177" fmla="*/ 11968794 w 13940157"/>
              <a:gd name="connsiteY177" fmla="*/ 197606 h 9456078"/>
              <a:gd name="connsiteX178" fmla="*/ 12016159 w 13940157"/>
              <a:gd name="connsiteY178" fmla="*/ 185233 h 9456078"/>
              <a:gd name="connsiteX179" fmla="*/ 12063644 w 13940157"/>
              <a:gd name="connsiteY179" fmla="*/ 173248 h 9456078"/>
              <a:gd name="connsiteX180" fmla="*/ 12111248 w 13940157"/>
              <a:gd name="connsiteY180" fmla="*/ 161654 h 9456078"/>
              <a:gd name="connsiteX181" fmla="*/ 12158967 w 13940157"/>
              <a:gd name="connsiteY181" fmla="*/ 150451 h 9456078"/>
              <a:gd name="connsiteX182" fmla="*/ 12206800 w 13940157"/>
              <a:gd name="connsiteY182" fmla="*/ 139640 h 9456078"/>
              <a:gd name="connsiteX183" fmla="*/ 12254745 w 13940157"/>
              <a:gd name="connsiteY183" fmla="*/ 129223 h 9456078"/>
              <a:gd name="connsiteX184" fmla="*/ 12302799 w 13940157"/>
              <a:gd name="connsiteY184" fmla="*/ 119201 h 9456078"/>
              <a:gd name="connsiteX185" fmla="*/ 12350959 w 13940157"/>
              <a:gd name="connsiteY185" fmla="*/ 109574 h 9456078"/>
              <a:gd name="connsiteX186" fmla="*/ 12399224 w 13940157"/>
              <a:gd name="connsiteY186" fmla="*/ 100344 h 9456078"/>
              <a:gd name="connsiteX187" fmla="*/ 12447591 w 13940157"/>
              <a:gd name="connsiteY187" fmla="*/ 91512 h 9456078"/>
              <a:gd name="connsiteX188" fmla="*/ 12496058 w 13940157"/>
              <a:gd name="connsiteY188" fmla="*/ 83080 h 9456078"/>
              <a:gd name="connsiteX189" fmla="*/ 12544623 w 13940157"/>
              <a:gd name="connsiteY189" fmla="*/ 75047 h 9456078"/>
              <a:gd name="connsiteX190" fmla="*/ 12593283 w 13940157"/>
              <a:gd name="connsiteY190" fmla="*/ 67417 h 9456078"/>
              <a:gd name="connsiteX191" fmla="*/ 12642036 w 13940157"/>
              <a:gd name="connsiteY191" fmla="*/ 60188 h 9456078"/>
              <a:gd name="connsiteX192" fmla="*/ 12690879 w 13940157"/>
              <a:gd name="connsiteY192" fmla="*/ 53364 h 9456078"/>
              <a:gd name="connsiteX193" fmla="*/ 12739811 w 13940157"/>
              <a:gd name="connsiteY193" fmla="*/ 46944 h 9456078"/>
              <a:gd name="connsiteX194" fmla="*/ 12788830 w 13940157"/>
              <a:gd name="connsiteY194" fmla="*/ 40931 h 9456078"/>
              <a:gd name="connsiteX195" fmla="*/ 12837932 w 13940157"/>
              <a:gd name="connsiteY195" fmla="*/ 35324 h 9456078"/>
              <a:gd name="connsiteX196" fmla="*/ 12887116 w 13940157"/>
              <a:gd name="connsiteY196" fmla="*/ 30126 h 9456078"/>
              <a:gd name="connsiteX197" fmla="*/ 12936379 w 13940157"/>
              <a:gd name="connsiteY197" fmla="*/ 25337 h 9456078"/>
              <a:gd name="connsiteX198" fmla="*/ 12985719 w 13940157"/>
              <a:gd name="connsiteY198" fmla="*/ 20958 h 9456078"/>
              <a:gd name="connsiteX199" fmla="*/ 13035133 w 13940157"/>
              <a:gd name="connsiteY199" fmla="*/ 16991 h 9456078"/>
              <a:gd name="connsiteX200" fmla="*/ 13084620 w 13940157"/>
              <a:gd name="connsiteY200" fmla="*/ 13437 h 9456078"/>
              <a:gd name="connsiteX201" fmla="*/ 13134178 w 13940157"/>
              <a:gd name="connsiteY201" fmla="*/ 10297 h 9456078"/>
              <a:gd name="connsiteX202" fmla="*/ 13183803 w 13940157"/>
              <a:gd name="connsiteY202" fmla="*/ 7572 h 9456078"/>
              <a:gd name="connsiteX203" fmla="*/ 13233493 w 13940157"/>
              <a:gd name="connsiteY203" fmla="*/ 5263 h 9456078"/>
              <a:gd name="connsiteX204" fmla="*/ 13283247 w 13940157"/>
              <a:gd name="connsiteY204" fmla="*/ 3371 h 9456078"/>
              <a:gd name="connsiteX205" fmla="*/ 13333061 w 13940157"/>
              <a:gd name="connsiteY205" fmla="*/ 1898 h 9456078"/>
              <a:gd name="connsiteX206" fmla="*/ 13382934 w 13940157"/>
              <a:gd name="connsiteY206" fmla="*/ 844 h 9456078"/>
              <a:gd name="connsiteX207" fmla="*/ 13432864 w 13940157"/>
              <a:gd name="connsiteY207" fmla="*/ 211 h 9456078"/>
              <a:gd name="connsiteX208" fmla="*/ 13482847 w 13940157"/>
              <a:gd name="connsiteY208" fmla="*/ 0 h 9456078"/>
              <a:gd name="connsiteX209" fmla="*/ 13940158 w 13940157"/>
              <a:gd name="connsiteY209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49234 w 13158799"/>
              <a:gd name="connsiteY5" fmla="*/ 9450052 h 9456078"/>
              <a:gd name="connsiteX6" fmla="*/ 298870 w 13158799"/>
              <a:gd name="connsiteY6" fmla="*/ 9447409 h 9456078"/>
              <a:gd name="connsiteX7" fmla="*/ 348429 w 13158799"/>
              <a:gd name="connsiteY7" fmla="*/ 9444290 h 9456078"/>
              <a:gd name="connsiteX8" fmla="*/ 397907 w 13158799"/>
              <a:gd name="connsiteY8" fmla="*/ 9440698 h 9456078"/>
              <a:gd name="connsiteX9" fmla="*/ 447302 w 13158799"/>
              <a:gd name="connsiteY9" fmla="*/ 9436632 h 9456078"/>
              <a:gd name="connsiteX10" fmla="*/ 496610 w 13158799"/>
              <a:gd name="connsiteY10" fmla="*/ 9432096 h 9456078"/>
              <a:gd name="connsiteX11" fmla="*/ 545829 w 13158799"/>
              <a:gd name="connsiteY11" fmla="*/ 9427089 h 9456078"/>
              <a:gd name="connsiteX12" fmla="*/ 594956 w 13158799"/>
              <a:gd name="connsiteY12" fmla="*/ 9421615 h 9456078"/>
              <a:gd name="connsiteX13" fmla="*/ 643987 w 13158799"/>
              <a:gd name="connsiteY13" fmla="*/ 9415673 h 9456078"/>
              <a:gd name="connsiteX14" fmla="*/ 692920 w 13158799"/>
              <a:gd name="connsiteY14" fmla="*/ 9409267 h 9456078"/>
              <a:gd name="connsiteX15" fmla="*/ 741751 w 13158799"/>
              <a:gd name="connsiteY15" fmla="*/ 9402396 h 9456078"/>
              <a:gd name="connsiteX16" fmla="*/ 790478 w 13158799"/>
              <a:gd name="connsiteY16" fmla="*/ 9395063 h 9456078"/>
              <a:gd name="connsiteX17" fmla="*/ 839098 w 13158799"/>
              <a:gd name="connsiteY17" fmla="*/ 9387270 h 9456078"/>
              <a:gd name="connsiteX18" fmla="*/ 887607 w 13158799"/>
              <a:gd name="connsiteY18" fmla="*/ 9379017 h 9456078"/>
              <a:gd name="connsiteX19" fmla="*/ 936002 w 13158799"/>
              <a:gd name="connsiteY19" fmla="*/ 9370306 h 9456078"/>
              <a:gd name="connsiteX20" fmla="*/ 984281 w 13158799"/>
              <a:gd name="connsiteY20" fmla="*/ 9361139 h 9456078"/>
              <a:gd name="connsiteX21" fmla="*/ 1032440 w 13158799"/>
              <a:gd name="connsiteY21" fmla="*/ 9351517 h 9456078"/>
              <a:gd name="connsiteX22" fmla="*/ 1080477 w 13158799"/>
              <a:gd name="connsiteY22" fmla="*/ 9341441 h 9456078"/>
              <a:gd name="connsiteX23" fmla="*/ 1128389 w 13158799"/>
              <a:gd name="connsiteY23" fmla="*/ 9330914 h 9456078"/>
              <a:gd name="connsiteX24" fmla="*/ 1176172 w 13158799"/>
              <a:gd name="connsiteY24" fmla="*/ 9319936 h 9456078"/>
              <a:gd name="connsiteX25" fmla="*/ 1223823 w 13158799"/>
              <a:gd name="connsiteY25" fmla="*/ 9308509 h 9456078"/>
              <a:gd name="connsiteX26" fmla="*/ 1271339 w 13158799"/>
              <a:gd name="connsiteY26" fmla="*/ 9296635 h 9456078"/>
              <a:gd name="connsiteX27" fmla="*/ 1318719 w 13158799"/>
              <a:gd name="connsiteY27" fmla="*/ 9284315 h 9456078"/>
              <a:gd name="connsiteX28" fmla="*/ 1365957 w 13158799"/>
              <a:gd name="connsiteY28" fmla="*/ 9271550 h 9456078"/>
              <a:gd name="connsiteX29" fmla="*/ 1413052 w 13158799"/>
              <a:gd name="connsiteY29" fmla="*/ 9258342 h 9456078"/>
              <a:gd name="connsiteX30" fmla="*/ 1460000 w 13158799"/>
              <a:gd name="connsiteY30" fmla="*/ 9244693 h 9456078"/>
              <a:gd name="connsiteX31" fmla="*/ 1506799 w 13158799"/>
              <a:gd name="connsiteY31" fmla="*/ 9230604 h 9456078"/>
              <a:gd name="connsiteX32" fmla="*/ 1553445 w 13158799"/>
              <a:gd name="connsiteY32" fmla="*/ 9216076 h 9456078"/>
              <a:gd name="connsiteX33" fmla="*/ 1599935 w 13158799"/>
              <a:gd name="connsiteY33" fmla="*/ 9201111 h 9456078"/>
              <a:gd name="connsiteX34" fmla="*/ 1646267 w 13158799"/>
              <a:gd name="connsiteY34" fmla="*/ 9185710 h 9456078"/>
              <a:gd name="connsiteX35" fmla="*/ 1692437 w 13158799"/>
              <a:gd name="connsiteY35" fmla="*/ 9169876 h 9456078"/>
              <a:gd name="connsiteX36" fmla="*/ 1738442 w 13158799"/>
              <a:gd name="connsiteY36" fmla="*/ 9153608 h 9456078"/>
              <a:gd name="connsiteX37" fmla="*/ 1784280 w 13158799"/>
              <a:gd name="connsiteY37" fmla="*/ 9136910 h 9456078"/>
              <a:gd name="connsiteX38" fmla="*/ 1829947 w 13158799"/>
              <a:gd name="connsiteY38" fmla="*/ 9119782 h 9456078"/>
              <a:gd name="connsiteX39" fmla="*/ 1875440 w 13158799"/>
              <a:gd name="connsiteY39" fmla="*/ 9102226 h 9456078"/>
              <a:gd name="connsiteX40" fmla="*/ 1920756 w 13158799"/>
              <a:gd name="connsiteY40" fmla="*/ 9084243 h 9456078"/>
              <a:gd name="connsiteX41" fmla="*/ 1965893 w 13158799"/>
              <a:gd name="connsiteY41" fmla="*/ 9065835 h 9456078"/>
              <a:gd name="connsiteX42" fmla="*/ 2010847 w 13158799"/>
              <a:gd name="connsiteY42" fmla="*/ 9047004 h 9456078"/>
              <a:gd name="connsiteX43" fmla="*/ 2055615 w 13158799"/>
              <a:gd name="connsiteY43" fmla="*/ 9027750 h 9456078"/>
              <a:gd name="connsiteX44" fmla="*/ 2100195 w 13158799"/>
              <a:gd name="connsiteY44" fmla="*/ 9008075 h 9456078"/>
              <a:gd name="connsiteX45" fmla="*/ 2144582 w 13158799"/>
              <a:gd name="connsiteY45" fmla="*/ 8987981 h 9456078"/>
              <a:gd name="connsiteX46" fmla="*/ 2188775 w 13158799"/>
              <a:gd name="connsiteY46" fmla="*/ 8967470 h 9456078"/>
              <a:gd name="connsiteX47" fmla="*/ 2232770 w 13158799"/>
              <a:gd name="connsiteY47" fmla="*/ 8946542 h 9456078"/>
              <a:gd name="connsiteX48" fmla="*/ 2276564 w 13158799"/>
              <a:gd name="connsiteY48" fmla="*/ 8925199 h 9456078"/>
              <a:gd name="connsiteX49" fmla="*/ 2320154 w 13158799"/>
              <a:gd name="connsiteY49" fmla="*/ 8903443 h 9456078"/>
              <a:gd name="connsiteX50" fmla="*/ 2363538 w 13158799"/>
              <a:gd name="connsiteY50" fmla="*/ 8881275 h 9456078"/>
              <a:gd name="connsiteX51" fmla="*/ 2406711 w 13158799"/>
              <a:gd name="connsiteY51" fmla="*/ 8858697 h 9456078"/>
              <a:gd name="connsiteX52" fmla="*/ 2449672 w 13158799"/>
              <a:gd name="connsiteY52" fmla="*/ 8835710 h 9456078"/>
              <a:gd name="connsiteX53" fmla="*/ 2492417 w 13158799"/>
              <a:gd name="connsiteY53" fmla="*/ 8812316 h 9456078"/>
              <a:gd name="connsiteX54" fmla="*/ 2534943 w 13158799"/>
              <a:gd name="connsiteY54" fmla="*/ 8788516 h 9456078"/>
              <a:gd name="connsiteX55" fmla="*/ 2577247 w 13158799"/>
              <a:gd name="connsiteY55" fmla="*/ 8764311 h 9456078"/>
              <a:gd name="connsiteX56" fmla="*/ 2619326 w 13158799"/>
              <a:gd name="connsiteY56" fmla="*/ 8739704 h 9456078"/>
              <a:gd name="connsiteX57" fmla="*/ 2661177 w 13158799"/>
              <a:gd name="connsiteY57" fmla="*/ 8714695 h 9456078"/>
              <a:gd name="connsiteX58" fmla="*/ 2702797 w 13158799"/>
              <a:gd name="connsiteY58" fmla="*/ 8689286 h 9456078"/>
              <a:gd name="connsiteX59" fmla="*/ 2744183 w 13158799"/>
              <a:gd name="connsiteY59" fmla="*/ 8663479 h 9456078"/>
              <a:gd name="connsiteX60" fmla="*/ 2785333 w 13158799"/>
              <a:gd name="connsiteY60" fmla="*/ 8637274 h 9456078"/>
              <a:gd name="connsiteX61" fmla="*/ 2826242 w 13158799"/>
              <a:gd name="connsiteY61" fmla="*/ 8610675 h 9456078"/>
              <a:gd name="connsiteX62" fmla="*/ 2866908 w 13158799"/>
              <a:gd name="connsiteY62" fmla="*/ 8583681 h 9456078"/>
              <a:gd name="connsiteX63" fmla="*/ 2907329 w 13158799"/>
              <a:gd name="connsiteY63" fmla="*/ 8556295 h 9456078"/>
              <a:gd name="connsiteX64" fmla="*/ 2947500 w 13158799"/>
              <a:gd name="connsiteY64" fmla="*/ 8528517 h 9456078"/>
              <a:gd name="connsiteX65" fmla="*/ 2987419 w 13158799"/>
              <a:gd name="connsiteY65" fmla="*/ 8500351 h 9456078"/>
              <a:gd name="connsiteX66" fmla="*/ 3027083 w 13158799"/>
              <a:gd name="connsiteY66" fmla="*/ 8471796 h 9456078"/>
              <a:gd name="connsiteX67" fmla="*/ 3066489 w 13158799"/>
              <a:gd name="connsiteY67" fmla="*/ 8442854 h 9456078"/>
              <a:gd name="connsiteX68" fmla="*/ 3105634 w 13158799"/>
              <a:gd name="connsiteY68" fmla="*/ 8413528 h 9456078"/>
              <a:gd name="connsiteX69" fmla="*/ 3144515 w 13158799"/>
              <a:gd name="connsiteY69" fmla="*/ 8383818 h 9456078"/>
              <a:gd name="connsiteX70" fmla="*/ 3183129 w 13158799"/>
              <a:gd name="connsiteY70" fmla="*/ 8353726 h 9456078"/>
              <a:gd name="connsiteX71" fmla="*/ 3221473 w 13158799"/>
              <a:gd name="connsiteY71" fmla="*/ 8323253 h 9456078"/>
              <a:gd name="connsiteX72" fmla="*/ 3259544 w 13158799"/>
              <a:gd name="connsiteY72" fmla="*/ 8292401 h 9456078"/>
              <a:gd name="connsiteX73" fmla="*/ 3297339 w 13158799"/>
              <a:gd name="connsiteY73" fmla="*/ 8261172 h 9456078"/>
              <a:gd name="connsiteX74" fmla="*/ 3334854 w 13158799"/>
              <a:gd name="connsiteY74" fmla="*/ 8229566 h 9456078"/>
              <a:gd name="connsiteX75" fmla="*/ 3372087 w 13158799"/>
              <a:gd name="connsiteY75" fmla="*/ 8197585 h 9456078"/>
              <a:gd name="connsiteX76" fmla="*/ 3409035 w 13158799"/>
              <a:gd name="connsiteY76" fmla="*/ 8165232 h 9456078"/>
              <a:gd name="connsiteX77" fmla="*/ 3445695 w 13158799"/>
              <a:gd name="connsiteY77" fmla="*/ 8132507 h 9456078"/>
              <a:gd name="connsiteX78" fmla="*/ 3482064 w 13158799"/>
              <a:gd name="connsiteY78" fmla="*/ 8099411 h 9456078"/>
              <a:gd name="connsiteX79" fmla="*/ 3518139 w 13158799"/>
              <a:gd name="connsiteY79" fmla="*/ 8065947 h 9456078"/>
              <a:gd name="connsiteX80" fmla="*/ 3553916 w 13158799"/>
              <a:gd name="connsiteY80" fmla="*/ 8032115 h 9456078"/>
              <a:gd name="connsiteX81" fmla="*/ 3589393 w 13158799"/>
              <a:gd name="connsiteY81" fmla="*/ 7997918 h 9456078"/>
              <a:gd name="connsiteX82" fmla="*/ 3624567 w 13158799"/>
              <a:gd name="connsiteY82" fmla="*/ 7963356 h 9456078"/>
              <a:gd name="connsiteX83" fmla="*/ 3659435 w 13158799"/>
              <a:gd name="connsiteY83" fmla="*/ 7928432 h 9456078"/>
              <a:gd name="connsiteX84" fmla="*/ 3693994 w 13158799"/>
              <a:gd name="connsiteY84" fmla="*/ 7893146 h 9456078"/>
              <a:gd name="connsiteX85" fmla="*/ 3728240 w 13158799"/>
              <a:gd name="connsiteY85" fmla="*/ 7857501 h 9456078"/>
              <a:gd name="connsiteX86" fmla="*/ 3762171 w 13158799"/>
              <a:gd name="connsiteY86" fmla="*/ 7821497 h 9456078"/>
              <a:gd name="connsiteX87" fmla="*/ 3795783 w 13158799"/>
              <a:gd name="connsiteY87" fmla="*/ 7785136 h 9456078"/>
              <a:gd name="connsiteX88" fmla="*/ 3829075 w 13158799"/>
              <a:gd name="connsiteY88" fmla="*/ 7748420 h 9456078"/>
              <a:gd name="connsiteX89" fmla="*/ 3862042 w 13158799"/>
              <a:gd name="connsiteY89" fmla="*/ 7711350 h 9456078"/>
              <a:gd name="connsiteX90" fmla="*/ 3894682 w 13158799"/>
              <a:gd name="connsiteY90" fmla="*/ 7673928 h 9456078"/>
              <a:gd name="connsiteX91" fmla="*/ 3926991 w 13158799"/>
              <a:gd name="connsiteY91" fmla="*/ 7636155 h 9456078"/>
              <a:gd name="connsiteX92" fmla="*/ 3958967 w 13158799"/>
              <a:gd name="connsiteY92" fmla="*/ 7598032 h 9456078"/>
              <a:gd name="connsiteX93" fmla="*/ 3990607 w 13158799"/>
              <a:gd name="connsiteY93" fmla="*/ 7559561 h 9456078"/>
              <a:gd name="connsiteX94" fmla="*/ 4021907 w 13158799"/>
              <a:gd name="connsiteY94" fmla="*/ 7520744 h 9456078"/>
              <a:gd name="connsiteX95" fmla="*/ 4052865 w 13158799"/>
              <a:gd name="connsiteY95" fmla="*/ 7481582 h 9456078"/>
              <a:gd name="connsiteX96" fmla="*/ 4083478 w 13158799"/>
              <a:gd name="connsiteY96" fmla="*/ 7442077 h 9456078"/>
              <a:gd name="connsiteX97" fmla="*/ 8022311 w 13158799"/>
              <a:gd name="connsiteY97" fmla="*/ 2307814 h 9456078"/>
              <a:gd name="connsiteX98" fmla="*/ 8052902 w 13158799"/>
              <a:gd name="connsiteY98" fmla="*/ 2268285 h 9456078"/>
              <a:gd name="connsiteX99" fmla="*/ 8083796 w 13158799"/>
              <a:gd name="connsiteY99" fmla="*/ 2229056 h 9456078"/>
              <a:gd name="connsiteX100" fmla="*/ 8114989 w 13158799"/>
              <a:gd name="connsiteY100" fmla="*/ 2190127 h 9456078"/>
              <a:gd name="connsiteX101" fmla="*/ 8146479 w 13158799"/>
              <a:gd name="connsiteY101" fmla="*/ 2151500 h 9456078"/>
              <a:gd name="connsiteX102" fmla="*/ 8178264 w 13158799"/>
              <a:gd name="connsiteY102" fmla="*/ 2113176 h 9456078"/>
              <a:gd name="connsiteX103" fmla="*/ 8210341 w 13158799"/>
              <a:gd name="connsiteY103" fmla="*/ 2075157 h 9456078"/>
              <a:gd name="connsiteX104" fmla="*/ 8242709 w 13158799"/>
              <a:gd name="connsiteY104" fmla="*/ 2037442 h 9456078"/>
              <a:gd name="connsiteX105" fmla="*/ 8275365 w 13158799"/>
              <a:gd name="connsiteY105" fmla="*/ 2000034 h 9456078"/>
              <a:gd name="connsiteX106" fmla="*/ 8308307 w 13158799"/>
              <a:gd name="connsiteY106" fmla="*/ 1962934 h 9456078"/>
              <a:gd name="connsiteX107" fmla="*/ 8341532 w 13158799"/>
              <a:gd name="connsiteY107" fmla="*/ 1926142 h 9456078"/>
              <a:gd name="connsiteX108" fmla="*/ 8375038 w 13158799"/>
              <a:gd name="connsiteY108" fmla="*/ 1889660 h 9456078"/>
              <a:gd name="connsiteX109" fmla="*/ 8408823 w 13158799"/>
              <a:gd name="connsiteY109" fmla="*/ 1853489 h 9456078"/>
              <a:gd name="connsiteX110" fmla="*/ 8442885 w 13158799"/>
              <a:gd name="connsiteY110" fmla="*/ 1817630 h 9456078"/>
              <a:gd name="connsiteX111" fmla="*/ 8477221 w 13158799"/>
              <a:gd name="connsiteY111" fmla="*/ 1782084 h 9456078"/>
              <a:gd name="connsiteX112" fmla="*/ 8511829 w 13158799"/>
              <a:gd name="connsiteY112" fmla="*/ 1746853 h 9456078"/>
              <a:gd name="connsiteX113" fmla="*/ 8546706 w 13158799"/>
              <a:gd name="connsiteY113" fmla="*/ 1711937 h 9456078"/>
              <a:gd name="connsiteX114" fmla="*/ 8581851 w 13158799"/>
              <a:gd name="connsiteY114" fmla="*/ 1677337 h 9456078"/>
              <a:gd name="connsiteX115" fmla="*/ 8617261 w 13158799"/>
              <a:gd name="connsiteY115" fmla="*/ 1643056 h 9456078"/>
              <a:gd name="connsiteX116" fmla="*/ 8652934 w 13158799"/>
              <a:gd name="connsiteY116" fmla="*/ 1609093 h 9456078"/>
              <a:gd name="connsiteX117" fmla="*/ 8688867 w 13158799"/>
              <a:gd name="connsiteY117" fmla="*/ 1575450 h 9456078"/>
              <a:gd name="connsiteX118" fmla="*/ 8725058 w 13158799"/>
              <a:gd name="connsiteY118" fmla="*/ 1542128 h 9456078"/>
              <a:gd name="connsiteX119" fmla="*/ 8761506 w 13158799"/>
              <a:gd name="connsiteY119" fmla="*/ 1509129 h 9456078"/>
              <a:gd name="connsiteX120" fmla="*/ 8798207 w 13158799"/>
              <a:gd name="connsiteY120" fmla="*/ 1476452 h 9456078"/>
              <a:gd name="connsiteX121" fmla="*/ 8835159 w 13158799"/>
              <a:gd name="connsiteY121" fmla="*/ 1444101 h 9456078"/>
              <a:gd name="connsiteX122" fmla="*/ 8872360 w 13158799"/>
              <a:gd name="connsiteY122" fmla="*/ 1412075 h 9456078"/>
              <a:gd name="connsiteX123" fmla="*/ 8909808 w 13158799"/>
              <a:gd name="connsiteY123" fmla="*/ 1380375 h 9456078"/>
              <a:gd name="connsiteX124" fmla="*/ 8947501 w 13158799"/>
              <a:gd name="connsiteY124" fmla="*/ 1349004 h 9456078"/>
              <a:gd name="connsiteX125" fmla="*/ 8985435 w 13158799"/>
              <a:gd name="connsiteY125" fmla="*/ 1317962 h 9456078"/>
              <a:gd name="connsiteX126" fmla="*/ 9023610 w 13158799"/>
              <a:gd name="connsiteY126" fmla="*/ 1287250 h 9456078"/>
              <a:gd name="connsiteX127" fmla="*/ 9062022 w 13158799"/>
              <a:gd name="connsiteY127" fmla="*/ 1256869 h 9456078"/>
              <a:gd name="connsiteX128" fmla="*/ 9100669 w 13158799"/>
              <a:gd name="connsiteY128" fmla="*/ 1226820 h 9456078"/>
              <a:gd name="connsiteX129" fmla="*/ 9139549 w 13158799"/>
              <a:gd name="connsiteY129" fmla="*/ 1197105 h 9456078"/>
              <a:gd name="connsiteX130" fmla="*/ 9178660 w 13158799"/>
              <a:gd name="connsiteY130" fmla="*/ 1167725 h 9456078"/>
              <a:gd name="connsiteX131" fmla="*/ 9217999 w 13158799"/>
              <a:gd name="connsiteY131" fmla="*/ 1138681 h 9456078"/>
              <a:gd name="connsiteX132" fmla="*/ 9257564 w 13158799"/>
              <a:gd name="connsiteY132" fmla="*/ 1109974 h 9456078"/>
              <a:gd name="connsiteX133" fmla="*/ 9297353 w 13158799"/>
              <a:gd name="connsiteY133" fmla="*/ 1081604 h 9456078"/>
              <a:gd name="connsiteX134" fmla="*/ 9337364 w 13158799"/>
              <a:gd name="connsiteY134" fmla="*/ 1053574 h 9456078"/>
              <a:gd name="connsiteX135" fmla="*/ 9377594 w 13158799"/>
              <a:gd name="connsiteY135" fmla="*/ 1025884 h 9456078"/>
              <a:gd name="connsiteX136" fmla="*/ 9418040 w 13158799"/>
              <a:gd name="connsiteY136" fmla="*/ 998536 h 9456078"/>
              <a:gd name="connsiteX137" fmla="*/ 9458702 w 13158799"/>
              <a:gd name="connsiteY137" fmla="*/ 971530 h 9456078"/>
              <a:gd name="connsiteX138" fmla="*/ 9499575 w 13158799"/>
              <a:gd name="connsiteY138" fmla="*/ 944868 h 9456078"/>
              <a:gd name="connsiteX139" fmla="*/ 9540659 w 13158799"/>
              <a:gd name="connsiteY139" fmla="*/ 918551 h 9456078"/>
              <a:gd name="connsiteX140" fmla="*/ 9581950 w 13158799"/>
              <a:gd name="connsiteY140" fmla="*/ 892580 h 9456078"/>
              <a:gd name="connsiteX141" fmla="*/ 9623447 w 13158799"/>
              <a:gd name="connsiteY141" fmla="*/ 866956 h 9456078"/>
              <a:gd name="connsiteX142" fmla="*/ 9665147 w 13158799"/>
              <a:gd name="connsiteY142" fmla="*/ 841681 h 9456078"/>
              <a:gd name="connsiteX143" fmla="*/ 9707048 w 13158799"/>
              <a:gd name="connsiteY143" fmla="*/ 816754 h 9456078"/>
              <a:gd name="connsiteX144" fmla="*/ 9749147 w 13158799"/>
              <a:gd name="connsiteY144" fmla="*/ 792179 h 9456078"/>
              <a:gd name="connsiteX145" fmla="*/ 9791443 w 13158799"/>
              <a:gd name="connsiteY145" fmla="*/ 767955 h 9456078"/>
              <a:gd name="connsiteX146" fmla="*/ 9833932 w 13158799"/>
              <a:gd name="connsiteY146" fmla="*/ 744083 h 9456078"/>
              <a:gd name="connsiteX147" fmla="*/ 9876613 w 13158799"/>
              <a:gd name="connsiteY147" fmla="*/ 720566 h 9456078"/>
              <a:gd name="connsiteX148" fmla="*/ 9919484 w 13158799"/>
              <a:gd name="connsiteY148" fmla="*/ 697404 h 9456078"/>
              <a:gd name="connsiteX149" fmla="*/ 9962542 w 13158799"/>
              <a:gd name="connsiteY149" fmla="*/ 674598 h 9456078"/>
              <a:gd name="connsiteX150" fmla="*/ 10005784 w 13158799"/>
              <a:gd name="connsiteY150" fmla="*/ 652149 h 9456078"/>
              <a:gd name="connsiteX151" fmla="*/ 10049209 w 13158799"/>
              <a:gd name="connsiteY151" fmla="*/ 630059 h 9456078"/>
              <a:gd name="connsiteX152" fmla="*/ 10092814 w 13158799"/>
              <a:gd name="connsiteY152" fmla="*/ 608328 h 9456078"/>
              <a:gd name="connsiteX153" fmla="*/ 10136597 w 13158799"/>
              <a:gd name="connsiteY153" fmla="*/ 586958 h 9456078"/>
              <a:gd name="connsiteX154" fmla="*/ 10180556 w 13158799"/>
              <a:gd name="connsiteY154" fmla="*/ 565950 h 9456078"/>
              <a:gd name="connsiteX155" fmla="*/ 10224688 w 13158799"/>
              <a:gd name="connsiteY155" fmla="*/ 545304 h 9456078"/>
              <a:gd name="connsiteX156" fmla="*/ 10268991 w 13158799"/>
              <a:gd name="connsiteY156" fmla="*/ 525023 h 9456078"/>
              <a:gd name="connsiteX157" fmla="*/ 10313463 w 13158799"/>
              <a:gd name="connsiteY157" fmla="*/ 505107 h 9456078"/>
              <a:gd name="connsiteX158" fmla="*/ 10358101 w 13158799"/>
              <a:gd name="connsiteY158" fmla="*/ 485558 h 9456078"/>
              <a:gd name="connsiteX159" fmla="*/ 10402903 w 13158799"/>
              <a:gd name="connsiteY159" fmla="*/ 466376 h 9456078"/>
              <a:gd name="connsiteX160" fmla="*/ 10447868 w 13158799"/>
              <a:gd name="connsiteY160" fmla="*/ 447563 h 9456078"/>
              <a:gd name="connsiteX161" fmla="*/ 10492991 w 13158799"/>
              <a:gd name="connsiteY161" fmla="*/ 429119 h 9456078"/>
              <a:gd name="connsiteX162" fmla="*/ 10538272 w 13158799"/>
              <a:gd name="connsiteY162" fmla="*/ 411046 h 9456078"/>
              <a:gd name="connsiteX163" fmla="*/ 10583708 w 13158799"/>
              <a:gd name="connsiteY163" fmla="*/ 393346 h 9456078"/>
              <a:gd name="connsiteX164" fmla="*/ 10629297 w 13158799"/>
              <a:gd name="connsiteY164" fmla="*/ 376018 h 9456078"/>
              <a:gd name="connsiteX165" fmla="*/ 10675036 w 13158799"/>
              <a:gd name="connsiteY165" fmla="*/ 359065 h 9456078"/>
              <a:gd name="connsiteX166" fmla="*/ 10720923 w 13158799"/>
              <a:gd name="connsiteY166" fmla="*/ 342487 h 9456078"/>
              <a:gd name="connsiteX167" fmla="*/ 10766956 w 13158799"/>
              <a:gd name="connsiteY167" fmla="*/ 326286 h 9456078"/>
              <a:gd name="connsiteX168" fmla="*/ 10813132 w 13158799"/>
              <a:gd name="connsiteY168" fmla="*/ 310462 h 9456078"/>
              <a:gd name="connsiteX169" fmla="*/ 10859450 w 13158799"/>
              <a:gd name="connsiteY169" fmla="*/ 295018 h 9456078"/>
              <a:gd name="connsiteX170" fmla="*/ 10905907 w 13158799"/>
              <a:gd name="connsiteY170" fmla="*/ 279953 h 9456078"/>
              <a:gd name="connsiteX171" fmla="*/ 10952500 w 13158799"/>
              <a:gd name="connsiteY171" fmla="*/ 265269 h 9456078"/>
              <a:gd name="connsiteX172" fmla="*/ 10999227 w 13158799"/>
              <a:gd name="connsiteY172" fmla="*/ 250968 h 9456078"/>
              <a:gd name="connsiteX173" fmla="*/ 11046087 w 13158799"/>
              <a:gd name="connsiteY173" fmla="*/ 237049 h 9456078"/>
              <a:gd name="connsiteX174" fmla="*/ 11093076 w 13158799"/>
              <a:gd name="connsiteY174" fmla="*/ 223516 h 9456078"/>
              <a:gd name="connsiteX175" fmla="*/ 11140193 w 13158799"/>
              <a:gd name="connsiteY175" fmla="*/ 210368 h 9456078"/>
              <a:gd name="connsiteX176" fmla="*/ 11187434 w 13158799"/>
              <a:gd name="connsiteY176" fmla="*/ 197606 h 9456078"/>
              <a:gd name="connsiteX177" fmla="*/ 11234799 w 13158799"/>
              <a:gd name="connsiteY177" fmla="*/ 185233 h 9456078"/>
              <a:gd name="connsiteX178" fmla="*/ 11282284 w 13158799"/>
              <a:gd name="connsiteY178" fmla="*/ 173248 h 9456078"/>
              <a:gd name="connsiteX179" fmla="*/ 11329888 w 13158799"/>
              <a:gd name="connsiteY179" fmla="*/ 161654 h 9456078"/>
              <a:gd name="connsiteX180" fmla="*/ 11377607 w 13158799"/>
              <a:gd name="connsiteY180" fmla="*/ 150451 h 9456078"/>
              <a:gd name="connsiteX181" fmla="*/ 11425440 w 13158799"/>
              <a:gd name="connsiteY181" fmla="*/ 139640 h 9456078"/>
              <a:gd name="connsiteX182" fmla="*/ 11473385 w 13158799"/>
              <a:gd name="connsiteY182" fmla="*/ 129223 h 9456078"/>
              <a:gd name="connsiteX183" fmla="*/ 11521439 w 13158799"/>
              <a:gd name="connsiteY183" fmla="*/ 119201 h 9456078"/>
              <a:gd name="connsiteX184" fmla="*/ 11569599 w 13158799"/>
              <a:gd name="connsiteY184" fmla="*/ 109574 h 9456078"/>
              <a:gd name="connsiteX185" fmla="*/ 11617864 w 13158799"/>
              <a:gd name="connsiteY185" fmla="*/ 100344 h 9456078"/>
              <a:gd name="connsiteX186" fmla="*/ 11666231 w 13158799"/>
              <a:gd name="connsiteY186" fmla="*/ 91512 h 9456078"/>
              <a:gd name="connsiteX187" fmla="*/ 11714698 w 13158799"/>
              <a:gd name="connsiteY187" fmla="*/ 83080 h 9456078"/>
              <a:gd name="connsiteX188" fmla="*/ 11763263 w 13158799"/>
              <a:gd name="connsiteY188" fmla="*/ 75047 h 9456078"/>
              <a:gd name="connsiteX189" fmla="*/ 11811923 w 13158799"/>
              <a:gd name="connsiteY189" fmla="*/ 67417 h 9456078"/>
              <a:gd name="connsiteX190" fmla="*/ 11860676 w 13158799"/>
              <a:gd name="connsiteY190" fmla="*/ 60188 h 9456078"/>
              <a:gd name="connsiteX191" fmla="*/ 11909519 w 13158799"/>
              <a:gd name="connsiteY191" fmla="*/ 53364 h 9456078"/>
              <a:gd name="connsiteX192" fmla="*/ 11958451 w 13158799"/>
              <a:gd name="connsiteY192" fmla="*/ 46944 h 9456078"/>
              <a:gd name="connsiteX193" fmla="*/ 12007470 w 13158799"/>
              <a:gd name="connsiteY193" fmla="*/ 40931 h 9456078"/>
              <a:gd name="connsiteX194" fmla="*/ 12056572 w 13158799"/>
              <a:gd name="connsiteY194" fmla="*/ 35324 h 9456078"/>
              <a:gd name="connsiteX195" fmla="*/ 12105756 w 13158799"/>
              <a:gd name="connsiteY195" fmla="*/ 30126 h 9456078"/>
              <a:gd name="connsiteX196" fmla="*/ 12155019 w 13158799"/>
              <a:gd name="connsiteY196" fmla="*/ 25337 h 9456078"/>
              <a:gd name="connsiteX197" fmla="*/ 12204359 w 13158799"/>
              <a:gd name="connsiteY197" fmla="*/ 20958 h 9456078"/>
              <a:gd name="connsiteX198" fmla="*/ 12253773 w 13158799"/>
              <a:gd name="connsiteY198" fmla="*/ 16991 h 9456078"/>
              <a:gd name="connsiteX199" fmla="*/ 12303260 w 13158799"/>
              <a:gd name="connsiteY199" fmla="*/ 13437 h 9456078"/>
              <a:gd name="connsiteX200" fmla="*/ 12352818 w 13158799"/>
              <a:gd name="connsiteY200" fmla="*/ 10297 h 9456078"/>
              <a:gd name="connsiteX201" fmla="*/ 12402443 w 13158799"/>
              <a:gd name="connsiteY201" fmla="*/ 7572 h 9456078"/>
              <a:gd name="connsiteX202" fmla="*/ 12452133 w 13158799"/>
              <a:gd name="connsiteY202" fmla="*/ 5263 h 9456078"/>
              <a:gd name="connsiteX203" fmla="*/ 12501887 w 13158799"/>
              <a:gd name="connsiteY203" fmla="*/ 3371 h 9456078"/>
              <a:gd name="connsiteX204" fmla="*/ 12551701 w 13158799"/>
              <a:gd name="connsiteY204" fmla="*/ 1898 h 9456078"/>
              <a:gd name="connsiteX205" fmla="*/ 12601574 w 13158799"/>
              <a:gd name="connsiteY205" fmla="*/ 844 h 9456078"/>
              <a:gd name="connsiteX206" fmla="*/ 12651504 w 13158799"/>
              <a:gd name="connsiteY206" fmla="*/ 211 h 9456078"/>
              <a:gd name="connsiteX207" fmla="*/ 12701487 w 13158799"/>
              <a:gd name="connsiteY207" fmla="*/ 0 h 9456078"/>
              <a:gd name="connsiteX208" fmla="*/ 13158798 w 13158799"/>
              <a:gd name="connsiteY208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28389 w 13158797"/>
              <a:gd name="connsiteY22" fmla="*/ 9330914 h 9456078"/>
              <a:gd name="connsiteX23" fmla="*/ 1176172 w 13158797"/>
              <a:gd name="connsiteY23" fmla="*/ 9319936 h 9456078"/>
              <a:gd name="connsiteX24" fmla="*/ 1223823 w 13158797"/>
              <a:gd name="connsiteY24" fmla="*/ 9308509 h 9456078"/>
              <a:gd name="connsiteX25" fmla="*/ 1271339 w 13158797"/>
              <a:gd name="connsiteY25" fmla="*/ 9296635 h 9456078"/>
              <a:gd name="connsiteX26" fmla="*/ 1318719 w 13158797"/>
              <a:gd name="connsiteY26" fmla="*/ 9284315 h 9456078"/>
              <a:gd name="connsiteX27" fmla="*/ 1365957 w 13158797"/>
              <a:gd name="connsiteY27" fmla="*/ 9271550 h 9456078"/>
              <a:gd name="connsiteX28" fmla="*/ 1413052 w 13158797"/>
              <a:gd name="connsiteY28" fmla="*/ 9258342 h 9456078"/>
              <a:gd name="connsiteX29" fmla="*/ 1460000 w 13158797"/>
              <a:gd name="connsiteY29" fmla="*/ 9244693 h 9456078"/>
              <a:gd name="connsiteX30" fmla="*/ 1506799 w 13158797"/>
              <a:gd name="connsiteY30" fmla="*/ 9230604 h 9456078"/>
              <a:gd name="connsiteX31" fmla="*/ 1553445 w 13158797"/>
              <a:gd name="connsiteY31" fmla="*/ 9216076 h 9456078"/>
              <a:gd name="connsiteX32" fmla="*/ 1599935 w 13158797"/>
              <a:gd name="connsiteY32" fmla="*/ 9201111 h 9456078"/>
              <a:gd name="connsiteX33" fmla="*/ 1646267 w 13158797"/>
              <a:gd name="connsiteY33" fmla="*/ 9185710 h 9456078"/>
              <a:gd name="connsiteX34" fmla="*/ 1692437 w 13158797"/>
              <a:gd name="connsiteY34" fmla="*/ 9169876 h 9456078"/>
              <a:gd name="connsiteX35" fmla="*/ 1738442 w 13158797"/>
              <a:gd name="connsiteY35" fmla="*/ 9153608 h 9456078"/>
              <a:gd name="connsiteX36" fmla="*/ 1784280 w 13158797"/>
              <a:gd name="connsiteY36" fmla="*/ 9136910 h 9456078"/>
              <a:gd name="connsiteX37" fmla="*/ 1829947 w 13158797"/>
              <a:gd name="connsiteY37" fmla="*/ 9119782 h 9456078"/>
              <a:gd name="connsiteX38" fmla="*/ 1875440 w 13158797"/>
              <a:gd name="connsiteY38" fmla="*/ 9102226 h 9456078"/>
              <a:gd name="connsiteX39" fmla="*/ 1920756 w 13158797"/>
              <a:gd name="connsiteY39" fmla="*/ 9084243 h 9456078"/>
              <a:gd name="connsiteX40" fmla="*/ 1965893 w 13158797"/>
              <a:gd name="connsiteY40" fmla="*/ 9065835 h 9456078"/>
              <a:gd name="connsiteX41" fmla="*/ 2010847 w 13158797"/>
              <a:gd name="connsiteY41" fmla="*/ 9047004 h 9456078"/>
              <a:gd name="connsiteX42" fmla="*/ 2055615 w 13158797"/>
              <a:gd name="connsiteY42" fmla="*/ 9027750 h 9456078"/>
              <a:gd name="connsiteX43" fmla="*/ 2100195 w 13158797"/>
              <a:gd name="connsiteY43" fmla="*/ 9008075 h 9456078"/>
              <a:gd name="connsiteX44" fmla="*/ 2144582 w 13158797"/>
              <a:gd name="connsiteY44" fmla="*/ 8987981 h 9456078"/>
              <a:gd name="connsiteX45" fmla="*/ 2188775 w 13158797"/>
              <a:gd name="connsiteY45" fmla="*/ 8967470 h 9456078"/>
              <a:gd name="connsiteX46" fmla="*/ 2232770 w 13158797"/>
              <a:gd name="connsiteY46" fmla="*/ 8946542 h 9456078"/>
              <a:gd name="connsiteX47" fmla="*/ 2276564 w 13158797"/>
              <a:gd name="connsiteY47" fmla="*/ 8925199 h 9456078"/>
              <a:gd name="connsiteX48" fmla="*/ 2320154 w 13158797"/>
              <a:gd name="connsiteY48" fmla="*/ 8903443 h 9456078"/>
              <a:gd name="connsiteX49" fmla="*/ 2363538 w 13158797"/>
              <a:gd name="connsiteY49" fmla="*/ 8881275 h 9456078"/>
              <a:gd name="connsiteX50" fmla="*/ 2406711 w 13158797"/>
              <a:gd name="connsiteY50" fmla="*/ 8858697 h 9456078"/>
              <a:gd name="connsiteX51" fmla="*/ 2449672 w 13158797"/>
              <a:gd name="connsiteY51" fmla="*/ 8835710 h 9456078"/>
              <a:gd name="connsiteX52" fmla="*/ 2492417 w 13158797"/>
              <a:gd name="connsiteY52" fmla="*/ 8812316 h 9456078"/>
              <a:gd name="connsiteX53" fmla="*/ 2534943 w 13158797"/>
              <a:gd name="connsiteY53" fmla="*/ 8788516 h 9456078"/>
              <a:gd name="connsiteX54" fmla="*/ 2577247 w 13158797"/>
              <a:gd name="connsiteY54" fmla="*/ 8764311 h 9456078"/>
              <a:gd name="connsiteX55" fmla="*/ 2619326 w 13158797"/>
              <a:gd name="connsiteY55" fmla="*/ 8739704 h 9456078"/>
              <a:gd name="connsiteX56" fmla="*/ 2661177 w 13158797"/>
              <a:gd name="connsiteY56" fmla="*/ 8714695 h 9456078"/>
              <a:gd name="connsiteX57" fmla="*/ 2702797 w 13158797"/>
              <a:gd name="connsiteY57" fmla="*/ 8689286 h 9456078"/>
              <a:gd name="connsiteX58" fmla="*/ 2744183 w 13158797"/>
              <a:gd name="connsiteY58" fmla="*/ 8663479 h 9456078"/>
              <a:gd name="connsiteX59" fmla="*/ 2785333 w 13158797"/>
              <a:gd name="connsiteY59" fmla="*/ 8637274 h 9456078"/>
              <a:gd name="connsiteX60" fmla="*/ 2826242 w 13158797"/>
              <a:gd name="connsiteY60" fmla="*/ 8610675 h 9456078"/>
              <a:gd name="connsiteX61" fmla="*/ 2866908 w 13158797"/>
              <a:gd name="connsiteY61" fmla="*/ 8583681 h 9456078"/>
              <a:gd name="connsiteX62" fmla="*/ 2907329 w 13158797"/>
              <a:gd name="connsiteY62" fmla="*/ 8556295 h 9456078"/>
              <a:gd name="connsiteX63" fmla="*/ 2947500 w 13158797"/>
              <a:gd name="connsiteY63" fmla="*/ 8528517 h 9456078"/>
              <a:gd name="connsiteX64" fmla="*/ 2987419 w 13158797"/>
              <a:gd name="connsiteY64" fmla="*/ 8500351 h 9456078"/>
              <a:gd name="connsiteX65" fmla="*/ 3027083 w 13158797"/>
              <a:gd name="connsiteY65" fmla="*/ 8471796 h 9456078"/>
              <a:gd name="connsiteX66" fmla="*/ 3066489 w 13158797"/>
              <a:gd name="connsiteY66" fmla="*/ 8442854 h 9456078"/>
              <a:gd name="connsiteX67" fmla="*/ 3105634 w 13158797"/>
              <a:gd name="connsiteY67" fmla="*/ 8413528 h 9456078"/>
              <a:gd name="connsiteX68" fmla="*/ 3144515 w 13158797"/>
              <a:gd name="connsiteY68" fmla="*/ 8383818 h 9456078"/>
              <a:gd name="connsiteX69" fmla="*/ 3183129 w 13158797"/>
              <a:gd name="connsiteY69" fmla="*/ 8353726 h 9456078"/>
              <a:gd name="connsiteX70" fmla="*/ 3221473 w 13158797"/>
              <a:gd name="connsiteY70" fmla="*/ 8323253 h 9456078"/>
              <a:gd name="connsiteX71" fmla="*/ 3259544 w 13158797"/>
              <a:gd name="connsiteY71" fmla="*/ 8292401 h 9456078"/>
              <a:gd name="connsiteX72" fmla="*/ 3297339 w 13158797"/>
              <a:gd name="connsiteY72" fmla="*/ 8261172 h 9456078"/>
              <a:gd name="connsiteX73" fmla="*/ 3334854 w 13158797"/>
              <a:gd name="connsiteY73" fmla="*/ 8229566 h 9456078"/>
              <a:gd name="connsiteX74" fmla="*/ 3372087 w 13158797"/>
              <a:gd name="connsiteY74" fmla="*/ 8197585 h 9456078"/>
              <a:gd name="connsiteX75" fmla="*/ 3409035 w 13158797"/>
              <a:gd name="connsiteY75" fmla="*/ 8165232 h 9456078"/>
              <a:gd name="connsiteX76" fmla="*/ 3445695 w 13158797"/>
              <a:gd name="connsiteY76" fmla="*/ 8132507 h 9456078"/>
              <a:gd name="connsiteX77" fmla="*/ 3482064 w 13158797"/>
              <a:gd name="connsiteY77" fmla="*/ 8099411 h 9456078"/>
              <a:gd name="connsiteX78" fmla="*/ 3518139 w 13158797"/>
              <a:gd name="connsiteY78" fmla="*/ 8065947 h 9456078"/>
              <a:gd name="connsiteX79" fmla="*/ 3553916 w 13158797"/>
              <a:gd name="connsiteY79" fmla="*/ 8032115 h 9456078"/>
              <a:gd name="connsiteX80" fmla="*/ 3589393 w 13158797"/>
              <a:gd name="connsiteY80" fmla="*/ 7997918 h 9456078"/>
              <a:gd name="connsiteX81" fmla="*/ 3624567 w 13158797"/>
              <a:gd name="connsiteY81" fmla="*/ 7963356 h 9456078"/>
              <a:gd name="connsiteX82" fmla="*/ 3659435 w 13158797"/>
              <a:gd name="connsiteY82" fmla="*/ 7928432 h 9456078"/>
              <a:gd name="connsiteX83" fmla="*/ 3693994 w 13158797"/>
              <a:gd name="connsiteY83" fmla="*/ 7893146 h 9456078"/>
              <a:gd name="connsiteX84" fmla="*/ 3728240 w 13158797"/>
              <a:gd name="connsiteY84" fmla="*/ 7857501 h 9456078"/>
              <a:gd name="connsiteX85" fmla="*/ 3762171 w 13158797"/>
              <a:gd name="connsiteY85" fmla="*/ 7821497 h 9456078"/>
              <a:gd name="connsiteX86" fmla="*/ 3795783 w 13158797"/>
              <a:gd name="connsiteY86" fmla="*/ 7785136 h 9456078"/>
              <a:gd name="connsiteX87" fmla="*/ 3829075 w 13158797"/>
              <a:gd name="connsiteY87" fmla="*/ 7748420 h 9456078"/>
              <a:gd name="connsiteX88" fmla="*/ 3862042 w 13158797"/>
              <a:gd name="connsiteY88" fmla="*/ 7711350 h 9456078"/>
              <a:gd name="connsiteX89" fmla="*/ 3894682 w 13158797"/>
              <a:gd name="connsiteY89" fmla="*/ 7673928 h 9456078"/>
              <a:gd name="connsiteX90" fmla="*/ 3926991 w 13158797"/>
              <a:gd name="connsiteY90" fmla="*/ 7636155 h 9456078"/>
              <a:gd name="connsiteX91" fmla="*/ 3958967 w 13158797"/>
              <a:gd name="connsiteY91" fmla="*/ 7598032 h 9456078"/>
              <a:gd name="connsiteX92" fmla="*/ 3990607 w 13158797"/>
              <a:gd name="connsiteY92" fmla="*/ 7559561 h 9456078"/>
              <a:gd name="connsiteX93" fmla="*/ 4021907 w 13158797"/>
              <a:gd name="connsiteY93" fmla="*/ 7520744 h 9456078"/>
              <a:gd name="connsiteX94" fmla="*/ 4052865 w 13158797"/>
              <a:gd name="connsiteY94" fmla="*/ 7481582 h 9456078"/>
              <a:gd name="connsiteX95" fmla="*/ 4083478 w 13158797"/>
              <a:gd name="connsiteY95" fmla="*/ 7442077 h 9456078"/>
              <a:gd name="connsiteX96" fmla="*/ 8022311 w 13158797"/>
              <a:gd name="connsiteY96" fmla="*/ 2307814 h 9456078"/>
              <a:gd name="connsiteX97" fmla="*/ 8052902 w 13158797"/>
              <a:gd name="connsiteY97" fmla="*/ 2268285 h 9456078"/>
              <a:gd name="connsiteX98" fmla="*/ 8083796 w 13158797"/>
              <a:gd name="connsiteY98" fmla="*/ 2229056 h 9456078"/>
              <a:gd name="connsiteX99" fmla="*/ 8114989 w 13158797"/>
              <a:gd name="connsiteY99" fmla="*/ 2190127 h 9456078"/>
              <a:gd name="connsiteX100" fmla="*/ 8146479 w 13158797"/>
              <a:gd name="connsiteY100" fmla="*/ 2151500 h 9456078"/>
              <a:gd name="connsiteX101" fmla="*/ 8178264 w 13158797"/>
              <a:gd name="connsiteY101" fmla="*/ 2113176 h 9456078"/>
              <a:gd name="connsiteX102" fmla="*/ 8210341 w 13158797"/>
              <a:gd name="connsiteY102" fmla="*/ 2075157 h 9456078"/>
              <a:gd name="connsiteX103" fmla="*/ 8242709 w 13158797"/>
              <a:gd name="connsiteY103" fmla="*/ 2037442 h 9456078"/>
              <a:gd name="connsiteX104" fmla="*/ 8275365 w 13158797"/>
              <a:gd name="connsiteY104" fmla="*/ 2000034 h 9456078"/>
              <a:gd name="connsiteX105" fmla="*/ 8308307 w 13158797"/>
              <a:gd name="connsiteY105" fmla="*/ 1962934 h 9456078"/>
              <a:gd name="connsiteX106" fmla="*/ 8341532 w 13158797"/>
              <a:gd name="connsiteY106" fmla="*/ 1926142 h 9456078"/>
              <a:gd name="connsiteX107" fmla="*/ 8375038 w 13158797"/>
              <a:gd name="connsiteY107" fmla="*/ 1889660 h 9456078"/>
              <a:gd name="connsiteX108" fmla="*/ 8408823 w 13158797"/>
              <a:gd name="connsiteY108" fmla="*/ 1853489 h 9456078"/>
              <a:gd name="connsiteX109" fmla="*/ 8442885 w 13158797"/>
              <a:gd name="connsiteY109" fmla="*/ 1817630 h 9456078"/>
              <a:gd name="connsiteX110" fmla="*/ 8477221 w 13158797"/>
              <a:gd name="connsiteY110" fmla="*/ 1782084 h 9456078"/>
              <a:gd name="connsiteX111" fmla="*/ 8511829 w 13158797"/>
              <a:gd name="connsiteY111" fmla="*/ 1746853 h 9456078"/>
              <a:gd name="connsiteX112" fmla="*/ 8546706 w 13158797"/>
              <a:gd name="connsiteY112" fmla="*/ 1711937 h 9456078"/>
              <a:gd name="connsiteX113" fmla="*/ 8581851 w 13158797"/>
              <a:gd name="connsiteY113" fmla="*/ 1677337 h 9456078"/>
              <a:gd name="connsiteX114" fmla="*/ 8617261 w 13158797"/>
              <a:gd name="connsiteY114" fmla="*/ 1643056 h 9456078"/>
              <a:gd name="connsiteX115" fmla="*/ 8652934 w 13158797"/>
              <a:gd name="connsiteY115" fmla="*/ 1609093 h 9456078"/>
              <a:gd name="connsiteX116" fmla="*/ 8688867 w 13158797"/>
              <a:gd name="connsiteY116" fmla="*/ 1575450 h 9456078"/>
              <a:gd name="connsiteX117" fmla="*/ 8725058 w 13158797"/>
              <a:gd name="connsiteY117" fmla="*/ 1542128 h 9456078"/>
              <a:gd name="connsiteX118" fmla="*/ 8761506 w 13158797"/>
              <a:gd name="connsiteY118" fmla="*/ 1509129 h 9456078"/>
              <a:gd name="connsiteX119" fmla="*/ 8798207 w 13158797"/>
              <a:gd name="connsiteY119" fmla="*/ 1476452 h 9456078"/>
              <a:gd name="connsiteX120" fmla="*/ 8835159 w 13158797"/>
              <a:gd name="connsiteY120" fmla="*/ 1444101 h 9456078"/>
              <a:gd name="connsiteX121" fmla="*/ 8872360 w 13158797"/>
              <a:gd name="connsiteY121" fmla="*/ 1412075 h 9456078"/>
              <a:gd name="connsiteX122" fmla="*/ 8909808 w 13158797"/>
              <a:gd name="connsiteY122" fmla="*/ 1380375 h 9456078"/>
              <a:gd name="connsiteX123" fmla="*/ 8947501 w 13158797"/>
              <a:gd name="connsiteY123" fmla="*/ 1349004 h 9456078"/>
              <a:gd name="connsiteX124" fmla="*/ 8985435 w 13158797"/>
              <a:gd name="connsiteY124" fmla="*/ 1317962 h 9456078"/>
              <a:gd name="connsiteX125" fmla="*/ 9023610 w 13158797"/>
              <a:gd name="connsiteY125" fmla="*/ 1287250 h 9456078"/>
              <a:gd name="connsiteX126" fmla="*/ 9062022 w 13158797"/>
              <a:gd name="connsiteY126" fmla="*/ 1256869 h 9456078"/>
              <a:gd name="connsiteX127" fmla="*/ 9100669 w 13158797"/>
              <a:gd name="connsiteY127" fmla="*/ 1226820 h 9456078"/>
              <a:gd name="connsiteX128" fmla="*/ 9139549 w 13158797"/>
              <a:gd name="connsiteY128" fmla="*/ 1197105 h 9456078"/>
              <a:gd name="connsiteX129" fmla="*/ 9178660 w 13158797"/>
              <a:gd name="connsiteY129" fmla="*/ 1167725 h 9456078"/>
              <a:gd name="connsiteX130" fmla="*/ 9217999 w 13158797"/>
              <a:gd name="connsiteY130" fmla="*/ 1138681 h 9456078"/>
              <a:gd name="connsiteX131" fmla="*/ 9257564 w 13158797"/>
              <a:gd name="connsiteY131" fmla="*/ 1109974 h 9456078"/>
              <a:gd name="connsiteX132" fmla="*/ 9297353 w 13158797"/>
              <a:gd name="connsiteY132" fmla="*/ 1081604 h 9456078"/>
              <a:gd name="connsiteX133" fmla="*/ 9337364 w 13158797"/>
              <a:gd name="connsiteY133" fmla="*/ 1053574 h 9456078"/>
              <a:gd name="connsiteX134" fmla="*/ 9377594 w 13158797"/>
              <a:gd name="connsiteY134" fmla="*/ 1025884 h 9456078"/>
              <a:gd name="connsiteX135" fmla="*/ 9418040 w 13158797"/>
              <a:gd name="connsiteY135" fmla="*/ 998536 h 9456078"/>
              <a:gd name="connsiteX136" fmla="*/ 9458702 w 13158797"/>
              <a:gd name="connsiteY136" fmla="*/ 971530 h 9456078"/>
              <a:gd name="connsiteX137" fmla="*/ 9499575 w 13158797"/>
              <a:gd name="connsiteY137" fmla="*/ 944868 h 9456078"/>
              <a:gd name="connsiteX138" fmla="*/ 9540659 w 13158797"/>
              <a:gd name="connsiteY138" fmla="*/ 918551 h 9456078"/>
              <a:gd name="connsiteX139" fmla="*/ 9581950 w 13158797"/>
              <a:gd name="connsiteY139" fmla="*/ 892580 h 9456078"/>
              <a:gd name="connsiteX140" fmla="*/ 9623447 w 13158797"/>
              <a:gd name="connsiteY140" fmla="*/ 866956 h 9456078"/>
              <a:gd name="connsiteX141" fmla="*/ 9665147 w 13158797"/>
              <a:gd name="connsiteY141" fmla="*/ 841681 h 9456078"/>
              <a:gd name="connsiteX142" fmla="*/ 9707048 w 13158797"/>
              <a:gd name="connsiteY142" fmla="*/ 816754 h 9456078"/>
              <a:gd name="connsiteX143" fmla="*/ 9749147 w 13158797"/>
              <a:gd name="connsiteY143" fmla="*/ 792179 h 9456078"/>
              <a:gd name="connsiteX144" fmla="*/ 9791443 w 13158797"/>
              <a:gd name="connsiteY144" fmla="*/ 767955 h 9456078"/>
              <a:gd name="connsiteX145" fmla="*/ 9833932 w 13158797"/>
              <a:gd name="connsiteY145" fmla="*/ 744083 h 9456078"/>
              <a:gd name="connsiteX146" fmla="*/ 9876613 w 13158797"/>
              <a:gd name="connsiteY146" fmla="*/ 720566 h 9456078"/>
              <a:gd name="connsiteX147" fmla="*/ 9919484 w 13158797"/>
              <a:gd name="connsiteY147" fmla="*/ 697404 h 9456078"/>
              <a:gd name="connsiteX148" fmla="*/ 9962542 w 13158797"/>
              <a:gd name="connsiteY148" fmla="*/ 674598 h 9456078"/>
              <a:gd name="connsiteX149" fmla="*/ 10005784 w 13158797"/>
              <a:gd name="connsiteY149" fmla="*/ 652149 h 9456078"/>
              <a:gd name="connsiteX150" fmla="*/ 10049209 w 13158797"/>
              <a:gd name="connsiteY150" fmla="*/ 630059 h 9456078"/>
              <a:gd name="connsiteX151" fmla="*/ 10092814 w 13158797"/>
              <a:gd name="connsiteY151" fmla="*/ 608328 h 9456078"/>
              <a:gd name="connsiteX152" fmla="*/ 10136597 w 13158797"/>
              <a:gd name="connsiteY152" fmla="*/ 586958 h 9456078"/>
              <a:gd name="connsiteX153" fmla="*/ 10180556 w 13158797"/>
              <a:gd name="connsiteY153" fmla="*/ 565950 h 9456078"/>
              <a:gd name="connsiteX154" fmla="*/ 10224688 w 13158797"/>
              <a:gd name="connsiteY154" fmla="*/ 545304 h 9456078"/>
              <a:gd name="connsiteX155" fmla="*/ 10268991 w 13158797"/>
              <a:gd name="connsiteY155" fmla="*/ 525023 h 9456078"/>
              <a:gd name="connsiteX156" fmla="*/ 10313463 w 13158797"/>
              <a:gd name="connsiteY156" fmla="*/ 505107 h 9456078"/>
              <a:gd name="connsiteX157" fmla="*/ 10358101 w 13158797"/>
              <a:gd name="connsiteY157" fmla="*/ 485558 h 9456078"/>
              <a:gd name="connsiteX158" fmla="*/ 10402903 w 13158797"/>
              <a:gd name="connsiteY158" fmla="*/ 466376 h 9456078"/>
              <a:gd name="connsiteX159" fmla="*/ 10447868 w 13158797"/>
              <a:gd name="connsiteY159" fmla="*/ 447563 h 9456078"/>
              <a:gd name="connsiteX160" fmla="*/ 10492991 w 13158797"/>
              <a:gd name="connsiteY160" fmla="*/ 429119 h 9456078"/>
              <a:gd name="connsiteX161" fmla="*/ 10538272 w 13158797"/>
              <a:gd name="connsiteY161" fmla="*/ 411046 h 9456078"/>
              <a:gd name="connsiteX162" fmla="*/ 10583708 w 13158797"/>
              <a:gd name="connsiteY162" fmla="*/ 393346 h 9456078"/>
              <a:gd name="connsiteX163" fmla="*/ 10629297 w 13158797"/>
              <a:gd name="connsiteY163" fmla="*/ 376018 h 9456078"/>
              <a:gd name="connsiteX164" fmla="*/ 10675036 w 13158797"/>
              <a:gd name="connsiteY164" fmla="*/ 359065 h 9456078"/>
              <a:gd name="connsiteX165" fmla="*/ 10720923 w 13158797"/>
              <a:gd name="connsiteY165" fmla="*/ 342487 h 9456078"/>
              <a:gd name="connsiteX166" fmla="*/ 10766956 w 13158797"/>
              <a:gd name="connsiteY166" fmla="*/ 326286 h 9456078"/>
              <a:gd name="connsiteX167" fmla="*/ 10813132 w 13158797"/>
              <a:gd name="connsiteY167" fmla="*/ 310462 h 9456078"/>
              <a:gd name="connsiteX168" fmla="*/ 10859450 w 13158797"/>
              <a:gd name="connsiteY168" fmla="*/ 295018 h 9456078"/>
              <a:gd name="connsiteX169" fmla="*/ 10905907 w 13158797"/>
              <a:gd name="connsiteY169" fmla="*/ 279953 h 9456078"/>
              <a:gd name="connsiteX170" fmla="*/ 10952500 w 13158797"/>
              <a:gd name="connsiteY170" fmla="*/ 265269 h 9456078"/>
              <a:gd name="connsiteX171" fmla="*/ 10999227 w 13158797"/>
              <a:gd name="connsiteY171" fmla="*/ 250968 h 9456078"/>
              <a:gd name="connsiteX172" fmla="*/ 11046087 w 13158797"/>
              <a:gd name="connsiteY172" fmla="*/ 237049 h 9456078"/>
              <a:gd name="connsiteX173" fmla="*/ 11093076 w 13158797"/>
              <a:gd name="connsiteY173" fmla="*/ 223516 h 9456078"/>
              <a:gd name="connsiteX174" fmla="*/ 11140193 w 13158797"/>
              <a:gd name="connsiteY174" fmla="*/ 210368 h 9456078"/>
              <a:gd name="connsiteX175" fmla="*/ 11187434 w 13158797"/>
              <a:gd name="connsiteY175" fmla="*/ 197606 h 9456078"/>
              <a:gd name="connsiteX176" fmla="*/ 11234799 w 13158797"/>
              <a:gd name="connsiteY176" fmla="*/ 185233 h 9456078"/>
              <a:gd name="connsiteX177" fmla="*/ 11282284 w 13158797"/>
              <a:gd name="connsiteY177" fmla="*/ 173248 h 9456078"/>
              <a:gd name="connsiteX178" fmla="*/ 11329888 w 13158797"/>
              <a:gd name="connsiteY178" fmla="*/ 161654 h 9456078"/>
              <a:gd name="connsiteX179" fmla="*/ 11377607 w 13158797"/>
              <a:gd name="connsiteY179" fmla="*/ 150451 h 9456078"/>
              <a:gd name="connsiteX180" fmla="*/ 11425440 w 13158797"/>
              <a:gd name="connsiteY180" fmla="*/ 139640 h 9456078"/>
              <a:gd name="connsiteX181" fmla="*/ 11473385 w 13158797"/>
              <a:gd name="connsiteY181" fmla="*/ 129223 h 9456078"/>
              <a:gd name="connsiteX182" fmla="*/ 11521439 w 13158797"/>
              <a:gd name="connsiteY182" fmla="*/ 119201 h 9456078"/>
              <a:gd name="connsiteX183" fmla="*/ 11569599 w 13158797"/>
              <a:gd name="connsiteY183" fmla="*/ 109574 h 9456078"/>
              <a:gd name="connsiteX184" fmla="*/ 11617864 w 13158797"/>
              <a:gd name="connsiteY184" fmla="*/ 100344 h 9456078"/>
              <a:gd name="connsiteX185" fmla="*/ 11666231 w 13158797"/>
              <a:gd name="connsiteY185" fmla="*/ 91512 h 9456078"/>
              <a:gd name="connsiteX186" fmla="*/ 11714698 w 13158797"/>
              <a:gd name="connsiteY186" fmla="*/ 83080 h 9456078"/>
              <a:gd name="connsiteX187" fmla="*/ 11763263 w 13158797"/>
              <a:gd name="connsiteY187" fmla="*/ 75047 h 9456078"/>
              <a:gd name="connsiteX188" fmla="*/ 11811923 w 13158797"/>
              <a:gd name="connsiteY188" fmla="*/ 67417 h 9456078"/>
              <a:gd name="connsiteX189" fmla="*/ 11860676 w 13158797"/>
              <a:gd name="connsiteY189" fmla="*/ 60188 h 9456078"/>
              <a:gd name="connsiteX190" fmla="*/ 11909519 w 13158797"/>
              <a:gd name="connsiteY190" fmla="*/ 53364 h 9456078"/>
              <a:gd name="connsiteX191" fmla="*/ 11958451 w 13158797"/>
              <a:gd name="connsiteY191" fmla="*/ 46944 h 9456078"/>
              <a:gd name="connsiteX192" fmla="*/ 12007470 w 13158797"/>
              <a:gd name="connsiteY192" fmla="*/ 40931 h 9456078"/>
              <a:gd name="connsiteX193" fmla="*/ 12056572 w 13158797"/>
              <a:gd name="connsiteY193" fmla="*/ 35324 h 9456078"/>
              <a:gd name="connsiteX194" fmla="*/ 12105756 w 13158797"/>
              <a:gd name="connsiteY194" fmla="*/ 30126 h 9456078"/>
              <a:gd name="connsiteX195" fmla="*/ 12155019 w 13158797"/>
              <a:gd name="connsiteY195" fmla="*/ 25337 h 9456078"/>
              <a:gd name="connsiteX196" fmla="*/ 12204359 w 13158797"/>
              <a:gd name="connsiteY196" fmla="*/ 20958 h 9456078"/>
              <a:gd name="connsiteX197" fmla="*/ 12253773 w 13158797"/>
              <a:gd name="connsiteY197" fmla="*/ 16991 h 9456078"/>
              <a:gd name="connsiteX198" fmla="*/ 12303260 w 13158797"/>
              <a:gd name="connsiteY198" fmla="*/ 13437 h 9456078"/>
              <a:gd name="connsiteX199" fmla="*/ 12352818 w 13158797"/>
              <a:gd name="connsiteY199" fmla="*/ 10297 h 9456078"/>
              <a:gd name="connsiteX200" fmla="*/ 12402443 w 13158797"/>
              <a:gd name="connsiteY200" fmla="*/ 7572 h 9456078"/>
              <a:gd name="connsiteX201" fmla="*/ 12452133 w 13158797"/>
              <a:gd name="connsiteY201" fmla="*/ 5263 h 9456078"/>
              <a:gd name="connsiteX202" fmla="*/ 12501887 w 13158797"/>
              <a:gd name="connsiteY202" fmla="*/ 3371 h 9456078"/>
              <a:gd name="connsiteX203" fmla="*/ 12551701 w 13158797"/>
              <a:gd name="connsiteY203" fmla="*/ 1898 h 9456078"/>
              <a:gd name="connsiteX204" fmla="*/ 12601574 w 13158797"/>
              <a:gd name="connsiteY204" fmla="*/ 844 h 9456078"/>
              <a:gd name="connsiteX205" fmla="*/ 12651504 w 13158797"/>
              <a:gd name="connsiteY205" fmla="*/ 211 h 9456078"/>
              <a:gd name="connsiteX206" fmla="*/ 12701487 w 13158797"/>
              <a:gd name="connsiteY206" fmla="*/ 0 h 9456078"/>
              <a:gd name="connsiteX207" fmla="*/ 13158798 w 13158797"/>
              <a:gd name="connsiteY207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98870 w 13158799"/>
              <a:gd name="connsiteY5" fmla="*/ 9447409 h 9456078"/>
              <a:gd name="connsiteX6" fmla="*/ 348429 w 13158799"/>
              <a:gd name="connsiteY6" fmla="*/ 9444290 h 9456078"/>
              <a:gd name="connsiteX7" fmla="*/ 397907 w 13158799"/>
              <a:gd name="connsiteY7" fmla="*/ 9440698 h 9456078"/>
              <a:gd name="connsiteX8" fmla="*/ 447302 w 13158799"/>
              <a:gd name="connsiteY8" fmla="*/ 9436632 h 9456078"/>
              <a:gd name="connsiteX9" fmla="*/ 496610 w 13158799"/>
              <a:gd name="connsiteY9" fmla="*/ 9432096 h 9456078"/>
              <a:gd name="connsiteX10" fmla="*/ 545829 w 13158799"/>
              <a:gd name="connsiteY10" fmla="*/ 9427089 h 9456078"/>
              <a:gd name="connsiteX11" fmla="*/ 594956 w 13158799"/>
              <a:gd name="connsiteY11" fmla="*/ 9421615 h 9456078"/>
              <a:gd name="connsiteX12" fmla="*/ 643987 w 13158799"/>
              <a:gd name="connsiteY12" fmla="*/ 9415673 h 9456078"/>
              <a:gd name="connsiteX13" fmla="*/ 692920 w 13158799"/>
              <a:gd name="connsiteY13" fmla="*/ 9409267 h 9456078"/>
              <a:gd name="connsiteX14" fmla="*/ 741751 w 13158799"/>
              <a:gd name="connsiteY14" fmla="*/ 9402396 h 9456078"/>
              <a:gd name="connsiteX15" fmla="*/ 790478 w 13158799"/>
              <a:gd name="connsiteY15" fmla="*/ 9395063 h 9456078"/>
              <a:gd name="connsiteX16" fmla="*/ 839098 w 13158799"/>
              <a:gd name="connsiteY16" fmla="*/ 9387270 h 9456078"/>
              <a:gd name="connsiteX17" fmla="*/ 887607 w 13158799"/>
              <a:gd name="connsiteY17" fmla="*/ 9379017 h 9456078"/>
              <a:gd name="connsiteX18" fmla="*/ 936002 w 13158799"/>
              <a:gd name="connsiteY18" fmla="*/ 9370306 h 9456078"/>
              <a:gd name="connsiteX19" fmla="*/ 984281 w 13158799"/>
              <a:gd name="connsiteY19" fmla="*/ 9361139 h 9456078"/>
              <a:gd name="connsiteX20" fmla="*/ 1032440 w 13158799"/>
              <a:gd name="connsiteY20" fmla="*/ 9351517 h 9456078"/>
              <a:gd name="connsiteX21" fmla="*/ 1080477 w 13158799"/>
              <a:gd name="connsiteY21" fmla="*/ 9341441 h 9456078"/>
              <a:gd name="connsiteX22" fmla="*/ 1176172 w 13158799"/>
              <a:gd name="connsiteY22" fmla="*/ 9319936 h 9456078"/>
              <a:gd name="connsiteX23" fmla="*/ 1223823 w 13158799"/>
              <a:gd name="connsiteY23" fmla="*/ 9308509 h 9456078"/>
              <a:gd name="connsiteX24" fmla="*/ 1271339 w 13158799"/>
              <a:gd name="connsiteY24" fmla="*/ 9296635 h 9456078"/>
              <a:gd name="connsiteX25" fmla="*/ 1318719 w 13158799"/>
              <a:gd name="connsiteY25" fmla="*/ 9284315 h 9456078"/>
              <a:gd name="connsiteX26" fmla="*/ 1365957 w 13158799"/>
              <a:gd name="connsiteY26" fmla="*/ 9271550 h 9456078"/>
              <a:gd name="connsiteX27" fmla="*/ 1413052 w 13158799"/>
              <a:gd name="connsiteY27" fmla="*/ 9258342 h 9456078"/>
              <a:gd name="connsiteX28" fmla="*/ 1460000 w 13158799"/>
              <a:gd name="connsiteY28" fmla="*/ 9244693 h 9456078"/>
              <a:gd name="connsiteX29" fmla="*/ 1506799 w 13158799"/>
              <a:gd name="connsiteY29" fmla="*/ 9230604 h 9456078"/>
              <a:gd name="connsiteX30" fmla="*/ 1553445 w 13158799"/>
              <a:gd name="connsiteY30" fmla="*/ 9216076 h 9456078"/>
              <a:gd name="connsiteX31" fmla="*/ 1599935 w 13158799"/>
              <a:gd name="connsiteY31" fmla="*/ 9201111 h 9456078"/>
              <a:gd name="connsiteX32" fmla="*/ 1646267 w 13158799"/>
              <a:gd name="connsiteY32" fmla="*/ 9185710 h 9456078"/>
              <a:gd name="connsiteX33" fmla="*/ 1692437 w 13158799"/>
              <a:gd name="connsiteY33" fmla="*/ 9169876 h 9456078"/>
              <a:gd name="connsiteX34" fmla="*/ 1738442 w 13158799"/>
              <a:gd name="connsiteY34" fmla="*/ 9153608 h 9456078"/>
              <a:gd name="connsiteX35" fmla="*/ 1784280 w 13158799"/>
              <a:gd name="connsiteY35" fmla="*/ 9136910 h 9456078"/>
              <a:gd name="connsiteX36" fmla="*/ 1829947 w 13158799"/>
              <a:gd name="connsiteY36" fmla="*/ 9119782 h 9456078"/>
              <a:gd name="connsiteX37" fmla="*/ 1875440 w 13158799"/>
              <a:gd name="connsiteY37" fmla="*/ 9102226 h 9456078"/>
              <a:gd name="connsiteX38" fmla="*/ 1920756 w 13158799"/>
              <a:gd name="connsiteY38" fmla="*/ 9084243 h 9456078"/>
              <a:gd name="connsiteX39" fmla="*/ 1965893 w 13158799"/>
              <a:gd name="connsiteY39" fmla="*/ 9065835 h 9456078"/>
              <a:gd name="connsiteX40" fmla="*/ 2010847 w 13158799"/>
              <a:gd name="connsiteY40" fmla="*/ 9047004 h 9456078"/>
              <a:gd name="connsiteX41" fmla="*/ 2055615 w 13158799"/>
              <a:gd name="connsiteY41" fmla="*/ 9027750 h 9456078"/>
              <a:gd name="connsiteX42" fmla="*/ 2100195 w 13158799"/>
              <a:gd name="connsiteY42" fmla="*/ 9008075 h 9456078"/>
              <a:gd name="connsiteX43" fmla="*/ 2144582 w 13158799"/>
              <a:gd name="connsiteY43" fmla="*/ 8987981 h 9456078"/>
              <a:gd name="connsiteX44" fmla="*/ 2188775 w 13158799"/>
              <a:gd name="connsiteY44" fmla="*/ 8967470 h 9456078"/>
              <a:gd name="connsiteX45" fmla="*/ 2232770 w 13158799"/>
              <a:gd name="connsiteY45" fmla="*/ 8946542 h 9456078"/>
              <a:gd name="connsiteX46" fmla="*/ 2276564 w 13158799"/>
              <a:gd name="connsiteY46" fmla="*/ 8925199 h 9456078"/>
              <a:gd name="connsiteX47" fmla="*/ 2320154 w 13158799"/>
              <a:gd name="connsiteY47" fmla="*/ 8903443 h 9456078"/>
              <a:gd name="connsiteX48" fmla="*/ 2363538 w 13158799"/>
              <a:gd name="connsiteY48" fmla="*/ 8881275 h 9456078"/>
              <a:gd name="connsiteX49" fmla="*/ 2406711 w 13158799"/>
              <a:gd name="connsiteY49" fmla="*/ 8858697 h 9456078"/>
              <a:gd name="connsiteX50" fmla="*/ 2449672 w 13158799"/>
              <a:gd name="connsiteY50" fmla="*/ 8835710 h 9456078"/>
              <a:gd name="connsiteX51" fmla="*/ 2492417 w 13158799"/>
              <a:gd name="connsiteY51" fmla="*/ 8812316 h 9456078"/>
              <a:gd name="connsiteX52" fmla="*/ 2534943 w 13158799"/>
              <a:gd name="connsiteY52" fmla="*/ 8788516 h 9456078"/>
              <a:gd name="connsiteX53" fmla="*/ 2577247 w 13158799"/>
              <a:gd name="connsiteY53" fmla="*/ 8764311 h 9456078"/>
              <a:gd name="connsiteX54" fmla="*/ 2619326 w 13158799"/>
              <a:gd name="connsiteY54" fmla="*/ 8739704 h 9456078"/>
              <a:gd name="connsiteX55" fmla="*/ 2661177 w 13158799"/>
              <a:gd name="connsiteY55" fmla="*/ 8714695 h 9456078"/>
              <a:gd name="connsiteX56" fmla="*/ 2702797 w 13158799"/>
              <a:gd name="connsiteY56" fmla="*/ 8689286 h 9456078"/>
              <a:gd name="connsiteX57" fmla="*/ 2744183 w 13158799"/>
              <a:gd name="connsiteY57" fmla="*/ 8663479 h 9456078"/>
              <a:gd name="connsiteX58" fmla="*/ 2785333 w 13158799"/>
              <a:gd name="connsiteY58" fmla="*/ 8637274 h 9456078"/>
              <a:gd name="connsiteX59" fmla="*/ 2826242 w 13158799"/>
              <a:gd name="connsiteY59" fmla="*/ 8610675 h 9456078"/>
              <a:gd name="connsiteX60" fmla="*/ 2866908 w 13158799"/>
              <a:gd name="connsiteY60" fmla="*/ 8583681 h 9456078"/>
              <a:gd name="connsiteX61" fmla="*/ 2907329 w 13158799"/>
              <a:gd name="connsiteY61" fmla="*/ 8556295 h 9456078"/>
              <a:gd name="connsiteX62" fmla="*/ 2947500 w 13158799"/>
              <a:gd name="connsiteY62" fmla="*/ 8528517 h 9456078"/>
              <a:gd name="connsiteX63" fmla="*/ 2987419 w 13158799"/>
              <a:gd name="connsiteY63" fmla="*/ 8500351 h 9456078"/>
              <a:gd name="connsiteX64" fmla="*/ 3027083 w 13158799"/>
              <a:gd name="connsiteY64" fmla="*/ 8471796 h 9456078"/>
              <a:gd name="connsiteX65" fmla="*/ 3066489 w 13158799"/>
              <a:gd name="connsiteY65" fmla="*/ 8442854 h 9456078"/>
              <a:gd name="connsiteX66" fmla="*/ 3105634 w 13158799"/>
              <a:gd name="connsiteY66" fmla="*/ 8413528 h 9456078"/>
              <a:gd name="connsiteX67" fmla="*/ 3144515 w 13158799"/>
              <a:gd name="connsiteY67" fmla="*/ 8383818 h 9456078"/>
              <a:gd name="connsiteX68" fmla="*/ 3183129 w 13158799"/>
              <a:gd name="connsiteY68" fmla="*/ 8353726 h 9456078"/>
              <a:gd name="connsiteX69" fmla="*/ 3221473 w 13158799"/>
              <a:gd name="connsiteY69" fmla="*/ 8323253 h 9456078"/>
              <a:gd name="connsiteX70" fmla="*/ 3259544 w 13158799"/>
              <a:gd name="connsiteY70" fmla="*/ 8292401 h 9456078"/>
              <a:gd name="connsiteX71" fmla="*/ 3297339 w 13158799"/>
              <a:gd name="connsiteY71" fmla="*/ 8261172 h 9456078"/>
              <a:gd name="connsiteX72" fmla="*/ 3334854 w 13158799"/>
              <a:gd name="connsiteY72" fmla="*/ 8229566 h 9456078"/>
              <a:gd name="connsiteX73" fmla="*/ 3372087 w 13158799"/>
              <a:gd name="connsiteY73" fmla="*/ 8197585 h 9456078"/>
              <a:gd name="connsiteX74" fmla="*/ 3409035 w 13158799"/>
              <a:gd name="connsiteY74" fmla="*/ 8165232 h 9456078"/>
              <a:gd name="connsiteX75" fmla="*/ 3445695 w 13158799"/>
              <a:gd name="connsiteY75" fmla="*/ 8132507 h 9456078"/>
              <a:gd name="connsiteX76" fmla="*/ 3482064 w 13158799"/>
              <a:gd name="connsiteY76" fmla="*/ 8099411 h 9456078"/>
              <a:gd name="connsiteX77" fmla="*/ 3518139 w 13158799"/>
              <a:gd name="connsiteY77" fmla="*/ 8065947 h 9456078"/>
              <a:gd name="connsiteX78" fmla="*/ 3553916 w 13158799"/>
              <a:gd name="connsiteY78" fmla="*/ 8032115 h 9456078"/>
              <a:gd name="connsiteX79" fmla="*/ 3589393 w 13158799"/>
              <a:gd name="connsiteY79" fmla="*/ 7997918 h 9456078"/>
              <a:gd name="connsiteX80" fmla="*/ 3624567 w 13158799"/>
              <a:gd name="connsiteY80" fmla="*/ 7963356 h 9456078"/>
              <a:gd name="connsiteX81" fmla="*/ 3659435 w 13158799"/>
              <a:gd name="connsiteY81" fmla="*/ 7928432 h 9456078"/>
              <a:gd name="connsiteX82" fmla="*/ 3693994 w 13158799"/>
              <a:gd name="connsiteY82" fmla="*/ 7893146 h 9456078"/>
              <a:gd name="connsiteX83" fmla="*/ 3728240 w 13158799"/>
              <a:gd name="connsiteY83" fmla="*/ 7857501 h 9456078"/>
              <a:gd name="connsiteX84" fmla="*/ 3762171 w 13158799"/>
              <a:gd name="connsiteY84" fmla="*/ 7821497 h 9456078"/>
              <a:gd name="connsiteX85" fmla="*/ 3795783 w 13158799"/>
              <a:gd name="connsiteY85" fmla="*/ 7785136 h 9456078"/>
              <a:gd name="connsiteX86" fmla="*/ 3829075 w 13158799"/>
              <a:gd name="connsiteY86" fmla="*/ 7748420 h 9456078"/>
              <a:gd name="connsiteX87" fmla="*/ 3862042 w 13158799"/>
              <a:gd name="connsiteY87" fmla="*/ 7711350 h 9456078"/>
              <a:gd name="connsiteX88" fmla="*/ 3894682 w 13158799"/>
              <a:gd name="connsiteY88" fmla="*/ 7673928 h 9456078"/>
              <a:gd name="connsiteX89" fmla="*/ 3926991 w 13158799"/>
              <a:gd name="connsiteY89" fmla="*/ 7636155 h 9456078"/>
              <a:gd name="connsiteX90" fmla="*/ 3958967 w 13158799"/>
              <a:gd name="connsiteY90" fmla="*/ 7598032 h 9456078"/>
              <a:gd name="connsiteX91" fmla="*/ 3990607 w 13158799"/>
              <a:gd name="connsiteY91" fmla="*/ 7559561 h 9456078"/>
              <a:gd name="connsiteX92" fmla="*/ 4021907 w 13158799"/>
              <a:gd name="connsiteY92" fmla="*/ 7520744 h 9456078"/>
              <a:gd name="connsiteX93" fmla="*/ 4052865 w 13158799"/>
              <a:gd name="connsiteY93" fmla="*/ 7481582 h 9456078"/>
              <a:gd name="connsiteX94" fmla="*/ 4083478 w 13158799"/>
              <a:gd name="connsiteY94" fmla="*/ 7442077 h 9456078"/>
              <a:gd name="connsiteX95" fmla="*/ 8022311 w 13158799"/>
              <a:gd name="connsiteY95" fmla="*/ 2307814 h 9456078"/>
              <a:gd name="connsiteX96" fmla="*/ 8052902 w 13158799"/>
              <a:gd name="connsiteY96" fmla="*/ 2268285 h 9456078"/>
              <a:gd name="connsiteX97" fmla="*/ 8083796 w 13158799"/>
              <a:gd name="connsiteY97" fmla="*/ 2229056 h 9456078"/>
              <a:gd name="connsiteX98" fmla="*/ 8114989 w 13158799"/>
              <a:gd name="connsiteY98" fmla="*/ 2190127 h 9456078"/>
              <a:gd name="connsiteX99" fmla="*/ 8146479 w 13158799"/>
              <a:gd name="connsiteY99" fmla="*/ 2151500 h 9456078"/>
              <a:gd name="connsiteX100" fmla="*/ 8178264 w 13158799"/>
              <a:gd name="connsiteY100" fmla="*/ 2113176 h 9456078"/>
              <a:gd name="connsiteX101" fmla="*/ 8210341 w 13158799"/>
              <a:gd name="connsiteY101" fmla="*/ 2075157 h 9456078"/>
              <a:gd name="connsiteX102" fmla="*/ 8242709 w 13158799"/>
              <a:gd name="connsiteY102" fmla="*/ 2037442 h 9456078"/>
              <a:gd name="connsiteX103" fmla="*/ 8275365 w 13158799"/>
              <a:gd name="connsiteY103" fmla="*/ 2000034 h 9456078"/>
              <a:gd name="connsiteX104" fmla="*/ 8308307 w 13158799"/>
              <a:gd name="connsiteY104" fmla="*/ 1962934 h 9456078"/>
              <a:gd name="connsiteX105" fmla="*/ 8341532 w 13158799"/>
              <a:gd name="connsiteY105" fmla="*/ 1926142 h 9456078"/>
              <a:gd name="connsiteX106" fmla="*/ 8375038 w 13158799"/>
              <a:gd name="connsiteY106" fmla="*/ 1889660 h 9456078"/>
              <a:gd name="connsiteX107" fmla="*/ 8408823 w 13158799"/>
              <a:gd name="connsiteY107" fmla="*/ 1853489 h 9456078"/>
              <a:gd name="connsiteX108" fmla="*/ 8442885 w 13158799"/>
              <a:gd name="connsiteY108" fmla="*/ 1817630 h 9456078"/>
              <a:gd name="connsiteX109" fmla="*/ 8477221 w 13158799"/>
              <a:gd name="connsiteY109" fmla="*/ 1782084 h 9456078"/>
              <a:gd name="connsiteX110" fmla="*/ 8511829 w 13158799"/>
              <a:gd name="connsiteY110" fmla="*/ 1746853 h 9456078"/>
              <a:gd name="connsiteX111" fmla="*/ 8546706 w 13158799"/>
              <a:gd name="connsiteY111" fmla="*/ 1711937 h 9456078"/>
              <a:gd name="connsiteX112" fmla="*/ 8581851 w 13158799"/>
              <a:gd name="connsiteY112" fmla="*/ 1677337 h 9456078"/>
              <a:gd name="connsiteX113" fmla="*/ 8617261 w 13158799"/>
              <a:gd name="connsiteY113" fmla="*/ 1643056 h 9456078"/>
              <a:gd name="connsiteX114" fmla="*/ 8652934 w 13158799"/>
              <a:gd name="connsiteY114" fmla="*/ 1609093 h 9456078"/>
              <a:gd name="connsiteX115" fmla="*/ 8688867 w 13158799"/>
              <a:gd name="connsiteY115" fmla="*/ 1575450 h 9456078"/>
              <a:gd name="connsiteX116" fmla="*/ 8725058 w 13158799"/>
              <a:gd name="connsiteY116" fmla="*/ 1542128 h 9456078"/>
              <a:gd name="connsiteX117" fmla="*/ 8761506 w 13158799"/>
              <a:gd name="connsiteY117" fmla="*/ 1509129 h 9456078"/>
              <a:gd name="connsiteX118" fmla="*/ 8798207 w 13158799"/>
              <a:gd name="connsiteY118" fmla="*/ 1476452 h 9456078"/>
              <a:gd name="connsiteX119" fmla="*/ 8835159 w 13158799"/>
              <a:gd name="connsiteY119" fmla="*/ 1444101 h 9456078"/>
              <a:gd name="connsiteX120" fmla="*/ 8872360 w 13158799"/>
              <a:gd name="connsiteY120" fmla="*/ 1412075 h 9456078"/>
              <a:gd name="connsiteX121" fmla="*/ 8909808 w 13158799"/>
              <a:gd name="connsiteY121" fmla="*/ 1380375 h 9456078"/>
              <a:gd name="connsiteX122" fmla="*/ 8947501 w 13158799"/>
              <a:gd name="connsiteY122" fmla="*/ 1349004 h 9456078"/>
              <a:gd name="connsiteX123" fmla="*/ 8985435 w 13158799"/>
              <a:gd name="connsiteY123" fmla="*/ 1317962 h 9456078"/>
              <a:gd name="connsiteX124" fmla="*/ 9023610 w 13158799"/>
              <a:gd name="connsiteY124" fmla="*/ 1287250 h 9456078"/>
              <a:gd name="connsiteX125" fmla="*/ 9062022 w 13158799"/>
              <a:gd name="connsiteY125" fmla="*/ 1256869 h 9456078"/>
              <a:gd name="connsiteX126" fmla="*/ 9100669 w 13158799"/>
              <a:gd name="connsiteY126" fmla="*/ 1226820 h 9456078"/>
              <a:gd name="connsiteX127" fmla="*/ 9139549 w 13158799"/>
              <a:gd name="connsiteY127" fmla="*/ 1197105 h 9456078"/>
              <a:gd name="connsiteX128" fmla="*/ 9178660 w 13158799"/>
              <a:gd name="connsiteY128" fmla="*/ 1167725 h 9456078"/>
              <a:gd name="connsiteX129" fmla="*/ 9217999 w 13158799"/>
              <a:gd name="connsiteY129" fmla="*/ 1138681 h 9456078"/>
              <a:gd name="connsiteX130" fmla="*/ 9257564 w 13158799"/>
              <a:gd name="connsiteY130" fmla="*/ 1109974 h 9456078"/>
              <a:gd name="connsiteX131" fmla="*/ 9297353 w 13158799"/>
              <a:gd name="connsiteY131" fmla="*/ 1081604 h 9456078"/>
              <a:gd name="connsiteX132" fmla="*/ 9337364 w 13158799"/>
              <a:gd name="connsiteY132" fmla="*/ 1053574 h 9456078"/>
              <a:gd name="connsiteX133" fmla="*/ 9377594 w 13158799"/>
              <a:gd name="connsiteY133" fmla="*/ 1025884 h 9456078"/>
              <a:gd name="connsiteX134" fmla="*/ 9418040 w 13158799"/>
              <a:gd name="connsiteY134" fmla="*/ 998536 h 9456078"/>
              <a:gd name="connsiteX135" fmla="*/ 9458702 w 13158799"/>
              <a:gd name="connsiteY135" fmla="*/ 971530 h 9456078"/>
              <a:gd name="connsiteX136" fmla="*/ 9499575 w 13158799"/>
              <a:gd name="connsiteY136" fmla="*/ 944868 h 9456078"/>
              <a:gd name="connsiteX137" fmla="*/ 9540659 w 13158799"/>
              <a:gd name="connsiteY137" fmla="*/ 918551 h 9456078"/>
              <a:gd name="connsiteX138" fmla="*/ 9581950 w 13158799"/>
              <a:gd name="connsiteY138" fmla="*/ 892580 h 9456078"/>
              <a:gd name="connsiteX139" fmla="*/ 9623447 w 13158799"/>
              <a:gd name="connsiteY139" fmla="*/ 866956 h 9456078"/>
              <a:gd name="connsiteX140" fmla="*/ 9665147 w 13158799"/>
              <a:gd name="connsiteY140" fmla="*/ 841681 h 9456078"/>
              <a:gd name="connsiteX141" fmla="*/ 9707048 w 13158799"/>
              <a:gd name="connsiteY141" fmla="*/ 816754 h 9456078"/>
              <a:gd name="connsiteX142" fmla="*/ 9749147 w 13158799"/>
              <a:gd name="connsiteY142" fmla="*/ 792179 h 9456078"/>
              <a:gd name="connsiteX143" fmla="*/ 9791443 w 13158799"/>
              <a:gd name="connsiteY143" fmla="*/ 767955 h 9456078"/>
              <a:gd name="connsiteX144" fmla="*/ 9833932 w 13158799"/>
              <a:gd name="connsiteY144" fmla="*/ 744083 h 9456078"/>
              <a:gd name="connsiteX145" fmla="*/ 9876613 w 13158799"/>
              <a:gd name="connsiteY145" fmla="*/ 720566 h 9456078"/>
              <a:gd name="connsiteX146" fmla="*/ 9919484 w 13158799"/>
              <a:gd name="connsiteY146" fmla="*/ 697404 h 9456078"/>
              <a:gd name="connsiteX147" fmla="*/ 9962542 w 13158799"/>
              <a:gd name="connsiteY147" fmla="*/ 674598 h 9456078"/>
              <a:gd name="connsiteX148" fmla="*/ 10005784 w 13158799"/>
              <a:gd name="connsiteY148" fmla="*/ 652149 h 9456078"/>
              <a:gd name="connsiteX149" fmla="*/ 10049209 w 13158799"/>
              <a:gd name="connsiteY149" fmla="*/ 630059 h 9456078"/>
              <a:gd name="connsiteX150" fmla="*/ 10092814 w 13158799"/>
              <a:gd name="connsiteY150" fmla="*/ 608328 h 9456078"/>
              <a:gd name="connsiteX151" fmla="*/ 10136597 w 13158799"/>
              <a:gd name="connsiteY151" fmla="*/ 586958 h 9456078"/>
              <a:gd name="connsiteX152" fmla="*/ 10180556 w 13158799"/>
              <a:gd name="connsiteY152" fmla="*/ 565950 h 9456078"/>
              <a:gd name="connsiteX153" fmla="*/ 10224688 w 13158799"/>
              <a:gd name="connsiteY153" fmla="*/ 545304 h 9456078"/>
              <a:gd name="connsiteX154" fmla="*/ 10268991 w 13158799"/>
              <a:gd name="connsiteY154" fmla="*/ 525023 h 9456078"/>
              <a:gd name="connsiteX155" fmla="*/ 10313463 w 13158799"/>
              <a:gd name="connsiteY155" fmla="*/ 505107 h 9456078"/>
              <a:gd name="connsiteX156" fmla="*/ 10358101 w 13158799"/>
              <a:gd name="connsiteY156" fmla="*/ 485558 h 9456078"/>
              <a:gd name="connsiteX157" fmla="*/ 10402903 w 13158799"/>
              <a:gd name="connsiteY157" fmla="*/ 466376 h 9456078"/>
              <a:gd name="connsiteX158" fmla="*/ 10447868 w 13158799"/>
              <a:gd name="connsiteY158" fmla="*/ 447563 h 9456078"/>
              <a:gd name="connsiteX159" fmla="*/ 10492991 w 13158799"/>
              <a:gd name="connsiteY159" fmla="*/ 429119 h 9456078"/>
              <a:gd name="connsiteX160" fmla="*/ 10538272 w 13158799"/>
              <a:gd name="connsiteY160" fmla="*/ 411046 h 9456078"/>
              <a:gd name="connsiteX161" fmla="*/ 10583708 w 13158799"/>
              <a:gd name="connsiteY161" fmla="*/ 393346 h 9456078"/>
              <a:gd name="connsiteX162" fmla="*/ 10629297 w 13158799"/>
              <a:gd name="connsiteY162" fmla="*/ 376018 h 9456078"/>
              <a:gd name="connsiteX163" fmla="*/ 10675036 w 13158799"/>
              <a:gd name="connsiteY163" fmla="*/ 359065 h 9456078"/>
              <a:gd name="connsiteX164" fmla="*/ 10720923 w 13158799"/>
              <a:gd name="connsiteY164" fmla="*/ 342487 h 9456078"/>
              <a:gd name="connsiteX165" fmla="*/ 10766956 w 13158799"/>
              <a:gd name="connsiteY165" fmla="*/ 326286 h 9456078"/>
              <a:gd name="connsiteX166" fmla="*/ 10813132 w 13158799"/>
              <a:gd name="connsiteY166" fmla="*/ 310462 h 9456078"/>
              <a:gd name="connsiteX167" fmla="*/ 10859450 w 13158799"/>
              <a:gd name="connsiteY167" fmla="*/ 295018 h 9456078"/>
              <a:gd name="connsiteX168" fmla="*/ 10905907 w 13158799"/>
              <a:gd name="connsiteY168" fmla="*/ 279953 h 9456078"/>
              <a:gd name="connsiteX169" fmla="*/ 10952500 w 13158799"/>
              <a:gd name="connsiteY169" fmla="*/ 265269 h 9456078"/>
              <a:gd name="connsiteX170" fmla="*/ 10999227 w 13158799"/>
              <a:gd name="connsiteY170" fmla="*/ 250968 h 9456078"/>
              <a:gd name="connsiteX171" fmla="*/ 11046087 w 13158799"/>
              <a:gd name="connsiteY171" fmla="*/ 237049 h 9456078"/>
              <a:gd name="connsiteX172" fmla="*/ 11093076 w 13158799"/>
              <a:gd name="connsiteY172" fmla="*/ 223516 h 9456078"/>
              <a:gd name="connsiteX173" fmla="*/ 11140193 w 13158799"/>
              <a:gd name="connsiteY173" fmla="*/ 210368 h 9456078"/>
              <a:gd name="connsiteX174" fmla="*/ 11187434 w 13158799"/>
              <a:gd name="connsiteY174" fmla="*/ 197606 h 9456078"/>
              <a:gd name="connsiteX175" fmla="*/ 11234799 w 13158799"/>
              <a:gd name="connsiteY175" fmla="*/ 185233 h 9456078"/>
              <a:gd name="connsiteX176" fmla="*/ 11282284 w 13158799"/>
              <a:gd name="connsiteY176" fmla="*/ 173248 h 9456078"/>
              <a:gd name="connsiteX177" fmla="*/ 11329888 w 13158799"/>
              <a:gd name="connsiteY177" fmla="*/ 161654 h 9456078"/>
              <a:gd name="connsiteX178" fmla="*/ 11377607 w 13158799"/>
              <a:gd name="connsiteY178" fmla="*/ 150451 h 9456078"/>
              <a:gd name="connsiteX179" fmla="*/ 11425440 w 13158799"/>
              <a:gd name="connsiteY179" fmla="*/ 139640 h 9456078"/>
              <a:gd name="connsiteX180" fmla="*/ 11473385 w 13158799"/>
              <a:gd name="connsiteY180" fmla="*/ 129223 h 9456078"/>
              <a:gd name="connsiteX181" fmla="*/ 11521439 w 13158799"/>
              <a:gd name="connsiteY181" fmla="*/ 119201 h 9456078"/>
              <a:gd name="connsiteX182" fmla="*/ 11569599 w 13158799"/>
              <a:gd name="connsiteY182" fmla="*/ 109574 h 9456078"/>
              <a:gd name="connsiteX183" fmla="*/ 11617864 w 13158799"/>
              <a:gd name="connsiteY183" fmla="*/ 100344 h 9456078"/>
              <a:gd name="connsiteX184" fmla="*/ 11666231 w 13158799"/>
              <a:gd name="connsiteY184" fmla="*/ 91512 h 9456078"/>
              <a:gd name="connsiteX185" fmla="*/ 11714698 w 13158799"/>
              <a:gd name="connsiteY185" fmla="*/ 83080 h 9456078"/>
              <a:gd name="connsiteX186" fmla="*/ 11763263 w 13158799"/>
              <a:gd name="connsiteY186" fmla="*/ 75047 h 9456078"/>
              <a:gd name="connsiteX187" fmla="*/ 11811923 w 13158799"/>
              <a:gd name="connsiteY187" fmla="*/ 67417 h 9456078"/>
              <a:gd name="connsiteX188" fmla="*/ 11860676 w 13158799"/>
              <a:gd name="connsiteY188" fmla="*/ 60188 h 9456078"/>
              <a:gd name="connsiteX189" fmla="*/ 11909519 w 13158799"/>
              <a:gd name="connsiteY189" fmla="*/ 53364 h 9456078"/>
              <a:gd name="connsiteX190" fmla="*/ 11958451 w 13158799"/>
              <a:gd name="connsiteY190" fmla="*/ 46944 h 9456078"/>
              <a:gd name="connsiteX191" fmla="*/ 12007470 w 13158799"/>
              <a:gd name="connsiteY191" fmla="*/ 40931 h 9456078"/>
              <a:gd name="connsiteX192" fmla="*/ 12056572 w 13158799"/>
              <a:gd name="connsiteY192" fmla="*/ 35324 h 9456078"/>
              <a:gd name="connsiteX193" fmla="*/ 12105756 w 13158799"/>
              <a:gd name="connsiteY193" fmla="*/ 30126 h 9456078"/>
              <a:gd name="connsiteX194" fmla="*/ 12155019 w 13158799"/>
              <a:gd name="connsiteY194" fmla="*/ 25337 h 9456078"/>
              <a:gd name="connsiteX195" fmla="*/ 12204359 w 13158799"/>
              <a:gd name="connsiteY195" fmla="*/ 20958 h 9456078"/>
              <a:gd name="connsiteX196" fmla="*/ 12253773 w 13158799"/>
              <a:gd name="connsiteY196" fmla="*/ 16991 h 9456078"/>
              <a:gd name="connsiteX197" fmla="*/ 12303260 w 13158799"/>
              <a:gd name="connsiteY197" fmla="*/ 13437 h 9456078"/>
              <a:gd name="connsiteX198" fmla="*/ 12352818 w 13158799"/>
              <a:gd name="connsiteY198" fmla="*/ 10297 h 9456078"/>
              <a:gd name="connsiteX199" fmla="*/ 12402443 w 13158799"/>
              <a:gd name="connsiteY199" fmla="*/ 7572 h 9456078"/>
              <a:gd name="connsiteX200" fmla="*/ 12452133 w 13158799"/>
              <a:gd name="connsiteY200" fmla="*/ 5263 h 9456078"/>
              <a:gd name="connsiteX201" fmla="*/ 12501887 w 13158799"/>
              <a:gd name="connsiteY201" fmla="*/ 3371 h 9456078"/>
              <a:gd name="connsiteX202" fmla="*/ 12551701 w 13158799"/>
              <a:gd name="connsiteY202" fmla="*/ 1898 h 9456078"/>
              <a:gd name="connsiteX203" fmla="*/ 12601574 w 13158799"/>
              <a:gd name="connsiteY203" fmla="*/ 844 h 9456078"/>
              <a:gd name="connsiteX204" fmla="*/ 12651504 w 13158799"/>
              <a:gd name="connsiteY204" fmla="*/ 211 h 9456078"/>
              <a:gd name="connsiteX205" fmla="*/ 12701487 w 13158799"/>
              <a:gd name="connsiteY205" fmla="*/ 0 h 9456078"/>
              <a:gd name="connsiteX206" fmla="*/ 13158798 w 13158799"/>
              <a:gd name="connsiteY206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76172 w 13158797"/>
              <a:gd name="connsiteY22" fmla="*/ 9319936 h 9456078"/>
              <a:gd name="connsiteX23" fmla="*/ 1223823 w 13158797"/>
              <a:gd name="connsiteY23" fmla="*/ 9308509 h 9456078"/>
              <a:gd name="connsiteX24" fmla="*/ 1271339 w 13158797"/>
              <a:gd name="connsiteY24" fmla="*/ 9296635 h 9456078"/>
              <a:gd name="connsiteX25" fmla="*/ 1318719 w 13158797"/>
              <a:gd name="connsiteY25" fmla="*/ 9284315 h 9456078"/>
              <a:gd name="connsiteX26" fmla="*/ 1365957 w 13158797"/>
              <a:gd name="connsiteY26" fmla="*/ 9271550 h 9456078"/>
              <a:gd name="connsiteX27" fmla="*/ 1413052 w 13158797"/>
              <a:gd name="connsiteY27" fmla="*/ 9258342 h 9456078"/>
              <a:gd name="connsiteX28" fmla="*/ 1460000 w 13158797"/>
              <a:gd name="connsiteY28" fmla="*/ 9244693 h 9456078"/>
              <a:gd name="connsiteX29" fmla="*/ 1506799 w 13158797"/>
              <a:gd name="connsiteY29" fmla="*/ 9230604 h 9456078"/>
              <a:gd name="connsiteX30" fmla="*/ 1553445 w 13158797"/>
              <a:gd name="connsiteY30" fmla="*/ 9216076 h 9456078"/>
              <a:gd name="connsiteX31" fmla="*/ 1599935 w 13158797"/>
              <a:gd name="connsiteY31" fmla="*/ 9201111 h 9456078"/>
              <a:gd name="connsiteX32" fmla="*/ 1646267 w 13158797"/>
              <a:gd name="connsiteY32" fmla="*/ 9185710 h 9456078"/>
              <a:gd name="connsiteX33" fmla="*/ 1692437 w 13158797"/>
              <a:gd name="connsiteY33" fmla="*/ 9169876 h 9456078"/>
              <a:gd name="connsiteX34" fmla="*/ 1738442 w 13158797"/>
              <a:gd name="connsiteY34" fmla="*/ 9153608 h 9456078"/>
              <a:gd name="connsiteX35" fmla="*/ 1784280 w 13158797"/>
              <a:gd name="connsiteY35" fmla="*/ 9136910 h 9456078"/>
              <a:gd name="connsiteX36" fmla="*/ 1829947 w 13158797"/>
              <a:gd name="connsiteY36" fmla="*/ 9119782 h 9456078"/>
              <a:gd name="connsiteX37" fmla="*/ 1875440 w 13158797"/>
              <a:gd name="connsiteY37" fmla="*/ 9102226 h 9456078"/>
              <a:gd name="connsiteX38" fmla="*/ 1920756 w 13158797"/>
              <a:gd name="connsiteY38" fmla="*/ 9084243 h 9456078"/>
              <a:gd name="connsiteX39" fmla="*/ 1965893 w 13158797"/>
              <a:gd name="connsiteY39" fmla="*/ 9065835 h 9456078"/>
              <a:gd name="connsiteX40" fmla="*/ 2055615 w 13158797"/>
              <a:gd name="connsiteY40" fmla="*/ 9027750 h 9456078"/>
              <a:gd name="connsiteX41" fmla="*/ 2100195 w 13158797"/>
              <a:gd name="connsiteY41" fmla="*/ 9008075 h 9456078"/>
              <a:gd name="connsiteX42" fmla="*/ 2144582 w 13158797"/>
              <a:gd name="connsiteY42" fmla="*/ 8987981 h 9456078"/>
              <a:gd name="connsiteX43" fmla="*/ 2188775 w 13158797"/>
              <a:gd name="connsiteY43" fmla="*/ 8967470 h 9456078"/>
              <a:gd name="connsiteX44" fmla="*/ 2232770 w 13158797"/>
              <a:gd name="connsiteY44" fmla="*/ 8946542 h 9456078"/>
              <a:gd name="connsiteX45" fmla="*/ 2276564 w 13158797"/>
              <a:gd name="connsiteY45" fmla="*/ 8925199 h 9456078"/>
              <a:gd name="connsiteX46" fmla="*/ 2320154 w 13158797"/>
              <a:gd name="connsiteY46" fmla="*/ 8903443 h 9456078"/>
              <a:gd name="connsiteX47" fmla="*/ 2363538 w 13158797"/>
              <a:gd name="connsiteY47" fmla="*/ 8881275 h 9456078"/>
              <a:gd name="connsiteX48" fmla="*/ 2406711 w 13158797"/>
              <a:gd name="connsiteY48" fmla="*/ 8858697 h 9456078"/>
              <a:gd name="connsiteX49" fmla="*/ 2449672 w 13158797"/>
              <a:gd name="connsiteY49" fmla="*/ 8835710 h 9456078"/>
              <a:gd name="connsiteX50" fmla="*/ 2492417 w 13158797"/>
              <a:gd name="connsiteY50" fmla="*/ 8812316 h 9456078"/>
              <a:gd name="connsiteX51" fmla="*/ 2534943 w 13158797"/>
              <a:gd name="connsiteY51" fmla="*/ 8788516 h 9456078"/>
              <a:gd name="connsiteX52" fmla="*/ 2577247 w 13158797"/>
              <a:gd name="connsiteY52" fmla="*/ 8764311 h 9456078"/>
              <a:gd name="connsiteX53" fmla="*/ 2619326 w 13158797"/>
              <a:gd name="connsiteY53" fmla="*/ 8739704 h 9456078"/>
              <a:gd name="connsiteX54" fmla="*/ 2661177 w 13158797"/>
              <a:gd name="connsiteY54" fmla="*/ 8714695 h 9456078"/>
              <a:gd name="connsiteX55" fmla="*/ 2702797 w 13158797"/>
              <a:gd name="connsiteY55" fmla="*/ 8689286 h 9456078"/>
              <a:gd name="connsiteX56" fmla="*/ 2744183 w 13158797"/>
              <a:gd name="connsiteY56" fmla="*/ 8663479 h 9456078"/>
              <a:gd name="connsiteX57" fmla="*/ 2785333 w 13158797"/>
              <a:gd name="connsiteY57" fmla="*/ 8637274 h 9456078"/>
              <a:gd name="connsiteX58" fmla="*/ 2826242 w 13158797"/>
              <a:gd name="connsiteY58" fmla="*/ 8610675 h 9456078"/>
              <a:gd name="connsiteX59" fmla="*/ 2866908 w 13158797"/>
              <a:gd name="connsiteY59" fmla="*/ 8583681 h 9456078"/>
              <a:gd name="connsiteX60" fmla="*/ 2907329 w 13158797"/>
              <a:gd name="connsiteY60" fmla="*/ 8556295 h 9456078"/>
              <a:gd name="connsiteX61" fmla="*/ 2947500 w 13158797"/>
              <a:gd name="connsiteY61" fmla="*/ 8528517 h 9456078"/>
              <a:gd name="connsiteX62" fmla="*/ 2987419 w 13158797"/>
              <a:gd name="connsiteY62" fmla="*/ 8500351 h 9456078"/>
              <a:gd name="connsiteX63" fmla="*/ 3027083 w 13158797"/>
              <a:gd name="connsiteY63" fmla="*/ 8471796 h 9456078"/>
              <a:gd name="connsiteX64" fmla="*/ 3066489 w 13158797"/>
              <a:gd name="connsiteY64" fmla="*/ 8442854 h 9456078"/>
              <a:gd name="connsiteX65" fmla="*/ 3105634 w 13158797"/>
              <a:gd name="connsiteY65" fmla="*/ 8413528 h 9456078"/>
              <a:gd name="connsiteX66" fmla="*/ 3144515 w 13158797"/>
              <a:gd name="connsiteY66" fmla="*/ 8383818 h 9456078"/>
              <a:gd name="connsiteX67" fmla="*/ 3183129 w 13158797"/>
              <a:gd name="connsiteY67" fmla="*/ 8353726 h 9456078"/>
              <a:gd name="connsiteX68" fmla="*/ 3221473 w 13158797"/>
              <a:gd name="connsiteY68" fmla="*/ 8323253 h 9456078"/>
              <a:gd name="connsiteX69" fmla="*/ 3259544 w 13158797"/>
              <a:gd name="connsiteY69" fmla="*/ 8292401 h 9456078"/>
              <a:gd name="connsiteX70" fmla="*/ 3297339 w 13158797"/>
              <a:gd name="connsiteY70" fmla="*/ 8261172 h 9456078"/>
              <a:gd name="connsiteX71" fmla="*/ 3334854 w 13158797"/>
              <a:gd name="connsiteY71" fmla="*/ 8229566 h 9456078"/>
              <a:gd name="connsiteX72" fmla="*/ 3372087 w 13158797"/>
              <a:gd name="connsiteY72" fmla="*/ 8197585 h 9456078"/>
              <a:gd name="connsiteX73" fmla="*/ 3409035 w 13158797"/>
              <a:gd name="connsiteY73" fmla="*/ 8165232 h 9456078"/>
              <a:gd name="connsiteX74" fmla="*/ 3445695 w 13158797"/>
              <a:gd name="connsiteY74" fmla="*/ 8132507 h 9456078"/>
              <a:gd name="connsiteX75" fmla="*/ 3482064 w 13158797"/>
              <a:gd name="connsiteY75" fmla="*/ 8099411 h 9456078"/>
              <a:gd name="connsiteX76" fmla="*/ 3518139 w 13158797"/>
              <a:gd name="connsiteY76" fmla="*/ 8065947 h 9456078"/>
              <a:gd name="connsiteX77" fmla="*/ 3553916 w 13158797"/>
              <a:gd name="connsiteY77" fmla="*/ 8032115 h 9456078"/>
              <a:gd name="connsiteX78" fmla="*/ 3589393 w 13158797"/>
              <a:gd name="connsiteY78" fmla="*/ 7997918 h 9456078"/>
              <a:gd name="connsiteX79" fmla="*/ 3624567 w 13158797"/>
              <a:gd name="connsiteY79" fmla="*/ 7963356 h 9456078"/>
              <a:gd name="connsiteX80" fmla="*/ 3659435 w 13158797"/>
              <a:gd name="connsiteY80" fmla="*/ 7928432 h 9456078"/>
              <a:gd name="connsiteX81" fmla="*/ 3693994 w 13158797"/>
              <a:gd name="connsiteY81" fmla="*/ 7893146 h 9456078"/>
              <a:gd name="connsiteX82" fmla="*/ 3728240 w 13158797"/>
              <a:gd name="connsiteY82" fmla="*/ 7857501 h 9456078"/>
              <a:gd name="connsiteX83" fmla="*/ 3762171 w 13158797"/>
              <a:gd name="connsiteY83" fmla="*/ 7821497 h 9456078"/>
              <a:gd name="connsiteX84" fmla="*/ 3795783 w 13158797"/>
              <a:gd name="connsiteY84" fmla="*/ 7785136 h 9456078"/>
              <a:gd name="connsiteX85" fmla="*/ 3829075 w 13158797"/>
              <a:gd name="connsiteY85" fmla="*/ 7748420 h 9456078"/>
              <a:gd name="connsiteX86" fmla="*/ 3862042 w 13158797"/>
              <a:gd name="connsiteY86" fmla="*/ 7711350 h 9456078"/>
              <a:gd name="connsiteX87" fmla="*/ 3894682 w 13158797"/>
              <a:gd name="connsiteY87" fmla="*/ 7673928 h 9456078"/>
              <a:gd name="connsiteX88" fmla="*/ 3926991 w 13158797"/>
              <a:gd name="connsiteY88" fmla="*/ 7636155 h 9456078"/>
              <a:gd name="connsiteX89" fmla="*/ 3958967 w 13158797"/>
              <a:gd name="connsiteY89" fmla="*/ 7598032 h 9456078"/>
              <a:gd name="connsiteX90" fmla="*/ 3990607 w 13158797"/>
              <a:gd name="connsiteY90" fmla="*/ 7559561 h 9456078"/>
              <a:gd name="connsiteX91" fmla="*/ 4021907 w 13158797"/>
              <a:gd name="connsiteY91" fmla="*/ 7520744 h 9456078"/>
              <a:gd name="connsiteX92" fmla="*/ 4052865 w 13158797"/>
              <a:gd name="connsiteY92" fmla="*/ 7481582 h 9456078"/>
              <a:gd name="connsiteX93" fmla="*/ 4083478 w 13158797"/>
              <a:gd name="connsiteY93" fmla="*/ 7442077 h 9456078"/>
              <a:gd name="connsiteX94" fmla="*/ 8022311 w 13158797"/>
              <a:gd name="connsiteY94" fmla="*/ 2307814 h 9456078"/>
              <a:gd name="connsiteX95" fmla="*/ 8052902 w 13158797"/>
              <a:gd name="connsiteY95" fmla="*/ 2268285 h 9456078"/>
              <a:gd name="connsiteX96" fmla="*/ 8083796 w 13158797"/>
              <a:gd name="connsiteY96" fmla="*/ 2229056 h 9456078"/>
              <a:gd name="connsiteX97" fmla="*/ 8114989 w 13158797"/>
              <a:gd name="connsiteY97" fmla="*/ 2190127 h 9456078"/>
              <a:gd name="connsiteX98" fmla="*/ 8146479 w 13158797"/>
              <a:gd name="connsiteY98" fmla="*/ 2151500 h 9456078"/>
              <a:gd name="connsiteX99" fmla="*/ 8178264 w 13158797"/>
              <a:gd name="connsiteY99" fmla="*/ 2113176 h 9456078"/>
              <a:gd name="connsiteX100" fmla="*/ 8210341 w 13158797"/>
              <a:gd name="connsiteY100" fmla="*/ 2075157 h 9456078"/>
              <a:gd name="connsiteX101" fmla="*/ 8242709 w 13158797"/>
              <a:gd name="connsiteY101" fmla="*/ 2037442 h 9456078"/>
              <a:gd name="connsiteX102" fmla="*/ 8275365 w 13158797"/>
              <a:gd name="connsiteY102" fmla="*/ 2000034 h 9456078"/>
              <a:gd name="connsiteX103" fmla="*/ 8308307 w 13158797"/>
              <a:gd name="connsiteY103" fmla="*/ 1962934 h 9456078"/>
              <a:gd name="connsiteX104" fmla="*/ 8341532 w 13158797"/>
              <a:gd name="connsiteY104" fmla="*/ 1926142 h 9456078"/>
              <a:gd name="connsiteX105" fmla="*/ 8375038 w 13158797"/>
              <a:gd name="connsiteY105" fmla="*/ 1889660 h 9456078"/>
              <a:gd name="connsiteX106" fmla="*/ 8408823 w 13158797"/>
              <a:gd name="connsiteY106" fmla="*/ 1853489 h 9456078"/>
              <a:gd name="connsiteX107" fmla="*/ 8442885 w 13158797"/>
              <a:gd name="connsiteY107" fmla="*/ 1817630 h 9456078"/>
              <a:gd name="connsiteX108" fmla="*/ 8477221 w 13158797"/>
              <a:gd name="connsiteY108" fmla="*/ 1782084 h 9456078"/>
              <a:gd name="connsiteX109" fmla="*/ 8511829 w 13158797"/>
              <a:gd name="connsiteY109" fmla="*/ 1746853 h 9456078"/>
              <a:gd name="connsiteX110" fmla="*/ 8546706 w 13158797"/>
              <a:gd name="connsiteY110" fmla="*/ 1711937 h 9456078"/>
              <a:gd name="connsiteX111" fmla="*/ 8581851 w 13158797"/>
              <a:gd name="connsiteY111" fmla="*/ 1677337 h 9456078"/>
              <a:gd name="connsiteX112" fmla="*/ 8617261 w 13158797"/>
              <a:gd name="connsiteY112" fmla="*/ 1643056 h 9456078"/>
              <a:gd name="connsiteX113" fmla="*/ 8652934 w 13158797"/>
              <a:gd name="connsiteY113" fmla="*/ 1609093 h 9456078"/>
              <a:gd name="connsiteX114" fmla="*/ 8688867 w 13158797"/>
              <a:gd name="connsiteY114" fmla="*/ 1575450 h 9456078"/>
              <a:gd name="connsiteX115" fmla="*/ 8725058 w 13158797"/>
              <a:gd name="connsiteY115" fmla="*/ 1542128 h 9456078"/>
              <a:gd name="connsiteX116" fmla="*/ 8761506 w 13158797"/>
              <a:gd name="connsiteY116" fmla="*/ 1509129 h 9456078"/>
              <a:gd name="connsiteX117" fmla="*/ 8798207 w 13158797"/>
              <a:gd name="connsiteY117" fmla="*/ 1476452 h 9456078"/>
              <a:gd name="connsiteX118" fmla="*/ 8835159 w 13158797"/>
              <a:gd name="connsiteY118" fmla="*/ 1444101 h 9456078"/>
              <a:gd name="connsiteX119" fmla="*/ 8872360 w 13158797"/>
              <a:gd name="connsiteY119" fmla="*/ 1412075 h 9456078"/>
              <a:gd name="connsiteX120" fmla="*/ 8909808 w 13158797"/>
              <a:gd name="connsiteY120" fmla="*/ 1380375 h 9456078"/>
              <a:gd name="connsiteX121" fmla="*/ 8947501 w 13158797"/>
              <a:gd name="connsiteY121" fmla="*/ 1349004 h 9456078"/>
              <a:gd name="connsiteX122" fmla="*/ 8985435 w 13158797"/>
              <a:gd name="connsiteY122" fmla="*/ 1317962 h 9456078"/>
              <a:gd name="connsiteX123" fmla="*/ 9023610 w 13158797"/>
              <a:gd name="connsiteY123" fmla="*/ 1287250 h 9456078"/>
              <a:gd name="connsiteX124" fmla="*/ 9062022 w 13158797"/>
              <a:gd name="connsiteY124" fmla="*/ 1256869 h 9456078"/>
              <a:gd name="connsiteX125" fmla="*/ 9100669 w 13158797"/>
              <a:gd name="connsiteY125" fmla="*/ 1226820 h 9456078"/>
              <a:gd name="connsiteX126" fmla="*/ 9139549 w 13158797"/>
              <a:gd name="connsiteY126" fmla="*/ 1197105 h 9456078"/>
              <a:gd name="connsiteX127" fmla="*/ 9178660 w 13158797"/>
              <a:gd name="connsiteY127" fmla="*/ 1167725 h 9456078"/>
              <a:gd name="connsiteX128" fmla="*/ 9217999 w 13158797"/>
              <a:gd name="connsiteY128" fmla="*/ 1138681 h 9456078"/>
              <a:gd name="connsiteX129" fmla="*/ 9257564 w 13158797"/>
              <a:gd name="connsiteY129" fmla="*/ 1109974 h 9456078"/>
              <a:gd name="connsiteX130" fmla="*/ 9297353 w 13158797"/>
              <a:gd name="connsiteY130" fmla="*/ 1081604 h 9456078"/>
              <a:gd name="connsiteX131" fmla="*/ 9337364 w 13158797"/>
              <a:gd name="connsiteY131" fmla="*/ 1053574 h 9456078"/>
              <a:gd name="connsiteX132" fmla="*/ 9377594 w 13158797"/>
              <a:gd name="connsiteY132" fmla="*/ 1025884 h 9456078"/>
              <a:gd name="connsiteX133" fmla="*/ 9418040 w 13158797"/>
              <a:gd name="connsiteY133" fmla="*/ 998536 h 9456078"/>
              <a:gd name="connsiteX134" fmla="*/ 9458702 w 13158797"/>
              <a:gd name="connsiteY134" fmla="*/ 971530 h 9456078"/>
              <a:gd name="connsiteX135" fmla="*/ 9499575 w 13158797"/>
              <a:gd name="connsiteY135" fmla="*/ 944868 h 9456078"/>
              <a:gd name="connsiteX136" fmla="*/ 9540659 w 13158797"/>
              <a:gd name="connsiteY136" fmla="*/ 918551 h 9456078"/>
              <a:gd name="connsiteX137" fmla="*/ 9581950 w 13158797"/>
              <a:gd name="connsiteY137" fmla="*/ 892580 h 9456078"/>
              <a:gd name="connsiteX138" fmla="*/ 9623447 w 13158797"/>
              <a:gd name="connsiteY138" fmla="*/ 866956 h 9456078"/>
              <a:gd name="connsiteX139" fmla="*/ 9665147 w 13158797"/>
              <a:gd name="connsiteY139" fmla="*/ 841681 h 9456078"/>
              <a:gd name="connsiteX140" fmla="*/ 9707048 w 13158797"/>
              <a:gd name="connsiteY140" fmla="*/ 816754 h 9456078"/>
              <a:gd name="connsiteX141" fmla="*/ 9749147 w 13158797"/>
              <a:gd name="connsiteY141" fmla="*/ 792179 h 9456078"/>
              <a:gd name="connsiteX142" fmla="*/ 9791443 w 13158797"/>
              <a:gd name="connsiteY142" fmla="*/ 767955 h 9456078"/>
              <a:gd name="connsiteX143" fmla="*/ 9833932 w 13158797"/>
              <a:gd name="connsiteY143" fmla="*/ 744083 h 9456078"/>
              <a:gd name="connsiteX144" fmla="*/ 9876613 w 13158797"/>
              <a:gd name="connsiteY144" fmla="*/ 720566 h 9456078"/>
              <a:gd name="connsiteX145" fmla="*/ 9919484 w 13158797"/>
              <a:gd name="connsiteY145" fmla="*/ 697404 h 9456078"/>
              <a:gd name="connsiteX146" fmla="*/ 9962542 w 13158797"/>
              <a:gd name="connsiteY146" fmla="*/ 674598 h 9456078"/>
              <a:gd name="connsiteX147" fmla="*/ 10005784 w 13158797"/>
              <a:gd name="connsiteY147" fmla="*/ 652149 h 9456078"/>
              <a:gd name="connsiteX148" fmla="*/ 10049209 w 13158797"/>
              <a:gd name="connsiteY148" fmla="*/ 630059 h 9456078"/>
              <a:gd name="connsiteX149" fmla="*/ 10092814 w 13158797"/>
              <a:gd name="connsiteY149" fmla="*/ 608328 h 9456078"/>
              <a:gd name="connsiteX150" fmla="*/ 10136597 w 13158797"/>
              <a:gd name="connsiteY150" fmla="*/ 586958 h 9456078"/>
              <a:gd name="connsiteX151" fmla="*/ 10180556 w 13158797"/>
              <a:gd name="connsiteY151" fmla="*/ 565950 h 9456078"/>
              <a:gd name="connsiteX152" fmla="*/ 10224688 w 13158797"/>
              <a:gd name="connsiteY152" fmla="*/ 545304 h 9456078"/>
              <a:gd name="connsiteX153" fmla="*/ 10268991 w 13158797"/>
              <a:gd name="connsiteY153" fmla="*/ 525023 h 9456078"/>
              <a:gd name="connsiteX154" fmla="*/ 10313463 w 13158797"/>
              <a:gd name="connsiteY154" fmla="*/ 505107 h 9456078"/>
              <a:gd name="connsiteX155" fmla="*/ 10358101 w 13158797"/>
              <a:gd name="connsiteY155" fmla="*/ 485558 h 9456078"/>
              <a:gd name="connsiteX156" fmla="*/ 10402903 w 13158797"/>
              <a:gd name="connsiteY156" fmla="*/ 466376 h 9456078"/>
              <a:gd name="connsiteX157" fmla="*/ 10447868 w 13158797"/>
              <a:gd name="connsiteY157" fmla="*/ 447563 h 9456078"/>
              <a:gd name="connsiteX158" fmla="*/ 10492991 w 13158797"/>
              <a:gd name="connsiteY158" fmla="*/ 429119 h 9456078"/>
              <a:gd name="connsiteX159" fmla="*/ 10538272 w 13158797"/>
              <a:gd name="connsiteY159" fmla="*/ 411046 h 9456078"/>
              <a:gd name="connsiteX160" fmla="*/ 10583708 w 13158797"/>
              <a:gd name="connsiteY160" fmla="*/ 393346 h 9456078"/>
              <a:gd name="connsiteX161" fmla="*/ 10629297 w 13158797"/>
              <a:gd name="connsiteY161" fmla="*/ 376018 h 9456078"/>
              <a:gd name="connsiteX162" fmla="*/ 10675036 w 13158797"/>
              <a:gd name="connsiteY162" fmla="*/ 359065 h 9456078"/>
              <a:gd name="connsiteX163" fmla="*/ 10720923 w 13158797"/>
              <a:gd name="connsiteY163" fmla="*/ 342487 h 9456078"/>
              <a:gd name="connsiteX164" fmla="*/ 10766956 w 13158797"/>
              <a:gd name="connsiteY164" fmla="*/ 326286 h 9456078"/>
              <a:gd name="connsiteX165" fmla="*/ 10813132 w 13158797"/>
              <a:gd name="connsiteY165" fmla="*/ 310462 h 9456078"/>
              <a:gd name="connsiteX166" fmla="*/ 10859450 w 13158797"/>
              <a:gd name="connsiteY166" fmla="*/ 295018 h 9456078"/>
              <a:gd name="connsiteX167" fmla="*/ 10905907 w 13158797"/>
              <a:gd name="connsiteY167" fmla="*/ 279953 h 9456078"/>
              <a:gd name="connsiteX168" fmla="*/ 10952500 w 13158797"/>
              <a:gd name="connsiteY168" fmla="*/ 265269 h 9456078"/>
              <a:gd name="connsiteX169" fmla="*/ 10999227 w 13158797"/>
              <a:gd name="connsiteY169" fmla="*/ 250968 h 9456078"/>
              <a:gd name="connsiteX170" fmla="*/ 11046087 w 13158797"/>
              <a:gd name="connsiteY170" fmla="*/ 237049 h 9456078"/>
              <a:gd name="connsiteX171" fmla="*/ 11093076 w 13158797"/>
              <a:gd name="connsiteY171" fmla="*/ 223516 h 9456078"/>
              <a:gd name="connsiteX172" fmla="*/ 11140193 w 13158797"/>
              <a:gd name="connsiteY172" fmla="*/ 210368 h 9456078"/>
              <a:gd name="connsiteX173" fmla="*/ 11187434 w 13158797"/>
              <a:gd name="connsiteY173" fmla="*/ 197606 h 9456078"/>
              <a:gd name="connsiteX174" fmla="*/ 11234799 w 13158797"/>
              <a:gd name="connsiteY174" fmla="*/ 185233 h 9456078"/>
              <a:gd name="connsiteX175" fmla="*/ 11282284 w 13158797"/>
              <a:gd name="connsiteY175" fmla="*/ 173248 h 9456078"/>
              <a:gd name="connsiteX176" fmla="*/ 11329888 w 13158797"/>
              <a:gd name="connsiteY176" fmla="*/ 161654 h 9456078"/>
              <a:gd name="connsiteX177" fmla="*/ 11377607 w 13158797"/>
              <a:gd name="connsiteY177" fmla="*/ 150451 h 9456078"/>
              <a:gd name="connsiteX178" fmla="*/ 11425440 w 13158797"/>
              <a:gd name="connsiteY178" fmla="*/ 139640 h 9456078"/>
              <a:gd name="connsiteX179" fmla="*/ 11473385 w 13158797"/>
              <a:gd name="connsiteY179" fmla="*/ 129223 h 9456078"/>
              <a:gd name="connsiteX180" fmla="*/ 11521439 w 13158797"/>
              <a:gd name="connsiteY180" fmla="*/ 119201 h 9456078"/>
              <a:gd name="connsiteX181" fmla="*/ 11569599 w 13158797"/>
              <a:gd name="connsiteY181" fmla="*/ 109574 h 9456078"/>
              <a:gd name="connsiteX182" fmla="*/ 11617864 w 13158797"/>
              <a:gd name="connsiteY182" fmla="*/ 100344 h 9456078"/>
              <a:gd name="connsiteX183" fmla="*/ 11666231 w 13158797"/>
              <a:gd name="connsiteY183" fmla="*/ 91512 h 9456078"/>
              <a:gd name="connsiteX184" fmla="*/ 11714698 w 13158797"/>
              <a:gd name="connsiteY184" fmla="*/ 83080 h 9456078"/>
              <a:gd name="connsiteX185" fmla="*/ 11763263 w 13158797"/>
              <a:gd name="connsiteY185" fmla="*/ 75047 h 9456078"/>
              <a:gd name="connsiteX186" fmla="*/ 11811923 w 13158797"/>
              <a:gd name="connsiteY186" fmla="*/ 67417 h 9456078"/>
              <a:gd name="connsiteX187" fmla="*/ 11860676 w 13158797"/>
              <a:gd name="connsiteY187" fmla="*/ 60188 h 9456078"/>
              <a:gd name="connsiteX188" fmla="*/ 11909519 w 13158797"/>
              <a:gd name="connsiteY188" fmla="*/ 53364 h 9456078"/>
              <a:gd name="connsiteX189" fmla="*/ 11958451 w 13158797"/>
              <a:gd name="connsiteY189" fmla="*/ 46944 h 9456078"/>
              <a:gd name="connsiteX190" fmla="*/ 12007470 w 13158797"/>
              <a:gd name="connsiteY190" fmla="*/ 40931 h 9456078"/>
              <a:gd name="connsiteX191" fmla="*/ 12056572 w 13158797"/>
              <a:gd name="connsiteY191" fmla="*/ 35324 h 9456078"/>
              <a:gd name="connsiteX192" fmla="*/ 12105756 w 13158797"/>
              <a:gd name="connsiteY192" fmla="*/ 30126 h 9456078"/>
              <a:gd name="connsiteX193" fmla="*/ 12155019 w 13158797"/>
              <a:gd name="connsiteY193" fmla="*/ 25337 h 9456078"/>
              <a:gd name="connsiteX194" fmla="*/ 12204359 w 13158797"/>
              <a:gd name="connsiteY194" fmla="*/ 20958 h 9456078"/>
              <a:gd name="connsiteX195" fmla="*/ 12253773 w 13158797"/>
              <a:gd name="connsiteY195" fmla="*/ 16991 h 9456078"/>
              <a:gd name="connsiteX196" fmla="*/ 12303260 w 13158797"/>
              <a:gd name="connsiteY196" fmla="*/ 13437 h 9456078"/>
              <a:gd name="connsiteX197" fmla="*/ 12352818 w 13158797"/>
              <a:gd name="connsiteY197" fmla="*/ 10297 h 9456078"/>
              <a:gd name="connsiteX198" fmla="*/ 12402443 w 13158797"/>
              <a:gd name="connsiteY198" fmla="*/ 7572 h 9456078"/>
              <a:gd name="connsiteX199" fmla="*/ 12452133 w 13158797"/>
              <a:gd name="connsiteY199" fmla="*/ 5263 h 9456078"/>
              <a:gd name="connsiteX200" fmla="*/ 12501887 w 13158797"/>
              <a:gd name="connsiteY200" fmla="*/ 3371 h 9456078"/>
              <a:gd name="connsiteX201" fmla="*/ 12551701 w 13158797"/>
              <a:gd name="connsiteY201" fmla="*/ 1898 h 9456078"/>
              <a:gd name="connsiteX202" fmla="*/ 12601574 w 13158797"/>
              <a:gd name="connsiteY202" fmla="*/ 844 h 9456078"/>
              <a:gd name="connsiteX203" fmla="*/ 12651504 w 13158797"/>
              <a:gd name="connsiteY203" fmla="*/ 211 h 9456078"/>
              <a:gd name="connsiteX204" fmla="*/ 12701487 w 13158797"/>
              <a:gd name="connsiteY204" fmla="*/ 0 h 9456078"/>
              <a:gd name="connsiteX205" fmla="*/ 13158798 w 13158797"/>
              <a:gd name="connsiteY205" fmla="*/ 0 h 94560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</a:cxnLst>
            <a:rect l="l" t="t" r="r" b="b"/>
            <a:pathLst>
              <a:path w="13158797" h="9456078">
                <a:moveTo>
                  <a:pt x="0" y="9456078"/>
                </a:moveTo>
                <a:lnTo>
                  <a:pt x="49977" y="9455836"/>
                </a:lnTo>
                <a:lnTo>
                  <a:pt x="99893" y="9455111"/>
                </a:lnTo>
                <a:lnTo>
                  <a:pt x="149742" y="9453904"/>
                </a:lnTo>
                <a:lnTo>
                  <a:pt x="199524" y="9452217"/>
                </a:lnTo>
                <a:lnTo>
                  <a:pt x="298870" y="9447409"/>
                </a:lnTo>
                <a:lnTo>
                  <a:pt x="348429" y="9444290"/>
                </a:lnTo>
                <a:lnTo>
                  <a:pt x="397907" y="9440698"/>
                </a:lnTo>
                <a:lnTo>
                  <a:pt x="447302" y="9436632"/>
                </a:lnTo>
                <a:lnTo>
                  <a:pt x="496610" y="9432096"/>
                </a:lnTo>
                <a:lnTo>
                  <a:pt x="545829" y="9427089"/>
                </a:lnTo>
                <a:lnTo>
                  <a:pt x="594956" y="9421615"/>
                </a:lnTo>
                <a:lnTo>
                  <a:pt x="643987" y="9415673"/>
                </a:lnTo>
                <a:lnTo>
                  <a:pt x="692920" y="9409267"/>
                </a:lnTo>
                <a:lnTo>
                  <a:pt x="741751" y="9402396"/>
                </a:lnTo>
                <a:lnTo>
                  <a:pt x="790478" y="9395063"/>
                </a:lnTo>
                <a:lnTo>
                  <a:pt x="839098" y="9387270"/>
                </a:lnTo>
                <a:lnTo>
                  <a:pt x="887607" y="9379017"/>
                </a:lnTo>
                <a:lnTo>
                  <a:pt x="936002" y="9370306"/>
                </a:lnTo>
                <a:lnTo>
                  <a:pt x="984281" y="9361139"/>
                </a:lnTo>
                <a:lnTo>
                  <a:pt x="1032440" y="9351517"/>
                </a:lnTo>
                <a:lnTo>
                  <a:pt x="1080477" y="9341441"/>
                </a:lnTo>
                <a:lnTo>
                  <a:pt x="1176172" y="9319936"/>
                </a:lnTo>
                <a:lnTo>
                  <a:pt x="1223823" y="9308509"/>
                </a:lnTo>
                <a:lnTo>
                  <a:pt x="1271339" y="9296635"/>
                </a:lnTo>
                <a:lnTo>
                  <a:pt x="1318719" y="9284315"/>
                </a:lnTo>
                <a:lnTo>
                  <a:pt x="1365957" y="9271550"/>
                </a:lnTo>
                <a:lnTo>
                  <a:pt x="1413052" y="9258342"/>
                </a:lnTo>
                <a:lnTo>
                  <a:pt x="1460000" y="9244693"/>
                </a:lnTo>
                <a:lnTo>
                  <a:pt x="1506799" y="9230604"/>
                </a:lnTo>
                <a:lnTo>
                  <a:pt x="1553445" y="9216076"/>
                </a:lnTo>
                <a:lnTo>
                  <a:pt x="1599935" y="9201111"/>
                </a:lnTo>
                <a:lnTo>
                  <a:pt x="1646267" y="9185710"/>
                </a:lnTo>
                <a:lnTo>
                  <a:pt x="1692437" y="9169876"/>
                </a:lnTo>
                <a:lnTo>
                  <a:pt x="1738442" y="9153608"/>
                </a:lnTo>
                <a:lnTo>
                  <a:pt x="1784280" y="9136910"/>
                </a:lnTo>
                <a:lnTo>
                  <a:pt x="1829947" y="9119782"/>
                </a:lnTo>
                <a:lnTo>
                  <a:pt x="1875440" y="9102226"/>
                </a:lnTo>
                <a:lnTo>
                  <a:pt x="1920756" y="9084243"/>
                </a:lnTo>
                <a:lnTo>
                  <a:pt x="1965893" y="9065835"/>
                </a:lnTo>
                <a:lnTo>
                  <a:pt x="2055615" y="9027750"/>
                </a:lnTo>
                <a:lnTo>
                  <a:pt x="2100195" y="9008075"/>
                </a:lnTo>
                <a:lnTo>
                  <a:pt x="2144582" y="8987981"/>
                </a:lnTo>
                <a:lnTo>
                  <a:pt x="2188775" y="8967470"/>
                </a:lnTo>
                <a:lnTo>
                  <a:pt x="2232770" y="8946542"/>
                </a:lnTo>
                <a:lnTo>
                  <a:pt x="2276564" y="8925199"/>
                </a:lnTo>
                <a:lnTo>
                  <a:pt x="2320154" y="8903443"/>
                </a:lnTo>
                <a:lnTo>
                  <a:pt x="2363538" y="8881275"/>
                </a:lnTo>
                <a:lnTo>
                  <a:pt x="2406711" y="8858697"/>
                </a:lnTo>
                <a:lnTo>
                  <a:pt x="2449672" y="8835710"/>
                </a:lnTo>
                <a:lnTo>
                  <a:pt x="2492417" y="8812316"/>
                </a:lnTo>
                <a:lnTo>
                  <a:pt x="2534943" y="8788516"/>
                </a:lnTo>
                <a:lnTo>
                  <a:pt x="2577247" y="8764311"/>
                </a:lnTo>
                <a:lnTo>
                  <a:pt x="2619326" y="8739704"/>
                </a:lnTo>
                <a:lnTo>
                  <a:pt x="2661177" y="8714695"/>
                </a:lnTo>
                <a:lnTo>
                  <a:pt x="2702797" y="8689286"/>
                </a:lnTo>
                <a:lnTo>
                  <a:pt x="2744183" y="8663479"/>
                </a:lnTo>
                <a:lnTo>
                  <a:pt x="2785333" y="8637274"/>
                </a:lnTo>
                <a:lnTo>
                  <a:pt x="2826242" y="8610675"/>
                </a:lnTo>
                <a:lnTo>
                  <a:pt x="2866908" y="8583681"/>
                </a:lnTo>
                <a:lnTo>
                  <a:pt x="2907329" y="8556295"/>
                </a:lnTo>
                <a:lnTo>
                  <a:pt x="2947500" y="8528517"/>
                </a:lnTo>
                <a:lnTo>
                  <a:pt x="2987419" y="8500351"/>
                </a:lnTo>
                <a:lnTo>
                  <a:pt x="3027083" y="8471796"/>
                </a:lnTo>
                <a:lnTo>
                  <a:pt x="3066489" y="8442854"/>
                </a:lnTo>
                <a:lnTo>
                  <a:pt x="3105634" y="8413528"/>
                </a:lnTo>
                <a:lnTo>
                  <a:pt x="3144515" y="8383818"/>
                </a:lnTo>
                <a:lnTo>
                  <a:pt x="3183129" y="8353726"/>
                </a:lnTo>
                <a:lnTo>
                  <a:pt x="3221473" y="8323253"/>
                </a:lnTo>
                <a:lnTo>
                  <a:pt x="3259544" y="8292401"/>
                </a:lnTo>
                <a:lnTo>
                  <a:pt x="3297339" y="8261172"/>
                </a:lnTo>
                <a:lnTo>
                  <a:pt x="3334854" y="8229566"/>
                </a:lnTo>
                <a:lnTo>
                  <a:pt x="3372087" y="8197585"/>
                </a:lnTo>
                <a:lnTo>
                  <a:pt x="3409035" y="8165232"/>
                </a:lnTo>
                <a:lnTo>
                  <a:pt x="3445695" y="8132507"/>
                </a:lnTo>
                <a:lnTo>
                  <a:pt x="3482064" y="8099411"/>
                </a:lnTo>
                <a:lnTo>
                  <a:pt x="3518139" y="8065947"/>
                </a:lnTo>
                <a:lnTo>
                  <a:pt x="3553916" y="8032115"/>
                </a:lnTo>
                <a:lnTo>
                  <a:pt x="3589393" y="7997918"/>
                </a:lnTo>
                <a:lnTo>
                  <a:pt x="3624567" y="7963356"/>
                </a:lnTo>
                <a:lnTo>
                  <a:pt x="3659435" y="7928432"/>
                </a:lnTo>
                <a:lnTo>
                  <a:pt x="3693994" y="7893146"/>
                </a:lnTo>
                <a:lnTo>
                  <a:pt x="3728240" y="7857501"/>
                </a:lnTo>
                <a:lnTo>
                  <a:pt x="3762171" y="7821497"/>
                </a:lnTo>
                <a:lnTo>
                  <a:pt x="3795783" y="7785136"/>
                </a:lnTo>
                <a:lnTo>
                  <a:pt x="3829075" y="7748420"/>
                </a:lnTo>
                <a:lnTo>
                  <a:pt x="3862042" y="7711350"/>
                </a:lnTo>
                <a:lnTo>
                  <a:pt x="3894682" y="7673928"/>
                </a:lnTo>
                <a:lnTo>
                  <a:pt x="3926991" y="7636155"/>
                </a:lnTo>
                <a:lnTo>
                  <a:pt x="3958967" y="7598032"/>
                </a:lnTo>
                <a:lnTo>
                  <a:pt x="3990607" y="7559561"/>
                </a:lnTo>
                <a:lnTo>
                  <a:pt x="4021907" y="7520744"/>
                </a:lnTo>
                <a:lnTo>
                  <a:pt x="4052865" y="7481582"/>
                </a:lnTo>
                <a:lnTo>
                  <a:pt x="4083478" y="7442077"/>
                </a:lnTo>
                <a:lnTo>
                  <a:pt x="8022311" y="2307814"/>
                </a:lnTo>
                <a:lnTo>
                  <a:pt x="8052902" y="2268285"/>
                </a:lnTo>
                <a:lnTo>
                  <a:pt x="8083796" y="2229056"/>
                </a:lnTo>
                <a:lnTo>
                  <a:pt x="8114989" y="2190127"/>
                </a:lnTo>
                <a:lnTo>
                  <a:pt x="8146479" y="2151500"/>
                </a:lnTo>
                <a:lnTo>
                  <a:pt x="8178264" y="2113176"/>
                </a:lnTo>
                <a:lnTo>
                  <a:pt x="8210341" y="2075157"/>
                </a:lnTo>
                <a:lnTo>
                  <a:pt x="8242709" y="2037442"/>
                </a:lnTo>
                <a:lnTo>
                  <a:pt x="8275365" y="2000034"/>
                </a:lnTo>
                <a:lnTo>
                  <a:pt x="8308307" y="1962934"/>
                </a:lnTo>
                <a:lnTo>
                  <a:pt x="8341532" y="1926142"/>
                </a:lnTo>
                <a:lnTo>
                  <a:pt x="8375038" y="1889660"/>
                </a:lnTo>
                <a:lnTo>
                  <a:pt x="8408823" y="1853489"/>
                </a:lnTo>
                <a:lnTo>
                  <a:pt x="8442885" y="1817630"/>
                </a:lnTo>
                <a:lnTo>
                  <a:pt x="8477221" y="1782084"/>
                </a:lnTo>
                <a:lnTo>
                  <a:pt x="8511829" y="1746853"/>
                </a:lnTo>
                <a:lnTo>
                  <a:pt x="8546706" y="1711937"/>
                </a:lnTo>
                <a:lnTo>
                  <a:pt x="8581851" y="1677337"/>
                </a:lnTo>
                <a:lnTo>
                  <a:pt x="8617261" y="1643056"/>
                </a:lnTo>
                <a:lnTo>
                  <a:pt x="8652934" y="1609093"/>
                </a:lnTo>
                <a:lnTo>
                  <a:pt x="8688867" y="1575450"/>
                </a:lnTo>
                <a:lnTo>
                  <a:pt x="8725058" y="1542128"/>
                </a:lnTo>
                <a:lnTo>
                  <a:pt x="8761506" y="1509129"/>
                </a:lnTo>
                <a:lnTo>
                  <a:pt x="8798207" y="1476452"/>
                </a:lnTo>
                <a:lnTo>
                  <a:pt x="8835159" y="1444101"/>
                </a:lnTo>
                <a:lnTo>
                  <a:pt x="8872360" y="1412075"/>
                </a:lnTo>
                <a:lnTo>
                  <a:pt x="8909808" y="1380375"/>
                </a:lnTo>
                <a:lnTo>
                  <a:pt x="8947501" y="1349004"/>
                </a:lnTo>
                <a:lnTo>
                  <a:pt x="8985435" y="1317962"/>
                </a:lnTo>
                <a:lnTo>
                  <a:pt x="9023610" y="1287250"/>
                </a:lnTo>
                <a:lnTo>
                  <a:pt x="9062022" y="1256869"/>
                </a:lnTo>
                <a:lnTo>
                  <a:pt x="9100669" y="1226820"/>
                </a:lnTo>
                <a:lnTo>
                  <a:pt x="9139549" y="1197105"/>
                </a:lnTo>
                <a:lnTo>
                  <a:pt x="9178660" y="1167725"/>
                </a:lnTo>
                <a:lnTo>
                  <a:pt x="9217999" y="1138681"/>
                </a:lnTo>
                <a:lnTo>
                  <a:pt x="9257564" y="1109974"/>
                </a:lnTo>
                <a:lnTo>
                  <a:pt x="9297353" y="1081604"/>
                </a:lnTo>
                <a:lnTo>
                  <a:pt x="9337364" y="1053574"/>
                </a:lnTo>
                <a:lnTo>
                  <a:pt x="9377594" y="1025884"/>
                </a:lnTo>
                <a:lnTo>
                  <a:pt x="9418040" y="998536"/>
                </a:lnTo>
                <a:lnTo>
                  <a:pt x="9458702" y="971530"/>
                </a:lnTo>
                <a:lnTo>
                  <a:pt x="9499575" y="944868"/>
                </a:lnTo>
                <a:lnTo>
                  <a:pt x="9540659" y="918551"/>
                </a:lnTo>
                <a:lnTo>
                  <a:pt x="9581950" y="892580"/>
                </a:lnTo>
                <a:lnTo>
                  <a:pt x="9623447" y="866956"/>
                </a:lnTo>
                <a:lnTo>
                  <a:pt x="9665147" y="841681"/>
                </a:lnTo>
                <a:lnTo>
                  <a:pt x="9707048" y="816754"/>
                </a:lnTo>
                <a:lnTo>
                  <a:pt x="9749147" y="792179"/>
                </a:lnTo>
                <a:lnTo>
                  <a:pt x="9791443" y="767955"/>
                </a:lnTo>
                <a:lnTo>
                  <a:pt x="9833932" y="744083"/>
                </a:lnTo>
                <a:lnTo>
                  <a:pt x="9876613" y="720566"/>
                </a:lnTo>
                <a:lnTo>
                  <a:pt x="9919484" y="697404"/>
                </a:lnTo>
                <a:lnTo>
                  <a:pt x="9962542" y="674598"/>
                </a:lnTo>
                <a:lnTo>
                  <a:pt x="10005784" y="652149"/>
                </a:lnTo>
                <a:lnTo>
                  <a:pt x="10049209" y="630059"/>
                </a:lnTo>
                <a:lnTo>
                  <a:pt x="10092814" y="608328"/>
                </a:lnTo>
                <a:lnTo>
                  <a:pt x="10136597" y="586958"/>
                </a:lnTo>
                <a:lnTo>
                  <a:pt x="10180556" y="565950"/>
                </a:lnTo>
                <a:lnTo>
                  <a:pt x="10224688" y="545304"/>
                </a:lnTo>
                <a:lnTo>
                  <a:pt x="10268991" y="525023"/>
                </a:lnTo>
                <a:lnTo>
                  <a:pt x="10313463" y="505107"/>
                </a:lnTo>
                <a:lnTo>
                  <a:pt x="10358101" y="485558"/>
                </a:lnTo>
                <a:lnTo>
                  <a:pt x="10402903" y="466376"/>
                </a:lnTo>
                <a:lnTo>
                  <a:pt x="10447868" y="447563"/>
                </a:lnTo>
                <a:lnTo>
                  <a:pt x="10492991" y="429119"/>
                </a:lnTo>
                <a:lnTo>
                  <a:pt x="10538272" y="411046"/>
                </a:lnTo>
                <a:lnTo>
                  <a:pt x="10583708" y="393346"/>
                </a:lnTo>
                <a:lnTo>
                  <a:pt x="10629297" y="376018"/>
                </a:lnTo>
                <a:lnTo>
                  <a:pt x="10675036" y="359065"/>
                </a:lnTo>
                <a:lnTo>
                  <a:pt x="10720923" y="342487"/>
                </a:lnTo>
                <a:lnTo>
                  <a:pt x="10766956" y="326286"/>
                </a:lnTo>
                <a:lnTo>
                  <a:pt x="10813132" y="310462"/>
                </a:lnTo>
                <a:lnTo>
                  <a:pt x="10859450" y="295018"/>
                </a:lnTo>
                <a:lnTo>
                  <a:pt x="10905907" y="279953"/>
                </a:lnTo>
                <a:lnTo>
                  <a:pt x="10952500" y="265269"/>
                </a:lnTo>
                <a:lnTo>
                  <a:pt x="10999227" y="250968"/>
                </a:lnTo>
                <a:lnTo>
                  <a:pt x="11046087" y="237049"/>
                </a:lnTo>
                <a:lnTo>
                  <a:pt x="11093076" y="223516"/>
                </a:lnTo>
                <a:lnTo>
                  <a:pt x="11140193" y="210368"/>
                </a:lnTo>
                <a:lnTo>
                  <a:pt x="11187434" y="197606"/>
                </a:lnTo>
                <a:lnTo>
                  <a:pt x="11234799" y="185233"/>
                </a:lnTo>
                <a:lnTo>
                  <a:pt x="11282284" y="173248"/>
                </a:lnTo>
                <a:lnTo>
                  <a:pt x="11329888" y="161654"/>
                </a:lnTo>
                <a:lnTo>
                  <a:pt x="11377607" y="150451"/>
                </a:lnTo>
                <a:lnTo>
                  <a:pt x="11425440" y="139640"/>
                </a:lnTo>
                <a:lnTo>
                  <a:pt x="11473385" y="129223"/>
                </a:lnTo>
                <a:lnTo>
                  <a:pt x="11521439" y="119201"/>
                </a:lnTo>
                <a:lnTo>
                  <a:pt x="11569599" y="109574"/>
                </a:lnTo>
                <a:lnTo>
                  <a:pt x="11617864" y="100344"/>
                </a:lnTo>
                <a:lnTo>
                  <a:pt x="11666231" y="91512"/>
                </a:lnTo>
                <a:lnTo>
                  <a:pt x="11714698" y="83080"/>
                </a:lnTo>
                <a:lnTo>
                  <a:pt x="11763263" y="75047"/>
                </a:lnTo>
                <a:lnTo>
                  <a:pt x="11811923" y="67417"/>
                </a:lnTo>
                <a:lnTo>
                  <a:pt x="11860676" y="60188"/>
                </a:lnTo>
                <a:lnTo>
                  <a:pt x="11909519" y="53364"/>
                </a:lnTo>
                <a:lnTo>
                  <a:pt x="11958451" y="46944"/>
                </a:lnTo>
                <a:lnTo>
                  <a:pt x="12007470" y="40931"/>
                </a:lnTo>
                <a:lnTo>
                  <a:pt x="12056572" y="35324"/>
                </a:lnTo>
                <a:lnTo>
                  <a:pt x="12105756" y="30126"/>
                </a:lnTo>
                <a:lnTo>
                  <a:pt x="12155019" y="25337"/>
                </a:lnTo>
                <a:lnTo>
                  <a:pt x="12204359" y="20958"/>
                </a:lnTo>
                <a:lnTo>
                  <a:pt x="12253773" y="16991"/>
                </a:lnTo>
                <a:lnTo>
                  <a:pt x="12303260" y="13437"/>
                </a:lnTo>
                <a:lnTo>
                  <a:pt x="12352818" y="10297"/>
                </a:lnTo>
                <a:lnTo>
                  <a:pt x="12402443" y="7572"/>
                </a:lnTo>
                <a:lnTo>
                  <a:pt x="12452133" y="5263"/>
                </a:lnTo>
                <a:lnTo>
                  <a:pt x="12501887" y="3371"/>
                </a:lnTo>
                <a:lnTo>
                  <a:pt x="12551701" y="1898"/>
                </a:lnTo>
                <a:lnTo>
                  <a:pt x="12601574" y="844"/>
                </a:lnTo>
                <a:lnTo>
                  <a:pt x="12651504" y="211"/>
                </a:lnTo>
                <a:lnTo>
                  <a:pt x="12701487" y="0"/>
                </a:lnTo>
                <a:lnTo>
                  <a:pt x="13158798" y="0"/>
                </a:lnTo>
              </a:path>
            </a:pathLst>
          </a:custGeom>
          <a:ln w="19050">
            <a:gradFill>
              <a:gsLst>
                <a:gs pos="18000">
                  <a:schemeClr val="accent2"/>
                </a:gs>
                <a:gs pos="0">
                  <a:schemeClr val="bg1">
                    <a:alpha val="0"/>
                  </a:schemeClr>
                </a:gs>
              </a:gsLst>
              <a:lin ang="5400000" scaled="0"/>
            </a:gradFill>
          </a:ln>
        </p:spPr>
        <p:txBody>
          <a:bodyPr wrap="square" lIns="0" tIns="0" rIns="0" bIns="0" rtlCol="0"/>
          <a:lstStyle/>
          <a:p>
            <a:pPr marL="0" marR="0" lvl="0" indent="0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C852DA27-3FF7-A998-37F4-EF0ED0A5C838}"/>
              </a:ext>
            </a:extLst>
          </p:cNvPr>
          <p:cNvCxnSpPr>
            <a:cxnSpLocks/>
          </p:cNvCxnSpPr>
          <p:nvPr/>
        </p:nvCxnSpPr>
        <p:spPr>
          <a:xfrm flipH="1">
            <a:off x="334962" y="6678798"/>
            <a:ext cx="10980001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Espaço Reservado para Número de Slide 5">
            <a:extLst>
              <a:ext uri="{FF2B5EF4-FFF2-40B4-BE49-F238E27FC236}">
                <a16:creationId xmlns:a16="http://schemas.microsoft.com/office/drawing/2014/main" id="{3C3AD1DB-74F2-5CB8-23C2-508B0D63F63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509521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408522707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69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2_Título | Box superior - Escuro">
    <p:bg>
      <p:bgPr>
        <a:gradFill>
          <a:gsLst>
            <a:gs pos="0">
              <a:schemeClr val="tx1"/>
            </a:gs>
            <a:gs pos="23000">
              <a:schemeClr val="tx1"/>
            </a:gs>
            <a:gs pos="55000">
              <a:srgbClr val="161B21"/>
            </a:gs>
          </a:gsLst>
          <a:lin ang="84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0" name="Retângulo 5">
            <a:extLst>
              <a:ext uri="{FF2B5EF4-FFF2-40B4-BE49-F238E27FC236}">
                <a16:creationId xmlns:a16="http://schemas.microsoft.com/office/drawing/2014/main" id="{7D36360D-ABDB-2B93-AA05-C90BA9D483DB}"/>
              </a:ext>
            </a:extLst>
          </p:cNvPr>
          <p:cNvSpPr/>
          <p:nvPr/>
        </p:nvSpPr>
        <p:spPr>
          <a:xfrm>
            <a:off x="0" y="807794"/>
            <a:ext cx="12192000" cy="209118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sz="1092">
              <a:latin typeface="Versos" panose="020B0503020204030204" pitchFamily="34" charset="0"/>
            </a:endParaRP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683428" y="1045525"/>
            <a:ext cx="5421301" cy="156104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>
                    <a:lumMod val="85000"/>
                    <a:lumOff val="15000"/>
                  </a:schemeClr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12" name="Conector Reto 6">
            <a:extLst>
              <a:ext uri="{FF2B5EF4-FFF2-40B4-BE49-F238E27FC236}">
                <a16:creationId xmlns:a16="http://schemas.microsoft.com/office/drawing/2014/main" id="{93D24C85-FAB3-23B7-3282-C0255DE4BF50}"/>
              </a:ext>
            </a:extLst>
          </p:cNvPr>
          <p:cNvCxnSpPr/>
          <p:nvPr/>
        </p:nvCxnSpPr>
        <p:spPr>
          <a:xfrm>
            <a:off x="583096" y="1364974"/>
            <a:ext cx="0" cy="1562116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Conector Reto 7">
            <a:extLst>
              <a:ext uri="{FF2B5EF4-FFF2-40B4-BE49-F238E27FC236}">
                <a16:creationId xmlns:a16="http://schemas.microsoft.com/office/drawing/2014/main" id="{A040BC7F-4356-241E-DE98-A14572A424F9}"/>
              </a:ext>
            </a:extLst>
          </p:cNvPr>
          <p:cNvCxnSpPr>
            <a:cxnSpLocks/>
          </p:cNvCxnSpPr>
          <p:nvPr/>
        </p:nvCxnSpPr>
        <p:spPr>
          <a:xfrm>
            <a:off x="6336683" y="1364974"/>
            <a:ext cx="0" cy="1562116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3D29ABC6-2275-8D02-5D8F-6C312831087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437015" y="1045525"/>
            <a:ext cx="5420023" cy="158838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>
                    <a:lumMod val="85000"/>
                    <a:lumOff val="15000"/>
                  </a:schemeClr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7" name="Text Placeholder 8">
            <a:extLst>
              <a:ext uri="{FF2B5EF4-FFF2-40B4-BE49-F238E27FC236}">
                <a16:creationId xmlns:a16="http://schemas.microsoft.com/office/drawing/2014/main" id="{D0831873-076C-11EE-AA1E-02508B9C5655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686448" y="3021652"/>
            <a:ext cx="5296913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:a16="http://schemas.microsoft.com/office/drawing/2014/main" id="{89936DB2-1144-3AFC-1BBA-E1BDEB5020C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435706" y="3021652"/>
            <a:ext cx="5421332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Espaço Reservado para Número de Slide 5">
            <a:extLst>
              <a:ext uri="{FF2B5EF4-FFF2-40B4-BE49-F238E27FC236}">
                <a16:creationId xmlns:a16="http://schemas.microsoft.com/office/drawing/2014/main" id="{F216AB5E-D38B-66D5-8239-7B0151BF703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509521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7" name="Picture 8">
            <a:extLst>
              <a:ext uri="{FF2B5EF4-FFF2-40B4-BE49-F238E27FC236}">
                <a16:creationId xmlns:a16="http://schemas.microsoft.com/office/drawing/2014/main" id="{1A5BA7F4-667F-F678-D52B-B0E7F22710B9}"/>
              </a:ext>
            </a:extLst>
          </p:cNvPr>
          <p:cNvSpPr/>
          <p:nvPr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/>
          </a:p>
        </p:txBody>
      </p:sp>
      <p:cxnSp>
        <p:nvCxnSpPr>
          <p:cNvPr id="2" name="Straight Connector 1">
            <a:extLst>
              <a:ext uri="{FF2B5EF4-FFF2-40B4-BE49-F238E27FC236}">
                <a16:creationId xmlns:a16="http://schemas.microsoft.com/office/drawing/2014/main" id="{904D163A-91B9-6223-CBDA-177ED43B7C77}"/>
              </a:ext>
            </a:extLst>
          </p:cNvPr>
          <p:cNvCxnSpPr>
            <a:cxnSpLocks/>
          </p:cNvCxnSpPr>
          <p:nvPr/>
        </p:nvCxnSpPr>
        <p:spPr>
          <a:xfrm>
            <a:off x="1" y="169333"/>
            <a:ext cx="12229571" cy="0"/>
          </a:xfrm>
          <a:prstGeom prst="line">
            <a:avLst/>
          </a:prstGeom>
          <a:ln w="1905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AD0E0086-7D78-E1C3-45A7-352B452EA387}"/>
              </a:ext>
            </a:extLst>
          </p:cNvPr>
          <p:cNvCxnSpPr>
            <a:cxnSpLocks/>
          </p:cNvCxnSpPr>
          <p:nvPr/>
        </p:nvCxnSpPr>
        <p:spPr>
          <a:xfrm flipH="1">
            <a:off x="334962" y="6678798"/>
            <a:ext cx="10980001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ext Placeholder 10">
            <a:extLst>
              <a:ext uri="{FF2B5EF4-FFF2-40B4-BE49-F238E27FC236}">
                <a16:creationId xmlns:a16="http://schemas.microsoft.com/office/drawing/2014/main" id="{47D10088-EE5F-A16B-8EDA-8D4B83FD96AD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7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143407681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70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2_Título | Box lateral - Escuro">
    <p:bg>
      <p:bgPr>
        <a:gradFill>
          <a:gsLst>
            <a:gs pos="0">
              <a:schemeClr val="tx1"/>
            </a:gs>
            <a:gs pos="23000">
              <a:schemeClr val="tx1"/>
            </a:gs>
            <a:gs pos="55000">
              <a:srgbClr val="161B21"/>
            </a:gs>
          </a:gsLst>
          <a:lin ang="84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tângulo 1">
            <a:extLst>
              <a:ext uri="{FF2B5EF4-FFF2-40B4-BE49-F238E27FC236}">
                <a16:creationId xmlns:a16="http://schemas.microsoft.com/office/drawing/2014/main" id="{0B0E7351-5252-E626-42EB-CDCE7C083C49}"/>
              </a:ext>
            </a:extLst>
          </p:cNvPr>
          <p:cNvSpPr/>
          <p:nvPr/>
        </p:nvSpPr>
        <p:spPr>
          <a:xfrm>
            <a:off x="0" y="1"/>
            <a:ext cx="5420020" cy="68580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sz="1092">
              <a:solidFill>
                <a:schemeClr val="tx1"/>
              </a:solidFill>
            </a:endParaRPr>
          </a:p>
        </p:txBody>
      </p:sp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4" y="6509521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5085057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tx1">
                    <a:lumMod val="85000"/>
                    <a:lumOff val="15000"/>
                  </a:schemeClr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47027" y="1751285"/>
            <a:ext cx="4369353" cy="156104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3D29ABC6-2275-8D02-5D8F-6C312831087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333166" y="3849328"/>
            <a:ext cx="4383213" cy="158838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:a16="http://schemas.microsoft.com/office/drawing/2014/main" id="{89936DB2-1144-3AFC-1BBA-E1BDEB5020C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5767047" y="1484313"/>
            <a:ext cx="6089992" cy="445872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2" name="Conector Reto 2">
            <a:extLst>
              <a:ext uri="{FF2B5EF4-FFF2-40B4-BE49-F238E27FC236}">
                <a16:creationId xmlns:a16="http://schemas.microsoft.com/office/drawing/2014/main" id="{D24BE17E-F6B3-8EAE-EC30-BB9C725FC11E}"/>
              </a:ext>
            </a:extLst>
          </p:cNvPr>
          <p:cNvCxnSpPr>
            <a:cxnSpLocks/>
          </p:cNvCxnSpPr>
          <p:nvPr/>
        </p:nvCxnSpPr>
        <p:spPr>
          <a:xfrm flipH="1">
            <a:off x="1" y="1482784"/>
            <a:ext cx="1457739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Conector Reto 7">
            <a:extLst>
              <a:ext uri="{FF2B5EF4-FFF2-40B4-BE49-F238E27FC236}">
                <a16:creationId xmlns:a16="http://schemas.microsoft.com/office/drawing/2014/main" id="{0D6EA7A2-501E-AE25-217B-771E1489503C}"/>
              </a:ext>
            </a:extLst>
          </p:cNvPr>
          <p:cNvCxnSpPr>
            <a:cxnSpLocks/>
          </p:cNvCxnSpPr>
          <p:nvPr/>
        </p:nvCxnSpPr>
        <p:spPr>
          <a:xfrm flipH="1">
            <a:off x="1" y="3580828"/>
            <a:ext cx="1457739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Picture 8">
            <a:extLst>
              <a:ext uri="{FF2B5EF4-FFF2-40B4-BE49-F238E27FC236}">
                <a16:creationId xmlns:a16="http://schemas.microsoft.com/office/drawing/2014/main" id="{BDCC83E7-0F77-B8A6-85B1-3C7C7DEFD0BA}"/>
              </a:ext>
            </a:extLst>
          </p:cNvPr>
          <p:cNvSpPr/>
          <p:nvPr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/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221BCF8F-C3DE-3A54-5FA9-6EE512FF48C7}"/>
              </a:ext>
            </a:extLst>
          </p:cNvPr>
          <p:cNvCxnSpPr>
            <a:cxnSpLocks/>
          </p:cNvCxnSpPr>
          <p:nvPr/>
        </p:nvCxnSpPr>
        <p:spPr>
          <a:xfrm>
            <a:off x="5631543" y="169333"/>
            <a:ext cx="6598028" cy="0"/>
          </a:xfrm>
          <a:prstGeom prst="line">
            <a:avLst/>
          </a:prstGeom>
          <a:ln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object 4">
            <a:extLst>
              <a:ext uri="{FF2B5EF4-FFF2-40B4-BE49-F238E27FC236}">
                <a16:creationId xmlns:a16="http://schemas.microsoft.com/office/drawing/2014/main" id="{0855DF8C-626E-4C52-7A80-ABDF64F92933}"/>
              </a:ext>
            </a:extLst>
          </p:cNvPr>
          <p:cNvSpPr/>
          <p:nvPr/>
        </p:nvSpPr>
        <p:spPr>
          <a:xfrm rot="10247908" flipH="1">
            <a:off x="4106509" y="-4146683"/>
            <a:ext cx="8001039" cy="5749648"/>
          </a:xfrm>
          <a:custGeom>
            <a:avLst/>
            <a:gdLst>
              <a:gd name="connsiteX0" fmla="*/ 0 w 13940157"/>
              <a:gd name="connsiteY0" fmla="*/ 9200719 h 9456078"/>
              <a:gd name="connsiteX1" fmla="*/ 781360 w 13940157"/>
              <a:gd name="connsiteY1" fmla="*/ 9456078 h 9456078"/>
              <a:gd name="connsiteX2" fmla="*/ 831337 w 13940157"/>
              <a:gd name="connsiteY2" fmla="*/ 9455836 h 9456078"/>
              <a:gd name="connsiteX3" fmla="*/ 881253 w 13940157"/>
              <a:gd name="connsiteY3" fmla="*/ 9455111 h 9456078"/>
              <a:gd name="connsiteX4" fmla="*/ 931102 w 13940157"/>
              <a:gd name="connsiteY4" fmla="*/ 9453904 h 9456078"/>
              <a:gd name="connsiteX5" fmla="*/ 980884 w 13940157"/>
              <a:gd name="connsiteY5" fmla="*/ 9452217 h 9456078"/>
              <a:gd name="connsiteX6" fmla="*/ 1030594 w 13940157"/>
              <a:gd name="connsiteY6" fmla="*/ 9450052 h 9456078"/>
              <a:gd name="connsiteX7" fmla="*/ 1080230 w 13940157"/>
              <a:gd name="connsiteY7" fmla="*/ 9447409 h 9456078"/>
              <a:gd name="connsiteX8" fmla="*/ 1129789 w 13940157"/>
              <a:gd name="connsiteY8" fmla="*/ 9444290 h 9456078"/>
              <a:gd name="connsiteX9" fmla="*/ 1179267 w 13940157"/>
              <a:gd name="connsiteY9" fmla="*/ 9440698 h 9456078"/>
              <a:gd name="connsiteX10" fmla="*/ 1228662 w 13940157"/>
              <a:gd name="connsiteY10" fmla="*/ 9436632 h 9456078"/>
              <a:gd name="connsiteX11" fmla="*/ 1277970 w 13940157"/>
              <a:gd name="connsiteY11" fmla="*/ 9432096 h 9456078"/>
              <a:gd name="connsiteX12" fmla="*/ 1327189 w 13940157"/>
              <a:gd name="connsiteY12" fmla="*/ 9427089 h 9456078"/>
              <a:gd name="connsiteX13" fmla="*/ 1376316 w 13940157"/>
              <a:gd name="connsiteY13" fmla="*/ 9421615 h 9456078"/>
              <a:gd name="connsiteX14" fmla="*/ 1425347 w 13940157"/>
              <a:gd name="connsiteY14" fmla="*/ 9415673 h 9456078"/>
              <a:gd name="connsiteX15" fmla="*/ 1474280 w 13940157"/>
              <a:gd name="connsiteY15" fmla="*/ 9409267 h 9456078"/>
              <a:gd name="connsiteX16" fmla="*/ 1523111 w 13940157"/>
              <a:gd name="connsiteY16" fmla="*/ 9402396 h 9456078"/>
              <a:gd name="connsiteX17" fmla="*/ 1571838 w 13940157"/>
              <a:gd name="connsiteY17" fmla="*/ 9395063 h 9456078"/>
              <a:gd name="connsiteX18" fmla="*/ 1620458 w 13940157"/>
              <a:gd name="connsiteY18" fmla="*/ 9387270 h 9456078"/>
              <a:gd name="connsiteX19" fmla="*/ 1668967 w 13940157"/>
              <a:gd name="connsiteY19" fmla="*/ 9379017 h 9456078"/>
              <a:gd name="connsiteX20" fmla="*/ 1717362 w 13940157"/>
              <a:gd name="connsiteY20" fmla="*/ 9370306 h 9456078"/>
              <a:gd name="connsiteX21" fmla="*/ 1765641 w 13940157"/>
              <a:gd name="connsiteY21" fmla="*/ 9361139 h 9456078"/>
              <a:gd name="connsiteX22" fmla="*/ 1813800 w 13940157"/>
              <a:gd name="connsiteY22" fmla="*/ 9351517 h 9456078"/>
              <a:gd name="connsiteX23" fmla="*/ 1861837 w 13940157"/>
              <a:gd name="connsiteY23" fmla="*/ 9341441 h 9456078"/>
              <a:gd name="connsiteX24" fmla="*/ 1909749 w 13940157"/>
              <a:gd name="connsiteY24" fmla="*/ 9330914 h 9456078"/>
              <a:gd name="connsiteX25" fmla="*/ 1957532 w 13940157"/>
              <a:gd name="connsiteY25" fmla="*/ 9319936 h 9456078"/>
              <a:gd name="connsiteX26" fmla="*/ 2005183 w 13940157"/>
              <a:gd name="connsiteY26" fmla="*/ 9308509 h 9456078"/>
              <a:gd name="connsiteX27" fmla="*/ 2052699 w 13940157"/>
              <a:gd name="connsiteY27" fmla="*/ 9296635 h 9456078"/>
              <a:gd name="connsiteX28" fmla="*/ 2100079 w 13940157"/>
              <a:gd name="connsiteY28" fmla="*/ 9284315 h 9456078"/>
              <a:gd name="connsiteX29" fmla="*/ 2147317 w 13940157"/>
              <a:gd name="connsiteY29" fmla="*/ 9271550 h 9456078"/>
              <a:gd name="connsiteX30" fmla="*/ 2194412 w 13940157"/>
              <a:gd name="connsiteY30" fmla="*/ 9258342 h 9456078"/>
              <a:gd name="connsiteX31" fmla="*/ 2241360 w 13940157"/>
              <a:gd name="connsiteY31" fmla="*/ 9244693 h 9456078"/>
              <a:gd name="connsiteX32" fmla="*/ 2288159 w 13940157"/>
              <a:gd name="connsiteY32" fmla="*/ 9230604 h 9456078"/>
              <a:gd name="connsiteX33" fmla="*/ 2334805 w 13940157"/>
              <a:gd name="connsiteY33" fmla="*/ 9216076 h 9456078"/>
              <a:gd name="connsiteX34" fmla="*/ 2381295 w 13940157"/>
              <a:gd name="connsiteY34" fmla="*/ 9201111 h 9456078"/>
              <a:gd name="connsiteX35" fmla="*/ 2427627 w 13940157"/>
              <a:gd name="connsiteY35" fmla="*/ 9185710 h 9456078"/>
              <a:gd name="connsiteX36" fmla="*/ 2473797 w 13940157"/>
              <a:gd name="connsiteY36" fmla="*/ 9169876 h 9456078"/>
              <a:gd name="connsiteX37" fmla="*/ 2519802 w 13940157"/>
              <a:gd name="connsiteY37" fmla="*/ 9153608 h 9456078"/>
              <a:gd name="connsiteX38" fmla="*/ 2565640 w 13940157"/>
              <a:gd name="connsiteY38" fmla="*/ 9136910 h 9456078"/>
              <a:gd name="connsiteX39" fmla="*/ 2611307 w 13940157"/>
              <a:gd name="connsiteY39" fmla="*/ 9119782 h 9456078"/>
              <a:gd name="connsiteX40" fmla="*/ 2656800 w 13940157"/>
              <a:gd name="connsiteY40" fmla="*/ 9102226 h 9456078"/>
              <a:gd name="connsiteX41" fmla="*/ 2702116 w 13940157"/>
              <a:gd name="connsiteY41" fmla="*/ 9084243 h 9456078"/>
              <a:gd name="connsiteX42" fmla="*/ 2747253 w 13940157"/>
              <a:gd name="connsiteY42" fmla="*/ 9065835 h 9456078"/>
              <a:gd name="connsiteX43" fmla="*/ 2792207 w 13940157"/>
              <a:gd name="connsiteY43" fmla="*/ 9047004 h 9456078"/>
              <a:gd name="connsiteX44" fmla="*/ 2836975 w 13940157"/>
              <a:gd name="connsiteY44" fmla="*/ 9027750 h 9456078"/>
              <a:gd name="connsiteX45" fmla="*/ 2881555 w 13940157"/>
              <a:gd name="connsiteY45" fmla="*/ 9008075 h 9456078"/>
              <a:gd name="connsiteX46" fmla="*/ 2925942 w 13940157"/>
              <a:gd name="connsiteY46" fmla="*/ 8987981 h 9456078"/>
              <a:gd name="connsiteX47" fmla="*/ 2970135 w 13940157"/>
              <a:gd name="connsiteY47" fmla="*/ 8967470 h 9456078"/>
              <a:gd name="connsiteX48" fmla="*/ 3014130 w 13940157"/>
              <a:gd name="connsiteY48" fmla="*/ 8946542 h 9456078"/>
              <a:gd name="connsiteX49" fmla="*/ 3057924 w 13940157"/>
              <a:gd name="connsiteY49" fmla="*/ 8925199 h 9456078"/>
              <a:gd name="connsiteX50" fmla="*/ 3101514 w 13940157"/>
              <a:gd name="connsiteY50" fmla="*/ 8903443 h 9456078"/>
              <a:gd name="connsiteX51" fmla="*/ 3144898 w 13940157"/>
              <a:gd name="connsiteY51" fmla="*/ 8881275 h 9456078"/>
              <a:gd name="connsiteX52" fmla="*/ 3188071 w 13940157"/>
              <a:gd name="connsiteY52" fmla="*/ 8858697 h 9456078"/>
              <a:gd name="connsiteX53" fmla="*/ 3231032 w 13940157"/>
              <a:gd name="connsiteY53" fmla="*/ 8835710 h 9456078"/>
              <a:gd name="connsiteX54" fmla="*/ 3273777 w 13940157"/>
              <a:gd name="connsiteY54" fmla="*/ 8812316 h 9456078"/>
              <a:gd name="connsiteX55" fmla="*/ 3316303 w 13940157"/>
              <a:gd name="connsiteY55" fmla="*/ 8788516 h 9456078"/>
              <a:gd name="connsiteX56" fmla="*/ 3358607 w 13940157"/>
              <a:gd name="connsiteY56" fmla="*/ 8764311 h 9456078"/>
              <a:gd name="connsiteX57" fmla="*/ 3400686 w 13940157"/>
              <a:gd name="connsiteY57" fmla="*/ 8739704 h 9456078"/>
              <a:gd name="connsiteX58" fmla="*/ 3442537 w 13940157"/>
              <a:gd name="connsiteY58" fmla="*/ 8714695 h 9456078"/>
              <a:gd name="connsiteX59" fmla="*/ 3484157 w 13940157"/>
              <a:gd name="connsiteY59" fmla="*/ 8689286 h 9456078"/>
              <a:gd name="connsiteX60" fmla="*/ 3525543 w 13940157"/>
              <a:gd name="connsiteY60" fmla="*/ 8663479 h 9456078"/>
              <a:gd name="connsiteX61" fmla="*/ 3566693 w 13940157"/>
              <a:gd name="connsiteY61" fmla="*/ 8637274 h 9456078"/>
              <a:gd name="connsiteX62" fmla="*/ 3607602 w 13940157"/>
              <a:gd name="connsiteY62" fmla="*/ 8610675 h 9456078"/>
              <a:gd name="connsiteX63" fmla="*/ 3648268 w 13940157"/>
              <a:gd name="connsiteY63" fmla="*/ 8583681 h 9456078"/>
              <a:gd name="connsiteX64" fmla="*/ 3688689 w 13940157"/>
              <a:gd name="connsiteY64" fmla="*/ 8556295 h 9456078"/>
              <a:gd name="connsiteX65" fmla="*/ 3728860 w 13940157"/>
              <a:gd name="connsiteY65" fmla="*/ 8528517 h 9456078"/>
              <a:gd name="connsiteX66" fmla="*/ 3768779 w 13940157"/>
              <a:gd name="connsiteY66" fmla="*/ 8500351 h 9456078"/>
              <a:gd name="connsiteX67" fmla="*/ 3808443 w 13940157"/>
              <a:gd name="connsiteY67" fmla="*/ 8471796 h 9456078"/>
              <a:gd name="connsiteX68" fmla="*/ 3847849 w 13940157"/>
              <a:gd name="connsiteY68" fmla="*/ 8442854 h 9456078"/>
              <a:gd name="connsiteX69" fmla="*/ 3886994 w 13940157"/>
              <a:gd name="connsiteY69" fmla="*/ 8413528 h 9456078"/>
              <a:gd name="connsiteX70" fmla="*/ 3925875 w 13940157"/>
              <a:gd name="connsiteY70" fmla="*/ 8383818 h 9456078"/>
              <a:gd name="connsiteX71" fmla="*/ 3964489 w 13940157"/>
              <a:gd name="connsiteY71" fmla="*/ 8353726 h 9456078"/>
              <a:gd name="connsiteX72" fmla="*/ 4002833 w 13940157"/>
              <a:gd name="connsiteY72" fmla="*/ 8323253 h 9456078"/>
              <a:gd name="connsiteX73" fmla="*/ 4040904 w 13940157"/>
              <a:gd name="connsiteY73" fmla="*/ 8292401 h 9456078"/>
              <a:gd name="connsiteX74" fmla="*/ 4078699 w 13940157"/>
              <a:gd name="connsiteY74" fmla="*/ 8261172 h 9456078"/>
              <a:gd name="connsiteX75" fmla="*/ 4116214 w 13940157"/>
              <a:gd name="connsiteY75" fmla="*/ 8229566 h 9456078"/>
              <a:gd name="connsiteX76" fmla="*/ 4153447 w 13940157"/>
              <a:gd name="connsiteY76" fmla="*/ 8197585 h 9456078"/>
              <a:gd name="connsiteX77" fmla="*/ 4190395 w 13940157"/>
              <a:gd name="connsiteY77" fmla="*/ 8165232 h 9456078"/>
              <a:gd name="connsiteX78" fmla="*/ 4227055 w 13940157"/>
              <a:gd name="connsiteY78" fmla="*/ 8132507 h 9456078"/>
              <a:gd name="connsiteX79" fmla="*/ 4263424 w 13940157"/>
              <a:gd name="connsiteY79" fmla="*/ 8099411 h 9456078"/>
              <a:gd name="connsiteX80" fmla="*/ 4299499 w 13940157"/>
              <a:gd name="connsiteY80" fmla="*/ 8065947 h 9456078"/>
              <a:gd name="connsiteX81" fmla="*/ 4335276 w 13940157"/>
              <a:gd name="connsiteY81" fmla="*/ 8032115 h 9456078"/>
              <a:gd name="connsiteX82" fmla="*/ 4370753 w 13940157"/>
              <a:gd name="connsiteY82" fmla="*/ 7997918 h 9456078"/>
              <a:gd name="connsiteX83" fmla="*/ 4405927 w 13940157"/>
              <a:gd name="connsiteY83" fmla="*/ 7963356 h 9456078"/>
              <a:gd name="connsiteX84" fmla="*/ 4440795 w 13940157"/>
              <a:gd name="connsiteY84" fmla="*/ 7928432 h 9456078"/>
              <a:gd name="connsiteX85" fmla="*/ 4475354 w 13940157"/>
              <a:gd name="connsiteY85" fmla="*/ 7893146 h 9456078"/>
              <a:gd name="connsiteX86" fmla="*/ 4509600 w 13940157"/>
              <a:gd name="connsiteY86" fmla="*/ 7857501 h 9456078"/>
              <a:gd name="connsiteX87" fmla="*/ 4543531 w 13940157"/>
              <a:gd name="connsiteY87" fmla="*/ 7821497 h 9456078"/>
              <a:gd name="connsiteX88" fmla="*/ 4577143 w 13940157"/>
              <a:gd name="connsiteY88" fmla="*/ 7785136 h 9456078"/>
              <a:gd name="connsiteX89" fmla="*/ 4610435 w 13940157"/>
              <a:gd name="connsiteY89" fmla="*/ 7748420 h 9456078"/>
              <a:gd name="connsiteX90" fmla="*/ 4643402 w 13940157"/>
              <a:gd name="connsiteY90" fmla="*/ 7711350 h 9456078"/>
              <a:gd name="connsiteX91" fmla="*/ 4676042 w 13940157"/>
              <a:gd name="connsiteY91" fmla="*/ 7673928 h 9456078"/>
              <a:gd name="connsiteX92" fmla="*/ 4708351 w 13940157"/>
              <a:gd name="connsiteY92" fmla="*/ 7636155 h 9456078"/>
              <a:gd name="connsiteX93" fmla="*/ 4740327 w 13940157"/>
              <a:gd name="connsiteY93" fmla="*/ 7598032 h 9456078"/>
              <a:gd name="connsiteX94" fmla="*/ 4771967 w 13940157"/>
              <a:gd name="connsiteY94" fmla="*/ 7559561 h 9456078"/>
              <a:gd name="connsiteX95" fmla="*/ 4803267 w 13940157"/>
              <a:gd name="connsiteY95" fmla="*/ 7520744 h 9456078"/>
              <a:gd name="connsiteX96" fmla="*/ 4834225 w 13940157"/>
              <a:gd name="connsiteY96" fmla="*/ 7481582 h 9456078"/>
              <a:gd name="connsiteX97" fmla="*/ 4864838 w 13940157"/>
              <a:gd name="connsiteY97" fmla="*/ 7442077 h 9456078"/>
              <a:gd name="connsiteX98" fmla="*/ 8803671 w 13940157"/>
              <a:gd name="connsiteY98" fmla="*/ 2307814 h 9456078"/>
              <a:gd name="connsiteX99" fmla="*/ 8834262 w 13940157"/>
              <a:gd name="connsiteY99" fmla="*/ 2268285 h 9456078"/>
              <a:gd name="connsiteX100" fmla="*/ 8865156 w 13940157"/>
              <a:gd name="connsiteY100" fmla="*/ 2229056 h 9456078"/>
              <a:gd name="connsiteX101" fmla="*/ 8896349 w 13940157"/>
              <a:gd name="connsiteY101" fmla="*/ 2190127 h 9456078"/>
              <a:gd name="connsiteX102" fmla="*/ 8927839 w 13940157"/>
              <a:gd name="connsiteY102" fmla="*/ 2151500 h 9456078"/>
              <a:gd name="connsiteX103" fmla="*/ 8959624 w 13940157"/>
              <a:gd name="connsiteY103" fmla="*/ 2113176 h 9456078"/>
              <a:gd name="connsiteX104" fmla="*/ 8991701 w 13940157"/>
              <a:gd name="connsiteY104" fmla="*/ 2075157 h 9456078"/>
              <a:gd name="connsiteX105" fmla="*/ 9024069 w 13940157"/>
              <a:gd name="connsiteY105" fmla="*/ 2037442 h 9456078"/>
              <a:gd name="connsiteX106" fmla="*/ 9056725 w 13940157"/>
              <a:gd name="connsiteY106" fmla="*/ 2000034 h 9456078"/>
              <a:gd name="connsiteX107" fmla="*/ 9089667 w 13940157"/>
              <a:gd name="connsiteY107" fmla="*/ 1962934 h 9456078"/>
              <a:gd name="connsiteX108" fmla="*/ 9122892 w 13940157"/>
              <a:gd name="connsiteY108" fmla="*/ 1926142 h 9456078"/>
              <a:gd name="connsiteX109" fmla="*/ 9156398 w 13940157"/>
              <a:gd name="connsiteY109" fmla="*/ 1889660 h 9456078"/>
              <a:gd name="connsiteX110" fmla="*/ 9190183 w 13940157"/>
              <a:gd name="connsiteY110" fmla="*/ 1853489 h 9456078"/>
              <a:gd name="connsiteX111" fmla="*/ 9224245 w 13940157"/>
              <a:gd name="connsiteY111" fmla="*/ 1817630 h 9456078"/>
              <a:gd name="connsiteX112" fmla="*/ 9258581 w 13940157"/>
              <a:gd name="connsiteY112" fmla="*/ 1782084 h 9456078"/>
              <a:gd name="connsiteX113" fmla="*/ 9293189 w 13940157"/>
              <a:gd name="connsiteY113" fmla="*/ 1746853 h 9456078"/>
              <a:gd name="connsiteX114" fmla="*/ 9328066 w 13940157"/>
              <a:gd name="connsiteY114" fmla="*/ 1711937 h 9456078"/>
              <a:gd name="connsiteX115" fmla="*/ 9363211 w 13940157"/>
              <a:gd name="connsiteY115" fmla="*/ 1677337 h 9456078"/>
              <a:gd name="connsiteX116" fmla="*/ 9398621 w 13940157"/>
              <a:gd name="connsiteY116" fmla="*/ 1643056 h 9456078"/>
              <a:gd name="connsiteX117" fmla="*/ 9434294 w 13940157"/>
              <a:gd name="connsiteY117" fmla="*/ 1609093 h 9456078"/>
              <a:gd name="connsiteX118" fmla="*/ 9470227 w 13940157"/>
              <a:gd name="connsiteY118" fmla="*/ 1575450 h 9456078"/>
              <a:gd name="connsiteX119" fmla="*/ 9506418 w 13940157"/>
              <a:gd name="connsiteY119" fmla="*/ 1542128 h 9456078"/>
              <a:gd name="connsiteX120" fmla="*/ 9542866 w 13940157"/>
              <a:gd name="connsiteY120" fmla="*/ 1509129 h 9456078"/>
              <a:gd name="connsiteX121" fmla="*/ 9579567 w 13940157"/>
              <a:gd name="connsiteY121" fmla="*/ 1476452 h 9456078"/>
              <a:gd name="connsiteX122" fmla="*/ 9616519 w 13940157"/>
              <a:gd name="connsiteY122" fmla="*/ 1444101 h 9456078"/>
              <a:gd name="connsiteX123" fmla="*/ 9653720 w 13940157"/>
              <a:gd name="connsiteY123" fmla="*/ 1412075 h 9456078"/>
              <a:gd name="connsiteX124" fmla="*/ 9691168 w 13940157"/>
              <a:gd name="connsiteY124" fmla="*/ 1380375 h 9456078"/>
              <a:gd name="connsiteX125" fmla="*/ 9728861 w 13940157"/>
              <a:gd name="connsiteY125" fmla="*/ 1349004 h 9456078"/>
              <a:gd name="connsiteX126" fmla="*/ 9766795 w 13940157"/>
              <a:gd name="connsiteY126" fmla="*/ 1317962 h 9456078"/>
              <a:gd name="connsiteX127" fmla="*/ 9804970 w 13940157"/>
              <a:gd name="connsiteY127" fmla="*/ 1287250 h 9456078"/>
              <a:gd name="connsiteX128" fmla="*/ 9843382 w 13940157"/>
              <a:gd name="connsiteY128" fmla="*/ 1256869 h 9456078"/>
              <a:gd name="connsiteX129" fmla="*/ 9882029 w 13940157"/>
              <a:gd name="connsiteY129" fmla="*/ 1226820 h 9456078"/>
              <a:gd name="connsiteX130" fmla="*/ 9920909 w 13940157"/>
              <a:gd name="connsiteY130" fmla="*/ 1197105 h 9456078"/>
              <a:gd name="connsiteX131" fmla="*/ 9960020 w 13940157"/>
              <a:gd name="connsiteY131" fmla="*/ 1167725 h 9456078"/>
              <a:gd name="connsiteX132" fmla="*/ 9999359 w 13940157"/>
              <a:gd name="connsiteY132" fmla="*/ 1138681 h 9456078"/>
              <a:gd name="connsiteX133" fmla="*/ 10038924 w 13940157"/>
              <a:gd name="connsiteY133" fmla="*/ 1109974 h 9456078"/>
              <a:gd name="connsiteX134" fmla="*/ 10078713 w 13940157"/>
              <a:gd name="connsiteY134" fmla="*/ 1081604 h 9456078"/>
              <a:gd name="connsiteX135" fmla="*/ 10118724 w 13940157"/>
              <a:gd name="connsiteY135" fmla="*/ 1053574 h 9456078"/>
              <a:gd name="connsiteX136" fmla="*/ 10158954 w 13940157"/>
              <a:gd name="connsiteY136" fmla="*/ 1025884 h 9456078"/>
              <a:gd name="connsiteX137" fmla="*/ 10199400 w 13940157"/>
              <a:gd name="connsiteY137" fmla="*/ 998536 h 9456078"/>
              <a:gd name="connsiteX138" fmla="*/ 10240062 w 13940157"/>
              <a:gd name="connsiteY138" fmla="*/ 971530 h 9456078"/>
              <a:gd name="connsiteX139" fmla="*/ 10280935 w 13940157"/>
              <a:gd name="connsiteY139" fmla="*/ 944868 h 9456078"/>
              <a:gd name="connsiteX140" fmla="*/ 10322019 w 13940157"/>
              <a:gd name="connsiteY140" fmla="*/ 918551 h 9456078"/>
              <a:gd name="connsiteX141" fmla="*/ 10363310 w 13940157"/>
              <a:gd name="connsiteY141" fmla="*/ 892580 h 9456078"/>
              <a:gd name="connsiteX142" fmla="*/ 10404807 w 13940157"/>
              <a:gd name="connsiteY142" fmla="*/ 866956 h 9456078"/>
              <a:gd name="connsiteX143" fmla="*/ 10446507 w 13940157"/>
              <a:gd name="connsiteY143" fmla="*/ 841681 h 9456078"/>
              <a:gd name="connsiteX144" fmla="*/ 10488408 w 13940157"/>
              <a:gd name="connsiteY144" fmla="*/ 816754 h 9456078"/>
              <a:gd name="connsiteX145" fmla="*/ 10530507 w 13940157"/>
              <a:gd name="connsiteY145" fmla="*/ 792179 h 9456078"/>
              <a:gd name="connsiteX146" fmla="*/ 10572803 w 13940157"/>
              <a:gd name="connsiteY146" fmla="*/ 767955 h 9456078"/>
              <a:gd name="connsiteX147" fmla="*/ 10615292 w 13940157"/>
              <a:gd name="connsiteY147" fmla="*/ 744083 h 9456078"/>
              <a:gd name="connsiteX148" fmla="*/ 10657973 w 13940157"/>
              <a:gd name="connsiteY148" fmla="*/ 720566 h 9456078"/>
              <a:gd name="connsiteX149" fmla="*/ 10700844 w 13940157"/>
              <a:gd name="connsiteY149" fmla="*/ 697404 h 9456078"/>
              <a:gd name="connsiteX150" fmla="*/ 10743902 w 13940157"/>
              <a:gd name="connsiteY150" fmla="*/ 674598 h 9456078"/>
              <a:gd name="connsiteX151" fmla="*/ 10787144 w 13940157"/>
              <a:gd name="connsiteY151" fmla="*/ 652149 h 9456078"/>
              <a:gd name="connsiteX152" fmla="*/ 10830569 w 13940157"/>
              <a:gd name="connsiteY152" fmla="*/ 630059 h 9456078"/>
              <a:gd name="connsiteX153" fmla="*/ 10874174 w 13940157"/>
              <a:gd name="connsiteY153" fmla="*/ 608328 h 9456078"/>
              <a:gd name="connsiteX154" fmla="*/ 10917957 w 13940157"/>
              <a:gd name="connsiteY154" fmla="*/ 586958 h 9456078"/>
              <a:gd name="connsiteX155" fmla="*/ 10961916 w 13940157"/>
              <a:gd name="connsiteY155" fmla="*/ 565950 h 9456078"/>
              <a:gd name="connsiteX156" fmla="*/ 11006048 w 13940157"/>
              <a:gd name="connsiteY156" fmla="*/ 545304 h 9456078"/>
              <a:gd name="connsiteX157" fmla="*/ 11050351 w 13940157"/>
              <a:gd name="connsiteY157" fmla="*/ 525023 h 9456078"/>
              <a:gd name="connsiteX158" fmla="*/ 11094823 w 13940157"/>
              <a:gd name="connsiteY158" fmla="*/ 505107 h 9456078"/>
              <a:gd name="connsiteX159" fmla="*/ 11139461 w 13940157"/>
              <a:gd name="connsiteY159" fmla="*/ 485558 h 9456078"/>
              <a:gd name="connsiteX160" fmla="*/ 11184263 w 13940157"/>
              <a:gd name="connsiteY160" fmla="*/ 466376 h 9456078"/>
              <a:gd name="connsiteX161" fmla="*/ 11229228 w 13940157"/>
              <a:gd name="connsiteY161" fmla="*/ 447563 h 9456078"/>
              <a:gd name="connsiteX162" fmla="*/ 11274351 w 13940157"/>
              <a:gd name="connsiteY162" fmla="*/ 429119 h 9456078"/>
              <a:gd name="connsiteX163" fmla="*/ 11319632 w 13940157"/>
              <a:gd name="connsiteY163" fmla="*/ 411046 h 9456078"/>
              <a:gd name="connsiteX164" fmla="*/ 11365068 w 13940157"/>
              <a:gd name="connsiteY164" fmla="*/ 393346 h 9456078"/>
              <a:gd name="connsiteX165" fmla="*/ 11410657 w 13940157"/>
              <a:gd name="connsiteY165" fmla="*/ 376018 h 9456078"/>
              <a:gd name="connsiteX166" fmla="*/ 11456396 w 13940157"/>
              <a:gd name="connsiteY166" fmla="*/ 359065 h 9456078"/>
              <a:gd name="connsiteX167" fmla="*/ 11502283 w 13940157"/>
              <a:gd name="connsiteY167" fmla="*/ 342487 h 9456078"/>
              <a:gd name="connsiteX168" fmla="*/ 11548316 w 13940157"/>
              <a:gd name="connsiteY168" fmla="*/ 326286 h 9456078"/>
              <a:gd name="connsiteX169" fmla="*/ 11594492 w 13940157"/>
              <a:gd name="connsiteY169" fmla="*/ 310462 h 9456078"/>
              <a:gd name="connsiteX170" fmla="*/ 11640810 w 13940157"/>
              <a:gd name="connsiteY170" fmla="*/ 295018 h 9456078"/>
              <a:gd name="connsiteX171" fmla="*/ 11687267 w 13940157"/>
              <a:gd name="connsiteY171" fmla="*/ 279953 h 9456078"/>
              <a:gd name="connsiteX172" fmla="*/ 11733860 w 13940157"/>
              <a:gd name="connsiteY172" fmla="*/ 265269 h 9456078"/>
              <a:gd name="connsiteX173" fmla="*/ 11780587 w 13940157"/>
              <a:gd name="connsiteY173" fmla="*/ 250968 h 9456078"/>
              <a:gd name="connsiteX174" fmla="*/ 11827447 w 13940157"/>
              <a:gd name="connsiteY174" fmla="*/ 237049 h 9456078"/>
              <a:gd name="connsiteX175" fmla="*/ 11874436 w 13940157"/>
              <a:gd name="connsiteY175" fmla="*/ 223516 h 9456078"/>
              <a:gd name="connsiteX176" fmla="*/ 11921553 w 13940157"/>
              <a:gd name="connsiteY176" fmla="*/ 210368 h 9456078"/>
              <a:gd name="connsiteX177" fmla="*/ 11968794 w 13940157"/>
              <a:gd name="connsiteY177" fmla="*/ 197606 h 9456078"/>
              <a:gd name="connsiteX178" fmla="*/ 12016159 w 13940157"/>
              <a:gd name="connsiteY178" fmla="*/ 185233 h 9456078"/>
              <a:gd name="connsiteX179" fmla="*/ 12063644 w 13940157"/>
              <a:gd name="connsiteY179" fmla="*/ 173248 h 9456078"/>
              <a:gd name="connsiteX180" fmla="*/ 12111248 w 13940157"/>
              <a:gd name="connsiteY180" fmla="*/ 161654 h 9456078"/>
              <a:gd name="connsiteX181" fmla="*/ 12158967 w 13940157"/>
              <a:gd name="connsiteY181" fmla="*/ 150451 h 9456078"/>
              <a:gd name="connsiteX182" fmla="*/ 12206800 w 13940157"/>
              <a:gd name="connsiteY182" fmla="*/ 139640 h 9456078"/>
              <a:gd name="connsiteX183" fmla="*/ 12254745 w 13940157"/>
              <a:gd name="connsiteY183" fmla="*/ 129223 h 9456078"/>
              <a:gd name="connsiteX184" fmla="*/ 12302799 w 13940157"/>
              <a:gd name="connsiteY184" fmla="*/ 119201 h 9456078"/>
              <a:gd name="connsiteX185" fmla="*/ 12350959 w 13940157"/>
              <a:gd name="connsiteY185" fmla="*/ 109574 h 9456078"/>
              <a:gd name="connsiteX186" fmla="*/ 12399224 w 13940157"/>
              <a:gd name="connsiteY186" fmla="*/ 100344 h 9456078"/>
              <a:gd name="connsiteX187" fmla="*/ 12447591 w 13940157"/>
              <a:gd name="connsiteY187" fmla="*/ 91512 h 9456078"/>
              <a:gd name="connsiteX188" fmla="*/ 12496058 w 13940157"/>
              <a:gd name="connsiteY188" fmla="*/ 83080 h 9456078"/>
              <a:gd name="connsiteX189" fmla="*/ 12544623 w 13940157"/>
              <a:gd name="connsiteY189" fmla="*/ 75047 h 9456078"/>
              <a:gd name="connsiteX190" fmla="*/ 12593283 w 13940157"/>
              <a:gd name="connsiteY190" fmla="*/ 67417 h 9456078"/>
              <a:gd name="connsiteX191" fmla="*/ 12642036 w 13940157"/>
              <a:gd name="connsiteY191" fmla="*/ 60188 h 9456078"/>
              <a:gd name="connsiteX192" fmla="*/ 12690879 w 13940157"/>
              <a:gd name="connsiteY192" fmla="*/ 53364 h 9456078"/>
              <a:gd name="connsiteX193" fmla="*/ 12739811 w 13940157"/>
              <a:gd name="connsiteY193" fmla="*/ 46944 h 9456078"/>
              <a:gd name="connsiteX194" fmla="*/ 12788830 w 13940157"/>
              <a:gd name="connsiteY194" fmla="*/ 40931 h 9456078"/>
              <a:gd name="connsiteX195" fmla="*/ 12837932 w 13940157"/>
              <a:gd name="connsiteY195" fmla="*/ 35324 h 9456078"/>
              <a:gd name="connsiteX196" fmla="*/ 12887116 w 13940157"/>
              <a:gd name="connsiteY196" fmla="*/ 30126 h 9456078"/>
              <a:gd name="connsiteX197" fmla="*/ 12936379 w 13940157"/>
              <a:gd name="connsiteY197" fmla="*/ 25337 h 9456078"/>
              <a:gd name="connsiteX198" fmla="*/ 12985719 w 13940157"/>
              <a:gd name="connsiteY198" fmla="*/ 20958 h 9456078"/>
              <a:gd name="connsiteX199" fmla="*/ 13035133 w 13940157"/>
              <a:gd name="connsiteY199" fmla="*/ 16991 h 9456078"/>
              <a:gd name="connsiteX200" fmla="*/ 13084620 w 13940157"/>
              <a:gd name="connsiteY200" fmla="*/ 13437 h 9456078"/>
              <a:gd name="connsiteX201" fmla="*/ 13134178 w 13940157"/>
              <a:gd name="connsiteY201" fmla="*/ 10297 h 9456078"/>
              <a:gd name="connsiteX202" fmla="*/ 13183803 w 13940157"/>
              <a:gd name="connsiteY202" fmla="*/ 7572 h 9456078"/>
              <a:gd name="connsiteX203" fmla="*/ 13233493 w 13940157"/>
              <a:gd name="connsiteY203" fmla="*/ 5263 h 9456078"/>
              <a:gd name="connsiteX204" fmla="*/ 13283247 w 13940157"/>
              <a:gd name="connsiteY204" fmla="*/ 3371 h 9456078"/>
              <a:gd name="connsiteX205" fmla="*/ 13333061 w 13940157"/>
              <a:gd name="connsiteY205" fmla="*/ 1898 h 9456078"/>
              <a:gd name="connsiteX206" fmla="*/ 13382934 w 13940157"/>
              <a:gd name="connsiteY206" fmla="*/ 844 h 9456078"/>
              <a:gd name="connsiteX207" fmla="*/ 13432864 w 13940157"/>
              <a:gd name="connsiteY207" fmla="*/ 211 h 9456078"/>
              <a:gd name="connsiteX208" fmla="*/ 13482847 w 13940157"/>
              <a:gd name="connsiteY208" fmla="*/ 0 h 9456078"/>
              <a:gd name="connsiteX209" fmla="*/ 13940158 w 13940157"/>
              <a:gd name="connsiteY209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49234 w 13158799"/>
              <a:gd name="connsiteY5" fmla="*/ 9450052 h 9456078"/>
              <a:gd name="connsiteX6" fmla="*/ 298870 w 13158799"/>
              <a:gd name="connsiteY6" fmla="*/ 9447409 h 9456078"/>
              <a:gd name="connsiteX7" fmla="*/ 348429 w 13158799"/>
              <a:gd name="connsiteY7" fmla="*/ 9444290 h 9456078"/>
              <a:gd name="connsiteX8" fmla="*/ 397907 w 13158799"/>
              <a:gd name="connsiteY8" fmla="*/ 9440698 h 9456078"/>
              <a:gd name="connsiteX9" fmla="*/ 447302 w 13158799"/>
              <a:gd name="connsiteY9" fmla="*/ 9436632 h 9456078"/>
              <a:gd name="connsiteX10" fmla="*/ 496610 w 13158799"/>
              <a:gd name="connsiteY10" fmla="*/ 9432096 h 9456078"/>
              <a:gd name="connsiteX11" fmla="*/ 545829 w 13158799"/>
              <a:gd name="connsiteY11" fmla="*/ 9427089 h 9456078"/>
              <a:gd name="connsiteX12" fmla="*/ 594956 w 13158799"/>
              <a:gd name="connsiteY12" fmla="*/ 9421615 h 9456078"/>
              <a:gd name="connsiteX13" fmla="*/ 643987 w 13158799"/>
              <a:gd name="connsiteY13" fmla="*/ 9415673 h 9456078"/>
              <a:gd name="connsiteX14" fmla="*/ 692920 w 13158799"/>
              <a:gd name="connsiteY14" fmla="*/ 9409267 h 9456078"/>
              <a:gd name="connsiteX15" fmla="*/ 741751 w 13158799"/>
              <a:gd name="connsiteY15" fmla="*/ 9402396 h 9456078"/>
              <a:gd name="connsiteX16" fmla="*/ 790478 w 13158799"/>
              <a:gd name="connsiteY16" fmla="*/ 9395063 h 9456078"/>
              <a:gd name="connsiteX17" fmla="*/ 839098 w 13158799"/>
              <a:gd name="connsiteY17" fmla="*/ 9387270 h 9456078"/>
              <a:gd name="connsiteX18" fmla="*/ 887607 w 13158799"/>
              <a:gd name="connsiteY18" fmla="*/ 9379017 h 9456078"/>
              <a:gd name="connsiteX19" fmla="*/ 936002 w 13158799"/>
              <a:gd name="connsiteY19" fmla="*/ 9370306 h 9456078"/>
              <a:gd name="connsiteX20" fmla="*/ 984281 w 13158799"/>
              <a:gd name="connsiteY20" fmla="*/ 9361139 h 9456078"/>
              <a:gd name="connsiteX21" fmla="*/ 1032440 w 13158799"/>
              <a:gd name="connsiteY21" fmla="*/ 9351517 h 9456078"/>
              <a:gd name="connsiteX22" fmla="*/ 1080477 w 13158799"/>
              <a:gd name="connsiteY22" fmla="*/ 9341441 h 9456078"/>
              <a:gd name="connsiteX23" fmla="*/ 1128389 w 13158799"/>
              <a:gd name="connsiteY23" fmla="*/ 9330914 h 9456078"/>
              <a:gd name="connsiteX24" fmla="*/ 1176172 w 13158799"/>
              <a:gd name="connsiteY24" fmla="*/ 9319936 h 9456078"/>
              <a:gd name="connsiteX25" fmla="*/ 1223823 w 13158799"/>
              <a:gd name="connsiteY25" fmla="*/ 9308509 h 9456078"/>
              <a:gd name="connsiteX26" fmla="*/ 1271339 w 13158799"/>
              <a:gd name="connsiteY26" fmla="*/ 9296635 h 9456078"/>
              <a:gd name="connsiteX27" fmla="*/ 1318719 w 13158799"/>
              <a:gd name="connsiteY27" fmla="*/ 9284315 h 9456078"/>
              <a:gd name="connsiteX28" fmla="*/ 1365957 w 13158799"/>
              <a:gd name="connsiteY28" fmla="*/ 9271550 h 9456078"/>
              <a:gd name="connsiteX29" fmla="*/ 1413052 w 13158799"/>
              <a:gd name="connsiteY29" fmla="*/ 9258342 h 9456078"/>
              <a:gd name="connsiteX30" fmla="*/ 1460000 w 13158799"/>
              <a:gd name="connsiteY30" fmla="*/ 9244693 h 9456078"/>
              <a:gd name="connsiteX31" fmla="*/ 1506799 w 13158799"/>
              <a:gd name="connsiteY31" fmla="*/ 9230604 h 9456078"/>
              <a:gd name="connsiteX32" fmla="*/ 1553445 w 13158799"/>
              <a:gd name="connsiteY32" fmla="*/ 9216076 h 9456078"/>
              <a:gd name="connsiteX33" fmla="*/ 1599935 w 13158799"/>
              <a:gd name="connsiteY33" fmla="*/ 9201111 h 9456078"/>
              <a:gd name="connsiteX34" fmla="*/ 1646267 w 13158799"/>
              <a:gd name="connsiteY34" fmla="*/ 9185710 h 9456078"/>
              <a:gd name="connsiteX35" fmla="*/ 1692437 w 13158799"/>
              <a:gd name="connsiteY35" fmla="*/ 9169876 h 9456078"/>
              <a:gd name="connsiteX36" fmla="*/ 1738442 w 13158799"/>
              <a:gd name="connsiteY36" fmla="*/ 9153608 h 9456078"/>
              <a:gd name="connsiteX37" fmla="*/ 1784280 w 13158799"/>
              <a:gd name="connsiteY37" fmla="*/ 9136910 h 9456078"/>
              <a:gd name="connsiteX38" fmla="*/ 1829947 w 13158799"/>
              <a:gd name="connsiteY38" fmla="*/ 9119782 h 9456078"/>
              <a:gd name="connsiteX39" fmla="*/ 1875440 w 13158799"/>
              <a:gd name="connsiteY39" fmla="*/ 9102226 h 9456078"/>
              <a:gd name="connsiteX40" fmla="*/ 1920756 w 13158799"/>
              <a:gd name="connsiteY40" fmla="*/ 9084243 h 9456078"/>
              <a:gd name="connsiteX41" fmla="*/ 1965893 w 13158799"/>
              <a:gd name="connsiteY41" fmla="*/ 9065835 h 9456078"/>
              <a:gd name="connsiteX42" fmla="*/ 2010847 w 13158799"/>
              <a:gd name="connsiteY42" fmla="*/ 9047004 h 9456078"/>
              <a:gd name="connsiteX43" fmla="*/ 2055615 w 13158799"/>
              <a:gd name="connsiteY43" fmla="*/ 9027750 h 9456078"/>
              <a:gd name="connsiteX44" fmla="*/ 2100195 w 13158799"/>
              <a:gd name="connsiteY44" fmla="*/ 9008075 h 9456078"/>
              <a:gd name="connsiteX45" fmla="*/ 2144582 w 13158799"/>
              <a:gd name="connsiteY45" fmla="*/ 8987981 h 9456078"/>
              <a:gd name="connsiteX46" fmla="*/ 2188775 w 13158799"/>
              <a:gd name="connsiteY46" fmla="*/ 8967470 h 9456078"/>
              <a:gd name="connsiteX47" fmla="*/ 2232770 w 13158799"/>
              <a:gd name="connsiteY47" fmla="*/ 8946542 h 9456078"/>
              <a:gd name="connsiteX48" fmla="*/ 2276564 w 13158799"/>
              <a:gd name="connsiteY48" fmla="*/ 8925199 h 9456078"/>
              <a:gd name="connsiteX49" fmla="*/ 2320154 w 13158799"/>
              <a:gd name="connsiteY49" fmla="*/ 8903443 h 9456078"/>
              <a:gd name="connsiteX50" fmla="*/ 2363538 w 13158799"/>
              <a:gd name="connsiteY50" fmla="*/ 8881275 h 9456078"/>
              <a:gd name="connsiteX51" fmla="*/ 2406711 w 13158799"/>
              <a:gd name="connsiteY51" fmla="*/ 8858697 h 9456078"/>
              <a:gd name="connsiteX52" fmla="*/ 2449672 w 13158799"/>
              <a:gd name="connsiteY52" fmla="*/ 8835710 h 9456078"/>
              <a:gd name="connsiteX53" fmla="*/ 2492417 w 13158799"/>
              <a:gd name="connsiteY53" fmla="*/ 8812316 h 9456078"/>
              <a:gd name="connsiteX54" fmla="*/ 2534943 w 13158799"/>
              <a:gd name="connsiteY54" fmla="*/ 8788516 h 9456078"/>
              <a:gd name="connsiteX55" fmla="*/ 2577247 w 13158799"/>
              <a:gd name="connsiteY55" fmla="*/ 8764311 h 9456078"/>
              <a:gd name="connsiteX56" fmla="*/ 2619326 w 13158799"/>
              <a:gd name="connsiteY56" fmla="*/ 8739704 h 9456078"/>
              <a:gd name="connsiteX57" fmla="*/ 2661177 w 13158799"/>
              <a:gd name="connsiteY57" fmla="*/ 8714695 h 9456078"/>
              <a:gd name="connsiteX58" fmla="*/ 2702797 w 13158799"/>
              <a:gd name="connsiteY58" fmla="*/ 8689286 h 9456078"/>
              <a:gd name="connsiteX59" fmla="*/ 2744183 w 13158799"/>
              <a:gd name="connsiteY59" fmla="*/ 8663479 h 9456078"/>
              <a:gd name="connsiteX60" fmla="*/ 2785333 w 13158799"/>
              <a:gd name="connsiteY60" fmla="*/ 8637274 h 9456078"/>
              <a:gd name="connsiteX61" fmla="*/ 2826242 w 13158799"/>
              <a:gd name="connsiteY61" fmla="*/ 8610675 h 9456078"/>
              <a:gd name="connsiteX62" fmla="*/ 2866908 w 13158799"/>
              <a:gd name="connsiteY62" fmla="*/ 8583681 h 9456078"/>
              <a:gd name="connsiteX63" fmla="*/ 2907329 w 13158799"/>
              <a:gd name="connsiteY63" fmla="*/ 8556295 h 9456078"/>
              <a:gd name="connsiteX64" fmla="*/ 2947500 w 13158799"/>
              <a:gd name="connsiteY64" fmla="*/ 8528517 h 9456078"/>
              <a:gd name="connsiteX65" fmla="*/ 2987419 w 13158799"/>
              <a:gd name="connsiteY65" fmla="*/ 8500351 h 9456078"/>
              <a:gd name="connsiteX66" fmla="*/ 3027083 w 13158799"/>
              <a:gd name="connsiteY66" fmla="*/ 8471796 h 9456078"/>
              <a:gd name="connsiteX67" fmla="*/ 3066489 w 13158799"/>
              <a:gd name="connsiteY67" fmla="*/ 8442854 h 9456078"/>
              <a:gd name="connsiteX68" fmla="*/ 3105634 w 13158799"/>
              <a:gd name="connsiteY68" fmla="*/ 8413528 h 9456078"/>
              <a:gd name="connsiteX69" fmla="*/ 3144515 w 13158799"/>
              <a:gd name="connsiteY69" fmla="*/ 8383818 h 9456078"/>
              <a:gd name="connsiteX70" fmla="*/ 3183129 w 13158799"/>
              <a:gd name="connsiteY70" fmla="*/ 8353726 h 9456078"/>
              <a:gd name="connsiteX71" fmla="*/ 3221473 w 13158799"/>
              <a:gd name="connsiteY71" fmla="*/ 8323253 h 9456078"/>
              <a:gd name="connsiteX72" fmla="*/ 3259544 w 13158799"/>
              <a:gd name="connsiteY72" fmla="*/ 8292401 h 9456078"/>
              <a:gd name="connsiteX73" fmla="*/ 3297339 w 13158799"/>
              <a:gd name="connsiteY73" fmla="*/ 8261172 h 9456078"/>
              <a:gd name="connsiteX74" fmla="*/ 3334854 w 13158799"/>
              <a:gd name="connsiteY74" fmla="*/ 8229566 h 9456078"/>
              <a:gd name="connsiteX75" fmla="*/ 3372087 w 13158799"/>
              <a:gd name="connsiteY75" fmla="*/ 8197585 h 9456078"/>
              <a:gd name="connsiteX76" fmla="*/ 3409035 w 13158799"/>
              <a:gd name="connsiteY76" fmla="*/ 8165232 h 9456078"/>
              <a:gd name="connsiteX77" fmla="*/ 3445695 w 13158799"/>
              <a:gd name="connsiteY77" fmla="*/ 8132507 h 9456078"/>
              <a:gd name="connsiteX78" fmla="*/ 3482064 w 13158799"/>
              <a:gd name="connsiteY78" fmla="*/ 8099411 h 9456078"/>
              <a:gd name="connsiteX79" fmla="*/ 3518139 w 13158799"/>
              <a:gd name="connsiteY79" fmla="*/ 8065947 h 9456078"/>
              <a:gd name="connsiteX80" fmla="*/ 3553916 w 13158799"/>
              <a:gd name="connsiteY80" fmla="*/ 8032115 h 9456078"/>
              <a:gd name="connsiteX81" fmla="*/ 3589393 w 13158799"/>
              <a:gd name="connsiteY81" fmla="*/ 7997918 h 9456078"/>
              <a:gd name="connsiteX82" fmla="*/ 3624567 w 13158799"/>
              <a:gd name="connsiteY82" fmla="*/ 7963356 h 9456078"/>
              <a:gd name="connsiteX83" fmla="*/ 3659435 w 13158799"/>
              <a:gd name="connsiteY83" fmla="*/ 7928432 h 9456078"/>
              <a:gd name="connsiteX84" fmla="*/ 3693994 w 13158799"/>
              <a:gd name="connsiteY84" fmla="*/ 7893146 h 9456078"/>
              <a:gd name="connsiteX85" fmla="*/ 3728240 w 13158799"/>
              <a:gd name="connsiteY85" fmla="*/ 7857501 h 9456078"/>
              <a:gd name="connsiteX86" fmla="*/ 3762171 w 13158799"/>
              <a:gd name="connsiteY86" fmla="*/ 7821497 h 9456078"/>
              <a:gd name="connsiteX87" fmla="*/ 3795783 w 13158799"/>
              <a:gd name="connsiteY87" fmla="*/ 7785136 h 9456078"/>
              <a:gd name="connsiteX88" fmla="*/ 3829075 w 13158799"/>
              <a:gd name="connsiteY88" fmla="*/ 7748420 h 9456078"/>
              <a:gd name="connsiteX89" fmla="*/ 3862042 w 13158799"/>
              <a:gd name="connsiteY89" fmla="*/ 7711350 h 9456078"/>
              <a:gd name="connsiteX90" fmla="*/ 3894682 w 13158799"/>
              <a:gd name="connsiteY90" fmla="*/ 7673928 h 9456078"/>
              <a:gd name="connsiteX91" fmla="*/ 3926991 w 13158799"/>
              <a:gd name="connsiteY91" fmla="*/ 7636155 h 9456078"/>
              <a:gd name="connsiteX92" fmla="*/ 3958967 w 13158799"/>
              <a:gd name="connsiteY92" fmla="*/ 7598032 h 9456078"/>
              <a:gd name="connsiteX93" fmla="*/ 3990607 w 13158799"/>
              <a:gd name="connsiteY93" fmla="*/ 7559561 h 9456078"/>
              <a:gd name="connsiteX94" fmla="*/ 4021907 w 13158799"/>
              <a:gd name="connsiteY94" fmla="*/ 7520744 h 9456078"/>
              <a:gd name="connsiteX95" fmla="*/ 4052865 w 13158799"/>
              <a:gd name="connsiteY95" fmla="*/ 7481582 h 9456078"/>
              <a:gd name="connsiteX96" fmla="*/ 4083478 w 13158799"/>
              <a:gd name="connsiteY96" fmla="*/ 7442077 h 9456078"/>
              <a:gd name="connsiteX97" fmla="*/ 8022311 w 13158799"/>
              <a:gd name="connsiteY97" fmla="*/ 2307814 h 9456078"/>
              <a:gd name="connsiteX98" fmla="*/ 8052902 w 13158799"/>
              <a:gd name="connsiteY98" fmla="*/ 2268285 h 9456078"/>
              <a:gd name="connsiteX99" fmla="*/ 8083796 w 13158799"/>
              <a:gd name="connsiteY99" fmla="*/ 2229056 h 9456078"/>
              <a:gd name="connsiteX100" fmla="*/ 8114989 w 13158799"/>
              <a:gd name="connsiteY100" fmla="*/ 2190127 h 9456078"/>
              <a:gd name="connsiteX101" fmla="*/ 8146479 w 13158799"/>
              <a:gd name="connsiteY101" fmla="*/ 2151500 h 9456078"/>
              <a:gd name="connsiteX102" fmla="*/ 8178264 w 13158799"/>
              <a:gd name="connsiteY102" fmla="*/ 2113176 h 9456078"/>
              <a:gd name="connsiteX103" fmla="*/ 8210341 w 13158799"/>
              <a:gd name="connsiteY103" fmla="*/ 2075157 h 9456078"/>
              <a:gd name="connsiteX104" fmla="*/ 8242709 w 13158799"/>
              <a:gd name="connsiteY104" fmla="*/ 2037442 h 9456078"/>
              <a:gd name="connsiteX105" fmla="*/ 8275365 w 13158799"/>
              <a:gd name="connsiteY105" fmla="*/ 2000034 h 9456078"/>
              <a:gd name="connsiteX106" fmla="*/ 8308307 w 13158799"/>
              <a:gd name="connsiteY106" fmla="*/ 1962934 h 9456078"/>
              <a:gd name="connsiteX107" fmla="*/ 8341532 w 13158799"/>
              <a:gd name="connsiteY107" fmla="*/ 1926142 h 9456078"/>
              <a:gd name="connsiteX108" fmla="*/ 8375038 w 13158799"/>
              <a:gd name="connsiteY108" fmla="*/ 1889660 h 9456078"/>
              <a:gd name="connsiteX109" fmla="*/ 8408823 w 13158799"/>
              <a:gd name="connsiteY109" fmla="*/ 1853489 h 9456078"/>
              <a:gd name="connsiteX110" fmla="*/ 8442885 w 13158799"/>
              <a:gd name="connsiteY110" fmla="*/ 1817630 h 9456078"/>
              <a:gd name="connsiteX111" fmla="*/ 8477221 w 13158799"/>
              <a:gd name="connsiteY111" fmla="*/ 1782084 h 9456078"/>
              <a:gd name="connsiteX112" fmla="*/ 8511829 w 13158799"/>
              <a:gd name="connsiteY112" fmla="*/ 1746853 h 9456078"/>
              <a:gd name="connsiteX113" fmla="*/ 8546706 w 13158799"/>
              <a:gd name="connsiteY113" fmla="*/ 1711937 h 9456078"/>
              <a:gd name="connsiteX114" fmla="*/ 8581851 w 13158799"/>
              <a:gd name="connsiteY114" fmla="*/ 1677337 h 9456078"/>
              <a:gd name="connsiteX115" fmla="*/ 8617261 w 13158799"/>
              <a:gd name="connsiteY115" fmla="*/ 1643056 h 9456078"/>
              <a:gd name="connsiteX116" fmla="*/ 8652934 w 13158799"/>
              <a:gd name="connsiteY116" fmla="*/ 1609093 h 9456078"/>
              <a:gd name="connsiteX117" fmla="*/ 8688867 w 13158799"/>
              <a:gd name="connsiteY117" fmla="*/ 1575450 h 9456078"/>
              <a:gd name="connsiteX118" fmla="*/ 8725058 w 13158799"/>
              <a:gd name="connsiteY118" fmla="*/ 1542128 h 9456078"/>
              <a:gd name="connsiteX119" fmla="*/ 8761506 w 13158799"/>
              <a:gd name="connsiteY119" fmla="*/ 1509129 h 9456078"/>
              <a:gd name="connsiteX120" fmla="*/ 8798207 w 13158799"/>
              <a:gd name="connsiteY120" fmla="*/ 1476452 h 9456078"/>
              <a:gd name="connsiteX121" fmla="*/ 8835159 w 13158799"/>
              <a:gd name="connsiteY121" fmla="*/ 1444101 h 9456078"/>
              <a:gd name="connsiteX122" fmla="*/ 8872360 w 13158799"/>
              <a:gd name="connsiteY122" fmla="*/ 1412075 h 9456078"/>
              <a:gd name="connsiteX123" fmla="*/ 8909808 w 13158799"/>
              <a:gd name="connsiteY123" fmla="*/ 1380375 h 9456078"/>
              <a:gd name="connsiteX124" fmla="*/ 8947501 w 13158799"/>
              <a:gd name="connsiteY124" fmla="*/ 1349004 h 9456078"/>
              <a:gd name="connsiteX125" fmla="*/ 8985435 w 13158799"/>
              <a:gd name="connsiteY125" fmla="*/ 1317962 h 9456078"/>
              <a:gd name="connsiteX126" fmla="*/ 9023610 w 13158799"/>
              <a:gd name="connsiteY126" fmla="*/ 1287250 h 9456078"/>
              <a:gd name="connsiteX127" fmla="*/ 9062022 w 13158799"/>
              <a:gd name="connsiteY127" fmla="*/ 1256869 h 9456078"/>
              <a:gd name="connsiteX128" fmla="*/ 9100669 w 13158799"/>
              <a:gd name="connsiteY128" fmla="*/ 1226820 h 9456078"/>
              <a:gd name="connsiteX129" fmla="*/ 9139549 w 13158799"/>
              <a:gd name="connsiteY129" fmla="*/ 1197105 h 9456078"/>
              <a:gd name="connsiteX130" fmla="*/ 9178660 w 13158799"/>
              <a:gd name="connsiteY130" fmla="*/ 1167725 h 9456078"/>
              <a:gd name="connsiteX131" fmla="*/ 9217999 w 13158799"/>
              <a:gd name="connsiteY131" fmla="*/ 1138681 h 9456078"/>
              <a:gd name="connsiteX132" fmla="*/ 9257564 w 13158799"/>
              <a:gd name="connsiteY132" fmla="*/ 1109974 h 9456078"/>
              <a:gd name="connsiteX133" fmla="*/ 9297353 w 13158799"/>
              <a:gd name="connsiteY133" fmla="*/ 1081604 h 9456078"/>
              <a:gd name="connsiteX134" fmla="*/ 9337364 w 13158799"/>
              <a:gd name="connsiteY134" fmla="*/ 1053574 h 9456078"/>
              <a:gd name="connsiteX135" fmla="*/ 9377594 w 13158799"/>
              <a:gd name="connsiteY135" fmla="*/ 1025884 h 9456078"/>
              <a:gd name="connsiteX136" fmla="*/ 9418040 w 13158799"/>
              <a:gd name="connsiteY136" fmla="*/ 998536 h 9456078"/>
              <a:gd name="connsiteX137" fmla="*/ 9458702 w 13158799"/>
              <a:gd name="connsiteY137" fmla="*/ 971530 h 9456078"/>
              <a:gd name="connsiteX138" fmla="*/ 9499575 w 13158799"/>
              <a:gd name="connsiteY138" fmla="*/ 944868 h 9456078"/>
              <a:gd name="connsiteX139" fmla="*/ 9540659 w 13158799"/>
              <a:gd name="connsiteY139" fmla="*/ 918551 h 9456078"/>
              <a:gd name="connsiteX140" fmla="*/ 9581950 w 13158799"/>
              <a:gd name="connsiteY140" fmla="*/ 892580 h 9456078"/>
              <a:gd name="connsiteX141" fmla="*/ 9623447 w 13158799"/>
              <a:gd name="connsiteY141" fmla="*/ 866956 h 9456078"/>
              <a:gd name="connsiteX142" fmla="*/ 9665147 w 13158799"/>
              <a:gd name="connsiteY142" fmla="*/ 841681 h 9456078"/>
              <a:gd name="connsiteX143" fmla="*/ 9707048 w 13158799"/>
              <a:gd name="connsiteY143" fmla="*/ 816754 h 9456078"/>
              <a:gd name="connsiteX144" fmla="*/ 9749147 w 13158799"/>
              <a:gd name="connsiteY144" fmla="*/ 792179 h 9456078"/>
              <a:gd name="connsiteX145" fmla="*/ 9791443 w 13158799"/>
              <a:gd name="connsiteY145" fmla="*/ 767955 h 9456078"/>
              <a:gd name="connsiteX146" fmla="*/ 9833932 w 13158799"/>
              <a:gd name="connsiteY146" fmla="*/ 744083 h 9456078"/>
              <a:gd name="connsiteX147" fmla="*/ 9876613 w 13158799"/>
              <a:gd name="connsiteY147" fmla="*/ 720566 h 9456078"/>
              <a:gd name="connsiteX148" fmla="*/ 9919484 w 13158799"/>
              <a:gd name="connsiteY148" fmla="*/ 697404 h 9456078"/>
              <a:gd name="connsiteX149" fmla="*/ 9962542 w 13158799"/>
              <a:gd name="connsiteY149" fmla="*/ 674598 h 9456078"/>
              <a:gd name="connsiteX150" fmla="*/ 10005784 w 13158799"/>
              <a:gd name="connsiteY150" fmla="*/ 652149 h 9456078"/>
              <a:gd name="connsiteX151" fmla="*/ 10049209 w 13158799"/>
              <a:gd name="connsiteY151" fmla="*/ 630059 h 9456078"/>
              <a:gd name="connsiteX152" fmla="*/ 10092814 w 13158799"/>
              <a:gd name="connsiteY152" fmla="*/ 608328 h 9456078"/>
              <a:gd name="connsiteX153" fmla="*/ 10136597 w 13158799"/>
              <a:gd name="connsiteY153" fmla="*/ 586958 h 9456078"/>
              <a:gd name="connsiteX154" fmla="*/ 10180556 w 13158799"/>
              <a:gd name="connsiteY154" fmla="*/ 565950 h 9456078"/>
              <a:gd name="connsiteX155" fmla="*/ 10224688 w 13158799"/>
              <a:gd name="connsiteY155" fmla="*/ 545304 h 9456078"/>
              <a:gd name="connsiteX156" fmla="*/ 10268991 w 13158799"/>
              <a:gd name="connsiteY156" fmla="*/ 525023 h 9456078"/>
              <a:gd name="connsiteX157" fmla="*/ 10313463 w 13158799"/>
              <a:gd name="connsiteY157" fmla="*/ 505107 h 9456078"/>
              <a:gd name="connsiteX158" fmla="*/ 10358101 w 13158799"/>
              <a:gd name="connsiteY158" fmla="*/ 485558 h 9456078"/>
              <a:gd name="connsiteX159" fmla="*/ 10402903 w 13158799"/>
              <a:gd name="connsiteY159" fmla="*/ 466376 h 9456078"/>
              <a:gd name="connsiteX160" fmla="*/ 10447868 w 13158799"/>
              <a:gd name="connsiteY160" fmla="*/ 447563 h 9456078"/>
              <a:gd name="connsiteX161" fmla="*/ 10492991 w 13158799"/>
              <a:gd name="connsiteY161" fmla="*/ 429119 h 9456078"/>
              <a:gd name="connsiteX162" fmla="*/ 10538272 w 13158799"/>
              <a:gd name="connsiteY162" fmla="*/ 411046 h 9456078"/>
              <a:gd name="connsiteX163" fmla="*/ 10583708 w 13158799"/>
              <a:gd name="connsiteY163" fmla="*/ 393346 h 9456078"/>
              <a:gd name="connsiteX164" fmla="*/ 10629297 w 13158799"/>
              <a:gd name="connsiteY164" fmla="*/ 376018 h 9456078"/>
              <a:gd name="connsiteX165" fmla="*/ 10675036 w 13158799"/>
              <a:gd name="connsiteY165" fmla="*/ 359065 h 9456078"/>
              <a:gd name="connsiteX166" fmla="*/ 10720923 w 13158799"/>
              <a:gd name="connsiteY166" fmla="*/ 342487 h 9456078"/>
              <a:gd name="connsiteX167" fmla="*/ 10766956 w 13158799"/>
              <a:gd name="connsiteY167" fmla="*/ 326286 h 9456078"/>
              <a:gd name="connsiteX168" fmla="*/ 10813132 w 13158799"/>
              <a:gd name="connsiteY168" fmla="*/ 310462 h 9456078"/>
              <a:gd name="connsiteX169" fmla="*/ 10859450 w 13158799"/>
              <a:gd name="connsiteY169" fmla="*/ 295018 h 9456078"/>
              <a:gd name="connsiteX170" fmla="*/ 10905907 w 13158799"/>
              <a:gd name="connsiteY170" fmla="*/ 279953 h 9456078"/>
              <a:gd name="connsiteX171" fmla="*/ 10952500 w 13158799"/>
              <a:gd name="connsiteY171" fmla="*/ 265269 h 9456078"/>
              <a:gd name="connsiteX172" fmla="*/ 10999227 w 13158799"/>
              <a:gd name="connsiteY172" fmla="*/ 250968 h 9456078"/>
              <a:gd name="connsiteX173" fmla="*/ 11046087 w 13158799"/>
              <a:gd name="connsiteY173" fmla="*/ 237049 h 9456078"/>
              <a:gd name="connsiteX174" fmla="*/ 11093076 w 13158799"/>
              <a:gd name="connsiteY174" fmla="*/ 223516 h 9456078"/>
              <a:gd name="connsiteX175" fmla="*/ 11140193 w 13158799"/>
              <a:gd name="connsiteY175" fmla="*/ 210368 h 9456078"/>
              <a:gd name="connsiteX176" fmla="*/ 11187434 w 13158799"/>
              <a:gd name="connsiteY176" fmla="*/ 197606 h 9456078"/>
              <a:gd name="connsiteX177" fmla="*/ 11234799 w 13158799"/>
              <a:gd name="connsiteY177" fmla="*/ 185233 h 9456078"/>
              <a:gd name="connsiteX178" fmla="*/ 11282284 w 13158799"/>
              <a:gd name="connsiteY178" fmla="*/ 173248 h 9456078"/>
              <a:gd name="connsiteX179" fmla="*/ 11329888 w 13158799"/>
              <a:gd name="connsiteY179" fmla="*/ 161654 h 9456078"/>
              <a:gd name="connsiteX180" fmla="*/ 11377607 w 13158799"/>
              <a:gd name="connsiteY180" fmla="*/ 150451 h 9456078"/>
              <a:gd name="connsiteX181" fmla="*/ 11425440 w 13158799"/>
              <a:gd name="connsiteY181" fmla="*/ 139640 h 9456078"/>
              <a:gd name="connsiteX182" fmla="*/ 11473385 w 13158799"/>
              <a:gd name="connsiteY182" fmla="*/ 129223 h 9456078"/>
              <a:gd name="connsiteX183" fmla="*/ 11521439 w 13158799"/>
              <a:gd name="connsiteY183" fmla="*/ 119201 h 9456078"/>
              <a:gd name="connsiteX184" fmla="*/ 11569599 w 13158799"/>
              <a:gd name="connsiteY184" fmla="*/ 109574 h 9456078"/>
              <a:gd name="connsiteX185" fmla="*/ 11617864 w 13158799"/>
              <a:gd name="connsiteY185" fmla="*/ 100344 h 9456078"/>
              <a:gd name="connsiteX186" fmla="*/ 11666231 w 13158799"/>
              <a:gd name="connsiteY186" fmla="*/ 91512 h 9456078"/>
              <a:gd name="connsiteX187" fmla="*/ 11714698 w 13158799"/>
              <a:gd name="connsiteY187" fmla="*/ 83080 h 9456078"/>
              <a:gd name="connsiteX188" fmla="*/ 11763263 w 13158799"/>
              <a:gd name="connsiteY188" fmla="*/ 75047 h 9456078"/>
              <a:gd name="connsiteX189" fmla="*/ 11811923 w 13158799"/>
              <a:gd name="connsiteY189" fmla="*/ 67417 h 9456078"/>
              <a:gd name="connsiteX190" fmla="*/ 11860676 w 13158799"/>
              <a:gd name="connsiteY190" fmla="*/ 60188 h 9456078"/>
              <a:gd name="connsiteX191" fmla="*/ 11909519 w 13158799"/>
              <a:gd name="connsiteY191" fmla="*/ 53364 h 9456078"/>
              <a:gd name="connsiteX192" fmla="*/ 11958451 w 13158799"/>
              <a:gd name="connsiteY192" fmla="*/ 46944 h 9456078"/>
              <a:gd name="connsiteX193" fmla="*/ 12007470 w 13158799"/>
              <a:gd name="connsiteY193" fmla="*/ 40931 h 9456078"/>
              <a:gd name="connsiteX194" fmla="*/ 12056572 w 13158799"/>
              <a:gd name="connsiteY194" fmla="*/ 35324 h 9456078"/>
              <a:gd name="connsiteX195" fmla="*/ 12105756 w 13158799"/>
              <a:gd name="connsiteY195" fmla="*/ 30126 h 9456078"/>
              <a:gd name="connsiteX196" fmla="*/ 12155019 w 13158799"/>
              <a:gd name="connsiteY196" fmla="*/ 25337 h 9456078"/>
              <a:gd name="connsiteX197" fmla="*/ 12204359 w 13158799"/>
              <a:gd name="connsiteY197" fmla="*/ 20958 h 9456078"/>
              <a:gd name="connsiteX198" fmla="*/ 12253773 w 13158799"/>
              <a:gd name="connsiteY198" fmla="*/ 16991 h 9456078"/>
              <a:gd name="connsiteX199" fmla="*/ 12303260 w 13158799"/>
              <a:gd name="connsiteY199" fmla="*/ 13437 h 9456078"/>
              <a:gd name="connsiteX200" fmla="*/ 12352818 w 13158799"/>
              <a:gd name="connsiteY200" fmla="*/ 10297 h 9456078"/>
              <a:gd name="connsiteX201" fmla="*/ 12402443 w 13158799"/>
              <a:gd name="connsiteY201" fmla="*/ 7572 h 9456078"/>
              <a:gd name="connsiteX202" fmla="*/ 12452133 w 13158799"/>
              <a:gd name="connsiteY202" fmla="*/ 5263 h 9456078"/>
              <a:gd name="connsiteX203" fmla="*/ 12501887 w 13158799"/>
              <a:gd name="connsiteY203" fmla="*/ 3371 h 9456078"/>
              <a:gd name="connsiteX204" fmla="*/ 12551701 w 13158799"/>
              <a:gd name="connsiteY204" fmla="*/ 1898 h 9456078"/>
              <a:gd name="connsiteX205" fmla="*/ 12601574 w 13158799"/>
              <a:gd name="connsiteY205" fmla="*/ 844 h 9456078"/>
              <a:gd name="connsiteX206" fmla="*/ 12651504 w 13158799"/>
              <a:gd name="connsiteY206" fmla="*/ 211 h 9456078"/>
              <a:gd name="connsiteX207" fmla="*/ 12701487 w 13158799"/>
              <a:gd name="connsiteY207" fmla="*/ 0 h 9456078"/>
              <a:gd name="connsiteX208" fmla="*/ 13158798 w 13158799"/>
              <a:gd name="connsiteY208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28389 w 13158797"/>
              <a:gd name="connsiteY22" fmla="*/ 9330914 h 9456078"/>
              <a:gd name="connsiteX23" fmla="*/ 1176172 w 13158797"/>
              <a:gd name="connsiteY23" fmla="*/ 9319936 h 9456078"/>
              <a:gd name="connsiteX24" fmla="*/ 1223823 w 13158797"/>
              <a:gd name="connsiteY24" fmla="*/ 9308509 h 9456078"/>
              <a:gd name="connsiteX25" fmla="*/ 1271339 w 13158797"/>
              <a:gd name="connsiteY25" fmla="*/ 9296635 h 9456078"/>
              <a:gd name="connsiteX26" fmla="*/ 1318719 w 13158797"/>
              <a:gd name="connsiteY26" fmla="*/ 9284315 h 9456078"/>
              <a:gd name="connsiteX27" fmla="*/ 1365957 w 13158797"/>
              <a:gd name="connsiteY27" fmla="*/ 9271550 h 9456078"/>
              <a:gd name="connsiteX28" fmla="*/ 1413052 w 13158797"/>
              <a:gd name="connsiteY28" fmla="*/ 9258342 h 9456078"/>
              <a:gd name="connsiteX29" fmla="*/ 1460000 w 13158797"/>
              <a:gd name="connsiteY29" fmla="*/ 9244693 h 9456078"/>
              <a:gd name="connsiteX30" fmla="*/ 1506799 w 13158797"/>
              <a:gd name="connsiteY30" fmla="*/ 9230604 h 9456078"/>
              <a:gd name="connsiteX31" fmla="*/ 1553445 w 13158797"/>
              <a:gd name="connsiteY31" fmla="*/ 9216076 h 9456078"/>
              <a:gd name="connsiteX32" fmla="*/ 1599935 w 13158797"/>
              <a:gd name="connsiteY32" fmla="*/ 9201111 h 9456078"/>
              <a:gd name="connsiteX33" fmla="*/ 1646267 w 13158797"/>
              <a:gd name="connsiteY33" fmla="*/ 9185710 h 9456078"/>
              <a:gd name="connsiteX34" fmla="*/ 1692437 w 13158797"/>
              <a:gd name="connsiteY34" fmla="*/ 9169876 h 9456078"/>
              <a:gd name="connsiteX35" fmla="*/ 1738442 w 13158797"/>
              <a:gd name="connsiteY35" fmla="*/ 9153608 h 9456078"/>
              <a:gd name="connsiteX36" fmla="*/ 1784280 w 13158797"/>
              <a:gd name="connsiteY36" fmla="*/ 9136910 h 9456078"/>
              <a:gd name="connsiteX37" fmla="*/ 1829947 w 13158797"/>
              <a:gd name="connsiteY37" fmla="*/ 9119782 h 9456078"/>
              <a:gd name="connsiteX38" fmla="*/ 1875440 w 13158797"/>
              <a:gd name="connsiteY38" fmla="*/ 9102226 h 9456078"/>
              <a:gd name="connsiteX39" fmla="*/ 1920756 w 13158797"/>
              <a:gd name="connsiteY39" fmla="*/ 9084243 h 9456078"/>
              <a:gd name="connsiteX40" fmla="*/ 1965893 w 13158797"/>
              <a:gd name="connsiteY40" fmla="*/ 9065835 h 9456078"/>
              <a:gd name="connsiteX41" fmla="*/ 2010847 w 13158797"/>
              <a:gd name="connsiteY41" fmla="*/ 9047004 h 9456078"/>
              <a:gd name="connsiteX42" fmla="*/ 2055615 w 13158797"/>
              <a:gd name="connsiteY42" fmla="*/ 9027750 h 9456078"/>
              <a:gd name="connsiteX43" fmla="*/ 2100195 w 13158797"/>
              <a:gd name="connsiteY43" fmla="*/ 9008075 h 9456078"/>
              <a:gd name="connsiteX44" fmla="*/ 2144582 w 13158797"/>
              <a:gd name="connsiteY44" fmla="*/ 8987981 h 9456078"/>
              <a:gd name="connsiteX45" fmla="*/ 2188775 w 13158797"/>
              <a:gd name="connsiteY45" fmla="*/ 8967470 h 9456078"/>
              <a:gd name="connsiteX46" fmla="*/ 2232770 w 13158797"/>
              <a:gd name="connsiteY46" fmla="*/ 8946542 h 9456078"/>
              <a:gd name="connsiteX47" fmla="*/ 2276564 w 13158797"/>
              <a:gd name="connsiteY47" fmla="*/ 8925199 h 9456078"/>
              <a:gd name="connsiteX48" fmla="*/ 2320154 w 13158797"/>
              <a:gd name="connsiteY48" fmla="*/ 8903443 h 9456078"/>
              <a:gd name="connsiteX49" fmla="*/ 2363538 w 13158797"/>
              <a:gd name="connsiteY49" fmla="*/ 8881275 h 9456078"/>
              <a:gd name="connsiteX50" fmla="*/ 2406711 w 13158797"/>
              <a:gd name="connsiteY50" fmla="*/ 8858697 h 9456078"/>
              <a:gd name="connsiteX51" fmla="*/ 2449672 w 13158797"/>
              <a:gd name="connsiteY51" fmla="*/ 8835710 h 9456078"/>
              <a:gd name="connsiteX52" fmla="*/ 2492417 w 13158797"/>
              <a:gd name="connsiteY52" fmla="*/ 8812316 h 9456078"/>
              <a:gd name="connsiteX53" fmla="*/ 2534943 w 13158797"/>
              <a:gd name="connsiteY53" fmla="*/ 8788516 h 9456078"/>
              <a:gd name="connsiteX54" fmla="*/ 2577247 w 13158797"/>
              <a:gd name="connsiteY54" fmla="*/ 8764311 h 9456078"/>
              <a:gd name="connsiteX55" fmla="*/ 2619326 w 13158797"/>
              <a:gd name="connsiteY55" fmla="*/ 8739704 h 9456078"/>
              <a:gd name="connsiteX56" fmla="*/ 2661177 w 13158797"/>
              <a:gd name="connsiteY56" fmla="*/ 8714695 h 9456078"/>
              <a:gd name="connsiteX57" fmla="*/ 2702797 w 13158797"/>
              <a:gd name="connsiteY57" fmla="*/ 8689286 h 9456078"/>
              <a:gd name="connsiteX58" fmla="*/ 2744183 w 13158797"/>
              <a:gd name="connsiteY58" fmla="*/ 8663479 h 9456078"/>
              <a:gd name="connsiteX59" fmla="*/ 2785333 w 13158797"/>
              <a:gd name="connsiteY59" fmla="*/ 8637274 h 9456078"/>
              <a:gd name="connsiteX60" fmla="*/ 2826242 w 13158797"/>
              <a:gd name="connsiteY60" fmla="*/ 8610675 h 9456078"/>
              <a:gd name="connsiteX61" fmla="*/ 2866908 w 13158797"/>
              <a:gd name="connsiteY61" fmla="*/ 8583681 h 9456078"/>
              <a:gd name="connsiteX62" fmla="*/ 2907329 w 13158797"/>
              <a:gd name="connsiteY62" fmla="*/ 8556295 h 9456078"/>
              <a:gd name="connsiteX63" fmla="*/ 2947500 w 13158797"/>
              <a:gd name="connsiteY63" fmla="*/ 8528517 h 9456078"/>
              <a:gd name="connsiteX64" fmla="*/ 2987419 w 13158797"/>
              <a:gd name="connsiteY64" fmla="*/ 8500351 h 9456078"/>
              <a:gd name="connsiteX65" fmla="*/ 3027083 w 13158797"/>
              <a:gd name="connsiteY65" fmla="*/ 8471796 h 9456078"/>
              <a:gd name="connsiteX66" fmla="*/ 3066489 w 13158797"/>
              <a:gd name="connsiteY66" fmla="*/ 8442854 h 9456078"/>
              <a:gd name="connsiteX67" fmla="*/ 3105634 w 13158797"/>
              <a:gd name="connsiteY67" fmla="*/ 8413528 h 9456078"/>
              <a:gd name="connsiteX68" fmla="*/ 3144515 w 13158797"/>
              <a:gd name="connsiteY68" fmla="*/ 8383818 h 9456078"/>
              <a:gd name="connsiteX69" fmla="*/ 3183129 w 13158797"/>
              <a:gd name="connsiteY69" fmla="*/ 8353726 h 9456078"/>
              <a:gd name="connsiteX70" fmla="*/ 3221473 w 13158797"/>
              <a:gd name="connsiteY70" fmla="*/ 8323253 h 9456078"/>
              <a:gd name="connsiteX71" fmla="*/ 3259544 w 13158797"/>
              <a:gd name="connsiteY71" fmla="*/ 8292401 h 9456078"/>
              <a:gd name="connsiteX72" fmla="*/ 3297339 w 13158797"/>
              <a:gd name="connsiteY72" fmla="*/ 8261172 h 9456078"/>
              <a:gd name="connsiteX73" fmla="*/ 3334854 w 13158797"/>
              <a:gd name="connsiteY73" fmla="*/ 8229566 h 9456078"/>
              <a:gd name="connsiteX74" fmla="*/ 3372087 w 13158797"/>
              <a:gd name="connsiteY74" fmla="*/ 8197585 h 9456078"/>
              <a:gd name="connsiteX75" fmla="*/ 3409035 w 13158797"/>
              <a:gd name="connsiteY75" fmla="*/ 8165232 h 9456078"/>
              <a:gd name="connsiteX76" fmla="*/ 3445695 w 13158797"/>
              <a:gd name="connsiteY76" fmla="*/ 8132507 h 9456078"/>
              <a:gd name="connsiteX77" fmla="*/ 3482064 w 13158797"/>
              <a:gd name="connsiteY77" fmla="*/ 8099411 h 9456078"/>
              <a:gd name="connsiteX78" fmla="*/ 3518139 w 13158797"/>
              <a:gd name="connsiteY78" fmla="*/ 8065947 h 9456078"/>
              <a:gd name="connsiteX79" fmla="*/ 3553916 w 13158797"/>
              <a:gd name="connsiteY79" fmla="*/ 8032115 h 9456078"/>
              <a:gd name="connsiteX80" fmla="*/ 3589393 w 13158797"/>
              <a:gd name="connsiteY80" fmla="*/ 7997918 h 9456078"/>
              <a:gd name="connsiteX81" fmla="*/ 3624567 w 13158797"/>
              <a:gd name="connsiteY81" fmla="*/ 7963356 h 9456078"/>
              <a:gd name="connsiteX82" fmla="*/ 3659435 w 13158797"/>
              <a:gd name="connsiteY82" fmla="*/ 7928432 h 9456078"/>
              <a:gd name="connsiteX83" fmla="*/ 3693994 w 13158797"/>
              <a:gd name="connsiteY83" fmla="*/ 7893146 h 9456078"/>
              <a:gd name="connsiteX84" fmla="*/ 3728240 w 13158797"/>
              <a:gd name="connsiteY84" fmla="*/ 7857501 h 9456078"/>
              <a:gd name="connsiteX85" fmla="*/ 3762171 w 13158797"/>
              <a:gd name="connsiteY85" fmla="*/ 7821497 h 9456078"/>
              <a:gd name="connsiteX86" fmla="*/ 3795783 w 13158797"/>
              <a:gd name="connsiteY86" fmla="*/ 7785136 h 9456078"/>
              <a:gd name="connsiteX87" fmla="*/ 3829075 w 13158797"/>
              <a:gd name="connsiteY87" fmla="*/ 7748420 h 9456078"/>
              <a:gd name="connsiteX88" fmla="*/ 3862042 w 13158797"/>
              <a:gd name="connsiteY88" fmla="*/ 7711350 h 9456078"/>
              <a:gd name="connsiteX89" fmla="*/ 3894682 w 13158797"/>
              <a:gd name="connsiteY89" fmla="*/ 7673928 h 9456078"/>
              <a:gd name="connsiteX90" fmla="*/ 3926991 w 13158797"/>
              <a:gd name="connsiteY90" fmla="*/ 7636155 h 9456078"/>
              <a:gd name="connsiteX91" fmla="*/ 3958967 w 13158797"/>
              <a:gd name="connsiteY91" fmla="*/ 7598032 h 9456078"/>
              <a:gd name="connsiteX92" fmla="*/ 3990607 w 13158797"/>
              <a:gd name="connsiteY92" fmla="*/ 7559561 h 9456078"/>
              <a:gd name="connsiteX93" fmla="*/ 4021907 w 13158797"/>
              <a:gd name="connsiteY93" fmla="*/ 7520744 h 9456078"/>
              <a:gd name="connsiteX94" fmla="*/ 4052865 w 13158797"/>
              <a:gd name="connsiteY94" fmla="*/ 7481582 h 9456078"/>
              <a:gd name="connsiteX95" fmla="*/ 4083478 w 13158797"/>
              <a:gd name="connsiteY95" fmla="*/ 7442077 h 9456078"/>
              <a:gd name="connsiteX96" fmla="*/ 8022311 w 13158797"/>
              <a:gd name="connsiteY96" fmla="*/ 2307814 h 9456078"/>
              <a:gd name="connsiteX97" fmla="*/ 8052902 w 13158797"/>
              <a:gd name="connsiteY97" fmla="*/ 2268285 h 9456078"/>
              <a:gd name="connsiteX98" fmla="*/ 8083796 w 13158797"/>
              <a:gd name="connsiteY98" fmla="*/ 2229056 h 9456078"/>
              <a:gd name="connsiteX99" fmla="*/ 8114989 w 13158797"/>
              <a:gd name="connsiteY99" fmla="*/ 2190127 h 9456078"/>
              <a:gd name="connsiteX100" fmla="*/ 8146479 w 13158797"/>
              <a:gd name="connsiteY100" fmla="*/ 2151500 h 9456078"/>
              <a:gd name="connsiteX101" fmla="*/ 8178264 w 13158797"/>
              <a:gd name="connsiteY101" fmla="*/ 2113176 h 9456078"/>
              <a:gd name="connsiteX102" fmla="*/ 8210341 w 13158797"/>
              <a:gd name="connsiteY102" fmla="*/ 2075157 h 9456078"/>
              <a:gd name="connsiteX103" fmla="*/ 8242709 w 13158797"/>
              <a:gd name="connsiteY103" fmla="*/ 2037442 h 9456078"/>
              <a:gd name="connsiteX104" fmla="*/ 8275365 w 13158797"/>
              <a:gd name="connsiteY104" fmla="*/ 2000034 h 9456078"/>
              <a:gd name="connsiteX105" fmla="*/ 8308307 w 13158797"/>
              <a:gd name="connsiteY105" fmla="*/ 1962934 h 9456078"/>
              <a:gd name="connsiteX106" fmla="*/ 8341532 w 13158797"/>
              <a:gd name="connsiteY106" fmla="*/ 1926142 h 9456078"/>
              <a:gd name="connsiteX107" fmla="*/ 8375038 w 13158797"/>
              <a:gd name="connsiteY107" fmla="*/ 1889660 h 9456078"/>
              <a:gd name="connsiteX108" fmla="*/ 8408823 w 13158797"/>
              <a:gd name="connsiteY108" fmla="*/ 1853489 h 9456078"/>
              <a:gd name="connsiteX109" fmla="*/ 8442885 w 13158797"/>
              <a:gd name="connsiteY109" fmla="*/ 1817630 h 9456078"/>
              <a:gd name="connsiteX110" fmla="*/ 8477221 w 13158797"/>
              <a:gd name="connsiteY110" fmla="*/ 1782084 h 9456078"/>
              <a:gd name="connsiteX111" fmla="*/ 8511829 w 13158797"/>
              <a:gd name="connsiteY111" fmla="*/ 1746853 h 9456078"/>
              <a:gd name="connsiteX112" fmla="*/ 8546706 w 13158797"/>
              <a:gd name="connsiteY112" fmla="*/ 1711937 h 9456078"/>
              <a:gd name="connsiteX113" fmla="*/ 8581851 w 13158797"/>
              <a:gd name="connsiteY113" fmla="*/ 1677337 h 9456078"/>
              <a:gd name="connsiteX114" fmla="*/ 8617261 w 13158797"/>
              <a:gd name="connsiteY114" fmla="*/ 1643056 h 9456078"/>
              <a:gd name="connsiteX115" fmla="*/ 8652934 w 13158797"/>
              <a:gd name="connsiteY115" fmla="*/ 1609093 h 9456078"/>
              <a:gd name="connsiteX116" fmla="*/ 8688867 w 13158797"/>
              <a:gd name="connsiteY116" fmla="*/ 1575450 h 9456078"/>
              <a:gd name="connsiteX117" fmla="*/ 8725058 w 13158797"/>
              <a:gd name="connsiteY117" fmla="*/ 1542128 h 9456078"/>
              <a:gd name="connsiteX118" fmla="*/ 8761506 w 13158797"/>
              <a:gd name="connsiteY118" fmla="*/ 1509129 h 9456078"/>
              <a:gd name="connsiteX119" fmla="*/ 8798207 w 13158797"/>
              <a:gd name="connsiteY119" fmla="*/ 1476452 h 9456078"/>
              <a:gd name="connsiteX120" fmla="*/ 8835159 w 13158797"/>
              <a:gd name="connsiteY120" fmla="*/ 1444101 h 9456078"/>
              <a:gd name="connsiteX121" fmla="*/ 8872360 w 13158797"/>
              <a:gd name="connsiteY121" fmla="*/ 1412075 h 9456078"/>
              <a:gd name="connsiteX122" fmla="*/ 8909808 w 13158797"/>
              <a:gd name="connsiteY122" fmla="*/ 1380375 h 9456078"/>
              <a:gd name="connsiteX123" fmla="*/ 8947501 w 13158797"/>
              <a:gd name="connsiteY123" fmla="*/ 1349004 h 9456078"/>
              <a:gd name="connsiteX124" fmla="*/ 8985435 w 13158797"/>
              <a:gd name="connsiteY124" fmla="*/ 1317962 h 9456078"/>
              <a:gd name="connsiteX125" fmla="*/ 9023610 w 13158797"/>
              <a:gd name="connsiteY125" fmla="*/ 1287250 h 9456078"/>
              <a:gd name="connsiteX126" fmla="*/ 9062022 w 13158797"/>
              <a:gd name="connsiteY126" fmla="*/ 1256869 h 9456078"/>
              <a:gd name="connsiteX127" fmla="*/ 9100669 w 13158797"/>
              <a:gd name="connsiteY127" fmla="*/ 1226820 h 9456078"/>
              <a:gd name="connsiteX128" fmla="*/ 9139549 w 13158797"/>
              <a:gd name="connsiteY128" fmla="*/ 1197105 h 9456078"/>
              <a:gd name="connsiteX129" fmla="*/ 9178660 w 13158797"/>
              <a:gd name="connsiteY129" fmla="*/ 1167725 h 9456078"/>
              <a:gd name="connsiteX130" fmla="*/ 9217999 w 13158797"/>
              <a:gd name="connsiteY130" fmla="*/ 1138681 h 9456078"/>
              <a:gd name="connsiteX131" fmla="*/ 9257564 w 13158797"/>
              <a:gd name="connsiteY131" fmla="*/ 1109974 h 9456078"/>
              <a:gd name="connsiteX132" fmla="*/ 9297353 w 13158797"/>
              <a:gd name="connsiteY132" fmla="*/ 1081604 h 9456078"/>
              <a:gd name="connsiteX133" fmla="*/ 9337364 w 13158797"/>
              <a:gd name="connsiteY133" fmla="*/ 1053574 h 9456078"/>
              <a:gd name="connsiteX134" fmla="*/ 9377594 w 13158797"/>
              <a:gd name="connsiteY134" fmla="*/ 1025884 h 9456078"/>
              <a:gd name="connsiteX135" fmla="*/ 9418040 w 13158797"/>
              <a:gd name="connsiteY135" fmla="*/ 998536 h 9456078"/>
              <a:gd name="connsiteX136" fmla="*/ 9458702 w 13158797"/>
              <a:gd name="connsiteY136" fmla="*/ 971530 h 9456078"/>
              <a:gd name="connsiteX137" fmla="*/ 9499575 w 13158797"/>
              <a:gd name="connsiteY137" fmla="*/ 944868 h 9456078"/>
              <a:gd name="connsiteX138" fmla="*/ 9540659 w 13158797"/>
              <a:gd name="connsiteY138" fmla="*/ 918551 h 9456078"/>
              <a:gd name="connsiteX139" fmla="*/ 9581950 w 13158797"/>
              <a:gd name="connsiteY139" fmla="*/ 892580 h 9456078"/>
              <a:gd name="connsiteX140" fmla="*/ 9623447 w 13158797"/>
              <a:gd name="connsiteY140" fmla="*/ 866956 h 9456078"/>
              <a:gd name="connsiteX141" fmla="*/ 9665147 w 13158797"/>
              <a:gd name="connsiteY141" fmla="*/ 841681 h 9456078"/>
              <a:gd name="connsiteX142" fmla="*/ 9707048 w 13158797"/>
              <a:gd name="connsiteY142" fmla="*/ 816754 h 9456078"/>
              <a:gd name="connsiteX143" fmla="*/ 9749147 w 13158797"/>
              <a:gd name="connsiteY143" fmla="*/ 792179 h 9456078"/>
              <a:gd name="connsiteX144" fmla="*/ 9791443 w 13158797"/>
              <a:gd name="connsiteY144" fmla="*/ 767955 h 9456078"/>
              <a:gd name="connsiteX145" fmla="*/ 9833932 w 13158797"/>
              <a:gd name="connsiteY145" fmla="*/ 744083 h 9456078"/>
              <a:gd name="connsiteX146" fmla="*/ 9876613 w 13158797"/>
              <a:gd name="connsiteY146" fmla="*/ 720566 h 9456078"/>
              <a:gd name="connsiteX147" fmla="*/ 9919484 w 13158797"/>
              <a:gd name="connsiteY147" fmla="*/ 697404 h 9456078"/>
              <a:gd name="connsiteX148" fmla="*/ 9962542 w 13158797"/>
              <a:gd name="connsiteY148" fmla="*/ 674598 h 9456078"/>
              <a:gd name="connsiteX149" fmla="*/ 10005784 w 13158797"/>
              <a:gd name="connsiteY149" fmla="*/ 652149 h 9456078"/>
              <a:gd name="connsiteX150" fmla="*/ 10049209 w 13158797"/>
              <a:gd name="connsiteY150" fmla="*/ 630059 h 9456078"/>
              <a:gd name="connsiteX151" fmla="*/ 10092814 w 13158797"/>
              <a:gd name="connsiteY151" fmla="*/ 608328 h 9456078"/>
              <a:gd name="connsiteX152" fmla="*/ 10136597 w 13158797"/>
              <a:gd name="connsiteY152" fmla="*/ 586958 h 9456078"/>
              <a:gd name="connsiteX153" fmla="*/ 10180556 w 13158797"/>
              <a:gd name="connsiteY153" fmla="*/ 565950 h 9456078"/>
              <a:gd name="connsiteX154" fmla="*/ 10224688 w 13158797"/>
              <a:gd name="connsiteY154" fmla="*/ 545304 h 9456078"/>
              <a:gd name="connsiteX155" fmla="*/ 10268991 w 13158797"/>
              <a:gd name="connsiteY155" fmla="*/ 525023 h 9456078"/>
              <a:gd name="connsiteX156" fmla="*/ 10313463 w 13158797"/>
              <a:gd name="connsiteY156" fmla="*/ 505107 h 9456078"/>
              <a:gd name="connsiteX157" fmla="*/ 10358101 w 13158797"/>
              <a:gd name="connsiteY157" fmla="*/ 485558 h 9456078"/>
              <a:gd name="connsiteX158" fmla="*/ 10402903 w 13158797"/>
              <a:gd name="connsiteY158" fmla="*/ 466376 h 9456078"/>
              <a:gd name="connsiteX159" fmla="*/ 10447868 w 13158797"/>
              <a:gd name="connsiteY159" fmla="*/ 447563 h 9456078"/>
              <a:gd name="connsiteX160" fmla="*/ 10492991 w 13158797"/>
              <a:gd name="connsiteY160" fmla="*/ 429119 h 9456078"/>
              <a:gd name="connsiteX161" fmla="*/ 10538272 w 13158797"/>
              <a:gd name="connsiteY161" fmla="*/ 411046 h 9456078"/>
              <a:gd name="connsiteX162" fmla="*/ 10583708 w 13158797"/>
              <a:gd name="connsiteY162" fmla="*/ 393346 h 9456078"/>
              <a:gd name="connsiteX163" fmla="*/ 10629297 w 13158797"/>
              <a:gd name="connsiteY163" fmla="*/ 376018 h 9456078"/>
              <a:gd name="connsiteX164" fmla="*/ 10675036 w 13158797"/>
              <a:gd name="connsiteY164" fmla="*/ 359065 h 9456078"/>
              <a:gd name="connsiteX165" fmla="*/ 10720923 w 13158797"/>
              <a:gd name="connsiteY165" fmla="*/ 342487 h 9456078"/>
              <a:gd name="connsiteX166" fmla="*/ 10766956 w 13158797"/>
              <a:gd name="connsiteY166" fmla="*/ 326286 h 9456078"/>
              <a:gd name="connsiteX167" fmla="*/ 10813132 w 13158797"/>
              <a:gd name="connsiteY167" fmla="*/ 310462 h 9456078"/>
              <a:gd name="connsiteX168" fmla="*/ 10859450 w 13158797"/>
              <a:gd name="connsiteY168" fmla="*/ 295018 h 9456078"/>
              <a:gd name="connsiteX169" fmla="*/ 10905907 w 13158797"/>
              <a:gd name="connsiteY169" fmla="*/ 279953 h 9456078"/>
              <a:gd name="connsiteX170" fmla="*/ 10952500 w 13158797"/>
              <a:gd name="connsiteY170" fmla="*/ 265269 h 9456078"/>
              <a:gd name="connsiteX171" fmla="*/ 10999227 w 13158797"/>
              <a:gd name="connsiteY171" fmla="*/ 250968 h 9456078"/>
              <a:gd name="connsiteX172" fmla="*/ 11046087 w 13158797"/>
              <a:gd name="connsiteY172" fmla="*/ 237049 h 9456078"/>
              <a:gd name="connsiteX173" fmla="*/ 11093076 w 13158797"/>
              <a:gd name="connsiteY173" fmla="*/ 223516 h 9456078"/>
              <a:gd name="connsiteX174" fmla="*/ 11140193 w 13158797"/>
              <a:gd name="connsiteY174" fmla="*/ 210368 h 9456078"/>
              <a:gd name="connsiteX175" fmla="*/ 11187434 w 13158797"/>
              <a:gd name="connsiteY175" fmla="*/ 197606 h 9456078"/>
              <a:gd name="connsiteX176" fmla="*/ 11234799 w 13158797"/>
              <a:gd name="connsiteY176" fmla="*/ 185233 h 9456078"/>
              <a:gd name="connsiteX177" fmla="*/ 11282284 w 13158797"/>
              <a:gd name="connsiteY177" fmla="*/ 173248 h 9456078"/>
              <a:gd name="connsiteX178" fmla="*/ 11329888 w 13158797"/>
              <a:gd name="connsiteY178" fmla="*/ 161654 h 9456078"/>
              <a:gd name="connsiteX179" fmla="*/ 11377607 w 13158797"/>
              <a:gd name="connsiteY179" fmla="*/ 150451 h 9456078"/>
              <a:gd name="connsiteX180" fmla="*/ 11425440 w 13158797"/>
              <a:gd name="connsiteY180" fmla="*/ 139640 h 9456078"/>
              <a:gd name="connsiteX181" fmla="*/ 11473385 w 13158797"/>
              <a:gd name="connsiteY181" fmla="*/ 129223 h 9456078"/>
              <a:gd name="connsiteX182" fmla="*/ 11521439 w 13158797"/>
              <a:gd name="connsiteY182" fmla="*/ 119201 h 9456078"/>
              <a:gd name="connsiteX183" fmla="*/ 11569599 w 13158797"/>
              <a:gd name="connsiteY183" fmla="*/ 109574 h 9456078"/>
              <a:gd name="connsiteX184" fmla="*/ 11617864 w 13158797"/>
              <a:gd name="connsiteY184" fmla="*/ 100344 h 9456078"/>
              <a:gd name="connsiteX185" fmla="*/ 11666231 w 13158797"/>
              <a:gd name="connsiteY185" fmla="*/ 91512 h 9456078"/>
              <a:gd name="connsiteX186" fmla="*/ 11714698 w 13158797"/>
              <a:gd name="connsiteY186" fmla="*/ 83080 h 9456078"/>
              <a:gd name="connsiteX187" fmla="*/ 11763263 w 13158797"/>
              <a:gd name="connsiteY187" fmla="*/ 75047 h 9456078"/>
              <a:gd name="connsiteX188" fmla="*/ 11811923 w 13158797"/>
              <a:gd name="connsiteY188" fmla="*/ 67417 h 9456078"/>
              <a:gd name="connsiteX189" fmla="*/ 11860676 w 13158797"/>
              <a:gd name="connsiteY189" fmla="*/ 60188 h 9456078"/>
              <a:gd name="connsiteX190" fmla="*/ 11909519 w 13158797"/>
              <a:gd name="connsiteY190" fmla="*/ 53364 h 9456078"/>
              <a:gd name="connsiteX191" fmla="*/ 11958451 w 13158797"/>
              <a:gd name="connsiteY191" fmla="*/ 46944 h 9456078"/>
              <a:gd name="connsiteX192" fmla="*/ 12007470 w 13158797"/>
              <a:gd name="connsiteY192" fmla="*/ 40931 h 9456078"/>
              <a:gd name="connsiteX193" fmla="*/ 12056572 w 13158797"/>
              <a:gd name="connsiteY193" fmla="*/ 35324 h 9456078"/>
              <a:gd name="connsiteX194" fmla="*/ 12105756 w 13158797"/>
              <a:gd name="connsiteY194" fmla="*/ 30126 h 9456078"/>
              <a:gd name="connsiteX195" fmla="*/ 12155019 w 13158797"/>
              <a:gd name="connsiteY195" fmla="*/ 25337 h 9456078"/>
              <a:gd name="connsiteX196" fmla="*/ 12204359 w 13158797"/>
              <a:gd name="connsiteY196" fmla="*/ 20958 h 9456078"/>
              <a:gd name="connsiteX197" fmla="*/ 12253773 w 13158797"/>
              <a:gd name="connsiteY197" fmla="*/ 16991 h 9456078"/>
              <a:gd name="connsiteX198" fmla="*/ 12303260 w 13158797"/>
              <a:gd name="connsiteY198" fmla="*/ 13437 h 9456078"/>
              <a:gd name="connsiteX199" fmla="*/ 12352818 w 13158797"/>
              <a:gd name="connsiteY199" fmla="*/ 10297 h 9456078"/>
              <a:gd name="connsiteX200" fmla="*/ 12402443 w 13158797"/>
              <a:gd name="connsiteY200" fmla="*/ 7572 h 9456078"/>
              <a:gd name="connsiteX201" fmla="*/ 12452133 w 13158797"/>
              <a:gd name="connsiteY201" fmla="*/ 5263 h 9456078"/>
              <a:gd name="connsiteX202" fmla="*/ 12501887 w 13158797"/>
              <a:gd name="connsiteY202" fmla="*/ 3371 h 9456078"/>
              <a:gd name="connsiteX203" fmla="*/ 12551701 w 13158797"/>
              <a:gd name="connsiteY203" fmla="*/ 1898 h 9456078"/>
              <a:gd name="connsiteX204" fmla="*/ 12601574 w 13158797"/>
              <a:gd name="connsiteY204" fmla="*/ 844 h 9456078"/>
              <a:gd name="connsiteX205" fmla="*/ 12651504 w 13158797"/>
              <a:gd name="connsiteY205" fmla="*/ 211 h 9456078"/>
              <a:gd name="connsiteX206" fmla="*/ 12701487 w 13158797"/>
              <a:gd name="connsiteY206" fmla="*/ 0 h 9456078"/>
              <a:gd name="connsiteX207" fmla="*/ 13158798 w 13158797"/>
              <a:gd name="connsiteY207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98870 w 13158799"/>
              <a:gd name="connsiteY5" fmla="*/ 9447409 h 9456078"/>
              <a:gd name="connsiteX6" fmla="*/ 348429 w 13158799"/>
              <a:gd name="connsiteY6" fmla="*/ 9444290 h 9456078"/>
              <a:gd name="connsiteX7" fmla="*/ 397907 w 13158799"/>
              <a:gd name="connsiteY7" fmla="*/ 9440698 h 9456078"/>
              <a:gd name="connsiteX8" fmla="*/ 447302 w 13158799"/>
              <a:gd name="connsiteY8" fmla="*/ 9436632 h 9456078"/>
              <a:gd name="connsiteX9" fmla="*/ 496610 w 13158799"/>
              <a:gd name="connsiteY9" fmla="*/ 9432096 h 9456078"/>
              <a:gd name="connsiteX10" fmla="*/ 545829 w 13158799"/>
              <a:gd name="connsiteY10" fmla="*/ 9427089 h 9456078"/>
              <a:gd name="connsiteX11" fmla="*/ 594956 w 13158799"/>
              <a:gd name="connsiteY11" fmla="*/ 9421615 h 9456078"/>
              <a:gd name="connsiteX12" fmla="*/ 643987 w 13158799"/>
              <a:gd name="connsiteY12" fmla="*/ 9415673 h 9456078"/>
              <a:gd name="connsiteX13" fmla="*/ 692920 w 13158799"/>
              <a:gd name="connsiteY13" fmla="*/ 9409267 h 9456078"/>
              <a:gd name="connsiteX14" fmla="*/ 741751 w 13158799"/>
              <a:gd name="connsiteY14" fmla="*/ 9402396 h 9456078"/>
              <a:gd name="connsiteX15" fmla="*/ 790478 w 13158799"/>
              <a:gd name="connsiteY15" fmla="*/ 9395063 h 9456078"/>
              <a:gd name="connsiteX16" fmla="*/ 839098 w 13158799"/>
              <a:gd name="connsiteY16" fmla="*/ 9387270 h 9456078"/>
              <a:gd name="connsiteX17" fmla="*/ 887607 w 13158799"/>
              <a:gd name="connsiteY17" fmla="*/ 9379017 h 9456078"/>
              <a:gd name="connsiteX18" fmla="*/ 936002 w 13158799"/>
              <a:gd name="connsiteY18" fmla="*/ 9370306 h 9456078"/>
              <a:gd name="connsiteX19" fmla="*/ 984281 w 13158799"/>
              <a:gd name="connsiteY19" fmla="*/ 9361139 h 9456078"/>
              <a:gd name="connsiteX20" fmla="*/ 1032440 w 13158799"/>
              <a:gd name="connsiteY20" fmla="*/ 9351517 h 9456078"/>
              <a:gd name="connsiteX21" fmla="*/ 1080477 w 13158799"/>
              <a:gd name="connsiteY21" fmla="*/ 9341441 h 9456078"/>
              <a:gd name="connsiteX22" fmla="*/ 1176172 w 13158799"/>
              <a:gd name="connsiteY22" fmla="*/ 9319936 h 9456078"/>
              <a:gd name="connsiteX23" fmla="*/ 1223823 w 13158799"/>
              <a:gd name="connsiteY23" fmla="*/ 9308509 h 9456078"/>
              <a:gd name="connsiteX24" fmla="*/ 1271339 w 13158799"/>
              <a:gd name="connsiteY24" fmla="*/ 9296635 h 9456078"/>
              <a:gd name="connsiteX25" fmla="*/ 1318719 w 13158799"/>
              <a:gd name="connsiteY25" fmla="*/ 9284315 h 9456078"/>
              <a:gd name="connsiteX26" fmla="*/ 1365957 w 13158799"/>
              <a:gd name="connsiteY26" fmla="*/ 9271550 h 9456078"/>
              <a:gd name="connsiteX27" fmla="*/ 1413052 w 13158799"/>
              <a:gd name="connsiteY27" fmla="*/ 9258342 h 9456078"/>
              <a:gd name="connsiteX28" fmla="*/ 1460000 w 13158799"/>
              <a:gd name="connsiteY28" fmla="*/ 9244693 h 9456078"/>
              <a:gd name="connsiteX29" fmla="*/ 1506799 w 13158799"/>
              <a:gd name="connsiteY29" fmla="*/ 9230604 h 9456078"/>
              <a:gd name="connsiteX30" fmla="*/ 1553445 w 13158799"/>
              <a:gd name="connsiteY30" fmla="*/ 9216076 h 9456078"/>
              <a:gd name="connsiteX31" fmla="*/ 1599935 w 13158799"/>
              <a:gd name="connsiteY31" fmla="*/ 9201111 h 9456078"/>
              <a:gd name="connsiteX32" fmla="*/ 1646267 w 13158799"/>
              <a:gd name="connsiteY32" fmla="*/ 9185710 h 9456078"/>
              <a:gd name="connsiteX33" fmla="*/ 1692437 w 13158799"/>
              <a:gd name="connsiteY33" fmla="*/ 9169876 h 9456078"/>
              <a:gd name="connsiteX34" fmla="*/ 1738442 w 13158799"/>
              <a:gd name="connsiteY34" fmla="*/ 9153608 h 9456078"/>
              <a:gd name="connsiteX35" fmla="*/ 1784280 w 13158799"/>
              <a:gd name="connsiteY35" fmla="*/ 9136910 h 9456078"/>
              <a:gd name="connsiteX36" fmla="*/ 1829947 w 13158799"/>
              <a:gd name="connsiteY36" fmla="*/ 9119782 h 9456078"/>
              <a:gd name="connsiteX37" fmla="*/ 1875440 w 13158799"/>
              <a:gd name="connsiteY37" fmla="*/ 9102226 h 9456078"/>
              <a:gd name="connsiteX38" fmla="*/ 1920756 w 13158799"/>
              <a:gd name="connsiteY38" fmla="*/ 9084243 h 9456078"/>
              <a:gd name="connsiteX39" fmla="*/ 1965893 w 13158799"/>
              <a:gd name="connsiteY39" fmla="*/ 9065835 h 9456078"/>
              <a:gd name="connsiteX40" fmla="*/ 2010847 w 13158799"/>
              <a:gd name="connsiteY40" fmla="*/ 9047004 h 9456078"/>
              <a:gd name="connsiteX41" fmla="*/ 2055615 w 13158799"/>
              <a:gd name="connsiteY41" fmla="*/ 9027750 h 9456078"/>
              <a:gd name="connsiteX42" fmla="*/ 2100195 w 13158799"/>
              <a:gd name="connsiteY42" fmla="*/ 9008075 h 9456078"/>
              <a:gd name="connsiteX43" fmla="*/ 2144582 w 13158799"/>
              <a:gd name="connsiteY43" fmla="*/ 8987981 h 9456078"/>
              <a:gd name="connsiteX44" fmla="*/ 2188775 w 13158799"/>
              <a:gd name="connsiteY44" fmla="*/ 8967470 h 9456078"/>
              <a:gd name="connsiteX45" fmla="*/ 2232770 w 13158799"/>
              <a:gd name="connsiteY45" fmla="*/ 8946542 h 9456078"/>
              <a:gd name="connsiteX46" fmla="*/ 2276564 w 13158799"/>
              <a:gd name="connsiteY46" fmla="*/ 8925199 h 9456078"/>
              <a:gd name="connsiteX47" fmla="*/ 2320154 w 13158799"/>
              <a:gd name="connsiteY47" fmla="*/ 8903443 h 9456078"/>
              <a:gd name="connsiteX48" fmla="*/ 2363538 w 13158799"/>
              <a:gd name="connsiteY48" fmla="*/ 8881275 h 9456078"/>
              <a:gd name="connsiteX49" fmla="*/ 2406711 w 13158799"/>
              <a:gd name="connsiteY49" fmla="*/ 8858697 h 9456078"/>
              <a:gd name="connsiteX50" fmla="*/ 2449672 w 13158799"/>
              <a:gd name="connsiteY50" fmla="*/ 8835710 h 9456078"/>
              <a:gd name="connsiteX51" fmla="*/ 2492417 w 13158799"/>
              <a:gd name="connsiteY51" fmla="*/ 8812316 h 9456078"/>
              <a:gd name="connsiteX52" fmla="*/ 2534943 w 13158799"/>
              <a:gd name="connsiteY52" fmla="*/ 8788516 h 9456078"/>
              <a:gd name="connsiteX53" fmla="*/ 2577247 w 13158799"/>
              <a:gd name="connsiteY53" fmla="*/ 8764311 h 9456078"/>
              <a:gd name="connsiteX54" fmla="*/ 2619326 w 13158799"/>
              <a:gd name="connsiteY54" fmla="*/ 8739704 h 9456078"/>
              <a:gd name="connsiteX55" fmla="*/ 2661177 w 13158799"/>
              <a:gd name="connsiteY55" fmla="*/ 8714695 h 9456078"/>
              <a:gd name="connsiteX56" fmla="*/ 2702797 w 13158799"/>
              <a:gd name="connsiteY56" fmla="*/ 8689286 h 9456078"/>
              <a:gd name="connsiteX57" fmla="*/ 2744183 w 13158799"/>
              <a:gd name="connsiteY57" fmla="*/ 8663479 h 9456078"/>
              <a:gd name="connsiteX58" fmla="*/ 2785333 w 13158799"/>
              <a:gd name="connsiteY58" fmla="*/ 8637274 h 9456078"/>
              <a:gd name="connsiteX59" fmla="*/ 2826242 w 13158799"/>
              <a:gd name="connsiteY59" fmla="*/ 8610675 h 9456078"/>
              <a:gd name="connsiteX60" fmla="*/ 2866908 w 13158799"/>
              <a:gd name="connsiteY60" fmla="*/ 8583681 h 9456078"/>
              <a:gd name="connsiteX61" fmla="*/ 2907329 w 13158799"/>
              <a:gd name="connsiteY61" fmla="*/ 8556295 h 9456078"/>
              <a:gd name="connsiteX62" fmla="*/ 2947500 w 13158799"/>
              <a:gd name="connsiteY62" fmla="*/ 8528517 h 9456078"/>
              <a:gd name="connsiteX63" fmla="*/ 2987419 w 13158799"/>
              <a:gd name="connsiteY63" fmla="*/ 8500351 h 9456078"/>
              <a:gd name="connsiteX64" fmla="*/ 3027083 w 13158799"/>
              <a:gd name="connsiteY64" fmla="*/ 8471796 h 9456078"/>
              <a:gd name="connsiteX65" fmla="*/ 3066489 w 13158799"/>
              <a:gd name="connsiteY65" fmla="*/ 8442854 h 9456078"/>
              <a:gd name="connsiteX66" fmla="*/ 3105634 w 13158799"/>
              <a:gd name="connsiteY66" fmla="*/ 8413528 h 9456078"/>
              <a:gd name="connsiteX67" fmla="*/ 3144515 w 13158799"/>
              <a:gd name="connsiteY67" fmla="*/ 8383818 h 9456078"/>
              <a:gd name="connsiteX68" fmla="*/ 3183129 w 13158799"/>
              <a:gd name="connsiteY68" fmla="*/ 8353726 h 9456078"/>
              <a:gd name="connsiteX69" fmla="*/ 3221473 w 13158799"/>
              <a:gd name="connsiteY69" fmla="*/ 8323253 h 9456078"/>
              <a:gd name="connsiteX70" fmla="*/ 3259544 w 13158799"/>
              <a:gd name="connsiteY70" fmla="*/ 8292401 h 9456078"/>
              <a:gd name="connsiteX71" fmla="*/ 3297339 w 13158799"/>
              <a:gd name="connsiteY71" fmla="*/ 8261172 h 9456078"/>
              <a:gd name="connsiteX72" fmla="*/ 3334854 w 13158799"/>
              <a:gd name="connsiteY72" fmla="*/ 8229566 h 9456078"/>
              <a:gd name="connsiteX73" fmla="*/ 3372087 w 13158799"/>
              <a:gd name="connsiteY73" fmla="*/ 8197585 h 9456078"/>
              <a:gd name="connsiteX74" fmla="*/ 3409035 w 13158799"/>
              <a:gd name="connsiteY74" fmla="*/ 8165232 h 9456078"/>
              <a:gd name="connsiteX75" fmla="*/ 3445695 w 13158799"/>
              <a:gd name="connsiteY75" fmla="*/ 8132507 h 9456078"/>
              <a:gd name="connsiteX76" fmla="*/ 3482064 w 13158799"/>
              <a:gd name="connsiteY76" fmla="*/ 8099411 h 9456078"/>
              <a:gd name="connsiteX77" fmla="*/ 3518139 w 13158799"/>
              <a:gd name="connsiteY77" fmla="*/ 8065947 h 9456078"/>
              <a:gd name="connsiteX78" fmla="*/ 3553916 w 13158799"/>
              <a:gd name="connsiteY78" fmla="*/ 8032115 h 9456078"/>
              <a:gd name="connsiteX79" fmla="*/ 3589393 w 13158799"/>
              <a:gd name="connsiteY79" fmla="*/ 7997918 h 9456078"/>
              <a:gd name="connsiteX80" fmla="*/ 3624567 w 13158799"/>
              <a:gd name="connsiteY80" fmla="*/ 7963356 h 9456078"/>
              <a:gd name="connsiteX81" fmla="*/ 3659435 w 13158799"/>
              <a:gd name="connsiteY81" fmla="*/ 7928432 h 9456078"/>
              <a:gd name="connsiteX82" fmla="*/ 3693994 w 13158799"/>
              <a:gd name="connsiteY82" fmla="*/ 7893146 h 9456078"/>
              <a:gd name="connsiteX83" fmla="*/ 3728240 w 13158799"/>
              <a:gd name="connsiteY83" fmla="*/ 7857501 h 9456078"/>
              <a:gd name="connsiteX84" fmla="*/ 3762171 w 13158799"/>
              <a:gd name="connsiteY84" fmla="*/ 7821497 h 9456078"/>
              <a:gd name="connsiteX85" fmla="*/ 3795783 w 13158799"/>
              <a:gd name="connsiteY85" fmla="*/ 7785136 h 9456078"/>
              <a:gd name="connsiteX86" fmla="*/ 3829075 w 13158799"/>
              <a:gd name="connsiteY86" fmla="*/ 7748420 h 9456078"/>
              <a:gd name="connsiteX87" fmla="*/ 3862042 w 13158799"/>
              <a:gd name="connsiteY87" fmla="*/ 7711350 h 9456078"/>
              <a:gd name="connsiteX88" fmla="*/ 3894682 w 13158799"/>
              <a:gd name="connsiteY88" fmla="*/ 7673928 h 9456078"/>
              <a:gd name="connsiteX89" fmla="*/ 3926991 w 13158799"/>
              <a:gd name="connsiteY89" fmla="*/ 7636155 h 9456078"/>
              <a:gd name="connsiteX90" fmla="*/ 3958967 w 13158799"/>
              <a:gd name="connsiteY90" fmla="*/ 7598032 h 9456078"/>
              <a:gd name="connsiteX91" fmla="*/ 3990607 w 13158799"/>
              <a:gd name="connsiteY91" fmla="*/ 7559561 h 9456078"/>
              <a:gd name="connsiteX92" fmla="*/ 4021907 w 13158799"/>
              <a:gd name="connsiteY92" fmla="*/ 7520744 h 9456078"/>
              <a:gd name="connsiteX93" fmla="*/ 4052865 w 13158799"/>
              <a:gd name="connsiteY93" fmla="*/ 7481582 h 9456078"/>
              <a:gd name="connsiteX94" fmla="*/ 4083478 w 13158799"/>
              <a:gd name="connsiteY94" fmla="*/ 7442077 h 9456078"/>
              <a:gd name="connsiteX95" fmla="*/ 8022311 w 13158799"/>
              <a:gd name="connsiteY95" fmla="*/ 2307814 h 9456078"/>
              <a:gd name="connsiteX96" fmla="*/ 8052902 w 13158799"/>
              <a:gd name="connsiteY96" fmla="*/ 2268285 h 9456078"/>
              <a:gd name="connsiteX97" fmla="*/ 8083796 w 13158799"/>
              <a:gd name="connsiteY97" fmla="*/ 2229056 h 9456078"/>
              <a:gd name="connsiteX98" fmla="*/ 8114989 w 13158799"/>
              <a:gd name="connsiteY98" fmla="*/ 2190127 h 9456078"/>
              <a:gd name="connsiteX99" fmla="*/ 8146479 w 13158799"/>
              <a:gd name="connsiteY99" fmla="*/ 2151500 h 9456078"/>
              <a:gd name="connsiteX100" fmla="*/ 8178264 w 13158799"/>
              <a:gd name="connsiteY100" fmla="*/ 2113176 h 9456078"/>
              <a:gd name="connsiteX101" fmla="*/ 8210341 w 13158799"/>
              <a:gd name="connsiteY101" fmla="*/ 2075157 h 9456078"/>
              <a:gd name="connsiteX102" fmla="*/ 8242709 w 13158799"/>
              <a:gd name="connsiteY102" fmla="*/ 2037442 h 9456078"/>
              <a:gd name="connsiteX103" fmla="*/ 8275365 w 13158799"/>
              <a:gd name="connsiteY103" fmla="*/ 2000034 h 9456078"/>
              <a:gd name="connsiteX104" fmla="*/ 8308307 w 13158799"/>
              <a:gd name="connsiteY104" fmla="*/ 1962934 h 9456078"/>
              <a:gd name="connsiteX105" fmla="*/ 8341532 w 13158799"/>
              <a:gd name="connsiteY105" fmla="*/ 1926142 h 9456078"/>
              <a:gd name="connsiteX106" fmla="*/ 8375038 w 13158799"/>
              <a:gd name="connsiteY106" fmla="*/ 1889660 h 9456078"/>
              <a:gd name="connsiteX107" fmla="*/ 8408823 w 13158799"/>
              <a:gd name="connsiteY107" fmla="*/ 1853489 h 9456078"/>
              <a:gd name="connsiteX108" fmla="*/ 8442885 w 13158799"/>
              <a:gd name="connsiteY108" fmla="*/ 1817630 h 9456078"/>
              <a:gd name="connsiteX109" fmla="*/ 8477221 w 13158799"/>
              <a:gd name="connsiteY109" fmla="*/ 1782084 h 9456078"/>
              <a:gd name="connsiteX110" fmla="*/ 8511829 w 13158799"/>
              <a:gd name="connsiteY110" fmla="*/ 1746853 h 9456078"/>
              <a:gd name="connsiteX111" fmla="*/ 8546706 w 13158799"/>
              <a:gd name="connsiteY111" fmla="*/ 1711937 h 9456078"/>
              <a:gd name="connsiteX112" fmla="*/ 8581851 w 13158799"/>
              <a:gd name="connsiteY112" fmla="*/ 1677337 h 9456078"/>
              <a:gd name="connsiteX113" fmla="*/ 8617261 w 13158799"/>
              <a:gd name="connsiteY113" fmla="*/ 1643056 h 9456078"/>
              <a:gd name="connsiteX114" fmla="*/ 8652934 w 13158799"/>
              <a:gd name="connsiteY114" fmla="*/ 1609093 h 9456078"/>
              <a:gd name="connsiteX115" fmla="*/ 8688867 w 13158799"/>
              <a:gd name="connsiteY115" fmla="*/ 1575450 h 9456078"/>
              <a:gd name="connsiteX116" fmla="*/ 8725058 w 13158799"/>
              <a:gd name="connsiteY116" fmla="*/ 1542128 h 9456078"/>
              <a:gd name="connsiteX117" fmla="*/ 8761506 w 13158799"/>
              <a:gd name="connsiteY117" fmla="*/ 1509129 h 9456078"/>
              <a:gd name="connsiteX118" fmla="*/ 8798207 w 13158799"/>
              <a:gd name="connsiteY118" fmla="*/ 1476452 h 9456078"/>
              <a:gd name="connsiteX119" fmla="*/ 8835159 w 13158799"/>
              <a:gd name="connsiteY119" fmla="*/ 1444101 h 9456078"/>
              <a:gd name="connsiteX120" fmla="*/ 8872360 w 13158799"/>
              <a:gd name="connsiteY120" fmla="*/ 1412075 h 9456078"/>
              <a:gd name="connsiteX121" fmla="*/ 8909808 w 13158799"/>
              <a:gd name="connsiteY121" fmla="*/ 1380375 h 9456078"/>
              <a:gd name="connsiteX122" fmla="*/ 8947501 w 13158799"/>
              <a:gd name="connsiteY122" fmla="*/ 1349004 h 9456078"/>
              <a:gd name="connsiteX123" fmla="*/ 8985435 w 13158799"/>
              <a:gd name="connsiteY123" fmla="*/ 1317962 h 9456078"/>
              <a:gd name="connsiteX124" fmla="*/ 9023610 w 13158799"/>
              <a:gd name="connsiteY124" fmla="*/ 1287250 h 9456078"/>
              <a:gd name="connsiteX125" fmla="*/ 9062022 w 13158799"/>
              <a:gd name="connsiteY125" fmla="*/ 1256869 h 9456078"/>
              <a:gd name="connsiteX126" fmla="*/ 9100669 w 13158799"/>
              <a:gd name="connsiteY126" fmla="*/ 1226820 h 9456078"/>
              <a:gd name="connsiteX127" fmla="*/ 9139549 w 13158799"/>
              <a:gd name="connsiteY127" fmla="*/ 1197105 h 9456078"/>
              <a:gd name="connsiteX128" fmla="*/ 9178660 w 13158799"/>
              <a:gd name="connsiteY128" fmla="*/ 1167725 h 9456078"/>
              <a:gd name="connsiteX129" fmla="*/ 9217999 w 13158799"/>
              <a:gd name="connsiteY129" fmla="*/ 1138681 h 9456078"/>
              <a:gd name="connsiteX130" fmla="*/ 9257564 w 13158799"/>
              <a:gd name="connsiteY130" fmla="*/ 1109974 h 9456078"/>
              <a:gd name="connsiteX131" fmla="*/ 9297353 w 13158799"/>
              <a:gd name="connsiteY131" fmla="*/ 1081604 h 9456078"/>
              <a:gd name="connsiteX132" fmla="*/ 9337364 w 13158799"/>
              <a:gd name="connsiteY132" fmla="*/ 1053574 h 9456078"/>
              <a:gd name="connsiteX133" fmla="*/ 9377594 w 13158799"/>
              <a:gd name="connsiteY133" fmla="*/ 1025884 h 9456078"/>
              <a:gd name="connsiteX134" fmla="*/ 9418040 w 13158799"/>
              <a:gd name="connsiteY134" fmla="*/ 998536 h 9456078"/>
              <a:gd name="connsiteX135" fmla="*/ 9458702 w 13158799"/>
              <a:gd name="connsiteY135" fmla="*/ 971530 h 9456078"/>
              <a:gd name="connsiteX136" fmla="*/ 9499575 w 13158799"/>
              <a:gd name="connsiteY136" fmla="*/ 944868 h 9456078"/>
              <a:gd name="connsiteX137" fmla="*/ 9540659 w 13158799"/>
              <a:gd name="connsiteY137" fmla="*/ 918551 h 9456078"/>
              <a:gd name="connsiteX138" fmla="*/ 9581950 w 13158799"/>
              <a:gd name="connsiteY138" fmla="*/ 892580 h 9456078"/>
              <a:gd name="connsiteX139" fmla="*/ 9623447 w 13158799"/>
              <a:gd name="connsiteY139" fmla="*/ 866956 h 9456078"/>
              <a:gd name="connsiteX140" fmla="*/ 9665147 w 13158799"/>
              <a:gd name="connsiteY140" fmla="*/ 841681 h 9456078"/>
              <a:gd name="connsiteX141" fmla="*/ 9707048 w 13158799"/>
              <a:gd name="connsiteY141" fmla="*/ 816754 h 9456078"/>
              <a:gd name="connsiteX142" fmla="*/ 9749147 w 13158799"/>
              <a:gd name="connsiteY142" fmla="*/ 792179 h 9456078"/>
              <a:gd name="connsiteX143" fmla="*/ 9791443 w 13158799"/>
              <a:gd name="connsiteY143" fmla="*/ 767955 h 9456078"/>
              <a:gd name="connsiteX144" fmla="*/ 9833932 w 13158799"/>
              <a:gd name="connsiteY144" fmla="*/ 744083 h 9456078"/>
              <a:gd name="connsiteX145" fmla="*/ 9876613 w 13158799"/>
              <a:gd name="connsiteY145" fmla="*/ 720566 h 9456078"/>
              <a:gd name="connsiteX146" fmla="*/ 9919484 w 13158799"/>
              <a:gd name="connsiteY146" fmla="*/ 697404 h 9456078"/>
              <a:gd name="connsiteX147" fmla="*/ 9962542 w 13158799"/>
              <a:gd name="connsiteY147" fmla="*/ 674598 h 9456078"/>
              <a:gd name="connsiteX148" fmla="*/ 10005784 w 13158799"/>
              <a:gd name="connsiteY148" fmla="*/ 652149 h 9456078"/>
              <a:gd name="connsiteX149" fmla="*/ 10049209 w 13158799"/>
              <a:gd name="connsiteY149" fmla="*/ 630059 h 9456078"/>
              <a:gd name="connsiteX150" fmla="*/ 10092814 w 13158799"/>
              <a:gd name="connsiteY150" fmla="*/ 608328 h 9456078"/>
              <a:gd name="connsiteX151" fmla="*/ 10136597 w 13158799"/>
              <a:gd name="connsiteY151" fmla="*/ 586958 h 9456078"/>
              <a:gd name="connsiteX152" fmla="*/ 10180556 w 13158799"/>
              <a:gd name="connsiteY152" fmla="*/ 565950 h 9456078"/>
              <a:gd name="connsiteX153" fmla="*/ 10224688 w 13158799"/>
              <a:gd name="connsiteY153" fmla="*/ 545304 h 9456078"/>
              <a:gd name="connsiteX154" fmla="*/ 10268991 w 13158799"/>
              <a:gd name="connsiteY154" fmla="*/ 525023 h 9456078"/>
              <a:gd name="connsiteX155" fmla="*/ 10313463 w 13158799"/>
              <a:gd name="connsiteY155" fmla="*/ 505107 h 9456078"/>
              <a:gd name="connsiteX156" fmla="*/ 10358101 w 13158799"/>
              <a:gd name="connsiteY156" fmla="*/ 485558 h 9456078"/>
              <a:gd name="connsiteX157" fmla="*/ 10402903 w 13158799"/>
              <a:gd name="connsiteY157" fmla="*/ 466376 h 9456078"/>
              <a:gd name="connsiteX158" fmla="*/ 10447868 w 13158799"/>
              <a:gd name="connsiteY158" fmla="*/ 447563 h 9456078"/>
              <a:gd name="connsiteX159" fmla="*/ 10492991 w 13158799"/>
              <a:gd name="connsiteY159" fmla="*/ 429119 h 9456078"/>
              <a:gd name="connsiteX160" fmla="*/ 10538272 w 13158799"/>
              <a:gd name="connsiteY160" fmla="*/ 411046 h 9456078"/>
              <a:gd name="connsiteX161" fmla="*/ 10583708 w 13158799"/>
              <a:gd name="connsiteY161" fmla="*/ 393346 h 9456078"/>
              <a:gd name="connsiteX162" fmla="*/ 10629297 w 13158799"/>
              <a:gd name="connsiteY162" fmla="*/ 376018 h 9456078"/>
              <a:gd name="connsiteX163" fmla="*/ 10675036 w 13158799"/>
              <a:gd name="connsiteY163" fmla="*/ 359065 h 9456078"/>
              <a:gd name="connsiteX164" fmla="*/ 10720923 w 13158799"/>
              <a:gd name="connsiteY164" fmla="*/ 342487 h 9456078"/>
              <a:gd name="connsiteX165" fmla="*/ 10766956 w 13158799"/>
              <a:gd name="connsiteY165" fmla="*/ 326286 h 9456078"/>
              <a:gd name="connsiteX166" fmla="*/ 10813132 w 13158799"/>
              <a:gd name="connsiteY166" fmla="*/ 310462 h 9456078"/>
              <a:gd name="connsiteX167" fmla="*/ 10859450 w 13158799"/>
              <a:gd name="connsiteY167" fmla="*/ 295018 h 9456078"/>
              <a:gd name="connsiteX168" fmla="*/ 10905907 w 13158799"/>
              <a:gd name="connsiteY168" fmla="*/ 279953 h 9456078"/>
              <a:gd name="connsiteX169" fmla="*/ 10952500 w 13158799"/>
              <a:gd name="connsiteY169" fmla="*/ 265269 h 9456078"/>
              <a:gd name="connsiteX170" fmla="*/ 10999227 w 13158799"/>
              <a:gd name="connsiteY170" fmla="*/ 250968 h 9456078"/>
              <a:gd name="connsiteX171" fmla="*/ 11046087 w 13158799"/>
              <a:gd name="connsiteY171" fmla="*/ 237049 h 9456078"/>
              <a:gd name="connsiteX172" fmla="*/ 11093076 w 13158799"/>
              <a:gd name="connsiteY172" fmla="*/ 223516 h 9456078"/>
              <a:gd name="connsiteX173" fmla="*/ 11140193 w 13158799"/>
              <a:gd name="connsiteY173" fmla="*/ 210368 h 9456078"/>
              <a:gd name="connsiteX174" fmla="*/ 11187434 w 13158799"/>
              <a:gd name="connsiteY174" fmla="*/ 197606 h 9456078"/>
              <a:gd name="connsiteX175" fmla="*/ 11234799 w 13158799"/>
              <a:gd name="connsiteY175" fmla="*/ 185233 h 9456078"/>
              <a:gd name="connsiteX176" fmla="*/ 11282284 w 13158799"/>
              <a:gd name="connsiteY176" fmla="*/ 173248 h 9456078"/>
              <a:gd name="connsiteX177" fmla="*/ 11329888 w 13158799"/>
              <a:gd name="connsiteY177" fmla="*/ 161654 h 9456078"/>
              <a:gd name="connsiteX178" fmla="*/ 11377607 w 13158799"/>
              <a:gd name="connsiteY178" fmla="*/ 150451 h 9456078"/>
              <a:gd name="connsiteX179" fmla="*/ 11425440 w 13158799"/>
              <a:gd name="connsiteY179" fmla="*/ 139640 h 9456078"/>
              <a:gd name="connsiteX180" fmla="*/ 11473385 w 13158799"/>
              <a:gd name="connsiteY180" fmla="*/ 129223 h 9456078"/>
              <a:gd name="connsiteX181" fmla="*/ 11521439 w 13158799"/>
              <a:gd name="connsiteY181" fmla="*/ 119201 h 9456078"/>
              <a:gd name="connsiteX182" fmla="*/ 11569599 w 13158799"/>
              <a:gd name="connsiteY182" fmla="*/ 109574 h 9456078"/>
              <a:gd name="connsiteX183" fmla="*/ 11617864 w 13158799"/>
              <a:gd name="connsiteY183" fmla="*/ 100344 h 9456078"/>
              <a:gd name="connsiteX184" fmla="*/ 11666231 w 13158799"/>
              <a:gd name="connsiteY184" fmla="*/ 91512 h 9456078"/>
              <a:gd name="connsiteX185" fmla="*/ 11714698 w 13158799"/>
              <a:gd name="connsiteY185" fmla="*/ 83080 h 9456078"/>
              <a:gd name="connsiteX186" fmla="*/ 11763263 w 13158799"/>
              <a:gd name="connsiteY186" fmla="*/ 75047 h 9456078"/>
              <a:gd name="connsiteX187" fmla="*/ 11811923 w 13158799"/>
              <a:gd name="connsiteY187" fmla="*/ 67417 h 9456078"/>
              <a:gd name="connsiteX188" fmla="*/ 11860676 w 13158799"/>
              <a:gd name="connsiteY188" fmla="*/ 60188 h 9456078"/>
              <a:gd name="connsiteX189" fmla="*/ 11909519 w 13158799"/>
              <a:gd name="connsiteY189" fmla="*/ 53364 h 9456078"/>
              <a:gd name="connsiteX190" fmla="*/ 11958451 w 13158799"/>
              <a:gd name="connsiteY190" fmla="*/ 46944 h 9456078"/>
              <a:gd name="connsiteX191" fmla="*/ 12007470 w 13158799"/>
              <a:gd name="connsiteY191" fmla="*/ 40931 h 9456078"/>
              <a:gd name="connsiteX192" fmla="*/ 12056572 w 13158799"/>
              <a:gd name="connsiteY192" fmla="*/ 35324 h 9456078"/>
              <a:gd name="connsiteX193" fmla="*/ 12105756 w 13158799"/>
              <a:gd name="connsiteY193" fmla="*/ 30126 h 9456078"/>
              <a:gd name="connsiteX194" fmla="*/ 12155019 w 13158799"/>
              <a:gd name="connsiteY194" fmla="*/ 25337 h 9456078"/>
              <a:gd name="connsiteX195" fmla="*/ 12204359 w 13158799"/>
              <a:gd name="connsiteY195" fmla="*/ 20958 h 9456078"/>
              <a:gd name="connsiteX196" fmla="*/ 12253773 w 13158799"/>
              <a:gd name="connsiteY196" fmla="*/ 16991 h 9456078"/>
              <a:gd name="connsiteX197" fmla="*/ 12303260 w 13158799"/>
              <a:gd name="connsiteY197" fmla="*/ 13437 h 9456078"/>
              <a:gd name="connsiteX198" fmla="*/ 12352818 w 13158799"/>
              <a:gd name="connsiteY198" fmla="*/ 10297 h 9456078"/>
              <a:gd name="connsiteX199" fmla="*/ 12402443 w 13158799"/>
              <a:gd name="connsiteY199" fmla="*/ 7572 h 9456078"/>
              <a:gd name="connsiteX200" fmla="*/ 12452133 w 13158799"/>
              <a:gd name="connsiteY200" fmla="*/ 5263 h 9456078"/>
              <a:gd name="connsiteX201" fmla="*/ 12501887 w 13158799"/>
              <a:gd name="connsiteY201" fmla="*/ 3371 h 9456078"/>
              <a:gd name="connsiteX202" fmla="*/ 12551701 w 13158799"/>
              <a:gd name="connsiteY202" fmla="*/ 1898 h 9456078"/>
              <a:gd name="connsiteX203" fmla="*/ 12601574 w 13158799"/>
              <a:gd name="connsiteY203" fmla="*/ 844 h 9456078"/>
              <a:gd name="connsiteX204" fmla="*/ 12651504 w 13158799"/>
              <a:gd name="connsiteY204" fmla="*/ 211 h 9456078"/>
              <a:gd name="connsiteX205" fmla="*/ 12701487 w 13158799"/>
              <a:gd name="connsiteY205" fmla="*/ 0 h 9456078"/>
              <a:gd name="connsiteX206" fmla="*/ 13158798 w 13158799"/>
              <a:gd name="connsiteY206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76172 w 13158797"/>
              <a:gd name="connsiteY22" fmla="*/ 9319936 h 9456078"/>
              <a:gd name="connsiteX23" fmla="*/ 1223823 w 13158797"/>
              <a:gd name="connsiteY23" fmla="*/ 9308509 h 9456078"/>
              <a:gd name="connsiteX24" fmla="*/ 1271339 w 13158797"/>
              <a:gd name="connsiteY24" fmla="*/ 9296635 h 9456078"/>
              <a:gd name="connsiteX25" fmla="*/ 1318719 w 13158797"/>
              <a:gd name="connsiteY25" fmla="*/ 9284315 h 9456078"/>
              <a:gd name="connsiteX26" fmla="*/ 1365957 w 13158797"/>
              <a:gd name="connsiteY26" fmla="*/ 9271550 h 9456078"/>
              <a:gd name="connsiteX27" fmla="*/ 1413052 w 13158797"/>
              <a:gd name="connsiteY27" fmla="*/ 9258342 h 9456078"/>
              <a:gd name="connsiteX28" fmla="*/ 1460000 w 13158797"/>
              <a:gd name="connsiteY28" fmla="*/ 9244693 h 9456078"/>
              <a:gd name="connsiteX29" fmla="*/ 1506799 w 13158797"/>
              <a:gd name="connsiteY29" fmla="*/ 9230604 h 9456078"/>
              <a:gd name="connsiteX30" fmla="*/ 1553445 w 13158797"/>
              <a:gd name="connsiteY30" fmla="*/ 9216076 h 9456078"/>
              <a:gd name="connsiteX31" fmla="*/ 1599935 w 13158797"/>
              <a:gd name="connsiteY31" fmla="*/ 9201111 h 9456078"/>
              <a:gd name="connsiteX32" fmla="*/ 1646267 w 13158797"/>
              <a:gd name="connsiteY32" fmla="*/ 9185710 h 9456078"/>
              <a:gd name="connsiteX33" fmla="*/ 1692437 w 13158797"/>
              <a:gd name="connsiteY33" fmla="*/ 9169876 h 9456078"/>
              <a:gd name="connsiteX34" fmla="*/ 1738442 w 13158797"/>
              <a:gd name="connsiteY34" fmla="*/ 9153608 h 9456078"/>
              <a:gd name="connsiteX35" fmla="*/ 1784280 w 13158797"/>
              <a:gd name="connsiteY35" fmla="*/ 9136910 h 9456078"/>
              <a:gd name="connsiteX36" fmla="*/ 1829947 w 13158797"/>
              <a:gd name="connsiteY36" fmla="*/ 9119782 h 9456078"/>
              <a:gd name="connsiteX37" fmla="*/ 1875440 w 13158797"/>
              <a:gd name="connsiteY37" fmla="*/ 9102226 h 9456078"/>
              <a:gd name="connsiteX38" fmla="*/ 1920756 w 13158797"/>
              <a:gd name="connsiteY38" fmla="*/ 9084243 h 9456078"/>
              <a:gd name="connsiteX39" fmla="*/ 1965893 w 13158797"/>
              <a:gd name="connsiteY39" fmla="*/ 9065835 h 9456078"/>
              <a:gd name="connsiteX40" fmla="*/ 2055615 w 13158797"/>
              <a:gd name="connsiteY40" fmla="*/ 9027750 h 9456078"/>
              <a:gd name="connsiteX41" fmla="*/ 2100195 w 13158797"/>
              <a:gd name="connsiteY41" fmla="*/ 9008075 h 9456078"/>
              <a:gd name="connsiteX42" fmla="*/ 2144582 w 13158797"/>
              <a:gd name="connsiteY42" fmla="*/ 8987981 h 9456078"/>
              <a:gd name="connsiteX43" fmla="*/ 2188775 w 13158797"/>
              <a:gd name="connsiteY43" fmla="*/ 8967470 h 9456078"/>
              <a:gd name="connsiteX44" fmla="*/ 2232770 w 13158797"/>
              <a:gd name="connsiteY44" fmla="*/ 8946542 h 9456078"/>
              <a:gd name="connsiteX45" fmla="*/ 2276564 w 13158797"/>
              <a:gd name="connsiteY45" fmla="*/ 8925199 h 9456078"/>
              <a:gd name="connsiteX46" fmla="*/ 2320154 w 13158797"/>
              <a:gd name="connsiteY46" fmla="*/ 8903443 h 9456078"/>
              <a:gd name="connsiteX47" fmla="*/ 2363538 w 13158797"/>
              <a:gd name="connsiteY47" fmla="*/ 8881275 h 9456078"/>
              <a:gd name="connsiteX48" fmla="*/ 2406711 w 13158797"/>
              <a:gd name="connsiteY48" fmla="*/ 8858697 h 9456078"/>
              <a:gd name="connsiteX49" fmla="*/ 2449672 w 13158797"/>
              <a:gd name="connsiteY49" fmla="*/ 8835710 h 9456078"/>
              <a:gd name="connsiteX50" fmla="*/ 2492417 w 13158797"/>
              <a:gd name="connsiteY50" fmla="*/ 8812316 h 9456078"/>
              <a:gd name="connsiteX51" fmla="*/ 2534943 w 13158797"/>
              <a:gd name="connsiteY51" fmla="*/ 8788516 h 9456078"/>
              <a:gd name="connsiteX52" fmla="*/ 2577247 w 13158797"/>
              <a:gd name="connsiteY52" fmla="*/ 8764311 h 9456078"/>
              <a:gd name="connsiteX53" fmla="*/ 2619326 w 13158797"/>
              <a:gd name="connsiteY53" fmla="*/ 8739704 h 9456078"/>
              <a:gd name="connsiteX54" fmla="*/ 2661177 w 13158797"/>
              <a:gd name="connsiteY54" fmla="*/ 8714695 h 9456078"/>
              <a:gd name="connsiteX55" fmla="*/ 2702797 w 13158797"/>
              <a:gd name="connsiteY55" fmla="*/ 8689286 h 9456078"/>
              <a:gd name="connsiteX56" fmla="*/ 2744183 w 13158797"/>
              <a:gd name="connsiteY56" fmla="*/ 8663479 h 9456078"/>
              <a:gd name="connsiteX57" fmla="*/ 2785333 w 13158797"/>
              <a:gd name="connsiteY57" fmla="*/ 8637274 h 9456078"/>
              <a:gd name="connsiteX58" fmla="*/ 2826242 w 13158797"/>
              <a:gd name="connsiteY58" fmla="*/ 8610675 h 9456078"/>
              <a:gd name="connsiteX59" fmla="*/ 2866908 w 13158797"/>
              <a:gd name="connsiteY59" fmla="*/ 8583681 h 9456078"/>
              <a:gd name="connsiteX60" fmla="*/ 2907329 w 13158797"/>
              <a:gd name="connsiteY60" fmla="*/ 8556295 h 9456078"/>
              <a:gd name="connsiteX61" fmla="*/ 2947500 w 13158797"/>
              <a:gd name="connsiteY61" fmla="*/ 8528517 h 9456078"/>
              <a:gd name="connsiteX62" fmla="*/ 2987419 w 13158797"/>
              <a:gd name="connsiteY62" fmla="*/ 8500351 h 9456078"/>
              <a:gd name="connsiteX63" fmla="*/ 3027083 w 13158797"/>
              <a:gd name="connsiteY63" fmla="*/ 8471796 h 9456078"/>
              <a:gd name="connsiteX64" fmla="*/ 3066489 w 13158797"/>
              <a:gd name="connsiteY64" fmla="*/ 8442854 h 9456078"/>
              <a:gd name="connsiteX65" fmla="*/ 3105634 w 13158797"/>
              <a:gd name="connsiteY65" fmla="*/ 8413528 h 9456078"/>
              <a:gd name="connsiteX66" fmla="*/ 3144515 w 13158797"/>
              <a:gd name="connsiteY66" fmla="*/ 8383818 h 9456078"/>
              <a:gd name="connsiteX67" fmla="*/ 3183129 w 13158797"/>
              <a:gd name="connsiteY67" fmla="*/ 8353726 h 9456078"/>
              <a:gd name="connsiteX68" fmla="*/ 3221473 w 13158797"/>
              <a:gd name="connsiteY68" fmla="*/ 8323253 h 9456078"/>
              <a:gd name="connsiteX69" fmla="*/ 3259544 w 13158797"/>
              <a:gd name="connsiteY69" fmla="*/ 8292401 h 9456078"/>
              <a:gd name="connsiteX70" fmla="*/ 3297339 w 13158797"/>
              <a:gd name="connsiteY70" fmla="*/ 8261172 h 9456078"/>
              <a:gd name="connsiteX71" fmla="*/ 3334854 w 13158797"/>
              <a:gd name="connsiteY71" fmla="*/ 8229566 h 9456078"/>
              <a:gd name="connsiteX72" fmla="*/ 3372087 w 13158797"/>
              <a:gd name="connsiteY72" fmla="*/ 8197585 h 9456078"/>
              <a:gd name="connsiteX73" fmla="*/ 3409035 w 13158797"/>
              <a:gd name="connsiteY73" fmla="*/ 8165232 h 9456078"/>
              <a:gd name="connsiteX74" fmla="*/ 3445695 w 13158797"/>
              <a:gd name="connsiteY74" fmla="*/ 8132507 h 9456078"/>
              <a:gd name="connsiteX75" fmla="*/ 3482064 w 13158797"/>
              <a:gd name="connsiteY75" fmla="*/ 8099411 h 9456078"/>
              <a:gd name="connsiteX76" fmla="*/ 3518139 w 13158797"/>
              <a:gd name="connsiteY76" fmla="*/ 8065947 h 9456078"/>
              <a:gd name="connsiteX77" fmla="*/ 3553916 w 13158797"/>
              <a:gd name="connsiteY77" fmla="*/ 8032115 h 9456078"/>
              <a:gd name="connsiteX78" fmla="*/ 3589393 w 13158797"/>
              <a:gd name="connsiteY78" fmla="*/ 7997918 h 9456078"/>
              <a:gd name="connsiteX79" fmla="*/ 3624567 w 13158797"/>
              <a:gd name="connsiteY79" fmla="*/ 7963356 h 9456078"/>
              <a:gd name="connsiteX80" fmla="*/ 3659435 w 13158797"/>
              <a:gd name="connsiteY80" fmla="*/ 7928432 h 9456078"/>
              <a:gd name="connsiteX81" fmla="*/ 3693994 w 13158797"/>
              <a:gd name="connsiteY81" fmla="*/ 7893146 h 9456078"/>
              <a:gd name="connsiteX82" fmla="*/ 3728240 w 13158797"/>
              <a:gd name="connsiteY82" fmla="*/ 7857501 h 9456078"/>
              <a:gd name="connsiteX83" fmla="*/ 3762171 w 13158797"/>
              <a:gd name="connsiteY83" fmla="*/ 7821497 h 9456078"/>
              <a:gd name="connsiteX84" fmla="*/ 3795783 w 13158797"/>
              <a:gd name="connsiteY84" fmla="*/ 7785136 h 9456078"/>
              <a:gd name="connsiteX85" fmla="*/ 3829075 w 13158797"/>
              <a:gd name="connsiteY85" fmla="*/ 7748420 h 9456078"/>
              <a:gd name="connsiteX86" fmla="*/ 3862042 w 13158797"/>
              <a:gd name="connsiteY86" fmla="*/ 7711350 h 9456078"/>
              <a:gd name="connsiteX87" fmla="*/ 3894682 w 13158797"/>
              <a:gd name="connsiteY87" fmla="*/ 7673928 h 9456078"/>
              <a:gd name="connsiteX88" fmla="*/ 3926991 w 13158797"/>
              <a:gd name="connsiteY88" fmla="*/ 7636155 h 9456078"/>
              <a:gd name="connsiteX89" fmla="*/ 3958967 w 13158797"/>
              <a:gd name="connsiteY89" fmla="*/ 7598032 h 9456078"/>
              <a:gd name="connsiteX90" fmla="*/ 3990607 w 13158797"/>
              <a:gd name="connsiteY90" fmla="*/ 7559561 h 9456078"/>
              <a:gd name="connsiteX91" fmla="*/ 4021907 w 13158797"/>
              <a:gd name="connsiteY91" fmla="*/ 7520744 h 9456078"/>
              <a:gd name="connsiteX92" fmla="*/ 4052865 w 13158797"/>
              <a:gd name="connsiteY92" fmla="*/ 7481582 h 9456078"/>
              <a:gd name="connsiteX93" fmla="*/ 4083478 w 13158797"/>
              <a:gd name="connsiteY93" fmla="*/ 7442077 h 9456078"/>
              <a:gd name="connsiteX94" fmla="*/ 8022311 w 13158797"/>
              <a:gd name="connsiteY94" fmla="*/ 2307814 h 9456078"/>
              <a:gd name="connsiteX95" fmla="*/ 8052902 w 13158797"/>
              <a:gd name="connsiteY95" fmla="*/ 2268285 h 9456078"/>
              <a:gd name="connsiteX96" fmla="*/ 8083796 w 13158797"/>
              <a:gd name="connsiteY96" fmla="*/ 2229056 h 9456078"/>
              <a:gd name="connsiteX97" fmla="*/ 8114989 w 13158797"/>
              <a:gd name="connsiteY97" fmla="*/ 2190127 h 9456078"/>
              <a:gd name="connsiteX98" fmla="*/ 8146479 w 13158797"/>
              <a:gd name="connsiteY98" fmla="*/ 2151500 h 9456078"/>
              <a:gd name="connsiteX99" fmla="*/ 8178264 w 13158797"/>
              <a:gd name="connsiteY99" fmla="*/ 2113176 h 9456078"/>
              <a:gd name="connsiteX100" fmla="*/ 8210341 w 13158797"/>
              <a:gd name="connsiteY100" fmla="*/ 2075157 h 9456078"/>
              <a:gd name="connsiteX101" fmla="*/ 8242709 w 13158797"/>
              <a:gd name="connsiteY101" fmla="*/ 2037442 h 9456078"/>
              <a:gd name="connsiteX102" fmla="*/ 8275365 w 13158797"/>
              <a:gd name="connsiteY102" fmla="*/ 2000034 h 9456078"/>
              <a:gd name="connsiteX103" fmla="*/ 8308307 w 13158797"/>
              <a:gd name="connsiteY103" fmla="*/ 1962934 h 9456078"/>
              <a:gd name="connsiteX104" fmla="*/ 8341532 w 13158797"/>
              <a:gd name="connsiteY104" fmla="*/ 1926142 h 9456078"/>
              <a:gd name="connsiteX105" fmla="*/ 8375038 w 13158797"/>
              <a:gd name="connsiteY105" fmla="*/ 1889660 h 9456078"/>
              <a:gd name="connsiteX106" fmla="*/ 8408823 w 13158797"/>
              <a:gd name="connsiteY106" fmla="*/ 1853489 h 9456078"/>
              <a:gd name="connsiteX107" fmla="*/ 8442885 w 13158797"/>
              <a:gd name="connsiteY107" fmla="*/ 1817630 h 9456078"/>
              <a:gd name="connsiteX108" fmla="*/ 8477221 w 13158797"/>
              <a:gd name="connsiteY108" fmla="*/ 1782084 h 9456078"/>
              <a:gd name="connsiteX109" fmla="*/ 8511829 w 13158797"/>
              <a:gd name="connsiteY109" fmla="*/ 1746853 h 9456078"/>
              <a:gd name="connsiteX110" fmla="*/ 8546706 w 13158797"/>
              <a:gd name="connsiteY110" fmla="*/ 1711937 h 9456078"/>
              <a:gd name="connsiteX111" fmla="*/ 8581851 w 13158797"/>
              <a:gd name="connsiteY111" fmla="*/ 1677337 h 9456078"/>
              <a:gd name="connsiteX112" fmla="*/ 8617261 w 13158797"/>
              <a:gd name="connsiteY112" fmla="*/ 1643056 h 9456078"/>
              <a:gd name="connsiteX113" fmla="*/ 8652934 w 13158797"/>
              <a:gd name="connsiteY113" fmla="*/ 1609093 h 9456078"/>
              <a:gd name="connsiteX114" fmla="*/ 8688867 w 13158797"/>
              <a:gd name="connsiteY114" fmla="*/ 1575450 h 9456078"/>
              <a:gd name="connsiteX115" fmla="*/ 8725058 w 13158797"/>
              <a:gd name="connsiteY115" fmla="*/ 1542128 h 9456078"/>
              <a:gd name="connsiteX116" fmla="*/ 8761506 w 13158797"/>
              <a:gd name="connsiteY116" fmla="*/ 1509129 h 9456078"/>
              <a:gd name="connsiteX117" fmla="*/ 8798207 w 13158797"/>
              <a:gd name="connsiteY117" fmla="*/ 1476452 h 9456078"/>
              <a:gd name="connsiteX118" fmla="*/ 8835159 w 13158797"/>
              <a:gd name="connsiteY118" fmla="*/ 1444101 h 9456078"/>
              <a:gd name="connsiteX119" fmla="*/ 8872360 w 13158797"/>
              <a:gd name="connsiteY119" fmla="*/ 1412075 h 9456078"/>
              <a:gd name="connsiteX120" fmla="*/ 8909808 w 13158797"/>
              <a:gd name="connsiteY120" fmla="*/ 1380375 h 9456078"/>
              <a:gd name="connsiteX121" fmla="*/ 8947501 w 13158797"/>
              <a:gd name="connsiteY121" fmla="*/ 1349004 h 9456078"/>
              <a:gd name="connsiteX122" fmla="*/ 8985435 w 13158797"/>
              <a:gd name="connsiteY122" fmla="*/ 1317962 h 9456078"/>
              <a:gd name="connsiteX123" fmla="*/ 9023610 w 13158797"/>
              <a:gd name="connsiteY123" fmla="*/ 1287250 h 9456078"/>
              <a:gd name="connsiteX124" fmla="*/ 9062022 w 13158797"/>
              <a:gd name="connsiteY124" fmla="*/ 1256869 h 9456078"/>
              <a:gd name="connsiteX125" fmla="*/ 9100669 w 13158797"/>
              <a:gd name="connsiteY125" fmla="*/ 1226820 h 9456078"/>
              <a:gd name="connsiteX126" fmla="*/ 9139549 w 13158797"/>
              <a:gd name="connsiteY126" fmla="*/ 1197105 h 9456078"/>
              <a:gd name="connsiteX127" fmla="*/ 9178660 w 13158797"/>
              <a:gd name="connsiteY127" fmla="*/ 1167725 h 9456078"/>
              <a:gd name="connsiteX128" fmla="*/ 9217999 w 13158797"/>
              <a:gd name="connsiteY128" fmla="*/ 1138681 h 9456078"/>
              <a:gd name="connsiteX129" fmla="*/ 9257564 w 13158797"/>
              <a:gd name="connsiteY129" fmla="*/ 1109974 h 9456078"/>
              <a:gd name="connsiteX130" fmla="*/ 9297353 w 13158797"/>
              <a:gd name="connsiteY130" fmla="*/ 1081604 h 9456078"/>
              <a:gd name="connsiteX131" fmla="*/ 9337364 w 13158797"/>
              <a:gd name="connsiteY131" fmla="*/ 1053574 h 9456078"/>
              <a:gd name="connsiteX132" fmla="*/ 9377594 w 13158797"/>
              <a:gd name="connsiteY132" fmla="*/ 1025884 h 9456078"/>
              <a:gd name="connsiteX133" fmla="*/ 9418040 w 13158797"/>
              <a:gd name="connsiteY133" fmla="*/ 998536 h 9456078"/>
              <a:gd name="connsiteX134" fmla="*/ 9458702 w 13158797"/>
              <a:gd name="connsiteY134" fmla="*/ 971530 h 9456078"/>
              <a:gd name="connsiteX135" fmla="*/ 9499575 w 13158797"/>
              <a:gd name="connsiteY135" fmla="*/ 944868 h 9456078"/>
              <a:gd name="connsiteX136" fmla="*/ 9540659 w 13158797"/>
              <a:gd name="connsiteY136" fmla="*/ 918551 h 9456078"/>
              <a:gd name="connsiteX137" fmla="*/ 9581950 w 13158797"/>
              <a:gd name="connsiteY137" fmla="*/ 892580 h 9456078"/>
              <a:gd name="connsiteX138" fmla="*/ 9623447 w 13158797"/>
              <a:gd name="connsiteY138" fmla="*/ 866956 h 9456078"/>
              <a:gd name="connsiteX139" fmla="*/ 9665147 w 13158797"/>
              <a:gd name="connsiteY139" fmla="*/ 841681 h 9456078"/>
              <a:gd name="connsiteX140" fmla="*/ 9707048 w 13158797"/>
              <a:gd name="connsiteY140" fmla="*/ 816754 h 9456078"/>
              <a:gd name="connsiteX141" fmla="*/ 9749147 w 13158797"/>
              <a:gd name="connsiteY141" fmla="*/ 792179 h 9456078"/>
              <a:gd name="connsiteX142" fmla="*/ 9791443 w 13158797"/>
              <a:gd name="connsiteY142" fmla="*/ 767955 h 9456078"/>
              <a:gd name="connsiteX143" fmla="*/ 9833932 w 13158797"/>
              <a:gd name="connsiteY143" fmla="*/ 744083 h 9456078"/>
              <a:gd name="connsiteX144" fmla="*/ 9876613 w 13158797"/>
              <a:gd name="connsiteY144" fmla="*/ 720566 h 9456078"/>
              <a:gd name="connsiteX145" fmla="*/ 9919484 w 13158797"/>
              <a:gd name="connsiteY145" fmla="*/ 697404 h 9456078"/>
              <a:gd name="connsiteX146" fmla="*/ 9962542 w 13158797"/>
              <a:gd name="connsiteY146" fmla="*/ 674598 h 9456078"/>
              <a:gd name="connsiteX147" fmla="*/ 10005784 w 13158797"/>
              <a:gd name="connsiteY147" fmla="*/ 652149 h 9456078"/>
              <a:gd name="connsiteX148" fmla="*/ 10049209 w 13158797"/>
              <a:gd name="connsiteY148" fmla="*/ 630059 h 9456078"/>
              <a:gd name="connsiteX149" fmla="*/ 10092814 w 13158797"/>
              <a:gd name="connsiteY149" fmla="*/ 608328 h 9456078"/>
              <a:gd name="connsiteX150" fmla="*/ 10136597 w 13158797"/>
              <a:gd name="connsiteY150" fmla="*/ 586958 h 9456078"/>
              <a:gd name="connsiteX151" fmla="*/ 10180556 w 13158797"/>
              <a:gd name="connsiteY151" fmla="*/ 565950 h 9456078"/>
              <a:gd name="connsiteX152" fmla="*/ 10224688 w 13158797"/>
              <a:gd name="connsiteY152" fmla="*/ 545304 h 9456078"/>
              <a:gd name="connsiteX153" fmla="*/ 10268991 w 13158797"/>
              <a:gd name="connsiteY153" fmla="*/ 525023 h 9456078"/>
              <a:gd name="connsiteX154" fmla="*/ 10313463 w 13158797"/>
              <a:gd name="connsiteY154" fmla="*/ 505107 h 9456078"/>
              <a:gd name="connsiteX155" fmla="*/ 10358101 w 13158797"/>
              <a:gd name="connsiteY155" fmla="*/ 485558 h 9456078"/>
              <a:gd name="connsiteX156" fmla="*/ 10402903 w 13158797"/>
              <a:gd name="connsiteY156" fmla="*/ 466376 h 9456078"/>
              <a:gd name="connsiteX157" fmla="*/ 10447868 w 13158797"/>
              <a:gd name="connsiteY157" fmla="*/ 447563 h 9456078"/>
              <a:gd name="connsiteX158" fmla="*/ 10492991 w 13158797"/>
              <a:gd name="connsiteY158" fmla="*/ 429119 h 9456078"/>
              <a:gd name="connsiteX159" fmla="*/ 10538272 w 13158797"/>
              <a:gd name="connsiteY159" fmla="*/ 411046 h 9456078"/>
              <a:gd name="connsiteX160" fmla="*/ 10583708 w 13158797"/>
              <a:gd name="connsiteY160" fmla="*/ 393346 h 9456078"/>
              <a:gd name="connsiteX161" fmla="*/ 10629297 w 13158797"/>
              <a:gd name="connsiteY161" fmla="*/ 376018 h 9456078"/>
              <a:gd name="connsiteX162" fmla="*/ 10675036 w 13158797"/>
              <a:gd name="connsiteY162" fmla="*/ 359065 h 9456078"/>
              <a:gd name="connsiteX163" fmla="*/ 10720923 w 13158797"/>
              <a:gd name="connsiteY163" fmla="*/ 342487 h 9456078"/>
              <a:gd name="connsiteX164" fmla="*/ 10766956 w 13158797"/>
              <a:gd name="connsiteY164" fmla="*/ 326286 h 9456078"/>
              <a:gd name="connsiteX165" fmla="*/ 10813132 w 13158797"/>
              <a:gd name="connsiteY165" fmla="*/ 310462 h 9456078"/>
              <a:gd name="connsiteX166" fmla="*/ 10859450 w 13158797"/>
              <a:gd name="connsiteY166" fmla="*/ 295018 h 9456078"/>
              <a:gd name="connsiteX167" fmla="*/ 10905907 w 13158797"/>
              <a:gd name="connsiteY167" fmla="*/ 279953 h 9456078"/>
              <a:gd name="connsiteX168" fmla="*/ 10952500 w 13158797"/>
              <a:gd name="connsiteY168" fmla="*/ 265269 h 9456078"/>
              <a:gd name="connsiteX169" fmla="*/ 10999227 w 13158797"/>
              <a:gd name="connsiteY169" fmla="*/ 250968 h 9456078"/>
              <a:gd name="connsiteX170" fmla="*/ 11046087 w 13158797"/>
              <a:gd name="connsiteY170" fmla="*/ 237049 h 9456078"/>
              <a:gd name="connsiteX171" fmla="*/ 11093076 w 13158797"/>
              <a:gd name="connsiteY171" fmla="*/ 223516 h 9456078"/>
              <a:gd name="connsiteX172" fmla="*/ 11140193 w 13158797"/>
              <a:gd name="connsiteY172" fmla="*/ 210368 h 9456078"/>
              <a:gd name="connsiteX173" fmla="*/ 11187434 w 13158797"/>
              <a:gd name="connsiteY173" fmla="*/ 197606 h 9456078"/>
              <a:gd name="connsiteX174" fmla="*/ 11234799 w 13158797"/>
              <a:gd name="connsiteY174" fmla="*/ 185233 h 9456078"/>
              <a:gd name="connsiteX175" fmla="*/ 11282284 w 13158797"/>
              <a:gd name="connsiteY175" fmla="*/ 173248 h 9456078"/>
              <a:gd name="connsiteX176" fmla="*/ 11329888 w 13158797"/>
              <a:gd name="connsiteY176" fmla="*/ 161654 h 9456078"/>
              <a:gd name="connsiteX177" fmla="*/ 11377607 w 13158797"/>
              <a:gd name="connsiteY177" fmla="*/ 150451 h 9456078"/>
              <a:gd name="connsiteX178" fmla="*/ 11425440 w 13158797"/>
              <a:gd name="connsiteY178" fmla="*/ 139640 h 9456078"/>
              <a:gd name="connsiteX179" fmla="*/ 11473385 w 13158797"/>
              <a:gd name="connsiteY179" fmla="*/ 129223 h 9456078"/>
              <a:gd name="connsiteX180" fmla="*/ 11521439 w 13158797"/>
              <a:gd name="connsiteY180" fmla="*/ 119201 h 9456078"/>
              <a:gd name="connsiteX181" fmla="*/ 11569599 w 13158797"/>
              <a:gd name="connsiteY181" fmla="*/ 109574 h 9456078"/>
              <a:gd name="connsiteX182" fmla="*/ 11617864 w 13158797"/>
              <a:gd name="connsiteY182" fmla="*/ 100344 h 9456078"/>
              <a:gd name="connsiteX183" fmla="*/ 11666231 w 13158797"/>
              <a:gd name="connsiteY183" fmla="*/ 91512 h 9456078"/>
              <a:gd name="connsiteX184" fmla="*/ 11714698 w 13158797"/>
              <a:gd name="connsiteY184" fmla="*/ 83080 h 9456078"/>
              <a:gd name="connsiteX185" fmla="*/ 11763263 w 13158797"/>
              <a:gd name="connsiteY185" fmla="*/ 75047 h 9456078"/>
              <a:gd name="connsiteX186" fmla="*/ 11811923 w 13158797"/>
              <a:gd name="connsiteY186" fmla="*/ 67417 h 9456078"/>
              <a:gd name="connsiteX187" fmla="*/ 11860676 w 13158797"/>
              <a:gd name="connsiteY187" fmla="*/ 60188 h 9456078"/>
              <a:gd name="connsiteX188" fmla="*/ 11909519 w 13158797"/>
              <a:gd name="connsiteY188" fmla="*/ 53364 h 9456078"/>
              <a:gd name="connsiteX189" fmla="*/ 11958451 w 13158797"/>
              <a:gd name="connsiteY189" fmla="*/ 46944 h 9456078"/>
              <a:gd name="connsiteX190" fmla="*/ 12007470 w 13158797"/>
              <a:gd name="connsiteY190" fmla="*/ 40931 h 9456078"/>
              <a:gd name="connsiteX191" fmla="*/ 12056572 w 13158797"/>
              <a:gd name="connsiteY191" fmla="*/ 35324 h 9456078"/>
              <a:gd name="connsiteX192" fmla="*/ 12105756 w 13158797"/>
              <a:gd name="connsiteY192" fmla="*/ 30126 h 9456078"/>
              <a:gd name="connsiteX193" fmla="*/ 12155019 w 13158797"/>
              <a:gd name="connsiteY193" fmla="*/ 25337 h 9456078"/>
              <a:gd name="connsiteX194" fmla="*/ 12204359 w 13158797"/>
              <a:gd name="connsiteY194" fmla="*/ 20958 h 9456078"/>
              <a:gd name="connsiteX195" fmla="*/ 12253773 w 13158797"/>
              <a:gd name="connsiteY195" fmla="*/ 16991 h 9456078"/>
              <a:gd name="connsiteX196" fmla="*/ 12303260 w 13158797"/>
              <a:gd name="connsiteY196" fmla="*/ 13437 h 9456078"/>
              <a:gd name="connsiteX197" fmla="*/ 12352818 w 13158797"/>
              <a:gd name="connsiteY197" fmla="*/ 10297 h 9456078"/>
              <a:gd name="connsiteX198" fmla="*/ 12402443 w 13158797"/>
              <a:gd name="connsiteY198" fmla="*/ 7572 h 9456078"/>
              <a:gd name="connsiteX199" fmla="*/ 12452133 w 13158797"/>
              <a:gd name="connsiteY199" fmla="*/ 5263 h 9456078"/>
              <a:gd name="connsiteX200" fmla="*/ 12501887 w 13158797"/>
              <a:gd name="connsiteY200" fmla="*/ 3371 h 9456078"/>
              <a:gd name="connsiteX201" fmla="*/ 12551701 w 13158797"/>
              <a:gd name="connsiteY201" fmla="*/ 1898 h 9456078"/>
              <a:gd name="connsiteX202" fmla="*/ 12601574 w 13158797"/>
              <a:gd name="connsiteY202" fmla="*/ 844 h 9456078"/>
              <a:gd name="connsiteX203" fmla="*/ 12651504 w 13158797"/>
              <a:gd name="connsiteY203" fmla="*/ 211 h 9456078"/>
              <a:gd name="connsiteX204" fmla="*/ 12701487 w 13158797"/>
              <a:gd name="connsiteY204" fmla="*/ 0 h 9456078"/>
              <a:gd name="connsiteX205" fmla="*/ 13158798 w 13158797"/>
              <a:gd name="connsiteY205" fmla="*/ 0 h 94560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</a:cxnLst>
            <a:rect l="l" t="t" r="r" b="b"/>
            <a:pathLst>
              <a:path w="13158797" h="9456078">
                <a:moveTo>
                  <a:pt x="0" y="9456078"/>
                </a:moveTo>
                <a:lnTo>
                  <a:pt x="49977" y="9455836"/>
                </a:lnTo>
                <a:lnTo>
                  <a:pt x="99893" y="9455111"/>
                </a:lnTo>
                <a:lnTo>
                  <a:pt x="149742" y="9453904"/>
                </a:lnTo>
                <a:lnTo>
                  <a:pt x="199524" y="9452217"/>
                </a:lnTo>
                <a:lnTo>
                  <a:pt x="298870" y="9447409"/>
                </a:lnTo>
                <a:lnTo>
                  <a:pt x="348429" y="9444290"/>
                </a:lnTo>
                <a:lnTo>
                  <a:pt x="397907" y="9440698"/>
                </a:lnTo>
                <a:lnTo>
                  <a:pt x="447302" y="9436632"/>
                </a:lnTo>
                <a:lnTo>
                  <a:pt x="496610" y="9432096"/>
                </a:lnTo>
                <a:lnTo>
                  <a:pt x="545829" y="9427089"/>
                </a:lnTo>
                <a:lnTo>
                  <a:pt x="594956" y="9421615"/>
                </a:lnTo>
                <a:lnTo>
                  <a:pt x="643987" y="9415673"/>
                </a:lnTo>
                <a:lnTo>
                  <a:pt x="692920" y="9409267"/>
                </a:lnTo>
                <a:lnTo>
                  <a:pt x="741751" y="9402396"/>
                </a:lnTo>
                <a:lnTo>
                  <a:pt x="790478" y="9395063"/>
                </a:lnTo>
                <a:lnTo>
                  <a:pt x="839098" y="9387270"/>
                </a:lnTo>
                <a:lnTo>
                  <a:pt x="887607" y="9379017"/>
                </a:lnTo>
                <a:lnTo>
                  <a:pt x="936002" y="9370306"/>
                </a:lnTo>
                <a:lnTo>
                  <a:pt x="984281" y="9361139"/>
                </a:lnTo>
                <a:lnTo>
                  <a:pt x="1032440" y="9351517"/>
                </a:lnTo>
                <a:lnTo>
                  <a:pt x="1080477" y="9341441"/>
                </a:lnTo>
                <a:lnTo>
                  <a:pt x="1176172" y="9319936"/>
                </a:lnTo>
                <a:lnTo>
                  <a:pt x="1223823" y="9308509"/>
                </a:lnTo>
                <a:lnTo>
                  <a:pt x="1271339" y="9296635"/>
                </a:lnTo>
                <a:lnTo>
                  <a:pt x="1318719" y="9284315"/>
                </a:lnTo>
                <a:lnTo>
                  <a:pt x="1365957" y="9271550"/>
                </a:lnTo>
                <a:lnTo>
                  <a:pt x="1413052" y="9258342"/>
                </a:lnTo>
                <a:lnTo>
                  <a:pt x="1460000" y="9244693"/>
                </a:lnTo>
                <a:lnTo>
                  <a:pt x="1506799" y="9230604"/>
                </a:lnTo>
                <a:lnTo>
                  <a:pt x="1553445" y="9216076"/>
                </a:lnTo>
                <a:lnTo>
                  <a:pt x="1599935" y="9201111"/>
                </a:lnTo>
                <a:lnTo>
                  <a:pt x="1646267" y="9185710"/>
                </a:lnTo>
                <a:lnTo>
                  <a:pt x="1692437" y="9169876"/>
                </a:lnTo>
                <a:lnTo>
                  <a:pt x="1738442" y="9153608"/>
                </a:lnTo>
                <a:lnTo>
                  <a:pt x="1784280" y="9136910"/>
                </a:lnTo>
                <a:lnTo>
                  <a:pt x="1829947" y="9119782"/>
                </a:lnTo>
                <a:lnTo>
                  <a:pt x="1875440" y="9102226"/>
                </a:lnTo>
                <a:lnTo>
                  <a:pt x="1920756" y="9084243"/>
                </a:lnTo>
                <a:lnTo>
                  <a:pt x="1965893" y="9065835"/>
                </a:lnTo>
                <a:lnTo>
                  <a:pt x="2055615" y="9027750"/>
                </a:lnTo>
                <a:lnTo>
                  <a:pt x="2100195" y="9008075"/>
                </a:lnTo>
                <a:lnTo>
                  <a:pt x="2144582" y="8987981"/>
                </a:lnTo>
                <a:lnTo>
                  <a:pt x="2188775" y="8967470"/>
                </a:lnTo>
                <a:lnTo>
                  <a:pt x="2232770" y="8946542"/>
                </a:lnTo>
                <a:lnTo>
                  <a:pt x="2276564" y="8925199"/>
                </a:lnTo>
                <a:lnTo>
                  <a:pt x="2320154" y="8903443"/>
                </a:lnTo>
                <a:lnTo>
                  <a:pt x="2363538" y="8881275"/>
                </a:lnTo>
                <a:lnTo>
                  <a:pt x="2406711" y="8858697"/>
                </a:lnTo>
                <a:lnTo>
                  <a:pt x="2449672" y="8835710"/>
                </a:lnTo>
                <a:lnTo>
                  <a:pt x="2492417" y="8812316"/>
                </a:lnTo>
                <a:lnTo>
                  <a:pt x="2534943" y="8788516"/>
                </a:lnTo>
                <a:lnTo>
                  <a:pt x="2577247" y="8764311"/>
                </a:lnTo>
                <a:lnTo>
                  <a:pt x="2619326" y="8739704"/>
                </a:lnTo>
                <a:lnTo>
                  <a:pt x="2661177" y="8714695"/>
                </a:lnTo>
                <a:lnTo>
                  <a:pt x="2702797" y="8689286"/>
                </a:lnTo>
                <a:lnTo>
                  <a:pt x="2744183" y="8663479"/>
                </a:lnTo>
                <a:lnTo>
                  <a:pt x="2785333" y="8637274"/>
                </a:lnTo>
                <a:lnTo>
                  <a:pt x="2826242" y="8610675"/>
                </a:lnTo>
                <a:lnTo>
                  <a:pt x="2866908" y="8583681"/>
                </a:lnTo>
                <a:lnTo>
                  <a:pt x="2907329" y="8556295"/>
                </a:lnTo>
                <a:lnTo>
                  <a:pt x="2947500" y="8528517"/>
                </a:lnTo>
                <a:lnTo>
                  <a:pt x="2987419" y="8500351"/>
                </a:lnTo>
                <a:lnTo>
                  <a:pt x="3027083" y="8471796"/>
                </a:lnTo>
                <a:lnTo>
                  <a:pt x="3066489" y="8442854"/>
                </a:lnTo>
                <a:lnTo>
                  <a:pt x="3105634" y="8413528"/>
                </a:lnTo>
                <a:lnTo>
                  <a:pt x="3144515" y="8383818"/>
                </a:lnTo>
                <a:lnTo>
                  <a:pt x="3183129" y="8353726"/>
                </a:lnTo>
                <a:lnTo>
                  <a:pt x="3221473" y="8323253"/>
                </a:lnTo>
                <a:lnTo>
                  <a:pt x="3259544" y="8292401"/>
                </a:lnTo>
                <a:lnTo>
                  <a:pt x="3297339" y="8261172"/>
                </a:lnTo>
                <a:lnTo>
                  <a:pt x="3334854" y="8229566"/>
                </a:lnTo>
                <a:lnTo>
                  <a:pt x="3372087" y="8197585"/>
                </a:lnTo>
                <a:lnTo>
                  <a:pt x="3409035" y="8165232"/>
                </a:lnTo>
                <a:lnTo>
                  <a:pt x="3445695" y="8132507"/>
                </a:lnTo>
                <a:lnTo>
                  <a:pt x="3482064" y="8099411"/>
                </a:lnTo>
                <a:lnTo>
                  <a:pt x="3518139" y="8065947"/>
                </a:lnTo>
                <a:lnTo>
                  <a:pt x="3553916" y="8032115"/>
                </a:lnTo>
                <a:lnTo>
                  <a:pt x="3589393" y="7997918"/>
                </a:lnTo>
                <a:lnTo>
                  <a:pt x="3624567" y="7963356"/>
                </a:lnTo>
                <a:lnTo>
                  <a:pt x="3659435" y="7928432"/>
                </a:lnTo>
                <a:lnTo>
                  <a:pt x="3693994" y="7893146"/>
                </a:lnTo>
                <a:lnTo>
                  <a:pt x="3728240" y="7857501"/>
                </a:lnTo>
                <a:lnTo>
                  <a:pt x="3762171" y="7821497"/>
                </a:lnTo>
                <a:lnTo>
                  <a:pt x="3795783" y="7785136"/>
                </a:lnTo>
                <a:lnTo>
                  <a:pt x="3829075" y="7748420"/>
                </a:lnTo>
                <a:lnTo>
                  <a:pt x="3862042" y="7711350"/>
                </a:lnTo>
                <a:lnTo>
                  <a:pt x="3894682" y="7673928"/>
                </a:lnTo>
                <a:lnTo>
                  <a:pt x="3926991" y="7636155"/>
                </a:lnTo>
                <a:lnTo>
                  <a:pt x="3958967" y="7598032"/>
                </a:lnTo>
                <a:lnTo>
                  <a:pt x="3990607" y="7559561"/>
                </a:lnTo>
                <a:lnTo>
                  <a:pt x="4021907" y="7520744"/>
                </a:lnTo>
                <a:lnTo>
                  <a:pt x="4052865" y="7481582"/>
                </a:lnTo>
                <a:lnTo>
                  <a:pt x="4083478" y="7442077"/>
                </a:lnTo>
                <a:lnTo>
                  <a:pt x="8022311" y="2307814"/>
                </a:lnTo>
                <a:lnTo>
                  <a:pt x="8052902" y="2268285"/>
                </a:lnTo>
                <a:lnTo>
                  <a:pt x="8083796" y="2229056"/>
                </a:lnTo>
                <a:lnTo>
                  <a:pt x="8114989" y="2190127"/>
                </a:lnTo>
                <a:lnTo>
                  <a:pt x="8146479" y="2151500"/>
                </a:lnTo>
                <a:lnTo>
                  <a:pt x="8178264" y="2113176"/>
                </a:lnTo>
                <a:lnTo>
                  <a:pt x="8210341" y="2075157"/>
                </a:lnTo>
                <a:lnTo>
                  <a:pt x="8242709" y="2037442"/>
                </a:lnTo>
                <a:lnTo>
                  <a:pt x="8275365" y="2000034"/>
                </a:lnTo>
                <a:lnTo>
                  <a:pt x="8308307" y="1962934"/>
                </a:lnTo>
                <a:lnTo>
                  <a:pt x="8341532" y="1926142"/>
                </a:lnTo>
                <a:lnTo>
                  <a:pt x="8375038" y="1889660"/>
                </a:lnTo>
                <a:lnTo>
                  <a:pt x="8408823" y="1853489"/>
                </a:lnTo>
                <a:lnTo>
                  <a:pt x="8442885" y="1817630"/>
                </a:lnTo>
                <a:lnTo>
                  <a:pt x="8477221" y="1782084"/>
                </a:lnTo>
                <a:lnTo>
                  <a:pt x="8511829" y="1746853"/>
                </a:lnTo>
                <a:lnTo>
                  <a:pt x="8546706" y="1711937"/>
                </a:lnTo>
                <a:lnTo>
                  <a:pt x="8581851" y="1677337"/>
                </a:lnTo>
                <a:lnTo>
                  <a:pt x="8617261" y="1643056"/>
                </a:lnTo>
                <a:lnTo>
                  <a:pt x="8652934" y="1609093"/>
                </a:lnTo>
                <a:lnTo>
                  <a:pt x="8688867" y="1575450"/>
                </a:lnTo>
                <a:lnTo>
                  <a:pt x="8725058" y="1542128"/>
                </a:lnTo>
                <a:lnTo>
                  <a:pt x="8761506" y="1509129"/>
                </a:lnTo>
                <a:lnTo>
                  <a:pt x="8798207" y="1476452"/>
                </a:lnTo>
                <a:lnTo>
                  <a:pt x="8835159" y="1444101"/>
                </a:lnTo>
                <a:lnTo>
                  <a:pt x="8872360" y="1412075"/>
                </a:lnTo>
                <a:lnTo>
                  <a:pt x="8909808" y="1380375"/>
                </a:lnTo>
                <a:lnTo>
                  <a:pt x="8947501" y="1349004"/>
                </a:lnTo>
                <a:lnTo>
                  <a:pt x="8985435" y="1317962"/>
                </a:lnTo>
                <a:lnTo>
                  <a:pt x="9023610" y="1287250"/>
                </a:lnTo>
                <a:lnTo>
                  <a:pt x="9062022" y="1256869"/>
                </a:lnTo>
                <a:lnTo>
                  <a:pt x="9100669" y="1226820"/>
                </a:lnTo>
                <a:lnTo>
                  <a:pt x="9139549" y="1197105"/>
                </a:lnTo>
                <a:lnTo>
                  <a:pt x="9178660" y="1167725"/>
                </a:lnTo>
                <a:lnTo>
                  <a:pt x="9217999" y="1138681"/>
                </a:lnTo>
                <a:lnTo>
                  <a:pt x="9257564" y="1109974"/>
                </a:lnTo>
                <a:lnTo>
                  <a:pt x="9297353" y="1081604"/>
                </a:lnTo>
                <a:lnTo>
                  <a:pt x="9337364" y="1053574"/>
                </a:lnTo>
                <a:lnTo>
                  <a:pt x="9377594" y="1025884"/>
                </a:lnTo>
                <a:lnTo>
                  <a:pt x="9418040" y="998536"/>
                </a:lnTo>
                <a:lnTo>
                  <a:pt x="9458702" y="971530"/>
                </a:lnTo>
                <a:lnTo>
                  <a:pt x="9499575" y="944868"/>
                </a:lnTo>
                <a:lnTo>
                  <a:pt x="9540659" y="918551"/>
                </a:lnTo>
                <a:lnTo>
                  <a:pt x="9581950" y="892580"/>
                </a:lnTo>
                <a:lnTo>
                  <a:pt x="9623447" y="866956"/>
                </a:lnTo>
                <a:lnTo>
                  <a:pt x="9665147" y="841681"/>
                </a:lnTo>
                <a:lnTo>
                  <a:pt x="9707048" y="816754"/>
                </a:lnTo>
                <a:lnTo>
                  <a:pt x="9749147" y="792179"/>
                </a:lnTo>
                <a:lnTo>
                  <a:pt x="9791443" y="767955"/>
                </a:lnTo>
                <a:lnTo>
                  <a:pt x="9833932" y="744083"/>
                </a:lnTo>
                <a:lnTo>
                  <a:pt x="9876613" y="720566"/>
                </a:lnTo>
                <a:lnTo>
                  <a:pt x="9919484" y="697404"/>
                </a:lnTo>
                <a:lnTo>
                  <a:pt x="9962542" y="674598"/>
                </a:lnTo>
                <a:lnTo>
                  <a:pt x="10005784" y="652149"/>
                </a:lnTo>
                <a:lnTo>
                  <a:pt x="10049209" y="630059"/>
                </a:lnTo>
                <a:lnTo>
                  <a:pt x="10092814" y="608328"/>
                </a:lnTo>
                <a:lnTo>
                  <a:pt x="10136597" y="586958"/>
                </a:lnTo>
                <a:lnTo>
                  <a:pt x="10180556" y="565950"/>
                </a:lnTo>
                <a:lnTo>
                  <a:pt x="10224688" y="545304"/>
                </a:lnTo>
                <a:lnTo>
                  <a:pt x="10268991" y="525023"/>
                </a:lnTo>
                <a:lnTo>
                  <a:pt x="10313463" y="505107"/>
                </a:lnTo>
                <a:lnTo>
                  <a:pt x="10358101" y="485558"/>
                </a:lnTo>
                <a:lnTo>
                  <a:pt x="10402903" y="466376"/>
                </a:lnTo>
                <a:lnTo>
                  <a:pt x="10447868" y="447563"/>
                </a:lnTo>
                <a:lnTo>
                  <a:pt x="10492991" y="429119"/>
                </a:lnTo>
                <a:lnTo>
                  <a:pt x="10538272" y="411046"/>
                </a:lnTo>
                <a:lnTo>
                  <a:pt x="10583708" y="393346"/>
                </a:lnTo>
                <a:lnTo>
                  <a:pt x="10629297" y="376018"/>
                </a:lnTo>
                <a:lnTo>
                  <a:pt x="10675036" y="359065"/>
                </a:lnTo>
                <a:lnTo>
                  <a:pt x="10720923" y="342487"/>
                </a:lnTo>
                <a:lnTo>
                  <a:pt x="10766956" y="326286"/>
                </a:lnTo>
                <a:lnTo>
                  <a:pt x="10813132" y="310462"/>
                </a:lnTo>
                <a:lnTo>
                  <a:pt x="10859450" y="295018"/>
                </a:lnTo>
                <a:lnTo>
                  <a:pt x="10905907" y="279953"/>
                </a:lnTo>
                <a:lnTo>
                  <a:pt x="10952500" y="265269"/>
                </a:lnTo>
                <a:lnTo>
                  <a:pt x="10999227" y="250968"/>
                </a:lnTo>
                <a:lnTo>
                  <a:pt x="11046087" y="237049"/>
                </a:lnTo>
                <a:lnTo>
                  <a:pt x="11093076" y="223516"/>
                </a:lnTo>
                <a:lnTo>
                  <a:pt x="11140193" y="210368"/>
                </a:lnTo>
                <a:lnTo>
                  <a:pt x="11187434" y="197606"/>
                </a:lnTo>
                <a:lnTo>
                  <a:pt x="11234799" y="185233"/>
                </a:lnTo>
                <a:lnTo>
                  <a:pt x="11282284" y="173248"/>
                </a:lnTo>
                <a:lnTo>
                  <a:pt x="11329888" y="161654"/>
                </a:lnTo>
                <a:lnTo>
                  <a:pt x="11377607" y="150451"/>
                </a:lnTo>
                <a:lnTo>
                  <a:pt x="11425440" y="139640"/>
                </a:lnTo>
                <a:lnTo>
                  <a:pt x="11473385" y="129223"/>
                </a:lnTo>
                <a:lnTo>
                  <a:pt x="11521439" y="119201"/>
                </a:lnTo>
                <a:lnTo>
                  <a:pt x="11569599" y="109574"/>
                </a:lnTo>
                <a:lnTo>
                  <a:pt x="11617864" y="100344"/>
                </a:lnTo>
                <a:lnTo>
                  <a:pt x="11666231" y="91512"/>
                </a:lnTo>
                <a:lnTo>
                  <a:pt x="11714698" y="83080"/>
                </a:lnTo>
                <a:lnTo>
                  <a:pt x="11763263" y="75047"/>
                </a:lnTo>
                <a:lnTo>
                  <a:pt x="11811923" y="67417"/>
                </a:lnTo>
                <a:lnTo>
                  <a:pt x="11860676" y="60188"/>
                </a:lnTo>
                <a:lnTo>
                  <a:pt x="11909519" y="53364"/>
                </a:lnTo>
                <a:lnTo>
                  <a:pt x="11958451" y="46944"/>
                </a:lnTo>
                <a:lnTo>
                  <a:pt x="12007470" y="40931"/>
                </a:lnTo>
                <a:lnTo>
                  <a:pt x="12056572" y="35324"/>
                </a:lnTo>
                <a:lnTo>
                  <a:pt x="12105756" y="30126"/>
                </a:lnTo>
                <a:lnTo>
                  <a:pt x="12155019" y="25337"/>
                </a:lnTo>
                <a:lnTo>
                  <a:pt x="12204359" y="20958"/>
                </a:lnTo>
                <a:lnTo>
                  <a:pt x="12253773" y="16991"/>
                </a:lnTo>
                <a:lnTo>
                  <a:pt x="12303260" y="13437"/>
                </a:lnTo>
                <a:lnTo>
                  <a:pt x="12352818" y="10297"/>
                </a:lnTo>
                <a:lnTo>
                  <a:pt x="12402443" y="7572"/>
                </a:lnTo>
                <a:lnTo>
                  <a:pt x="12452133" y="5263"/>
                </a:lnTo>
                <a:lnTo>
                  <a:pt x="12501887" y="3371"/>
                </a:lnTo>
                <a:lnTo>
                  <a:pt x="12551701" y="1898"/>
                </a:lnTo>
                <a:lnTo>
                  <a:pt x="12601574" y="844"/>
                </a:lnTo>
                <a:lnTo>
                  <a:pt x="12651504" y="211"/>
                </a:lnTo>
                <a:lnTo>
                  <a:pt x="12701487" y="0"/>
                </a:lnTo>
                <a:lnTo>
                  <a:pt x="13158798" y="0"/>
                </a:lnTo>
              </a:path>
            </a:pathLst>
          </a:custGeom>
          <a:ln w="19050">
            <a:gradFill>
              <a:gsLst>
                <a:gs pos="18000">
                  <a:schemeClr val="accent2"/>
                </a:gs>
                <a:gs pos="0">
                  <a:schemeClr val="bg1">
                    <a:alpha val="0"/>
                  </a:schemeClr>
                </a:gs>
              </a:gsLst>
              <a:lin ang="5400000" scaled="0"/>
            </a:gradFill>
          </a:ln>
        </p:spPr>
        <p:txBody>
          <a:bodyPr wrap="square" lIns="0" tIns="0" rIns="0" bIns="0" rtlCol="0"/>
          <a:lstStyle/>
          <a:p>
            <a:pPr marL="0" marR="0" lvl="0" indent="0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96D25958-B46E-CFC9-AC49-7ABE8ABF93FF}"/>
              </a:ext>
            </a:extLst>
          </p:cNvPr>
          <p:cNvCxnSpPr>
            <a:cxnSpLocks/>
          </p:cNvCxnSpPr>
          <p:nvPr/>
        </p:nvCxnSpPr>
        <p:spPr>
          <a:xfrm flipH="1">
            <a:off x="5631544" y="6678798"/>
            <a:ext cx="5683420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51533337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Blank - Escur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object 2">
            <a:extLst>
              <a:ext uri="{FF2B5EF4-FFF2-40B4-BE49-F238E27FC236}">
                <a16:creationId xmlns:a16="http://schemas.microsoft.com/office/drawing/2014/main" id="{A681700C-71BD-D5FF-337B-E92F200670CC}"/>
              </a:ext>
            </a:extLst>
          </p:cNvPr>
          <p:cNvSpPr/>
          <p:nvPr userDrawn="1"/>
        </p:nvSpPr>
        <p:spPr>
          <a:xfrm>
            <a:off x="0" y="6256326"/>
            <a:ext cx="12198846" cy="601675"/>
          </a:xfrm>
          <a:custGeom>
            <a:avLst/>
            <a:gdLst/>
            <a:ahLst/>
            <a:cxnLst/>
            <a:rect l="l" t="t" r="r" b="b"/>
            <a:pathLst>
              <a:path w="20085685" h="767079">
                <a:moveTo>
                  <a:pt x="20085514" y="0"/>
                </a:moveTo>
                <a:lnTo>
                  <a:pt x="0" y="0"/>
                </a:lnTo>
                <a:lnTo>
                  <a:pt x="0" y="766887"/>
                </a:lnTo>
                <a:lnTo>
                  <a:pt x="20085514" y="766887"/>
                </a:lnTo>
                <a:lnTo>
                  <a:pt x="20085514" y="0"/>
                </a:lnTo>
                <a:close/>
              </a:path>
            </a:pathLst>
          </a:custGeom>
          <a:gradFill>
            <a:gsLst>
              <a:gs pos="0">
                <a:srgbClr val="9CC7CE"/>
              </a:gs>
              <a:gs pos="56000">
                <a:schemeClr val="accent2">
                  <a:lumMod val="90000"/>
                </a:schemeClr>
              </a:gs>
            </a:gsLst>
            <a:lin ang="1200000" scaled="0"/>
          </a:gradFill>
        </p:spPr>
        <p:txBody>
          <a:bodyPr wrap="square" lIns="0" tIns="0" rIns="0" bIns="0" rtlCol="0"/>
          <a:lstStyle/>
          <a:p>
            <a:pPr defTabSz="554466"/>
            <a:endParaRPr sz="1092" kern="0">
              <a:solidFill>
                <a:sysClr val="windowText" lastClr="000000"/>
              </a:solidFill>
            </a:endParaRPr>
          </a:p>
        </p:txBody>
      </p:sp>
      <p:sp>
        <p:nvSpPr>
          <p:cNvPr id="2" name="Espaço Reservado para Número de Slide 5">
            <a:extLst>
              <a:ext uri="{FF2B5EF4-FFF2-40B4-BE49-F238E27FC236}">
                <a16:creationId xmlns:a16="http://schemas.microsoft.com/office/drawing/2014/main" id="{7BF4513D-9B28-5CD9-5A1C-C92D5952009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tx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116548597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72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2_Contracapa - Escura">
    <p:bg>
      <p:bgPr>
        <a:gradFill>
          <a:gsLst>
            <a:gs pos="0">
              <a:schemeClr val="tx1"/>
            </a:gs>
            <a:gs pos="23000">
              <a:schemeClr val="tx1"/>
            </a:gs>
            <a:gs pos="55000">
              <a:srgbClr val="161B21"/>
            </a:gs>
          </a:gsLst>
          <a:lin ang="84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8">
            <a:extLst>
              <a:ext uri="{FF2B5EF4-FFF2-40B4-BE49-F238E27FC236}">
                <a16:creationId xmlns:a16="http://schemas.microsoft.com/office/drawing/2014/main" id="{5DFDDE66-D42F-747B-AE91-59F0E99B410D}"/>
              </a:ext>
            </a:extLst>
          </p:cNvPr>
          <p:cNvPicPr>
            <a:picLocks noChangeAspect="1"/>
          </p:cNvPicPr>
          <p:nvPr/>
        </p:nvPicPr>
        <p:blipFill rotWithShape="1">
          <a:blip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 l="-8117" t="-23966" r="-8117" b="-23966"/>
          <a:stretch/>
        </p:blipFill>
        <p:spPr>
          <a:xfrm>
            <a:off x="5238152" y="3057517"/>
            <a:ext cx="1715687" cy="742966"/>
          </a:xfrm>
          <a:prstGeom prst="rect">
            <a:avLst/>
          </a:prstGeom>
        </p:spPr>
      </p:pic>
      <p:sp>
        <p:nvSpPr>
          <p:cNvPr id="7" name="CaixaDeTexto 5">
            <a:extLst>
              <a:ext uri="{FF2B5EF4-FFF2-40B4-BE49-F238E27FC236}">
                <a16:creationId xmlns:a16="http://schemas.microsoft.com/office/drawing/2014/main" id="{8378CFC1-6711-DF8D-70B6-9948B019A6C8}"/>
              </a:ext>
            </a:extLst>
          </p:cNvPr>
          <p:cNvSpPr txBox="1"/>
          <p:nvPr/>
        </p:nvSpPr>
        <p:spPr>
          <a:xfrm>
            <a:off x="4975498" y="5812397"/>
            <a:ext cx="2240995" cy="86177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it-IT" sz="1000" kern="0">
                <a:solidFill>
                  <a:srgbClr val="FFFFFF"/>
                </a:solidFill>
                <a:effectLst/>
                <a:latin typeface="Versos Light" panose="020B0403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Avenida Faria Lima, 4.300</a:t>
            </a:r>
          </a:p>
          <a:p>
            <a:pPr algn="ctr"/>
            <a:r>
              <a:rPr lang="it-IT" sz="1000" kern="0">
                <a:solidFill>
                  <a:srgbClr val="FFFFFF"/>
                </a:solidFill>
                <a:effectLst/>
                <a:latin typeface="Versos Light" panose="020B0403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7º andar | Vila Olímpia</a:t>
            </a:r>
          </a:p>
          <a:p>
            <a:pPr algn="ctr"/>
            <a:r>
              <a:rPr lang="it-IT" sz="1000" kern="0">
                <a:solidFill>
                  <a:srgbClr val="FFFFFF"/>
                </a:solidFill>
                <a:effectLst/>
                <a:latin typeface="Versos Light" panose="020B0403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CEP 04538-132 | São Paulo</a:t>
            </a:r>
          </a:p>
          <a:p>
            <a:pPr algn="ctr"/>
            <a:endParaRPr lang="it-IT" sz="1000">
              <a:solidFill>
                <a:srgbClr val="FFFFFF"/>
              </a:solidFill>
              <a:latin typeface="Versos Light" panose="020B0403020204030204" pitchFamily="34" charset="0"/>
              <a:cs typeface="Times New Roman" panose="02020603050405020304" pitchFamily="18" charset="0"/>
            </a:endParaRPr>
          </a:p>
          <a:p>
            <a:pPr algn="ctr"/>
            <a:r>
              <a:rPr lang="it-IT" sz="1000">
                <a:solidFill>
                  <a:schemeClr val="accent2"/>
                </a:solidFill>
                <a:latin typeface="Versos Light" panose="020B0403020204030204" pitchFamily="34" charset="0"/>
                <a:cs typeface="Times New Roman" panose="02020603050405020304" pitchFamily="18" charset="0"/>
              </a:rPr>
              <a:t>www.tivio.com</a:t>
            </a:r>
            <a:endParaRPr lang="pt-BR" sz="1000">
              <a:solidFill>
                <a:schemeClr val="accent2"/>
              </a:solidFill>
              <a:latin typeface="Versos Light" panose="020B0403020204030204" pitchFamily="34" charset="0"/>
            </a:endParaRPr>
          </a:p>
        </p:txBody>
      </p:sp>
      <p:sp>
        <p:nvSpPr>
          <p:cNvPr id="9" name="Freeform: Shape 8">
            <a:extLst>
              <a:ext uri="{FF2B5EF4-FFF2-40B4-BE49-F238E27FC236}">
                <a16:creationId xmlns:a16="http://schemas.microsoft.com/office/drawing/2014/main" id="{0CFDB3A0-33C3-E607-8736-492DB68BA51E}"/>
              </a:ext>
            </a:extLst>
          </p:cNvPr>
          <p:cNvSpPr/>
          <p:nvPr/>
        </p:nvSpPr>
        <p:spPr>
          <a:xfrm flipV="1">
            <a:off x="-62630" y="5210522"/>
            <a:ext cx="12254630" cy="200722"/>
          </a:xfrm>
          <a:custGeom>
            <a:avLst/>
            <a:gdLst>
              <a:gd name="connsiteX0" fmla="*/ 0 w 12225403"/>
              <a:gd name="connsiteY0" fmla="*/ 0 h 0"/>
              <a:gd name="connsiteX1" fmla="*/ 12225403 w 12225403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2225403">
                <a:moveTo>
                  <a:pt x="0" y="0"/>
                </a:moveTo>
                <a:lnTo>
                  <a:pt x="12225403" y="0"/>
                </a:lnTo>
              </a:path>
            </a:pathLst>
          </a:custGeom>
          <a:noFill/>
          <a:ln w="19050"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sz="1092"/>
          </a:p>
        </p:txBody>
      </p:sp>
      <p:sp>
        <p:nvSpPr>
          <p:cNvPr id="10" name="Freeform: Shape 9">
            <a:extLst>
              <a:ext uri="{FF2B5EF4-FFF2-40B4-BE49-F238E27FC236}">
                <a16:creationId xmlns:a16="http://schemas.microsoft.com/office/drawing/2014/main" id="{59C19B5E-6634-BD9E-DAF0-C9E13ED4A7D7}"/>
              </a:ext>
            </a:extLst>
          </p:cNvPr>
          <p:cNvSpPr/>
          <p:nvPr/>
        </p:nvSpPr>
        <p:spPr>
          <a:xfrm>
            <a:off x="7240261" y="3261055"/>
            <a:ext cx="4988424" cy="3825292"/>
          </a:xfrm>
          <a:custGeom>
            <a:avLst/>
            <a:gdLst>
              <a:gd name="connsiteX0" fmla="*/ 0 w 5087815"/>
              <a:gd name="connsiteY0" fmla="*/ 3845169 h 3845169"/>
              <a:gd name="connsiteX1" fmla="*/ 5087815 w 5087815"/>
              <a:gd name="connsiteY1" fmla="*/ 0 h 3845169"/>
              <a:gd name="connsiteX0" fmla="*/ 0 w 5048059"/>
              <a:gd name="connsiteY0" fmla="*/ 3954500 h 3954500"/>
              <a:gd name="connsiteX1" fmla="*/ 5048059 w 5048059"/>
              <a:gd name="connsiteY1" fmla="*/ 0 h 3954500"/>
              <a:gd name="connsiteX0" fmla="*/ 0 w 5048059"/>
              <a:gd name="connsiteY0" fmla="*/ 3954500 h 3954500"/>
              <a:gd name="connsiteX1" fmla="*/ 5048059 w 5048059"/>
              <a:gd name="connsiteY1" fmla="*/ 0 h 3954500"/>
              <a:gd name="connsiteX0" fmla="*/ 0 w 4988424"/>
              <a:gd name="connsiteY0" fmla="*/ 3835231 h 3835231"/>
              <a:gd name="connsiteX1" fmla="*/ 4988424 w 4988424"/>
              <a:gd name="connsiteY1" fmla="*/ 0 h 3835231"/>
              <a:gd name="connsiteX0" fmla="*/ 0 w 4988424"/>
              <a:gd name="connsiteY0" fmla="*/ 3835231 h 3835231"/>
              <a:gd name="connsiteX1" fmla="*/ 4988424 w 4988424"/>
              <a:gd name="connsiteY1" fmla="*/ 0 h 3835231"/>
              <a:gd name="connsiteX0" fmla="*/ 0 w 4988424"/>
              <a:gd name="connsiteY0" fmla="*/ 3835231 h 3835231"/>
              <a:gd name="connsiteX1" fmla="*/ 4988424 w 4988424"/>
              <a:gd name="connsiteY1" fmla="*/ 0 h 3835231"/>
              <a:gd name="connsiteX0" fmla="*/ 0 w 4988424"/>
              <a:gd name="connsiteY0" fmla="*/ 3825292 h 3825292"/>
              <a:gd name="connsiteX1" fmla="*/ 4988424 w 4988424"/>
              <a:gd name="connsiteY1" fmla="*/ 0 h 38252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988424" h="3825292">
                <a:moveTo>
                  <a:pt x="0" y="3825292"/>
                </a:moveTo>
                <a:cubicBezTo>
                  <a:pt x="1384087" y="1839675"/>
                  <a:pt x="2310976" y="251621"/>
                  <a:pt x="4988424" y="0"/>
                </a:cubicBezTo>
              </a:path>
            </a:pathLst>
          </a:custGeom>
          <a:noFill/>
          <a:ln w="19050"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sz="1092"/>
          </a:p>
        </p:txBody>
      </p:sp>
    </p:spTree>
    <p:extLst>
      <p:ext uri="{BB962C8B-B14F-4D97-AF65-F5344CB8AC3E}">
        <p14:creationId xmlns:p14="http://schemas.microsoft.com/office/powerpoint/2010/main" val="20597589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319">
          <p15:clr>
            <a:srgbClr val="FBAE40"/>
          </p15:clr>
        </p15:guide>
        <p15:guide id="2" orient="horz" pos="2001">
          <p15:clr>
            <a:srgbClr val="FBAE40"/>
          </p15:clr>
        </p15:guide>
        <p15:guide id="3" orient="horz" pos="3952">
          <p15:clr>
            <a:srgbClr val="FBAE40"/>
          </p15:clr>
        </p15:guide>
        <p15:guide id="4" orient="horz" pos="4156">
          <p15:clr>
            <a:srgbClr val="FBAE40"/>
          </p15:clr>
        </p15:guide>
        <p15:guide id="5" orient="horz" pos="3702">
          <p15:clr>
            <a:srgbClr val="FBAE40"/>
          </p15:clr>
        </p15:guide>
      </p15:sldGuideLst>
    </p:ext>
  </p:extLst>
</p:sldLayout>
</file>

<file path=ppt/slideLayouts/slideLayout173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2_Contracapa - Verde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8">
            <a:extLst>
              <a:ext uri="{FF2B5EF4-FFF2-40B4-BE49-F238E27FC236}">
                <a16:creationId xmlns:a16="http://schemas.microsoft.com/office/drawing/2014/main" id="{F6E11D50-B4C0-91C8-A625-B4CC17BF3AF9}"/>
              </a:ext>
            </a:extLst>
          </p:cNvPr>
          <p:cNvPicPr>
            <a:picLocks noChangeAspect="1"/>
          </p:cNvPicPr>
          <p:nvPr/>
        </p:nvPicPr>
        <p:blipFill rotWithShape="1">
          <a:blip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 l="-8117" t="-23966" r="-8117" b="-23966"/>
          <a:stretch/>
        </p:blipFill>
        <p:spPr>
          <a:xfrm>
            <a:off x="5238152" y="3057517"/>
            <a:ext cx="1715687" cy="742966"/>
          </a:xfrm>
          <a:prstGeom prst="rect">
            <a:avLst/>
          </a:prstGeom>
        </p:spPr>
      </p:pic>
      <p:sp>
        <p:nvSpPr>
          <p:cNvPr id="3" name="CaixaDeTexto 5">
            <a:extLst>
              <a:ext uri="{FF2B5EF4-FFF2-40B4-BE49-F238E27FC236}">
                <a16:creationId xmlns:a16="http://schemas.microsoft.com/office/drawing/2014/main" id="{943F62F9-7B7C-803A-9ABE-30B4071FF71D}"/>
              </a:ext>
            </a:extLst>
          </p:cNvPr>
          <p:cNvSpPr txBox="1"/>
          <p:nvPr/>
        </p:nvSpPr>
        <p:spPr>
          <a:xfrm>
            <a:off x="4975498" y="5812397"/>
            <a:ext cx="2240995" cy="86177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it-IT" sz="1000" kern="0">
                <a:solidFill>
                  <a:schemeClr val="tx1"/>
                </a:solidFill>
                <a:effectLst/>
                <a:latin typeface="Versos Light" panose="020B0403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Avenida Faria Lima, 4.300</a:t>
            </a:r>
          </a:p>
          <a:p>
            <a:pPr algn="ctr"/>
            <a:r>
              <a:rPr lang="it-IT" sz="1000" kern="0">
                <a:solidFill>
                  <a:schemeClr val="tx1"/>
                </a:solidFill>
                <a:effectLst/>
                <a:latin typeface="Versos Light" panose="020B0403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7º andar | Vila Olímpia</a:t>
            </a:r>
          </a:p>
          <a:p>
            <a:pPr algn="ctr"/>
            <a:r>
              <a:rPr lang="it-IT" sz="1000" kern="0">
                <a:solidFill>
                  <a:schemeClr val="tx1"/>
                </a:solidFill>
                <a:effectLst/>
                <a:latin typeface="Versos Light" panose="020B0403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CEP 04538-132 | São Paulo</a:t>
            </a:r>
          </a:p>
          <a:p>
            <a:pPr algn="ctr"/>
            <a:endParaRPr lang="it-IT" sz="1000">
              <a:solidFill>
                <a:schemeClr val="tx1"/>
              </a:solidFill>
              <a:latin typeface="Versos Light" panose="020B0403020204030204" pitchFamily="34" charset="0"/>
              <a:cs typeface="Times New Roman" panose="02020603050405020304" pitchFamily="18" charset="0"/>
            </a:endParaRPr>
          </a:p>
          <a:p>
            <a:pPr algn="ctr"/>
            <a:r>
              <a:rPr lang="it-IT" sz="1000">
                <a:solidFill>
                  <a:schemeClr val="tx2"/>
                </a:solidFill>
                <a:latin typeface="Versos Light" panose="020B0403020204030204" pitchFamily="34" charset="0"/>
                <a:cs typeface="Times New Roman" panose="02020603050405020304" pitchFamily="18" charset="0"/>
              </a:rPr>
              <a:t>www.tivio.com</a:t>
            </a:r>
            <a:endParaRPr lang="pt-BR" sz="1000">
              <a:solidFill>
                <a:schemeClr val="tx2"/>
              </a:solidFill>
              <a:latin typeface="Versos Light" panose="020B0403020204030204" pitchFamily="34" charset="0"/>
            </a:endParaRPr>
          </a:p>
        </p:txBody>
      </p:sp>
      <p:sp>
        <p:nvSpPr>
          <p:cNvPr id="5" name="Freeform: Shape 4">
            <a:extLst>
              <a:ext uri="{FF2B5EF4-FFF2-40B4-BE49-F238E27FC236}">
                <a16:creationId xmlns:a16="http://schemas.microsoft.com/office/drawing/2014/main" id="{19517706-97A9-0F2E-14F2-016064B4ECC6}"/>
              </a:ext>
            </a:extLst>
          </p:cNvPr>
          <p:cNvSpPr/>
          <p:nvPr/>
        </p:nvSpPr>
        <p:spPr>
          <a:xfrm flipV="1">
            <a:off x="-62630" y="5210522"/>
            <a:ext cx="12254630" cy="200722"/>
          </a:xfrm>
          <a:custGeom>
            <a:avLst/>
            <a:gdLst>
              <a:gd name="connsiteX0" fmla="*/ 0 w 12225403"/>
              <a:gd name="connsiteY0" fmla="*/ 0 h 0"/>
              <a:gd name="connsiteX1" fmla="*/ 12225403 w 12225403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2225403">
                <a:moveTo>
                  <a:pt x="0" y="0"/>
                </a:moveTo>
                <a:lnTo>
                  <a:pt x="12225403" y="0"/>
                </a:lnTo>
              </a:path>
            </a:pathLst>
          </a:custGeom>
          <a:noFill/>
          <a:ln w="19050">
            <a:solidFill>
              <a:schemeClr val="tx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sz="1092"/>
          </a:p>
        </p:txBody>
      </p:sp>
      <p:sp>
        <p:nvSpPr>
          <p:cNvPr id="7" name="Freeform: Shape 6">
            <a:extLst>
              <a:ext uri="{FF2B5EF4-FFF2-40B4-BE49-F238E27FC236}">
                <a16:creationId xmlns:a16="http://schemas.microsoft.com/office/drawing/2014/main" id="{B0B86C8C-C6DF-A40C-2203-D92D03E82577}"/>
              </a:ext>
            </a:extLst>
          </p:cNvPr>
          <p:cNvSpPr/>
          <p:nvPr/>
        </p:nvSpPr>
        <p:spPr>
          <a:xfrm>
            <a:off x="7240261" y="3261055"/>
            <a:ext cx="4988424" cy="3825292"/>
          </a:xfrm>
          <a:custGeom>
            <a:avLst/>
            <a:gdLst>
              <a:gd name="connsiteX0" fmla="*/ 0 w 5087815"/>
              <a:gd name="connsiteY0" fmla="*/ 3845169 h 3845169"/>
              <a:gd name="connsiteX1" fmla="*/ 5087815 w 5087815"/>
              <a:gd name="connsiteY1" fmla="*/ 0 h 3845169"/>
              <a:gd name="connsiteX0" fmla="*/ 0 w 5048059"/>
              <a:gd name="connsiteY0" fmla="*/ 3954500 h 3954500"/>
              <a:gd name="connsiteX1" fmla="*/ 5048059 w 5048059"/>
              <a:gd name="connsiteY1" fmla="*/ 0 h 3954500"/>
              <a:gd name="connsiteX0" fmla="*/ 0 w 5048059"/>
              <a:gd name="connsiteY0" fmla="*/ 3954500 h 3954500"/>
              <a:gd name="connsiteX1" fmla="*/ 5048059 w 5048059"/>
              <a:gd name="connsiteY1" fmla="*/ 0 h 3954500"/>
              <a:gd name="connsiteX0" fmla="*/ 0 w 4988424"/>
              <a:gd name="connsiteY0" fmla="*/ 3835231 h 3835231"/>
              <a:gd name="connsiteX1" fmla="*/ 4988424 w 4988424"/>
              <a:gd name="connsiteY1" fmla="*/ 0 h 3835231"/>
              <a:gd name="connsiteX0" fmla="*/ 0 w 4988424"/>
              <a:gd name="connsiteY0" fmla="*/ 3835231 h 3835231"/>
              <a:gd name="connsiteX1" fmla="*/ 4988424 w 4988424"/>
              <a:gd name="connsiteY1" fmla="*/ 0 h 3835231"/>
              <a:gd name="connsiteX0" fmla="*/ 0 w 4988424"/>
              <a:gd name="connsiteY0" fmla="*/ 3835231 h 3835231"/>
              <a:gd name="connsiteX1" fmla="*/ 4988424 w 4988424"/>
              <a:gd name="connsiteY1" fmla="*/ 0 h 3835231"/>
              <a:gd name="connsiteX0" fmla="*/ 0 w 4988424"/>
              <a:gd name="connsiteY0" fmla="*/ 3825292 h 3825292"/>
              <a:gd name="connsiteX1" fmla="*/ 4988424 w 4988424"/>
              <a:gd name="connsiteY1" fmla="*/ 0 h 38252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988424" h="3825292">
                <a:moveTo>
                  <a:pt x="0" y="3825292"/>
                </a:moveTo>
                <a:cubicBezTo>
                  <a:pt x="1384087" y="1839675"/>
                  <a:pt x="2310976" y="251621"/>
                  <a:pt x="4988424" y="0"/>
                </a:cubicBezTo>
              </a:path>
            </a:pathLst>
          </a:custGeom>
          <a:noFill/>
          <a:ln w="19050">
            <a:solidFill>
              <a:schemeClr val="tx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sz="1092"/>
          </a:p>
        </p:txBody>
      </p:sp>
    </p:spTree>
    <p:extLst>
      <p:ext uri="{BB962C8B-B14F-4D97-AF65-F5344CB8AC3E}">
        <p14:creationId xmlns:p14="http://schemas.microsoft.com/office/powerpoint/2010/main" val="84183851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3" orient="horz" pos="2319">
          <p15:clr>
            <a:srgbClr val="FBAE40"/>
          </p15:clr>
        </p15:guide>
        <p15:guide id="4" orient="horz" pos="2001">
          <p15:clr>
            <a:srgbClr val="FBAE40"/>
          </p15:clr>
        </p15:guide>
        <p15:guide id="5" orient="horz" pos="3702">
          <p15:clr>
            <a:srgbClr val="FBAE40"/>
          </p15:clr>
        </p15:guide>
        <p15:guide id="6" orient="horz" pos="3952">
          <p15:clr>
            <a:srgbClr val="FBAE40"/>
          </p15:clr>
        </p15:guide>
        <p15:guide id="7" orient="horz" pos="4156">
          <p15:clr>
            <a:srgbClr val="FBAE40"/>
          </p15:clr>
        </p15:guide>
      </p15:sldGuideLst>
    </p:ext>
  </p:extLst>
</p:sldLayout>
</file>

<file path=ppt/slideLayouts/slideLayout1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4_Blank - Escur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object 2">
            <a:extLst>
              <a:ext uri="{FF2B5EF4-FFF2-40B4-BE49-F238E27FC236}">
                <a16:creationId xmlns:a16="http://schemas.microsoft.com/office/drawing/2014/main" id="{A681700C-71BD-D5FF-337B-E92F200670CC}"/>
              </a:ext>
            </a:extLst>
          </p:cNvPr>
          <p:cNvSpPr/>
          <p:nvPr userDrawn="1"/>
        </p:nvSpPr>
        <p:spPr>
          <a:xfrm>
            <a:off x="0" y="6256326"/>
            <a:ext cx="12198846" cy="601675"/>
          </a:xfrm>
          <a:custGeom>
            <a:avLst/>
            <a:gdLst/>
            <a:ahLst/>
            <a:cxnLst/>
            <a:rect l="l" t="t" r="r" b="b"/>
            <a:pathLst>
              <a:path w="20085685" h="767079">
                <a:moveTo>
                  <a:pt x="20085514" y="0"/>
                </a:moveTo>
                <a:lnTo>
                  <a:pt x="0" y="0"/>
                </a:lnTo>
                <a:lnTo>
                  <a:pt x="0" y="766887"/>
                </a:lnTo>
                <a:lnTo>
                  <a:pt x="20085514" y="766887"/>
                </a:lnTo>
                <a:lnTo>
                  <a:pt x="20085514" y="0"/>
                </a:lnTo>
                <a:close/>
              </a:path>
            </a:pathLst>
          </a:custGeom>
          <a:solidFill>
            <a:schemeClr val="accent3"/>
          </a:solidFill>
        </p:spPr>
        <p:txBody>
          <a:bodyPr wrap="square" lIns="0" tIns="0" rIns="0" bIns="0" rtlCol="0"/>
          <a:lstStyle/>
          <a:p>
            <a:pPr defTabSz="554466"/>
            <a:endParaRPr sz="1092" kern="0">
              <a:solidFill>
                <a:sysClr val="windowText" lastClr="000000"/>
              </a:solidFill>
            </a:endParaRPr>
          </a:p>
        </p:txBody>
      </p:sp>
      <p:sp>
        <p:nvSpPr>
          <p:cNvPr id="2" name="Espaço Reservado para Número de Slide 5">
            <a:extLst>
              <a:ext uri="{FF2B5EF4-FFF2-40B4-BE49-F238E27FC236}">
                <a16:creationId xmlns:a16="http://schemas.microsoft.com/office/drawing/2014/main" id="{7BF4513D-9B28-5CD9-5A1C-C92D5952009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tx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66556425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75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8_Blank - Escuro">
    <p:bg>
      <p:bgPr>
        <a:gradFill>
          <a:gsLst>
            <a:gs pos="67000">
              <a:schemeClr val="tx1"/>
            </a:gs>
            <a:gs pos="100000">
              <a:schemeClr val="tx1"/>
            </a:gs>
            <a:gs pos="0">
              <a:srgbClr val="161B21"/>
            </a:gs>
          </a:gsLst>
          <a:lin ang="84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Número de Slide 5">
            <a:extLst>
              <a:ext uri="{FF2B5EF4-FFF2-40B4-BE49-F238E27FC236}">
                <a16:creationId xmlns:a16="http://schemas.microsoft.com/office/drawing/2014/main" id="{7BF4513D-9B28-5CD9-5A1C-C92D5952009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74385104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7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ctrTitle"/>
          </p:nvPr>
        </p:nvSpPr>
        <p:spPr>
          <a:xfrm>
            <a:off x="914400" y="2125980"/>
            <a:ext cx="10363201" cy="38254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2486" b="1" i="0">
                <a:solidFill>
                  <a:schemeClr val="bg1"/>
                </a:solidFill>
                <a:latin typeface="Versos"/>
                <a:cs typeface="Versos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subTitle" idx="4"/>
          </p:nvPr>
        </p:nvSpPr>
        <p:spPr>
          <a:xfrm>
            <a:off x="1828800" y="3840480"/>
            <a:ext cx="8534400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>
          <a:xfrm>
            <a:off x="609600" y="6377940"/>
            <a:ext cx="2804160" cy="276999"/>
          </a:xfrm>
          <a:prstGeom prst="rect">
            <a:avLst/>
          </a:prstGeom>
        </p:spPr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10/14/2026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870648061"/>
      </p:ext>
    </p:extLst>
  </p:cSld>
  <p:clrMapOvr>
    <a:masterClrMapping/>
  </p:clrMapOvr>
</p:sldLayout>
</file>

<file path=ppt/slideLayouts/slideLayout17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1331388" y="524468"/>
            <a:ext cx="4193648" cy="382541"/>
          </a:xfrm>
        </p:spPr>
        <p:txBody>
          <a:bodyPr lIns="0" tIns="0" rIns="0" bIns="0"/>
          <a:lstStyle>
            <a:lvl1pPr>
              <a:defRPr sz="2486" b="1" i="0">
                <a:solidFill>
                  <a:schemeClr val="bg1"/>
                </a:solidFill>
                <a:latin typeface="Versos"/>
                <a:cs typeface="Versos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/>
        <p:txBody>
          <a:bodyPr lIns="0" tIns="0" rIns="0" bIns="0"/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>
          <a:xfrm>
            <a:off x="609600" y="6377940"/>
            <a:ext cx="2804160" cy="276999"/>
          </a:xfrm>
          <a:prstGeom prst="rect">
            <a:avLst/>
          </a:prstGeom>
        </p:spPr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10/14/2026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1616987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2" pos="12047">
          <p15:clr>
            <a:srgbClr val="FBAE40"/>
          </p15:clr>
        </p15:guide>
      </p15:sldGuideLst>
    </p:ext>
  </p:extLst>
</p:sldLayout>
</file>

<file path=ppt/slideLayouts/slideLayout17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1331388" y="524468"/>
            <a:ext cx="4193648" cy="382541"/>
          </a:xfrm>
        </p:spPr>
        <p:txBody>
          <a:bodyPr lIns="0" tIns="0" rIns="0" bIns="0"/>
          <a:lstStyle>
            <a:lvl1pPr>
              <a:defRPr sz="2486" b="1" i="0">
                <a:solidFill>
                  <a:schemeClr val="bg1"/>
                </a:solidFill>
                <a:latin typeface="Versos"/>
                <a:cs typeface="Versos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sz="half" idx="2"/>
          </p:nvPr>
        </p:nvSpPr>
        <p:spPr>
          <a:xfrm>
            <a:off x="609600" y="1577340"/>
            <a:ext cx="5303520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sz="half" idx="3"/>
          </p:nvPr>
        </p:nvSpPr>
        <p:spPr>
          <a:xfrm>
            <a:off x="6278880" y="1577340"/>
            <a:ext cx="5303520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6" name="Holder 6"/>
          <p:cNvSpPr>
            <a:spLocks noGrp="1"/>
          </p:cNvSpPr>
          <p:nvPr>
            <p:ph type="dt" sz="half" idx="6"/>
          </p:nvPr>
        </p:nvSpPr>
        <p:spPr>
          <a:xfrm>
            <a:off x="609600" y="6377940"/>
            <a:ext cx="2804160" cy="276999"/>
          </a:xfrm>
          <a:prstGeom prst="rect">
            <a:avLst/>
          </a:prstGeom>
        </p:spPr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10/14/2026</a:t>
            </a:fld>
            <a:endParaRPr lang="en-US"/>
          </a:p>
        </p:txBody>
      </p:sp>
      <p:sp>
        <p:nvSpPr>
          <p:cNvPr id="7" name="Holder 7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124441621"/>
      </p:ext>
    </p:extLst>
  </p:cSld>
  <p:clrMapOvr>
    <a:masterClrMapping/>
  </p:clrMapOvr>
</p:sldLayout>
</file>

<file path=ppt/slideLayouts/slideLayout17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1331388" y="524468"/>
            <a:ext cx="4193648" cy="382541"/>
          </a:xfrm>
        </p:spPr>
        <p:txBody>
          <a:bodyPr lIns="0" tIns="0" rIns="0" bIns="0"/>
          <a:lstStyle>
            <a:lvl1pPr>
              <a:defRPr sz="2486" b="1" i="0">
                <a:solidFill>
                  <a:schemeClr val="bg1"/>
                </a:solidFill>
                <a:latin typeface="Versos"/>
                <a:cs typeface="Versos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dt" sz="half" idx="6"/>
          </p:nvPr>
        </p:nvSpPr>
        <p:spPr>
          <a:xfrm>
            <a:off x="609600" y="6377940"/>
            <a:ext cx="2804160" cy="276999"/>
          </a:xfrm>
          <a:prstGeom prst="rect">
            <a:avLst/>
          </a:prstGeom>
        </p:spPr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10/14/2026</a:t>
            </a:fld>
            <a:endParaRPr lang="en-US"/>
          </a:p>
        </p:txBody>
      </p:sp>
      <p:sp>
        <p:nvSpPr>
          <p:cNvPr id="5" name="Holder 5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56183842"/>
      </p:ext>
    </p:extLst>
  </p:cSld>
  <p:clrMapOvr>
    <a:masterClrMapping/>
  </p:clrMapOvr>
</p:sldLayout>
</file>

<file path=ppt/slideLayouts/slideLayout18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dt" sz="half" idx="6"/>
          </p:nvPr>
        </p:nvSpPr>
        <p:spPr>
          <a:xfrm>
            <a:off x="609600" y="6377940"/>
            <a:ext cx="2804160" cy="276999"/>
          </a:xfrm>
          <a:prstGeom prst="rect">
            <a:avLst/>
          </a:prstGeom>
        </p:spPr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10/14/2026</a:t>
            </a:fld>
            <a:endParaRPr lang="en-US"/>
          </a:p>
        </p:txBody>
      </p:sp>
      <p:sp>
        <p:nvSpPr>
          <p:cNvPr id="4" name="Holder 4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29540306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7124">
          <p15:clr>
            <a:srgbClr val="FBAE40"/>
          </p15:clr>
        </p15:guide>
        <p15:guide id="2" pos="4">
          <p15:clr>
            <a:srgbClr val="FBAE40"/>
          </p15:clr>
        </p15:guide>
        <p15:guide id="3" pos="594">
          <p15:clr>
            <a:srgbClr val="FBAE40"/>
          </p15:clr>
        </p15:guide>
        <p15:guide id="4" pos="12047">
          <p15:clr>
            <a:srgbClr val="FBAE40"/>
          </p15:clr>
        </p15:guide>
        <p15:guide id="5" orient="horz" pos="1">
          <p15:clr>
            <a:srgbClr val="FBAE40"/>
          </p15:clr>
        </p15:guide>
        <p15:guide id="6" orient="horz" pos="500">
          <p15:clr>
            <a:srgbClr val="FBAE40"/>
          </p15:clr>
        </p15:guide>
        <p15:guide id="7" orient="horz" pos="659">
          <p15:clr>
            <a:srgbClr val="FBAE40"/>
          </p15:clr>
        </p15:guide>
        <p15:guide id="8" orient="horz" pos="818">
          <p15:clr>
            <a:srgbClr val="FBAE40"/>
          </p15:clr>
        </p15:guide>
        <p15:guide id="9" orient="horz" pos="7009">
          <p15:clr>
            <a:srgbClr val="FBAE40"/>
          </p15:clr>
        </p15:guide>
        <p15:guide id="10" orient="horz" pos="6601">
          <p15:clr>
            <a:srgbClr val="FBAE40"/>
          </p15:clr>
        </p15:guide>
      </p15:sldGuideLst>
    </p:ext>
  </p:extLst>
</p:sldLayout>
</file>

<file path=ppt/slideLayouts/slideLayout1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7" name="Imagem 36" descr="Uma imagem contendo Forma&#10;&#10;O conteúdo gerado por IA pode estar incorreto.">
            <a:extLst>
              <a:ext uri="{FF2B5EF4-FFF2-40B4-BE49-F238E27FC236}">
                <a16:creationId xmlns:a16="http://schemas.microsoft.com/office/drawing/2014/main" id="{CDA188C2-FAB4-A07A-A11A-4501F9364378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" b="530"/>
          <a:stretch>
            <a:fillRect/>
          </a:stretch>
        </p:blipFill>
        <p:spPr>
          <a:xfrm>
            <a:off x="-1" y="-3352"/>
            <a:ext cx="12230469" cy="686135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53438666"/>
      </p:ext>
    </p:extLst>
  </p:cSld>
  <p:clrMapOvr>
    <a:masterClrMapping/>
  </p:clrMapOvr>
</p:sldLayout>
</file>

<file path=ppt/slideLayouts/slideLayout1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Title and Content">
    <p:bg>
      <p:bgPr>
        <a:solidFill>
          <a:schemeClr val="tx1">
            <a:lumMod val="95000"/>
            <a:lumOff val="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84082939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18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3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656554974"/>
      </p:ext>
    </p:extLst>
  </p:cSld>
  <p:clrMapOvr>
    <a:masterClrMapping/>
  </p:clrMapOvr>
</p:sldLayout>
</file>

<file path=ppt/slideLayouts/slideLayout18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1122363"/>
            <a:ext cx="10363200" cy="2387600"/>
          </a:xfrm>
        </p:spPr>
        <p:txBody>
          <a:bodyPr anchor="b"/>
          <a:lstStyle>
            <a:lvl1pPr algn="ctr">
              <a:defRPr sz="3115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1246"/>
            </a:lvl1pPr>
            <a:lvl2pPr marL="237390" indent="0" algn="ctr">
              <a:buNone/>
              <a:defRPr sz="1038"/>
            </a:lvl2pPr>
            <a:lvl3pPr marL="474779" indent="0" algn="ctr">
              <a:buNone/>
              <a:defRPr sz="935"/>
            </a:lvl3pPr>
            <a:lvl4pPr marL="712169" indent="0" algn="ctr">
              <a:buNone/>
              <a:defRPr sz="831"/>
            </a:lvl4pPr>
            <a:lvl5pPr marL="949559" indent="0" algn="ctr">
              <a:buNone/>
              <a:defRPr sz="831"/>
            </a:lvl5pPr>
            <a:lvl6pPr marL="1186948" indent="0" algn="ctr">
              <a:buNone/>
              <a:defRPr sz="831"/>
            </a:lvl6pPr>
            <a:lvl7pPr marL="1424338" indent="0" algn="ctr">
              <a:buNone/>
              <a:defRPr sz="831"/>
            </a:lvl7pPr>
            <a:lvl8pPr marL="1661728" indent="0" algn="ctr">
              <a:buNone/>
              <a:defRPr sz="831"/>
            </a:lvl8pPr>
            <a:lvl9pPr marL="1899117" indent="0" algn="ctr">
              <a:buNone/>
              <a:defRPr sz="831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707469A-6CF5-417C-B671-5BFE2B13BB81}" type="datetimeFigureOut">
              <a:rPr lang="pt-BR" smtClean="0"/>
              <a:t>14/10/2026</a:t>
            </a:fld>
            <a:endParaRPr lang="pt-BR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072AA25-0CC7-4508-8FCF-2A8B8A59DF20}" type="slidenum">
              <a:rPr lang="pt-BR" smtClean="0"/>
              <a:t>‹#›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80921959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3120">
          <p15:clr>
            <a:srgbClr val="FBAE40"/>
          </p15:clr>
        </p15:guide>
        <p15:guide id="2" pos="2160">
          <p15:clr>
            <a:srgbClr val="FBAE40"/>
          </p15:clr>
        </p15:guide>
      </p15:sldGuideLst>
    </p:ext>
  </p:extLst>
</p:sldLayout>
</file>

<file path=ppt/slideLayouts/slideLayout1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1972039"/>
      </p:ext>
    </p:extLst>
  </p:cSld>
  <p:clrMapOvr>
    <a:masterClrMapping/>
  </p:clrMapOvr>
</p:sldLayout>
</file>

<file path=ppt/slideLayouts/slideLayout1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k - Branc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5706796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apa 01 - Foto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7">
            <a:extLst>
              <a:ext uri="{FF2B5EF4-FFF2-40B4-BE49-F238E27FC236}">
                <a16:creationId xmlns:a16="http://schemas.microsoft.com/office/drawing/2014/main" id="{A68C5C04-9F9C-AD5B-8544-86BD159ED555}"/>
              </a:ext>
            </a:extLst>
          </p:cNvPr>
          <p:cNvSpPr>
            <a:spLocks noGrp="1"/>
          </p:cNvSpPr>
          <p:nvPr>
            <p:ph type="pic" sz="quarter" idx="27"/>
          </p:nvPr>
        </p:nvSpPr>
        <p:spPr>
          <a:xfrm>
            <a:off x="0" y="0"/>
            <a:ext cx="12192000" cy="6858000"/>
          </a:xfrm>
          <a:prstGeom prst="rect">
            <a:avLst/>
          </a:prstGeom>
        </p:spPr>
        <p:txBody>
          <a:bodyPr lIns="0" tIns="0" rIns="0" bIns="972000" anchor="ctr" anchorCtr="0">
            <a:noAutofit/>
          </a:bodyPr>
          <a:lstStyle>
            <a:lvl1pPr algn="ctr">
              <a:defRPr sz="2400">
                <a:solidFill>
                  <a:schemeClr val="bg2">
                    <a:lumMod val="90000"/>
                  </a:schemeClr>
                </a:solidFill>
              </a:defRPr>
            </a:lvl1pPr>
          </a:lstStyle>
          <a:p>
            <a:endParaRPr lang="pt-BR"/>
          </a:p>
        </p:txBody>
      </p:sp>
      <p:pic>
        <p:nvPicPr>
          <p:cNvPr id="3" name="Picture 8">
            <a:extLst>
              <a:ext uri="{FF2B5EF4-FFF2-40B4-BE49-F238E27FC236}">
                <a16:creationId xmlns:a16="http://schemas.microsoft.com/office/drawing/2014/main" id="{17364209-1E38-0B40-9231-C88F3267BC2A}"/>
              </a:ext>
            </a:extLst>
          </p:cNvPr>
          <p:cNvPicPr>
            <a:picLocks noChangeAspect="1"/>
          </p:cNvPicPr>
          <p:nvPr userDrawn="1"/>
        </p:nvPicPr>
        <p:blipFill rotWithShape="1">
          <a:blip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 l="-8117" t="-23966" r="-8117" b="-23966"/>
          <a:stretch/>
        </p:blipFill>
        <p:spPr>
          <a:xfrm>
            <a:off x="10183916" y="304605"/>
            <a:ext cx="1715687" cy="742966"/>
          </a:xfrm>
          <a:prstGeom prst="rect">
            <a:avLst/>
          </a:prstGeom>
        </p:spPr>
      </p:pic>
      <p:sp>
        <p:nvSpPr>
          <p:cNvPr id="13" name="Text Placeholder 3">
            <a:extLst>
              <a:ext uri="{FF2B5EF4-FFF2-40B4-BE49-F238E27FC236}">
                <a16:creationId xmlns:a16="http://schemas.microsoft.com/office/drawing/2014/main" id="{AAA4D9F5-240A-9CC5-1EF0-9AAA83CC6908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07988" y="1113017"/>
            <a:ext cx="4233853" cy="1046440"/>
          </a:xfrm>
          <a:prstGeom prst="rect">
            <a:avLst/>
          </a:prstGeom>
          <a:noFill/>
        </p:spPr>
        <p:txBody>
          <a:bodyPr lIns="0" tIns="0" rIns="0" bIns="0" anchor="b" anchorCtr="0"/>
          <a:lstStyle>
            <a:lvl1pPr marL="0" indent="0">
              <a:buNone/>
              <a:defRPr sz="3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</a:lstStyle>
          <a:p>
            <a:pPr lvl="0"/>
            <a:r>
              <a:rPr lang="en-US" err="1"/>
              <a:t>Título</a:t>
            </a:r>
            <a:r>
              <a:rPr lang="en-US"/>
              <a:t> Template</a:t>
            </a:r>
          </a:p>
          <a:p>
            <a:pPr lvl="0"/>
            <a:r>
              <a:rPr lang="en-US" err="1"/>
              <a:t>Padrão</a:t>
            </a:r>
            <a:r>
              <a:rPr lang="en-US"/>
              <a:t> </a:t>
            </a:r>
            <a:r>
              <a:rPr lang="en-US" err="1"/>
              <a:t>Exemplo</a:t>
            </a:r>
            <a:endParaRPr lang="en-US"/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73AE31B1-0E8A-430C-61E0-A4A65D4D936A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07988" y="2159779"/>
            <a:ext cx="4233853" cy="307777"/>
          </a:xfrm>
          <a:prstGeom prst="rect">
            <a:avLst/>
          </a:prstGeom>
        </p:spPr>
        <p:txBody>
          <a:bodyPr lIns="0" tIns="0" rIns="0" bIns="0"/>
          <a:lstStyle>
            <a:lvl1pPr>
              <a:defRPr lang="en-US" sz="2000" b="1" i="0" u="none" strike="noStrike" kern="1200" cap="none" dirty="0" smtClean="0">
                <a:solidFill>
                  <a:schemeClr val="bg1"/>
                </a:solidFill>
                <a:latin typeface="Versos"/>
                <a:ea typeface="+mj-ea"/>
                <a:cs typeface="+mj-cs"/>
                <a:sym typeface="Arial"/>
              </a:defRPr>
            </a:lvl1pPr>
            <a:lvl2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2pPr>
            <a:lvl3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3pPr>
            <a:lvl4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4pPr>
            <a:lvl5pPr>
              <a:defRPr lang="pt-BR" sz="2000" b="1" i="0" u="none" strike="noStrike" kern="1200" cap="none" dirty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pt-BR" sz="2000" b="1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</a:rPr>
              <a:t>FIC FIM EXEMPLO</a:t>
            </a:r>
            <a:endParaRPr lang="pt-BR"/>
          </a:p>
        </p:txBody>
      </p:sp>
      <p:sp>
        <p:nvSpPr>
          <p:cNvPr id="2" name="Text Placeholder 20">
            <a:extLst>
              <a:ext uri="{FF2B5EF4-FFF2-40B4-BE49-F238E27FC236}">
                <a16:creationId xmlns:a16="http://schemas.microsoft.com/office/drawing/2014/main" id="{595D97E3-B378-E7B0-4A76-391C0989E8B6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9410331" y="6296541"/>
            <a:ext cx="2364803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r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Data</a:t>
            </a:r>
          </a:p>
        </p:txBody>
      </p:sp>
      <p:sp>
        <p:nvSpPr>
          <p:cNvPr id="4" name="Text Placeholder 41">
            <a:extLst>
              <a:ext uri="{FF2B5EF4-FFF2-40B4-BE49-F238E27FC236}">
                <a16:creationId xmlns:a16="http://schemas.microsoft.com/office/drawing/2014/main" id="{7E424369-4F91-BA78-D59E-F025384664D4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9410330" y="6089649"/>
            <a:ext cx="2364803" cy="184666"/>
          </a:xfrm>
          <a:prstGeom prst="rect">
            <a:avLst/>
          </a:prstGeom>
        </p:spPr>
        <p:txBody>
          <a:bodyPr lIns="0" tIns="0" rIns="0" bIns="0"/>
          <a:lstStyle>
            <a:lvl1pPr marL="0" marR="3081" algn="r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</a:t>
            </a:r>
            <a:endParaRPr lang="pt-BR"/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2CE84738-3A6C-EB34-89AF-461737E8A924}"/>
              </a:ext>
            </a:extLst>
          </p:cNvPr>
          <p:cNvGrpSpPr/>
          <p:nvPr userDrawn="1"/>
        </p:nvGrpSpPr>
        <p:grpSpPr>
          <a:xfrm>
            <a:off x="407988" y="404813"/>
            <a:ext cx="7879692" cy="2916619"/>
            <a:chOff x="509383" y="279643"/>
            <a:chExt cx="12206605" cy="4518199"/>
          </a:xfrm>
        </p:grpSpPr>
        <p:sp>
          <p:nvSpPr>
            <p:cNvPr id="5" name="bg object 18">
              <a:extLst>
                <a:ext uri="{FF2B5EF4-FFF2-40B4-BE49-F238E27FC236}">
                  <a16:creationId xmlns:a16="http://schemas.microsoft.com/office/drawing/2014/main" id="{FD4C2CB9-FBAE-882A-315C-DB4F669495DE}"/>
                </a:ext>
              </a:extLst>
            </p:cNvPr>
            <p:cNvSpPr/>
            <p:nvPr userDrawn="1"/>
          </p:nvSpPr>
          <p:spPr>
            <a:xfrm>
              <a:off x="509383" y="4797842"/>
              <a:ext cx="12206605" cy="0"/>
            </a:xfrm>
            <a:custGeom>
              <a:avLst/>
              <a:gdLst/>
              <a:ahLst/>
              <a:cxnLst/>
              <a:rect l="l" t="t" r="r" b="b"/>
              <a:pathLst>
                <a:path w="12206605">
                  <a:moveTo>
                    <a:pt x="0" y="0"/>
                  </a:moveTo>
                  <a:lnTo>
                    <a:pt x="12206570" y="0"/>
                  </a:lnTo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bg object 19">
              <a:extLst>
                <a:ext uri="{FF2B5EF4-FFF2-40B4-BE49-F238E27FC236}">
                  <a16:creationId xmlns:a16="http://schemas.microsoft.com/office/drawing/2014/main" id="{EA389DAE-FA1D-8A30-5126-218E3FFA5A53}"/>
                </a:ext>
              </a:extLst>
            </p:cNvPr>
            <p:cNvSpPr/>
            <p:nvPr userDrawn="1"/>
          </p:nvSpPr>
          <p:spPr>
            <a:xfrm>
              <a:off x="9171428" y="279643"/>
              <a:ext cx="0" cy="4516755"/>
            </a:xfrm>
            <a:custGeom>
              <a:avLst/>
              <a:gdLst/>
              <a:ahLst/>
              <a:cxnLst/>
              <a:rect l="l" t="t" r="r" b="b"/>
              <a:pathLst>
                <a:path h="4516755">
                  <a:moveTo>
                    <a:pt x="0" y="4516647"/>
                  </a:moveTo>
                  <a:lnTo>
                    <a:pt x="0" y="0"/>
                  </a:lnTo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" name="Text Placeholder 17">
            <a:extLst>
              <a:ext uri="{FF2B5EF4-FFF2-40B4-BE49-F238E27FC236}">
                <a16:creationId xmlns:a16="http://schemas.microsoft.com/office/drawing/2014/main" id="{D0E34669-E9A0-3031-84E9-7C3208F4EB66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07988" y="5927209"/>
            <a:ext cx="6115360" cy="553998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TIVIO </a:t>
            </a:r>
            <a:b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</a:b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CRÉDITO </a:t>
            </a:r>
            <a:b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</a:b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ESTRUTURADO</a:t>
            </a:r>
          </a:p>
        </p:txBody>
      </p:sp>
    </p:spTree>
    <p:extLst>
      <p:ext uri="{BB962C8B-B14F-4D97-AF65-F5344CB8AC3E}">
        <p14:creationId xmlns:p14="http://schemas.microsoft.com/office/powerpoint/2010/main" val="175450416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257">
          <p15:clr>
            <a:srgbClr val="FBAE40"/>
          </p15:clr>
        </p15:guide>
        <p15:guide id="2" pos="7423">
          <p15:clr>
            <a:srgbClr val="FBAE40"/>
          </p15:clr>
        </p15:guide>
        <p15:guide id="3" orient="horz" pos="4088">
          <p15:clr>
            <a:srgbClr val="FBAE40"/>
          </p15:clr>
        </p15:guide>
        <p15:guide id="4" orient="horz" pos="3725">
          <p15:clr>
            <a:srgbClr val="FBAE40"/>
          </p15:clr>
        </p15:guide>
        <p15:guide id="5" orient="horz" pos="255">
          <p15:clr>
            <a:srgbClr val="FBAE40"/>
          </p15:clr>
        </p15:guide>
      </p15:sldGuideLst>
    </p:ext>
  </p:extLst>
</p:sldLayout>
</file>

<file path=ppt/slideLayouts/slideLayout1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1 linha - Black">
    <p:bg>
      <p:bgPr>
        <a:gradFill>
          <a:gsLst>
            <a:gs pos="100000">
              <a:schemeClr val="tx1">
                <a:lumMod val="95000"/>
                <a:lumOff val="5000"/>
              </a:schemeClr>
            </a:gs>
            <a:gs pos="0">
              <a:schemeClr val="tx1">
                <a:lumMod val="85000"/>
                <a:lumOff val="15000"/>
              </a:schemeClr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‹nº›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2" name="Text Placeholder 8">
            <a:extLst>
              <a:ext uri="{FF2B5EF4-FFF2-40B4-BE49-F238E27FC236}">
                <a16:creationId xmlns:a16="http://schemas.microsoft.com/office/drawing/2014/main" id="{7A7A9582-3614-801A-785B-273FCD3E092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3" y="1949413"/>
            <a:ext cx="11522075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2" y="1518527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E210A61-F7AF-5C56-9539-494DD44ED880}"/>
              </a:ext>
            </a:extLst>
          </p:cNvPr>
          <p:cNvCxnSpPr/>
          <p:nvPr userDrawn="1"/>
        </p:nvCxnSpPr>
        <p:spPr>
          <a:xfrm>
            <a:off x="334963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7228238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ítulo | 1 linha - Black">
    <p:bg>
      <p:bgPr>
        <a:gradFill>
          <a:gsLst>
            <a:gs pos="100000">
              <a:schemeClr val="tx1">
                <a:lumMod val="95000"/>
                <a:lumOff val="5000"/>
              </a:schemeClr>
            </a:gs>
            <a:gs pos="0">
              <a:schemeClr val="tx1">
                <a:lumMod val="85000"/>
                <a:lumOff val="15000"/>
              </a:schemeClr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‹nº›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2" name="Text Placeholder 8">
            <a:extLst>
              <a:ext uri="{FF2B5EF4-FFF2-40B4-BE49-F238E27FC236}">
                <a16:creationId xmlns:a16="http://schemas.microsoft.com/office/drawing/2014/main" id="{7A7A9582-3614-801A-785B-273FCD3E092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3" y="1949413"/>
            <a:ext cx="11522075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2" y="1518527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E210A61-F7AF-5C56-9539-494DD44ED880}"/>
              </a:ext>
            </a:extLst>
          </p:cNvPr>
          <p:cNvCxnSpPr/>
          <p:nvPr userDrawn="1"/>
        </p:nvCxnSpPr>
        <p:spPr>
          <a:xfrm>
            <a:off x="334963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" name="Group 9">
            <a:extLst>
              <a:ext uri="{FF2B5EF4-FFF2-40B4-BE49-F238E27FC236}">
                <a16:creationId xmlns:a16="http://schemas.microsoft.com/office/drawing/2014/main" id="{5752AA87-E9EF-F9C3-D180-0D695337BC25}"/>
              </a:ext>
            </a:extLst>
          </p:cNvPr>
          <p:cNvGrpSpPr/>
          <p:nvPr userDrawn="1"/>
        </p:nvGrpSpPr>
        <p:grpSpPr>
          <a:xfrm flipV="1">
            <a:off x="12099285" y="0"/>
            <a:ext cx="91438" cy="1832748"/>
            <a:chOff x="120125" y="5025253"/>
            <a:chExt cx="91438" cy="1832748"/>
          </a:xfrm>
        </p:grpSpPr>
        <p:sp>
          <p:nvSpPr>
            <p:cNvPr id="8" name="Rectangle 7">
              <a:extLst>
                <a:ext uri="{FF2B5EF4-FFF2-40B4-BE49-F238E27FC236}">
                  <a16:creationId xmlns:a16="http://schemas.microsoft.com/office/drawing/2014/main" id="{7E05AB66-66BE-D764-AEA7-119CD2ED8298}"/>
                </a:ext>
              </a:extLst>
            </p:cNvPr>
            <p:cNvSpPr/>
            <p:nvPr userDrawn="1"/>
          </p:nvSpPr>
          <p:spPr>
            <a:xfrm rot="16200000" flipV="1">
              <a:off x="-773389" y="5918767"/>
              <a:ext cx="1832748" cy="45719"/>
            </a:xfrm>
            <a:prstGeom prst="rect">
              <a:avLst/>
            </a:prstGeom>
            <a:gradFill>
              <a:gsLst>
                <a:gs pos="0">
                  <a:schemeClr val="accent3">
                    <a:lumMod val="50000"/>
                  </a:schemeClr>
                </a:gs>
                <a:gs pos="50000">
                  <a:schemeClr val="accent3">
                    <a:lumMod val="60000"/>
                    <a:lumOff val="40000"/>
                  </a:schemeClr>
                </a:gs>
                <a:gs pos="100000">
                  <a:schemeClr val="bg1">
                    <a:alpha val="0"/>
                  </a:schemeClr>
                </a:gs>
              </a:gsLst>
              <a:lin ang="2700000" scaled="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/>
            </a:p>
          </p:txBody>
        </p:sp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25A8B063-3DCC-1280-CEC3-7512BA9DF746}"/>
                </a:ext>
              </a:extLst>
            </p:cNvPr>
            <p:cNvSpPr/>
            <p:nvPr userDrawn="1"/>
          </p:nvSpPr>
          <p:spPr>
            <a:xfrm rot="16200000" flipV="1">
              <a:off x="-727670" y="5918767"/>
              <a:ext cx="1832748" cy="45719"/>
            </a:xfrm>
            <a:prstGeom prst="rect">
              <a:avLst/>
            </a:prstGeom>
            <a:gradFill>
              <a:gsLst>
                <a:gs pos="0">
                  <a:schemeClr val="accent1"/>
                </a:gs>
                <a:gs pos="50000">
                  <a:schemeClr val="accent2"/>
                </a:gs>
                <a:gs pos="100000">
                  <a:schemeClr val="bg1">
                    <a:alpha val="0"/>
                  </a:schemeClr>
                </a:gs>
              </a:gsLst>
              <a:lin ang="2700000" scaled="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/>
            </a:p>
          </p:txBody>
        </p:sp>
      </p:grpSp>
    </p:spTree>
    <p:extLst>
      <p:ext uri="{BB962C8B-B14F-4D97-AF65-F5344CB8AC3E}">
        <p14:creationId xmlns:p14="http://schemas.microsoft.com/office/powerpoint/2010/main" val="358545101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1 linha - High Yield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5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‹nº›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2" name="Text Placeholder 8">
            <a:extLst>
              <a:ext uri="{FF2B5EF4-FFF2-40B4-BE49-F238E27FC236}">
                <a16:creationId xmlns:a16="http://schemas.microsoft.com/office/drawing/2014/main" id="{7A7A9582-3614-801A-785B-273FCD3E092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3" y="1949413"/>
            <a:ext cx="11522075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2" y="1518527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E210A61-F7AF-5C56-9539-494DD44ED880}"/>
              </a:ext>
            </a:extLst>
          </p:cNvPr>
          <p:cNvCxnSpPr/>
          <p:nvPr userDrawn="1"/>
        </p:nvCxnSpPr>
        <p:spPr>
          <a:xfrm>
            <a:off x="334963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57981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apa 01 - High Grade">
    <p:bg>
      <p:bgPr>
        <a:gradFill>
          <a:gsLst>
            <a:gs pos="0">
              <a:schemeClr val="accent1">
                <a:lumMod val="20000"/>
                <a:lumOff val="80000"/>
              </a:schemeClr>
            </a:gs>
            <a:gs pos="100000">
              <a:schemeClr val="accent1">
                <a:lumMod val="60000"/>
                <a:lumOff val="40000"/>
              </a:schemeClr>
            </a:gs>
          </a:gsLst>
          <a:lin ang="54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8">
            <a:extLst>
              <a:ext uri="{FF2B5EF4-FFF2-40B4-BE49-F238E27FC236}">
                <a16:creationId xmlns:a16="http://schemas.microsoft.com/office/drawing/2014/main" id="{17364209-1E38-0B40-9231-C88F3267BC2A}"/>
              </a:ext>
            </a:extLst>
          </p:cNvPr>
          <p:cNvPicPr>
            <a:picLocks noChangeAspect="1"/>
          </p:cNvPicPr>
          <p:nvPr userDrawn="1"/>
        </p:nvPicPr>
        <p:blipFill rotWithShape="1">
          <a:blip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 l="-8117" t="-23966" r="-8117" b="-23966"/>
          <a:stretch/>
        </p:blipFill>
        <p:spPr>
          <a:xfrm>
            <a:off x="10183916" y="304605"/>
            <a:ext cx="1715687" cy="742966"/>
          </a:xfrm>
          <a:prstGeom prst="rect">
            <a:avLst/>
          </a:prstGeom>
        </p:spPr>
      </p:pic>
      <p:sp>
        <p:nvSpPr>
          <p:cNvPr id="2" name="Text Placeholder 20">
            <a:extLst>
              <a:ext uri="{FF2B5EF4-FFF2-40B4-BE49-F238E27FC236}">
                <a16:creationId xmlns:a16="http://schemas.microsoft.com/office/drawing/2014/main" id="{595D97E3-B378-E7B0-4A76-391C0989E8B6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9410331" y="6296541"/>
            <a:ext cx="2364803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r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Data</a:t>
            </a:r>
          </a:p>
        </p:txBody>
      </p:sp>
      <p:sp>
        <p:nvSpPr>
          <p:cNvPr id="4" name="Text Placeholder 41">
            <a:extLst>
              <a:ext uri="{FF2B5EF4-FFF2-40B4-BE49-F238E27FC236}">
                <a16:creationId xmlns:a16="http://schemas.microsoft.com/office/drawing/2014/main" id="{7E424369-4F91-BA78-D59E-F025384664D4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9410330" y="6089649"/>
            <a:ext cx="2364803" cy="184666"/>
          </a:xfrm>
          <a:prstGeom prst="rect">
            <a:avLst/>
          </a:prstGeom>
        </p:spPr>
        <p:txBody>
          <a:bodyPr lIns="0" tIns="0" rIns="0" bIns="0"/>
          <a:lstStyle>
            <a:lvl1pPr marL="0" marR="3081" algn="r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</a:t>
            </a:r>
            <a:endParaRPr lang="pt-BR"/>
          </a:p>
        </p:txBody>
      </p:sp>
      <p:sp>
        <p:nvSpPr>
          <p:cNvPr id="8" name="Text Placeholder 17">
            <a:extLst>
              <a:ext uri="{FF2B5EF4-FFF2-40B4-BE49-F238E27FC236}">
                <a16:creationId xmlns:a16="http://schemas.microsoft.com/office/drawing/2014/main" id="{D0E34669-E9A0-3031-84E9-7C3208F4EB66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07988" y="5927209"/>
            <a:ext cx="6115360" cy="553998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TIVIO </a:t>
            </a:r>
            <a:b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</a:b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CRÉDITO </a:t>
            </a:r>
          </a:p>
        </p:txBody>
      </p:sp>
      <p:sp>
        <p:nvSpPr>
          <p:cNvPr id="9" name="Text Placeholder 3">
            <a:extLst>
              <a:ext uri="{FF2B5EF4-FFF2-40B4-BE49-F238E27FC236}">
                <a16:creationId xmlns:a16="http://schemas.microsoft.com/office/drawing/2014/main" id="{0BEB6966-A6DD-A413-E366-E85415CA7CC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07988" y="1113017"/>
            <a:ext cx="4233853" cy="1046440"/>
          </a:xfrm>
          <a:prstGeom prst="rect">
            <a:avLst/>
          </a:prstGeom>
          <a:noFill/>
        </p:spPr>
        <p:txBody>
          <a:bodyPr lIns="0" tIns="0" rIns="0" bIns="0" anchor="b" anchorCtr="0"/>
          <a:lstStyle>
            <a:lvl1pPr marL="0" indent="0">
              <a:buNone/>
              <a:defRPr sz="34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</a:lstStyle>
          <a:p>
            <a:pPr lvl="0"/>
            <a:r>
              <a:rPr lang="en-US" err="1"/>
              <a:t>Título</a:t>
            </a:r>
            <a:r>
              <a:rPr lang="en-US"/>
              <a:t> Template</a:t>
            </a:r>
          </a:p>
          <a:p>
            <a:pPr lvl="0"/>
            <a:r>
              <a:rPr lang="en-US" err="1"/>
              <a:t>Padrão</a:t>
            </a:r>
            <a:r>
              <a:rPr lang="en-US"/>
              <a:t> </a:t>
            </a:r>
            <a:r>
              <a:rPr lang="en-US" err="1"/>
              <a:t>Exemplo</a:t>
            </a:r>
            <a:endParaRPr lang="en-US"/>
          </a:p>
        </p:txBody>
      </p:sp>
      <p:sp>
        <p:nvSpPr>
          <p:cNvPr id="10" name="Text Placeholder 15">
            <a:extLst>
              <a:ext uri="{FF2B5EF4-FFF2-40B4-BE49-F238E27FC236}">
                <a16:creationId xmlns:a16="http://schemas.microsoft.com/office/drawing/2014/main" id="{016B9899-7AA6-E693-2E4C-ADF3DFB28367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07988" y="2159779"/>
            <a:ext cx="4233853" cy="307777"/>
          </a:xfrm>
          <a:prstGeom prst="rect">
            <a:avLst/>
          </a:prstGeom>
        </p:spPr>
        <p:txBody>
          <a:bodyPr lIns="0" tIns="0" rIns="0" bIns="0"/>
          <a:lstStyle>
            <a:lvl1pPr>
              <a:defRPr lang="en-US" sz="2000" b="1" i="0" u="none" strike="noStrike" kern="1200" cap="none" dirty="0" smtClean="0">
                <a:solidFill>
                  <a:schemeClr val="tx1"/>
                </a:solidFill>
                <a:latin typeface="Versos"/>
                <a:ea typeface="+mj-ea"/>
                <a:cs typeface="+mj-cs"/>
                <a:sym typeface="Arial"/>
              </a:defRPr>
            </a:lvl1pPr>
            <a:lvl2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2pPr>
            <a:lvl3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3pPr>
            <a:lvl4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4pPr>
            <a:lvl5pPr>
              <a:defRPr lang="pt-BR" sz="2000" b="1" i="0" u="none" strike="noStrike" kern="1200" cap="none" dirty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pt-BR" sz="2000" b="1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</a:rPr>
              <a:t>FIC FIM EXEMPLO</a:t>
            </a:r>
            <a:endParaRPr lang="pt-BR"/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5A247925-BD97-745B-F253-B805E96FFFA0}"/>
              </a:ext>
            </a:extLst>
          </p:cNvPr>
          <p:cNvGrpSpPr/>
          <p:nvPr userDrawn="1"/>
        </p:nvGrpSpPr>
        <p:grpSpPr>
          <a:xfrm>
            <a:off x="407988" y="404813"/>
            <a:ext cx="7879692" cy="2916619"/>
            <a:chOff x="509383" y="279643"/>
            <a:chExt cx="12206605" cy="4518199"/>
          </a:xfrm>
        </p:grpSpPr>
        <p:sp>
          <p:nvSpPr>
            <p:cNvPr id="12" name="bg object 18">
              <a:extLst>
                <a:ext uri="{FF2B5EF4-FFF2-40B4-BE49-F238E27FC236}">
                  <a16:creationId xmlns:a16="http://schemas.microsoft.com/office/drawing/2014/main" id="{BCEFB5ED-6BF7-6136-2220-F968C5DEF09D}"/>
                </a:ext>
              </a:extLst>
            </p:cNvPr>
            <p:cNvSpPr/>
            <p:nvPr userDrawn="1"/>
          </p:nvSpPr>
          <p:spPr>
            <a:xfrm>
              <a:off x="509383" y="4797842"/>
              <a:ext cx="12206605" cy="0"/>
            </a:xfrm>
            <a:custGeom>
              <a:avLst/>
              <a:gdLst/>
              <a:ahLst/>
              <a:cxnLst/>
              <a:rect l="l" t="t" r="r" b="b"/>
              <a:pathLst>
                <a:path w="12206605">
                  <a:moveTo>
                    <a:pt x="0" y="0"/>
                  </a:moveTo>
                  <a:lnTo>
                    <a:pt x="12206570" y="0"/>
                  </a:lnTo>
                </a:path>
              </a:pathLst>
            </a:custGeom>
            <a:ln w="14837">
              <a:solidFill>
                <a:schemeClr val="tx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bg object 19">
              <a:extLst>
                <a:ext uri="{FF2B5EF4-FFF2-40B4-BE49-F238E27FC236}">
                  <a16:creationId xmlns:a16="http://schemas.microsoft.com/office/drawing/2014/main" id="{40A1F716-1324-ACB0-605C-A36B2A57B93A}"/>
                </a:ext>
              </a:extLst>
            </p:cNvPr>
            <p:cNvSpPr/>
            <p:nvPr userDrawn="1"/>
          </p:nvSpPr>
          <p:spPr>
            <a:xfrm>
              <a:off x="9171428" y="279643"/>
              <a:ext cx="0" cy="4516755"/>
            </a:xfrm>
            <a:custGeom>
              <a:avLst/>
              <a:gdLst/>
              <a:ahLst/>
              <a:cxnLst/>
              <a:rect l="l" t="t" r="r" b="b"/>
              <a:pathLst>
                <a:path h="4516755">
                  <a:moveTo>
                    <a:pt x="0" y="4516647"/>
                  </a:moveTo>
                  <a:lnTo>
                    <a:pt x="0" y="0"/>
                  </a:lnTo>
                </a:path>
              </a:pathLst>
            </a:custGeom>
            <a:ln w="14837">
              <a:solidFill>
                <a:schemeClr val="tx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07054199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257">
          <p15:clr>
            <a:srgbClr val="FBAE40"/>
          </p15:clr>
        </p15:guide>
        <p15:guide id="2" pos="7423">
          <p15:clr>
            <a:srgbClr val="FBAE40"/>
          </p15:clr>
        </p15:guide>
        <p15:guide id="3" orient="horz" pos="4088">
          <p15:clr>
            <a:srgbClr val="FBAE40"/>
          </p15:clr>
        </p15:guide>
        <p15:guide id="4" orient="horz" pos="3725">
          <p15:clr>
            <a:srgbClr val="FBAE40"/>
          </p15:clr>
        </p15:guide>
        <p15:guide id="5" orient="horz" pos="255">
          <p15:clr>
            <a:srgbClr val="FBAE40"/>
          </p15:clr>
        </p15:guide>
      </p15:sldGuideLst>
    </p:ext>
  </p:extLst>
</p:sldLayout>
</file>

<file path=ppt/slideLayouts/slideLayout2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6 Boxes - High Yield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5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‹nº›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7"/>
            <a:ext cx="3741737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bg1"/>
              </a:solidFill>
            </a:endParaRPr>
          </a:p>
        </p:txBody>
      </p:sp>
      <p:sp>
        <p:nvSpPr>
          <p:cNvPr id="3" name="Text Placeholder 8">
            <a:extLst>
              <a:ext uri="{FF2B5EF4-FFF2-40B4-BE49-F238E27FC236}">
                <a16:creationId xmlns:a16="http://schemas.microsoft.com/office/drawing/2014/main" id="{7858F1CA-0E09-F094-AD45-52092585CA19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4225800" y="1518527"/>
            <a:ext cx="3740400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8">
            <a:extLst>
              <a:ext uri="{FF2B5EF4-FFF2-40B4-BE49-F238E27FC236}">
                <a16:creationId xmlns:a16="http://schemas.microsoft.com/office/drawing/2014/main" id="{4E170CD4-5C01-DD85-2A0A-98954D99CAC5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334962" y="3987408"/>
            <a:ext cx="3741737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10601806-BC35-9EEE-9C59-2DC0E49D5BA6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>
          <a:xfrm>
            <a:off x="4225799" y="3987408"/>
            <a:ext cx="3740400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805EFAA-C04F-7113-90E8-A7D66AF35288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8116638" y="1524793"/>
            <a:ext cx="3740400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Text Placeholder 8">
            <a:extLst>
              <a:ext uri="{FF2B5EF4-FFF2-40B4-BE49-F238E27FC236}">
                <a16:creationId xmlns:a16="http://schemas.microsoft.com/office/drawing/2014/main" id="{E9120CB5-4884-D14A-8682-CC106CAFBBEA}"/>
              </a:ext>
            </a:extLst>
          </p:cNvPr>
          <p:cNvSpPr>
            <a:spLocks noGrp="1"/>
          </p:cNvSpPr>
          <p:nvPr>
            <p:ph type="body" sz="quarter" idx="23"/>
          </p:nvPr>
        </p:nvSpPr>
        <p:spPr>
          <a:xfrm>
            <a:off x="8116637" y="3993674"/>
            <a:ext cx="3740400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ECAC4E8C-2B3F-574D-C955-1EBD6FD7CDE9}"/>
              </a:ext>
            </a:extLst>
          </p:cNvPr>
          <p:cNvCxnSpPr/>
          <p:nvPr userDrawn="1"/>
        </p:nvCxnSpPr>
        <p:spPr>
          <a:xfrm>
            <a:off x="334963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61464048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5 Boxes - High Yield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5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‹nº›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7"/>
            <a:ext cx="3741737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bg1"/>
              </a:solidFill>
            </a:endParaRPr>
          </a:p>
        </p:txBody>
      </p:sp>
      <p:sp>
        <p:nvSpPr>
          <p:cNvPr id="3" name="Text Placeholder 8">
            <a:extLst>
              <a:ext uri="{FF2B5EF4-FFF2-40B4-BE49-F238E27FC236}">
                <a16:creationId xmlns:a16="http://schemas.microsoft.com/office/drawing/2014/main" id="{7858F1CA-0E09-F094-AD45-52092585CA19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4225800" y="1518527"/>
            <a:ext cx="3740400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8">
            <a:extLst>
              <a:ext uri="{FF2B5EF4-FFF2-40B4-BE49-F238E27FC236}">
                <a16:creationId xmlns:a16="http://schemas.microsoft.com/office/drawing/2014/main" id="{4E170CD4-5C01-DD85-2A0A-98954D99CAC5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334962" y="3987408"/>
            <a:ext cx="3741737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10601806-BC35-9EEE-9C59-2DC0E49D5BA6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>
          <a:xfrm>
            <a:off x="4225799" y="3987408"/>
            <a:ext cx="3740400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805EFAA-C04F-7113-90E8-A7D66AF35288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8116638" y="1524792"/>
            <a:ext cx="3740400" cy="4776079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D3A3FCC3-EBF1-0B54-4092-43FDDED92531}"/>
              </a:ext>
            </a:extLst>
          </p:cNvPr>
          <p:cNvCxnSpPr/>
          <p:nvPr userDrawn="1"/>
        </p:nvCxnSpPr>
        <p:spPr>
          <a:xfrm>
            <a:off x="334963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53533918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4 Boxes - High Yield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5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‹nº›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7"/>
            <a:ext cx="3741737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bg1"/>
              </a:solidFill>
            </a:endParaRPr>
          </a:p>
        </p:txBody>
      </p:sp>
      <p:sp>
        <p:nvSpPr>
          <p:cNvPr id="3" name="Text Placeholder 8">
            <a:extLst>
              <a:ext uri="{FF2B5EF4-FFF2-40B4-BE49-F238E27FC236}">
                <a16:creationId xmlns:a16="http://schemas.microsoft.com/office/drawing/2014/main" id="{7858F1CA-0E09-F094-AD45-52092585CA19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4225800" y="1518527"/>
            <a:ext cx="3740400" cy="4776078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8">
            <a:extLst>
              <a:ext uri="{FF2B5EF4-FFF2-40B4-BE49-F238E27FC236}">
                <a16:creationId xmlns:a16="http://schemas.microsoft.com/office/drawing/2014/main" id="{4E170CD4-5C01-DD85-2A0A-98954D99CAC5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334962" y="3987408"/>
            <a:ext cx="3741737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805EFAA-C04F-7113-90E8-A7D66AF35288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8116638" y="1524792"/>
            <a:ext cx="3740400" cy="4776079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4176D65B-577B-DA97-A4AE-85E5C579A955}"/>
              </a:ext>
            </a:extLst>
          </p:cNvPr>
          <p:cNvCxnSpPr/>
          <p:nvPr userDrawn="1"/>
        </p:nvCxnSpPr>
        <p:spPr>
          <a:xfrm>
            <a:off x="334963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2233898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2 linhas - High Yield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5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2" name="Espaço Reservado para Número de Slide 5">
            <a:extLst>
              <a:ext uri="{FF2B5EF4-FFF2-40B4-BE49-F238E27FC236}">
                <a16:creationId xmlns:a16="http://schemas.microsoft.com/office/drawing/2014/main" id="{21758EB3-F057-8CDF-FF61-35E724EF59E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‹nº›</a:t>
            </a:fld>
            <a:endParaRPr lang="pt-BR"/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5629EC08-34A0-4F4F-BF0C-DAE3D73CA1C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3" y="1949413"/>
            <a:ext cx="5648397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8" name="Text Placeholder 10">
            <a:extLst>
              <a:ext uri="{FF2B5EF4-FFF2-40B4-BE49-F238E27FC236}">
                <a16:creationId xmlns:a16="http://schemas.microsoft.com/office/drawing/2014/main" id="{F37A98A2-2A9D-056F-7CA4-B986B8170761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AECBC137-580C-65EB-C713-E63CDBDB515E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208640" y="1949413"/>
            <a:ext cx="5648397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Text Placeholder 8">
            <a:extLst>
              <a:ext uri="{FF2B5EF4-FFF2-40B4-BE49-F238E27FC236}">
                <a16:creationId xmlns:a16="http://schemas.microsoft.com/office/drawing/2014/main" id="{D1CF13AF-F1F7-29D7-F0C3-C23BE528C9A0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7"/>
            <a:ext cx="5648397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47497781-FD6B-9B5D-3237-9AD784B8880E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208640" y="1518527"/>
            <a:ext cx="5648397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Picture 8">
            <a:extLst>
              <a:ext uri="{FF2B5EF4-FFF2-40B4-BE49-F238E27FC236}">
                <a16:creationId xmlns:a16="http://schemas.microsoft.com/office/drawing/2014/main" id="{EB78A079-9AB0-B349-256E-BC9ED4CF0623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509A8969-4CCE-CE82-D2FB-901A726879C5}"/>
              </a:ext>
            </a:extLst>
          </p:cNvPr>
          <p:cNvCxnSpPr/>
          <p:nvPr userDrawn="1"/>
        </p:nvCxnSpPr>
        <p:spPr>
          <a:xfrm>
            <a:off x="334963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44064766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Box superior - High Yield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5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‹nº›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0" name="Retângulo 5">
            <a:extLst>
              <a:ext uri="{FF2B5EF4-FFF2-40B4-BE49-F238E27FC236}">
                <a16:creationId xmlns:a16="http://schemas.microsoft.com/office/drawing/2014/main" id="{7D36360D-ABDB-2B93-AA05-C90BA9D483DB}"/>
              </a:ext>
            </a:extLst>
          </p:cNvPr>
          <p:cNvSpPr/>
          <p:nvPr userDrawn="1"/>
        </p:nvSpPr>
        <p:spPr>
          <a:xfrm>
            <a:off x="0" y="807794"/>
            <a:ext cx="12192000" cy="209118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>
              <a:latin typeface="Versos" panose="020B0503020204030204" pitchFamily="34" charset="0"/>
            </a:endParaRP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683427" y="1045525"/>
            <a:ext cx="5421301" cy="156104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12" name="Conector Reto 6">
            <a:extLst>
              <a:ext uri="{FF2B5EF4-FFF2-40B4-BE49-F238E27FC236}">
                <a16:creationId xmlns:a16="http://schemas.microsoft.com/office/drawing/2014/main" id="{93D24C85-FAB3-23B7-3282-C0255DE4BF50}"/>
              </a:ext>
            </a:extLst>
          </p:cNvPr>
          <p:cNvCxnSpPr/>
          <p:nvPr userDrawn="1"/>
        </p:nvCxnSpPr>
        <p:spPr>
          <a:xfrm>
            <a:off x="583096" y="1364974"/>
            <a:ext cx="0" cy="1562116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Conector Reto 7">
            <a:extLst>
              <a:ext uri="{FF2B5EF4-FFF2-40B4-BE49-F238E27FC236}">
                <a16:creationId xmlns:a16="http://schemas.microsoft.com/office/drawing/2014/main" id="{A040BC7F-4356-241E-DE98-A14572A424F9}"/>
              </a:ext>
            </a:extLst>
          </p:cNvPr>
          <p:cNvCxnSpPr>
            <a:cxnSpLocks/>
          </p:cNvCxnSpPr>
          <p:nvPr userDrawn="1"/>
        </p:nvCxnSpPr>
        <p:spPr>
          <a:xfrm>
            <a:off x="6336683" y="1364974"/>
            <a:ext cx="0" cy="1562116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3D29ABC6-2275-8D02-5D8F-6C312831087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437014" y="1045525"/>
            <a:ext cx="5420023" cy="158838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7" name="Text Placeholder 8">
            <a:extLst>
              <a:ext uri="{FF2B5EF4-FFF2-40B4-BE49-F238E27FC236}">
                <a16:creationId xmlns:a16="http://schemas.microsoft.com/office/drawing/2014/main" id="{D0831873-076C-11EE-AA1E-02508B9C5655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686447" y="3021651"/>
            <a:ext cx="5296913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:a16="http://schemas.microsoft.com/office/drawing/2014/main" id="{89936DB2-1144-3AFC-1BBA-E1BDEB5020C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435706" y="3021651"/>
            <a:ext cx="5421332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C3DE3459-A0CC-6831-FC59-0F2863B6F3C9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904FAD7-D1D8-06F3-6189-A8707EDC8E87}"/>
              </a:ext>
            </a:extLst>
          </p:cNvPr>
          <p:cNvCxnSpPr/>
          <p:nvPr userDrawn="1"/>
        </p:nvCxnSpPr>
        <p:spPr>
          <a:xfrm>
            <a:off x="334963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11800958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Box lateral - High Yield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5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tângulo 1">
            <a:extLst>
              <a:ext uri="{FF2B5EF4-FFF2-40B4-BE49-F238E27FC236}">
                <a16:creationId xmlns:a16="http://schemas.microsoft.com/office/drawing/2014/main" id="{0B0E7351-5252-E626-42EB-CDCE7C083C49}"/>
              </a:ext>
            </a:extLst>
          </p:cNvPr>
          <p:cNvSpPr/>
          <p:nvPr userDrawn="1"/>
        </p:nvSpPr>
        <p:spPr>
          <a:xfrm>
            <a:off x="0" y="1"/>
            <a:ext cx="5420020" cy="68580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>
              <a:solidFill>
                <a:schemeClr val="tx1"/>
              </a:solidFill>
            </a:endParaRPr>
          </a:p>
        </p:txBody>
      </p:sp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‹nº›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5085057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accent3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47026" y="1751285"/>
            <a:ext cx="4369353" cy="156104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3D29ABC6-2275-8D02-5D8F-6C312831087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333166" y="3849328"/>
            <a:ext cx="4383213" cy="158838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:a16="http://schemas.microsoft.com/office/drawing/2014/main" id="{89936DB2-1144-3AFC-1BBA-E1BDEB5020C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5767046" y="1484313"/>
            <a:ext cx="6077927" cy="445872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2" name="Conector Reto 2">
            <a:extLst>
              <a:ext uri="{FF2B5EF4-FFF2-40B4-BE49-F238E27FC236}">
                <a16:creationId xmlns:a16="http://schemas.microsoft.com/office/drawing/2014/main" id="{D24BE17E-F6B3-8EAE-EC30-BB9C725FC11E}"/>
              </a:ext>
            </a:extLst>
          </p:cNvPr>
          <p:cNvCxnSpPr>
            <a:cxnSpLocks/>
          </p:cNvCxnSpPr>
          <p:nvPr userDrawn="1"/>
        </p:nvCxnSpPr>
        <p:spPr>
          <a:xfrm flipH="1">
            <a:off x="0" y="1482784"/>
            <a:ext cx="1457739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Conector Reto 7">
            <a:extLst>
              <a:ext uri="{FF2B5EF4-FFF2-40B4-BE49-F238E27FC236}">
                <a16:creationId xmlns:a16="http://schemas.microsoft.com/office/drawing/2014/main" id="{0D6EA7A2-501E-AE25-217B-771E1489503C}"/>
              </a:ext>
            </a:extLst>
          </p:cNvPr>
          <p:cNvCxnSpPr>
            <a:cxnSpLocks/>
          </p:cNvCxnSpPr>
          <p:nvPr userDrawn="1"/>
        </p:nvCxnSpPr>
        <p:spPr>
          <a:xfrm flipH="1">
            <a:off x="0" y="3580828"/>
            <a:ext cx="1457739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Picture 8">
            <a:extLst>
              <a:ext uri="{FF2B5EF4-FFF2-40B4-BE49-F238E27FC236}">
                <a16:creationId xmlns:a16="http://schemas.microsoft.com/office/drawing/2014/main" id="{620B58C1-6F30-634A-58EB-8F0407027A11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5867471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k - High Yield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5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35121127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Título | 1 linha - Black">
    <p:bg>
      <p:bgPr>
        <a:solidFill>
          <a:schemeClr val="tx1">
            <a:lumMod val="95000"/>
            <a:lumOff val="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‹nº›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4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8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E210A61-F7AF-5C56-9539-494DD44ED880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142233D2-9F78-8FB4-6848-6FABD836DEBB}"/>
              </a:ext>
            </a:extLst>
          </p:cNvPr>
          <p:cNvCxnSpPr>
            <a:cxnSpLocks/>
          </p:cNvCxnSpPr>
          <p:nvPr userDrawn="1"/>
        </p:nvCxnSpPr>
        <p:spPr>
          <a:xfrm>
            <a:off x="334963" y="6573705"/>
            <a:ext cx="11094148" cy="0"/>
          </a:xfrm>
          <a:prstGeom prst="line">
            <a:avLst/>
          </a:prstGeom>
          <a:noFill/>
          <a:ln w="9525" cap="flat" cmpd="sng" algn="ctr">
            <a:solidFill>
              <a:schemeClr val="tx1">
                <a:lumMod val="85000"/>
                <a:lumOff val="15000"/>
              </a:schemeClr>
            </a:solidFill>
            <a:prstDash val="solid"/>
          </a:ln>
          <a:effectLst/>
        </p:spPr>
      </p:cxnSp>
    </p:spTree>
    <p:extLst>
      <p:ext uri="{BB962C8B-B14F-4D97-AF65-F5344CB8AC3E}">
        <p14:creationId xmlns:p14="http://schemas.microsoft.com/office/powerpoint/2010/main" val="139503814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12319">
          <p15:clr>
            <a:srgbClr val="FBAE40"/>
          </p15:clr>
        </p15:guide>
        <p15:guide id="4" pos="189">
          <p15:clr>
            <a:srgbClr val="FBAE40"/>
          </p15:clr>
        </p15:guide>
        <p15:guide id="5" orient="horz" pos="6919">
          <p15:clr>
            <a:srgbClr val="FBAE40"/>
          </p15:clr>
        </p15:guide>
        <p15:guide id="6" orient="horz" pos="572">
          <p15:clr>
            <a:srgbClr val="FBAE40"/>
          </p15:clr>
        </p15:guide>
        <p15:guide id="7" orient="horz" pos="640">
          <p15:clr>
            <a:srgbClr val="FBAE40"/>
          </p15:clr>
        </p15:guide>
        <p15:guide id="8" orient="horz" pos="6714">
          <p15:clr>
            <a:srgbClr val="FBAE40"/>
          </p15:clr>
        </p15:guide>
        <p15:guide id="9" orient="horz" pos="504">
          <p15:clr>
            <a:srgbClr val="FBAE40"/>
          </p15:clr>
        </p15:guide>
        <p15:guide id="10" pos="7469">
          <p15:clr>
            <a:srgbClr val="FBAE40"/>
          </p15:clr>
        </p15:guide>
        <p15:guide id="11" orient="horz" pos="96">
          <p15:clr>
            <a:srgbClr val="FBAE40"/>
          </p15:clr>
        </p15:guide>
        <p15:guide id="12" orient="horz" pos="4201">
          <p15:clr>
            <a:srgbClr val="FBAE40"/>
          </p15:clr>
        </p15:guide>
        <p15:guide id="13" orient="horz" pos="4065">
          <p15:clr>
            <a:srgbClr val="FBAE40"/>
          </p15:clr>
        </p15:guide>
        <p15:guide id="14" orient="horz" pos="232">
          <p15:clr>
            <a:srgbClr val="FBAE40"/>
          </p15:clr>
        </p15:guide>
      </p15:sldGuideLst>
    </p:ext>
  </p:extLst>
</p:sldLayout>
</file>

<file path=ppt/slideLayouts/slideLayout3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3_Título | 1 linha - Black">
    <p:bg>
      <p:bgPr>
        <a:solidFill>
          <a:schemeClr val="tx1">
            <a:lumMod val="95000"/>
            <a:lumOff val="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‹nº›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4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8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E210A61-F7AF-5C56-9539-494DD44ED880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142233D2-9F78-8FB4-6848-6FABD836DEBB}"/>
              </a:ext>
            </a:extLst>
          </p:cNvPr>
          <p:cNvCxnSpPr>
            <a:cxnSpLocks/>
          </p:cNvCxnSpPr>
          <p:nvPr userDrawn="1"/>
        </p:nvCxnSpPr>
        <p:spPr>
          <a:xfrm>
            <a:off x="334963" y="6573705"/>
            <a:ext cx="11094148" cy="0"/>
          </a:xfrm>
          <a:prstGeom prst="line">
            <a:avLst/>
          </a:prstGeom>
          <a:noFill/>
          <a:ln w="9525" cap="flat" cmpd="sng" algn="ctr">
            <a:solidFill>
              <a:schemeClr val="tx1">
                <a:lumMod val="85000"/>
                <a:lumOff val="15000"/>
              </a:schemeClr>
            </a:solidFill>
            <a:prstDash val="solid"/>
          </a:ln>
          <a:effectLst/>
        </p:spPr>
      </p:cxnSp>
    </p:spTree>
    <p:extLst>
      <p:ext uri="{BB962C8B-B14F-4D97-AF65-F5344CB8AC3E}">
        <p14:creationId xmlns:p14="http://schemas.microsoft.com/office/powerpoint/2010/main" val="129590955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12319">
          <p15:clr>
            <a:srgbClr val="FBAE40"/>
          </p15:clr>
        </p15:guide>
        <p15:guide id="4" pos="189">
          <p15:clr>
            <a:srgbClr val="FBAE40"/>
          </p15:clr>
        </p15:guide>
        <p15:guide id="5" orient="horz" pos="6919">
          <p15:clr>
            <a:srgbClr val="FBAE40"/>
          </p15:clr>
        </p15:guide>
        <p15:guide id="6" orient="horz" pos="572">
          <p15:clr>
            <a:srgbClr val="FBAE40"/>
          </p15:clr>
        </p15:guide>
        <p15:guide id="7" orient="horz" pos="640">
          <p15:clr>
            <a:srgbClr val="FBAE40"/>
          </p15:clr>
        </p15:guide>
        <p15:guide id="8" orient="horz" pos="6714">
          <p15:clr>
            <a:srgbClr val="FBAE40"/>
          </p15:clr>
        </p15:guide>
        <p15:guide id="9" orient="horz" pos="504">
          <p15:clr>
            <a:srgbClr val="FBAE40"/>
          </p15:clr>
        </p15:guide>
        <p15:guide id="10" pos="7469">
          <p15:clr>
            <a:srgbClr val="FBAE40"/>
          </p15:clr>
        </p15:guide>
        <p15:guide id="11" orient="horz" pos="96">
          <p15:clr>
            <a:srgbClr val="FBAE40"/>
          </p15:clr>
        </p15:guide>
        <p15:guide id="12" orient="horz" pos="4201">
          <p15:clr>
            <a:srgbClr val="FBAE40"/>
          </p15:clr>
        </p15:guide>
        <p15:guide id="13" orient="horz" pos="4065">
          <p15:clr>
            <a:srgbClr val="FBAE40"/>
          </p15:clr>
        </p15:guide>
        <p15:guide id="14" orient="horz" pos="232">
          <p15:clr>
            <a:srgbClr val="FBAE40"/>
          </p15:clr>
        </p15:guide>
      </p15:sldGuideLst>
    </p:ext>
  </p:extLst>
</p:sldLayout>
</file>

<file path=ppt/slideLayouts/slideLayout3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ítulo | 1 linha - Branco 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defRPr sz="1100">
                <a:solidFill>
                  <a:schemeClr val="tx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‹nº›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accent6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defRPr sz="900" baseline="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2" name="Text Placeholder 8">
            <a:extLst>
              <a:ext uri="{FF2B5EF4-FFF2-40B4-BE49-F238E27FC236}">
                <a16:creationId xmlns:a16="http://schemas.microsoft.com/office/drawing/2014/main" id="{7A7A9582-3614-801A-785B-273FCD3E092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4" y="1949415"/>
            <a:ext cx="11522075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8"/>
            <a:ext cx="11522585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EFD7F938-B824-C27B-BEB2-95E90F5FFDD4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rgbClr val="000000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>
              <a:solidFill>
                <a:schemeClr val="accent6"/>
              </a:solidFill>
            </a:endParaRPr>
          </a:p>
        </p:txBody>
      </p: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B819F04F-8ABD-ABFC-2381-D3C3D7CF30AF}"/>
              </a:ext>
            </a:extLst>
          </p:cNvPr>
          <p:cNvCxnSpPr/>
          <p:nvPr userDrawn="1"/>
        </p:nvCxnSpPr>
        <p:spPr>
          <a:xfrm>
            <a:off x="0" y="6699502"/>
            <a:ext cx="12192000" cy="0"/>
          </a:xfrm>
          <a:prstGeom prst="line">
            <a:avLst/>
          </a:prstGeom>
          <a:ln>
            <a:gradFill>
              <a:gsLst>
                <a:gs pos="0">
                  <a:schemeClr val="accent1"/>
                </a:gs>
                <a:gs pos="50000">
                  <a:srgbClr val="AAE4C0"/>
                </a:gs>
                <a:gs pos="100000">
                  <a:schemeClr val="accent2">
                    <a:alpha val="0"/>
                  </a:schemeClr>
                </a:gs>
              </a:gsLst>
              <a:lin ang="270000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5FA29D40-8F86-4DCA-85E9-E401626339AF}"/>
              </a:ext>
            </a:extLst>
          </p:cNvPr>
          <p:cNvCxnSpPr>
            <a:cxnSpLocks/>
          </p:cNvCxnSpPr>
          <p:nvPr userDrawn="1"/>
        </p:nvCxnSpPr>
        <p:spPr>
          <a:xfrm flipH="1">
            <a:off x="0" y="6776531"/>
            <a:ext cx="12192000" cy="0"/>
          </a:xfrm>
          <a:prstGeom prst="line">
            <a:avLst/>
          </a:prstGeom>
          <a:ln>
            <a:gradFill>
              <a:gsLst>
                <a:gs pos="0">
                  <a:schemeClr val="accent3">
                    <a:lumMod val="50000"/>
                  </a:schemeClr>
                </a:gs>
                <a:gs pos="50000">
                  <a:schemeClr val="accent3">
                    <a:lumMod val="60000"/>
                    <a:lumOff val="40000"/>
                  </a:schemeClr>
                </a:gs>
                <a:gs pos="100000">
                  <a:schemeClr val="bg1"/>
                </a:gs>
              </a:gsLst>
              <a:lin ang="270000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73200533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3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apa 01 - High Yield">
    <p:bg>
      <p:bgPr>
        <a:gradFill>
          <a:gsLst>
            <a:gs pos="0">
              <a:srgbClr val="3C4A60"/>
            </a:gs>
            <a:gs pos="100000">
              <a:srgbClr val="759DB4"/>
            </a:gs>
          </a:gsLst>
          <a:lin ang="54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8">
            <a:extLst>
              <a:ext uri="{FF2B5EF4-FFF2-40B4-BE49-F238E27FC236}">
                <a16:creationId xmlns:a16="http://schemas.microsoft.com/office/drawing/2014/main" id="{17364209-1E38-0B40-9231-C88F3267BC2A}"/>
              </a:ext>
            </a:extLst>
          </p:cNvPr>
          <p:cNvPicPr>
            <a:picLocks noChangeAspect="1"/>
          </p:cNvPicPr>
          <p:nvPr userDrawn="1"/>
        </p:nvPicPr>
        <p:blipFill rotWithShape="1">
          <a:blip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 l="-8117" t="-23966" r="-8117" b="-23966"/>
          <a:stretch/>
        </p:blipFill>
        <p:spPr>
          <a:xfrm>
            <a:off x="10183916" y="304605"/>
            <a:ext cx="1715687" cy="742966"/>
          </a:xfrm>
          <a:prstGeom prst="rect">
            <a:avLst/>
          </a:prstGeom>
        </p:spPr>
      </p:pic>
      <p:sp>
        <p:nvSpPr>
          <p:cNvPr id="2" name="Text Placeholder 20">
            <a:extLst>
              <a:ext uri="{FF2B5EF4-FFF2-40B4-BE49-F238E27FC236}">
                <a16:creationId xmlns:a16="http://schemas.microsoft.com/office/drawing/2014/main" id="{595D97E3-B378-E7B0-4A76-391C0989E8B6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9410331" y="6296541"/>
            <a:ext cx="2364803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r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Data</a:t>
            </a:r>
          </a:p>
        </p:txBody>
      </p:sp>
      <p:sp>
        <p:nvSpPr>
          <p:cNvPr id="4" name="Text Placeholder 41">
            <a:extLst>
              <a:ext uri="{FF2B5EF4-FFF2-40B4-BE49-F238E27FC236}">
                <a16:creationId xmlns:a16="http://schemas.microsoft.com/office/drawing/2014/main" id="{7E424369-4F91-BA78-D59E-F025384664D4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9410330" y="6089649"/>
            <a:ext cx="2364803" cy="184666"/>
          </a:xfrm>
          <a:prstGeom prst="rect">
            <a:avLst/>
          </a:prstGeom>
        </p:spPr>
        <p:txBody>
          <a:bodyPr lIns="0" tIns="0" rIns="0" bIns="0"/>
          <a:lstStyle>
            <a:lvl1pPr marL="0" marR="3081" algn="r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</a:t>
            </a:r>
            <a:endParaRPr lang="pt-BR"/>
          </a:p>
        </p:txBody>
      </p:sp>
      <p:sp>
        <p:nvSpPr>
          <p:cNvPr id="8" name="Text Placeholder 17">
            <a:extLst>
              <a:ext uri="{FF2B5EF4-FFF2-40B4-BE49-F238E27FC236}">
                <a16:creationId xmlns:a16="http://schemas.microsoft.com/office/drawing/2014/main" id="{D0E34669-E9A0-3031-84E9-7C3208F4EB66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07988" y="5927209"/>
            <a:ext cx="6115360" cy="553998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TIVIO </a:t>
            </a:r>
            <a:b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</a:b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CRÉDITO</a:t>
            </a:r>
          </a:p>
        </p:txBody>
      </p:sp>
      <p:sp>
        <p:nvSpPr>
          <p:cNvPr id="9" name="Text Placeholder 3">
            <a:extLst>
              <a:ext uri="{FF2B5EF4-FFF2-40B4-BE49-F238E27FC236}">
                <a16:creationId xmlns:a16="http://schemas.microsoft.com/office/drawing/2014/main" id="{2990FA51-3BC5-8B5F-4922-A3EFDBE7D39F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07988" y="1113017"/>
            <a:ext cx="4233853" cy="1046440"/>
          </a:xfrm>
          <a:prstGeom prst="rect">
            <a:avLst/>
          </a:prstGeom>
          <a:noFill/>
        </p:spPr>
        <p:txBody>
          <a:bodyPr lIns="0" tIns="0" rIns="0" bIns="0" anchor="b" anchorCtr="0"/>
          <a:lstStyle>
            <a:lvl1pPr marL="0" indent="0">
              <a:buNone/>
              <a:defRPr sz="34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</a:lstStyle>
          <a:p>
            <a:pPr lvl="0"/>
            <a:r>
              <a:rPr lang="en-US" err="1"/>
              <a:t>Título</a:t>
            </a:r>
            <a:r>
              <a:rPr lang="en-US"/>
              <a:t> Template</a:t>
            </a:r>
          </a:p>
          <a:p>
            <a:pPr lvl="0"/>
            <a:r>
              <a:rPr lang="en-US" err="1"/>
              <a:t>Padrão</a:t>
            </a:r>
            <a:r>
              <a:rPr lang="en-US"/>
              <a:t> </a:t>
            </a:r>
            <a:r>
              <a:rPr lang="en-US" err="1"/>
              <a:t>Exemplo</a:t>
            </a:r>
            <a:endParaRPr lang="en-US"/>
          </a:p>
        </p:txBody>
      </p:sp>
      <p:sp>
        <p:nvSpPr>
          <p:cNvPr id="10" name="Text Placeholder 15">
            <a:extLst>
              <a:ext uri="{FF2B5EF4-FFF2-40B4-BE49-F238E27FC236}">
                <a16:creationId xmlns:a16="http://schemas.microsoft.com/office/drawing/2014/main" id="{7C6416CC-D42A-F9D0-470E-9656CD4825B1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07988" y="2159779"/>
            <a:ext cx="4233853" cy="307777"/>
          </a:xfrm>
          <a:prstGeom prst="rect">
            <a:avLst/>
          </a:prstGeom>
        </p:spPr>
        <p:txBody>
          <a:bodyPr lIns="0" tIns="0" rIns="0" bIns="0"/>
          <a:lstStyle>
            <a:lvl1pPr>
              <a:defRPr lang="en-US" sz="2000" b="1" i="0" u="none" strike="noStrike" kern="1200" cap="none" dirty="0" smtClean="0">
                <a:solidFill>
                  <a:schemeClr val="tx1"/>
                </a:solidFill>
                <a:latin typeface="Versos"/>
                <a:ea typeface="+mj-ea"/>
                <a:cs typeface="+mj-cs"/>
                <a:sym typeface="Arial"/>
              </a:defRPr>
            </a:lvl1pPr>
            <a:lvl2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2pPr>
            <a:lvl3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3pPr>
            <a:lvl4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4pPr>
            <a:lvl5pPr>
              <a:defRPr lang="pt-BR" sz="2000" b="1" i="0" u="none" strike="noStrike" kern="1200" cap="none" dirty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pt-BR" sz="2000" b="1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</a:rPr>
              <a:t>FIC FIM EXEMPLO</a:t>
            </a:r>
            <a:endParaRPr lang="pt-BR"/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5A012F14-CC53-BA2E-43A9-50DD92B9262B}"/>
              </a:ext>
            </a:extLst>
          </p:cNvPr>
          <p:cNvGrpSpPr/>
          <p:nvPr userDrawn="1"/>
        </p:nvGrpSpPr>
        <p:grpSpPr>
          <a:xfrm>
            <a:off x="407988" y="404813"/>
            <a:ext cx="7879692" cy="2916619"/>
            <a:chOff x="509383" y="279643"/>
            <a:chExt cx="12206605" cy="4518199"/>
          </a:xfrm>
        </p:grpSpPr>
        <p:sp>
          <p:nvSpPr>
            <p:cNvPr id="12" name="bg object 18">
              <a:extLst>
                <a:ext uri="{FF2B5EF4-FFF2-40B4-BE49-F238E27FC236}">
                  <a16:creationId xmlns:a16="http://schemas.microsoft.com/office/drawing/2014/main" id="{F4DE6A1B-8C6A-BB82-E709-6A2A45FA1D05}"/>
                </a:ext>
              </a:extLst>
            </p:cNvPr>
            <p:cNvSpPr/>
            <p:nvPr userDrawn="1"/>
          </p:nvSpPr>
          <p:spPr>
            <a:xfrm>
              <a:off x="509383" y="4797842"/>
              <a:ext cx="12206605" cy="0"/>
            </a:xfrm>
            <a:custGeom>
              <a:avLst/>
              <a:gdLst/>
              <a:ahLst/>
              <a:cxnLst/>
              <a:rect l="l" t="t" r="r" b="b"/>
              <a:pathLst>
                <a:path w="12206605">
                  <a:moveTo>
                    <a:pt x="0" y="0"/>
                  </a:moveTo>
                  <a:lnTo>
                    <a:pt x="12206570" y="0"/>
                  </a:lnTo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bg object 19">
              <a:extLst>
                <a:ext uri="{FF2B5EF4-FFF2-40B4-BE49-F238E27FC236}">
                  <a16:creationId xmlns:a16="http://schemas.microsoft.com/office/drawing/2014/main" id="{3D7CFF59-CCAF-2434-5D7E-E1CA4FB1EB7E}"/>
                </a:ext>
              </a:extLst>
            </p:cNvPr>
            <p:cNvSpPr/>
            <p:nvPr userDrawn="1"/>
          </p:nvSpPr>
          <p:spPr>
            <a:xfrm>
              <a:off x="9171428" y="279643"/>
              <a:ext cx="0" cy="4516755"/>
            </a:xfrm>
            <a:custGeom>
              <a:avLst/>
              <a:gdLst/>
              <a:ahLst/>
              <a:cxnLst/>
              <a:rect l="l" t="t" r="r" b="b"/>
              <a:pathLst>
                <a:path h="4516755">
                  <a:moveTo>
                    <a:pt x="0" y="4516647"/>
                  </a:moveTo>
                  <a:lnTo>
                    <a:pt x="0" y="0"/>
                  </a:lnTo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50021398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257">
          <p15:clr>
            <a:srgbClr val="FBAE40"/>
          </p15:clr>
        </p15:guide>
        <p15:guide id="2" pos="7423">
          <p15:clr>
            <a:srgbClr val="FBAE40"/>
          </p15:clr>
        </p15:guide>
        <p15:guide id="3" orient="horz" pos="4088">
          <p15:clr>
            <a:srgbClr val="FBAE40"/>
          </p15:clr>
        </p15:guide>
        <p15:guide id="4" orient="horz" pos="3725">
          <p15:clr>
            <a:srgbClr val="FBAE40"/>
          </p15:clr>
        </p15:guide>
        <p15:guide id="5" orient="horz" pos="255">
          <p15:clr>
            <a:srgbClr val="FBAE40"/>
          </p15:clr>
        </p15:guide>
      </p15:sldGuideLst>
    </p:ext>
  </p:extLst>
</p:sldLayout>
</file>

<file path=ppt/slideLayouts/slideLayout3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ítulo | 2 linhas - Branco 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tx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‹nº›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accent6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4" y="1949415"/>
            <a:ext cx="5648397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2" name="Text Placeholder 8">
            <a:extLst>
              <a:ext uri="{FF2B5EF4-FFF2-40B4-BE49-F238E27FC236}">
                <a16:creationId xmlns:a16="http://schemas.microsoft.com/office/drawing/2014/main" id="{A0F307EA-4C29-0128-C5F3-1EC020414CC8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208641" y="1949415"/>
            <a:ext cx="5648397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FC74B37E-4911-072A-7204-9C9ACA9A1C80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4" y="1518528"/>
            <a:ext cx="5648397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8" name="Text Placeholder 8">
            <a:extLst>
              <a:ext uri="{FF2B5EF4-FFF2-40B4-BE49-F238E27FC236}">
                <a16:creationId xmlns:a16="http://schemas.microsoft.com/office/drawing/2014/main" id="{75ABF0D0-FF53-6AFF-585A-B5197E38DF03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208641" y="1518528"/>
            <a:ext cx="5648397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Picture 8">
            <a:extLst>
              <a:ext uri="{FF2B5EF4-FFF2-40B4-BE49-F238E27FC236}">
                <a16:creationId xmlns:a16="http://schemas.microsoft.com/office/drawing/2014/main" id="{D2821058-F589-1511-1D91-0F05271A6C82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rgbClr val="000000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>
              <a:solidFill>
                <a:schemeClr val="accent6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5A0A33CF-3720-1012-F597-F4ECE825DFE9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44557274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77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3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ítulo | Box superior - Branco 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tx1">
                    <a:lumMod val="95000"/>
                    <a:lumOff val="5000"/>
                  </a:schemeClr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‹nº›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tx1">
                    <a:lumMod val="95000"/>
                    <a:lumOff val="5000"/>
                  </a:schemeClr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0" name="Retângulo 5">
            <a:extLst>
              <a:ext uri="{FF2B5EF4-FFF2-40B4-BE49-F238E27FC236}">
                <a16:creationId xmlns:a16="http://schemas.microsoft.com/office/drawing/2014/main" id="{7D36360D-ABDB-2B93-AA05-C90BA9D483DB}"/>
              </a:ext>
            </a:extLst>
          </p:cNvPr>
          <p:cNvSpPr/>
          <p:nvPr userDrawn="1"/>
        </p:nvSpPr>
        <p:spPr>
          <a:xfrm>
            <a:off x="0" y="807794"/>
            <a:ext cx="12192000" cy="2091184"/>
          </a:xfrm>
          <a:prstGeom prst="rect">
            <a:avLst/>
          </a:prstGeom>
          <a:gradFill>
            <a:gsLst>
              <a:gs pos="100000">
                <a:schemeClr val="tx1">
                  <a:lumMod val="95000"/>
                  <a:lumOff val="5000"/>
                </a:schemeClr>
              </a:gs>
              <a:gs pos="0">
                <a:schemeClr val="tx1">
                  <a:lumMod val="85000"/>
                  <a:lumOff val="15000"/>
                </a:schemeClr>
              </a:gs>
            </a:gsLst>
            <a:lin ang="3600000" scaled="0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sz="1092">
              <a:solidFill>
                <a:schemeClr val="accent2"/>
              </a:solidFill>
              <a:latin typeface="Versos" panose="020B0503020204030204" pitchFamily="34" charset="0"/>
            </a:endParaRP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683428" y="1045525"/>
            <a:ext cx="5421301" cy="156104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accent4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12" name="Conector Reto 6">
            <a:extLst>
              <a:ext uri="{FF2B5EF4-FFF2-40B4-BE49-F238E27FC236}">
                <a16:creationId xmlns:a16="http://schemas.microsoft.com/office/drawing/2014/main" id="{93D24C85-FAB3-23B7-3282-C0255DE4BF50}"/>
              </a:ext>
            </a:extLst>
          </p:cNvPr>
          <p:cNvCxnSpPr/>
          <p:nvPr userDrawn="1"/>
        </p:nvCxnSpPr>
        <p:spPr>
          <a:xfrm>
            <a:off x="583096" y="1364974"/>
            <a:ext cx="0" cy="1562116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Conector Reto 7">
            <a:extLst>
              <a:ext uri="{FF2B5EF4-FFF2-40B4-BE49-F238E27FC236}">
                <a16:creationId xmlns:a16="http://schemas.microsoft.com/office/drawing/2014/main" id="{A040BC7F-4356-241E-DE98-A14572A424F9}"/>
              </a:ext>
            </a:extLst>
          </p:cNvPr>
          <p:cNvCxnSpPr>
            <a:cxnSpLocks/>
          </p:cNvCxnSpPr>
          <p:nvPr userDrawn="1"/>
        </p:nvCxnSpPr>
        <p:spPr>
          <a:xfrm>
            <a:off x="6336683" y="1364974"/>
            <a:ext cx="0" cy="1562116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3D29ABC6-2275-8D02-5D8F-6C312831087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437015" y="1045525"/>
            <a:ext cx="5420023" cy="158838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accent4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7" name="Text Placeholder 8">
            <a:extLst>
              <a:ext uri="{FF2B5EF4-FFF2-40B4-BE49-F238E27FC236}">
                <a16:creationId xmlns:a16="http://schemas.microsoft.com/office/drawing/2014/main" id="{D0831873-076C-11EE-AA1E-02508B9C5655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686448" y="3021652"/>
            <a:ext cx="5296913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>
                    <a:lumMod val="95000"/>
                    <a:lumOff val="5000"/>
                  </a:schemeClr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:a16="http://schemas.microsoft.com/office/drawing/2014/main" id="{89936DB2-1144-3AFC-1BBA-E1BDEB5020C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435706" y="3021652"/>
            <a:ext cx="5421332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>
                    <a:lumMod val="95000"/>
                    <a:lumOff val="5000"/>
                  </a:schemeClr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4931296C-3A93-5F16-2D9A-EB313B015B3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rgbClr val="000000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09B6F29F-DF18-9050-9EF6-AF47C4A796AC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82921151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3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ítulo | Box lateral - Branco 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tângulo 1">
            <a:extLst>
              <a:ext uri="{FF2B5EF4-FFF2-40B4-BE49-F238E27FC236}">
                <a16:creationId xmlns:a16="http://schemas.microsoft.com/office/drawing/2014/main" id="{0B0E7351-5252-E626-42EB-CDCE7C083C49}"/>
              </a:ext>
            </a:extLst>
          </p:cNvPr>
          <p:cNvSpPr/>
          <p:nvPr userDrawn="1"/>
        </p:nvSpPr>
        <p:spPr>
          <a:xfrm>
            <a:off x="0" y="1"/>
            <a:ext cx="5420020" cy="6858000"/>
          </a:xfrm>
          <a:prstGeom prst="rect">
            <a:avLst/>
          </a:prstGeom>
          <a:gradFill>
            <a:gsLst>
              <a:gs pos="100000">
                <a:schemeClr val="tx1">
                  <a:lumMod val="95000"/>
                  <a:lumOff val="5000"/>
                </a:schemeClr>
              </a:gs>
              <a:gs pos="0">
                <a:schemeClr val="tx1">
                  <a:lumMod val="85000"/>
                  <a:lumOff val="15000"/>
                </a:schemeClr>
              </a:gs>
            </a:gsLst>
            <a:lin ang="3600000" scaled="0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sz="1092">
              <a:solidFill>
                <a:schemeClr val="bg1"/>
              </a:solidFill>
            </a:endParaRPr>
          </a:p>
        </p:txBody>
      </p:sp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tx1">
                    <a:lumMod val="95000"/>
                    <a:lumOff val="5000"/>
                  </a:schemeClr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‹nº›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5085057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47027" y="1751285"/>
            <a:ext cx="4369353" cy="156104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3D29ABC6-2275-8D02-5D8F-6C312831087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333166" y="3849328"/>
            <a:ext cx="4383213" cy="158838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:a16="http://schemas.microsoft.com/office/drawing/2014/main" id="{89936DB2-1144-3AFC-1BBA-E1BDEB5020C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5767047" y="1484313"/>
            <a:ext cx="6077927" cy="445872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>
                    <a:lumMod val="95000"/>
                    <a:lumOff val="5000"/>
                  </a:schemeClr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2" name="Conector Reto 2">
            <a:extLst>
              <a:ext uri="{FF2B5EF4-FFF2-40B4-BE49-F238E27FC236}">
                <a16:creationId xmlns:a16="http://schemas.microsoft.com/office/drawing/2014/main" id="{D24BE17E-F6B3-8EAE-EC30-BB9C725FC11E}"/>
              </a:ext>
            </a:extLst>
          </p:cNvPr>
          <p:cNvCxnSpPr>
            <a:cxnSpLocks/>
          </p:cNvCxnSpPr>
          <p:nvPr userDrawn="1"/>
        </p:nvCxnSpPr>
        <p:spPr>
          <a:xfrm flipH="1">
            <a:off x="1" y="1482784"/>
            <a:ext cx="1457739" cy="0"/>
          </a:xfrm>
          <a:prstGeom prst="line">
            <a:avLst/>
          </a:prstGeom>
          <a:ln>
            <a:solidFill>
              <a:schemeClr val="accent4">
                <a:lumMod val="40000"/>
                <a:lumOff val="6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Conector Reto 7">
            <a:extLst>
              <a:ext uri="{FF2B5EF4-FFF2-40B4-BE49-F238E27FC236}">
                <a16:creationId xmlns:a16="http://schemas.microsoft.com/office/drawing/2014/main" id="{0D6EA7A2-501E-AE25-217B-771E1489503C}"/>
              </a:ext>
            </a:extLst>
          </p:cNvPr>
          <p:cNvCxnSpPr>
            <a:cxnSpLocks/>
          </p:cNvCxnSpPr>
          <p:nvPr userDrawn="1"/>
        </p:nvCxnSpPr>
        <p:spPr>
          <a:xfrm flipH="1">
            <a:off x="1" y="3580828"/>
            <a:ext cx="1457739" cy="0"/>
          </a:xfrm>
          <a:prstGeom prst="line">
            <a:avLst/>
          </a:prstGeom>
          <a:ln>
            <a:solidFill>
              <a:schemeClr val="accent4">
                <a:lumMod val="40000"/>
                <a:lumOff val="6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Picture 8">
            <a:extLst>
              <a:ext uri="{FF2B5EF4-FFF2-40B4-BE49-F238E27FC236}">
                <a16:creationId xmlns:a16="http://schemas.microsoft.com/office/drawing/2014/main" id="{68EB1F7D-EB42-B4A5-4EBA-55B2FE1DF06F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rgbClr val="000000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>
              <a:solidFill>
                <a:schemeClr val="accent4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1111236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3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Blank - Branc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26494598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3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Título | 1 linha - Black">
    <p:bg>
      <p:bgPr>
        <a:gradFill>
          <a:gsLst>
            <a:gs pos="100000">
              <a:schemeClr val="tx1">
                <a:lumMod val="95000"/>
                <a:lumOff val="5000"/>
              </a:schemeClr>
            </a:gs>
            <a:gs pos="0">
              <a:schemeClr val="tx1">
                <a:lumMod val="85000"/>
                <a:lumOff val="15000"/>
              </a:schemeClr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‹nº›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7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2" name="Text Placeholder 8">
            <a:extLst>
              <a:ext uri="{FF2B5EF4-FFF2-40B4-BE49-F238E27FC236}">
                <a16:creationId xmlns:a16="http://schemas.microsoft.com/office/drawing/2014/main" id="{7A7A9582-3614-801A-785B-273FCD3E092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4" y="1949414"/>
            <a:ext cx="11522075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8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E210A61-F7AF-5C56-9539-494DD44ED880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79563954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3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Título | 1 linha - Black">
    <p:bg>
      <p:bgPr>
        <a:gradFill>
          <a:gsLst>
            <a:gs pos="100000">
              <a:schemeClr val="tx1">
                <a:lumMod val="95000"/>
                <a:lumOff val="5000"/>
              </a:schemeClr>
            </a:gs>
            <a:gs pos="0">
              <a:schemeClr val="tx1">
                <a:lumMod val="85000"/>
                <a:lumOff val="15000"/>
              </a:schemeClr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‹nº›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7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2" name="Text Placeholder 8">
            <a:extLst>
              <a:ext uri="{FF2B5EF4-FFF2-40B4-BE49-F238E27FC236}">
                <a16:creationId xmlns:a16="http://schemas.microsoft.com/office/drawing/2014/main" id="{7A7A9582-3614-801A-785B-273FCD3E092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4" y="1949414"/>
            <a:ext cx="11522075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8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E210A61-F7AF-5C56-9539-494DD44ED880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" name="Group 9">
            <a:extLst>
              <a:ext uri="{FF2B5EF4-FFF2-40B4-BE49-F238E27FC236}">
                <a16:creationId xmlns:a16="http://schemas.microsoft.com/office/drawing/2014/main" id="{5752AA87-E9EF-F9C3-D180-0D695337BC25}"/>
              </a:ext>
            </a:extLst>
          </p:cNvPr>
          <p:cNvGrpSpPr/>
          <p:nvPr userDrawn="1"/>
        </p:nvGrpSpPr>
        <p:grpSpPr>
          <a:xfrm flipV="1">
            <a:off x="12099285" y="0"/>
            <a:ext cx="91438" cy="1832748"/>
            <a:chOff x="120125" y="5025253"/>
            <a:chExt cx="91438" cy="1832748"/>
          </a:xfrm>
        </p:grpSpPr>
        <p:sp>
          <p:nvSpPr>
            <p:cNvPr id="8" name="Rectangle 7">
              <a:extLst>
                <a:ext uri="{FF2B5EF4-FFF2-40B4-BE49-F238E27FC236}">
                  <a16:creationId xmlns:a16="http://schemas.microsoft.com/office/drawing/2014/main" id="{7E05AB66-66BE-D764-AEA7-119CD2ED8298}"/>
                </a:ext>
              </a:extLst>
            </p:cNvPr>
            <p:cNvSpPr/>
            <p:nvPr userDrawn="1"/>
          </p:nvSpPr>
          <p:spPr>
            <a:xfrm rot="16200000" flipV="1">
              <a:off x="-773389" y="5918767"/>
              <a:ext cx="1832748" cy="45719"/>
            </a:xfrm>
            <a:prstGeom prst="rect">
              <a:avLst/>
            </a:prstGeom>
            <a:gradFill>
              <a:gsLst>
                <a:gs pos="0">
                  <a:schemeClr val="accent3">
                    <a:lumMod val="50000"/>
                  </a:schemeClr>
                </a:gs>
                <a:gs pos="50000">
                  <a:schemeClr val="accent3">
                    <a:lumMod val="60000"/>
                    <a:lumOff val="40000"/>
                  </a:schemeClr>
                </a:gs>
                <a:gs pos="100000">
                  <a:schemeClr val="bg1">
                    <a:alpha val="0"/>
                  </a:schemeClr>
                </a:gs>
              </a:gsLst>
              <a:lin ang="2700000" scaled="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 sz="1092"/>
            </a:p>
          </p:txBody>
        </p:sp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25A8B063-3DCC-1280-CEC3-7512BA9DF746}"/>
                </a:ext>
              </a:extLst>
            </p:cNvPr>
            <p:cNvSpPr/>
            <p:nvPr userDrawn="1"/>
          </p:nvSpPr>
          <p:spPr>
            <a:xfrm rot="16200000" flipV="1">
              <a:off x="-727670" y="5918767"/>
              <a:ext cx="1832748" cy="45719"/>
            </a:xfrm>
            <a:prstGeom prst="rect">
              <a:avLst/>
            </a:prstGeom>
            <a:gradFill>
              <a:gsLst>
                <a:gs pos="0">
                  <a:schemeClr val="accent1"/>
                </a:gs>
                <a:gs pos="50000">
                  <a:schemeClr val="accent2"/>
                </a:gs>
                <a:gs pos="100000">
                  <a:schemeClr val="bg1">
                    <a:alpha val="0"/>
                  </a:schemeClr>
                </a:gs>
              </a:gsLst>
              <a:lin ang="2700000" scaled="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 sz="1092"/>
            </a:p>
          </p:txBody>
        </p:sp>
      </p:grpSp>
    </p:spTree>
    <p:extLst>
      <p:ext uri="{BB962C8B-B14F-4D97-AF65-F5344CB8AC3E}">
        <p14:creationId xmlns:p14="http://schemas.microsoft.com/office/powerpoint/2010/main" val="189730970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3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ítulo | 1 linha - High Yield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5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‹nº›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7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2" name="Text Placeholder 8">
            <a:extLst>
              <a:ext uri="{FF2B5EF4-FFF2-40B4-BE49-F238E27FC236}">
                <a16:creationId xmlns:a16="http://schemas.microsoft.com/office/drawing/2014/main" id="{7A7A9582-3614-801A-785B-273FCD3E092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4" y="1949414"/>
            <a:ext cx="11522075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8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E210A61-F7AF-5C56-9539-494DD44ED880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23892674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3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ítulo | 6 Boxes - High Yield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5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‹nº›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7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7"/>
            <a:ext cx="3741737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>
              <a:solidFill>
                <a:schemeClr val="bg1"/>
              </a:solidFill>
            </a:endParaRPr>
          </a:p>
        </p:txBody>
      </p:sp>
      <p:sp>
        <p:nvSpPr>
          <p:cNvPr id="3" name="Text Placeholder 8">
            <a:extLst>
              <a:ext uri="{FF2B5EF4-FFF2-40B4-BE49-F238E27FC236}">
                <a16:creationId xmlns:a16="http://schemas.microsoft.com/office/drawing/2014/main" id="{7858F1CA-0E09-F094-AD45-52092585CA19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4225800" y="1518527"/>
            <a:ext cx="3740400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8">
            <a:extLst>
              <a:ext uri="{FF2B5EF4-FFF2-40B4-BE49-F238E27FC236}">
                <a16:creationId xmlns:a16="http://schemas.microsoft.com/office/drawing/2014/main" id="{4E170CD4-5C01-DD85-2A0A-98954D99CAC5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334962" y="3987408"/>
            <a:ext cx="3741737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10601806-BC35-9EEE-9C59-2DC0E49D5BA6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>
          <a:xfrm>
            <a:off x="4225799" y="3987408"/>
            <a:ext cx="3740400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805EFAA-C04F-7113-90E8-A7D66AF35288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8116638" y="1524793"/>
            <a:ext cx="3740400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Text Placeholder 8">
            <a:extLst>
              <a:ext uri="{FF2B5EF4-FFF2-40B4-BE49-F238E27FC236}">
                <a16:creationId xmlns:a16="http://schemas.microsoft.com/office/drawing/2014/main" id="{E9120CB5-4884-D14A-8682-CC106CAFBBEA}"/>
              </a:ext>
            </a:extLst>
          </p:cNvPr>
          <p:cNvSpPr>
            <a:spLocks noGrp="1"/>
          </p:cNvSpPr>
          <p:nvPr>
            <p:ph type="body" sz="quarter" idx="23"/>
          </p:nvPr>
        </p:nvSpPr>
        <p:spPr>
          <a:xfrm>
            <a:off x="8116637" y="3993674"/>
            <a:ext cx="3740400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ECAC4E8C-2B3F-574D-C955-1EBD6FD7CDE9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30742656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4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ítulo | 5 Boxes - High Yield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5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‹nº›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7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7"/>
            <a:ext cx="3741737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>
              <a:solidFill>
                <a:schemeClr val="bg1"/>
              </a:solidFill>
            </a:endParaRPr>
          </a:p>
        </p:txBody>
      </p:sp>
      <p:sp>
        <p:nvSpPr>
          <p:cNvPr id="3" name="Text Placeholder 8">
            <a:extLst>
              <a:ext uri="{FF2B5EF4-FFF2-40B4-BE49-F238E27FC236}">
                <a16:creationId xmlns:a16="http://schemas.microsoft.com/office/drawing/2014/main" id="{7858F1CA-0E09-F094-AD45-52092585CA19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4225800" y="1518527"/>
            <a:ext cx="3740400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8">
            <a:extLst>
              <a:ext uri="{FF2B5EF4-FFF2-40B4-BE49-F238E27FC236}">
                <a16:creationId xmlns:a16="http://schemas.microsoft.com/office/drawing/2014/main" id="{4E170CD4-5C01-DD85-2A0A-98954D99CAC5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334962" y="3987408"/>
            <a:ext cx="3741737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10601806-BC35-9EEE-9C59-2DC0E49D5BA6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>
          <a:xfrm>
            <a:off x="4225799" y="3987408"/>
            <a:ext cx="3740400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805EFAA-C04F-7113-90E8-A7D66AF35288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8116638" y="1524793"/>
            <a:ext cx="3740400" cy="4776079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D3A3FCC3-EBF1-0B54-4092-43FDDED92531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93405627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4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Índice - High Grade - Mais de 40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1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Espaço Reservado para Número de Slide 5">
            <a:extLst>
              <a:ext uri="{FF2B5EF4-FFF2-40B4-BE49-F238E27FC236}">
                <a16:creationId xmlns:a16="http://schemas.microsoft.com/office/drawing/2014/main" id="{1C9AF77E-9895-4AC7-A1DF-EE12ACB0EE6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‹nº›</a:t>
            </a:fld>
            <a:endParaRPr lang="pt-BR"/>
          </a:p>
        </p:txBody>
      </p:sp>
      <p:sp>
        <p:nvSpPr>
          <p:cNvPr id="12" name="Text Placeholder 3">
            <a:extLst>
              <a:ext uri="{FF2B5EF4-FFF2-40B4-BE49-F238E27FC236}">
                <a16:creationId xmlns:a16="http://schemas.microsoft.com/office/drawing/2014/main" id="{050BAD04-1FFE-3E42-A1B1-BDD8FE7DA82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Índice</a:t>
            </a:r>
            <a:r>
              <a:rPr lang="en-US"/>
              <a:t> - </a:t>
            </a:r>
            <a:r>
              <a:rPr lang="en-US" err="1"/>
              <a:t>Padrão</a:t>
            </a:r>
            <a:endParaRPr lang="en-US"/>
          </a:p>
        </p:txBody>
      </p:sp>
      <p:sp>
        <p:nvSpPr>
          <p:cNvPr id="14" name="Text Placeholder 10">
            <a:extLst>
              <a:ext uri="{FF2B5EF4-FFF2-40B4-BE49-F238E27FC236}">
                <a16:creationId xmlns:a16="http://schemas.microsoft.com/office/drawing/2014/main" id="{27D03C84-7D32-1C70-A8E9-63EA0F348C1F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defRPr sz="900" baseline="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2" name="Text Placeholder 8">
            <a:extLst>
              <a:ext uri="{FF2B5EF4-FFF2-40B4-BE49-F238E27FC236}">
                <a16:creationId xmlns:a16="http://schemas.microsoft.com/office/drawing/2014/main" id="{9D8C61F7-2206-D64F-31E1-979FA329DE03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334963" y="1268414"/>
            <a:ext cx="11522075" cy="5076824"/>
          </a:xfrm>
          <a:prstGeom prst="rect">
            <a:avLst/>
          </a:prstGeom>
        </p:spPr>
        <p:txBody>
          <a:bodyPr wrap="square" lIns="0" tIns="0" rIns="0" bIns="0" numCol="2">
            <a:noAutofit/>
          </a:bodyPr>
          <a:lstStyle>
            <a:lvl1pPr marL="36000" indent="0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endParaRPr lang="en-US"/>
          </a:p>
          <a:p>
            <a:pPr lvl="0"/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endParaRPr lang="en-US"/>
          </a:p>
          <a:p>
            <a:pPr lvl="0"/>
            <a:endParaRPr lang="en-US"/>
          </a:p>
        </p:txBody>
      </p:sp>
      <p:sp>
        <p:nvSpPr>
          <p:cNvPr id="4" name="Picture 8">
            <a:extLst>
              <a:ext uri="{FF2B5EF4-FFF2-40B4-BE49-F238E27FC236}">
                <a16:creationId xmlns:a16="http://schemas.microsoft.com/office/drawing/2014/main" id="{A5790082-B3AF-5DC7-AEAB-0F53AA8F9D33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accent4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0747608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065">
          <p15:clr>
            <a:srgbClr val="FBAE40"/>
          </p15:clr>
        </p15:guide>
        <p15:guide id="2" pos="211">
          <p15:clr>
            <a:srgbClr val="FBAE40"/>
          </p15:clr>
        </p15:guide>
        <p15:guide id="3" orient="horz" pos="3997">
          <p15:clr>
            <a:srgbClr val="FBAE40"/>
          </p15:clr>
        </p15:guide>
        <p15:guide id="4" pos="7469">
          <p15:clr>
            <a:srgbClr val="FBAE40"/>
          </p15:clr>
        </p15:guide>
        <p15:guide id="5" orient="horz" pos="232">
          <p15:clr>
            <a:srgbClr val="FBAE40"/>
          </p15:clr>
        </p15:guide>
        <p15:guide id="6" orient="horz" pos="504">
          <p15:clr>
            <a:srgbClr val="FBAE40"/>
          </p15:clr>
        </p15:guide>
        <p15:guide id="7" orient="horz" pos="799">
          <p15:clr>
            <a:srgbClr val="FBAE40"/>
          </p15:clr>
        </p15:guide>
      </p15:sldGuideLst>
    </p:ext>
  </p:extLst>
</p:sldLayout>
</file>

<file path=ppt/slideLayouts/slideLayout4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ítulo | 4 Boxes - High Yield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5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‹nº›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7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7"/>
            <a:ext cx="3741737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>
              <a:solidFill>
                <a:schemeClr val="bg1"/>
              </a:solidFill>
            </a:endParaRPr>
          </a:p>
        </p:txBody>
      </p:sp>
      <p:sp>
        <p:nvSpPr>
          <p:cNvPr id="3" name="Text Placeholder 8">
            <a:extLst>
              <a:ext uri="{FF2B5EF4-FFF2-40B4-BE49-F238E27FC236}">
                <a16:creationId xmlns:a16="http://schemas.microsoft.com/office/drawing/2014/main" id="{7858F1CA-0E09-F094-AD45-52092585CA19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4225800" y="1518527"/>
            <a:ext cx="3740400" cy="4776078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8">
            <a:extLst>
              <a:ext uri="{FF2B5EF4-FFF2-40B4-BE49-F238E27FC236}">
                <a16:creationId xmlns:a16="http://schemas.microsoft.com/office/drawing/2014/main" id="{4E170CD4-5C01-DD85-2A0A-98954D99CAC5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334962" y="3987408"/>
            <a:ext cx="3741737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805EFAA-C04F-7113-90E8-A7D66AF35288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8116638" y="1524793"/>
            <a:ext cx="3740400" cy="4776079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4176D65B-577B-DA97-A4AE-85E5C579A955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53006096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4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ítulo | 2 linhas - High Yield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5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2" name="Espaço Reservado para Número de Slide 5">
            <a:extLst>
              <a:ext uri="{FF2B5EF4-FFF2-40B4-BE49-F238E27FC236}">
                <a16:creationId xmlns:a16="http://schemas.microsoft.com/office/drawing/2014/main" id="{21758EB3-F057-8CDF-FF61-35E724EF59E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‹nº›</a:t>
            </a:fld>
            <a:endParaRPr lang="pt-BR"/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5629EC08-34A0-4F4F-BF0C-DAE3D73CA1C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4" y="1949414"/>
            <a:ext cx="5648397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8" name="Text Placeholder 10">
            <a:extLst>
              <a:ext uri="{FF2B5EF4-FFF2-40B4-BE49-F238E27FC236}">
                <a16:creationId xmlns:a16="http://schemas.microsoft.com/office/drawing/2014/main" id="{F37A98A2-2A9D-056F-7CA4-B986B8170761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7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AECBC137-580C-65EB-C713-E63CDBDB515E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208641" y="1949414"/>
            <a:ext cx="5648397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Text Placeholder 8">
            <a:extLst>
              <a:ext uri="{FF2B5EF4-FFF2-40B4-BE49-F238E27FC236}">
                <a16:creationId xmlns:a16="http://schemas.microsoft.com/office/drawing/2014/main" id="{D1CF13AF-F1F7-29D7-F0C3-C23BE528C9A0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4" y="1518528"/>
            <a:ext cx="5648397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47497781-FD6B-9B5D-3237-9AD784B8880E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208641" y="1518528"/>
            <a:ext cx="5648397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Picture 8">
            <a:extLst>
              <a:ext uri="{FF2B5EF4-FFF2-40B4-BE49-F238E27FC236}">
                <a16:creationId xmlns:a16="http://schemas.microsoft.com/office/drawing/2014/main" id="{EB78A079-9AB0-B349-256E-BC9ED4CF0623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509A8969-4CCE-CE82-D2FB-901A726879C5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6200264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4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ítulo | Box superior - High Yield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5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‹nº›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0" name="Retângulo 5">
            <a:extLst>
              <a:ext uri="{FF2B5EF4-FFF2-40B4-BE49-F238E27FC236}">
                <a16:creationId xmlns:a16="http://schemas.microsoft.com/office/drawing/2014/main" id="{7D36360D-ABDB-2B93-AA05-C90BA9D483DB}"/>
              </a:ext>
            </a:extLst>
          </p:cNvPr>
          <p:cNvSpPr/>
          <p:nvPr userDrawn="1"/>
        </p:nvSpPr>
        <p:spPr>
          <a:xfrm>
            <a:off x="0" y="807794"/>
            <a:ext cx="12192000" cy="209118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sz="1092">
              <a:latin typeface="Versos" panose="020B0503020204030204" pitchFamily="34" charset="0"/>
            </a:endParaRP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683428" y="1045525"/>
            <a:ext cx="5421301" cy="156104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12" name="Conector Reto 6">
            <a:extLst>
              <a:ext uri="{FF2B5EF4-FFF2-40B4-BE49-F238E27FC236}">
                <a16:creationId xmlns:a16="http://schemas.microsoft.com/office/drawing/2014/main" id="{93D24C85-FAB3-23B7-3282-C0255DE4BF50}"/>
              </a:ext>
            </a:extLst>
          </p:cNvPr>
          <p:cNvCxnSpPr/>
          <p:nvPr userDrawn="1"/>
        </p:nvCxnSpPr>
        <p:spPr>
          <a:xfrm>
            <a:off x="583096" y="1364974"/>
            <a:ext cx="0" cy="1562116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Conector Reto 7">
            <a:extLst>
              <a:ext uri="{FF2B5EF4-FFF2-40B4-BE49-F238E27FC236}">
                <a16:creationId xmlns:a16="http://schemas.microsoft.com/office/drawing/2014/main" id="{A040BC7F-4356-241E-DE98-A14572A424F9}"/>
              </a:ext>
            </a:extLst>
          </p:cNvPr>
          <p:cNvCxnSpPr>
            <a:cxnSpLocks/>
          </p:cNvCxnSpPr>
          <p:nvPr userDrawn="1"/>
        </p:nvCxnSpPr>
        <p:spPr>
          <a:xfrm>
            <a:off x="6336683" y="1364974"/>
            <a:ext cx="0" cy="1562116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3D29ABC6-2275-8D02-5D8F-6C312831087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437015" y="1045525"/>
            <a:ext cx="5420023" cy="158838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7" name="Text Placeholder 8">
            <a:extLst>
              <a:ext uri="{FF2B5EF4-FFF2-40B4-BE49-F238E27FC236}">
                <a16:creationId xmlns:a16="http://schemas.microsoft.com/office/drawing/2014/main" id="{D0831873-076C-11EE-AA1E-02508B9C5655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686448" y="3021652"/>
            <a:ext cx="5296913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:a16="http://schemas.microsoft.com/office/drawing/2014/main" id="{89936DB2-1144-3AFC-1BBA-E1BDEB5020C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435706" y="3021652"/>
            <a:ext cx="5421332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C3DE3459-A0CC-6831-FC59-0F2863B6F3C9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904FAD7-D1D8-06F3-6189-A8707EDC8E87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16763307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4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ítulo | Box lateral - High Yield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5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tângulo 1">
            <a:extLst>
              <a:ext uri="{FF2B5EF4-FFF2-40B4-BE49-F238E27FC236}">
                <a16:creationId xmlns:a16="http://schemas.microsoft.com/office/drawing/2014/main" id="{0B0E7351-5252-E626-42EB-CDCE7C083C49}"/>
              </a:ext>
            </a:extLst>
          </p:cNvPr>
          <p:cNvSpPr/>
          <p:nvPr userDrawn="1"/>
        </p:nvSpPr>
        <p:spPr>
          <a:xfrm>
            <a:off x="0" y="1"/>
            <a:ext cx="5420020" cy="68580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sz="1092">
              <a:solidFill>
                <a:schemeClr val="tx1"/>
              </a:solidFill>
            </a:endParaRPr>
          </a:p>
        </p:txBody>
      </p:sp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‹nº›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5085057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accent3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47027" y="1751285"/>
            <a:ext cx="4369353" cy="156104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3D29ABC6-2275-8D02-5D8F-6C312831087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333166" y="3849328"/>
            <a:ext cx="4383213" cy="158838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:a16="http://schemas.microsoft.com/office/drawing/2014/main" id="{89936DB2-1144-3AFC-1BBA-E1BDEB5020C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5767047" y="1484313"/>
            <a:ext cx="6077927" cy="445872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2" name="Conector Reto 2">
            <a:extLst>
              <a:ext uri="{FF2B5EF4-FFF2-40B4-BE49-F238E27FC236}">
                <a16:creationId xmlns:a16="http://schemas.microsoft.com/office/drawing/2014/main" id="{D24BE17E-F6B3-8EAE-EC30-BB9C725FC11E}"/>
              </a:ext>
            </a:extLst>
          </p:cNvPr>
          <p:cNvCxnSpPr>
            <a:cxnSpLocks/>
          </p:cNvCxnSpPr>
          <p:nvPr userDrawn="1"/>
        </p:nvCxnSpPr>
        <p:spPr>
          <a:xfrm flipH="1">
            <a:off x="1" y="1482784"/>
            <a:ext cx="1457739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Conector Reto 7">
            <a:extLst>
              <a:ext uri="{FF2B5EF4-FFF2-40B4-BE49-F238E27FC236}">
                <a16:creationId xmlns:a16="http://schemas.microsoft.com/office/drawing/2014/main" id="{0D6EA7A2-501E-AE25-217B-771E1489503C}"/>
              </a:ext>
            </a:extLst>
          </p:cNvPr>
          <p:cNvCxnSpPr>
            <a:cxnSpLocks/>
          </p:cNvCxnSpPr>
          <p:nvPr userDrawn="1"/>
        </p:nvCxnSpPr>
        <p:spPr>
          <a:xfrm flipH="1">
            <a:off x="1" y="3580828"/>
            <a:ext cx="1457739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Picture 8">
            <a:extLst>
              <a:ext uri="{FF2B5EF4-FFF2-40B4-BE49-F238E27FC236}">
                <a16:creationId xmlns:a16="http://schemas.microsoft.com/office/drawing/2014/main" id="{620B58C1-6F30-634A-58EB-8F0407027A11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941608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4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Blank - High Yield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5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06791639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4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_Título | 1 linha - Black">
    <p:bg>
      <p:bgPr>
        <a:solidFill>
          <a:schemeClr val="tx1">
            <a:lumMod val="95000"/>
            <a:lumOff val="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‹nº›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5" y="368302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4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4" y="1518528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E210A61-F7AF-5C56-9539-494DD44ED880}"/>
              </a:ext>
            </a:extLst>
          </p:cNvPr>
          <p:cNvCxnSpPr/>
          <p:nvPr userDrawn="1"/>
        </p:nvCxnSpPr>
        <p:spPr>
          <a:xfrm>
            <a:off x="334965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142233D2-9F78-8FB4-6848-6FABD836DEBB}"/>
              </a:ext>
            </a:extLst>
          </p:cNvPr>
          <p:cNvCxnSpPr>
            <a:cxnSpLocks/>
          </p:cNvCxnSpPr>
          <p:nvPr userDrawn="1"/>
        </p:nvCxnSpPr>
        <p:spPr>
          <a:xfrm>
            <a:off x="334963" y="6573705"/>
            <a:ext cx="11094148" cy="0"/>
          </a:xfrm>
          <a:prstGeom prst="line">
            <a:avLst/>
          </a:prstGeom>
          <a:noFill/>
          <a:ln w="9525" cap="flat" cmpd="sng" algn="ctr">
            <a:solidFill>
              <a:schemeClr val="tx1">
                <a:lumMod val="85000"/>
                <a:lumOff val="15000"/>
              </a:schemeClr>
            </a:solidFill>
            <a:prstDash val="solid"/>
          </a:ln>
          <a:effectLst/>
        </p:spPr>
      </p:cxnSp>
    </p:spTree>
    <p:extLst>
      <p:ext uri="{BB962C8B-B14F-4D97-AF65-F5344CB8AC3E}">
        <p14:creationId xmlns:p14="http://schemas.microsoft.com/office/powerpoint/2010/main" val="418707311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12319">
          <p15:clr>
            <a:srgbClr val="FBAE40"/>
          </p15:clr>
        </p15:guide>
        <p15:guide id="4" pos="189">
          <p15:clr>
            <a:srgbClr val="FBAE40"/>
          </p15:clr>
        </p15:guide>
        <p15:guide id="5" orient="horz" pos="6919">
          <p15:clr>
            <a:srgbClr val="FBAE40"/>
          </p15:clr>
        </p15:guide>
        <p15:guide id="6" orient="horz" pos="572">
          <p15:clr>
            <a:srgbClr val="FBAE40"/>
          </p15:clr>
        </p15:guide>
        <p15:guide id="7" orient="horz" pos="640">
          <p15:clr>
            <a:srgbClr val="FBAE40"/>
          </p15:clr>
        </p15:guide>
        <p15:guide id="8" orient="horz" pos="6714">
          <p15:clr>
            <a:srgbClr val="FBAE40"/>
          </p15:clr>
        </p15:guide>
        <p15:guide id="9" orient="horz" pos="504">
          <p15:clr>
            <a:srgbClr val="FBAE40"/>
          </p15:clr>
        </p15:guide>
        <p15:guide id="10" pos="7469">
          <p15:clr>
            <a:srgbClr val="FBAE40"/>
          </p15:clr>
        </p15:guide>
        <p15:guide id="11" orient="horz" pos="96">
          <p15:clr>
            <a:srgbClr val="FBAE40"/>
          </p15:clr>
        </p15:guide>
        <p15:guide id="12" orient="horz" pos="4201">
          <p15:clr>
            <a:srgbClr val="FBAE40"/>
          </p15:clr>
        </p15:guide>
        <p15:guide id="13" orient="horz" pos="4065">
          <p15:clr>
            <a:srgbClr val="FBAE40"/>
          </p15:clr>
        </p15:guide>
        <p15:guide id="14" orient="horz" pos="232">
          <p15:clr>
            <a:srgbClr val="FBAE40"/>
          </p15:clr>
        </p15:guide>
      </p15:sldGuideLst>
    </p:ext>
  </p:extLst>
</p:sldLayout>
</file>

<file path=ppt/slideLayouts/slideLayout5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Índice - High Grade - 10 títulos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1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" name="Espaço Reservado para Número de Slide 5">
            <a:extLst>
              <a:ext uri="{FF2B5EF4-FFF2-40B4-BE49-F238E27FC236}">
                <a16:creationId xmlns:a16="http://schemas.microsoft.com/office/drawing/2014/main" id="{8B43B5D6-9411-2916-3463-C0BBC4CE3A6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0822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‹nº›</a:t>
            </a:fld>
            <a:endParaRPr lang="pt-BR"/>
          </a:p>
        </p:txBody>
      </p:sp>
      <p:sp>
        <p:nvSpPr>
          <p:cNvPr id="95" name="Text Placeholder 3">
            <a:extLst>
              <a:ext uri="{FF2B5EF4-FFF2-40B4-BE49-F238E27FC236}">
                <a16:creationId xmlns:a16="http://schemas.microsoft.com/office/drawing/2014/main" id="{1F9E0DEB-08E9-5248-44F9-9916F0925C87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pt-BR"/>
              <a:t>Índice | Até 10 títulos</a:t>
            </a:r>
            <a:endParaRPr lang="en-US"/>
          </a:p>
        </p:txBody>
      </p:sp>
      <p:sp>
        <p:nvSpPr>
          <p:cNvPr id="96" name="Text Placeholder 10">
            <a:extLst>
              <a:ext uri="{FF2B5EF4-FFF2-40B4-BE49-F238E27FC236}">
                <a16:creationId xmlns:a16="http://schemas.microsoft.com/office/drawing/2014/main" id="{86EE135B-8461-A8E5-B808-1CCC5F3ABF32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defRPr sz="900" baseline="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7" name="Text Placeholder 21">
            <a:extLst>
              <a:ext uri="{FF2B5EF4-FFF2-40B4-BE49-F238E27FC236}">
                <a16:creationId xmlns:a16="http://schemas.microsoft.com/office/drawing/2014/main" id="{C68EECD8-4868-C403-065A-798C94914B21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1217549" y="1340437"/>
            <a:ext cx="4304945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98" name="Text Placeholder 21">
            <a:extLst>
              <a:ext uri="{FF2B5EF4-FFF2-40B4-BE49-F238E27FC236}">
                <a16:creationId xmlns:a16="http://schemas.microsoft.com/office/drawing/2014/main" id="{377F7479-B5E7-D307-06B9-71E3BA37F3EF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1217549" y="2266421"/>
            <a:ext cx="4304945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99" name="Text Placeholder 21">
            <a:extLst>
              <a:ext uri="{FF2B5EF4-FFF2-40B4-BE49-F238E27FC236}">
                <a16:creationId xmlns:a16="http://schemas.microsoft.com/office/drawing/2014/main" id="{A9CB3A34-F081-C677-A00F-67C1873C062A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1217549" y="3279695"/>
            <a:ext cx="4304945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0" name="Text Placeholder 21">
            <a:extLst>
              <a:ext uri="{FF2B5EF4-FFF2-40B4-BE49-F238E27FC236}">
                <a16:creationId xmlns:a16="http://schemas.microsoft.com/office/drawing/2014/main" id="{66627ED0-3A46-8737-6897-D3BDDB091302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1217549" y="4298020"/>
            <a:ext cx="4304945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1" name="Text Placeholder 21">
            <a:extLst>
              <a:ext uri="{FF2B5EF4-FFF2-40B4-BE49-F238E27FC236}">
                <a16:creationId xmlns:a16="http://schemas.microsoft.com/office/drawing/2014/main" id="{4A98C90D-F543-2D3A-9F32-FF02504B384D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6978587" y="1338594"/>
            <a:ext cx="4304945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2" name="Text Placeholder 21">
            <a:extLst>
              <a:ext uri="{FF2B5EF4-FFF2-40B4-BE49-F238E27FC236}">
                <a16:creationId xmlns:a16="http://schemas.microsoft.com/office/drawing/2014/main" id="{02D303FD-4338-9202-3742-445CFAC544F9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6978587" y="2264578"/>
            <a:ext cx="4304945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3" name="Text Placeholder 21">
            <a:extLst>
              <a:ext uri="{FF2B5EF4-FFF2-40B4-BE49-F238E27FC236}">
                <a16:creationId xmlns:a16="http://schemas.microsoft.com/office/drawing/2014/main" id="{DAB51C54-4BA1-024C-8F1D-E61343BFAC42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978587" y="3274846"/>
            <a:ext cx="4304945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4" name="Text Placeholder 21">
            <a:extLst>
              <a:ext uri="{FF2B5EF4-FFF2-40B4-BE49-F238E27FC236}">
                <a16:creationId xmlns:a16="http://schemas.microsoft.com/office/drawing/2014/main" id="{31C27C31-0117-4C41-7DD9-9A95AE01F9D5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6978587" y="4296177"/>
            <a:ext cx="4304945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5" name="Text Placeholder 21">
            <a:extLst>
              <a:ext uri="{FF2B5EF4-FFF2-40B4-BE49-F238E27FC236}">
                <a16:creationId xmlns:a16="http://schemas.microsoft.com/office/drawing/2014/main" id="{305C7304-230E-F6CE-A76D-99DF1E692F08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334964" y="1319509"/>
            <a:ext cx="666897" cy="492443"/>
          </a:xfrm>
          <a:prstGeom prst="rect">
            <a:avLst/>
          </a:prstGeom>
          <a:noFill/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1.</a:t>
            </a:r>
            <a:endParaRPr lang="pt-BR"/>
          </a:p>
        </p:txBody>
      </p:sp>
      <p:sp>
        <p:nvSpPr>
          <p:cNvPr id="106" name="Text Placeholder 21">
            <a:extLst>
              <a:ext uri="{FF2B5EF4-FFF2-40B4-BE49-F238E27FC236}">
                <a16:creationId xmlns:a16="http://schemas.microsoft.com/office/drawing/2014/main" id="{646BD931-2CC9-4B26-938C-C6A9327B317A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334964" y="2240644"/>
            <a:ext cx="666897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2.</a:t>
            </a:r>
            <a:endParaRPr lang="pt-BR"/>
          </a:p>
        </p:txBody>
      </p:sp>
      <p:sp>
        <p:nvSpPr>
          <p:cNvPr id="107" name="Text Placeholder 21">
            <a:extLst>
              <a:ext uri="{FF2B5EF4-FFF2-40B4-BE49-F238E27FC236}">
                <a16:creationId xmlns:a16="http://schemas.microsoft.com/office/drawing/2014/main" id="{7EF60F9A-51DE-3649-80E7-711C186485AA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334964" y="3250912"/>
            <a:ext cx="666897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3.</a:t>
            </a:r>
            <a:endParaRPr lang="pt-BR"/>
          </a:p>
        </p:txBody>
      </p:sp>
      <p:sp>
        <p:nvSpPr>
          <p:cNvPr id="108" name="Text Placeholder 21">
            <a:extLst>
              <a:ext uri="{FF2B5EF4-FFF2-40B4-BE49-F238E27FC236}">
                <a16:creationId xmlns:a16="http://schemas.microsoft.com/office/drawing/2014/main" id="{454FB385-5582-984D-3BEC-2409DCFBBEA7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334964" y="4269237"/>
            <a:ext cx="666897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4.</a:t>
            </a:r>
            <a:endParaRPr lang="pt-BR"/>
          </a:p>
        </p:txBody>
      </p:sp>
      <p:sp>
        <p:nvSpPr>
          <p:cNvPr id="109" name="Text Placeholder 21">
            <a:extLst>
              <a:ext uri="{FF2B5EF4-FFF2-40B4-BE49-F238E27FC236}">
                <a16:creationId xmlns:a16="http://schemas.microsoft.com/office/drawing/2014/main" id="{48AFB4A3-A713-3B36-5C4C-116B17982407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6096002" y="1319509"/>
            <a:ext cx="666897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6.</a:t>
            </a:r>
            <a:endParaRPr lang="pt-BR"/>
          </a:p>
        </p:txBody>
      </p:sp>
      <p:sp>
        <p:nvSpPr>
          <p:cNvPr id="110" name="Text Placeholder 21">
            <a:extLst>
              <a:ext uri="{FF2B5EF4-FFF2-40B4-BE49-F238E27FC236}">
                <a16:creationId xmlns:a16="http://schemas.microsoft.com/office/drawing/2014/main" id="{455A5A6A-C346-A345-7676-47650852DEC5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6096002" y="2240644"/>
            <a:ext cx="666897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7.</a:t>
            </a:r>
            <a:endParaRPr lang="pt-BR"/>
          </a:p>
        </p:txBody>
      </p:sp>
      <p:sp>
        <p:nvSpPr>
          <p:cNvPr id="111" name="Text Placeholder 21">
            <a:extLst>
              <a:ext uri="{FF2B5EF4-FFF2-40B4-BE49-F238E27FC236}">
                <a16:creationId xmlns:a16="http://schemas.microsoft.com/office/drawing/2014/main" id="{C9036724-53EE-61EA-4F36-0647670CC647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6096002" y="3250912"/>
            <a:ext cx="666897" cy="492443"/>
          </a:xfrm>
          <a:prstGeom prst="rect">
            <a:avLst/>
          </a:prstGeom>
          <a:noFill/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8.</a:t>
            </a:r>
            <a:endParaRPr lang="pt-BR"/>
          </a:p>
        </p:txBody>
      </p:sp>
      <p:sp>
        <p:nvSpPr>
          <p:cNvPr id="112" name="Text Placeholder 21">
            <a:extLst>
              <a:ext uri="{FF2B5EF4-FFF2-40B4-BE49-F238E27FC236}">
                <a16:creationId xmlns:a16="http://schemas.microsoft.com/office/drawing/2014/main" id="{59FC8DE1-DA8C-E6FC-0074-C1233AE33862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6096002" y="4269237"/>
            <a:ext cx="666897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9.</a:t>
            </a:r>
            <a:endParaRPr lang="pt-BR"/>
          </a:p>
        </p:txBody>
      </p:sp>
      <p:sp>
        <p:nvSpPr>
          <p:cNvPr id="113" name="Text Placeholder 21">
            <a:extLst>
              <a:ext uri="{FF2B5EF4-FFF2-40B4-BE49-F238E27FC236}">
                <a16:creationId xmlns:a16="http://schemas.microsoft.com/office/drawing/2014/main" id="{CD7EC131-607A-502B-D5DB-EACD3848C447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1217549" y="5311941"/>
            <a:ext cx="4304945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14" name="Text Placeholder 21">
            <a:extLst>
              <a:ext uri="{FF2B5EF4-FFF2-40B4-BE49-F238E27FC236}">
                <a16:creationId xmlns:a16="http://schemas.microsoft.com/office/drawing/2014/main" id="{39366CD8-736E-E9F0-1631-408CE9342B73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6978587" y="5310098"/>
            <a:ext cx="4304945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15" name="Text Placeholder 21">
            <a:extLst>
              <a:ext uri="{FF2B5EF4-FFF2-40B4-BE49-F238E27FC236}">
                <a16:creationId xmlns:a16="http://schemas.microsoft.com/office/drawing/2014/main" id="{A36BD412-4DD9-0776-5A73-B5939ACF9185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334964" y="5283158"/>
            <a:ext cx="666897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5.</a:t>
            </a:r>
            <a:endParaRPr lang="pt-BR"/>
          </a:p>
        </p:txBody>
      </p:sp>
      <p:sp>
        <p:nvSpPr>
          <p:cNvPr id="116" name="Text Placeholder 21">
            <a:extLst>
              <a:ext uri="{FF2B5EF4-FFF2-40B4-BE49-F238E27FC236}">
                <a16:creationId xmlns:a16="http://schemas.microsoft.com/office/drawing/2014/main" id="{0D56432C-F90B-BE78-9849-16EDFA25EDF3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6096002" y="5283158"/>
            <a:ext cx="666897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10.</a:t>
            </a:r>
            <a:endParaRPr lang="pt-BR"/>
          </a:p>
        </p:txBody>
      </p:sp>
      <p:sp>
        <p:nvSpPr>
          <p:cNvPr id="3" name="Picture 8">
            <a:extLst>
              <a:ext uri="{FF2B5EF4-FFF2-40B4-BE49-F238E27FC236}">
                <a16:creationId xmlns:a16="http://schemas.microsoft.com/office/drawing/2014/main" id="{13E1FCE5-3B0A-A220-D717-0F7086E423DA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accent4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3317382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065">
          <p15:clr>
            <a:srgbClr val="FBAE40"/>
          </p15:clr>
        </p15:guide>
        <p15:guide id="2" pos="211">
          <p15:clr>
            <a:srgbClr val="FBAE40"/>
          </p15:clr>
        </p15:guide>
        <p15:guide id="3" orient="horz" pos="3997">
          <p15:clr>
            <a:srgbClr val="FBAE40"/>
          </p15:clr>
        </p15:guide>
        <p15:guide id="4" pos="7469">
          <p15:clr>
            <a:srgbClr val="FBAE40"/>
          </p15:clr>
        </p15:guide>
        <p15:guide id="5" orient="horz" pos="232">
          <p15:clr>
            <a:srgbClr val="FBAE40"/>
          </p15:clr>
        </p15:guide>
        <p15:guide id="6" orient="horz" pos="504">
          <p15:clr>
            <a:srgbClr val="FBAE40"/>
          </p15:clr>
        </p15:guide>
        <p15:guide id="7" orient="horz" pos="799">
          <p15:clr>
            <a:srgbClr val="FBAE40"/>
          </p15:clr>
        </p15:guide>
      </p15:sldGuideLst>
    </p:ext>
  </p:extLst>
</p:sldLayout>
</file>

<file path=ppt/slideLayouts/slideLayout6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Índice - High Grade - 14 títulos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1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" name="Espaço Reservado para Número de Slide 5">
            <a:extLst>
              <a:ext uri="{FF2B5EF4-FFF2-40B4-BE49-F238E27FC236}">
                <a16:creationId xmlns:a16="http://schemas.microsoft.com/office/drawing/2014/main" id="{8B43B5D6-9411-2916-3463-C0BBC4CE3A6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42617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‹nº›</a:t>
            </a:fld>
            <a:endParaRPr lang="pt-BR"/>
          </a:p>
        </p:txBody>
      </p:sp>
      <p:sp>
        <p:nvSpPr>
          <p:cNvPr id="95" name="Text Placeholder 3">
            <a:extLst>
              <a:ext uri="{FF2B5EF4-FFF2-40B4-BE49-F238E27FC236}">
                <a16:creationId xmlns:a16="http://schemas.microsoft.com/office/drawing/2014/main" id="{1F9E0DEB-08E9-5248-44F9-9916F0925C87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pt-BR"/>
              <a:t>Índice | Até 14 títulos</a:t>
            </a:r>
            <a:endParaRPr lang="en-US"/>
          </a:p>
        </p:txBody>
      </p:sp>
      <p:sp>
        <p:nvSpPr>
          <p:cNvPr id="96" name="Text Placeholder 10">
            <a:extLst>
              <a:ext uri="{FF2B5EF4-FFF2-40B4-BE49-F238E27FC236}">
                <a16:creationId xmlns:a16="http://schemas.microsoft.com/office/drawing/2014/main" id="{86EE135B-8461-A8E5-B808-1CCC5F3ABF32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defRPr sz="900" baseline="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7" name="Text Placeholder 21">
            <a:extLst>
              <a:ext uri="{FF2B5EF4-FFF2-40B4-BE49-F238E27FC236}">
                <a16:creationId xmlns:a16="http://schemas.microsoft.com/office/drawing/2014/main" id="{C68EECD8-4868-C403-065A-798C94914B21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1112441" y="1294749"/>
            <a:ext cx="3633266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98" name="Text Placeholder 21">
            <a:extLst>
              <a:ext uri="{FF2B5EF4-FFF2-40B4-BE49-F238E27FC236}">
                <a16:creationId xmlns:a16="http://schemas.microsoft.com/office/drawing/2014/main" id="{377F7479-B5E7-D307-06B9-71E3BA37F3EF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1112441" y="2053172"/>
            <a:ext cx="3633266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99" name="Text Placeholder 21">
            <a:extLst>
              <a:ext uri="{FF2B5EF4-FFF2-40B4-BE49-F238E27FC236}">
                <a16:creationId xmlns:a16="http://schemas.microsoft.com/office/drawing/2014/main" id="{A9CB3A34-F081-C677-A00F-67C1873C062A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1112441" y="2813030"/>
            <a:ext cx="3633266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0" name="Text Placeholder 21">
            <a:extLst>
              <a:ext uri="{FF2B5EF4-FFF2-40B4-BE49-F238E27FC236}">
                <a16:creationId xmlns:a16="http://schemas.microsoft.com/office/drawing/2014/main" id="{66627ED0-3A46-8737-6897-D3BDDB091302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1112441" y="3578536"/>
            <a:ext cx="3633266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1" name="Text Placeholder 21">
            <a:extLst>
              <a:ext uri="{FF2B5EF4-FFF2-40B4-BE49-F238E27FC236}">
                <a16:creationId xmlns:a16="http://schemas.microsoft.com/office/drawing/2014/main" id="{4A98C90D-F543-2D3A-9F32-FF02504B384D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6873479" y="1298388"/>
            <a:ext cx="3633266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2" name="Text Placeholder 21">
            <a:extLst>
              <a:ext uri="{FF2B5EF4-FFF2-40B4-BE49-F238E27FC236}">
                <a16:creationId xmlns:a16="http://schemas.microsoft.com/office/drawing/2014/main" id="{02D303FD-4338-9202-3742-445CFAC544F9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6873479" y="2051616"/>
            <a:ext cx="3633266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3" name="Text Placeholder 21">
            <a:extLst>
              <a:ext uri="{FF2B5EF4-FFF2-40B4-BE49-F238E27FC236}">
                <a16:creationId xmlns:a16="http://schemas.microsoft.com/office/drawing/2014/main" id="{DAB51C54-4BA1-024C-8F1D-E61343BFAC42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873479" y="2808937"/>
            <a:ext cx="3633266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4" name="Text Placeholder 21">
            <a:extLst>
              <a:ext uri="{FF2B5EF4-FFF2-40B4-BE49-F238E27FC236}">
                <a16:creationId xmlns:a16="http://schemas.microsoft.com/office/drawing/2014/main" id="{31C27C31-0117-4C41-7DD9-9A95AE01F9D5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6873479" y="3576980"/>
            <a:ext cx="3633266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5" name="Text Placeholder 21">
            <a:extLst>
              <a:ext uri="{FF2B5EF4-FFF2-40B4-BE49-F238E27FC236}">
                <a16:creationId xmlns:a16="http://schemas.microsoft.com/office/drawing/2014/main" id="{305C7304-230E-F6CE-A76D-99DF1E692F08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334965" y="1272292"/>
            <a:ext cx="562844" cy="492443"/>
          </a:xfrm>
          <a:prstGeom prst="rect">
            <a:avLst/>
          </a:prstGeom>
          <a:noFill/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1.</a:t>
            </a:r>
            <a:endParaRPr lang="pt-BR"/>
          </a:p>
        </p:txBody>
      </p:sp>
      <p:sp>
        <p:nvSpPr>
          <p:cNvPr id="106" name="Text Placeholder 21">
            <a:extLst>
              <a:ext uri="{FF2B5EF4-FFF2-40B4-BE49-F238E27FC236}">
                <a16:creationId xmlns:a16="http://schemas.microsoft.com/office/drawing/2014/main" id="{646BD931-2CC9-4B26-938C-C6A9327B317A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334965" y="2021813"/>
            <a:ext cx="562844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2.</a:t>
            </a:r>
            <a:endParaRPr lang="pt-BR"/>
          </a:p>
        </p:txBody>
      </p:sp>
      <p:sp>
        <p:nvSpPr>
          <p:cNvPr id="107" name="Text Placeholder 21">
            <a:extLst>
              <a:ext uri="{FF2B5EF4-FFF2-40B4-BE49-F238E27FC236}">
                <a16:creationId xmlns:a16="http://schemas.microsoft.com/office/drawing/2014/main" id="{7EF60F9A-51DE-3649-80E7-711C186485AA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334965" y="2779134"/>
            <a:ext cx="562844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3.</a:t>
            </a:r>
            <a:endParaRPr lang="pt-BR"/>
          </a:p>
        </p:txBody>
      </p:sp>
      <p:sp>
        <p:nvSpPr>
          <p:cNvPr id="108" name="Text Placeholder 21">
            <a:extLst>
              <a:ext uri="{FF2B5EF4-FFF2-40B4-BE49-F238E27FC236}">
                <a16:creationId xmlns:a16="http://schemas.microsoft.com/office/drawing/2014/main" id="{454FB385-5582-984D-3BEC-2409DCFBBEA7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334965" y="3544640"/>
            <a:ext cx="562844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4.</a:t>
            </a:r>
            <a:endParaRPr lang="pt-BR"/>
          </a:p>
        </p:txBody>
      </p:sp>
      <p:sp>
        <p:nvSpPr>
          <p:cNvPr id="109" name="Text Placeholder 21">
            <a:extLst>
              <a:ext uri="{FF2B5EF4-FFF2-40B4-BE49-F238E27FC236}">
                <a16:creationId xmlns:a16="http://schemas.microsoft.com/office/drawing/2014/main" id="{48AFB4A3-A713-3B36-5C4C-116B17982407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6096003" y="1277486"/>
            <a:ext cx="562844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8.</a:t>
            </a:r>
            <a:endParaRPr lang="pt-BR"/>
          </a:p>
        </p:txBody>
      </p:sp>
      <p:sp>
        <p:nvSpPr>
          <p:cNvPr id="110" name="Text Placeholder 21">
            <a:extLst>
              <a:ext uri="{FF2B5EF4-FFF2-40B4-BE49-F238E27FC236}">
                <a16:creationId xmlns:a16="http://schemas.microsoft.com/office/drawing/2014/main" id="{455A5A6A-C346-A345-7676-47650852DEC5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6096003" y="2021813"/>
            <a:ext cx="562844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9.</a:t>
            </a:r>
            <a:endParaRPr lang="pt-BR"/>
          </a:p>
        </p:txBody>
      </p:sp>
      <p:sp>
        <p:nvSpPr>
          <p:cNvPr id="111" name="Text Placeholder 21">
            <a:extLst>
              <a:ext uri="{FF2B5EF4-FFF2-40B4-BE49-F238E27FC236}">
                <a16:creationId xmlns:a16="http://schemas.microsoft.com/office/drawing/2014/main" id="{C9036724-53EE-61EA-4F36-0647670CC647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6096003" y="2779134"/>
            <a:ext cx="562844" cy="492443"/>
          </a:xfrm>
          <a:prstGeom prst="rect">
            <a:avLst/>
          </a:prstGeom>
          <a:noFill/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10.</a:t>
            </a:r>
            <a:endParaRPr lang="pt-BR"/>
          </a:p>
        </p:txBody>
      </p:sp>
      <p:sp>
        <p:nvSpPr>
          <p:cNvPr id="112" name="Text Placeholder 21">
            <a:extLst>
              <a:ext uri="{FF2B5EF4-FFF2-40B4-BE49-F238E27FC236}">
                <a16:creationId xmlns:a16="http://schemas.microsoft.com/office/drawing/2014/main" id="{59FC8DE1-DA8C-E6FC-0074-C1233AE33862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6096003" y="3544640"/>
            <a:ext cx="562844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11.</a:t>
            </a:r>
            <a:endParaRPr lang="pt-BR"/>
          </a:p>
        </p:txBody>
      </p:sp>
      <p:sp>
        <p:nvSpPr>
          <p:cNvPr id="113" name="Text Placeholder 21">
            <a:extLst>
              <a:ext uri="{FF2B5EF4-FFF2-40B4-BE49-F238E27FC236}">
                <a16:creationId xmlns:a16="http://schemas.microsoft.com/office/drawing/2014/main" id="{CD7EC131-607A-502B-D5DB-EACD3848C447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1112441" y="4354249"/>
            <a:ext cx="3633266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14" name="Text Placeholder 21">
            <a:extLst>
              <a:ext uri="{FF2B5EF4-FFF2-40B4-BE49-F238E27FC236}">
                <a16:creationId xmlns:a16="http://schemas.microsoft.com/office/drawing/2014/main" id="{39366CD8-736E-E9F0-1631-408CE9342B73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6873479" y="4352693"/>
            <a:ext cx="3633266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15" name="Text Placeholder 21">
            <a:extLst>
              <a:ext uri="{FF2B5EF4-FFF2-40B4-BE49-F238E27FC236}">
                <a16:creationId xmlns:a16="http://schemas.microsoft.com/office/drawing/2014/main" id="{A36BD412-4DD9-0776-5A73-B5939ACF9185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334965" y="4320353"/>
            <a:ext cx="562844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5.</a:t>
            </a:r>
            <a:endParaRPr lang="pt-BR"/>
          </a:p>
        </p:txBody>
      </p:sp>
      <p:sp>
        <p:nvSpPr>
          <p:cNvPr id="116" name="Text Placeholder 21">
            <a:extLst>
              <a:ext uri="{FF2B5EF4-FFF2-40B4-BE49-F238E27FC236}">
                <a16:creationId xmlns:a16="http://schemas.microsoft.com/office/drawing/2014/main" id="{0D56432C-F90B-BE78-9849-16EDFA25EDF3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6096003" y="4320353"/>
            <a:ext cx="562844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12.</a:t>
            </a:r>
            <a:endParaRPr lang="pt-BR"/>
          </a:p>
        </p:txBody>
      </p:sp>
      <p:sp>
        <p:nvSpPr>
          <p:cNvPr id="26" name="Text Placeholder 21">
            <a:extLst>
              <a:ext uri="{FF2B5EF4-FFF2-40B4-BE49-F238E27FC236}">
                <a16:creationId xmlns:a16="http://schemas.microsoft.com/office/drawing/2014/main" id="{C5B1F338-8D07-6165-2984-C97D76B836F9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1112441" y="5133711"/>
            <a:ext cx="3633266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27" name="Text Placeholder 21">
            <a:extLst>
              <a:ext uri="{FF2B5EF4-FFF2-40B4-BE49-F238E27FC236}">
                <a16:creationId xmlns:a16="http://schemas.microsoft.com/office/drawing/2014/main" id="{6AC2D12D-986D-3DD5-FBFC-D384978B998E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6873479" y="5132155"/>
            <a:ext cx="3633266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28" name="Text Placeholder 21">
            <a:extLst>
              <a:ext uri="{FF2B5EF4-FFF2-40B4-BE49-F238E27FC236}">
                <a16:creationId xmlns:a16="http://schemas.microsoft.com/office/drawing/2014/main" id="{91E97FC2-9348-4E3B-00E5-76B9F5F34636}"/>
              </a:ext>
            </a:extLst>
          </p:cNvPr>
          <p:cNvSpPr>
            <a:spLocks noGrp="1"/>
          </p:cNvSpPr>
          <p:nvPr>
            <p:ph type="body" sz="quarter" idx="39" hasCustomPrompt="1"/>
          </p:nvPr>
        </p:nvSpPr>
        <p:spPr>
          <a:xfrm>
            <a:off x="334965" y="5099815"/>
            <a:ext cx="562844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6.</a:t>
            </a:r>
            <a:endParaRPr lang="pt-BR"/>
          </a:p>
        </p:txBody>
      </p:sp>
      <p:sp>
        <p:nvSpPr>
          <p:cNvPr id="29" name="Text Placeholder 21">
            <a:extLst>
              <a:ext uri="{FF2B5EF4-FFF2-40B4-BE49-F238E27FC236}">
                <a16:creationId xmlns:a16="http://schemas.microsoft.com/office/drawing/2014/main" id="{10FCC27C-9F7B-60DD-448A-FA5C70190D61}"/>
              </a:ext>
            </a:extLst>
          </p:cNvPr>
          <p:cNvSpPr>
            <a:spLocks noGrp="1"/>
          </p:cNvSpPr>
          <p:nvPr>
            <p:ph type="body" sz="quarter" idx="40" hasCustomPrompt="1"/>
          </p:nvPr>
        </p:nvSpPr>
        <p:spPr>
          <a:xfrm>
            <a:off x="6096003" y="5099815"/>
            <a:ext cx="562844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13.</a:t>
            </a:r>
            <a:endParaRPr lang="pt-BR"/>
          </a:p>
        </p:txBody>
      </p:sp>
      <p:sp>
        <p:nvSpPr>
          <p:cNvPr id="30" name="Text Placeholder 21">
            <a:extLst>
              <a:ext uri="{FF2B5EF4-FFF2-40B4-BE49-F238E27FC236}">
                <a16:creationId xmlns:a16="http://schemas.microsoft.com/office/drawing/2014/main" id="{647A3C75-F52C-9572-4AC8-DF3C9EC74895}"/>
              </a:ext>
            </a:extLst>
          </p:cNvPr>
          <p:cNvSpPr>
            <a:spLocks noGrp="1"/>
          </p:cNvSpPr>
          <p:nvPr>
            <p:ph type="body" sz="quarter" idx="41" hasCustomPrompt="1"/>
          </p:nvPr>
        </p:nvSpPr>
        <p:spPr>
          <a:xfrm>
            <a:off x="1112441" y="5909424"/>
            <a:ext cx="3633266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31" name="Text Placeholder 21">
            <a:extLst>
              <a:ext uri="{FF2B5EF4-FFF2-40B4-BE49-F238E27FC236}">
                <a16:creationId xmlns:a16="http://schemas.microsoft.com/office/drawing/2014/main" id="{CF181672-FCCE-ED51-44CD-B257A5102052}"/>
              </a:ext>
            </a:extLst>
          </p:cNvPr>
          <p:cNvSpPr>
            <a:spLocks noGrp="1"/>
          </p:cNvSpPr>
          <p:nvPr>
            <p:ph type="body" sz="quarter" idx="42" hasCustomPrompt="1"/>
          </p:nvPr>
        </p:nvSpPr>
        <p:spPr>
          <a:xfrm>
            <a:off x="6873479" y="5907868"/>
            <a:ext cx="3633266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32" name="Text Placeholder 21">
            <a:extLst>
              <a:ext uri="{FF2B5EF4-FFF2-40B4-BE49-F238E27FC236}">
                <a16:creationId xmlns:a16="http://schemas.microsoft.com/office/drawing/2014/main" id="{C4E37429-91F7-9872-16AB-E9D998B9B034}"/>
              </a:ext>
            </a:extLst>
          </p:cNvPr>
          <p:cNvSpPr>
            <a:spLocks noGrp="1"/>
          </p:cNvSpPr>
          <p:nvPr>
            <p:ph type="body" sz="quarter" idx="43" hasCustomPrompt="1"/>
          </p:nvPr>
        </p:nvSpPr>
        <p:spPr>
          <a:xfrm>
            <a:off x="334965" y="5875528"/>
            <a:ext cx="562844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7.</a:t>
            </a:r>
            <a:endParaRPr lang="pt-BR"/>
          </a:p>
        </p:txBody>
      </p:sp>
      <p:sp>
        <p:nvSpPr>
          <p:cNvPr id="33" name="Text Placeholder 21">
            <a:extLst>
              <a:ext uri="{FF2B5EF4-FFF2-40B4-BE49-F238E27FC236}">
                <a16:creationId xmlns:a16="http://schemas.microsoft.com/office/drawing/2014/main" id="{996E1AEB-6FC0-93DB-7162-B62353FB6F67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6096003" y="5875528"/>
            <a:ext cx="562844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14.</a:t>
            </a:r>
            <a:endParaRPr lang="pt-BR"/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1352B972-1623-C7B4-AF77-24C25FC1A7A7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accent4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476187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065">
          <p15:clr>
            <a:srgbClr val="FBAE40"/>
          </p15:clr>
        </p15:guide>
        <p15:guide id="2" pos="211">
          <p15:clr>
            <a:srgbClr val="FBAE40"/>
          </p15:clr>
        </p15:guide>
        <p15:guide id="3" orient="horz" pos="3997">
          <p15:clr>
            <a:srgbClr val="FBAE40"/>
          </p15:clr>
        </p15:guide>
        <p15:guide id="4" pos="7469">
          <p15:clr>
            <a:srgbClr val="FBAE40"/>
          </p15:clr>
        </p15:guide>
        <p15:guide id="5" orient="horz" pos="232">
          <p15:clr>
            <a:srgbClr val="FBAE40"/>
          </p15:clr>
        </p15:guide>
        <p15:guide id="6" orient="horz" pos="504">
          <p15:clr>
            <a:srgbClr val="FBAE40"/>
          </p15:clr>
        </p15:guide>
        <p15:guide id="7" orient="horz" pos="799">
          <p15:clr>
            <a:srgbClr val="FBAE40"/>
          </p15:clr>
        </p15:guide>
      </p15:sldGuideLst>
    </p:ext>
  </p:extLst>
</p:sldLayout>
</file>

<file path=ppt/slideLayouts/slideLayout71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_Blank">
    <p:bg>
      <p:bgPr>
        <a:gradFill>
          <a:gsLst>
            <a:gs pos="100000">
              <a:schemeClr val="tx1">
                <a:lumMod val="95000"/>
                <a:lumOff val="5000"/>
              </a:schemeClr>
            </a:gs>
            <a:gs pos="0">
              <a:schemeClr val="tx1">
                <a:lumMod val="85000"/>
                <a:lumOff val="15000"/>
              </a:schemeClr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9151809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81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itle and Content">
    <p:bg>
      <p:bgPr>
        <a:gradFill>
          <a:gsLst>
            <a:gs pos="100000">
              <a:schemeClr val="tx1"/>
            </a:gs>
            <a:gs pos="0">
              <a:schemeClr val="tx1">
                <a:lumMod val="95000"/>
                <a:lumOff val="5000"/>
              </a:schemeClr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object 5">
            <a:extLst>
              <a:ext uri="{FF2B5EF4-FFF2-40B4-BE49-F238E27FC236}">
                <a16:creationId xmlns:a16="http://schemas.microsoft.com/office/drawing/2014/main" id="{E48CEA9B-7AE1-C9CB-91D5-73FE3580D72F}"/>
              </a:ext>
            </a:extLst>
          </p:cNvPr>
          <p:cNvSpPr/>
          <p:nvPr userDrawn="1"/>
        </p:nvSpPr>
        <p:spPr>
          <a:xfrm flipV="1">
            <a:off x="334963" y="87564"/>
            <a:ext cx="11520864" cy="256427"/>
          </a:xfrm>
          <a:custGeom>
            <a:avLst/>
            <a:gdLst/>
            <a:ahLst/>
            <a:cxnLst/>
            <a:rect l="l" t="t" r="r" b="b"/>
            <a:pathLst>
              <a:path w="19125565">
                <a:moveTo>
                  <a:pt x="0" y="0"/>
                </a:moveTo>
                <a:lnTo>
                  <a:pt x="19125114" y="0"/>
                </a:lnTo>
              </a:path>
            </a:pathLst>
          </a:custGeom>
          <a:ln w="635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pPr defTabSz="554492">
              <a:buClrTx/>
              <a:defRPr/>
            </a:pPr>
            <a:endParaRPr sz="1092">
              <a:solidFill>
                <a:sysClr val="windowText" lastClr="000000"/>
              </a:solidFill>
            </a:endParaRPr>
          </a:p>
        </p:txBody>
      </p:sp>
      <p:sp>
        <p:nvSpPr>
          <p:cNvPr id="8" name="Picture 8">
            <a:extLst>
              <a:ext uri="{FF2B5EF4-FFF2-40B4-BE49-F238E27FC236}">
                <a16:creationId xmlns:a16="http://schemas.microsoft.com/office/drawing/2014/main" id="{3F134C83-D46A-88D2-FB6A-3AF20F41AFB2}"/>
              </a:ext>
            </a:extLst>
          </p:cNvPr>
          <p:cNvSpPr/>
          <p:nvPr/>
        </p:nvSpPr>
        <p:spPr>
          <a:xfrm>
            <a:off x="11100750" y="513297"/>
            <a:ext cx="755077" cy="256427"/>
          </a:xfrm>
          <a:custGeom>
            <a:avLst/>
            <a:gdLst>
              <a:gd name="connsiteX0" fmla="*/ 729170 w 755077"/>
              <a:gd name="connsiteY0" fmla="*/ 141860 h 256427"/>
              <a:gd name="connsiteX1" fmla="*/ 755078 w 755077"/>
              <a:gd name="connsiteY1" fmla="*/ 82229 h 256427"/>
              <a:gd name="connsiteX2" fmla="*/ 729170 w 755077"/>
              <a:gd name="connsiteY2" fmla="*/ 22599 h 256427"/>
              <a:gd name="connsiteX3" fmla="*/ 662720 w 755077"/>
              <a:gd name="connsiteY3" fmla="*/ 0 h 256427"/>
              <a:gd name="connsiteX4" fmla="*/ 596270 w 755077"/>
              <a:gd name="connsiteY4" fmla="*/ 22599 h 256427"/>
              <a:gd name="connsiteX5" fmla="*/ 570363 w 755077"/>
              <a:gd name="connsiteY5" fmla="*/ 82229 h 256427"/>
              <a:gd name="connsiteX6" fmla="*/ 596270 w 755077"/>
              <a:gd name="connsiteY6" fmla="*/ 141860 h 256427"/>
              <a:gd name="connsiteX7" fmla="*/ 662720 w 755077"/>
              <a:gd name="connsiteY7" fmla="*/ 164459 h 256427"/>
              <a:gd name="connsiteX8" fmla="*/ 729170 w 755077"/>
              <a:gd name="connsiteY8" fmla="*/ 141860 h 256427"/>
              <a:gd name="connsiteX9" fmla="*/ 596089 w 755077"/>
              <a:gd name="connsiteY9" fmla="*/ 82229 h 256427"/>
              <a:gd name="connsiteX10" fmla="*/ 613852 w 755077"/>
              <a:gd name="connsiteY10" fmla="*/ 41282 h 256427"/>
              <a:gd name="connsiteX11" fmla="*/ 662720 w 755077"/>
              <a:gd name="connsiteY11" fmla="*/ 25357 h 256427"/>
              <a:gd name="connsiteX12" fmla="*/ 711588 w 755077"/>
              <a:gd name="connsiteY12" fmla="*/ 41282 h 256427"/>
              <a:gd name="connsiteX13" fmla="*/ 729351 w 755077"/>
              <a:gd name="connsiteY13" fmla="*/ 82229 h 256427"/>
              <a:gd name="connsiteX14" fmla="*/ 711588 w 755077"/>
              <a:gd name="connsiteY14" fmla="*/ 123177 h 256427"/>
              <a:gd name="connsiteX15" fmla="*/ 662720 w 755077"/>
              <a:gd name="connsiteY15" fmla="*/ 139093 h 256427"/>
              <a:gd name="connsiteX16" fmla="*/ 613852 w 755077"/>
              <a:gd name="connsiteY16" fmla="*/ 123177 h 256427"/>
              <a:gd name="connsiteX17" fmla="*/ 596089 w 755077"/>
              <a:gd name="connsiteY17" fmla="*/ 82229 h 256427"/>
              <a:gd name="connsiteX18" fmla="*/ 234957 w 755077"/>
              <a:gd name="connsiteY18" fmla="*/ 204267 h 256427"/>
              <a:gd name="connsiteX19" fmla="*/ 246049 w 755077"/>
              <a:gd name="connsiteY19" fmla="*/ 201210 h 256427"/>
              <a:gd name="connsiteX20" fmla="*/ 257882 w 755077"/>
              <a:gd name="connsiteY20" fmla="*/ 204791 h 256427"/>
              <a:gd name="connsiteX21" fmla="*/ 264390 w 755077"/>
              <a:gd name="connsiteY21" fmla="*/ 214748 h 256427"/>
              <a:gd name="connsiteX22" fmla="*/ 271993 w 755077"/>
              <a:gd name="connsiteY22" fmla="*/ 214748 h 256427"/>
              <a:gd name="connsiteX23" fmla="*/ 263387 w 755077"/>
              <a:gd name="connsiteY23" fmla="*/ 199718 h 256427"/>
              <a:gd name="connsiteX24" fmla="*/ 246401 w 755077"/>
              <a:gd name="connsiteY24" fmla="*/ 194211 h 256427"/>
              <a:gd name="connsiteX25" fmla="*/ 231025 w 755077"/>
              <a:gd name="connsiteY25" fmla="*/ 198099 h 256427"/>
              <a:gd name="connsiteX26" fmla="*/ 220810 w 755077"/>
              <a:gd name="connsiteY26" fmla="*/ 209069 h 256427"/>
              <a:gd name="connsiteX27" fmla="*/ 217231 w 755077"/>
              <a:gd name="connsiteY27" fmla="*/ 225319 h 256427"/>
              <a:gd name="connsiteX28" fmla="*/ 220810 w 755077"/>
              <a:gd name="connsiteY28" fmla="*/ 241615 h 256427"/>
              <a:gd name="connsiteX29" fmla="*/ 231025 w 755077"/>
              <a:gd name="connsiteY29" fmla="*/ 252539 h 256427"/>
              <a:gd name="connsiteX30" fmla="*/ 246401 w 755077"/>
              <a:gd name="connsiteY30" fmla="*/ 256428 h 256427"/>
              <a:gd name="connsiteX31" fmla="*/ 263387 w 755077"/>
              <a:gd name="connsiteY31" fmla="*/ 250920 h 256427"/>
              <a:gd name="connsiteX32" fmla="*/ 271902 w 755077"/>
              <a:gd name="connsiteY32" fmla="*/ 235891 h 256427"/>
              <a:gd name="connsiteX33" fmla="*/ 264300 w 755077"/>
              <a:gd name="connsiteY33" fmla="*/ 235891 h 256427"/>
              <a:gd name="connsiteX34" fmla="*/ 257837 w 755077"/>
              <a:gd name="connsiteY34" fmla="*/ 245892 h 256427"/>
              <a:gd name="connsiteX35" fmla="*/ 246049 w 755077"/>
              <a:gd name="connsiteY35" fmla="*/ 249428 h 256427"/>
              <a:gd name="connsiteX36" fmla="*/ 234957 w 755077"/>
              <a:gd name="connsiteY36" fmla="*/ 246372 h 256427"/>
              <a:gd name="connsiteX37" fmla="*/ 227581 w 755077"/>
              <a:gd name="connsiteY37" fmla="*/ 237808 h 256427"/>
              <a:gd name="connsiteX38" fmla="*/ 225005 w 755077"/>
              <a:gd name="connsiteY38" fmla="*/ 225310 h 256427"/>
              <a:gd name="connsiteX39" fmla="*/ 227581 w 755077"/>
              <a:gd name="connsiteY39" fmla="*/ 212776 h 256427"/>
              <a:gd name="connsiteX40" fmla="*/ 234957 w 755077"/>
              <a:gd name="connsiteY40" fmla="*/ 204258 h 256427"/>
              <a:gd name="connsiteX41" fmla="*/ 330858 w 755077"/>
              <a:gd name="connsiteY41" fmla="*/ 194744 h 256427"/>
              <a:gd name="connsiteX42" fmla="*/ 307536 w 755077"/>
              <a:gd name="connsiteY42" fmla="*/ 255903 h 256427"/>
              <a:gd name="connsiteX43" fmla="*/ 315392 w 755077"/>
              <a:gd name="connsiteY43" fmla="*/ 255903 h 256427"/>
              <a:gd name="connsiteX44" fmla="*/ 321855 w 755077"/>
              <a:gd name="connsiteY44" fmla="*/ 239390 h 256427"/>
              <a:gd name="connsiteX45" fmla="*/ 348495 w 755077"/>
              <a:gd name="connsiteY45" fmla="*/ 239390 h 256427"/>
              <a:gd name="connsiteX46" fmla="*/ 354958 w 755077"/>
              <a:gd name="connsiteY46" fmla="*/ 255903 h 256427"/>
              <a:gd name="connsiteX47" fmla="*/ 363076 w 755077"/>
              <a:gd name="connsiteY47" fmla="*/ 255903 h 256427"/>
              <a:gd name="connsiteX48" fmla="*/ 339844 w 755077"/>
              <a:gd name="connsiteY48" fmla="*/ 194744 h 256427"/>
              <a:gd name="connsiteX49" fmla="*/ 330849 w 755077"/>
              <a:gd name="connsiteY49" fmla="*/ 194744 h 256427"/>
              <a:gd name="connsiteX50" fmla="*/ 324133 w 755077"/>
              <a:gd name="connsiteY50" fmla="*/ 232490 h 256427"/>
              <a:gd name="connsiteX51" fmla="*/ 335134 w 755077"/>
              <a:gd name="connsiteY51" fmla="*/ 203046 h 256427"/>
              <a:gd name="connsiteX52" fmla="*/ 346226 w 755077"/>
              <a:gd name="connsiteY52" fmla="*/ 232490 h 256427"/>
              <a:gd name="connsiteX53" fmla="*/ 324124 w 755077"/>
              <a:gd name="connsiteY53" fmla="*/ 232490 h 256427"/>
              <a:gd name="connsiteX54" fmla="*/ 715231 w 755077"/>
              <a:gd name="connsiteY54" fmla="*/ 194744 h 256427"/>
              <a:gd name="connsiteX55" fmla="*/ 707638 w 755077"/>
              <a:gd name="connsiteY55" fmla="*/ 194744 h 256427"/>
              <a:gd name="connsiteX56" fmla="*/ 707638 w 755077"/>
              <a:gd name="connsiteY56" fmla="*/ 255903 h 256427"/>
              <a:gd name="connsiteX57" fmla="*/ 743100 w 755077"/>
              <a:gd name="connsiteY57" fmla="*/ 255903 h 256427"/>
              <a:gd name="connsiteX58" fmla="*/ 743100 w 755077"/>
              <a:gd name="connsiteY58" fmla="*/ 248913 h 256427"/>
              <a:gd name="connsiteX59" fmla="*/ 715240 w 755077"/>
              <a:gd name="connsiteY59" fmla="*/ 248913 h 256427"/>
              <a:gd name="connsiteX60" fmla="*/ 715240 w 755077"/>
              <a:gd name="connsiteY60" fmla="*/ 194744 h 256427"/>
              <a:gd name="connsiteX61" fmla="*/ 247423 w 755077"/>
              <a:gd name="connsiteY61" fmla="*/ 2089 h 256427"/>
              <a:gd name="connsiteX62" fmla="*/ 222392 w 755077"/>
              <a:gd name="connsiteY62" fmla="*/ 2089 h 256427"/>
              <a:gd name="connsiteX63" fmla="*/ 222392 w 755077"/>
              <a:gd name="connsiteY63" fmla="*/ 162361 h 256427"/>
              <a:gd name="connsiteX64" fmla="*/ 247423 w 755077"/>
              <a:gd name="connsiteY64" fmla="*/ 162361 h 256427"/>
              <a:gd name="connsiteX65" fmla="*/ 247423 w 755077"/>
              <a:gd name="connsiteY65" fmla="*/ 2089 h 256427"/>
              <a:gd name="connsiteX66" fmla="*/ 79458 w 755077"/>
              <a:gd name="connsiteY66" fmla="*/ 61810 h 256427"/>
              <a:gd name="connsiteX67" fmla="*/ 79458 w 755077"/>
              <a:gd name="connsiteY67" fmla="*/ 162370 h 256427"/>
              <a:gd name="connsiteX68" fmla="*/ 105230 w 755077"/>
              <a:gd name="connsiteY68" fmla="*/ 162370 h 256427"/>
              <a:gd name="connsiteX69" fmla="*/ 105212 w 755077"/>
              <a:gd name="connsiteY69" fmla="*/ 61810 h 256427"/>
              <a:gd name="connsiteX70" fmla="*/ 93786 w 755077"/>
              <a:gd name="connsiteY70" fmla="*/ 28296 h 256427"/>
              <a:gd name="connsiteX71" fmla="*/ 92330 w 755077"/>
              <a:gd name="connsiteY71" fmla="*/ 26415 h 256427"/>
              <a:gd name="connsiteX72" fmla="*/ 90875 w 755077"/>
              <a:gd name="connsiteY72" fmla="*/ 28296 h 256427"/>
              <a:gd name="connsiteX73" fmla="*/ 79449 w 755077"/>
              <a:gd name="connsiteY73" fmla="*/ 61810 h 256427"/>
              <a:gd name="connsiteX74" fmla="*/ 46608 w 755077"/>
              <a:gd name="connsiteY74" fmla="*/ 2089 h 256427"/>
              <a:gd name="connsiteX75" fmla="*/ 0 w 755077"/>
              <a:gd name="connsiteY75" fmla="*/ 2089 h 256427"/>
              <a:gd name="connsiteX76" fmla="*/ 0 w 755077"/>
              <a:gd name="connsiteY76" fmla="*/ 26415 h 256427"/>
              <a:gd name="connsiteX77" fmla="*/ 92330 w 755077"/>
              <a:gd name="connsiteY77" fmla="*/ 26415 h 256427"/>
              <a:gd name="connsiteX78" fmla="*/ 90043 w 755077"/>
              <a:gd name="connsiteY78" fmla="*/ 23458 h 256427"/>
              <a:gd name="connsiteX79" fmla="*/ 46608 w 755077"/>
              <a:gd name="connsiteY79" fmla="*/ 2089 h 256427"/>
              <a:gd name="connsiteX80" fmla="*/ 94618 w 755077"/>
              <a:gd name="connsiteY80" fmla="*/ 23458 h 256427"/>
              <a:gd name="connsiteX81" fmla="*/ 92330 w 755077"/>
              <a:gd name="connsiteY81" fmla="*/ 26415 h 256427"/>
              <a:gd name="connsiteX82" fmla="*/ 184661 w 755077"/>
              <a:gd name="connsiteY82" fmla="*/ 26415 h 256427"/>
              <a:gd name="connsiteX83" fmla="*/ 184661 w 755077"/>
              <a:gd name="connsiteY83" fmla="*/ 2089 h 256427"/>
              <a:gd name="connsiteX84" fmla="*/ 138053 w 755077"/>
              <a:gd name="connsiteY84" fmla="*/ 2089 h 256427"/>
              <a:gd name="connsiteX85" fmla="*/ 94608 w 755077"/>
              <a:gd name="connsiteY85" fmla="*/ 23458 h 256427"/>
              <a:gd name="connsiteX86" fmla="*/ 507601 w 755077"/>
              <a:gd name="connsiteY86" fmla="*/ 162361 h 256427"/>
              <a:gd name="connsiteX87" fmla="*/ 532631 w 755077"/>
              <a:gd name="connsiteY87" fmla="*/ 162361 h 256427"/>
              <a:gd name="connsiteX88" fmla="*/ 532631 w 755077"/>
              <a:gd name="connsiteY88" fmla="*/ 2089 h 256427"/>
              <a:gd name="connsiteX89" fmla="*/ 507601 w 755077"/>
              <a:gd name="connsiteY89" fmla="*/ 2089 h 256427"/>
              <a:gd name="connsiteX90" fmla="*/ 507601 w 755077"/>
              <a:gd name="connsiteY90" fmla="*/ 162361 h 256427"/>
              <a:gd name="connsiteX91" fmla="*/ 488238 w 755077"/>
              <a:gd name="connsiteY91" fmla="*/ 255903 h 256427"/>
              <a:gd name="connsiteX92" fmla="*/ 495840 w 755077"/>
              <a:gd name="connsiteY92" fmla="*/ 255903 h 256427"/>
              <a:gd name="connsiteX93" fmla="*/ 495840 w 755077"/>
              <a:gd name="connsiteY93" fmla="*/ 194744 h 256427"/>
              <a:gd name="connsiteX94" fmla="*/ 488238 w 755077"/>
              <a:gd name="connsiteY94" fmla="*/ 194744 h 256427"/>
              <a:gd name="connsiteX95" fmla="*/ 488238 w 755077"/>
              <a:gd name="connsiteY95" fmla="*/ 255903 h 256427"/>
              <a:gd name="connsiteX96" fmla="*/ 537151 w 755077"/>
              <a:gd name="connsiteY96" fmla="*/ 201735 h 256427"/>
              <a:gd name="connsiteX97" fmla="*/ 556975 w 755077"/>
              <a:gd name="connsiteY97" fmla="*/ 201735 h 256427"/>
              <a:gd name="connsiteX98" fmla="*/ 556975 w 755077"/>
              <a:gd name="connsiteY98" fmla="*/ 255903 h 256427"/>
              <a:gd name="connsiteX99" fmla="*/ 564577 w 755077"/>
              <a:gd name="connsiteY99" fmla="*/ 255903 h 256427"/>
              <a:gd name="connsiteX100" fmla="*/ 564577 w 755077"/>
              <a:gd name="connsiteY100" fmla="*/ 201735 h 256427"/>
              <a:gd name="connsiteX101" fmla="*/ 584401 w 755077"/>
              <a:gd name="connsiteY101" fmla="*/ 201735 h 256427"/>
              <a:gd name="connsiteX102" fmla="*/ 584401 w 755077"/>
              <a:gd name="connsiteY102" fmla="*/ 194744 h 256427"/>
              <a:gd name="connsiteX103" fmla="*/ 537151 w 755077"/>
              <a:gd name="connsiteY103" fmla="*/ 194744 h 256427"/>
              <a:gd name="connsiteX104" fmla="*/ 537151 w 755077"/>
              <a:gd name="connsiteY104" fmla="*/ 201735 h 256427"/>
              <a:gd name="connsiteX105" fmla="*/ 283346 w 755077"/>
              <a:gd name="connsiteY105" fmla="*/ 2089 h 256427"/>
              <a:gd name="connsiteX106" fmla="*/ 340377 w 755077"/>
              <a:gd name="connsiteY106" fmla="*/ 138134 h 256427"/>
              <a:gd name="connsiteX107" fmla="*/ 376047 w 755077"/>
              <a:gd name="connsiteY107" fmla="*/ 164450 h 256427"/>
              <a:gd name="connsiteX108" fmla="*/ 377512 w 755077"/>
              <a:gd name="connsiteY108" fmla="*/ 164450 h 256427"/>
              <a:gd name="connsiteX109" fmla="*/ 312237 w 755077"/>
              <a:gd name="connsiteY109" fmla="*/ 2089 h 256427"/>
              <a:gd name="connsiteX110" fmla="*/ 283346 w 755077"/>
              <a:gd name="connsiteY110" fmla="*/ 2089 h 256427"/>
              <a:gd name="connsiteX111" fmla="*/ 437309 w 755077"/>
              <a:gd name="connsiteY111" fmla="*/ 197059 h 256427"/>
              <a:gd name="connsiteX112" fmla="*/ 426651 w 755077"/>
              <a:gd name="connsiteY112" fmla="*/ 194744 h 256427"/>
              <a:gd name="connsiteX113" fmla="*/ 403157 w 755077"/>
              <a:gd name="connsiteY113" fmla="*/ 194744 h 256427"/>
              <a:gd name="connsiteX114" fmla="*/ 403157 w 755077"/>
              <a:gd name="connsiteY114" fmla="*/ 255903 h 256427"/>
              <a:gd name="connsiteX115" fmla="*/ 410759 w 755077"/>
              <a:gd name="connsiteY115" fmla="*/ 255903 h 256427"/>
              <a:gd name="connsiteX116" fmla="*/ 410759 w 755077"/>
              <a:gd name="connsiteY116" fmla="*/ 232400 h 256427"/>
              <a:gd name="connsiteX117" fmla="*/ 426660 w 755077"/>
              <a:gd name="connsiteY117" fmla="*/ 232400 h 256427"/>
              <a:gd name="connsiteX118" fmla="*/ 437273 w 755077"/>
              <a:gd name="connsiteY118" fmla="*/ 230085 h 256427"/>
              <a:gd name="connsiteX119" fmla="*/ 444387 w 755077"/>
              <a:gd name="connsiteY119" fmla="*/ 223492 h 256427"/>
              <a:gd name="connsiteX120" fmla="*/ 446918 w 755077"/>
              <a:gd name="connsiteY120" fmla="*/ 213536 h 256427"/>
              <a:gd name="connsiteX121" fmla="*/ 444432 w 755077"/>
              <a:gd name="connsiteY121" fmla="*/ 203616 h 256427"/>
              <a:gd name="connsiteX122" fmla="*/ 437318 w 755077"/>
              <a:gd name="connsiteY122" fmla="*/ 197059 h 256427"/>
              <a:gd name="connsiteX123" fmla="*/ 435564 w 755077"/>
              <a:gd name="connsiteY123" fmla="*/ 222181 h 256427"/>
              <a:gd name="connsiteX124" fmla="*/ 425955 w 755077"/>
              <a:gd name="connsiteY124" fmla="*/ 225419 h 256427"/>
              <a:gd name="connsiteX125" fmla="*/ 410759 w 755077"/>
              <a:gd name="connsiteY125" fmla="*/ 225419 h 256427"/>
              <a:gd name="connsiteX126" fmla="*/ 410759 w 755077"/>
              <a:gd name="connsiteY126" fmla="*/ 201744 h 256427"/>
              <a:gd name="connsiteX127" fmla="*/ 426045 w 755077"/>
              <a:gd name="connsiteY127" fmla="*/ 201744 h 256427"/>
              <a:gd name="connsiteX128" fmla="*/ 435609 w 755077"/>
              <a:gd name="connsiteY128" fmla="*/ 204936 h 256427"/>
              <a:gd name="connsiteX129" fmla="*/ 439144 w 755077"/>
              <a:gd name="connsiteY129" fmla="*/ 213545 h 256427"/>
              <a:gd name="connsiteX130" fmla="*/ 435564 w 755077"/>
              <a:gd name="connsiteY130" fmla="*/ 222190 h 256427"/>
              <a:gd name="connsiteX131" fmla="*/ 377503 w 755077"/>
              <a:gd name="connsiteY131" fmla="*/ 164459 h 256427"/>
              <a:gd name="connsiteX132" fmla="*/ 378967 w 755077"/>
              <a:gd name="connsiteY132" fmla="*/ 164459 h 256427"/>
              <a:gd name="connsiteX133" fmla="*/ 414637 w 755077"/>
              <a:gd name="connsiteY133" fmla="*/ 138143 h 256427"/>
              <a:gd name="connsiteX134" fmla="*/ 471668 w 755077"/>
              <a:gd name="connsiteY134" fmla="*/ 2098 h 256427"/>
              <a:gd name="connsiteX135" fmla="*/ 442778 w 755077"/>
              <a:gd name="connsiteY135" fmla="*/ 2098 h 256427"/>
              <a:gd name="connsiteX136" fmla="*/ 377503 w 755077"/>
              <a:gd name="connsiteY136" fmla="*/ 164468 h 256427"/>
              <a:gd name="connsiteX137" fmla="*/ 635303 w 755077"/>
              <a:gd name="connsiteY137" fmla="*/ 194744 h 256427"/>
              <a:gd name="connsiteX138" fmla="*/ 611981 w 755077"/>
              <a:gd name="connsiteY138" fmla="*/ 255903 h 256427"/>
              <a:gd name="connsiteX139" fmla="*/ 619845 w 755077"/>
              <a:gd name="connsiteY139" fmla="*/ 255903 h 256427"/>
              <a:gd name="connsiteX140" fmla="*/ 626309 w 755077"/>
              <a:gd name="connsiteY140" fmla="*/ 239390 h 256427"/>
              <a:gd name="connsiteX141" fmla="*/ 652948 w 755077"/>
              <a:gd name="connsiteY141" fmla="*/ 239390 h 256427"/>
              <a:gd name="connsiteX142" fmla="*/ 659412 w 755077"/>
              <a:gd name="connsiteY142" fmla="*/ 255903 h 256427"/>
              <a:gd name="connsiteX143" fmla="*/ 667529 w 755077"/>
              <a:gd name="connsiteY143" fmla="*/ 255903 h 256427"/>
              <a:gd name="connsiteX144" fmla="*/ 644298 w 755077"/>
              <a:gd name="connsiteY144" fmla="*/ 194744 h 256427"/>
              <a:gd name="connsiteX145" fmla="*/ 635303 w 755077"/>
              <a:gd name="connsiteY145" fmla="*/ 194744 h 256427"/>
              <a:gd name="connsiteX146" fmla="*/ 628578 w 755077"/>
              <a:gd name="connsiteY146" fmla="*/ 232490 h 256427"/>
              <a:gd name="connsiteX147" fmla="*/ 639579 w 755077"/>
              <a:gd name="connsiteY147" fmla="*/ 203046 h 256427"/>
              <a:gd name="connsiteX148" fmla="*/ 650670 w 755077"/>
              <a:gd name="connsiteY148" fmla="*/ 232490 h 256427"/>
              <a:gd name="connsiteX149" fmla="*/ 628569 w 755077"/>
              <a:gd name="connsiteY149" fmla="*/ 232490 h 2564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55077" h="256427">
                <a:moveTo>
                  <a:pt x="729170" y="141860"/>
                </a:moveTo>
                <a:cubicBezTo>
                  <a:pt x="745876" y="127092"/>
                  <a:pt x="755078" y="105913"/>
                  <a:pt x="755078" y="82229"/>
                </a:cubicBezTo>
                <a:cubicBezTo>
                  <a:pt x="755078" y="58545"/>
                  <a:pt x="745876" y="37366"/>
                  <a:pt x="729170" y="22599"/>
                </a:cubicBezTo>
                <a:cubicBezTo>
                  <a:pt x="712447" y="7813"/>
                  <a:pt x="689468" y="0"/>
                  <a:pt x="662720" y="0"/>
                </a:cubicBezTo>
                <a:cubicBezTo>
                  <a:pt x="635972" y="0"/>
                  <a:pt x="612993" y="7813"/>
                  <a:pt x="596270" y="22599"/>
                </a:cubicBezTo>
                <a:cubicBezTo>
                  <a:pt x="579565" y="37366"/>
                  <a:pt x="570363" y="58545"/>
                  <a:pt x="570363" y="82229"/>
                </a:cubicBezTo>
                <a:cubicBezTo>
                  <a:pt x="570363" y="105913"/>
                  <a:pt x="579565" y="127092"/>
                  <a:pt x="596270" y="141860"/>
                </a:cubicBezTo>
                <a:cubicBezTo>
                  <a:pt x="612993" y="156645"/>
                  <a:pt x="635972" y="164459"/>
                  <a:pt x="662720" y="164459"/>
                </a:cubicBezTo>
                <a:cubicBezTo>
                  <a:pt x="689468" y="164459"/>
                  <a:pt x="712447" y="156645"/>
                  <a:pt x="729170" y="141860"/>
                </a:cubicBezTo>
                <a:close/>
                <a:moveTo>
                  <a:pt x="596089" y="82229"/>
                </a:moveTo>
                <a:cubicBezTo>
                  <a:pt x="596089" y="65554"/>
                  <a:pt x="602227" y="51401"/>
                  <a:pt x="613852" y="41282"/>
                </a:cubicBezTo>
                <a:cubicBezTo>
                  <a:pt x="625821" y="30864"/>
                  <a:pt x="642716" y="25357"/>
                  <a:pt x="662720" y="25357"/>
                </a:cubicBezTo>
                <a:cubicBezTo>
                  <a:pt x="682725" y="25357"/>
                  <a:pt x="699620" y="30864"/>
                  <a:pt x="711588" y="41282"/>
                </a:cubicBezTo>
                <a:cubicBezTo>
                  <a:pt x="723204" y="51392"/>
                  <a:pt x="729351" y="65554"/>
                  <a:pt x="729351" y="82229"/>
                </a:cubicBezTo>
                <a:cubicBezTo>
                  <a:pt x="729351" y="98905"/>
                  <a:pt x="723213" y="113057"/>
                  <a:pt x="711588" y="123177"/>
                </a:cubicBezTo>
                <a:cubicBezTo>
                  <a:pt x="699620" y="133594"/>
                  <a:pt x="682725" y="139093"/>
                  <a:pt x="662720" y="139093"/>
                </a:cubicBezTo>
                <a:cubicBezTo>
                  <a:pt x="642716" y="139093"/>
                  <a:pt x="625812" y="133585"/>
                  <a:pt x="613852" y="123177"/>
                </a:cubicBezTo>
                <a:cubicBezTo>
                  <a:pt x="602236" y="113057"/>
                  <a:pt x="596089" y="98905"/>
                  <a:pt x="596089" y="82229"/>
                </a:cubicBezTo>
                <a:close/>
                <a:moveTo>
                  <a:pt x="234957" y="204267"/>
                </a:moveTo>
                <a:cubicBezTo>
                  <a:pt x="238157" y="202232"/>
                  <a:pt x="241855" y="201210"/>
                  <a:pt x="246049" y="201210"/>
                </a:cubicBezTo>
                <a:cubicBezTo>
                  <a:pt x="250704" y="201210"/>
                  <a:pt x="254655" y="202404"/>
                  <a:pt x="257882" y="204791"/>
                </a:cubicBezTo>
                <a:cubicBezTo>
                  <a:pt x="261109" y="207179"/>
                  <a:pt x="263278" y="210497"/>
                  <a:pt x="264390" y="214748"/>
                </a:cubicBezTo>
                <a:lnTo>
                  <a:pt x="271993" y="214748"/>
                </a:lnTo>
                <a:cubicBezTo>
                  <a:pt x="270826" y="208399"/>
                  <a:pt x="267961" y="203389"/>
                  <a:pt x="263387" y="199718"/>
                </a:cubicBezTo>
                <a:cubicBezTo>
                  <a:pt x="258813" y="196046"/>
                  <a:pt x="253154" y="194211"/>
                  <a:pt x="246401" y="194211"/>
                </a:cubicBezTo>
                <a:cubicBezTo>
                  <a:pt x="240580" y="194211"/>
                  <a:pt x="235454" y="195504"/>
                  <a:pt x="231025" y="198099"/>
                </a:cubicBezTo>
                <a:cubicBezTo>
                  <a:pt x="226605" y="200695"/>
                  <a:pt x="223197" y="204348"/>
                  <a:pt x="220810" y="209069"/>
                </a:cubicBezTo>
                <a:cubicBezTo>
                  <a:pt x="218424" y="213789"/>
                  <a:pt x="217231" y="219206"/>
                  <a:pt x="217231" y="225319"/>
                </a:cubicBezTo>
                <a:cubicBezTo>
                  <a:pt x="217231" y="231432"/>
                  <a:pt x="218424" y="236921"/>
                  <a:pt x="220810" y="241615"/>
                </a:cubicBezTo>
                <a:cubicBezTo>
                  <a:pt x="223197" y="246308"/>
                  <a:pt x="226605" y="249944"/>
                  <a:pt x="231025" y="252539"/>
                </a:cubicBezTo>
                <a:cubicBezTo>
                  <a:pt x="235445" y="255134"/>
                  <a:pt x="240571" y="256428"/>
                  <a:pt x="246401" y="256428"/>
                </a:cubicBezTo>
                <a:cubicBezTo>
                  <a:pt x="253217" y="256428"/>
                  <a:pt x="258876" y="254592"/>
                  <a:pt x="263387" y="250920"/>
                </a:cubicBezTo>
                <a:cubicBezTo>
                  <a:pt x="267898" y="247249"/>
                  <a:pt x="270736" y="242239"/>
                  <a:pt x="271902" y="235891"/>
                </a:cubicBezTo>
                <a:lnTo>
                  <a:pt x="264300" y="235891"/>
                </a:lnTo>
                <a:cubicBezTo>
                  <a:pt x="263134" y="240204"/>
                  <a:pt x="260982" y="243532"/>
                  <a:pt x="257837" y="245892"/>
                </a:cubicBezTo>
                <a:cubicBezTo>
                  <a:pt x="254691" y="248253"/>
                  <a:pt x="250759" y="249428"/>
                  <a:pt x="246049" y="249428"/>
                </a:cubicBezTo>
                <a:cubicBezTo>
                  <a:pt x="241855" y="249428"/>
                  <a:pt x="238157" y="248406"/>
                  <a:pt x="234957" y="246372"/>
                </a:cubicBezTo>
                <a:cubicBezTo>
                  <a:pt x="231757" y="244337"/>
                  <a:pt x="229289" y="241479"/>
                  <a:pt x="227581" y="237808"/>
                </a:cubicBezTo>
                <a:cubicBezTo>
                  <a:pt x="225863" y="234136"/>
                  <a:pt x="225005" y="229976"/>
                  <a:pt x="225005" y="225310"/>
                </a:cubicBezTo>
                <a:cubicBezTo>
                  <a:pt x="225005" y="220644"/>
                  <a:pt x="225863" y="216412"/>
                  <a:pt x="227581" y="212776"/>
                </a:cubicBezTo>
                <a:cubicBezTo>
                  <a:pt x="229299" y="209141"/>
                  <a:pt x="231757" y="206301"/>
                  <a:pt x="234957" y="204258"/>
                </a:cubicBezTo>
                <a:close/>
                <a:moveTo>
                  <a:pt x="330858" y="194744"/>
                </a:moveTo>
                <a:lnTo>
                  <a:pt x="307536" y="255903"/>
                </a:lnTo>
                <a:lnTo>
                  <a:pt x="315392" y="255903"/>
                </a:lnTo>
                <a:lnTo>
                  <a:pt x="321855" y="239390"/>
                </a:lnTo>
                <a:lnTo>
                  <a:pt x="348495" y="239390"/>
                </a:lnTo>
                <a:lnTo>
                  <a:pt x="354958" y="255903"/>
                </a:lnTo>
                <a:lnTo>
                  <a:pt x="363076" y="255903"/>
                </a:lnTo>
                <a:lnTo>
                  <a:pt x="339844" y="194744"/>
                </a:lnTo>
                <a:lnTo>
                  <a:pt x="330849" y="194744"/>
                </a:lnTo>
                <a:close/>
                <a:moveTo>
                  <a:pt x="324133" y="232490"/>
                </a:moveTo>
                <a:lnTo>
                  <a:pt x="335134" y="203046"/>
                </a:lnTo>
                <a:lnTo>
                  <a:pt x="346226" y="232490"/>
                </a:lnTo>
                <a:lnTo>
                  <a:pt x="324124" y="232490"/>
                </a:lnTo>
                <a:close/>
                <a:moveTo>
                  <a:pt x="715231" y="194744"/>
                </a:moveTo>
                <a:lnTo>
                  <a:pt x="707638" y="194744"/>
                </a:lnTo>
                <a:lnTo>
                  <a:pt x="707638" y="255903"/>
                </a:lnTo>
                <a:lnTo>
                  <a:pt x="743100" y="255903"/>
                </a:lnTo>
                <a:lnTo>
                  <a:pt x="743100" y="248913"/>
                </a:lnTo>
                <a:lnTo>
                  <a:pt x="715240" y="248913"/>
                </a:lnTo>
                <a:lnTo>
                  <a:pt x="715240" y="194744"/>
                </a:lnTo>
                <a:close/>
                <a:moveTo>
                  <a:pt x="247423" y="2089"/>
                </a:moveTo>
                <a:lnTo>
                  <a:pt x="222392" y="2089"/>
                </a:lnTo>
                <a:lnTo>
                  <a:pt x="222392" y="162361"/>
                </a:lnTo>
                <a:lnTo>
                  <a:pt x="247423" y="162361"/>
                </a:lnTo>
                <a:lnTo>
                  <a:pt x="247423" y="2089"/>
                </a:lnTo>
                <a:close/>
                <a:moveTo>
                  <a:pt x="79458" y="61810"/>
                </a:moveTo>
                <a:lnTo>
                  <a:pt x="79458" y="162370"/>
                </a:lnTo>
                <a:cubicBezTo>
                  <a:pt x="79458" y="162370"/>
                  <a:pt x="105230" y="162370"/>
                  <a:pt x="105230" y="162370"/>
                </a:cubicBezTo>
                <a:lnTo>
                  <a:pt x="105212" y="61810"/>
                </a:lnTo>
                <a:cubicBezTo>
                  <a:pt x="105212" y="49575"/>
                  <a:pt x="101262" y="37981"/>
                  <a:pt x="93786" y="28296"/>
                </a:cubicBezTo>
                <a:lnTo>
                  <a:pt x="92330" y="26415"/>
                </a:lnTo>
                <a:lnTo>
                  <a:pt x="90875" y="28296"/>
                </a:lnTo>
                <a:cubicBezTo>
                  <a:pt x="83399" y="37981"/>
                  <a:pt x="79449" y="49566"/>
                  <a:pt x="79449" y="61810"/>
                </a:cubicBezTo>
                <a:close/>
                <a:moveTo>
                  <a:pt x="46608" y="2089"/>
                </a:moveTo>
                <a:lnTo>
                  <a:pt x="0" y="2089"/>
                </a:lnTo>
                <a:lnTo>
                  <a:pt x="0" y="26415"/>
                </a:lnTo>
                <a:lnTo>
                  <a:pt x="92330" y="26415"/>
                </a:lnTo>
                <a:lnTo>
                  <a:pt x="90043" y="23458"/>
                </a:lnTo>
                <a:cubicBezTo>
                  <a:pt x="79558" y="9884"/>
                  <a:pt x="63720" y="2089"/>
                  <a:pt x="46608" y="2089"/>
                </a:cubicBezTo>
                <a:close/>
                <a:moveTo>
                  <a:pt x="94618" y="23458"/>
                </a:moveTo>
                <a:lnTo>
                  <a:pt x="92330" y="26415"/>
                </a:lnTo>
                <a:lnTo>
                  <a:pt x="184661" y="26415"/>
                </a:lnTo>
                <a:lnTo>
                  <a:pt x="184661" y="2089"/>
                </a:lnTo>
                <a:lnTo>
                  <a:pt x="138053" y="2089"/>
                </a:lnTo>
                <a:cubicBezTo>
                  <a:pt x="120932" y="2089"/>
                  <a:pt x="105103" y="9875"/>
                  <a:pt x="94608" y="23458"/>
                </a:cubicBezTo>
                <a:close/>
                <a:moveTo>
                  <a:pt x="507601" y="162361"/>
                </a:moveTo>
                <a:lnTo>
                  <a:pt x="532631" y="162361"/>
                </a:lnTo>
                <a:lnTo>
                  <a:pt x="532631" y="2089"/>
                </a:lnTo>
                <a:lnTo>
                  <a:pt x="507601" y="2089"/>
                </a:lnTo>
                <a:lnTo>
                  <a:pt x="507601" y="162361"/>
                </a:lnTo>
                <a:close/>
                <a:moveTo>
                  <a:pt x="488238" y="255903"/>
                </a:moveTo>
                <a:lnTo>
                  <a:pt x="495840" y="255903"/>
                </a:lnTo>
                <a:lnTo>
                  <a:pt x="495840" y="194744"/>
                </a:lnTo>
                <a:lnTo>
                  <a:pt x="488238" y="194744"/>
                </a:lnTo>
                <a:lnTo>
                  <a:pt x="488238" y="255903"/>
                </a:lnTo>
                <a:close/>
                <a:moveTo>
                  <a:pt x="537151" y="201735"/>
                </a:moveTo>
                <a:lnTo>
                  <a:pt x="556975" y="201735"/>
                </a:lnTo>
                <a:lnTo>
                  <a:pt x="556975" y="255903"/>
                </a:lnTo>
                <a:lnTo>
                  <a:pt x="564577" y="255903"/>
                </a:lnTo>
                <a:lnTo>
                  <a:pt x="564577" y="201735"/>
                </a:lnTo>
                <a:lnTo>
                  <a:pt x="584401" y="201735"/>
                </a:lnTo>
                <a:lnTo>
                  <a:pt x="584401" y="194744"/>
                </a:lnTo>
                <a:lnTo>
                  <a:pt x="537151" y="194744"/>
                </a:lnTo>
                <a:lnTo>
                  <a:pt x="537151" y="201735"/>
                </a:lnTo>
                <a:close/>
                <a:moveTo>
                  <a:pt x="283346" y="2089"/>
                </a:moveTo>
                <a:cubicBezTo>
                  <a:pt x="283346" y="2089"/>
                  <a:pt x="330958" y="115571"/>
                  <a:pt x="340377" y="138134"/>
                </a:cubicBezTo>
                <a:cubicBezTo>
                  <a:pt x="351360" y="164450"/>
                  <a:pt x="369195" y="164450"/>
                  <a:pt x="376047" y="164450"/>
                </a:cubicBezTo>
                <a:lnTo>
                  <a:pt x="377512" y="164450"/>
                </a:lnTo>
                <a:lnTo>
                  <a:pt x="312237" y="2089"/>
                </a:lnTo>
                <a:lnTo>
                  <a:pt x="283346" y="2089"/>
                </a:lnTo>
                <a:close/>
                <a:moveTo>
                  <a:pt x="437309" y="197059"/>
                </a:moveTo>
                <a:cubicBezTo>
                  <a:pt x="434217" y="195513"/>
                  <a:pt x="430674" y="194744"/>
                  <a:pt x="426651" y="194744"/>
                </a:cubicBezTo>
                <a:lnTo>
                  <a:pt x="403157" y="194744"/>
                </a:lnTo>
                <a:lnTo>
                  <a:pt x="403157" y="255903"/>
                </a:lnTo>
                <a:lnTo>
                  <a:pt x="410759" y="255903"/>
                </a:lnTo>
                <a:lnTo>
                  <a:pt x="410759" y="232400"/>
                </a:lnTo>
                <a:lnTo>
                  <a:pt x="426660" y="232400"/>
                </a:lnTo>
                <a:cubicBezTo>
                  <a:pt x="430674" y="232400"/>
                  <a:pt x="434217" y="231631"/>
                  <a:pt x="437273" y="230085"/>
                </a:cubicBezTo>
                <a:cubicBezTo>
                  <a:pt x="440328" y="228538"/>
                  <a:pt x="442696" y="226341"/>
                  <a:pt x="444387" y="223492"/>
                </a:cubicBezTo>
                <a:cubicBezTo>
                  <a:pt x="446077" y="220635"/>
                  <a:pt x="446918" y="217316"/>
                  <a:pt x="446918" y="213536"/>
                </a:cubicBezTo>
                <a:cubicBezTo>
                  <a:pt x="446918" y="209756"/>
                  <a:pt x="446086" y="206446"/>
                  <a:pt x="444432" y="203616"/>
                </a:cubicBezTo>
                <a:cubicBezTo>
                  <a:pt x="442769" y="200794"/>
                  <a:pt x="440400" y="198606"/>
                  <a:pt x="437318" y="197059"/>
                </a:cubicBezTo>
                <a:close/>
                <a:moveTo>
                  <a:pt x="435564" y="222181"/>
                </a:moveTo>
                <a:cubicBezTo>
                  <a:pt x="433178" y="224333"/>
                  <a:pt x="429978" y="225419"/>
                  <a:pt x="425955" y="225419"/>
                </a:cubicBezTo>
                <a:lnTo>
                  <a:pt x="410759" y="225419"/>
                </a:lnTo>
                <a:lnTo>
                  <a:pt x="410759" y="201744"/>
                </a:lnTo>
                <a:lnTo>
                  <a:pt x="426045" y="201744"/>
                </a:lnTo>
                <a:cubicBezTo>
                  <a:pt x="430059" y="201744"/>
                  <a:pt x="433250" y="202811"/>
                  <a:pt x="435609" y="204936"/>
                </a:cubicBezTo>
                <a:cubicBezTo>
                  <a:pt x="437969" y="207061"/>
                  <a:pt x="439144" y="209928"/>
                  <a:pt x="439144" y="213545"/>
                </a:cubicBezTo>
                <a:cubicBezTo>
                  <a:pt x="439144" y="217162"/>
                  <a:pt x="437951" y="220038"/>
                  <a:pt x="435564" y="222190"/>
                </a:cubicBezTo>
                <a:close/>
                <a:moveTo>
                  <a:pt x="377503" y="164459"/>
                </a:moveTo>
                <a:lnTo>
                  <a:pt x="378967" y="164459"/>
                </a:lnTo>
                <a:cubicBezTo>
                  <a:pt x="385828" y="164459"/>
                  <a:pt x="403663" y="164459"/>
                  <a:pt x="414637" y="138143"/>
                </a:cubicBezTo>
                <a:cubicBezTo>
                  <a:pt x="424048" y="115580"/>
                  <a:pt x="471668" y="2098"/>
                  <a:pt x="471668" y="2098"/>
                </a:cubicBezTo>
                <a:lnTo>
                  <a:pt x="442778" y="2098"/>
                </a:lnTo>
                <a:lnTo>
                  <a:pt x="377503" y="164468"/>
                </a:lnTo>
                <a:close/>
                <a:moveTo>
                  <a:pt x="635303" y="194744"/>
                </a:moveTo>
                <a:lnTo>
                  <a:pt x="611981" y="255903"/>
                </a:lnTo>
                <a:lnTo>
                  <a:pt x="619845" y="255903"/>
                </a:lnTo>
                <a:lnTo>
                  <a:pt x="626309" y="239390"/>
                </a:lnTo>
                <a:lnTo>
                  <a:pt x="652948" y="239390"/>
                </a:lnTo>
                <a:lnTo>
                  <a:pt x="659412" y="255903"/>
                </a:lnTo>
                <a:lnTo>
                  <a:pt x="667529" y="255903"/>
                </a:lnTo>
                <a:lnTo>
                  <a:pt x="644298" y="194744"/>
                </a:lnTo>
                <a:lnTo>
                  <a:pt x="635303" y="194744"/>
                </a:lnTo>
                <a:close/>
                <a:moveTo>
                  <a:pt x="628578" y="232490"/>
                </a:moveTo>
                <a:lnTo>
                  <a:pt x="639579" y="203046"/>
                </a:lnTo>
                <a:lnTo>
                  <a:pt x="650670" y="232490"/>
                </a:lnTo>
                <a:lnTo>
                  <a:pt x="628569" y="232490"/>
                </a:lnTo>
                <a:close/>
              </a:path>
            </a:pathLst>
          </a:custGeom>
          <a:solidFill>
            <a:schemeClr val="bg1"/>
          </a:solidFill>
          <a:ln w="1049" cap="flat">
            <a:noFill/>
            <a:prstDash val="solid"/>
            <a:miter/>
          </a:ln>
        </p:spPr>
        <p:txBody>
          <a:bodyPr rtlCol="0" anchor="ctr"/>
          <a:lstStyle/>
          <a:p>
            <a:endParaRPr lang="pt-BR"/>
          </a:p>
        </p:txBody>
      </p:sp>
      <p:sp>
        <p:nvSpPr>
          <p:cNvPr id="9" name="object 5">
            <a:extLst>
              <a:ext uri="{FF2B5EF4-FFF2-40B4-BE49-F238E27FC236}">
                <a16:creationId xmlns:a16="http://schemas.microsoft.com/office/drawing/2014/main" id="{6343AC24-3D20-1E58-EEA1-00E726405F33}"/>
              </a:ext>
            </a:extLst>
          </p:cNvPr>
          <p:cNvSpPr/>
          <p:nvPr userDrawn="1"/>
        </p:nvSpPr>
        <p:spPr>
          <a:xfrm flipV="1">
            <a:off x="334962" y="6294310"/>
            <a:ext cx="11097267" cy="256427"/>
          </a:xfrm>
          <a:custGeom>
            <a:avLst/>
            <a:gdLst/>
            <a:ahLst/>
            <a:cxnLst/>
            <a:rect l="l" t="t" r="r" b="b"/>
            <a:pathLst>
              <a:path w="19125565">
                <a:moveTo>
                  <a:pt x="0" y="0"/>
                </a:moveTo>
                <a:lnTo>
                  <a:pt x="19125114" y="0"/>
                </a:lnTo>
              </a:path>
            </a:pathLst>
          </a:custGeom>
          <a:ln w="635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pPr defTabSz="554492">
              <a:buClrTx/>
              <a:defRPr/>
            </a:pPr>
            <a:endParaRPr sz="1092">
              <a:solidFill>
                <a:sysClr val="windowText" lastClr="000000"/>
              </a:solidFill>
            </a:endParaRPr>
          </a:p>
        </p:txBody>
      </p:sp>
      <p:sp>
        <p:nvSpPr>
          <p:cNvPr id="10" name="Espaço Reservado para Número de Slide 5">
            <a:extLst>
              <a:ext uri="{FF2B5EF4-FFF2-40B4-BE49-F238E27FC236}">
                <a16:creationId xmlns:a16="http://schemas.microsoft.com/office/drawing/2014/main" id="{94531090-414D-3695-0E2D-BB1269270B5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7363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1114435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065">
          <p15:clr>
            <a:srgbClr val="FBAE40"/>
          </p15:clr>
        </p15:guide>
        <p15:guide id="2" pos="211">
          <p15:clr>
            <a:srgbClr val="FBAE40"/>
          </p15:clr>
        </p15:guide>
        <p15:guide id="3" orient="horz" pos="482">
          <p15:clr>
            <a:srgbClr val="FBAE40"/>
          </p15:clr>
        </p15:guide>
        <p15:guide id="4" pos="7469">
          <p15:clr>
            <a:srgbClr val="FBAE40"/>
          </p15:clr>
        </p15:guide>
      </p15:sldGuideLst>
    </p:ext>
  </p:extLst>
</p:sldLayout>
</file>

<file path=ppt/slideLayouts/slideLayout9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and Content">
    <p:bg>
      <p:bgPr>
        <a:gradFill>
          <a:gsLst>
            <a:gs pos="100000">
              <a:schemeClr val="tx1"/>
            </a:gs>
            <a:gs pos="0">
              <a:schemeClr val="tx1">
                <a:lumMod val="95000"/>
                <a:lumOff val="5000"/>
              </a:schemeClr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34671673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065">
          <p15:clr>
            <a:srgbClr val="FBAE40"/>
          </p15:clr>
        </p15:guide>
        <p15:guide id="2" pos="211">
          <p15:clr>
            <a:srgbClr val="FBAE40"/>
          </p15:clr>
        </p15:guide>
        <p15:guide id="3" orient="horz" pos="482">
          <p15:clr>
            <a:srgbClr val="FBAE40"/>
          </p15:clr>
        </p15:guide>
        <p15:guide id="4" pos="7469">
          <p15:clr>
            <a:srgbClr val="FBAE40"/>
          </p15:clr>
        </p15:guide>
      </p15:sldGuideLst>
    </p:ext>
  </p:extLst>
</p:sldLayout>
</file>

<file path=ppt/slideLayouts/slideLayout10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Slide de Títul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25249" y="6475413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‹nº›</a:t>
            </a:fld>
            <a:endParaRPr lang="pt-BR"/>
          </a:p>
        </p:txBody>
      </p:sp>
      <p:pic>
        <p:nvPicPr>
          <p:cNvPr id="3" name="Picture 8">
            <a:extLst>
              <a:ext uri="{FF2B5EF4-FFF2-40B4-BE49-F238E27FC236}">
                <a16:creationId xmlns:a16="http://schemas.microsoft.com/office/drawing/2014/main" id="{B7B3B770-9B14-1379-A09F-1CBACC59D407}"/>
              </a:ext>
            </a:extLst>
          </p:cNvPr>
          <p:cNvPicPr>
            <a:picLocks noChangeAspect="1"/>
          </p:cNvPicPr>
          <p:nvPr userDrawn="1"/>
        </p:nvPicPr>
        <p:blipFill rotWithShape="1"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 l="-8117" t="-23966" r="-8117" b="-23966"/>
          <a:stretch/>
        </p:blipFill>
        <p:spPr>
          <a:xfrm>
            <a:off x="10770615" y="290513"/>
            <a:ext cx="1125316" cy="48731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86205152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46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34">
          <p15:clr>
            <a:srgbClr val="FBAE40"/>
          </p15:clr>
        </p15:guide>
      </p15:sldGuideLst>
    </p:ext>
  </p:extLst>
</p:sldLayout>
</file>

<file path=ppt/slideLayouts/slideLayout111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Capa 01 - Foto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7">
            <a:extLst>
              <a:ext uri="{FF2B5EF4-FFF2-40B4-BE49-F238E27FC236}">
                <a16:creationId xmlns:a16="http://schemas.microsoft.com/office/drawing/2014/main" id="{A68C5C04-9F9C-AD5B-8544-86BD159ED555}"/>
              </a:ext>
            </a:extLst>
          </p:cNvPr>
          <p:cNvSpPr>
            <a:spLocks noGrp="1"/>
          </p:cNvSpPr>
          <p:nvPr>
            <p:ph type="pic" sz="quarter" idx="27"/>
          </p:nvPr>
        </p:nvSpPr>
        <p:spPr>
          <a:xfrm>
            <a:off x="0" y="0"/>
            <a:ext cx="12192000" cy="6858000"/>
          </a:xfrm>
          <a:prstGeom prst="rect">
            <a:avLst/>
          </a:prstGeom>
        </p:spPr>
        <p:txBody>
          <a:bodyPr lIns="0" tIns="0" rIns="0" bIns="972000" anchor="ctr" anchorCtr="0">
            <a:noAutofit/>
          </a:bodyPr>
          <a:lstStyle>
            <a:lvl1pPr algn="ctr">
              <a:defRPr sz="2400">
                <a:solidFill>
                  <a:schemeClr val="bg2">
                    <a:lumMod val="90000"/>
                  </a:schemeClr>
                </a:solidFill>
              </a:defRPr>
            </a:lvl1pPr>
          </a:lstStyle>
          <a:p>
            <a:endParaRPr lang="pt-BR"/>
          </a:p>
        </p:txBody>
      </p:sp>
      <p:sp>
        <p:nvSpPr>
          <p:cNvPr id="13" name="Text Placeholder 3">
            <a:extLst>
              <a:ext uri="{FF2B5EF4-FFF2-40B4-BE49-F238E27FC236}">
                <a16:creationId xmlns:a16="http://schemas.microsoft.com/office/drawing/2014/main" id="{AAA4D9F5-240A-9CC5-1EF0-9AAA83CC6908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07988" y="1113017"/>
            <a:ext cx="4233853" cy="1046440"/>
          </a:xfrm>
          <a:prstGeom prst="rect">
            <a:avLst/>
          </a:prstGeom>
          <a:noFill/>
        </p:spPr>
        <p:txBody>
          <a:bodyPr lIns="0" tIns="0" rIns="0" bIns="0" anchor="b" anchorCtr="0"/>
          <a:lstStyle>
            <a:lvl1pPr marL="0" indent="0">
              <a:buNone/>
              <a:defRPr sz="3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</a:lstStyle>
          <a:p>
            <a:pPr lvl="0"/>
            <a:r>
              <a:rPr lang="en-US" err="1"/>
              <a:t>Título</a:t>
            </a:r>
            <a:r>
              <a:rPr lang="en-US"/>
              <a:t> Template</a:t>
            </a:r>
          </a:p>
          <a:p>
            <a:pPr lvl="0"/>
            <a:r>
              <a:rPr lang="en-US" err="1"/>
              <a:t>Padrão</a:t>
            </a:r>
            <a:r>
              <a:rPr lang="en-US"/>
              <a:t> </a:t>
            </a:r>
            <a:r>
              <a:rPr lang="en-US" err="1"/>
              <a:t>Exemplo</a:t>
            </a:r>
            <a:endParaRPr lang="en-US"/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73AE31B1-0E8A-430C-61E0-A4A65D4D936A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07988" y="2159779"/>
            <a:ext cx="4233853" cy="307777"/>
          </a:xfrm>
          <a:prstGeom prst="rect">
            <a:avLst/>
          </a:prstGeom>
        </p:spPr>
        <p:txBody>
          <a:bodyPr lIns="0" tIns="0" rIns="0" bIns="0"/>
          <a:lstStyle>
            <a:lvl1pPr>
              <a:defRPr lang="en-US" sz="2000" b="1" i="0" u="none" strike="noStrike" kern="1200" cap="none" dirty="0" smtClean="0">
                <a:solidFill>
                  <a:schemeClr val="bg1"/>
                </a:solidFill>
                <a:latin typeface="Versos"/>
                <a:ea typeface="+mj-ea"/>
                <a:cs typeface="+mj-cs"/>
                <a:sym typeface="Arial"/>
              </a:defRPr>
            </a:lvl1pPr>
            <a:lvl2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2pPr>
            <a:lvl3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3pPr>
            <a:lvl4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4pPr>
            <a:lvl5pPr>
              <a:defRPr lang="pt-BR" sz="2000" b="1" i="0" u="none" strike="noStrike" kern="1200" cap="none" dirty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pt-BR" sz="2000" b="1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</a:rPr>
              <a:t>FIC FIM EXEMPLO</a:t>
            </a:r>
            <a:endParaRPr lang="pt-BR"/>
          </a:p>
        </p:txBody>
      </p:sp>
      <p:sp>
        <p:nvSpPr>
          <p:cNvPr id="2" name="Text Placeholder 20">
            <a:extLst>
              <a:ext uri="{FF2B5EF4-FFF2-40B4-BE49-F238E27FC236}">
                <a16:creationId xmlns:a16="http://schemas.microsoft.com/office/drawing/2014/main" id="{595D97E3-B378-E7B0-4A76-391C0989E8B6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9410331" y="6296541"/>
            <a:ext cx="2364803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r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Data</a:t>
            </a:r>
          </a:p>
        </p:txBody>
      </p:sp>
      <p:sp>
        <p:nvSpPr>
          <p:cNvPr id="4" name="Text Placeholder 41">
            <a:extLst>
              <a:ext uri="{FF2B5EF4-FFF2-40B4-BE49-F238E27FC236}">
                <a16:creationId xmlns:a16="http://schemas.microsoft.com/office/drawing/2014/main" id="{7E424369-4F91-BA78-D59E-F025384664D4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9410330" y="6089649"/>
            <a:ext cx="2364803" cy="184666"/>
          </a:xfrm>
          <a:prstGeom prst="rect">
            <a:avLst/>
          </a:prstGeom>
        </p:spPr>
        <p:txBody>
          <a:bodyPr lIns="0" tIns="0" rIns="0" bIns="0"/>
          <a:lstStyle>
            <a:lvl1pPr marL="0" marR="3081" algn="r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</a:t>
            </a:r>
            <a:endParaRPr lang="pt-BR"/>
          </a:p>
        </p:txBody>
      </p:sp>
      <p:sp>
        <p:nvSpPr>
          <p:cNvPr id="8" name="Text Placeholder 17">
            <a:extLst>
              <a:ext uri="{FF2B5EF4-FFF2-40B4-BE49-F238E27FC236}">
                <a16:creationId xmlns:a16="http://schemas.microsoft.com/office/drawing/2014/main" id="{D0E34669-E9A0-3031-84E9-7C3208F4EB66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07988" y="5927209"/>
            <a:ext cx="6115360" cy="553998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TIVIO </a:t>
            </a:r>
            <a:b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</a:b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CRÉDITO </a:t>
            </a:r>
            <a:b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</a:b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ESTRUTURADO</a:t>
            </a:r>
          </a:p>
        </p:txBody>
      </p:sp>
    </p:spTree>
    <p:extLst>
      <p:ext uri="{BB962C8B-B14F-4D97-AF65-F5344CB8AC3E}">
        <p14:creationId xmlns:p14="http://schemas.microsoft.com/office/powerpoint/2010/main" val="143521005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257">
          <p15:clr>
            <a:srgbClr val="FBAE40"/>
          </p15:clr>
        </p15:guide>
        <p15:guide id="2" pos="7423">
          <p15:clr>
            <a:srgbClr val="FBAE40"/>
          </p15:clr>
        </p15:guide>
        <p15:guide id="3" orient="horz" pos="4088">
          <p15:clr>
            <a:srgbClr val="FBAE40"/>
          </p15:clr>
        </p15:guide>
        <p15:guide id="4" orient="horz" pos="3725">
          <p15:clr>
            <a:srgbClr val="FBAE40"/>
          </p15:clr>
        </p15:guide>
        <p15:guide id="5" orient="horz" pos="255">
          <p15:clr>
            <a:srgbClr val="FBAE40"/>
          </p15:clr>
        </p15:guide>
      </p15:sldGuideLst>
    </p:ext>
  </p:extLst>
</p:sldLayout>
</file>

<file path=ppt/slideLayouts/slideLayout121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Divisória - Escuro">
    <p:bg>
      <p:bgPr>
        <a:gradFill>
          <a:gsLst>
            <a:gs pos="0">
              <a:schemeClr val="tx1">
                <a:lumMod val="95000"/>
                <a:lumOff val="5000"/>
              </a:schemeClr>
            </a:gs>
            <a:gs pos="100000">
              <a:schemeClr val="tx1">
                <a:lumMod val="85000"/>
                <a:lumOff val="15000"/>
              </a:schemeClr>
            </a:gs>
            <a:gs pos="49000">
              <a:schemeClr val="tx1">
                <a:lumMod val="95000"/>
                <a:lumOff val="5000"/>
              </a:schemeClr>
            </a:gs>
          </a:gsLst>
          <a:lin ang="4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ext Placeholder 3">
            <a:extLst>
              <a:ext uri="{FF2B5EF4-FFF2-40B4-BE49-F238E27FC236}">
                <a16:creationId xmlns:a16="http://schemas.microsoft.com/office/drawing/2014/main" id="{F53E2E6E-222A-F591-1663-CA402B732DC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07988" y="2938015"/>
            <a:ext cx="4167530" cy="2783977"/>
          </a:xfrm>
          <a:prstGeom prst="rect">
            <a:avLst/>
          </a:prstGeom>
        </p:spPr>
        <p:txBody>
          <a:bodyPr lIns="0" tIns="0" rIns="0" bIns="0" anchor="b" anchorCtr="0"/>
          <a:lstStyle>
            <a:lvl1pPr marL="0" indent="0">
              <a:buNone/>
              <a:defRPr sz="3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</a:lstStyle>
          <a:p>
            <a:pPr lvl="0"/>
            <a:r>
              <a:rPr lang="en-US" err="1"/>
              <a:t>Anexos</a:t>
            </a:r>
            <a:endParaRPr lang="en-US"/>
          </a:p>
        </p:txBody>
      </p:sp>
      <p:sp>
        <p:nvSpPr>
          <p:cNvPr id="14" name="Text Placeholder 15">
            <a:extLst>
              <a:ext uri="{FF2B5EF4-FFF2-40B4-BE49-F238E27FC236}">
                <a16:creationId xmlns:a16="http://schemas.microsoft.com/office/drawing/2014/main" id="{96110406-75EA-FDCF-8EC5-7273399369D0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07988" y="5722314"/>
            <a:ext cx="4167530" cy="997297"/>
          </a:xfrm>
          <a:prstGeom prst="rect">
            <a:avLst/>
          </a:prstGeom>
        </p:spPr>
        <p:txBody>
          <a:bodyPr lIns="0" tIns="0" rIns="0" bIns="0"/>
          <a:lstStyle>
            <a:lvl1pPr>
              <a:defRPr lang="en-US" sz="2000" b="1" i="0" u="none" strike="noStrike" kern="1200" cap="none" dirty="0" smtClean="0">
                <a:solidFill>
                  <a:schemeClr val="bg1"/>
                </a:solidFill>
                <a:latin typeface="Versos"/>
                <a:ea typeface="+mj-ea"/>
                <a:cs typeface="+mj-cs"/>
                <a:sym typeface="Arial"/>
              </a:defRPr>
            </a:lvl1pPr>
            <a:lvl2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2pPr>
            <a:lvl3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3pPr>
            <a:lvl4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4pPr>
            <a:lvl5pPr>
              <a:defRPr lang="pt-BR" sz="2000" b="1" i="0" u="none" strike="noStrike" kern="1200" cap="none" dirty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pt-BR" sz="2000" b="1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</a:rPr>
              <a:t>FIC FIM EXEMPLO</a:t>
            </a:r>
            <a:endParaRPr lang="pt-BR"/>
          </a:p>
        </p:txBody>
      </p:sp>
      <p:sp>
        <p:nvSpPr>
          <p:cNvPr id="22" name="Text Placeholder 20">
            <a:extLst>
              <a:ext uri="{FF2B5EF4-FFF2-40B4-BE49-F238E27FC236}">
                <a16:creationId xmlns:a16="http://schemas.microsoft.com/office/drawing/2014/main" id="{D681B05B-2386-9C81-6A6D-BFFEF6DED57D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096000" y="5804626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23" name="Text Placeholder 20">
            <a:extLst>
              <a:ext uri="{FF2B5EF4-FFF2-40B4-BE49-F238E27FC236}">
                <a16:creationId xmlns:a16="http://schemas.microsoft.com/office/drawing/2014/main" id="{ACB2D47A-729B-16A4-3FD8-0779C01BA71B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7766083" y="5804626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24" name="Text Placeholder 20">
            <a:extLst>
              <a:ext uri="{FF2B5EF4-FFF2-40B4-BE49-F238E27FC236}">
                <a16:creationId xmlns:a16="http://schemas.microsoft.com/office/drawing/2014/main" id="{6392F700-2642-3814-0747-D0EBAE5EE8DA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9436008" y="5804626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25" name="Text Placeholder 41">
            <a:extLst>
              <a:ext uri="{FF2B5EF4-FFF2-40B4-BE49-F238E27FC236}">
                <a16:creationId xmlns:a16="http://schemas.microsoft.com/office/drawing/2014/main" id="{157C41B9-AF41-31A7-3A0A-19B45968B487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6096000" y="5597734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6" name="Text Placeholder 41">
            <a:extLst>
              <a:ext uri="{FF2B5EF4-FFF2-40B4-BE49-F238E27FC236}">
                <a16:creationId xmlns:a16="http://schemas.microsoft.com/office/drawing/2014/main" id="{3517E57F-3F51-7633-EEE2-B42F36DCEDB6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7766082" y="5597734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7" name="Text Placeholder 41">
            <a:extLst>
              <a:ext uri="{FF2B5EF4-FFF2-40B4-BE49-F238E27FC236}">
                <a16:creationId xmlns:a16="http://schemas.microsoft.com/office/drawing/2014/main" id="{87E0728A-5639-44E4-17A8-459EA60420AA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9436007" y="5597734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8" name="Text Placeholder 17">
            <a:extLst>
              <a:ext uri="{FF2B5EF4-FFF2-40B4-BE49-F238E27FC236}">
                <a16:creationId xmlns:a16="http://schemas.microsoft.com/office/drawing/2014/main" id="{46268A65-19CA-59CF-EB3E-096ECD0A6AD9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096000" y="5300937"/>
            <a:ext cx="4789394" cy="200722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accent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Área de atuação</a:t>
            </a:r>
          </a:p>
        </p:txBody>
      </p:sp>
    </p:spTree>
    <p:extLst>
      <p:ext uri="{BB962C8B-B14F-4D97-AF65-F5344CB8AC3E}">
        <p14:creationId xmlns:p14="http://schemas.microsoft.com/office/powerpoint/2010/main" val="386852109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257">
          <p15:clr>
            <a:srgbClr val="FBAE40"/>
          </p15:clr>
        </p15:guide>
        <p15:guide id="2" orient="horz" pos="3770">
          <p15:clr>
            <a:srgbClr val="FBAE40"/>
          </p15:clr>
        </p15:guide>
        <p15:guide id="3" pos="7446">
          <p15:clr>
            <a:srgbClr val="FBAE40"/>
          </p15:clr>
        </p15:guide>
        <p15:guide id="4" orient="horz" pos="3997">
          <p15:clr>
            <a:srgbClr val="FBAE40"/>
          </p15:clr>
        </p15:guide>
        <p15:guide id="5" orient="horz" pos="550">
          <p15:clr>
            <a:srgbClr val="FBAE40"/>
          </p15:clr>
        </p15:guide>
        <p15:guide id="6" orient="horz" pos="323">
          <p15:clr>
            <a:srgbClr val="FBAE40"/>
          </p15:clr>
        </p15:guide>
      </p15:sldGuideLst>
    </p:ext>
  </p:extLst>
</p:sldLayout>
</file>

<file path=ppt/slideLayouts/slideLayout131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Disclaimer - Branco">
    <p:bg>
      <p:bgPr>
        <a:gradFill>
          <a:gsLst>
            <a:gs pos="100000">
              <a:schemeClr val="tx1">
                <a:lumMod val="95000"/>
                <a:lumOff val="5000"/>
              </a:schemeClr>
            </a:gs>
            <a:gs pos="0">
              <a:schemeClr val="tx1">
                <a:lumMod val="85000"/>
                <a:lumOff val="15000"/>
              </a:schemeClr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8">
            <a:extLst>
              <a:ext uri="{FF2B5EF4-FFF2-40B4-BE49-F238E27FC236}">
                <a16:creationId xmlns:a16="http://schemas.microsoft.com/office/drawing/2014/main" id="{0A77DBCB-2AB5-6CB5-41F8-C0F34878DCC3}"/>
              </a:ext>
            </a:extLst>
          </p:cNvPr>
          <p:cNvPicPr>
            <a:picLocks noChangeAspect="1"/>
          </p:cNvPicPr>
          <p:nvPr userDrawn="1"/>
        </p:nvPicPr>
        <p:blipFill rotWithShape="1">
          <a:blip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 l="-8117" t="-23966" r="-8117" b="-23966"/>
          <a:stretch/>
        </p:blipFill>
        <p:spPr>
          <a:xfrm>
            <a:off x="271656" y="6354582"/>
            <a:ext cx="889861" cy="385348"/>
          </a:xfrm>
          <a:prstGeom prst="rect">
            <a:avLst/>
          </a:prstGeom>
        </p:spPr>
      </p:pic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B6F1873E-A461-1060-F030-72F82DE78FD5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8441175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Disclaimer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03F3B14A-4381-EE52-0164-94E04FE17DB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2" y="1103586"/>
            <a:ext cx="11522075" cy="5133702"/>
          </a:xfrm>
          <a:prstGeom prst="rect">
            <a:avLst/>
          </a:prstGeom>
        </p:spPr>
        <p:txBody>
          <a:bodyPr lIns="0" tIns="0" rIns="0" bIns="0"/>
          <a:lstStyle>
            <a:lvl1pPr marL="0" indent="0" algn="just">
              <a:lnSpc>
                <a:spcPct val="100000"/>
              </a:lnSpc>
              <a:spcBef>
                <a:spcPts val="0"/>
              </a:spcBef>
              <a:buNone/>
              <a:defRPr sz="10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53654606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042">
          <p15:clr>
            <a:srgbClr val="FBAE40"/>
          </p15:clr>
        </p15:guide>
        <p15:guide id="2" pos="211">
          <p15:clr>
            <a:srgbClr val="FBAE40"/>
          </p15:clr>
        </p15:guide>
        <p15:guide id="3" orient="horz" pos="3929">
          <p15:clr>
            <a:srgbClr val="FBAE40"/>
          </p15:clr>
        </p15:guide>
        <p15:guide id="4" pos="7469">
          <p15:clr>
            <a:srgbClr val="FBAE40"/>
          </p15:clr>
        </p15:guide>
        <p15:guide id="5" orient="horz" pos="232">
          <p15:clr>
            <a:srgbClr val="FBAE40"/>
          </p15:clr>
        </p15:guide>
        <p15:guide id="6" orient="horz" pos="504">
          <p15:clr>
            <a:srgbClr val="FBAE40"/>
          </p15:clr>
        </p15:guide>
        <p15:guide id="7" orient="horz" pos="686">
          <p15:clr>
            <a:srgbClr val="FBAE40"/>
          </p15:clr>
        </p15:guide>
      </p15:sldGuideLst>
    </p:ext>
  </p:extLst>
</p:sldLayout>
</file>

<file path=ppt/slideLayouts/slideLayout14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1 linha - Branco 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defRPr sz="1100">
                <a:solidFill>
                  <a:schemeClr val="tx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‹nº›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accent6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defRPr sz="900" baseline="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2" name="Text Placeholder 8">
            <a:extLst>
              <a:ext uri="{FF2B5EF4-FFF2-40B4-BE49-F238E27FC236}">
                <a16:creationId xmlns:a16="http://schemas.microsoft.com/office/drawing/2014/main" id="{7A7A9582-3614-801A-785B-273FCD3E092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3" y="1949414"/>
            <a:ext cx="11522075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2" y="1518527"/>
            <a:ext cx="11522585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EFD7F938-B824-C27B-BEB2-95E90F5FFDD4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rgbClr val="000000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accent6"/>
              </a:solidFill>
            </a:endParaRPr>
          </a:p>
        </p:txBody>
      </p: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B819F04F-8ABD-ABFC-2381-D3C3D7CF30AF}"/>
              </a:ext>
            </a:extLst>
          </p:cNvPr>
          <p:cNvCxnSpPr/>
          <p:nvPr userDrawn="1"/>
        </p:nvCxnSpPr>
        <p:spPr>
          <a:xfrm>
            <a:off x="0" y="6699502"/>
            <a:ext cx="12192000" cy="0"/>
          </a:xfrm>
          <a:prstGeom prst="line">
            <a:avLst/>
          </a:prstGeom>
          <a:ln>
            <a:gradFill>
              <a:gsLst>
                <a:gs pos="0">
                  <a:schemeClr val="accent1"/>
                </a:gs>
                <a:gs pos="50000">
                  <a:srgbClr val="AAE4C0"/>
                </a:gs>
                <a:gs pos="100000">
                  <a:schemeClr val="accent2">
                    <a:alpha val="0"/>
                  </a:schemeClr>
                </a:gs>
              </a:gsLst>
              <a:lin ang="270000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5FA29D40-8F86-4DCA-85E9-E401626339AF}"/>
              </a:ext>
            </a:extLst>
          </p:cNvPr>
          <p:cNvCxnSpPr>
            <a:cxnSpLocks/>
          </p:cNvCxnSpPr>
          <p:nvPr userDrawn="1"/>
        </p:nvCxnSpPr>
        <p:spPr>
          <a:xfrm flipH="1">
            <a:off x="0" y="6776531"/>
            <a:ext cx="12192000" cy="0"/>
          </a:xfrm>
          <a:prstGeom prst="line">
            <a:avLst/>
          </a:prstGeom>
          <a:ln>
            <a:gradFill>
              <a:gsLst>
                <a:gs pos="0">
                  <a:schemeClr val="accent3">
                    <a:lumMod val="50000"/>
                  </a:schemeClr>
                </a:gs>
                <a:gs pos="50000">
                  <a:schemeClr val="accent3">
                    <a:lumMod val="60000"/>
                    <a:lumOff val="40000"/>
                  </a:schemeClr>
                </a:gs>
                <a:gs pos="100000">
                  <a:schemeClr val="bg1"/>
                </a:gs>
              </a:gsLst>
              <a:lin ang="270000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56735359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5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2 linhas - Branco 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tx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‹nº›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accent6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3" y="1949414"/>
            <a:ext cx="5648397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2" name="Text Placeholder 8">
            <a:extLst>
              <a:ext uri="{FF2B5EF4-FFF2-40B4-BE49-F238E27FC236}">
                <a16:creationId xmlns:a16="http://schemas.microsoft.com/office/drawing/2014/main" id="{A0F307EA-4C29-0128-C5F3-1EC020414CC8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208640" y="1949414"/>
            <a:ext cx="5648397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FC74B37E-4911-072A-7204-9C9ACA9A1C80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7"/>
            <a:ext cx="5648397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8" name="Text Placeholder 8">
            <a:extLst>
              <a:ext uri="{FF2B5EF4-FFF2-40B4-BE49-F238E27FC236}">
                <a16:creationId xmlns:a16="http://schemas.microsoft.com/office/drawing/2014/main" id="{75ABF0D0-FF53-6AFF-585A-B5197E38DF03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208640" y="1518527"/>
            <a:ext cx="5648397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Picture 8">
            <a:extLst>
              <a:ext uri="{FF2B5EF4-FFF2-40B4-BE49-F238E27FC236}">
                <a16:creationId xmlns:a16="http://schemas.microsoft.com/office/drawing/2014/main" id="{D2821058-F589-1511-1D91-0F05271A6C82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rgbClr val="000000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accent6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5A0A33CF-3720-1012-F597-F4ECE825DFE9}"/>
              </a:ext>
            </a:extLst>
          </p:cNvPr>
          <p:cNvCxnSpPr/>
          <p:nvPr userDrawn="1"/>
        </p:nvCxnSpPr>
        <p:spPr>
          <a:xfrm>
            <a:off x="334963" y="185353"/>
            <a:ext cx="1041541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05550181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77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6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Box superior - Branco 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tx1">
                    <a:lumMod val="95000"/>
                    <a:lumOff val="5000"/>
                  </a:schemeClr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‹nº›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tx1">
                    <a:lumMod val="95000"/>
                    <a:lumOff val="5000"/>
                  </a:schemeClr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0" name="Retângulo 5">
            <a:extLst>
              <a:ext uri="{FF2B5EF4-FFF2-40B4-BE49-F238E27FC236}">
                <a16:creationId xmlns:a16="http://schemas.microsoft.com/office/drawing/2014/main" id="{7D36360D-ABDB-2B93-AA05-C90BA9D483DB}"/>
              </a:ext>
            </a:extLst>
          </p:cNvPr>
          <p:cNvSpPr/>
          <p:nvPr userDrawn="1"/>
        </p:nvSpPr>
        <p:spPr>
          <a:xfrm>
            <a:off x="0" y="807794"/>
            <a:ext cx="12192000" cy="2091184"/>
          </a:xfrm>
          <a:prstGeom prst="rect">
            <a:avLst/>
          </a:prstGeom>
          <a:gradFill>
            <a:gsLst>
              <a:gs pos="100000">
                <a:schemeClr val="tx1">
                  <a:lumMod val="95000"/>
                  <a:lumOff val="5000"/>
                </a:schemeClr>
              </a:gs>
              <a:gs pos="0">
                <a:schemeClr val="tx1">
                  <a:lumMod val="85000"/>
                  <a:lumOff val="15000"/>
                </a:schemeClr>
              </a:gs>
            </a:gsLst>
            <a:lin ang="3600000" scaled="0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>
              <a:solidFill>
                <a:schemeClr val="accent2"/>
              </a:solidFill>
              <a:latin typeface="Versos" panose="020B0503020204030204" pitchFamily="34" charset="0"/>
            </a:endParaRP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683427" y="1045525"/>
            <a:ext cx="5421301" cy="156104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accent4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12" name="Conector Reto 6">
            <a:extLst>
              <a:ext uri="{FF2B5EF4-FFF2-40B4-BE49-F238E27FC236}">
                <a16:creationId xmlns:a16="http://schemas.microsoft.com/office/drawing/2014/main" id="{93D24C85-FAB3-23B7-3282-C0255DE4BF50}"/>
              </a:ext>
            </a:extLst>
          </p:cNvPr>
          <p:cNvCxnSpPr/>
          <p:nvPr userDrawn="1"/>
        </p:nvCxnSpPr>
        <p:spPr>
          <a:xfrm>
            <a:off x="583096" y="1364974"/>
            <a:ext cx="0" cy="1562116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Conector Reto 7">
            <a:extLst>
              <a:ext uri="{FF2B5EF4-FFF2-40B4-BE49-F238E27FC236}">
                <a16:creationId xmlns:a16="http://schemas.microsoft.com/office/drawing/2014/main" id="{A040BC7F-4356-241E-DE98-A14572A424F9}"/>
              </a:ext>
            </a:extLst>
          </p:cNvPr>
          <p:cNvCxnSpPr>
            <a:cxnSpLocks/>
          </p:cNvCxnSpPr>
          <p:nvPr userDrawn="1"/>
        </p:nvCxnSpPr>
        <p:spPr>
          <a:xfrm>
            <a:off x="6336683" y="1364974"/>
            <a:ext cx="0" cy="1562116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3D29ABC6-2275-8D02-5D8F-6C312831087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437014" y="1045525"/>
            <a:ext cx="5420023" cy="158838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accent4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7" name="Text Placeholder 8">
            <a:extLst>
              <a:ext uri="{FF2B5EF4-FFF2-40B4-BE49-F238E27FC236}">
                <a16:creationId xmlns:a16="http://schemas.microsoft.com/office/drawing/2014/main" id="{D0831873-076C-11EE-AA1E-02508B9C5655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686447" y="3021651"/>
            <a:ext cx="5296913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>
                    <a:lumMod val="95000"/>
                    <a:lumOff val="5000"/>
                  </a:schemeClr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:a16="http://schemas.microsoft.com/office/drawing/2014/main" id="{89936DB2-1144-3AFC-1BBA-E1BDEB5020C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435706" y="3021651"/>
            <a:ext cx="5421332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>
                    <a:lumMod val="95000"/>
                    <a:lumOff val="5000"/>
                  </a:schemeClr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4931296C-3A93-5F16-2D9A-EB313B015B30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rgbClr val="000000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09B6F29F-DF18-9050-9EF6-AF47C4A796AC}"/>
              </a:ext>
            </a:extLst>
          </p:cNvPr>
          <p:cNvCxnSpPr/>
          <p:nvPr userDrawn="1"/>
        </p:nvCxnSpPr>
        <p:spPr>
          <a:xfrm>
            <a:off x="334963" y="185353"/>
            <a:ext cx="1041541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83816447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7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Box lateral - Branco 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tângulo 1">
            <a:extLst>
              <a:ext uri="{FF2B5EF4-FFF2-40B4-BE49-F238E27FC236}">
                <a16:creationId xmlns:a16="http://schemas.microsoft.com/office/drawing/2014/main" id="{0B0E7351-5252-E626-42EB-CDCE7C083C49}"/>
              </a:ext>
            </a:extLst>
          </p:cNvPr>
          <p:cNvSpPr/>
          <p:nvPr userDrawn="1"/>
        </p:nvSpPr>
        <p:spPr>
          <a:xfrm>
            <a:off x="0" y="1"/>
            <a:ext cx="5420020" cy="6858000"/>
          </a:xfrm>
          <a:prstGeom prst="rect">
            <a:avLst/>
          </a:prstGeom>
          <a:gradFill>
            <a:gsLst>
              <a:gs pos="100000">
                <a:schemeClr val="tx1">
                  <a:lumMod val="95000"/>
                  <a:lumOff val="5000"/>
                </a:schemeClr>
              </a:gs>
              <a:gs pos="0">
                <a:schemeClr val="tx1">
                  <a:lumMod val="85000"/>
                  <a:lumOff val="15000"/>
                </a:schemeClr>
              </a:gs>
            </a:gsLst>
            <a:lin ang="3600000" scaled="0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>
              <a:solidFill>
                <a:schemeClr val="bg1"/>
              </a:solidFill>
            </a:endParaRPr>
          </a:p>
        </p:txBody>
      </p:sp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tx1">
                    <a:lumMod val="95000"/>
                    <a:lumOff val="5000"/>
                  </a:schemeClr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‹nº›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5085057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47026" y="1751285"/>
            <a:ext cx="4369353" cy="156104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3D29ABC6-2275-8D02-5D8F-6C312831087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333166" y="3849328"/>
            <a:ext cx="4383213" cy="158838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:a16="http://schemas.microsoft.com/office/drawing/2014/main" id="{89936DB2-1144-3AFC-1BBA-E1BDEB5020C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5767046" y="1484313"/>
            <a:ext cx="6077927" cy="445872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>
                    <a:lumMod val="95000"/>
                    <a:lumOff val="5000"/>
                  </a:schemeClr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2" name="Conector Reto 2">
            <a:extLst>
              <a:ext uri="{FF2B5EF4-FFF2-40B4-BE49-F238E27FC236}">
                <a16:creationId xmlns:a16="http://schemas.microsoft.com/office/drawing/2014/main" id="{D24BE17E-F6B3-8EAE-EC30-BB9C725FC11E}"/>
              </a:ext>
            </a:extLst>
          </p:cNvPr>
          <p:cNvCxnSpPr>
            <a:cxnSpLocks/>
          </p:cNvCxnSpPr>
          <p:nvPr userDrawn="1"/>
        </p:nvCxnSpPr>
        <p:spPr>
          <a:xfrm flipH="1">
            <a:off x="0" y="1482784"/>
            <a:ext cx="1457739" cy="0"/>
          </a:xfrm>
          <a:prstGeom prst="line">
            <a:avLst/>
          </a:prstGeom>
          <a:ln>
            <a:solidFill>
              <a:schemeClr val="accent4">
                <a:lumMod val="40000"/>
                <a:lumOff val="6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Conector Reto 7">
            <a:extLst>
              <a:ext uri="{FF2B5EF4-FFF2-40B4-BE49-F238E27FC236}">
                <a16:creationId xmlns:a16="http://schemas.microsoft.com/office/drawing/2014/main" id="{0D6EA7A2-501E-AE25-217B-771E1489503C}"/>
              </a:ext>
            </a:extLst>
          </p:cNvPr>
          <p:cNvCxnSpPr>
            <a:cxnSpLocks/>
          </p:cNvCxnSpPr>
          <p:nvPr userDrawn="1"/>
        </p:nvCxnSpPr>
        <p:spPr>
          <a:xfrm flipH="1">
            <a:off x="0" y="3580828"/>
            <a:ext cx="1457739" cy="0"/>
          </a:xfrm>
          <a:prstGeom prst="line">
            <a:avLst/>
          </a:prstGeom>
          <a:ln>
            <a:solidFill>
              <a:schemeClr val="accent4">
                <a:lumMod val="40000"/>
                <a:lumOff val="6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Picture 8">
            <a:extLst>
              <a:ext uri="{FF2B5EF4-FFF2-40B4-BE49-F238E27FC236}">
                <a16:creationId xmlns:a16="http://schemas.microsoft.com/office/drawing/2014/main" id="{68EB1F7D-EB42-B4A5-4EBA-55B2FE1DF06F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rgbClr val="000000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accent4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3675866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Masters/_rels/slideMaster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Relationship Id="rId9" Type="http://schemas.openxmlformats.org/officeDocument/2006/relationships/slideLayout" Target="../slideLayouts/slideLayout9.xml"/><Relationship Id="rId10" Type="http://schemas.openxmlformats.org/officeDocument/2006/relationships/slideLayout" Target="../slideLayouts/slideLayout10.xml"/><Relationship Id="rId11" Type="http://schemas.openxmlformats.org/officeDocument/2006/relationships/slideLayout" Target="../slideLayouts/slideLayout11.xml"/><Relationship Id="rId12" Type="http://schemas.openxmlformats.org/officeDocument/2006/relationships/slideLayout" Target="../slideLayouts/slideLayout12.xml"/><Relationship Id="rId13" Type="http://schemas.openxmlformats.org/officeDocument/2006/relationships/slideLayout" Target="../slideLayouts/slideLayout13.xml"/><Relationship Id="rId14" Type="http://schemas.openxmlformats.org/officeDocument/2006/relationships/slideLayout" Target="../slideLayouts/slideLayout14.xml"/><Relationship Id="rId15" Type="http://schemas.openxmlformats.org/officeDocument/2006/relationships/slideLayout" Target="../slideLayouts/slideLayout15.xml"/><Relationship Id="rId16" Type="http://schemas.openxmlformats.org/officeDocument/2006/relationships/slideLayout" Target="../slideLayouts/slideLayout16.xml"/><Relationship Id="rId17" Type="http://schemas.openxmlformats.org/officeDocument/2006/relationships/slideLayout" Target="../slideLayouts/slideLayout17.xml"/><Relationship Id="rId18" Type="http://schemas.openxmlformats.org/officeDocument/2006/relationships/slideLayout" Target="../slideLayouts/slideLayout18.xml"/><Relationship Id="rId19" Type="http://schemas.openxmlformats.org/officeDocument/2006/relationships/slideLayout" Target="../slideLayouts/slideLayout19.xml"/><Relationship Id="rId20" Type="http://schemas.openxmlformats.org/officeDocument/2006/relationships/slideLayout" Target="../slideLayouts/slideLayout20.xml"/><Relationship Id="rId21" Type="http://schemas.openxmlformats.org/officeDocument/2006/relationships/slideLayout" Target="../slideLayouts/slideLayout21.xml"/><Relationship Id="rId22" Type="http://schemas.openxmlformats.org/officeDocument/2006/relationships/slideLayout" Target="../slideLayouts/slideLayout22.xml"/><Relationship Id="rId23" Type="http://schemas.openxmlformats.org/officeDocument/2006/relationships/slideLayout" Target="../slideLayouts/slideLayout23.xml"/><Relationship Id="rId24" Type="http://schemas.openxmlformats.org/officeDocument/2006/relationships/slideLayout" Target="../slideLayouts/slideLayout24.xml"/><Relationship Id="rId25" Type="http://schemas.openxmlformats.org/officeDocument/2006/relationships/slideLayout" Target="../slideLayouts/slideLayout25.xml"/><Relationship Id="rId26" Type="http://schemas.openxmlformats.org/officeDocument/2006/relationships/slideLayout" Target="../slideLayouts/slideLayout26.xml"/><Relationship Id="rId27" Type="http://schemas.openxmlformats.org/officeDocument/2006/relationships/slideLayout" Target="../slideLayouts/slideLayout27.xml"/><Relationship Id="rId28" Type="http://schemas.openxmlformats.org/officeDocument/2006/relationships/slideLayout" Target="../slideLayouts/slideLayout28.xml"/><Relationship Id="rId29" Type="http://schemas.openxmlformats.org/officeDocument/2006/relationships/slideLayout" Target="../slideLayouts/slideLayout29.xml"/><Relationship Id="rId30" Type="http://schemas.openxmlformats.org/officeDocument/2006/relationships/slideLayout" Target="../slideLayouts/slideLayout30.xml"/><Relationship Id="rId31" Type="http://schemas.openxmlformats.org/officeDocument/2006/relationships/slideLayout" Target="../slideLayouts/slideLayout31.xml"/><Relationship Id="rId32" Type="http://schemas.openxmlformats.org/officeDocument/2006/relationships/slideLayout" Target="../slideLayouts/slideLayout32.xml"/><Relationship Id="rId33" Type="http://schemas.openxmlformats.org/officeDocument/2006/relationships/slideLayout" Target="../slideLayouts/slideLayout33.xml"/><Relationship Id="rId34" Type="http://schemas.openxmlformats.org/officeDocument/2006/relationships/slideLayout" Target="../slideLayouts/slideLayout34.xml"/><Relationship Id="rId35" Type="http://schemas.openxmlformats.org/officeDocument/2006/relationships/slideLayout" Target="../slideLayouts/slideLayout35.xml"/><Relationship Id="rId36" Type="http://schemas.openxmlformats.org/officeDocument/2006/relationships/slideLayout" Target="../slideLayouts/slideLayout36.xml"/><Relationship Id="rId37" Type="http://schemas.openxmlformats.org/officeDocument/2006/relationships/slideLayout" Target="../slideLayouts/slideLayout37.xml"/><Relationship Id="rId38" Type="http://schemas.openxmlformats.org/officeDocument/2006/relationships/slideLayout" Target="../slideLayouts/slideLayout38.xml"/><Relationship Id="rId39" Type="http://schemas.openxmlformats.org/officeDocument/2006/relationships/slideLayout" Target="../slideLayouts/slideLayout39.xml"/><Relationship Id="rId40" Type="http://schemas.openxmlformats.org/officeDocument/2006/relationships/slideLayout" Target="../slideLayouts/slideLayout40.xml"/><Relationship Id="rId41" Type="http://schemas.openxmlformats.org/officeDocument/2006/relationships/slideLayout" Target="../slideLayouts/slideLayout41.xml"/><Relationship Id="rId42" Type="http://schemas.openxmlformats.org/officeDocument/2006/relationships/slideLayout" Target="../slideLayouts/slideLayout42.xml"/><Relationship Id="rId43" Type="http://schemas.openxmlformats.org/officeDocument/2006/relationships/slideLayout" Target="../slideLayouts/slideLayout43.xml"/><Relationship Id="rId44" Type="http://schemas.openxmlformats.org/officeDocument/2006/relationships/slideLayout" Target="../slideLayouts/slideLayout44.xml"/><Relationship Id="rId45" Type="http://schemas.openxmlformats.org/officeDocument/2006/relationships/slideLayout" Target="../slideLayouts/slideLayout45.xml"/><Relationship Id="rId46" Type="http://schemas.openxmlformats.org/officeDocument/2006/relationships/slideLayout" Target="../slideLayouts/slideLayout46.xml"/><Relationship Id="rId47" Type="http://schemas.openxmlformats.org/officeDocument/2006/relationships/theme" Target="../theme/theme1.xml"/></Relationships>
</file>

<file path=ppt/slideMasters/_rels/slideMaster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47.xml"/><Relationship Id="rId2" Type="http://schemas.openxmlformats.org/officeDocument/2006/relationships/slideLayout" Target="../slideLayouts/slideLayout48.xml"/><Relationship Id="rId3" Type="http://schemas.openxmlformats.org/officeDocument/2006/relationships/slideLayout" Target="../slideLayouts/slideLayout49.xml"/><Relationship Id="rId4" Type="http://schemas.openxmlformats.org/officeDocument/2006/relationships/slideLayout" Target="../slideLayouts/slideLayout50.xml"/><Relationship Id="rId5" Type="http://schemas.openxmlformats.org/officeDocument/2006/relationships/slideLayout" Target="../slideLayouts/slideLayout51.xml"/><Relationship Id="rId6" Type="http://schemas.openxmlformats.org/officeDocument/2006/relationships/theme" Target="../theme/theme2.xml"/></Relationships>
</file>

<file path=ppt/slideMasters/_rels/slideMaster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52.xml"/><Relationship Id="rId2" Type="http://schemas.openxmlformats.org/officeDocument/2006/relationships/slideLayout" Target="../slideLayouts/slideLayout53.xml"/><Relationship Id="rId3" Type="http://schemas.openxmlformats.org/officeDocument/2006/relationships/slideLayout" Target="../slideLayouts/slideLayout54.xml"/><Relationship Id="rId4" Type="http://schemas.openxmlformats.org/officeDocument/2006/relationships/slideLayout" Target="../slideLayouts/slideLayout55.xml"/><Relationship Id="rId5" Type="http://schemas.openxmlformats.org/officeDocument/2006/relationships/slideLayout" Target="../slideLayouts/slideLayout56.xml"/><Relationship Id="rId6" Type="http://schemas.openxmlformats.org/officeDocument/2006/relationships/slideLayout" Target="../slideLayouts/slideLayout57.xml"/><Relationship Id="rId7" Type="http://schemas.openxmlformats.org/officeDocument/2006/relationships/slideLayout" Target="../slideLayouts/slideLayout58.xml"/><Relationship Id="rId8" Type="http://schemas.openxmlformats.org/officeDocument/2006/relationships/slideLayout" Target="../slideLayouts/slideLayout59.xml"/><Relationship Id="rId9" Type="http://schemas.openxmlformats.org/officeDocument/2006/relationships/slideLayout" Target="../slideLayouts/slideLayout60.xml"/><Relationship Id="rId10" Type="http://schemas.openxmlformats.org/officeDocument/2006/relationships/slideLayout" Target="../slideLayouts/slideLayout61.xml"/><Relationship Id="rId11" Type="http://schemas.openxmlformats.org/officeDocument/2006/relationships/slideLayout" Target="../slideLayouts/slideLayout62.xml"/><Relationship Id="rId12" Type="http://schemas.openxmlformats.org/officeDocument/2006/relationships/theme" Target="../theme/theme3.xml"/></Relationships>
</file>

<file path=ppt/slideMasters/_rels/slideMaster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63.xml"/><Relationship Id="rId2" Type="http://schemas.openxmlformats.org/officeDocument/2006/relationships/slideLayout" Target="../slideLayouts/slideLayout64.xml"/><Relationship Id="rId3" Type="http://schemas.openxmlformats.org/officeDocument/2006/relationships/slideLayout" Target="../slideLayouts/slideLayout65.xml"/><Relationship Id="rId4" Type="http://schemas.openxmlformats.org/officeDocument/2006/relationships/slideLayout" Target="../slideLayouts/slideLayout66.xml"/><Relationship Id="rId5" Type="http://schemas.openxmlformats.org/officeDocument/2006/relationships/slideLayout" Target="../slideLayouts/slideLayout67.xml"/><Relationship Id="rId6" Type="http://schemas.openxmlformats.org/officeDocument/2006/relationships/slideLayout" Target="../slideLayouts/slideLayout68.xml"/><Relationship Id="rId7" Type="http://schemas.openxmlformats.org/officeDocument/2006/relationships/slideLayout" Target="../slideLayouts/slideLayout69.xml"/><Relationship Id="rId8" Type="http://schemas.openxmlformats.org/officeDocument/2006/relationships/slideLayout" Target="../slideLayouts/slideLayout70.xml"/><Relationship Id="rId9" Type="http://schemas.openxmlformats.org/officeDocument/2006/relationships/slideLayout" Target="../slideLayouts/slideLayout71.xml"/><Relationship Id="rId10" Type="http://schemas.openxmlformats.org/officeDocument/2006/relationships/slideLayout" Target="../slideLayouts/slideLayout72.xml"/><Relationship Id="rId11" Type="http://schemas.openxmlformats.org/officeDocument/2006/relationships/slideLayout" Target="../slideLayouts/slideLayout73.xml"/><Relationship Id="rId12" Type="http://schemas.openxmlformats.org/officeDocument/2006/relationships/slideLayout" Target="../slideLayouts/slideLayout74.xml"/><Relationship Id="rId13" Type="http://schemas.openxmlformats.org/officeDocument/2006/relationships/slideLayout" Target="../slideLayouts/slideLayout75.xml"/><Relationship Id="rId14" Type="http://schemas.openxmlformats.org/officeDocument/2006/relationships/slideLayout" Target="../slideLayouts/slideLayout76.xml"/><Relationship Id="rId15" Type="http://schemas.openxmlformats.org/officeDocument/2006/relationships/slideLayout" Target="../slideLayouts/slideLayout77.xml"/><Relationship Id="rId16" Type="http://schemas.openxmlformats.org/officeDocument/2006/relationships/slideLayout" Target="../slideLayouts/slideLayout78.xml"/><Relationship Id="rId17" Type="http://schemas.openxmlformats.org/officeDocument/2006/relationships/slideLayout" Target="../slideLayouts/slideLayout79.xml"/><Relationship Id="rId18" Type="http://schemas.openxmlformats.org/officeDocument/2006/relationships/slideLayout" Target="../slideLayouts/slideLayout80.xml"/><Relationship Id="rId19" Type="http://schemas.openxmlformats.org/officeDocument/2006/relationships/slideLayout" Target="../slideLayouts/slideLayout81.xml"/><Relationship Id="rId20" Type="http://schemas.openxmlformats.org/officeDocument/2006/relationships/slideLayout" Target="../slideLayouts/slideLayout82.xml"/><Relationship Id="rId21" Type="http://schemas.openxmlformats.org/officeDocument/2006/relationships/slideLayout" Target="../slideLayouts/slideLayout83.xml"/><Relationship Id="rId22" Type="http://schemas.openxmlformats.org/officeDocument/2006/relationships/slideLayout" Target="../slideLayouts/slideLayout84.xml"/><Relationship Id="rId23" Type="http://schemas.openxmlformats.org/officeDocument/2006/relationships/slideLayout" Target="../slideLayouts/slideLayout85.xml"/><Relationship Id="rId24" Type="http://schemas.openxmlformats.org/officeDocument/2006/relationships/slideLayout" Target="../slideLayouts/slideLayout86.xml"/><Relationship Id="rId25" Type="http://schemas.openxmlformats.org/officeDocument/2006/relationships/slideLayout" Target="../slideLayouts/slideLayout87.xml"/><Relationship Id="rId26" Type="http://schemas.openxmlformats.org/officeDocument/2006/relationships/slideLayout" Target="../slideLayouts/slideLayout88.xml"/><Relationship Id="rId27" Type="http://schemas.openxmlformats.org/officeDocument/2006/relationships/slideLayout" Target="../slideLayouts/slideLayout89.xml"/><Relationship Id="rId28" Type="http://schemas.openxmlformats.org/officeDocument/2006/relationships/slideLayout" Target="../slideLayouts/slideLayout90.xml"/><Relationship Id="rId29" Type="http://schemas.openxmlformats.org/officeDocument/2006/relationships/slideLayout" Target="../slideLayouts/slideLayout91.xml"/><Relationship Id="rId30" Type="http://schemas.openxmlformats.org/officeDocument/2006/relationships/slideLayout" Target="../slideLayouts/slideLayout92.xml"/><Relationship Id="rId31" Type="http://schemas.openxmlformats.org/officeDocument/2006/relationships/slideLayout" Target="../slideLayouts/slideLayout93.xml"/><Relationship Id="rId32" Type="http://schemas.openxmlformats.org/officeDocument/2006/relationships/slideLayout" Target="../slideLayouts/slideLayout94.xml"/><Relationship Id="rId33" Type="http://schemas.openxmlformats.org/officeDocument/2006/relationships/slideLayout" Target="../slideLayouts/slideLayout95.xml"/><Relationship Id="rId34" Type="http://schemas.openxmlformats.org/officeDocument/2006/relationships/slideLayout" Target="../slideLayouts/slideLayout96.xml"/><Relationship Id="rId35" Type="http://schemas.openxmlformats.org/officeDocument/2006/relationships/slideLayout" Target="../slideLayouts/slideLayout97.xml"/><Relationship Id="rId36" Type="http://schemas.openxmlformats.org/officeDocument/2006/relationships/slideLayout" Target="../slideLayouts/slideLayout98.xml"/><Relationship Id="rId37" Type="http://schemas.openxmlformats.org/officeDocument/2006/relationships/slideLayout" Target="../slideLayouts/slideLayout99.xml"/><Relationship Id="rId38" Type="http://schemas.openxmlformats.org/officeDocument/2006/relationships/slideLayout" Target="../slideLayouts/slideLayout100.xml"/><Relationship Id="rId39" Type="http://schemas.openxmlformats.org/officeDocument/2006/relationships/slideLayout" Target="../slideLayouts/slideLayout101.xml"/><Relationship Id="rId40" Type="http://schemas.openxmlformats.org/officeDocument/2006/relationships/slideLayout" Target="../slideLayouts/slideLayout102.xml"/><Relationship Id="rId41" Type="http://schemas.openxmlformats.org/officeDocument/2006/relationships/slideLayout" Target="../slideLayouts/slideLayout103.xml"/><Relationship Id="rId42" Type="http://schemas.openxmlformats.org/officeDocument/2006/relationships/slideLayout" Target="../slideLayouts/slideLayout104.xml"/><Relationship Id="rId43" Type="http://schemas.openxmlformats.org/officeDocument/2006/relationships/slideLayout" Target="../slideLayouts/slideLayout105.xml"/><Relationship Id="rId44" Type="http://schemas.openxmlformats.org/officeDocument/2006/relationships/slideLayout" Target="../slideLayouts/slideLayout106.xml"/><Relationship Id="rId45" Type="http://schemas.openxmlformats.org/officeDocument/2006/relationships/slideLayout" Target="../slideLayouts/slideLayout107.xml"/><Relationship Id="rId46" Type="http://schemas.openxmlformats.org/officeDocument/2006/relationships/slideLayout" Target="../slideLayouts/slideLayout108.xml"/><Relationship Id="rId47" Type="http://schemas.openxmlformats.org/officeDocument/2006/relationships/slideLayout" Target="../slideLayouts/slideLayout109.xml"/><Relationship Id="rId48" Type="http://schemas.openxmlformats.org/officeDocument/2006/relationships/slideLayout" Target="../slideLayouts/slideLayout110.xml"/><Relationship Id="rId49" Type="http://schemas.openxmlformats.org/officeDocument/2006/relationships/slideLayout" Target="../slideLayouts/slideLayout111.xml"/><Relationship Id="rId50" Type="http://schemas.openxmlformats.org/officeDocument/2006/relationships/slideLayout" Target="../slideLayouts/slideLayout112.xml"/><Relationship Id="rId51" Type="http://schemas.openxmlformats.org/officeDocument/2006/relationships/slideLayout" Target="../slideLayouts/slideLayout113.xml"/><Relationship Id="rId52" Type="http://schemas.openxmlformats.org/officeDocument/2006/relationships/slideLayout" Target="../slideLayouts/slideLayout114.xml"/><Relationship Id="rId53" Type="http://schemas.openxmlformats.org/officeDocument/2006/relationships/slideLayout" Target="../slideLayouts/slideLayout115.xml"/><Relationship Id="rId54" Type="http://schemas.openxmlformats.org/officeDocument/2006/relationships/slideLayout" Target="../slideLayouts/slideLayout116.xml"/><Relationship Id="rId55" Type="http://schemas.openxmlformats.org/officeDocument/2006/relationships/slideLayout" Target="../slideLayouts/slideLayout117.xml"/><Relationship Id="rId56" Type="http://schemas.openxmlformats.org/officeDocument/2006/relationships/slideLayout" Target="../slideLayouts/slideLayout118.xml"/><Relationship Id="rId57" Type="http://schemas.openxmlformats.org/officeDocument/2006/relationships/slideLayout" Target="../slideLayouts/slideLayout119.xml"/><Relationship Id="rId58" Type="http://schemas.openxmlformats.org/officeDocument/2006/relationships/slideLayout" Target="../slideLayouts/slideLayout120.xml"/><Relationship Id="rId59" Type="http://schemas.openxmlformats.org/officeDocument/2006/relationships/slideLayout" Target="../slideLayouts/slideLayout121.xml"/><Relationship Id="rId60" Type="http://schemas.openxmlformats.org/officeDocument/2006/relationships/slideLayout" Target="../slideLayouts/slideLayout122.xml"/><Relationship Id="rId61" Type="http://schemas.openxmlformats.org/officeDocument/2006/relationships/slideLayout" Target="../slideLayouts/slideLayout123.xml"/><Relationship Id="rId62" Type="http://schemas.openxmlformats.org/officeDocument/2006/relationships/slideLayout" Target="../slideLayouts/slideLayout124.xml"/><Relationship Id="rId63" Type="http://schemas.openxmlformats.org/officeDocument/2006/relationships/slideLayout" Target="../slideLayouts/slideLayout125.xml"/><Relationship Id="rId64" Type="http://schemas.openxmlformats.org/officeDocument/2006/relationships/slideLayout" Target="../slideLayouts/slideLayout126.xml"/><Relationship Id="rId65" Type="http://schemas.openxmlformats.org/officeDocument/2006/relationships/slideLayout" Target="../slideLayouts/slideLayout127.xml"/><Relationship Id="rId66" Type="http://schemas.openxmlformats.org/officeDocument/2006/relationships/slideLayout" Target="../slideLayouts/slideLayout128.xml"/><Relationship Id="rId67" Type="http://schemas.openxmlformats.org/officeDocument/2006/relationships/slideLayout" Target="../slideLayouts/slideLayout129.xml"/><Relationship Id="rId68" Type="http://schemas.openxmlformats.org/officeDocument/2006/relationships/slideLayout" Target="../slideLayouts/slideLayout130.xml"/><Relationship Id="rId69" Type="http://schemas.openxmlformats.org/officeDocument/2006/relationships/slideLayout" Target="../slideLayouts/slideLayout131.xml"/><Relationship Id="rId70" Type="http://schemas.openxmlformats.org/officeDocument/2006/relationships/slideLayout" Target="../slideLayouts/slideLayout132.xml"/><Relationship Id="rId71" Type="http://schemas.openxmlformats.org/officeDocument/2006/relationships/slideLayout" Target="../slideLayouts/slideLayout133.xml"/><Relationship Id="rId72" Type="http://schemas.openxmlformats.org/officeDocument/2006/relationships/slideLayout" Target="../slideLayouts/slideLayout134.xml"/><Relationship Id="rId73" Type="http://schemas.openxmlformats.org/officeDocument/2006/relationships/slideLayout" Target="../slideLayouts/slideLayout135.xml"/><Relationship Id="rId74" Type="http://schemas.openxmlformats.org/officeDocument/2006/relationships/slideLayout" Target="../slideLayouts/slideLayout136.xml"/><Relationship Id="rId75" Type="http://schemas.openxmlformats.org/officeDocument/2006/relationships/slideLayout" Target="../slideLayouts/slideLayout137.xml"/><Relationship Id="rId76" Type="http://schemas.openxmlformats.org/officeDocument/2006/relationships/slideLayout" Target="../slideLayouts/slideLayout138.xml"/><Relationship Id="rId77" Type="http://schemas.openxmlformats.org/officeDocument/2006/relationships/slideLayout" Target="../slideLayouts/slideLayout139.xml"/><Relationship Id="rId78" Type="http://schemas.openxmlformats.org/officeDocument/2006/relationships/slideLayout" Target="../slideLayouts/slideLayout140.xml"/><Relationship Id="rId79" Type="http://schemas.openxmlformats.org/officeDocument/2006/relationships/slideLayout" Target="../slideLayouts/slideLayout141.xml"/><Relationship Id="rId80" Type="http://schemas.openxmlformats.org/officeDocument/2006/relationships/slideLayout" Target="../slideLayouts/slideLayout142.xml"/><Relationship Id="rId81" Type="http://schemas.openxmlformats.org/officeDocument/2006/relationships/slideLayout" Target="../slideLayouts/slideLayout143.xml"/><Relationship Id="rId82" Type="http://schemas.openxmlformats.org/officeDocument/2006/relationships/slideLayout" Target="../slideLayouts/slideLayout144.xml"/><Relationship Id="rId83" Type="http://schemas.openxmlformats.org/officeDocument/2006/relationships/slideLayout" Target="../slideLayouts/slideLayout145.xml"/><Relationship Id="rId84" Type="http://schemas.openxmlformats.org/officeDocument/2006/relationships/slideLayout" Target="../slideLayouts/slideLayout146.xml"/><Relationship Id="rId85" Type="http://schemas.openxmlformats.org/officeDocument/2006/relationships/slideLayout" Target="../slideLayouts/slideLayout147.xml"/><Relationship Id="rId86" Type="http://schemas.openxmlformats.org/officeDocument/2006/relationships/slideLayout" Target="../slideLayouts/slideLayout148.xml"/><Relationship Id="rId87" Type="http://schemas.openxmlformats.org/officeDocument/2006/relationships/slideLayout" Target="../slideLayouts/slideLayout149.xml"/><Relationship Id="rId88" Type="http://schemas.openxmlformats.org/officeDocument/2006/relationships/slideLayout" Target="../slideLayouts/slideLayout150.xml"/><Relationship Id="rId89" Type="http://schemas.openxmlformats.org/officeDocument/2006/relationships/slideLayout" Target="../slideLayouts/slideLayout151.xml"/><Relationship Id="rId90" Type="http://schemas.openxmlformats.org/officeDocument/2006/relationships/slideLayout" Target="../slideLayouts/slideLayout152.xml"/><Relationship Id="rId91" Type="http://schemas.openxmlformats.org/officeDocument/2006/relationships/slideLayout" Target="../slideLayouts/slideLayout153.xml"/><Relationship Id="rId92" Type="http://schemas.openxmlformats.org/officeDocument/2006/relationships/slideLayout" Target="../slideLayouts/slideLayout154.xml"/><Relationship Id="rId93" Type="http://schemas.openxmlformats.org/officeDocument/2006/relationships/slideLayout" Target="../slideLayouts/slideLayout155.xml"/><Relationship Id="rId94" Type="http://schemas.openxmlformats.org/officeDocument/2006/relationships/slideLayout" Target="../slideLayouts/slideLayout156.xml"/><Relationship Id="rId95" Type="http://schemas.openxmlformats.org/officeDocument/2006/relationships/slideLayout" Target="../slideLayouts/slideLayout157.xml"/><Relationship Id="rId96" Type="http://schemas.openxmlformats.org/officeDocument/2006/relationships/slideLayout" Target="../slideLayouts/slideLayout158.xml"/><Relationship Id="rId97" Type="http://schemas.openxmlformats.org/officeDocument/2006/relationships/slideLayout" Target="../slideLayouts/slideLayout159.xml"/><Relationship Id="rId98" Type="http://schemas.openxmlformats.org/officeDocument/2006/relationships/slideLayout" Target="../slideLayouts/slideLayout160.xml"/><Relationship Id="rId99" Type="http://schemas.openxmlformats.org/officeDocument/2006/relationships/slideLayout" Target="../slideLayouts/slideLayout161.xml"/><Relationship Id="rId100" Type="http://schemas.openxmlformats.org/officeDocument/2006/relationships/slideLayout" Target="../slideLayouts/slideLayout162.xml"/><Relationship Id="rId101" Type="http://schemas.openxmlformats.org/officeDocument/2006/relationships/slideLayout" Target="../slideLayouts/slideLayout163.xml"/><Relationship Id="rId102" Type="http://schemas.openxmlformats.org/officeDocument/2006/relationships/slideLayout" Target="../slideLayouts/slideLayout164.xml"/><Relationship Id="rId103" Type="http://schemas.openxmlformats.org/officeDocument/2006/relationships/slideLayout" Target="../slideLayouts/slideLayout165.xml"/><Relationship Id="rId104" Type="http://schemas.openxmlformats.org/officeDocument/2006/relationships/slideLayout" Target="../slideLayouts/slideLayout166.xml"/><Relationship Id="rId105" Type="http://schemas.openxmlformats.org/officeDocument/2006/relationships/slideLayout" Target="../slideLayouts/slideLayout167.xml"/><Relationship Id="rId106" Type="http://schemas.openxmlformats.org/officeDocument/2006/relationships/slideLayout" Target="../slideLayouts/slideLayout168.xml"/><Relationship Id="rId107" Type="http://schemas.openxmlformats.org/officeDocument/2006/relationships/slideLayout" Target="../slideLayouts/slideLayout169.xml"/><Relationship Id="rId108" Type="http://schemas.openxmlformats.org/officeDocument/2006/relationships/slideLayout" Target="../slideLayouts/slideLayout170.xml"/><Relationship Id="rId109" Type="http://schemas.openxmlformats.org/officeDocument/2006/relationships/slideLayout" Target="../slideLayouts/slideLayout171.xml"/><Relationship Id="rId110" Type="http://schemas.openxmlformats.org/officeDocument/2006/relationships/slideLayout" Target="../slideLayouts/slideLayout172.xml"/><Relationship Id="rId111" Type="http://schemas.openxmlformats.org/officeDocument/2006/relationships/slideLayout" Target="../slideLayouts/slideLayout173.xml"/><Relationship Id="rId112" Type="http://schemas.openxmlformats.org/officeDocument/2006/relationships/slideLayout" Target="../slideLayouts/slideLayout174.xml"/><Relationship Id="rId113" Type="http://schemas.openxmlformats.org/officeDocument/2006/relationships/slideLayout" Target="../slideLayouts/slideLayout175.xml"/><Relationship Id="rId114" Type="http://schemas.openxmlformats.org/officeDocument/2006/relationships/theme" Target="../theme/theme4.xml"/></Relationships>
</file>

<file path=ppt/slideMasters/_rels/slideMaster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76.xml"/><Relationship Id="rId2" Type="http://schemas.openxmlformats.org/officeDocument/2006/relationships/slideLayout" Target="../slideLayouts/slideLayout177.xml"/><Relationship Id="rId3" Type="http://schemas.openxmlformats.org/officeDocument/2006/relationships/slideLayout" Target="../slideLayouts/slideLayout178.xml"/><Relationship Id="rId4" Type="http://schemas.openxmlformats.org/officeDocument/2006/relationships/slideLayout" Target="../slideLayouts/slideLayout179.xml"/><Relationship Id="rId5" Type="http://schemas.openxmlformats.org/officeDocument/2006/relationships/slideLayout" Target="../slideLayouts/slideLayout180.xml"/><Relationship Id="rId6" Type="http://schemas.openxmlformats.org/officeDocument/2006/relationships/slideLayout" Target="../slideLayouts/slideLayout181.xml"/><Relationship Id="rId7" Type="http://schemas.openxmlformats.org/officeDocument/2006/relationships/slideLayout" Target="../slideLayouts/slideLayout182.xml"/><Relationship Id="rId8" Type="http://schemas.openxmlformats.org/officeDocument/2006/relationships/slideLayout" Target="../slideLayouts/slideLayout183.xml"/><Relationship Id="rId9" Type="http://schemas.openxmlformats.org/officeDocument/2006/relationships/theme" Target="../theme/theme5.xml"/></Relationships>
</file>

<file path=ppt/slideMasters/_rels/slideMaster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84.xml"/><Relationship Id="rId2" Type="http://schemas.openxmlformats.org/officeDocument/2006/relationships/slideLayout" Target="../slideLayouts/slideLayout185.xml"/><Relationship Id="rId3" Type="http://schemas.openxmlformats.org/officeDocument/2006/relationships/theme" Target="../theme/theme6.xml"/></Relationships>
</file>

<file path=ppt/slideMasters/_rels/slideMaster1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87.xml"/><Relationship Id="rId2" Type="http://schemas.openxmlformats.org/officeDocument/2006/relationships/slideLayout" Target="../slideLayouts/slideLayout211.xml"/><Relationship Id="rId3" Type="http://schemas.openxmlformats.org/officeDocument/2006/relationships/slideLayout" Target="../slideLayouts/slideLayout311.xml"/><Relationship Id="rId4" Type="http://schemas.openxmlformats.org/officeDocument/2006/relationships/slideLayout" Target="../slideLayouts/slideLayout410.xml"/><Relationship Id="rId5" Type="http://schemas.openxmlformats.org/officeDocument/2006/relationships/slideLayout" Target="../slideLayouts/slideLayout510.xml"/><Relationship Id="rId6" Type="http://schemas.openxmlformats.org/officeDocument/2006/relationships/slideLayout" Target="../slideLayouts/slideLayout610.xml"/><Relationship Id="rId7" Type="http://schemas.openxmlformats.org/officeDocument/2006/relationships/slideLayout" Target="../slideLayouts/slideLayout710.xml"/><Relationship Id="rId8" Type="http://schemas.openxmlformats.org/officeDocument/2006/relationships/slideLayout" Target="../slideLayouts/slideLayout810.xml"/><Relationship Id="rId9" Type="http://schemas.openxmlformats.org/officeDocument/2006/relationships/slideLayout" Target="../slideLayouts/slideLayout910.xml"/><Relationship Id="rId10" Type="http://schemas.openxmlformats.org/officeDocument/2006/relationships/slideLayout" Target="../slideLayouts/slideLayout1010.xml"/><Relationship Id="rId11" Type="http://schemas.openxmlformats.org/officeDocument/2006/relationships/slideLayout" Target="../slideLayouts/slideLayout1110.xml"/><Relationship Id="rId12" Type="http://schemas.openxmlformats.org/officeDocument/2006/relationships/slideLayout" Target="../slideLayouts/slideLayout1210.xml"/><Relationship Id="rId13" Type="http://schemas.openxmlformats.org/officeDocument/2006/relationships/slideLayout" Target="../slideLayouts/slideLayout1310.xml"/><Relationship Id="rId14" Type="http://schemas.openxmlformats.org/officeDocument/2006/relationships/slideLayout" Target="../slideLayouts/slideLayout1410.xml"/><Relationship Id="rId15" Type="http://schemas.openxmlformats.org/officeDocument/2006/relationships/slideLayout" Target="../slideLayouts/slideLayout1510.xml"/><Relationship Id="rId16" Type="http://schemas.openxmlformats.org/officeDocument/2006/relationships/slideLayout" Target="../slideLayouts/slideLayout1610.xml"/><Relationship Id="rId17" Type="http://schemas.openxmlformats.org/officeDocument/2006/relationships/slideLayout" Target="../slideLayouts/slideLayout1710.xml"/><Relationship Id="rId18" Type="http://schemas.openxmlformats.org/officeDocument/2006/relationships/slideLayout" Target="../slideLayouts/slideLayout186.xml"/><Relationship Id="rId19" Type="http://schemas.openxmlformats.org/officeDocument/2006/relationships/slideLayout" Target="../slideLayouts/slideLayout190.xml"/><Relationship Id="rId20" Type="http://schemas.openxmlformats.org/officeDocument/2006/relationships/slideLayout" Target="../slideLayouts/slideLayout200.xml"/><Relationship Id="rId21" Type="http://schemas.openxmlformats.org/officeDocument/2006/relationships/slideLayout" Target="../slideLayouts/slideLayout210.xml"/><Relationship Id="rId22" Type="http://schemas.openxmlformats.org/officeDocument/2006/relationships/slideLayout" Target="../slideLayouts/slideLayout220.xml"/><Relationship Id="rId23" Type="http://schemas.openxmlformats.org/officeDocument/2006/relationships/slideLayout" Target="../slideLayouts/slideLayout230.xml"/><Relationship Id="rId24" Type="http://schemas.openxmlformats.org/officeDocument/2006/relationships/slideLayout" Target="../slideLayouts/slideLayout240.xml"/><Relationship Id="rId25" Type="http://schemas.openxmlformats.org/officeDocument/2006/relationships/slideLayout" Target="../slideLayouts/slideLayout250.xml"/><Relationship Id="rId26" Type="http://schemas.openxmlformats.org/officeDocument/2006/relationships/slideLayout" Target="../slideLayouts/slideLayout260.xml"/><Relationship Id="rId27" Type="http://schemas.openxmlformats.org/officeDocument/2006/relationships/slideLayout" Target="../slideLayouts/slideLayout270.xml"/><Relationship Id="rId28" Type="http://schemas.openxmlformats.org/officeDocument/2006/relationships/slideLayout" Target="../slideLayouts/slideLayout280.xml"/><Relationship Id="rId29" Type="http://schemas.openxmlformats.org/officeDocument/2006/relationships/slideLayout" Target="../slideLayouts/slideLayout290.xml"/><Relationship Id="rId30" Type="http://schemas.openxmlformats.org/officeDocument/2006/relationships/slideLayout" Target="../slideLayouts/slideLayout300.xml"/><Relationship Id="rId31" Type="http://schemas.openxmlformats.org/officeDocument/2006/relationships/slideLayout" Target="../slideLayouts/slideLayout310.xml"/><Relationship Id="rId32" Type="http://schemas.openxmlformats.org/officeDocument/2006/relationships/slideLayout" Target="../slideLayouts/slideLayout320.xml"/><Relationship Id="rId33" Type="http://schemas.openxmlformats.org/officeDocument/2006/relationships/slideLayout" Target="../slideLayouts/slideLayout330.xml"/><Relationship Id="rId34" Type="http://schemas.openxmlformats.org/officeDocument/2006/relationships/slideLayout" Target="../slideLayouts/slideLayout340.xml"/><Relationship Id="rId35" Type="http://schemas.openxmlformats.org/officeDocument/2006/relationships/slideLayout" Target="../slideLayouts/slideLayout350.xml"/><Relationship Id="rId36" Type="http://schemas.openxmlformats.org/officeDocument/2006/relationships/slideLayout" Target="../slideLayouts/slideLayout360.xml"/><Relationship Id="rId37" Type="http://schemas.openxmlformats.org/officeDocument/2006/relationships/slideLayout" Target="../slideLayouts/slideLayout370.xml"/><Relationship Id="rId38" Type="http://schemas.openxmlformats.org/officeDocument/2006/relationships/slideLayout" Target="../slideLayouts/slideLayout380.xml"/><Relationship Id="rId39" Type="http://schemas.openxmlformats.org/officeDocument/2006/relationships/slideLayout" Target="../slideLayouts/slideLayout390.xml"/><Relationship Id="rId40" Type="http://schemas.openxmlformats.org/officeDocument/2006/relationships/slideLayout" Target="../slideLayouts/slideLayout400.xml"/><Relationship Id="rId41" Type="http://schemas.openxmlformats.org/officeDocument/2006/relationships/slideLayout" Target="../slideLayouts/slideLayout411.xml"/><Relationship Id="rId42" Type="http://schemas.openxmlformats.org/officeDocument/2006/relationships/slideLayout" Target="../slideLayouts/slideLayout420.xml"/><Relationship Id="rId43" Type="http://schemas.openxmlformats.org/officeDocument/2006/relationships/slideLayout" Target="../slideLayouts/slideLayout430.xml"/><Relationship Id="rId44" Type="http://schemas.openxmlformats.org/officeDocument/2006/relationships/slideLayout" Target="../slideLayouts/slideLayout440.xml"/><Relationship Id="rId45" Type="http://schemas.openxmlformats.org/officeDocument/2006/relationships/slideLayout" Target="../slideLayouts/slideLayout450.xml"/><Relationship Id="rId46" Type="http://schemas.openxmlformats.org/officeDocument/2006/relationships/slideLayout" Target="../slideLayouts/slideLayout460.xml"/><Relationship Id="rId47" Type="http://schemas.openxmlformats.org/officeDocument/2006/relationships/theme" Target="../theme/theme10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72667507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8" r:id="rId7"/>
    <p:sldLayoutId id="2147483669" r:id="rId8"/>
    <p:sldLayoutId id="2147483670" r:id="rId9"/>
    <p:sldLayoutId id="2147483671" r:id="rId10"/>
    <p:sldLayoutId id="2147483673" r:id="rId11"/>
    <p:sldLayoutId id="2147483676" r:id="rId12"/>
    <p:sldLayoutId id="2147483790" r:id="rId13"/>
    <p:sldLayoutId id="2147484113" r:id="rId14"/>
    <p:sldLayoutId id="2147484114" r:id="rId15"/>
    <p:sldLayoutId id="2147484115" r:id="rId16"/>
    <p:sldLayoutId id="2147484116" r:id="rId17"/>
    <p:sldLayoutId id="2147484117" r:id="rId18"/>
    <p:sldLayoutId id="2147484118" r:id="rId19"/>
    <p:sldLayoutId id="2147484119" r:id="rId20"/>
    <p:sldLayoutId id="2147484120" r:id="rId21"/>
    <p:sldLayoutId id="2147484121" r:id="rId22"/>
    <p:sldLayoutId id="2147484122" r:id="rId23"/>
    <p:sldLayoutId id="2147484123" r:id="rId24"/>
    <p:sldLayoutId id="2147484124" r:id="rId25"/>
    <p:sldLayoutId id="2147484125" r:id="rId26"/>
    <p:sldLayoutId id="2147484126" r:id="rId27"/>
    <p:sldLayoutId id="2147484127" r:id="rId28"/>
    <p:sldLayoutId id="2147484143" r:id="rId29"/>
    <p:sldLayoutId id="2147484334" r:id="rId30"/>
    <p:sldLayoutId id="2147484336" r:id="rId31"/>
    <p:sldLayoutId id="2147484337" r:id="rId32"/>
    <p:sldLayoutId id="2147484338" r:id="rId33"/>
    <p:sldLayoutId id="2147484339" r:id="rId34"/>
    <p:sldLayoutId id="2147484340" r:id="rId35"/>
    <p:sldLayoutId id="2147484341" r:id="rId36"/>
    <p:sldLayoutId id="2147484342" r:id="rId37"/>
    <p:sldLayoutId id="2147484343" r:id="rId38"/>
    <p:sldLayoutId id="2147484344" r:id="rId39"/>
    <p:sldLayoutId id="2147484345" r:id="rId40"/>
    <p:sldLayoutId id="2147484346" r:id="rId41"/>
    <p:sldLayoutId id="2147484347" r:id="rId42"/>
    <p:sldLayoutId id="2147484348" r:id="rId43"/>
    <p:sldLayoutId id="2147484349" r:id="rId44"/>
    <p:sldLayoutId id="2147484350" r:id="rId45"/>
    <p:sldLayoutId id="2147484416" r:id="rId46"/>
  </p:sldLayoutIdLst>
  <p:hf hdr="0" ftr="0" dt="0"/>
  <p:txStyles>
    <p:titleStyle>
      <a:lvl1pPr eaLnBrk="1" hangingPunct="1">
        <a:defRPr>
          <a:latin typeface="+mj-lt"/>
          <a:ea typeface="+mj-ea"/>
          <a:cs typeface="+mj-cs"/>
        </a:defRPr>
      </a:lvl1pPr>
    </p:titleStyle>
    <p:bodyStyle>
      <a:lvl1pPr marL="0" eaLnBrk="1" hangingPunct="1">
        <a:defRPr b="0" i="0">
          <a:latin typeface="Versos" panose="020B0503020204030204" pitchFamily="34" charset="77"/>
          <a:ea typeface="+mn-ea"/>
          <a:cs typeface="+mn-cs"/>
        </a:defRPr>
      </a:lvl1pPr>
      <a:lvl2pPr marL="265313" eaLnBrk="1" hangingPunct="1">
        <a:defRPr>
          <a:latin typeface="+mn-lt"/>
          <a:ea typeface="+mn-ea"/>
          <a:cs typeface="+mn-cs"/>
        </a:defRPr>
      </a:lvl2pPr>
      <a:lvl3pPr marL="530626" eaLnBrk="1" hangingPunct="1">
        <a:defRPr>
          <a:latin typeface="+mn-lt"/>
          <a:ea typeface="+mn-ea"/>
          <a:cs typeface="+mn-cs"/>
        </a:defRPr>
      </a:lvl3pPr>
      <a:lvl4pPr marL="795939" eaLnBrk="1" hangingPunct="1">
        <a:defRPr>
          <a:latin typeface="+mn-lt"/>
          <a:ea typeface="+mn-ea"/>
          <a:cs typeface="+mn-cs"/>
        </a:defRPr>
      </a:lvl4pPr>
      <a:lvl5pPr marL="1061253" eaLnBrk="1" hangingPunct="1">
        <a:defRPr>
          <a:latin typeface="+mn-lt"/>
          <a:ea typeface="+mn-ea"/>
          <a:cs typeface="+mn-cs"/>
        </a:defRPr>
      </a:lvl5pPr>
      <a:lvl6pPr marL="1326566" eaLnBrk="1" hangingPunct="1">
        <a:defRPr>
          <a:latin typeface="+mn-lt"/>
          <a:ea typeface="+mn-ea"/>
          <a:cs typeface="+mn-cs"/>
        </a:defRPr>
      </a:lvl6pPr>
      <a:lvl7pPr marL="1591879" eaLnBrk="1" hangingPunct="1">
        <a:defRPr>
          <a:latin typeface="+mn-lt"/>
          <a:ea typeface="+mn-ea"/>
          <a:cs typeface="+mn-cs"/>
        </a:defRPr>
      </a:lvl7pPr>
      <a:lvl8pPr marL="1857192" eaLnBrk="1" hangingPunct="1">
        <a:defRPr>
          <a:latin typeface="+mn-lt"/>
          <a:ea typeface="+mn-ea"/>
          <a:cs typeface="+mn-cs"/>
        </a:defRPr>
      </a:lvl8pPr>
      <a:lvl9pPr marL="2122505" eaLnBrk="1" hangingPunct="1">
        <a:defRPr>
          <a:latin typeface="+mn-lt"/>
          <a:ea typeface="+mn-ea"/>
          <a:cs typeface="+mn-cs"/>
        </a:defRPr>
      </a:lvl9pPr>
    </p:bodyStyle>
    <p:otherStyle>
      <a:lvl1pPr marL="0" eaLnBrk="1" hangingPunct="1">
        <a:defRPr>
          <a:latin typeface="+mn-lt"/>
          <a:ea typeface="+mn-ea"/>
          <a:cs typeface="+mn-cs"/>
        </a:defRPr>
      </a:lvl1pPr>
      <a:lvl2pPr marL="265313" eaLnBrk="1" hangingPunct="1">
        <a:defRPr>
          <a:latin typeface="+mn-lt"/>
          <a:ea typeface="+mn-ea"/>
          <a:cs typeface="+mn-cs"/>
        </a:defRPr>
      </a:lvl2pPr>
      <a:lvl3pPr marL="530626" eaLnBrk="1" hangingPunct="1">
        <a:defRPr>
          <a:latin typeface="+mn-lt"/>
          <a:ea typeface="+mn-ea"/>
          <a:cs typeface="+mn-cs"/>
        </a:defRPr>
      </a:lvl3pPr>
      <a:lvl4pPr marL="795939" eaLnBrk="1" hangingPunct="1">
        <a:defRPr>
          <a:latin typeface="+mn-lt"/>
          <a:ea typeface="+mn-ea"/>
          <a:cs typeface="+mn-cs"/>
        </a:defRPr>
      </a:lvl4pPr>
      <a:lvl5pPr marL="1061253" eaLnBrk="1" hangingPunct="1">
        <a:defRPr>
          <a:latin typeface="+mn-lt"/>
          <a:ea typeface="+mn-ea"/>
          <a:cs typeface="+mn-cs"/>
        </a:defRPr>
      </a:lvl5pPr>
      <a:lvl6pPr marL="1326566" eaLnBrk="1" hangingPunct="1">
        <a:defRPr>
          <a:latin typeface="+mn-lt"/>
          <a:ea typeface="+mn-ea"/>
          <a:cs typeface="+mn-cs"/>
        </a:defRPr>
      </a:lvl6pPr>
      <a:lvl7pPr marL="1591879" eaLnBrk="1" hangingPunct="1">
        <a:defRPr>
          <a:latin typeface="+mn-lt"/>
          <a:ea typeface="+mn-ea"/>
          <a:cs typeface="+mn-cs"/>
        </a:defRPr>
      </a:lvl7pPr>
      <a:lvl8pPr marL="1857192" eaLnBrk="1" hangingPunct="1">
        <a:defRPr>
          <a:latin typeface="+mn-lt"/>
          <a:ea typeface="+mn-ea"/>
          <a:cs typeface="+mn-cs"/>
        </a:defRPr>
      </a:lvl8pPr>
      <a:lvl9pPr marL="2122505" eaLnBrk="1" hangingPunct="1">
        <a:defRPr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4706548" y="1442433"/>
            <a:ext cx="2778902" cy="700192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4550" b="1" i="0">
                <a:solidFill>
                  <a:srgbClr val="1E271F"/>
                </a:solidFill>
                <a:latin typeface="Versos"/>
                <a:cs typeface="Versos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>
          <a:xfrm>
            <a:off x="609600" y="1577340"/>
            <a:ext cx="10972800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>
          <a:xfrm>
            <a:off x="4145280" y="6377940"/>
            <a:ext cx="3901440" cy="2154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>
          <a:xfrm>
            <a:off x="609600" y="6377940"/>
            <a:ext cx="2804160" cy="2154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10/14/2026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>
          <a:xfrm>
            <a:off x="8778241" y="6377940"/>
            <a:ext cx="2804160" cy="2154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84023600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78" r:id="rId1"/>
    <p:sldLayoutId id="2147483679" r:id="rId2"/>
    <p:sldLayoutId id="2147483680" r:id="rId3"/>
    <p:sldLayoutId id="2147483681" r:id="rId4"/>
    <p:sldLayoutId id="2147483682" r:id="rId5"/>
  </p:sldLayoutIdLst>
  <p:txStyles>
    <p:titleStyle>
      <a:lvl1pPr>
        <a:defRPr>
          <a:latin typeface="+mj-lt"/>
          <a:ea typeface="+mj-ea"/>
          <a:cs typeface="+mj-cs"/>
        </a:defRPr>
      </a:lvl1pPr>
    </p:titleStyle>
    <p:bodyStyle>
      <a:lvl1pPr marL="0">
        <a:defRPr>
          <a:latin typeface="+mn-lt"/>
          <a:ea typeface="+mn-ea"/>
          <a:cs typeface="+mn-cs"/>
        </a:defRPr>
      </a:lvl1pPr>
      <a:lvl2pPr marL="277246">
        <a:defRPr>
          <a:latin typeface="+mn-lt"/>
          <a:ea typeface="+mn-ea"/>
          <a:cs typeface="+mn-cs"/>
        </a:defRPr>
      </a:lvl2pPr>
      <a:lvl3pPr marL="554492">
        <a:defRPr>
          <a:latin typeface="+mn-lt"/>
          <a:ea typeface="+mn-ea"/>
          <a:cs typeface="+mn-cs"/>
        </a:defRPr>
      </a:lvl3pPr>
      <a:lvl4pPr marL="831738">
        <a:defRPr>
          <a:latin typeface="+mn-lt"/>
          <a:ea typeface="+mn-ea"/>
          <a:cs typeface="+mn-cs"/>
        </a:defRPr>
      </a:lvl4pPr>
      <a:lvl5pPr marL="1108984">
        <a:defRPr>
          <a:latin typeface="+mn-lt"/>
          <a:ea typeface="+mn-ea"/>
          <a:cs typeface="+mn-cs"/>
        </a:defRPr>
      </a:lvl5pPr>
      <a:lvl6pPr marL="1386230">
        <a:defRPr>
          <a:latin typeface="+mn-lt"/>
          <a:ea typeface="+mn-ea"/>
          <a:cs typeface="+mn-cs"/>
        </a:defRPr>
      </a:lvl6pPr>
      <a:lvl7pPr marL="1663476">
        <a:defRPr>
          <a:latin typeface="+mn-lt"/>
          <a:ea typeface="+mn-ea"/>
          <a:cs typeface="+mn-cs"/>
        </a:defRPr>
      </a:lvl7pPr>
      <a:lvl8pPr marL="1940723">
        <a:defRPr>
          <a:latin typeface="+mn-lt"/>
          <a:ea typeface="+mn-ea"/>
          <a:cs typeface="+mn-cs"/>
        </a:defRPr>
      </a:lvl8pPr>
      <a:lvl9pPr marL="2217969">
        <a:defRPr>
          <a:latin typeface="+mn-lt"/>
          <a:ea typeface="+mn-ea"/>
          <a:cs typeface="+mn-cs"/>
        </a:defRPr>
      </a:lvl9pPr>
    </p:bodyStyle>
    <p:otherStyle>
      <a:lvl1pPr marL="0">
        <a:defRPr>
          <a:latin typeface="+mn-lt"/>
          <a:ea typeface="+mn-ea"/>
          <a:cs typeface="+mn-cs"/>
        </a:defRPr>
      </a:lvl1pPr>
      <a:lvl2pPr marL="277246">
        <a:defRPr>
          <a:latin typeface="+mn-lt"/>
          <a:ea typeface="+mn-ea"/>
          <a:cs typeface="+mn-cs"/>
        </a:defRPr>
      </a:lvl2pPr>
      <a:lvl3pPr marL="554492">
        <a:defRPr>
          <a:latin typeface="+mn-lt"/>
          <a:ea typeface="+mn-ea"/>
          <a:cs typeface="+mn-cs"/>
        </a:defRPr>
      </a:lvl3pPr>
      <a:lvl4pPr marL="831738">
        <a:defRPr>
          <a:latin typeface="+mn-lt"/>
          <a:ea typeface="+mn-ea"/>
          <a:cs typeface="+mn-cs"/>
        </a:defRPr>
      </a:lvl4pPr>
      <a:lvl5pPr marL="1108984">
        <a:defRPr>
          <a:latin typeface="+mn-lt"/>
          <a:ea typeface="+mn-ea"/>
          <a:cs typeface="+mn-cs"/>
        </a:defRPr>
      </a:lvl5pPr>
      <a:lvl6pPr marL="1386230">
        <a:defRPr>
          <a:latin typeface="+mn-lt"/>
          <a:ea typeface="+mn-ea"/>
          <a:cs typeface="+mn-cs"/>
        </a:defRPr>
      </a:lvl6pPr>
      <a:lvl7pPr marL="1663476">
        <a:defRPr>
          <a:latin typeface="+mn-lt"/>
          <a:ea typeface="+mn-ea"/>
          <a:cs typeface="+mn-cs"/>
        </a:defRPr>
      </a:lvl7pPr>
      <a:lvl8pPr marL="1940723">
        <a:defRPr>
          <a:latin typeface="+mn-lt"/>
          <a:ea typeface="+mn-ea"/>
          <a:cs typeface="+mn-cs"/>
        </a:defRPr>
      </a:lvl8pPr>
      <a:lvl9pPr marL="2217969">
        <a:defRPr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67000">
              <a:schemeClr val="tx1"/>
            </a:gs>
            <a:gs pos="100000">
              <a:schemeClr val="tx1"/>
            </a:gs>
            <a:gs pos="0">
              <a:srgbClr val="161B21"/>
            </a:gs>
          </a:gsLst>
          <a:lin ang="84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87896722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84" r:id="rId1"/>
    <p:sldLayoutId id="2147483685" r:id="rId2"/>
    <p:sldLayoutId id="2147483686" r:id="rId3"/>
    <p:sldLayoutId id="2147483687" r:id="rId4"/>
    <p:sldLayoutId id="2147483688" r:id="rId5"/>
    <p:sldLayoutId id="2147483690" r:id="rId6"/>
    <p:sldLayoutId id="2147483691" r:id="rId7"/>
    <p:sldLayoutId id="2147483693" r:id="rId8"/>
    <p:sldLayoutId id="2147483694" r:id="rId9"/>
    <p:sldLayoutId id="2147483704" r:id="rId10"/>
    <p:sldLayoutId id="2147483953" r:id="rId11"/>
  </p:sldLayoutIdLst>
  <p:txStyles>
    <p:titleStyle>
      <a:lvl1pPr>
        <a:defRPr>
          <a:latin typeface="+mj-lt"/>
          <a:ea typeface="+mj-ea"/>
          <a:cs typeface="+mj-cs"/>
        </a:defRPr>
      </a:lvl1pPr>
    </p:titleStyle>
    <p:bodyStyle>
      <a:lvl1pPr marL="0">
        <a:defRPr>
          <a:latin typeface="+mn-lt"/>
          <a:ea typeface="+mn-ea"/>
          <a:cs typeface="+mn-cs"/>
        </a:defRPr>
      </a:lvl1pPr>
      <a:lvl2pPr marL="277246">
        <a:defRPr>
          <a:latin typeface="+mn-lt"/>
          <a:ea typeface="+mn-ea"/>
          <a:cs typeface="+mn-cs"/>
        </a:defRPr>
      </a:lvl2pPr>
      <a:lvl3pPr marL="554492">
        <a:defRPr>
          <a:latin typeface="+mn-lt"/>
          <a:ea typeface="+mn-ea"/>
          <a:cs typeface="+mn-cs"/>
        </a:defRPr>
      </a:lvl3pPr>
      <a:lvl4pPr marL="831738">
        <a:defRPr>
          <a:latin typeface="+mn-lt"/>
          <a:ea typeface="+mn-ea"/>
          <a:cs typeface="+mn-cs"/>
        </a:defRPr>
      </a:lvl4pPr>
      <a:lvl5pPr marL="1108984">
        <a:defRPr>
          <a:latin typeface="+mn-lt"/>
          <a:ea typeface="+mn-ea"/>
          <a:cs typeface="+mn-cs"/>
        </a:defRPr>
      </a:lvl5pPr>
      <a:lvl6pPr marL="1386230">
        <a:defRPr>
          <a:latin typeface="+mn-lt"/>
          <a:ea typeface="+mn-ea"/>
          <a:cs typeface="+mn-cs"/>
        </a:defRPr>
      </a:lvl6pPr>
      <a:lvl7pPr marL="1663476">
        <a:defRPr>
          <a:latin typeface="+mn-lt"/>
          <a:ea typeface="+mn-ea"/>
          <a:cs typeface="+mn-cs"/>
        </a:defRPr>
      </a:lvl7pPr>
      <a:lvl8pPr marL="1940723">
        <a:defRPr>
          <a:latin typeface="+mn-lt"/>
          <a:ea typeface="+mn-ea"/>
          <a:cs typeface="+mn-cs"/>
        </a:defRPr>
      </a:lvl8pPr>
      <a:lvl9pPr marL="2217969">
        <a:defRPr>
          <a:latin typeface="+mn-lt"/>
          <a:ea typeface="+mn-ea"/>
          <a:cs typeface="+mn-cs"/>
        </a:defRPr>
      </a:lvl9pPr>
    </p:bodyStyle>
    <p:otherStyle>
      <a:lvl1pPr marL="0">
        <a:defRPr>
          <a:latin typeface="+mn-lt"/>
          <a:ea typeface="+mn-ea"/>
          <a:cs typeface="+mn-cs"/>
        </a:defRPr>
      </a:lvl1pPr>
      <a:lvl2pPr marL="277246">
        <a:defRPr>
          <a:latin typeface="+mn-lt"/>
          <a:ea typeface="+mn-ea"/>
          <a:cs typeface="+mn-cs"/>
        </a:defRPr>
      </a:lvl2pPr>
      <a:lvl3pPr marL="554492">
        <a:defRPr>
          <a:latin typeface="+mn-lt"/>
          <a:ea typeface="+mn-ea"/>
          <a:cs typeface="+mn-cs"/>
        </a:defRPr>
      </a:lvl3pPr>
      <a:lvl4pPr marL="831738">
        <a:defRPr>
          <a:latin typeface="+mn-lt"/>
          <a:ea typeface="+mn-ea"/>
          <a:cs typeface="+mn-cs"/>
        </a:defRPr>
      </a:lvl4pPr>
      <a:lvl5pPr marL="1108984">
        <a:defRPr>
          <a:latin typeface="+mn-lt"/>
          <a:ea typeface="+mn-ea"/>
          <a:cs typeface="+mn-cs"/>
        </a:defRPr>
      </a:lvl5pPr>
      <a:lvl6pPr marL="1386230">
        <a:defRPr>
          <a:latin typeface="+mn-lt"/>
          <a:ea typeface="+mn-ea"/>
          <a:cs typeface="+mn-cs"/>
        </a:defRPr>
      </a:lvl6pPr>
      <a:lvl7pPr marL="1663476">
        <a:defRPr>
          <a:latin typeface="+mn-lt"/>
          <a:ea typeface="+mn-ea"/>
          <a:cs typeface="+mn-cs"/>
        </a:defRPr>
      </a:lvl7pPr>
      <a:lvl8pPr marL="1940723">
        <a:defRPr>
          <a:latin typeface="+mn-lt"/>
          <a:ea typeface="+mn-ea"/>
          <a:cs typeface="+mn-cs"/>
        </a:defRPr>
      </a:lvl8pPr>
      <a:lvl9pPr marL="2217969">
        <a:defRPr>
          <a:latin typeface="+mn-lt"/>
          <a:ea typeface="+mn-ea"/>
          <a:cs typeface="+mn-cs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00459528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06" r:id="rId1"/>
    <p:sldLayoutId id="2147483707" r:id="rId2"/>
    <p:sldLayoutId id="2147483708" r:id="rId3"/>
    <p:sldLayoutId id="2147483709" r:id="rId4"/>
    <p:sldLayoutId id="2147483710" r:id="rId5"/>
    <p:sldLayoutId id="2147483711" r:id="rId6"/>
    <p:sldLayoutId id="2147483712" r:id="rId7"/>
    <p:sldLayoutId id="2147483713" r:id="rId8"/>
    <p:sldLayoutId id="2147483714" r:id="rId9"/>
    <p:sldLayoutId id="2147483715" r:id="rId10"/>
    <p:sldLayoutId id="2147483716" r:id="rId11"/>
    <p:sldLayoutId id="2147483717" r:id="rId12"/>
    <p:sldLayoutId id="2147483718" r:id="rId13"/>
    <p:sldLayoutId id="2147483719" r:id="rId14"/>
    <p:sldLayoutId id="2147483720" r:id="rId15"/>
    <p:sldLayoutId id="2147483721" r:id="rId16"/>
    <p:sldLayoutId id="2147483722" r:id="rId17"/>
    <p:sldLayoutId id="2147483723" r:id="rId18"/>
    <p:sldLayoutId id="2147483724" r:id="rId19"/>
    <p:sldLayoutId id="2147483725" r:id="rId20"/>
    <p:sldLayoutId id="2147483726" r:id="rId21"/>
    <p:sldLayoutId id="2147483727" r:id="rId22"/>
    <p:sldLayoutId id="2147483728" r:id="rId23"/>
    <p:sldLayoutId id="2147483729" r:id="rId24"/>
    <p:sldLayoutId id="2147483730" r:id="rId25"/>
    <p:sldLayoutId id="2147483731" r:id="rId26"/>
    <p:sldLayoutId id="2147483732" r:id="rId27"/>
    <p:sldLayoutId id="2147483733" r:id="rId28"/>
    <p:sldLayoutId id="2147483734" r:id="rId29"/>
    <p:sldLayoutId id="2147483735" r:id="rId30"/>
    <p:sldLayoutId id="2147483736" r:id="rId31"/>
    <p:sldLayoutId id="2147483737" r:id="rId32"/>
    <p:sldLayoutId id="2147483738" r:id="rId33"/>
    <p:sldLayoutId id="2147483739" r:id="rId34"/>
    <p:sldLayoutId id="2147483740" r:id="rId35"/>
    <p:sldLayoutId id="2147483741" r:id="rId36"/>
    <p:sldLayoutId id="2147483742" r:id="rId37"/>
    <p:sldLayoutId id="2147483743" r:id="rId38"/>
    <p:sldLayoutId id="2147483744" r:id="rId39"/>
    <p:sldLayoutId id="2147483745" r:id="rId40"/>
    <p:sldLayoutId id="2147483746" r:id="rId41"/>
    <p:sldLayoutId id="2147483747" r:id="rId42"/>
    <p:sldLayoutId id="2147483748" r:id="rId43"/>
    <p:sldLayoutId id="2147483749" r:id="rId44"/>
    <p:sldLayoutId id="2147483750" r:id="rId45"/>
    <p:sldLayoutId id="2147483751" r:id="rId46"/>
    <p:sldLayoutId id="2147483752" r:id="rId47"/>
    <p:sldLayoutId id="2147483753" r:id="rId48"/>
    <p:sldLayoutId id="2147483754" r:id="rId49"/>
    <p:sldLayoutId id="2147483755" r:id="rId50"/>
    <p:sldLayoutId id="2147483756" r:id="rId51"/>
    <p:sldLayoutId id="2147483757" r:id="rId52"/>
    <p:sldLayoutId id="2147483758" r:id="rId53"/>
    <p:sldLayoutId id="2147483759" r:id="rId54"/>
    <p:sldLayoutId id="2147483760" r:id="rId55"/>
    <p:sldLayoutId id="2147483762" r:id="rId56"/>
    <p:sldLayoutId id="2147483763" r:id="rId57"/>
    <p:sldLayoutId id="2147483764" r:id="rId58"/>
    <p:sldLayoutId id="2147483765" r:id="rId59"/>
    <p:sldLayoutId id="2147483766" r:id="rId60"/>
    <p:sldLayoutId id="2147483767" r:id="rId61"/>
    <p:sldLayoutId id="2147483794" r:id="rId62"/>
    <p:sldLayoutId id="2147483795" r:id="rId63"/>
    <p:sldLayoutId id="2147483796" r:id="rId64"/>
    <p:sldLayoutId id="2147483797" r:id="rId65"/>
    <p:sldLayoutId id="2147483798" r:id="rId66"/>
    <p:sldLayoutId id="2147483799" r:id="rId67"/>
    <p:sldLayoutId id="2147483800" r:id="rId68"/>
    <p:sldLayoutId id="2147483801" r:id="rId69"/>
    <p:sldLayoutId id="2147483802" r:id="rId70"/>
    <p:sldLayoutId id="2147483803" r:id="rId71"/>
    <p:sldLayoutId id="2147483804" r:id="rId72"/>
    <p:sldLayoutId id="2147483805" r:id="rId73"/>
    <p:sldLayoutId id="2147483806" r:id="rId74"/>
    <p:sldLayoutId id="2147483807" r:id="rId75"/>
    <p:sldLayoutId id="2147483808" r:id="rId76"/>
    <p:sldLayoutId id="2147483809" r:id="rId77"/>
    <p:sldLayoutId id="2147483810" r:id="rId78"/>
    <p:sldLayoutId id="2147483812" r:id="rId79"/>
    <p:sldLayoutId id="2147483814" r:id="rId80"/>
    <p:sldLayoutId id="2147483816" r:id="rId81"/>
    <p:sldLayoutId id="2147483818" r:id="rId82"/>
    <p:sldLayoutId id="2147483819" r:id="rId83"/>
    <p:sldLayoutId id="2147483823" r:id="rId84"/>
    <p:sldLayoutId id="2147483824" r:id="rId85"/>
    <p:sldLayoutId id="2147483826" r:id="rId86"/>
    <p:sldLayoutId id="2147483827" r:id="rId87"/>
    <p:sldLayoutId id="2147483828" r:id="rId88"/>
    <p:sldLayoutId id="2147483829" r:id="rId89"/>
    <p:sldLayoutId id="2147483830" r:id="rId90"/>
    <p:sldLayoutId id="2147483831" r:id="rId91"/>
    <p:sldLayoutId id="2147483832" r:id="rId92"/>
    <p:sldLayoutId id="2147483833" r:id="rId93"/>
    <p:sldLayoutId id="2147483834" r:id="rId94"/>
    <p:sldLayoutId id="2147483835" r:id="rId95"/>
    <p:sldLayoutId id="2147483836" r:id="rId96"/>
    <p:sldLayoutId id="2147483837" r:id="rId97"/>
    <p:sldLayoutId id="2147483838" r:id="rId98"/>
    <p:sldLayoutId id="2147483839" r:id="rId99"/>
    <p:sldLayoutId id="2147483840" r:id="rId100"/>
    <p:sldLayoutId id="2147483841" r:id="rId101"/>
    <p:sldLayoutId id="2147483842" r:id="rId102"/>
    <p:sldLayoutId id="2147483843" r:id="rId103"/>
    <p:sldLayoutId id="2147483844" r:id="rId104"/>
    <p:sldLayoutId id="2147483845" r:id="rId105"/>
    <p:sldLayoutId id="2147483846" r:id="rId106"/>
    <p:sldLayoutId id="2147483847" r:id="rId107"/>
    <p:sldLayoutId id="2147483848" r:id="rId108"/>
    <p:sldLayoutId id="2147483850" r:id="rId109"/>
    <p:sldLayoutId id="2147483853" r:id="rId110"/>
    <p:sldLayoutId id="2147483854" r:id="rId111"/>
    <p:sldLayoutId id="2147483855" r:id="rId112"/>
    <p:sldLayoutId id="2147483913" r:id="rId113"/>
  </p:sldLayoutIdLst>
  <p:txStyles>
    <p:titleStyle>
      <a:lvl1pPr eaLnBrk="1" hangingPunct="1">
        <a:defRPr>
          <a:latin typeface="+mj-lt"/>
          <a:ea typeface="+mj-ea"/>
          <a:cs typeface="+mj-cs"/>
        </a:defRPr>
      </a:lvl1pPr>
    </p:titleStyle>
    <p:bodyStyle>
      <a:lvl1pPr marL="0" eaLnBrk="1" hangingPunct="1">
        <a:defRPr b="0" i="0">
          <a:latin typeface="Versos" panose="020B0503020204030204" pitchFamily="34" charset="77"/>
          <a:ea typeface="+mn-ea"/>
          <a:cs typeface="+mn-cs"/>
        </a:defRPr>
      </a:lvl1pPr>
      <a:lvl2pPr marL="437501" eaLnBrk="1" hangingPunct="1">
        <a:defRPr>
          <a:latin typeface="+mn-lt"/>
          <a:ea typeface="+mn-ea"/>
          <a:cs typeface="+mn-cs"/>
        </a:defRPr>
      </a:lvl2pPr>
      <a:lvl3pPr marL="875002" eaLnBrk="1" hangingPunct="1">
        <a:defRPr>
          <a:latin typeface="+mn-lt"/>
          <a:ea typeface="+mn-ea"/>
          <a:cs typeface="+mn-cs"/>
        </a:defRPr>
      </a:lvl3pPr>
      <a:lvl4pPr marL="1312503" eaLnBrk="1" hangingPunct="1">
        <a:defRPr>
          <a:latin typeface="+mn-lt"/>
          <a:ea typeface="+mn-ea"/>
          <a:cs typeface="+mn-cs"/>
        </a:defRPr>
      </a:lvl4pPr>
      <a:lvl5pPr marL="1750006" eaLnBrk="1" hangingPunct="1">
        <a:defRPr>
          <a:latin typeface="+mn-lt"/>
          <a:ea typeface="+mn-ea"/>
          <a:cs typeface="+mn-cs"/>
        </a:defRPr>
      </a:lvl5pPr>
      <a:lvl6pPr marL="2187507" eaLnBrk="1" hangingPunct="1">
        <a:defRPr>
          <a:latin typeface="+mn-lt"/>
          <a:ea typeface="+mn-ea"/>
          <a:cs typeface="+mn-cs"/>
        </a:defRPr>
      </a:lvl6pPr>
      <a:lvl7pPr marL="2625008" eaLnBrk="1" hangingPunct="1">
        <a:defRPr>
          <a:latin typeface="+mn-lt"/>
          <a:ea typeface="+mn-ea"/>
          <a:cs typeface="+mn-cs"/>
        </a:defRPr>
      </a:lvl7pPr>
      <a:lvl8pPr marL="3062510" eaLnBrk="1" hangingPunct="1">
        <a:defRPr>
          <a:latin typeface="+mn-lt"/>
          <a:ea typeface="+mn-ea"/>
          <a:cs typeface="+mn-cs"/>
        </a:defRPr>
      </a:lvl8pPr>
      <a:lvl9pPr marL="3500011" eaLnBrk="1" hangingPunct="1">
        <a:defRPr>
          <a:latin typeface="+mn-lt"/>
          <a:ea typeface="+mn-ea"/>
          <a:cs typeface="+mn-cs"/>
        </a:defRPr>
      </a:lvl9pPr>
    </p:bodyStyle>
    <p:otherStyle>
      <a:lvl1pPr marL="0" eaLnBrk="1" hangingPunct="1">
        <a:defRPr>
          <a:latin typeface="+mn-lt"/>
          <a:ea typeface="+mn-ea"/>
          <a:cs typeface="+mn-cs"/>
        </a:defRPr>
      </a:lvl1pPr>
      <a:lvl2pPr marL="437501" eaLnBrk="1" hangingPunct="1">
        <a:defRPr>
          <a:latin typeface="+mn-lt"/>
          <a:ea typeface="+mn-ea"/>
          <a:cs typeface="+mn-cs"/>
        </a:defRPr>
      </a:lvl2pPr>
      <a:lvl3pPr marL="875002" eaLnBrk="1" hangingPunct="1">
        <a:defRPr>
          <a:latin typeface="+mn-lt"/>
          <a:ea typeface="+mn-ea"/>
          <a:cs typeface="+mn-cs"/>
        </a:defRPr>
      </a:lvl3pPr>
      <a:lvl4pPr marL="1312503" eaLnBrk="1" hangingPunct="1">
        <a:defRPr>
          <a:latin typeface="+mn-lt"/>
          <a:ea typeface="+mn-ea"/>
          <a:cs typeface="+mn-cs"/>
        </a:defRPr>
      </a:lvl4pPr>
      <a:lvl5pPr marL="1750006" eaLnBrk="1" hangingPunct="1">
        <a:defRPr>
          <a:latin typeface="+mn-lt"/>
          <a:ea typeface="+mn-ea"/>
          <a:cs typeface="+mn-cs"/>
        </a:defRPr>
      </a:lvl5pPr>
      <a:lvl6pPr marL="2187507" eaLnBrk="1" hangingPunct="1">
        <a:defRPr>
          <a:latin typeface="+mn-lt"/>
          <a:ea typeface="+mn-ea"/>
          <a:cs typeface="+mn-cs"/>
        </a:defRPr>
      </a:lvl6pPr>
      <a:lvl7pPr marL="2625008" eaLnBrk="1" hangingPunct="1">
        <a:defRPr>
          <a:latin typeface="+mn-lt"/>
          <a:ea typeface="+mn-ea"/>
          <a:cs typeface="+mn-cs"/>
        </a:defRPr>
      </a:lvl7pPr>
      <a:lvl8pPr marL="3062510" eaLnBrk="1" hangingPunct="1">
        <a:defRPr>
          <a:latin typeface="+mn-lt"/>
          <a:ea typeface="+mn-ea"/>
          <a:cs typeface="+mn-cs"/>
        </a:defRPr>
      </a:lvl8pPr>
      <a:lvl9pPr marL="3500011" eaLnBrk="1" hangingPunct="1">
        <a:defRPr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2160">
          <p15:clr>
            <a:srgbClr val="F26B43"/>
          </p15:clr>
        </p15:guide>
        <p15:guide id="2" pos="3840">
          <p15:clr>
            <a:srgbClr val="F26B43"/>
          </p15:clr>
        </p15:guide>
      </p15:sldGuideLst>
    </p:ext>
  </p:extLst>
</p:sldMaster>
</file>

<file path=ppt/slideMasters/slideMaster5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1331388" y="524468"/>
            <a:ext cx="4193648" cy="630942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4100" b="1" i="0">
                <a:solidFill>
                  <a:schemeClr val="bg1"/>
                </a:solidFill>
                <a:latin typeface="Versos"/>
                <a:cs typeface="Versos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>
          <a:xfrm>
            <a:off x="609600" y="1577340"/>
            <a:ext cx="10972800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>
          <a:xfrm>
            <a:off x="4145280" y="6377940"/>
            <a:ext cx="3901440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>
          <a:xfrm>
            <a:off x="8778241" y="6377940"/>
            <a:ext cx="2804160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11332719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213" r:id="rId1"/>
    <p:sldLayoutId id="2147484214" r:id="rId2"/>
    <p:sldLayoutId id="2147484215" r:id="rId3"/>
    <p:sldLayoutId id="2147484216" r:id="rId4"/>
    <p:sldLayoutId id="2147484217" r:id="rId5"/>
    <p:sldLayoutId id="2147484218" r:id="rId6"/>
    <p:sldLayoutId id="2147484219" r:id="rId7"/>
    <p:sldLayoutId id="2147484220" r:id="rId8"/>
  </p:sldLayoutIdLst>
  <p:txStyles>
    <p:titleStyle>
      <a:lvl1pPr>
        <a:defRPr>
          <a:latin typeface="+mj-lt"/>
          <a:ea typeface="+mj-ea"/>
          <a:cs typeface="+mj-cs"/>
        </a:defRPr>
      </a:lvl1pPr>
    </p:titleStyle>
    <p:bodyStyle>
      <a:lvl1pPr marL="0">
        <a:defRPr>
          <a:latin typeface="+mn-lt"/>
          <a:ea typeface="+mn-ea"/>
          <a:cs typeface="+mn-cs"/>
        </a:defRPr>
      </a:lvl1pPr>
      <a:lvl2pPr marL="277246">
        <a:defRPr>
          <a:latin typeface="+mn-lt"/>
          <a:ea typeface="+mn-ea"/>
          <a:cs typeface="+mn-cs"/>
        </a:defRPr>
      </a:lvl2pPr>
      <a:lvl3pPr marL="554492">
        <a:defRPr>
          <a:latin typeface="+mn-lt"/>
          <a:ea typeface="+mn-ea"/>
          <a:cs typeface="+mn-cs"/>
        </a:defRPr>
      </a:lvl3pPr>
      <a:lvl4pPr marL="831738">
        <a:defRPr>
          <a:latin typeface="+mn-lt"/>
          <a:ea typeface="+mn-ea"/>
          <a:cs typeface="+mn-cs"/>
        </a:defRPr>
      </a:lvl4pPr>
      <a:lvl5pPr marL="1108984">
        <a:defRPr>
          <a:latin typeface="+mn-lt"/>
          <a:ea typeface="+mn-ea"/>
          <a:cs typeface="+mn-cs"/>
        </a:defRPr>
      </a:lvl5pPr>
      <a:lvl6pPr marL="1386230">
        <a:defRPr>
          <a:latin typeface="+mn-lt"/>
          <a:ea typeface="+mn-ea"/>
          <a:cs typeface="+mn-cs"/>
        </a:defRPr>
      </a:lvl6pPr>
      <a:lvl7pPr marL="1663476">
        <a:defRPr>
          <a:latin typeface="+mn-lt"/>
          <a:ea typeface="+mn-ea"/>
          <a:cs typeface="+mn-cs"/>
        </a:defRPr>
      </a:lvl7pPr>
      <a:lvl8pPr marL="1940723">
        <a:defRPr>
          <a:latin typeface="+mn-lt"/>
          <a:ea typeface="+mn-ea"/>
          <a:cs typeface="+mn-cs"/>
        </a:defRPr>
      </a:lvl8pPr>
      <a:lvl9pPr marL="2217969">
        <a:defRPr>
          <a:latin typeface="+mn-lt"/>
          <a:ea typeface="+mn-ea"/>
          <a:cs typeface="+mn-cs"/>
        </a:defRPr>
      </a:lvl9pPr>
    </p:bodyStyle>
    <p:otherStyle>
      <a:lvl1pPr marL="0">
        <a:defRPr>
          <a:latin typeface="+mn-lt"/>
          <a:ea typeface="+mn-ea"/>
          <a:cs typeface="+mn-cs"/>
        </a:defRPr>
      </a:lvl1pPr>
      <a:lvl2pPr marL="277246">
        <a:defRPr>
          <a:latin typeface="+mn-lt"/>
          <a:ea typeface="+mn-ea"/>
          <a:cs typeface="+mn-cs"/>
        </a:defRPr>
      </a:lvl2pPr>
      <a:lvl3pPr marL="554492">
        <a:defRPr>
          <a:latin typeface="+mn-lt"/>
          <a:ea typeface="+mn-ea"/>
          <a:cs typeface="+mn-cs"/>
        </a:defRPr>
      </a:lvl3pPr>
      <a:lvl4pPr marL="831738">
        <a:defRPr>
          <a:latin typeface="+mn-lt"/>
          <a:ea typeface="+mn-ea"/>
          <a:cs typeface="+mn-cs"/>
        </a:defRPr>
      </a:lvl4pPr>
      <a:lvl5pPr marL="1108984">
        <a:defRPr>
          <a:latin typeface="+mn-lt"/>
          <a:ea typeface="+mn-ea"/>
          <a:cs typeface="+mn-cs"/>
        </a:defRPr>
      </a:lvl5pPr>
      <a:lvl6pPr marL="1386230">
        <a:defRPr>
          <a:latin typeface="+mn-lt"/>
          <a:ea typeface="+mn-ea"/>
          <a:cs typeface="+mn-cs"/>
        </a:defRPr>
      </a:lvl6pPr>
      <a:lvl7pPr marL="1663476">
        <a:defRPr>
          <a:latin typeface="+mn-lt"/>
          <a:ea typeface="+mn-ea"/>
          <a:cs typeface="+mn-cs"/>
        </a:defRPr>
      </a:lvl7pPr>
      <a:lvl8pPr marL="1940723">
        <a:defRPr>
          <a:latin typeface="+mn-lt"/>
          <a:ea typeface="+mn-ea"/>
          <a:cs typeface="+mn-cs"/>
        </a:defRPr>
      </a:lvl8pPr>
      <a:lvl9pPr marL="2217969">
        <a:defRPr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2160">
          <p15:clr>
            <a:srgbClr val="F26B43"/>
          </p15:clr>
        </p15:guide>
        <p15:guide id="2" pos="3840">
          <p15:clr>
            <a:srgbClr val="F26B43"/>
          </p15:clr>
        </p15:guide>
      </p15:sldGuideLst>
    </p:ext>
  </p:extLst>
</p:sldMaster>
</file>

<file path=ppt/slideMasters/slideMaster6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2" y="365127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2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1" y="6356352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623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fld id="{5707469A-6CF5-417C-B671-5BFE2B13BB81}" type="datetimeFigureOut">
              <a:rPr lang="pt-BR" smtClean="0"/>
              <a:t>14/10/2026</a:t>
            </a:fld>
            <a:endParaRPr lang="pt-BR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2" y="6356352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623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endParaRPr lang="pt-BR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610601" y="6356352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623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fld id="{7072AA25-0CC7-4508-8FCF-2A8B8A59DF20}" type="slidenum">
              <a:rPr lang="pt-BR" smtClean="0"/>
              <a:t>‹#›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73015671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418" r:id="rId1"/>
    <p:sldLayoutId id="2147484419" r:id="rId2"/>
  </p:sldLayoutIdLst>
  <p:txStyles>
    <p:titleStyle>
      <a:lvl1pPr algn="l" defTabSz="474779" rtl="0" eaLnBrk="1" latinLnBrk="0" hangingPunct="1">
        <a:lnSpc>
          <a:spcPct val="90000"/>
        </a:lnSpc>
        <a:spcBef>
          <a:spcPct val="0"/>
        </a:spcBef>
        <a:buNone/>
        <a:defRPr sz="2285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118695" indent="-118695" algn="l" defTabSz="474779" rtl="0" eaLnBrk="1" latinLnBrk="0" hangingPunct="1">
        <a:lnSpc>
          <a:spcPct val="90000"/>
        </a:lnSpc>
        <a:spcBef>
          <a:spcPts val="519"/>
        </a:spcBef>
        <a:buFont typeface="Arial" panose="020B0604020202020204" pitchFamily="34" charset="0"/>
        <a:buChar char="•"/>
        <a:defRPr sz="1454" kern="1200">
          <a:solidFill>
            <a:schemeClr val="tx1"/>
          </a:solidFill>
          <a:latin typeface="+mn-lt"/>
          <a:ea typeface="+mn-ea"/>
          <a:cs typeface="+mn-cs"/>
        </a:defRPr>
      </a:lvl1pPr>
      <a:lvl2pPr marL="356085" indent="-118695" algn="l" defTabSz="474779" rtl="0" eaLnBrk="1" latinLnBrk="0" hangingPunct="1">
        <a:lnSpc>
          <a:spcPct val="90000"/>
        </a:lnSpc>
        <a:spcBef>
          <a:spcPts val="260"/>
        </a:spcBef>
        <a:buFont typeface="Arial" panose="020B0604020202020204" pitchFamily="34" charset="0"/>
        <a:buChar char="•"/>
        <a:defRPr sz="1246" kern="1200">
          <a:solidFill>
            <a:schemeClr val="tx1"/>
          </a:solidFill>
          <a:latin typeface="+mn-lt"/>
          <a:ea typeface="+mn-ea"/>
          <a:cs typeface="+mn-cs"/>
        </a:defRPr>
      </a:lvl2pPr>
      <a:lvl3pPr marL="593474" indent="-118695" algn="l" defTabSz="474779" rtl="0" eaLnBrk="1" latinLnBrk="0" hangingPunct="1">
        <a:lnSpc>
          <a:spcPct val="90000"/>
        </a:lnSpc>
        <a:spcBef>
          <a:spcPts val="260"/>
        </a:spcBef>
        <a:buFont typeface="Arial" panose="020B0604020202020204" pitchFamily="34" charset="0"/>
        <a:buChar char="•"/>
        <a:defRPr sz="1038" kern="1200">
          <a:solidFill>
            <a:schemeClr val="tx1"/>
          </a:solidFill>
          <a:latin typeface="+mn-lt"/>
          <a:ea typeface="+mn-ea"/>
          <a:cs typeface="+mn-cs"/>
        </a:defRPr>
      </a:lvl3pPr>
      <a:lvl4pPr marL="830864" indent="-118695" algn="l" defTabSz="474779" rtl="0" eaLnBrk="1" latinLnBrk="0" hangingPunct="1">
        <a:lnSpc>
          <a:spcPct val="90000"/>
        </a:lnSpc>
        <a:spcBef>
          <a:spcPts val="260"/>
        </a:spcBef>
        <a:buFont typeface="Arial" panose="020B0604020202020204" pitchFamily="34" charset="0"/>
        <a:buChar char="•"/>
        <a:defRPr sz="935" kern="1200">
          <a:solidFill>
            <a:schemeClr val="tx1"/>
          </a:solidFill>
          <a:latin typeface="+mn-lt"/>
          <a:ea typeface="+mn-ea"/>
          <a:cs typeface="+mn-cs"/>
        </a:defRPr>
      </a:lvl4pPr>
      <a:lvl5pPr marL="1068254" indent="-118695" algn="l" defTabSz="474779" rtl="0" eaLnBrk="1" latinLnBrk="0" hangingPunct="1">
        <a:lnSpc>
          <a:spcPct val="90000"/>
        </a:lnSpc>
        <a:spcBef>
          <a:spcPts val="260"/>
        </a:spcBef>
        <a:buFont typeface="Arial" panose="020B0604020202020204" pitchFamily="34" charset="0"/>
        <a:buChar char="•"/>
        <a:defRPr sz="935" kern="1200">
          <a:solidFill>
            <a:schemeClr val="tx1"/>
          </a:solidFill>
          <a:latin typeface="+mn-lt"/>
          <a:ea typeface="+mn-ea"/>
          <a:cs typeface="+mn-cs"/>
        </a:defRPr>
      </a:lvl5pPr>
      <a:lvl6pPr marL="1305643" indent="-118695" algn="l" defTabSz="474779" rtl="0" eaLnBrk="1" latinLnBrk="0" hangingPunct="1">
        <a:lnSpc>
          <a:spcPct val="90000"/>
        </a:lnSpc>
        <a:spcBef>
          <a:spcPts val="260"/>
        </a:spcBef>
        <a:buFont typeface="Arial" panose="020B0604020202020204" pitchFamily="34" charset="0"/>
        <a:buChar char="•"/>
        <a:defRPr sz="935" kern="1200">
          <a:solidFill>
            <a:schemeClr val="tx1"/>
          </a:solidFill>
          <a:latin typeface="+mn-lt"/>
          <a:ea typeface="+mn-ea"/>
          <a:cs typeface="+mn-cs"/>
        </a:defRPr>
      </a:lvl6pPr>
      <a:lvl7pPr marL="1543033" indent="-118695" algn="l" defTabSz="474779" rtl="0" eaLnBrk="1" latinLnBrk="0" hangingPunct="1">
        <a:lnSpc>
          <a:spcPct val="90000"/>
        </a:lnSpc>
        <a:spcBef>
          <a:spcPts val="260"/>
        </a:spcBef>
        <a:buFont typeface="Arial" panose="020B0604020202020204" pitchFamily="34" charset="0"/>
        <a:buChar char="•"/>
        <a:defRPr sz="935" kern="1200">
          <a:solidFill>
            <a:schemeClr val="tx1"/>
          </a:solidFill>
          <a:latin typeface="+mn-lt"/>
          <a:ea typeface="+mn-ea"/>
          <a:cs typeface="+mn-cs"/>
        </a:defRPr>
      </a:lvl7pPr>
      <a:lvl8pPr marL="1780423" indent="-118695" algn="l" defTabSz="474779" rtl="0" eaLnBrk="1" latinLnBrk="0" hangingPunct="1">
        <a:lnSpc>
          <a:spcPct val="90000"/>
        </a:lnSpc>
        <a:spcBef>
          <a:spcPts val="260"/>
        </a:spcBef>
        <a:buFont typeface="Arial" panose="020B0604020202020204" pitchFamily="34" charset="0"/>
        <a:buChar char="•"/>
        <a:defRPr sz="935" kern="1200">
          <a:solidFill>
            <a:schemeClr val="tx1"/>
          </a:solidFill>
          <a:latin typeface="+mn-lt"/>
          <a:ea typeface="+mn-ea"/>
          <a:cs typeface="+mn-cs"/>
        </a:defRPr>
      </a:lvl8pPr>
      <a:lvl9pPr marL="2017812" indent="-118695" algn="l" defTabSz="474779" rtl="0" eaLnBrk="1" latinLnBrk="0" hangingPunct="1">
        <a:lnSpc>
          <a:spcPct val="90000"/>
        </a:lnSpc>
        <a:spcBef>
          <a:spcPts val="260"/>
        </a:spcBef>
        <a:buFont typeface="Arial" panose="020B0604020202020204" pitchFamily="34" charset="0"/>
        <a:buChar char="•"/>
        <a:defRPr sz="935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474779" rtl="0" eaLnBrk="1" latinLnBrk="0" hangingPunct="1">
        <a:defRPr sz="935" kern="1200">
          <a:solidFill>
            <a:schemeClr val="tx1"/>
          </a:solidFill>
          <a:latin typeface="+mn-lt"/>
          <a:ea typeface="+mn-ea"/>
          <a:cs typeface="+mn-cs"/>
        </a:defRPr>
      </a:lvl1pPr>
      <a:lvl2pPr marL="237390" algn="l" defTabSz="474779" rtl="0" eaLnBrk="1" latinLnBrk="0" hangingPunct="1">
        <a:defRPr sz="935" kern="1200">
          <a:solidFill>
            <a:schemeClr val="tx1"/>
          </a:solidFill>
          <a:latin typeface="+mn-lt"/>
          <a:ea typeface="+mn-ea"/>
          <a:cs typeface="+mn-cs"/>
        </a:defRPr>
      </a:lvl2pPr>
      <a:lvl3pPr marL="474779" algn="l" defTabSz="474779" rtl="0" eaLnBrk="1" latinLnBrk="0" hangingPunct="1">
        <a:defRPr sz="935" kern="1200">
          <a:solidFill>
            <a:schemeClr val="tx1"/>
          </a:solidFill>
          <a:latin typeface="+mn-lt"/>
          <a:ea typeface="+mn-ea"/>
          <a:cs typeface="+mn-cs"/>
        </a:defRPr>
      </a:lvl3pPr>
      <a:lvl4pPr marL="712169" algn="l" defTabSz="474779" rtl="0" eaLnBrk="1" latinLnBrk="0" hangingPunct="1">
        <a:defRPr sz="935" kern="1200">
          <a:solidFill>
            <a:schemeClr val="tx1"/>
          </a:solidFill>
          <a:latin typeface="+mn-lt"/>
          <a:ea typeface="+mn-ea"/>
          <a:cs typeface="+mn-cs"/>
        </a:defRPr>
      </a:lvl4pPr>
      <a:lvl5pPr marL="949559" algn="l" defTabSz="474779" rtl="0" eaLnBrk="1" latinLnBrk="0" hangingPunct="1">
        <a:defRPr sz="935" kern="1200">
          <a:solidFill>
            <a:schemeClr val="tx1"/>
          </a:solidFill>
          <a:latin typeface="+mn-lt"/>
          <a:ea typeface="+mn-ea"/>
          <a:cs typeface="+mn-cs"/>
        </a:defRPr>
      </a:lvl5pPr>
      <a:lvl6pPr marL="1186948" algn="l" defTabSz="474779" rtl="0" eaLnBrk="1" latinLnBrk="0" hangingPunct="1">
        <a:defRPr sz="935" kern="1200">
          <a:solidFill>
            <a:schemeClr val="tx1"/>
          </a:solidFill>
          <a:latin typeface="+mn-lt"/>
          <a:ea typeface="+mn-ea"/>
          <a:cs typeface="+mn-cs"/>
        </a:defRPr>
      </a:lvl6pPr>
      <a:lvl7pPr marL="1424338" algn="l" defTabSz="474779" rtl="0" eaLnBrk="1" latinLnBrk="0" hangingPunct="1">
        <a:defRPr sz="935" kern="1200">
          <a:solidFill>
            <a:schemeClr val="tx1"/>
          </a:solidFill>
          <a:latin typeface="+mn-lt"/>
          <a:ea typeface="+mn-ea"/>
          <a:cs typeface="+mn-cs"/>
        </a:defRPr>
      </a:lvl7pPr>
      <a:lvl8pPr marL="1661728" algn="l" defTabSz="474779" rtl="0" eaLnBrk="1" latinLnBrk="0" hangingPunct="1">
        <a:defRPr sz="935" kern="1200">
          <a:solidFill>
            <a:schemeClr val="tx1"/>
          </a:solidFill>
          <a:latin typeface="+mn-lt"/>
          <a:ea typeface="+mn-ea"/>
          <a:cs typeface="+mn-cs"/>
        </a:defRPr>
      </a:lvl8pPr>
      <a:lvl9pPr marL="1899117" algn="l" defTabSz="474779" rtl="0" eaLnBrk="1" latinLnBrk="0" hangingPunct="1">
        <a:defRPr sz="935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>
          <p15:clr>
            <a:srgbClr val="F26B43"/>
          </p15:clr>
        </p15:guide>
        <p15:guide id="2">
          <p15:clr>
            <a:srgbClr val="F26B43"/>
          </p15:clr>
        </p15:guide>
        <p15:guide id="3" pos="4320">
          <p15:clr>
            <a:srgbClr val="F26B43"/>
          </p15:clr>
        </p15:guide>
        <p15:guide id="4" orient="horz" pos="6240">
          <p15:clr>
            <a:srgbClr val="F26B43"/>
          </p15:clr>
        </p15:guide>
      </p15:sldGuideLst>
    </p:ext>
  </p:extLst>
</p:sldMaster>
</file>

<file path=ppt/slideMasters/slideMaster10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72667507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8" r:id="rId7"/>
    <p:sldLayoutId id="2147483669" r:id="rId8"/>
    <p:sldLayoutId id="2147483670" r:id="rId9"/>
    <p:sldLayoutId id="2147483671" r:id="rId10"/>
    <p:sldLayoutId id="2147483673" r:id="rId11"/>
    <p:sldLayoutId id="2147483676" r:id="rId12"/>
    <p:sldLayoutId id="2147483790" r:id="rId13"/>
    <p:sldLayoutId id="2147484113" r:id="rId14"/>
    <p:sldLayoutId id="2147484114" r:id="rId15"/>
    <p:sldLayoutId id="2147484115" r:id="rId16"/>
    <p:sldLayoutId id="2147484116" r:id="rId17"/>
    <p:sldLayoutId id="2147484117" r:id="rId18"/>
    <p:sldLayoutId id="2147484118" r:id="rId19"/>
    <p:sldLayoutId id="2147484119" r:id="rId20"/>
    <p:sldLayoutId id="2147484120" r:id="rId21"/>
    <p:sldLayoutId id="2147484121" r:id="rId22"/>
    <p:sldLayoutId id="2147484122" r:id="rId23"/>
    <p:sldLayoutId id="2147484123" r:id="rId24"/>
    <p:sldLayoutId id="2147484124" r:id="rId25"/>
    <p:sldLayoutId id="2147484125" r:id="rId26"/>
    <p:sldLayoutId id="2147484126" r:id="rId27"/>
    <p:sldLayoutId id="2147484127" r:id="rId28"/>
    <p:sldLayoutId id="2147484143" r:id="rId29"/>
    <p:sldLayoutId id="2147484334" r:id="rId30"/>
    <p:sldLayoutId id="2147484336" r:id="rId31"/>
    <p:sldLayoutId id="2147484337" r:id="rId32"/>
    <p:sldLayoutId id="2147484338" r:id="rId33"/>
    <p:sldLayoutId id="2147484339" r:id="rId34"/>
    <p:sldLayoutId id="2147484340" r:id="rId35"/>
    <p:sldLayoutId id="2147484341" r:id="rId36"/>
    <p:sldLayoutId id="2147484342" r:id="rId37"/>
    <p:sldLayoutId id="2147484343" r:id="rId38"/>
    <p:sldLayoutId id="2147484344" r:id="rId39"/>
    <p:sldLayoutId id="2147484345" r:id="rId40"/>
    <p:sldLayoutId id="2147484346" r:id="rId41"/>
    <p:sldLayoutId id="2147484347" r:id="rId42"/>
    <p:sldLayoutId id="2147484348" r:id="rId43"/>
    <p:sldLayoutId id="2147484349" r:id="rId44"/>
    <p:sldLayoutId id="2147484350" r:id="rId45"/>
    <p:sldLayoutId id="2147484416" r:id="rId46"/>
  </p:sldLayoutIdLst>
  <p:hf hdr="0" ftr="0" dt="0"/>
  <p:txStyles>
    <p:titleStyle>
      <a:lvl1pPr eaLnBrk="1" hangingPunct="1">
        <a:defRPr>
          <a:latin typeface="+mj-lt"/>
          <a:ea typeface="+mj-ea"/>
          <a:cs typeface="+mj-cs"/>
        </a:defRPr>
      </a:lvl1pPr>
    </p:titleStyle>
    <p:bodyStyle>
      <a:lvl1pPr marL="0" eaLnBrk="1" hangingPunct="1">
        <a:defRPr b="0" i="0">
          <a:latin typeface="Versos" panose="020B0503020204030204" pitchFamily="34" charset="77"/>
          <a:ea typeface="+mn-ea"/>
          <a:cs typeface="+mn-cs"/>
        </a:defRPr>
      </a:lvl1pPr>
      <a:lvl2pPr marL="265313" eaLnBrk="1" hangingPunct="1">
        <a:defRPr>
          <a:latin typeface="+mn-lt"/>
          <a:ea typeface="+mn-ea"/>
          <a:cs typeface="+mn-cs"/>
        </a:defRPr>
      </a:lvl2pPr>
      <a:lvl3pPr marL="530626" eaLnBrk="1" hangingPunct="1">
        <a:defRPr>
          <a:latin typeface="+mn-lt"/>
          <a:ea typeface="+mn-ea"/>
          <a:cs typeface="+mn-cs"/>
        </a:defRPr>
      </a:lvl3pPr>
      <a:lvl4pPr marL="795939" eaLnBrk="1" hangingPunct="1">
        <a:defRPr>
          <a:latin typeface="+mn-lt"/>
          <a:ea typeface="+mn-ea"/>
          <a:cs typeface="+mn-cs"/>
        </a:defRPr>
      </a:lvl4pPr>
      <a:lvl5pPr marL="1061253" eaLnBrk="1" hangingPunct="1">
        <a:defRPr>
          <a:latin typeface="+mn-lt"/>
          <a:ea typeface="+mn-ea"/>
          <a:cs typeface="+mn-cs"/>
        </a:defRPr>
      </a:lvl5pPr>
      <a:lvl6pPr marL="1326566" eaLnBrk="1" hangingPunct="1">
        <a:defRPr>
          <a:latin typeface="+mn-lt"/>
          <a:ea typeface="+mn-ea"/>
          <a:cs typeface="+mn-cs"/>
        </a:defRPr>
      </a:lvl6pPr>
      <a:lvl7pPr marL="1591879" eaLnBrk="1" hangingPunct="1">
        <a:defRPr>
          <a:latin typeface="+mn-lt"/>
          <a:ea typeface="+mn-ea"/>
          <a:cs typeface="+mn-cs"/>
        </a:defRPr>
      </a:lvl7pPr>
      <a:lvl8pPr marL="1857192" eaLnBrk="1" hangingPunct="1">
        <a:defRPr>
          <a:latin typeface="+mn-lt"/>
          <a:ea typeface="+mn-ea"/>
          <a:cs typeface="+mn-cs"/>
        </a:defRPr>
      </a:lvl8pPr>
      <a:lvl9pPr marL="2122505" eaLnBrk="1" hangingPunct="1">
        <a:defRPr>
          <a:latin typeface="+mn-lt"/>
          <a:ea typeface="+mn-ea"/>
          <a:cs typeface="+mn-cs"/>
        </a:defRPr>
      </a:lvl9pPr>
    </p:bodyStyle>
    <p:otherStyle>
      <a:lvl1pPr marL="0" eaLnBrk="1" hangingPunct="1">
        <a:defRPr>
          <a:latin typeface="+mn-lt"/>
          <a:ea typeface="+mn-ea"/>
          <a:cs typeface="+mn-cs"/>
        </a:defRPr>
      </a:lvl1pPr>
      <a:lvl2pPr marL="265313" eaLnBrk="1" hangingPunct="1">
        <a:defRPr>
          <a:latin typeface="+mn-lt"/>
          <a:ea typeface="+mn-ea"/>
          <a:cs typeface="+mn-cs"/>
        </a:defRPr>
      </a:lvl2pPr>
      <a:lvl3pPr marL="530626" eaLnBrk="1" hangingPunct="1">
        <a:defRPr>
          <a:latin typeface="+mn-lt"/>
          <a:ea typeface="+mn-ea"/>
          <a:cs typeface="+mn-cs"/>
        </a:defRPr>
      </a:lvl3pPr>
      <a:lvl4pPr marL="795939" eaLnBrk="1" hangingPunct="1">
        <a:defRPr>
          <a:latin typeface="+mn-lt"/>
          <a:ea typeface="+mn-ea"/>
          <a:cs typeface="+mn-cs"/>
        </a:defRPr>
      </a:lvl4pPr>
      <a:lvl5pPr marL="1061253" eaLnBrk="1" hangingPunct="1">
        <a:defRPr>
          <a:latin typeface="+mn-lt"/>
          <a:ea typeface="+mn-ea"/>
          <a:cs typeface="+mn-cs"/>
        </a:defRPr>
      </a:lvl5pPr>
      <a:lvl6pPr marL="1326566" eaLnBrk="1" hangingPunct="1">
        <a:defRPr>
          <a:latin typeface="+mn-lt"/>
          <a:ea typeface="+mn-ea"/>
          <a:cs typeface="+mn-cs"/>
        </a:defRPr>
      </a:lvl6pPr>
      <a:lvl7pPr marL="1591879" eaLnBrk="1" hangingPunct="1">
        <a:defRPr>
          <a:latin typeface="+mn-lt"/>
          <a:ea typeface="+mn-ea"/>
          <a:cs typeface="+mn-cs"/>
        </a:defRPr>
      </a:lvl7pPr>
      <a:lvl8pPr marL="1857192" eaLnBrk="1" hangingPunct="1">
        <a:defRPr>
          <a:latin typeface="+mn-lt"/>
          <a:ea typeface="+mn-ea"/>
          <a:cs typeface="+mn-cs"/>
        </a:defRPr>
      </a:lvl8pPr>
      <a:lvl9pPr marL="2122505" eaLnBrk="1" hangingPunct="1">
        <a:defRPr>
          <a:latin typeface="+mn-lt"/>
          <a:ea typeface="+mn-ea"/>
          <a:cs typeface="+mn-cs"/>
        </a:defRPr>
      </a:lvl9pPr>
    </p:otherStyle>
  </p:txStyles>
</p:sldMaster>
</file>

<file path=ppt/slides/_rels/slide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62.xml"/><Relationship Id="rId2" Type="http://schemas.openxmlformats.org/officeDocument/2006/relationships/notesSlide" Target="../notesSlides/notesSlide1.xml"/><Relationship Id="rId3" Type="http://schemas.openxmlformats.org/officeDocument/2006/relationships/image" Target="../media/image5.png"/><Relationship Id="rId4" Type="http://schemas.openxmlformats.org/officeDocument/2006/relationships/image" Target="../media/image6.svg"/><Relationship Id="rId5" Type="http://schemas.openxmlformats.org/officeDocument/2006/relationships/image" Target="../media/image7.png"/><Relationship Id="rId6" Type="http://schemas.openxmlformats.org/officeDocument/2006/relationships/image" Target="../media/image8.png"/></Relationships>
</file>

<file path=ppt/slides/_rels/slide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56.xml"/><Relationship Id="rId2" Type="http://schemas.openxmlformats.org/officeDocument/2006/relationships/notesSlide" Target="../notesSlides/notesSlide2.xml"/><Relationship Id="rId3" Type="http://schemas.openxmlformats.org/officeDocument/2006/relationships/image" Target="../media/image9.jpeg"/><Relationship Id="rId4" Type="http://schemas.openxmlformats.org/officeDocument/2006/relationships/image" Target="../media/image6.svg"/></Relationships>
</file>

<file path=ppt/slides/_rels/slide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9.xml"/><Relationship Id="rId2" Type="http://schemas.openxmlformats.org/officeDocument/2006/relationships/notesSlide" Target="../notesSlides/notesSlide3.xml"/><Relationship Id="rId3" Type="http://schemas.openxmlformats.org/officeDocument/2006/relationships/image" Target="../media/image10.png"/><Relationship Id="rId4" Type="http://schemas.openxmlformats.org/officeDocument/2006/relationships/image" Target="../media/image11.jpg"/><Relationship Id="rId5" Type="http://schemas.openxmlformats.org/officeDocument/2006/relationships/image" Target="../media/image12.jpeg"/><Relationship Id="rId6" Type="http://schemas.openxmlformats.org/officeDocument/2006/relationships/image" Target="../media/image13.jpeg"/><Relationship Id="rId7" Type="http://schemas.openxmlformats.org/officeDocument/2006/relationships/image" Target="../media/image14.png"/><Relationship Id="rId8" Type="http://schemas.openxmlformats.org/officeDocument/2006/relationships/image" Target="../media/image15.jpeg"/></Relationships>
</file>

<file path=ppt/slides/_rels/slide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82.xml"/><Relationship Id="rId2" Type="http://schemas.openxmlformats.org/officeDocument/2006/relationships/notesSlide" Target="../notesSlides/notesSlide4.xml"/><Relationship Id="rId3" Type="http://schemas.openxmlformats.org/officeDocument/2006/relationships/image" Target="../media/image16.jpeg"/><Relationship Id="rId4" Type="http://schemas.openxmlformats.org/officeDocument/2006/relationships/image" Target="../media/image17.png"/><Relationship Id="rId5" Type="http://schemas.microsoft.com/office/2007/relationships/hdphoto" Target="../media/hdphoto2.wdp"/></Relationships>
</file>

<file path=ppt/slides/_rels/slide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30.xml"/><Relationship Id="rId2" Type="http://schemas.openxmlformats.org/officeDocument/2006/relationships/notesSlide" Target="../notesSlides/notesSlide5.xml"/><Relationship Id="rId3" Type="http://schemas.openxmlformats.org/officeDocument/2006/relationships/image" Target="../media/image18.jpeg"/><Relationship Id="rId4" Type="http://schemas.openxmlformats.org/officeDocument/2006/relationships/image" Target="../media/image19.jpeg"/><Relationship Id="rId5" Type="http://schemas.openxmlformats.org/officeDocument/2006/relationships/image" Target="../media/image20.png"/><Relationship Id="rId6" Type="http://schemas.microsoft.com/office/2007/relationships/hdphoto" Target="../media/hdphoto3.wdp"/><Relationship Id="rId7" Type="http://schemas.openxmlformats.org/officeDocument/2006/relationships/image" Target="../media/image21.png"/><Relationship Id="rId8" Type="http://schemas.microsoft.com/office/2007/relationships/hdphoto" Target="../media/hdphoto4.wdp"/><Relationship Id="rId9" Type="http://schemas.openxmlformats.org/officeDocument/2006/relationships/image" Target="../media/image22.png"/><Relationship Id="rId10" Type="http://schemas.microsoft.com/office/2007/relationships/hdphoto" Target="../media/hdphoto5.wdp"/><Relationship Id="rId11" Type="http://schemas.openxmlformats.org/officeDocument/2006/relationships/image" Target="../media/image23.png"/><Relationship Id="rId12" Type="http://schemas.microsoft.com/office/2007/relationships/hdphoto" Target="../media/hdphoto6.wdp"/><Relationship Id="rId13" Type="http://schemas.openxmlformats.org/officeDocument/2006/relationships/image" Target="../media/image24.jpeg"/><Relationship Id="rId14" Type="http://schemas.openxmlformats.org/officeDocument/2006/relationships/image" Target="../media/image25.png"/><Relationship Id="rId15" Type="http://schemas.microsoft.com/office/2007/relationships/hdphoto" Target="../media/hdphoto7.wdp"/><Relationship Id="rId16" Type="http://schemas.openxmlformats.org/officeDocument/2006/relationships/image" Target="../media/image26.png"/><Relationship Id="rId17" Type="http://schemas.microsoft.com/office/2007/relationships/hdphoto" Target="../media/hdphoto8.wdp"/><Relationship Id="rId18" Type="http://schemas.openxmlformats.org/officeDocument/2006/relationships/image" Target="../media/image27.png"/><Relationship Id="rId19" Type="http://schemas.openxmlformats.org/officeDocument/2006/relationships/image" Target="../media/image28.jpeg"/><Relationship Id="rId20" Type="http://schemas.openxmlformats.org/officeDocument/2006/relationships/image" Target="../media/image29.png"/><Relationship Id="rId21" Type="http://schemas.microsoft.com/office/2007/relationships/hdphoto" Target="../media/hdphoto9.wdp"/><Relationship Id="rId22" Type="http://schemas.openxmlformats.org/officeDocument/2006/relationships/image" Target="../media/image30.png"/><Relationship Id="rId23" Type="http://schemas.microsoft.com/office/2007/relationships/hdphoto" Target="../media/hdphoto10.wdp"/><Relationship Id="rId24" Type="http://schemas.openxmlformats.org/officeDocument/2006/relationships/image" Target="../media/image31.png"/><Relationship Id="rId25" Type="http://schemas.openxmlformats.org/officeDocument/2006/relationships/image" Target="../media/image32.png"/><Relationship Id="rId26" Type="http://schemas.openxmlformats.org/officeDocument/2006/relationships/image" Target="../media/image33.jpeg"/><Relationship Id="rId27" Type="http://schemas.openxmlformats.org/officeDocument/2006/relationships/image" Target="../media/image34.png"/><Relationship Id="rId28" Type="http://schemas.microsoft.com/office/2007/relationships/hdphoto" Target="../media/hdphoto11.wdp"/><Relationship Id="rId29" Type="http://schemas.openxmlformats.org/officeDocument/2006/relationships/image" Target="../media/image35.png"/><Relationship Id="rId30" Type="http://schemas.microsoft.com/office/2007/relationships/hdphoto" Target="../media/hdphoto12.wdp"/><Relationship Id="rId31" Type="http://schemas.openxmlformats.org/officeDocument/2006/relationships/image" Target="../media/image36.png"/><Relationship Id="rId32" Type="http://schemas.openxmlformats.org/officeDocument/2006/relationships/image" Target="../media/image37.png"/><Relationship Id="rId33" Type="http://schemas.microsoft.com/office/2007/relationships/hdphoto" Target="../media/hdphoto13.wdp"/><Relationship Id="rId34" Type="http://schemas.openxmlformats.org/officeDocument/2006/relationships/image" Target="../media/image38.jpeg"/><Relationship Id="rId35" Type="http://schemas.openxmlformats.org/officeDocument/2006/relationships/image" Target="../media/image39.jpeg"/><Relationship Id="rId36" Type="http://schemas.openxmlformats.org/officeDocument/2006/relationships/image" Target="../media/image40.png"/><Relationship Id="rId37" Type="http://schemas.microsoft.com/office/2007/relationships/hdphoto" Target="../media/hdphoto14.wdp"/><Relationship Id="rId38" Type="http://schemas.openxmlformats.org/officeDocument/2006/relationships/image" Target="../media/image41.png"/><Relationship Id="rId39" Type="http://schemas.microsoft.com/office/2007/relationships/hdphoto" Target="../media/hdphoto15.wdp"/><Relationship Id="rId40" Type="http://schemas.openxmlformats.org/officeDocument/2006/relationships/image" Target="../media/image42.png"/><Relationship Id="rId41" Type="http://schemas.microsoft.com/office/2007/relationships/hdphoto" Target="../media/hdphoto16.wdp"/><Relationship Id="rId42" Type="http://schemas.openxmlformats.org/officeDocument/2006/relationships/image" Target="../media/image43.jpeg"/><Relationship Id="rId43" Type="http://schemas.openxmlformats.org/officeDocument/2006/relationships/image" Target="../media/image44.png"/><Relationship Id="rId44" Type="http://schemas.microsoft.com/office/2007/relationships/hdphoto" Target="../media/hdphoto17.wdp"/><Relationship Id="rId45" Type="http://schemas.openxmlformats.org/officeDocument/2006/relationships/image" Target="../media/image45.png"/><Relationship Id="rId46" Type="http://schemas.microsoft.com/office/2007/relationships/hdphoto" Target="../media/hdphoto18.wdp"/><Relationship Id="rId47" Type="http://schemas.openxmlformats.org/officeDocument/2006/relationships/image" Target="../media/image46.jpeg"/><Relationship Id="rId48" Type="http://schemas.openxmlformats.org/officeDocument/2006/relationships/image" Target="../media/image47.jpeg"/><Relationship Id="rId49" Type="http://schemas.openxmlformats.org/officeDocument/2006/relationships/image" Target="../media/image48.png"/><Relationship Id="rId50" Type="http://schemas.microsoft.com/office/2007/relationships/hdphoto" Target="../media/hdphoto19.wdp"/><Relationship Id="rId51" Type="http://schemas.openxmlformats.org/officeDocument/2006/relationships/image" Target="../media/image49.png"/><Relationship Id="rId52" Type="http://schemas.microsoft.com/office/2007/relationships/hdphoto" Target="../media/hdphoto20.wdp"/></Relationships>
</file>

<file path=ppt/slides/_rels/slide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image" Target="../media/image50.jpeg"/><Relationship Id="rId3" Type="http://schemas.openxmlformats.org/officeDocument/2006/relationships/image" Target="../media/image6.svg"/><Relationship Id="rId4" Type="http://schemas.openxmlformats.org/officeDocument/2006/relationships/image" Target="../media/image51.svg"/></Relationships>
</file>

<file path=ppt/slides/_rels/slide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50.xml"/><Relationship Id="rId2" Type="http://schemas.openxmlformats.org/officeDocument/2006/relationships/image" Target="../media/image52.svg"/><Relationship Id="rId3" Type="http://schemas.openxmlformats.org/officeDocument/2006/relationships/image" Target="../media/image53.svg"/></Relationships>
</file>

<file path=ppt/slides/_rels/slide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image" Target="../media/image54.png"/><Relationship Id="rId3" Type="http://schemas.microsoft.com/office/2007/relationships/hdphoto" Target="../media/hdphoto21.wdp"/><Relationship Id="rId4" Type="http://schemas.openxmlformats.org/officeDocument/2006/relationships/image" Target="../media/image55.png"/><Relationship Id="rId5" Type="http://schemas.openxmlformats.org/officeDocument/2006/relationships/slide" Target="slide80.xml"/><Relationship Id="rId6" Type="http://schemas.openxmlformats.org/officeDocument/2006/relationships/image" Target="../media/image510.png"/><Relationship Id="rId7" Type="http://schemas.openxmlformats.org/officeDocument/2006/relationships/image" Target="../media/image56.svg"/></Relationships>
</file>

<file path=ppt/slides/_rels/slide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6.xml"/></Relationships>
</file>

<file path=ppt/slides/_rels/slide1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chart" Target="../charts/chart5.xml"/></Relationships>
</file>

<file path=ppt/slides/_rels/slide1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7.xml"/></Relationships>
</file>

<file path=ppt/slides/_rels/slide1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8.xml"/><Relationship Id="rId3" Type="http://schemas.openxmlformats.org/officeDocument/2006/relationships/image" Target="../media/image57.png"/><Relationship Id="rId4" Type="http://schemas.openxmlformats.org/officeDocument/2006/relationships/chart" Target="../charts/chart1.xml"/><Relationship Id="rId5" Type="http://schemas.openxmlformats.org/officeDocument/2006/relationships/chart" Target="../charts/chart2.xml"/></Relationships>
</file>

<file path=ppt/slides/_rels/slide1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9.xml"/><Relationship Id="rId3" Type="http://schemas.openxmlformats.org/officeDocument/2006/relationships/image" Target="../media/image57.png"/><Relationship Id="rId4" Type="http://schemas.openxmlformats.org/officeDocument/2006/relationships/chart" Target="../charts/chart3.xml"/></Relationships>
</file>

<file path=ppt/slides/_rels/slide1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85.xml"/><Relationship Id="rId2" Type="http://schemas.openxmlformats.org/officeDocument/2006/relationships/image" Target="../media/image58.svg"/><Relationship Id="rId3" Type="http://schemas.openxmlformats.org/officeDocument/2006/relationships/chart" Target="../charts/chart4.xml"/></Relationships>
</file>

<file path=ppt/slides/_rels/slide1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image" Target="../media/image59.png"/><Relationship Id="rId3" Type="http://schemas.openxmlformats.org/officeDocument/2006/relationships/image" Target="../media/image60.png"/><Relationship Id="rId4" Type="http://schemas.openxmlformats.org/officeDocument/2006/relationships/image" Target="../media/image61.png"/><Relationship Id="rId5" Type="http://schemas.microsoft.com/office/2007/relationships/hdphoto" Target="../media/hdphoto22.wdp"/><Relationship Id="rId6" Type="http://schemas.openxmlformats.org/officeDocument/2006/relationships/image" Target="../media/image62.png"/><Relationship Id="rId7" Type="http://schemas.openxmlformats.org/officeDocument/2006/relationships/image" Target="../media/image63.png"/><Relationship Id="rId8" Type="http://schemas.openxmlformats.org/officeDocument/2006/relationships/image" Target="../media/image64.png"/><Relationship Id="rId9" Type="http://schemas.openxmlformats.org/officeDocument/2006/relationships/image" Target="../media/image65.png"/><Relationship Id="rId10" Type="http://schemas.openxmlformats.org/officeDocument/2006/relationships/image" Target="../media/image66.png"/><Relationship Id="rId11" Type="http://schemas.openxmlformats.org/officeDocument/2006/relationships/image" Target="../media/image67.png"/></Relationships>
</file>

<file path=ppt/slides/_rels/slide8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810.xml"/><Relationship Id="rId2" Type="http://schemas.openxmlformats.org/officeDocument/2006/relationships/image" Target="../media/image54.png"/><Relationship Id="rId3" Type="http://schemas.microsoft.com/office/2007/relationships/hdphoto" Target="../media/hdphoto21.wdp"/><Relationship Id="rId4" Type="http://schemas.openxmlformats.org/officeDocument/2006/relationships/image" Target="../media/image56.png"/><Relationship Id="rId5" Type="http://schemas.openxmlformats.org/officeDocument/2006/relationships/slide" Target="slide80.xml"/><Relationship Id="rId6" Type="http://schemas.openxmlformats.org/officeDocument/2006/relationships/image" Target="../media/image510.png"/><Relationship Id="rId7" Type="http://schemas.openxmlformats.org/officeDocument/2006/relationships/image" Target="../media/image56.sv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6136388B-2175-74B9-CB54-29BF0F5A224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3D28D679-5998-E4DF-512F-90BE1633C307}"/>
              </a:ext>
            </a:extLst>
          </p:cNvPr>
          <p:cNvSpPr/>
          <p:nvPr/>
        </p:nvSpPr>
        <p:spPr>
          <a:xfrm>
            <a:off x="0" y="2243579"/>
            <a:ext cx="12192000" cy="212103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  <p:pic>
        <p:nvPicPr>
          <p:cNvPr id="47" name="Picture 46" descr="A group of people climbing up a hill&#10;&#10;AI-generated content may be incorrect.">
            <a:extLst>
              <a:ext uri="{FF2B5EF4-FFF2-40B4-BE49-F238E27FC236}">
                <a16:creationId xmlns:a16="http://schemas.microsoft.com/office/drawing/2014/main" id="{7AE37E13-FC76-C834-AE7A-68A06413D473}"/>
              </a:ext>
            </a:extLst>
          </p:cNvPr>
          <p:cNvPicPr>
            <a:picLocks noChangeAspect="1"/>
          </p:cNvPicPr>
          <p:nvPr/>
        </p:nvPicPr>
        <p:blipFill>
          <a:blip r:embed="rId3">
            <a:grayscl/>
          </a:blip>
          <a:srcRect t="13797"/>
          <a:stretch>
            <a:fillRect/>
          </a:stretch>
        </p:blipFill>
        <p:spPr>
          <a:xfrm flipH="1">
            <a:off x="0" y="1"/>
            <a:ext cx="12192000" cy="6857999"/>
          </a:xfrm>
          <a:prstGeom prst="rect">
            <a:avLst/>
          </a:prstGeom>
        </p:spPr>
      </p:pic>
      <p:sp>
        <p:nvSpPr>
          <p:cNvPr id="15" name="Text Placeholder 14">
            <a:extLst>
              <a:ext uri="{FF2B5EF4-FFF2-40B4-BE49-F238E27FC236}">
                <a16:creationId xmlns:a16="http://schemas.microsoft.com/office/drawing/2014/main" id="{221933E0-626A-05DB-0CBA-459411571C3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407987" y="5927209"/>
            <a:ext cx="11376025" cy="553998"/>
          </a:xfrm>
        </p:spPr>
        <p:txBody>
          <a:bodyPr anchor="b" anchorCtr="0"/>
          <a:lstStyle/>
          <a:p>
            <a:pPr algn="r"/>
            <a:r>
              <a:rPr lang="pt-BR" sz="1800" b="1">
                <a:solidFill>
                  <a:schemeClr val="tx1"/>
                </a:solidFill>
              </a:rPr>
              <a:t>TIVIO</a:t>
            </a:r>
            <a:br>
              <a:rPr lang="pt-BR" sz="1800">
                <a:solidFill>
                  <a:schemeClr val="tx1"/>
                </a:solidFill>
              </a:rPr>
            </a:br>
            <a:r>
              <a:rPr lang="pt-BR" sz="1800">
                <a:solidFill>
                  <a:schemeClr val="tx1"/>
                </a:solidFill>
              </a:rPr>
              <a:t>CRÉDITO</a:t>
            </a:r>
          </a:p>
        </p:txBody>
      </p:sp>
      <p:sp>
        <p:nvSpPr>
          <p:cNvPr id="8" name="Freeform: Shape 7">
            <a:extLst>
              <a:ext uri="{FF2B5EF4-FFF2-40B4-BE49-F238E27FC236}">
                <a16:creationId xmlns:a16="http://schemas.microsoft.com/office/drawing/2014/main" id="{356B5C92-E5EB-6D1F-2C64-7F6A3539DE41}"/>
              </a:ext>
            </a:extLst>
          </p:cNvPr>
          <p:cNvSpPr/>
          <p:nvPr/>
        </p:nvSpPr>
        <p:spPr>
          <a:xfrm flipV="1">
            <a:off x="-62630" y="4449734"/>
            <a:ext cx="12254630" cy="200722"/>
          </a:xfrm>
          <a:custGeom>
            <a:avLst/>
            <a:gdLst>
              <a:gd name="connsiteX0" fmla="*/ 0 w 12225403"/>
              <a:gd name="connsiteY0" fmla="*/ 0 h 0"/>
              <a:gd name="connsiteX1" fmla="*/ 12225403 w 12225403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2225403">
                <a:moveTo>
                  <a:pt x="0" y="0"/>
                </a:moveTo>
                <a:lnTo>
                  <a:pt x="12225403" y="0"/>
                </a:lnTo>
              </a:path>
            </a:pathLst>
          </a:custGeom>
          <a:noFill/>
          <a:ln w="19050"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pt-BR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  <a:ea typeface="+mn-ea"/>
              <a:cs typeface="+mn-cs"/>
              <a:sym typeface="Arial"/>
            </a:endParaRPr>
          </a:p>
        </p:txBody>
      </p:sp>
      <p:sp>
        <p:nvSpPr>
          <p:cNvPr id="9" name="Freeform: Shape 8">
            <a:extLst>
              <a:ext uri="{FF2B5EF4-FFF2-40B4-BE49-F238E27FC236}">
                <a16:creationId xmlns:a16="http://schemas.microsoft.com/office/drawing/2014/main" id="{E3140BF4-C85F-BEEB-0DB4-E8D67DE8B587}"/>
              </a:ext>
            </a:extLst>
          </p:cNvPr>
          <p:cNvSpPr/>
          <p:nvPr/>
        </p:nvSpPr>
        <p:spPr>
          <a:xfrm flipV="1">
            <a:off x="5589879" y="-61526"/>
            <a:ext cx="7318329" cy="5611942"/>
          </a:xfrm>
          <a:custGeom>
            <a:avLst/>
            <a:gdLst>
              <a:gd name="connsiteX0" fmla="*/ 0 w 5087815"/>
              <a:gd name="connsiteY0" fmla="*/ 3845169 h 3845169"/>
              <a:gd name="connsiteX1" fmla="*/ 5087815 w 5087815"/>
              <a:gd name="connsiteY1" fmla="*/ 0 h 3845169"/>
              <a:gd name="connsiteX0" fmla="*/ 0 w 5048059"/>
              <a:gd name="connsiteY0" fmla="*/ 3954500 h 3954500"/>
              <a:gd name="connsiteX1" fmla="*/ 5048059 w 5048059"/>
              <a:gd name="connsiteY1" fmla="*/ 0 h 3954500"/>
              <a:gd name="connsiteX0" fmla="*/ 0 w 5048059"/>
              <a:gd name="connsiteY0" fmla="*/ 3954500 h 3954500"/>
              <a:gd name="connsiteX1" fmla="*/ 5048059 w 5048059"/>
              <a:gd name="connsiteY1" fmla="*/ 0 h 3954500"/>
              <a:gd name="connsiteX0" fmla="*/ 0 w 4988424"/>
              <a:gd name="connsiteY0" fmla="*/ 3835231 h 3835231"/>
              <a:gd name="connsiteX1" fmla="*/ 4988424 w 4988424"/>
              <a:gd name="connsiteY1" fmla="*/ 0 h 3835231"/>
              <a:gd name="connsiteX0" fmla="*/ 0 w 4988424"/>
              <a:gd name="connsiteY0" fmla="*/ 3835231 h 3835231"/>
              <a:gd name="connsiteX1" fmla="*/ 4988424 w 4988424"/>
              <a:gd name="connsiteY1" fmla="*/ 0 h 3835231"/>
              <a:gd name="connsiteX0" fmla="*/ 0 w 4988424"/>
              <a:gd name="connsiteY0" fmla="*/ 3835231 h 3835231"/>
              <a:gd name="connsiteX1" fmla="*/ 4988424 w 4988424"/>
              <a:gd name="connsiteY1" fmla="*/ 0 h 3835231"/>
              <a:gd name="connsiteX0" fmla="*/ 0 w 4988424"/>
              <a:gd name="connsiteY0" fmla="*/ 3825292 h 3825292"/>
              <a:gd name="connsiteX1" fmla="*/ 4988424 w 4988424"/>
              <a:gd name="connsiteY1" fmla="*/ 0 h 38252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988424" h="3825292">
                <a:moveTo>
                  <a:pt x="0" y="3825292"/>
                </a:moveTo>
                <a:cubicBezTo>
                  <a:pt x="1384087" y="1839675"/>
                  <a:pt x="2310976" y="251621"/>
                  <a:pt x="4988424" y="0"/>
                </a:cubicBezTo>
              </a:path>
            </a:pathLst>
          </a:custGeom>
          <a:noFill/>
          <a:ln w="19050"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pt-BR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  <a:ea typeface="+mn-ea"/>
              <a:cs typeface="+mn-cs"/>
              <a:sym typeface="Arial"/>
            </a:endParaRPr>
          </a:p>
        </p:txBody>
      </p:sp>
      <p:pic>
        <p:nvPicPr>
          <p:cNvPr id="12" name="Picture 8">
            <a:extLst>
              <a:ext uri="{FF2B5EF4-FFF2-40B4-BE49-F238E27FC236}">
                <a16:creationId xmlns:a16="http://schemas.microsoft.com/office/drawing/2014/main" id="{71E0EF2F-302B-9C57-34AB-F87BAADDA4F8}"/>
              </a:ext>
            </a:extLst>
          </p:cNvPr>
          <p:cNvPicPr>
            <a:picLocks noChangeAspect="1"/>
          </p:cNvPicPr>
          <p:nvPr/>
        </p:nvPicPr>
        <p:blipFill rotWithShape="1">
          <a:blip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 l="-8117" t="-23966" r="-8117" b="-23966"/>
          <a:stretch/>
        </p:blipFill>
        <p:spPr>
          <a:xfrm>
            <a:off x="10141527" y="366854"/>
            <a:ext cx="1692181" cy="732787"/>
          </a:xfrm>
          <a:prstGeom prst="rect">
            <a:avLst/>
          </a:prstGeom>
        </p:spPr>
      </p:pic>
      <p:pic>
        <p:nvPicPr>
          <p:cNvPr id="7" name="Picture 6" descr="A group of people walking up a snowy mountain&#10;&#10;AI-generated content may be incorrect.">
            <a:extLst>
              <a:ext uri="{FF2B5EF4-FFF2-40B4-BE49-F238E27FC236}">
                <a16:creationId xmlns:a16="http://schemas.microsoft.com/office/drawing/2014/main" id="{59F193BF-425E-AF09-0CA7-B7E23B0E0EF4}"/>
              </a:ext>
            </a:extLst>
          </p:cNvPr>
          <p:cNvPicPr>
            <a:picLocks noChangeAspect="1"/>
          </p:cNvPicPr>
          <p:nvPr/>
        </p:nvPicPr>
        <p:blipFill>
          <a:blip r:embed="rId5">
            <a:grayscl/>
          </a:blip>
          <a:srcRect t="13024"/>
          <a:stretch>
            <a:fillRect/>
          </a:stretch>
        </p:blipFill>
        <p:spPr>
          <a:xfrm flipH="1">
            <a:off x="0" y="-61526"/>
            <a:ext cx="12192000" cy="6919526"/>
          </a:xfrm>
          <a:prstGeom prst="rect">
            <a:avLst/>
          </a:prstGeom>
        </p:spPr>
      </p:pic>
      <p:sp>
        <p:nvSpPr>
          <p:cNvPr id="10" name="object 13">
            <a:extLst>
              <a:ext uri="{FF2B5EF4-FFF2-40B4-BE49-F238E27FC236}">
                <a16:creationId xmlns:a16="http://schemas.microsoft.com/office/drawing/2014/main" id="{F6640633-0D3E-CB5F-CD75-61923F545492}"/>
              </a:ext>
            </a:extLst>
          </p:cNvPr>
          <p:cNvSpPr txBox="1">
            <a:spLocks/>
          </p:cNvSpPr>
          <p:nvPr/>
        </p:nvSpPr>
        <p:spPr>
          <a:xfrm>
            <a:off x="9602522" y="6196810"/>
            <a:ext cx="2198912" cy="501265"/>
          </a:xfrm>
          <a:prstGeom prst="rect">
            <a:avLst/>
          </a:prstGeom>
        </p:spPr>
        <p:txBody>
          <a:bodyPr vert="horz" wrap="square" lIns="0" tIns="69697" rIns="0" bIns="0" rtlCol="0" anchor="t">
            <a:spAutoFit/>
          </a:bodyPr>
          <a:lstStyle>
            <a:lvl1pPr>
              <a:defRPr sz="4550" b="1" i="0">
                <a:solidFill>
                  <a:srgbClr val="1E271F"/>
                </a:solidFill>
                <a:latin typeface="Versos"/>
                <a:ea typeface="+mj-ea"/>
                <a:cs typeface="Versos"/>
              </a:defRPr>
            </a:lvl1pPr>
          </a:lstStyle>
          <a:p>
            <a:pPr marL="0" marR="0" lvl="0" indent="0" algn="r" defTabSz="55449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pt-BR" sz="1800" kern="0" dirty="0" err="1">
                <a:solidFill>
                  <a:schemeClr val="tx1"/>
                </a:solidFill>
                <a:latin typeface="+mj-lt"/>
                <a:sym typeface="Arial"/>
              </a:rPr>
              <a:t>Setembr</a:t>
            </a:r>
            <a:r>
              <a:rPr kumimoji="0" lang="pt-BR" sz="1800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j-lt"/>
                <a:ea typeface="+mj-ea"/>
                <a:sym typeface="Arial"/>
              </a:rPr>
              <a:t>o de 2026</a:t>
            </a:r>
            <a:endParaRPr kumimoji="0" lang="pt-BR" sz="2400" b="0" i="0" u="none" strike="noStrike" kern="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j-lt"/>
              <a:ea typeface="+mj-ea"/>
              <a:cs typeface="Versos-Light"/>
              <a:sym typeface="Arial"/>
            </a:endParaRPr>
          </a:p>
          <a:p>
            <a:pPr marL="0" marR="0" lvl="0" indent="0" algn="r" defTabSz="55449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lang="pt-BR" sz="1000" b="0" i="0" u="none" strike="noStrike" kern="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j-lt"/>
              <a:ea typeface="+mj-ea"/>
              <a:sym typeface="Arial"/>
            </a:endParaRP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83538028-533A-AF0F-8B7D-DF1B8F478D59}"/>
              </a:ext>
            </a:extLst>
          </p:cNvPr>
          <p:cNvGrpSpPr/>
          <p:nvPr/>
        </p:nvGrpSpPr>
        <p:grpSpPr>
          <a:xfrm>
            <a:off x="869147" y="2358285"/>
            <a:ext cx="5369629" cy="1323446"/>
            <a:chOff x="869147" y="2358285"/>
            <a:chExt cx="5369629" cy="1323446"/>
          </a:xfrm>
        </p:grpSpPr>
        <p:pic>
          <p:nvPicPr>
            <p:cNvPr id="13" name="Imagem 12" descr="Logotipo&#10;&#10;O conteúdo gerado por IA pode estar incorreto.">
              <a:extLst>
                <a:ext uri="{FF2B5EF4-FFF2-40B4-BE49-F238E27FC236}">
                  <a16:creationId xmlns:a16="http://schemas.microsoft.com/office/drawing/2014/main" id="{9CE7A442-959E-4428-1150-33B9A5561E93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rcRect l="7227" t="58880" r="8777"/>
            <a:stretch>
              <a:fillRect/>
            </a:stretch>
          </p:blipFill>
          <p:spPr>
            <a:xfrm>
              <a:off x="869147" y="2995807"/>
              <a:ext cx="5360203" cy="685924"/>
            </a:xfrm>
            <a:prstGeom prst="rect">
              <a:avLst/>
            </a:prstGeom>
          </p:spPr>
        </p:pic>
        <p:pic>
          <p:nvPicPr>
            <p:cNvPr id="3" name="Imagem 12" descr="Logotipo&#10;&#10;O conteúdo gerado por IA pode estar incorreto.">
              <a:extLst>
                <a:ext uri="{FF2B5EF4-FFF2-40B4-BE49-F238E27FC236}">
                  <a16:creationId xmlns:a16="http://schemas.microsoft.com/office/drawing/2014/main" id="{E34CB89C-7C67-3A58-3638-84AA88E82AA5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rcRect l="7227" t="19863" r="8777" b="37963"/>
            <a:stretch>
              <a:fillRect/>
            </a:stretch>
          </p:blipFill>
          <p:spPr>
            <a:xfrm>
              <a:off x="878573" y="2358285"/>
              <a:ext cx="5360203" cy="703511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594245761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100000">
              <a:schemeClr val="bg2">
                <a:lumMod val="10000"/>
              </a:schemeClr>
            </a:gs>
            <a:gs pos="0">
              <a:schemeClr val="bg2">
                <a:lumMod val="25000"/>
              </a:schemeClr>
            </a:gs>
          </a:gsLst>
          <a:lin ang="8400000" scaled="0"/>
        </a:gra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007852A0-036D-66B2-730C-6C6B55CE959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8" descr="A snowy mountain range with clouds in the sky&#10;&#10;AI-generated content may be incorrect.">
            <a:extLst>
              <a:ext uri="{FF2B5EF4-FFF2-40B4-BE49-F238E27FC236}">
                <a16:creationId xmlns:a16="http://schemas.microsoft.com/office/drawing/2014/main" id="{150A286A-9853-CA99-7AB1-43E660DF9D8C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grayscl/>
            <a:alphaModFix amt="35000"/>
          </a:blip>
          <a:srcRect t="7537" b="7537"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  <a:solidFill>
            <a:schemeClr val="tx1"/>
          </a:solidFill>
        </p:spPr>
      </p:pic>
      <p:sp>
        <p:nvSpPr>
          <p:cNvPr id="7" name="Google Shape;133;p18">
            <a:extLst>
              <a:ext uri="{FF2B5EF4-FFF2-40B4-BE49-F238E27FC236}">
                <a16:creationId xmlns:a16="http://schemas.microsoft.com/office/drawing/2014/main" id="{68142DF8-C887-8557-0AC3-9904E978E14F}"/>
              </a:ext>
            </a:extLst>
          </p:cNvPr>
          <p:cNvSpPr txBox="1">
            <a:spLocks/>
          </p:cNvSpPr>
          <p:nvPr/>
        </p:nvSpPr>
        <p:spPr>
          <a:xfrm>
            <a:off x="505264" y="5499100"/>
            <a:ext cx="9491471" cy="1866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rm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ct val="148148"/>
              <a:buFont typeface="Arial"/>
              <a:buNone/>
              <a:tabLst/>
              <a:defRPr/>
            </a:pPr>
            <a:r>
              <a:rPr kumimoji="0" lang="en-US" sz="3250" i="0" u="none" strike="noStrike" kern="0" cap="none" spc="0" normalizeH="0" baseline="0" noProof="0">
                <a:ln>
                  <a:noFill/>
                </a:ln>
                <a:solidFill>
                  <a:prstClr val="white">
                    <a:lumMod val="95000"/>
                  </a:prstClr>
                </a:solidFill>
                <a:effectLst/>
                <a:uLnTx/>
                <a:uFillTx/>
                <a:latin typeface="+mj-lt"/>
                <a:cs typeface="Plus Jakarta Sans Light" pitchFamily="2" charset="77"/>
                <a:sym typeface="Arial"/>
              </a:rPr>
              <a:t>TIVIO CAPITAL</a:t>
            </a:r>
          </a:p>
        </p:txBody>
      </p:sp>
      <p:sp>
        <p:nvSpPr>
          <p:cNvPr id="11" name="Freeform: Shape 10">
            <a:extLst>
              <a:ext uri="{FF2B5EF4-FFF2-40B4-BE49-F238E27FC236}">
                <a16:creationId xmlns:a16="http://schemas.microsoft.com/office/drawing/2014/main" id="{359B82CB-993A-3C49-3213-13BF62C1FBE2}"/>
              </a:ext>
            </a:extLst>
          </p:cNvPr>
          <p:cNvSpPr/>
          <p:nvPr/>
        </p:nvSpPr>
        <p:spPr>
          <a:xfrm flipV="1">
            <a:off x="-62630" y="4449734"/>
            <a:ext cx="12254630" cy="200722"/>
          </a:xfrm>
          <a:custGeom>
            <a:avLst/>
            <a:gdLst>
              <a:gd name="connsiteX0" fmla="*/ 0 w 12225403"/>
              <a:gd name="connsiteY0" fmla="*/ 0 h 0"/>
              <a:gd name="connsiteX1" fmla="*/ 12225403 w 12225403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2225403">
                <a:moveTo>
                  <a:pt x="0" y="0"/>
                </a:moveTo>
                <a:lnTo>
                  <a:pt x="12225403" y="0"/>
                </a:lnTo>
              </a:path>
            </a:pathLst>
          </a:custGeom>
          <a:noFill/>
          <a:ln w="19050"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pt-BR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  <a:ea typeface="+mn-ea"/>
              <a:cs typeface="+mn-cs"/>
              <a:sym typeface="Arial"/>
            </a:endParaRPr>
          </a:p>
        </p:txBody>
      </p:sp>
      <p:sp>
        <p:nvSpPr>
          <p:cNvPr id="12" name="Freeform: Shape 11">
            <a:extLst>
              <a:ext uri="{FF2B5EF4-FFF2-40B4-BE49-F238E27FC236}">
                <a16:creationId xmlns:a16="http://schemas.microsoft.com/office/drawing/2014/main" id="{9A751FC9-DCB0-6B81-F06B-80905A109977}"/>
              </a:ext>
            </a:extLst>
          </p:cNvPr>
          <p:cNvSpPr/>
          <p:nvPr/>
        </p:nvSpPr>
        <p:spPr>
          <a:xfrm flipH="1" flipV="1">
            <a:off x="-2160432" y="-61526"/>
            <a:ext cx="7318329" cy="5611942"/>
          </a:xfrm>
          <a:custGeom>
            <a:avLst/>
            <a:gdLst>
              <a:gd name="connsiteX0" fmla="*/ 0 w 5087815"/>
              <a:gd name="connsiteY0" fmla="*/ 3845169 h 3845169"/>
              <a:gd name="connsiteX1" fmla="*/ 5087815 w 5087815"/>
              <a:gd name="connsiteY1" fmla="*/ 0 h 3845169"/>
              <a:gd name="connsiteX0" fmla="*/ 0 w 5048059"/>
              <a:gd name="connsiteY0" fmla="*/ 3954500 h 3954500"/>
              <a:gd name="connsiteX1" fmla="*/ 5048059 w 5048059"/>
              <a:gd name="connsiteY1" fmla="*/ 0 h 3954500"/>
              <a:gd name="connsiteX0" fmla="*/ 0 w 5048059"/>
              <a:gd name="connsiteY0" fmla="*/ 3954500 h 3954500"/>
              <a:gd name="connsiteX1" fmla="*/ 5048059 w 5048059"/>
              <a:gd name="connsiteY1" fmla="*/ 0 h 3954500"/>
              <a:gd name="connsiteX0" fmla="*/ 0 w 4988424"/>
              <a:gd name="connsiteY0" fmla="*/ 3835231 h 3835231"/>
              <a:gd name="connsiteX1" fmla="*/ 4988424 w 4988424"/>
              <a:gd name="connsiteY1" fmla="*/ 0 h 3835231"/>
              <a:gd name="connsiteX0" fmla="*/ 0 w 4988424"/>
              <a:gd name="connsiteY0" fmla="*/ 3835231 h 3835231"/>
              <a:gd name="connsiteX1" fmla="*/ 4988424 w 4988424"/>
              <a:gd name="connsiteY1" fmla="*/ 0 h 3835231"/>
              <a:gd name="connsiteX0" fmla="*/ 0 w 4988424"/>
              <a:gd name="connsiteY0" fmla="*/ 3835231 h 3835231"/>
              <a:gd name="connsiteX1" fmla="*/ 4988424 w 4988424"/>
              <a:gd name="connsiteY1" fmla="*/ 0 h 3835231"/>
              <a:gd name="connsiteX0" fmla="*/ 0 w 4988424"/>
              <a:gd name="connsiteY0" fmla="*/ 3825292 h 3825292"/>
              <a:gd name="connsiteX1" fmla="*/ 4988424 w 4988424"/>
              <a:gd name="connsiteY1" fmla="*/ 0 h 38252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988424" h="3825292">
                <a:moveTo>
                  <a:pt x="0" y="3825292"/>
                </a:moveTo>
                <a:cubicBezTo>
                  <a:pt x="1384087" y="1839675"/>
                  <a:pt x="2310976" y="251621"/>
                  <a:pt x="4988424" y="0"/>
                </a:cubicBezTo>
              </a:path>
            </a:pathLst>
          </a:custGeom>
          <a:noFill/>
          <a:ln w="19050"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pt-BR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  <a:ea typeface="+mn-ea"/>
              <a:cs typeface="+mn-cs"/>
              <a:sym typeface="Arial"/>
            </a:endParaRPr>
          </a:p>
        </p:txBody>
      </p:sp>
      <p:pic>
        <p:nvPicPr>
          <p:cNvPr id="13" name="Picture 8">
            <a:extLst>
              <a:ext uri="{FF2B5EF4-FFF2-40B4-BE49-F238E27FC236}">
                <a16:creationId xmlns:a16="http://schemas.microsoft.com/office/drawing/2014/main" id="{769DDB8F-89C7-60BE-AA4E-87172708790D}"/>
              </a:ext>
            </a:extLst>
          </p:cNvPr>
          <p:cNvPicPr>
            <a:picLocks noChangeAspect="1"/>
          </p:cNvPicPr>
          <p:nvPr/>
        </p:nvPicPr>
        <p:blipFill rotWithShape="1">
          <a:blip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 l="-8117" t="-23966" r="-8117" b="-23966"/>
          <a:stretch/>
        </p:blipFill>
        <p:spPr>
          <a:xfrm>
            <a:off x="10141527" y="366854"/>
            <a:ext cx="1692181" cy="7327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15835922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solidFill>
          <a:schemeClr val="tx1">
            <a:lumMod val="95000"/>
            <a:lumOff val="5000"/>
          </a:schemeClr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A9C67B5E-B219-F26E-5611-87BCB39BA3E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7A097415-C9E9-FB1A-581D-5C576B434D2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914315">
              <a:buClr>
                <a:srgbClr val="000000"/>
              </a:buClr>
              <a:defRPr/>
            </a:pPr>
            <a:fld id="{77667D73-C69A-4DAA-9003-24A825D36FE9}" type="slidenum">
              <a:rPr lang="pt-BR" kern="0">
                <a:solidFill>
                  <a:srgbClr val="FFFFFF"/>
                </a:solidFill>
                <a:sym typeface="Arial"/>
              </a:rPr>
              <a:pPr defTabSz="914315">
                <a:buClr>
                  <a:srgbClr val="000000"/>
                </a:buClr>
                <a:defRPr/>
              </a:pPr>
              <a:t>3</a:t>
            </a:fld>
            <a:endParaRPr lang="pt-BR" kern="0">
              <a:solidFill>
                <a:srgbClr val="FFFFFF"/>
              </a:solidFill>
              <a:sym typeface="Arial"/>
            </a:endParaRP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B5F33ED6-52B0-57D6-1C79-4036ED4D490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pt-BR"/>
              <a:t>Estratégias de Investimento</a:t>
            </a:r>
          </a:p>
        </p:txBody>
      </p:sp>
      <p:sp>
        <p:nvSpPr>
          <p:cNvPr id="76" name="Picture 8">
            <a:extLst>
              <a:ext uri="{FF2B5EF4-FFF2-40B4-BE49-F238E27FC236}">
                <a16:creationId xmlns:a16="http://schemas.microsoft.com/office/drawing/2014/main" id="{3BF50C3F-D746-8C7E-97CE-E9CFE4605A66}"/>
              </a:ext>
            </a:extLst>
          </p:cNvPr>
          <p:cNvSpPr/>
          <p:nvPr/>
        </p:nvSpPr>
        <p:spPr>
          <a:xfrm>
            <a:off x="11090486" y="377607"/>
            <a:ext cx="765744" cy="260050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pPr defTabSz="914315">
              <a:defRPr/>
            </a:pPr>
            <a:endParaRPr lang="pt-BR">
              <a:solidFill>
                <a:srgbClr val="FFFFFF"/>
              </a:solidFill>
              <a:latin typeface="Calibri"/>
              <a:cs typeface="Arial"/>
              <a:sym typeface="Arial"/>
            </a:endParaRP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D701768B-40D0-855C-D0D4-28AB97D8F853}"/>
              </a:ext>
            </a:extLst>
          </p:cNvPr>
          <p:cNvGrpSpPr/>
          <p:nvPr/>
        </p:nvGrpSpPr>
        <p:grpSpPr>
          <a:xfrm>
            <a:off x="2770720" y="1244556"/>
            <a:ext cx="2065190" cy="2926770"/>
            <a:chOff x="335367" y="1244402"/>
            <a:chExt cx="2749107" cy="2926975"/>
          </a:xfrm>
        </p:grpSpPr>
        <p:pic>
          <p:nvPicPr>
            <p:cNvPr id="27" name="object 4">
              <a:extLst>
                <a:ext uri="{FF2B5EF4-FFF2-40B4-BE49-F238E27FC236}">
                  <a16:creationId xmlns:a16="http://schemas.microsoft.com/office/drawing/2014/main" id="{EE869548-13D0-5C1E-C340-7B4334624596}"/>
                </a:ext>
              </a:extLst>
            </p:cNvPr>
            <p:cNvPicPr/>
            <p:nvPr/>
          </p:nvPicPr>
          <p:blipFill rotWithShape="1">
            <a:blip r:embed="rId3" cstate="print">
              <a:alphaModFix amt="50000"/>
            </a:blip>
            <a:srcRect l="8187" r="20673"/>
            <a:stretch>
              <a:fillRect/>
            </a:stretch>
          </p:blipFill>
          <p:spPr>
            <a:xfrm>
              <a:off x="335367" y="1244402"/>
              <a:ext cx="2749107" cy="1150844"/>
            </a:xfrm>
            <a:prstGeom prst="rect">
              <a:avLst/>
            </a:prstGeom>
          </p:spPr>
        </p:pic>
        <p:sp>
          <p:nvSpPr>
            <p:cNvPr id="28" name="object 13">
              <a:extLst>
                <a:ext uri="{FF2B5EF4-FFF2-40B4-BE49-F238E27FC236}">
                  <a16:creationId xmlns:a16="http://schemas.microsoft.com/office/drawing/2014/main" id="{17118882-71F7-4199-B259-1B08CD84BBC8}"/>
                </a:ext>
              </a:extLst>
            </p:cNvPr>
            <p:cNvSpPr txBox="1"/>
            <p:nvPr/>
          </p:nvSpPr>
          <p:spPr>
            <a:xfrm>
              <a:off x="335368" y="1951694"/>
              <a:ext cx="2749106" cy="443593"/>
            </a:xfrm>
            <a:prstGeom prst="rect">
              <a:avLst/>
            </a:prstGeom>
          </p:spPr>
          <p:txBody>
            <a:bodyPr vert="horz" wrap="square" lIns="179976" tIns="107985" rIns="0" bIns="107985" rtlCol="0" anchor="b" anchorCtr="0">
              <a:noAutofit/>
            </a:bodyPr>
            <a:lstStyle/>
            <a:p>
              <a:pPr marL="7701" defTabSz="554415">
                <a:spcBef>
                  <a:spcPts val="79"/>
                </a:spcBef>
                <a:defRPr/>
              </a:pPr>
              <a:r>
                <a:rPr lang="pt-BR" sz="1880" b="1" kern="0">
                  <a:solidFill>
                    <a:srgbClr val="FFFFFF"/>
                  </a:solidFill>
                  <a:latin typeface="Versos" panose="020B0503020204030204" pitchFamily="34" charset="0"/>
                  <a:cs typeface="Versos Light"/>
                  <a:sym typeface="Arial"/>
                </a:rPr>
                <a:t>Imobiliário</a:t>
              </a:r>
              <a:endParaRPr sz="1880" b="1" kern="0">
                <a:solidFill>
                  <a:sysClr val="windowText" lastClr="000000"/>
                </a:solidFill>
                <a:latin typeface="Versos" panose="020B0503020204030204" pitchFamily="34" charset="0"/>
                <a:cs typeface="Versos Light"/>
                <a:sym typeface="Arial"/>
              </a:endParaRPr>
            </a:p>
          </p:txBody>
        </p:sp>
        <p:sp>
          <p:nvSpPr>
            <p:cNvPr id="29" name="object 17">
              <a:extLst>
                <a:ext uri="{FF2B5EF4-FFF2-40B4-BE49-F238E27FC236}">
                  <a16:creationId xmlns:a16="http://schemas.microsoft.com/office/drawing/2014/main" id="{6D49421A-CC31-C25F-835F-5CDDF0AEDB00}"/>
                </a:ext>
              </a:extLst>
            </p:cNvPr>
            <p:cNvSpPr txBox="1"/>
            <p:nvPr/>
          </p:nvSpPr>
          <p:spPr>
            <a:xfrm>
              <a:off x="335367" y="2914382"/>
              <a:ext cx="2749107" cy="544612"/>
            </a:xfrm>
            <a:prstGeom prst="rect">
              <a:avLst/>
            </a:prstGeom>
            <a:ln w="10470">
              <a:solidFill>
                <a:schemeClr val="bg2">
                  <a:lumMod val="50000"/>
                </a:schemeClr>
              </a:solidFill>
            </a:ln>
          </p:spPr>
          <p:txBody>
            <a:bodyPr vert="horz" wrap="square" lIns="179976" tIns="43655" rIns="0" bIns="43655" rtlCol="0" anchor="ctr" anchorCtr="0">
              <a:noAutofit/>
            </a:bodyPr>
            <a:lstStyle/>
            <a:p>
              <a:pPr defTabSz="554415">
                <a:defRPr/>
              </a:pPr>
              <a:r>
                <a:rPr lang="pt-BR" sz="1334" kern="0" spc="-6">
                  <a:solidFill>
                    <a:srgbClr val="E6EDF1">
                      <a:lumMod val="90000"/>
                    </a:srgbClr>
                  </a:solidFill>
                  <a:latin typeface="Versos Light"/>
                  <a:cs typeface="Versos Light"/>
                  <a:sym typeface="Arial"/>
                </a:rPr>
                <a:t>Fundos de </a:t>
              </a:r>
              <a:br>
                <a:rPr lang="pt-BR" sz="1334" kern="0" spc="-6">
                  <a:solidFill>
                    <a:srgbClr val="E6EDF1">
                      <a:lumMod val="90000"/>
                    </a:srgbClr>
                  </a:solidFill>
                  <a:latin typeface="Versos Light"/>
                  <a:cs typeface="Versos Light"/>
                  <a:sym typeface="Arial"/>
                </a:rPr>
              </a:br>
              <a:r>
                <a:rPr lang="pt-BR" sz="1334" kern="0" spc="-6">
                  <a:solidFill>
                    <a:srgbClr val="E6EDF1">
                      <a:lumMod val="90000"/>
                    </a:srgbClr>
                  </a:solidFill>
                  <a:latin typeface="Versos Light"/>
                  <a:cs typeface="Versos Light"/>
                  <a:sym typeface="Arial"/>
                </a:rPr>
                <a:t>Tijolo/Ativos Reais</a:t>
              </a:r>
              <a:endParaRPr sz="1334" kern="0">
                <a:solidFill>
                  <a:srgbClr val="E6EDF1">
                    <a:lumMod val="90000"/>
                  </a:srgbClr>
                </a:solidFill>
                <a:latin typeface="Versos Light"/>
                <a:cs typeface="Versos Light"/>
                <a:sym typeface="Arial"/>
              </a:endParaRPr>
            </a:p>
          </p:txBody>
        </p:sp>
        <p:sp>
          <p:nvSpPr>
            <p:cNvPr id="30" name="object 31">
              <a:extLst>
                <a:ext uri="{FF2B5EF4-FFF2-40B4-BE49-F238E27FC236}">
                  <a16:creationId xmlns:a16="http://schemas.microsoft.com/office/drawing/2014/main" id="{AD82FD9A-3D23-9698-0AB8-CB804D3CAB55}"/>
                </a:ext>
              </a:extLst>
            </p:cNvPr>
            <p:cNvSpPr/>
            <p:nvPr/>
          </p:nvSpPr>
          <p:spPr>
            <a:xfrm flipV="1">
              <a:off x="335367" y="2553950"/>
              <a:ext cx="2749107" cy="103198"/>
            </a:xfrm>
            <a:custGeom>
              <a:avLst/>
              <a:gdLst/>
              <a:ahLst/>
              <a:cxnLst/>
              <a:rect l="l" t="t" r="r" b="b"/>
              <a:pathLst>
                <a:path w="3848735">
                  <a:moveTo>
                    <a:pt x="0" y="0"/>
                  </a:moveTo>
                  <a:lnTo>
                    <a:pt x="3848699" y="0"/>
                  </a:lnTo>
                </a:path>
              </a:pathLst>
            </a:custGeom>
            <a:ln w="10470">
              <a:solidFill>
                <a:schemeClr val="bg1"/>
              </a:solidFill>
            </a:ln>
          </p:spPr>
          <p:txBody>
            <a:bodyPr wrap="square" lIns="0" tIns="0" rIns="0" bIns="0" rtlCol="0"/>
            <a:lstStyle/>
            <a:p>
              <a:pPr defTabSz="554415">
                <a:defRPr/>
              </a:pPr>
              <a:endParaRPr sz="1092" kern="0">
                <a:solidFill>
                  <a:srgbClr val="E6EDF1">
                    <a:lumMod val="75000"/>
                  </a:srgbClr>
                </a:solidFill>
                <a:latin typeface="Calibri"/>
                <a:cs typeface="Arial"/>
                <a:sym typeface="Arial"/>
              </a:endParaRPr>
            </a:p>
          </p:txBody>
        </p:sp>
        <p:sp>
          <p:nvSpPr>
            <p:cNvPr id="31" name="object 28">
              <a:extLst>
                <a:ext uri="{FF2B5EF4-FFF2-40B4-BE49-F238E27FC236}">
                  <a16:creationId xmlns:a16="http://schemas.microsoft.com/office/drawing/2014/main" id="{614B8503-7B0A-ADC1-F2F3-9EE5496F6DCB}"/>
                </a:ext>
              </a:extLst>
            </p:cNvPr>
            <p:cNvSpPr txBox="1"/>
            <p:nvPr/>
          </p:nvSpPr>
          <p:spPr>
            <a:xfrm>
              <a:off x="335367" y="3626765"/>
              <a:ext cx="2749107" cy="544612"/>
            </a:xfrm>
            <a:prstGeom prst="rect">
              <a:avLst/>
            </a:prstGeom>
            <a:ln w="10470">
              <a:solidFill>
                <a:schemeClr val="bg2">
                  <a:lumMod val="50000"/>
                </a:schemeClr>
              </a:solidFill>
            </a:ln>
          </p:spPr>
          <p:txBody>
            <a:bodyPr vert="horz" wrap="square" lIns="179976" tIns="43655" rIns="0" bIns="43655" rtlCol="0" anchor="ctr" anchorCtr="0">
              <a:noAutofit/>
            </a:bodyPr>
            <a:lstStyle/>
            <a:p>
              <a:pPr defTabSz="554415">
                <a:defRPr/>
              </a:pPr>
              <a:r>
                <a:rPr lang="pt-BR" sz="1334" kern="0" spc="-6">
                  <a:solidFill>
                    <a:srgbClr val="E6EDF1">
                      <a:lumMod val="90000"/>
                    </a:srgbClr>
                  </a:solidFill>
                  <a:latin typeface="Versos Light"/>
                  <a:cs typeface="Versos Light"/>
                  <a:sym typeface="Arial"/>
                </a:rPr>
                <a:t>Fundos de Papel</a:t>
              </a:r>
              <a:endParaRPr sz="1334" kern="0">
                <a:solidFill>
                  <a:srgbClr val="E6EDF1">
                    <a:lumMod val="90000"/>
                  </a:srgbClr>
                </a:solidFill>
                <a:latin typeface="Versos Light"/>
                <a:cs typeface="Versos Light"/>
                <a:sym typeface="Arial"/>
              </a:endParaRPr>
            </a:p>
          </p:txBody>
        </p:sp>
      </p:grpSp>
      <p:grpSp>
        <p:nvGrpSpPr>
          <p:cNvPr id="32" name="Group 31">
            <a:extLst>
              <a:ext uri="{FF2B5EF4-FFF2-40B4-BE49-F238E27FC236}">
                <a16:creationId xmlns:a16="http://schemas.microsoft.com/office/drawing/2014/main" id="{252B0AC3-1AA9-914C-62FA-DC8FC5E63038}"/>
              </a:ext>
            </a:extLst>
          </p:cNvPr>
          <p:cNvGrpSpPr/>
          <p:nvPr/>
        </p:nvGrpSpPr>
        <p:grpSpPr>
          <a:xfrm>
            <a:off x="461090" y="1235529"/>
            <a:ext cx="2065192" cy="4360459"/>
            <a:chOff x="3940879" y="1235375"/>
            <a:chExt cx="2749110" cy="4360765"/>
          </a:xfrm>
        </p:grpSpPr>
        <p:pic>
          <p:nvPicPr>
            <p:cNvPr id="33" name="object 7">
              <a:extLst>
                <a:ext uri="{FF2B5EF4-FFF2-40B4-BE49-F238E27FC236}">
                  <a16:creationId xmlns:a16="http://schemas.microsoft.com/office/drawing/2014/main" id="{D2C8FD3D-4F0C-7B7D-DD8F-860B6D190CA7}"/>
                </a:ext>
              </a:extLst>
            </p:cNvPr>
            <p:cNvPicPr/>
            <p:nvPr/>
          </p:nvPicPr>
          <p:blipFill rotWithShape="1">
            <a:blip r:embed="rId4" cstate="print"/>
            <a:srcRect l="8303" r="8303"/>
            <a:stretch>
              <a:fillRect/>
            </a:stretch>
          </p:blipFill>
          <p:spPr>
            <a:xfrm>
              <a:off x="3940879" y="1235375"/>
              <a:ext cx="2749110" cy="1159911"/>
            </a:xfrm>
            <a:prstGeom prst="rect">
              <a:avLst/>
            </a:prstGeom>
          </p:spPr>
        </p:pic>
        <p:sp>
          <p:nvSpPr>
            <p:cNvPr id="34" name="object 14">
              <a:extLst>
                <a:ext uri="{FF2B5EF4-FFF2-40B4-BE49-F238E27FC236}">
                  <a16:creationId xmlns:a16="http://schemas.microsoft.com/office/drawing/2014/main" id="{07C869F0-CEA7-8605-BFC6-B5D75892CAE7}"/>
                </a:ext>
              </a:extLst>
            </p:cNvPr>
            <p:cNvSpPr txBox="1"/>
            <p:nvPr/>
          </p:nvSpPr>
          <p:spPr>
            <a:xfrm>
              <a:off x="3940879" y="1951694"/>
              <a:ext cx="2749107" cy="443593"/>
            </a:xfrm>
            <a:prstGeom prst="rect">
              <a:avLst/>
            </a:prstGeom>
          </p:spPr>
          <p:txBody>
            <a:bodyPr vert="horz" wrap="square" lIns="179976" tIns="107985" rIns="0" bIns="107985" rtlCol="0" anchor="b" anchorCtr="0">
              <a:noAutofit/>
            </a:bodyPr>
            <a:lstStyle/>
            <a:p>
              <a:pPr marL="7701" defTabSz="554415">
                <a:spcBef>
                  <a:spcPts val="79"/>
                </a:spcBef>
                <a:defRPr/>
              </a:pPr>
              <a:r>
                <a:rPr sz="1880" b="1" kern="0" spc="-6">
                  <a:solidFill>
                    <a:srgbClr val="FFFFFF"/>
                  </a:solidFill>
                  <a:latin typeface="Versos" panose="020B0503020204030204" pitchFamily="34" charset="0"/>
                  <a:cs typeface="Versos Light"/>
                  <a:sym typeface="Arial"/>
                </a:rPr>
                <a:t>Crédito</a:t>
              </a:r>
              <a:endParaRPr sz="1880" b="1" kern="0">
                <a:solidFill>
                  <a:sysClr val="windowText" lastClr="000000"/>
                </a:solidFill>
                <a:latin typeface="Versos" panose="020B0503020204030204" pitchFamily="34" charset="0"/>
                <a:cs typeface="Versos Light"/>
                <a:sym typeface="Arial"/>
              </a:endParaRPr>
            </a:p>
          </p:txBody>
        </p:sp>
        <p:sp>
          <p:nvSpPr>
            <p:cNvPr id="35" name="object 18">
              <a:extLst>
                <a:ext uri="{FF2B5EF4-FFF2-40B4-BE49-F238E27FC236}">
                  <a16:creationId xmlns:a16="http://schemas.microsoft.com/office/drawing/2014/main" id="{7FCDB647-DFC6-121F-A6E4-1DFEF6122D12}"/>
                </a:ext>
              </a:extLst>
            </p:cNvPr>
            <p:cNvSpPr txBox="1"/>
            <p:nvPr/>
          </p:nvSpPr>
          <p:spPr>
            <a:xfrm>
              <a:off x="3940880" y="2914382"/>
              <a:ext cx="2749108" cy="544612"/>
            </a:xfrm>
            <a:prstGeom prst="rect">
              <a:avLst/>
            </a:prstGeom>
            <a:ln w="10470">
              <a:gradFill>
                <a:gsLst>
                  <a:gs pos="100000">
                    <a:schemeClr val="accent1"/>
                  </a:gs>
                  <a:gs pos="0">
                    <a:schemeClr val="bg2">
                      <a:lumMod val="50000"/>
                    </a:schemeClr>
                  </a:gs>
                </a:gsLst>
                <a:lin ang="2700000" scaled="0"/>
              </a:gradFill>
            </a:ln>
          </p:spPr>
          <p:txBody>
            <a:bodyPr vert="horz" wrap="square" lIns="179976" tIns="43655" rIns="0" bIns="43655" rtlCol="0" anchor="ctr" anchorCtr="0">
              <a:noAutofit/>
            </a:bodyPr>
            <a:lstStyle/>
            <a:p>
              <a:pPr defTabSz="554415">
                <a:defRPr/>
              </a:pPr>
              <a:r>
                <a:rPr sz="1334" kern="0">
                  <a:solidFill>
                    <a:srgbClr val="FFFFFF"/>
                  </a:solidFill>
                  <a:latin typeface="Versos Light"/>
                  <a:cs typeface="Versos Light"/>
                  <a:sym typeface="Arial"/>
                </a:rPr>
                <a:t>Crédito</a:t>
              </a:r>
              <a:r>
                <a:rPr sz="1334" kern="0" spc="-9">
                  <a:solidFill>
                    <a:srgbClr val="FFFFFF"/>
                  </a:solidFill>
                  <a:latin typeface="Versos Light"/>
                  <a:cs typeface="Versos Light"/>
                  <a:sym typeface="Arial"/>
                </a:rPr>
                <a:t> </a:t>
              </a:r>
              <a:r>
                <a:rPr sz="1334" kern="0" spc="-6">
                  <a:solidFill>
                    <a:srgbClr val="FFFFFF"/>
                  </a:solidFill>
                  <a:latin typeface="Versos Light"/>
                  <a:cs typeface="Versos Light"/>
                  <a:sym typeface="Arial"/>
                </a:rPr>
                <a:t>Privado</a:t>
              </a:r>
              <a:endParaRPr sz="1334" kern="0">
                <a:solidFill>
                  <a:srgbClr val="FFFFFF"/>
                </a:solidFill>
                <a:latin typeface="Versos Light"/>
                <a:cs typeface="Versos Light"/>
                <a:sym typeface="Arial"/>
              </a:endParaRPr>
            </a:p>
          </p:txBody>
        </p:sp>
        <p:sp>
          <p:nvSpPr>
            <p:cNvPr id="36" name="object 27">
              <a:extLst>
                <a:ext uri="{FF2B5EF4-FFF2-40B4-BE49-F238E27FC236}">
                  <a16:creationId xmlns:a16="http://schemas.microsoft.com/office/drawing/2014/main" id="{C4EC032C-6E00-B723-304A-EBA0D368F188}"/>
                </a:ext>
              </a:extLst>
            </p:cNvPr>
            <p:cNvSpPr txBox="1"/>
            <p:nvPr/>
          </p:nvSpPr>
          <p:spPr>
            <a:xfrm>
              <a:off x="3940880" y="4339147"/>
              <a:ext cx="2749108" cy="544612"/>
            </a:xfrm>
            <a:prstGeom prst="rect">
              <a:avLst/>
            </a:prstGeom>
            <a:ln w="10470">
              <a:gradFill>
                <a:gsLst>
                  <a:gs pos="100000">
                    <a:schemeClr val="accent1"/>
                  </a:gs>
                  <a:gs pos="0">
                    <a:schemeClr val="bg2">
                      <a:lumMod val="50000"/>
                    </a:schemeClr>
                  </a:gs>
                </a:gsLst>
                <a:lin ang="2700000" scaled="0"/>
              </a:gradFill>
            </a:ln>
          </p:spPr>
          <p:txBody>
            <a:bodyPr vert="horz" wrap="square" lIns="179976" tIns="43655" rIns="0" bIns="43655" rtlCol="0" anchor="ctr" anchorCtr="0">
              <a:noAutofit/>
            </a:bodyPr>
            <a:lstStyle/>
            <a:p>
              <a:pPr defTabSz="554415">
                <a:defRPr/>
              </a:pPr>
              <a:r>
                <a:rPr sz="1334" kern="0">
                  <a:solidFill>
                    <a:srgbClr val="FFFFFF"/>
                  </a:solidFill>
                  <a:latin typeface="Versos Light"/>
                  <a:cs typeface="Versos Light"/>
                  <a:sym typeface="Arial"/>
                </a:rPr>
                <a:t>Legal</a:t>
              </a:r>
              <a:r>
                <a:rPr sz="1334" kern="0" spc="-24">
                  <a:solidFill>
                    <a:srgbClr val="FFFFFF"/>
                  </a:solidFill>
                  <a:latin typeface="Versos Light"/>
                  <a:cs typeface="Versos Light"/>
                  <a:sym typeface="Arial"/>
                </a:rPr>
                <a:t> </a:t>
              </a:r>
              <a:r>
                <a:rPr sz="1334" kern="0" spc="-6">
                  <a:solidFill>
                    <a:srgbClr val="FFFFFF"/>
                  </a:solidFill>
                  <a:latin typeface="Versos Light"/>
                  <a:cs typeface="Versos Light"/>
                  <a:sym typeface="Arial"/>
                </a:rPr>
                <a:t>Claims</a:t>
              </a:r>
              <a:endParaRPr sz="1334" kern="0">
                <a:solidFill>
                  <a:srgbClr val="FFFFFF"/>
                </a:solidFill>
                <a:latin typeface="Versos Light"/>
                <a:cs typeface="Versos Light"/>
                <a:sym typeface="Arial"/>
              </a:endParaRPr>
            </a:p>
          </p:txBody>
        </p:sp>
        <p:sp>
          <p:nvSpPr>
            <p:cNvPr id="39" name="object 32">
              <a:extLst>
                <a:ext uri="{FF2B5EF4-FFF2-40B4-BE49-F238E27FC236}">
                  <a16:creationId xmlns:a16="http://schemas.microsoft.com/office/drawing/2014/main" id="{6BCC9126-34B0-210F-0B5C-765DDBE28E4A}"/>
                </a:ext>
              </a:extLst>
            </p:cNvPr>
            <p:cNvSpPr/>
            <p:nvPr/>
          </p:nvSpPr>
          <p:spPr>
            <a:xfrm flipV="1">
              <a:off x="3940880" y="2518853"/>
              <a:ext cx="2749108" cy="138295"/>
            </a:xfrm>
            <a:custGeom>
              <a:avLst/>
              <a:gdLst/>
              <a:ahLst/>
              <a:cxnLst/>
              <a:rect l="l" t="t" r="r" b="b"/>
              <a:pathLst>
                <a:path w="3848734">
                  <a:moveTo>
                    <a:pt x="0" y="0"/>
                  </a:moveTo>
                  <a:lnTo>
                    <a:pt x="3848699" y="0"/>
                  </a:lnTo>
                </a:path>
              </a:pathLst>
            </a:custGeom>
            <a:ln w="10470">
              <a:solidFill>
                <a:schemeClr val="bg1"/>
              </a:solidFill>
            </a:ln>
          </p:spPr>
          <p:txBody>
            <a:bodyPr wrap="square" lIns="0" tIns="0" rIns="0" bIns="0" rtlCol="0"/>
            <a:lstStyle/>
            <a:p>
              <a:pPr defTabSz="554415">
                <a:defRPr/>
              </a:pPr>
              <a:endParaRPr sz="1092" kern="0">
                <a:solidFill>
                  <a:sysClr val="windowText" lastClr="000000"/>
                </a:solidFill>
                <a:latin typeface="Calibri"/>
                <a:cs typeface="Arial"/>
                <a:sym typeface="Arial"/>
              </a:endParaRPr>
            </a:p>
          </p:txBody>
        </p:sp>
        <p:sp>
          <p:nvSpPr>
            <p:cNvPr id="40" name="object 18">
              <a:extLst>
                <a:ext uri="{FF2B5EF4-FFF2-40B4-BE49-F238E27FC236}">
                  <a16:creationId xmlns:a16="http://schemas.microsoft.com/office/drawing/2014/main" id="{56C597E4-179D-1492-BAFE-424ADB6181DA}"/>
                </a:ext>
              </a:extLst>
            </p:cNvPr>
            <p:cNvSpPr txBox="1"/>
            <p:nvPr/>
          </p:nvSpPr>
          <p:spPr>
            <a:xfrm>
              <a:off x="3940880" y="5051528"/>
              <a:ext cx="2749108" cy="544612"/>
            </a:xfrm>
            <a:prstGeom prst="rect">
              <a:avLst/>
            </a:prstGeom>
            <a:ln w="10470">
              <a:gradFill>
                <a:gsLst>
                  <a:gs pos="100000">
                    <a:schemeClr val="accent1"/>
                  </a:gs>
                  <a:gs pos="0">
                    <a:schemeClr val="bg2">
                      <a:lumMod val="50000"/>
                    </a:schemeClr>
                  </a:gs>
                </a:gsLst>
                <a:lin ang="2700000" scaled="0"/>
              </a:gradFill>
            </a:ln>
          </p:spPr>
          <p:txBody>
            <a:bodyPr vert="horz" wrap="square" lIns="179976" tIns="43655" rIns="0" bIns="43655" rtlCol="0" anchor="ctr" anchorCtr="0">
              <a:noAutofit/>
            </a:bodyPr>
            <a:lstStyle/>
            <a:p>
              <a:pPr defTabSz="554415">
                <a:defRPr/>
              </a:pPr>
              <a:r>
                <a:rPr lang="pt-BR" sz="1334" kern="0" err="1">
                  <a:solidFill>
                    <a:srgbClr val="FFFFFF"/>
                  </a:solidFill>
                  <a:latin typeface="Versos Light"/>
                  <a:cs typeface="Versos Light"/>
                  <a:sym typeface="Arial"/>
                </a:rPr>
                <a:t>Credit</a:t>
              </a:r>
              <a:r>
                <a:rPr lang="pt-BR" sz="1334" kern="0">
                  <a:solidFill>
                    <a:srgbClr val="FFFFFF"/>
                  </a:solidFill>
                  <a:latin typeface="Versos Light"/>
                  <a:cs typeface="Versos Light"/>
                  <a:sym typeface="Arial"/>
                </a:rPr>
                <a:t> </a:t>
              </a:r>
              <a:r>
                <a:rPr lang="pt-BR" sz="1334" kern="0" err="1">
                  <a:solidFill>
                    <a:srgbClr val="FFFFFF"/>
                  </a:solidFill>
                  <a:latin typeface="Versos Light"/>
                  <a:cs typeface="Versos Light"/>
                  <a:sym typeface="Arial"/>
                </a:rPr>
                <a:t>Solutions</a:t>
              </a:r>
              <a:endParaRPr sz="1334" kern="0">
                <a:solidFill>
                  <a:srgbClr val="FFFFFF"/>
                </a:solidFill>
                <a:latin typeface="Versos Light"/>
                <a:cs typeface="Versos Light"/>
                <a:sym typeface="Arial"/>
              </a:endParaRPr>
            </a:p>
          </p:txBody>
        </p:sp>
        <p:sp>
          <p:nvSpPr>
            <p:cNvPr id="41" name="object 18">
              <a:extLst>
                <a:ext uri="{FF2B5EF4-FFF2-40B4-BE49-F238E27FC236}">
                  <a16:creationId xmlns:a16="http://schemas.microsoft.com/office/drawing/2014/main" id="{465DADC9-D864-ACC8-3DD9-EA795D317EE8}"/>
                </a:ext>
              </a:extLst>
            </p:cNvPr>
            <p:cNvSpPr txBox="1"/>
            <p:nvPr/>
          </p:nvSpPr>
          <p:spPr>
            <a:xfrm>
              <a:off x="3940880" y="3626765"/>
              <a:ext cx="2749108" cy="544612"/>
            </a:xfrm>
            <a:prstGeom prst="rect">
              <a:avLst/>
            </a:prstGeom>
            <a:ln w="10470">
              <a:gradFill>
                <a:gsLst>
                  <a:gs pos="0">
                    <a:schemeClr val="accent1"/>
                  </a:gs>
                  <a:gs pos="100000">
                    <a:schemeClr val="bg2">
                      <a:lumMod val="50000"/>
                    </a:schemeClr>
                  </a:gs>
                </a:gsLst>
                <a:lin ang="2700000" scaled="0"/>
              </a:gradFill>
            </a:ln>
          </p:spPr>
          <p:txBody>
            <a:bodyPr vert="horz" wrap="square" lIns="179976" tIns="43655" rIns="0" bIns="43655" rtlCol="0" anchor="ctr" anchorCtr="0">
              <a:noAutofit/>
            </a:bodyPr>
            <a:lstStyle/>
            <a:p>
              <a:pPr defTabSz="554415">
                <a:defRPr/>
              </a:pPr>
              <a:r>
                <a:rPr sz="1334" kern="0">
                  <a:solidFill>
                    <a:srgbClr val="FFFFFF"/>
                  </a:solidFill>
                  <a:latin typeface="Versos Light"/>
                  <a:cs typeface="Versos Light"/>
                  <a:sym typeface="Arial"/>
                </a:rPr>
                <a:t>Crédito</a:t>
              </a:r>
              <a:r>
                <a:rPr sz="1334" kern="0" spc="-9">
                  <a:solidFill>
                    <a:srgbClr val="FFFFFF"/>
                  </a:solidFill>
                  <a:latin typeface="Versos Light"/>
                  <a:cs typeface="Versos Light"/>
                  <a:sym typeface="Arial"/>
                </a:rPr>
                <a:t> </a:t>
              </a:r>
              <a:r>
                <a:rPr lang="pt-BR" sz="1334" kern="0" spc="-6">
                  <a:solidFill>
                    <a:srgbClr val="FFFFFF"/>
                  </a:solidFill>
                  <a:latin typeface="Versos Light"/>
                  <a:cs typeface="Versos Light"/>
                  <a:sym typeface="Arial"/>
                </a:rPr>
                <a:t>Estruturado</a:t>
              </a:r>
              <a:endParaRPr sz="1334" kern="0">
                <a:solidFill>
                  <a:srgbClr val="FFFFFF"/>
                </a:solidFill>
                <a:latin typeface="Versos Light"/>
                <a:cs typeface="Versos Light"/>
                <a:sym typeface="Arial"/>
              </a:endParaRPr>
            </a:p>
          </p:txBody>
        </p:sp>
      </p:grpSp>
      <p:grpSp>
        <p:nvGrpSpPr>
          <p:cNvPr id="51" name="Group 50">
            <a:extLst>
              <a:ext uri="{FF2B5EF4-FFF2-40B4-BE49-F238E27FC236}">
                <a16:creationId xmlns:a16="http://schemas.microsoft.com/office/drawing/2014/main" id="{039E89C6-2F49-1BB7-89FD-7E1C556262DA}"/>
              </a:ext>
            </a:extLst>
          </p:cNvPr>
          <p:cNvGrpSpPr/>
          <p:nvPr/>
        </p:nvGrpSpPr>
        <p:grpSpPr>
          <a:xfrm>
            <a:off x="9791040" y="1244555"/>
            <a:ext cx="2065190" cy="2214437"/>
            <a:chOff x="335367" y="1244402"/>
            <a:chExt cx="2749107" cy="2214592"/>
          </a:xfrm>
        </p:grpSpPr>
        <p:pic>
          <p:nvPicPr>
            <p:cNvPr id="52" name="object 4">
              <a:extLst>
                <a:ext uri="{FF2B5EF4-FFF2-40B4-BE49-F238E27FC236}">
                  <a16:creationId xmlns:a16="http://schemas.microsoft.com/office/drawing/2014/main" id="{E2550AF4-8283-FF52-6634-844D87612CDB}"/>
                </a:ext>
              </a:extLst>
            </p:cNvPr>
            <p:cNvPicPr/>
            <p:nvPr/>
          </p:nvPicPr>
          <p:blipFill>
            <a:blip r:embed="rId5">
              <a:duotone>
                <a:prstClr val="black"/>
                <a:schemeClr val="accent3">
                  <a:tint val="45000"/>
                  <a:satMod val="400000"/>
                </a:schemeClr>
              </a:duotone>
              <a:alphaModFix amt="50000"/>
            </a:blip>
            <a:srcRect t="7865" r="14932" b="7865"/>
            <a:stretch>
              <a:fillRect/>
            </a:stretch>
          </p:blipFill>
          <p:spPr>
            <a:xfrm>
              <a:off x="335367" y="1244402"/>
              <a:ext cx="2749107" cy="1150844"/>
            </a:xfrm>
            <a:prstGeom prst="rect">
              <a:avLst/>
            </a:prstGeom>
            <a:blipFill dpi="0" rotWithShape="1">
              <a:blip r:embed="rId6">
                <a:duotone>
                  <a:prstClr val="black"/>
                  <a:schemeClr val="accent3">
                    <a:tint val="45000"/>
                    <a:satMod val="400000"/>
                  </a:schemeClr>
                </a:duotone>
                <a:alphaModFix amt="50000"/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a:blipFill>
          </p:spPr>
        </p:pic>
        <p:sp>
          <p:nvSpPr>
            <p:cNvPr id="53" name="object 13">
              <a:extLst>
                <a:ext uri="{FF2B5EF4-FFF2-40B4-BE49-F238E27FC236}">
                  <a16:creationId xmlns:a16="http://schemas.microsoft.com/office/drawing/2014/main" id="{E7700E37-CB6B-2B51-5F7F-BC8F4DEF6AC5}"/>
                </a:ext>
              </a:extLst>
            </p:cNvPr>
            <p:cNvSpPr txBox="1"/>
            <p:nvPr/>
          </p:nvSpPr>
          <p:spPr>
            <a:xfrm>
              <a:off x="335367" y="1951694"/>
              <a:ext cx="2749107" cy="443593"/>
            </a:xfrm>
            <a:prstGeom prst="rect">
              <a:avLst/>
            </a:prstGeom>
          </p:spPr>
          <p:txBody>
            <a:bodyPr vert="horz" wrap="square" lIns="179976" tIns="107985" rIns="0" bIns="107985" rtlCol="0" anchor="b" anchorCtr="0">
              <a:noAutofit/>
            </a:bodyPr>
            <a:lstStyle/>
            <a:p>
              <a:pPr marL="7701" defTabSz="554415">
                <a:spcBef>
                  <a:spcPts val="79"/>
                </a:spcBef>
                <a:defRPr/>
              </a:pPr>
              <a:r>
                <a:rPr lang="pt-BR" sz="1880" b="1" kern="0">
                  <a:solidFill>
                    <a:srgbClr val="FFFFFF"/>
                  </a:solidFill>
                  <a:latin typeface="Versos" panose="020B0503020204030204" pitchFamily="34" charset="0"/>
                  <a:cs typeface="Versos Light"/>
                  <a:sym typeface="Arial"/>
                </a:rPr>
                <a:t>Private </a:t>
              </a:r>
              <a:br>
                <a:rPr lang="pt-BR" sz="1880" b="1" kern="0">
                  <a:solidFill>
                    <a:srgbClr val="FFFFFF"/>
                  </a:solidFill>
                  <a:latin typeface="Versos" panose="020B0503020204030204" pitchFamily="34" charset="0"/>
                  <a:cs typeface="Versos Light"/>
                  <a:sym typeface="Arial"/>
                </a:rPr>
              </a:br>
              <a:r>
                <a:rPr lang="pt-BR" sz="1880" b="1" kern="0" err="1">
                  <a:solidFill>
                    <a:srgbClr val="FFFFFF"/>
                  </a:solidFill>
                  <a:latin typeface="Versos" panose="020B0503020204030204" pitchFamily="34" charset="0"/>
                  <a:cs typeface="Versos Light"/>
                  <a:sym typeface="Arial"/>
                </a:rPr>
                <a:t>Solutions</a:t>
              </a:r>
              <a:endParaRPr sz="1880" b="1" kern="0">
                <a:solidFill>
                  <a:sysClr val="windowText" lastClr="000000"/>
                </a:solidFill>
                <a:latin typeface="Versos" panose="020B0503020204030204" pitchFamily="34" charset="0"/>
                <a:cs typeface="Versos Light"/>
                <a:sym typeface="Arial"/>
              </a:endParaRPr>
            </a:p>
          </p:txBody>
        </p:sp>
        <p:sp>
          <p:nvSpPr>
            <p:cNvPr id="54" name="object 17">
              <a:extLst>
                <a:ext uri="{FF2B5EF4-FFF2-40B4-BE49-F238E27FC236}">
                  <a16:creationId xmlns:a16="http://schemas.microsoft.com/office/drawing/2014/main" id="{E18A5AD0-1A8A-1CAD-4E41-D5D4722D4F6D}"/>
                </a:ext>
              </a:extLst>
            </p:cNvPr>
            <p:cNvSpPr txBox="1"/>
            <p:nvPr/>
          </p:nvSpPr>
          <p:spPr>
            <a:xfrm>
              <a:off x="335368" y="2914382"/>
              <a:ext cx="2749106" cy="544612"/>
            </a:xfrm>
            <a:prstGeom prst="rect">
              <a:avLst/>
            </a:prstGeom>
            <a:ln w="1047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179976" tIns="43655" rIns="0" bIns="43655" rtlCol="0" anchor="ctr" anchorCtr="0">
              <a:noAutofit/>
            </a:bodyPr>
            <a:lstStyle/>
            <a:p>
              <a:pPr defTabSz="554415">
                <a:defRPr/>
              </a:pPr>
              <a:r>
                <a:rPr lang="pt-BR" sz="1334" kern="0" spc="-6">
                  <a:solidFill>
                    <a:srgbClr val="E6EDF1">
                      <a:lumMod val="90000"/>
                    </a:srgbClr>
                  </a:solidFill>
                  <a:latin typeface="Versos Light"/>
                  <a:cs typeface="Versos Light"/>
                  <a:sym typeface="Arial"/>
                </a:rPr>
                <a:t>Estruturas Exclusivas</a:t>
              </a:r>
              <a:endParaRPr sz="1334" kern="0">
                <a:solidFill>
                  <a:srgbClr val="E6EDF1">
                    <a:lumMod val="90000"/>
                  </a:srgbClr>
                </a:solidFill>
                <a:latin typeface="Versos Light"/>
                <a:cs typeface="Versos Light"/>
                <a:sym typeface="Arial"/>
              </a:endParaRPr>
            </a:p>
          </p:txBody>
        </p:sp>
        <p:sp>
          <p:nvSpPr>
            <p:cNvPr id="55" name="object 31">
              <a:extLst>
                <a:ext uri="{FF2B5EF4-FFF2-40B4-BE49-F238E27FC236}">
                  <a16:creationId xmlns:a16="http://schemas.microsoft.com/office/drawing/2014/main" id="{86E02262-3149-6124-9BFE-72C8614BD85C}"/>
                </a:ext>
              </a:extLst>
            </p:cNvPr>
            <p:cNvSpPr/>
            <p:nvPr/>
          </p:nvSpPr>
          <p:spPr>
            <a:xfrm flipV="1">
              <a:off x="335367" y="2611429"/>
              <a:ext cx="2749107" cy="45719"/>
            </a:xfrm>
            <a:custGeom>
              <a:avLst/>
              <a:gdLst/>
              <a:ahLst/>
              <a:cxnLst/>
              <a:rect l="l" t="t" r="r" b="b"/>
              <a:pathLst>
                <a:path w="3848735">
                  <a:moveTo>
                    <a:pt x="0" y="0"/>
                  </a:moveTo>
                  <a:lnTo>
                    <a:pt x="3848699" y="0"/>
                  </a:lnTo>
                </a:path>
              </a:pathLst>
            </a:custGeom>
            <a:ln w="10470">
              <a:solidFill>
                <a:schemeClr val="bg1"/>
              </a:solidFill>
            </a:ln>
          </p:spPr>
          <p:txBody>
            <a:bodyPr wrap="square" lIns="0" tIns="0" rIns="0" bIns="0" rtlCol="0"/>
            <a:lstStyle/>
            <a:p>
              <a:pPr defTabSz="554415">
                <a:defRPr/>
              </a:pPr>
              <a:endParaRPr sz="1092" kern="0">
                <a:solidFill>
                  <a:srgbClr val="E6EDF1">
                    <a:lumMod val="75000"/>
                  </a:srgbClr>
                </a:solidFill>
                <a:latin typeface="Calibri"/>
                <a:cs typeface="Arial"/>
                <a:sym typeface="Arial"/>
              </a:endParaRPr>
            </a:p>
          </p:txBody>
        </p: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0EDB423A-CC27-9068-337B-377BC34C13FA}"/>
              </a:ext>
            </a:extLst>
          </p:cNvPr>
          <p:cNvGrpSpPr/>
          <p:nvPr/>
        </p:nvGrpSpPr>
        <p:grpSpPr>
          <a:xfrm>
            <a:off x="7389976" y="1246785"/>
            <a:ext cx="2156625" cy="4349204"/>
            <a:chOff x="7419767" y="1246631"/>
            <a:chExt cx="2870822" cy="4349509"/>
          </a:xfrm>
        </p:grpSpPr>
        <p:pic>
          <p:nvPicPr>
            <p:cNvPr id="6" name="object 8">
              <a:extLst>
                <a:ext uri="{FF2B5EF4-FFF2-40B4-BE49-F238E27FC236}">
                  <a16:creationId xmlns:a16="http://schemas.microsoft.com/office/drawing/2014/main" id="{25093FD8-15DF-3676-E496-B63FBC86BB00}"/>
                </a:ext>
              </a:extLst>
            </p:cNvPr>
            <p:cNvPicPr/>
            <p:nvPr/>
          </p:nvPicPr>
          <p:blipFill rotWithShape="1">
            <a:blip r:embed="rId7" cstate="print">
              <a:duotone>
                <a:prstClr val="black"/>
                <a:schemeClr val="tx2">
                  <a:tint val="45000"/>
                  <a:satMod val="400000"/>
                </a:schemeClr>
              </a:duotone>
            </a:blip>
            <a:srcRect l="8453" r="20862"/>
            <a:stretch>
              <a:fillRect/>
            </a:stretch>
          </p:blipFill>
          <p:spPr>
            <a:xfrm>
              <a:off x="7541479" y="1246631"/>
              <a:ext cx="2749108" cy="1148655"/>
            </a:xfrm>
            <a:prstGeom prst="rect">
              <a:avLst/>
            </a:prstGeom>
          </p:spPr>
        </p:pic>
        <p:sp>
          <p:nvSpPr>
            <p:cNvPr id="7" name="object 15">
              <a:extLst>
                <a:ext uri="{FF2B5EF4-FFF2-40B4-BE49-F238E27FC236}">
                  <a16:creationId xmlns:a16="http://schemas.microsoft.com/office/drawing/2014/main" id="{4FD7B875-F3BE-311C-A575-B6A180300BE1}"/>
                </a:ext>
              </a:extLst>
            </p:cNvPr>
            <p:cNvSpPr txBox="1"/>
            <p:nvPr/>
          </p:nvSpPr>
          <p:spPr>
            <a:xfrm>
              <a:off x="7419767" y="1538039"/>
              <a:ext cx="2870822" cy="857247"/>
            </a:xfrm>
            <a:prstGeom prst="rect">
              <a:avLst/>
            </a:prstGeom>
          </p:spPr>
          <p:txBody>
            <a:bodyPr vert="horz" wrap="square" lIns="179976" tIns="107985" rIns="0" bIns="107985" rtlCol="0" anchor="b" anchorCtr="0">
              <a:noAutofit/>
            </a:bodyPr>
            <a:lstStyle/>
            <a:p>
              <a:pPr marL="7701" marR="3081" defTabSz="554415">
                <a:lnSpc>
                  <a:spcPct val="101099"/>
                </a:lnSpc>
                <a:spcBef>
                  <a:spcPts val="55"/>
                </a:spcBef>
                <a:defRPr/>
              </a:pPr>
              <a:r>
                <a:rPr sz="1880" b="1" kern="0" spc="-6">
                  <a:solidFill>
                    <a:srgbClr val="FFFFFF"/>
                  </a:solidFill>
                  <a:latin typeface="Versos" panose="020B0503020204030204" pitchFamily="34" charset="0"/>
                  <a:cs typeface="Versos Light"/>
                  <a:sym typeface="Arial"/>
                </a:rPr>
                <a:t>Investment </a:t>
              </a:r>
              <a:br>
                <a:rPr lang="pt-BR" sz="1880" b="1" kern="0" spc="-6">
                  <a:solidFill>
                    <a:srgbClr val="FFFFFF"/>
                  </a:solidFill>
                  <a:latin typeface="Versos" panose="020B0503020204030204" pitchFamily="34" charset="0"/>
                  <a:cs typeface="Versos Light"/>
                  <a:sym typeface="Arial"/>
                </a:rPr>
              </a:br>
              <a:r>
                <a:rPr sz="1880" b="1" kern="0">
                  <a:solidFill>
                    <a:srgbClr val="FFFFFF"/>
                  </a:solidFill>
                  <a:latin typeface="Versos" panose="020B0503020204030204" pitchFamily="34" charset="0"/>
                  <a:cs typeface="Versos Light"/>
                  <a:sym typeface="Arial"/>
                </a:rPr>
                <a:t>Solutions</a:t>
              </a:r>
              <a:r>
                <a:rPr sz="1880" b="1" kern="0" spc="49">
                  <a:solidFill>
                    <a:srgbClr val="FFFFFF"/>
                  </a:solidFill>
                  <a:latin typeface="Versos" panose="020B0503020204030204" pitchFamily="34" charset="0"/>
                  <a:cs typeface="Versos Light"/>
                  <a:sym typeface="Arial"/>
                </a:rPr>
                <a:t> </a:t>
              </a:r>
              <a:r>
                <a:rPr sz="1880" b="1" kern="0">
                  <a:solidFill>
                    <a:srgbClr val="FFFFFF"/>
                  </a:solidFill>
                  <a:latin typeface="Versos" panose="020B0503020204030204" pitchFamily="34" charset="0"/>
                  <a:cs typeface="Versos Light"/>
                  <a:sym typeface="Arial"/>
                </a:rPr>
                <a:t>&amp;</a:t>
              </a:r>
              <a:r>
                <a:rPr sz="1880" b="1" kern="0" spc="52">
                  <a:solidFill>
                    <a:srgbClr val="FFFFFF"/>
                  </a:solidFill>
                  <a:latin typeface="Versos" panose="020B0503020204030204" pitchFamily="34" charset="0"/>
                  <a:cs typeface="Versos Light"/>
                  <a:sym typeface="Arial"/>
                </a:rPr>
                <a:t> </a:t>
              </a:r>
              <a:r>
                <a:rPr sz="1880" b="1" kern="0" spc="-15" err="1">
                  <a:solidFill>
                    <a:srgbClr val="FFFFFF"/>
                  </a:solidFill>
                  <a:latin typeface="Versos" panose="020B0503020204030204" pitchFamily="34" charset="0"/>
                  <a:cs typeface="Versos Light"/>
                  <a:sym typeface="Arial"/>
                </a:rPr>
                <a:t>FoF</a:t>
              </a:r>
              <a:endParaRPr sz="1880" b="1" kern="0">
                <a:solidFill>
                  <a:sysClr val="windowText" lastClr="000000"/>
                </a:solidFill>
                <a:latin typeface="Versos" panose="020B0503020204030204" pitchFamily="34" charset="0"/>
                <a:cs typeface="Versos Light"/>
                <a:sym typeface="Arial"/>
              </a:endParaRPr>
            </a:p>
          </p:txBody>
        </p:sp>
        <p:sp>
          <p:nvSpPr>
            <p:cNvPr id="8" name="object 19">
              <a:extLst>
                <a:ext uri="{FF2B5EF4-FFF2-40B4-BE49-F238E27FC236}">
                  <a16:creationId xmlns:a16="http://schemas.microsoft.com/office/drawing/2014/main" id="{B6D85DCB-BE83-0C2B-59E4-E91607EEAA0A}"/>
                </a:ext>
              </a:extLst>
            </p:cNvPr>
            <p:cNvSpPr txBox="1"/>
            <p:nvPr/>
          </p:nvSpPr>
          <p:spPr>
            <a:xfrm>
              <a:off x="7541479" y="2914382"/>
              <a:ext cx="2749108" cy="544612"/>
            </a:xfrm>
            <a:prstGeom prst="rect">
              <a:avLst/>
            </a:prstGeom>
            <a:ln w="10470">
              <a:solidFill>
                <a:schemeClr val="bg1">
                  <a:lumMod val="65000"/>
                </a:schemeClr>
              </a:solidFill>
            </a:ln>
          </p:spPr>
          <p:txBody>
            <a:bodyPr vert="horz" wrap="square" lIns="179976" tIns="43655" rIns="0" bIns="43655" rtlCol="0" anchor="ctr" anchorCtr="0">
              <a:noAutofit/>
            </a:bodyPr>
            <a:lstStyle/>
            <a:p>
              <a:pPr defTabSz="554415">
                <a:defRPr/>
              </a:pPr>
              <a:r>
                <a:rPr sz="1334" kern="0">
                  <a:solidFill>
                    <a:srgbClr val="FFFFFF"/>
                  </a:solidFill>
                  <a:latin typeface="Versos Light"/>
                  <a:cs typeface="Versos Light"/>
                  <a:sym typeface="Arial"/>
                </a:rPr>
                <a:t>Fundo</a:t>
              </a:r>
              <a:r>
                <a:rPr sz="1334" kern="0" spc="24">
                  <a:solidFill>
                    <a:srgbClr val="FFFFFF"/>
                  </a:solidFill>
                  <a:latin typeface="Versos Light"/>
                  <a:cs typeface="Versos Light"/>
                  <a:sym typeface="Arial"/>
                </a:rPr>
                <a:t> </a:t>
              </a:r>
              <a:r>
                <a:rPr sz="1334" kern="0">
                  <a:solidFill>
                    <a:srgbClr val="FFFFFF"/>
                  </a:solidFill>
                  <a:latin typeface="Versos Light"/>
                  <a:cs typeface="Versos Light"/>
                  <a:sym typeface="Arial"/>
                </a:rPr>
                <a:t>de</a:t>
              </a:r>
              <a:r>
                <a:rPr sz="1334" kern="0" spc="27">
                  <a:solidFill>
                    <a:srgbClr val="FFFFFF"/>
                  </a:solidFill>
                  <a:latin typeface="Versos Light"/>
                  <a:cs typeface="Versos Light"/>
                  <a:sym typeface="Arial"/>
                </a:rPr>
                <a:t> </a:t>
              </a:r>
              <a:r>
                <a:rPr sz="1334" kern="0" spc="-6" err="1">
                  <a:solidFill>
                    <a:srgbClr val="FFFFFF"/>
                  </a:solidFill>
                  <a:latin typeface="Versos Light"/>
                  <a:cs typeface="Versos Light"/>
                  <a:sym typeface="Arial"/>
                </a:rPr>
                <a:t>Fundos</a:t>
              </a:r>
              <a:endParaRPr sz="1334" kern="0">
                <a:solidFill>
                  <a:srgbClr val="FFFFFF"/>
                </a:solidFill>
                <a:latin typeface="Versos Light"/>
                <a:cs typeface="Versos Light"/>
                <a:sym typeface="Arial"/>
              </a:endParaRPr>
            </a:p>
          </p:txBody>
        </p:sp>
        <p:sp>
          <p:nvSpPr>
            <p:cNvPr id="9" name="object 23">
              <a:extLst>
                <a:ext uri="{FF2B5EF4-FFF2-40B4-BE49-F238E27FC236}">
                  <a16:creationId xmlns:a16="http://schemas.microsoft.com/office/drawing/2014/main" id="{B7EB7961-2F04-33C0-CB75-AD92DD33FE54}"/>
                </a:ext>
              </a:extLst>
            </p:cNvPr>
            <p:cNvSpPr txBox="1"/>
            <p:nvPr/>
          </p:nvSpPr>
          <p:spPr>
            <a:xfrm>
              <a:off x="7541479" y="4339147"/>
              <a:ext cx="2749108" cy="544612"/>
            </a:xfrm>
            <a:prstGeom prst="rect">
              <a:avLst/>
            </a:prstGeom>
            <a:ln w="10470">
              <a:solidFill>
                <a:schemeClr val="bg1">
                  <a:lumMod val="65000"/>
                </a:schemeClr>
              </a:solidFill>
            </a:ln>
          </p:spPr>
          <p:txBody>
            <a:bodyPr vert="horz" wrap="square" lIns="179976" tIns="43655" rIns="0" bIns="43655" rtlCol="0" anchor="ctr" anchorCtr="0">
              <a:noAutofit/>
            </a:bodyPr>
            <a:lstStyle/>
            <a:p>
              <a:pPr defTabSz="554415">
                <a:defRPr/>
              </a:pPr>
              <a:r>
                <a:rPr sz="1334" kern="0">
                  <a:solidFill>
                    <a:srgbClr val="FFFFFF"/>
                  </a:solidFill>
                  <a:latin typeface="Versos Light"/>
                  <a:cs typeface="Versos Light"/>
                  <a:sym typeface="Arial"/>
                </a:rPr>
                <a:t>Renda</a:t>
              </a:r>
              <a:r>
                <a:rPr sz="1334" kern="0" spc="12">
                  <a:solidFill>
                    <a:srgbClr val="FFFFFF"/>
                  </a:solidFill>
                  <a:latin typeface="Versos Light"/>
                  <a:cs typeface="Versos Light"/>
                  <a:sym typeface="Arial"/>
                </a:rPr>
                <a:t> </a:t>
              </a:r>
              <a:r>
                <a:rPr sz="1334" kern="0" spc="-12">
                  <a:solidFill>
                    <a:srgbClr val="FFFFFF"/>
                  </a:solidFill>
                  <a:latin typeface="Versos Light"/>
                  <a:cs typeface="Versos Light"/>
                  <a:sym typeface="Arial"/>
                </a:rPr>
                <a:t>Fixa</a:t>
              </a:r>
              <a:endParaRPr sz="1334" kern="0">
                <a:solidFill>
                  <a:srgbClr val="FFFFFF"/>
                </a:solidFill>
                <a:latin typeface="Versos Light"/>
                <a:cs typeface="Versos Light"/>
                <a:sym typeface="Arial"/>
              </a:endParaRPr>
            </a:p>
          </p:txBody>
        </p:sp>
        <p:sp>
          <p:nvSpPr>
            <p:cNvPr id="10" name="object 33">
              <a:extLst>
                <a:ext uri="{FF2B5EF4-FFF2-40B4-BE49-F238E27FC236}">
                  <a16:creationId xmlns:a16="http://schemas.microsoft.com/office/drawing/2014/main" id="{B17D03E9-81FE-03C8-425C-5B14A8DACBF0}"/>
                </a:ext>
              </a:extLst>
            </p:cNvPr>
            <p:cNvSpPr/>
            <p:nvPr/>
          </p:nvSpPr>
          <p:spPr>
            <a:xfrm flipV="1">
              <a:off x="7541479" y="2611429"/>
              <a:ext cx="2749108" cy="45719"/>
            </a:xfrm>
            <a:custGeom>
              <a:avLst/>
              <a:gdLst/>
              <a:ahLst/>
              <a:cxnLst/>
              <a:rect l="l" t="t" r="r" b="b"/>
              <a:pathLst>
                <a:path w="3848734">
                  <a:moveTo>
                    <a:pt x="0" y="0"/>
                  </a:moveTo>
                  <a:lnTo>
                    <a:pt x="3848699" y="0"/>
                  </a:lnTo>
                </a:path>
              </a:pathLst>
            </a:custGeom>
            <a:ln w="10470">
              <a:solidFill>
                <a:schemeClr val="bg1"/>
              </a:solidFill>
            </a:ln>
          </p:spPr>
          <p:txBody>
            <a:bodyPr wrap="square" lIns="0" tIns="0" rIns="0" bIns="0" rtlCol="0"/>
            <a:lstStyle/>
            <a:p>
              <a:pPr defTabSz="554415">
                <a:defRPr/>
              </a:pPr>
              <a:endParaRPr sz="1092" kern="0">
                <a:solidFill>
                  <a:sysClr val="windowText" lastClr="000000"/>
                </a:solidFill>
                <a:latin typeface="Calibri"/>
                <a:cs typeface="Arial"/>
                <a:sym typeface="Arial"/>
              </a:endParaRPr>
            </a:p>
          </p:txBody>
        </p:sp>
        <p:sp>
          <p:nvSpPr>
            <p:cNvPr id="11" name="object 22">
              <a:extLst>
                <a:ext uri="{FF2B5EF4-FFF2-40B4-BE49-F238E27FC236}">
                  <a16:creationId xmlns:a16="http://schemas.microsoft.com/office/drawing/2014/main" id="{1DE14D37-9410-06A1-CF73-4645AD927DFA}"/>
                </a:ext>
              </a:extLst>
            </p:cNvPr>
            <p:cNvSpPr txBox="1"/>
            <p:nvPr/>
          </p:nvSpPr>
          <p:spPr>
            <a:xfrm>
              <a:off x="7541479" y="3626765"/>
              <a:ext cx="2749108" cy="544612"/>
            </a:xfrm>
            <a:prstGeom prst="rect">
              <a:avLst/>
            </a:prstGeom>
            <a:ln w="10470">
              <a:solidFill>
                <a:schemeClr val="bg1">
                  <a:lumMod val="65000"/>
                </a:schemeClr>
              </a:solidFill>
            </a:ln>
          </p:spPr>
          <p:txBody>
            <a:bodyPr vert="horz" wrap="square" lIns="179976" tIns="43655" rIns="0" bIns="43655" rtlCol="0" anchor="ctr" anchorCtr="0">
              <a:noAutofit/>
            </a:bodyPr>
            <a:lstStyle/>
            <a:p>
              <a:pPr defTabSz="554415">
                <a:defRPr/>
              </a:pPr>
              <a:r>
                <a:rPr sz="1334" kern="0">
                  <a:solidFill>
                    <a:srgbClr val="FFFFFF"/>
                  </a:solidFill>
                  <a:latin typeface="Versos Light"/>
                  <a:cs typeface="Versos Light"/>
                  <a:sym typeface="Arial"/>
                </a:rPr>
                <a:t>Asset</a:t>
              </a:r>
              <a:r>
                <a:rPr sz="1334" kern="0" spc="15">
                  <a:solidFill>
                    <a:srgbClr val="FFFFFF"/>
                  </a:solidFill>
                  <a:latin typeface="Versos Light"/>
                  <a:cs typeface="Versos Light"/>
                  <a:sym typeface="Arial"/>
                </a:rPr>
                <a:t> </a:t>
              </a:r>
              <a:r>
                <a:rPr sz="1334" kern="0" spc="-6">
                  <a:solidFill>
                    <a:srgbClr val="FFFFFF"/>
                  </a:solidFill>
                  <a:latin typeface="Versos Light"/>
                  <a:cs typeface="Versos Light"/>
                  <a:sym typeface="Arial"/>
                </a:rPr>
                <a:t>Allocation</a:t>
              </a:r>
              <a:endParaRPr sz="1334" kern="0">
                <a:solidFill>
                  <a:srgbClr val="FFFFFF"/>
                </a:solidFill>
                <a:latin typeface="Versos Light"/>
                <a:cs typeface="Versos Light"/>
                <a:sym typeface="Arial"/>
              </a:endParaRPr>
            </a:p>
          </p:txBody>
        </p:sp>
        <p:sp>
          <p:nvSpPr>
            <p:cNvPr id="12" name="object 24">
              <a:extLst>
                <a:ext uri="{FF2B5EF4-FFF2-40B4-BE49-F238E27FC236}">
                  <a16:creationId xmlns:a16="http://schemas.microsoft.com/office/drawing/2014/main" id="{962DF96F-9FAB-3266-B3EE-E81EDA36CCEB}"/>
                </a:ext>
              </a:extLst>
            </p:cNvPr>
            <p:cNvSpPr txBox="1"/>
            <p:nvPr/>
          </p:nvSpPr>
          <p:spPr>
            <a:xfrm>
              <a:off x="7541479" y="5051528"/>
              <a:ext cx="2749108" cy="544612"/>
            </a:xfrm>
            <a:prstGeom prst="rect">
              <a:avLst/>
            </a:prstGeom>
            <a:ln w="10470">
              <a:solidFill>
                <a:schemeClr val="bg1">
                  <a:lumMod val="65000"/>
                </a:schemeClr>
              </a:solidFill>
            </a:ln>
          </p:spPr>
          <p:txBody>
            <a:bodyPr vert="horz" wrap="square" lIns="179976" tIns="43655" rIns="0" bIns="43655" rtlCol="0" anchor="ctr" anchorCtr="0">
              <a:noAutofit/>
            </a:bodyPr>
            <a:lstStyle/>
            <a:p>
              <a:pPr defTabSz="554415">
                <a:defRPr/>
              </a:pPr>
              <a:r>
                <a:rPr sz="1334" kern="0" spc="-6">
                  <a:solidFill>
                    <a:srgbClr val="FFFFFF"/>
                  </a:solidFill>
                  <a:latin typeface="Versos Light"/>
                  <a:cs typeface="Versos Light"/>
                  <a:sym typeface="Arial"/>
                </a:rPr>
                <a:t>Equities</a:t>
              </a:r>
              <a:endParaRPr sz="1334" kern="0">
                <a:solidFill>
                  <a:srgbClr val="FFFFFF"/>
                </a:solidFill>
                <a:latin typeface="Versos Light"/>
                <a:cs typeface="Versos Light"/>
                <a:sym typeface="Arial"/>
              </a:endParaRPr>
            </a:p>
          </p:txBody>
        </p:sp>
      </p:grpSp>
      <p:grpSp>
        <p:nvGrpSpPr>
          <p:cNvPr id="20" name="Group 4">
            <a:extLst>
              <a:ext uri="{FF2B5EF4-FFF2-40B4-BE49-F238E27FC236}">
                <a16:creationId xmlns:a16="http://schemas.microsoft.com/office/drawing/2014/main" id="{1BC12B95-60A7-1673-04BB-C6454E61C740}"/>
              </a:ext>
            </a:extLst>
          </p:cNvPr>
          <p:cNvGrpSpPr/>
          <p:nvPr/>
        </p:nvGrpSpPr>
        <p:grpSpPr>
          <a:xfrm>
            <a:off x="5080347" y="1246784"/>
            <a:ext cx="2065191" cy="3636873"/>
            <a:chOff x="7541478" y="1246631"/>
            <a:chExt cx="2749109" cy="3637128"/>
          </a:xfrm>
        </p:grpSpPr>
        <p:pic>
          <p:nvPicPr>
            <p:cNvPr id="21" name="object 8">
              <a:extLst>
                <a:ext uri="{FF2B5EF4-FFF2-40B4-BE49-F238E27FC236}">
                  <a16:creationId xmlns:a16="http://schemas.microsoft.com/office/drawing/2014/main" id="{BCC56E5E-D8F2-2369-8DDC-6CFB3924B057}"/>
                </a:ext>
              </a:extLst>
            </p:cNvPr>
            <p:cNvPicPr/>
            <p:nvPr/>
          </p:nvPicPr>
          <p:blipFill>
            <a:blip r:embed="rId8">
              <a:alphaModFix amt="64000"/>
            </a:blip>
            <a:srcRect l="3005" r="17042"/>
            <a:stretch>
              <a:fillRect/>
            </a:stretch>
          </p:blipFill>
          <p:spPr>
            <a:xfrm>
              <a:off x="7541479" y="1246631"/>
              <a:ext cx="2749108" cy="1148655"/>
            </a:xfrm>
            <a:prstGeom prst="rect">
              <a:avLst/>
            </a:prstGeom>
          </p:spPr>
        </p:pic>
        <p:sp>
          <p:nvSpPr>
            <p:cNvPr id="22" name="object 15">
              <a:extLst>
                <a:ext uri="{FF2B5EF4-FFF2-40B4-BE49-F238E27FC236}">
                  <a16:creationId xmlns:a16="http://schemas.microsoft.com/office/drawing/2014/main" id="{1DAF4297-9FF5-1447-F931-E2C5EF4277DB}"/>
                </a:ext>
              </a:extLst>
            </p:cNvPr>
            <p:cNvSpPr txBox="1"/>
            <p:nvPr/>
          </p:nvSpPr>
          <p:spPr>
            <a:xfrm>
              <a:off x="7541478" y="1538039"/>
              <a:ext cx="2749107" cy="857247"/>
            </a:xfrm>
            <a:prstGeom prst="rect">
              <a:avLst/>
            </a:prstGeom>
          </p:spPr>
          <p:txBody>
            <a:bodyPr vert="horz" wrap="square" lIns="179976" tIns="107985" rIns="0" bIns="107985" rtlCol="0" anchor="b" anchorCtr="0">
              <a:noAutofit/>
            </a:bodyPr>
            <a:lstStyle/>
            <a:p>
              <a:pPr marL="7701" marR="3081" defTabSz="554415">
                <a:lnSpc>
                  <a:spcPct val="101099"/>
                </a:lnSpc>
                <a:spcBef>
                  <a:spcPts val="55"/>
                </a:spcBef>
                <a:defRPr/>
              </a:pPr>
              <a:r>
                <a:rPr lang="pt-BR" sz="1880" b="1" kern="0" spc="-6">
                  <a:solidFill>
                    <a:srgbClr val="FFFFFF"/>
                  </a:solidFill>
                  <a:latin typeface="Versos" panose="020B0503020204030204" pitchFamily="34" charset="0"/>
                  <a:cs typeface="Versos Light"/>
                  <a:sym typeface="Arial"/>
                </a:rPr>
                <a:t>Energia </a:t>
              </a:r>
            </a:p>
            <a:p>
              <a:pPr marL="7701" marR="3081" defTabSz="554415">
                <a:lnSpc>
                  <a:spcPct val="101099"/>
                </a:lnSpc>
                <a:spcBef>
                  <a:spcPts val="55"/>
                </a:spcBef>
                <a:defRPr/>
              </a:pPr>
              <a:r>
                <a:rPr lang="pt-BR" sz="1880" b="1" kern="0" spc="-6">
                  <a:solidFill>
                    <a:srgbClr val="FFFFFF"/>
                  </a:solidFill>
                  <a:latin typeface="Versos" panose="020B0503020204030204" pitchFamily="34" charset="0"/>
                  <a:cs typeface="Versos Light"/>
                  <a:sym typeface="Arial"/>
                </a:rPr>
                <a:t>&amp; Infra</a:t>
              </a:r>
              <a:endParaRPr sz="1880" b="1" kern="0">
                <a:solidFill>
                  <a:sysClr val="windowText" lastClr="000000"/>
                </a:solidFill>
                <a:latin typeface="Versos" panose="020B0503020204030204" pitchFamily="34" charset="0"/>
                <a:cs typeface="Versos Light"/>
                <a:sym typeface="Arial"/>
              </a:endParaRPr>
            </a:p>
          </p:txBody>
        </p:sp>
        <p:sp>
          <p:nvSpPr>
            <p:cNvPr id="23" name="object 19">
              <a:extLst>
                <a:ext uri="{FF2B5EF4-FFF2-40B4-BE49-F238E27FC236}">
                  <a16:creationId xmlns:a16="http://schemas.microsoft.com/office/drawing/2014/main" id="{75F7E7E5-2FEC-D386-2065-0B2C6B3464B6}"/>
                </a:ext>
              </a:extLst>
            </p:cNvPr>
            <p:cNvSpPr txBox="1"/>
            <p:nvPr/>
          </p:nvSpPr>
          <p:spPr>
            <a:xfrm>
              <a:off x="7541479" y="2914382"/>
              <a:ext cx="2749108" cy="544612"/>
            </a:xfrm>
            <a:prstGeom prst="rect">
              <a:avLst/>
            </a:prstGeom>
            <a:ln w="10470">
              <a:solidFill>
                <a:schemeClr val="bg1">
                  <a:lumMod val="65000"/>
                </a:schemeClr>
              </a:solidFill>
            </a:ln>
          </p:spPr>
          <p:txBody>
            <a:bodyPr vert="horz" wrap="square" lIns="179976" tIns="43655" rIns="0" bIns="43655" rtlCol="0" anchor="ctr" anchorCtr="0">
              <a:noAutofit/>
            </a:bodyPr>
            <a:lstStyle/>
            <a:p>
              <a:pPr defTabSz="554415">
                <a:defRPr/>
              </a:pPr>
              <a:r>
                <a:rPr lang="pt-BR" sz="1334" kern="0" err="1">
                  <a:solidFill>
                    <a:srgbClr val="FFFFFF"/>
                  </a:solidFill>
                  <a:latin typeface="Versos Light"/>
                  <a:cs typeface="Versos Light"/>
                  <a:sym typeface="Arial"/>
                </a:rPr>
                <a:t>Equity</a:t>
              </a:r>
              <a:endParaRPr sz="1334" kern="0">
                <a:solidFill>
                  <a:srgbClr val="FFFFFF"/>
                </a:solidFill>
                <a:latin typeface="Versos Light"/>
                <a:cs typeface="Versos Light"/>
                <a:sym typeface="Arial"/>
              </a:endParaRPr>
            </a:p>
          </p:txBody>
        </p:sp>
        <p:sp>
          <p:nvSpPr>
            <p:cNvPr id="24" name="object 23">
              <a:extLst>
                <a:ext uri="{FF2B5EF4-FFF2-40B4-BE49-F238E27FC236}">
                  <a16:creationId xmlns:a16="http://schemas.microsoft.com/office/drawing/2014/main" id="{B8B24C3A-CCDF-C9FF-AEEE-EBCE3A015E67}"/>
                </a:ext>
              </a:extLst>
            </p:cNvPr>
            <p:cNvSpPr txBox="1"/>
            <p:nvPr/>
          </p:nvSpPr>
          <p:spPr>
            <a:xfrm>
              <a:off x="7541479" y="4339147"/>
              <a:ext cx="2749108" cy="544612"/>
            </a:xfrm>
            <a:prstGeom prst="rect">
              <a:avLst/>
            </a:prstGeom>
            <a:ln w="10470">
              <a:solidFill>
                <a:schemeClr val="bg1">
                  <a:lumMod val="65000"/>
                </a:schemeClr>
              </a:solidFill>
            </a:ln>
          </p:spPr>
          <p:txBody>
            <a:bodyPr vert="horz" wrap="square" lIns="179976" tIns="43655" rIns="0" bIns="43655" rtlCol="0" anchor="ctr" anchorCtr="0">
              <a:noAutofit/>
            </a:bodyPr>
            <a:lstStyle/>
            <a:p>
              <a:pPr defTabSz="554415">
                <a:defRPr/>
              </a:pPr>
              <a:r>
                <a:rPr lang="pt-BR" sz="1334" kern="0" err="1">
                  <a:solidFill>
                    <a:srgbClr val="FFFFFF"/>
                  </a:solidFill>
                  <a:latin typeface="Versos Light"/>
                  <a:cs typeface="Versos Light"/>
                  <a:sym typeface="Arial"/>
                </a:rPr>
                <a:t>Yielding</a:t>
              </a:r>
              <a:r>
                <a:rPr lang="pt-BR" sz="1334" kern="0">
                  <a:solidFill>
                    <a:srgbClr val="FFFFFF"/>
                  </a:solidFill>
                  <a:latin typeface="Versos Light"/>
                  <a:cs typeface="Versos Light"/>
                  <a:sym typeface="Arial"/>
                </a:rPr>
                <a:t> Asset</a:t>
              </a:r>
              <a:endParaRPr sz="1334" kern="0">
                <a:solidFill>
                  <a:srgbClr val="FFFFFF"/>
                </a:solidFill>
                <a:latin typeface="Versos Light"/>
                <a:cs typeface="Versos Light"/>
                <a:sym typeface="Arial"/>
              </a:endParaRPr>
            </a:p>
          </p:txBody>
        </p:sp>
        <p:sp>
          <p:nvSpPr>
            <p:cNvPr id="25" name="object 33">
              <a:extLst>
                <a:ext uri="{FF2B5EF4-FFF2-40B4-BE49-F238E27FC236}">
                  <a16:creationId xmlns:a16="http://schemas.microsoft.com/office/drawing/2014/main" id="{98332802-2536-B0FE-66FC-88DCAB6685CC}"/>
                </a:ext>
              </a:extLst>
            </p:cNvPr>
            <p:cNvSpPr/>
            <p:nvPr/>
          </p:nvSpPr>
          <p:spPr>
            <a:xfrm flipV="1">
              <a:off x="7541479" y="2611429"/>
              <a:ext cx="2749108" cy="45719"/>
            </a:xfrm>
            <a:custGeom>
              <a:avLst/>
              <a:gdLst/>
              <a:ahLst/>
              <a:cxnLst/>
              <a:rect l="l" t="t" r="r" b="b"/>
              <a:pathLst>
                <a:path w="3848734">
                  <a:moveTo>
                    <a:pt x="0" y="0"/>
                  </a:moveTo>
                  <a:lnTo>
                    <a:pt x="3848699" y="0"/>
                  </a:lnTo>
                </a:path>
              </a:pathLst>
            </a:custGeom>
            <a:ln w="10470">
              <a:solidFill>
                <a:schemeClr val="bg1"/>
              </a:solidFill>
            </a:ln>
          </p:spPr>
          <p:txBody>
            <a:bodyPr wrap="square" lIns="0" tIns="0" rIns="0" bIns="0" rtlCol="0"/>
            <a:lstStyle/>
            <a:p>
              <a:pPr defTabSz="554415">
                <a:defRPr/>
              </a:pPr>
              <a:endParaRPr sz="1092" kern="0">
                <a:solidFill>
                  <a:sysClr val="windowText" lastClr="000000"/>
                </a:solidFill>
                <a:latin typeface="Calibri"/>
                <a:cs typeface="Arial"/>
                <a:sym typeface="Arial"/>
              </a:endParaRPr>
            </a:p>
          </p:txBody>
        </p:sp>
        <p:sp>
          <p:nvSpPr>
            <p:cNvPr id="26" name="object 22">
              <a:extLst>
                <a:ext uri="{FF2B5EF4-FFF2-40B4-BE49-F238E27FC236}">
                  <a16:creationId xmlns:a16="http://schemas.microsoft.com/office/drawing/2014/main" id="{0CAE564D-776A-DEDB-CB3D-1276A7B6B245}"/>
                </a:ext>
              </a:extLst>
            </p:cNvPr>
            <p:cNvSpPr txBox="1"/>
            <p:nvPr/>
          </p:nvSpPr>
          <p:spPr>
            <a:xfrm>
              <a:off x="7541479" y="3626765"/>
              <a:ext cx="2749108" cy="544612"/>
            </a:xfrm>
            <a:prstGeom prst="rect">
              <a:avLst/>
            </a:prstGeom>
            <a:ln w="10470">
              <a:solidFill>
                <a:schemeClr val="bg1">
                  <a:lumMod val="65000"/>
                </a:schemeClr>
              </a:solidFill>
            </a:ln>
          </p:spPr>
          <p:txBody>
            <a:bodyPr vert="horz" wrap="square" lIns="179976" tIns="43655" rIns="0" bIns="43655" rtlCol="0" anchor="ctr" anchorCtr="0">
              <a:noAutofit/>
            </a:bodyPr>
            <a:lstStyle/>
            <a:p>
              <a:pPr defTabSz="554415">
                <a:defRPr/>
              </a:pPr>
              <a:r>
                <a:rPr lang="pt-BR" sz="1334" kern="0">
                  <a:solidFill>
                    <a:srgbClr val="FFFFFF"/>
                  </a:solidFill>
                  <a:latin typeface="Versos Light"/>
                  <a:cs typeface="Versos Light"/>
                  <a:sym typeface="Arial"/>
                </a:rPr>
                <a:t>Crédito Estruturado</a:t>
              </a:r>
              <a:endParaRPr sz="1334" kern="0">
                <a:solidFill>
                  <a:srgbClr val="FFFFFF"/>
                </a:solidFill>
                <a:latin typeface="Versos Light"/>
                <a:cs typeface="Versos Light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504776677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>
            <a:lumMod val="95000"/>
            <a:lumOff val="5000"/>
          </a:schemeClr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39E4D81C-126D-8E06-FD25-407A6316C8B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background">
            <a:extLst>
              <a:ext uri="{FF2B5EF4-FFF2-40B4-BE49-F238E27FC236}">
                <a16:creationId xmlns:a16="http://schemas.microsoft.com/office/drawing/2014/main" id="{58451C93-7DBF-5D36-B4A9-99DBFC011B4D}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92" t="4350" r="2346"/>
          <a:stretch>
            <a:fillRect/>
          </a:stretch>
        </p:blipFill>
        <p:spPr>
          <a:xfrm>
            <a:off x="0" y="-1"/>
            <a:ext cx="12192000" cy="6858001"/>
          </a:xfrm>
          <a:prstGeom prst="rect">
            <a:avLst/>
          </a:prstGeom>
        </p:spPr>
      </p:pic>
      <p:grpSp>
        <p:nvGrpSpPr>
          <p:cNvPr id="13" name="frase-destaque">
            <a:extLst>
              <a:ext uri="{FF2B5EF4-FFF2-40B4-BE49-F238E27FC236}">
                <a16:creationId xmlns:a16="http://schemas.microsoft.com/office/drawing/2014/main" id="{77A01888-88AC-BCCD-CFD7-A4444EB45DC9}"/>
              </a:ext>
            </a:extLst>
          </p:cNvPr>
          <p:cNvGrpSpPr/>
          <p:nvPr/>
        </p:nvGrpSpPr>
        <p:grpSpPr>
          <a:xfrm>
            <a:off x="6348738" y="978973"/>
            <a:ext cx="4555414" cy="2141976"/>
            <a:chOff x="6348738" y="678267"/>
            <a:chExt cx="4555414" cy="2141976"/>
          </a:xfrm>
        </p:grpSpPr>
        <p:grpSp>
          <p:nvGrpSpPr>
            <p:cNvPr id="3" name="Group 2">
              <a:extLst>
                <a:ext uri="{FF2B5EF4-FFF2-40B4-BE49-F238E27FC236}">
                  <a16:creationId xmlns:a16="http://schemas.microsoft.com/office/drawing/2014/main" id="{B4284237-ADFA-22A5-793A-065A467EC1C3}"/>
                </a:ext>
              </a:extLst>
            </p:cNvPr>
            <p:cNvGrpSpPr/>
            <p:nvPr/>
          </p:nvGrpSpPr>
          <p:grpSpPr>
            <a:xfrm>
              <a:off x="6529676" y="1952575"/>
              <a:ext cx="4193538" cy="867668"/>
              <a:chOff x="6724902" y="1889019"/>
              <a:chExt cx="4193538" cy="867668"/>
            </a:xfrm>
          </p:grpSpPr>
          <p:sp>
            <p:nvSpPr>
              <p:cNvPr id="25" name="texto">
                <a:extLst>
                  <a:ext uri="{FF2B5EF4-FFF2-40B4-BE49-F238E27FC236}">
                    <a16:creationId xmlns:a16="http://schemas.microsoft.com/office/drawing/2014/main" id="{C8C2820F-7BB9-AB0C-C250-74966247A4AB}"/>
                  </a:ext>
                </a:extLst>
              </p:cNvPr>
              <p:cNvSpPr/>
              <p:nvPr/>
            </p:nvSpPr>
            <p:spPr>
              <a:xfrm>
                <a:off x="9322625" y="2089006"/>
                <a:ext cx="1595815" cy="667681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rIns="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pt-BR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"/>
                    <a:ea typeface="+mn-ea"/>
                    <a:cs typeface="Versos"/>
                    <a:sym typeface="Arial"/>
                  </a:rPr>
                  <a:t>A 2ª maior instituição financeira do Brasil</a:t>
                </a:r>
                <a:endParaRPr kumimoji="0" lang="en-GB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/>
                  <a:ea typeface="+mn-ea"/>
                  <a:cs typeface="Versos"/>
                  <a:sym typeface="Arial"/>
                </a:endParaRPr>
              </a:p>
            </p:txBody>
          </p:sp>
          <p:pic>
            <p:nvPicPr>
              <p:cNvPr id="28" name="bradesco">
                <a:extLst>
                  <a:ext uri="{FF2B5EF4-FFF2-40B4-BE49-F238E27FC236}">
                    <a16:creationId xmlns:a16="http://schemas.microsoft.com/office/drawing/2014/main" id="{3C1CBFF2-D1C1-3028-1C6C-3312A2D9BC27}"/>
                  </a:ext>
                </a:extLst>
              </p:cNvPr>
              <p:cNvPicPr/>
              <p:nvPr/>
            </p:nvPicPr>
            <p:blipFill>
              <a:blip r:embed="rId4" cstate="hqprint">
                <a:extLst>
                  <a:ext uri="{BEBA8EAE-BF5A-486C-A8C5-ECC9F3942E4B}">
                    <a14:imgProps xmlns:a14="http://schemas.microsoft.com/office/drawing/2010/main">
                      <a14:imgLayer r:embed="rId5">
                        <a14:imgEffect>
                          <a14:brightnessContrast brigh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/>
            </p:blipFill>
            <p:spPr>
              <a:xfrm>
                <a:off x="6724902" y="1889019"/>
                <a:ext cx="2597723" cy="842095"/>
              </a:xfrm>
              <a:prstGeom prst="rect">
                <a:avLst/>
              </a:prstGeom>
            </p:spPr>
          </p:pic>
        </p:grpSp>
        <p:sp>
          <p:nvSpPr>
            <p:cNvPr id="6" name="texto">
              <a:extLst>
                <a:ext uri="{FF2B5EF4-FFF2-40B4-BE49-F238E27FC236}">
                  <a16:creationId xmlns:a16="http://schemas.microsoft.com/office/drawing/2014/main" id="{E580E9F2-3BCF-2069-ED91-9FA9DDFABD74}"/>
                </a:ext>
              </a:extLst>
            </p:cNvPr>
            <p:cNvSpPr txBox="1"/>
            <p:nvPr/>
          </p:nvSpPr>
          <p:spPr>
            <a:xfrm>
              <a:off x="6348738" y="678267"/>
              <a:ext cx="4555414" cy="1300826"/>
            </a:xfrm>
            <a:prstGeom prst="rect">
              <a:avLst/>
            </a:prstGeom>
          </p:spPr>
          <p:txBody>
            <a:bodyPr vert="horz" wrap="square" lIns="0" tIns="0" rIns="0" bIns="0" rtlCol="0">
              <a:spAutoFit/>
            </a:bodyPr>
            <a:lstStyle/>
            <a:p>
              <a:pPr marL="7701" marR="3081" lvl="0" indent="0" algn="ctr" defTabSz="554466" rtl="0" eaLnBrk="1" fontAlgn="auto" latinLnBrk="0" hangingPunct="1">
                <a:lnSpc>
                  <a:spcPct val="100000"/>
                </a:lnSpc>
                <a:spcBef>
                  <a:spcPts val="64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pt-BR" sz="2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Versos Light"/>
                  <a:sym typeface="Arial"/>
                </a:rPr>
                <a:t>Estamos entre as maiores </a:t>
              </a:r>
              <a:br>
                <a:rPr kumimoji="0" lang="pt-BR" sz="2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Versos Light"/>
                  <a:sym typeface="Arial"/>
                </a:rPr>
              </a:br>
              <a:r>
                <a:rPr kumimoji="0" lang="pt-BR" sz="2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Versos Light"/>
                  <a:sym typeface="Arial"/>
                </a:rPr>
                <a:t>gestoras de investimentos </a:t>
              </a:r>
              <a:br>
                <a:rPr kumimoji="0" lang="pt-BR" sz="2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Versos Light"/>
                  <a:sym typeface="Arial"/>
                </a:rPr>
              </a:br>
              <a:r>
                <a:rPr kumimoji="0" lang="pt-BR" sz="2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Versos Light"/>
                  <a:sym typeface="Arial"/>
                </a:rPr>
                <a:t>do Brasil</a:t>
              </a:r>
              <a:r>
                <a:rPr kumimoji="0" 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Versos Light"/>
                  <a:sym typeface="Arial"/>
                </a:rPr>
                <a:t>, </a:t>
              </a:r>
              <a:r>
                <a:rPr kumimoji="0" lang="en-US" sz="2800" b="0" i="0" u="none" strike="noStrike" kern="0" cap="none" spc="0" normalizeH="0" baseline="0" noProof="0" err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Versos Light"/>
                  <a:sym typeface="Arial"/>
                </a:rPr>
                <a:t>parte</a:t>
              </a:r>
              <a:r>
                <a:rPr kumimoji="0" 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Versos Light"/>
                  <a:sym typeface="Arial"/>
                </a:rPr>
                <a:t> do </a:t>
              </a:r>
              <a:r>
                <a:rPr kumimoji="0" lang="en-US" sz="2800" b="0" i="0" u="none" strike="noStrike" kern="0" cap="none" spc="0" normalizeH="0" baseline="0" noProof="0" err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Versos Light"/>
                  <a:sym typeface="Arial"/>
                </a:rPr>
                <a:t>grupo</a:t>
              </a:r>
              <a:endParaRPr kumimoji="0" lang="en-US" sz="2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Versos Light"/>
                <a:sym typeface="Arial"/>
              </a:endParaRPr>
            </a:p>
          </p:txBody>
        </p:sp>
      </p:grpSp>
      <p:sp>
        <p:nvSpPr>
          <p:cNvPr id="10" name="base">
            <a:extLst>
              <a:ext uri="{FF2B5EF4-FFF2-40B4-BE49-F238E27FC236}">
                <a16:creationId xmlns:a16="http://schemas.microsoft.com/office/drawing/2014/main" id="{6C97D18A-E100-16AF-293D-A7B55250A0A6}"/>
              </a:ext>
            </a:extLst>
          </p:cNvPr>
          <p:cNvSpPr/>
          <p:nvPr/>
        </p:nvSpPr>
        <p:spPr>
          <a:xfrm>
            <a:off x="8791745" y="3533633"/>
            <a:ext cx="2427829" cy="2388157"/>
          </a:xfrm>
          <a:prstGeom prst="roundRect">
            <a:avLst>
              <a:gd name="adj" fmla="val 10177"/>
            </a:avLst>
          </a:prstGeom>
          <a:gradFill>
            <a:gsLst>
              <a:gs pos="0">
                <a:schemeClr val="accent1">
                  <a:lumMod val="5000"/>
                  <a:lumOff val="95000"/>
                  <a:alpha val="31000"/>
                </a:schemeClr>
              </a:gs>
              <a:gs pos="100000">
                <a:schemeClr val="accent1">
                  <a:lumMod val="30000"/>
                  <a:lumOff val="70000"/>
                  <a:alpha val="0"/>
                </a:schemeClr>
              </a:gs>
            </a:gsLst>
            <a:lin ang="3600000" scaled="0"/>
          </a:gradFill>
          <a:ln w="6350">
            <a:solidFill>
              <a:schemeClr val="tx2">
                <a:lumMod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BR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  <a:ea typeface="+mn-ea"/>
              <a:cs typeface="+mn-cs"/>
              <a:sym typeface="Arial"/>
            </a:endParaRPr>
          </a:p>
        </p:txBody>
      </p:sp>
      <p:sp>
        <p:nvSpPr>
          <p:cNvPr id="30" name="texto">
            <a:extLst>
              <a:ext uri="{FF2B5EF4-FFF2-40B4-BE49-F238E27FC236}">
                <a16:creationId xmlns:a16="http://schemas.microsoft.com/office/drawing/2014/main" id="{B043FD76-09F2-AF8C-23B9-5DEC9B2D3617}"/>
              </a:ext>
            </a:extLst>
          </p:cNvPr>
          <p:cNvSpPr txBox="1">
            <a:spLocks/>
          </p:cNvSpPr>
          <p:nvPr/>
        </p:nvSpPr>
        <p:spPr>
          <a:xfrm>
            <a:off x="9217300" y="4662488"/>
            <a:ext cx="1777666" cy="726482"/>
          </a:xfrm>
          <a:prstGeom prst="rect">
            <a:avLst/>
          </a:prstGeom>
          <a:ln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lvl1pPr>
              <a:defRPr sz="4100" b="1" i="0">
                <a:solidFill>
                  <a:schemeClr val="bg1"/>
                </a:solidFill>
                <a:latin typeface="Versos"/>
                <a:ea typeface="+mj-ea"/>
                <a:cs typeface="Versos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1"/>
              </a:spcBef>
              <a:spcAft>
                <a:spcPts val="0"/>
              </a:spcAft>
              <a:buClrTx/>
              <a:buSzTx/>
              <a:buFontTx/>
              <a:buNone/>
              <a:tabLst>
                <a:tab pos="1313392" algn="l"/>
              </a:tabLst>
              <a:defRPr/>
            </a:pPr>
            <a:r>
              <a:rPr kumimoji="0" lang="pt-BR" sz="1800" b="0" i="0" u="none" strike="noStrike" kern="0" cap="none" spc="-6" normalizeH="0" baseline="0" noProof="0" dirty="0">
                <a:ln>
                  <a:noFill/>
                </a:ln>
                <a:solidFill>
                  <a:srgbClr val="E6EDF1"/>
                </a:solidFill>
                <a:effectLst/>
                <a:uLnTx/>
                <a:uFillTx/>
                <a:latin typeface="Versos Light"/>
                <a:ea typeface="+mj-ea"/>
                <a:cs typeface="Versos Light"/>
                <a:sym typeface="Arial"/>
              </a:rPr>
              <a:t>Fundos de investimento desde a criação</a:t>
            </a:r>
          </a:p>
        </p:txBody>
      </p:sp>
      <p:sp>
        <p:nvSpPr>
          <p:cNvPr id="31" name="fundos_criacao">
            <a:extLst>
              <a:ext uri="{FF2B5EF4-FFF2-40B4-BE49-F238E27FC236}">
                <a16:creationId xmlns:a16="http://schemas.microsoft.com/office/drawing/2014/main" id="{B5F376A1-3D5D-E5B6-1B49-EF21F2E558B8}"/>
              </a:ext>
            </a:extLst>
          </p:cNvPr>
          <p:cNvSpPr txBox="1">
            <a:spLocks/>
          </p:cNvSpPr>
          <p:nvPr/>
        </p:nvSpPr>
        <p:spPr>
          <a:xfrm>
            <a:off x="9078726" y="4018687"/>
            <a:ext cx="1777666" cy="643801"/>
          </a:xfrm>
          <a:prstGeom prst="rect">
            <a:avLst/>
          </a:prstGeom>
          <a:ln>
            <a:noFill/>
          </a:ln>
        </p:spPr>
        <p:txBody>
          <a:bodyPr vert="horz" wrap="square" lIns="0" tIns="0" rIns="0" bIns="0" rtlCol="0" anchor="ctr" anchorCtr="0">
            <a:noAutofit/>
          </a:bodyPr>
          <a:lstStyle>
            <a:lvl1pPr>
              <a:defRPr sz="4100" b="1" i="0">
                <a:solidFill>
                  <a:schemeClr val="bg1"/>
                </a:solidFill>
                <a:latin typeface="Versos"/>
                <a:ea typeface="+mj-ea"/>
                <a:cs typeface="Versos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313392" algn="l"/>
              </a:tabLst>
              <a:defRPr/>
            </a:pPr>
            <a:r>
              <a:rPr kumimoji="0" lang="pt-BR" sz="3820" b="1" i="0" u="none" strike="noStrike" kern="0" cap="none" spc="-15" normalizeH="0" baseline="0" noProof="0" dirty="0">
                <a:ln>
                  <a:noFill/>
                </a:ln>
                <a:solidFill>
                  <a:srgbClr val="FFFFFF">
                    <a:lumMod val="85000"/>
                  </a:srgbClr>
                </a:solidFill>
                <a:effectLst/>
                <a:uLnTx/>
                <a:uFillTx/>
                <a:latin typeface="Versos" panose="020B0503020204030204" pitchFamily="34" charset="0"/>
                <a:ea typeface="+mj-ea"/>
                <a:sym typeface="Arial"/>
              </a:rPr>
              <a:t>+135</a:t>
            </a:r>
            <a:endParaRPr kumimoji="0" lang="pt-BR" sz="1800" b="0" i="0" u="none" strike="noStrike" kern="0" cap="none" spc="-6" normalizeH="0" baseline="0" noProof="0" dirty="0">
              <a:ln>
                <a:noFill/>
              </a:ln>
              <a:solidFill>
                <a:srgbClr val="E6EDF1"/>
              </a:solidFill>
              <a:effectLst/>
              <a:uLnTx/>
              <a:uFillTx/>
              <a:latin typeface="Versos Light"/>
              <a:ea typeface="+mj-ea"/>
              <a:cs typeface="Versos Light"/>
              <a:sym typeface="Arial"/>
            </a:endParaRPr>
          </a:p>
        </p:txBody>
      </p:sp>
      <p:sp>
        <p:nvSpPr>
          <p:cNvPr id="9" name="base">
            <a:extLst>
              <a:ext uri="{FF2B5EF4-FFF2-40B4-BE49-F238E27FC236}">
                <a16:creationId xmlns:a16="http://schemas.microsoft.com/office/drawing/2014/main" id="{C772FA42-06EA-3B34-2AC2-37A37EBDCECD}"/>
              </a:ext>
            </a:extLst>
          </p:cNvPr>
          <p:cNvSpPr/>
          <p:nvPr/>
        </p:nvSpPr>
        <p:spPr>
          <a:xfrm>
            <a:off x="6185306" y="3533633"/>
            <a:ext cx="2427829" cy="2388157"/>
          </a:xfrm>
          <a:prstGeom prst="roundRect">
            <a:avLst>
              <a:gd name="adj" fmla="val 10826"/>
            </a:avLst>
          </a:prstGeom>
          <a:gradFill>
            <a:gsLst>
              <a:gs pos="0">
                <a:schemeClr val="accent1">
                  <a:lumMod val="5000"/>
                  <a:lumOff val="95000"/>
                  <a:alpha val="31000"/>
                </a:schemeClr>
              </a:gs>
              <a:gs pos="100000">
                <a:schemeClr val="accent1">
                  <a:lumMod val="30000"/>
                  <a:lumOff val="70000"/>
                  <a:alpha val="0"/>
                </a:schemeClr>
              </a:gs>
            </a:gsLst>
            <a:lin ang="3600000" scaled="0"/>
          </a:gradFill>
          <a:ln w="6350">
            <a:solidFill>
              <a:schemeClr val="tx2">
                <a:lumMod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BR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  <a:ea typeface="+mn-ea"/>
              <a:cs typeface="+mn-cs"/>
              <a:sym typeface="Arial"/>
            </a:endParaRPr>
          </a:p>
        </p:txBody>
      </p:sp>
      <p:sp>
        <p:nvSpPr>
          <p:cNvPr id="27" name="texto">
            <a:extLst>
              <a:ext uri="{FF2B5EF4-FFF2-40B4-BE49-F238E27FC236}">
                <a16:creationId xmlns:a16="http://schemas.microsoft.com/office/drawing/2014/main" id="{162574FA-37D3-2095-E7F4-79EF5FDC0E3F}"/>
              </a:ext>
            </a:extLst>
          </p:cNvPr>
          <p:cNvSpPr txBox="1">
            <a:spLocks/>
          </p:cNvSpPr>
          <p:nvPr/>
        </p:nvSpPr>
        <p:spPr>
          <a:xfrm>
            <a:off x="6574221" y="4672371"/>
            <a:ext cx="1649998" cy="726482"/>
          </a:xfrm>
          <a:prstGeom prst="rect">
            <a:avLst/>
          </a:prstGeom>
          <a:ln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lvl1pPr>
              <a:defRPr sz="4100" b="1" i="0">
                <a:solidFill>
                  <a:schemeClr val="bg1"/>
                </a:solidFill>
                <a:latin typeface="Versos"/>
                <a:ea typeface="+mj-ea"/>
                <a:cs typeface="Versos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1"/>
              </a:spcBef>
              <a:spcAft>
                <a:spcPts val="0"/>
              </a:spcAft>
              <a:buClrTx/>
              <a:buSzTx/>
              <a:buFontTx/>
              <a:buNone/>
              <a:tabLst>
                <a:tab pos="1313392" algn="l"/>
              </a:tabLst>
              <a:defRPr/>
            </a:pPr>
            <a:r>
              <a:rPr kumimoji="0" lang="en-US" sz="1800" b="0" i="0" u="none" strike="noStrike" kern="0" cap="none" spc="-6" normalizeH="0" baseline="0" noProof="0" dirty="0" err="1">
                <a:ln>
                  <a:noFill/>
                </a:ln>
                <a:solidFill>
                  <a:srgbClr val="E6EDF1"/>
                </a:solidFill>
                <a:effectLst/>
                <a:uLnTx/>
                <a:uFillTx/>
                <a:latin typeface="Versos Light"/>
                <a:ea typeface="+mj-ea"/>
                <a:cs typeface="Versos Light"/>
                <a:sym typeface="Arial"/>
              </a:rPr>
              <a:t>Proﬁssionais</a:t>
            </a:r>
            <a:endParaRPr kumimoji="0" lang="en-US" sz="1800" b="0" i="0" u="none" strike="noStrike" kern="0" cap="none" spc="-6" normalizeH="0" baseline="0" noProof="0" dirty="0">
              <a:ln>
                <a:noFill/>
              </a:ln>
              <a:solidFill>
                <a:srgbClr val="E6EDF1"/>
              </a:solidFill>
              <a:effectLst/>
              <a:uLnTx/>
              <a:uFillTx/>
              <a:latin typeface="Versos Light"/>
              <a:ea typeface="+mj-ea"/>
              <a:cs typeface="Versos Light"/>
              <a:sym typeface="Arial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1"/>
              </a:spcBef>
              <a:spcAft>
                <a:spcPts val="0"/>
              </a:spcAft>
              <a:buClrTx/>
              <a:buSzTx/>
              <a:buFontTx/>
              <a:buNone/>
              <a:tabLst>
                <a:tab pos="1313392" algn="l"/>
              </a:tabLst>
              <a:defRPr/>
            </a:pPr>
            <a:endParaRPr kumimoji="0" lang="en-US" sz="1800" b="0" i="0" u="none" strike="noStrike" kern="0" cap="none" spc="-6" normalizeH="0" baseline="0" noProof="0" dirty="0">
              <a:ln>
                <a:noFill/>
              </a:ln>
              <a:solidFill>
                <a:srgbClr val="E6EDF1"/>
              </a:solidFill>
              <a:effectLst/>
              <a:uLnTx/>
              <a:uFillTx/>
              <a:latin typeface="Versos Light"/>
              <a:ea typeface="+mj-ea"/>
              <a:cs typeface="Versos Light"/>
              <a:sym typeface="Arial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1"/>
              </a:spcBef>
              <a:spcAft>
                <a:spcPts val="0"/>
              </a:spcAft>
              <a:buClrTx/>
              <a:buSzTx/>
              <a:buFontTx/>
              <a:buNone/>
              <a:tabLst>
                <a:tab pos="1313392" algn="l"/>
              </a:tabLst>
              <a:defRPr/>
            </a:pPr>
            <a:endParaRPr kumimoji="0" lang="pt-BR" sz="1800" b="0" i="0" u="none" strike="noStrike" kern="0" cap="none" spc="-6" normalizeH="0" baseline="0" noProof="0" dirty="0">
              <a:ln>
                <a:noFill/>
              </a:ln>
              <a:solidFill>
                <a:srgbClr val="E6EDF1"/>
              </a:solidFill>
              <a:effectLst/>
              <a:uLnTx/>
              <a:uFillTx/>
              <a:latin typeface="Versos Light"/>
              <a:ea typeface="+mj-ea"/>
              <a:cs typeface="Versos Light"/>
              <a:sym typeface="Arial"/>
            </a:endParaRPr>
          </a:p>
        </p:txBody>
      </p:sp>
      <p:sp>
        <p:nvSpPr>
          <p:cNvPr id="29" name="profissionais">
            <a:extLst>
              <a:ext uri="{FF2B5EF4-FFF2-40B4-BE49-F238E27FC236}">
                <a16:creationId xmlns:a16="http://schemas.microsoft.com/office/drawing/2014/main" id="{A7FB7710-A1DF-D8FE-A0AA-5C18F5653E24}"/>
              </a:ext>
            </a:extLst>
          </p:cNvPr>
          <p:cNvSpPr txBox="1">
            <a:spLocks/>
          </p:cNvSpPr>
          <p:nvPr/>
        </p:nvSpPr>
        <p:spPr>
          <a:xfrm>
            <a:off x="6574221" y="4009162"/>
            <a:ext cx="1649998" cy="643801"/>
          </a:xfrm>
          <a:prstGeom prst="rect">
            <a:avLst/>
          </a:prstGeom>
          <a:ln>
            <a:noFill/>
          </a:ln>
        </p:spPr>
        <p:txBody>
          <a:bodyPr vert="horz" wrap="square" lIns="0" tIns="0" rIns="0" bIns="0" rtlCol="0" anchor="ctr" anchorCtr="0">
            <a:noAutofit/>
          </a:bodyPr>
          <a:lstStyle>
            <a:lvl1pPr>
              <a:defRPr sz="4100" b="1" i="0">
                <a:solidFill>
                  <a:schemeClr val="bg1"/>
                </a:solidFill>
                <a:latin typeface="Versos"/>
                <a:ea typeface="+mj-ea"/>
                <a:cs typeface="Versos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313392" algn="l"/>
              </a:tabLst>
              <a:defRPr/>
            </a:pPr>
            <a:r>
              <a:rPr kumimoji="0" lang="pt-BR" sz="3820" b="1" i="0" u="none" strike="noStrike" kern="0" cap="none" spc="-15" normalizeH="0" baseline="0" noProof="0" dirty="0">
                <a:ln>
                  <a:noFill/>
                </a:ln>
                <a:solidFill>
                  <a:srgbClr val="FFFFFF">
                    <a:lumMod val="85000"/>
                  </a:srgbClr>
                </a:solidFill>
                <a:effectLst/>
                <a:uLnTx/>
                <a:uFillTx/>
                <a:latin typeface="Versos" panose="020B0503020204030204" pitchFamily="34" charset="0"/>
                <a:ea typeface="+mj-ea"/>
                <a:sym typeface="Arial"/>
              </a:rPr>
              <a:t>+75</a:t>
            </a:r>
          </a:p>
        </p:txBody>
      </p:sp>
      <p:sp>
        <p:nvSpPr>
          <p:cNvPr id="8" name="base">
            <a:extLst>
              <a:ext uri="{FF2B5EF4-FFF2-40B4-BE49-F238E27FC236}">
                <a16:creationId xmlns:a16="http://schemas.microsoft.com/office/drawing/2014/main" id="{45119BE1-4748-C64D-05D3-FAC4C9EEB6A7}"/>
              </a:ext>
            </a:extLst>
          </p:cNvPr>
          <p:cNvSpPr/>
          <p:nvPr/>
        </p:nvSpPr>
        <p:spPr>
          <a:xfrm>
            <a:off x="3578866" y="3533633"/>
            <a:ext cx="2427829" cy="2388157"/>
          </a:xfrm>
          <a:prstGeom prst="roundRect">
            <a:avLst>
              <a:gd name="adj" fmla="val 10826"/>
            </a:avLst>
          </a:prstGeom>
          <a:gradFill>
            <a:gsLst>
              <a:gs pos="0">
                <a:schemeClr val="accent1">
                  <a:lumMod val="5000"/>
                  <a:lumOff val="95000"/>
                  <a:alpha val="31000"/>
                </a:schemeClr>
              </a:gs>
              <a:gs pos="100000">
                <a:schemeClr val="accent1">
                  <a:lumMod val="30000"/>
                  <a:lumOff val="70000"/>
                  <a:alpha val="0"/>
                </a:schemeClr>
              </a:gs>
            </a:gsLst>
            <a:lin ang="3600000" scaled="0"/>
          </a:gradFill>
          <a:ln w="6350">
            <a:solidFill>
              <a:schemeClr val="tx2">
                <a:lumMod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BR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  <a:ea typeface="+mn-ea"/>
              <a:cs typeface="+mn-cs"/>
              <a:sym typeface="Arial"/>
            </a:endParaRPr>
          </a:p>
        </p:txBody>
      </p:sp>
      <p:sp>
        <p:nvSpPr>
          <p:cNvPr id="32" name="texto">
            <a:extLst>
              <a:ext uri="{FF2B5EF4-FFF2-40B4-BE49-F238E27FC236}">
                <a16:creationId xmlns:a16="http://schemas.microsoft.com/office/drawing/2014/main" id="{012BBE19-3EF8-991C-934E-B87BEA7078D1}"/>
              </a:ext>
            </a:extLst>
          </p:cNvPr>
          <p:cNvSpPr txBox="1">
            <a:spLocks/>
          </p:cNvSpPr>
          <p:nvPr/>
        </p:nvSpPr>
        <p:spPr>
          <a:xfrm>
            <a:off x="3867285" y="4672371"/>
            <a:ext cx="1850990" cy="726482"/>
          </a:xfrm>
          <a:prstGeom prst="rect">
            <a:avLst/>
          </a:prstGeom>
          <a:ln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lvl1pPr>
              <a:defRPr sz="4100" b="1" i="0">
                <a:solidFill>
                  <a:schemeClr val="bg1"/>
                </a:solidFill>
                <a:latin typeface="Versos"/>
                <a:ea typeface="+mj-ea"/>
                <a:cs typeface="Versos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1"/>
              </a:spcBef>
              <a:spcAft>
                <a:spcPts val="0"/>
              </a:spcAft>
              <a:buClrTx/>
              <a:buSzTx/>
              <a:buFontTx/>
              <a:buNone/>
              <a:tabLst>
                <a:tab pos="1313392" algn="l"/>
              </a:tabLst>
              <a:defRPr/>
            </a:pPr>
            <a:r>
              <a:rPr kumimoji="0" lang="en-US" sz="1800" b="0" i="0" u="none" strike="noStrike" kern="0" cap="none" spc="-6" normalizeH="0" baseline="0" noProof="0">
                <a:ln>
                  <a:noFill/>
                </a:ln>
                <a:solidFill>
                  <a:srgbClr val="E6EDF1"/>
                </a:solidFill>
                <a:effectLst/>
                <a:uLnTx/>
                <a:uFillTx/>
                <a:latin typeface="Versos Light"/>
                <a:ea typeface="+mj-ea"/>
                <a:cs typeface="Versos Light"/>
                <a:sym typeface="Arial"/>
              </a:rPr>
              <a:t>Anos de </a:t>
            </a:r>
            <a:br>
              <a:rPr kumimoji="0" lang="en-US" sz="1800" b="0" i="0" u="none" strike="noStrike" kern="0" cap="none" spc="-6" normalizeH="0" baseline="0" noProof="0">
                <a:ln>
                  <a:noFill/>
                </a:ln>
                <a:solidFill>
                  <a:srgbClr val="E6EDF1"/>
                </a:solidFill>
                <a:effectLst/>
                <a:uLnTx/>
                <a:uFillTx/>
                <a:latin typeface="Versos Light"/>
                <a:ea typeface="+mj-ea"/>
                <a:cs typeface="Versos Light"/>
                <a:sym typeface="Arial"/>
              </a:rPr>
            </a:br>
            <a:r>
              <a:rPr kumimoji="0" lang="en-US" sz="1800" b="0" i="0" u="none" strike="noStrike" kern="0" cap="none" spc="-6" normalizeH="0" baseline="0" noProof="0" err="1">
                <a:ln>
                  <a:noFill/>
                </a:ln>
                <a:solidFill>
                  <a:srgbClr val="E6EDF1"/>
                </a:solidFill>
                <a:effectLst/>
                <a:uLnTx/>
                <a:uFillTx/>
                <a:latin typeface="Versos Light"/>
                <a:ea typeface="+mj-ea"/>
                <a:cs typeface="Versos Light"/>
                <a:sym typeface="Arial"/>
              </a:rPr>
              <a:t>história</a:t>
            </a:r>
            <a:endParaRPr kumimoji="0" lang="en-US" sz="1800" b="0" i="0" u="none" strike="noStrike" kern="0" cap="none" spc="-6" normalizeH="0" baseline="0" noProof="0">
              <a:ln>
                <a:noFill/>
              </a:ln>
              <a:solidFill>
                <a:srgbClr val="E6EDF1"/>
              </a:solidFill>
              <a:effectLst/>
              <a:uLnTx/>
              <a:uFillTx/>
              <a:latin typeface="Versos Light"/>
              <a:ea typeface="+mj-ea"/>
              <a:cs typeface="Versos Light"/>
              <a:sym typeface="Arial"/>
            </a:endParaRPr>
          </a:p>
        </p:txBody>
      </p:sp>
      <p:sp>
        <p:nvSpPr>
          <p:cNvPr id="33" name="anos_historia">
            <a:extLst>
              <a:ext uri="{FF2B5EF4-FFF2-40B4-BE49-F238E27FC236}">
                <a16:creationId xmlns:a16="http://schemas.microsoft.com/office/drawing/2014/main" id="{D7CCF729-3F3F-304E-4496-0ED828696854}"/>
              </a:ext>
            </a:extLst>
          </p:cNvPr>
          <p:cNvSpPr txBox="1">
            <a:spLocks/>
          </p:cNvSpPr>
          <p:nvPr/>
        </p:nvSpPr>
        <p:spPr>
          <a:xfrm>
            <a:off x="3867285" y="4009162"/>
            <a:ext cx="1850990" cy="643801"/>
          </a:xfrm>
          <a:prstGeom prst="rect">
            <a:avLst/>
          </a:prstGeom>
          <a:ln>
            <a:noFill/>
          </a:ln>
        </p:spPr>
        <p:txBody>
          <a:bodyPr vert="horz" wrap="square" lIns="0" tIns="0" rIns="0" bIns="0" rtlCol="0" anchor="ctr" anchorCtr="0">
            <a:noAutofit/>
          </a:bodyPr>
          <a:lstStyle>
            <a:lvl1pPr>
              <a:defRPr sz="4100" b="1" i="0">
                <a:solidFill>
                  <a:schemeClr val="bg1"/>
                </a:solidFill>
                <a:latin typeface="Versos"/>
                <a:ea typeface="+mj-ea"/>
                <a:cs typeface="Versos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313392" algn="l"/>
              </a:tabLst>
              <a:defRPr/>
            </a:pPr>
            <a:r>
              <a:rPr kumimoji="0" lang="pt-BR" sz="3820" b="1" i="0" u="none" strike="noStrike" kern="0" cap="none" spc="-15" normalizeH="0" baseline="0" noProof="0" dirty="0">
                <a:ln>
                  <a:noFill/>
                </a:ln>
                <a:solidFill>
                  <a:srgbClr val="FFFFFF">
                    <a:lumMod val="85000"/>
                  </a:srgbClr>
                </a:solidFill>
                <a:effectLst/>
                <a:uLnTx/>
                <a:uFillTx/>
                <a:latin typeface="Versos" panose="020B0503020204030204" pitchFamily="34" charset="0"/>
                <a:ea typeface="+mj-ea"/>
                <a:cs typeface="Versos SemiBold"/>
                <a:sym typeface="Arial"/>
              </a:rPr>
              <a:t>27</a:t>
            </a:r>
            <a:endParaRPr kumimoji="0" lang="en-US" sz="1800" b="0" i="0" u="none" strike="noStrike" kern="0" cap="none" spc="-6" normalizeH="0" baseline="0" noProof="0">
              <a:ln>
                <a:noFill/>
              </a:ln>
              <a:solidFill>
                <a:srgbClr val="E6EDF1"/>
              </a:solidFill>
              <a:effectLst/>
              <a:uLnTx/>
              <a:uFillTx/>
              <a:latin typeface="Versos Light"/>
              <a:ea typeface="+mj-ea"/>
              <a:cs typeface="Versos Light"/>
              <a:sym typeface="Arial"/>
            </a:endParaRPr>
          </a:p>
        </p:txBody>
      </p:sp>
      <p:sp>
        <p:nvSpPr>
          <p:cNvPr id="7" name="base">
            <a:extLst>
              <a:ext uri="{FF2B5EF4-FFF2-40B4-BE49-F238E27FC236}">
                <a16:creationId xmlns:a16="http://schemas.microsoft.com/office/drawing/2014/main" id="{D5BF0590-B3AC-EA37-CF4C-8962DEE64621}"/>
              </a:ext>
            </a:extLst>
          </p:cNvPr>
          <p:cNvSpPr/>
          <p:nvPr/>
        </p:nvSpPr>
        <p:spPr>
          <a:xfrm>
            <a:off x="972426" y="3533633"/>
            <a:ext cx="2427829" cy="2388157"/>
          </a:xfrm>
          <a:prstGeom prst="roundRect">
            <a:avLst>
              <a:gd name="adj" fmla="val 8879"/>
            </a:avLst>
          </a:prstGeom>
          <a:gradFill>
            <a:gsLst>
              <a:gs pos="0">
                <a:schemeClr val="accent1">
                  <a:lumMod val="5000"/>
                  <a:lumOff val="95000"/>
                  <a:alpha val="31000"/>
                </a:schemeClr>
              </a:gs>
              <a:gs pos="100000">
                <a:schemeClr val="accent1">
                  <a:lumMod val="30000"/>
                  <a:lumOff val="70000"/>
                  <a:alpha val="0"/>
                </a:schemeClr>
              </a:gs>
            </a:gsLst>
            <a:lin ang="3600000" scaled="0"/>
          </a:gradFill>
          <a:ln w="6350">
            <a:solidFill>
              <a:schemeClr val="tx2">
                <a:lumMod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BR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  <a:ea typeface="+mn-ea"/>
              <a:cs typeface="+mn-cs"/>
              <a:sym typeface="Arial"/>
            </a:endParaRPr>
          </a:p>
        </p:txBody>
      </p:sp>
      <p:sp>
        <p:nvSpPr>
          <p:cNvPr id="24" name="texto">
            <a:extLst>
              <a:ext uri="{FF2B5EF4-FFF2-40B4-BE49-F238E27FC236}">
                <a16:creationId xmlns:a16="http://schemas.microsoft.com/office/drawing/2014/main" id="{0EB0D84E-5747-36C4-6359-F306EC1F39CE}"/>
              </a:ext>
            </a:extLst>
          </p:cNvPr>
          <p:cNvSpPr txBox="1">
            <a:spLocks/>
          </p:cNvSpPr>
          <p:nvPr/>
        </p:nvSpPr>
        <p:spPr>
          <a:xfrm>
            <a:off x="972426" y="4672371"/>
            <a:ext cx="2427829" cy="726482"/>
          </a:xfrm>
          <a:prstGeom prst="rect">
            <a:avLst/>
          </a:prstGeom>
          <a:ln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lvl1pPr>
              <a:defRPr sz="4100" b="1" i="0">
                <a:solidFill>
                  <a:schemeClr val="bg1"/>
                </a:solidFill>
                <a:latin typeface="Versos"/>
                <a:ea typeface="+mj-ea"/>
                <a:cs typeface="Versos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1"/>
              </a:spcBef>
              <a:spcAft>
                <a:spcPts val="0"/>
              </a:spcAft>
              <a:buClrTx/>
              <a:buSzTx/>
              <a:buFontTx/>
              <a:buNone/>
              <a:tabLst>
                <a:tab pos="1313392" algn="l"/>
              </a:tabLst>
              <a:defRPr/>
            </a:pPr>
            <a:r>
              <a:rPr kumimoji="0" lang="en-US" sz="1800" b="0" i="0" u="none" strike="noStrike" kern="0" cap="none" spc="-6" normalizeH="0" baseline="0" noProof="0" err="1">
                <a:ln>
                  <a:noFill/>
                </a:ln>
                <a:solidFill>
                  <a:srgbClr val="E6EDF1"/>
                </a:solidFill>
                <a:effectLst/>
                <a:uLnTx/>
                <a:uFillTx/>
                <a:latin typeface="Versos Light"/>
                <a:ea typeface="+mj-ea"/>
                <a:cs typeface="Versos Light"/>
                <a:sym typeface="Arial"/>
              </a:rPr>
              <a:t>Ativos</a:t>
            </a:r>
            <a:r>
              <a:rPr kumimoji="0" lang="en-US" sz="1800" b="0" i="0" u="none" strike="noStrike" kern="0" cap="none" spc="-6" normalizeH="0" baseline="0" noProof="0">
                <a:ln>
                  <a:noFill/>
                </a:ln>
                <a:solidFill>
                  <a:srgbClr val="E6EDF1"/>
                </a:solidFill>
                <a:effectLst/>
                <a:uLnTx/>
                <a:uFillTx/>
                <a:latin typeface="Versos Light"/>
                <a:ea typeface="+mj-ea"/>
                <a:cs typeface="Versos Light"/>
                <a:sym typeface="Arial"/>
              </a:rPr>
              <a:t> sob </a:t>
            </a:r>
            <a:br>
              <a:rPr kumimoji="0" lang="en-US" sz="1800" b="0" i="0" u="none" strike="noStrike" kern="0" cap="none" spc="-6" normalizeH="0" baseline="0" noProof="0">
                <a:ln>
                  <a:noFill/>
                </a:ln>
                <a:solidFill>
                  <a:srgbClr val="E6EDF1"/>
                </a:solidFill>
                <a:effectLst/>
                <a:uLnTx/>
                <a:uFillTx/>
                <a:latin typeface="Versos Light"/>
                <a:ea typeface="+mj-ea"/>
                <a:cs typeface="Versos Light"/>
                <a:sym typeface="Arial"/>
              </a:rPr>
            </a:br>
            <a:r>
              <a:rPr kumimoji="0" lang="en-US" sz="1800" b="0" i="0" u="none" strike="noStrike" kern="0" cap="none" spc="-6" normalizeH="0" baseline="0" noProof="0" err="1">
                <a:ln>
                  <a:noFill/>
                </a:ln>
                <a:solidFill>
                  <a:srgbClr val="E6EDF1"/>
                </a:solidFill>
                <a:effectLst/>
                <a:uLnTx/>
                <a:uFillTx/>
                <a:latin typeface="Versos Light"/>
                <a:ea typeface="+mj-ea"/>
                <a:cs typeface="Versos Light"/>
                <a:sym typeface="Arial"/>
              </a:rPr>
              <a:t>gestão</a:t>
            </a:r>
            <a:endParaRPr kumimoji="0" lang="en-US" sz="1800" b="0" i="0" u="none" strike="noStrike" kern="0" cap="none" spc="-6" normalizeH="0" baseline="0" noProof="0">
              <a:ln>
                <a:noFill/>
              </a:ln>
              <a:solidFill>
                <a:srgbClr val="E6EDF1"/>
              </a:solidFill>
              <a:effectLst/>
              <a:uLnTx/>
              <a:uFillTx/>
              <a:latin typeface="Versos Light"/>
              <a:ea typeface="+mj-ea"/>
              <a:cs typeface="Versos Light"/>
              <a:sym typeface="Arial"/>
            </a:endParaRPr>
          </a:p>
        </p:txBody>
      </p:sp>
      <p:sp>
        <p:nvSpPr>
          <p:cNvPr id="26" name="ativos_sob_gestão">
            <a:extLst>
              <a:ext uri="{FF2B5EF4-FFF2-40B4-BE49-F238E27FC236}">
                <a16:creationId xmlns:a16="http://schemas.microsoft.com/office/drawing/2014/main" id="{7C873CEE-6F57-13CC-6D69-C783CD20E2F2}"/>
              </a:ext>
            </a:extLst>
          </p:cNvPr>
          <p:cNvSpPr txBox="1">
            <a:spLocks/>
          </p:cNvSpPr>
          <p:nvPr/>
        </p:nvSpPr>
        <p:spPr>
          <a:xfrm>
            <a:off x="972426" y="4009162"/>
            <a:ext cx="2427829" cy="643801"/>
          </a:xfrm>
          <a:prstGeom prst="rect">
            <a:avLst/>
          </a:prstGeom>
          <a:ln>
            <a:noFill/>
          </a:ln>
        </p:spPr>
        <p:txBody>
          <a:bodyPr vert="horz" wrap="square" lIns="0" tIns="0" rIns="0" bIns="0" rtlCol="0" anchor="ctr" anchorCtr="0">
            <a:noAutofit/>
          </a:bodyPr>
          <a:lstStyle>
            <a:lvl1pPr>
              <a:defRPr sz="4100" b="1" i="0">
                <a:solidFill>
                  <a:schemeClr val="bg1"/>
                </a:solidFill>
                <a:latin typeface="Versos"/>
                <a:ea typeface="+mj-ea"/>
                <a:cs typeface="Versos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313392" algn="l"/>
              </a:tabLst>
              <a:defRPr/>
            </a:pPr>
            <a:r>
              <a:rPr kumimoji="0" lang="pt-BR" sz="2800" b="1" i="0" u="none" strike="noStrike" kern="0" cap="none" spc="-15" normalizeH="0" baseline="0" noProof="0" dirty="0">
                <a:ln>
                  <a:noFill/>
                </a:ln>
                <a:solidFill>
                  <a:srgbClr val="C1F4D4"/>
                </a:solidFill>
                <a:effectLst/>
                <a:uLnTx/>
                <a:uFillTx/>
                <a:latin typeface="Versos" panose="020B0503020204030204" pitchFamily="34" charset="0"/>
                <a:ea typeface="+mj-ea"/>
                <a:cs typeface="Versos SemiBold"/>
                <a:sym typeface="Arial"/>
              </a:rPr>
              <a:t>+</a:t>
            </a:r>
            <a:r>
              <a:rPr kumimoji="0" lang="pt-BR" sz="2800" b="1" i="0" u="none" strike="noStrike" kern="0" cap="none" spc="-12" normalizeH="0" baseline="0" noProof="0" dirty="0">
                <a:ln>
                  <a:noFill/>
                </a:ln>
                <a:solidFill>
                  <a:srgbClr val="C1F4D4"/>
                </a:solidFill>
                <a:effectLst/>
                <a:uLnTx/>
                <a:uFillTx/>
                <a:latin typeface="Versos" panose="020B0503020204030204" pitchFamily="34" charset="0"/>
                <a:ea typeface="+mj-ea"/>
                <a:cs typeface="Versos SemiBold"/>
                <a:sym typeface="Arial"/>
              </a:rPr>
              <a:t>R$ </a:t>
            </a:r>
            <a:r>
              <a:rPr kumimoji="0" lang="pt-BR" sz="3820" b="1" i="0" u="none" strike="noStrike" kern="0" cap="none" spc="-12" normalizeH="0" baseline="0" noProof="0" dirty="0">
                <a:ln>
                  <a:noFill/>
                </a:ln>
                <a:solidFill>
                  <a:srgbClr val="C1F4D4"/>
                </a:solidFill>
                <a:effectLst/>
                <a:uLnTx/>
                <a:uFillTx/>
                <a:latin typeface="Versos" panose="020B0503020204030204" pitchFamily="34" charset="0"/>
                <a:ea typeface="+mj-ea"/>
                <a:cs typeface="Versos SemiBold"/>
                <a:sym typeface="Arial"/>
              </a:rPr>
              <a:t>32 </a:t>
            </a:r>
            <a:r>
              <a:rPr kumimoji="0" lang="pt-BR" sz="3200" b="1" i="0" u="none" strike="noStrike" kern="0" cap="none" spc="-15" normalizeH="0" baseline="0" noProof="0" dirty="0">
                <a:ln>
                  <a:noFill/>
                </a:ln>
                <a:solidFill>
                  <a:srgbClr val="C1F4D4"/>
                </a:solidFill>
                <a:effectLst/>
                <a:uLnTx/>
                <a:uFillTx/>
                <a:latin typeface="Versos" panose="020B0503020204030204" pitchFamily="34" charset="0"/>
                <a:ea typeface="+mj-ea"/>
                <a:cs typeface="Versos SemiBold"/>
                <a:sym typeface="Arial"/>
              </a:rPr>
              <a:t>bi</a:t>
            </a:r>
          </a:p>
        </p:txBody>
      </p:sp>
      <p:sp>
        <p:nvSpPr>
          <p:cNvPr id="38" name="logo-tivio-capital">
            <a:extLst>
              <a:ext uri="{FF2B5EF4-FFF2-40B4-BE49-F238E27FC236}">
                <a16:creationId xmlns:a16="http://schemas.microsoft.com/office/drawing/2014/main" id="{F9A0D4D6-EF68-1D55-3E2C-001CDB3F5DB0}"/>
              </a:ext>
            </a:extLst>
          </p:cNvPr>
          <p:cNvSpPr/>
          <p:nvPr/>
        </p:nvSpPr>
        <p:spPr>
          <a:xfrm>
            <a:off x="1937484" y="1484470"/>
            <a:ext cx="3123407" cy="1060597"/>
          </a:xfrm>
          <a:custGeom>
            <a:avLst/>
            <a:gdLst/>
            <a:ahLst/>
            <a:cxnLst/>
            <a:rect l="l" t="t" r="r" b="b"/>
            <a:pathLst>
              <a:path w="4892040" h="1661159">
                <a:moveTo>
                  <a:pt x="598157" y="162128"/>
                </a:moveTo>
                <a:lnTo>
                  <a:pt x="552208" y="107619"/>
                </a:lnTo>
                <a:lnTo>
                  <a:pt x="517258" y="77089"/>
                </a:lnTo>
                <a:lnTo>
                  <a:pt x="478993" y="51600"/>
                </a:lnTo>
                <a:lnTo>
                  <a:pt x="437870" y="31381"/>
                </a:lnTo>
                <a:lnTo>
                  <a:pt x="394347" y="16649"/>
                </a:lnTo>
                <a:lnTo>
                  <a:pt x="348894" y="7645"/>
                </a:lnTo>
                <a:lnTo>
                  <a:pt x="301955" y="4597"/>
                </a:lnTo>
                <a:lnTo>
                  <a:pt x="0" y="4597"/>
                </a:lnTo>
                <a:lnTo>
                  <a:pt x="0" y="162128"/>
                </a:lnTo>
                <a:lnTo>
                  <a:pt x="598157" y="162128"/>
                </a:lnTo>
                <a:close/>
              </a:path>
              <a:path w="4892040" h="1661159">
                <a:moveTo>
                  <a:pt x="686130" y="667334"/>
                </a:moveTo>
                <a:lnTo>
                  <a:pt x="681558" y="664121"/>
                </a:lnTo>
                <a:lnTo>
                  <a:pt x="681558" y="391325"/>
                </a:lnTo>
                <a:lnTo>
                  <a:pt x="678510" y="344347"/>
                </a:lnTo>
                <a:lnTo>
                  <a:pt x="669455" y="298767"/>
                </a:lnTo>
                <a:lnTo>
                  <a:pt x="654519" y="254977"/>
                </a:lnTo>
                <a:lnTo>
                  <a:pt x="633844" y="213360"/>
                </a:lnTo>
                <a:lnTo>
                  <a:pt x="607568" y="174294"/>
                </a:lnTo>
                <a:lnTo>
                  <a:pt x="598157" y="162128"/>
                </a:lnTo>
                <a:lnTo>
                  <a:pt x="588746" y="174294"/>
                </a:lnTo>
                <a:lnTo>
                  <a:pt x="562470" y="213360"/>
                </a:lnTo>
                <a:lnTo>
                  <a:pt x="541794" y="254977"/>
                </a:lnTo>
                <a:lnTo>
                  <a:pt x="526859" y="298767"/>
                </a:lnTo>
                <a:lnTo>
                  <a:pt x="517804" y="344347"/>
                </a:lnTo>
                <a:lnTo>
                  <a:pt x="514743" y="391325"/>
                </a:lnTo>
                <a:lnTo>
                  <a:pt x="514629" y="1019911"/>
                </a:lnTo>
                <a:lnTo>
                  <a:pt x="514743" y="1031824"/>
                </a:lnTo>
                <a:lnTo>
                  <a:pt x="681685" y="1031824"/>
                </a:lnTo>
                <a:lnTo>
                  <a:pt x="681558" y="673976"/>
                </a:lnTo>
                <a:lnTo>
                  <a:pt x="686130" y="667334"/>
                </a:lnTo>
                <a:close/>
              </a:path>
              <a:path w="4892040" h="1661159">
                <a:moveTo>
                  <a:pt x="1196327" y="4597"/>
                </a:moveTo>
                <a:lnTo>
                  <a:pt x="894384" y="4597"/>
                </a:lnTo>
                <a:lnTo>
                  <a:pt x="847432" y="7645"/>
                </a:lnTo>
                <a:lnTo>
                  <a:pt x="801966" y="16649"/>
                </a:lnTo>
                <a:lnTo>
                  <a:pt x="758444" y="31381"/>
                </a:lnTo>
                <a:lnTo>
                  <a:pt x="717321" y="51600"/>
                </a:lnTo>
                <a:lnTo>
                  <a:pt x="679056" y="77089"/>
                </a:lnTo>
                <a:lnTo>
                  <a:pt x="644105" y="107619"/>
                </a:lnTo>
                <a:lnTo>
                  <a:pt x="612952" y="142976"/>
                </a:lnTo>
                <a:lnTo>
                  <a:pt x="598182" y="162128"/>
                </a:lnTo>
                <a:lnTo>
                  <a:pt x="1196327" y="162128"/>
                </a:lnTo>
                <a:lnTo>
                  <a:pt x="1196327" y="4597"/>
                </a:lnTo>
                <a:close/>
              </a:path>
              <a:path w="4892040" h="1661159">
                <a:moveTo>
                  <a:pt x="1602905" y="13525"/>
                </a:moveTo>
                <a:lnTo>
                  <a:pt x="1440751" y="13525"/>
                </a:lnTo>
                <a:lnTo>
                  <a:pt x="1440751" y="1051445"/>
                </a:lnTo>
                <a:lnTo>
                  <a:pt x="1602905" y="1051445"/>
                </a:lnTo>
                <a:lnTo>
                  <a:pt x="1602905" y="13525"/>
                </a:lnTo>
                <a:close/>
              </a:path>
              <a:path w="4892040" h="1661159">
                <a:moveTo>
                  <a:pt x="1772564" y="1390700"/>
                </a:moveTo>
                <a:lnTo>
                  <a:pt x="1752968" y="1335557"/>
                </a:lnTo>
                <a:lnTo>
                  <a:pt x="1716811" y="1293393"/>
                </a:lnTo>
                <a:lnTo>
                  <a:pt x="1667090" y="1266647"/>
                </a:lnTo>
                <a:lnTo>
                  <a:pt x="1606765" y="1257731"/>
                </a:lnTo>
                <a:lnTo>
                  <a:pt x="1579333" y="1259306"/>
                </a:lnTo>
                <a:lnTo>
                  <a:pt x="1529537" y="1271905"/>
                </a:lnTo>
                <a:lnTo>
                  <a:pt x="1486928" y="1296797"/>
                </a:lnTo>
                <a:lnTo>
                  <a:pt x="1453819" y="1332306"/>
                </a:lnTo>
                <a:lnTo>
                  <a:pt x="1430832" y="1377696"/>
                </a:lnTo>
                <a:lnTo>
                  <a:pt x="1419212" y="1430312"/>
                </a:lnTo>
                <a:lnTo>
                  <a:pt x="1417751" y="1459179"/>
                </a:lnTo>
                <a:lnTo>
                  <a:pt x="1419212" y="1488262"/>
                </a:lnTo>
                <a:lnTo>
                  <a:pt x="1430832" y="1541030"/>
                </a:lnTo>
                <a:lnTo>
                  <a:pt x="1453819" y="1586204"/>
                </a:lnTo>
                <a:lnTo>
                  <a:pt x="1486928" y="1621561"/>
                </a:lnTo>
                <a:lnTo>
                  <a:pt x="1529537" y="1646440"/>
                </a:lnTo>
                <a:lnTo>
                  <a:pt x="1579333" y="1659026"/>
                </a:lnTo>
                <a:lnTo>
                  <a:pt x="1606765" y="1660588"/>
                </a:lnTo>
                <a:lnTo>
                  <a:pt x="1638477" y="1658366"/>
                </a:lnTo>
                <a:lnTo>
                  <a:pt x="1693494" y="1640547"/>
                </a:lnTo>
                <a:lnTo>
                  <a:pt x="1736712" y="1605508"/>
                </a:lnTo>
                <a:lnTo>
                  <a:pt x="1764296" y="1556854"/>
                </a:lnTo>
                <a:lnTo>
                  <a:pt x="1722767" y="1527644"/>
                </a:lnTo>
                <a:lnTo>
                  <a:pt x="1715897" y="1547393"/>
                </a:lnTo>
                <a:lnTo>
                  <a:pt x="1706638" y="1564779"/>
                </a:lnTo>
                <a:lnTo>
                  <a:pt x="1664652" y="1602447"/>
                </a:lnTo>
                <a:lnTo>
                  <a:pt x="1626476" y="1613916"/>
                </a:lnTo>
                <a:lnTo>
                  <a:pt x="1604518" y="1615351"/>
                </a:lnTo>
                <a:lnTo>
                  <a:pt x="1584744" y="1614106"/>
                </a:lnTo>
                <a:lnTo>
                  <a:pt x="1532648" y="1595551"/>
                </a:lnTo>
                <a:lnTo>
                  <a:pt x="1494091" y="1556931"/>
                </a:lnTo>
                <a:lnTo>
                  <a:pt x="1477530" y="1521663"/>
                </a:lnTo>
                <a:lnTo>
                  <a:pt x="1469186" y="1481213"/>
                </a:lnTo>
                <a:lnTo>
                  <a:pt x="1468145" y="1459179"/>
                </a:lnTo>
                <a:lnTo>
                  <a:pt x="1469186" y="1436916"/>
                </a:lnTo>
                <a:lnTo>
                  <a:pt x="1477530" y="1396326"/>
                </a:lnTo>
                <a:lnTo>
                  <a:pt x="1494091" y="1361274"/>
                </a:lnTo>
                <a:lnTo>
                  <a:pt x="1532648" y="1322819"/>
                </a:lnTo>
                <a:lnTo>
                  <a:pt x="1584744" y="1304239"/>
                </a:lnTo>
                <a:lnTo>
                  <a:pt x="1604518" y="1303007"/>
                </a:lnTo>
                <a:lnTo>
                  <a:pt x="1626273" y="1304455"/>
                </a:lnTo>
                <a:lnTo>
                  <a:pt x="1664601" y="1316075"/>
                </a:lnTo>
                <a:lnTo>
                  <a:pt x="1695577" y="1338948"/>
                </a:lnTo>
                <a:lnTo>
                  <a:pt x="1716659" y="1371193"/>
                </a:lnTo>
                <a:lnTo>
                  <a:pt x="1723339" y="1390700"/>
                </a:lnTo>
                <a:lnTo>
                  <a:pt x="1772564" y="1390700"/>
                </a:lnTo>
                <a:close/>
              </a:path>
              <a:path w="4892040" h="1661159">
                <a:moveTo>
                  <a:pt x="2362708" y="1657223"/>
                </a:moveTo>
                <a:lnTo>
                  <a:pt x="2322068" y="1550276"/>
                </a:lnTo>
                <a:lnTo>
                  <a:pt x="2305075" y="1505572"/>
                </a:lnTo>
                <a:lnTo>
                  <a:pt x="2253475" y="1369783"/>
                </a:lnTo>
                <a:lnTo>
                  <a:pt x="2253475" y="1505572"/>
                </a:lnTo>
                <a:lnTo>
                  <a:pt x="2110333" y="1505572"/>
                </a:lnTo>
                <a:lnTo>
                  <a:pt x="2181618" y="1314869"/>
                </a:lnTo>
                <a:lnTo>
                  <a:pt x="2253475" y="1505572"/>
                </a:lnTo>
                <a:lnTo>
                  <a:pt x="2253475" y="1369783"/>
                </a:lnTo>
                <a:lnTo>
                  <a:pt x="2232609" y="1314869"/>
                </a:lnTo>
                <a:lnTo>
                  <a:pt x="2212200" y="1261135"/>
                </a:lnTo>
                <a:lnTo>
                  <a:pt x="2153907" y="1261135"/>
                </a:lnTo>
                <a:lnTo>
                  <a:pt x="2002853" y="1657223"/>
                </a:lnTo>
                <a:lnTo>
                  <a:pt x="2053755" y="1657223"/>
                </a:lnTo>
                <a:lnTo>
                  <a:pt x="2095627" y="1550276"/>
                </a:lnTo>
                <a:lnTo>
                  <a:pt x="2268194" y="1550276"/>
                </a:lnTo>
                <a:lnTo>
                  <a:pt x="2310066" y="1657223"/>
                </a:lnTo>
                <a:lnTo>
                  <a:pt x="2362708" y="1657223"/>
                </a:lnTo>
                <a:close/>
              </a:path>
              <a:path w="4892040" h="1661159">
                <a:moveTo>
                  <a:pt x="2445664" y="1051445"/>
                </a:moveTo>
                <a:lnTo>
                  <a:pt x="2028228" y="13512"/>
                </a:lnTo>
                <a:lnTo>
                  <a:pt x="1841347" y="13512"/>
                </a:lnTo>
                <a:lnTo>
                  <a:pt x="2215438" y="905535"/>
                </a:lnTo>
                <a:lnTo>
                  <a:pt x="2236724" y="944880"/>
                </a:lnTo>
                <a:lnTo>
                  <a:pt x="2264943" y="978966"/>
                </a:lnTo>
                <a:lnTo>
                  <a:pt x="2299144" y="1007224"/>
                </a:lnTo>
                <a:lnTo>
                  <a:pt x="2338362" y="1029017"/>
                </a:lnTo>
                <a:lnTo>
                  <a:pt x="2381643" y="1043762"/>
                </a:lnTo>
                <a:lnTo>
                  <a:pt x="2428036" y="1050874"/>
                </a:lnTo>
                <a:lnTo>
                  <a:pt x="2427795" y="1051445"/>
                </a:lnTo>
                <a:lnTo>
                  <a:pt x="2445664" y="1051445"/>
                </a:lnTo>
                <a:close/>
              </a:path>
              <a:path w="4892040" h="1661159">
                <a:moveTo>
                  <a:pt x="2905874" y="1382776"/>
                </a:moveTo>
                <a:lnTo>
                  <a:pt x="2904934" y="1366151"/>
                </a:lnTo>
                <a:lnTo>
                  <a:pt x="2904871" y="1364983"/>
                </a:lnTo>
                <a:lnTo>
                  <a:pt x="2901848" y="1348333"/>
                </a:lnTo>
                <a:lnTo>
                  <a:pt x="2896806" y="1332865"/>
                </a:lnTo>
                <a:lnTo>
                  <a:pt x="2889745" y="1318564"/>
                </a:lnTo>
                <a:lnTo>
                  <a:pt x="2881350" y="1306410"/>
                </a:lnTo>
                <a:lnTo>
                  <a:pt x="2880817" y="1305623"/>
                </a:lnTo>
                <a:lnTo>
                  <a:pt x="2870149" y="1294244"/>
                </a:lnTo>
                <a:lnTo>
                  <a:pt x="2857754" y="1284414"/>
                </a:lnTo>
                <a:lnTo>
                  <a:pt x="2855506" y="1283106"/>
                </a:lnTo>
                <a:lnTo>
                  <a:pt x="2855506" y="1382776"/>
                </a:lnTo>
                <a:lnTo>
                  <a:pt x="2854058" y="1399451"/>
                </a:lnTo>
                <a:lnTo>
                  <a:pt x="2832316" y="1438795"/>
                </a:lnTo>
                <a:lnTo>
                  <a:pt x="2788602" y="1458429"/>
                </a:lnTo>
                <a:lnTo>
                  <a:pt x="2770060" y="1459738"/>
                </a:lnTo>
                <a:lnTo>
                  <a:pt x="2671622" y="1459738"/>
                </a:lnTo>
                <a:lnTo>
                  <a:pt x="2671622" y="1306410"/>
                </a:lnTo>
                <a:lnTo>
                  <a:pt x="2770644" y="1306410"/>
                </a:lnTo>
                <a:lnTo>
                  <a:pt x="2820136" y="1318031"/>
                </a:lnTo>
                <a:lnTo>
                  <a:pt x="2849778" y="1351330"/>
                </a:lnTo>
                <a:lnTo>
                  <a:pt x="2855506" y="1382776"/>
                </a:lnTo>
                <a:lnTo>
                  <a:pt x="2855506" y="1283106"/>
                </a:lnTo>
                <a:lnTo>
                  <a:pt x="2811373" y="1264894"/>
                </a:lnTo>
                <a:lnTo>
                  <a:pt x="2774607" y="1261135"/>
                </a:lnTo>
                <a:lnTo>
                  <a:pt x="2622410" y="1261135"/>
                </a:lnTo>
                <a:lnTo>
                  <a:pt x="2622410" y="1657210"/>
                </a:lnTo>
                <a:lnTo>
                  <a:pt x="2671622" y="1657210"/>
                </a:lnTo>
                <a:lnTo>
                  <a:pt x="2671622" y="1505000"/>
                </a:lnTo>
                <a:lnTo>
                  <a:pt x="2774607" y="1505000"/>
                </a:lnTo>
                <a:lnTo>
                  <a:pt x="2827909" y="1496568"/>
                </a:lnTo>
                <a:lnTo>
                  <a:pt x="2869730" y="1471841"/>
                </a:lnTo>
                <a:lnTo>
                  <a:pt x="2896641" y="1432864"/>
                </a:lnTo>
                <a:lnTo>
                  <a:pt x="2904845" y="1400606"/>
                </a:lnTo>
                <a:lnTo>
                  <a:pt x="2905874" y="1382776"/>
                </a:lnTo>
                <a:close/>
              </a:path>
              <a:path w="4892040" h="1661159">
                <a:moveTo>
                  <a:pt x="3049994" y="13512"/>
                </a:moveTo>
                <a:lnTo>
                  <a:pt x="2863088" y="13512"/>
                </a:lnTo>
                <a:lnTo>
                  <a:pt x="2445664" y="1051445"/>
                </a:lnTo>
                <a:lnTo>
                  <a:pt x="2463546" y="1051445"/>
                </a:lnTo>
                <a:lnTo>
                  <a:pt x="2463304" y="1050874"/>
                </a:lnTo>
                <a:lnTo>
                  <a:pt x="2509697" y="1043762"/>
                </a:lnTo>
                <a:lnTo>
                  <a:pt x="2552979" y="1029017"/>
                </a:lnTo>
                <a:lnTo>
                  <a:pt x="2592197" y="1007224"/>
                </a:lnTo>
                <a:lnTo>
                  <a:pt x="2626385" y="978966"/>
                </a:lnTo>
                <a:lnTo>
                  <a:pt x="2654604" y="944880"/>
                </a:lnTo>
                <a:lnTo>
                  <a:pt x="2675902" y="905535"/>
                </a:lnTo>
                <a:lnTo>
                  <a:pt x="3049994" y="13512"/>
                </a:lnTo>
                <a:close/>
              </a:path>
              <a:path w="4892040" h="1661159">
                <a:moveTo>
                  <a:pt x="3222739" y="1261122"/>
                </a:moveTo>
                <a:lnTo>
                  <a:pt x="3173526" y="1261122"/>
                </a:lnTo>
                <a:lnTo>
                  <a:pt x="3173526" y="1657197"/>
                </a:lnTo>
                <a:lnTo>
                  <a:pt x="3222739" y="1657197"/>
                </a:lnTo>
                <a:lnTo>
                  <a:pt x="3222739" y="1261122"/>
                </a:lnTo>
                <a:close/>
              </a:path>
              <a:path w="4892040" h="1661159">
                <a:moveTo>
                  <a:pt x="3450590" y="13525"/>
                </a:moveTo>
                <a:lnTo>
                  <a:pt x="3288436" y="13525"/>
                </a:lnTo>
                <a:lnTo>
                  <a:pt x="3288436" y="1051445"/>
                </a:lnTo>
                <a:lnTo>
                  <a:pt x="3450590" y="1051445"/>
                </a:lnTo>
                <a:lnTo>
                  <a:pt x="3450590" y="13525"/>
                </a:lnTo>
                <a:close/>
              </a:path>
              <a:path w="4892040" h="1661159">
                <a:moveTo>
                  <a:pt x="3796487" y="1261135"/>
                </a:moveTo>
                <a:lnTo>
                  <a:pt x="3490379" y="1261135"/>
                </a:lnTo>
                <a:lnTo>
                  <a:pt x="3490379" y="1306855"/>
                </a:lnTo>
                <a:lnTo>
                  <a:pt x="3618801" y="1306855"/>
                </a:lnTo>
                <a:lnTo>
                  <a:pt x="3618801" y="1657375"/>
                </a:lnTo>
                <a:lnTo>
                  <a:pt x="3668064" y="1657375"/>
                </a:lnTo>
                <a:lnTo>
                  <a:pt x="3668064" y="1306855"/>
                </a:lnTo>
                <a:lnTo>
                  <a:pt x="3796487" y="1306855"/>
                </a:lnTo>
                <a:lnTo>
                  <a:pt x="3796487" y="1261135"/>
                </a:lnTo>
                <a:close/>
              </a:path>
              <a:path w="4892040" h="1661159">
                <a:moveTo>
                  <a:pt x="4335157" y="1657223"/>
                </a:moveTo>
                <a:lnTo>
                  <a:pt x="4294517" y="1550276"/>
                </a:lnTo>
                <a:lnTo>
                  <a:pt x="4277525" y="1505572"/>
                </a:lnTo>
                <a:lnTo>
                  <a:pt x="4225925" y="1369758"/>
                </a:lnTo>
                <a:lnTo>
                  <a:pt x="4225925" y="1505572"/>
                </a:lnTo>
                <a:lnTo>
                  <a:pt x="4082783" y="1505572"/>
                </a:lnTo>
                <a:lnTo>
                  <a:pt x="4154068" y="1314869"/>
                </a:lnTo>
                <a:lnTo>
                  <a:pt x="4225925" y="1505572"/>
                </a:lnTo>
                <a:lnTo>
                  <a:pt x="4225925" y="1369758"/>
                </a:lnTo>
                <a:lnTo>
                  <a:pt x="4205071" y="1314869"/>
                </a:lnTo>
                <a:lnTo>
                  <a:pt x="4184650" y="1261135"/>
                </a:lnTo>
                <a:lnTo>
                  <a:pt x="4126369" y="1261135"/>
                </a:lnTo>
                <a:lnTo>
                  <a:pt x="3975303" y="1657223"/>
                </a:lnTo>
                <a:lnTo>
                  <a:pt x="4026217" y="1657223"/>
                </a:lnTo>
                <a:lnTo>
                  <a:pt x="4068089" y="1550276"/>
                </a:lnTo>
                <a:lnTo>
                  <a:pt x="4240644" y="1550276"/>
                </a:lnTo>
                <a:lnTo>
                  <a:pt x="4282516" y="1657223"/>
                </a:lnTo>
                <a:lnTo>
                  <a:pt x="4335157" y="1657223"/>
                </a:lnTo>
                <a:close/>
              </a:path>
              <a:path w="4892040" h="1661159">
                <a:moveTo>
                  <a:pt x="4824552" y="1611490"/>
                </a:moveTo>
                <a:lnTo>
                  <a:pt x="4644060" y="1611490"/>
                </a:lnTo>
                <a:lnTo>
                  <a:pt x="4644060" y="1260970"/>
                </a:lnTo>
                <a:lnTo>
                  <a:pt x="4594847" y="1260970"/>
                </a:lnTo>
                <a:lnTo>
                  <a:pt x="4594847" y="1611490"/>
                </a:lnTo>
                <a:lnTo>
                  <a:pt x="4594847" y="1657210"/>
                </a:lnTo>
                <a:lnTo>
                  <a:pt x="4824552" y="1657210"/>
                </a:lnTo>
                <a:lnTo>
                  <a:pt x="4824552" y="1611490"/>
                </a:lnTo>
                <a:close/>
              </a:path>
              <a:path w="4892040" h="1661159">
                <a:moveTo>
                  <a:pt x="4891735" y="532498"/>
                </a:moveTo>
                <a:lnTo>
                  <a:pt x="4889538" y="482015"/>
                </a:lnTo>
                <a:lnTo>
                  <a:pt x="4883023" y="432930"/>
                </a:lnTo>
                <a:lnTo>
                  <a:pt x="4872266" y="385470"/>
                </a:lnTo>
                <a:lnTo>
                  <a:pt x="4857369" y="339839"/>
                </a:lnTo>
                <a:lnTo>
                  <a:pt x="4838408" y="296240"/>
                </a:lnTo>
                <a:lnTo>
                  <a:pt x="4815497" y="254889"/>
                </a:lnTo>
                <a:lnTo>
                  <a:pt x="4788700" y="215976"/>
                </a:lnTo>
                <a:lnTo>
                  <a:pt x="4758131" y="179717"/>
                </a:lnTo>
                <a:lnTo>
                  <a:pt x="4725047" y="147472"/>
                </a:lnTo>
                <a:lnTo>
                  <a:pt x="4725047" y="532498"/>
                </a:lnTo>
                <a:lnTo>
                  <a:pt x="4721745" y="585076"/>
                </a:lnTo>
                <a:lnTo>
                  <a:pt x="4711941" y="634657"/>
                </a:lnTo>
                <a:lnTo>
                  <a:pt x="4695736" y="680986"/>
                </a:lnTo>
                <a:lnTo>
                  <a:pt x="4673270" y="723773"/>
                </a:lnTo>
                <a:lnTo>
                  <a:pt x="4644644" y="762762"/>
                </a:lnTo>
                <a:lnTo>
                  <a:pt x="4609973" y="797648"/>
                </a:lnTo>
                <a:lnTo>
                  <a:pt x="4574832" y="824598"/>
                </a:lnTo>
                <a:lnTo>
                  <a:pt x="4535983" y="847598"/>
                </a:lnTo>
                <a:lnTo>
                  <a:pt x="4493628" y="866559"/>
                </a:lnTo>
                <a:lnTo>
                  <a:pt x="4447984" y="881418"/>
                </a:lnTo>
                <a:lnTo>
                  <a:pt x="4399254" y="892124"/>
                </a:lnTo>
                <a:lnTo>
                  <a:pt x="4347654" y="898601"/>
                </a:lnTo>
                <a:lnTo>
                  <a:pt x="4293374" y="900772"/>
                </a:lnTo>
                <a:lnTo>
                  <a:pt x="4239095" y="898601"/>
                </a:lnTo>
                <a:lnTo>
                  <a:pt x="4187494" y="892124"/>
                </a:lnTo>
                <a:lnTo>
                  <a:pt x="4138765" y="881418"/>
                </a:lnTo>
                <a:lnTo>
                  <a:pt x="4093121" y="866559"/>
                </a:lnTo>
                <a:lnTo>
                  <a:pt x="4050766" y="847598"/>
                </a:lnTo>
                <a:lnTo>
                  <a:pt x="4011917" y="824598"/>
                </a:lnTo>
                <a:lnTo>
                  <a:pt x="3976763" y="797648"/>
                </a:lnTo>
                <a:lnTo>
                  <a:pt x="3942105" y="762762"/>
                </a:lnTo>
                <a:lnTo>
                  <a:pt x="3913479" y="723773"/>
                </a:lnTo>
                <a:lnTo>
                  <a:pt x="3891000" y="680986"/>
                </a:lnTo>
                <a:lnTo>
                  <a:pt x="3874795" y="634657"/>
                </a:lnTo>
                <a:lnTo>
                  <a:pt x="3864991" y="585076"/>
                </a:lnTo>
                <a:lnTo>
                  <a:pt x="3861701" y="532498"/>
                </a:lnTo>
                <a:lnTo>
                  <a:pt x="3864991" y="479907"/>
                </a:lnTo>
                <a:lnTo>
                  <a:pt x="3874795" y="430314"/>
                </a:lnTo>
                <a:lnTo>
                  <a:pt x="3891000" y="383997"/>
                </a:lnTo>
                <a:lnTo>
                  <a:pt x="3913479" y="341198"/>
                </a:lnTo>
                <a:lnTo>
                  <a:pt x="3942105" y="302234"/>
                </a:lnTo>
                <a:lnTo>
                  <a:pt x="3976763" y="267347"/>
                </a:lnTo>
                <a:lnTo>
                  <a:pt x="4011917" y="240398"/>
                </a:lnTo>
                <a:lnTo>
                  <a:pt x="4050766" y="217398"/>
                </a:lnTo>
                <a:lnTo>
                  <a:pt x="4093121" y="198437"/>
                </a:lnTo>
                <a:lnTo>
                  <a:pt x="4138765" y="183578"/>
                </a:lnTo>
                <a:lnTo>
                  <a:pt x="4187494" y="172872"/>
                </a:lnTo>
                <a:lnTo>
                  <a:pt x="4239095" y="166395"/>
                </a:lnTo>
                <a:lnTo>
                  <a:pt x="4293374" y="164223"/>
                </a:lnTo>
                <a:lnTo>
                  <a:pt x="4347654" y="166395"/>
                </a:lnTo>
                <a:lnTo>
                  <a:pt x="4399254" y="172872"/>
                </a:lnTo>
                <a:lnTo>
                  <a:pt x="4447984" y="183578"/>
                </a:lnTo>
                <a:lnTo>
                  <a:pt x="4493628" y="198437"/>
                </a:lnTo>
                <a:lnTo>
                  <a:pt x="4535983" y="217398"/>
                </a:lnTo>
                <a:lnTo>
                  <a:pt x="4574832" y="240398"/>
                </a:lnTo>
                <a:lnTo>
                  <a:pt x="4609973" y="267347"/>
                </a:lnTo>
                <a:lnTo>
                  <a:pt x="4644644" y="302234"/>
                </a:lnTo>
                <a:lnTo>
                  <a:pt x="4673270" y="341198"/>
                </a:lnTo>
                <a:lnTo>
                  <a:pt x="4695736" y="383997"/>
                </a:lnTo>
                <a:lnTo>
                  <a:pt x="4711941" y="430314"/>
                </a:lnTo>
                <a:lnTo>
                  <a:pt x="4721745" y="479907"/>
                </a:lnTo>
                <a:lnTo>
                  <a:pt x="4725047" y="532498"/>
                </a:lnTo>
                <a:lnTo>
                  <a:pt x="4725047" y="147472"/>
                </a:lnTo>
                <a:lnTo>
                  <a:pt x="4686300" y="116103"/>
                </a:lnTo>
                <a:lnTo>
                  <a:pt x="4645838" y="89255"/>
                </a:lnTo>
                <a:lnTo>
                  <a:pt x="4602645" y="65849"/>
                </a:lnTo>
                <a:lnTo>
                  <a:pt x="4556836" y="45910"/>
                </a:lnTo>
                <a:lnTo>
                  <a:pt x="4508563" y="29502"/>
                </a:lnTo>
                <a:lnTo>
                  <a:pt x="4457941" y="16662"/>
                </a:lnTo>
                <a:lnTo>
                  <a:pt x="4405109" y="7442"/>
                </a:lnTo>
                <a:lnTo>
                  <a:pt x="4350207" y="1866"/>
                </a:lnTo>
                <a:lnTo>
                  <a:pt x="4293374" y="0"/>
                </a:lnTo>
                <a:lnTo>
                  <a:pt x="4236529" y="1866"/>
                </a:lnTo>
                <a:lnTo>
                  <a:pt x="4181627" y="7442"/>
                </a:lnTo>
                <a:lnTo>
                  <a:pt x="4128795" y="16662"/>
                </a:lnTo>
                <a:lnTo>
                  <a:pt x="4078186" y="29502"/>
                </a:lnTo>
                <a:lnTo>
                  <a:pt x="4029913" y="45910"/>
                </a:lnTo>
                <a:lnTo>
                  <a:pt x="3984104" y="65849"/>
                </a:lnTo>
                <a:lnTo>
                  <a:pt x="3940911" y="89255"/>
                </a:lnTo>
                <a:lnTo>
                  <a:pt x="3900449" y="116103"/>
                </a:lnTo>
                <a:lnTo>
                  <a:pt x="3862857" y="146329"/>
                </a:lnTo>
                <a:lnTo>
                  <a:pt x="3828592" y="179717"/>
                </a:lnTo>
                <a:lnTo>
                  <a:pt x="3798024" y="215976"/>
                </a:lnTo>
                <a:lnTo>
                  <a:pt x="3771239" y="254889"/>
                </a:lnTo>
                <a:lnTo>
                  <a:pt x="3748328" y="296240"/>
                </a:lnTo>
                <a:lnTo>
                  <a:pt x="3729393" y="339839"/>
                </a:lnTo>
                <a:lnTo>
                  <a:pt x="3714496" y="385470"/>
                </a:lnTo>
                <a:lnTo>
                  <a:pt x="3703751" y="432930"/>
                </a:lnTo>
                <a:lnTo>
                  <a:pt x="3697236" y="482015"/>
                </a:lnTo>
                <a:lnTo>
                  <a:pt x="3695039" y="532498"/>
                </a:lnTo>
                <a:lnTo>
                  <a:pt x="3697236" y="582980"/>
                </a:lnTo>
                <a:lnTo>
                  <a:pt x="3703751" y="632053"/>
                </a:lnTo>
                <a:lnTo>
                  <a:pt x="3714496" y="679513"/>
                </a:lnTo>
                <a:lnTo>
                  <a:pt x="3729393" y="725144"/>
                </a:lnTo>
                <a:lnTo>
                  <a:pt x="3748328" y="768743"/>
                </a:lnTo>
                <a:lnTo>
                  <a:pt x="3771239" y="810094"/>
                </a:lnTo>
                <a:lnTo>
                  <a:pt x="3798024" y="849007"/>
                </a:lnTo>
                <a:lnTo>
                  <a:pt x="3828592" y="885253"/>
                </a:lnTo>
                <a:lnTo>
                  <a:pt x="3862857" y="918641"/>
                </a:lnTo>
                <a:lnTo>
                  <a:pt x="3900449" y="948880"/>
                </a:lnTo>
                <a:lnTo>
                  <a:pt x="3940911" y="975728"/>
                </a:lnTo>
                <a:lnTo>
                  <a:pt x="3984104" y="999147"/>
                </a:lnTo>
                <a:lnTo>
                  <a:pt x="4029913" y="1019073"/>
                </a:lnTo>
                <a:lnTo>
                  <a:pt x="4078186" y="1035481"/>
                </a:lnTo>
                <a:lnTo>
                  <a:pt x="4128795" y="1048334"/>
                </a:lnTo>
                <a:lnTo>
                  <a:pt x="4181627" y="1057554"/>
                </a:lnTo>
                <a:lnTo>
                  <a:pt x="4236529" y="1063129"/>
                </a:lnTo>
                <a:lnTo>
                  <a:pt x="4293374" y="1064996"/>
                </a:lnTo>
                <a:lnTo>
                  <a:pt x="4350207" y="1063129"/>
                </a:lnTo>
                <a:lnTo>
                  <a:pt x="4405109" y="1057554"/>
                </a:lnTo>
                <a:lnTo>
                  <a:pt x="4457941" y="1048334"/>
                </a:lnTo>
                <a:lnTo>
                  <a:pt x="4508563" y="1035481"/>
                </a:lnTo>
                <a:lnTo>
                  <a:pt x="4556836" y="1019073"/>
                </a:lnTo>
                <a:lnTo>
                  <a:pt x="4602645" y="999147"/>
                </a:lnTo>
                <a:lnTo>
                  <a:pt x="4645838" y="975728"/>
                </a:lnTo>
                <a:lnTo>
                  <a:pt x="4686300" y="948880"/>
                </a:lnTo>
                <a:lnTo>
                  <a:pt x="4723879" y="918641"/>
                </a:lnTo>
                <a:lnTo>
                  <a:pt x="4758131" y="885253"/>
                </a:lnTo>
                <a:lnTo>
                  <a:pt x="4788700" y="849007"/>
                </a:lnTo>
                <a:lnTo>
                  <a:pt x="4815497" y="810094"/>
                </a:lnTo>
                <a:lnTo>
                  <a:pt x="4838408" y="768743"/>
                </a:lnTo>
                <a:lnTo>
                  <a:pt x="4857369" y="725144"/>
                </a:lnTo>
                <a:lnTo>
                  <a:pt x="4872266" y="679513"/>
                </a:lnTo>
                <a:lnTo>
                  <a:pt x="4883023" y="632053"/>
                </a:lnTo>
                <a:lnTo>
                  <a:pt x="4889538" y="582980"/>
                </a:lnTo>
                <a:lnTo>
                  <a:pt x="4891735" y="532498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marL="0" marR="0" lvl="0" indent="0" algn="l" defTabSz="55446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092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alibri"/>
              <a:ea typeface="+mn-ea"/>
              <a:cs typeface="Arial"/>
              <a:sym typeface="Arial"/>
            </a:endParaRPr>
          </a:p>
        </p:txBody>
      </p:sp>
      <p:sp>
        <p:nvSpPr>
          <p:cNvPr id="34" name="texto">
            <a:extLst>
              <a:ext uri="{FF2B5EF4-FFF2-40B4-BE49-F238E27FC236}">
                <a16:creationId xmlns:a16="http://schemas.microsoft.com/office/drawing/2014/main" id="{8B4E48BF-2B0E-BB3F-7D7C-74CED1B99786}"/>
              </a:ext>
            </a:extLst>
          </p:cNvPr>
          <p:cNvSpPr/>
          <p:nvPr/>
        </p:nvSpPr>
        <p:spPr>
          <a:xfrm>
            <a:off x="1450577" y="5921791"/>
            <a:ext cx="1471527" cy="306290"/>
          </a:xfrm>
          <a:prstGeom prst="roundRect">
            <a:avLst/>
          </a:prstGeom>
          <a:gradFill>
            <a:gsLst>
              <a:gs pos="0">
                <a:schemeClr val="accent1">
                  <a:lumMod val="5000"/>
                  <a:lumOff val="95000"/>
                  <a:alpha val="31000"/>
                </a:schemeClr>
              </a:gs>
              <a:gs pos="100000">
                <a:schemeClr val="accent1">
                  <a:lumMod val="30000"/>
                  <a:lumOff val="70000"/>
                  <a:alpha val="0"/>
                </a:schemeClr>
              </a:gs>
            </a:gsLst>
            <a:lin ang="3600000" scaled="0"/>
          </a:gradFill>
          <a:ln w="6350"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85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n-ea"/>
                <a:cs typeface="Versos"/>
                <a:sym typeface="Arial"/>
              </a:rPr>
              <a:t>Fonte: </a:t>
            </a:r>
            <a:r>
              <a:rPr kumimoji="0" lang="pt-BR" sz="85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n-ea"/>
                <a:cs typeface="Versos"/>
                <a:sym typeface="Arial"/>
              </a:rPr>
              <a:t>Anbima</a:t>
            </a:r>
            <a:r>
              <a:rPr kumimoji="0" lang="pt-BR" sz="85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n-ea"/>
                <a:cs typeface="Versos"/>
                <a:sym typeface="Arial"/>
              </a:rPr>
              <a:t> -</a:t>
            </a:r>
            <a:r>
              <a:rPr kumimoji="0" lang="pt-BR" sz="85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n-ea"/>
                <a:cs typeface="Versos"/>
                <a:sym typeface="Arial"/>
              </a:rPr>
              <a:t>Ago</a:t>
            </a:r>
            <a:r>
              <a:rPr kumimoji="0" lang="pt-BR" sz="85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n-ea"/>
                <a:cs typeface="Versos"/>
                <a:sym typeface="Arial"/>
              </a:rPr>
              <a:t>/2026</a:t>
            </a:r>
            <a:endParaRPr kumimoji="0" lang="en-GB" sz="85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sos Light" panose="020B0403020204030204" pitchFamily="34" charset="0"/>
              <a:ea typeface="+mn-ea"/>
              <a:cs typeface="Versos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605975913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solidFill>
          <a:schemeClr val="tx1">
            <a:lumMod val="95000"/>
            <a:lumOff val="5000"/>
          </a:schemeClr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720852B0-EE03-985F-EA29-9AF3E45F931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82" name="leticia-albuquerque-foto">
            <a:extLst>
              <a:ext uri="{FF2B5EF4-FFF2-40B4-BE49-F238E27FC236}">
                <a16:creationId xmlns:a16="http://schemas.microsoft.com/office/drawing/2014/main" id="{612C20D6-2F40-85A5-F121-3611DE0AEE07}"/>
              </a:ext>
            </a:extLst>
          </p:cNvPr>
          <p:cNvPicPr preferRelativeResize="0">
            <a:picLocks/>
          </p:cNvPicPr>
          <p:nvPr/>
        </p:nvPicPr>
        <p:blipFill>
          <a:blip r:embed="rId3"/>
          <a:srcRect l="15144" r="15144"/>
          <a:stretch/>
        </p:blipFill>
        <p:spPr>
          <a:xfrm>
            <a:off x="4242648" y="2970510"/>
            <a:ext cx="775553" cy="775553"/>
          </a:xfrm>
          <a:prstGeom prst="rect">
            <a:avLst/>
          </a:prstGeom>
        </p:spPr>
      </p:pic>
      <p:grpSp>
        <p:nvGrpSpPr>
          <p:cNvPr id="9" name="Group 8">
            <a:extLst>
              <a:ext uri="{FF2B5EF4-FFF2-40B4-BE49-F238E27FC236}">
                <a16:creationId xmlns:a16="http://schemas.microsoft.com/office/drawing/2014/main" id="{194002D9-02DB-1521-B2EE-7F011A1954CE}"/>
              </a:ext>
            </a:extLst>
          </p:cNvPr>
          <p:cNvGrpSpPr/>
          <p:nvPr/>
        </p:nvGrpSpPr>
        <p:grpSpPr>
          <a:xfrm>
            <a:off x="308942" y="1150503"/>
            <a:ext cx="3701568" cy="1667086"/>
            <a:chOff x="4230449" y="1150503"/>
            <a:chExt cx="3701568" cy="1667086"/>
          </a:xfrm>
        </p:grpSpPr>
        <p:pic>
          <p:nvPicPr>
            <p:cNvPr id="118" name="rodrigo-freire-foto">
              <a:extLst>
                <a:ext uri="{FF2B5EF4-FFF2-40B4-BE49-F238E27FC236}">
                  <a16:creationId xmlns:a16="http://schemas.microsoft.com/office/drawing/2014/main" id="{5976B27E-DC61-9990-1BB9-D2C6A85B1113}"/>
                </a:ext>
              </a:extLst>
            </p:cNvPr>
            <p:cNvPicPr preferRelativeResize="0">
              <a:picLocks/>
            </p:cNvPicPr>
            <p:nvPr/>
          </p:nvPicPr>
          <p:blipFill rotWithShape="1">
            <a:blip r:embed="rId4"/>
            <a:srcRect l="25331" r="25154" b="25717"/>
            <a:stretch>
              <a:fillRect/>
            </a:stretch>
          </p:blipFill>
          <p:spPr>
            <a:xfrm>
              <a:off x="4233593" y="1150503"/>
              <a:ext cx="775554" cy="775554"/>
            </a:xfrm>
            <a:prstGeom prst="rect">
              <a:avLst/>
            </a:prstGeom>
          </p:spPr>
        </p:pic>
        <p:sp>
          <p:nvSpPr>
            <p:cNvPr id="121" name="chris-egan-bio">
              <a:extLst>
                <a:ext uri="{FF2B5EF4-FFF2-40B4-BE49-F238E27FC236}">
                  <a16:creationId xmlns:a16="http://schemas.microsoft.com/office/drawing/2014/main" id="{A1DD51A3-C95D-4C58-6BCC-68C4D6C06688}"/>
                </a:ext>
              </a:extLst>
            </p:cNvPr>
            <p:cNvSpPr txBox="1"/>
            <p:nvPr/>
          </p:nvSpPr>
          <p:spPr>
            <a:xfrm>
              <a:off x="6099783" y="1364593"/>
              <a:ext cx="1699231" cy="1405513"/>
            </a:xfrm>
            <a:prstGeom prst="rect">
              <a:avLst/>
            </a:prstGeom>
          </p:spPr>
          <p:txBody>
            <a:bodyPr vert="horz" wrap="square" lIns="0" tIns="0" rIns="0" bIns="0" rtlCol="0" anchor="t">
              <a:spAutoFit/>
            </a:bodyPr>
            <a:lstStyle/>
            <a:p>
              <a:pPr marL="0" marR="0" lvl="0" indent="0" algn="l" defTabSz="554440" rtl="0" eaLnBrk="1" fontAlgn="auto" latinLnBrk="0" hangingPunct="1">
                <a:lnSpc>
                  <a:spcPct val="100000"/>
                </a:lnSpc>
                <a:spcBef>
                  <a:spcPts val="200"/>
                </a:spcBef>
                <a:spcAft>
                  <a:spcPts val="2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Com mais de 20 anos de experiência em M&amp;A e </a:t>
              </a:r>
              <a:r>
                <a:rPr kumimoji="0" lang="pt-BR" sz="800" b="0" i="0" u="none" strike="noStrike" kern="0" cap="none" spc="0" normalizeH="0" baseline="0" noProof="0" err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private</a:t>
              </a:r>
              <a: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 </a:t>
              </a:r>
              <a:r>
                <a:rPr kumimoji="0" lang="pt-BR" sz="800" b="0" i="0" u="none" strike="noStrike" kern="0" cap="none" spc="0" normalizeH="0" baseline="0" noProof="0" err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equity</a:t>
              </a:r>
              <a: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, originou, executou </a:t>
              </a:r>
              <a:b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</a:br>
              <a: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e administrou bilhões em investimentos privados.</a:t>
              </a:r>
            </a:p>
            <a:p>
              <a:pPr marL="0" marR="0" lvl="0" indent="0" algn="l" defTabSz="554440" rtl="0" eaLnBrk="1" fontAlgn="auto" latinLnBrk="0" hangingPunct="1">
                <a:lnSpc>
                  <a:spcPct val="100000"/>
                </a:lnSpc>
                <a:spcBef>
                  <a:spcPts val="200"/>
                </a:spcBef>
                <a:spcAft>
                  <a:spcPts val="2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Anteriormente, foi General Manager na Uber e CEO na </a:t>
              </a:r>
              <a:b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</a:br>
              <a:r>
                <a:rPr kumimoji="0" lang="pt-BR" sz="800" b="0" i="0" u="none" strike="noStrike" kern="0" cap="none" spc="0" normalizeH="0" baseline="0" noProof="0" err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Holu</a:t>
              </a:r>
              <a: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 Energia, além de ter </a:t>
              </a:r>
              <a:b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</a:br>
              <a: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integrado o Private </a:t>
              </a:r>
              <a:r>
                <a:rPr kumimoji="0" lang="pt-BR" sz="800" b="0" i="0" u="none" strike="noStrike" kern="0" cap="none" spc="0" normalizeH="0" baseline="0" noProof="0" err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Equity</a:t>
              </a:r>
              <a: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 da </a:t>
              </a:r>
              <a:b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</a:br>
              <a: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BRZ Investimentos e sido membro do conselho em diversas empresas.</a:t>
              </a:r>
            </a:p>
          </p:txBody>
        </p:sp>
        <p:sp>
          <p:nvSpPr>
            <p:cNvPr id="158" name="object 17">
              <a:extLst>
                <a:ext uri="{FF2B5EF4-FFF2-40B4-BE49-F238E27FC236}">
                  <a16:creationId xmlns:a16="http://schemas.microsoft.com/office/drawing/2014/main" id="{D8A14C6A-8E3F-E988-6538-BD5CCCA9BD94}"/>
                </a:ext>
              </a:extLst>
            </p:cNvPr>
            <p:cNvSpPr txBox="1"/>
            <p:nvPr/>
          </p:nvSpPr>
          <p:spPr>
            <a:xfrm>
              <a:off x="4230449" y="1150504"/>
              <a:ext cx="3701568" cy="1667085"/>
            </a:xfrm>
            <a:prstGeom prst="rect">
              <a:avLst/>
            </a:prstGeom>
            <a:ln w="10470">
              <a:solidFill>
                <a:schemeClr val="tx1">
                  <a:lumMod val="85000"/>
                  <a:lumOff val="15000"/>
                </a:schemeClr>
              </a:solidFill>
            </a:ln>
          </p:spPr>
          <p:txBody>
            <a:bodyPr vert="horz" wrap="square" lIns="0" tIns="82404" rIns="0" bIns="0" rtlCol="0">
              <a:noAutofit/>
            </a:bodyPr>
            <a:lstStyle/>
            <a:p>
              <a:pPr marL="102042" marR="0" lvl="0" indent="0" algn="l" defTabSz="554492" rtl="0" eaLnBrk="1" fontAlgn="auto" latinLnBrk="0" hangingPunct="1">
                <a:lnSpc>
                  <a:spcPct val="100000"/>
                </a:lnSpc>
                <a:spcBef>
                  <a:spcPts val="649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sz="1334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Versos Light"/>
                <a:sym typeface="Arial"/>
              </a:endParaRPr>
            </a:p>
          </p:txBody>
        </p:sp>
        <p:grpSp>
          <p:nvGrpSpPr>
            <p:cNvPr id="50" name="Group 49">
              <a:extLst>
                <a:ext uri="{FF2B5EF4-FFF2-40B4-BE49-F238E27FC236}">
                  <a16:creationId xmlns:a16="http://schemas.microsoft.com/office/drawing/2014/main" id="{FA44209F-21CA-2E8F-AD82-24106815AFAF}"/>
                </a:ext>
              </a:extLst>
            </p:cNvPr>
            <p:cNvGrpSpPr/>
            <p:nvPr/>
          </p:nvGrpSpPr>
          <p:grpSpPr>
            <a:xfrm>
              <a:off x="5078677" y="1365165"/>
              <a:ext cx="1107252" cy="718368"/>
              <a:chOff x="1166158" y="1365165"/>
              <a:chExt cx="1107252" cy="718368"/>
            </a:xfrm>
          </p:grpSpPr>
          <p:sp>
            <p:nvSpPr>
              <p:cNvPr id="119" name="object 13">
                <a:extLst>
                  <a:ext uri="{FF2B5EF4-FFF2-40B4-BE49-F238E27FC236}">
                    <a16:creationId xmlns:a16="http://schemas.microsoft.com/office/drawing/2014/main" id="{176C4704-457F-B21F-8181-322B75BDD402}"/>
                  </a:ext>
                </a:extLst>
              </p:cNvPr>
              <p:cNvSpPr txBox="1"/>
              <p:nvPr/>
            </p:nvSpPr>
            <p:spPr>
              <a:xfrm>
                <a:off x="1166158" y="1365165"/>
                <a:ext cx="1107252" cy="353943"/>
              </a:xfrm>
              <a:prstGeom prst="rect">
                <a:avLst/>
              </a:prstGeom>
            </p:spPr>
            <p:txBody>
              <a:bodyPr vert="horz" wrap="square" lIns="0" tIns="0" rIns="0" bIns="0" rtlCol="0" anchor="ctr" anchorCtr="0">
                <a:spAutoFit/>
              </a:bodyPr>
              <a:lstStyle/>
              <a:p>
                <a:pPr marL="0" marR="0" lvl="0" indent="0" algn="l" defTabSz="55444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en-US" sz="115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" panose="020B0503020204030204" pitchFamily="34" charset="0"/>
                    <a:ea typeface="+mn-ea"/>
                    <a:cs typeface="Versos"/>
                    <a:sym typeface="Arial"/>
                  </a:rPr>
                  <a:t>Rodrigo </a:t>
                </a:r>
                <a:br>
                  <a:rPr kumimoji="0" lang="en-US" sz="115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" panose="020B0503020204030204" pitchFamily="34" charset="0"/>
                    <a:ea typeface="+mn-ea"/>
                    <a:cs typeface="Versos"/>
                    <a:sym typeface="Arial"/>
                  </a:rPr>
                </a:br>
                <a:r>
                  <a:rPr kumimoji="0" lang="en-US" sz="115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" panose="020B0503020204030204" pitchFamily="34" charset="0"/>
                    <a:ea typeface="+mn-ea"/>
                    <a:cs typeface="Versos"/>
                    <a:sym typeface="Arial"/>
                  </a:rPr>
                  <a:t>Freire</a:t>
                </a:r>
              </a:p>
            </p:txBody>
          </p:sp>
          <p:sp>
            <p:nvSpPr>
              <p:cNvPr id="27" name="object 31">
                <a:extLst>
                  <a:ext uri="{FF2B5EF4-FFF2-40B4-BE49-F238E27FC236}">
                    <a16:creationId xmlns:a16="http://schemas.microsoft.com/office/drawing/2014/main" id="{E5EC0D25-BEEA-7CB4-315D-22122D39AF47}"/>
                  </a:ext>
                </a:extLst>
              </p:cNvPr>
              <p:cNvSpPr/>
              <p:nvPr/>
            </p:nvSpPr>
            <p:spPr>
              <a:xfrm flipV="1">
                <a:off x="1166158" y="1705652"/>
                <a:ext cx="909759" cy="215789"/>
              </a:xfrm>
              <a:custGeom>
                <a:avLst/>
                <a:gdLst/>
                <a:ahLst/>
                <a:cxnLst/>
                <a:rect l="l" t="t" r="r" b="b"/>
                <a:pathLst>
                  <a:path w="3848735">
                    <a:moveTo>
                      <a:pt x="0" y="0"/>
                    </a:moveTo>
                    <a:lnTo>
                      <a:pt x="3848699" y="0"/>
                    </a:lnTo>
                  </a:path>
                </a:pathLst>
              </a:custGeom>
              <a:ln w="10470">
                <a:solidFill>
                  <a:schemeClr val="bg1"/>
                </a:solidFill>
              </a:ln>
            </p:spPr>
            <p:txBody>
              <a:bodyPr wrap="square" lIns="0" tIns="0" rIns="0" bIns="0" rtlCol="0"/>
              <a:lstStyle/>
              <a:p>
                <a:pPr marL="0" marR="0" lvl="0" indent="0" algn="l" defTabSz="554492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endParaRPr kumimoji="0" sz="1092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8" name="chris-egan-titulo">
                <a:extLst>
                  <a:ext uri="{FF2B5EF4-FFF2-40B4-BE49-F238E27FC236}">
                    <a16:creationId xmlns:a16="http://schemas.microsoft.com/office/drawing/2014/main" id="{BFBA0B1A-F1ED-03EA-B1E4-7588E9DD3635}"/>
                  </a:ext>
                </a:extLst>
              </p:cNvPr>
              <p:cNvSpPr txBox="1"/>
              <p:nvPr/>
            </p:nvSpPr>
            <p:spPr>
              <a:xfrm>
                <a:off x="1166158" y="1976260"/>
                <a:ext cx="909759" cy="107273"/>
              </a:xfrm>
              <a:prstGeom prst="rect">
                <a:avLst/>
              </a:prstGeom>
            </p:spPr>
            <p:txBody>
              <a:bodyPr vert="horz" wrap="square" lIns="0" tIns="0" rIns="0" bIns="0" rtlCol="0">
                <a:spAutoFit/>
              </a:bodyPr>
              <a:lstStyle/>
              <a:p>
                <a:pPr marL="0" marR="0" lvl="0" indent="0" algn="l" defTabSz="55444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en-US" sz="697" b="0" i="0" u="none" strike="noStrike" kern="0" cap="none" spc="33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"/>
                    <a:ea typeface="+mn-ea"/>
                    <a:cs typeface="Arial"/>
                    <a:sym typeface="Arial"/>
                  </a:rPr>
                  <a:t>CEO</a:t>
                </a:r>
              </a:p>
            </p:txBody>
          </p:sp>
        </p:grpSp>
        <p:sp>
          <p:nvSpPr>
            <p:cNvPr id="4" name="rodrigo-freire-experiencia">
              <a:extLst>
                <a:ext uri="{FF2B5EF4-FFF2-40B4-BE49-F238E27FC236}">
                  <a16:creationId xmlns:a16="http://schemas.microsoft.com/office/drawing/2014/main" id="{01BF0E3B-DE08-12D6-7D61-F7B8CFB2C484}"/>
                </a:ext>
              </a:extLst>
            </p:cNvPr>
            <p:cNvSpPr txBox="1"/>
            <p:nvPr/>
          </p:nvSpPr>
          <p:spPr>
            <a:xfrm>
              <a:off x="4230449" y="2303405"/>
              <a:ext cx="1757987" cy="514184"/>
            </a:xfrm>
            <a:prstGeom prst="round1Rect">
              <a:avLst>
                <a:gd name="adj" fmla="val 0"/>
              </a:avLst>
            </a:prstGeom>
            <a:solidFill>
              <a:schemeClr val="tx1">
                <a:lumMod val="85000"/>
                <a:lumOff val="15000"/>
              </a:schemeClr>
            </a:solidFill>
          </p:spPr>
          <p:txBody>
            <a:bodyPr vert="horz" wrap="square" lIns="144000" tIns="0" rIns="72000" bIns="0" rtlCol="0" anchor="ctr" anchorCtr="0">
              <a:noAutofit/>
            </a:bodyPr>
            <a:lstStyle/>
            <a:p>
              <a:pPr marL="0" marR="2540" lvl="0" indent="0" algn="l" defTabSz="55444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Arial"/>
                <a:sym typeface="Arial"/>
              </a:endParaRPr>
            </a:p>
          </p:txBody>
        </p:sp>
        <p:grpSp>
          <p:nvGrpSpPr>
            <p:cNvPr id="120" name="Group 119">
              <a:extLst>
                <a:ext uri="{FF2B5EF4-FFF2-40B4-BE49-F238E27FC236}">
                  <a16:creationId xmlns:a16="http://schemas.microsoft.com/office/drawing/2014/main" id="{4AF4820C-74BA-43AF-2CD8-F7FA53096331}"/>
                </a:ext>
              </a:extLst>
            </p:cNvPr>
            <p:cNvGrpSpPr/>
            <p:nvPr/>
          </p:nvGrpSpPr>
          <p:grpSpPr>
            <a:xfrm>
              <a:off x="4379594" y="2482194"/>
              <a:ext cx="1459697" cy="156607"/>
              <a:chOff x="429087" y="2458416"/>
              <a:chExt cx="1459697" cy="156607"/>
            </a:xfrm>
          </p:grpSpPr>
          <p:pic>
            <p:nvPicPr>
              <p:cNvPr id="111" name="logo-imd">
                <a:extLst>
                  <a:ext uri="{FF2B5EF4-FFF2-40B4-BE49-F238E27FC236}">
                    <a16:creationId xmlns:a16="http://schemas.microsoft.com/office/drawing/2014/main" id="{5AE733C2-9508-77D3-8BCA-2C84EA378B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 rotWithShape="1">
              <a:blip r:embed="rId5">
                <a:extLst>
                  <a:ext uri="{BEBA8EAE-BF5A-486C-A8C5-ECC9F3942E4B}">
                    <a14:imgProps xmlns:a14="http://schemas.microsoft.com/office/drawing/2010/main">
                      <a14:imgLayer r:embed="rId6">
                        <a14:imgEffect>
                          <a14:brightnessContrast brigh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t="-7892" b="-7892"/>
              <a:stretch/>
            </p:blipFill>
            <p:spPr bwMode="auto">
              <a:xfrm>
                <a:off x="1607621" y="2473548"/>
                <a:ext cx="281163" cy="119368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112" name="logo-brz" descr="BRZ Investimentos - Crunchbase Company Profile &amp; Funding">
                <a:extLst>
                  <a:ext uri="{FF2B5EF4-FFF2-40B4-BE49-F238E27FC236}">
                    <a16:creationId xmlns:a16="http://schemas.microsoft.com/office/drawing/2014/main" id="{810A2B87-5DAB-A39F-4A74-6DF1D3848B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 rotWithShape="1">
              <a:blip r:embed="rId7" cstate="print">
                <a:extLst>
                  <a:ext uri="{BEBA8EAE-BF5A-486C-A8C5-ECC9F3942E4B}">
                    <a14:imgProps xmlns:a14="http://schemas.microsoft.com/office/drawing/2010/main">
                      <a14:imgLayer r:embed="rId8">
                        <a14:imgEffect>
                          <a14:brightnessContrast brigh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13721" t="30781" r="13721" b="30781"/>
              <a:stretch/>
            </p:blipFill>
            <p:spPr bwMode="auto">
              <a:xfrm>
                <a:off x="1222757" y="2458416"/>
                <a:ext cx="297149" cy="156607"/>
              </a:xfrm>
              <a:prstGeom prst="rect">
                <a:avLst/>
              </a:prstGeom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113" name="logo-holu">
                <a:extLst>
                  <a:ext uri="{FF2B5EF4-FFF2-40B4-BE49-F238E27FC236}">
                    <a16:creationId xmlns:a16="http://schemas.microsoft.com/office/drawing/2014/main" id="{3526F9EA-254A-6C4D-4E7E-92CADBEF3B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>
                <a:extLst>
                  <a:ext uri="{BEBA8EAE-BF5A-486C-A8C5-ECC9F3942E4B}">
                    <a14:imgProps xmlns:a14="http://schemas.microsoft.com/office/drawing/2010/main">
                      <a14:imgLayer r:embed="rId10">
                        <a14:imgEffect>
                          <a14:brightnessContrast bright="100000"/>
                        </a14:imgEffect>
                      </a14:imgLayer>
                    </a14:imgProps>
                  </a:ext>
                </a:extLst>
              </a:blip>
              <a:srcRect t="16140" b="16140"/>
              <a:stretch/>
            </p:blipFill>
            <p:spPr bwMode="auto">
              <a:xfrm>
                <a:off x="793693" y="2481419"/>
                <a:ext cx="341348" cy="115580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114" name="logo-uber" descr="Tudo sobre a Uber - A Uber é um aplicativo de transporte - 55content">
                <a:extLst>
                  <a:ext uri="{FF2B5EF4-FFF2-40B4-BE49-F238E27FC236}">
                    <a16:creationId xmlns:a16="http://schemas.microsoft.com/office/drawing/2014/main" id="{26761D98-87DF-58CE-533B-68ABC918D4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 rotWithShape="1">
              <a:blip r:embed="rId11">
                <a:extLst>
                  <a:ext uri="{BEBA8EAE-BF5A-486C-A8C5-ECC9F3942E4B}">
                    <a14:imgProps xmlns:a14="http://schemas.microsoft.com/office/drawing/2010/main">
                      <a14:imgLayer r:embed="rId12">
                        <a14:imgEffect>
                          <a14:brightnessContrast brigh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19576" t="31219" r="19025" b="29431"/>
              <a:stretch/>
            </p:blipFill>
            <p:spPr bwMode="auto">
              <a:xfrm>
                <a:off x="429087" y="2484492"/>
                <a:ext cx="276891" cy="108018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3B33AA13-31C5-F4C2-666F-BAC3899CE712}"/>
              </a:ext>
            </a:extLst>
          </p:cNvPr>
          <p:cNvGrpSpPr/>
          <p:nvPr/>
        </p:nvGrpSpPr>
        <p:grpSpPr>
          <a:xfrm>
            <a:off x="4230335" y="1147567"/>
            <a:ext cx="3701568" cy="1667129"/>
            <a:chOff x="8152830" y="1147567"/>
            <a:chExt cx="3701568" cy="1667129"/>
          </a:xfrm>
        </p:grpSpPr>
        <p:pic>
          <p:nvPicPr>
            <p:cNvPr id="245" name="sami-karlik-foto">
              <a:extLst>
                <a:ext uri="{FF2B5EF4-FFF2-40B4-BE49-F238E27FC236}">
                  <a16:creationId xmlns:a16="http://schemas.microsoft.com/office/drawing/2014/main" id="{34938072-F1B9-8EB0-A72D-AD3CC4438307}"/>
                </a:ext>
              </a:extLst>
            </p:cNvPr>
            <p:cNvPicPr preferRelativeResize="0">
              <a:picLocks/>
            </p:cNvPicPr>
            <p:nvPr/>
          </p:nvPicPr>
          <p:blipFill>
            <a:blip r:embed="rId13"/>
            <a:srcRect l="15144" r="15144"/>
            <a:stretch/>
          </p:blipFill>
          <p:spPr>
            <a:xfrm>
              <a:off x="8152830" y="1147567"/>
              <a:ext cx="775554" cy="775555"/>
            </a:xfrm>
            <a:prstGeom prst="rect">
              <a:avLst/>
            </a:prstGeom>
          </p:spPr>
        </p:pic>
        <p:sp>
          <p:nvSpPr>
            <p:cNvPr id="161" name="chris-egan-bio">
              <a:extLst>
                <a:ext uri="{FF2B5EF4-FFF2-40B4-BE49-F238E27FC236}">
                  <a16:creationId xmlns:a16="http://schemas.microsoft.com/office/drawing/2014/main" id="{711921A8-8565-067C-A754-EC2518F6C684}"/>
                </a:ext>
              </a:extLst>
            </p:cNvPr>
            <p:cNvSpPr txBox="1"/>
            <p:nvPr/>
          </p:nvSpPr>
          <p:spPr>
            <a:xfrm>
              <a:off x="10022164" y="1361700"/>
              <a:ext cx="1701871" cy="738664"/>
            </a:xfrm>
            <a:prstGeom prst="rect">
              <a:avLst/>
            </a:prstGeom>
          </p:spPr>
          <p:txBody>
            <a:bodyPr vert="horz" wrap="square" lIns="0" tIns="0" rIns="0" bIns="0" rtlCol="0">
              <a:spAutoFit/>
            </a:bodyPr>
            <a:lstStyle/>
            <a:p>
              <a:pPr marL="0" marR="0" lvl="0" indent="0" algn="l" defTabSz="554440" rtl="0" eaLnBrk="1" fontAlgn="auto" latinLnBrk="0" hangingPunct="1">
                <a:lnSpc>
                  <a:spcPct val="100000"/>
                </a:lnSpc>
                <a:spcBef>
                  <a:spcPts val="200"/>
                </a:spcBef>
                <a:spcAft>
                  <a:spcPts val="20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Com mais de 20 anos </a:t>
              </a:r>
              <a:b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</a:br>
              <a: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de experiência no mercado </a:t>
              </a:r>
              <a:b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</a:br>
              <a: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financeiro, com passagem </a:t>
              </a:r>
              <a:b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</a:br>
              <a: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pela AIG, Unibanco, Banco </a:t>
              </a:r>
              <a:b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</a:br>
              <a: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Fator e Banco Votorantim, </a:t>
              </a:r>
              <a:b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</a:br>
              <a: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como Head de Large Corporate.</a:t>
              </a:r>
            </a:p>
          </p:txBody>
        </p:sp>
        <p:sp>
          <p:nvSpPr>
            <p:cNvPr id="163" name="object 17">
              <a:extLst>
                <a:ext uri="{FF2B5EF4-FFF2-40B4-BE49-F238E27FC236}">
                  <a16:creationId xmlns:a16="http://schemas.microsoft.com/office/drawing/2014/main" id="{EDDF6919-DBE4-15F4-7C35-8C13C65FFEA5}"/>
                </a:ext>
              </a:extLst>
            </p:cNvPr>
            <p:cNvSpPr txBox="1"/>
            <p:nvPr/>
          </p:nvSpPr>
          <p:spPr>
            <a:xfrm>
              <a:off x="8152830" y="1147611"/>
              <a:ext cx="3701568" cy="1667085"/>
            </a:xfrm>
            <a:prstGeom prst="rect">
              <a:avLst/>
            </a:prstGeom>
            <a:ln w="10470">
              <a:solidFill>
                <a:schemeClr val="tx1">
                  <a:lumMod val="85000"/>
                  <a:lumOff val="15000"/>
                </a:schemeClr>
              </a:solidFill>
            </a:ln>
          </p:spPr>
          <p:txBody>
            <a:bodyPr vert="horz" wrap="square" lIns="0" tIns="82404" rIns="0" bIns="0" rtlCol="0">
              <a:noAutofit/>
            </a:bodyPr>
            <a:lstStyle/>
            <a:p>
              <a:pPr marL="102042" marR="0" lvl="0" indent="0" algn="l" defTabSz="554492" rtl="0" eaLnBrk="1" fontAlgn="auto" latinLnBrk="0" hangingPunct="1">
                <a:lnSpc>
                  <a:spcPct val="100000"/>
                </a:lnSpc>
                <a:spcBef>
                  <a:spcPts val="649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sz="1334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Versos Light"/>
                <a:sym typeface="Arial"/>
              </a:endParaRPr>
            </a:p>
          </p:txBody>
        </p:sp>
        <p:sp>
          <p:nvSpPr>
            <p:cNvPr id="207" name="object 13">
              <a:extLst>
                <a:ext uri="{FF2B5EF4-FFF2-40B4-BE49-F238E27FC236}">
                  <a16:creationId xmlns:a16="http://schemas.microsoft.com/office/drawing/2014/main" id="{F1D3B1F7-617D-3B97-D4CF-CE88EB4C0B6D}"/>
                </a:ext>
              </a:extLst>
            </p:cNvPr>
            <p:cNvSpPr txBox="1"/>
            <p:nvPr/>
          </p:nvSpPr>
          <p:spPr>
            <a:xfrm>
              <a:off x="9001058" y="1362272"/>
              <a:ext cx="909759" cy="353943"/>
            </a:xfrm>
            <a:prstGeom prst="rect">
              <a:avLst/>
            </a:prstGeom>
          </p:spPr>
          <p:txBody>
            <a:bodyPr vert="horz" wrap="square" lIns="0" tIns="0" rIns="0" bIns="0" rtlCol="0" anchor="ctr" anchorCtr="0">
              <a:spAutoFit/>
            </a:bodyPr>
            <a:lstStyle/>
            <a:p>
              <a:pPr marL="0" marR="0" lvl="0" indent="0" algn="l" defTabSz="55444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115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Versos"/>
                  <a:sym typeface="Arial"/>
                </a:rPr>
                <a:t>Sami </a:t>
              </a:r>
              <a:br>
                <a:rPr kumimoji="0" lang="en-US" sz="115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Versos"/>
                  <a:sym typeface="Arial"/>
                </a:rPr>
              </a:br>
              <a:r>
                <a:rPr kumimoji="0" lang="en-US" sz="115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Versos"/>
                  <a:sym typeface="Arial"/>
                </a:rPr>
                <a:t>Karlik</a:t>
              </a:r>
            </a:p>
          </p:txBody>
        </p:sp>
        <p:sp>
          <p:nvSpPr>
            <p:cNvPr id="208" name="object 31">
              <a:extLst>
                <a:ext uri="{FF2B5EF4-FFF2-40B4-BE49-F238E27FC236}">
                  <a16:creationId xmlns:a16="http://schemas.microsoft.com/office/drawing/2014/main" id="{E598EBE3-532E-8A88-DF00-F7BF8DE25664}"/>
                </a:ext>
              </a:extLst>
            </p:cNvPr>
            <p:cNvSpPr/>
            <p:nvPr/>
          </p:nvSpPr>
          <p:spPr>
            <a:xfrm flipV="1">
              <a:off x="9001058" y="1702759"/>
              <a:ext cx="909759" cy="215789"/>
            </a:xfrm>
            <a:custGeom>
              <a:avLst/>
              <a:gdLst/>
              <a:ahLst/>
              <a:cxnLst/>
              <a:rect l="l" t="t" r="r" b="b"/>
              <a:pathLst>
                <a:path w="3848735">
                  <a:moveTo>
                    <a:pt x="0" y="0"/>
                  </a:moveTo>
                  <a:lnTo>
                    <a:pt x="3848699" y="0"/>
                  </a:lnTo>
                </a:path>
              </a:pathLst>
            </a:custGeom>
            <a:ln w="10470">
              <a:solidFill>
                <a:schemeClr val="bg1"/>
              </a:solidFill>
            </a:ln>
          </p:spPr>
          <p:txBody>
            <a:bodyPr wrap="square" lIns="0" tIns="0" rIns="0" bIns="0" rtlCol="0"/>
            <a:lstStyle/>
            <a:p>
              <a:pPr marL="0" marR="0" lvl="0" indent="0" algn="l" defTabSz="55449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sz="1092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9" name="chris-egan-titulo">
              <a:extLst>
                <a:ext uri="{FF2B5EF4-FFF2-40B4-BE49-F238E27FC236}">
                  <a16:creationId xmlns:a16="http://schemas.microsoft.com/office/drawing/2014/main" id="{9FDAA81E-D7C4-62B0-CDE8-B16AEF0CAB29}"/>
                </a:ext>
              </a:extLst>
            </p:cNvPr>
            <p:cNvSpPr txBox="1"/>
            <p:nvPr/>
          </p:nvSpPr>
          <p:spPr>
            <a:xfrm>
              <a:off x="9001058" y="1973368"/>
              <a:ext cx="909759" cy="107273"/>
            </a:xfrm>
            <a:prstGeom prst="rect">
              <a:avLst/>
            </a:prstGeom>
          </p:spPr>
          <p:txBody>
            <a:bodyPr vert="horz" wrap="square" lIns="0" tIns="0" rIns="0" bIns="0" rtlCol="0">
              <a:spAutoFit/>
            </a:bodyPr>
            <a:lstStyle/>
            <a:p>
              <a:pPr marL="0" marR="0" lvl="0" indent="0" algn="l" defTabSz="55444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697" b="0" i="0" u="none" strike="noStrike" kern="0" cap="none" spc="33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/>
                  <a:ea typeface="+mn-ea"/>
                  <a:cs typeface="Arial"/>
                  <a:sym typeface="Arial"/>
                </a:rPr>
                <a:t>CRÉDITO</a:t>
              </a:r>
            </a:p>
          </p:txBody>
        </p:sp>
        <p:sp>
          <p:nvSpPr>
            <p:cNvPr id="198" name="rodrigo-freire-experiencia">
              <a:extLst>
                <a:ext uri="{FF2B5EF4-FFF2-40B4-BE49-F238E27FC236}">
                  <a16:creationId xmlns:a16="http://schemas.microsoft.com/office/drawing/2014/main" id="{6833A8F8-C01B-2134-4BC0-42B9A43C7D7A}"/>
                </a:ext>
              </a:extLst>
            </p:cNvPr>
            <p:cNvSpPr txBox="1"/>
            <p:nvPr/>
          </p:nvSpPr>
          <p:spPr>
            <a:xfrm>
              <a:off x="8152830" y="2300512"/>
              <a:ext cx="1757987" cy="514184"/>
            </a:xfrm>
            <a:prstGeom prst="round1Rect">
              <a:avLst>
                <a:gd name="adj" fmla="val 0"/>
              </a:avLst>
            </a:prstGeom>
            <a:solidFill>
              <a:schemeClr val="tx1">
                <a:lumMod val="85000"/>
                <a:lumOff val="15000"/>
              </a:schemeClr>
            </a:solidFill>
          </p:spPr>
          <p:txBody>
            <a:bodyPr vert="horz" wrap="square" lIns="144000" tIns="0" rIns="72000" bIns="0" rtlCol="0" anchor="ctr" anchorCtr="0">
              <a:noAutofit/>
            </a:bodyPr>
            <a:lstStyle/>
            <a:p>
              <a:pPr marL="0" marR="2540" lvl="0" indent="0" algn="l" defTabSz="55444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Arial"/>
                <a:sym typeface="Arial"/>
              </a:endParaRPr>
            </a:p>
          </p:txBody>
        </p:sp>
        <p:grpSp>
          <p:nvGrpSpPr>
            <p:cNvPr id="243" name="Group 242">
              <a:extLst>
                <a:ext uri="{FF2B5EF4-FFF2-40B4-BE49-F238E27FC236}">
                  <a16:creationId xmlns:a16="http://schemas.microsoft.com/office/drawing/2014/main" id="{54F2C9F4-29D0-BE10-A04C-2CC0B0984702}"/>
                </a:ext>
              </a:extLst>
            </p:cNvPr>
            <p:cNvGrpSpPr/>
            <p:nvPr/>
          </p:nvGrpSpPr>
          <p:grpSpPr>
            <a:xfrm>
              <a:off x="8326717" y="2473817"/>
              <a:ext cx="1483845" cy="171299"/>
              <a:chOff x="4406976" y="2476710"/>
              <a:chExt cx="1483845" cy="171299"/>
            </a:xfrm>
          </p:grpSpPr>
          <p:pic>
            <p:nvPicPr>
              <p:cNvPr id="240" name="logo-unibanco">
                <a:extLst>
                  <a:ext uri="{FF2B5EF4-FFF2-40B4-BE49-F238E27FC236}">
                    <a16:creationId xmlns:a16="http://schemas.microsoft.com/office/drawing/2014/main" id="{B601A3A5-6BCA-30C7-89E6-21AC30F9D9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4" cstate="hqprint">
                <a:extLst>
                  <a:ext uri="{BEBA8EAE-BF5A-486C-A8C5-ECC9F3942E4B}">
                    <a14:imgProps xmlns:a14="http://schemas.microsoft.com/office/drawing/2010/main">
                      <a14:imgLayer r:embed="rId15">
                        <a14:imgEffect>
                          <a14:brightnessContrast brigh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 t="13484" b="13484"/>
              <a:stretch/>
            </p:blipFill>
            <p:spPr bwMode="auto">
              <a:xfrm>
                <a:off x="5144648" y="2480054"/>
                <a:ext cx="746173" cy="148227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241" name="logo-aig">
                <a:extLst>
                  <a:ext uri="{FF2B5EF4-FFF2-40B4-BE49-F238E27FC236}">
                    <a16:creationId xmlns:a16="http://schemas.microsoft.com/office/drawing/2014/main" id="{19BB254F-1187-2B8B-E476-81A1A38E27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6" cstate="hqprint">
                <a:extLst>
                  <a:ext uri="{BEBA8EAE-BF5A-486C-A8C5-ECC9F3942E4B}">
                    <a14:imgProps xmlns:a14="http://schemas.microsoft.com/office/drawing/2010/main">
                      <a14:imgLayer r:embed="rId17">
                        <a14:imgEffect>
                          <a14:brightnessContrast brigh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/>
                  </a:ext>
                </a:extLst>
              </a:blip>
              <a:stretch/>
            </p:blipFill>
            <p:spPr bwMode="auto">
              <a:xfrm>
                <a:off x="4745152" y="2476710"/>
                <a:ext cx="345262" cy="171299"/>
              </a:xfrm>
              <a:prstGeom prst="rect">
                <a:avLst/>
              </a:prstGeom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242" name="logo-bv">
                <a:extLst>
                  <a:ext uri="{FF2B5EF4-FFF2-40B4-BE49-F238E27FC236}">
                    <a16:creationId xmlns:a16="http://schemas.microsoft.com/office/drawing/2014/main" id="{0DBCC5BD-6CDE-8E96-7049-20D75ED641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8" cstate="hqprint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/>
            </p:blipFill>
            <p:spPr bwMode="auto">
              <a:xfrm>
                <a:off x="4406976" y="2480844"/>
                <a:ext cx="210024" cy="163033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</p:grpSp>
      <p:pic>
        <p:nvPicPr>
          <p:cNvPr id="246" name="adriano-mantesso-foto">
            <a:extLst>
              <a:ext uri="{FF2B5EF4-FFF2-40B4-BE49-F238E27FC236}">
                <a16:creationId xmlns:a16="http://schemas.microsoft.com/office/drawing/2014/main" id="{B7326618-40E4-9C1E-2EB2-EB2AEF61ED47}"/>
              </a:ext>
            </a:extLst>
          </p:cNvPr>
          <p:cNvPicPr preferRelativeResize="0">
            <a:picLocks/>
          </p:cNvPicPr>
          <p:nvPr/>
        </p:nvPicPr>
        <p:blipFill rotWithShape="1">
          <a:blip r:embed="rId19"/>
          <a:srcRect l="15471" r="15471"/>
          <a:stretch>
            <a:fillRect/>
          </a:stretch>
        </p:blipFill>
        <p:spPr>
          <a:xfrm>
            <a:off x="8140763" y="2965612"/>
            <a:ext cx="775554" cy="782903"/>
          </a:xfrm>
          <a:prstGeom prst="rect">
            <a:avLst/>
          </a:prstGeom>
        </p:spPr>
      </p:pic>
      <p:sp>
        <p:nvSpPr>
          <p:cNvPr id="212" name="chris-egan-bio">
            <a:extLst>
              <a:ext uri="{FF2B5EF4-FFF2-40B4-BE49-F238E27FC236}">
                <a16:creationId xmlns:a16="http://schemas.microsoft.com/office/drawing/2014/main" id="{B565D5C7-A185-3877-B3B1-F7F14EB44761}"/>
              </a:ext>
            </a:extLst>
          </p:cNvPr>
          <p:cNvSpPr txBox="1"/>
          <p:nvPr/>
        </p:nvSpPr>
        <p:spPr>
          <a:xfrm>
            <a:off x="10005893" y="3172889"/>
            <a:ext cx="1699231" cy="115929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0" marR="0" lvl="0" indent="0" algn="l" defTabSz="554440" rtl="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20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Versos"/>
                <a:sym typeface="Arial"/>
              </a:rPr>
              <a:t>Head de alguns dos maiores </a:t>
            </a:r>
            <a:br>
              <a:rPr kumimoji="0" lang="pt-BR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Versos"/>
                <a:sym typeface="Arial"/>
              </a:rPr>
            </a:br>
            <a:r>
              <a:rPr kumimoji="0" lang="pt-BR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Versos"/>
                <a:sym typeface="Arial"/>
              </a:rPr>
              <a:t>FIIs do Brasil, executou </a:t>
            </a:r>
            <a:br>
              <a:rPr kumimoji="0" lang="pt-BR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Versos"/>
                <a:sym typeface="Arial"/>
              </a:rPr>
            </a:br>
            <a:r>
              <a:rPr kumimoji="0" lang="pt-BR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Versos"/>
                <a:sym typeface="Arial"/>
              </a:rPr>
              <a:t>e gerenciou bilhões em </a:t>
            </a:r>
            <a:br>
              <a:rPr kumimoji="0" lang="pt-BR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Versos"/>
                <a:sym typeface="Arial"/>
              </a:rPr>
            </a:br>
            <a:r>
              <a:rPr kumimoji="0" lang="pt-BR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Versos"/>
                <a:sym typeface="Arial"/>
              </a:rPr>
              <a:t>transações imobiliárias.</a:t>
            </a:r>
          </a:p>
          <a:p>
            <a:pPr marL="0" marR="0" lvl="0" indent="0" algn="l" defTabSz="554440" rtl="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20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Versos"/>
                <a:sym typeface="Arial"/>
              </a:rPr>
              <a:t>Experiências anteriores </a:t>
            </a:r>
            <a:br>
              <a:rPr kumimoji="0" lang="pt-BR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Versos"/>
                <a:sym typeface="Arial"/>
              </a:rPr>
            </a:br>
            <a:r>
              <a:rPr kumimoji="0" lang="pt-BR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Versos"/>
                <a:sym typeface="Arial"/>
              </a:rPr>
              <a:t>como Head Latam na Ivanhoé Cambridge, </a:t>
            </a:r>
            <a:r>
              <a:rPr kumimoji="0" lang="pt-BR" sz="800" b="0" i="0" u="none" strike="noStrike" kern="0" cap="none" spc="0" normalizeH="0" baseline="0" noProof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Versos"/>
                <a:sym typeface="Arial"/>
              </a:rPr>
              <a:t>Partner</a:t>
            </a:r>
            <a:r>
              <a:rPr kumimoji="0" lang="pt-BR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Versos"/>
                <a:sym typeface="Arial"/>
              </a:rPr>
              <a:t> do BTG e </a:t>
            </a:r>
            <a:br>
              <a:rPr kumimoji="0" lang="pt-BR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Versos"/>
                <a:sym typeface="Arial"/>
              </a:rPr>
            </a:br>
            <a:r>
              <a:rPr kumimoji="0" lang="pt-BR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Versos"/>
                <a:sym typeface="Arial"/>
              </a:rPr>
              <a:t>Diretor Executivo da </a:t>
            </a:r>
            <a:r>
              <a:rPr kumimoji="0" lang="pt-BR" sz="800" b="0" i="0" u="none" strike="noStrike" kern="0" cap="none" spc="0" normalizeH="0" baseline="0" noProof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Versos"/>
                <a:sym typeface="Arial"/>
              </a:rPr>
              <a:t>Brazilian</a:t>
            </a:r>
            <a:r>
              <a:rPr kumimoji="0" lang="pt-BR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Versos"/>
                <a:sym typeface="Arial"/>
              </a:rPr>
              <a:t> Capital</a:t>
            </a:r>
          </a:p>
        </p:txBody>
      </p:sp>
      <p:sp>
        <p:nvSpPr>
          <p:cNvPr id="213" name="object 17">
            <a:extLst>
              <a:ext uri="{FF2B5EF4-FFF2-40B4-BE49-F238E27FC236}">
                <a16:creationId xmlns:a16="http://schemas.microsoft.com/office/drawing/2014/main" id="{952A5D5C-9BB2-D3BB-5B0B-5B30890F5900}"/>
              </a:ext>
            </a:extLst>
          </p:cNvPr>
          <p:cNvSpPr txBox="1"/>
          <p:nvPr/>
        </p:nvSpPr>
        <p:spPr>
          <a:xfrm>
            <a:off x="8136559" y="2958800"/>
            <a:ext cx="3701568" cy="1667085"/>
          </a:xfrm>
          <a:prstGeom prst="rect">
            <a:avLst/>
          </a:prstGeom>
          <a:ln w="10470">
            <a:solidFill>
              <a:schemeClr val="tx1">
                <a:lumMod val="85000"/>
                <a:lumOff val="15000"/>
              </a:schemeClr>
            </a:solidFill>
          </a:ln>
        </p:spPr>
        <p:txBody>
          <a:bodyPr vert="horz" wrap="square" lIns="0" tIns="82404" rIns="0" bIns="0" rtlCol="0">
            <a:noAutofit/>
          </a:bodyPr>
          <a:lstStyle/>
          <a:p>
            <a:pPr marL="102042" marR="0" lvl="0" indent="0" algn="l" defTabSz="554492" rtl="0" eaLnBrk="1" fontAlgn="auto" latinLnBrk="0" hangingPunct="1">
              <a:lnSpc>
                <a:spcPct val="100000"/>
              </a:lnSpc>
              <a:spcBef>
                <a:spcPts val="649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sz="1334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sos Light"/>
              <a:ea typeface="+mn-ea"/>
              <a:cs typeface="Versos Light"/>
              <a:sym typeface="Arial"/>
            </a:endParaRPr>
          </a:p>
        </p:txBody>
      </p:sp>
      <p:sp>
        <p:nvSpPr>
          <p:cNvPr id="221" name="object 13">
            <a:extLst>
              <a:ext uri="{FF2B5EF4-FFF2-40B4-BE49-F238E27FC236}">
                <a16:creationId xmlns:a16="http://schemas.microsoft.com/office/drawing/2014/main" id="{2C744284-22A1-E75B-01F0-67482DEC8E05}"/>
              </a:ext>
            </a:extLst>
          </p:cNvPr>
          <p:cNvSpPr txBox="1"/>
          <p:nvPr/>
        </p:nvSpPr>
        <p:spPr>
          <a:xfrm>
            <a:off x="8982147" y="3173461"/>
            <a:ext cx="1107252" cy="353943"/>
          </a:xfrm>
          <a:prstGeom prst="rect">
            <a:avLst/>
          </a:prstGeom>
        </p:spPr>
        <p:txBody>
          <a:bodyPr vert="horz" wrap="square" lIns="0" tIns="0" rIns="0" bIns="0" rtlCol="0" anchor="ctr" anchorCtr="0">
            <a:spAutoFit/>
          </a:bodyPr>
          <a:lstStyle/>
          <a:p>
            <a:pPr marL="0" marR="0" lvl="0" indent="0" algn="l" defTabSz="55444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n-US" sz="1150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Versos"/>
                <a:sym typeface="Arial"/>
              </a:rPr>
              <a:t>Adriano </a:t>
            </a:r>
            <a:r>
              <a:rPr kumimoji="0" lang="en-US" sz="1150" b="1" i="0" u="none" strike="noStrike" kern="0" cap="none" spc="0" normalizeH="0" baseline="0" noProof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Versos"/>
                <a:sym typeface="Arial"/>
              </a:rPr>
              <a:t>Mantesso</a:t>
            </a:r>
            <a:endParaRPr kumimoji="0" lang="en-US" sz="1150" b="1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sos" panose="020B0503020204030204" pitchFamily="34" charset="0"/>
              <a:ea typeface="+mn-ea"/>
              <a:cs typeface="Versos"/>
              <a:sym typeface="Arial"/>
            </a:endParaRPr>
          </a:p>
        </p:txBody>
      </p:sp>
      <p:sp>
        <p:nvSpPr>
          <p:cNvPr id="222" name="object 31">
            <a:extLst>
              <a:ext uri="{FF2B5EF4-FFF2-40B4-BE49-F238E27FC236}">
                <a16:creationId xmlns:a16="http://schemas.microsoft.com/office/drawing/2014/main" id="{46DF6C28-8139-1AF5-E1C1-980F43C0E810}"/>
              </a:ext>
            </a:extLst>
          </p:cNvPr>
          <p:cNvSpPr/>
          <p:nvPr/>
        </p:nvSpPr>
        <p:spPr>
          <a:xfrm flipV="1">
            <a:off x="8982147" y="3513948"/>
            <a:ext cx="909759" cy="215789"/>
          </a:xfrm>
          <a:custGeom>
            <a:avLst/>
            <a:gdLst/>
            <a:ahLst/>
            <a:cxnLst/>
            <a:rect l="l" t="t" r="r" b="b"/>
            <a:pathLst>
              <a:path w="3848735">
                <a:moveTo>
                  <a:pt x="0" y="0"/>
                </a:moveTo>
                <a:lnTo>
                  <a:pt x="3848699" y="0"/>
                </a:lnTo>
              </a:path>
            </a:pathLst>
          </a:custGeom>
          <a:ln w="10470">
            <a:solidFill>
              <a:schemeClr val="bg1"/>
            </a:solidFill>
          </a:ln>
        </p:spPr>
        <p:txBody>
          <a:bodyPr wrap="square" lIns="0" tIns="0" rIns="0" bIns="0" rtlCol="0"/>
          <a:lstStyle/>
          <a:p>
            <a:pPr marL="0" marR="0" lvl="0" indent="0" algn="l" defTabSz="55449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sz="1092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23" name="chris-egan-titulo">
            <a:extLst>
              <a:ext uri="{FF2B5EF4-FFF2-40B4-BE49-F238E27FC236}">
                <a16:creationId xmlns:a16="http://schemas.microsoft.com/office/drawing/2014/main" id="{7A5EF3A2-96FC-67A1-20C4-A66F527A00C2}"/>
              </a:ext>
            </a:extLst>
          </p:cNvPr>
          <p:cNvSpPr txBox="1"/>
          <p:nvPr/>
        </p:nvSpPr>
        <p:spPr>
          <a:xfrm>
            <a:off x="8982147" y="3793034"/>
            <a:ext cx="1014090" cy="107273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0" marR="0" lvl="0" indent="0" algn="l" defTabSz="55444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n-US" sz="697" b="0" i="0" u="none" strike="noStrike" kern="0" cap="none" spc="33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/>
                <a:ea typeface="+mn-ea"/>
                <a:cs typeface="Arial"/>
                <a:sym typeface="Arial"/>
              </a:rPr>
              <a:t>IMOBILIÁRIO</a:t>
            </a:r>
          </a:p>
        </p:txBody>
      </p:sp>
      <p:sp>
        <p:nvSpPr>
          <p:cNvPr id="215" name="rodrigo-freire-experiencia">
            <a:extLst>
              <a:ext uri="{FF2B5EF4-FFF2-40B4-BE49-F238E27FC236}">
                <a16:creationId xmlns:a16="http://schemas.microsoft.com/office/drawing/2014/main" id="{AE079B11-05A2-07F4-B3B8-95B15F8C732E}"/>
              </a:ext>
            </a:extLst>
          </p:cNvPr>
          <p:cNvSpPr txBox="1"/>
          <p:nvPr/>
        </p:nvSpPr>
        <p:spPr>
          <a:xfrm>
            <a:off x="8136559" y="4111701"/>
            <a:ext cx="1757987" cy="514184"/>
          </a:xfrm>
          <a:prstGeom prst="round1Rect">
            <a:avLst>
              <a:gd name="adj" fmla="val 0"/>
            </a:avLst>
          </a:prstGeom>
          <a:solidFill>
            <a:schemeClr val="tx1">
              <a:lumMod val="85000"/>
              <a:lumOff val="15000"/>
            </a:schemeClr>
          </a:solidFill>
        </p:spPr>
        <p:txBody>
          <a:bodyPr vert="horz" wrap="square" lIns="144000" tIns="0" rIns="72000" bIns="0" rtlCol="0" anchor="ctr" anchorCtr="0">
            <a:noAutofit/>
          </a:bodyPr>
          <a:lstStyle/>
          <a:p>
            <a:pPr marL="0" marR="2540" lvl="0" indent="0" algn="l" defTabSz="55444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sos Light"/>
              <a:ea typeface="+mn-ea"/>
              <a:cs typeface="Arial"/>
              <a:sym typeface="Arial"/>
            </a:endParaRPr>
          </a:p>
        </p:txBody>
      </p:sp>
      <p:grpSp>
        <p:nvGrpSpPr>
          <p:cNvPr id="251" name="Group 250">
            <a:extLst>
              <a:ext uri="{FF2B5EF4-FFF2-40B4-BE49-F238E27FC236}">
                <a16:creationId xmlns:a16="http://schemas.microsoft.com/office/drawing/2014/main" id="{3083E467-CB14-7349-5B29-8490B5C0FDCB}"/>
              </a:ext>
            </a:extLst>
          </p:cNvPr>
          <p:cNvGrpSpPr/>
          <p:nvPr/>
        </p:nvGrpSpPr>
        <p:grpSpPr>
          <a:xfrm>
            <a:off x="8247784" y="4282491"/>
            <a:ext cx="1523516" cy="171827"/>
            <a:chOff x="7655855" y="3764910"/>
            <a:chExt cx="1822784" cy="205580"/>
          </a:xfrm>
        </p:grpSpPr>
        <p:pic>
          <p:nvPicPr>
            <p:cNvPr id="252" name="logo-pitsburgh">
              <a:extLst>
                <a:ext uri="{FF2B5EF4-FFF2-40B4-BE49-F238E27FC236}">
                  <a16:creationId xmlns:a16="http://schemas.microsoft.com/office/drawing/2014/main" id="{F61B0D6E-8971-47E2-6C9C-F94F4D697B09}"/>
                </a:ext>
              </a:extLst>
            </p:cNvPr>
            <p:cNvPicPr/>
            <p:nvPr/>
          </p:nvPicPr>
          <p:blipFill>
            <a:blip r:embed="rId20">
              <a:extLst>
                <a:ext uri="{BEBA8EAE-BF5A-486C-A8C5-ECC9F3942E4B}">
                  <a14:imgProps xmlns:a14="http://schemas.microsoft.com/office/drawing/2010/main">
                    <a14:imgLayer r:embed="rId21">
                      <a14:imgEffect>
                        <a14:brightnessContrast bright="10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20388" b="20388"/>
            <a:stretch/>
          </p:blipFill>
          <p:spPr>
            <a:xfrm>
              <a:off x="8961456" y="3781632"/>
              <a:ext cx="517183" cy="172136"/>
            </a:xfrm>
            <a:prstGeom prst="rect">
              <a:avLst/>
            </a:prstGeom>
          </p:spPr>
        </p:pic>
        <p:pic>
          <p:nvPicPr>
            <p:cNvPr id="253" name="logo-btg-pactual">
              <a:extLst>
                <a:ext uri="{FF2B5EF4-FFF2-40B4-BE49-F238E27FC236}">
                  <a16:creationId xmlns:a16="http://schemas.microsoft.com/office/drawing/2014/main" id="{A2BF133E-D39B-47EE-3BC1-BDF5F4593DA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2">
              <a:extLst>
                <a:ext uri="{BEBA8EAE-BF5A-486C-A8C5-ECC9F3942E4B}">
                  <a14:imgProps xmlns:a14="http://schemas.microsoft.com/office/drawing/2010/main">
                    <a14:imgLayer r:embed="rId23">
                      <a14:imgEffect>
                        <a14:brightnessContrast bright="100000"/>
                      </a14:imgEffect>
                    </a14:imgLayer>
                  </a14:imgProps>
                </a:ext>
              </a:extLst>
            </a:blip>
            <a:stretch/>
          </p:blipFill>
          <p:spPr bwMode="auto">
            <a:xfrm>
              <a:off x="8341514" y="3764910"/>
              <a:ext cx="517182" cy="205580"/>
            </a:xfrm>
            <a:prstGeom prst="rect">
              <a:avLst/>
            </a:prstGeom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54" name="logo-cdpq">
              <a:extLst>
                <a:ext uri="{FF2B5EF4-FFF2-40B4-BE49-F238E27FC236}">
                  <a16:creationId xmlns:a16="http://schemas.microsoft.com/office/drawing/2014/main" id="{D85776F6-4B0F-1DDA-7FF6-8AC5324E816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18568" b="18568"/>
            <a:stretch/>
          </p:blipFill>
          <p:spPr bwMode="auto">
            <a:xfrm>
              <a:off x="7655855" y="3782198"/>
              <a:ext cx="582899" cy="171004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277" name="chris-egan-bio">
            <a:extLst>
              <a:ext uri="{FF2B5EF4-FFF2-40B4-BE49-F238E27FC236}">
                <a16:creationId xmlns:a16="http://schemas.microsoft.com/office/drawing/2014/main" id="{3373331B-270C-A6DA-6A85-AEF0077858EF}"/>
              </a:ext>
            </a:extLst>
          </p:cNvPr>
          <p:cNvSpPr txBox="1"/>
          <p:nvPr/>
        </p:nvSpPr>
        <p:spPr>
          <a:xfrm>
            <a:off x="6102423" y="3180150"/>
            <a:ext cx="1699231" cy="115929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0" marR="0" lvl="0" indent="0" algn="l" defTabSz="554440" rtl="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20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pt-BR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Arial"/>
                <a:sym typeface="Arial"/>
              </a:rPr>
              <a:t>Com mais de 23 anos de experiência em investimentos, atuou como sócia e </a:t>
            </a:r>
            <a:br>
              <a:rPr kumimoji="0" lang="pt-BR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Arial"/>
                <a:sym typeface="Arial"/>
              </a:rPr>
            </a:br>
            <a:r>
              <a:rPr kumimoji="0" lang="pt-BR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Arial"/>
                <a:sym typeface="Arial"/>
              </a:rPr>
              <a:t>diretora de investimentos </a:t>
            </a:r>
            <a:br>
              <a:rPr kumimoji="0" lang="pt-BR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Arial"/>
                <a:sym typeface="Arial"/>
              </a:rPr>
            </a:br>
            <a:r>
              <a:rPr kumimoji="0" lang="pt-BR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Arial"/>
                <a:sym typeface="Arial"/>
              </a:rPr>
              <a:t>no </a:t>
            </a:r>
            <a:r>
              <a:rPr kumimoji="0" lang="pt-BR" sz="800" b="0" i="0" u="none" strike="noStrike" kern="0" cap="none" spc="0" normalizeH="0" baseline="0" noProof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Arial"/>
                <a:sym typeface="Arial"/>
              </a:rPr>
              <a:t>family</a:t>
            </a:r>
            <a:r>
              <a:rPr kumimoji="0" lang="pt-BR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Arial"/>
                <a:sym typeface="Arial"/>
              </a:rPr>
              <a:t> office Focus Invest.</a:t>
            </a:r>
          </a:p>
          <a:p>
            <a:pPr marL="0" marR="0" lvl="0" indent="0" algn="l" defTabSz="554440" rtl="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20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pt-BR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Arial"/>
                <a:sym typeface="Arial"/>
              </a:rPr>
              <a:t>Experiências anteriores incluem </a:t>
            </a:r>
            <a:br>
              <a:rPr kumimoji="0" lang="pt-BR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Arial"/>
                <a:sym typeface="Arial"/>
              </a:rPr>
            </a:br>
            <a:r>
              <a:rPr kumimoji="0" lang="pt-BR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Arial"/>
                <a:sym typeface="Arial"/>
              </a:rPr>
              <a:t>o segmento </a:t>
            </a:r>
            <a:r>
              <a:rPr kumimoji="0" lang="pt-BR" sz="800" b="0" i="0" u="none" strike="noStrike" kern="0" cap="none" spc="0" normalizeH="0" baseline="0" noProof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Arial"/>
                <a:sym typeface="Arial"/>
              </a:rPr>
              <a:t>private</a:t>
            </a:r>
            <a:r>
              <a:rPr kumimoji="0" lang="pt-BR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Arial"/>
                <a:sym typeface="Arial"/>
              </a:rPr>
              <a:t> do Unibanco </a:t>
            </a:r>
            <a:br>
              <a:rPr kumimoji="0" lang="pt-BR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Arial"/>
                <a:sym typeface="Arial"/>
              </a:rPr>
            </a:br>
            <a:r>
              <a:rPr kumimoji="0" lang="pt-BR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Arial"/>
                <a:sym typeface="Arial"/>
              </a:rPr>
              <a:t>e gestão de fundos de ações </a:t>
            </a:r>
            <a:br>
              <a:rPr kumimoji="0" lang="pt-BR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Arial"/>
                <a:sym typeface="Arial"/>
              </a:rPr>
            </a:br>
            <a:r>
              <a:rPr kumimoji="0" lang="pt-BR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Arial"/>
                <a:sym typeface="Arial"/>
              </a:rPr>
              <a:t>na antiga BV Asset.</a:t>
            </a:r>
          </a:p>
        </p:txBody>
      </p:sp>
      <p:sp>
        <p:nvSpPr>
          <p:cNvPr id="278" name="object 17">
            <a:extLst>
              <a:ext uri="{FF2B5EF4-FFF2-40B4-BE49-F238E27FC236}">
                <a16:creationId xmlns:a16="http://schemas.microsoft.com/office/drawing/2014/main" id="{DE862069-5D12-2915-1167-A0FC0F0B37C9}"/>
              </a:ext>
            </a:extLst>
          </p:cNvPr>
          <p:cNvSpPr txBox="1"/>
          <p:nvPr/>
        </p:nvSpPr>
        <p:spPr>
          <a:xfrm>
            <a:off x="4233089" y="2966061"/>
            <a:ext cx="3701568" cy="1667085"/>
          </a:xfrm>
          <a:prstGeom prst="rect">
            <a:avLst/>
          </a:prstGeom>
          <a:ln w="10470">
            <a:solidFill>
              <a:schemeClr val="tx1">
                <a:lumMod val="85000"/>
                <a:lumOff val="15000"/>
              </a:schemeClr>
            </a:solidFill>
          </a:ln>
        </p:spPr>
        <p:txBody>
          <a:bodyPr vert="horz" wrap="square" lIns="0" tIns="82404" rIns="0" bIns="0" rtlCol="0">
            <a:noAutofit/>
          </a:bodyPr>
          <a:lstStyle/>
          <a:p>
            <a:pPr marL="102042" marR="0" lvl="0" indent="0" algn="l" defTabSz="554492" rtl="0" eaLnBrk="1" fontAlgn="auto" latinLnBrk="0" hangingPunct="1">
              <a:lnSpc>
                <a:spcPct val="100000"/>
              </a:lnSpc>
              <a:spcBef>
                <a:spcPts val="649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sz="1334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sos Light"/>
              <a:ea typeface="+mn-ea"/>
              <a:cs typeface="Versos Light"/>
              <a:sym typeface="Arial"/>
            </a:endParaRPr>
          </a:p>
        </p:txBody>
      </p:sp>
      <p:grpSp>
        <p:nvGrpSpPr>
          <p:cNvPr id="279" name="Group 278">
            <a:extLst>
              <a:ext uri="{FF2B5EF4-FFF2-40B4-BE49-F238E27FC236}">
                <a16:creationId xmlns:a16="http://schemas.microsoft.com/office/drawing/2014/main" id="{1090BA05-7560-9083-BA90-6D0764D79A13}"/>
              </a:ext>
            </a:extLst>
          </p:cNvPr>
          <p:cNvGrpSpPr/>
          <p:nvPr/>
        </p:nvGrpSpPr>
        <p:grpSpPr>
          <a:xfrm>
            <a:off x="5081317" y="3180722"/>
            <a:ext cx="1008261" cy="824198"/>
            <a:chOff x="1166158" y="1365165"/>
            <a:chExt cx="1008261" cy="824198"/>
          </a:xfrm>
        </p:grpSpPr>
        <p:sp>
          <p:nvSpPr>
            <p:cNvPr id="281" name="object 13">
              <a:extLst>
                <a:ext uri="{FF2B5EF4-FFF2-40B4-BE49-F238E27FC236}">
                  <a16:creationId xmlns:a16="http://schemas.microsoft.com/office/drawing/2014/main" id="{4E6B1E5F-0BE8-96C3-F0F5-526778323F45}"/>
                </a:ext>
              </a:extLst>
            </p:cNvPr>
            <p:cNvSpPr txBox="1"/>
            <p:nvPr/>
          </p:nvSpPr>
          <p:spPr>
            <a:xfrm>
              <a:off x="1166158" y="1365165"/>
              <a:ext cx="1008261" cy="353943"/>
            </a:xfrm>
            <a:prstGeom prst="rect">
              <a:avLst/>
            </a:prstGeom>
          </p:spPr>
          <p:txBody>
            <a:bodyPr vert="horz" wrap="square" lIns="0" tIns="0" rIns="0" bIns="0" rtlCol="0" anchor="ctr" anchorCtr="0">
              <a:spAutoFit/>
            </a:bodyPr>
            <a:lstStyle/>
            <a:p>
              <a:pPr marL="0" marR="0" lvl="0" indent="0" algn="l" defTabSz="55444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115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Versos"/>
                  <a:sym typeface="Arial"/>
                </a:rPr>
                <a:t>Letícia Albuquerque</a:t>
              </a:r>
            </a:p>
          </p:txBody>
        </p:sp>
        <p:sp>
          <p:nvSpPr>
            <p:cNvPr id="282" name="object 31">
              <a:extLst>
                <a:ext uri="{FF2B5EF4-FFF2-40B4-BE49-F238E27FC236}">
                  <a16:creationId xmlns:a16="http://schemas.microsoft.com/office/drawing/2014/main" id="{1A08F453-8F9C-172E-3718-60C2FA223D2C}"/>
                </a:ext>
              </a:extLst>
            </p:cNvPr>
            <p:cNvSpPr/>
            <p:nvPr/>
          </p:nvSpPr>
          <p:spPr>
            <a:xfrm flipV="1">
              <a:off x="1166158" y="1705652"/>
              <a:ext cx="909759" cy="215789"/>
            </a:xfrm>
            <a:custGeom>
              <a:avLst/>
              <a:gdLst/>
              <a:ahLst/>
              <a:cxnLst/>
              <a:rect l="l" t="t" r="r" b="b"/>
              <a:pathLst>
                <a:path w="3848735">
                  <a:moveTo>
                    <a:pt x="0" y="0"/>
                  </a:moveTo>
                  <a:lnTo>
                    <a:pt x="3848699" y="0"/>
                  </a:lnTo>
                </a:path>
              </a:pathLst>
            </a:custGeom>
            <a:ln w="10470">
              <a:solidFill>
                <a:schemeClr val="bg1"/>
              </a:solidFill>
            </a:ln>
          </p:spPr>
          <p:txBody>
            <a:bodyPr wrap="square" lIns="0" tIns="0" rIns="0" bIns="0" rtlCol="0"/>
            <a:lstStyle/>
            <a:p>
              <a:pPr marL="0" marR="0" lvl="0" indent="0" algn="l" defTabSz="55449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sz="1092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3" name="chris-egan-titulo">
              <a:extLst>
                <a:ext uri="{FF2B5EF4-FFF2-40B4-BE49-F238E27FC236}">
                  <a16:creationId xmlns:a16="http://schemas.microsoft.com/office/drawing/2014/main" id="{6A2E6226-C9C0-CA03-DF10-E6219857DE63}"/>
                </a:ext>
              </a:extLst>
            </p:cNvPr>
            <p:cNvSpPr txBox="1"/>
            <p:nvPr/>
          </p:nvSpPr>
          <p:spPr>
            <a:xfrm>
              <a:off x="1166158" y="1974817"/>
              <a:ext cx="921293" cy="214546"/>
            </a:xfrm>
            <a:prstGeom prst="rect">
              <a:avLst/>
            </a:prstGeom>
          </p:spPr>
          <p:txBody>
            <a:bodyPr vert="horz" wrap="square" lIns="0" tIns="0" rIns="0" bIns="0" rtlCol="0">
              <a:spAutoFit/>
            </a:bodyPr>
            <a:lstStyle/>
            <a:p>
              <a:pPr marL="0" marR="0" lvl="0" indent="0" algn="l" defTabSz="55444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697" b="0" i="0" u="none" strike="noStrike" kern="0" cap="none" spc="33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/>
                  <a:ea typeface="+mn-ea"/>
                  <a:cs typeface="Arial"/>
                  <a:sym typeface="Arial"/>
                </a:rPr>
                <a:t>INVESTMENT SOLUTIONS</a:t>
              </a:r>
            </a:p>
          </p:txBody>
        </p:sp>
      </p:grpSp>
      <p:sp>
        <p:nvSpPr>
          <p:cNvPr id="280" name="rodrigo-freire-experiencia">
            <a:extLst>
              <a:ext uri="{FF2B5EF4-FFF2-40B4-BE49-F238E27FC236}">
                <a16:creationId xmlns:a16="http://schemas.microsoft.com/office/drawing/2014/main" id="{B52F903B-6132-8D56-82A6-3E9CB59E4912}"/>
              </a:ext>
            </a:extLst>
          </p:cNvPr>
          <p:cNvSpPr txBox="1"/>
          <p:nvPr/>
        </p:nvSpPr>
        <p:spPr>
          <a:xfrm>
            <a:off x="4233089" y="4118962"/>
            <a:ext cx="1757987" cy="514184"/>
          </a:xfrm>
          <a:prstGeom prst="round1Rect">
            <a:avLst>
              <a:gd name="adj" fmla="val 0"/>
            </a:avLst>
          </a:prstGeom>
          <a:solidFill>
            <a:schemeClr val="tx1">
              <a:lumMod val="85000"/>
              <a:lumOff val="15000"/>
            </a:schemeClr>
          </a:solidFill>
        </p:spPr>
        <p:txBody>
          <a:bodyPr vert="horz" wrap="square" lIns="144000" tIns="0" rIns="72000" bIns="0" rtlCol="0" anchor="ctr" anchorCtr="0">
            <a:noAutofit/>
          </a:bodyPr>
          <a:lstStyle/>
          <a:p>
            <a:pPr marL="0" marR="2540" lvl="0" indent="0" algn="l" defTabSz="55444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sos Light"/>
              <a:ea typeface="+mn-ea"/>
              <a:cs typeface="Arial"/>
              <a:sym typeface="Arial"/>
            </a:endParaRPr>
          </a:p>
        </p:txBody>
      </p:sp>
      <p:grpSp>
        <p:nvGrpSpPr>
          <p:cNvPr id="386" name="Group 385">
            <a:extLst>
              <a:ext uri="{FF2B5EF4-FFF2-40B4-BE49-F238E27FC236}">
                <a16:creationId xmlns:a16="http://schemas.microsoft.com/office/drawing/2014/main" id="{9849E8DC-2895-75CF-B4C7-17FDBEBCE239}"/>
              </a:ext>
            </a:extLst>
          </p:cNvPr>
          <p:cNvGrpSpPr/>
          <p:nvPr/>
        </p:nvGrpSpPr>
        <p:grpSpPr>
          <a:xfrm>
            <a:off x="4563580" y="4263883"/>
            <a:ext cx="1170240" cy="221280"/>
            <a:chOff x="4406976" y="4263883"/>
            <a:chExt cx="1170240" cy="221280"/>
          </a:xfrm>
        </p:grpSpPr>
        <p:pic>
          <p:nvPicPr>
            <p:cNvPr id="384" name="logo-bv">
              <a:extLst>
                <a:ext uri="{FF2B5EF4-FFF2-40B4-BE49-F238E27FC236}">
                  <a16:creationId xmlns:a16="http://schemas.microsoft.com/office/drawing/2014/main" id="{E8860544-D7BE-A8DE-93D6-F87FE63904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5" cstate="hq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 bwMode="auto">
            <a:xfrm>
              <a:off x="4406976" y="4263883"/>
              <a:ext cx="285061" cy="22128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85" name="logo-unibanco">
              <a:extLst>
                <a:ext uri="{FF2B5EF4-FFF2-40B4-BE49-F238E27FC236}">
                  <a16:creationId xmlns:a16="http://schemas.microsoft.com/office/drawing/2014/main" id="{DB64EDD5-6625-720B-6D31-64CECEFF19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4" cstate="hqprint">
              <a:extLst>
                <a:ext uri="{BEBA8EAE-BF5A-486C-A8C5-ECC9F3942E4B}">
                  <a14:imgProps xmlns:a14="http://schemas.microsoft.com/office/drawing/2010/main">
                    <a14:imgLayer r:embed="rId15">
                      <a14:imgEffect>
                        <a14:brightnessContrast bright="10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/>
                </a:ext>
              </a:extLst>
            </a:blip>
            <a:srcRect t="13484" b="13484"/>
            <a:stretch/>
          </p:blipFill>
          <p:spPr bwMode="auto">
            <a:xfrm>
              <a:off x="4826473" y="4288146"/>
              <a:ext cx="750743" cy="14913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7BDF14C9-70E3-E32D-D8B4-55A42B796300}"/>
              </a:ext>
            </a:extLst>
          </p:cNvPr>
          <p:cNvGrpSpPr/>
          <p:nvPr/>
        </p:nvGrpSpPr>
        <p:grpSpPr>
          <a:xfrm>
            <a:off x="8160433" y="1145876"/>
            <a:ext cx="3701568" cy="1668820"/>
            <a:chOff x="310708" y="2964326"/>
            <a:chExt cx="3701568" cy="1668820"/>
          </a:xfrm>
        </p:grpSpPr>
        <p:pic>
          <p:nvPicPr>
            <p:cNvPr id="383" name="enrico-trotta-foto">
              <a:extLst>
                <a:ext uri="{FF2B5EF4-FFF2-40B4-BE49-F238E27FC236}">
                  <a16:creationId xmlns:a16="http://schemas.microsoft.com/office/drawing/2014/main" id="{59F3F738-F604-F4D1-1F14-159B4408853A}"/>
                </a:ext>
              </a:extLst>
            </p:cNvPr>
            <p:cNvPicPr preferRelativeResize="0">
              <a:picLocks/>
            </p:cNvPicPr>
            <p:nvPr/>
          </p:nvPicPr>
          <p:blipFill>
            <a:blip r:embed="rId26"/>
            <a:srcRect l="15144" r="15144"/>
            <a:stretch/>
          </p:blipFill>
          <p:spPr>
            <a:xfrm>
              <a:off x="310708" y="2964326"/>
              <a:ext cx="775554" cy="775554"/>
            </a:xfrm>
            <a:prstGeom prst="rect">
              <a:avLst/>
            </a:prstGeom>
          </p:spPr>
        </p:pic>
        <p:grpSp>
          <p:nvGrpSpPr>
            <p:cNvPr id="259" name="Group 258">
              <a:extLst>
                <a:ext uri="{FF2B5EF4-FFF2-40B4-BE49-F238E27FC236}">
                  <a16:creationId xmlns:a16="http://schemas.microsoft.com/office/drawing/2014/main" id="{DBBC2246-D793-CBE2-26A9-DB4AF5258E4C}"/>
                </a:ext>
              </a:extLst>
            </p:cNvPr>
            <p:cNvGrpSpPr/>
            <p:nvPr/>
          </p:nvGrpSpPr>
          <p:grpSpPr>
            <a:xfrm>
              <a:off x="310708" y="2966061"/>
              <a:ext cx="3701568" cy="1667085"/>
              <a:chOff x="310708" y="1150504"/>
              <a:chExt cx="3701568" cy="1667085"/>
            </a:xfrm>
          </p:grpSpPr>
          <p:sp>
            <p:nvSpPr>
              <p:cNvPr id="285" name="chris-egan-bio">
                <a:extLst>
                  <a:ext uri="{FF2B5EF4-FFF2-40B4-BE49-F238E27FC236}">
                    <a16:creationId xmlns:a16="http://schemas.microsoft.com/office/drawing/2014/main" id="{6BEA6DB3-8378-8A35-C3D1-4CA35B60C968}"/>
                  </a:ext>
                </a:extLst>
              </p:cNvPr>
              <p:cNvSpPr txBox="1"/>
              <p:nvPr/>
            </p:nvSpPr>
            <p:spPr>
              <a:xfrm>
                <a:off x="2180042" y="1364593"/>
                <a:ext cx="1699231" cy="1036181"/>
              </a:xfrm>
              <a:prstGeom prst="rect">
                <a:avLst/>
              </a:prstGeom>
            </p:spPr>
            <p:txBody>
              <a:bodyPr vert="horz" wrap="square" lIns="0" tIns="0" rIns="0" bIns="0" rtlCol="0">
                <a:spAutoFit/>
              </a:bodyPr>
              <a:lstStyle/>
              <a:p>
                <a:pPr marL="0" marR="0" lvl="0" indent="0" algn="l" defTabSz="554440" rtl="0" eaLnBrk="1" fontAlgn="auto" latinLnBrk="0" hangingPunct="1">
                  <a:lnSpc>
                    <a:spcPct val="100000"/>
                  </a:lnSpc>
                  <a:spcBef>
                    <a:spcPts val="200"/>
                  </a:spcBef>
                  <a:spcAft>
                    <a:spcPts val="20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pt-BR" sz="8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/>
                    <a:ea typeface="+mn-ea"/>
                    <a:cs typeface="Arial"/>
                    <a:sym typeface="Arial"/>
                  </a:rPr>
                  <a:t>+ de 15 anos em Mercado </a:t>
                </a:r>
                <a:br>
                  <a:rPr kumimoji="0" lang="pt-BR" sz="8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/>
                    <a:ea typeface="+mn-ea"/>
                    <a:cs typeface="Arial"/>
                    <a:sym typeface="Arial"/>
                  </a:rPr>
                </a:br>
                <a:r>
                  <a:rPr kumimoji="0" lang="pt-BR" sz="8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/>
                    <a:ea typeface="+mn-ea"/>
                    <a:cs typeface="Arial"/>
                    <a:sym typeface="Arial"/>
                  </a:rPr>
                  <a:t>de Capitais, participando em </a:t>
                </a:r>
                <a:br>
                  <a:rPr kumimoji="0" lang="pt-BR" sz="8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/>
                    <a:ea typeface="+mn-ea"/>
                    <a:cs typeface="Arial"/>
                    <a:sym typeface="Arial"/>
                  </a:rPr>
                </a:br>
                <a:r>
                  <a:rPr kumimoji="0" lang="pt-BR" sz="8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/>
                    <a:ea typeface="+mn-ea"/>
                    <a:cs typeface="Arial"/>
                    <a:sym typeface="Arial"/>
                  </a:rPr>
                  <a:t>mais de 50 </a:t>
                </a:r>
                <a:r>
                  <a:rPr kumimoji="0" lang="pt-BR" sz="800" b="0" i="0" u="none" strike="noStrike" kern="0" cap="none" spc="0" normalizeH="0" baseline="0" noProof="0" err="1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/>
                    <a:ea typeface="+mn-ea"/>
                    <a:cs typeface="Arial"/>
                    <a:sym typeface="Arial"/>
                  </a:rPr>
                  <a:t>IPOs</a:t>
                </a:r>
                <a:r>
                  <a:rPr kumimoji="0" lang="pt-BR" sz="8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/>
                    <a:ea typeface="+mn-ea"/>
                    <a:cs typeface="Arial"/>
                    <a:sym typeface="Arial"/>
                  </a:rPr>
                  <a:t> e follow-ons durante os 12 anos de </a:t>
                </a:r>
                <a:r>
                  <a:rPr kumimoji="0" lang="pt-BR" sz="800" b="0" i="0" u="none" strike="noStrike" kern="0" cap="none" spc="0" normalizeH="0" baseline="0" noProof="0" err="1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/>
                    <a:ea typeface="+mn-ea"/>
                    <a:cs typeface="Arial"/>
                    <a:sym typeface="Arial"/>
                  </a:rPr>
                  <a:t>Equity</a:t>
                </a:r>
                <a:r>
                  <a:rPr kumimoji="0" lang="pt-BR" sz="8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/>
                    <a:ea typeface="+mn-ea"/>
                    <a:cs typeface="Arial"/>
                    <a:sym typeface="Arial"/>
                  </a:rPr>
                  <a:t> </a:t>
                </a:r>
                <a:r>
                  <a:rPr kumimoji="0" lang="pt-BR" sz="800" b="0" i="0" u="none" strike="noStrike" kern="0" cap="none" spc="0" normalizeH="0" baseline="0" noProof="0" err="1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/>
                    <a:ea typeface="+mn-ea"/>
                    <a:cs typeface="Arial"/>
                    <a:sym typeface="Arial"/>
                  </a:rPr>
                  <a:t>Research</a:t>
                </a:r>
                <a:r>
                  <a:rPr kumimoji="0" lang="pt-BR" sz="8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/>
                    <a:ea typeface="+mn-ea"/>
                    <a:cs typeface="Arial"/>
                    <a:sym typeface="Arial"/>
                  </a:rPr>
                  <a:t> no Itaú BBA, onde cobriu os setores Imobiliário e Tecnologia.  </a:t>
                </a:r>
              </a:p>
              <a:p>
                <a:pPr marL="0" marR="0" lvl="0" indent="0" algn="l" defTabSz="554440" rtl="0" eaLnBrk="1" fontAlgn="auto" latinLnBrk="0" hangingPunct="1">
                  <a:lnSpc>
                    <a:spcPct val="100000"/>
                  </a:lnSpc>
                  <a:spcBef>
                    <a:spcPts val="200"/>
                  </a:spcBef>
                  <a:spcAft>
                    <a:spcPts val="20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pt-BR" sz="8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/>
                    <a:ea typeface="+mn-ea"/>
                    <a:cs typeface="Arial"/>
                    <a:sym typeface="Arial"/>
                  </a:rPr>
                  <a:t>Anteriormente, trabalhou com venture capital e consultoria.</a:t>
                </a:r>
              </a:p>
            </p:txBody>
          </p:sp>
          <p:sp>
            <p:nvSpPr>
              <p:cNvPr id="286" name="object 17">
                <a:extLst>
                  <a:ext uri="{FF2B5EF4-FFF2-40B4-BE49-F238E27FC236}">
                    <a16:creationId xmlns:a16="http://schemas.microsoft.com/office/drawing/2014/main" id="{51F193BA-5DA8-432E-1E22-B7127A146894}"/>
                  </a:ext>
                </a:extLst>
              </p:cNvPr>
              <p:cNvSpPr txBox="1"/>
              <p:nvPr/>
            </p:nvSpPr>
            <p:spPr>
              <a:xfrm>
                <a:off x="310708" y="1150504"/>
                <a:ext cx="3701568" cy="1667085"/>
              </a:xfrm>
              <a:prstGeom prst="rect">
                <a:avLst/>
              </a:prstGeom>
              <a:ln w="10470">
                <a:solidFill>
                  <a:schemeClr val="tx1">
                    <a:lumMod val="85000"/>
                    <a:lumOff val="15000"/>
                  </a:schemeClr>
                </a:solidFill>
              </a:ln>
            </p:spPr>
            <p:txBody>
              <a:bodyPr vert="horz" wrap="square" lIns="0" tIns="82404" rIns="0" bIns="0" rtlCol="0">
                <a:noAutofit/>
              </a:bodyPr>
              <a:lstStyle/>
              <a:p>
                <a:pPr marL="102042" marR="0" lvl="0" indent="0" algn="l" defTabSz="554492" rtl="0" eaLnBrk="1" fontAlgn="auto" latinLnBrk="0" hangingPunct="1">
                  <a:lnSpc>
                    <a:spcPct val="100000"/>
                  </a:lnSpc>
                  <a:spcBef>
                    <a:spcPts val="649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endParaRPr kumimoji="0" sz="1334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Versos Light"/>
                  <a:sym typeface="Arial"/>
                </a:endParaRPr>
              </a:p>
            </p:txBody>
          </p:sp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55869811-BFAB-33EF-E68D-48F8CB6BF7CA}"/>
                  </a:ext>
                </a:extLst>
              </p:cNvPr>
              <p:cNvGrpSpPr/>
              <p:nvPr/>
            </p:nvGrpSpPr>
            <p:grpSpPr>
              <a:xfrm>
                <a:off x="1158936" y="1365165"/>
                <a:ext cx="1107252" cy="817890"/>
                <a:chOff x="1166158" y="1365165"/>
                <a:chExt cx="1107252" cy="817890"/>
              </a:xfrm>
            </p:grpSpPr>
            <p:sp>
              <p:nvSpPr>
                <p:cNvPr id="294" name="object 13">
                  <a:extLst>
                    <a:ext uri="{FF2B5EF4-FFF2-40B4-BE49-F238E27FC236}">
                      <a16:creationId xmlns:a16="http://schemas.microsoft.com/office/drawing/2014/main" id="{2488E4D4-E0DC-E11C-9C0C-D7E10CA16517}"/>
                    </a:ext>
                  </a:extLst>
                </p:cNvPr>
                <p:cNvSpPr txBox="1"/>
                <p:nvPr/>
              </p:nvSpPr>
              <p:spPr>
                <a:xfrm>
                  <a:off x="1166158" y="1365165"/>
                  <a:ext cx="1107252" cy="353943"/>
                </a:xfrm>
                <a:prstGeom prst="rect">
                  <a:avLst/>
                </a:prstGeom>
              </p:spPr>
              <p:txBody>
                <a:bodyPr vert="horz" wrap="square" lIns="0" tIns="0" rIns="0" bIns="0" rtlCol="0" anchor="ctr" anchorCtr="0">
                  <a:spAutoFit/>
                </a:bodyPr>
                <a:lstStyle/>
                <a:p>
                  <a:pPr marL="0" marR="0" lvl="0" indent="0" algn="l" defTabSz="55444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150" b="1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" panose="020B0503020204030204" pitchFamily="34" charset="0"/>
                      <a:ea typeface="+mn-ea"/>
                      <a:cs typeface="Versos"/>
                      <a:sym typeface="Arial"/>
                    </a:rPr>
                    <a:t>Enrico </a:t>
                  </a:r>
                  <a:br>
                    <a:rPr kumimoji="0" lang="en-US" sz="1150" b="1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" panose="020B0503020204030204" pitchFamily="34" charset="0"/>
                      <a:ea typeface="+mn-ea"/>
                      <a:cs typeface="Versos"/>
                      <a:sym typeface="Arial"/>
                    </a:rPr>
                  </a:br>
                  <a:r>
                    <a:rPr kumimoji="0" lang="en-US" sz="1150" b="1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" panose="020B0503020204030204" pitchFamily="34" charset="0"/>
                      <a:ea typeface="+mn-ea"/>
                      <a:cs typeface="Versos"/>
                      <a:sym typeface="Arial"/>
                    </a:rPr>
                    <a:t>Trotta</a:t>
                  </a:r>
                </a:p>
              </p:txBody>
            </p:sp>
            <p:sp>
              <p:nvSpPr>
                <p:cNvPr id="295" name="object 31">
                  <a:extLst>
                    <a:ext uri="{FF2B5EF4-FFF2-40B4-BE49-F238E27FC236}">
                      <a16:creationId xmlns:a16="http://schemas.microsoft.com/office/drawing/2014/main" id="{47DD10A4-9CD4-2078-BAF6-0FAC0E810C5A}"/>
                    </a:ext>
                  </a:extLst>
                </p:cNvPr>
                <p:cNvSpPr/>
                <p:nvPr/>
              </p:nvSpPr>
              <p:spPr>
                <a:xfrm flipV="1">
                  <a:off x="1166158" y="1705652"/>
                  <a:ext cx="909759" cy="2157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48735">
                      <a:moveTo>
                        <a:pt x="0" y="0"/>
                      </a:moveTo>
                      <a:lnTo>
                        <a:pt x="3848699" y="0"/>
                      </a:lnTo>
                    </a:path>
                  </a:pathLst>
                </a:custGeom>
                <a:ln w="10470">
                  <a:solidFill>
                    <a:schemeClr val="bg1"/>
                  </a:solidFill>
                </a:ln>
              </p:spPr>
              <p:txBody>
                <a:bodyPr wrap="square" lIns="0" tIns="0" rIns="0" bIns="0" rtlCol="0"/>
                <a:lstStyle/>
                <a:p>
                  <a:pPr marL="0" marR="0" lvl="0" indent="0" algn="l" defTabSz="554492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endParaRPr kumimoji="0" sz="1092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296" name="chris-egan-titulo">
                  <a:extLst>
                    <a:ext uri="{FF2B5EF4-FFF2-40B4-BE49-F238E27FC236}">
                      <a16:creationId xmlns:a16="http://schemas.microsoft.com/office/drawing/2014/main" id="{49EB294E-F54F-A288-5D3C-E8911294CD4A}"/>
                    </a:ext>
                  </a:extLst>
                </p:cNvPr>
                <p:cNvSpPr txBox="1"/>
                <p:nvPr/>
              </p:nvSpPr>
              <p:spPr>
                <a:xfrm>
                  <a:off x="1166158" y="1968509"/>
                  <a:ext cx="921293" cy="214546"/>
                </a:xfrm>
                <a:prstGeom prst="rect">
                  <a:avLst/>
                </a:prstGeom>
              </p:spPr>
              <p:txBody>
                <a:bodyPr vert="horz" wrap="square" lIns="0" tIns="0" rIns="0" bIns="0" rtlCol="0">
                  <a:spAutoFit/>
                </a:bodyPr>
                <a:lstStyle/>
                <a:p>
                  <a:pPr marL="0" marR="0" lvl="0" indent="0" algn="l" defTabSz="55444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697" b="0" i="0" u="none" strike="noStrike" kern="0" cap="none" spc="33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"/>
                      <a:ea typeface="+mn-ea"/>
                      <a:cs typeface="Arial"/>
                      <a:sym typeface="Arial"/>
                    </a:rPr>
                    <a:t>DISTRIBUIÇÃO, RESEARCH E RI</a:t>
                  </a:r>
                </a:p>
              </p:txBody>
            </p:sp>
          </p:grpSp>
          <p:sp>
            <p:nvSpPr>
              <p:cNvPr id="288" name="rodrigo-freire-experiencia">
                <a:extLst>
                  <a:ext uri="{FF2B5EF4-FFF2-40B4-BE49-F238E27FC236}">
                    <a16:creationId xmlns:a16="http://schemas.microsoft.com/office/drawing/2014/main" id="{6B6268B4-2BE0-74B4-F32B-3097EB67F581}"/>
                  </a:ext>
                </a:extLst>
              </p:cNvPr>
              <p:cNvSpPr txBox="1"/>
              <p:nvPr/>
            </p:nvSpPr>
            <p:spPr>
              <a:xfrm>
                <a:off x="310708" y="2303405"/>
                <a:ext cx="1757987" cy="514184"/>
              </a:xfrm>
              <a:prstGeom prst="round1Rect">
                <a:avLst>
                  <a:gd name="adj" fmla="val 0"/>
                </a:avLst>
              </a:prstGeom>
              <a:solidFill>
                <a:schemeClr val="tx1">
                  <a:lumMod val="85000"/>
                  <a:lumOff val="15000"/>
                </a:schemeClr>
              </a:solidFill>
            </p:spPr>
            <p:txBody>
              <a:bodyPr vert="horz" wrap="square" lIns="144000" tIns="0" rIns="72000" bIns="0" rtlCol="0" anchor="ctr" anchorCtr="0">
                <a:noAutofit/>
              </a:bodyPr>
              <a:lstStyle/>
              <a:p>
                <a:pPr marL="0" marR="2540" lvl="0" indent="0" algn="l" defTabSz="55444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endParaRPr>
              </a:p>
            </p:txBody>
          </p:sp>
        </p:grpSp>
        <p:grpSp>
          <p:nvGrpSpPr>
            <p:cNvPr id="424" name="Group 423">
              <a:extLst>
                <a:ext uri="{FF2B5EF4-FFF2-40B4-BE49-F238E27FC236}">
                  <a16:creationId xmlns:a16="http://schemas.microsoft.com/office/drawing/2014/main" id="{F1E5968B-06CD-6F62-9497-BC2F9C2CFF3C}"/>
                </a:ext>
              </a:extLst>
            </p:cNvPr>
            <p:cNvGrpSpPr/>
            <p:nvPr/>
          </p:nvGrpSpPr>
          <p:grpSpPr>
            <a:xfrm>
              <a:off x="408341" y="4263883"/>
              <a:ext cx="1550871" cy="205727"/>
              <a:chOff x="470410" y="4263883"/>
              <a:chExt cx="1550871" cy="205727"/>
            </a:xfrm>
          </p:grpSpPr>
          <p:grpSp>
            <p:nvGrpSpPr>
              <p:cNvPr id="423" name="Group 422">
                <a:extLst>
                  <a:ext uri="{FF2B5EF4-FFF2-40B4-BE49-F238E27FC236}">
                    <a16:creationId xmlns:a16="http://schemas.microsoft.com/office/drawing/2014/main" id="{3E204204-73E8-B471-C193-B200D85AE372}"/>
                  </a:ext>
                </a:extLst>
              </p:cNvPr>
              <p:cNvGrpSpPr/>
              <p:nvPr/>
            </p:nvGrpSpPr>
            <p:grpSpPr>
              <a:xfrm>
                <a:off x="1290232" y="4327728"/>
                <a:ext cx="731049" cy="121844"/>
                <a:chOff x="456030" y="4672370"/>
                <a:chExt cx="851372" cy="141899"/>
              </a:xfrm>
            </p:grpSpPr>
            <p:grpSp>
              <p:nvGrpSpPr>
                <p:cNvPr id="388" name="Graphic 19">
                  <a:extLst>
                    <a:ext uri="{FF2B5EF4-FFF2-40B4-BE49-F238E27FC236}">
                      <a16:creationId xmlns:a16="http://schemas.microsoft.com/office/drawing/2014/main" id="{CBBB64BA-AB13-7483-ABEA-B201A67A01F9}"/>
                    </a:ext>
                  </a:extLst>
                </p:cNvPr>
                <p:cNvGrpSpPr/>
                <p:nvPr/>
              </p:nvGrpSpPr>
              <p:grpSpPr>
                <a:xfrm>
                  <a:off x="654677" y="4694334"/>
                  <a:ext cx="652725" cy="119185"/>
                  <a:chOff x="4883848" y="3158204"/>
                  <a:chExt cx="3517010" cy="642175"/>
                </a:xfrm>
                <a:solidFill>
                  <a:sysClr val="window" lastClr="FFFFFF"/>
                </a:solidFill>
              </p:grpSpPr>
              <p:sp>
                <p:nvSpPr>
                  <p:cNvPr id="411" name="Freeform: Shape 44">
                    <a:extLst>
                      <a:ext uri="{FF2B5EF4-FFF2-40B4-BE49-F238E27FC236}">
                        <a16:creationId xmlns:a16="http://schemas.microsoft.com/office/drawing/2014/main" id="{F800CD2A-0DE1-230D-42E6-2002B6BB47F3}"/>
                      </a:ext>
                    </a:extLst>
                  </p:cNvPr>
                  <p:cNvSpPr/>
                  <p:nvPr/>
                </p:nvSpPr>
                <p:spPr>
                  <a:xfrm>
                    <a:off x="4883848" y="3158204"/>
                    <a:ext cx="178403" cy="531971"/>
                  </a:xfrm>
                  <a:custGeom>
                    <a:avLst/>
                    <a:gdLst>
                      <a:gd name="connsiteX0" fmla="*/ 0 w 178403"/>
                      <a:gd name="connsiteY0" fmla="*/ 484918 h 531971"/>
                      <a:gd name="connsiteX1" fmla="*/ 47815 w 178403"/>
                      <a:gd name="connsiteY1" fmla="*/ 484918 h 531971"/>
                      <a:gd name="connsiteX2" fmla="*/ 47815 w 178403"/>
                      <a:gd name="connsiteY2" fmla="*/ 48578 h 531971"/>
                      <a:gd name="connsiteX3" fmla="*/ 0 w 178403"/>
                      <a:gd name="connsiteY3" fmla="*/ 48578 h 531971"/>
                      <a:gd name="connsiteX4" fmla="*/ 0 w 178403"/>
                      <a:gd name="connsiteY4" fmla="*/ 0 h 531971"/>
                      <a:gd name="connsiteX5" fmla="*/ 178403 w 178403"/>
                      <a:gd name="connsiteY5" fmla="*/ 0 h 531971"/>
                      <a:gd name="connsiteX6" fmla="*/ 178403 w 178403"/>
                      <a:gd name="connsiteY6" fmla="*/ 48578 h 531971"/>
                      <a:gd name="connsiteX7" fmla="*/ 128206 w 178403"/>
                      <a:gd name="connsiteY7" fmla="*/ 48578 h 531971"/>
                      <a:gd name="connsiteX8" fmla="*/ 128206 w 178403"/>
                      <a:gd name="connsiteY8" fmla="*/ 484918 h 531971"/>
                      <a:gd name="connsiteX9" fmla="*/ 178403 w 178403"/>
                      <a:gd name="connsiteY9" fmla="*/ 484918 h 531971"/>
                      <a:gd name="connsiteX10" fmla="*/ 178403 w 178403"/>
                      <a:gd name="connsiteY10" fmla="*/ 531971 h 531971"/>
                      <a:gd name="connsiteX11" fmla="*/ 0 w 178403"/>
                      <a:gd name="connsiteY11" fmla="*/ 531971 h 531971"/>
                      <a:gd name="connsiteX12" fmla="*/ 0 w 178403"/>
                      <a:gd name="connsiteY12" fmla="*/ 484918 h 5319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78403" h="531971">
                        <a:moveTo>
                          <a:pt x="0" y="484918"/>
                        </a:moveTo>
                        <a:lnTo>
                          <a:pt x="47815" y="484918"/>
                        </a:lnTo>
                        <a:lnTo>
                          <a:pt x="47815" y="48578"/>
                        </a:lnTo>
                        <a:lnTo>
                          <a:pt x="0" y="48578"/>
                        </a:lnTo>
                        <a:lnTo>
                          <a:pt x="0" y="0"/>
                        </a:lnTo>
                        <a:lnTo>
                          <a:pt x="178403" y="0"/>
                        </a:lnTo>
                        <a:lnTo>
                          <a:pt x="178403" y="48578"/>
                        </a:lnTo>
                        <a:lnTo>
                          <a:pt x="128206" y="48578"/>
                        </a:lnTo>
                        <a:lnTo>
                          <a:pt x="128206" y="484918"/>
                        </a:lnTo>
                        <a:lnTo>
                          <a:pt x="178403" y="484918"/>
                        </a:lnTo>
                        <a:lnTo>
                          <a:pt x="178403" y="531971"/>
                        </a:lnTo>
                        <a:lnTo>
                          <a:pt x="0" y="531971"/>
                        </a:lnTo>
                        <a:lnTo>
                          <a:pt x="0" y="484918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554467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 typeface="Arial"/>
                      <a:buNone/>
                      <a:tabLst/>
                      <a:defRPr/>
                    </a:pPr>
                    <a:endParaRPr kumimoji="0" lang="pt-BR" sz="1092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 Light"/>
                      <a:ea typeface="+mn-ea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412" name="Freeform: Shape 45">
                    <a:extLst>
                      <a:ext uri="{FF2B5EF4-FFF2-40B4-BE49-F238E27FC236}">
                        <a16:creationId xmlns:a16="http://schemas.microsoft.com/office/drawing/2014/main" id="{931EFF18-0D89-B327-C717-4F1848A387F2}"/>
                      </a:ext>
                    </a:extLst>
                  </p:cNvPr>
                  <p:cNvSpPr/>
                  <p:nvPr/>
                </p:nvSpPr>
                <p:spPr>
                  <a:xfrm>
                    <a:off x="5178075" y="3301650"/>
                    <a:ext cx="277558" cy="388715"/>
                  </a:xfrm>
                  <a:custGeom>
                    <a:avLst/>
                    <a:gdLst>
                      <a:gd name="connsiteX0" fmla="*/ 0 w 277558"/>
                      <a:gd name="connsiteY0" fmla="*/ 24098 h 388715"/>
                      <a:gd name="connsiteX1" fmla="*/ 63341 w 277558"/>
                      <a:gd name="connsiteY1" fmla="*/ 0 h 388715"/>
                      <a:gd name="connsiteX2" fmla="*/ 63341 w 277558"/>
                      <a:gd name="connsiteY2" fmla="*/ 74009 h 388715"/>
                      <a:gd name="connsiteX3" fmla="*/ 69723 w 277558"/>
                      <a:gd name="connsiteY3" fmla="*/ 81343 h 388715"/>
                      <a:gd name="connsiteX4" fmla="*/ 82772 w 277558"/>
                      <a:gd name="connsiteY4" fmla="*/ 71056 h 388715"/>
                      <a:gd name="connsiteX5" fmla="*/ 98298 w 277558"/>
                      <a:gd name="connsiteY5" fmla="*/ 51625 h 388715"/>
                      <a:gd name="connsiteX6" fmla="*/ 195453 w 277558"/>
                      <a:gd name="connsiteY6" fmla="*/ 2953 h 388715"/>
                      <a:gd name="connsiteX7" fmla="*/ 248126 w 277558"/>
                      <a:gd name="connsiteY7" fmla="*/ 17526 h 388715"/>
                      <a:gd name="connsiteX8" fmla="*/ 277559 w 277558"/>
                      <a:gd name="connsiteY8" fmla="*/ 99441 h 388715"/>
                      <a:gd name="connsiteX9" fmla="*/ 277559 w 277558"/>
                      <a:gd name="connsiteY9" fmla="*/ 388620 h 388715"/>
                      <a:gd name="connsiteX10" fmla="*/ 209550 w 277558"/>
                      <a:gd name="connsiteY10" fmla="*/ 388620 h 388715"/>
                      <a:gd name="connsiteX11" fmla="*/ 209550 w 277558"/>
                      <a:gd name="connsiteY11" fmla="*/ 100965 h 388715"/>
                      <a:gd name="connsiteX12" fmla="*/ 169354 w 277558"/>
                      <a:gd name="connsiteY12" fmla="*/ 50959 h 388715"/>
                      <a:gd name="connsiteX13" fmla="*/ 99917 w 277558"/>
                      <a:gd name="connsiteY13" fmla="*/ 91535 h 388715"/>
                      <a:gd name="connsiteX14" fmla="*/ 69913 w 277558"/>
                      <a:gd name="connsiteY14" fmla="*/ 132207 h 388715"/>
                      <a:gd name="connsiteX15" fmla="*/ 69913 w 277558"/>
                      <a:gd name="connsiteY15" fmla="*/ 388715 h 388715"/>
                      <a:gd name="connsiteX16" fmla="*/ 286 w 277558"/>
                      <a:gd name="connsiteY16" fmla="*/ 388715 h 388715"/>
                      <a:gd name="connsiteX17" fmla="*/ 286 w 277558"/>
                      <a:gd name="connsiteY17" fmla="*/ 24098 h 3887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277558" h="388715">
                        <a:moveTo>
                          <a:pt x="0" y="24098"/>
                        </a:moveTo>
                        <a:lnTo>
                          <a:pt x="63341" y="0"/>
                        </a:lnTo>
                        <a:lnTo>
                          <a:pt x="63341" y="74009"/>
                        </a:lnTo>
                        <a:cubicBezTo>
                          <a:pt x="63341" y="76867"/>
                          <a:pt x="65722" y="81343"/>
                          <a:pt x="69723" y="81343"/>
                        </a:cubicBezTo>
                        <a:cubicBezTo>
                          <a:pt x="73438" y="81343"/>
                          <a:pt x="78772" y="75438"/>
                          <a:pt x="82772" y="71056"/>
                        </a:cubicBezTo>
                        <a:lnTo>
                          <a:pt x="98298" y="51625"/>
                        </a:lnTo>
                        <a:cubicBezTo>
                          <a:pt x="122110" y="21050"/>
                          <a:pt x="154686" y="2953"/>
                          <a:pt x="195453" y="2953"/>
                        </a:cubicBezTo>
                        <a:cubicBezTo>
                          <a:pt x="214122" y="2953"/>
                          <a:pt x="232696" y="7334"/>
                          <a:pt x="248126" y="17526"/>
                        </a:cubicBezTo>
                        <a:cubicBezTo>
                          <a:pt x="264223" y="27622"/>
                          <a:pt x="277559" y="44482"/>
                          <a:pt x="277559" y="99441"/>
                        </a:cubicBezTo>
                        <a:lnTo>
                          <a:pt x="277559" y="388620"/>
                        </a:lnTo>
                        <a:lnTo>
                          <a:pt x="209550" y="388620"/>
                        </a:lnTo>
                        <a:lnTo>
                          <a:pt x="209550" y="100965"/>
                        </a:lnTo>
                        <a:cubicBezTo>
                          <a:pt x="209550" y="90773"/>
                          <a:pt x="209550" y="50959"/>
                          <a:pt x="169354" y="50959"/>
                        </a:cubicBezTo>
                        <a:cubicBezTo>
                          <a:pt x="132969" y="50959"/>
                          <a:pt x="103727" y="87249"/>
                          <a:pt x="99917" y="91535"/>
                        </a:cubicBezTo>
                        <a:cubicBezTo>
                          <a:pt x="75914" y="121253"/>
                          <a:pt x="69913" y="131445"/>
                          <a:pt x="69913" y="132207"/>
                        </a:cubicBezTo>
                        <a:lnTo>
                          <a:pt x="69913" y="388715"/>
                        </a:lnTo>
                        <a:lnTo>
                          <a:pt x="286" y="388715"/>
                        </a:lnTo>
                        <a:lnTo>
                          <a:pt x="286" y="24098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554467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 typeface="Arial"/>
                      <a:buNone/>
                      <a:tabLst/>
                      <a:defRPr/>
                    </a:pPr>
                    <a:endParaRPr kumimoji="0" lang="pt-BR" sz="1092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 Light"/>
                      <a:ea typeface="+mn-ea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413" name="Freeform: Shape 46">
                    <a:extLst>
                      <a:ext uri="{FF2B5EF4-FFF2-40B4-BE49-F238E27FC236}">
                        <a16:creationId xmlns:a16="http://schemas.microsoft.com/office/drawing/2014/main" id="{2E90C2A0-B62D-8DD6-2DAB-DEA3C997DDA1}"/>
                      </a:ext>
                    </a:extLst>
                  </p:cNvPr>
                  <p:cNvSpPr/>
                  <p:nvPr/>
                </p:nvSpPr>
                <p:spPr>
                  <a:xfrm>
                    <a:off x="5518689" y="3196685"/>
                    <a:ext cx="228600" cy="500919"/>
                  </a:xfrm>
                  <a:custGeom>
                    <a:avLst/>
                    <a:gdLst>
                      <a:gd name="connsiteX0" fmla="*/ 95 w 228600"/>
                      <a:gd name="connsiteY0" fmla="*/ 144875 h 500919"/>
                      <a:gd name="connsiteX1" fmla="*/ 58103 w 228600"/>
                      <a:gd name="connsiteY1" fmla="*/ 144875 h 500919"/>
                      <a:gd name="connsiteX2" fmla="*/ 58103 w 228600"/>
                      <a:gd name="connsiteY2" fmla="*/ 58579 h 500919"/>
                      <a:gd name="connsiteX3" fmla="*/ 122872 w 228600"/>
                      <a:gd name="connsiteY3" fmla="*/ 0 h 500919"/>
                      <a:gd name="connsiteX4" fmla="*/ 130588 w 228600"/>
                      <a:gd name="connsiteY4" fmla="*/ 0 h 500919"/>
                      <a:gd name="connsiteX5" fmla="*/ 130588 w 228600"/>
                      <a:gd name="connsiteY5" fmla="*/ 144875 h 500919"/>
                      <a:gd name="connsiteX6" fmla="*/ 194691 w 228600"/>
                      <a:gd name="connsiteY6" fmla="*/ 144875 h 500919"/>
                      <a:gd name="connsiteX7" fmla="*/ 194691 w 228600"/>
                      <a:gd name="connsiteY7" fmla="*/ 186309 h 500919"/>
                      <a:gd name="connsiteX8" fmla="*/ 126778 w 228600"/>
                      <a:gd name="connsiteY8" fmla="*/ 186309 h 500919"/>
                      <a:gd name="connsiteX9" fmla="*/ 126778 w 228600"/>
                      <a:gd name="connsiteY9" fmla="*/ 411671 h 500919"/>
                      <a:gd name="connsiteX10" fmla="*/ 160687 w 228600"/>
                      <a:gd name="connsiteY10" fmla="*/ 445865 h 500919"/>
                      <a:gd name="connsiteX11" fmla="*/ 228600 w 228600"/>
                      <a:gd name="connsiteY11" fmla="*/ 424720 h 500919"/>
                      <a:gd name="connsiteX12" fmla="*/ 228600 w 228600"/>
                      <a:gd name="connsiteY12" fmla="*/ 481965 h 500919"/>
                      <a:gd name="connsiteX13" fmla="*/ 149828 w 228600"/>
                      <a:gd name="connsiteY13" fmla="*/ 500920 h 500919"/>
                      <a:gd name="connsiteX14" fmla="*/ 57055 w 228600"/>
                      <a:gd name="connsiteY14" fmla="*/ 419767 h 500919"/>
                      <a:gd name="connsiteX15" fmla="*/ 57055 w 228600"/>
                      <a:gd name="connsiteY15" fmla="*/ 186309 h 500919"/>
                      <a:gd name="connsiteX16" fmla="*/ 0 w 228600"/>
                      <a:gd name="connsiteY16" fmla="*/ 186309 h 500919"/>
                      <a:gd name="connsiteX17" fmla="*/ 0 w 228600"/>
                      <a:gd name="connsiteY17" fmla="*/ 144875 h 5009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228600" h="500919">
                        <a:moveTo>
                          <a:pt x="95" y="144875"/>
                        </a:moveTo>
                        <a:lnTo>
                          <a:pt x="58103" y="144875"/>
                        </a:lnTo>
                        <a:lnTo>
                          <a:pt x="58103" y="58579"/>
                        </a:lnTo>
                        <a:lnTo>
                          <a:pt x="122872" y="0"/>
                        </a:lnTo>
                        <a:lnTo>
                          <a:pt x="130588" y="0"/>
                        </a:lnTo>
                        <a:lnTo>
                          <a:pt x="130588" y="144875"/>
                        </a:lnTo>
                        <a:lnTo>
                          <a:pt x="194691" y="144875"/>
                        </a:lnTo>
                        <a:lnTo>
                          <a:pt x="194691" y="186309"/>
                        </a:lnTo>
                        <a:lnTo>
                          <a:pt x="126778" y="186309"/>
                        </a:lnTo>
                        <a:lnTo>
                          <a:pt x="126778" y="411671"/>
                        </a:lnTo>
                        <a:cubicBezTo>
                          <a:pt x="126778" y="418909"/>
                          <a:pt x="126778" y="445865"/>
                          <a:pt x="160687" y="445865"/>
                        </a:cubicBezTo>
                        <a:cubicBezTo>
                          <a:pt x="183737" y="445865"/>
                          <a:pt x="209264" y="434150"/>
                          <a:pt x="228600" y="424720"/>
                        </a:cubicBezTo>
                        <a:lnTo>
                          <a:pt x="228600" y="481965"/>
                        </a:lnTo>
                        <a:cubicBezTo>
                          <a:pt x="207740" y="492823"/>
                          <a:pt x="172974" y="500920"/>
                          <a:pt x="149828" y="500920"/>
                        </a:cubicBezTo>
                        <a:cubicBezTo>
                          <a:pt x="131254" y="500920"/>
                          <a:pt x="57055" y="495014"/>
                          <a:pt x="57055" y="419767"/>
                        </a:cubicBezTo>
                        <a:lnTo>
                          <a:pt x="57055" y="186309"/>
                        </a:lnTo>
                        <a:lnTo>
                          <a:pt x="0" y="186309"/>
                        </a:lnTo>
                        <a:lnTo>
                          <a:pt x="0" y="144875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554467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 typeface="Arial"/>
                      <a:buNone/>
                      <a:tabLst/>
                      <a:defRPr/>
                    </a:pPr>
                    <a:endParaRPr kumimoji="0" lang="pt-BR" sz="1092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 Light"/>
                      <a:ea typeface="+mn-ea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414" name="Freeform: Shape 47">
                    <a:extLst>
                      <a:ext uri="{FF2B5EF4-FFF2-40B4-BE49-F238E27FC236}">
                        <a16:creationId xmlns:a16="http://schemas.microsoft.com/office/drawing/2014/main" id="{5BFB07F0-5AF9-CA47-3C85-D35E5F442B0B}"/>
                      </a:ext>
                    </a:extLst>
                  </p:cNvPr>
                  <p:cNvSpPr/>
                  <p:nvPr/>
                </p:nvSpPr>
                <p:spPr>
                  <a:xfrm>
                    <a:off x="5799200" y="3302412"/>
                    <a:ext cx="310419" cy="397287"/>
                  </a:xfrm>
                  <a:custGeom>
                    <a:avLst/>
                    <a:gdLst>
                      <a:gd name="connsiteX0" fmla="*/ 310420 w 310419"/>
                      <a:gd name="connsiteY0" fmla="*/ 205073 h 397287"/>
                      <a:gd name="connsiteX1" fmla="*/ 71057 w 310419"/>
                      <a:gd name="connsiteY1" fmla="*/ 205073 h 397287"/>
                      <a:gd name="connsiteX2" fmla="*/ 168307 w 310419"/>
                      <a:gd name="connsiteY2" fmla="*/ 346519 h 397287"/>
                      <a:gd name="connsiteX3" fmla="*/ 250222 w 310419"/>
                      <a:gd name="connsiteY3" fmla="*/ 314516 h 397287"/>
                      <a:gd name="connsiteX4" fmla="*/ 290417 w 310419"/>
                      <a:gd name="connsiteY4" fmla="*/ 349377 h 397287"/>
                      <a:gd name="connsiteX5" fmla="*/ 158972 w 310419"/>
                      <a:gd name="connsiteY5" fmla="*/ 397288 h 397287"/>
                      <a:gd name="connsiteX6" fmla="*/ 0 w 310419"/>
                      <a:gd name="connsiteY6" fmla="*/ 208788 h 397287"/>
                      <a:gd name="connsiteX7" fmla="*/ 158401 w 310419"/>
                      <a:gd name="connsiteY7" fmla="*/ 0 h 397287"/>
                      <a:gd name="connsiteX8" fmla="*/ 309753 w 310419"/>
                      <a:gd name="connsiteY8" fmla="*/ 170402 h 397287"/>
                      <a:gd name="connsiteX9" fmla="*/ 310420 w 310419"/>
                      <a:gd name="connsiteY9" fmla="*/ 205073 h 397287"/>
                      <a:gd name="connsiteX10" fmla="*/ 240887 w 310419"/>
                      <a:gd name="connsiteY10" fmla="*/ 160973 h 397287"/>
                      <a:gd name="connsiteX11" fmla="*/ 159925 w 310419"/>
                      <a:gd name="connsiteY11" fmla="*/ 47054 h 397287"/>
                      <a:gd name="connsiteX12" fmla="*/ 87154 w 310419"/>
                      <a:gd name="connsiteY12" fmla="*/ 94869 h 397287"/>
                      <a:gd name="connsiteX13" fmla="*/ 73152 w 310419"/>
                      <a:gd name="connsiteY13" fmla="*/ 160877 h 397287"/>
                      <a:gd name="connsiteX14" fmla="*/ 240887 w 310419"/>
                      <a:gd name="connsiteY14" fmla="*/ 160877 h 3972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10419" h="397287">
                        <a:moveTo>
                          <a:pt x="310420" y="205073"/>
                        </a:moveTo>
                        <a:lnTo>
                          <a:pt x="71057" y="205073"/>
                        </a:lnTo>
                        <a:cubicBezTo>
                          <a:pt x="70295" y="289846"/>
                          <a:pt x="96583" y="346519"/>
                          <a:pt x="168307" y="346519"/>
                        </a:cubicBezTo>
                        <a:cubicBezTo>
                          <a:pt x="215456" y="346519"/>
                          <a:pt x="237744" y="325469"/>
                          <a:pt x="250222" y="314516"/>
                        </a:cubicBezTo>
                        <a:lnTo>
                          <a:pt x="290417" y="349377"/>
                        </a:lnTo>
                        <a:cubicBezTo>
                          <a:pt x="264223" y="371189"/>
                          <a:pt x="232505" y="397288"/>
                          <a:pt x="158972" y="397288"/>
                        </a:cubicBezTo>
                        <a:cubicBezTo>
                          <a:pt x="65627" y="397288"/>
                          <a:pt x="0" y="327660"/>
                          <a:pt x="0" y="208788"/>
                        </a:cubicBezTo>
                        <a:cubicBezTo>
                          <a:pt x="0" y="16097"/>
                          <a:pt x="122111" y="0"/>
                          <a:pt x="158401" y="0"/>
                        </a:cubicBezTo>
                        <a:cubicBezTo>
                          <a:pt x="255651" y="0"/>
                          <a:pt x="307372" y="77533"/>
                          <a:pt x="309753" y="170402"/>
                        </a:cubicBezTo>
                        <a:lnTo>
                          <a:pt x="310420" y="205073"/>
                        </a:lnTo>
                        <a:close/>
                        <a:moveTo>
                          <a:pt x="240887" y="160973"/>
                        </a:moveTo>
                        <a:cubicBezTo>
                          <a:pt x="240887" y="95726"/>
                          <a:pt x="214694" y="47054"/>
                          <a:pt x="159925" y="47054"/>
                        </a:cubicBezTo>
                        <a:cubicBezTo>
                          <a:pt x="126587" y="47054"/>
                          <a:pt x="100394" y="65913"/>
                          <a:pt x="87154" y="94869"/>
                        </a:cubicBezTo>
                        <a:cubicBezTo>
                          <a:pt x="74771" y="122396"/>
                          <a:pt x="73914" y="147733"/>
                          <a:pt x="73152" y="160877"/>
                        </a:cubicBezTo>
                        <a:lnTo>
                          <a:pt x="240887" y="160877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554467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 typeface="Arial"/>
                      <a:buNone/>
                      <a:tabLst/>
                      <a:defRPr/>
                    </a:pPr>
                    <a:endParaRPr kumimoji="0" lang="pt-BR" sz="1092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 Light"/>
                      <a:ea typeface="+mn-ea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415" name="Freeform: Shape 48">
                    <a:extLst>
                      <a:ext uri="{FF2B5EF4-FFF2-40B4-BE49-F238E27FC236}">
                        <a16:creationId xmlns:a16="http://schemas.microsoft.com/office/drawing/2014/main" id="{4973FC47-8C1B-0D67-8A4C-042A5B687AE5}"/>
                      </a:ext>
                    </a:extLst>
                  </p:cNvPr>
                  <p:cNvSpPr/>
                  <p:nvPr/>
                </p:nvSpPr>
                <p:spPr>
                  <a:xfrm>
                    <a:off x="6179914" y="3302508"/>
                    <a:ext cx="305942" cy="497871"/>
                  </a:xfrm>
                  <a:custGeom>
                    <a:avLst/>
                    <a:gdLst>
                      <a:gd name="connsiteX0" fmla="*/ 250317 w 305942"/>
                      <a:gd name="connsiteY0" fmla="*/ 7239 h 497871"/>
                      <a:gd name="connsiteX1" fmla="*/ 305943 w 305942"/>
                      <a:gd name="connsiteY1" fmla="*/ 7239 h 497871"/>
                      <a:gd name="connsiteX2" fmla="*/ 305943 w 305942"/>
                      <a:gd name="connsiteY2" fmla="*/ 348615 h 497871"/>
                      <a:gd name="connsiteX3" fmla="*/ 296704 w 305942"/>
                      <a:gd name="connsiteY3" fmla="*/ 412432 h 497871"/>
                      <a:gd name="connsiteX4" fmla="*/ 229457 w 305942"/>
                      <a:gd name="connsiteY4" fmla="*/ 481298 h 497871"/>
                      <a:gd name="connsiteX5" fmla="*/ 139922 w 305942"/>
                      <a:gd name="connsiteY5" fmla="*/ 497872 h 497871"/>
                      <a:gd name="connsiteX6" fmla="*/ 44958 w 305942"/>
                      <a:gd name="connsiteY6" fmla="*/ 486346 h 497871"/>
                      <a:gd name="connsiteX7" fmla="*/ 44958 w 305942"/>
                      <a:gd name="connsiteY7" fmla="*/ 420338 h 497871"/>
                      <a:gd name="connsiteX8" fmla="*/ 73533 w 305942"/>
                      <a:gd name="connsiteY8" fmla="*/ 420338 h 497871"/>
                      <a:gd name="connsiteX9" fmla="*/ 140684 w 305942"/>
                      <a:gd name="connsiteY9" fmla="*/ 447104 h 497871"/>
                      <a:gd name="connsiteX10" fmla="*/ 204692 w 305942"/>
                      <a:gd name="connsiteY10" fmla="*/ 429863 h 497871"/>
                      <a:gd name="connsiteX11" fmla="*/ 237935 w 305942"/>
                      <a:gd name="connsiteY11" fmla="*/ 348615 h 497871"/>
                      <a:gd name="connsiteX12" fmla="*/ 237935 w 305942"/>
                      <a:gd name="connsiteY12" fmla="*/ 293561 h 497871"/>
                      <a:gd name="connsiteX13" fmla="*/ 234887 w 305942"/>
                      <a:gd name="connsiteY13" fmla="*/ 289846 h 497871"/>
                      <a:gd name="connsiteX14" fmla="*/ 221742 w 305942"/>
                      <a:gd name="connsiteY14" fmla="*/ 302895 h 497871"/>
                      <a:gd name="connsiteX15" fmla="*/ 129826 w 305942"/>
                      <a:gd name="connsiteY15" fmla="*/ 349377 h 497871"/>
                      <a:gd name="connsiteX16" fmla="*/ 23146 w 305942"/>
                      <a:gd name="connsiteY16" fmla="*/ 281273 h 497871"/>
                      <a:gd name="connsiteX17" fmla="*/ 0 w 305942"/>
                      <a:gd name="connsiteY17" fmla="*/ 158782 h 497871"/>
                      <a:gd name="connsiteX18" fmla="*/ 128302 w 305942"/>
                      <a:gd name="connsiteY18" fmla="*/ 0 h 497871"/>
                      <a:gd name="connsiteX19" fmla="*/ 232505 w 305942"/>
                      <a:gd name="connsiteY19" fmla="*/ 59436 h 497871"/>
                      <a:gd name="connsiteX20" fmla="*/ 243269 w 305942"/>
                      <a:gd name="connsiteY20" fmla="*/ 73247 h 497871"/>
                      <a:gd name="connsiteX21" fmla="*/ 250222 w 305942"/>
                      <a:gd name="connsiteY21" fmla="*/ 63817 h 497871"/>
                      <a:gd name="connsiteX22" fmla="*/ 250222 w 305942"/>
                      <a:gd name="connsiteY22" fmla="*/ 7239 h 497871"/>
                      <a:gd name="connsiteX23" fmla="*/ 240982 w 305942"/>
                      <a:gd name="connsiteY23" fmla="*/ 174593 h 497871"/>
                      <a:gd name="connsiteX24" fmla="*/ 149162 w 305942"/>
                      <a:gd name="connsiteY24" fmla="*/ 48482 h 497871"/>
                      <a:gd name="connsiteX25" fmla="*/ 68771 w 305942"/>
                      <a:gd name="connsiteY25" fmla="*/ 184690 h 497871"/>
                      <a:gd name="connsiteX26" fmla="*/ 148495 w 305942"/>
                      <a:gd name="connsiteY26" fmla="*/ 296418 h 497871"/>
                      <a:gd name="connsiteX27" fmla="*/ 240982 w 305942"/>
                      <a:gd name="connsiteY27" fmla="*/ 174593 h 4978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</a:cxnLst>
                    <a:rect l="l" t="t" r="r" b="b"/>
                    <a:pathLst>
                      <a:path w="305942" h="497871">
                        <a:moveTo>
                          <a:pt x="250317" y="7239"/>
                        </a:moveTo>
                        <a:lnTo>
                          <a:pt x="305943" y="7239"/>
                        </a:lnTo>
                        <a:lnTo>
                          <a:pt x="305943" y="348615"/>
                        </a:lnTo>
                        <a:cubicBezTo>
                          <a:pt x="305943" y="369665"/>
                          <a:pt x="298990" y="405194"/>
                          <a:pt x="296704" y="412432"/>
                        </a:cubicBezTo>
                        <a:cubicBezTo>
                          <a:pt x="295942" y="416052"/>
                          <a:pt x="281178" y="460915"/>
                          <a:pt x="229457" y="481298"/>
                        </a:cubicBezTo>
                        <a:cubicBezTo>
                          <a:pt x="218599" y="485680"/>
                          <a:pt x="187738" y="497872"/>
                          <a:pt x="139922" y="497872"/>
                        </a:cubicBezTo>
                        <a:cubicBezTo>
                          <a:pt x="126682" y="497872"/>
                          <a:pt x="85058" y="496348"/>
                          <a:pt x="44958" y="486346"/>
                        </a:cubicBezTo>
                        <a:lnTo>
                          <a:pt x="44958" y="420338"/>
                        </a:lnTo>
                        <a:lnTo>
                          <a:pt x="73533" y="420338"/>
                        </a:lnTo>
                        <a:cubicBezTo>
                          <a:pt x="84296" y="433388"/>
                          <a:pt x="96774" y="447104"/>
                          <a:pt x="140684" y="447104"/>
                        </a:cubicBezTo>
                        <a:cubicBezTo>
                          <a:pt x="178594" y="447104"/>
                          <a:pt x="202406" y="431197"/>
                          <a:pt x="204692" y="429863"/>
                        </a:cubicBezTo>
                        <a:cubicBezTo>
                          <a:pt x="237935" y="408051"/>
                          <a:pt x="237935" y="366141"/>
                          <a:pt x="237935" y="348615"/>
                        </a:cubicBezTo>
                        <a:lnTo>
                          <a:pt x="237935" y="293561"/>
                        </a:lnTo>
                        <a:lnTo>
                          <a:pt x="234887" y="289846"/>
                        </a:lnTo>
                        <a:cubicBezTo>
                          <a:pt x="229457" y="289846"/>
                          <a:pt x="228790" y="291370"/>
                          <a:pt x="221742" y="302895"/>
                        </a:cubicBezTo>
                        <a:cubicBezTo>
                          <a:pt x="214789" y="314515"/>
                          <a:pt x="186119" y="349377"/>
                          <a:pt x="129826" y="349377"/>
                        </a:cubicBezTo>
                        <a:cubicBezTo>
                          <a:pt x="77343" y="349377"/>
                          <a:pt x="42386" y="317468"/>
                          <a:pt x="23146" y="281273"/>
                        </a:cubicBezTo>
                        <a:cubicBezTo>
                          <a:pt x="1714" y="240602"/>
                          <a:pt x="0" y="197929"/>
                          <a:pt x="0" y="158782"/>
                        </a:cubicBezTo>
                        <a:cubicBezTo>
                          <a:pt x="0" y="68104"/>
                          <a:pt x="58007" y="0"/>
                          <a:pt x="128302" y="0"/>
                        </a:cubicBezTo>
                        <a:cubicBezTo>
                          <a:pt x="190119" y="0"/>
                          <a:pt x="216313" y="30385"/>
                          <a:pt x="232505" y="59436"/>
                        </a:cubicBezTo>
                        <a:cubicBezTo>
                          <a:pt x="238792" y="69628"/>
                          <a:pt x="238792" y="71056"/>
                          <a:pt x="243269" y="73247"/>
                        </a:cubicBezTo>
                        <a:cubicBezTo>
                          <a:pt x="246317" y="71818"/>
                          <a:pt x="250222" y="70294"/>
                          <a:pt x="250222" y="63817"/>
                        </a:cubicBezTo>
                        <a:lnTo>
                          <a:pt x="250222" y="7239"/>
                        </a:lnTo>
                        <a:close/>
                        <a:moveTo>
                          <a:pt x="240982" y="174593"/>
                        </a:moveTo>
                        <a:cubicBezTo>
                          <a:pt x="240982" y="86201"/>
                          <a:pt x="198596" y="48482"/>
                          <a:pt x="149162" y="48482"/>
                        </a:cubicBezTo>
                        <a:cubicBezTo>
                          <a:pt x="68771" y="48482"/>
                          <a:pt x="68771" y="151352"/>
                          <a:pt x="68771" y="184690"/>
                        </a:cubicBezTo>
                        <a:cubicBezTo>
                          <a:pt x="68771" y="208693"/>
                          <a:pt x="74867" y="296418"/>
                          <a:pt x="148495" y="296418"/>
                        </a:cubicBezTo>
                        <a:cubicBezTo>
                          <a:pt x="174593" y="296418"/>
                          <a:pt x="240982" y="279082"/>
                          <a:pt x="240982" y="174593"/>
                        </a:cubicBez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554467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 typeface="Arial"/>
                      <a:buNone/>
                      <a:tabLst/>
                      <a:defRPr/>
                    </a:pPr>
                    <a:endParaRPr kumimoji="0" lang="pt-BR" sz="1092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 Light"/>
                      <a:ea typeface="+mn-ea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416" name="Freeform: Shape 49">
                    <a:extLst>
                      <a:ext uri="{FF2B5EF4-FFF2-40B4-BE49-F238E27FC236}">
                        <a16:creationId xmlns:a16="http://schemas.microsoft.com/office/drawing/2014/main" id="{68C54064-A3A9-0CEC-4D76-A9FE4DA8149F}"/>
                      </a:ext>
                    </a:extLst>
                  </p:cNvPr>
                  <p:cNvSpPr/>
                  <p:nvPr/>
                </p:nvSpPr>
                <p:spPr>
                  <a:xfrm>
                    <a:off x="6592442" y="3301079"/>
                    <a:ext cx="213169" cy="389096"/>
                  </a:xfrm>
                  <a:custGeom>
                    <a:avLst/>
                    <a:gdLst>
                      <a:gd name="connsiteX0" fmla="*/ 0 w 213169"/>
                      <a:gd name="connsiteY0" fmla="*/ 24670 h 389096"/>
                      <a:gd name="connsiteX1" fmla="*/ 64961 w 213169"/>
                      <a:gd name="connsiteY1" fmla="*/ 0 h 389096"/>
                      <a:gd name="connsiteX2" fmla="*/ 64961 w 213169"/>
                      <a:gd name="connsiteY2" fmla="*/ 89345 h 389096"/>
                      <a:gd name="connsiteX3" fmla="*/ 213170 w 213169"/>
                      <a:gd name="connsiteY3" fmla="*/ 0 h 389096"/>
                      <a:gd name="connsiteX4" fmla="*/ 213170 w 213169"/>
                      <a:gd name="connsiteY4" fmla="*/ 76295 h 389096"/>
                      <a:gd name="connsiteX5" fmla="*/ 187643 w 213169"/>
                      <a:gd name="connsiteY5" fmla="*/ 74104 h 389096"/>
                      <a:gd name="connsiteX6" fmla="*/ 71819 w 213169"/>
                      <a:gd name="connsiteY6" fmla="*/ 141542 h 389096"/>
                      <a:gd name="connsiteX7" fmla="*/ 71819 w 213169"/>
                      <a:gd name="connsiteY7" fmla="*/ 389096 h 389096"/>
                      <a:gd name="connsiteX8" fmla="*/ 95 w 213169"/>
                      <a:gd name="connsiteY8" fmla="*/ 389096 h 389096"/>
                      <a:gd name="connsiteX9" fmla="*/ 95 w 213169"/>
                      <a:gd name="connsiteY9" fmla="*/ 24670 h 3890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13169" h="389096">
                        <a:moveTo>
                          <a:pt x="0" y="24670"/>
                        </a:moveTo>
                        <a:lnTo>
                          <a:pt x="64961" y="0"/>
                        </a:lnTo>
                        <a:lnTo>
                          <a:pt x="64961" y="89345"/>
                        </a:lnTo>
                        <a:cubicBezTo>
                          <a:pt x="64961" y="93726"/>
                          <a:pt x="118872" y="2381"/>
                          <a:pt x="213170" y="0"/>
                        </a:cubicBezTo>
                        <a:lnTo>
                          <a:pt x="213170" y="76295"/>
                        </a:lnTo>
                        <a:cubicBezTo>
                          <a:pt x="204692" y="74771"/>
                          <a:pt x="196215" y="74104"/>
                          <a:pt x="187643" y="74104"/>
                        </a:cubicBezTo>
                        <a:cubicBezTo>
                          <a:pt x="139922" y="74104"/>
                          <a:pt x="100489" y="104584"/>
                          <a:pt x="71819" y="141542"/>
                        </a:cubicBezTo>
                        <a:lnTo>
                          <a:pt x="71819" y="389096"/>
                        </a:lnTo>
                        <a:lnTo>
                          <a:pt x="95" y="389096"/>
                        </a:lnTo>
                        <a:lnTo>
                          <a:pt x="95" y="24670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554467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 typeface="Arial"/>
                      <a:buNone/>
                      <a:tabLst/>
                      <a:defRPr/>
                    </a:pPr>
                    <a:endParaRPr kumimoji="0" lang="pt-BR" sz="1092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 Light"/>
                      <a:ea typeface="+mn-ea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417" name="Freeform: Shape 50">
                    <a:extLst>
                      <a:ext uri="{FF2B5EF4-FFF2-40B4-BE49-F238E27FC236}">
                        <a16:creationId xmlns:a16="http://schemas.microsoft.com/office/drawing/2014/main" id="{F77BA3C4-B14E-62E0-34EA-962B63A5D849}"/>
                      </a:ext>
                    </a:extLst>
                  </p:cNvPr>
                  <p:cNvSpPr/>
                  <p:nvPr/>
                </p:nvSpPr>
                <p:spPr>
                  <a:xfrm>
                    <a:off x="6842759" y="3301841"/>
                    <a:ext cx="337661" cy="396430"/>
                  </a:xfrm>
                  <a:custGeom>
                    <a:avLst/>
                    <a:gdLst>
                      <a:gd name="connsiteX0" fmla="*/ 302895 w 337661"/>
                      <a:gd name="connsiteY0" fmla="*/ 303562 h 396430"/>
                      <a:gd name="connsiteX1" fmla="*/ 337661 w 337661"/>
                      <a:gd name="connsiteY1" fmla="*/ 344900 h 396430"/>
                      <a:gd name="connsiteX2" fmla="*/ 337661 w 337661"/>
                      <a:gd name="connsiteY2" fmla="*/ 396430 h 396430"/>
                      <a:gd name="connsiteX3" fmla="*/ 258794 w 337661"/>
                      <a:gd name="connsiteY3" fmla="*/ 371094 h 396430"/>
                      <a:gd name="connsiteX4" fmla="*/ 238601 w 337661"/>
                      <a:gd name="connsiteY4" fmla="*/ 333280 h 396430"/>
                      <a:gd name="connsiteX5" fmla="*/ 236315 w 337661"/>
                      <a:gd name="connsiteY5" fmla="*/ 331946 h 396430"/>
                      <a:gd name="connsiteX6" fmla="*/ 210788 w 337661"/>
                      <a:gd name="connsiteY6" fmla="*/ 354425 h 396430"/>
                      <a:gd name="connsiteX7" fmla="*/ 98012 w 337661"/>
                      <a:gd name="connsiteY7" fmla="*/ 395764 h 396430"/>
                      <a:gd name="connsiteX8" fmla="*/ 0 w 337661"/>
                      <a:gd name="connsiteY8" fmla="*/ 302895 h 396430"/>
                      <a:gd name="connsiteX9" fmla="*/ 59436 w 337661"/>
                      <a:gd name="connsiteY9" fmla="*/ 195739 h 396430"/>
                      <a:gd name="connsiteX10" fmla="*/ 231743 w 337661"/>
                      <a:gd name="connsiteY10" fmla="*/ 153638 h 396430"/>
                      <a:gd name="connsiteX11" fmla="*/ 231743 w 337661"/>
                      <a:gd name="connsiteY11" fmla="*/ 104394 h 396430"/>
                      <a:gd name="connsiteX12" fmla="*/ 168402 w 337661"/>
                      <a:gd name="connsiteY12" fmla="*/ 52197 h 396430"/>
                      <a:gd name="connsiteX13" fmla="*/ 51816 w 337661"/>
                      <a:gd name="connsiteY13" fmla="*/ 92012 h 396430"/>
                      <a:gd name="connsiteX14" fmla="*/ 21622 w 337661"/>
                      <a:gd name="connsiteY14" fmla="*/ 43529 h 396430"/>
                      <a:gd name="connsiteX15" fmla="*/ 172974 w 337661"/>
                      <a:gd name="connsiteY15" fmla="*/ 0 h 396430"/>
                      <a:gd name="connsiteX16" fmla="*/ 265557 w 337661"/>
                      <a:gd name="connsiteY16" fmla="*/ 25432 h 396430"/>
                      <a:gd name="connsiteX17" fmla="*/ 302800 w 337661"/>
                      <a:gd name="connsiteY17" fmla="*/ 112395 h 396430"/>
                      <a:gd name="connsiteX18" fmla="*/ 302800 w 337661"/>
                      <a:gd name="connsiteY18" fmla="*/ 303562 h 396430"/>
                      <a:gd name="connsiteX19" fmla="*/ 231743 w 337661"/>
                      <a:gd name="connsiteY19" fmla="*/ 192024 h 396430"/>
                      <a:gd name="connsiteX20" fmla="*/ 70295 w 337661"/>
                      <a:gd name="connsiteY20" fmla="*/ 289846 h 396430"/>
                      <a:gd name="connsiteX21" fmla="*/ 130493 w 337661"/>
                      <a:gd name="connsiteY21" fmla="*/ 349282 h 396430"/>
                      <a:gd name="connsiteX22" fmla="*/ 231743 w 337661"/>
                      <a:gd name="connsiteY22" fmla="*/ 295656 h 396430"/>
                      <a:gd name="connsiteX23" fmla="*/ 231743 w 337661"/>
                      <a:gd name="connsiteY23" fmla="*/ 192024 h 3964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</a:cxnLst>
                    <a:rect l="l" t="t" r="r" b="b"/>
                    <a:pathLst>
                      <a:path w="337661" h="396430">
                        <a:moveTo>
                          <a:pt x="302895" y="303562"/>
                        </a:moveTo>
                        <a:cubicBezTo>
                          <a:pt x="302895" y="323278"/>
                          <a:pt x="302895" y="346424"/>
                          <a:pt x="337661" y="344900"/>
                        </a:cubicBezTo>
                        <a:lnTo>
                          <a:pt x="337661" y="396430"/>
                        </a:lnTo>
                        <a:cubicBezTo>
                          <a:pt x="303657" y="394907"/>
                          <a:pt x="279654" y="392716"/>
                          <a:pt x="258794" y="371094"/>
                        </a:cubicBezTo>
                        <a:cubicBezTo>
                          <a:pt x="252603" y="365284"/>
                          <a:pt x="240983" y="350711"/>
                          <a:pt x="238601" y="333280"/>
                        </a:cubicBezTo>
                        <a:lnTo>
                          <a:pt x="236315" y="331946"/>
                        </a:lnTo>
                        <a:cubicBezTo>
                          <a:pt x="231743" y="334804"/>
                          <a:pt x="214694" y="351377"/>
                          <a:pt x="210788" y="354425"/>
                        </a:cubicBezTo>
                        <a:cubicBezTo>
                          <a:pt x="164497" y="392144"/>
                          <a:pt x="134398" y="395764"/>
                          <a:pt x="98012" y="395764"/>
                        </a:cubicBezTo>
                        <a:cubicBezTo>
                          <a:pt x="40767" y="395764"/>
                          <a:pt x="0" y="351473"/>
                          <a:pt x="0" y="302895"/>
                        </a:cubicBezTo>
                        <a:cubicBezTo>
                          <a:pt x="0" y="255937"/>
                          <a:pt x="23813" y="220313"/>
                          <a:pt x="59436" y="195739"/>
                        </a:cubicBezTo>
                        <a:cubicBezTo>
                          <a:pt x="103537" y="165259"/>
                          <a:pt x="165259" y="154305"/>
                          <a:pt x="231743" y="153638"/>
                        </a:cubicBezTo>
                        <a:lnTo>
                          <a:pt x="231743" y="104394"/>
                        </a:lnTo>
                        <a:cubicBezTo>
                          <a:pt x="231743" y="89154"/>
                          <a:pt x="231743" y="52197"/>
                          <a:pt x="168402" y="52197"/>
                        </a:cubicBezTo>
                        <a:cubicBezTo>
                          <a:pt x="128206" y="52197"/>
                          <a:pt x="86487" y="71818"/>
                          <a:pt x="51816" y="92012"/>
                        </a:cubicBezTo>
                        <a:lnTo>
                          <a:pt x="21622" y="43529"/>
                        </a:lnTo>
                        <a:cubicBezTo>
                          <a:pt x="71819" y="18097"/>
                          <a:pt x="108013" y="0"/>
                          <a:pt x="172974" y="0"/>
                        </a:cubicBezTo>
                        <a:cubicBezTo>
                          <a:pt x="201644" y="0"/>
                          <a:pt x="240887" y="7239"/>
                          <a:pt x="265557" y="25432"/>
                        </a:cubicBezTo>
                        <a:cubicBezTo>
                          <a:pt x="294227" y="46482"/>
                          <a:pt x="302800" y="74771"/>
                          <a:pt x="302800" y="112395"/>
                        </a:cubicBezTo>
                        <a:lnTo>
                          <a:pt x="302800" y="303562"/>
                        </a:lnTo>
                        <a:close/>
                        <a:moveTo>
                          <a:pt x="231743" y="192024"/>
                        </a:moveTo>
                        <a:cubicBezTo>
                          <a:pt x="146685" y="192691"/>
                          <a:pt x="70295" y="223171"/>
                          <a:pt x="70295" y="289846"/>
                        </a:cubicBezTo>
                        <a:cubicBezTo>
                          <a:pt x="70295" y="321564"/>
                          <a:pt x="93440" y="349282"/>
                          <a:pt x="130493" y="349282"/>
                        </a:cubicBezTo>
                        <a:cubicBezTo>
                          <a:pt x="175260" y="349282"/>
                          <a:pt x="210788" y="315182"/>
                          <a:pt x="231743" y="295656"/>
                        </a:cubicBezTo>
                        <a:lnTo>
                          <a:pt x="231743" y="192024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554467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 typeface="Arial"/>
                      <a:buNone/>
                      <a:tabLst/>
                      <a:defRPr/>
                    </a:pPr>
                    <a:endParaRPr kumimoji="0" lang="pt-BR" sz="1092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 Light"/>
                      <a:ea typeface="+mn-ea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418" name="Freeform: Shape 51">
                    <a:extLst>
                      <a:ext uri="{FF2B5EF4-FFF2-40B4-BE49-F238E27FC236}">
                        <a16:creationId xmlns:a16="http://schemas.microsoft.com/office/drawing/2014/main" id="{2518C706-BC80-7038-5A04-51B395A13DB3}"/>
                      </a:ext>
                    </a:extLst>
                  </p:cNvPr>
                  <p:cNvSpPr/>
                  <p:nvPr/>
                </p:nvSpPr>
                <p:spPr>
                  <a:xfrm>
                    <a:off x="7219759" y="3196685"/>
                    <a:ext cx="228600" cy="500919"/>
                  </a:xfrm>
                  <a:custGeom>
                    <a:avLst/>
                    <a:gdLst>
                      <a:gd name="connsiteX0" fmla="*/ 0 w 228600"/>
                      <a:gd name="connsiteY0" fmla="*/ 144875 h 500919"/>
                      <a:gd name="connsiteX1" fmla="*/ 57817 w 228600"/>
                      <a:gd name="connsiteY1" fmla="*/ 144875 h 500919"/>
                      <a:gd name="connsiteX2" fmla="*/ 57817 w 228600"/>
                      <a:gd name="connsiteY2" fmla="*/ 58579 h 500919"/>
                      <a:gd name="connsiteX3" fmla="*/ 122872 w 228600"/>
                      <a:gd name="connsiteY3" fmla="*/ 0 h 500919"/>
                      <a:gd name="connsiteX4" fmla="*/ 130492 w 228600"/>
                      <a:gd name="connsiteY4" fmla="*/ 0 h 500919"/>
                      <a:gd name="connsiteX5" fmla="*/ 130492 w 228600"/>
                      <a:gd name="connsiteY5" fmla="*/ 144875 h 500919"/>
                      <a:gd name="connsiteX6" fmla="*/ 194596 w 228600"/>
                      <a:gd name="connsiteY6" fmla="*/ 144875 h 500919"/>
                      <a:gd name="connsiteX7" fmla="*/ 194596 w 228600"/>
                      <a:gd name="connsiteY7" fmla="*/ 186309 h 500919"/>
                      <a:gd name="connsiteX8" fmla="*/ 126587 w 228600"/>
                      <a:gd name="connsiteY8" fmla="*/ 186309 h 500919"/>
                      <a:gd name="connsiteX9" fmla="*/ 126587 w 228600"/>
                      <a:gd name="connsiteY9" fmla="*/ 411671 h 500919"/>
                      <a:gd name="connsiteX10" fmla="*/ 160687 w 228600"/>
                      <a:gd name="connsiteY10" fmla="*/ 445865 h 500919"/>
                      <a:gd name="connsiteX11" fmla="*/ 228600 w 228600"/>
                      <a:gd name="connsiteY11" fmla="*/ 424720 h 500919"/>
                      <a:gd name="connsiteX12" fmla="*/ 228600 w 228600"/>
                      <a:gd name="connsiteY12" fmla="*/ 481965 h 500919"/>
                      <a:gd name="connsiteX13" fmla="*/ 149828 w 228600"/>
                      <a:gd name="connsiteY13" fmla="*/ 500920 h 500919"/>
                      <a:gd name="connsiteX14" fmla="*/ 57245 w 228600"/>
                      <a:gd name="connsiteY14" fmla="*/ 419767 h 500919"/>
                      <a:gd name="connsiteX15" fmla="*/ 57245 w 228600"/>
                      <a:gd name="connsiteY15" fmla="*/ 186309 h 500919"/>
                      <a:gd name="connsiteX16" fmla="*/ 0 w 228600"/>
                      <a:gd name="connsiteY16" fmla="*/ 186309 h 500919"/>
                      <a:gd name="connsiteX17" fmla="*/ 0 w 228600"/>
                      <a:gd name="connsiteY17" fmla="*/ 144875 h 5009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228600" h="500919">
                        <a:moveTo>
                          <a:pt x="0" y="144875"/>
                        </a:moveTo>
                        <a:lnTo>
                          <a:pt x="57817" y="144875"/>
                        </a:lnTo>
                        <a:lnTo>
                          <a:pt x="57817" y="58579"/>
                        </a:lnTo>
                        <a:lnTo>
                          <a:pt x="122872" y="0"/>
                        </a:lnTo>
                        <a:lnTo>
                          <a:pt x="130492" y="0"/>
                        </a:lnTo>
                        <a:lnTo>
                          <a:pt x="130492" y="144875"/>
                        </a:lnTo>
                        <a:lnTo>
                          <a:pt x="194596" y="144875"/>
                        </a:lnTo>
                        <a:lnTo>
                          <a:pt x="194596" y="186309"/>
                        </a:lnTo>
                        <a:lnTo>
                          <a:pt x="126587" y="186309"/>
                        </a:lnTo>
                        <a:lnTo>
                          <a:pt x="126587" y="411671"/>
                        </a:lnTo>
                        <a:cubicBezTo>
                          <a:pt x="126587" y="418909"/>
                          <a:pt x="126587" y="445865"/>
                          <a:pt x="160687" y="445865"/>
                        </a:cubicBezTo>
                        <a:cubicBezTo>
                          <a:pt x="183642" y="445865"/>
                          <a:pt x="209169" y="434150"/>
                          <a:pt x="228600" y="424720"/>
                        </a:cubicBezTo>
                        <a:lnTo>
                          <a:pt x="228600" y="481965"/>
                        </a:lnTo>
                        <a:cubicBezTo>
                          <a:pt x="207740" y="492823"/>
                          <a:pt x="172974" y="500920"/>
                          <a:pt x="149828" y="500920"/>
                        </a:cubicBezTo>
                        <a:cubicBezTo>
                          <a:pt x="131254" y="500920"/>
                          <a:pt x="57245" y="495014"/>
                          <a:pt x="57245" y="419767"/>
                        </a:cubicBezTo>
                        <a:lnTo>
                          <a:pt x="57245" y="186309"/>
                        </a:lnTo>
                        <a:lnTo>
                          <a:pt x="0" y="186309"/>
                        </a:lnTo>
                        <a:lnTo>
                          <a:pt x="0" y="144875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554467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 typeface="Arial"/>
                      <a:buNone/>
                      <a:tabLst/>
                      <a:defRPr/>
                    </a:pPr>
                    <a:endParaRPr kumimoji="0" lang="pt-BR" sz="1092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 Light"/>
                      <a:ea typeface="+mn-ea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419" name="Freeform: Shape 52">
                    <a:extLst>
                      <a:ext uri="{FF2B5EF4-FFF2-40B4-BE49-F238E27FC236}">
                        <a16:creationId xmlns:a16="http://schemas.microsoft.com/office/drawing/2014/main" id="{430DDCFE-8EC8-1A3F-93FE-39861C8DC13A}"/>
                      </a:ext>
                    </a:extLst>
                  </p:cNvPr>
                  <p:cNvSpPr/>
                  <p:nvPr/>
                </p:nvSpPr>
                <p:spPr>
                  <a:xfrm>
                    <a:off x="7541037" y="3171920"/>
                    <a:ext cx="69532" cy="518255"/>
                  </a:xfrm>
                  <a:custGeom>
                    <a:avLst/>
                    <a:gdLst>
                      <a:gd name="connsiteX0" fmla="*/ 95 w 69532"/>
                      <a:gd name="connsiteY0" fmla="*/ 0 h 518255"/>
                      <a:gd name="connsiteX1" fmla="*/ 69437 w 69532"/>
                      <a:gd name="connsiteY1" fmla="*/ 0 h 518255"/>
                      <a:gd name="connsiteX2" fmla="*/ 69437 w 69532"/>
                      <a:gd name="connsiteY2" fmla="*/ 68866 h 518255"/>
                      <a:gd name="connsiteX3" fmla="*/ 95 w 69532"/>
                      <a:gd name="connsiteY3" fmla="*/ 68866 h 518255"/>
                      <a:gd name="connsiteX4" fmla="*/ 95 w 69532"/>
                      <a:gd name="connsiteY4" fmla="*/ 0 h 518255"/>
                      <a:gd name="connsiteX5" fmla="*/ 0 w 69532"/>
                      <a:gd name="connsiteY5" fmla="*/ 139160 h 518255"/>
                      <a:gd name="connsiteX6" fmla="*/ 69533 w 69532"/>
                      <a:gd name="connsiteY6" fmla="*/ 139160 h 518255"/>
                      <a:gd name="connsiteX7" fmla="*/ 69533 w 69532"/>
                      <a:gd name="connsiteY7" fmla="*/ 518255 h 518255"/>
                      <a:gd name="connsiteX8" fmla="*/ 0 w 69532"/>
                      <a:gd name="connsiteY8" fmla="*/ 518255 h 518255"/>
                      <a:gd name="connsiteX9" fmla="*/ 0 w 69532"/>
                      <a:gd name="connsiteY9" fmla="*/ 139160 h 5182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69532" h="518255">
                        <a:moveTo>
                          <a:pt x="95" y="0"/>
                        </a:moveTo>
                        <a:lnTo>
                          <a:pt x="69437" y="0"/>
                        </a:lnTo>
                        <a:lnTo>
                          <a:pt x="69437" y="68866"/>
                        </a:lnTo>
                        <a:lnTo>
                          <a:pt x="95" y="68866"/>
                        </a:lnTo>
                        <a:lnTo>
                          <a:pt x="95" y="0"/>
                        </a:lnTo>
                        <a:close/>
                        <a:moveTo>
                          <a:pt x="0" y="139160"/>
                        </a:moveTo>
                        <a:lnTo>
                          <a:pt x="69533" y="139160"/>
                        </a:lnTo>
                        <a:lnTo>
                          <a:pt x="69533" y="518255"/>
                        </a:lnTo>
                        <a:lnTo>
                          <a:pt x="0" y="518255"/>
                        </a:lnTo>
                        <a:lnTo>
                          <a:pt x="0" y="139160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554467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 typeface="Arial"/>
                      <a:buNone/>
                      <a:tabLst/>
                      <a:defRPr/>
                    </a:pPr>
                    <a:endParaRPr kumimoji="0" lang="pt-BR" sz="1092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 Light"/>
                      <a:ea typeface="+mn-ea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420" name="Freeform: Shape 53">
                    <a:extLst>
                      <a:ext uri="{FF2B5EF4-FFF2-40B4-BE49-F238E27FC236}">
                        <a16:creationId xmlns:a16="http://schemas.microsoft.com/office/drawing/2014/main" id="{2CD6A41F-6F43-0B21-49E1-D7B5D3E4154F}"/>
                      </a:ext>
                    </a:extLst>
                  </p:cNvPr>
                  <p:cNvSpPr/>
                  <p:nvPr/>
                </p:nvSpPr>
                <p:spPr>
                  <a:xfrm>
                    <a:off x="7715630" y="3301650"/>
                    <a:ext cx="319849" cy="396620"/>
                  </a:xfrm>
                  <a:custGeom>
                    <a:avLst/>
                    <a:gdLst>
                      <a:gd name="connsiteX0" fmla="*/ 155257 w 319849"/>
                      <a:gd name="connsiteY0" fmla="*/ 0 h 396620"/>
                      <a:gd name="connsiteX1" fmla="*/ 289750 w 319849"/>
                      <a:gd name="connsiteY1" fmla="*/ 74676 h 396620"/>
                      <a:gd name="connsiteX2" fmla="*/ 319849 w 319849"/>
                      <a:gd name="connsiteY2" fmla="*/ 200787 h 396620"/>
                      <a:gd name="connsiteX3" fmla="*/ 158496 w 319849"/>
                      <a:gd name="connsiteY3" fmla="*/ 396621 h 396620"/>
                      <a:gd name="connsiteX4" fmla="*/ 43243 w 319849"/>
                      <a:gd name="connsiteY4" fmla="*/ 344233 h 396620"/>
                      <a:gd name="connsiteX5" fmla="*/ 0 w 319849"/>
                      <a:gd name="connsiteY5" fmla="*/ 192215 h 396620"/>
                      <a:gd name="connsiteX6" fmla="*/ 155257 w 319849"/>
                      <a:gd name="connsiteY6" fmla="*/ 0 h 396620"/>
                      <a:gd name="connsiteX7" fmla="*/ 68008 w 319849"/>
                      <a:gd name="connsiteY7" fmla="*/ 203740 h 396620"/>
                      <a:gd name="connsiteX8" fmla="*/ 159163 w 319849"/>
                      <a:gd name="connsiteY8" fmla="*/ 339947 h 396620"/>
                      <a:gd name="connsiteX9" fmla="*/ 246412 w 319849"/>
                      <a:gd name="connsiteY9" fmla="*/ 197358 h 396620"/>
                      <a:gd name="connsiteX10" fmla="*/ 232505 w 319849"/>
                      <a:gd name="connsiteY10" fmla="*/ 107442 h 396620"/>
                      <a:gd name="connsiteX11" fmla="*/ 187642 w 319849"/>
                      <a:gd name="connsiteY11" fmla="*/ 59626 h 396620"/>
                      <a:gd name="connsiteX12" fmla="*/ 158496 w 319849"/>
                      <a:gd name="connsiteY12" fmla="*/ 54483 h 396620"/>
                      <a:gd name="connsiteX13" fmla="*/ 68008 w 319849"/>
                      <a:gd name="connsiteY13" fmla="*/ 203740 h 3966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319849" h="396620">
                        <a:moveTo>
                          <a:pt x="155257" y="0"/>
                        </a:moveTo>
                        <a:cubicBezTo>
                          <a:pt x="231743" y="0"/>
                          <a:pt x="268796" y="37814"/>
                          <a:pt x="289750" y="74676"/>
                        </a:cubicBezTo>
                        <a:cubicBezTo>
                          <a:pt x="308324" y="107918"/>
                          <a:pt x="319849" y="163735"/>
                          <a:pt x="319849" y="200787"/>
                        </a:cubicBezTo>
                        <a:cubicBezTo>
                          <a:pt x="319849" y="314706"/>
                          <a:pt x="257937" y="396621"/>
                          <a:pt x="158496" y="396621"/>
                        </a:cubicBezTo>
                        <a:cubicBezTo>
                          <a:pt x="88106" y="396621"/>
                          <a:pt x="58769" y="362426"/>
                          <a:pt x="43243" y="344233"/>
                        </a:cubicBezTo>
                        <a:cubicBezTo>
                          <a:pt x="13240" y="308801"/>
                          <a:pt x="0" y="257270"/>
                          <a:pt x="0" y="192215"/>
                        </a:cubicBezTo>
                        <a:cubicBezTo>
                          <a:pt x="-95" y="60198"/>
                          <a:pt x="71723" y="0"/>
                          <a:pt x="155257" y="0"/>
                        </a:cubicBezTo>
                        <a:close/>
                        <a:moveTo>
                          <a:pt x="68008" y="203740"/>
                        </a:moveTo>
                        <a:cubicBezTo>
                          <a:pt x="68008" y="232696"/>
                          <a:pt x="78867" y="339947"/>
                          <a:pt x="159163" y="339947"/>
                        </a:cubicBezTo>
                        <a:cubicBezTo>
                          <a:pt x="233267" y="339947"/>
                          <a:pt x="246412" y="251555"/>
                          <a:pt x="246412" y="197358"/>
                        </a:cubicBezTo>
                        <a:cubicBezTo>
                          <a:pt x="246412" y="172021"/>
                          <a:pt x="241935" y="132112"/>
                          <a:pt x="232505" y="107442"/>
                        </a:cubicBezTo>
                        <a:cubicBezTo>
                          <a:pt x="223171" y="82868"/>
                          <a:pt x="206312" y="66866"/>
                          <a:pt x="187642" y="59626"/>
                        </a:cubicBezTo>
                        <a:cubicBezTo>
                          <a:pt x="178403" y="56007"/>
                          <a:pt x="168307" y="54483"/>
                          <a:pt x="158496" y="54483"/>
                        </a:cubicBezTo>
                        <a:cubicBezTo>
                          <a:pt x="81915" y="54388"/>
                          <a:pt x="68008" y="144970"/>
                          <a:pt x="68008" y="203740"/>
                        </a:cubicBez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554467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 typeface="Arial"/>
                      <a:buNone/>
                      <a:tabLst/>
                      <a:defRPr/>
                    </a:pPr>
                    <a:endParaRPr kumimoji="0" lang="pt-BR" sz="1092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 Light"/>
                      <a:ea typeface="+mn-ea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421" name="Freeform: Shape 54">
                    <a:extLst>
                      <a:ext uri="{FF2B5EF4-FFF2-40B4-BE49-F238E27FC236}">
                        <a16:creationId xmlns:a16="http://schemas.microsoft.com/office/drawing/2014/main" id="{08F18B6E-2624-A019-6B99-B19C886ABE10}"/>
                      </a:ext>
                    </a:extLst>
                  </p:cNvPr>
                  <p:cNvSpPr/>
                  <p:nvPr/>
                </p:nvSpPr>
                <p:spPr>
                  <a:xfrm>
                    <a:off x="8123586" y="3301650"/>
                    <a:ext cx="277272" cy="388715"/>
                  </a:xfrm>
                  <a:custGeom>
                    <a:avLst/>
                    <a:gdLst>
                      <a:gd name="connsiteX0" fmla="*/ 0 w 277272"/>
                      <a:gd name="connsiteY0" fmla="*/ 24098 h 388715"/>
                      <a:gd name="connsiteX1" fmla="*/ 63246 w 277272"/>
                      <a:gd name="connsiteY1" fmla="*/ 0 h 388715"/>
                      <a:gd name="connsiteX2" fmla="*/ 63246 w 277272"/>
                      <a:gd name="connsiteY2" fmla="*/ 74009 h 388715"/>
                      <a:gd name="connsiteX3" fmla="*/ 69437 w 277272"/>
                      <a:gd name="connsiteY3" fmla="*/ 81343 h 388715"/>
                      <a:gd name="connsiteX4" fmla="*/ 82582 w 277272"/>
                      <a:gd name="connsiteY4" fmla="*/ 71056 h 388715"/>
                      <a:gd name="connsiteX5" fmla="*/ 98108 w 277272"/>
                      <a:gd name="connsiteY5" fmla="*/ 51625 h 388715"/>
                      <a:gd name="connsiteX6" fmla="*/ 195358 w 277272"/>
                      <a:gd name="connsiteY6" fmla="*/ 2953 h 388715"/>
                      <a:gd name="connsiteX7" fmla="*/ 247936 w 277272"/>
                      <a:gd name="connsiteY7" fmla="*/ 17526 h 388715"/>
                      <a:gd name="connsiteX8" fmla="*/ 277273 w 277272"/>
                      <a:gd name="connsiteY8" fmla="*/ 99441 h 388715"/>
                      <a:gd name="connsiteX9" fmla="*/ 277273 w 277272"/>
                      <a:gd name="connsiteY9" fmla="*/ 388620 h 388715"/>
                      <a:gd name="connsiteX10" fmla="*/ 209264 w 277272"/>
                      <a:gd name="connsiteY10" fmla="*/ 388620 h 388715"/>
                      <a:gd name="connsiteX11" fmla="*/ 209264 w 277272"/>
                      <a:gd name="connsiteY11" fmla="*/ 100965 h 388715"/>
                      <a:gd name="connsiteX12" fmla="*/ 169164 w 277272"/>
                      <a:gd name="connsiteY12" fmla="*/ 50959 h 388715"/>
                      <a:gd name="connsiteX13" fmla="*/ 99727 w 277272"/>
                      <a:gd name="connsiteY13" fmla="*/ 91535 h 388715"/>
                      <a:gd name="connsiteX14" fmla="*/ 69533 w 277272"/>
                      <a:gd name="connsiteY14" fmla="*/ 132207 h 388715"/>
                      <a:gd name="connsiteX15" fmla="*/ 69533 w 277272"/>
                      <a:gd name="connsiteY15" fmla="*/ 388715 h 388715"/>
                      <a:gd name="connsiteX16" fmla="*/ 95 w 277272"/>
                      <a:gd name="connsiteY16" fmla="*/ 388715 h 388715"/>
                      <a:gd name="connsiteX17" fmla="*/ 95 w 277272"/>
                      <a:gd name="connsiteY17" fmla="*/ 24098 h 3887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277272" h="388715">
                        <a:moveTo>
                          <a:pt x="0" y="24098"/>
                        </a:moveTo>
                        <a:lnTo>
                          <a:pt x="63246" y="0"/>
                        </a:lnTo>
                        <a:lnTo>
                          <a:pt x="63246" y="74009"/>
                        </a:lnTo>
                        <a:cubicBezTo>
                          <a:pt x="63246" y="76867"/>
                          <a:pt x="65532" y="81343"/>
                          <a:pt x="69437" y="81343"/>
                        </a:cubicBezTo>
                        <a:cubicBezTo>
                          <a:pt x="73247" y="81343"/>
                          <a:pt x="78677" y="75438"/>
                          <a:pt x="82582" y="71056"/>
                        </a:cubicBezTo>
                        <a:lnTo>
                          <a:pt x="98108" y="51625"/>
                        </a:lnTo>
                        <a:cubicBezTo>
                          <a:pt x="122015" y="21050"/>
                          <a:pt x="154400" y="2953"/>
                          <a:pt x="195358" y="2953"/>
                        </a:cubicBezTo>
                        <a:cubicBezTo>
                          <a:pt x="213931" y="2953"/>
                          <a:pt x="232505" y="7334"/>
                          <a:pt x="247936" y="17526"/>
                        </a:cubicBezTo>
                        <a:cubicBezTo>
                          <a:pt x="264223" y="27622"/>
                          <a:pt x="277273" y="44482"/>
                          <a:pt x="277273" y="99441"/>
                        </a:cubicBezTo>
                        <a:lnTo>
                          <a:pt x="277273" y="388620"/>
                        </a:lnTo>
                        <a:lnTo>
                          <a:pt x="209264" y="388620"/>
                        </a:lnTo>
                        <a:lnTo>
                          <a:pt x="209264" y="100965"/>
                        </a:lnTo>
                        <a:cubicBezTo>
                          <a:pt x="209264" y="90773"/>
                          <a:pt x="209264" y="50959"/>
                          <a:pt x="169164" y="50959"/>
                        </a:cubicBezTo>
                        <a:cubicBezTo>
                          <a:pt x="132779" y="50959"/>
                          <a:pt x="103442" y="87249"/>
                          <a:pt x="99727" y="91535"/>
                        </a:cubicBezTo>
                        <a:cubicBezTo>
                          <a:pt x="75724" y="121253"/>
                          <a:pt x="69533" y="131445"/>
                          <a:pt x="69533" y="132207"/>
                        </a:cubicBezTo>
                        <a:lnTo>
                          <a:pt x="69533" y="388715"/>
                        </a:lnTo>
                        <a:lnTo>
                          <a:pt x="95" y="388715"/>
                        </a:lnTo>
                        <a:lnTo>
                          <a:pt x="95" y="24098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554467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 typeface="Arial"/>
                      <a:buNone/>
                      <a:tabLst/>
                      <a:defRPr/>
                    </a:pPr>
                    <a:endParaRPr kumimoji="0" lang="pt-BR" sz="1092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 Light"/>
                      <a:ea typeface="+mn-ea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89" name="Graphic 19">
                  <a:extLst>
                    <a:ext uri="{FF2B5EF4-FFF2-40B4-BE49-F238E27FC236}">
                      <a16:creationId xmlns:a16="http://schemas.microsoft.com/office/drawing/2014/main" id="{AB2E143C-FE34-8CC4-E498-892D4880DC9D}"/>
                    </a:ext>
                  </a:extLst>
                </p:cNvPr>
                <p:cNvGrpSpPr/>
                <p:nvPr/>
              </p:nvGrpSpPr>
              <p:grpSpPr>
                <a:xfrm>
                  <a:off x="456030" y="4672370"/>
                  <a:ext cx="141900" cy="141899"/>
                  <a:chOff x="3813428" y="3039903"/>
                  <a:chExt cx="764571" cy="764571"/>
                </a:xfrm>
                <a:solidFill>
                  <a:sysClr val="window" lastClr="FFFFFF"/>
                </a:solidFill>
              </p:grpSpPr>
              <p:grpSp>
                <p:nvGrpSpPr>
                  <p:cNvPr id="393" name="Graphic 19">
                    <a:extLst>
                      <a:ext uri="{FF2B5EF4-FFF2-40B4-BE49-F238E27FC236}">
                        <a16:creationId xmlns:a16="http://schemas.microsoft.com/office/drawing/2014/main" id="{1BC973EB-52B0-2F3C-6287-1B8044E09681}"/>
                      </a:ext>
                    </a:extLst>
                  </p:cNvPr>
                  <p:cNvGrpSpPr/>
                  <p:nvPr/>
                </p:nvGrpSpPr>
                <p:grpSpPr>
                  <a:xfrm>
                    <a:off x="3813428" y="3043904"/>
                    <a:ext cx="764571" cy="756475"/>
                    <a:chOff x="3813428" y="3043904"/>
                    <a:chExt cx="764571" cy="756475"/>
                  </a:xfrm>
                  <a:grpFill/>
                </p:grpSpPr>
                <p:sp>
                  <p:nvSpPr>
                    <p:cNvPr id="403" name="Freeform: Shape 36">
                      <a:extLst>
                        <a:ext uri="{FF2B5EF4-FFF2-40B4-BE49-F238E27FC236}">
                          <a16:creationId xmlns:a16="http://schemas.microsoft.com/office/drawing/2014/main" id="{1733E668-8766-6BC2-5CB6-3A689E5739A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06429" y="3043904"/>
                      <a:ext cx="237744" cy="237743"/>
                    </a:xfrm>
                    <a:custGeom>
                      <a:avLst/>
                      <a:gdLst>
                        <a:gd name="connsiteX0" fmla="*/ 108204 w 237744"/>
                        <a:gd name="connsiteY0" fmla="*/ 237744 h 237743"/>
                        <a:gd name="connsiteX1" fmla="*/ 237744 w 237744"/>
                        <a:gd name="connsiteY1" fmla="*/ 108204 h 237743"/>
                        <a:gd name="connsiteX2" fmla="*/ 129635 w 237744"/>
                        <a:gd name="connsiteY2" fmla="*/ 0 h 237743"/>
                        <a:gd name="connsiteX3" fmla="*/ 0 w 237744"/>
                        <a:gd name="connsiteY3" fmla="*/ 129635 h 2377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37744" h="237743">
                          <a:moveTo>
                            <a:pt x="108204" y="237744"/>
                          </a:moveTo>
                          <a:lnTo>
                            <a:pt x="237744" y="108204"/>
                          </a:lnTo>
                          <a:lnTo>
                            <a:pt x="129635" y="0"/>
                          </a:lnTo>
                          <a:lnTo>
                            <a:pt x="0" y="129635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55446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pt-BR" sz="1092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Versos Light"/>
                        <a:ea typeface="+mn-ea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404" name="Freeform: Shape 37">
                      <a:extLst>
                        <a:ext uri="{FF2B5EF4-FFF2-40B4-BE49-F238E27FC236}">
                          <a16:creationId xmlns:a16="http://schemas.microsoft.com/office/drawing/2014/main" id="{282BAFDF-A367-F1A0-3569-81A1832928B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46873" y="3562540"/>
                      <a:ext cx="238029" cy="237839"/>
                    </a:xfrm>
                    <a:custGeom>
                      <a:avLst/>
                      <a:gdLst>
                        <a:gd name="connsiteX0" fmla="*/ 108204 w 238029"/>
                        <a:gd name="connsiteY0" fmla="*/ 237839 h 237839"/>
                        <a:gd name="connsiteX1" fmla="*/ 238030 w 238029"/>
                        <a:gd name="connsiteY1" fmla="*/ 108204 h 237839"/>
                        <a:gd name="connsiteX2" fmla="*/ 129731 w 238029"/>
                        <a:gd name="connsiteY2" fmla="*/ 0 h 237839"/>
                        <a:gd name="connsiteX3" fmla="*/ 0 w 238029"/>
                        <a:gd name="connsiteY3" fmla="*/ 129635 h 2378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38029" h="237839">
                          <a:moveTo>
                            <a:pt x="108204" y="237839"/>
                          </a:moveTo>
                          <a:lnTo>
                            <a:pt x="238030" y="108204"/>
                          </a:lnTo>
                          <a:lnTo>
                            <a:pt x="129731" y="0"/>
                          </a:lnTo>
                          <a:lnTo>
                            <a:pt x="0" y="129635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55446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pt-BR" sz="1092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Versos Light"/>
                        <a:ea typeface="+mn-ea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405" name="Freeform: Shape 38">
                      <a:extLst>
                        <a:ext uri="{FF2B5EF4-FFF2-40B4-BE49-F238E27FC236}">
                          <a16:creationId xmlns:a16="http://schemas.microsoft.com/office/drawing/2014/main" id="{B67343F9-A638-8151-3C1B-786FDEC2252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06429" y="3303269"/>
                      <a:ext cx="237744" cy="237839"/>
                    </a:xfrm>
                    <a:custGeom>
                      <a:avLst/>
                      <a:gdLst>
                        <a:gd name="connsiteX0" fmla="*/ 108204 w 237744"/>
                        <a:gd name="connsiteY0" fmla="*/ 237839 h 237839"/>
                        <a:gd name="connsiteX1" fmla="*/ 237744 w 237744"/>
                        <a:gd name="connsiteY1" fmla="*/ 108109 h 237839"/>
                        <a:gd name="connsiteX2" fmla="*/ 129635 w 237744"/>
                        <a:gd name="connsiteY2" fmla="*/ 0 h 237839"/>
                        <a:gd name="connsiteX3" fmla="*/ 0 w 237744"/>
                        <a:gd name="connsiteY3" fmla="*/ 129635 h 2378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37744" h="237839">
                          <a:moveTo>
                            <a:pt x="108204" y="237839"/>
                          </a:moveTo>
                          <a:lnTo>
                            <a:pt x="237744" y="108109"/>
                          </a:lnTo>
                          <a:lnTo>
                            <a:pt x="129635" y="0"/>
                          </a:lnTo>
                          <a:lnTo>
                            <a:pt x="0" y="129635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55446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pt-BR" sz="1092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Versos Light"/>
                        <a:ea typeface="+mn-ea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406" name="Freeform: Shape 39">
                      <a:extLst>
                        <a:ext uri="{FF2B5EF4-FFF2-40B4-BE49-F238E27FC236}">
                          <a16:creationId xmlns:a16="http://schemas.microsoft.com/office/drawing/2014/main" id="{B7480528-3D97-6089-56CC-B860F600A5D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46873" y="3303269"/>
                      <a:ext cx="238029" cy="237839"/>
                    </a:xfrm>
                    <a:custGeom>
                      <a:avLst/>
                      <a:gdLst>
                        <a:gd name="connsiteX0" fmla="*/ 108204 w 238029"/>
                        <a:gd name="connsiteY0" fmla="*/ 237839 h 237839"/>
                        <a:gd name="connsiteX1" fmla="*/ 238030 w 238029"/>
                        <a:gd name="connsiteY1" fmla="*/ 108109 h 237839"/>
                        <a:gd name="connsiteX2" fmla="*/ 129731 w 238029"/>
                        <a:gd name="connsiteY2" fmla="*/ 0 h 237839"/>
                        <a:gd name="connsiteX3" fmla="*/ 0 w 238029"/>
                        <a:gd name="connsiteY3" fmla="*/ 129635 h 2378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38029" h="237839">
                          <a:moveTo>
                            <a:pt x="108204" y="237839"/>
                          </a:moveTo>
                          <a:lnTo>
                            <a:pt x="238030" y="108109"/>
                          </a:lnTo>
                          <a:lnTo>
                            <a:pt x="129731" y="0"/>
                          </a:lnTo>
                          <a:lnTo>
                            <a:pt x="0" y="129635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55446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pt-BR" sz="1092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Versos Light"/>
                        <a:ea typeface="+mn-ea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407" name="Freeform: Shape 40">
                      <a:extLst>
                        <a:ext uri="{FF2B5EF4-FFF2-40B4-BE49-F238E27FC236}">
                          <a16:creationId xmlns:a16="http://schemas.microsoft.com/office/drawing/2014/main" id="{691EC19B-0999-7B46-6292-C1080619F15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46873" y="3043904"/>
                      <a:ext cx="238029" cy="237743"/>
                    </a:xfrm>
                    <a:custGeom>
                      <a:avLst/>
                      <a:gdLst>
                        <a:gd name="connsiteX0" fmla="*/ 108204 w 238029"/>
                        <a:gd name="connsiteY0" fmla="*/ 237744 h 237743"/>
                        <a:gd name="connsiteX1" fmla="*/ 238030 w 238029"/>
                        <a:gd name="connsiteY1" fmla="*/ 108204 h 237743"/>
                        <a:gd name="connsiteX2" fmla="*/ 129731 w 238029"/>
                        <a:gd name="connsiteY2" fmla="*/ 0 h 237743"/>
                        <a:gd name="connsiteX3" fmla="*/ 0 w 238029"/>
                        <a:gd name="connsiteY3" fmla="*/ 129635 h 2377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38029" h="237743">
                          <a:moveTo>
                            <a:pt x="108204" y="237744"/>
                          </a:moveTo>
                          <a:lnTo>
                            <a:pt x="238030" y="108204"/>
                          </a:lnTo>
                          <a:lnTo>
                            <a:pt x="129731" y="0"/>
                          </a:lnTo>
                          <a:lnTo>
                            <a:pt x="0" y="129635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55446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pt-BR" sz="1092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Versos Light"/>
                        <a:ea typeface="+mn-ea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408" name="Freeform: Shape 41">
                      <a:extLst>
                        <a:ext uri="{FF2B5EF4-FFF2-40B4-BE49-F238E27FC236}">
                          <a16:creationId xmlns:a16="http://schemas.microsoft.com/office/drawing/2014/main" id="{949F3951-CE9F-992A-CBEE-A1075FFBE44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06429" y="3562540"/>
                      <a:ext cx="237744" cy="237839"/>
                    </a:xfrm>
                    <a:custGeom>
                      <a:avLst/>
                      <a:gdLst>
                        <a:gd name="connsiteX0" fmla="*/ 108204 w 237744"/>
                        <a:gd name="connsiteY0" fmla="*/ 237839 h 237839"/>
                        <a:gd name="connsiteX1" fmla="*/ 237744 w 237744"/>
                        <a:gd name="connsiteY1" fmla="*/ 108204 h 237839"/>
                        <a:gd name="connsiteX2" fmla="*/ 129635 w 237744"/>
                        <a:gd name="connsiteY2" fmla="*/ 0 h 237839"/>
                        <a:gd name="connsiteX3" fmla="*/ 0 w 237744"/>
                        <a:gd name="connsiteY3" fmla="*/ 129635 h 2378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37744" h="237839">
                          <a:moveTo>
                            <a:pt x="108204" y="237839"/>
                          </a:moveTo>
                          <a:lnTo>
                            <a:pt x="237744" y="108204"/>
                          </a:lnTo>
                          <a:lnTo>
                            <a:pt x="129635" y="0"/>
                          </a:lnTo>
                          <a:lnTo>
                            <a:pt x="0" y="129635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55446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pt-BR" sz="1092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Versos Light"/>
                        <a:ea typeface="+mn-ea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409" name="Freeform: Shape 42">
                      <a:extLst>
                        <a:ext uri="{FF2B5EF4-FFF2-40B4-BE49-F238E27FC236}">
                          <a16:creationId xmlns:a16="http://schemas.microsoft.com/office/drawing/2014/main" id="{2AF16EFC-650B-5968-07CC-192C0132CE4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13428" y="3303269"/>
                      <a:ext cx="112013" cy="220122"/>
                    </a:xfrm>
                    <a:custGeom>
                      <a:avLst/>
                      <a:gdLst>
                        <a:gd name="connsiteX0" fmla="*/ 112014 w 112013"/>
                        <a:gd name="connsiteY0" fmla="*/ 108109 h 220122"/>
                        <a:gd name="connsiteX1" fmla="*/ 3810 w 112013"/>
                        <a:gd name="connsiteY1" fmla="*/ 0 h 220122"/>
                        <a:gd name="connsiteX2" fmla="*/ 0 w 112013"/>
                        <a:gd name="connsiteY2" fmla="*/ 3905 h 220122"/>
                        <a:gd name="connsiteX3" fmla="*/ 0 w 112013"/>
                        <a:gd name="connsiteY3" fmla="*/ 220123 h 2201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12013" h="220122">
                          <a:moveTo>
                            <a:pt x="112014" y="108109"/>
                          </a:moveTo>
                          <a:lnTo>
                            <a:pt x="3810" y="0"/>
                          </a:lnTo>
                          <a:lnTo>
                            <a:pt x="0" y="3905"/>
                          </a:lnTo>
                          <a:lnTo>
                            <a:pt x="0" y="220123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55446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pt-BR" sz="1092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Versos Light"/>
                        <a:ea typeface="+mn-ea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410" name="Freeform: Shape 43">
                      <a:extLst>
                        <a:ext uri="{FF2B5EF4-FFF2-40B4-BE49-F238E27FC236}">
                          <a16:creationId xmlns:a16="http://schemas.microsoft.com/office/drawing/2014/main" id="{E36213EE-0753-EC07-4B3A-9C2E5765EDE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66081" y="3321081"/>
                      <a:ext cx="111918" cy="220218"/>
                    </a:xfrm>
                    <a:custGeom>
                      <a:avLst/>
                      <a:gdLst>
                        <a:gd name="connsiteX0" fmla="*/ 0 w 111918"/>
                        <a:gd name="connsiteY0" fmla="*/ 112014 h 220218"/>
                        <a:gd name="connsiteX1" fmla="*/ 108109 w 111918"/>
                        <a:gd name="connsiteY1" fmla="*/ 220218 h 220218"/>
                        <a:gd name="connsiteX2" fmla="*/ 111919 w 111918"/>
                        <a:gd name="connsiteY2" fmla="*/ 216408 h 220218"/>
                        <a:gd name="connsiteX3" fmla="*/ 111919 w 111918"/>
                        <a:gd name="connsiteY3" fmla="*/ 0 h 2202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11918" h="220218">
                          <a:moveTo>
                            <a:pt x="0" y="112014"/>
                          </a:moveTo>
                          <a:lnTo>
                            <a:pt x="108109" y="220218"/>
                          </a:lnTo>
                          <a:lnTo>
                            <a:pt x="111919" y="216408"/>
                          </a:lnTo>
                          <a:lnTo>
                            <a:pt x="111919" y="0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55446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pt-BR" sz="1092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Versos Light"/>
                        <a:ea typeface="+mn-ea"/>
                        <a:cs typeface="Arial"/>
                        <a:sym typeface="Arial"/>
                      </a:endParaRPr>
                    </a:p>
                  </p:txBody>
                </p:sp>
              </p:grpSp>
              <p:grpSp>
                <p:nvGrpSpPr>
                  <p:cNvPr id="394" name="Graphic 19">
                    <a:extLst>
                      <a:ext uri="{FF2B5EF4-FFF2-40B4-BE49-F238E27FC236}">
                        <a16:creationId xmlns:a16="http://schemas.microsoft.com/office/drawing/2014/main" id="{2CE213A6-BF7F-E0A9-6354-7C9580316784}"/>
                      </a:ext>
                    </a:extLst>
                  </p:cNvPr>
                  <p:cNvGrpSpPr/>
                  <p:nvPr/>
                </p:nvGrpSpPr>
                <p:grpSpPr>
                  <a:xfrm>
                    <a:off x="3816952" y="3039903"/>
                    <a:ext cx="757333" cy="764571"/>
                    <a:chOff x="3816952" y="3039903"/>
                    <a:chExt cx="757333" cy="764571"/>
                  </a:xfrm>
                  <a:grpFill/>
                </p:grpSpPr>
                <p:sp>
                  <p:nvSpPr>
                    <p:cNvPr id="395" name="Freeform: Shape 28">
                      <a:extLst>
                        <a:ext uri="{FF2B5EF4-FFF2-40B4-BE49-F238E27FC236}">
                          <a16:creationId xmlns:a16="http://schemas.microsoft.com/office/drawing/2014/main" id="{6942A176-B2FD-3F5A-604D-B9F3B0D7D1A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17333" y="3432714"/>
                      <a:ext cx="237839" cy="238029"/>
                    </a:xfrm>
                    <a:custGeom>
                      <a:avLst/>
                      <a:gdLst>
                        <a:gd name="connsiteX0" fmla="*/ 237839 w 237839"/>
                        <a:gd name="connsiteY0" fmla="*/ 129826 h 238029"/>
                        <a:gd name="connsiteX1" fmla="*/ 108204 w 237839"/>
                        <a:gd name="connsiteY1" fmla="*/ 0 h 238029"/>
                        <a:gd name="connsiteX2" fmla="*/ 0 w 237839"/>
                        <a:gd name="connsiteY2" fmla="*/ 108299 h 238029"/>
                        <a:gd name="connsiteX3" fmla="*/ 129635 w 237839"/>
                        <a:gd name="connsiteY3" fmla="*/ 238030 h 2380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37839" h="238029">
                          <a:moveTo>
                            <a:pt x="237839" y="129826"/>
                          </a:moveTo>
                          <a:lnTo>
                            <a:pt x="108204" y="0"/>
                          </a:lnTo>
                          <a:lnTo>
                            <a:pt x="0" y="108299"/>
                          </a:lnTo>
                          <a:lnTo>
                            <a:pt x="129635" y="238030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55446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pt-BR" sz="1092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Versos Light"/>
                        <a:ea typeface="+mn-ea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96" name="Freeform: Shape 29">
                      <a:extLst>
                        <a:ext uri="{FF2B5EF4-FFF2-40B4-BE49-F238E27FC236}">
                          <a16:creationId xmlns:a16="http://schemas.microsoft.com/office/drawing/2014/main" id="{C89DD1E8-1EB6-2873-CA9E-DC4B5C6FB78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76699" y="3432714"/>
                      <a:ext cx="238029" cy="238029"/>
                    </a:xfrm>
                    <a:custGeom>
                      <a:avLst/>
                      <a:gdLst>
                        <a:gd name="connsiteX0" fmla="*/ 238030 w 238029"/>
                        <a:gd name="connsiteY0" fmla="*/ 129826 h 238029"/>
                        <a:gd name="connsiteX1" fmla="*/ 108299 w 238029"/>
                        <a:gd name="connsiteY1" fmla="*/ 0 h 238029"/>
                        <a:gd name="connsiteX2" fmla="*/ 0 w 238029"/>
                        <a:gd name="connsiteY2" fmla="*/ 108299 h 238029"/>
                        <a:gd name="connsiteX3" fmla="*/ 129826 w 238029"/>
                        <a:gd name="connsiteY3" fmla="*/ 238030 h 2380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38029" h="238029">
                          <a:moveTo>
                            <a:pt x="238030" y="129826"/>
                          </a:moveTo>
                          <a:lnTo>
                            <a:pt x="108299" y="0"/>
                          </a:lnTo>
                          <a:lnTo>
                            <a:pt x="0" y="108299"/>
                          </a:lnTo>
                          <a:lnTo>
                            <a:pt x="129826" y="238030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55446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pt-BR" sz="1092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Versos Light"/>
                        <a:ea typeface="+mn-ea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97" name="Freeform: Shape 30">
                      <a:extLst>
                        <a:ext uri="{FF2B5EF4-FFF2-40B4-BE49-F238E27FC236}">
                          <a16:creationId xmlns:a16="http://schemas.microsoft.com/office/drawing/2014/main" id="{4371BCFF-6737-4BC3-9BB0-A27CA12C1F9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16952" y="3173158"/>
                      <a:ext cx="238029" cy="237839"/>
                    </a:xfrm>
                    <a:custGeom>
                      <a:avLst/>
                      <a:gdLst>
                        <a:gd name="connsiteX0" fmla="*/ 238030 w 238029"/>
                        <a:gd name="connsiteY0" fmla="*/ 129730 h 237839"/>
                        <a:gd name="connsiteX1" fmla="*/ 108299 w 238029"/>
                        <a:gd name="connsiteY1" fmla="*/ 0 h 237839"/>
                        <a:gd name="connsiteX2" fmla="*/ 0 w 238029"/>
                        <a:gd name="connsiteY2" fmla="*/ 108204 h 237839"/>
                        <a:gd name="connsiteX3" fmla="*/ 129826 w 238029"/>
                        <a:gd name="connsiteY3" fmla="*/ 237839 h 2378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38029" h="237839">
                          <a:moveTo>
                            <a:pt x="238030" y="129730"/>
                          </a:moveTo>
                          <a:lnTo>
                            <a:pt x="108299" y="0"/>
                          </a:lnTo>
                          <a:lnTo>
                            <a:pt x="0" y="108204"/>
                          </a:lnTo>
                          <a:lnTo>
                            <a:pt x="129826" y="237839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55446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pt-BR" sz="1092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Versos Light"/>
                        <a:ea typeface="+mn-ea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98" name="Freeform: Shape 31">
                      <a:extLst>
                        <a:ext uri="{FF2B5EF4-FFF2-40B4-BE49-F238E27FC236}">
                          <a16:creationId xmlns:a16="http://schemas.microsoft.com/office/drawing/2014/main" id="{056C2FD3-441A-7001-D003-3EAC307C0B3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36446" y="3432524"/>
                      <a:ext cx="237839" cy="238029"/>
                    </a:xfrm>
                    <a:custGeom>
                      <a:avLst/>
                      <a:gdLst>
                        <a:gd name="connsiteX0" fmla="*/ 237839 w 237839"/>
                        <a:gd name="connsiteY0" fmla="*/ 129730 h 238029"/>
                        <a:gd name="connsiteX1" fmla="*/ 108204 w 237839"/>
                        <a:gd name="connsiteY1" fmla="*/ 0 h 238029"/>
                        <a:gd name="connsiteX2" fmla="*/ 0 w 237839"/>
                        <a:gd name="connsiteY2" fmla="*/ 108204 h 238029"/>
                        <a:gd name="connsiteX3" fmla="*/ 129731 w 237839"/>
                        <a:gd name="connsiteY3" fmla="*/ 238030 h 2380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37839" h="238029">
                          <a:moveTo>
                            <a:pt x="237839" y="129730"/>
                          </a:moveTo>
                          <a:lnTo>
                            <a:pt x="108204" y="0"/>
                          </a:lnTo>
                          <a:lnTo>
                            <a:pt x="0" y="108204"/>
                          </a:lnTo>
                          <a:lnTo>
                            <a:pt x="129731" y="238030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55446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pt-BR" sz="1092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Versos Light"/>
                        <a:ea typeface="+mn-ea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99" name="Freeform: Shape 32">
                      <a:extLst>
                        <a:ext uri="{FF2B5EF4-FFF2-40B4-BE49-F238E27FC236}">
                          <a16:creationId xmlns:a16="http://schemas.microsoft.com/office/drawing/2014/main" id="{D4A444E5-B1B4-0427-F7FB-CF19774C3F7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76985" y="3173158"/>
                      <a:ext cx="237934" cy="237839"/>
                    </a:xfrm>
                    <a:custGeom>
                      <a:avLst/>
                      <a:gdLst>
                        <a:gd name="connsiteX0" fmla="*/ 237935 w 237934"/>
                        <a:gd name="connsiteY0" fmla="*/ 129730 h 237839"/>
                        <a:gd name="connsiteX1" fmla="*/ 108299 w 237934"/>
                        <a:gd name="connsiteY1" fmla="*/ 0 h 237839"/>
                        <a:gd name="connsiteX2" fmla="*/ 0 w 237934"/>
                        <a:gd name="connsiteY2" fmla="*/ 108204 h 237839"/>
                        <a:gd name="connsiteX3" fmla="*/ 129731 w 237934"/>
                        <a:gd name="connsiteY3" fmla="*/ 237839 h 2378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37934" h="237839">
                          <a:moveTo>
                            <a:pt x="237935" y="129730"/>
                          </a:moveTo>
                          <a:lnTo>
                            <a:pt x="108299" y="0"/>
                          </a:lnTo>
                          <a:lnTo>
                            <a:pt x="0" y="108204"/>
                          </a:lnTo>
                          <a:lnTo>
                            <a:pt x="129731" y="237839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55446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pt-BR" sz="1092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Versos Light"/>
                        <a:ea typeface="+mn-ea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400" name="Freeform: Shape 33">
                      <a:extLst>
                        <a:ext uri="{FF2B5EF4-FFF2-40B4-BE49-F238E27FC236}">
                          <a16:creationId xmlns:a16="http://schemas.microsoft.com/office/drawing/2014/main" id="{0C85C35F-FA86-729B-CAA7-43F1393B711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36160" y="3173444"/>
                      <a:ext cx="238029" cy="237744"/>
                    </a:xfrm>
                    <a:custGeom>
                      <a:avLst/>
                      <a:gdLst>
                        <a:gd name="connsiteX0" fmla="*/ 238030 w 238029"/>
                        <a:gd name="connsiteY0" fmla="*/ 129731 h 237744"/>
                        <a:gd name="connsiteX1" fmla="*/ 108299 w 238029"/>
                        <a:gd name="connsiteY1" fmla="*/ 0 h 237744"/>
                        <a:gd name="connsiteX2" fmla="*/ 0 w 238029"/>
                        <a:gd name="connsiteY2" fmla="*/ 108109 h 237744"/>
                        <a:gd name="connsiteX3" fmla="*/ 129826 w 238029"/>
                        <a:gd name="connsiteY3" fmla="*/ 237744 h 2377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38029" h="237744">
                          <a:moveTo>
                            <a:pt x="238030" y="129731"/>
                          </a:moveTo>
                          <a:lnTo>
                            <a:pt x="108299" y="0"/>
                          </a:lnTo>
                          <a:lnTo>
                            <a:pt x="0" y="108109"/>
                          </a:lnTo>
                          <a:lnTo>
                            <a:pt x="129826" y="237744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55446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pt-BR" sz="1092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Versos Light"/>
                        <a:ea typeface="+mn-ea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401" name="Freeform: Shape 34">
                      <a:extLst>
                        <a:ext uri="{FF2B5EF4-FFF2-40B4-BE49-F238E27FC236}">
                          <a16:creationId xmlns:a16="http://schemas.microsoft.com/office/drawing/2014/main" id="{60F9F395-BF13-3864-CF78-4DB445EC66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94511" y="3039903"/>
                      <a:ext cx="220122" cy="112014"/>
                    </a:xfrm>
                    <a:custGeom>
                      <a:avLst/>
                      <a:gdLst>
                        <a:gd name="connsiteX0" fmla="*/ 111919 w 220122"/>
                        <a:gd name="connsiteY0" fmla="*/ 112014 h 112014"/>
                        <a:gd name="connsiteX1" fmla="*/ 220123 w 220122"/>
                        <a:gd name="connsiteY1" fmla="*/ 3715 h 112014"/>
                        <a:gd name="connsiteX2" fmla="*/ 216313 w 220122"/>
                        <a:gd name="connsiteY2" fmla="*/ 0 h 112014"/>
                        <a:gd name="connsiteX3" fmla="*/ 0 w 220122"/>
                        <a:gd name="connsiteY3" fmla="*/ 0 h 1120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20122" h="112014">
                          <a:moveTo>
                            <a:pt x="111919" y="112014"/>
                          </a:moveTo>
                          <a:lnTo>
                            <a:pt x="220123" y="3715"/>
                          </a:lnTo>
                          <a:lnTo>
                            <a:pt x="216313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55446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pt-BR" sz="1092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Versos Light"/>
                        <a:ea typeface="+mn-ea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402" name="Freeform: Shape 35">
                      <a:extLst>
                        <a:ext uri="{FF2B5EF4-FFF2-40B4-BE49-F238E27FC236}">
                          <a16:creationId xmlns:a16="http://schemas.microsoft.com/office/drawing/2014/main" id="{B22E940B-9E69-38B4-7ADA-A70A0BF4AC3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76604" y="3692556"/>
                      <a:ext cx="220122" cy="111918"/>
                    </a:xfrm>
                    <a:custGeom>
                      <a:avLst/>
                      <a:gdLst>
                        <a:gd name="connsiteX0" fmla="*/ 108204 w 220122"/>
                        <a:gd name="connsiteY0" fmla="*/ 0 h 111918"/>
                        <a:gd name="connsiteX1" fmla="*/ 0 w 220122"/>
                        <a:gd name="connsiteY1" fmla="*/ 108109 h 111918"/>
                        <a:gd name="connsiteX2" fmla="*/ 3810 w 220122"/>
                        <a:gd name="connsiteY2" fmla="*/ 111919 h 111918"/>
                        <a:gd name="connsiteX3" fmla="*/ 220123 w 220122"/>
                        <a:gd name="connsiteY3" fmla="*/ 111919 h 1119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20122" h="111918">
                          <a:moveTo>
                            <a:pt x="108204" y="0"/>
                          </a:moveTo>
                          <a:lnTo>
                            <a:pt x="0" y="108109"/>
                          </a:lnTo>
                          <a:lnTo>
                            <a:pt x="3810" y="111919"/>
                          </a:lnTo>
                          <a:lnTo>
                            <a:pt x="220123" y="111919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55446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pt-BR" sz="1092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Versos Light"/>
                        <a:ea typeface="+mn-ea"/>
                        <a:cs typeface="Arial"/>
                        <a:sym typeface="Arial"/>
                      </a:endParaRPr>
                    </a:p>
                  </p:txBody>
                </p:sp>
              </p:grpSp>
            </p:grpSp>
          </p:grpSp>
          <p:grpSp>
            <p:nvGrpSpPr>
              <p:cNvPr id="422" name="Group 421">
                <a:extLst>
                  <a:ext uri="{FF2B5EF4-FFF2-40B4-BE49-F238E27FC236}">
                    <a16:creationId xmlns:a16="http://schemas.microsoft.com/office/drawing/2014/main" id="{4B420357-F1F6-E288-5644-B85687365873}"/>
                  </a:ext>
                </a:extLst>
              </p:cNvPr>
              <p:cNvGrpSpPr/>
              <p:nvPr/>
            </p:nvGrpSpPr>
            <p:grpSpPr>
              <a:xfrm>
                <a:off x="751861" y="4313143"/>
                <a:ext cx="462643" cy="121129"/>
                <a:chOff x="916860" y="4313143"/>
                <a:chExt cx="538791" cy="141066"/>
              </a:xfrm>
            </p:grpSpPr>
            <p:sp>
              <p:nvSpPr>
                <p:cNvPr id="390" name="Freeform: Shape 22">
                  <a:extLst>
                    <a:ext uri="{FF2B5EF4-FFF2-40B4-BE49-F238E27FC236}">
                      <a16:creationId xmlns:a16="http://schemas.microsoft.com/office/drawing/2014/main" id="{365BAA36-0FCA-0A64-8952-5BE9C8F70294}"/>
                    </a:ext>
                  </a:extLst>
                </p:cNvPr>
                <p:cNvSpPr/>
                <p:nvPr/>
              </p:nvSpPr>
              <p:spPr>
                <a:xfrm>
                  <a:off x="916860" y="4327727"/>
                  <a:ext cx="538791" cy="126482"/>
                </a:xfrm>
                <a:custGeom>
                  <a:avLst/>
                  <a:gdLst>
                    <a:gd name="connsiteX0" fmla="*/ 1402185 w 3302819"/>
                    <a:gd name="connsiteY0" fmla="*/ 284740 h 775354"/>
                    <a:gd name="connsiteX1" fmla="*/ 1250213 w 3302819"/>
                    <a:gd name="connsiteY1" fmla="*/ 771239 h 775354"/>
                    <a:gd name="connsiteX2" fmla="*/ 1094661 w 3302819"/>
                    <a:gd name="connsiteY2" fmla="*/ 771239 h 775354"/>
                    <a:gd name="connsiteX3" fmla="*/ 942689 w 3302819"/>
                    <a:gd name="connsiteY3" fmla="*/ 284740 h 775354"/>
                    <a:gd name="connsiteX4" fmla="*/ 1071734 w 3302819"/>
                    <a:gd name="connsiteY4" fmla="*/ 284740 h 775354"/>
                    <a:gd name="connsiteX5" fmla="*/ 1129160 w 3302819"/>
                    <a:gd name="connsiteY5" fmla="*/ 481146 h 775354"/>
                    <a:gd name="connsiteX6" fmla="*/ 1172461 w 3302819"/>
                    <a:gd name="connsiteY6" fmla="*/ 657225 h 775354"/>
                    <a:gd name="connsiteX7" fmla="*/ 1179519 w 3302819"/>
                    <a:gd name="connsiteY7" fmla="*/ 657225 h 775354"/>
                    <a:gd name="connsiteX8" fmla="*/ 1222820 w 3302819"/>
                    <a:gd name="connsiteY8" fmla="*/ 481194 h 775354"/>
                    <a:gd name="connsiteX9" fmla="*/ 1278503 w 3302819"/>
                    <a:gd name="connsiteY9" fmla="*/ 284740 h 775354"/>
                    <a:gd name="connsiteX10" fmla="*/ 1638710 w 3302819"/>
                    <a:gd name="connsiteY10" fmla="*/ 771192 h 775354"/>
                    <a:gd name="connsiteX11" fmla="*/ 1752248 w 3302819"/>
                    <a:gd name="connsiteY11" fmla="*/ 750818 h 775354"/>
                    <a:gd name="connsiteX12" fmla="*/ 1833124 w 3302819"/>
                    <a:gd name="connsiteY12" fmla="*/ 694106 h 775354"/>
                    <a:gd name="connsiteX13" fmla="*/ 1767745 w 3302819"/>
                    <a:gd name="connsiteY13" fmla="*/ 612581 h 775354"/>
                    <a:gd name="connsiteX14" fmla="*/ 1720015 w 3302819"/>
                    <a:gd name="connsiteY14" fmla="*/ 651634 h 775354"/>
                    <a:gd name="connsiteX15" fmla="*/ 1653750 w 3302819"/>
                    <a:gd name="connsiteY15" fmla="*/ 667826 h 775354"/>
                    <a:gd name="connsiteX16" fmla="*/ 1575968 w 3302819"/>
                    <a:gd name="connsiteY16" fmla="*/ 641109 h 775354"/>
                    <a:gd name="connsiteX17" fmla="*/ 1551203 w 3302819"/>
                    <a:gd name="connsiteY17" fmla="*/ 568814 h 775354"/>
                    <a:gd name="connsiteX18" fmla="*/ 1551203 w 3302819"/>
                    <a:gd name="connsiteY18" fmla="*/ 561727 h 775354"/>
                    <a:gd name="connsiteX19" fmla="*/ 1849088 w 3302819"/>
                    <a:gd name="connsiteY19" fmla="*/ 561727 h 775354"/>
                    <a:gd name="connsiteX20" fmla="*/ 1849088 w 3302819"/>
                    <a:gd name="connsiteY20" fmla="*/ 522846 h 775354"/>
                    <a:gd name="connsiteX21" fmla="*/ 1837163 w 3302819"/>
                    <a:gd name="connsiteY21" fmla="*/ 433140 h 775354"/>
                    <a:gd name="connsiteX22" fmla="*/ 1799168 w 3302819"/>
                    <a:gd name="connsiteY22" fmla="*/ 357588 h 775354"/>
                    <a:gd name="connsiteX23" fmla="*/ 1732007 w 3302819"/>
                    <a:gd name="connsiteY23" fmla="*/ 305438 h 775354"/>
                    <a:gd name="connsiteX24" fmla="*/ 1633452 w 3302819"/>
                    <a:gd name="connsiteY24" fmla="*/ 286036 h 775354"/>
                    <a:gd name="connsiteX25" fmla="*/ 1540669 w 3302819"/>
                    <a:gd name="connsiteY25" fmla="*/ 303286 h 775354"/>
                    <a:gd name="connsiteX26" fmla="*/ 1472175 w 3302819"/>
                    <a:gd name="connsiteY26" fmla="*/ 352320 h 775354"/>
                    <a:gd name="connsiteX27" fmla="*/ 1430141 w 3302819"/>
                    <a:gd name="connsiteY27" fmla="*/ 428768 h 775354"/>
                    <a:gd name="connsiteX28" fmla="*/ 1416006 w 3302819"/>
                    <a:gd name="connsiteY28" fmla="*/ 528161 h 775354"/>
                    <a:gd name="connsiteX29" fmla="*/ 1430579 w 3302819"/>
                    <a:gd name="connsiteY29" fmla="*/ 628869 h 775354"/>
                    <a:gd name="connsiteX30" fmla="*/ 1473899 w 3302819"/>
                    <a:gd name="connsiteY30" fmla="*/ 705317 h 775354"/>
                    <a:gd name="connsiteX31" fmla="*/ 1544136 w 3302819"/>
                    <a:gd name="connsiteY31" fmla="*/ 753951 h 775354"/>
                    <a:gd name="connsiteX32" fmla="*/ 1638700 w 3302819"/>
                    <a:gd name="connsiteY32" fmla="*/ 771192 h 775354"/>
                    <a:gd name="connsiteX33" fmla="*/ 1636062 w 3302819"/>
                    <a:gd name="connsiteY33" fmla="*/ 382353 h 775354"/>
                    <a:gd name="connsiteX34" fmla="*/ 1694831 w 3302819"/>
                    <a:gd name="connsiteY34" fmla="*/ 408422 h 775354"/>
                    <a:gd name="connsiteX35" fmla="*/ 1713881 w 3302819"/>
                    <a:gd name="connsiteY35" fmla="*/ 476917 h 775354"/>
                    <a:gd name="connsiteX36" fmla="*/ 1713881 w 3302819"/>
                    <a:gd name="connsiteY36" fmla="*/ 484870 h 775354"/>
                    <a:gd name="connsiteX37" fmla="*/ 1551213 w 3302819"/>
                    <a:gd name="connsiteY37" fmla="*/ 484870 h 775354"/>
                    <a:gd name="connsiteX38" fmla="*/ 1551213 w 3302819"/>
                    <a:gd name="connsiteY38" fmla="*/ 477812 h 775354"/>
                    <a:gd name="connsiteX39" fmla="*/ 1573749 w 3302819"/>
                    <a:gd name="connsiteY39" fmla="*/ 408432 h 775354"/>
                    <a:gd name="connsiteX40" fmla="*/ 1636042 w 3302819"/>
                    <a:gd name="connsiteY40" fmla="*/ 382362 h 775354"/>
                    <a:gd name="connsiteX41" fmla="*/ 2115655 w 3302819"/>
                    <a:gd name="connsiteY41" fmla="*/ 771173 h 775354"/>
                    <a:gd name="connsiteX42" fmla="*/ 2232755 w 3302819"/>
                    <a:gd name="connsiteY42" fmla="*/ 740235 h 775354"/>
                    <a:gd name="connsiteX43" fmla="*/ 2303888 w 3302819"/>
                    <a:gd name="connsiteY43" fmla="*/ 643080 h 775354"/>
                    <a:gd name="connsiteX44" fmla="*/ 2202266 w 3302819"/>
                    <a:gd name="connsiteY44" fmla="*/ 598894 h 775354"/>
                    <a:gd name="connsiteX45" fmla="*/ 2171786 w 3302819"/>
                    <a:gd name="connsiteY45" fmla="*/ 648824 h 775354"/>
                    <a:gd name="connsiteX46" fmla="*/ 2115655 w 3302819"/>
                    <a:gd name="connsiteY46" fmla="*/ 667817 h 775354"/>
                    <a:gd name="connsiteX47" fmla="*/ 2055562 w 3302819"/>
                    <a:gd name="connsiteY47" fmla="*/ 642185 h 775354"/>
                    <a:gd name="connsiteX48" fmla="*/ 2035254 w 3302819"/>
                    <a:gd name="connsiteY48" fmla="*/ 572386 h 775354"/>
                    <a:gd name="connsiteX49" fmla="*/ 2035254 w 3302819"/>
                    <a:gd name="connsiteY49" fmla="*/ 485737 h 775354"/>
                    <a:gd name="connsiteX50" fmla="*/ 2055562 w 3302819"/>
                    <a:gd name="connsiteY50" fmla="*/ 415481 h 775354"/>
                    <a:gd name="connsiteX51" fmla="*/ 2115655 w 3302819"/>
                    <a:gd name="connsiteY51" fmla="*/ 389411 h 775354"/>
                    <a:gd name="connsiteX52" fmla="*/ 2169538 w 3302819"/>
                    <a:gd name="connsiteY52" fmla="*/ 407975 h 775354"/>
                    <a:gd name="connsiteX53" fmla="*/ 2195170 w 3302819"/>
                    <a:gd name="connsiteY53" fmla="*/ 453038 h 775354"/>
                    <a:gd name="connsiteX54" fmla="*/ 2301240 w 3302819"/>
                    <a:gd name="connsiteY54" fmla="*/ 407079 h 775354"/>
                    <a:gd name="connsiteX55" fmla="*/ 2233613 w 3302819"/>
                    <a:gd name="connsiteY55" fmla="*/ 317840 h 775354"/>
                    <a:gd name="connsiteX56" fmla="*/ 2115636 w 3302819"/>
                    <a:gd name="connsiteY56" fmla="*/ 286026 h 775354"/>
                    <a:gd name="connsiteX57" fmla="*/ 2022843 w 3302819"/>
                    <a:gd name="connsiteY57" fmla="*/ 302809 h 775354"/>
                    <a:gd name="connsiteX58" fmla="*/ 1954816 w 3302819"/>
                    <a:gd name="connsiteY58" fmla="*/ 351387 h 775354"/>
                    <a:gd name="connsiteX59" fmla="*/ 1913277 w 3302819"/>
                    <a:gd name="connsiteY59" fmla="*/ 427834 h 775354"/>
                    <a:gd name="connsiteX60" fmla="*/ 1899123 w 3302819"/>
                    <a:gd name="connsiteY60" fmla="*/ 528133 h 775354"/>
                    <a:gd name="connsiteX61" fmla="*/ 1913277 w 3302819"/>
                    <a:gd name="connsiteY61" fmla="*/ 628879 h 775354"/>
                    <a:gd name="connsiteX62" fmla="*/ 1954816 w 3302819"/>
                    <a:gd name="connsiteY62" fmla="*/ 705326 h 775354"/>
                    <a:gd name="connsiteX63" fmla="*/ 2022843 w 3302819"/>
                    <a:gd name="connsiteY63" fmla="*/ 753904 h 775354"/>
                    <a:gd name="connsiteX64" fmla="*/ 2115636 w 3302819"/>
                    <a:gd name="connsiteY64" fmla="*/ 771144 h 775354"/>
                    <a:gd name="connsiteX65" fmla="*/ 2621842 w 3302819"/>
                    <a:gd name="connsiteY65" fmla="*/ 771258 h 775354"/>
                    <a:gd name="connsiteX66" fmla="*/ 2621842 w 3302819"/>
                    <a:gd name="connsiteY66" fmla="*/ 667836 h 775354"/>
                    <a:gd name="connsiteX67" fmla="*/ 2529954 w 3302819"/>
                    <a:gd name="connsiteY67" fmla="*/ 667836 h 775354"/>
                    <a:gd name="connsiteX68" fmla="*/ 2529954 w 3302819"/>
                    <a:gd name="connsiteY68" fmla="*/ 391611 h 775354"/>
                    <a:gd name="connsiteX69" fmla="*/ 2621842 w 3302819"/>
                    <a:gd name="connsiteY69" fmla="*/ 391611 h 775354"/>
                    <a:gd name="connsiteX70" fmla="*/ 2621842 w 3302819"/>
                    <a:gd name="connsiteY70" fmla="*/ 288141 h 775354"/>
                    <a:gd name="connsiteX71" fmla="*/ 2529954 w 3302819"/>
                    <a:gd name="connsiteY71" fmla="*/ 288141 h 775354"/>
                    <a:gd name="connsiteX72" fmla="*/ 2529954 w 3302819"/>
                    <a:gd name="connsiteY72" fmla="*/ 171145 h 775354"/>
                    <a:gd name="connsiteX73" fmla="*/ 2412416 w 3302819"/>
                    <a:gd name="connsiteY73" fmla="*/ 171145 h 775354"/>
                    <a:gd name="connsiteX74" fmla="*/ 2412416 w 3302819"/>
                    <a:gd name="connsiteY74" fmla="*/ 237820 h 775354"/>
                    <a:gd name="connsiteX75" fmla="*/ 2402719 w 3302819"/>
                    <a:gd name="connsiteY75" fmla="*/ 275139 h 775354"/>
                    <a:gd name="connsiteX76" fmla="*/ 2366524 w 3302819"/>
                    <a:gd name="connsiteY76" fmla="*/ 288188 h 775354"/>
                    <a:gd name="connsiteX77" fmla="*/ 2333720 w 3302819"/>
                    <a:gd name="connsiteY77" fmla="*/ 288188 h 775354"/>
                    <a:gd name="connsiteX78" fmla="*/ 2333720 w 3302819"/>
                    <a:gd name="connsiteY78" fmla="*/ 391611 h 775354"/>
                    <a:gd name="connsiteX79" fmla="*/ 2399119 w 3302819"/>
                    <a:gd name="connsiteY79" fmla="*/ 391611 h 775354"/>
                    <a:gd name="connsiteX80" fmla="*/ 2399119 w 3302819"/>
                    <a:gd name="connsiteY80" fmla="*/ 633613 h 775354"/>
                    <a:gd name="connsiteX81" fmla="*/ 2434028 w 3302819"/>
                    <a:gd name="connsiteY81" fmla="*/ 736206 h 775354"/>
                    <a:gd name="connsiteX82" fmla="*/ 2536984 w 3302819"/>
                    <a:gd name="connsiteY82" fmla="*/ 771315 h 775354"/>
                    <a:gd name="connsiteX83" fmla="*/ 2775490 w 3302819"/>
                    <a:gd name="connsiteY83" fmla="*/ 249469 h 775354"/>
                    <a:gd name="connsiteX84" fmla="*/ 2833383 w 3302819"/>
                    <a:gd name="connsiteY84" fmla="*/ 231057 h 775354"/>
                    <a:gd name="connsiteX85" fmla="*/ 2851480 w 3302819"/>
                    <a:gd name="connsiteY85" fmla="*/ 183975 h 775354"/>
                    <a:gd name="connsiteX86" fmla="*/ 2851480 w 3302819"/>
                    <a:gd name="connsiteY86" fmla="*/ 164259 h 775354"/>
                    <a:gd name="connsiteX87" fmla="*/ 2833383 w 3302819"/>
                    <a:gd name="connsiteY87" fmla="*/ 117177 h 775354"/>
                    <a:gd name="connsiteX88" fmla="*/ 2775490 w 3302819"/>
                    <a:gd name="connsiteY88" fmla="*/ 98765 h 775354"/>
                    <a:gd name="connsiteX89" fmla="*/ 2717606 w 3302819"/>
                    <a:gd name="connsiteY89" fmla="*/ 117177 h 775354"/>
                    <a:gd name="connsiteX90" fmla="*/ 2699509 w 3302819"/>
                    <a:gd name="connsiteY90" fmla="*/ 164259 h 775354"/>
                    <a:gd name="connsiteX91" fmla="*/ 2699509 w 3302819"/>
                    <a:gd name="connsiteY91" fmla="*/ 183975 h 775354"/>
                    <a:gd name="connsiteX92" fmla="*/ 2717606 w 3302819"/>
                    <a:gd name="connsiteY92" fmla="*/ 231057 h 775354"/>
                    <a:gd name="connsiteX93" fmla="*/ 2775490 w 3302819"/>
                    <a:gd name="connsiteY93" fmla="*/ 249469 h 775354"/>
                    <a:gd name="connsiteX94" fmla="*/ 2710129 w 3302819"/>
                    <a:gd name="connsiteY94" fmla="*/ 771192 h 775354"/>
                    <a:gd name="connsiteX95" fmla="*/ 2840898 w 3302819"/>
                    <a:gd name="connsiteY95" fmla="*/ 771192 h 775354"/>
                    <a:gd name="connsiteX96" fmla="*/ 2840898 w 3302819"/>
                    <a:gd name="connsiteY96" fmla="*/ 285998 h 775354"/>
                    <a:gd name="connsiteX97" fmla="*/ 2710101 w 3302819"/>
                    <a:gd name="connsiteY97" fmla="*/ 285998 h 775354"/>
                    <a:gd name="connsiteX98" fmla="*/ 3103969 w 3302819"/>
                    <a:gd name="connsiteY98" fmla="*/ 771135 h 775354"/>
                    <a:gd name="connsiteX99" fmla="*/ 3185713 w 3302819"/>
                    <a:gd name="connsiteY99" fmla="*/ 759647 h 775354"/>
                    <a:gd name="connsiteX100" fmla="*/ 3248444 w 3302819"/>
                    <a:gd name="connsiteY100" fmla="*/ 727386 h 775354"/>
                    <a:gd name="connsiteX101" fmla="*/ 3288659 w 3302819"/>
                    <a:gd name="connsiteY101" fmla="*/ 678351 h 775354"/>
                    <a:gd name="connsiteX102" fmla="*/ 3302813 w 3302819"/>
                    <a:gd name="connsiteY102" fmla="*/ 616496 h 775354"/>
                    <a:gd name="connsiteX103" fmla="*/ 3149927 w 3302819"/>
                    <a:gd name="connsiteY103" fmla="*/ 476869 h 775354"/>
                    <a:gd name="connsiteX104" fmla="*/ 3097768 w 3302819"/>
                    <a:gd name="connsiteY104" fmla="*/ 469802 h 775354"/>
                    <a:gd name="connsiteX105" fmla="*/ 3059325 w 3302819"/>
                    <a:gd name="connsiteY105" fmla="*/ 455228 h 775354"/>
                    <a:gd name="connsiteX106" fmla="*/ 3049172 w 3302819"/>
                    <a:gd name="connsiteY106" fmla="*/ 426501 h 775354"/>
                    <a:gd name="connsiteX107" fmla="*/ 3063307 w 3302819"/>
                    <a:gd name="connsiteY107" fmla="*/ 398221 h 775354"/>
                    <a:gd name="connsiteX108" fmla="*/ 3111036 w 3302819"/>
                    <a:gd name="connsiteY108" fmla="*/ 387601 h 775354"/>
                    <a:gd name="connsiteX109" fmla="*/ 3168015 w 3302819"/>
                    <a:gd name="connsiteY109" fmla="*/ 400469 h 775354"/>
                    <a:gd name="connsiteX110" fmla="*/ 3217935 w 3302819"/>
                    <a:gd name="connsiteY110" fmla="*/ 435388 h 775354"/>
                    <a:gd name="connsiteX111" fmla="*/ 3293059 w 3302819"/>
                    <a:gd name="connsiteY111" fmla="*/ 358492 h 775354"/>
                    <a:gd name="connsiteX112" fmla="*/ 3257274 w 3302819"/>
                    <a:gd name="connsiteY112" fmla="*/ 328012 h 775354"/>
                    <a:gd name="connsiteX113" fmla="*/ 3217498 w 3302819"/>
                    <a:gd name="connsiteY113" fmla="*/ 305048 h 775354"/>
                    <a:gd name="connsiteX114" fmla="*/ 3167920 w 3302819"/>
                    <a:gd name="connsiteY114" fmla="*/ 290884 h 775354"/>
                    <a:gd name="connsiteX115" fmla="*/ 3103846 w 3302819"/>
                    <a:gd name="connsiteY115" fmla="*/ 286036 h 775354"/>
                    <a:gd name="connsiteX116" fmla="*/ 3029170 w 3302819"/>
                    <a:gd name="connsiteY116" fmla="*/ 297085 h 775354"/>
                    <a:gd name="connsiteX117" fmla="*/ 2972610 w 3302819"/>
                    <a:gd name="connsiteY117" fmla="*/ 328003 h 775354"/>
                    <a:gd name="connsiteX118" fmla="*/ 2936415 w 3302819"/>
                    <a:gd name="connsiteY118" fmla="*/ 375733 h 775354"/>
                    <a:gd name="connsiteX119" fmla="*/ 2923595 w 3302819"/>
                    <a:gd name="connsiteY119" fmla="*/ 437159 h 775354"/>
                    <a:gd name="connsiteX120" fmla="*/ 3080014 w 3302819"/>
                    <a:gd name="connsiteY120" fmla="*/ 580320 h 775354"/>
                    <a:gd name="connsiteX121" fmla="*/ 3130382 w 3302819"/>
                    <a:gd name="connsiteY121" fmla="*/ 586511 h 775354"/>
                    <a:gd name="connsiteX122" fmla="*/ 3177226 w 3302819"/>
                    <a:gd name="connsiteY122" fmla="*/ 625392 h 775354"/>
                    <a:gd name="connsiteX123" fmla="*/ 3162195 w 3302819"/>
                    <a:gd name="connsiteY123" fmla="*/ 657644 h 775354"/>
                    <a:gd name="connsiteX124" fmla="*/ 3108312 w 3302819"/>
                    <a:gd name="connsiteY124" fmla="*/ 669569 h 775354"/>
                    <a:gd name="connsiteX125" fmla="*/ 3040266 w 3302819"/>
                    <a:gd name="connsiteY125" fmla="*/ 653663 h 775354"/>
                    <a:gd name="connsiteX126" fmla="*/ 2985478 w 3302819"/>
                    <a:gd name="connsiteY126" fmla="*/ 610362 h 775354"/>
                    <a:gd name="connsiteX127" fmla="*/ 2908583 w 3302819"/>
                    <a:gd name="connsiteY127" fmla="*/ 688124 h 775354"/>
                    <a:gd name="connsiteX128" fmla="*/ 2990774 w 3302819"/>
                    <a:gd name="connsiteY128" fmla="*/ 749560 h 775354"/>
                    <a:gd name="connsiteX129" fmla="*/ 3103941 w 3302819"/>
                    <a:gd name="connsiteY129" fmla="*/ 771201 h 775354"/>
                    <a:gd name="connsiteX130" fmla="*/ 854593 w 3302819"/>
                    <a:gd name="connsiteY130" fmla="*/ 284407 h 775354"/>
                    <a:gd name="connsiteX131" fmla="*/ 452371 w 3302819"/>
                    <a:gd name="connsiteY131" fmla="*/ 284407 h 775354"/>
                    <a:gd name="connsiteX132" fmla="*/ 452371 w 3302819"/>
                    <a:gd name="connsiteY132" fmla="*/ 284407 h 775354"/>
                    <a:gd name="connsiteX133" fmla="*/ 360931 w 3302819"/>
                    <a:gd name="connsiteY133" fmla="*/ 284407 h 775354"/>
                    <a:gd name="connsiteX134" fmla="*/ 360931 w 3302819"/>
                    <a:gd name="connsiteY134" fmla="*/ 192967 h 775354"/>
                    <a:gd name="connsiteX135" fmla="*/ 167964 w 3302819"/>
                    <a:gd name="connsiteY135" fmla="*/ 0 h 775354"/>
                    <a:gd name="connsiteX136" fmla="*/ 79229 w 3302819"/>
                    <a:gd name="connsiteY136" fmla="*/ 88725 h 775354"/>
                    <a:gd name="connsiteX137" fmla="*/ 274920 w 3302819"/>
                    <a:gd name="connsiteY137" fmla="*/ 284407 h 775354"/>
                    <a:gd name="connsiteX138" fmla="*/ 0 w 3302819"/>
                    <a:gd name="connsiteY138" fmla="*/ 284407 h 775354"/>
                    <a:gd name="connsiteX139" fmla="*/ 0 w 3302819"/>
                    <a:gd name="connsiteY139" fmla="*/ 409899 h 775354"/>
                    <a:gd name="connsiteX140" fmla="*/ 274920 w 3302819"/>
                    <a:gd name="connsiteY140" fmla="*/ 409899 h 775354"/>
                    <a:gd name="connsiteX141" fmla="*/ 79229 w 3302819"/>
                    <a:gd name="connsiteY141" fmla="*/ 605571 h 775354"/>
                    <a:gd name="connsiteX142" fmla="*/ 167964 w 3302819"/>
                    <a:gd name="connsiteY142" fmla="*/ 694287 h 775354"/>
                    <a:gd name="connsiteX143" fmla="*/ 363636 w 3302819"/>
                    <a:gd name="connsiteY143" fmla="*/ 498615 h 775354"/>
                    <a:gd name="connsiteX144" fmla="*/ 363636 w 3302819"/>
                    <a:gd name="connsiteY144" fmla="*/ 775354 h 775354"/>
                    <a:gd name="connsiteX145" fmla="*/ 489128 w 3302819"/>
                    <a:gd name="connsiteY145" fmla="*/ 775354 h 775354"/>
                    <a:gd name="connsiteX146" fmla="*/ 489128 w 3302819"/>
                    <a:gd name="connsiteY146" fmla="*/ 498615 h 775354"/>
                    <a:gd name="connsiteX147" fmla="*/ 684848 w 3302819"/>
                    <a:gd name="connsiteY147" fmla="*/ 694287 h 775354"/>
                    <a:gd name="connsiteX148" fmla="*/ 773573 w 3302819"/>
                    <a:gd name="connsiteY148" fmla="*/ 605571 h 775354"/>
                    <a:gd name="connsiteX149" fmla="*/ 577863 w 3302819"/>
                    <a:gd name="connsiteY149" fmla="*/ 409899 h 775354"/>
                    <a:gd name="connsiteX150" fmla="*/ 854593 w 3302819"/>
                    <a:gd name="connsiteY150" fmla="*/ 409899 h 7753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</a:cxnLst>
                  <a:rect l="l" t="t" r="r" b="b"/>
                  <a:pathLst>
                    <a:path w="3302819" h="775354">
                      <a:moveTo>
                        <a:pt x="1402185" y="284740"/>
                      </a:moveTo>
                      <a:lnTo>
                        <a:pt x="1250213" y="771239"/>
                      </a:lnTo>
                      <a:lnTo>
                        <a:pt x="1094661" y="771239"/>
                      </a:lnTo>
                      <a:lnTo>
                        <a:pt x="942689" y="284740"/>
                      </a:lnTo>
                      <a:lnTo>
                        <a:pt x="1071734" y="284740"/>
                      </a:lnTo>
                      <a:lnTo>
                        <a:pt x="1129160" y="481146"/>
                      </a:lnTo>
                      <a:lnTo>
                        <a:pt x="1172461" y="657225"/>
                      </a:lnTo>
                      <a:lnTo>
                        <a:pt x="1179519" y="657225"/>
                      </a:lnTo>
                      <a:lnTo>
                        <a:pt x="1222820" y="481194"/>
                      </a:lnTo>
                      <a:lnTo>
                        <a:pt x="1278503" y="284740"/>
                      </a:lnTo>
                      <a:close/>
                      <a:moveTo>
                        <a:pt x="1638710" y="771192"/>
                      </a:moveTo>
                      <a:cubicBezTo>
                        <a:pt x="1677521" y="771852"/>
                        <a:pt x="1716088" y="764932"/>
                        <a:pt x="1752248" y="750818"/>
                      </a:cubicBezTo>
                      <a:cubicBezTo>
                        <a:pt x="1783402" y="738743"/>
                        <a:pt x="1811157" y="719281"/>
                        <a:pt x="1833124" y="694106"/>
                      </a:cubicBezTo>
                      <a:lnTo>
                        <a:pt x="1767745" y="612581"/>
                      </a:lnTo>
                      <a:cubicBezTo>
                        <a:pt x="1753435" y="627440"/>
                        <a:pt x="1737413" y="640549"/>
                        <a:pt x="1720015" y="651634"/>
                      </a:cubicBezTo>
                      <a:cubicBezTo>
                        <a:pt x="1699912" y="663214"/>
                        <a:pt x="1676928" y="668830"/>
                        <a:pt x="1653750" y="667826"/>
                      </a:cubicBezTo>
                      <a:cubicBezTo>
                        <a:pt x="1618386" y="667826"/>
                        <a:pt x="1592459" y="658920"/>
                        <a:pt x="1575968" y="641109"/>
                      </a:cubicBezTo>
                      <a:cubicBezTo>
                        <a:pt x="1558678" y="621118"/>
                        <a:pt x="1549803" y="595208"/>
                        <a:pt x="1551203" y="568814"/>
                      </a:cubicBezTo>
                      <a:lnTo>
                        <a:pt x="1551203" y="561727"/>
                      </a:lnTo>
                      <a:lnTo>
                        <a:pt x="1849088" y="561727"/>
                      </a:lnTo>
                      <a:lnTo>
                        <a:pt x="1849088" y="522846"/>
                      </a:lnTo>
                      <a:cubicBezTo>
                        <a:pt x="1849203" y="492541"/>
                        <a:pt x="1845191" y="462362"/>
                        <a:pt x="1837163" y="433140"/>
                      </a:cubicBezTo>
                      <a:cubicBezTo>
                        <a:pt x="1829747" y="405642"/>
                        <a:pt x="1816821" y="379938"/>
                        <a:pt x="1799168" y="357588"/>
                      </a:cubicBezTo>
                      <a:cubicBezTo>
                        <a:pt x="1781100" y="335260"/>
                        <a:pt x="1758114" y="317412"/>
                        <a:pt x="1732007" y="305438"/>
                      </a:cubicBezTo>
                      <a:cubicBezTo>
                        <a:pt x="1700994" y="291764"/>
                        <a:pt x="1667334" y="285137"/>
                        <a:pt x="1633452" y="286036"/>
                      </a:cubicBezTo>
                      <a:cubicBezTo>
                        <a:pt x="1601677" y="285469"/>
                        <a:pt x="1570117" y="291337"/>
                        <a:pt x="1540669" y="303286"/>
                      </a:cubicBezTo>
                      <a:cubicBezTo>
                        <a:pt x="1514382" y="314166"/>
                        <a:pt x="1490947" y="330943"/>
                        <a:pt x="1472175" y="352320"/>
                      </a:cubicBezTo>
                      <a:cubicBezTo>
                        <a:pt x="1452993" y="374598"/>
                        <a:pt x="1438676" y="400637"/>
                        <a:pt x="1430141" y="428768"/>
                      </a:cubicBezTo>
                      <a:cubicBezTo>
                        <a:pt x="1420351" y="460976"/>
                        <a:pt x="1415584" y="494501"/>
                        <a:pt x="1416006" y="528161"/>
                      </a:cubicBezTo>
                      <a:cubicBezTo>
                        <a:pt x="1415576" y="562286"/>
                        <a:pt x="1420493" y="596267"/>
                        <a:pt x="1430579" y="628869"/>
                      </a:cubicBezTo>
                      <a:cubicBezTo>
                        <a:pt x="1439314" y="657188"/>
                        <a:pt x="1454094" y="683271"/>
                        <a:pt x="1473899" y="705317"/>
                      </a:cubicBezTo>
                      <a:cubicBezTo>
                        <a:pt x="1493426" y="726524"/>
                        <a:pt x="1517415" y="743134"/>
                        <a:pt x="1544136" y="753951"/>
                      </a:cubicBezTo>
                      <a:cubicBezTo>
                        <a:pt x="1574210" y="765885"/>
                        <a:pt x="1606350" y="771745"/>
                        <a:pt x="1638700" y="771192"/>
                      </a:cubicBezTo>
                      <a:moveTo>
                        <a:pt x="1636062" y="382353"/>
                      </a:moveTo>
                      <a:cubicBezTo>
                        <a:pt x="1658785" y="380629"/>
                        <a:pt x="1680858" y="390420"/>
                        <a:pt x="1694831" y="408422"/>
                      </a:cubicBezTo>
                      <a:cubicBezTo>
                        <a:pt x="1708353" y="428624"/>
                        <a:pt x="1715031" y="452634"/>
                        <a:pt x="1713881" y="476917"/>
                      </a:cubicBezTo>
                      <a:lnTo>
                        <a:pt x="1713881" y="484870"/>
                      </a:lnTo>
                      <a:lnTo>
                        <a:pt x="1551213" y="484870"/>
                      </a:lnTo>
                      <a:lnTo>
                        <a:pt x="1551213" y="477812"/>
                      </a:lnTo>
                      <a:cubicBezTo>
                        <a:pt x="1549950" y="452703"/>
                        <a:pt x="1557972" y="428007"/>
                        <a:pt x="1573749" y="408432"/>
                      </a:cubicBezTo>
                      <a:cubicBezTo>
                        <a:pt x="1589479" y="390736"/>
                        <a:pt x="1612397" y="381145"/>
                        <a:pt x="1636042" y="382362"/>
                      </a:cubicBezTo>
                      <a:moveTo>
                        <a:pt x="2115655" y="771173"/>
                      </a:moveTo>
                      <a:cubicBezTo>
                        <a:pt x="2156865" y="772451"/>
                        <a:pt x="2197555" y="761701"/>
                        <a:pt x="2232755" y="740235"/>
                      </a:cubicBezTo>
                      <a:cubicBezTo>
                        <a:pt x="2266879" y="716937"/>
                        <a:pt x="2291985" y="682647"/>
                        <a:pt x="2303888" y="643080"/>
                      </a:cubicBezTo>
                      <a:lnTo>
                        <a:pt x="2202266" y="598894"/>
                      </a:lnTo>
                      <a:cubicBezTo>
                        <a:pt x="2196733" y="617954"/>
                        <a:pt x="2186211" y="635192"/>
                        <a:pt x="2171786" y="648824"/>
                      </a:cubicBezTo>
                      <a:cubicBezTo>
                        <a:pt x="2156196" y="662106"/>
                        <a:pt x="2136107" y="668903"/>
                        <a:pt x="2115655" y="667817"/>
                      </a:cubicBezTo>
                      <a:cubicBezTo>
                        <a:pt x="2092678" y="669369"/>
                        <a:pt x="2070344" y="659843"/>
                        <a:pt x="2055562" y="642185"/>
                      </a:cubicBezTo>
                      <a:cubicBezTo>
                        <a:pt x="2041036" y="621913"/>
                        <a:pt x="2033871" y="597287"/>
                        <a:pt x="2035254" y="572386"/>
                      </a:cubicBezTo>
                      <a:lnTo>
                        <a:pt x="2035254" y="485737"/>
                      </a:lnTo>
                      <a:cubicBezTo>
                        <a:pt x="2033928" y="460701"/>
                        <a:pt x="2041082" y="435948"/>
                        <a:pt x="2055562" y="415481"/>
                      </a:cubicBezTo>
                      <a:cubicBezTo>
                        <a:pt x="2070206" y="397595"/>
                        <a:pt x="2092589" y="387885"/>
                        <a:pt x="2115655" y="389411"/>
                      </a:cubicBezTo>
                      <a:cubicBezTo>
                        <a:pt x="2135360" y="388260"/>
                        <a:pt x="2154723" y="394931"/>
                        <a:pt x="2169538" y="407975"/>
                      </a:cubicBezTo>
                      <a:cubicBezTo>
                        <a:pt x="2182354" y="420127"/>
                        <a:pt x="2191275" y="435811"/>
                        <a:pt x="2195170" y="453038"/>
                      </a:cubicBezTo>
                      <a:lnTo>
                        <a:pt x="2301240" y="407079"/>
                      </a:lnTo>
                      <a:cubicBezTo>
                        <a:pt x="2289134" y="370700"/>
                        <a:pt x="2265363" y="339332"/>
                        <a:pt x="2233613" y="317840"/>
                      </a:cubicBezTo>
                      <a:cubicBezTo>
                        <a:pt x="2198392" y="295588"/>
                        <a:pt x="2157269" y="284499"/>
                        <a:pt x="2115636" y="286026"/>
                      </a:cubicBezTo>
                      <a:cubicBezTo>
                        <a:pt x="2083902" y="285461"/>
                        <a:pt x="2052369" y="291165"/>
                        <a:pt x="2022843" y="302809"/>
                      </a:cubicBezTo>
                      <a:cubicBezTo>
                        <a:pt x="1996630" y="313367"/>
                        <a:pt x="1973310" y="330019"/>
                        <a:pt x="1954816" y="351387"/>
                      </a:cubicBezTo>
                      <a:cubicBezTo>
                        <a:pt x="1935900" y="373769"/>
                        <a:pt x="1921764" y="399785"/>
                        <a:pt x="1913277" y="427834"/>
                      </a:cubicBezTo>
                      <a:cubicBezTo>
                        <a:pt x="1903439" y="460343"/>
                        <a:pt x="1898665" y="494172"/>
                        <a:pt x="1899123" y="528133"/>
                      </a:cubicBezTo>
                      <a:cubicBezTo>
                        <a:pt x="1898685" y="562239"/>
                        <a:pt x="1903458" y="596213"/>
                        <a:pt x="1913277" y="628879"/>
                      </a:cubicBezTo>
                      <a:cubicBezTo>
                        <a:pt x="1921625" y="656986"/>
                        <a:pt x="1935776" y="683029"/>
                        <a:pt x="1954816" y="705326"/>
                      </a:cubicBezTo>
                      <a:cubicBezTo>
                        <a:pt x="1973468" y="726520"/>
                        <a:pt x="1996743" y="743141"/>
                        <a:pt x="2022843" y="753904"/>
                      </a:cubicBezTo>
                      <a:cubicBezTo>
                        <a:pt x="2052298" y="765841"/>
                        <a:pt x="2083860" y="771705"/>
                        <a:pt x="2115636" y="771144"/>
                      </a:cubicBezTo>
                      <a:moveTo>
                        <a:pt x="2621842" y="771258"/>
                      </a:moveTo>
                      <a:lnTo>
                        <a:pt x="2621842" y="667836"/>
                      </a:lnTo>
                      <a:lnTo>
                        <a:pt x="2529954" y="667836"/>
                      </a:lnTo>
                      <a:lnTo>
                        <a:pt x="2529954" y="391611"/>
                      </a:lnTo>
                      <a:lnTo>
                        <a:pt x="2621842" y="391611"/>
                      </a:lnTo>
                      <a:lnTo>
                        <a:pt x="2621842" y="288141"/>
                      </a:lnTo>
                      <a:lnTo>
                        <a:pt x="2529954" y="288141"/>
                      </a:lnTo>
                      <a:lnTo>
                        <a:pt x="2529954" y="171145"/>
                      </a:lnTo>
                      <a:lnTo>
                        <a:pt x="2412416" y="171145"/>
                      </a:lnTo>
                      <a:lnTo>
                        <a:pt x="2412416" y="237820"/>
                      </a:lnTo>
                      <a:cubicBezTo>
                        <a:pt x="2413253" y="250976"/>
                        <a:pt x="2409855" y="264054"/>
                        <a:pt x="2402719" y="275139"/>
                      </a:cubicBezTo>
                      <a:cubicBezTo>
                        <a:pt x="2396223" y="283832"/>
                        <a:pt x="2384158" y="288182"/>
                        <a:pt x="2366524" y="288188"/>
                      </a:cubicBezTo>
                      <a:lnTo>
                        <a:pt x="2333720" y="288188"/>
                      </a:lnTo>
                      <a:lnTo>
                        <a:pt x="2333720" y="391611"/>
                      </a:lnTo>
                      <a:lnTo>
                        <a:pt x="2399119" y="391611"/>
                      </a:lnTo>
                      <a:lnTo>
                        <a:pt x="2399119" y="633613"/>
                      </a:lnTo>
                      <a:cubicBezTo>
                        <a:pt x="2399119" y="678602"/>
                        <a:pt x="2410755" y="712800"/>
                        <a:pt x="2434028" y="736206"/>
                      </a:cubicBezTo>
                      <a:cubicBezTo>
                        <a:pt x="2457301" y="759612"/>
                        <a:pt x="2491620" y="771315"/>
                        <a:pt x="2536984" y="771315"/>
                      </a:cubicBezTo>
                      <a:close/>
                      <a:moveTo>
                        <a:pt x="2775490" y="249469"/>
                      </a:moveTo>
                      <a:cubicBezTo>
                        <a:pt x="2801995" y="249469"/>
                        <a:pt x="2821292" y="243332"/>
                        <a:pt x="2833383" y="231057"/>
                      </a:cubicBezTo>
                      <a:cubicBezTo>
                        <a:pt x="2845576" y="218483"/>
                        <a:pt x="2852112" y="201479"/>
                        <a:pt x="2851480" y="183975"/>
                      </a:cubicBezTo>
                      <a:lnTo>
                        <a:pt x="2851480" y="164259"/>
                      </a:lnTo>
                      <a:cubicBezTo>
                        <a:pt x="2852096" y="146757"/>
                        <a:pt x="2845562" y="129759"/>
                        <a:pt x="2833383" y="117177"/>
                      </a:cubicBezTo>
                      <a:cubicBezTo>
                        <a:pt x="2821318" y="104889"/>
                        <a:pt x="2802020" y="98752"/>
                        <a:pt x="2775490" y="98765"/>
                      </a:cubicBezTo>
                      <a:cubicBezTo>
                        <a:pt x="2748960" y="98777"/>
                        <a:pt x="2729665" y="104915"/>
                        <a:pt x="2717606" y="117177"/>
                      </a:cubicBezTo>
                      <a:cubicBezTo>
                        <a:pt x="2705422" y="129756"/>
                        <a:pt x="2698887" y="146757"/>
                        <a:pt x="2699509" y="164259"/>
                      </a:cubicBezTo>
                      <a:lnTo>
                        <a:pt x="2699509" y="183975"/>
                      </a:lnTo>
                      <a:cubicBezTo>
                        <a:pt x="2698878" y="201479"/>
                        <a:pt x="2705414" y="218483"/>
                        <a:pt x="2717606" y="231057"/>
                      </a:cubicBezTo>
                      <a:cubicBezTo>
                        <a:pt x="2729671" y="243332"/>
                        <a:pt x="2748966" y="249469"/>
                        <a:pt x="2775490" y="249469"/>
                      </a:cubicBezTo>
                      <a:moveTo>
                        <a:pt x="2710129" y="771192"/>
                      </a:moveTo>
                      <a:lnTo>
                        <a:pt x="2840898" y="771192"/>
                      </a:lnTo>
                      <a:lnTo>
                        <a:pt x="2840898" y="285998"/>
                      </a:lnTo>
                      <a:lnTo>
                        <a:pt x="2710101" y="285998"/>
                      </a:lnTo>
                      <a:close/>
                      <a:moveTo>
                        <a:pt x="3103969" y="771135"/>
                      </a:moveTo>
                      <a:cubicBezTo>
                        <a:pt x="3131642" y="771475"/>
                        <a:pt x="3159206" y="767602"/>
                        <a:pt x="3185713" y="759647"/>
                      </a:cubicBezTo>
                      <a:cubicBezTo>
                        <a:pt x="3208446" y="752883"/>
                        <a:pt x="3229719" y="741943"/>
                        <a:pt x="3248444" y="727386"/>
                      </a:cubicBezTo>
                      <a:cubicBezTo>
                        <a:pt x="3265301" y="714207"/>
                        <a:pt x="3279034" y="697462"/>
                        <a:pt x="3288659" y="678351"/>
                      </a:cubicBezTo>
                      <a:cubicBezTo>
                        <a:pt x="3298173" y="659132"/>
                        <a:pt x="3303022" y="637940"/>
                        <a:pt x="3302813" y="616496"/>
                      </a:cubicBezTo>
                      <a:cubicBezTo>
                        <a:pt x="3302813" y="536981"/>
                        <a:pt x="3251851" y="490439"/>
                        <a:pt x="3149927" y="476869"/>
                      </a:cubicBezTo>
                      <a:lnTo>
                        <a:pt x="3097768" y="469802"/>
                      </a:lnTo>
                      <a:cubicBezTo>
                        <a:pt x="3083794" y="468856"/>
                        <a:pt x="3070415" y="463784"/>
                        <a:pt x="3059325" y="455228"/>
                      </a:cubicBezTo>
                      <a:cubicBezTo>
                        <a:pt x="3052173" y="447433"/>
                        <a:pt x="3048507" y="437059"/>
                        <a:pt x="3049172" y="426501"/>
                      </a:cubicBezTo>
                      <a:cubicBezTo>
                        <a:pt x="3048878" y="415308"/>
                        <a:pt x="3054178" y="404704"/>
                        <a:pt x="3063307" y="398221"/>
                      </a:cubicBezTo>
                      <a:cubicBezTo>
                        <a:pt x="3077754" y="389879"/>
                        <a:pt x="3094414" y="386171"/>
                        <a:pt x="3111036" y="387601"/>
                      </a:cubicBezTo>
                      <a:cubicBezTo>
                        <a:pt x="3130739" y="387697"/>
                        <a:pt x="3150183" y="392088"/>
                        <a:pt x="3168015" y="400469"/>
                      </a:cubicBezTo>
                      <a:cubicBezTo>
                        <a:pt x="3186600" y="409045"/>
                        <a:pt x="3203506" y="420870"/>
                        <a:pt x="3217935" y="435388"/>
                      </a:cubicBezTo>
                      <a:lnTo>
                        <a:pt x="3293059" y="358492"/>
                      </a:lnTo>
                      <a:cubicBezTo>
                        <a:pt x="3281696" y="347687"/>
                        <a:pt x="3269750" y="337512"/>
                        <a:pt x="3257274" y="328012"/>
                      </a:cubicBezTo>
                      <a:cubicBezTo>
                        <a:pt x="3244996" y="318773"/>
                        <a:pt x="3231639" y="311061"/>
                        <a:pt x="3217498" y="305048"/>
                      </a:cubicBezTo>
                      <a:cubicBezTo>
                        <a:pt x="3201574" y="298429"/>
                        <a:pt x="3184937" y="293676"/>
                        <a:pt x="3167920" y="290884"/>
                      </a:cubicBezTo>
                      <a:cubicBezTo>
                        <a:pt x="3146739" y="287447"/>
                        <a:pt x="3125303" y="285825"/>
                        <a:pt x="3103846" y="286036"/>
                      </a:cubicBezTo>
                      <a:cubicBezTo>
                        <a:pt x="3078522" y="285680"/>
                        <a:pt x="3053306" y="289411"/>
                        <a:pt x="3029170" y="297085"/>
                      </a:cubicBezTo>
                      <a:cubicBezTo>
                        <a:pt x="3008503" y="303656"/>
                        <a:pt x="2989298" y="314154"/>
                        <a:pt x="2972610" y="328003"/>
                      </a:cubicBezTo>
                      <a:cubicBezTo>
                        <a:pt x="2957173" y="341049"/>
                        <a:pt x="2944812" y="357348"/>
                        <a:pt x="2936415" y="375733"/>
                      </a:cubicBezTo>
                      <a:cubicBezTo>
                        <a:pt x="2927712" y="395028"/>
                        <a:pt x="2923336" y="415994"/>
                        <a:pt x="2923595" y="437159"/>
                      </a:cubicBezTo>
                      <a:cubicBezTo>
                        <a:pt x="2923594" y="519665"/>
                        <a:pt x="2975734" y="567385"/>
                        <a:pt x="3080014" y="580320"/>
                      </a:cubicBezTo>
                      <a:lnTo>
                        <a:pt x="3130382" y="586511"/>
                      </a:lnTo>
                      <a:cubicBezTo>
                        <a:pt x="3161611" y="590658"/>
                        <a:pt x="3177226" y="603618"/>
                        <a:pt x="3177226" y="625392"/>
                      </a:cubicBezTo>
                      <a:cubicBezTo>
                        <a:pt x="3177689" y="637934"/>
                        <a:pt x="3172096" y="649933"/>
                        <a:pt x="3162195" y="657644"/>
                      </a:cubicBezTo>
                      <a:cubicBezTo>
                        <a:pt x="3152194" y="665594"/>
                        <a:pt x="3134233" y="669569"/>
                        <a:pt x="3108312" y="669569"/>
                      </a:cubicBezTo>
                      <a:cubicBezTo>
                        <a:pt x="3084665" y="669968"/>
                        <a:pt x="3061286" y="664503"/>
                        <a:pt x="3040266" y="653663"/>
                      </a:cubicBezTo>
                      <a:cubicBezTo>
                        <a:pt x="3019601" y="642560"/>
                        <a:pt x="3001055" y="627902"/>
                        <a:pt x="2985478" y="610362"/>
                      </a:cubicBezTo>
                      <a:lnTo>
                        <a:pt x="2908583" y="688124"/>
                      </a:lnTo>
                      <a:cubicBezTo>
                        <a:pt x="2931653" y="713831"/>
                        <a:pt x="2959588" y="734712"/>
                        <a:pt x="2990774" y="749560"/>
                      </a:cubicBezTo>
                      <a:cubicBezTo>
                        <a:pt x="3026445" y="765011"/>
                        <a:pt x="3065086" y="772400"/>
                        <a:pt x="3103941" y="771201"/>
                      </a:cubicBezTo>
                      <a:moveTo>
                        <a:pt x="854593" y="284407"/>
                      </a:moveTo>
                      <a:lnTo>
                        <a:pt x="452371" y="284407"/>
                      </a:lnTo>
                      <a:lnTo>
                        <a:pt x="452371" y="284407"/>
                      </a:lnTo>
                      <a:lnTo>
                        <a:pt x="360931" y="284407"/>
                      </a:lnTo>
                      <a:lnTo>
                        <a:pt x="360931" y="192967"/>
                      </a:lnTo>
                      <a:lnTo>
                        <a:pt x="167964" y="0"/>
                      </a:lnTo>
                      <a:lnTo>
                        <a:pt x="79229" y="88725"/>
                      </a:lnTo>
                      <a:lnTo>
                        <a:pt x="274920" y="284407"/>
                      </a:lnTo>
                      <a:lnTo>
                        <a:pt x="0" y="284407"/>
                      </a:lnTo>
                      <a:lnTo>
                        <a:pt x="0" y="409899"/>
                      </a:lnTo>
                      <a:lnTo>
                        <a:pt x="274920" y="409899"/>
                      </a:lnTo>
                      <a:lnTo>
                        <a:pt x="79229" y="605571"/>
                      </a:lnTo>
                      <a:lnTo>
                        <a:pt x="167964" y="694287"/>
                      </a:lnTo>
                      <a:lnTo>
                        <a:pt x="363636" y="498615"/>
                      </a:lnTo>
                      <a:lnTo>
                        <a:pt x="363636" y="775354"/>
                      </a:lnTo>
                      <a:lnTo>
                        <a:pt x="489128" y="775354"/>
                      </a:lnTo>
                      <a:lnTo>
                        <a:pt x="489128" y="498615"/>
                      </a:lnTo>
                      <a:lnTo>
                        <a:pt x="684848" y="694287"/>
                      </a:lnTo>
                      <a:lnTo>
                        <a:pt x="773573" y="605571"/>
                      </a:lnTo>
                      <a:lnTo>
                        <a:pt x="577863" y="409899"/>
                      </a:lnTo>
                      <a:lnTo>
                        <a:pt x="854593" y="409899"/>
                      </a:lnTo>
                      <a:close/>
                    </a:path>
                  </a:pathLst>
                </a:custGeom>
                <a:solidFill>
                  <a:sysClr val="window" lastClr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554467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endParaRPr kumimoji="0" lang="pt-BR" sz="1092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391" name="Freeform: Shape 23">
                  <a:extLst>
                    <a:ext uri="{FF2B5EF4-FFF2-40B4-BE49-F238E27FC236}">
                      <a16:creationId xmlns:a16="http://schemas.microsoft.com/office/drawing/2014/main" id="{60C88768-31F9-031C-4CC7-21BF43A7B185}"/>
                    </a:ext>
                  </a:extLst>
                </p:cNvPr>
                <p:cNvSpPr/>
                <p:nvPr/>
              </p:nvSpPr>
              <p:spPr>
                <a:xfrm>
                  <a:off x="977249" y="4313143"/>
                  <a:ext cx="67928" cy="59469"/>
                </a:xfrm>
                <a:custGeom>
                  <a:avLst/>
                  <a:gdLst>
                    <a:gd name="connsiteX0" fmla="*/ 412594 w 416404"/>
                    <a:gd name="connsiteY0" fmla="*/ 168678 h 364550"/>
                    <a:gd name="connsiteX1" fmla="*/ 327708 w 416404"/>
                    <a:gd name="connsiteY1" fmla="*/ 83734 h 364550"/>
                    <a:gd name="connsiteX2" fmla="*/ 323898 w 416404"/>
                    <a:gd name="connsiteY2" fmla="*/ 79924 h 364550"/>
                    <a:gd name="connsiteX3" fmla="*/ 320088 w 416404"/>
                    <a:gd name="connsiteY3" fmla="*/ 83734 h 364550"/>
                    <a:gd name="connsiteX4" fmla="*/ 130873 w 416404"/>
                    <a:gd name="connsiteY4" fmla="*/ 272929 h 364550"/>
                    <a:gd name="connsiteX5" fmla="*/ 130873 w 416404"/>
                    <a:gd name="connsiteY5" fmla="*/ 0 h 364550"/>
                    <a:gd name="connsiteX6" fmla="*/ 0 w 416404"/>
                    <a:gd name="connsiteY6" fmla="*/ 0 h 364550"/>
                    <a:gd name="connsiteX7" fmla="*/ 0 w 416404"/>
                    <a:gd name="connsiteY7" fmla="*/ 364550 h 364550"/>
                    <a:gd name="connsiteX8" fmla="*/ 224342 w 416404"/>
                    <a:gd name="connsiteY8" fmla="*/ 364550 h 364550"/>
                    <a:gd name="connsiteX9" fmla="*/ 412594 w 416404"/>
                    <a:gd name="connsiteY9" fmla="*/ 176298 h 364550"/>
                    <a:gd name="connsiteX10" fmla="*/ 416404 w 416404"/>
                    <a:gd name="connsiteY10" fmla="*/ 172488 h 3645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16404" h="364550">
                      <a:moveTo>
                        <a:pt x="412594" y="168678"/>
                      </a:moveTo>
                      <a:lnTo>
                        <a:pt x="327708" y="83734"/>
                      </a:lnTo>
                      <a:lnTo>
                        <a:pt x="323898" y="79924"/>
                      </a:lnTo>
                      <a:lnTo>
                        <a:pt x="320088" y="83734"/>
                      </a:lnTo>
                      <a:lnTo>
                        <a:pt x="130873" y="272929"/>
                      </a:lnTo>
                      <a:lnTo>
                        <a:pt x="130873" y="0"/>
                      </a:lnTo>
                      <a:lnTo>
                        <a:pt x="0" y="0"/>
                      </a:lnTo>
                      <a:lnTo>
                        <a:pt x="0" y="364550"/>
                      </a:lnTo>
                      <a:lnTo>
                        <a:pt x="224342" y="364550"/>
                      </a:lnTo>
                      <a:lnTo>
                        <a:pt x="412594" y="176298"/>
                      </a:lnTo>
                      <a:lnTo>
                        <a:pt x="416404" y="172488"/>
                      </a:lnTo>
                      <a:close/>
                    </a:path>
                  </a:pathLst>
                </a:custGeom>
                <a:solidFill>
                  <a:sysClr val="window" lastClr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554467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endParaRPr kumimoji="0" lang="pt-BR" sz="1092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/>
                    <a:ea typeface="+mn-ea"/>
                    <a:cs typeface="Arial"/>
                    <a:sym typeface="Arial"/>
                  </a:endParaRPr>
                </a:p>
              </p:txBody>
            </p:sp>
          </p:grpSp>
          <p:pic>
            <p:nvPicPr>
              <p:cNvPr id="392" name="logo-itaú">
                <a:extLst>
                  <a:ext uri="{FF2B5EF4-FFF2-40B4-BE49-F238E27FC236}">
                    <a16:creationId xmlns:a16="http://schemas.microsoft.com/office/drawing/2014/main" id="{E6ED488E-EF7F-21B9-D7EA-1F638FD21DC2}"/>
                  </a:ext>
                </a:extLst>
              </p:cNvPr>
              <p:cNvPicPr/>
              <p:nvPr/>
            </p:nvPicPr>
            <p:blipFill>
              <a:blip r:embed="rId27">
                <a:extLst>
                  <a:ext uri="{BEBA8EAE-BF5A-486C-A8C5-ECC9F3942E4B}">
                    <a14:imgProps xmlns:a14="http://schemas.microsoft.com/office/drawing/2010/main">
                      <a14:imgLayer r:embed="rId28">
                        <a14:imgEffect>
                          <a14:brightnessContrast brigh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/>
            </p:blipFill>
            <p:spPr>
              <a:xfrm>
                <a:off x="470410" y="4263883"/>
                <a:ext cx="205727" cy="205727"/>
              </a:xfrm>
              <a:prstGeom prst="rect">
                <a:avLst/>
              </a:prstGeom>
            </p:spPr>
          </p:pic>
        </p:grpSp>
      </p:grpSp>
      <p:sp>
        <p:nvSpPr>
          <p:cNvPr id="270" name="chris-egan-bio">
            <a:extLst>
              <a:ext uri="{FF2B5EF4-FFF2-40B4-BE49-F238E27FC236}">
                <a16:creationId xmlns:a16="http://schemas.microsoft.com/office/drawing/2014/main" id="{8A394BB0-A5E7-7B3C-CE05-16F691260699}"/>
              </a:ext>
            </a:extLst>
          </p:cNvPr>
          <p:cNvSpPr txBox="1"/>
          <p:nvPr/>
        </p:nvSpPr>
        <p:spPr>
          <a:xfrm>
            <a:off x="10024804" y="4995706"/>
            <a:ext cx="1699231" cy="1036181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0" marR="0" lvl="0" indent="0" algn="l" defTabSz="554440" rtl="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20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pt-BR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Arial"/>
                <a:sym typeface="Arial"/>
              </a:rPr>
              <a:t>+18 anos de experiência na </a:t>
            </a:r>
            <a:br>
              <a:rPr kumimoji="0" lang="pt-BR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Arial"/>
                <a:sym typeface="Arial"/>
              </a:rPr>
            </a:br>
            <a:r>
              <a:rPr kumimoji="0" lang="pt-BR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Arial"/>
                <a:sym typeface="Arial"/>
              </a:rPr>
              <a:t>área de Riscos e Compliance, </a:t>
            </a:r>
            <a:br>
              <a:rPr kumimoji="0" lang="pt-BR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Arial"/>
                <a:sym typeface="Arial"/>
              </a:rPr>
            </a:br>
            <a:r>
              <a:rPr kumimoji="0" lang="pt-BR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Arial"/>
                <a:sym typeface="Arial"/>
              </a:rPr>
              <a:t>tendo atuado como Gerente de Riscos e Controles Internos na Canvas Capital.  </a:t>
            </a:r>
          </a:p>
          <a:p>
            <a:pPr marL="0" marR="0" lvl="0" indent="0" algn="l" defTabSz="554440" rtl="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20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pt-BR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Arial"/>
                <a:sym typeface="Arial"/>
              </a:rPr>
              <a:t>Anteriormente, trabalhou como especialista em riscos no Itaú Unibanco e na  FRAM Capital.</a:t>
            </a:r>
          </a:p>
        </p:txBody>
      </p:sp>
      <p:sp>
        <p:nvSpPr>
          <p:cNvPr id="271" name="object 17">
            <a:extLst>
              <a:ext uri="{FF2B5EF4-FFF2-40B4-BE49-F238E27FC236}">
                <a16:creationId xmlns:a16="http://schemas.microsoft.com/office/drawing/2014/main" id="{52BD3275-F8DC-AAD6-6342-D19FA0AA5D9F}"/>
              </a:ext>
            </a:extLst>
          </p:cNvPr>
          <p:cNvSpPr txBox="1"/>
          <p:nvPr/>
        </p:nvSpPr>
        <p:spPr>
          <a:xfrm>
            <a:off x="8155470" y="4781617"/>
            <a:ext cx="3701568" cy="1667085"/>
          </a:xfrm>
          <a:prstGeom prst="rect">
            <a:avLst/>
          </a:prstGeom>
          <a:ln w="10470">
            <a:solidFill>
              <a:schemeClr val="tx1">
                <a:lumMod val="85000"/>
                <a:lumOff val="15000"/>
              </a:schemeClr>
            </a:solidFill>
          </a:ln>
        </p:spPr>
        <p:txBody>
          <a:bodyPr vert="horz" wrap="square" lIns="0" tIns="82404" rIns="0" bIns="0" rtlCol="0">
            <a:noAutofit/>
          </a:bodyPr>
          <a:lstStyle/>
          <a:p>
            <a:pPr marL="102042" marR="0" lvl="0" indent="0" algn="l" defTabSz="554492" rtl="0" eaLnBrk="1" fontAlgn="auto" latinLnBrk="0" hangingPunct="1">
              <a:lnSpc>
                <a:spcPct val="100000"/>
              </a:lnSpc>
              <a:spcBef>
                <a:spcPts val="649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sz="1334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sos Light"/>
              <a:ea typeface="+mn-ea"/>
              <a:cs typeface="Versos Light"/>
              <a:sym typeface="Arial"/>
            </a:endParaRPr>
          </a:p>
        </p:txBody>
      </p:sp>
      <p:sp>
        <p:nvSpPr>
          <p:cNvPr id="274" name="object 13">
            <a:extLst>
              <a:ext uri="{FF2B5EF4-FFF2-40B4-BE49-F238E27FC236}">
                <a16:creationId xmlns:a16="http://schemas.microsoft.com/office/drawing/2014/main" id="{2A93C8DF-AB75-6A2D-D6D3-2AC013231726}"/>
              </a:ext>
            </a:extLst>
          </p:cNvPr>
          <p:cNvSpPr txBox="1"/>
          <p:nvPr/>
        </p:nvSpPr>
        <p:spPr>
          <a:xfrm>
            <a:off x="9001058" y="4996278"/>
            <a:ext cx="1107252" cy="353943"/>
          </a:xfrm>
          <a:prstGeom prst="rect">
            <a:avLst/>
          </a:prstGeom>
        </p:spPr>
        <p:txBody>
          <a:bodyPr vert="horz" wrap="square" lIns="0" tIns="0" rIns="0" bIns="0" rtlCol="0" anchor="ctr" anchorCtr="0">
            <a:spAutoFit/>
          </a:bodyPr>
          <a:lstStyle/>
          <a:p>
            <a:pPr marL="0" marR="0" lvl="0" indent="0" algn="l" defTabSz="55444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n-US" sz="1150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Versos"/>
                <a:sym typeface="Arial"/>
              </a:rPr>
              <a:t>Alice </a:t>
            </a:r>
            <a:br>
              <a:rPr kumimoji="0" lang="en-US" sz="1150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Versos"/>
                <a:sym typeface="Arial"/>
              </a:rPr>
            </a:br>
            <a:r>
              <a:rPr kumimoji="0" lang="en-US" sz="1150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Versos"/>
                <a:sym typeface="Arial"/>
              </a:rPr>
              <a:t>Singer</a:t>
            </a:r>
          </a:p>
        </p:txBody>
      </p:sp>
      <p:sp>
        <p:nvSpPr>
          <p:cNvPr id="275" name="object 31">
            <a:extLst>
              <a:ext uri="{FF2B5EF4-FFF2-40B4-BE49-F238E27FC236}">
                <a16:creationId xmlns:a16="http://schemas.microsoft.com/office/drawing/2014/main" id="{F8F681C1-DCB9-7F80-1269-B8BEC15E094C}"/>
              </a:ext>
            </a:extLst>
          </p:cNvPr>
          <p:cNvSpPr/>
          <p:nvPr/>
        </p:nvSpPr>
        <p:spPr>
          <a:xfrm flipV="1">
            <a:off x="9001058" y="5336765"/>
            <a:ext cx="909759" cy="215789"/>
          </a:xfrm>
          <a:custGeom>
            <a:avLst/>
            <a:gdLst/>
            <a:ahLst/>
            <a:cxnLst/>
            <a:rect l="l" t="t" r="r" b="b"/>
            <a:pathLst>
              <a:path w="3848735">
                <a:moveTo>
                  <a:pt x="0" y="0"/>
                </a:moveTo>
                <a:lnTo>
                  <a:pt x="3848699" y="0"/>
                </a:lnTo>
              </a:path>
            </a:pathLst>
          </a:custGeom>
          <a:ln w="10470">
            <a:solidFill>
              <a:schemeClr val="bg1"/>
            </a:solidFill>
          </a:ln>
        </p:spPr>
        <p:txBody>
          <a:bodyPr wrap="square" lIns="0" tIns="0" rIns="0" bIns="0" rtlCol="0"/>
          <a:lstStyle/>
          <a:p>
            <a:pPr marL="0" marR="0" lvl="0" indent="0" algn="l" defTabSz="55449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sz="1092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76" name="chris-egan-titulo">
            <a:extLst>
              <a:ext uri="{FF2B5EF4-FFF2-40B4-BE49-F238E27FC236}">
                <a16:creationId xmlns:a16="http://schemas.microsoft.com/office/drawing/2014/main" id="{E47B7EA9-E9DC-9C90-0547-7A63528249DE}"/>
              </a:ext>
            </a:extLst>
          </p:cNvPr>
          <p:cNvSpPr txBox="1"/>
          <p:nvPr/>
        </p:nvSpPr>
        <p:spPr>
          <a:xfrm>
            <a:off x="9001058" y="5607219"/>
            <a:ext cx="909759" cy="32181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0" marR="0" lvl="0" indent="0" algn="l" defTabSz="55444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n-US" sz="697" b="0" i="0" u="none" strike="noStrike" kern="0" cap="none" spc="33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/>
                <a:ea typeface="+mn-ea"/>
                <a:cs typeface="Arial"/>
                <a:sym typeface="Arial"/>
              </a:rPr>
              <a:t>OPERAÇÕES, </a:t>
            </a:r>
            <a:br>
              <a:rPr kumimoji="0" lang="en-US" sz="697" b="0" i="0" u="none" strike="noStrike" kern="0" cap="none" spc="33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/>
                <a:ea typeface="+mn-ea"/>
                <a:cs typeface="Arial"/>
                <a:sym typeface="Arial"/>
              </a:rPr>
            </a:br>
            <a:r>
              <a:rPr kumimoji="0" lang="en-US" sz="697" b="0" i="0" u="none" strike="noStrike" kern="0" cap="none" spc="33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/>
                <a:ea typeface="+mn-ea"/>
                <a:cs typeface="Arial"/>
                <a:sym typeface="Arial"/>
              </a:rPr>
              <a:t>FINANÇAS, TI </a:t>
            </a:r>
            <a:br>
              <a:rPr kumimoji="0" lang="en-US" sz="697" b="0" i="0" u="none" strike="noStrike" kern="0" cap="none" spc="33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/>
                <a:ea typeface="+mn-ea"/>
                <a:cs typeface="Arial"/>
                <a:sym typeface="Arial"/>
              </a:rPr>
            </a:br>
            <a:r>
              <a:rPr kumimoji="0" lang="en-US" sz="697" b="0" i="0" u="none" strike="noStrike" kern="0" cap="none" spc="33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/>
                <a:ea typeface="+mn-ea"/>
                <a:cs typeface="Arial"/>
                <a:sym typeface="Arial"/>
              </a:rPr>
              <a:t>&amp; RISCOS</a:t>
            </a:r>
          </a:p>
        </p:txBody>
      </p:sp>
      <p:sp>
        <p:nvSpPr>
          <p:cNvPr id="273" name="rodrigo-freire-experiencia">
            <a:extLst>
              <a:ext uri="{FF2B5EF4-FFF2-40B4-BE49-F238E27FC236}">
                <a16:creationId xmlns:a16="http://schemas.microsoft.com/office/drawing/2014/main" id="{4A559D1F-6A5F-0157-0C1E-FB04B62E28C0}"/>
              </a:ext>
            </a:extLst>
          </p:cNvPr>
          <p:cNvSpPr txBox="1"/>
          <p:nvPr/>
        </p:nvSpPr>
        <p:spPr>
          <a:xfrm>
            <a:off x="8155470" y="5934518"/>
            <a:ext cx="1757987" cy="514184"/>
          </a:xfrm>
          <a:prstGeom prst="round1Rect">
            <a:avLst>
              <a:gd name="adj" fmla="val 0"/>
            </a:avLst>
          </a:prstGeom>
          <a:solidFill>
            <a:schemeClr val="tx1">
              <a:lumMod val="85000"/>
              <a:lumOff val="15000"/>
            </a:schemeClr>
          </a:solidFill>
        </p:spPr>
        <p:txBody>
          <a:bodyPr vert="horz" wrap="square" lIns="144000" tIns="0" rIns="72000" bIns="0" rtlCol="0" anchor="ctr" anchorCtr="0">
            <a:noAutofit/>
          </a:bodyPr>
          <a:lstStyle/>
          <a:p>
            <a:pPr marL="0" marR="2540" lvl="0" indent="0" algn="l" defTabSz="55444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sos Light"/>
              <a:ea typeface="+mn-ea"/>
              <a:cs typeface="Arial"/>
              <a:sym typeface="Arial"/>
            </a:endParaRPr>
          </a:p>
        </p:txBody>
      </p:sp>
      <p:grpSp>
        <p:nvGrpSpPr>
          <p:cNvPr id="434" name="Group 433">
            <a:extLst>
              <a:ext uri="{FF2B5EF4-FFF2-40B4-BE49-F238E27FC236}">
                <a16:creationId xmlns:a16="http://schemas.microsoft.com/office/drawing/2014/main" id="{182B4DD0-0A02-F651-B8E9-15E9F6A393D6}"/>
              </a:ext>
            </a:extLst>
          </p:cNvPr>
          <p:cNvGrpSpPr/>
          <p:nvPr/>
        </p:nvGrpSpPr>
        <p:grpSpPr>
          <a:xfrm>
            <a:off x="8225266" y="6051212"/>
            <a:ext cx="1630001" cy="287485"/>
            <a:chOff x="8430213" y="4221333"/>
            <a:chExt cx="1425053" cy="251338"/>
          </a:xfrm>
        </p:grpSpPr>
        <p:grpSp>
          <p:nvGrpSpPr>
            <p:cNvPr id="429" name="Group 428">
              <a:extLst>
                <a:ext uri="{FF2B5EF4-FFF2-40B4-BE49-F238E27FC236}">
                  <a16:creationId xmlns:a16="http://schemas.microsoft.com/office/drawing/2014/main" id="{A0839326-287C-6B10-666A-8A14B0BC9254}"/>
                </a:ext>
              </a:extLst>
            </p:cNvPr>
            <p:cNvGrpSpPr/>
            <p:nvPr/>
          </p:nvGrpSpPr>
          <p:grpSpPr>
            <a:xfrm>
              <a:off x="8698070" y="4221333"/>
              <a:ext cx="1157196" cy="251338"/>
              <a:chOff x="8678773" y="4221333"/>
              <a:chExt cx="1498223" cy="325408"/>
            </a:xfrm>
          </p:grpSpPr>
          <p:pic>
            <p:nvPicPr>
              <p:cNvPr id="430" name="logo-quadra" descr="Homepage - Spectra Investments">
                <a:extLst>
                  <a:ext uri="{FF2B5EF4-FFF2-40B4-BE49-F238E27FC236}">
                    <a16:creationId xmlns:a16="http://schemas.microsoft.com/office/drawing/2014/main" id="{B55C980E-110D-40B9-5FFA-1146E106A9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9" cstate="hqprint">
                <a:extLst>
                  <a:ext uri="{BEBA8EAE-BF5A-486C-A8C5-ECC9F3942E4B}">
                    <a14:imgProps xmlns:a14="http://schemas.microsoft.com/office/drawing/2010/main">
                      <a14:imgLayer r:embed="rId30">
                        <a14:imgEffect>
                          <a14:brightnessContrast brigh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699826" y="4228627"/>
                <a:ext cx="477170" cy="318114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431" name="logo-fram">
                <a:extLst>
                  <a:ext uri="{FF2B5EF4-FFF2-40B4-BE49-F238E27FC236}">
                    <a16:creationId xmlns:a16="http://schemas.microsoft.com/office/drawing/2014/main" id="{CB4C4244-0025-A161-F648-FD43A4637A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1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tretch/>
            </p:blipFill>
            <p:spPr bwMode="auto">
              <a:xfrm>
                <a:off x="9181496" y="4285129"/>
                <a:ext cx="437891" cy="170776"/>
              </a:xfrm>
              <a:prstGeom prst="rect">
                <a:avLst/>
              </a:prstGeom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432" name="logo-canvas">
                <a:extLst>
                  <a:ext uri="{FF2B5EF4-FFF2-40B4-BE49-F238E27FC236}">
                    <a16:creationId xmlns:a16="http://schemas.microsoft.com/office/drawing/2014/main" id="{A48EB7C5-933B-7B3B-C818-02EA15BE4FF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2" cstate="hqprint">
                <a:extLst>
                  <a:ext uri="{BEBA8EAE-BF5A-486C-A8C5-ECC9F3942E4B}">
                    <a14:imgProps xmlns:a14="http://schemas.microsoft.com/office/drawing/2010/main">
                      <a14:imgLayer r:embed="rId33">
                        <a14:imgEffect>
                          <a14:brightnessContrast brigh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/>
            </p:blipFill>
            <p:spPr>
              <a:xfrm>
                <a:off x="8678773" y="4221333"/>
                <a:ext cx="422284" cy="298369"/>
              </a:xfrm>
              <a:prstGeom prst="rect">
                <a:avLst/>
              </a:prstGeom>
            </p:spPr>
          </p:pic>
        </p:grpSp>
        <p:pic>
          <p:nvPicPr>
            <p:cNvPr id="433" name="logo-itaú">
              <a:extLst>
                <a:ext uri="{FF2B5EF4-FFF2-40B4-BE49-F238E27FC236}">
                  <a16:creationId xmlns:a16="http://schemas.microsoft.com/office/drawing/2014/main" id="{D14683C5-623D-7682-034C-276B5158BB0A}"/>
                </a:ext>
              </a:extLst>
            </p:cNvPr>
            <p:cNvPicPr/>
            <p:nvPr/>
          </p:nvPicPr>
          <p:blipFill>
            <a:blip r:embed="rId27">
              <a:extLst>
                <a:ext uri="{BEBA8EAE-BF5A-486C-A8C5-ECC9F3942E4B}">
                  <a14:imgProps xmlns:a14="http://schemas.microsoft.com/office/drawing/2010/main">
                    <a14:imgLayer r:embed="rId28">
                      <a14:imgEffect>
                        <a14:brightnessContrast bright="10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8430213" y="4226967"/>
              <a:ext cx="205727" cy="205727"/>
            </a:xfrm>
            <a:prstGeom prst="rect">
              <a:avLst/>
            </a:prstGeom>
          </p:spPr>
        </p:pic>
      </p:grpSp>
      <p:pic>
        <p:nvPicPr>
          <p:cNvPr id="436" name="alice-singer-foto">
            <a:extLst>
              <a:ext uri="{FF2B5EF4-FFF2-40B4-BE49-F238E27FC236}">
                <a16:creationId xmlns:a16="http://schemas.microsoft.com/office/drawing/2014/main" id="{F83CC7E8-A7BA-6A2C-DCF5-069B17AAA207}"/>
              </a:ext>
            </a:extLst>
          </p:cNvPr>
          <p:cNvPicPr preferRelativeResize="0">
            <a:picLocks/>
          </p:cNvPicPr>
          <p:nvPr/>
        </p:nvPicPr>
        <p:blipFill>
          <a:blip r:embed="rId34"/>
          <a:srcRect l="15144" r="15144"/>
          <a:stretch/>
        </p:blipFill>
        <p:spPr>
          <a:xfrm>
            <a:off x="8159674" y="4784347"/>
            <a:ext cx="775554" cy="775555"/>
          </a:xfrm>
          <a:prstGeom prst="rect">
            <a:avLst/>
          </a:prstGeom>
        </p:spPr>
      </p:pic>
      <p:grpSp>
        <p:nvGrpSpPr>
          <p:cNvPr id="455" name="Group 454">
            <a:extLst>
              <a:ext uri="{FF2B5EF4-FFF2-40B4-BE49-F238E27FC236}">
                <a16:creationId xmlns:a16="http://schemas.microsoft.com/office/drawing/2014/main" id="{F39EE54C-B019-265B-E8E2-0E3E5EDC26AE}"/>
              </a:ext>
            </a:extLst>
          </p:cNvPr>
          <p:cNvGrpSpPr/>
          <p:nvPr/>
        </p:nvGrpSpPr>
        <p:grpSpPr>
          <a:xfrm>
            <a:off x="322242" y="4781618"/>
            <a:ext cx="3701568" cy="1667085"/>
            <a:chOff x="2284026" y="4781618"/>
            <a:chExt cx="3701568" cy="1667085"/>
          </a:xfrm>
        </p:grpSpPr>
        <p:pic>
          <p:nvPicPr>
            <p:cNvPr id="445" name="paola-moussatche-foto">
              <a:extLst>
                <a:ext uri="{FF2B5EF4-FFF2-40B4-BE49-F238E27FC236}">
                  <a16:creationId xmlns:a16="http://schemas.microsoft.com/office/drawing/2014/main" id="{160C00D6-5087-6CC6-FEE7-C0ACFCCE1D39}"/>
                </a:ext>
              </a:extLst>
            </p:cNvPr>
            <p:cNvPicPr preferRelativeResize="0">
              <a:picLocks/>
            </p:cNvPicPr>
            <p:nvPr/>
          </p:nvPicPr>
          <p:blipFill>
            <a:blip r:embed="rId35"/>
            <a:srcRect l="15144" r="15144"/>
            <a:stretch/>
          </p:blipFill>
          <p:spPr>
            <a:xfrm>
              <a:off x="2288689" y="4781618"/>
              <a:ext cx="770891" cy="770891"/>
            </a:xfrm>
            <a:prstGeom prst="rect">
              <a:avLst/>
            </a:prstGeom>
          </p:spPr>
        </p:pic>
        <p:sp>
          <p:nvSpPr>
            <p:cNvPr id="367" name="chris-egan-bio">
              <a:extLst>
                <a:ext uri="{FF2B5EF4-FFF2-40B4-BE49-F238E27FC236}">
                  <a16:creationId xmlns:a16="http://schemas.microsoft.com/office/drawing/2014/main" id="{714A014F-2022-9C79-CD4F-F5F775CFDB6A}"/>
                </a:ext>
              </a:extLst>
            </p:cNvPr>
            <p:cNvSpPr txBox="1"/>
            <p:nvPr/>
          </p:nvSpPr>
          <p:spPr>
            <a:xfrm>
              <a:off x="4153360" y="4995707"/>
              <a:ext cx="1757987" cy="984885"/>
            </a:xfrm>
            <a:prstGeom prst="rect">
              <a:avLst/>
            </a:prstGeom>
          </p:spPr>
          <p:txBody>
            <a:bodyPr vert="horz" wrap="square" lIns="0" tIns="0" rIns="0" bIns="0" rtlCol="0">
              <a:spAutoFit/>
            </a:bodyPr>
            <a:lstStyle/>
            <a:p>
              <a:pPr marL="0" marR="0" lvl="0" indent="0" algn="l" defTabSz="554440" rtl="0" eaLnBrk="1" fontAlgn="auto" latinLnBrk="0" hangingPunct="1">
                <a:lnSpc>
                  <a:spcPct val="100000"/>
                </a:lnSpc>
                <a:spcBef>
                  <a:spcPts val="200"/>
                </a:spcBef>
                <a:spcAft>
                  <a:spcPts val="20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Com experiência prévia </a:t>
              </a:r>
              <a:b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</a:br>
              <a: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em escritórios de advocacia, </a:t>
              </a:r>
              <a:b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</a:br>
              <a: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nas áreas de M&amp;A, mercado de capitais e tributária, passou a atuar diretamente no mercado financeiro em 2013, com passagens pela Squadra Investimentos, </a:t>
              </a:r>
              <a:b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</a:br>
              <a: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MAF e VELT </a:t>
              </a:r>
              <a:r>
                <a:rPr kumimoji="0" lang="pt-BR" sz="800" b="0" i="0" u="none" strike="noStrike" kern="0" cap="none" spc="0" normalizeH="0" baseline="0" noProof="0" err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Partners</a:t>
              </a:r>
              <a: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.</a:t>
              </a:r>
            </a:p>
          </p:txBody>
        </p:sp>
        <p:sp>
          <p:nvSpPr>
            <p:cNvPr id="368" name="object 17">
              <a:extLst>
                <a:ext uri="{FF2B5EF4-FFF2-40B4-BE49-F238E27FC236}">
                  <a16:creationId xmlns:a16="http://schemas.microsoft.com/office/drawing/2014/main" id="{D6BCE49A-1D9E-F185-12C3-AAFE7678878B}"/>
                </a:ext>
              </a:extLst>
            </p:cNvPr>
            <p:cNvSpPr txBox="1"/>
            <p:nvPr/>
          </p:nvSpPr>
          <p:spPr>
            <a:xfrm>
              <a:off x="2284026" y="4781618"/>
              <a:ext cx="3701568" cy="1667085"/>
            </a:xfrm>
            <a:prstGeom prst="rect">
              <a:avLst/>
            </a:prstGeom>
            <a:ln w="10470">
              <a:solidFill>
                <a:schemeClr val="tx1">
                  <a:lumMod val="85000"/>
                  <a:lumOff val="15000"/>
                </a:schemeClr>
              </a:solidFill>
            </a:ln>
          </p:spPr>
          <p:txBody>
            <a:bodyPr vert="horz" wrap="square" lIns="0" tIns="82404" rIns="0" bIns="0" rtlCol="0">
              <a:noAutofit/>
            </a:bodyPr>
            <a:lstStyle/>
            <a:p>
              <a:pPr marL="102042" marR="0" lvl="0" indent="0" algn="l" defTabSz="554492" rtl="0" eaLnBrk="1" fontAlgn="auto" latinLnBrk="0" hangingPunct="1">
                <a:lnSpc>
                  <a:spcPct val="100000"/>
                </a:lnSpc>
                <a:spcBef>
                  <a:spcPts val="649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sz="1334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Versos Light"/>
                <a:sym typeface="Arial"/>
              </a:endParaRPr>
            </a:p>
          </p:txBody>
        </p:sp>
        <p:grpSp>
          <p:nvGrpSpPr>
            <p:cNvPr id="369" name="Group 368">
              <a:extLst>
                <a:ext uri="{FF2B5EF4-FFF2-40B4-BE49-F238E27FC236}">
                  <a16:creationId xmlns:a16="http://schemas.microsoft.com/office/drawing/2014/main" id="{811F4656-349C-3B9C-4948-DCC89E62E782}"/>
                </a:ext>
              </a:extLst>
            </p:cNvPr>
            <p:cNvGrpSpPr/>
            <p:nvPr/>
          </p:nvGrpSpPr>
          <p:grpSpPr>
            <a:xfrm>
              <a:off x="3132254" y="4996279"/>
              <a:ext cx="1107252" cy="833426"/>
              <a:chOff x="1166158" y="1365165"/>
              <a:chExt cx="1107252" cy="833426"/>
            </a:xfrm>
          </p:grpSpPr>
          <p:sp>
            <p:nvSpPr>
              <p:cNvPr id="376" name="object 13">
                <a:extLst>
                  <a:ext uri="{FF2B5EF4-FFF2-40B4-BE49-F238E27FC236}">
                    <a16:creationId xmlns:a16="http://schemas.microsoft.com/office/drawing/2014/main" id="{D9074F08-F193-590E-8A62-CC62C833CE0A}"/>
                  </a:ext>
                </a:extLst>
              </p:cNvPr>
              <p:cNvSpPr txBox="1"/>
              <p:nvPr/>
            </p:nvSpPr>
            <p:spPr>
              <a:xfrm>
                <a:off x="1166158" y="1365165"/>
                <a:ext cx="1107252" cy="353943"/>
              </a:xfrm>
              <a:prstGeom prst="rect">
                <a:avLst/>
              </a:prstGeom>
            </p:spPr>
            <p:txBody>
              <a:bodyPr vert="horz" wrap="square" lIns="0" tIns="0" rIns="0" bIns="0" rtlCol="0" anchor="ctr" anchorCtr="0">
                <a:spAutoFit/>
              </a:bodyPr>
              <a:lstStyle/>
              <a:p>
                <a:pPr marL="0" marR="0" lvl="0" indent="0" algn="l" defTabSz="55444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en-US" sz="115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" panose="020B0503020204030204" pitchFamily="34" charset="0"/>
                    <a:ea typeface="+mn-ea"/>
                    <a:cs typeface="Versos"/>
                    <a:sym typeface="Arial"/>
                  </a:rPr>
                  <a:t>Paola </a:t>
                </a:r>
                <a:br>
                  <a:rPr kumimoji="0" lang="en-US" sz="115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" panose="020B0503020204030204" pitchFamily="34" charset="0"/>
                    <a:ea typeface="+mn-ea"/>
                    <a:cs typeface="Versos"/>
                    <a:sym typeface="Arial"/>
                  </a:rPr>
                </a:br>
                <a:r>
                  <a:rPr kumimoji="0" lang="en-US" sz="115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" panose="020B0503020204030204" pitchFamily="34" charset="0"/>
                    <a:ea typeface="+mn-ea"/>
                    <a:cs typeface="Versos"/>
                    <a:sym typeface="Arial"/>
                  </a:rPr>
                  <a:t>Moussatche</a:t>
                </a:r>
              </a:p>
            </p:txBody>
          </p:sp>
          <p:sp>
            <p:nvSpPr>
              <p:cNvPr id="377" name="object 31">
                <a:extLst>
                  <a:ext uri="{FF2B5EF4-FFF2-40B4-BE49-F238E27FC236}">
                    <a16:creationId xmlns:a16="http://schemas.microsoft.com/office/drawing/2014/main" id="{44C7EF44-10FF-DA7E-62D4-05FF642915D7}"/>
                  </a:ext>
                </a:extLst>
              </p:cNvPr>
              <p:cNvSpPr/>
              <p:nvPr/>
            </p:nvSpPr>
            <p:spPr>
              <a:xfrm flipV="1">
                <a:off x="1166158" y="1705652"/>
                <a:ext cx="909759" cy="215789"/>
              </a:xfrm>
              <a:custGeom>
                <a:avLst/>
                <a:gdLst/>
                <a:ahLst/>
                <a:cxnLst/>
                <a:rect l="l" t="t" r="r" b="b"/>
                <a:pathLst>
                  <a:path w="3848735">
                    <a:moveTo>
                      <a:pt x="0" y="0"/>
                    </a:moveTo>
                    <a:lnTo>
                      <a:pt x="3848699" y="0"/>
                    </a:lnTo>
                  </a:path>
                </a:pathLst>
              </a:custGeom>
              <a:ln w="10470">
                <a:solidFill>
                  <a:schemeClr val="bg1"/>
                </a:solidFill>
              </a:ln>
            </p:spPr>
            <p:txBody>
              <a:bodyPr wrap="square" lIns="0" tIns="0" rIns="0" bIns="0" rtlCol="0"/>
              <a:lstStyle/>
              <a:p>
                <a:pPr marL="0" marR="0" lvl="0" indent="0" algn="l" defTabSz="554492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endParaRPr kumimoji="0" sz="1092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78" name="chris-egan-titulo">
                <a:extLst>
                  <a:ext uri="{FF2B5EF4-FFF2-40B4-BE49-F238E27FC236}">
                    <a16:creationId xmlns:a16="http://schemas.microsoft.com/office/drawing/2014/main" id="{CA7A9955-505E-11A6-17E3-3ED6463E2BAE}"/>
                  </a:ext>
                </a:extLst>
              </p:cNvPr>
              <p:cNvSpPr txBox="1"/>
              <p:nvPr/>
            </p:nvSpPr>
            <p:spPr>
              <a:xfrm>
                <a:off x="1166158" y="1984045"/>
                <a:ext cx="1014090" cy="214546"/>
              </a:xfrm>
              <a:prstGeom prst="rect">
                <a:avLst/>
              </a:prstGeom>
            </p:spPr>
            <p:txBody>
              <a:bodyPr vert="horz" wrap="square" lIns="0" tIns="0" rIns="0" bIns="0" rtlCol="0">
                <a:spAutoFit/>
              </a:bodyPr>
              <a:lstStyle/>
              <a:p>
                <a:pPr marL="0" marR="0" lvl="0" indent="0" algn="l" defTabSz="55444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en-US" sz="697" b="0" i="0" u="none" strike="noStrike" kern="0" cap="none" spc="33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"/>
                    <a:ea typeface="+mn-ea"/>
                    <a:cs typeface="Arial"/>
                    <a:sym typeface="Arial"/>
                  </a:rPr>
                  <a:t>LEGAL &amp; </a:t>
                </a:r>
                <a:br>
                  <a:rPr kumimoji="0" lang="en-US" sz="697" b="0" i="0" u="none" strike="noStrike" kern="0" cap="none" spc="33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"/>
                    <a:ea typeface="+mn-ea"/>
                    <a:cs typeface="Arial"/>
                    <a:sym typeface="Arial"/>
                  </a:rPr>
                </a:br>
                <a:r>
                  <a:rPr kumimoji="0" lang="en-US" sz="697" b="0" i="0" u="none" strike="noStrike" kern="0" cap="none" spc="33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"/>
                    <a:ea typeface="+mn-ea"/>
                    <a:cs typeface="Arial"/>
                    <a:sym typeface="Arial"/>
                  </a:rPr>
                  <a:t>COMPLIANCE</a:t>
                </a:r>
              </a:p>
            </p:txBody>
          </p:sp>
        </p:grpSp>
        <p:sp>
          <p:nvSpPr>
            <p:cNvPr id="370" name="rodrigo-freire-experiencia">
              <a:extLst>
                <a:ext uri="{FF2B5EF4-FFF2-40B4-BE49-F238E27FC236}">
                  <a16:creationId xmlns:a16="http://schemas.microsoft.com/office/drawing/2014/main" id="{9E5E3F8D-B3D8-E866-AB04-621367F1A742}"/>
                </a:ext>
              </a:extLst>
            </p:cNvPr>
            <p:cNvSpPr txBox="1"/>
            <p:nvPr/>
          </p:nvSpPr>
          <p:spPr>
            <a:xfrm>
              <a:off x="2284026" y="5934519"/>
              <a:ext cx="1757987" cy="514184"/>
            </a:xfrm>
            <a:prstGeom prst="round1Rect">
              <a:avLst>
                <a:gd name="adj" fmla="val 0"/>
              </a:avLst>
            </a:prstGeom>
            <a:solidFill>
              <a:schemeClr val="tx1">
                <a:lumMod val="85000"/>
                <a:lumOff val="15000"/>
              </a:schemeClr>
            </a:solidFill>
          </p:spPr>
          <p:txBody>
            <a:bodyPr vert="horz" wrap="square" lIns="144000" tIns="0" rIns="72000" bIns="0" rtlCol="0" anchor="ctr" anchorCtr="0">
              <a:noAutofit/>
            </a:bodyPr>
            <a:lstStyle/>
            <a:p>
              <a:pPr marL="0" marR="2540" lvl="0" indent="0" algn="l" defTabSz="55444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Arial"/>
                <a:sym typeface="Arial"/>
              </a:endParaRPr>
            </a:p>
          </p:txBody>
        </p:sp>
        <p:grpSp>
          <p:nvGrpSpPr>
            <p:cNvPr id="450" name="Group 449">
              <a:extLst>
                <a:ext uri="{FF2B5EF4-FFF2-40B4-BE49-F238E27FC236}">
                  <a16:creationId xmlns:a16="http://schemas.microsoft.com/office/drawing/2014/main" id="{033D9855-0CAC-9538-0608-4F11E48AA73F}"/>
                </a:ext>
              </a:extLst>
            </p:cNvPr>
            <p:cNvGrpSpPr/>
            <p:nvPr/>
          </p:nvGrpSpPr>
          <p:grpSpPr>
            <a:xfrm>
              <a:off x="2353661" y="6129574"/>
              <a:ext cx="1591850" cy="160146"/>
              <a:chOff x="2446348" y="6034292"/>
              <a:chExt cx="1499157" cy="150820"/>
            </a:xfrm>
          </p:grpSpPr>
          <p:pic>
            <p:nvPicPr>
              <p:cNvPr id="447" name="logos-velt" descr="A black and white text&#10;&#10;AI-generated content may be incorrect.">
                <a:extLst>
                  <a:ext uri="{FF2B5EF4-FFF2-40B4-BE49-F238E27FC236}">
                    <a16:creationId xmlns:a16="http://schemas.microsoft.com/office/drawing/2014/main" id="{2D01F484-734D-1C54-A38C-F157A029071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6" cstate="hqprint">
                <a:extLst>
                  <a:ext uri="{BEBA8EAE-BF5A-486C-A8C5-ECC9F3942E4B}">
                    <a14:imgProps xmlns:a14="http://schemas.microsoft.com/office/drawing/2010/main">
                      <a14:imgLayer r:embed="rId37">
                        <a14:imgEffect>
                          <a14:brightnessContrast brigh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/>
                  </a:ext>
                </a:extLst>
              </a:blip>
              <a:stretch>
                <a:fillRect/>
              </a:stretch>
            </p:blipFill>
            <p:spPr>
              <a:xfrm>
                <a:off x="3531676" y="6079864"/>
                <a:ext cx="413829" cy="101613"/>
              </a:xfrm>
              <a:prstGeom prst="rect">
                <a:avLst/>
              </a:prstGeom>
            </p:spPr>
          </p:pic>
          <p:pic>
            <p:nvPicPr>
              <p:cNvPr id="448" name="logos-modal">
                <a:extLst>
                  <a:ext uri="{FF2B5EF4-FFF2-40B4-BE49-F238E27FC236}">
                    <a16:creationId xmlns:a16="http://schemas.microsoft.com/office/drawing/2014/main" id="{BB6678C4-6657-5EF4-89D6-100C9E9DC4E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8">
                <a:extLst>
                  <a:ext uri="{BEBA8EAE-BF5A-486C-A8C5-ECC9F3942E4B}">
                    <a14:imgProps xmlns:a14="http://schemas.microsoft.com/office/drawing/2010/main">
                      <a14:imgLayer r:embed="rId39">
                        <a14:imgEffect>
                          <a14:brightnessContrast brigh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/>
            </p:blipFill>
            <p:spPr>
              <a:xfrm>
                <a:off x="3046816" y="6034292"/>
                <a:ext cx="413304" cy="127220"/>
              </a:xfrm>
              <a:prstGeom prst="rect">
                <a:avLst/>
              </a:prstGeom>
            </p:spPr>
          </p:pic>
          <p:pic>
            <p:nvPicPr>
              <p:cNvPr id="449" name="logos-squadra" descr="A black background with text&#10;&#10;AI-generated content may be incorrect.">
                <a:extLst>
                  <a:ext uri="{FF2B5EF4-FFF2-40B4-BE49-F238E27FC236}">
                    <a16:creationId xmlns:a16="http://schemas.microsoft.com/office/drawing/2014/main" id="{E08D0892-31F8-71DE-7612-78301C5009F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0" cstate="hqprint">
                <a:extLst>
                  <a:ext uri="{BEBA8EAE-BF5A-486C-A8C5-ECC9F3942E4B}">
                    <a14:imgProps xmlns:a14="http://schemas.microsoft.com/office/drawing/2010/main">
                      <a14:imgLayer r:embed="rId41">
                        <a14:imgEffect>
                          <a14:brightnessContrast brigh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/>
                  </a:ext>
                </a:extLst>
              </a:blip>
              <a:stretch>
                <a:fillRect/>
              </a:stretch>
            </p:blipFill>
            <p:spPr>
              <a:xfrm>
                <a:off x="2446348" y="6077678"/>
                <a:ext cx="528911" cy="107434"/>
              </a:xfrm>
              <a:prstGeom prst="rect">
                <a:avLst/>
              </a:prstGeom>
            </p:spPr>
          </p:pic>
        </p:grpSp>
      </p:grpSp>
      <p:pic>
        <p:nvPicPr>
          <p:cNvPr id="446" name="marilia-romero-foto">
            <a:extLst>
              <a:ext uri="{FF2B5EF4-FFF2-40B4-BE49-F238E27FC236}">
                <a16:creationId xmlns:a16="http://schemas.microsoft.com/office/drawing/2014/main" id="{635CC60D-35F8-B50A-BE6C-427728A6E293}"/>
              </a:ext>
            </a:extLst>
          </p:cNvPr>
          <p:cNvPicPr preferRelativeResize="0">
            <a:picLocks/>
          </p:cNvPicPr>
          <p:nvPr/>
        </p:nvPicPr>
        <p:blipFill>
          <a:blip r:embed="rId42"/>
          <a:srcRect l="15144" r="15144"/>
          <a:stretch/>
        </p:blipFill>
        <p:spPr>
          <a:xfrm>
            <a:off x="4244623" y="4781618"/>
            <a:ext cx="770891" cy="770891"/>
          </a:xfrm>
          <a:prstGeom prst="rect">
            <a:avLst/>
          </a:prstGeom>
          <a:solidFill>
            <a:srgbClr val="FFFFFF">
              <a:lumMod val="95000"/>
            </a:srgbClr>
          </a:solidFill>
        </p:spPr>
      </p:pic>
      <p:grpSp>
        <p:nvGrpSpPr>
          <p:cNvPr id="342" name="Group 341">
            <a:extLst>
              <a:ext uri="{FF2B5EF4-FFF2-40B4-BE49-F238E27FC236}">
                <a16:creationId xmlns:a16="http://schemas.microsoft.com/office/drawing/2014/main" id="{2650D8ED-C108-8D72-3F23-4D55E918F235}"/>
              </a:ext>
            </a:extLst>
          </p:cNvPr>
          <p:cNvGrpSpPr/>
          <p:nvPr/>
        </p:nvGrpSpPr>
        <p:grpSpPr>
          <a:xfrm>
            <a:off x="4244623" y="4781618"/>
            <a:ext cx="3707050" cy="1667085"/>
            <a:chOff x="310708" y="1150504"/>
            <a:chExt cx="3707050" cy="1667085"/>
          </a:xfrm>
        </p:grpSpPr>
        <p:sp>
          <p:nvSpPr>
            <p:cNvPr id="359" name="chris-egan-bio">
              <a:extLst>
                <a:ext uri="{FF2B5EF4-FFF2-40B4-BE49-F238E27FC236}">
                  <a16:creationId xmlns:a16="http://schemas.microsoft.com/office/drawing/2014/main" id="{722FAE95-F849-6B99-5328-1DE06704B593}"/>
                </a:ext>
              </a:extLst>
            </p:cNvPr>
            <p:cNvSpPr txBox="1"/>
            <p:nvPr/>
          </p:nvSpPr>
          <p:spPr>
            <a:xfrm>
              <a:off x="2180042" y="1364593"/>
              <a:ext cx="1837716" cy="984885"/>
            </a:xfrm>
            <a:prstGeom prst="rect">
              <a:avLst/>
            </a:prstGeom>
          </p:spPr>
          <p:txBody>
            <a:bodyPr vert="horz" wrap="square" lIns="0" tIns="0" rIns="0" bIns="0" rtlCol="0">
              <a:spAutoFit/>
            </a:bodyPr>
            <a:lstStyle/>
            <a:p>
              <a:pPr marL="0" marR="0" lvl="0" indent="0" algn="l" defTabSz="554440" rtl="0" eaLnBrk="1" fontAlgn="auto" latinLnBrk="0" hangingPunct="1">
                <a:lnSpc>
                  <a:spcPct val="100000"/>
                </a:lnSpc>
                <a:spcBef>
                  <a:spcPts val="200"/>
                </a:spcBef>
                <a:spcAft>
                  <a:spcPts val="20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Atuou em gestão de pessoas, </a:t>
              </a:r>
              <a:b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</a:br>
              <a: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Business </a:t>
              </a:r>
              <a:r>
                <a:rPr kumimoji="0" lang="pt-BR" sz="800" b="0" i="0" u="none" strike="noStrike" kern="0" cap="none" spc="0" normalizeH="0" baseline="0" noProof="0" err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Partner</a:t>
              </a:r>
              <a: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 e remuneração </a:t>
              </a:r>
              <a:b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</a:br>
              <a: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no setor financeiro, com atuação </a:t>
              </a:r>
              <a:b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</a:br>
              <a: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em transformação cultural no Banco BV e Crefisa, e passagens pela Amil </a:t>
              </a:r>
              <a:b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</a:br>
              <a: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e Volkswagen do Brasil, focado em estratégias de remuneração </a:t>
              </a:r>
              <a:b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</a:br>
              <a: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de curto e longo prazo.</a:t>
              </a:r>
            </a:p>
          </p:txBody>
        </p:sp>
        <p:sp>
          <p:nvSpPr>
            <p:cNvPr id="360" name="object 17">
              <a:extLst>
                <a:ext uri="{FF2B5EF4-FFF2-40B4-BE49-F238E27FC236}">
                  <a16:creationId xmlns:a16="http://schemas.microsoft.com/office/drawing/2014/main" id="{6DECD09D-7211-8641-D412-FA2B6CABCCAA}"/>
                </a:ext>
              </a:extLst>
            </p:cNvPr>
            <p:cNvSpPr txBox="1"/>
            <p:nvPr/>
          </p:nvSpPr>
          <p:spPr>
            <a:xfrm>
              <a:off x="310708" y="1150504"/>
              <a:ext cx="3701568" cy="1667085"/>
            </a:xfrm>
            <a:prstGeom prst="rect">
              <a:avLst/>
            </a:prstGeom>
            <a:ln w="10470">
              <a:solidFill>
                <a:schemeClr val="tx1">
                  <a:lumMod val="85000"/>
                  <a:lumOff val="15000"/>
                </a:schemeClr>
              </a:solidFill>
            </a:ln>
          </p:spPr>
          <p:txBody>
            <a:bodyPr vert="horz" wrap="square" lIns="0" tIns="82404" rIns="0" bIns="0" rtlCol="0">
              <a:noAutofit/>
            </a:bodyPr>
            <a:lstStyle/>
            <a:p>
              <a:pPr marL="102042" marR="0" lvl="0" indent="0" algn="l" defTabSz="554492" rtl="0" eaLnBrk="1" fontAlgn="auto" latinLnBrk="0" hangingPunct="1">
                <a:lnSpc>
                  <a:spcPct val="100000"/>
                </a:lnSpc>
                <a:spcBef>
                  <a:spcPts val="649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sz="1334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Versos Light"/>
                <a:sym typeface="Arial"/>
              </a:endParaRPr>
            </a:p>
          </p:txBody>
        </p:sp>
        <p:grpSp>
          <p:nvGrpSpPr>
            <p:cNvPr id="361" name="Group 360">
              <a:extLst>
                <a:ext uri="{FF2B5EF4-FFF2-40B4-BE49-F238E27FC236}">
                  <a16:creationId xmlns:a16="http://schemas.microsoft.com/office/drawing/2014/main" id="{344F0E96-8041-9CD8-1433-9C82E3DF442E}"/>
                </a:ext>
              </a:extLst>
            </p:cNvPr>
            <p:cNvGrpSpPr/>
            <p:nvPr/>
          </p:nvGrpSpPr>
          <p:grpSpPr>
            <a:xfrm>
              <a:off x="1158936" y="1365165"/>
              <a:ext cx="909759" cy="833426"/>
              <a:chOff x="1166158" y="1365165"/>
              <a:chExt cx="909759" cy="833426"/>
            </a:xfrm>
          </p:grpSpPr>
          <p:sp>
            <p:nvSpPr>
              <p:cNvPr id="363" name="object 13">
                <a:extLst>
                  <a:ext uri="{FF2B5EF4-FFF2-40B4-BE49-F238E27FC236}">
                    <a16:creationId xmlns:a16="http://schemas.microsoft.com/office/drawing/2014/main" id="{E1BB871F-E159-BEC3-3F33-166AAFA127F2}"/>
                  </a:ext>
                </a:extLst>
              </p:cNvPr>
              <p:cNvSpPr txBox="1"/>
              <p:nvPr/>
            </p:nvSpPr>
            <p:spPr>
              <a:xfrm>
                <a:off x="1166158" y="1365165"/>
                <a:ext cx="909759" cy="353943"/>
              </a:xfrm>
              <a:prstGeom prst="rect">
                <a:avLst/>
              </a:prstGeom>
            </p:spPr>
            <p:txBody>
              <a:bodyPr vert="horz" wrap="square" lIns="0" tIns="0" rIns="0" bIns="0" rtlCol="0" anchor="ctr" anchorCtr="0">
                <a:spAutoFit/>
              </a:bodyPr>
              <a:lstStyle/>
              <a:p>
                <a:pPr marL="0" marR="0" lvl="0" indent="0" algn="l" defTabSz="55444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en-US" sz="115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" panose="020B0503020204030204" pitchFamily="34" charset="0"/>
                    <a:ea typeface="+mn-ea"/>
                    <a:cs typeface="Versos"/>
                    <a:sym typeface="Arial"/>
                  </a:rPr>
                  <a:t>Marília</a:t>
                </a:r>
              </a:p>
              <a:p>
                <a:pPr marL="0" marR="0" lvl="0" indent="0" algn="l" defTabSz="55444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en-US" sz="115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" panose="020B0503020204030204" pitchFamily="34" charset="0"/>
                    <a:ea typeface="+mn-ea"/>
                    <a:cs typeface="Versos"/>
                    <a:sym typeface="Arial"/>
                  </a:rPr>
                  <a:t>Romero</a:t>
                </a:r>
              </a:p>
            </p:txBody>
          </p:sp>
          <p:sp>
            <p:nvSpPr>
              <p:cNvPr id="364" name="object 31">
                <a:extLst>
                  <a:ext uri="{FF2B5EF4-FFF2-40B4-BE49-F238E27FC236}">
                    <a16:creationId xmlns:a16="http://schemas.microsoft.com/office/drawing/2014/main" id="{7451F718-41F6-D378-F4BD-714D000F0761}"/>
                  </a:ext>
                </a:extLst>
              </p:cNvPr>
              <p:cNvSpPr/>
              <p:nvPr/>
            </p:nvSpPr>
            <p:spPr>
              <a:xfrm flipV="1">
                <a:off x="1166158" y="1705654"/>
                <a:ext cx="909759" cy="215789"/>
              </a:xfrm>
              <a:custGeom>
                <a:avLst/>
                <a:gdLst/>
                <a:ahLst/>
                <a:cxnLst/>
                <a:rect l="l" t="t" r="r" b="b"/>
                <a:pathLst>
                  <a:path w="3848735">
                    <a:moveTo>
                      <a:pt x="0" y="0"/>
                    </a:moveTo>
                    <a:lnTo>
                      <a:pt x="3848699" y="0"/>
                    </a:lnTo>
                  </a:path>
                </a:pathLst>
              </a:custGeom>
              <a:ln w="10470">
                <a:solidFill>
                  <a:schemeClr val="bg1"/>
                </a:solidFill>
              </a:ln>
            </p:spPr>
            <p:txBody>
              <a:bodyPr wrap="square" lIns="0" tIns="0" rIns="0" bIns="0" rtlCol="0"/>
              <a:lstStyle/>
              <a:p>
                <a:pPr marL="0" marR="0" lvl="0" indent="0" algn="l" defTabSz="554492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endParaRPr kumimoji="0" sz="1092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5" name="chris-egan-titulo">
                <a:extLst>
                  <a:ext uri="{FF2B5EF4-FFF2-40B4-BE49-F238E27FC236}">
                    <a16:creationId xmlns:a16="http://schemas.microsoft.com/office/drawing/2014/main" id="{23687EF9-E402-027E-1542-168EC2741EF6}"/>
                  </a:ext>
                </a:extLst>
              </p:cNvPr>
              <p:cNvSpPr txBox="1"/>
              <p:nvPr/>
            </p:nvSpPr>
            <p:spPr>
              <a:xfrm>
                <a:off x="1166158" y="1984045"/>
                <a:ext cx="909759" cy="214546"/>
              </a:xfrm>
              <a:prstGeom prst="rect">
                <a:avLst/>
              </a:prstGeom>
            </p:spPr>
            <p:txBody>
              <a:bodyPr vert="horz" wrap="square" lIns="0" tIns="0" rIns="0" bIns="0" rtlCol="0">
                <a:spAutoFit/>
              </a:bodyPr>
              <a:lstStyle/>
              <a:p>
                <a:pPr marL="0" marR="0" lvl="0" indent="0" algn="l" defTabSz="55444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en-US" sz="697" b="0" i="0" u="none" strike="noStrike" kern="0" cap="none" spc="33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"/>
                    <a:ea typeface="+mn-ea"/>
                    <a:cs typeface="Arial"/>
                    <a:sym typeface="Arial"/>
                  </a:rPr>
                  <a:t>PESSOAS </a:t>
                </a:r>
                <a:br>
                  <a:rPr kumimoji="0" lang="en-US" sz="697" b="0" i="0" u="none" strike="noStrike" kern="0" cap="none" spc="33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"/>
                    <a:ea typeface="+mn-ea"/>
                    <a:cs typeface="Arial"/>
                    <a:sym typeface="Arial"/>
                  </a:rPr>
                </a:br>
                <a:r>
                  <a:rPr kumimoji="0" lang="en-US" sz="697" b="0" i="0" u="none" strike="noStrike" kern="0" cap="none" spc="33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"/>
                    <a:ea typeface="+mn-ea"/>
                    <a:cs typeface="Arial"/>
                    <a:sym typeface="Arial"/>
                  </a:rPr>
                  <a:t>&amp; CULTURA</a:t>
                </a:r>
              </a:p>
            </p:txBody>
          </p:sp>
        </p:grpSp>
        <p:sp>
          <p:nvSpPr>
            <p:cNvPr id="362" name="rodrigo-freire-experiencia">
              <a:extLst>
                <a:ext uri="{FF2B5EF4-FFF2-40B4-BE49-F238E27FC236}">
                  <a16:creationId xmlns:a16="http://schemas.microsoft.com/office/drawing/2014/main" id="{55BAA4EF-739D-74E8-1A3D-EB9B7440BE89}"/>
                </a:ext>
              </a:extLst>
            </p:cNvPr>
            <p:cNvSpPr txBox="1"/>
            <p:nvPr/>
          </p:nvSpPr>
          <p:spPr>
            <a:xfrm>
              <a:off x="310708" y="2303405"/>
              <a:ext cx="1757987" cy="514184"/>
            </a:xfrm>
            <a:prstGeom prst="round1Rect">
              <a:avLst>
                <a:gd name="adj" fmla="val 0"/>
              </a:avLst>
            </a:prstGeom>
            <a:solidFill>
              <a:schemeClr val="tx1">
                <a:lumMod val="85000"/>
                <a:lumOff val="15000"/>
              </a:schemeClr>
            </a:solidFill>
          </p:spPr>
          <p:txBody>
            <a:bodyPr vert="horz" wrap="square" lIns="144000" tIns="0" rIns="72000" bIns="0" rtlCol="0" anchor="ctr" anchorCtr="0">
              <a:noAutofit/>
            </a:bodyPr>
            <a:lstStyle/>
            <a:p>
              <a:pPr marL="0" marR="2540" lvl="0" indent="0" algn="l" defTabSz="55444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Arial"/>
                <a:sym typeface="Arial"/>
              </a:endParaRPr>
            </a:p>
          </p:txBody>
        </p:sp>
      </p:grpSp>
      <p:pic>
        <p:nvPicPr>
          <p:cNvPr id="451" name="logo-volkswagen" descr="A blue and black logo&#10;&#10;AI-generated content may be incorrect.">
            <a:extLst>
              <a:ext uri="{FF2B5EF4-FFF2-40B4-BE49-F238E27FC236}">
                <a16:creationId xmlns:a16="http://schemas.microsoft.com/office/drawing/2014/main" id="{BBB725B5-742F-6E6B-0E14-75FE02E37624}"/>
              </a:ext>
            </a:extLst>
          </p:cNvPr>
          <p:cNvPicPr>
            <a:picLocks noChangeAspect="1"/>
          </p:cNvPicPr>
          <p:nvPr/>
        </p:nvPicPr>
        <p:blipFill>
          <a:blip r:embed="rId43">
            <a:extLst>
              <a:ext uri="{BEBA8EAE-BF5A-486C-A8C5-ECC9F3942E4B}">
                <a14:imgProps xmlns:a14="http://schemas.microsoft.com/office/drawing/2010/main">
                  <a14:imgLayer r:embed="rId44">
                    <a14:imgEffect>
                      <a14:brightnessContrast bright="10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5574877" y="6037806"/>
            <a:ext cx="284067" cy="284067"/>
          </a:xfrm>
          <a:prstGeom prst="rect">
            <a:avLst/>
          </a:prstGeom>
        </p:spPr>
      </p:pic>
      <p:pic>
        <p:nvPicPr>
          <p:cNvPr id="452" name="logo-crefisa" descr="A blue text on a black background&#10;&#10;AI-generated content may be incorrect.">
            <a:extLst>
              <a:ext uri="{FF2B5EF4-FFF2-40B4-BE49-F238E27FC236}">
                <a16:creationId xmlns:a16="http://schemas.microsoft.com/office/drawing/2014/main" id="{D97CA482-5982-46B2-AA27-A0D604640F42}"/>
              </a:ext>
            </a:extLst>
          </p:cNvPr>
          <p:cNvPicPr>
            <a:picLocks noChangeAspect="1"/>
          </p:cNvPicPr>
          <p:nvPr/>
        </p:nvPicPr>
        <p:blipFill>
          <a:blip r:embed="rId45">
            <a:extLst>
              <a:ext uri="{BEBA8EAE-BF5A-486C-A8C5-ECC9F3942E4B}">
                <a14:imgProps xmlns:a14="http://schemas.microsoft.com/office/drawing/2010/main">
                  <a14:imgLayer r:embed="rId46">
                    <a14:imgEffect>
                      <a14:brightnessContrast bright="10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4898263" y="6073278"/>
            <a:ext cx="543315" cy="204648"/>
          </a:xfrm>
          <a:prstGeom prst="rect">
            <a:avLst/>
          </a:prstGeom>
        </p:spPr>
      </p:pic>
      <p:pic>
        <p:nvPicPr>
          <p:cNvPr id="453" name="logo-bv">
            <a:extLst>
              <a:ext uri="{FF2B5EF4-FFF2-40B4-BE49-F238E27FC236}">
                <a16:creationId xmlns:a16="http://schemas.microsoft.com/office/drawing/2014/main" id="{BD5D4C3B-3586-76FE-FF43-DD70C721254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5" cstate="hq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 bwMode="auto">
          <a:xfrm>
            <a:off x="4498211" y="6091482"/>
            <a:ext cx="264428" cy="20526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59" name="Picture 8">
            <a:extLst>
              <a:ext uri="{FF2B5EF4-FFF2-40B4-BE49-F238E27FC236}">
                <a16:creationId xmlns:a16="http://schemas.microsoft.com/office/drawing/2014/main" id="{8A4EA67A-F74C-2EC3-1C36-D25BE90DDED7}"/>
              </a:ext>
            </a:extLst>
          </p:cNvPr>
          <p:cNvSpPr/>
          <p:nvPr/>
        </p:nvSpPr>
        <p:spPr>
          <a:xfrm>
            <a:off x="289753" y="372740"/>
            <a:ext cx="1395827" cy="474028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BR" sz="849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  <a:ea typeface="+mn-ea"/>
              <a:cs typeface="Arial"/>
              <a:sym typeface="Arial"/>
            </a:endParaRPr>
          </a:p>
        </p:txBody>
      </p:sp>
      <p:cxnSp>
        <p:nvCxnSpPr>
          <p:cNvPr id="461" name="Straight Connector 460">
            <a:extLst>
              <a:ext uri="{FF2B5EF4-FFF2-40B4-BE49-F238E27FC236}">
                <a16:creationId xmlns:a16="http://schemas.microsoft.com/office/drawing/2014/main" id="{32ABBC33-E213-2D46-8BEE-E2308EDBB0F1}"/>
              </a:ext>
            </a:extLst>
          </p:cNvPr>
          <p:cNvCxnSpPr>
            <a:cxnSpLocks/>
          </p:cNvCxnSpPr>
          <p:nvPr/>
        </p:nvCxnSpPr>
        <p:spPr>
          <a:xfrm>
            <a:off x="1913148" y="609754"/>
            <a:ext cx="3256772" cy="0"/>
          </a:xfrm>
          <a:prstGeom prst="line">
            <a:avLst/>
          </a:prstGeom>
          <a:ln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" name="Text Placeholder 7">
            <a:extLst>
              <a:ext uri="{FF2B5EF4-FFF2-40B4-BE49-F238E27FC236}">
                <a16:creationId xmlns:a16="http://schemas.microsoft.com/office/drawing/2014/main" id="{4963299D-336D-B75C-C33B-556D23326DA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5441578" y="394311"/>
            <a:ext cx="6396549" cy="430887"/>
          </a:xfrm>
        </p:spPr>
        <p:txBody>
          <a:bodyPr/>
          <a:lstStyle/>
          <a:p>
            <a:r>
              <a:rPr lang="pt-BR" sz="1400"/>
              <a:t>Nossa liderança combina mais +200 anos de experiência em investimentos </a:t>
            </a:r>
            <a:br>
              <a:rPr lang="pt-BR" sz="1400"/>
            </a:br>
            <a:r>
              <a:rPr lang="pt-BR" sz="1400"/>
              <a:t>com um sólido histórico de atuação em verticais de investimento.</a:t>
            </a:r>
          </a:p>
          <a:p>
            <a:endParaRPr lang="pt-BR" sz="1400"/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4C6C994E-07DC-9E36-D7E8-8E9C05A65DE3}"/>
              </a:ext>
            </a:extLst>
          </p:cNvPr>
          <p:cNvGrpSpPr/>
          <p:nvPr/>
        </p:nvGrpSpPr>
        <p:grpSpPr>
          <a:xfrm>
            <a:off x="326068" y="2966039"/>
            <a:ext cx="3701568" cy="1667129"/>
            <a:chOff x="4230886" y="1137756"/>
            <a:chExt cx="3701568" cy="1667129"/>
          </a:xfrm>
        </p:grpSpPr>
        <p:pic>
          <p:nvPicPr>
            <p:cNvPr id="7" name="Picture 32">
              <a:extLst>
                <a:ext uri="{FF2B5EF4-FFF2-40B4-BE49-F238E27FC236}">
                  <a16:creationId xmlns:a16="http://schemas.microsoft.com/office/drawing/2014/main" id="{4DE616DA-F65D-D310-BFA8-2FD95C669FE2}"/>
                </a:ext>
              </a:extLst>
            </p:cNvPr>
            <p:cNvPicPr preferRelativeResize="0">
              <a:picLocks/>
            </p:cNvPicPr>
            <p:nvPr/>
          </p:nvPicPr>
          <p:blipFill rotWithShape="1">
            <a:blip r:embed="rId47"/>
            <a:srcRect l="15143" r="15143"/>
            <a:stretch>
              <a:fillRect/>
            </a:stretch>
          </p:blipFill>
          <p:spPr>
            <a:xfrm>
              <a:off x="4230886" y="1137756"/>
              <a:ext cx="770935" cy="770935"/>
            </a:xfrm>
            <a:prstGeom prst="rect">
              <a:avLst/>
            </a:prstGeom>
            <a:ln>
              <a:noFill/>
            </a:ln>
            <a:effectLst/>
          </p:spPr>
        </p:pic>
        <p:sp>
          <p:nvSpPr>
            <p:cNvPr id="8" name="chris-egan-bio">
              <a:extLst>
                <a:ext uri="{FF2B5EF4-FFF2-40B4-BE49-F238E27FC236}">
                  <a16:creationId xmlns:a16="http://schemas.microsoft.com/office/drawing/2014/main" id="{3C3BB19D-5C1D-0065-C19C-9B78851C0212}"/>
                </a:ext>
              </a:extLst>
            </p:cNvPr>
            <p:cNvSpPr txBox="1"/>
            <p:nvPr/>
          </p:nvSpPr>
          <p:spPr>
            <a:xfrm>
              <a:off x="6100220" y="1351889"/>
              <a:ext cx="1701871" cy="615553"/>
            </a:xfrm>
            <a:prstGeom prst="rect">
              <a:avLst/>
            </a:prstGeom>
          </p:spPr>
          <p:txBody>
            <a:bodyPr vert="horz" wrap="square" lIns="0" tIns="0" rIns="0" bIns="0" rtlCol="0">
              <a:spAutoFit/>
            </a:bodyPr>
            <a:lstStyle/>
            <a:p>
              <a:pPr marL="0" marR="0" lvl="0" indent="0" algn="l" defTabSz="554440" rtl="0" eaLnBrk="1" fontAlgn="auto" latinLnBrk="0" hangingPunct="1">
                <a:lnSpc>
                  <a:spcPct val="100000"/>
                </a:lnSpc>
                <a:spcBef>
                  <a:spcPts val="200"/>
                </a:spcBef>
                <a:spcAft>
                  <a:spcPts val="2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Com mais de </a:t>
              </a:r>
              <a:b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</a:br>
              <a: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20 anos de experiência </a:t>
              </a:r>
              <a:b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</a:br>
              <a: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em </a:t>
              </a:r>
              <a:r>
                <a:rPr kumimoji="0" lang="pt-BR" sz="800" b="0" i="0" u="none" strike="noStrike" kern="0" cap="none" spc="0" normalizeH="0" baseline="0" noProof="0" err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private</a:t>
              </a:r>
              <a: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 </a:t>
              </a:r>
              <a:r>
                <a:rPr kumimoji="0" lang="pt-BR" sz="800" b="0" i="0" u="none" strike="noStrike" kern="0" cap="none" spc="0" normalizeH="0" baseline="0" noProof="0" err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equity</a:t>
              </a:r>
              <a: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 e energia </a:t>
              </a:r>
              <a:b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</a:br>
              <a: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com passagem por BTG Pactual </a:t>
              </a:r>
              <a:b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</a:br>
              <a: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e </a:t>
              </a:r>
              <a:r>
                <a:rPr kumimoji="0" lang="pt-BR" sz="800" b="0" i="0" u="none" strike="noStrike" kern="0" cap="none" spc="0" normalizeH="0" baseline="0" noProof="0" err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Latin</a:t>
              </a:r>
              <a: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 </a:t>
              </a:r>
              <a:r>
                <a:rPr kumimoji="0" lang="pt-BR" sz="800" b="0" i="0" u="none" strike="noStrike" kern="0" cap="none" spc="0" normalizeH="0" baseline="0" noProof="0" err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America</a:t>
              </a:r>
              <a: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 Power.</a:t>
              </a:r>
            </a:p>
          </p:txBody>
        </p:sp>
        <p:sp>
          <p:nvSpPr>
            <p:cNvPr id="10" name="object 17">
              <a:extLst>
                <a:ext uri="{FF2B5EF4-FFF2-40B4-BE49-F238E27FC236}">
                  <a16:creationId xmlns:a16="http://schemas.microsoft.com/office/drawing/2014/main" id="{60ACCCCA-680B-3411-0EFF-5EBAC3099231}"/>
                </a:ext>
              </a:extLst>
            </p:cNvPr>
            <p:cNvSpPr txBox="1"/>
            <p:nvPr/>
          </p:nvSpPr>
          <p:spPr>
            <a:xfrm>
              <a:off x="4230886" y="1137800"/>
              <a:ext cx="3701568" cy="1667085"/>
            </a:xfrm>
            <a:prstGeom prst="rect">
              <a:avLst/>
            </a:prstGeom>
            <a:ln w="10470">
              <a:solidFill>
                <a:schemeClr val="tx1">
                  <a:lumMod val="85000"/>
                  <a:lumOff val="15000"/>
                </a:schemeClr>
              </a:solidFill>
            </a:ln>
          </p:spPr>
          <p:txBody>
            <a:bodyPr vert="horz" wrap="square" lIns="0" tIns="82404" rIns="0" bIns="0" rtlCol="0">
              <a:noAutofit/>
            </a:bodyPr>
            <a:lstStyle/>
            <a:p>
              <a:pPr marL="102042" marR="0" lvl="0" indent="0" algn="l" defTabSz="554492" rtl="0" eaLnBrk="1" fontAlgn="auto" latinLnBrk="0" hangingPunct="1">
                <a:lnSpc>
                  <a:spcPct val="100000"/>
                </a:lnSpc>
                <a:spcBef>
                  <a:spcPts val="649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sz="1334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Versos Light"/>
                <a:sym typeface="Arial"/>
              </a:endParaRPr>
            </a:p>
          </p:txBody>
        </p:sp>
        <p:sp>
          <p:nvSpPr>
            <p:cNvPr id="11" name="object 13">
              <a:extLst>
                <a:ext uri="{FF2B5EF4-FFF2-40B4-BE49-F238E27FC236}">
                  <a16:creationId xmlns:a16="http://schemas.microsoft.com/office/drawing/2014/main" id="{590934A3-BA83-0813-8F25-6FD5E7ADD07B}"/>
                </a:ext>
              </a:extLst>
            </p:cNvPr>
            <p:cNvSpPr txBox="1"/>
            <p:nvPr/>
          </p:nvSpPr>
          <p:spPr>
            <a:xfrm>
              <a:off x="5079114" y="1352461"/>
              <a:ext cx="909759" cy="353943"/>
            </a:xfrm>
            <a:prstGeom prst="rect">
              <a:avLst/>
            </a:prstGeom>
          </p:spPr>
          <p:txBody>
            <a:bodyPr vert="horz" wrap="square" lIns="0" tIns="0" rIns="0" bIns="0" rtlCol="0" anchor="ctr" anchorCtr="0">
              <a:spAutoFit/>
            </a:bodyPr>
            <a:lstStyle/>
            <a:p>
              <a:pPr marL="0" marR="0" lvl="0" indent="0" algn="l" defTabSz="55444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115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Versos"/>
                  <a:sym typeface="Arial"/>
                </a:rPr>
                <a:t>Bruno </a:t>
              </a:r>
              <a:br>
                <a:rPr kumimoji="0" lang="en-US" sz="115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Versos"/>
                  <a:sym typeface="Arial"/>
                </a:rPr>
              </a:br>
              <a:r>
                <a:rPr kumimoji="0" lang="en-US" sz="115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Versos"/>
                  <a:sym typeface="Arial"/>
                </a:rPr>
                <a:t>Franco</a:t>
              </a:r>
            </a:p>
          </p:txBody>
        </p:sp>
        <p:sp>
          <p:nvSpPr>
            <p:cNvPr id="12" name="object 31">
              <a:extLst>
                <a:ext uri="{FF2B5EF4-FFF2-40B4-BE49-F238E27FC236}">
                  <a16:creationId xmlns:a16="http://schemas.microsoft.com/office/drawing/2014/main" id="{628539E8-275B-3353-C037-9174C2512303}"/>
                </a:ext>
              </a:extLst>
            </p:cNvPr>
            <p:cNvSpPr/>
            <p:nvPr/>
          </p:nvSpPr>
          <p:spPr>
            <a:xfrm flipV="1">
              <a:off x="5079114" y="1692948"/>
              <a:ext cx="909759" cy="215789"/>
            </a:xfrm>
            <a:custGeom>
              <a:avLst/>
              <a:gdLst/>
              <a:ahLst/>
              <a:cxnLst/>
              <a:rect l="l" t="t" r="r" b="b"/>
              <a:pathLst>
                <a:path w="3848735">
                  <a:moveTo>
                    <a:pt x="0" y="0"/>
                  </a:moveTo>
                  <a:lnTo>
                    <a:pt x="3848699" y="0"/>
                  </a:lnTo>
                </a:path>
              </a:pathLst>
            </a:custGeom>
            <a:ln w="10470">
              <a:solidFill>
                <a:schemeClr val="bg1"/>
              </a:solidFill>
            </a:ln>
          </p:spPr>
          <p:txBody>
            <a:bodyPr wrap="square" lIns="0" tIns="0" rIns="0" bIns="0" rtlCol="0"/>
            <a:lstStyle/>
            <a:p>
              <a:pPr marL="0" marR="0" lvl="0" indent="0" algn="l" defTabSz="55449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sz="1092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" name="chris-egan-titulo">
              <a:extLst>
                <a:ext uri="{FF2B5EF4-FFF2-40B4-BE49-F238E27FC236}">
                  <a16:creationId xmlns:a16="http://schemas.microsoft.com/office/drawing/2014/main" id="{EED83993-3DA9-FD92-A240-6D1B406B3CA7}"/>
                </a:ext>
              </a:extLst>
            </p:cNvPr>
            <p:cNvSpPr txBox="1"/>
            <p:nvPr/>
          </p:nvSpPr>
          <p:spPr>
            <a:xfrm>
              <a:off x="5079114" y="1963557"/>
              <a:ext cx="909759" cy="107273"/>
            </a:xfrm>
            <a:prstGeom prst="rect">
              <a:avLst/>
            </a:prstGeom>
          </p:spPr>
          <p:txBody>
            <a:bodyPr vert="horz" wrap="square" lIns="0" tIns="0" rIns="0" bIns="0" rtlCol="0">
              <a:spAutoFit/>
            </a:bodyPr>
            <a:lstStyle/>
            <a:p>
              <a:pPr marL="0" marR="0" lvl="0" indent="0" algn="l" defTabSz="55444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697" b="0" i="0" u="none" strike="noStrike" kern="0" cap="none" spc="33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/>
                  <a:ea typeface="+mn-ea"/>
                  <a:cs typeface="Arial"/>
                  <a:sym typeface="Arial"/>
                </a:rPr>
                <a:t>ENERGIA &amp; INFRA</a:t>
              </a:r>
            </a:p>
          </p:txBody>
        </p:sp>
        <p:sp>
          <p:nvSpPr>
            <p:cNvPr id="20" name="rodrigo-freire-experiencia">
              <a:extLst>
                <a:ext uri="{FF2B5EF4-FFF2-40B4-BE49-F238E27FC236}">
                  <a16:creationId xmlns:a16="http://schemas.microsoft.com/office/drawing/2014/main" id="{2FE5238F-355E-999F-6067-2112EBF0EB12}"/>
                </a:ext>
              </a:extLst>
            </p:cNvPr>
            <p:cNvSpPr txBox="1"/>
            <p:nvPr/>
          </p:nvSpPr>
          <p:spPr>
            <a:xfrm>
              <a:off x="4230886" y="2290701"/>
              <a:ext cx="1757987" cy="514184"/>
            </a:xfrm>
            <a:prstGeom prst="round1Rect">
              <a:avLst>
                <a:gd name="adj" fmla="val 0"/>
              </a:avLst>
            </a:prstGeom>
            <a:solidFill>
              <a:schemeClr val="tx2">
                <a:lumMod val="75000"/>
              </a:schemeClr>
            </a:solidFill>
          </p:spPr>
          <p:txBody>
            <a:bodyPr vert="horz" wrap="square" lIns="144000" tIns="0" rIns="72000" bIns="0" rtlCol="0" anchor="ctr" anchorCtr="0">
              <a:noAutofit/>
            </a:bodyPr>
            <a:lstStyle/>
            <a:p>
              <a:pPr marL="0" marR="2540" lvl="0" indent="0" algn="l" defTabSz="55444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Arial"/>
                <a:sym typeface="Arial"/>
              </a:endParaRPr>
            </a:p>
          </p:txBody>
        </p:sp>
        <p:pic>
          <p:nvPicPr>
            <p:cNvPr id="21" name="Picture 4" descr="LAP Latin America Power - Wikipedia, la enciclopedia libre">
              <a:extLst>
                <a:ext uri="{FF2B5EF4-FFF2-40B4-BE49-F238E27FC236}">
                  <a16:creationId xmlns:a16="http://schemas.microsoft.com/office/drawing/2014/main" id="{AAD262F8-B2C2-CC6E-CF4A-D50050EAC45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8">
              <a:clrChange>
                <a:clrFrom>
                  <a:srgbClr val="FEFFFD"/>
                </a:clrFrom>
                <a:clrTo>
                  <a:srgbClr val="FEFFFD">
                    <a:alpha val="0"/>
                  </a:srgbClr>
                </a:clrTo>
              </a:clrChange>
              <a:duotone>
                <a:schemeClr val="bg2">
                  <a:shade val="45000"/>
                  <a:satMod val="135000"/>
                </a:schemeClr>
                <a:prstClr val="white"/>
              </a:duoton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965449" y="2521014"/>
              <a:ext cx="326852" cy="1396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" name="Picture 1059" descr="A blue and black logo&#10;&#10;Description automatically generated">
              <a:extLst>
                <a:ext uri="{FF2B5EF4-FFF2-40B4-BE49-F238E27FC236}">
                  <a16:creationId xmlns:a16="http://schemas.microsoft.com/office/drawing/2014/main" id="{AF252FBE-4EE5-CF9E-74E2-52D225D92AEC}"/>
                </a:ext>
              </a:extLst>
            </p:cNvPr>
            <p:cNvPicPr>
              <a:picLocks noChangeAspect="1"/>
            </p:cNvPicPr>
            <p:nvPr/>
          </p:nvPicPr>
          <p:blipFill>
            <a:blip r:embed="rId49">
              <a:extLst>
                <a:ext uri="{BEBA8EAE-BF5A-486C-A8C5-ECC9F3942E4B}">
                  <a14:imgProps xmlns:a14="http://schemas.microsoft.com/office/drawing/2010/main">
                    <a14:imgLayer r:embed="rId50">
                      <a14:imgEffect>
                        <a14:brightnessContrast bright="10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335204" y="2468697"/>
              <a:ext cx="508827" cy="200650"/>
            </a:xfrm>
            <a:prstGeom prst="rect">
              <a:avLst/>
            </a:prstGeom>
          </p:spPr>
        </p:pic>
        <p:pic>
          <p:nvPicPr>
            <p:cNvPr id="23" name="Picture 4" descr="Identidade visual – Universidade Federal do Rio de Janeiro">
              <a:extLst>
                <a:ext uri="{FF2B5EF4-FFF2-40B4-BE49-F238E27FC236}">
                  <a16:creationId xmlns:a16="http://schemas.microsoft.com/office/drawing/2014/main" id="{C62D34E8-B820-2741-9EDE-4C3F678D75BE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51">
              <a:extLst>
                <a:ext uri="{BEBA8EAE-BF5A-486C-A8C5-ECC9F3942E4B}">
                  <a14:imgProps xmlns:a14="http://schemas.microsoft.com/office/drawing/2010/main">
                    <a14:imgLayer r:embed="rId52">
                      <a14:imgEffect>
                        <a14:brightnessContrast bright="10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11580" b="11580"/>
            <a:stretch/>
          </p:blipFill>
          <p:spPr bwMode="auto">
            <a:xfrm>
              <a:off x="5312050" y="2464131"/>
              <a:ext cx="562393" cy="20978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118375835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714F49F8-CA68-1768-C35F-DCC821E4D6C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5" name="Picture 44" descr="A person standing on a cliff&#10;&#10;AI-generated content may be incorrect.">
            <a:extLst>
              <a:ext uri="{FF2B5EF4-FFF2-40B4-BE49-F238E27FC236}">
                <a16:creationId xmlns:a16="http://schemas.microsoft.com/office/drawing/2014/main" id="{C249FA37-4F56-7552-EB5A-088BE26D0D39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grayscl/>
            <a:alphaModFix amt="85000"/>
          </a:blip>
          <a:srcRect t="25000"/>
          <a:stretch>
            <a:fillRect/>
          </a:stretch>
        </p:blipFill>
        <p:spPr>
          <a:xfrm>
            <a:off x="11733" y="0"/>
            <a:ext cx="12192000" cy="6858000"/>
          </a:xfrm>
          <a:prstGeom prst="rect">
            <a:avLst/>
          </a:prstGeom>
        </p:spPr>
      </p:pic>
      <p:sp>
        <p:nvSpPr>
          <p:cNvPr id="8" name="Freeform: Shape 7">
            <a:extLst>
              <a:ext uri="{FF2B5EF4-FFF2-40B4-BE49-F238E27FC236}">
                <a16:creationId xmlns:a16="http://schemas.microsoft.com/office/drawing/2014/main" id="{A7ACC354-7316-0A22-C5C9-53C9608E3686}"/>
              </a:ext>
            </a:extLst>
          </p:cNvPr>
          <p:cNvSpPr/>
          <p:nvPr/>
        </p:nvSpPr>
        <p:spPr>
          <a:xfrm flipV="1">
            <a:off x="-62630" y="3481253"/>
            <a:ext cx="12254630" cy="200722"/>
          </a:xfrm>
          <a:custGeom>
            <a:avLst/>
            <a:gdLst>
              <a:gd name="connsiteX0" fmla="*/ 0 w 12225403"/>
              <a:gd name="connsiteY0" fmla="*/ 0 h 0"/>
              <a:gd name="connsiteX1" fmla="*/ 12225403 w 12225403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2225403">
                <a:moveTo>
                  <a:pt x="0" y="0"/>
                </a:moveTo>
                <a:lnTo>
                  <a:pt x="12225403" y="0"/>
                </a:lnTo>
              </a:path>
            </a:pathLst>
          </a:custGeom>
          <a:noFill/>
          <a:ln w="19050"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pt-BR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  <a:ea typeface="+mn-ea"/>
              <a:cs typeface="+mn-cs"/>
              <a:sym typeface="Arial"/>
            </a:endParaRPr>
          </a:p>
        </p:txBody>
      </p:sp>
      <p:sp>
        <p:nvSpPr>
          <p:cNvPr id="9" name="Freeform: Shape 8">
            <a:extLst>
              <a:ext uri="{FF2B5EF4-FFF2-40B4-BE49-F238E27FC236}">
                <a16:creationId xmlns:a16="http://schemas.microsoft.com/office/drawing/2014/main" id="{909791F4-26A8-A4C7-ACA6-B6479CAC0EA8}"/>
              </a:ext>
            </a:extLst>
          </p:cNvPr>
          <p:cNvSpPr/>
          <p:nvPr/>
        </p:nvSpPr>
        <p:spPr>
          <a:xfrm>
            <a:off x="6549948" y="1670052"/>
            <a:ext cx="8056889" cy="6178295"/>
          </a:xfrm>
          <a:custGeom>
            <a:avLst/>
            <a:gdLst>
              <a:gd name="connsiteX0" fmla="*/ 0 w 5087815"/>
              <a:gd name="connsiteY0" fmla="*/ 3845169 h 3845169"/>
              <a:gd name="connsiteX1" fmla="*/ 5087815 w 5087815"/>
              <a:gd name="connsiteY1" fmla="*/ 0 h 3845169"/>
              <a:gd name="connsiteX0" fmla="*/ 0 w 5048059"/>
              <a:gd name="connsiteY0" fmla="*/ 3954500 h 3954500"/>
              <a:gd name="connsiteX1" fmla="*/ 5048059 w 5048059"/>
              <a:gd name="connsiteY1" fmla="*/ 0 h 3954500"/>
              <a:gd name="connsiteX0" fmla="*/ 0 w 5048059"/>
              <a:gd name="connsiteY0" fmla="*/ 3954500 h 3954500"/>
              <a:gd name="connsiteX1" fmla="*/ 5048059 w 5048059"/>
              <a:gd name="connsiteY1" fmla="*/ 0 h 3954500"/>
              <a:gd name="connsiteX0" fmla="*/ 0 w 4988424"/>
              <a:gd name="connsiteY0" fmla="*/ 3835231 h 3835231"/>
              <a:gd name="connsiteX1" fmla="*/ 4988424 w 4988424"/>
              <a:gd name="connsiteY1" fmla="*/ 0 h 3835231"/>
              <a:gd name="connsiteX0" fmla="*/ 0 w 4988424"/>
              <a:gd name="connsiteY0" fmla="*/ 3835231 h 3835231"/>
              <a:gd name="connsiteX1" fmla="*/ 4988424 w 4988424"/>
              <a:gd name="connsiteY1" fmla="*/ 0 h 3835231"/>
              <a:gd name="connsiteX0" fmla="*/ 0 w 4988424"/>
              <a:gd name="connsiteY0" fmla="*/ 3835231 h 3835231"/>
              <a:gd name="connsiteX1" fmla="*/ 4988424 w 4988424"/>
              <a:gd name="connsiteY1" fmla="*/ 0 h 3835231"/>
              <a:gd name="connsiteX0" fmla="*/ 0 w 4988424"/>
              <a:gd name="connsiteY0" fmla="*/ 3825292 h 3825292"/>
              <a:gd name="connsiteX1" fmla="*/ 4988424 w 4988424"/>
              <a:gd name="connsiteY1" fmla="*/ 0 h 38252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988424" h="3825292">
                <a:moveTo>
                  <a:pt x="0" y="3825292"/>
                </a:moveTo>
                <a:cubicBezTo>
                  <a:pt x="1384087" y="1839675"/>
                  <a:pt x="2310976" y="251621"/>
                  <a:pt x="4988424" y="0"/>
                </a:cubicBezTo>
              </a:path>
            </a:pathLst>
          </a:custGeom>
          <a:noFill/>
          <a:ln w="19050"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pt-BR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  <a:ea typeface="+mn-ea"/>
              <a:cs typeface="+mn-cs"/>
              <a:sym typeface="Arial"/>
            </a:endParaRPr>
          </a:p>
        </p:txBody>
      </p:sp>
      <p:pic>
        <p:nvPicPr>
          <p:cNvPr id="12" name="Picture 8">
            <a:extLst>
              <a:ext uri="{FF2B5EF4-FFF2-40B4-BE49-F238E27FC236}">
                <a16:creationId xmlns:a16="http://schemas.microsoft.com/office/drawing/2014/main" id="{7B58F5E6-8C34-1207-445B-2C56343D3E90}"/>
              </a:ext>
            </a:extLst>
          </p:cNvPr>
          <p:cNvPicPr>
            <a:picLocks noChangeAspect="1"/>
          </p:cNvPicPr>
          <p:nvPr/>
        </p:nvPicPr>
        <p:blipFill rotWithShape="1">
          <a:blip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rcRect l="-8117" t="-23966" r="-8117" b="-23966"/>
          <a:stretch/>
        </p:blipFill>
        <p:spPr>
          <a:xfrm>
            <a:off x="5026354" y="5408596"/>
            <a:ext cx="2139292" cy="926405"/>
          </a:xfrm>
          <a:prstGeom prst="rect">
            <a:avLst/>
          </a:prstGeom>
        </p:spPr>
      </p:pic>
      <p:grpSp>
        <p:nvGrpSpPr>
          <p:cNvPr id="2" name="Group 1">
            <a:extLst>
              <a:ext uri="{FF2B5EF4-FFF2-40B4-BE49-F238E27FC236}">
                <a16:creationId xmlns:a16="http://schemas.microsoft.com/office/drawing/2014/main" id="{F8463D16-2243-F51E-976E-6F800BA6E242}"/>
              </a:ext>
            </a:extLst>
          </p:cNvPr>
          <p:cNvGrpSpPr/>
          <p:nvPr/>
        </p:nvGrpSpPr>
        <p:grpSpPr>
          <a:xfrm>
            <a:off x="3485673" y="2820894"/>
            <a:ext cx="5220655" cy="555853"/>
            <a:chOff x="3485672" y="2820895"/>
            <a:chExt cx="5220655" cy="555853"/>
          </a:xfrm>
        </p:grpSpPr>
        <p:grpSp>
          <p:nvGrpSpPr>
            <p:cNvPr id="60" name="Group 59">
              <a:extLst>
                <a:ext uri="{FF2B5EF4-FFF2-40B4-BE49-F238E27FC236}">
                  <a16:creationId xmlns:a16="http://schemas.microsoft.com/office/drawing/2014/main" id="{6F6B5ECD-74AF-C754-B33C-2EC1CFE7491D}"/>
                </a:ext>
              </a:extLst>
            </p:cNvPr>
            <p:cNvGrpSpPr/>
            <p:nvPr/>
          </p:nvGrpSpPr>
          <p:grpSpPr>
            <a:xfrm>
              <a:off x="3485672" y="2820895"/>
              <a:ext cx="5220655" cy="555853"/>
              <a:chOff x="407987" y="2201202"/>
              <a:chExt cx="4468644" cy="475785"/>
            </a:xfrm>
            <a:solidFill>
              <a:schemeClr val="bg1"/>
            </a:solidFill>
          </p:grpSpPr>
          <p:grpSp>
            <p:nvGrpSpPr>
              <p:cNvPr id="61" name="Graphic 30">
                <a:extLst>
                  <a:ext uri="{FF2B5EF4-FFF2-40B4-BE49-F238E27FC236}">
                    <a16:creationId xmlns:a16="http://schemas.microsoft.com/office/drawing/2014/main" id="{D3FFEE13-F0F9-2AD9-6ECC-4E172FFCD16A}"/>
                  </a:ext>
                </a:extLst>
              </p:cNvPr>
              <p:cNvGrpSpPr/>
              <p:nvPr/>
            </p:nvGrpSpPr>
            <p:grpSpPr>
              <a:xfrm>
                <a:off x="407987" y="2201202"/>
                <a:ext cx="1976934" cy="475785"/>
                <a:chOff x="407987" y="2201202"/>
                <a:chExt cx="1976934" cy="475785"/>
              </a:xfrm>
              <a:grpFill/>
            </p:grpSpPr>
            <p:sp>
              <p:nvSpPr>
                <p:cNvPr id="68" name="Freeform: Shape 67">
                  <a:extLst>
                    <a:ext uri="{FF2B5EF4-FFF2-40B4-BE49-F238E27FC236}">
                      <a16:creationId xmlns:a16="http://schemas.microsoft.com/office/drawing/2014/main" id="{57C8A162-86B6-E3A6-237C-66D883F913BD}"/>
                    </a:ext>
                  </a:extLst>
                </p:cNvPr>
                <p:cNvSpPr/>
                <p:nvPr/>
              </p:nvSpPr>
              <p:spPr>
                <a:xfrm>
                  <a:off x="407987" y="2207921"/>
                  <a:ext cx="377875" cy="462459"/>
                </a:xfrm>
                <a:custGeom>
                  <a:avLst/>
                  <a:gdLst>
                    <a:gd name="connsiteX0" fmla="*/ 159256 w 377875"/>
                    <a:gd name="connsiteY0" fmla="*/ 56169 h 462459"/>
                    <a:gd name="connsiteX1" fmla="*/ 0 w 377875"/>
                    <a:gd name="connsiteY1" fmla="*/ 56169 h 462459"/>
                    <a:gd name="connsiteX2" fmla="*/ 0 w 377875"/>
                    <a:gd name="connsiteY2" fmla="*/ 0 h 462459"/>
                    <a:gd name="connsiteX3" fmla="*/ 377876 w 377875"/>
                    <a:gd name="connsiteY3" fmla="*/ 0 h 462459"/>
                    <a:gd name="connsiteX4" fmla="*/ 377876 w 377875"/>
                    <a:gd name="connsiteY4" fmla="*/ 56169 h 462459"/>
                    <a:gd name="connsiteX5" fmla="*/ 218619 w 377875"/>
                    <a:gd name="connsiteY5" fmla="*/ 56169 h 462459"/>
                    <a:gd name="connsiteX6" fmla="*/ 218619 w 377875"/>
                    <a:gd name="connsiteY6" fmla="*/ 462459 h 462459"/>
                    <a:gd name="connsiteX7" fmla="*/ 159146 w 377875"/>
                    <a:gd name="connsiteY7" fmla="*/ 462459 h 462459"/>
                    <a:gd name="connsiteX8" fmla="*/ 159146 w 377875"/>
                    <a:gd name="connsiteY8" fmla="*/ 56169 h 4624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77875" h="462459">
                      <a:moveTo>
                        <a:pt x="159256" y="56169"/>
                      </a:moveTo>
                      <a:lnTo>
                        <a:pt x="0" y="56169"/>
                      </a:lnTo>
                      <a:lnTo>
                        <a:pt x="0" y="0"/>
                      </a:lnTo>
                      <a:lnTo>
                        <a:pt x="377876" y="0"/>
                      </a:lnTo>
                      <a:lnTo>
                        <a:pt x="377876" y="56169"/>
                      </a:lnTo>
                      <a:lnTo>
                        <a:pt x="218619" y="56169"/>
                      </a:lnTo>
                      <a:lnTo>
                        <a:pt x="218619" y="462459"/>
                      </a:lnTo>
                      <a:lnTo>
                        <a:pt x="159146" y="462459"/>
                      </a:lnTo>
                      <a:lnTo>
                        <a:pt x="159146" y="56169"/>
                      </a:lnTo>
                      <a:close/>
                    </a:path>
                  </a:pathLst>
                </a:custGeom>
                <a:grpFill/>
                <a:ln w="1100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/>
                </a:p>
              </p:txBody>
            </p:sp>
            <p:sp>
              <p:nvSpPr>
                <p:cNvPr id="69" name="Freeform: Shape 68">
                  <a:extLst>
                    <a:ext uri="{FF2B5EF4-FFF2-40B4-BE49-F238E27FC236}">
                      <a16:creationId xmlns:a16="http://schemas.microsoft.com/office/drawing/2014/main" id="{A5DA9E9D-6958-A5A0-A396-88CEE9FB2998}"/>
                    </a:ext>
                  </a:extLst>
                </p:cNvPr>
                <p:cNvSpPr/>
                <p:nvPr/>
              </p:nvSpPr>
              <p:spPr>
                <a:xfrm>
                  <a:off x="842031" y="2207921"/>
                  <a:ext cx="273577" cy="462459"/>
                </a:xfrm>
                <a:custGeom>
                  <a:avLst/>
                  <a:gdLst>
                    <a:gd name="connsiteX0" fmla="*/ 0 w 273577"/>
                    <a:gd name="connsiteY0" fmla="*/ 406290 h 462459"/>
                    <a:gd name="connsiteX1" fmla="*/ 107052 w 273577"/>
                    <a:gd name="connsiteY1" fmla="*/ 406290 h 462459"/>
                    <a:gd name="connsiteX2" fmla="*/ 107052 w 273577"/>
                    <a:gd name="connsiteY2" fmla="*/ 56169 h 462459"/>
                    <a:gd name="connsiteX3" fmla="*/ 0 w 273577"/>
                    <a:gd name="connsiteY3" fmla="*/ 56169 h 462459"/>
                    <a:gd name="connsiteX4" fmla="*/ 0 w 273577"/>
                    <a:gd name="connsiteY4" fmla="*/ 0 h 462459"/>
                    <a:gd name="connsiteX5" fmla="*/ 273577 w 273577"/>
                    <a:gd name="connsiteY5" fmla="*/ 0 h 462459"/>
                    <a:gd name="connsiteX6" fmla="*/ 273577 w 273577"/>
                    <a:gd name="connsiteY6" fmla="*/ 56169 h 462459"/>
                    <a:gd name="connsiteX7" fmla="*/ 166525 w 273577"/>
                    <a:gd name="connsiteY7" fmla="*/ 56169 h 462459"/>
                    <a:gd name="connsiteX8" fmla="*/ 166525 w 273577"/>
                    <a:gd name="connsiteY8" fmla="*/ 406290 h 462459"/>
                    <a:gd name="connsiteX9" fmla="*/ 273577 w 273577"/>
                    <a:gd name="connsiteY9" fmla="*/ 406290 h 462459"/>
                    <a:gd name="connsiteX10" fmla="*/ 273577 w 273577"/>
                    <a:gd name="connsiteY10" fmla="*/ 462459 h 462459"/>
                    <a:gd name="connsiteX11" fmla="*/ 0 w 273577"/>
                    <a:gd name="connsiteY11" fmla="*/ 462459 h 462459"/>
                    <a:gd name="connsiteX12" fmla="*/ 0 w 273577"/>
                    <a:gd name="connsiteY12" fmla="*/ 406290 h 4624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73577" h="462459">
                      <a:moveTo>
                        <a:pt x="0" y="406290"/>
                      </a:moveTo>
                      <a:lnTo>
                        <a:pt x="107052" y="406290"/>
                      </a:lnTo>
                      <a:lnTo>
                        <a:pt x="107052" y="56169"/>
                      </a:lnTo>
                      <a:lnTo>
                        <a:pt x="0" y="56169"/>
                      </a:lnTo>
                      <a:lnTo>
                        <a:pt x="0" y="0"/>
                      </a:lnTo>
                      <a:lnTo>
                        <a:pt x="273577" y="0"/>
                      </a:lnTo>
                      <a:lnTo>
                        <a:pt x="273577" y="56169"/>
                      </a:lnTo>
                      <a:lnTo>
                        <a:pt x="166525" y="56169"/>
                      </a:lnTo>
                      <a:lnTo>
                        <a:pt x="166525" y="406290"/>
                      </a:lnTo>
                      <a:lnTo>
                        <a:pt x="273577" y="406290"/>
                      </a:lnTo>
                      <a:lnTo>
                        <a:pt x="273577" y="462459"/>
                      </a:lnTo>
                      <a:lnTo>
                        <a:pt x="0" y="462459"/>
                      </a:lnTo>
                      <a:lnTo>
                        <a:pt x="0" y="406290"/>
                      </a:lnTo>
                      <a:close/>
                    </a:path>
                  </a:pathLst>
                </a:custGeom>
                <a:grpFill/>
                <a:ln w="1100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/>
                </a:p>
              </p:txBody>
            </p:sp>
            <p:sp>
              <p:nvSpPr>
                <p:cNvPr id="70" name="Freeform: Shape 69">
                  <a:extLst>
                    <a:ext uri="{FF2B5EF4-FFF2-40B4-BE49-F238E27FC236}">
                      <a16:creationId xmlns:a16="http://schemas.microsoft.com/office/drawing/2014/main" id="{809CF40A-E441-1E6A-24D2-4F64BDC7DBF3}"/>
                    </a:ext>
                  </a:extLst>
                </p:cNvPr>
                <p:cNvSpPr/>
                <p:nvPr/>
              </p:nvSpPr>
              <p:spPr>
                <a:xfrm>
                  <a:off x="1165169" y="2207921"/>
                  <a:ext cx="419506" cy="462459"/>
                </a:xfrm>
                <a:custGeom>
                  <a:avLst/>
                  <a:gdLst>
                    <a:gd name="connsiteX0" fmla="*/ 0 w 419506"/>
                    <a:gd name="connsiteY0" fmla="*/ 0 h 462459"/>
                    <a:gd name="connsiteX1" fmla="*/ 66081 w 419506"/>
                    <a:gd name="connsiteY1" fmla="*/ 0 h 462459"/>
                    <a:gd name="connsiteX2" fmla="*/ 201548 w 419506"/>
                    <a:gd name="connsiteY2" fmla="*/ 412898 h 462459"/>
                    <a:gd name="connsiteX3" fmla="*/ 218729 w 419506"/>
                    <a:gd name="connsiteY3" fmla="*/ 412898 h 462459"/>
                    <a:gd name="connsiteX4" fmla="*/ 353425 w 419506"/>
                    <a:gd name="connsiteY4" fmla="*/ 0 h 462459"/>
                    <a:gd name="connsiteX5" fmla="*/ 419507 w 419506"/>
                    <a:gd name="connsiteY5" fmla="*/ 0 h 462459"/>
                    <a:gd name="connsiteX6" fmla="*/ 262894 w 419506"/>
                    <a:gd name="connsiteY6" fmla="*/ 462459 h 462459"/>
                    <a:gd name="connsiteX7" fmla="*/ 156503 w 419506"/>
                    <a:gd name="connsiteY7" fmla="*/ 462459 h 462459"/>
                    <a:gd name="connsiteX8" fmla="*/ 0 w 419506"/>
                    <a:gd name="connsiteY8" fmla="*/ 0 h 4624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19506" h="462459">
                      <a:moveTo>
                        <a:pt x="0" y="0"/>
                      </a:moveTo>
                      <a:lnTo>
                        <a:pt x="66081" y="0"/>
                      </a:lnTo>
                      <a:lnTo>
                        <a:pt x="201548" y="412898"/>
                      </a:lnTo>
                      <a:lnTo>
                        <a:pt x="218729" y="412898"/>
                      </a:lnTo>
                      <a:lnTo>
                        <a:pt x="353425" y="0"/>
                      </a:lnTo>
                      <a:lnTo>
                        <a:pt x="419507" y="0"/>
                      </a:lnTo>
                      <a:lnTo>
                        <a:pt x="262894" y="462459"/>
                      </a:lnTo>
                      <a:lnTo>
                        <a:pt x="156503" y="462459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pFill/>
                <a:ln w="1100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/>
                </a:p>
              </p:txBody>
            </p:sp>
            <p:sp>
              <p:nvSpPr>
                <p:cNvPr id="71" name="Freeform: Shape 70">
                  <a:extLst>
                    <a:ext uri="{FF2B5EF4-FFF2-40B4-BE49-F238E27FC236}">
                      <a16:creationId xmlns:a16="http://schemas.microsoft.com/office/drawing/2014/main" id="{D674CC87-1677-1D26-4D2C-13D709E5D543}"/>
                    </a:ext>
                  </a:extLst>
                </p:cNvPr>
                <p:cNvSpPr/>
                <p:nvPr/>
              </p:nvSpPr>
              <p:spPr>
                <a:xfrm>
                  <a:off x="1634237" y="2207921"/>
                  <a:ext cx="273577" cy="462459"/>
                </a:xfrm>
                <a:custGeom>
                  <a:avLst/>
                  <a:gdLst>
                    <a:gd name="connsiteX0" fmla="*/ 0 w 273577"/>
                    <a:gd name="connsiteY0" fmla="*/ 406290 h 462459"/>
                    <a:gd name="connsiteX1" fmla="*/ 107052 w 273577"/>
                    <a:gd name="connsiteY1" fmla="*/ 406290 h 462459"/>
                    <a:gd name="connsiteX2" fmla="*/ 107052 w 273577"/>
                    <a:gd name="connsiteY2" fmla="*/ 56169 h 462459"/>
                    <a:gd name="connsiteX3" fmla="*/ 0 w 273577"/>
                    <a:gd name="connsiteY3" fmla="*/ 56169 h 462459"/>
                    <a:gd name="connsiteX4" fmla="*/ 0 w 273577"/>
                    <a:gd name="connsiteY4" fmla="*/ 0 h 462459"/>
                    <a:gd name="connsiteX5" fmla="*/ 273577 w 273577"/>
                    <a:gd name="connsiteY5" fmla="*/ 0 h 462459"/>
                    <a:gd name="connsiteX6" fmla="*/ 273577 w 273577"/>
                    <a:gd name="connsiteY6" fmla="*/ 56169 h 462459"/>
                    <a:gd name="connsiteX7" fmla="*/ 166525 w 273577"/>
                    <a:gd name="connsiteY7" fmla="*/ 56169 h 462459"/>
                    <a:gd name="connsiteX8" fmla="*/ 166525 w 273577"/>
                    <a:gd name="connsiteY8" fmla="*/ 406290 h 462459"/>
                    <a:gd name="connsiteX9" fmla="*/ 273577 w 273577"/>
                    <a:gd name="connsiteY9" fmla="*/ 406290 h 462459"/>
                    <a:gd name="connsiteX10" fmla="*/ 273577 w 273577"/>
                    <a:gd name="connsiteY10" fmla="*/ 462459 h 462459"/>
                    <a:gd name="connsiteX11" fmla="*/ 0 w 273577"/>
                    <a:gd name="connsiteY11" fmla="*/ 462459 h 462459"/>
                    <a:gd name="connsiteX12" fmla="*/ 0 w 273577"/>
                    <a:gd name="connsiteY12" fmla="*/ 406290 h 4624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73577" h="462459">
                      <a:moveTo>
                        <a:pt x="0" y="406290"/>
                      </a:moveTo>
                      <a:lnTo>
                        <a:pt x="107052" y="406290"/>
                      </a:lnTo>
                      <a:lnTo>
                        <a:pt x="107052" y="56169"/>
                      </a:lnTo>
                      <a:lnTo>
                        <a:pt x="0" y="56169"/>
                      </a:lnTo>
                      <a:lnTo>
                        <a:pt x="0" y="0"/>
                      </a:lnTo>
                      <a:lnTo>
                        <a:pt x="273577" y="0"/>
                      </a:lnTo>
                      <a:lnTo>
                        <a:pt x="273577" y="56169"/>
                      </a:lnTo>
                      <a:lnTo>
                        <a:pt x="166525" y="56169"/>
                      </a:lnTo>
                      <a:lnTo>
                        <a:pt x="166525" y="406290"/>
                      </a:lnTo>
                      <a:lnTo>
                        <a:pt x="273577" y="406290"/>
                      </a:lnTo>
                      <a:lnTo>
                        <a:pt x="273577" y="462459"/>
                      </a:lnTo>
                      <a:lnTo>
                        <a:pt x="0" y="462459"/>
                      </a:lnTo>
                      <a:lnTo>
                        <a:pt x="0" y="406290"/>
                      </a:lnTo>
                      <a:close/>
                    </a:path>
                  </a:pathLst>
                </a:custGeom>
                <a:grpFill/>
                <a:ln w="1100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/>
                </a:p>
              </p:txBody>
            </p:sp>
            <p:sp>
              <p:nvSpPr>
                <p:cNvPr id="72" name="Freeform: Shape 71">
                  <a:extLst>
                    <a:ext uri="{FF2B5EF4-FFF2-40B4-BE49-F238E27FC236}">
                      <a16:creationId xmlns:a16="http://schemas.microsoft.com/office/drawing/2014/main" id="{C8EE8F5E-6EDD-4A10-3EB8-538A8C39DA8C}"/>
                    </a:ext>
                  </a:extLst>
                </p:cNvPr>
                <p:cNvSpPr/>
                <p:nvPr/>
              </p:nvSpPr>
              <p:spPr>
                <a:xfrm>
                  <a:off x="1960679" y="2201202"/>
                  <a:ext cx="424242" cy="475785"/>
                </a:xfrm>
                <a:custGeom>
                  <a:avLst/>
                  <a:gdLst>
                    <a:gd name="connsiteX0" fmla="*/ 99453 w 424242"/>
                    <a:gd name="connsiteY0" fmla="*/ 451005 h 475785"/>
                    <a:gd name="connsiteX1" fmla="*/ 25772 w 424242"/>
                    <a:gd name="connsiteY1" fmla="*/ 379307 h 475785"/>
                    <a:gd name="connsiteX2" fmla="*/ 0 w 424242"/>
                    <a:gd name="connsiteY2" fmla="*/ 268290 h 475785"/>
                    <a:gd name="connsiteX3" fmla="*/ 0 w 424242"/>
                    <a:gd name="connsiteY3" fmla="*/ 208156 h 475785"/>
                    <a:gd name="connsiteX4" fmla="*/ 25772 w 424242"/>
                    <a:gd name="connsiteY4" fmla="*/ 97800 h 475785"/>
                    <a:gd name="connsiteX5" fmla="*/ 99453 w 424242"/>
                    <a:gd name="connsiteY5" fmla="*/ 25441 h 475785"/>
                    <a:gd name="connsiteX6" fmla="*/ 212121 w 424242"/>
                    <a:gd name="connsiteY6" fmla="*/ 0 h 475785"/>
                    <a:gd name="connsiteX7" fmla="*/ 324790 w 424242"/>
                    <a:gd name="connsiteY7" fmla="*/ 24781 h 475785"/>
                    <a:gd name="connsiteX8" fmla="*/ 398471 w 424242"/>
                    <a:gd name="connsiteY8" fmla="*/ 96479 h 475785"/>
                    <a:gd name="connsiteX9" fmla="*/ 424243 w 424242"/>
                    <a:gd name="connsiteY9" fmla="*/ 207495 h 475785"/>
                    <a:gd name="connsiteX10" fmla="*/ 424243 w 424242"/>
                    <a:gd name="connsiteY10" fmla="*/ 267629 h 475785"/>
                    <a:gd name="connsiteX11" fmla="*/ 398471 w 424242"/>
                    <a:gd name="connsiteY11" fmla="*/ 377985 h 475785"/>
                    <a:gd name="connsiteX12" fmla="*/ 324790 w 424242"/>
                    <a:gd name="connsiteY12" fmla="*/ 450344 h 475785"/>
                    <a:gd name="connsiteX13" fmla="*/ 212121 w 424242"/>
                    <a:gd name="connsiteY13" fmla="*/ 475786 h 475785"/>
                    <a:gd name="connsiteX14" fmla="*/ 99453 w 424242"/>
                    <a:gd name="connsiteY14" fmla="*/ 451005 h 475785"/>
                    <a:gd name="connsiteX15" fmla="*/ 322367 w 424242"/>
                    <a:gd name="connsiteY15" fmla="*/ 378646 h 475785"/>
                    <a:gd name="connsiteX16" fmla="*/ 361355 w 424242"/>
                    <a:gd name="connsiteY16" fmla="*/ 267629 h 475785"/>
                    <a:gd name="connsiteX17" fmla="*/ 361355 w 424242"/>
                    <a:gd name="connsiteY17" fmla="*/ 207495 h 475785"/>
                    <a:gd name="connsiteX18" fmla="*/ 322037 w 424242"/>
                    <a:gd name="connsiteY18" fmla="*/ 97470 h 475785"/>
                    <a:gd name="connsiteX19" fmla="*/ 212011 w 424242"/>
                    <a:gd name="connsiteY19" fmla="*/ 58152 h 475785"/>
                    <a:gd name="connsiteX20" fmla="*/ 101655 w 424242"/>
                    <a:gd name="connsiteY20" fmla="*/ 97140 h 475785"/>
                    <a:gd name="connsiteX21" fmla="*/ 62667 w 424242"/>
                    <a:gd name="connsiteY21" fmla="*/ 208156 h 475785"/>
                    <a:gd name="connsiteX22" fmla="*/ 62667 w 424242"/>
                    <a:gd name="connsiteY22" fmla="*/ 268290 h 475785"/>
                    <a:gd name="connsiteX23" fmla="*/ 101986 w 424242"/>
                    <a:gd name="connsiteY23" fmla="*/ 378316 h 475785"/>
                    <a:gd name="connsiteX24" fmla="*/ 212011 w 424242"/>
                    <a:gd name="connsiteY24" fmla="*/ 417634 h 475785"/>
                    <a:gd name="connsiteX25" fmla="*/ 322367 w 424242"/>
                    <a:gd name="connsiteY25" fmla="*/ 378646 h 4757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</a:cxnLst>
                  <a:rect l="l" t="t" r="r" b="b"/>
                  <a:pathLst>
                    <a:path w="424242" h="475785">
                      <a:moveTo>
                        <a:pt x="99453" y="451005"/>
                      </a:moveTo>
                      <a:cubicBezTo>
                        <a:pt x="67513" y="434485"/>
                        <a:pt x="42953" y="410585"/>
                        <a:pt x="25772" y="379307"/>
                      </a:cubicBezTo>
                      <a:cubicBezTo>
                        <a:pt x="8591" y="348028"/>
                        <a:pt x="0" y="311023"/>
                        <a:pt x="0" y="268290"/>
                      </a:cubicBezTo>
                      <a:lnTo>
                        <a:pt x="0" y="208156"/>
                      </a:lnTo>
                      <a:cubicBezTo>
                        <a:pt x="0" y="165864"/>
                        <a:pt x="8591" y="129079"/>
                        <a:pt x="25772" y="97800"/>
                      </a:cubicBezTo>
                      <a:cubicBezTo>
                        <a:pt x="42953" y="66522"/>
                        <a:pt x="67513" y="42402"/>
                        <a:pt x="99453" y="25441"/>
                      </a:cubicBezTo>
                      <a:cubicBezTo>
                        <a:pt x="131392" y="8480"/>
                        <a:pt x="168948" y="0"/>
                        <a:pt x="212121" y="0"/>
                      </a:cubicBezTo>
                      <a:cubicBezTo>
                        <a:pt x="255295" y="0"/>
                        <a:pt x="292851" y="8260"/>
                        <a:pt x="324790" y="24781"/>
                      </a:cubicBezTo>
                      <a:cubicBezTo>
                        <a:pt x="356730" y="41301"/>
                        <a:pt x="381290" y="65200"/>
                        <a:pt x="398471" y="96479"/>
                      </a:cubicBezTo>
                      <a:cubicBezTo>
                        <a:pt x="415652" y="127757"/>
                        <a:pt x="424243" y="164763"/>
                        <a:pt x="424243" y="207495"/>
                      </a:cubicBezTo>
                      <a:lnTo>
                        <a:pt x="424243" y="267629"/>
                      </a:lnTo>
                      <a:cubicBezTo>
                        <a:pt x="424243" y="309922"/>
                        <a:pt x="415652" y="346707"/>
                        <a:pt x="398471" y="377985"/>
                      </a:cubicBezTo>
                      <a:cubicBezTo>
                        <a:pt x="381290" y="409264"/>
                        <a:pt x="356730" y="433384"/>
                        <a:pt x="324790" y="450344"/>
                      </a:cubicBezTo>
                      <a:cubicBezTo>
                        <a:pt x="292851" y="467305"/>
                        <a:pt x="255295" y="475786"/>
                        <a:pt x="212121" y="475786"/>
                      </a:cubicBezTo>
                      <a:cubicBezTo>
                        <a:pt x="168948" y="475786"/>
                        <a:pt x="131392" y="467526"/>
                        <a:pt x="99453" y="451005"/>
                      </a:cubicBezTo>
                      <a:close/>
                      <a:moveTo>
                        <a:pt x="322367" y="378646"/>
                      </a:moveTo>
                      <a:cubicBezTo>
                        <a:pt x="348359" y="352654"/>
                        <a:pt x="361355" y="315649"/>
                        <a:pt x="361355" y="267629"/>
                      </a:cubicBezTo>
                      <a:lnTo>
                        <a:pt x="361355" y="207495"/>
                      </a:lnTo>
                      <a:cubicBezTo>
                        <a:pt x="361355" y="160357"/>
                        <a:pt x="348249" y="123682"/>
                        <a:pt x="322037" y="97470"/>
                      </a:cubicBezTo>
                      <a:cubicBezTo>
                        <a:pt x="295824" y="71258"/>
                        <a:pt x="259149" y="58152"/>
                        <a:pt x="212011" y="58152"/>
                      </a:cubicBezTo>
                      <a:cubicBezTo>
                        <a:pt x="164873" y="58152"/>
                        <a:pt x="127647" y="71148"/>
                        <a:pt x="101655" y="97140"/>
                      </a:cubicBezTo>
                      <a:cubicBezTo>
                        <a:pt x="75663" y="123132"/>
                        <a:pt x="62667" y="160137"/>
                        <a:pt x="62667" y="208156"/>
                      </a:cubicBezTo>
                      <a:lnTo>
                        <a:pt x="62667" y="268290"/>
                      </a:lnTo>
                      <a:cubicBezTo>
                        <a:pt x="62667" y="315428"/>
                        <a:pt x="75773" y="352103"/>
                        <a:pt x="101986" y="378316"/>
                      </a:cubicBezTo>
                      <a:cubicBezTo>
                        <a:pt x="128198" y="404528"/>
                        <a:pt x="164873" y="417634"/>
                        <a:pt x="212011" y="417634"/>
                      </a:cubicBezTo>
                      <a:cubicBezTo>
                        <a:pt x="259149" y="417634"/>
                        <a:pt x="296375" y="404638"/>
                        <a:pt x="322367" y="378646"/>
                      </a:cubicBezTo>
                      <a:close/>
                    </a:path>
                  </a:pathLst>
                </a:custGeom>
                <a:grpFill/>
                <a:ln w="1100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/>
                </a:p>
              </p:txBody>
            </p:sp>
          </p:grpSp>
          <p:grpSp>
            <p:nvGrpSpPr>
              <p:cNvPr id="62" name="Graphic 30">
                <a:extLst>
                  <a:ext uri="{FF2B5EF4-FFF2-40B4-BE49-F238E27FC236}">
                    <a16:creationId xmlns:a16="http://schemas.microsoft.com/office/drawing/2014/main" id="{83A4E05C-DAAB-8CEF-706E-4BB76D809160}"/>
                  </a:ext>
                </a:extLst>
              </p:cNvPr>
              <p:cNvGrpSpPr/>
              <p:nvPr/>
            </p:nvGrpSpPr>
            <p:grpSpPr>
              <a:xfrm>
                <a:off x="3645205" y="2205167"/>
                <a:ext cx="1231426" cy="468406"/>
                <a:chOff x="3645205" y="2205167"/>
                <a:chExt cx="1231426" cy="468406"/>
              </a:xfrm>
              <a:grpFill/>
            </p:grpSpPr>
            <p:sp>
              <p:nvSpPr>
                <p:cNvPr id="65" name="Freeform: Shape 64">
                  <a:extLst>
                    <a:ext uri="{FF2B5EF4-FFF2-40B4-BE49-F238E27FC236}">
                      <a16:creationId xmlns:a16="http://schemas.microsoft.com/office/drawing/2014/main" id="{29F6AE9B-4937-754F-6195-EF90298DAED9}"/>
                    </a:ext>
                  </a:extLst>
                </p:cNvPr>
                <p:cNvSpPr/>
                <p:nvPr/>
              </p:nvSpPr>
              <p:spPr>
                <a:xfrm>
                  <a:off x="3645205" y="2209242"/>
                  <a:ext cx="362015" cy="459926"/>
                </a:xfrm>
                <a:custGeom>
                  <a:avLst/>
                  <a:gdLst>
                    <a:gd name="connsiteX0" fmla="*/ 0 w 362015"/>
                    <a:gd name="connsiteY0" fmla="*/ 0 h 459926"/>
                    <a:gd name="connsiteX1" fmla="*/ 161018 w 362015"/>
                    <a:gd name="connsiteY1" fmla="*/ 0 h 459926"/>
                    <a:gd name="connsiteX2" fmla="*/ 310803 w 362015"/>
                    <a:gd name="connsiteY2" fmla="*/ 48900 h 459926"/>
                    <a:gd name="connsiteX3" fmla="*/ 362016 w 362015"/>
                    <a:gd name="connsiteY3" fmla="*/ 191856 h 459926"/>
                    <a:gd name="connsiteX4" fmla="*/ 362016 w 362015"/>
                    <a:gd name="connsiteY4" fmla="*/ 267409 h 459926"/>
                    <a:gd name="connsiteX5" fmla="*/ 310473 w 362015"/>
                    <a:gd name="connsiteY5" fmla="*/ 410696 h 459926"/>
                    <a:gd name="connsiteX6" fmla="*/ 161018 w 362015"/>
                    <a:gd name="connsiteY6" fmla="*/ 459926 h 459926"/>
                    <a:gd name="connsiteX7" fmla="*/ 0 w 362015"/>
                    <a:gd name="connsiteY7" fmla="*/ 459926 h 459926"/>
                    <a:gd name="connsiteX8" fmla="*/ 0 w 362015"/>
                    <a:gd name="connsiteY8" fmla="*/ 0 h 459926"/>
                    <a:gd name="connsiteX9" fmla="*/ 153750 w 362015"/>
                    <a:gd name="connsiteY9" fmla="*/ 438890 h 459926"/>
                    <a:gd name="connsiteX10" fmla="*/ 338337 w 362015"/>
                    <a:gd name="connsiteY10" fmla="*/ 267409 h 459926"/>
                    <a:gd name="connsiteX11" fmla="*/ 338337 w 362015"/>
                    <a:gd name="connsiteY11" fmla="*/ 191856 h 459926"/>
                    <a:gd name="connsiteX12" fmla="*/ 153750 w 362015"/>
                    <a:gd name="connsiteY12" fmla="*/ 21036 h 459926"/>
                    <a:gd name="connsiteX13" fmla="*/ 23018 w 362015"/>
                    <a:gd name="connsiteY13" fmla="*/ 21036 h 459926"/>
                    <a:gd name="connsiteX14" fmla="*/ 23018 w 362015"/>
                    <a:gd name="connsiteY14" fmla="*/ 438890 h 459926"/>
                    <a:gd name="connsiteX15" fmla="*/ 153750 w 362015"/>
                    <a:gd name="connsiteY15" fmla="*/ 438890 h 4599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62015" h="459926">
                      <a:moveTo>
                        <a:pt x="0" y="0"/>
                      </a:moveTo>
                      <a:lnTo>
                        <a:pt x="161018" y="0"/>
                      </a:lnTo>
                      <a:cubicBezTo>
                        <a:pt x="226769" y="0"/>
                        <a:pt x="276661" y="16300"/>
                        <a:pt x="310803" y="48900"/>
                      </a:cubicBezTo>
                      <a:cubicBezTo>
                        <a:pt x="344945" y="81500"/>
                        <a:pt x="362016" y="129189"/>
                        <a:pt x="362016" y="191856"/>
                      </a:cubicBezTo>
                      <a:lnTo>
                        <a:pt x="362016" y="267409"/>
                      </a:lnTo>
                      <a:cubicBezTo>
                        <a:pt x="362016" y="330076"/>
                        <a:pt x="344835" y="377765"/>
                        <a:pt x="310473" y="410696"/>
                      </a:cubicBezTo>
                      <a:cubicBezTo>
                        <a:pt x="276110" y="443516"/>
                        <a:pt x="226219" y="459926"/>
                        <a:pt x="161018" y="459926"/>
                      </a:cubicBezTo>
                      <a:lnTo>
                        <a:pt x="0" y="459926"/>
                      </a:lnTo>
                      <a:lnTo>
                        <a:pt x="0" y="0"/>
                      </a:lnTo>
                      <a:close/>
                      <a:moveTo>
                        <a:pt x="153750" y="438890"/>
                      </a:moveTo>
                      <a:cubicBezTo>
                        <a:pt x="276881" y="438890"/>
                        <a:pt x="338337" y="381730"/>
                        <a:pt x="338337" y="267409"/>
                      </a:cubicBezTo>
                      <a:lnTo>
                        <a:pt x="338337" y="191856"/>
                      </a:lnTo>
                      <a:cubicBezTo>
                        <a:pt x="338337" y="77976"/>
                        <a:pt x="276771" y="21036"/>
                        <a:pt x="153750" y="21036"/>
                      </a:cubicBezTo>
                      <a:lnTo>
                        <a:pt x="23018" y="21036"/>
                      </a:lnTo>
                      <a:lnTo>
                        <a:pt x="23018" y="438890"/>
                      </a:lnTo>
                      <a:lnTo>
                        <a:pt x="153750" y="438890"/>
                      </a:lnTo>
                      <a:close/>
                    </a:path>
                  </a:pathLst>
                </a:custGeom>
                <a:grpFill/>
                <a:ln w="1100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/>
                </a:p>
              </p:txBody>
            </p:sp>
            <p:sp>
              <p:nvSpPr>
                <p:cNvPr id="66" name="Freeform: Shape 65">
                  <a:extLst>
                    <a:ext uri="{FF2B5EF4-FFF2-40B4-BE49-F238E27FC236}">
                      <a16:creationId xmlns:a16="http://schemas.microsoft.com/office/drawing/2014/main" id="{EF779AD3-DE11-0089-5BD6-75733956AA19}"/>
                    </a:ext>
                  </a:extLst>
                </p:cNvPr>
                <p:cNvSpPr/>
                <p:nvPr/>
              </p:nvSpPr>
              <p:spPr>
                <a:xfrm>
                  <a:off x="4108435" y="2205167"/>
                  <a:ext cx="333050" cy="467855"/>
                </a:xfrm>
                <a:custGeom>
                  <a:avLst/>
                  <a:gdLst>
                    <a:gd name="connsiteX0" fmla="*/ 46037 w 333050"/>
                    <a:gd name="connsiteY0" fmla="*/ 415652 h 467855"/>
                    <a:gd name="connsiteX1" fmla="*/ 0 w 333050"/>
                    <a:gd name="connsiteY1" fmla="*/ 272696 h 467855"/>
                    <a:gd name="connsiteX2" fmla="*/ 0 w 333050"/>
                    <a:gd name="connsiteY2" fmla="*/ 199786 h 467855"/>
                    <a:gd name="connsiteX3" fmla="*/ 21036 w 333050"/>
                    <a:gd name="connsiteY3" fmla="*/ 94276 h 467855"/>
                    <a:gd name="connsiteX4" fmla="*/ 81170 w 333050"/>
                    <a:gd name="connsiteY4" fmla="*/ 24670 h 467855"/>
                    <a:gd name="connsiteX5" fmla="*/ 174125 w 333050"/>
                    <a:gd name="connsiteY5" fmla="*/ 0 h 467855"/>
                    <a:gd name="connsiteX6" fmla="*/ 252651 w 333050"/>
                    <a:gd name="connsiteY6" fmla="*/ 15749 h 467855"/>
                    <a:gd name="connsiteX7" fmla="*/ 306177 w 333050"/>
                    <a:gd name="connsiteY7" fmla="*/ 60464 h 467855"/>
                    <a:gd name="connsiteX8" fmla="*/ 325231 w 333050"/>
                    <a:gd name="connsiteY8" fmla="*/ 126215 h 467855"/>
                    <a:gd name="connsiteX9" fmla="*/ 302212 w 333050"/>
                    <a:gd name="connsiteY9" fmla="*/ 126215 h 467855"/>
                    <a:gd name="connsiteX10" fmla="*/ 285802 w 333050"/>
                    <a:gd name="connsiteY10" fmla="*/ 71368 h 467855"/>
                    <a:gd name="connsiteX11" fmla="*/ 240096 w 333050"/>
                    <a:gd name="connsiteY11" fmla="*/ 34252 h 467855"/>
                    <a:gd name="connsiteX12" fmla="*/ 174015 w 333050"/>
                    <a:gd name="connsiteY12" fmla="*/ 21146 h 467855"/>
                    <a:gd name="connsiteX13" fmla="*/ 93836 w 333050"/>
                    <a:gd name="connsiteY13" fmla="*/ 43173 h 467855"/>
                    <a:gd name="connsiteX14" fmla="*/ 41301 w 333050"/>
                    <a:gd name="connsiteY14" fmla="*/ 105950 h 467855"/>
                    <a:gd name="connsiteX15" fmla="*/ 22908 w 333050"/>
                    <a:gd name="connsiteY15" fmla="*/ 200557 h 467855"/>
                    <a:gd name="connsiteX16" fmla="*/ 22908 w 333050"/>
                    <a:gd name="connsiteY16" fmla="*/ 283379 h 467855"/>
                    <a:gd name="connsiteX17" fmla="*/ 24230 w 333050"/>
                    <a:gd name="connsiteY17" fmla="*/ 283379 h 467855"/>
                    <a:gd name="connsiteX18" fmla="*/ 73791 w 333050"/>
                    <a:gd name="connsiteY18" fmla="*/ 208817 h 467855"/>
                    <a:gd name="connsiteX19" fmla="*/ 174015 w 333050"/>
                    <a:gd name="connsiteY19" fmla="*/ 180843 h 467855"/>
                    <a:gd name="connsiteX20" fmla="*/ 259149 w 333050"/>
                    <a:gd name="connsiteY20" fmla="*/ 197914 h 467855"/>
                    <a:gd name="connsiteX21" fmla="*/ 313997 w 333050"/>
                    <a:gd name="connsiteY21" fmla="*/ 245933 h 467855"/>
                    <a:gd name="connsiteX22" fmla="*/ 333051 w 333050"/>
                    <a:gd name="connsiteY22" fmla="*/ 316860 h 467855"/>
                    <a:gd name="connsiteX23" fmla="*/ 333051 w 333050"/>
                    <a:gd name="connsiteY23" fmla="*/ 329305 h 467855"/>
                    <a:gd name="connsiteX24" fmla="*/ 312675 w 333050"/>
                    <a:gd name="connsiteY24" fmla="*/ 400233 h 467855"/>
                    <a:gd name="connsiteX25" fmla="*/ 255845 w 333050"/>
                    <a:gd name="connsiteY25" fmla="*/ 449794 h 467855"/>
                    <a:gd name="connsiteX26" fmla="*/ 172693 w 333050"/>
                    <a:gd name="connsiteY26" fmla="*/ 467856 h 467855"/>
                    <a:gd name="connsiteX27" fmla="*/ 45927 w 333050"/>
                    <a:gd name="connsiteY27" fmla="*/ 415652 h 467855"/>
                    <a:gd name="connsiteX28" fmla="*/ 50002 w 333050"/>
                    <a:gd name="connsiteY28" fmla="*/ 384483 h 467855"/>
                    <a:gd name="connsiteX29" fmla="*/ 100554 w 333050"/>
                    <a:gd name="connsiteY29" fmla="*/ 429859 h 467855"/>
                    <a:gd name="connsiteX30" fmla="*/ 172142 w 333050"/>
                    <a:gd name="connsiteY30" fmla="*/ 446930 h 467855"/>
                    <a:gd name="connsiteX31" fmla="*/ 243400 w 333050"/>
                    <a:gd name="connsiteY31" fmla="*/ 431511 h 467855"/>
                    <a:gd name="connsiteX32" fmla="*/ 292300 w 333050"/>
                    <a:gd name="connsiteY32" fmla="*/ 389109 h 467855"/>
                    <a:gd name="connsiteX33" fmla="*/ 310032 w 333050"/>
                    <a:gd name="connsiteY33" fmla="*/ 329966 h 467855"/>
                    <a:gd name="connsiteX34" fmla="*/ 310032 w 333050"/>
                    <a:gd name="connsiteY34" fmla="*/ 317521 h 467855"/>
                    <a:gd name="connsiteX35" fmla="*/ 272916 w 333050"/>
                    <a:gd name="connsiteY35" fmla="*/ 233377 h 467855"/>
                    <a:gd name="connsiteX36" fmla="*/ 171371 w 333050"/>
                    <a:gd name="connsiteY36" fmla="*/ 201879 h 467855"/>
                    <a:gd name="connsiteX37" fmla="*/ 101435 w 333050"/>
                    <a:gd name="connsiteY37" fmla="*/ 215976 h 467855"/>
                    <a:gd name="connsiteX38" fmla="*/ 50552 w 333050"/>
                    <a:gd name="connsiteY38" fmla="*/ 256396 h 467855"/>
                    <a:gd name="connsiteX39" fmla="*/ 31499 w 333050"/>
                    <a:gd name="connsiteY39" fmla="*/ 318182 h 467855"/>
                    <a:gd name="connsiteX40" fmla="*/ 31499 w 333050"/>
                    <a:gd name="connsiteY40" fmla="*/ 322807 h 467855"/>
                    <a:gd name="connsiteX41" fmla="*/ 49891 w 333050"/>
                    <a:gd name="connsiteY41" fmla="*/ 384593 h 4678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</a:cxnLst>
                  <a:rect l="l" t="t" r="r" b="b"/>
                  <a:pathLst>
                    <a:path w="333050" h="467855">
                      <a:moveTo>
                        <a:pt x="46037" y="415652"/>
                      </a:moveTo>
                      <a:cubicBezTo>
                        <a:pt x="15309" y="380849"/>
                        <a:pt x="0" y="333160"/>
                        <a:pt x="0" y="272696"/>
                      </a:cubicBezTo>
                      <a:lnTo>
                        <a:pt x="0" y="199786"/>
                      </a:lnTo>
                      <a:cubicBezTo>
                        <a:pt x="0" y="159476"/>
                        <a:pt x="7049" y="124343"/>
                        <a:pt x="21036" y="94276"/>
                      </a:cubicBezTo>
                      <a:cubicBezTo>
                        <a:pt x="35023" y="64319"/>
                        <a:pt x="55068" y="41081"/>
                        <a:pt x="81170" y="24670"/>
                      </a:cubicBezTo>
                      <a:cubicBezTo>
                        <a:pt x="107272" y="8260"/>
                        <a:pt x="138220" y="0"/>
                        <a:pt x="174125" y="0"/>
                      </a:cubicBezTo>
                      <a:cubicBezTo>
                        <a:pt x="203421" y="0"/>
                        <a:pt x="229633" y="5287"/>
                        <a:pt x="252651" y="15749"/>
                      </a:cubicBezTo>
                      <a:cubicBezTo>
                        <a:pt x="275670" y="26212"/>
                        <a:pt x="293512" y="41191"/>
                        <a:pt x="306177" y="60464"/>
                      </a:cubicBezTo>
                      <a:cubicBezTo>
                        <a:pt x="318843" y="79738"/>
                        <a:pt x="325231" y="101655"/>
                        <a:pt x="325231" y="126215"/>
                      </a:cubicBezTo>
                      <a:lnTo>
                        <a:pt x="302212" y="126215"/>
                      </a:lnTo>
                      <a:cubicBezTo>
                        <a:pt x="302212" y="105620"/>
                        <a:pt x="296706" y="87338"/>
                        <a:pt x="285802" y="71368"/>
                      </a:cubicBezTo>
                      <a:cubicBezTo>
                        <a:pt x="274789" y="55398"/>
                        <a:pt x="259590" y="43063"/>
                        <a:pt x="240096" y="34252"/>
                      </a:cubicBezTo>
                      <a:cubicBezTo>
                        <a:pt x="220602" y="25441"/>
                        <a:pt x="198575" y="21146"/>
                        <a:pt x="174015" y="21146"/>
                      </a:cubicBezTo>
                      <a:cubicBezTo>
                        <a:pt x="143397" y="21146"/>
                        <a:pt x="116634" y="28525"/>
                        <a:pt x="93836" y="43173"/>
                      </a:cubicBezTo>
                      <a:cubicBezTo>
                        <a:pt x="71038" y="57821"/>
                        <a:pt x="53526" y="78747"/>
                        <a:pt x="41301" y="105950"/>
                      </a:cubicBezTo>
                      <a:cubicBezTo>
                        <a:pt x="29076" y="133154"/>
                        <a:pt x="22908" y="164653"/>
                        <a:pt x="22908" y="200557"/>
                      </a:cubicBezTo>
                      <a:lnTo>
                        <a:pt x="22908" y="283379"/>
                      </a:lnTo>
                      <a:lnTo>
                        <a:pt x="24230" y="283379"/>
                      </a:lnTo>
                      <a:cubicBezTo>
                        <a:pt x="29517" y="252321"/>
                        <a:pt x="46037" y="227430"/>
                        <a:pt x="73791" y="208817"/>
                      </a:cubicBezTo>
                      <a:cubicBezTo>
                        <a:pt x="101655" y="190204"/>
                        <a:pt x="135026" y="180843"/>
                        <a:pt x="174015" y="180843"/>
                      </a:cubicBezTo>
                      <a:cubicBezTo>
                        <a:pt x="206835" y="180843"/>
                        <a:pt x="235250" y="186570"/>
                        <a:pt x="259149" y="197914"/>
                      </a:cubicBezTo>
                      <a:cubicBezTo>
                        <a:pt x="283049" y="209258"/>
                        <a:pt x="301331" y="225337"/>
                        <a:pt x="313997" y="245933"/>
                      </a:cubicBezTo>
                      <a:cubicBezTo>
                        <a:pt x="326663" y="266528"/>
                        <a:pt x="333051" y="290207"/>
                        <a:pt x="333051" y="316860"/>
                      </a:cubicBezTo>
                      <a:lnTo>
                        <a:pt x="333051" y="329305"/>
                      </a:lnTo>
                      <a:cubicBezTo>
                        <a:pt x="333051" y="355628"/>
                        <a:pt x="326222" y="379197"/>
                        <a:pt x="312675" y="400233"/>
                      </a:cubicBezTo>
                      <a:cubicBezTo>
                        <a:pt x="299129" y="421269"/>
                        <a:pt x="280185" y="437789"/>
                        <a:pt x="255845" y="449794"/>
                      </a:cubicBezTo>
                      <a:cubicBezTo>
                        <a:pt x="231505" y="461798"/>
                        <a:pt x="203861" y="467856"/>
                        <a:pt x="172693" y="467856"/>
                      </a:cubicBezTo>
                      <a:cubicBezTo>
                        <a:pt x="118837" y="467856"/>
                        <a:pt x="76544" y="450455"/>
                        <a:pt x="45927" y="415652"/>
                      </a:cubicBezTo>
                      <a:close/>
                      <a:moveTo>
                        <a:pt x="50002" y="384483"/>
                      </a:moveTo>
                      <a:cubicBezTo>
                        <a:pt x="62227" y="403317"/>
                        <a:pt x="79078" y="418405"/>
                        <a:pt x="100554" y="429859"/>
                      </a:cubicBezTo>
                      <a:cubicBezTo>
                        <a:pt x="122031" y="441203"/>
                        <a:pt x="145930" y="446930"/>
                        <a:pt x="172142" y="446930"/>
                      </a:cubicBezTo>
                      <a:cubicBezTo>
                        <a:pt x="198354" y="446930"/>
                        <a:pt x="222584" y="441754"/>
                        <a:pt x="243400" y="431511"/>
                      </a:cubicBezTo>
                      <a:cubicBezTo>
                        <a:pt x="264216" y="421269"/>
                        <a:pt x="280516" y="407061"/>
                        <a:pt x="292300" y="389109"/>
                      </a:cubicBezTo>
                      <a:cubicBezTo>
                        <a:pt x="304085" y="371157"/>
                        <a:pt x="310032" y="351443"/>
                        <a:pt x="310032" y="329966"/>
                      </a:cubicBezTo>
                      <a:lnTo>
                        <a:pt x="310032" y="317521"/>
                      </a:lnTo>
                      <a:cubicBezTo>
                        <a:pt x="310032" y="282498"/>
                        <a:pt x="297587" y="254413"/>
                        <a:pt x="272916" y="233377"/>
                      </a:cubicBezTo>
                      <a:cubicBezTo>
                        <a:pt x="248246" y="212341"/>
                        <a:pt x="214324" y="201879"/>
                        <a:pt x="171371" y="201879"/>
                      </a:cubicBezTo>
                      <a:cubicBezTo>
                        <a:pt x="145930" y="201879"/>
                        <a:pt x="122581" y="206614"/>
                        <a:pt x="101435" y="215976"/>
                      </a:cubicBezTo>
                      <a:cubicBezTo>
                        <a:pt x="80179" y="225448"/>
                        <a:pt x="63218" y="238884"/>
                        <a:pt x="50552" y="256396"/>
                      </a:cubicBezTo>
                      <a:cubicBezTo>
                        <a:pt x="37887" y="273907"/>
                        <a:pt x="31499" y="294503"/>
                        <a:pt x="31499" y="318182"/>
                      </a:cubicBezTo>
                      <a:lnTo>
                        <a:pt x="31499" y="322807"/>
                      </a:lnTo>
                      <a:cubicBezTo>
                        <a:pt x="31499" y="345165"/>
                        <a:pt x="37667" y="365760"/>
                        <a:pt x="49891" y="384593"/>
                      </a:cubicBezTo>
                      <a:close/>
                    </a:path>
                  </a:pathLst>
                </a:custGeom>
                <a:grpFill/>
                <a:ln w="1100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/>
                </a:p>
              </p:txBody>
            </p:sp>
            <p:sp>
              <p:nvSpPr>
                <p:cNvPr id="67" name="Freeform: Shape 66">
                  <a:extLst>
                    <a:ext uri="{FF2B5EF4-FFF2-40B4-BE49-F238E27FC236}">
                      <a16:creationId xmlns:a16="http://schemas.microsoft.com/office/drawing/2014/main" id="{66B5DC67-515F-DD46-3D7E-FE2F2EE55E79}"/>
                    </a:ext>
                  </a:extLst>
                </p:cNvPr>
                <p:cNvSpPr/>
                <p:nvPr/>
              </p:nvSpPr>
              <p:spPr>
                <a:xfrm>
                  <a:off x="4540938" y="2205828"/>
                  <a:ext cx="335693" cy="467745"/>
                </a:xfrm>
                <a:custGeom>
                  <a:avLst/>
                  <a:gdLst>
                    <a:gd name="connsiteX0" fmla="*/ 284921 w 335693"/>
                    <a:gd name="connsiteY0" fmla="*/ 40530 h 467745"/>
                    <a:gd name="connsiteX1" fmla="*/ 284921 w 335693"/>
                    <a:gd name="connsiteY1" fmla="*/ 40530 h 467745"/>
                    <a:gd name="connsiteX2" fmla="*/ 270824 w 335693"/>
                    <a:gd name="connsiteY2" fmla="*/ 28415 h 467745"/>
                    <a:gd name="connsiteX3" fmla="*/ 270824 w 335693"/>
                    <a:gd name="connsiteY3" fmla="*/ 28415 h 467745"/>
                    <a:gd name="connsiteX4" fmla="*/ 167516 w 335693"/>
                    <a:gd name="connsiteY4" fmla="*/ 0 h 467745"/>
                    <a:gd name="connsiteX5" fmla="*/ 40420 w 335693"/>
                    <a:gd name="connsiteY5" fmla="*/ 52535 h 467745"/>
                    <a:gd name="connsiteX6" fmla="*/ 0 w 335693"/>
                    <a:gd name="connsiteY6" fmla="*/ 197693 h 467745"/>
                    <a:gd name="connsiteX7" fmla="*/ 0 w 335693"/>
                    <a:gd name="connsiteY7" fmla="*/ 271264 h 467745"/>
                    <a:gd name="connsiteX8" fmla="*/ 40089 w 335693"/>
                    <a:gd name="connsiteY8" fmla="*/ 415872 h 467745"/>
                    <a:gd name="connsiteX9" fmla="*/ 167516 w 335693"/>
                    <a:gd name="connsiteY9" fmla="*/ 467746 h 467745"/>
                    <a:gd name="connsiteX10" fmla="*/ 295604 w 335693"/>
                    <a:gd name="connsiteY10" fmla="*/ 414550 h 467745"/>
                    <a:gd name="connsiteX11" fmla="*/ 335693 w 335693"/>
                    <a:gd name="connsiteY11" fmla="*/ 271264 h 467745"/>
                    <a:gd name="connsiteX12" fmla="*/ 335693 w 335693"/>
                    <a:gd name="connsiteY12" fmla="*/ 197693 h 467745"/>
                    <a:gd name="connsiteX13" fmla="*/ 285031 w 335693"/>
                    <a:gd name="connsiteY13" fmla="*/ 40420 h 467745"/>
                    <a:gd name="connsiteX14" fmla="*/ 22798 w 335693"/>
                    <a:gd name="connsiteY14" fmla="*/ 271374 h 467745"/>
                    <a:gd name="connsiteX15" fmla="*/ 22798 w 335693"/>
                    <a:gd name="connsiteY15" fmla="*/ 197804 h 467745"/>
                    <a:gd name="connsiteX16" fmla="*/ 167296 w 335693"/>
                    <a:gd name="connsiteY16" fmla="*/ 21036 h 467745"/>
                    <a:gd name="connsiteX17" fmla="*/ 258929 w 335693"/>
                    <a:gd name="connsiteY17" fmla="*/ 48570 h 467745"/>
                    <a:gd name="connsiteX18" fmla="*/ 55178 w 335693"/>
                    <a:gd name="connsiteY18" fmla="*/ 397810 h 467745"/>
                    <a:gd name="connsiteX19" fmla="*/ 22798 w 335693"/>
                    <a:gd name="connsiteY19" fmla="*/ 271374 h 467745"/>
                    <a:gd name="connsiteX20" fmla="*/ 312565 w 335693"/>
                    <a:gd name="connsiteY20" fmla="*/ 271374 h 467745"/>
                    <a:gd name="connsiteX21" fmla="*/ 277762 w 335693"/>
                    <a:gd name="connsiteY21" fmla="*/ 400123 h 467745"/>
                    <a:gd name="connsiteX22" fmla="*/ 167406 w 335693"/>
                    <a:gd name="connsiteY22" fmla="*/ 446820 h 467745"/>
                    <a:gd name="connsiteX23" fmla="*/ 67954 w 335693"/>
                    <a:gd name="connsiteY23" fmla="*/ 412458 h 467745"/>
                    <a:gd name="connsiteX24" fmla="*/ 272586 w 335693"/>
                    <a:gd name="connsiteY24" fmla="*/ 61786 h 467745"/>
                    <a:gd name="connsiteX25" fmla="*/ 277872 w 335693"/>
                    <a:gd name="connsiteY25" fmla="*/ 68064 h 467745"/>
                    <a:gd name="connsiteX26" fmla="*/ 312675 w 335693"/>
                    <a:gd name="connsiteY26" fmla="*/ 197804 h 467745"/>
                    <a:gd name="connsiteX27" fmla="*/ 312675 w 335693"/>
                    <a:gd name="connsiteY27" fmla="*/ 271374 h 4677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</a:cxnLst>
                  <a:rect l="l" t="t" r="r" b="b"/>
                  <a:pathLst>
                    <a:path w="335693" h="467745">
                      <a:moveTo>
                        <a:pt x="284921" y="40530"/>
                      </a:moveTo>
                      <a:lnTo>
                        <a:pt x="284921" y="40530"/>
                      </a:lnTo>
                      <a:lnTo>
                        <a:pt x="270824" y="28415"/>
                      </a:lnTo>
                      <a:lnTo>
                        <a:pt x="270824" y="28415"/>
                      </a:lnTo>
                      <a:cubicBezTo>
                        <a:pt x="244391" y="9472"/>
                        <a:pt x="210029" y="0"/>
                        <a:pt x="167516" y="0"/>
                      </a:cubicBezTo>
                      <a:cubicBezTo>
                        <a:pt x="109695" y="0"/>
                        <a:pt x="67293" y="17512"/>
                        <a:pt x="40420" y="52535"/>
                      </a:cubicBezTo>
                      <a:cubicBezTo>
                        <a:pt x="13437" y="87558"/>
                        <a:pt x="0" y="136017"/>
                        <a:pt x="0" y="197693"/>
                      </a:cubicBezTo>
                      <a:lnTo>
                        <a:pt x="0" y="271264"/>
                      </a:lnTo>
                      <a:cubicBezTo>
                        <a:pt x="0" y="333050"/>
                        <a:pt x="13326" y="381179"/>
                        <a:pt x="40089" y="415872"/>
                      </a:cubicBezTo>
                      <a:cubicBezTo>
                        <a:pt x="66852" y="450455"/>
                        <a:pt x="109254" y="467746"/>
                        <a:pt x="167516" y="467746"/>
                      </a:cubicBezTo>
                      <a:cubicBezTo>
                        <a:pt x="225778" y="467746"/>
                        <a:pt x="268951" y="450014"/>
                        <a:pt x="295604" y="414550"/>
                      </a:cubicBezTo>
                      <a:cubicBezTo>
                        <a:pt x="322367" y="379087"/>
                        <a:pt x="335693" y="331288"/>
                        <a:pt x="335693" y="271264"/>
                      </a:cubicBezTo>
                      <a:lnTo>
                        <a:pt x="335693" y="197693"/>
                      </a:lnTo>
                      <a:cubicBezTo>
                        <a:pt x="335693" y="125444"/>
                        <a:pt x="318733" y="73020"/>
                        <a:pt x="285031" y="40420"/>
                      </a:cubicBezTo>
                      <a:close/>
                      <a:moveTo>
                        <a:pt x="22798" y="271374"/>
                      </a:moveTo>
                      <a:lnTo>
                        <a:pt x="22798" y="197804"/>
                      </a:lnTo>
                      <a:cubicBezTo>
                        <a:pt x="22798" y="79958"/>
                        <a:pt x="70927" y="21036"/>
                        <a:pt x="167296" y="21036"/>
                      </a:cubicBezTo>
                      <a:cubicBezTo>
                        <a:pt x="205733" y="21036"/>
                        <a:pt x="236241" y="30287"/>
                        <a:pt x="258929" y="48570"/>
                      </a:cubicBezTo>
                      <a:lnTo>
                        <a:pt x="55178" y="397810"/>
                      </a:lnTo>
                      <a:cubicBezTo>
                        <a:pt x="33701" y="368624"/>
                        <a:pt x="22798" y="326662"/>
                        <a:pt x="22798" y="271374"/>
                      </a:cubicBezTo>
                      <a:close/>
                      <a:moveTo>
                        <a:pt x="312565" y="271374"/>
                      </a:moveTo>
                      <a:cubicBezTo>
                        <a:pt x="312565" y="326111"/>
                        <a:pt x="301001" y="369064"/>
                        <a:pt x="277762" y="400123"/>
                      </a:cubicBezTo>
                      <a:cubicBezTo>
                        <a:pt x="254523" y="431181"/>
                        <a:pt x="217738" y="446820"/>
                        <a:pt x="167406" y="446820"/>
                      </a:cubicBezTo>
                      <a:cubicBezTo>
                        <a:pt x="124784" y="446820"/>
                        <a:pt x="91633" y="435366"/>
                        <a:pt x="67954" y="412458"/>
                      </a:cubicBezTo>
                      <a:lnTo>
                        <a:pt x="272586" y="61786"/>
                      </a:lnTo>
                      <a:cubicBezTo>
                        <a:pt x="274348" y="63879"/>
                        <a:pt x="276220" y="65751"/>
                        <a:pt x="277872" y="68064"/>
                      </a:cubicBezTo>
                      <a:cubicBezTo>
                        <a:pt x="301111" y="99342"/>
                        <a:pt x="312675" y="142626"/>
                        <a:pt x="312675" y="197804"/>
                      </a:cubicBezTo>
                      <a:lnTo>
                        <a:pt x="312675" y="271374"/>
                      </a:lnTo>
                      <a:close/>
                    </a:path>
                  </a:pathLst>
                </a:custGeom>
                <a:grpFill/>
                <a:ln w="1100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/>
                </a:p>
              </p:txBody>
            </p:sp>
          </p:grpSp>
        </p:grpSp>
        <p:pic>
          <p:nvPicPr>
            <p:cNvPr id="18" name="Graphic 17">
              <a:extLst>
                <a:ext uri="{FF2B5EF4-FFF2-40B4-BE49-F238E27FC236}">
                  <a16:creationId xmlns:a16="http://schemas.microsoft.com/office/drawing/2014/main" id="{19D2D620-0C3D-16CF-7BA7-3A52BBA6C44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6082101" y="2829526"/>
              <a:ext cx="1049372" cy="535180"/>
            </a:xfrm>
            <a:prstGeom prst="rect">
              <a:avLst/>
            </a:prstGeom>
          </p:spPr>
        </p:pic>
      </p:grpSp>
      <p:sp>
        <p:nvSpPr>
          <p:cNvPr id="4" name="CaixaDeTexto 3">
            <a:extLst>
              <a:ext uri="{FF2B5EF4-FFF2-40B4-BE49-F238E27FC236}">
                <a16:creationId xmlns:a16="http://schemas.microsoft.com/office/drawing/2014/main" id="{08374620-2933-80B8-9A82-D74E419CD545}"/>
              </a:ext>
            </a:extLst>
          </p:cNvPr>
          <p:cNvSpPr txBox="1"/>
          <p:nvPr/>
        </p:nvSpPr>
        <p:spPr>
          <a:xfrm>
            <a:off x="3089643" y="1850896"/>
            <a:ext cx="6012715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6000">
                <a:solidFill>
                  <a:schemeClr val="bg1"/>
                </a:solidFill>
                <a:latin typeface="Versos"/>
              </a:rPr>
              <a:t>BRADESCO</a:t>
            </a:r>
          </a:p>
        </p:txBody>
      </p:sp>
    </p:spTree>
    <p:extLst>
      <p:ext uri="{BB962C8B-B14F-4D97-AF65-F5344CB8AC3E}">
        <p14:creationId xmlns:p14="http://schemas.microsoft.com/office/powerpoint/2010/main" val="3405183642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gradFill>
          <a:gsLst>
            <a:gs pos="0">
              <a:schemeClr val="bg1"/>
            </a:gs>
            <a:gs pos="56000">
              <a:schemeClr val="bg1">
                <a:lumMod val="95000"/>
              </a:schemeClr>
            </a:gs>
          </a:gsLst>
          <a:lin ang="5400000" scaled="1"/>
        </a:gra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A0EA7151-0EB9-C42F-F74E-0920A33F1F9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object 2">
            <a:extLst>
              <a:ext uri="{FF2B5EF4-FFF2-40B4-BE49-F238E27FC236}">
                <a16:creationId xmlns:a16="http://schemas.microsoft.com/office/drawing/2014/main" id="{296F7F03-A96C-F5D7-6FBF-A49242EE0F36}"/>
              </a:ext>
            </a:extLst>
          </p:cNvPr>
          <p:cNvSpPr txBox="1"/>
          <p:nvPr/>
        </p:nvSpPr>
        <p:spPr>
          <a:xfrm>
            <a:off x="9606386" y="2649343"/>
            <a:ext cx="1630748" cy="403141"/>
          </a:xfrm>
          <a:prstGeom prst="rect">
            <a:avLst/>
          </a:prstGeom>
        </p:spPr>
        <p:txBody>
          <a:bodyPr vert="horz" wrap="square" lIns="0" tIns="7701" rIns="0" bIns="0" rtlCol="0" anchor="t">
            <a:spAutoFit/>
          </a:bodyPr>
          <a:lstStyle/>
          <a:p>
            <a:pPr marL="0" marR="0" lvl="0" indent="0" algn="l" defTabSz="554492" rtl="0" eaLnBrk="1" fontAlgn="auto" latinLnBrk="0" hangingPunct="1">
              <a:lnSpc>
                <a:spcPct val="100000"/>
              </a:lnSpc>
              <a:spcBef>
                <a:spcPts val="61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pt-BR" sz="1243" b="1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latin typeface="Versos"/>
                <a:cs typeface="Arial"/>
                <a:sym typeface="Arial"/>
              </a:rPr>
              <a:t>Previdência </a:t>
            </a:r>
          </a:p>
          <a:p>
            <a:pPr marL="0" marR="0" lvl="0" indent="0" algn="l" defTabSz="554492" rtl="0" eaLnBrk="1" fontAlgn="auto" latinLnBrk="0" hangingPunct="1">
              <a:lnSpc>
                <a:spcPct val="100000"/>
              </a:lnSpc>
              <a:spcBef>
                <a:spcPts val="61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pt-BR" sz="1243" b="0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latin typeface="Versos Light" panose="020B0403020204030204" pitchFamily="34" charset="0"/>
                <a:cs typeface="Arial"/>
                <a:sym typeface="Arial"/>
              </a:rPr>
              <a:t>(VGBL/PGBL)</a:t>
            </a:r>
          </a:p>
        </p:txBody>
      </p:sp>
      <p:sp>
        <p:nvSpPr>
          <p:cNvPr id="21" name="object 3">
            <a:extLst>
              <a:ext uri="{FF2B5EF4-FFF2-40B4-BE49-F238E27FC236}">
                <a16:creationId xmlns:a16="http://schemas.microsoft.com/office/drawing/2014/main" id="{F8618A8D-B125-ECAB-1339-3969C3200DDE}"/>
              </a:ext>
            </a:extLst>
          </p:cNvPr>
          <p:cNvSpPr txBox="1"/>
          <p:nvPr/>
        </p:nvSpPr>
        <p:spPr>
          <a:xfrm>
            <a:off x="8535213" y="3348355"/>
            <a:ext cx="678021" cy="376727"/>
          </a:xfrm>
          <a:prstGeom prst="rect">
            <a:avLst/>
          </a:prstGeom>
        </p:spPr>
        <p:txBody>
          <a:bodyPr vert="horz" wrap="square" lIns="0" tIns="8086" rIns="0" bIns="0" rtlCol="0">
            <a:spAutoFit/>
          </a:bodyPr>
          <a:lstStyle/>
          <a:p>
            <a:pPr marL="7701" marR="0" lvl="0" indent="0" algn="l" defTabSz="554492" rtl="0" eaLnBrk="1" fontAlgn="auto" latinLnBrk="0" hangingPunct="1">
              <a:lnSpc>
                <a:spcPct val="100000"/>
              </a:lnSpc>
              <a:spcBef>
                <a:spcPts val="64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sz="2395" b="1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latin typeface="Versos" panose="020B0503020204030204" pitchFamily="34" charset="77"/>
                <a:cs typeface="Arial"/>
                <a:sym typeface="Arial"/>
              </a:rPr>
              <a:t>CDI</a:t>
            </a:r>
            <a:endParaRPr kumimoji="0" sz="2395" b="0" i="0" u="none" strike="noStrike" kern="0" cap="none" spc="0" normalizeH="0" baseline="0" noProof="0">
              <a:ln>
                <a:noFill/>
              </a:ln>
              <a:effectLst/>
              <a:uLnTx/>
              <a:uFillTx/>
              <a:latin typeface="Versos" panose="020B0503020204030204" pitchFamily="34" charset="77"/>
              <a:cs typeface="Arial"/>
              <a:sym typeface="Arial"/>
            </a:endParaRPr>
          </a:p>
        </p:txBody>
      </p:sp>
      <p:sp>
        <p:nvSpPr>
          <p:cNvPr id="22" name="object 4">
            <a:extLst>
              <a:ext uri="{FF2B5EF4-FFF2-40B4-BE49-F238E27FC236}">
                <a16:creationId xmlns:a16="http://schemas.microsoft.com/office/drawing/2014/main" id="{7FCBFB48-C671-CE87-C89C-CAA6129EE06B}"/>
              </a:ext>
            </a:extLst>
          </p:cNvPr>
          <p:cNvSpPr txBox="1"/>
          <p:nvPr/>
        </p:nvSpPr>
        <p:spPr>
          <a:xfrm>
            <a:off x="7416048" y="2699968"/>
            <a:ext cx="1851706" cy="398526"/>
          </a:xfrm>
          <a:prstGeom prst="rect">
            <a:avLst/>
          </a:prstGeom>
        </p:spPr>
        <p:txBody>
          <a:bodyPr vert="horz" wrap="square" lIns="0" tIns="61995" rIns="0" bIns="0" rtlCol="0" anchor="t">
            <a:spAutoFit/>
          </a:bodyPr>
          <a:lstStyle/>
          <a:p>
            <a:pPr marL="0" marR="0" lvl="0" indent="0" algn="l" defTabSz="554492" rtl="0" eaLnBrk="1" fontAlgn="auto" latinLnBrk="0" hangingPunct="1">
              <a:lnSpc>
                <a:spcPct val="100000"/>
              </a:lnSpc>
              <a:spcBef>
                <a:spcPts val="488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sz="2153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Versos"/>
                <a:cs typeface="Arial"/>
                <a:sym typeface="Arial"/>
              </a:rPr>
              <a:t>CDI +</a:t>
            </a:r>
            <a:r>
              <a:rPr kumimoji="0" lang="pt-BR" sz="2153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Versos"/>
                <a:cs typeface="Arial"/>
                <a:sym typeface="Arial"/>
              </a:rPr>
              <a:t>1,5 </a:t>
            </a:r>
            <a:r>
              <a:rPr kumimoji="0" lang="pt-BR" sz="2183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Versos"/>
                <a:cs typeface="Arial"/>
                <a:sym typeface="Arial"/>
              </a:rPr>
              <a:t>% </a:t>
            </a:r>
            <a:r>
              <a:rPr kumimoji="0" lang="pt-BR" sz="12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Versos"/>
                <a:cs typeface="Arial"/>
                <a:sym typeface="Arial"/>
              </a:rPr>
              <a:t>a.a.</a:t>
            </a:r>
            <a:endParaRPr kumimoji="0" sz="1200" b="1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Versos"/>
              <a:cs typeface="Arial"/>
              <a:sym typeface="Arial"/>
            </a:endParaRPr>
          </a:p>
        </p:txBody>
      </p:sp>
      <p:sp>
        <p:nvSpPr>
          <p:cNvPr id="23" name="object 5">
            <a:extLst>
              <a:ext uri="{FF2B5EF4-FFF2-40B4-BE49-F238E27FC236}">
                <a16:creationId xmlns:a16="http://schemas.microsoft.com/office/drawing/2014/main" id="{769E4618-C3C2-D69D-D3FF-7A6AB53CD4B5}"/>
              </a:ext>
            </a:extLst>
          </p:cNvPr>
          <p:cNvSpPr txBox="1"/>
          <p:nvPr/>
        </p:nvSpPr>
        <p:spPr>
          <a:xfrm>
            <a:off x="6845047" y="4040596"/>
            <a:ext cx="3800151" cy="534972"/>
          </a:xfrm>
          <a:prstGeom prst="rect">
            <a:avLst/>
          </a:prstGeom>
        </p:spPr>
        <p:txBody>
          <a:bodyPr vert="horz" wrap="square" lIns="0" tIns="7701" rIns="0" bIns="0" rtlCol="0" anchor="t">
            <a:spAutoFit/>
          </a:bodyPr>
          <a:lstStyle/>
          <a:p>
            <a:pPr marL="7620" marR="0" lvl="0" indent="0" algn="l" defTabSz="554492" rtl="0" eaLnBrk="1" fontAlgn="auto" latinLnBrk="0" hangingPunct="1">
              <a:lnSpc>
                <a:spcPct val="100000"/>
              </a:lnSpc>
              <a:spcBef>
                <a:spcPts val="61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sz="3400" b="1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latin typeface="Versos"/>
                <a:cs typeface="Arial"/>
                <a:sym typeface="Arial"/>
              </a:rPr>
              <a:t>R$ </a:t>
            </a:r>
            <a:r>
              <a:rPr lang="pt-BR" sz="3400" b="1" kern="0" noProof="0">
                <a:latin typeface="Versos"/>
                <a:cs typeface="Arial"/>
                <a:sym typeface="Arial"/>
              </a:rPr>
              <a:t>500</a:t>
            </a:r>
            <a:r>
              <a:rPr kumimoji="0" lang="pt-BR" sz="3400" b="1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latin typeface="Versos"/>
                <a:cs typeface="Arial"/>
                <a:sym typeface="Arial"/>
              </a:rPr>
              <a:t> milhões</a:t>
            </a:r>
            <a:endParaRPr lang="pt-BR" sz="3400" b="0" i="0" u="none" strike="noStrike" kern="0" cap="none" spc="0" normalizeH="0" baseline="0" noProof="0">
              <a:ln>
                <a:noFill/>
              </a:ln>
              <a:effectLst/>
              <a:uLnTx/>
              <a:uFillTx/>
              <a:latin typeface="Versos"/>
              <a:cs typeface="Arial"/>
            </a:endParaRPr>
          </a:p>
        </p:txBody>
      </p:sp>
      <p:sp>
        <p:nvSpPr>
          <p:cNvPr id="24" name="object 16">
            <a:extLst>
              <a:ext uri="{FF2B5EF4-FFF2-40B4-BE49-F238E27FC236}">
                <a16:creationId xmlns:a16="http://schemas.microsoft.com/office/drawing/2014/main" id="{1749835E-191D-7C2C-3DE5-BED95383CC68}"/>
              </a:ext>
            </a:extLst>
          </p:cNvPr>
          <p:cNvSpPr/>
          <p:nvPr/>
        </p:nvSpPr>
        <p:spPr>
          <a:xfrm>
            <a:off x="4846501" y="329354"/>
            <a:ext cx="3087315" cy="1632674"/>
          </a:xfrm>
          <a:prstGeom prst="roundRect">
            <a:avLst>
              <a:gd name="adj" fmla="val 5178"/>
            </a:avLst>
          </a:prstGeom>
          <a:solidFill>
            <a:schemeClr val="bg1">
              <a:lumMod val="95000"/>
            </a:schemeClr>
          </a:solidFill>
        </p:spPr>
        <p:txBody>
          <a:bodyPr wrap="square" lIns="0" tIns="0" rIns="0" bIns="0" rtlCol="0"/>
          <a:lstStyle/>
          <a:p>
            <a:pPr marL="0" marR="0" lvl="0" indent="0" algn="l" defTabSz="55449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sz="1092" b="0" i="0" u="none" strike="noStrike" kern="0" cap="none" spc="0" normalizeH="0" baseline="0" noProof="0">
              <a:ln>
                <a:noFill/>
              </a:ln>
              <a:effectLst/>
              <a:uLnTx/>
              <a:uFillTx/>
              <a:latin typeface="Versos" panose="020B0503020204030204" pitchFamily="34" charset="77"/>
              <a:cs typeface="Arial"/>
              <a:sym typeface="Arial"/>
            </a:endParaRPr>
          </a:p>
        </p:txBody>
      </p:sp>
      <p:sp>
        <p:nvSpPr>
          <p:cNvPr id="25" name="object 17">
            <a:extLst>
              <a:ext uri="{FF2B5EF4-FFF2-40B4-BE49-F238E27FC236}">
                <a16:creationId xmlns:a16="http://schemas.microsoft.com/office/drawing/2014/main" id="{F0F90EC0-4E6E-5ABD-0B1D-23783966AB1D}"/>
              </a:ext>
            </a:extLst>
          </p:cNvPr>
          <p:cNvSpPr/>
          <p:nvPr/>
        </p:nvSpPr>
        <p:spPr>
          <a:xfrm>
            <a:off x="10035782" y="329354"/>
            <a:ext cx="1833798" cy="1632674"/>
          </a:xfrm>
          <a:prstGeom prst="roundRect">
            <a:avLst>
              <a:gd name="adj" fmla="val 5179"/>
            </a:avLst>
          </a:prstGeom>
          <a:solidFill>
            <a:schemeClr val="bg1">
              <a:lumMod val="95000"/>
            </a:schemeClr>
          </a:solidFill>
        </p:spPr>
        <p:txBody>
          <a:bodyPr wrap="square" lIns="0" tIns="0" rIns="0" bIns="0" rtlCol="0"/>
          <a:lstStyle/>
          <a:p>
            <a:pPr marL="0" marR="0" lvl="0" indent="0" algn="l" defTabSz="55449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sz="1092" b="0" i="0" u="none" strike="noStrike" kern="0" cap="none" spc="0" normalizeH="0" baseline="0" noProof="0">
              <a:ln>
                <a:noFill/>
              </a:ln>
              <a:effectLst/>
              <a:uLnTx/>
              <a:uFillTx/>
              <a:latin typeface="Versos" panose="020B0503020204030204" pitchFamily="34" charset="77"/>
              <a:cs typeface="Arial"/>
              <a:sym typeface="Arial"/>
            </a:endParaRPr>
          </a:p>
        </p:txBody>
      </p:sp>
      <p:sp>
        <p:nvSpPr>
          <p:cNvPr id="26" name="object 18">
            <a:extLst>
              <a:ext uri="{FF2B5EF4-FFF2-40B4-BE49-F238E27FC236}">
                <a16:creationId xmlns:a16="http://schemas.microsoft.com/office/drawing/2014/main" id="{5B9D0EF6-2C42-4BE4-A04E-78A8E848FA64}"/>
              </a:ext>
            </a:extLst>
          </p:cNvPr>
          <p:cNvSpPr/>
          <p:nvPr/>
        </p:nvSpPr>
        <p:spPr>
          <a:xfrm>
            <a:off x="8024784" y="329354"/>
            <a:ext cx="1882196" cy="1632674"/>
          </a:xfrm>
          <a:prstGeom prst="roundRect">
            <a:avLst>
              <a:gd name="adj" fmla="val 4460"/>
            </a:avLst>
          </a:prstGeom>
          <a:solidFill>
            <a:schemeClr val="bg1">
              <a:lumMod val="95000"/>
            </a:schemeClr>
          </a:solidFill>
        </p:spPr>
        <p:txBody>
          <a:bodyPr wrap="square" lIns="0" tIns="0" rIns="0" bIns="0" rtlCol="0"/>
          <a:lstStyle/>
          <a:p>
            <a:pPr marL="0" marR="0" lvl="0" indent="0" algn="l" defTabSz="55449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sz="1092" b="0" i="0" u="none" strike="noStrike" kern="0" cap="none" spc="0" normalizeH="0" baseline="0" noProof="0">
              <a:ln>
                <a:noFill/>
              </a:ln>
              <a:effectLst/>
              <a:uLnTx/>
              <a:uFillTx/>
              <a:latin typeface="Versos" panose="020B0503020204030204" pitchFamily="34" charset="77"/>
              <a:cs typeface="Arial"/>
              <a:sym typeface="Arial"/>
            </a:endParaRPr>
          </a:p>
        </p:txBody>
      </p:sp>
      <p:sp>
        <p:nvSpPr>
          <p:cNvPr id="27" name="object 19">
            <a:extLst>
              <a:ext uri="{FF2B5EF4-FFF2-40B4-BE49-F238E27FC236}">
                <a16:creationId xmlns:a16="http://schemas.microsoft.com/office/drawing/2014/main" id="{C6D9ADFC-8E3E-C77F-B1F4-624C18830A9D}"/>
              </a:ext>
            </a:extLst>
          </p:cNvPr>
          <p:cNvSpPr/>
          <p:nvPr/>
        </p:nvSpPr>
        <p:spPr>
          <a:xfrm>
            <a:off x="7350603" y="3262183"/>
            <a:ext cx="1995910" cy="536009"/>
          </a:xfrm>
          <a:prstGeom prst="roundRect">
            <a:avLst>
              <a:gd name="adj" fmla="val 5731"/>
            </a:avLst>
          </a:prstGeom>
          <a:ln w="14837">
            <a:solidFill>
              <a:schemeClr val="bg2">
                <a:lumMod val="25000"/>
              </a:schemeClr>
            </a:solidFill>
          </a:ln>
        </p:spPr>
        <p:txBody>
          <a:bodyPr wrap="square" lIns="0" tIns="0" rIns="0" bIns="0" rtlCol="0"/>
          <a:lstStyle/>
          <a:p>
            <a:pPr marL="0" marR="0" lvl="0" indent="0" algn="l" defTabSz="55449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sz="1092" b="0" i="0" u="none" strike="noStrike" kern="0" cap="none" spc="0" normalizeH="0" baseline="0" noProof="0">
              <a:ln>
                <a:noFill/>
              </a:ln>
              <a:effectLst/>
              <a:uLnTx/>
              <a:uFillTx/>
              <a:latin typeface="Versos" panose="020B0503020204030204" pitchFamily="34" charset="77"/>
              <a:cs typeface="Arial"/>
              <a:sym typeface="Arial"/>
            </a:endParaRPr>
          </a:p>
        </p:txBody>
      </p:sp>
      <p:sp>
        <p:nvSpPr>
          <p:cNvPr id="28" name="object 20">
            <a:extLst>
              <a:ext uri="{FF2B5EF4-FFF2-40B4-BE49-F238E27FC236}">
                <a16:creationId xmlns:a16="http://schemas.microsoft.com/office/drawing/2014/main" id="{DF8A22CF-53F7-4F4E-1878-443CDD93E766}"/>
              </a:ext>
            </a:extLst>
          </p:cNvPr>
          <p:cNvSpPr/>
          <p:nvPr/>
        </p:nvSpPr>
        <p:spPr>
          <a:xfrm>
            <a:off x="9449002" y="2169196"/>
            <a:ext cx="2408036" cy="1629208"/>
          </a:xfrm>
          <a:prstGeom prst="roundRect">
            <a:avLst>
              <a:gd name="adj" fmla="val 5874"/>
            </a:avLst>
          </a:prstGeom>
          <a:ln w="14837">
            <a:solidFill>
              <a:schemeClr val="bg2">
                <a:lumMod val="25000"/>
              </a:schemeClr>
            </a:solidFill>
          </a:ln>
        </p:spPr>
        <p:txBody>
          <a:bodyPr wrap="square" lIns="0" tIns="0" rIns="0" bIns="0" rtlCol="0"/>
          <a:lstStyle/>
          <a:p>
            <a:pPr marL="0" marR="0" lvl="0" indent="0" algn="l" defTabSz="55449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sz="1092" b="0" i="0" u="none" strike="noStrike" kern="0" cap="none" spc="0" normalizeH="0" baseline="0" noProof="0">
              <a:ln>
                <a:noFill/>
              </a:ln>
              <a:effectLst/>
              <a:uLnTx/>
              <a:uFillTx/>
              <a:latin typeface="Versos" panose="020B0503020204030204" pitchFamily="34" charset="77"/>
              <a:cs typeface="Arial"/>
              <a:sym typeface="Arial"/>
            </a:endParaRPr>
          </a:p>
        </p:txBody>
      </p:sp>
      <p:sp>
        <p:nvSpPr>
          <p:cNvPr id="29" name="object 21">
            <a:extLst>
              <a:ext uri="{FF2B5EF4-FFF2-40B4-BE49-F238E27FC236}">
                <a16:creationId xmlns:a16="http://schemas.microsoft.com/office/drawing/2014/main" id="{30CE27A9-F991-6D78-8518-20B32BF7BCDF}"/>
              </a:ext>
            </a:extLst>
          </p:cNvPr>
          <p:cNvSpPr/>
          <p:nvPr/>
        </p:nvSpPr>
        <p:spPr>
          <a:xfrm>
            <a:off x="7347863" y="2165708"/>
            <a:ext cx="1978077" cy="1024272"/>
          </a:xfrm>
          <a:prstGeom prst="roundRect">
            <a:avLst>
              <a:gd name="adj" fmla="val 6366"/>
            </a:avLst>
          </a:prstGeom>
          <a:ln w="14837">
            <a:solidFill>
              <a:schemeClr val="bg2">
                <a:lumMod val="25000"/>
              </a:schemeClr>
            </a:solidFill>
          </a:ln>
        </p:spPr>
        <p:txBody>
          <a:bodyPr wrap="square" lIns="0" tIns="0" rIns="0" bIns="0" rtlCol="0"/>
          <a:lstStyle/>
          <a:p>
            <a:pPr marL="0" marR="0" lvl="0" indent="0" algn="l" defTabSz="55449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sz="1092" b="0" i="0" u="none" strike="noStrike" kern="0" cap="none" spc="0" normalizeH="0" baseline="0" noProof="0">
              <a:ln>
                <a:noFill/>
              </a:ln>
              <a:effectLst/>
              <a:uLnTx/>
              <a:uFillTx/>
              <a:latin typeface="Versos" panose="020B0503020204030204" pitchFamily="34" charset="77"/>
              <a:cs typeface="Arial"/>
              <a:sym typeface="Arial"/>
            </a:endParaRPr>
          </a:p>
        </p:txBody>
      </p:sp>
      <p:sp>
        <p:nvSpPr>
          <p:cNvPr id="30" name="object 22">
            <a:extLst>
              <a:ext uri="{FF2B5EF4-FFF2-40B4-BE49-F238E27FC236}">
                <a16:creationId xmlns:a16="http://schemas.microsoft.com/office/drawing/2014/main" id="{FC4B72E8-043E-6389-6762-C53927B61FB1}"/>
              </a:ext>
            </a:extLst>
          </p:cNvPr>
          <p:cNvSpPr/>
          <p:nvPr/>
        </p:nvSpPr>
        <p:spPr>
          <a:xfrm>
            <a:off x="4846503" y="2165709"/>
            <a:ext cx="2346969" cy="1632674"/>
          </a:xfrm>
          <a:prstGeom prst="roundRect">
            <a:avLst>
              <a:gd name="adj" fmla="val 5897"/>
            </a:avLst>
          </a:prstGeom>
          <a:ln w="14837">
            <a:solidFill>
              <a:schemeClr val="bg2">
                <a:lumMod val="25000"/>
              </a:schemeClr>
            </a:solidFill>
          </a:ln>
        </p:spPr>
        <p:txBody>
          <a:bodyPr wrap="square" lIns="0" tIns="0" rIns="0" bIns="0" rtlCol="0"/>
          <a:lstStyle/>
          <a:p>
            <a:pPr marL="0" marR="0" lvl="0" indent="0" algn="l" defTabSz="55449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sz="1092" b="0" i="0" u="none" strike="noStrike" kern="0" cap="none" spc="0" normalizeH="0" baseline="0" noProof="0">
              <a:ln>
                <a:noFill/>
              </a:ln>
              <a:effectLst/>
              <a:uLnTx/>
              <a:uFillTx/>
              <a:latin typeface="Versos" panose="020B0503020204030204" pitchFamily="34" charset="77"/>
              <a:cs typeface="Arial"/>
              <a:sym typeface="Arial"/>
            </a:endParaRPr>
          </a:p>
        </p:txBody>
      </p:sp>
      <p:sp>
        <p:nvSpPr>
          <p:cNvPr id="31" name="object 23">
            <a:extLst>
              <a:ext uri="{FF2B5EF4-FFF2-40B4-BE49-F238E27FC236}">
                <a16:creationId xmlns:a16="http://schemas.microsoft.com/office/drawing/2014/main" id="{6A2FDA50-C2F6-76E6-007E-D0330607B884}"/>
              </a:ext>
            </a:extLst>
          </p:cNvPr>
          <p:cNvSpPr/>
          <p:nvPr/>
        </p:nvSpPr>
        <p:spPr>
          <a:xfrm>
            <a:off x="7729551" y="4881027"/>
            <a:ext cx="3197890" cy="1632674"/>
          </a:xfrm>
          <a:prstGeom prst="roundRect">
            <a:avLst>
              <a:gd name="adj" fmla="val 6615"/>
            </a:avLst>
          </a:prstGeom>
          <a:ln w="14837">
            <a:solidFill>
              <a:schemeClr val="bg2">
                <a:lumMod val="25000"/>
              </a:schemeClr>
            </a:solidFill>
          </a:ln>
        </p:spPr>
        <p:txBody>
          <a:bodyPr wrap="square" lIns="0" tIns="0" rIns="0" bIns="0" rtlCol="0"/>
          <a:lstStyle/>
          <a:p>
            <a:pPr marL="0" marR="0" lvl="0" indent="0" algn="l" defTabSz="55449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sz="1092" b="0" i="0" u="none" strike="noStrike" kern="0" cap="none" spc="0" normalizeH="0" baseline="0" noProof="0">
              <a:ln>
                <a:noFill/>
              </a:ln>
              <a:effectLst/>
              <a:uLnTx/>
              <a:uFillTx/>
              <a:latin typeface="Versos" panose="020B0503020204030204" pitchFamily="34" charset="77"/>
              <a:cs typeface="Arial"/>
              <a:sym typeface="Arial"/>
            </a:endParaRPr>
          </a:p>
        </p:txBody>
      </p:sp>
      <p:sp>
        <p:nvSpPr>
          <p:cNvPr id="32" name="object 24">
            <a:extLst>
              <a:ext uri="{FF2B5EF4-FFF2-40B4-BE49-F238E27FC236}">
                <a16:creationId xmlns:a16="http://schemas.microsoft.com/office/drawing/2014/main" id="{3BD844E8-D770-88C7-72DB-66F99DF04EFA}"/>
              </a:ext>
            </a:extLst>
          </p:cNvPr>
          <p:cNvSpPr/>
          <p:nvPr/>
        </p:nvSpPr>
        <p:spPr>
          <a:xfrm>
            <a:off x="4846503" y="4881027"/>
            <a:ext cx="2748206" cy="1632674"/>
          </a:xfrm>
          <a:prstGeom prst="roundRect">
            <a:avLst>
              <a:gd name="adj" fmla="val 9487"/>
            </a:avLst>
          </a:prstGeom>
          <a:ln w="14837">
            <a:solidFill>
              <a:schemeClr val="bg2">
                <a:lumMod val="25000"/>
              </a:schemeClr>
            </a:solidFill>
          </a:ln>
        </p:spPr>
        <p:txBody>
          <a:bodyPr wrap="square" lIns="0" tIns="0" rIns="0" bIns="0" rtlCol="0"/>
          <a:lstStyle/>
          <a:p>
            <a:pPr marL="0" marR="0" lvl="0" indent="0" algn="l" defTabSz="55449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sz="1092" b="0" i="0" u="none" strike="noStrike" kern="0" cap="none" spc="0" normalizeH="0" baseline="0" noProof="0">
              <a:ln>
                <a:noFill/>
              </a:ln>
              <a:effectLst/>
              <a:uLnTx/>
              <a:uFillTx/>
              <a:latin typeface="Versos" panose="020B0503020204030204" pitchFamily="34" charset="77"/>
              <a:cs typeface="Arial"/>
              <a:sym typeface="Arial"/>
            </a:endParaRPr>
          </a:p>
        </p:txBody>
      </p:sp>
      <p:sp>
        <p:nvSpPr>
          <p:cNvPr id="33" name="object 25">
            <a:extLst>
              <a:ext uri="{FF2B5EF4-FFF2-40B4-BE49-F238E27FC236}">
                <a16:creationId xmlns:a16="http://schemas.microsoft.com/office/drawing/2014/main" id="{2812A797-5D7C-2A09-5D74-2AE457D4202E}"/>
              </a:ext>
            </a:extLst>
          </p:cNvPr>
          <p:cNvSpPr/>
          <p:nvPr/>
        </p:nvSpPr>
        <p:spPr>
          <a:xfrm>
            <a:off x="4846500" y="3959452"/>
            <a:ext cx="6080940" cy="738169"/>
          </a:xfrm>
          <a:prstGeom prst="roundRect">
            <a:avLst>
              <a:gd name="adj" fmla="val 11903"/>
            </a:avLst>
          </a:prstGeom>
          <a:ln w="14837">
            <a:solidFill>
              <a:schemeClr val="bg2">
                <a:lumMod val="25000"/>
              </a:schemeClr>
            </a:solidFill>
          </a:ln>
        </p:spPr>
        <p:txBody>
          <a:bodyPr wrap="square" lIns="0" tIns="0" rIns="0" bIns="0" rtlCol="0"/>
          <a:lstStyle/>
          <a:p>
            <a:pPr marL="0" marR="0" lvl="0" indent="0" algn="l" defTabSz="55449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sz="1092" b="0" i="0" u="none" strike="noStrike" kern="0" cap="none" spc="0" normalizeH="0" baseline="0" noProof="0">
              <a:ln>
                <a:noFill/>
              </a:ln>
              <a:effectLst/>
              <a:uLnTx/>
              <a:uFillTx/>
              <a:latin typeface="Versos" panose="020B0503020204030204" pitchFamily="34" charset="77"/>
              <a:cs typeface="Arial"/>
              <a:sym typeface="Arial"/>
            </a:endParaRPr>
          </a:p>
        </p:txBody>
      </p:sp>
      <p:grpSp>
        <p:nvGrpSpPr>
          <p:cNvPr id="34" name="object 26">
            <a:extLst>
              <a:ext uri="{FF2B5EF4-FFF2-40B4-BE49-F238E27FC236}">
                <a16:creationId xmlns:a16="http://schemas.microsoft.com/office/drawing/2014/main" id="{DC5B8053-130B-6F90-40ED-8B4255BE5AB7}"/>
              </a:ext>
            </a:extLst>
          </p:cNvPr>
          <p:cNvGrpSpPr/>
          <p:nvPr/>
        </p:nvGrpSpPr>
        <p:grpSpPr>
          <a:xfrm>
            <a:off x="11142917" y="4876529"/>
            <a:ext cx="702743" cy="1641530"/>
            <a:chOff x="18374790" y="8041757"/>
            <a:chExt cx="1158875" cy="2707005"/>
          </a:xfrm>
        </p:grpSpPr>
        <p:sp>
          <p:nvSpPr>
            <p:cNvPr id="35" name="object 27">
              <a:extLst>
                <a:ext uri="{FF2B5EF4-FFF2-40B4-BE49-F238E27FC236}">
                  <a16:creationId xmlns:a16="http://schemas.microsoft.com/office/drawing/2014/main" id="{35EF3EF4-BB17-B2D8-2C42-AF69DAD64BF2}"/>
                </a:ext>
              </a:extLst>
            </p:cNvPr>
            <p:cNvSpPr/>
            <p:nvPr/>
          </p:nvSpPr>
          <p:spPr>
            <a:xfrm>
              <a:off x="18382208" y="8049175"/>
              <a:ext cx="1144270" cy="2692400"/>
            </a:xfrm>
            <a:custGeom>
              <a:avLst/>
              <a:gdLst/>
              <a:ahLst/>
              <a:cxnLst/>
              <a:rect l="l" t="t" r="r" b="b"/>
              <a:pathLst>
                <a:path w="1144269" h="2692400">
                  <a:moveTo>
                    <a:pt x="571961" y="2691813"/>
                  </a:moveTo>
                  <a:lnTo>
                    <a:pt x="525229" y="2689907"/>
                  </a:lnTo>
                  <a:lnTo>
                    <a:pt x="479504" y="2684291"/>
                  </a:lnTo>
                  <a:lnTo>
                    <a:pt x="434938" y="2675115"/>
                  </a:lnTo>
                  <a:lnTo>
                    <a:pt x="391680" y="2662528"/>
                  </a:lnTo>
                  <a:lnTo>
                    <a:pt x="349880" y="2646681"/>
                  </a:lnTo>
                  <a:lnTo>
                    <a:pt x="309689" y="2627724"/>
                  </a:lnTo>
                  <a:lnTo>
                    <a:pt x="271257" y="2605807"/>
                  </a:lnTo>
                  <a:lnTo>
                    <a:pt x="234733" y="2581080"/>
                  </a:lnTo>
                  <a:lnTo>
                    <a:pt x="200269" y="2553694"/>
                  </a:lnTo>
                  <a:lnTo>
                    <a:pt x="168014" y="2523798"/>
                  </a:lnTo>
                  <a:lnTo>
                    <a:pt x="138118" y="2491543"/>
                  </a:lnTo>
                  <a:lnTo>
                    <a:pt x="110732" y="2457079"/>
                  </a:lnTo>
                  <a:lnTo>
                    <a:pt x="86005" y="2420556"/>
                  </a:lnTo>
                  <a:lnTo>
                    <a:pt x="64088" y="2382123"/>
                  </a:lnTo>
                  <a:lnTo>
                    <a:pt x="45131" y="2341932"/>
                  </a:lnTo>
                  <a:lnTo>
                    <a:pt x="29284" y="2300133"/>
                  </a:lnTo>
                  <a:lnTo>
                    <a:pt x="16697" y="2256875"/>
                  </a:lnTo>
                  <a:lnTo>
                    <a:pt x="7521" y="2212308"/>
                  </a:lnTo>
                  <a:lnTo>
                    <a:pt x="1905" y="2166584"/>
                  </a:lnTo>
                  <a:lnTo>
                    <a:pt x="0" y="2119851"/>
                  </a:lnTo>
                  <a:lnTo>
                    <a:pt x="0" y="571961"/>
                  </a:lnTo>
                  <a:lnTo>
                    <a:pt x="1905" y="525229"/>
                  </a:lnTo>
                  <a:lnTo>
                    <a:pt x="7521" y="479504"/>
                  </a:lnTo>
                  <a:lnTo>
                    <a:pt x="16697" y="434938"/>
                  </a:lnTo>
                  <a:lnTo>
                    <a:pt x="29284" y="391680"/>
                  </a:lnTo>
                  <a:lnTo>
                    <a:pt x="45131" y="349880"/>
                  </a:lnTo>
                  <a:lnTo>
                    <a:pt x="64088" y="309689"/>
                  </a:lnTo>
                  <a:lnTo>
                    <a:pt x="86005" y="271257"/>
                  </a:lnTo>
                  <a:lnTo>
                    <a:pt x="110732" y="234733"/>
                  </a:lnTo>
                  <a:lnTo>
                    <a:pt x="138118" y="200269"/>
                  </a:lnTo>
                  <a:lnTo>
                    <a:pt x="168014" y="168014"/>
                  </a:lnTo>
                  <a:lnTo>
                    <a:pt x="200269" y="138118"/>
                  </a:lnTo>
                  <a:lnTo>
                    <a:pt x="234733" y="110732"/>
                  </a:lnTo>
                  <a:lnTo>
                    <a:pt x="271257" y="86005"/>
                  </a:lnTo>
                  <a:lnTo>
                    <a:pt x="309689" y="64088"/>
                  </a:lnTo>
                  <a:lnTo>
                    <a:pt x="349880" y="45131"/>
                  </a:lnTo>
                  <a:lnTo>
                    <a:pt x="391680" y="29284"/>
                  </a:lnTo>
                  <a:lnTo>
                    <a:pt x="434938" y="16697"/>
                  </a:lnTo>
                  <a:lnTo>
                    <a:pt x="479504" y="7521"/>
                  </a:lnTo>
                  <a:lnTo>
                    <a:pt x="525229" y="1905"/>
                  </a:lnTo>
                  <a:lnTo>
                    <a:pt x="571961" y="0"/>
                  </a:lnTo>
                  <a:lnTo>
                    <a:pt x="618694" y="1905"/>
                  </a:lnTo>
                  <a:lnTo>
                    <a:pt x="664418" y="7521"/>
                  </a:lnTo>
                  <a:lnTo>
                    <a:pt x="708985" y="16697"/>
                  </a:lnTo>
                  <a:lnTo>
                    <a:pt x="752243" y="29284"/>
                  </a:lnTo>
                  <a:lnTo>
                    <a:pt x="794042" y="45131"/>
                  </a:lnTo>
                  <a:lnTo>
                    <a:pt x="834233" y="64088"/>
                  </a:lnTo>
                  <a:lnTo>
                    <a:pt x="872665" y="86005"/>
                  </a:lnTo>
                  <a:lnTo>
                    <a:pt x="909189" y="110732"/>
                  </a:lnTo>
                  <a:lnTo>
                    <a:pt x="943653" y="138118"/>
                  </a:lnTo>
                  <a:lnTo>
                    <a:pt x="975908" y="168014"/>
                  </a:lnTo>
                  <a:lnTo>
                    <a:pt x="1005804" y="200269"/>
                  </a:lnTo>
                  <a:lnTo>
                    <a:pt x="1033190" y="234733"/>
                  </a:lnTo>
                  <a:lnTo>
                    <a:pt x="1057917" y="271257"/>
                  </a:lnTo>
                  <a:lnTo>
                    <a:pt x="1079834" y="309689"/>
                  </a:lnTo>
                  <a:lnTo>
                    <a:pt x="1098791" y="349880"/>
                  </a:lnTo>
                  <a:lnTo>
                    <a:pt x="1114638" y="391680"/>
                  </a:lnTo>
                  <a:lnTo>
                    <a:pt x="1127225" y="434938"/>
                  </a:lnTo>
                  <a:lnTo>
                    <a:pt x="1136401" y="479504"/>
                  </a:lnTo>
                  <a:lnTo>
                    <a:pt x="1142017" y="525229"/>
                  </a:lnTo>
                  <a:lnTo>
                    <a:pt x="1143923" y="571961"/>
                  </a:lnTo>
                  <a:lnTo>
                    <a:pt x="1143923" y="2119851"/>
                  </a:lnTo>
                  <a:lnTo>
                    <a:pt x="1142017" y="2166584"/>
                  </a:lnTo>
                  <a:lnTo>
                    <a:pt x="1136401" y="2212308"/>
                  </a:lnTo>
                  <a:lnTo>
                    <a:pt x="1127225" y="2256875"/>
                  </a:lnTo>
                  <a:lnTo>
                    <a:pt x="1114638" y="2300133"/>
                  </a:lnTo>
                  <a:lnTo>
                    <a:pt x="1098791" y="2341932"/>
                  </a:lnTo>
                  <a:lnTo>
                    <a:pt x="1079834" y="2382123"/>
                  </a:lnTo>
                  <a:lnTo>
                    <a:pt x="1057917" y="2420556"/>
                  </a:lnTo>
                  <a:lnTo>
                    <a:pt x="1033190" y="2457079"/>
                  </a:lnTo>
                  <a:lnTo>
                    <a:pt x="1005804" y="2491543"/>
                  </a:lnTo>
                  <a:lnTo>
                    <a:pt x="975908" y="2523798"/>
                  </a:lnTo>
                  <a:lnTo>
                    <a:pt x="943653" y="2553694"/>
                  </a:lnTo>
                  <a:lnTo>
                    <a:pt x="909189" y="2581080"/>
                  </a:lnTo>
                  <a:lnTo>
                    <a:pt x="872665" y="2605807"/>
                  </a:lnTo>
                  <a:lnTo>
                    <a:pt x="834233" y="2627724"/>
                  </a:lnTo>
                  <a:lnTo>
                    <a:pt x="794042" y="2646681"/>
                  </a:lnTo>
                  <a:lnTo>
                    <a:pt x="752243" y="2662528"/>
                  </a:lnTo>
                  <a:lnTo>
                    <a:pt x="708985" y="2675115"/>
                  </a:lnTo>
                  <a:lnTo>
                    <a:pt x="664418" y="2684291"/>
                  </a:lnTo>
                  <a:lnTo>
                    <a:pt x="618694" y="2689907"/>
                  </a:lnTo>
                  <a:lnTo>
                    <a:pt x="571961" y="2691813"/>
                  </a:lnTo>
                  <a:close/>
                </a:path>
              </a:pathLst>
            </a:custGeom>
            <a:ln w="14837">
              <a:solidFill>
                <a:schemeClr val="bg2">
                  <a:lumMod val="25000"/>
                </a:schemeClr>
              </a:solidFill>
            </a:ln>
          </p:spPr>
          <p:txBody>
            <a:bodyPr wrap="square" lIns="0" tIns="0" rIns="0" bIns="0" rtlCol="0"/>
            <a:lstStyle/>
            <a:p>
              <a:pPr marL="0" marR="0" lvl="0" indent="0" algn="l" defTabSz="55449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sz="1092" b="0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latin typeface="Versos" panose="020B0503020204030204" pitchFamily="34" charset="77"/>
                <a:cs typeface="Arial"/>
                <a:sym typeface="Arial"/>
              </a:endParaRPr>
            </a:p>
          </p:txBody>
        </p:sp>
        <p:sp>
          <p:nvSpPr>
            <p:cNvPr id="36" name="object 28">
              <a:extLst>
                <a:ext uri="{FF2B5EF4-FFF2-40B4-BE49-F238E27FC236}">
                  <a16:creationId xmlns:a16="http://schemas.microsoft.com/office/drawing/2014/main" id="{605B974D-BAB9-00F5-D082-F5D10DD2D599}"/>
                </a:ext>
              </a:extLst>
            </p:cNvPr>
            <p:cNvSpPr/>
            <p:nvPr/>
          </p:nvSpPr>
          <p:spPr>
            <a:xfrm>
              <a:off x="18504786" y="8243835"/>
              <a:ext cx="901700" cy="901700"/>
            </a:xfrm>
            <a:custGeom>
              <a:avLst/>
              <a:gdLst/>
              <a:ahLst/>
              <a:cxnLst/>
              <a:rect l="l" t="t" r="r" b="b"/>
              <a:pathLst>
                <a:path w="901700" h="901700">
                  <a:moveTo>
                    <a:pt x="901616" y="450803"/>
                  </a:moveTo>
                  <a:lnTo>
                    <a:pt x="898971" y="499923"/>
                  </a:lnTo>
                  <a:lnTo>
                    <a:pt x="891218" y="547512"/>
                  </a:lnTo>
                  <a:lnTo>
                    <a:pt x="878633" y="593293"/>
                  </a:lnTo>
                  <a:lnTo>
                    <a:pt x="861491" y="636992"/>
                  </a:lnTo>
                  <a:lnTo>
                    <a:pt x="840067" y="678334"/>
                  </a:lnTo>
                  <a:lnTo>
                    <a:pt x="814636" y="717043"/>
                  </a:lnTo>
                  <a:lnTo>
                    <a:pt x="785472" y="752845"/>
                  </a:lnTo>
                  <a:lnTo>
                    <a:pt x="752852" y="785465"/>
                  </a:lnTo>
                  <a:lnTo>
                    <a:pt x="717049" y="814628"/>
                  </a:lnTo>
                  <a:lnTo>
                    <a:pt x="678340" y="840059"/>
                  </a:lnTo>
                  <a:lnTo>
                    <a:pt x="636998" y="861482"/>
                  </a:lnTo>
                  <a:lnTo>
                    <a:pt x="593300" y="878624"/>
                  </a:lnTo>
                  <a:lnTo>
                    <a:pt x="547519" y="891208"/>
                  </a:lnTo>
                  <a:lnTo>
                    <a:pt x="499932" y="898960"/>
                  </a:lnTo>
                  <a:lnTo>
                    <a:pt x="450813" y="901606"/>
                  </a:lnTo>
                  <a:lnTo>
                    <a:pt x="401692" y="898960"/>
                  </a:lnTo>
                  <a:lnTo>
                    <a:pt x="354103" y="891208"/>
                  </a:lnTo>
                  <a:lnTo>
                    <a:pt x="308321" y="878624"/>
                  </a:lnTo>
                  <a:lnTo>
                    <a:pt x="264622" y="861482"/>
                  </a:lnTo>
                  <a:lnTo>
                    <a:pt x="223279" y="840059"/>
                  </a:lnTo>
                  <a:lnTo>
                    <a:pt x="184569" y="814628"/>
                  </a:lnTo>
                  <a:lnTo>
                    <a:pt x="148765" y="785465"/>
                  </a:lnTo>
                  <a:lnTo>
                    <a:pt x="116144" y="752845"/>
                  </a:lnTo>
                  <a:lnTo>
                    <a:pt x="86981" y="717043"/>
                  </a:lnTo>
                  <a:lnTo>
                    <a:pt x="61549" y="678334"/>
                  </a:lnTo>
                  <a:lnTo>
                    <a:pt x="40125" y="636992"/>
                  </a:lnTo>
                  <a:lnTo>
                    <a:pt x="22982" y="593293"/>
                  </a:lnTo>
                  <a:lnTo>
                    <a:pt x="10397" y="547512"/>
                  </a:lnTo>
                  <a:lnTo>
                    <a:pt x="2645" y="499923"/>
                  </a:lnTo>
                  <a:lnTo>
                    <a:pt x="0" y="450803"/>
                  </a:lnTo>
                  <a:lnTo>
                    <a:pt x="2645" y="401682"/>
                  </a:lnTo>
                  <a:lnTo>
                    <a:pt x="10397" y="354093"/>
                  </a:lnTo>
                  <a:lnTo>
                    <a:pt x="22982" y="308312"/>
                  </a:lnTo>
                  <a:lnTo>
                    <a:pt x="40125" y="264613"/>
                  </a:lnTo>
                  <a:lnTo>
                    <a:pt x="61549" y="223271"/>
                  </a:lnTo>
                  <a:lnTo>
                    <a:pt x="86981" y="184562"/>
                  </a:lnTo>
                  <a:lnTo>
                    <a:pt x="116144" y="148760"/>
                  </a:lnTo>
                  <a:lnTo>
                    <a:pt x="148765" y="116140"/>
                  </a:lnTo>
                  <a:lnTo>
                    <a:pt x="184569" y="86977"/>
                  </a:lnTo>
                  <a:lnTo>
                    <a:pt x="223279" y="61546"/>
                  </a:lnTo>
                  <a:lnTo>
                    <a:pt x="264622" y="40123"/>
                  </a:lnTo>
                  <a:lnTo>
                    <a:pt x="308321" y="22981"/>
                  </a:lnTo>
                  <a:lnTo>
                    <a:pt x="354103" y="10397"/>
                  </a:lnTo>
                  <a:lnTo>
                    <a:pt x="401692" y="2645"/>
                  </a:lnTo>
                  <a:lnTo>
                    <a:pt x="450813" y="0"/>
                  </a:lnTo>
                  <a:lnTo>
                    <a:pt x="499932" y="2645"/>
                  </a:lnTo>
                  <a:lnTo>
                    <a:pt x="547519" y="10397"/>
                  </a:lnTo>
                  <a:lnTo>
                    <a:pt x="593300" y="22981"/>
                  </a:lnTo>
                  <a:lnTo>
                    <a:pt x="636998" y="40123"/>
                  </a:lnTo>
                  <a:lnTo>
                    <a:pt x="678340" y="61546"/>
                  </a:lnTo>
                  <a:lnTo>
                    <a:pt x="717049" y="86977"/>
                  </a:lnTo>
                  <a:lnTo>
                    <a:pt x="752852" y="116140"/>
                  </a:lnTo>
                  <a:lnTo>
                    <a:pt x="785472" y="148760"/>
                  </a:lnTo>
                  <a:lnTo>
                    <a:pt x="814636" y="184562"/>
                  </a:lnTo>
                  <a:lnTo>
                    <a:pt x="840067" y="223271"/>
                  </a:lnTo>
                  <a:lnTo>
                    <a:pt x="861491" y="264613"/>
                  </a:lnTo>
                  <a:lnTo>
                    <a:pt x="878633" y="308312"/>
                  </a:lnTo>
                  <a:lnTo>
                    <a:pt x="891218" y="354093"/>
                  </a:lnTo>
                  <a:lnTo>
                    <a:pt x="898971" y="401682"/>
                  </a:lnTo>
                  <a:lnTo>
                    <a:pt x="901616" y="450803"/>
                  </a:lnTo>
                  <a:close/>
                </a:path>
              </a:pathLst>
            </a:custGeom>
            <a:solidFill>
              <a:schemeClr val="accent3"/>
            </a:solidFill>
            <a:ln w="14837">
              <a:noFill/>
            </a:ln>
          </p:spPr>
          <p:txBody>
            <a:bodyPr wrap="square" lIns="0" tIns="0" rIns="0" bIns="0" rtlCol="0"/>
            <a:lstStyle/>
            <a:p>
              <a:pPr marL="0" marR="0" lvl="0" indent="0" algn="l" defTabSz="55449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sz="1092" b="0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latin typeface="Versos" panose="020B0503020204030204" pitchFamily="34" charset="77"/>
                <a:cs typeface="Arial"/>
                <a:sym typeface="Arial"/>
              </a:endParaRPr>
            </a:p>
          </p:txBody>
        </p:sp>
      </p:grpSp>
      <p:sp>
        <p:nvSpPr>
          <p:cNvPr id="37" name="object 29">
            <a:extLst>
              <a:ext uri="{FF2B5EF4-FFF2-40B4-BE49-F238E27FC236}">
                <a16:creationId xmlns:a16="http://schemas.microsoft.com/office/drawing/2014/main" id="{794A913B-8496-581E-4FB8-4701F93F2271}"/>
              </a:ext>
            </a:extLst>
          </p:cNvPr>
          <p:cNvSpPr txBox="1"/>
          <p:nvPr/>
        </p:nvSpPr>
        <p:spPr>
          <a:xfrm>
            <a:off x="5003634" y="829139"/>
            <a:ext cx="2566840" cy="930717"/>
          </a:xfrm>
          <a:prstGeom prst="rect">
            <a:avLst/>
          </a:prstGeom>
        </p:spPr>
        <p:txBody>
          <a:bodyPr vert="horz" wrap="square" lIns="0" tIns="7316" rIns="0" bIns="0" rtlCol="0" anchor="t">
            <a:spAutoFit/>
          </a:bodyPr>
          <a:lstStyle/>
          <a:p>
            <a:pPr marL="7620" marR="2540" defTabSz="554492">
              <a:lnSpc>
                <a:spcPct val="100499"/>
              </a:lnSpc>
              <a:spcBef>
                <a:spcPts val="58"/>
              </a:spcBef>
              <a:buFont typeface="Arial"/>
              <a:defRPr/>
            </a:pPr>
            <a:r>
              <a:rPr kumimoji="0" lang="pt-BR" sz="1200" b="0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latin typeface="Versos Light"/>
                <a:cs typeface="Arial"/>
                <a:sym typeface="Arial"/>
              </a:rPr>
              <a:t>Fundo de Previdência </a:t>
            </a:r>
            <a:r>
              <a:rPr lang="pt-BR" sz="1200" kern="0">
                <a:latin typeface="Versos Light"/>
                <a:cs typeface="Arial"/>
                <a:sym typeface="Arial"/>
              </a:rPr>
              <a:t>destinado a investir em </a:t>
            </a:r>
            <a:r>
              <a:rPr kumimoji="0" lang="pt-BR" sz="1200" b="0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latin typeface="Versos Light"/>
                <a:cs typeface="Arial"/>
                <a:sym typeface="Arial"/>
              </a:rPr>
              <a:t>dívidas de empresas brasileiras e/ou instituições financeiras, com </a:t>
            </a:r>
            <a:r>
              <a:rPr lang="pt-BR" sz="1200" kern="0">
                <a:latin typeface="Versos Light"/>
                <a:cs typeface="Arial"/>
                <a:sym typeface="Arial"/>
              </a:rPr>
              <a:t>parte da alocação</a:t>
            </a:r>
            <a:r>
              <a:rPr kumimoji="0" lang="pt-BR" sz="1200" b="0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latin typeface="Versos Light"/>
                <a:cs typeface="Arial"/>
                <a:sym typeface="Arial"/>
              </a:rPr>
              <a:t> </a:t>
            </a:r>
            <a:r>
              <a:rPr lang="pt-BR" sz="1200" kern="0">
                <a:latin typeface="Versos Light"/>
                <a:cs typeface="Arial"/>
                <a:sym typeface="Arial"/>
              </a:rPr>
              <a:t>voltada para </a:t>
            </a:r>
            <a:r>
              <a:rPr kumimoji="0" lang="pt-BR" sz="1200" b="0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latin typeface="Versos Light"/>
                <a:cs typeface="Arial"/>
                <a:sym typeface="Arial"/>
              </a:rPr>
              <a:t>crédito estruturado.</a:t>
            </a:r>
            <a:endParaRPr lang="en-US" sz="1200">
              <a:latin typeface="Versos Light"/>
            </a:endParaRPr>
          </a:p>
        </p:txBody>
      </p:sp>
      <p:sp>
        <p:nvSpPr>
          <p:cNvPr id="42" name="object 34">
            <a:extLst>
              <a:ext uri="{FF2B5EF4-FFF2-40B4-BE49-F238E27FC236}">
                <a16:creationId xmlns:a16="http://schemas.microsoft.com/office/drawing/2014/main" id="{448C5D1A-8433-7A9B-2A0A-E5EF817177D2}"/>
              </a:ext>
            </a:extLst>
          </p:cNvPr>
          <p:cNvSpPr txBox="1"/>
          <p:nvPr/>
        </p:nvSpPr>
        <p:spPr>
          <a:xfrm>
            <a:off x="5003634" y="412511"/>
            <a:ext cx="2215150" cy="174137"/>
          </a:xfrm>
          <a:prstGeom prst="rect">
            <a:avLst/>
          </a:prstGeom>
        </p:spPr>
        <p:txBody>
          <a:bodyPr vert="horz" wrap="square" lIns="0" tIns="10782" rIns="0" bIns="0" rtlCol="0">
            <a:spAutoFit/>
          </a:bodyPr>
          <a:lstStyle/>
          <a:p>
            <a:pPr marL="7701" marR="0" lvl="0" indent="0" algn="l" defTabSz="554492" rtl="0" eaLnBrk="1" fontAlgn="auto" latinLnBrk="0" hangingPunct="1">
              <a:lnSpc>
                <a:spcPct val="100000"/>
              </a:lnSpc>
              <a:spcBef>
                <a:spcPts val="85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sz="1061" b="1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latin typeface="Versos" panose="020B0503020204030204" pitchFamily="34" charset="77"/>
                <a:cs typeface="Arial"/>
                <a:sym typeface="Arial"/>
              </a:rPr>
              <a:t>Política de Investimentos</a:t>
            </a:r>
            <a:endParaRPr kumimoji="0" sz="1061" b="0" i="0" u="none" strike="noStrike" kern="0" cap="none" spc="0" normalizeH="0" baseline="0" noProof="0">
              <a:ln>
                <a:noFill/>
              </a:ln>
              <a:effectLst/>
              <a:uLnTx/>
              <a:uFillTx/>
              <a:latin typeface="Versos" panose="020B0503020204030204" pitchFamily="34" charset="77"/>
              <a:cs typeface="Arial"/>
              <a:sym typeface="Arial"/>
            </a:endParaRPr>
          </a:p>
        </p:txBody>
      </p:sp>
      <p:sp>
        <p:nvSpPr>
          <p:cNvPr id="43" name="object 36">
            <a:extLst>
              <a:ext uri="{FF2B5EF4-FFF2-40B4-BE49-F238E27FC236}">
                <a16:creationId xmlns:a16="http://schemas.microsoft.com/office/drawing/2014/main" id="{361C2561-78F0-C910-AEE2-A46831634FF2}"/>
              </a:ext>
            </a:extLst>
          </p:cNvPr>
          <p:cNvSpPr/>
          <p:nvPr/>
        </p:nvSpPr>
        <p:spPr>
          <a:xfrm>
            <a:off x="5003634" y="629843"/>
            <a:ext cx="2283048" cy="0"/>
          </a:xfrm>
          <a:custGeom>
            <a:avLst/>
            <a:gdLst/>
            <a:ahLst/>
            <a:cxnLst/>
            <a:rect l="l" t="t" r="r" b="b"/>
            <a:pathLst>
              <a:path w="3764915">
                <a:moveTo>
                  <a:pt x="0" y="0"/>
                </a:moveTo>
                <a:lnTo>
                  <a:pt x="3764304" y="0"/>
                </a:lnTo>
              </a:path>
            </a:pathLst>
          </a:custGeom>
          <a:ln w="10470">
            <a:solidFill>
              <a:schemeClr val="bg2">
                <a:lumMod val="25000"/>
              </a:schemeClr>
            </a:solidFill>
          </a:ln>
        </p:spPr>
        <p:txBody>
          <a:bodyPr wrap="square" lIns="0" tIns="0" rIns="0" bIns="0" rtlCol="0"/>
          <a:lstStyle/>
          <a:p>
            <a:pPr marL="0" marR="0" lvl="0" indent="0" algn="l" defTabSz="55449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sz="1092" b="0" i="0" u="none" strike="noStrike" kern="0" cap="none" spc="0" normalizeH="0" baseline="0" noProof="0">
              <a:ln>
                <a:noFill/>
              </a:ln>
              <a:effectLst/>
              <a:uLnTx/>
              <a:uFillTx/>
              <a:latin typeface="Versos" panose="020B0503020204030204" pitchFamily="34" charset="77"/>
              <a:cs typeface="Arial"/>
              <a:sym typeface="Arial"/>
            </a:endParaRPr>
          </a:p>
        </p:txBody>
      </p:sp>
      <p:sp>
        <p:nvSpPr>
          <p:cNvPr id="52" name="object 45">
            <a:extLst>
              <a:ext uri="{FF2B5EF4-FFF2-40B4-BE49-F238E27FC236}">
                <a16:creationId xmlns:a16="http://schemas.microsoft.com/office/drawing/2014/main" id="{2752D91A-6733-DCD3-A0E2-F7219C155D00}"/>
              </a:ext>
            </a:extLst>
          </p:cNvPr>
          <p:cNvSpPr txBox="1"/>
          <p:nvPr/>
        </p:nvSpPr>
        <p:spPr>
          <a:xfrm>
            <a:off x="5003634" y="2232384"/>
            <a:ext cx="1345416" cy="174137"/>
          </a:xfrm>
          <a:prstGeom prst="rect">
            <a:avLst/>
          </a:prstGeom>
        </p:spPr>
        <p:txBody>
          <a:bodyPr vert="horz" wrap="square" lIns="0" tIns="10782" rIns="0" bIns="0" rtlCol="0">
            <a:spAutoFit/>
          </a:bodyPr>
          <a:lstStyle/>
          <a:p>
            <a:pPr marL="7701" marR="0" lvl="0" indent="0" algn="l" defTabSz="554492" rtl="0" eaLnBrk="1" fontAlgn="auto" latinLnBrk="0" hangingPunct="1">
              <a:lnSpc>
                <a:spcPct val="100000"/>
              </a:lnSpc>
              <a:spcBef>
                <a:spcPts val="85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pt-BR" sz="1061" b="1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latin typeface="Versos" panose="020B0503020204030204" pitchFamily="34" charset="77"/>
                <a:cs typeface="Arial"/>
                <a:sym typeface="Arial"/>
              </a:rPr>
              <a:t>Forma de Aplicação</a:t>
            </a:r>
            <a:endParaRPr kumimoji="0" lang="pt-BR" sz="1061" b="0" i="0" u="none" strike="noStrike" kern="0" cap="none" spc="0" normalizeH="0" baseline="0" noProof="0">
              <a:ln>
                <a:noFill/>
              </a:ln>
              <a:effectLst/>
              <a:uLnTx/>
              <a:uFillTx/>
              <a:latin typeface="Versos" panose="020B0503020204030204" pitchFamily="34" charset="77"/>
              <a:cs typeface="Arial"/>
              <a:sym typeface="Arial"/>
            </a:endParaRPr>
          </a:p>
        </p:txBody>
      </p:sp>
      <p:sp>
        <p:nvSpPr>
          <p:cNvPr id="53" name="object 46">
            <a:extLst>
              <a:ext uri="{FF2B5EF4-FFF2-40B4-BE49-F238E27FC236}">
                <a16:creationId xmlns:a16="http://schemas.microsoft.com/office/drawing/2014/main" id="{398A4BB4-7130-1769-7F0C-5C0516995363}"/>
              </a:ext>
            </a:extLst>
          </p:cNvPr>
          <p:cNvSpPr/>
          <p:nvPr/>
        </p:nvSpPr>
        <p:spPr>
          <a:xfrm>
            <a:off x="5003634" y="2455990"/>
            <a:ext cx="1816350" cy="0"/>
          </a:xfrm>
          <a:custGeom>
            <a:avLst/>
            <a:gdLst/>
            <a:ahLst/>
            <a:cxnLst/>
            <a:rect l="l" t="t" r="r" b="b"/>
            <a:pathLst>
              <a:path w="2995295">
                <a:moveTo>
                  <a:pt x="0" y="0"/>
                </a:moveTo>
                <a:lnTo>
                  <a:pt x="2994819" y="0"/>
                </a:lnTo>
              </a:path>
            </a:pathLst>
          </a:custGeom>
          <a:ln w="14837">
            <a:solidFill>
              <a:schemeClr val="bg2">
                <a:lumMod val="25000"/>
              </a:schemeClr>
            </a:solidFill>
          </a:ln>
        </p:spPr>
        <p:txBody>
          <a:bodyPr wrap="square" lIns="0" tIns="0" rIns="0" bIns="0" rtlCol="0"/>
          <a:lstStyle/>
          <a:p>
            <a:pPr marL="0" marR="0" lvl="0" indent="0" algn="l" defTabSz="55449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sz="1092" b="0" i="0" u="none" strike="noStrike" kern="0" cap="none" spc="0" normalizeH="0" baseline="0" noProof="0">
              <a:ln>
                <a:noFill/>
              </a:ln>
              <a:effectLst/>
              <a:uLnTx/>
              <a:uFillTx/>
              <a:latin typeface="Versos" panose="020B0503020204030204" pitchFamily="34" charset="77"/>
              <a:cs typeface="Arial"/>
              <a:sym typeface="Arial"/>
            </a:endParaRPr>
          </a:p>
        </p:txBody>
      </p:sp>
      <p:sp>
        <p:nvSpPr>
          <p:cNvPr id="54" name="object 47">
            <a:extLst>
              <a:ext uri="{FF2B5EF4-FFF2-40B4-BE49-F238E27FC236}">
                <a16:creationId xmlns:a16="http://schemas.microsoft.com/office/drawing/2014/main" id="{719B1E47-4DB0-BD65-9816-C1B12A6BC948}"/>
              </a:ext>
            </a:extLst>
          </p:cNvPr>
          <p:cNvSpPr txBox="1"/>
          <p:nvPr/>
        </p:nvSpPr>
        <p:spPr>
          <a:xfrm>
            <a:off x="5003634" y="4078401"/>
            <a:ext cx="1651940" cy="174137"/>
          </a:xfrm>
          <a:prstGeom prst="rect">
            <a:avLst/>
          </a:prstGeom>
        </p:spPr>
        <p:txBody>
          <a:bodyPr vert="horz" wrap="square" lIns="0" tIns="10782" rIns="0" bIns="0" rtlCol="0">
            <a:spAutoFit/>
          </a:bodyPr>
          <a:lstStyle/>
          <a:p>
            <a:pPr marL="7701" marR="0" lvl="0" indent="0" algn="l" defTabSz="554492" rtl="0" eaLnBrk="1" fontAlgn="auto" latinLnBrk="0" hangingPunct="1">
              <a:lnSpc>
                <a:spcPct val="100000"/>
              </a:lnSpc>
              <a:spcBef>
                <a:spcPts val="85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sz="1061" b="1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latin typeface="Versos" panose="020B0503020204030204" pitchFamily="34" charset="77"/>
                <a:cs typeface="Arial"/>
                <a:sym typeface="Arial"/>
              </a:rPr>
              <a:t>Volume Inicial Target</a:t>
            </a:r>
            <a:endParaRPr kumimoji="0" sz="1061" b="0" i="0" u="none" strike="noStrike" kern="0" cap="none" spc="0" normalizeH="0" baseline="0" noProof="0">
              <a:ln>
                <a:noFill/>
              </a:ln>
              <a:effectLst/>
              <a:uLnTx/>
              <a:uFillTx/>
              <a:latin typeface="Versos" panose="020B0503020204030204" pitchFamily="34" charset="77"/>
              <a:cs typeface="Arial"/>
              <a:sym typeface="Arial"/>
            </a:endParaRPr>
          </a:p>
        </p:txBody>
      </p:sp>
      <p:sp>
        <p:nvSpPr>
          <p:cNvPr id="55" name="object 48">
            <a:extLst>
              <a:ext uri="{FF2B5EF4-FFF2-40B4-BE49-F238E27FC236}">
                <a16:creationId xmlns:a16="http://schemas.microsoft.com/office/drawing/2014/main" id="{86DBBE7E-5D0A-9CFF-9229-39A531D671B4}"/>
              </a:ext>
            </a:extLst>
          </p:cNvPr>
          <p:cNvSpPr/>
          <p:nvPr/>
        </p:nvSpPr>
        <p:spPr>
          <a:xfrm>
            <a:off x="5003634" y="4291856"/>
            <a:ext cx="1554891" cy="0"/>
          </a:xfrm>
          <a:custGeom>
            <a:avLst/>
            <a:gdLst/>
            <a:ahLst/>
            <a:cxnLst/>
            <a:rect l="l" t="t" r="r" b="b"/>
            <a:pathLst>
              <a:path w="2564129">
                <a:moveTo>
                  <a:pt x="0" y="0"/>
                </a:moveTo>
                <a:lnTo>
                  <a:pt x="2563607" y="0"/>
                </a:lnTo>
              </a:path>
            </a:pathLst>
          </a:custGeom>
          <a:ln w="14837">
            <a:solidFill>
              <a:schemeClr val="bg2">
                <a:lumMod val="25000"/>
              </a:schemeClr>
            </a:solidFill>
          </a:ln>
        </p:spPr>
        <p:txBody>
          <a:bodyPr wrap="square" lIns="0" tIns="0" rIns="0" bIns="0" rtlCol="0"/>
          <a:lstStyle/>
          <a:p>
            <a:pPr marL="0" marR="0" lvl="0" indent="0" algn="l" defTabSz="55449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sz="1092" b="0" i="0" u="none" strike="noStrike" kern="0" cap="none" spc="0" normalizeH="0" baseline="0" noProof="0">
              <a:ln>
                <a:noFill/>
              </a:ln>
              <a:effectLst/>
              <a:uLnTx/>
              <a:uFillTx/>
              <a:latin typeface="Versos" panose="020B0503020204030204" pitchFamily="34" charset="77"/>
              <a:cs typeface="Arial"/>
              <a:sym typeface="Arial"/>
            </a:endParaRPr>
          </a:p>
        </p:txBody>
      </p:sp>
      <p:sp>
        <p:nvSpPr>
          <p:cNvPr id="56" name="object 49">
            <a:extLst>
              <a:ext uri="{FF2B5EF4-FFF2-40B4-BE49-F238E27FC236}">
                <a16:creationId xmlns:a16="http://schemas.microsoft.com/office/drawing/2014/main" id="{D96348F2-F878-E7F8-5FB2-BD27C07AE1C4}"/>
              </a:ext>
            </a:extLst>
          </p:cNvPr>
          <p:cNvSpPr txBox="1"/>
          <p:nvPr/>
        </p:nvSpPr>
        <p:spPr>
          <a:xfrm>
            <a:off x="5003634" y="4996782"/>
            <a:ext cx="1512919" cy="174137"/>
          </a:xfrm>
          <a:prstGeom prst="rect">
            <a:avLst/>
          </a:prstGeom>
        </p:spPr>
        <p:txBody>
          <a:bodyPr vert="horz" wrap="square" lIns="0" tIns="10782" rIns="0" bIns="0" rtlCol="0">
            <a:spAutoFit/>
          </a:bodyPr>
          <a:lstStyle/>
          <a:p>
            <a:pPr marL="7701" marR="0" lvl="0" indent="0" algn="l" defTabSz="554492" rtl="0" eaLnBrk="1" fontAlgn="auto" latinLnBrk="0" hangingPunct="1">
              <a:lnSpc>
                <a:spcPct val="100000"/>
              </a:lnSpc>
              <a:spcBef>
                <a:spcPts val="85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sz="1061" b="1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latin typeface="Versos" panose="020B0503020204030204" pitchFamily="34" charset="77"/>
                <a:cs typeface="Arial"/>
                <a:sym typeface="Arial"/>
              </a:rPr>
              <a:t>Taxa de Adm &amp; </a:t>
            </a:r>
            <a:r>
              <a:rPr kumimoji="0" lang="pt-BR" sz="1061" b="1" i="0" u="none" strike="noStrike" kern="0" cap="none" spc="0" normalizeH="0" baseline="0" noProof="0" err="1">
                <a:ln>
                  <a:noFill/>
                </a:ln>
                <a:effectLst/>
                <a:uLnTx/>
                <a:uFillTx/>
                <a:latin typeface="Versos" panose="020B0503020204030204" pitchFamily="34" charset="77"/>
                <a:cs typeface="Arial"/>
                <a:sym typeface="Arial"/>
              </a:rPr>
              <a:t>Gestão</a:t>
            </a:r>
            <a:endParaRPr kumimoji="0" sz="1061" b="0" i="0" u="none" strike="noStrike" kern="0" cap="none" spc="0" normalizeH="0" baseline="0" noProof="0">
              <a:ln>
                <a:noFill/>
              </a:ln>
              <a:effectLst/>
              <a:uLnTx/>
              <a:uFillTx/>
              <a:latin typeface="Versos" panose="020B0503020204030204" pitchFamily="34" charset="77"/>
              <a:cs typeface="Arial"/>
              <a:sym typeface="Arial"/>
            </a:endParaRPr>
          </a:p>
        </p:txBody>
      </p:sp>
      <p:sp>
        <p:nvSpPr>
          <p:cNvPr id="57" name="object 50">
            <a:extLst>
              <a:ext uri="{FF2B5EF4-FFF2-40B4-BE49-F238E27FC236}">
                <a16:creationId xmlns:a16="http://schemas.microsoft.com/office/drawing/2014/main" id="{A4CD1943-DC70-38E1-39C8-28BCDB75D8C6}"/>
              </a:ext>
            </a:extLst>
          </p:cNvPr>
          <p:cNvSpPr/>
          <p:nvPr/>
        </p:nvSpPr>
        <p:spPr>
          <a:xfrm>
            <a:off x="5003634" y="5207214"/>
            <a:ext cx="2339267" cy="0"/>
          </a:xfrm>
          <a:custGeom>
            <a:avLst/>
            <a:gdLst/>
            <a:ahLst/>
            <a:cxnLst/>
            <a:rect l="l" t="t" r="r" b="b"/>
            <a:pathLst>
              <a:path w="3857625">
                <a:moveTo>
                  <a:pt x="0" y="0"/>
                </a:moveTo>
                <a:lnTo>
                  <a:pt x="3857254" y="0"/>
                </a:lnTo>
              </a:path>
            </a:pathLst>
          </a:custGeom>
          <a:ln w="14837">
            <a:solidFill>
              <a:schemeClr val="bg2">
                <a:lumMod val="25000"/>
              </a:schemeClr>
            </a:solidFill>
          </a:ln>
        </p:spPr>
        <p:txBody>
          <a:bodyPr wrap="square" lIns="0" tIns="0" rIns="0" bIns="0" rtlCol="0"/>
          <a:lstStyle/>
          <a:p>
            <a:pPr marL="0" marR="0" lvl="0" indent="0" algn="l" defTabSz="55449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sz="1092" b="0" i="0" u="none" strike="noStrike" kern="0" cap="none" spc="0" normalizeH="0" baseline="0" noProof="0">
              <a:ln>
                <a:noFill/>
              </a:ln>
              <a:effectLst/>
              <a:uLnTx/>
              <a:uFillTx/>
              <a:latin typeface="Versos" panose="020B0503020204030204" pitchFamily="34" charset="77"/>
              <a:cs typeface="Arial"/>
              <a:sym typeface="Arial"/>
            </a:endParaRPr>
          </a:p>
        </p:txBody>
      </p:sp>
      <p:sp>
        <p:nvSpPr>
          <p:cNvPr id="58" name="object 51">
            <a:extLst>
              <a:ext uri="{FF2B5EF4-FFF2-40B4-BE49-F238E27FC236}">
                <a16:creationId xmlns:a16="http://schemas.microsoft.com/office/drawing/2014/main" id="{2B878E7A-5EAF-DDA6-9A79-E2828E78D081}"/>
              </a:ext>
            </a:extLst>
          </p:cNvPr>
          <p:cNvSpPr txBox="1"/>
          <p:nvPr/>
        </p:nvSpPr>
        <p:spPr>
          <a:xfrm>
            <a:off x="7878225" y="4995755"/>
            <a:ext cx="1081970" cy="174137"/>
          </a:xfrm>
          <a:prstGeom prst="rect">
            <a:avLst/>
          </a:prstGeom>
        </p:spPr>
        <p:txBody>
          <a:bodyPr vert="horz" wrap="square" lIns="0" tIns="10782" rIns="0" bIns="0" rtlCol="0">
            <a:spAutoFit/>
          </a:bodyPr>
          <a:lstStyle/>
          <a:p>
            <a:pPr marL="7701" marR="0" lvl="0" indent="0" algn="l" defTabSz="554492" rtl="0" eaLnBrk="1" fontAlgn="auto" latinLnBrk="0" hangingPunct="1">
              <a:lnSpc>
                <a:spcPct val="100000"/>
              </a:lnSpc>
              <a:spcBef>
                <a:spcPts val="85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sz="1061" b="1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latin typeface="Versos" panose="020B0503020204030204" pitchFamily="34" charset="77"/>
                <a:cs typeface="Arial"/>
                <a:sym typeface="Arial"/>
              </a:rPr>
              <a:t>Performance</a:t>
            </a:r>
            <a:endParaRPr kumimoji="0" sz="1061" b="0" i="0" u="none" strike="noStrike" kern="0" cap="none" spc="0" normalizeH="0" baseline="0" noProof="0">
              <a:ln>
                <a:noFill/>
              </a:ln>
              <a:effectLst/>
              <a:uLnTx/>
              <a:uFillTx/>
              <a:latin typeface="Versos" panose="020B0503020204030204" pitchFamily="34" charset="77"/>
              <a:cs typeface="Arial"/>
              <a:sym typeface="Arial"/>
            </a:endParaRPr>
          </a:p>
        </p:txBody>
      </p:sp>
      <p:sp>
        <p:nvSpPr>
          <p:cNvPr id="59" name="object 52">
            <a:extLst>
              <a:ext uri="{FF2B5EF4-FFF2-40B4-BE49-F238E27FC236}">
                <a16:creationId xmlns:a16="http://schemas.microsoft.com/office/drawing/2014/main" id="{2168C1C9-5158-C763-BE9F-6EED9F521DEA}"/>
              </a:ext>
            </a:extLst>
          </p:cNvPr>
          <p:cNvSpPr/>
          <p:nvPr/>
        </p:nvSpPr>
        <p:spPr>
          <a:xfrm>
            <a:off x="7878225" y="5207214"/>
            <a:ext cx="2849863" cy="0"/>
          </a:xfrm>
          <a:custGeom>
            <a:avLst/>
            <a:gdLst/>
            <a:ahLst/>
            <a:cxnLst/>
            <a:rect l="l" t="t" r="r" b="b"/>
            <a:pathLst>
              <a:path w="4699634">
                <a:moveTo>
                  <a:pt x="0" y="0"/>
                </a:moveTo>
                <a:lnTo>
                  <a:pt x="4699092" y="0"/>
                </a:lnTo>
              </a:path>
            </a:pathLst>
          </a:custGeom>
          <a:ln w="14837">
            <a:solidFill>
              <a:schemeClr val="bg2">
                <a:lumMod val="25000"/>
              </a:schemeClr>
            </a:solidFill>
          </a:ln>
        </p:spPr>
        <p:txBody>
          <a:bodyPr wrap="square" lIns="0" tIns="0" rIns="0" bIns="0" rtlCol="0"/>
          <a:lstStyle/>
          <a:p>
            <a:pPr marL="0" marR="0" lvl="0" indent="0" algn="l" defTabSz="55449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sz="1092" b="0" i="0" u="none" strike="noStrike" kern="0" cap="none" spc="0" normalizeH="0" baseline="0" noProof="0">
              <a:ln>
                <a:noFill/>
              </a:ln>
              <a:effectLst/>
              <a:uLnTx/>
              <a:uFillTx/>
              <a:latin typeface="Versos" panose="020B0503020204030204" pitchFamily="34" charset="77"/>
              <a:cs typeface="Arial"/>
              <a:sym typeface="Arial"/>
            </a:endParaRPr>
          </a:p>
        </p:txBody>
      </p:sp>
      <p:sp>
        <p:nvSpPr>
          <p:cNvPr id="60" name="object 53">
            <a:extLst>
              <a:ext uri="{FF2B5EF4-FFF2-40B4-BE49-F238E27FC236}">
                <a16:creationId xmlns:a16="http://schemas.microsoft.com/office/drawing/2014/main" id="{259216BA-4CE4-9177-C055-4EB3AC8BF975}"/>
              </a:ext>
            </a:extLst>
          </p:cNvPr>
          <p:cNvSpPr txBox="1"/>
          <p:nvPr/>
        </p:nvSpPr>
        <p:spPr>
          <a:xfrm>
            <a:off x="9606386" y="2232384"/>
            <a:ext cx="514446" cy="174137"/>
          </a:xfrm>
          <a:prstGeom prst="rect">
            <a:avLst/>
          </a:prstGeom>
        </p:spPr>
        <p:txBody>
          <a:bodyPr vert="horz" wrap="square" lIns="0" tIns="10782" rIns="0" bIns="0" rtlCol="0">
            <a:spAutoFit/>
          </a:bodyPr>
          <a:lstStyle/>
          <a:p>
            <a:pPr marL="7701" marR="0" lvl="0" indent="0" algn="l" defTabSz="554492" rtl="0" eaLnBrk="1" fontAlgn="auto" latinLnBrk="0" hangingPunct="1">
              <a:lnSpc>
                <a:spcPct val="100000"/>
              </a:lnSpc>
              <a:spcBef>
                <a:spcPts val="85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sz="1061" b="1" i="0" u="none" strike="noStrike" kern="0" cap="none" spc="0" normalizeH="0" baseline="0" noProof="0" err="1">
                <a:ln>
                  <a:noFill/>
                </a:ln>
                <a:effectLst/>
                <a:uLnTx/>
                <a:uFillTx/>
                <a:latin typeface="Versos" panose="020B0503020204030204" pitchFamily="34" charset="77"/>
                <a:cs typeface="Arial"/>
                <a:sym typeface="Arial"/>
              </a:rPr>
              <a:t>Veículo</a:t>
            </a:r>
            <a:endParaRPr kumimoji="0" sz="1061" b="0" i="0" u="none" strike="noStrike" kern="0" cap="none" spc="0" normalizeH="0" baseline="0" noProof="0">
              <a:ln>
                <a:noFill/>
              </a:ln>
              <a:effectLst/>
              <a:uLnTx/>
              <a:uFillTx/>
              <a:latin typeface="Versos" panose="020B0503020204030204" pitchFamily="34" charset="77"/>
              <a:cs typeface="Arial"/>
              <a:sym typeface="Arial"/>
            </a:endParaRPr>
          </a:p>
        </p:txBody>
      </p:sp>
      <p:sp>
        <p:nvSpPr>
          <p:cNvPr id="61" name="object 54">
            <a:extLst>
              <a:ext uri="{FF2B5EF4-FFF2-40B4-BE49-F238E27FC236}">
                <a16:creationId xmlns:a16="http://schemas.microsoft.com/office/drawing/2014/main" id="{3EFF8380-B3B3-ABDF-2F56-6A896D8F7D17}"/>
              </a:ext>
            </a:extLst>
          </p:cNvPr>
          <p:cNvSpPr/>
          <p:nvPr/>
        </p:nvSpPr>
        <p:spPr>
          <a:xfrm>
            <a:off x="9606386" y="2455990"/>
            <a:ext cx="2131717" cy="0"/>
          </a:xfrm>
          <a:custGeom>
            <a:avLst/>
            <a:gdLst/>
            <a:ahLst/>
            <a:cxnLst/>
            <a:rect l="l" t="t" r="r" b="b"/>
            <a:pathLst>
              <a:path w="3515359">
                <a:moveTo>
                  <a:pt x="0" y="0"/>
                </a:moveTo>
                <a:lnTo>
                  <a:pt x="3514971" y="0"/>
                </a:lnTo>
              </a:path>
            </a:pathLst>
          </a:custGeom>
          <a:ln w="14837">
            <a:solidFill>
              <a:schemeClr val="bg2">
                <a:lumMod val="25000"/>
              </a:schemeClr>
            </a:solidFill>
          </a:ln>
        </p:spPr>
        <p:txBody>
          <a:bodyPr wrap="square" lIns="0" tIns="0" rIns="0" bIns="0" rtlCol="0"/>
          <a:lstStyle/>
          <a:p>
            <a:pPr marL="0" marR="0" lvl="0" indent="0" algn="l" defTabSz="55449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sz="1092" b="0" i="0" u="none" strike="noStrike" kern="0" cap="none" spc="0" normalizeH="0" baseline="0" noProof="0">
              <a:ln>
                <a:noFill/>
              </a:ln>
              <a:effectLst/>
              <a:uLnTx/>
              <a:uFillTx/>
              <a:latin typeface="Versos" panose="020B0503020204030204" pitchFamily="34" charset="77"/>
              <a:cs typeface="Arial"/>
              <a:sym typeface="Arial"/>
            </a:endParaRPr>
          </a:p>
        </p:txBody>
      </p:sp>
      <p:sp>
        <p:nvSpPr>
          <p:cNvPr id="62" name="object 55">
            <a:extLst>
              <a:ext uri="{FF2B5EF4-FFF2-40B4-BE49-F238E27FC236}">
                <a16:creationId xmlns:a16="http://schemas.microsoft.com/office/drawing/2014/main" id="{FEFBF463-3B01-E277-438F-E20A1232DDBC}"/>
              </a:ext>
            </a:extLst>
          </p:cNvPr>
          <p:cNvSpPr txBox="1"/>
          <p:nvPr/>
        </p:nvSpPr>
        <p:spPr>
          <a:xfrm>
            <a:off x="7470567" y="3350292"/>
            <a:ext cx="1009377" cy="174137"/>
          </a:xfrm>
          <a:prstGeom prst="rect">
            <a:avLst/>
          </a:prstGeom>
        </p:spPr>
        <p:txBody>
          <a:bodyPr vert="horz" wrap="square" lIns="0" tIns="10782" rIns="0" bIns="0" rtlCol="0">
            <a:spAutoFit/>
          </a:bodyPr>
          <a:lstStyle/>
          <a:p>
            <a:pPr marL="7701" marR="0" lvl="0" indent="0" algn="l" defTabSz="554492" rtl="0" eaLnBrk="1" fontAlgn="auto" latinLnBrk="0" hangingPunct="1">
              <a:lnSpc>
                <a:spcPct val="100000"/>
              </a:lnSpc>
              <a:spcBef>
                <a:spcPts val="85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sz="1061" b="1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latin typeface="Versos" panose="020B0503020204030204" pitchFamily="34" charset="77"/>
                <a:cs typeface="Arial"/>
                <a:sym typeface="Arial"/>
              </a:rPr>
              <a:t>Benchmark</a:t>
            </a:r>
            <a:endParaRPr kumimoji="0" sz="1061" b="0" i="0" u="none" strike="noStrike" kern="0" cap="none" spc="0" normalizeH="0" baseline="0" noProof="0">
              <a:ln>
                <a:noFill/>
              </a:ln>
              <a:effectLst/>
              <a:uLnTx/>
              <a:uFillTx/>
              <a:latin typeface="Versos" panose="020B0503020204030204" pitchFamily="34" charset="77"/>
              <a:cs typeface="Arial"/>
              <a:sym typeface="Arial"/>
            </a:endParaRPr>
          </a:p>
        </p:txBody>
      </p:sp>
      <p:sp>
        <p:nvSpPr>
          <p:cNvPr id="63" name="object 56">
            <a:extLst>
              <a:ext uri="{FF2B5EF4-FFF2-40B4-BE49-F238E27FC236}">
                <a16:creationId xmlns:a16="http://schemas.microsoft.com/office/drawing/2014/main" id="{6C5417BD-8166-B492-627E-C9850770BE6C}"/>
              </a:ext>
            </a:extLst>
          </p:cNvPr>
          <p:cNvSpPr/>
          <p:nvPr/>
        </p:nvSpPr>
        <p:spPr>
          <a:xfrm>
            <a:off x="7470567" y="3570757"/>
            <a:ext cx="889499" cy="0"/>
          </a:xfrm>
          <a:custGeom>
            <a:avLst/>
            <a:gdLst/>
            <a:ahLst/>
            <a:cxnLst/>
            <a:rect l="l" t="t" r="r" b="b"/>
            <a:pathLst>
              <a:path w="1466850">
                <a:moveTo>
                  <a:pt x="0" y="0"/>
                </a:moveTo>
                <a:lnTo>
                  <a:pt x="1466782" y="0"/>
                </a:lnTo>
              </a:path>
            </a:pathLst>
          </a:custGeom>
          <a:ln w="14837">
            <a:solidFill>
              <a:schemeClr val="bg2">
                <a:lumMod val="25000"/>
              </a:schemeClr>
            </a:solidFill>
          </a:ln>
        </p:spPr>
        <p:txBody>
          <a:bodyPr wrap="square" lIns="0" tIns="0" rIns="0" bIns="0" rtlCol="0"/>
          <a:lstStyle/>
          <a:p>
            <a:pPr marL="0" marR="0" lvl="0" indent="0" algn="l" defTabSz="55449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sz="1092" b="0" i="0" u="none" strike="noStrike" kern="0" cap="none" spc="0" normalizeH="0" baseline="0" noProof="0">
              <a:ln>
                <a:noFill/>
              </a:ln>
              <a:effectLst/>
              <a:uLnTx/>
              <a:uFillTx/>
              <a:latin typeface="Versos" panose="020B0503020204030204" pitchFamily="34" charset="77"/>
              <a:cs typeface="Arial"/>
              <a:sym typeface="Arial"/>
            </a:endParaRPr>
          </a:p>
        </p:txBody>
      </p:sp>
      <p:sp>
        <p:nvSpPr>
          <p:cNvPr id="64" name="object 57">
            <a:extLst>
              <a:ext uri="{FF2B5EF4-FFF2-40B4-BE49-F238E27FC236}">
                <a16:creationId xmlns:a16="http://schemas.microsoft.com/office/drawing/2014/main" id="{CE25E92D-BF06-3B66-AF85-53C34304FF41}"/>
              </a:ext>
            </a:extLst>
          </p:cNvPr>
          <p:cNvSpPr txBox="1"/>
          <p:nvPr/>
        </p:nvSpPr>
        <p:spPr>
          <a:xfrm>
            <a:off x="7470567" y="2232384"/>
            <a:ext cx="1331168" cy="174137"/>
          </a:xfrm>
          <a:prstGeom prst="rect">
            <a:avLst/>
          </a:prstGeom>
        </p:spPr>
        <p:txBody>
          <a:bodyPr vert="horz" wrap="square" lIns="0" tIns="10782" rIns="0" bIns="0" rtlCol="0">
            <a:spAutoFit/>
          </a:bodyPr>
          <a:lstStyle/>
          <a:p>
            <a:pPr marL="7701" marR="0" lvl="0" indent="0" algn="l" defTabSz="554492" rtl="0" eaLnBrk="1" fontAlgn="auto" latinLnBrk="0" hangingPunct="1">
              <a:lnSpc>
                <a:spcPct val="100000"/>
              </a:lnSpc>
              <a:spcBef>
                <a:spcPts val="85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sz="1061" b="1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latin typeface="Versos" panose="020B0503020204030204" pitchFamily="34" charset="77"/>
                <a:cs typeface="Arial"/>
                <a:sym typeface="Arial"/>
              </a:rPr>
              <a:t>Meta </a:t>
            </a:r>
            <a:r>
              <a:rPr kumimoji="0" lang="pt-BR" sz="1061" b="1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latin typeface="Versos" panose="020B0503020204030204" pitchFamily="34" charset="77"/>
                <a:cs typeface="Arial"/>
                <a:sym typeface="Arial"/>
              </a:rPr>
              <a:t>de retorno</a:t>
            </a:r>
            <a:endParaRPr kumimoji="0" sz="1061" b="0" i="0" u="none" strike="noStrike" kern="0" cap="none" spc="0" normalizeH="0" baseline="0" noProof="0">
              <a:ln>
                <a:noFill/>
              </a:ln>
              <a:effectLst/>
              <a:uLnTx/>
              <a:uFillTx/>
              <a:latin typeface="Versos" panose="020B0503020204030204" pitchFamily="34" charset="77"/>
              <a:cs typeface="Arial"/>
              <a:sym typeface="Arial"/>
            </a:endParaRPr>
          </a:p>
        </p:txBody>
      </p:sp>
      <p:sp>
        <p:nvSpPr>
          <p:cNvPr id="65" name="object 58">
            <a:extLst>
              <a:ext uri="{FF2B5EF4-FFF2-40B4-BE49-F238E27FC236}">
                <a16:creationId xmlns:a16="http://schemas.microsoft.com/office/drawing/2014/main" id="{A3F8281E-AAF6-DE1A-DB64-E9DC3E49DE2B}"/>
              </a:ext>
            </a:extLst>
          </p:cNvPr>
          <p:cNvSpPr/>
          <p:nvPr/>
        </p:nvSpPr>
        <p:spPr>
          <a:xfrm>
            <a:off x="7470567" y="2455990"/>
            <a:ext cx="1735101" cy="0"/>
          </a:xfrm>
          <a:custGeom>
            <a:avLst/>
            <a:gdLst/>
            <a:ahLst/>
            <a:cxnLst/>
            <a:rect l="l" t="t" r="r" b="b"/>
            <a:pathLst>
              <a:path w="2861309">
                <a:moveTo>
                  <a:pt x="0" y="0"/>
                </a:moveTo>
                <a:lnTo>
                  <a:pt x="2860823" y="0"/>
                </a:lnTo>
              </a:path>
            </a:pathLst>
          </a:custGeom>
          <a:ln w="14837">
            <a:solidFill>
              <a:schemeClr val="bg2">
                <a:lumMod val="25000"/>
              </a:schemeClr>
            </a:solidFill>
          </a:ln>
        </p:spPr>
        <p:txBody>
          <a:bodyPr wrap="square" lIns="0" tIns="0" rIns="0" bIns="0" rtlCol="0"/>
          <a:lstStyle/>
          <a:p>
            <a:pPr marL="0" marR="0" lvl="0" indent="0" algn="l" defTabSz="55449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sz="1092" b="0" i="0" u="none" strike="noStrike" kern="0" cap="none" spc="0" normalizeH="0" baseline="0" noProof="0">
              <a:ln>
                <a:noFill/>
              </a:ln>
              <a:effectLst/>
              <a:uLnTx/>
              <a:uFillTx/>
              <a:latin typeface="Versos" panose="020B0503020204030204" pitchFamily="34" charset="77"/>
              <a:cs typeface="Arial"/>
              <a:sym typeface="Arial"/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4CD4F390-9036-7AD4-26A1-0F0E355D9B3F}"/>
              </a:ext>
            </a:extLst>
          </p:cNvPr>
          <p:cNvGrpSpPr/>
          <p:nvPr/>
        </p:nvGrpSpPr>
        <p:grpSpPr>
          <a:xfrm>
            <a:off x="8110649" y="412511"/>
            <a:ext cx="1464015" cy="1354931"/>
            <a:chOff x="8239920" y="412511"/>
            <a:chExt cx="1464015" cy="1354931"/>
          </a:xfrm>
        </p:grpSpPr>
        <p:sp>
          <p:nvSpPr>
            <p:cNvPr id="66" name="object 59">
              <a:extLst>
                <a:ext uri="{FF2B5EF4-FFF2-40B4-BE49-F238E27FC236}">
                  <a16:creationId xmlns:a16="http://schemas.microsoft.com/office/drawing/2014/main" id="{74EFE9B7-3788-FEDE-50F9-27EA5214694C}"/>
                </a:ext>
              </a:extLst>
            </p:cNvPr>
            <p:cNvSpPr txBox="1"/>
            <p:nvPr/>
          </p:nvSpPr>
          <p:spPr>
            <a:xfrm>
              <a:off x="8239920" y="412511"/>
              <a:ext cx="585298" cy="174137"/>
            </a:xfrm>
            <a:prstGeom prst="rect">
              <a:avLst/>
            </a:prstGeom>
          </p:spPr>
          <p:txBody>
            <a:bodyPr vert="horz" wrap="square" lIns="0" tIns="10782" rIns="0" bIns="0" rtlCol="0">
              <a:spAutoFit/>
            </a:bodyPr>
            <a:lstStyle/>
            <a:p>
              <a:pPr marL="7701" marR="0" lvl="0" indent="0" algn="l" defTabSz="554492" rtl="0" eaLnBrk="1" fontAlgn="auto" latinLnBrk="0" hangingPunct="1">
                <a:lnSpc>
                  <a:spcPct val="100000"/>
                </a:lnSpc>
                <a:spcBef>
                  <a:spcPts val="85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sz="1061" b="1" i="0" u="none" strike="noStrike" kern="0" cap="none" spc="0" normalizeH="0" baseline="0" noProof="0">
                  <a:ln>
                    <a:noFill/>
                  </a:ln>
                  <a:effectLst/>
                  <a:uLnTx/>
                  <a:uFillTx/>
                  <a:latin typeface="Versos" panose="020B0503020204030204" pitchFamily="34" charset="77"/>
                  <a:cs typeface="Arial"/>
                  <a:sym typeface="Arial"/>
                </a:rPr>
                <a:t>Liquidez</a:t>
              </a:r>
              <a:endParaRPr kumimoji="0" sz="1061" b="0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latin typeface="Versos" panose="020B0503020204030204" pitchFamily="34" charset="77"/>
                <a:cs typeface="Arial"/>
                <a:sym typeface="Arial"/>
              </a:endParaRPr>
            </a:p>
          </p:txBody>
        </p:sp>
        <p:sp>
          <p:nvSpPr>
            <p:cNvPr id="67" name="object 60">
              <a:extLst>
                <a:ext uri="{FF2B5EF4-FFF2-40B4-BE49-F238E27FC236}">
                  <a16:creationId xmlns:a16="http://schemas.microsoft.com/office/drawing/2014/main" id="{F73FE328-8FEE-51E6-F48A-4701932AD79E}"/>
                </a:ext>
              </a:extLst>
            </p:cNvPr>
            <p:cNvSpPr/>
            <p:nvPr/>
          </p:nvSpPr>
          <p:spPr>
            <a:xfrm>
              <a:off x="8239920" y="629843"/>
              <a:ext cx="1464015" cy="0"/>
            </a:xfrm>
            <a:custGeom>
              <a:avLst/>
              <a:gdLst/>
              <a:ahLst/>
              <a:cxnLst/>
              <a:rect l="l" t="t" r="r" b="b"/>
              <a:pathLst>
                <a:path w="2414269">
                  <a:moveTo>
                    <a:pt x="0" y="0"/>
                  </a:moveTo>
                  <a:lnTo>
                    <a:pt x="2413916" y="0"/>
                  </a:lnTo>
                </a:path>
              </a:pathLst>
            </a:custGeom>
            <a:ln w="10470">
              <a:solidFill>
                <a:schemeClr val="bg2">
                  <a:lumMod val="25000"/>
                </a:schemeClr>
              </a:solidFill>
            </a:ln>
          </p:spPr>
          <p:txBody>
            <a:bodyPr wrap="square" lIns="0" tIns="0" rIns="0" bIns="0" rtlCol="0"/>
            <a:lstStyle/>
            <a:p>
              <a:pPr marL="0" marR="0" lvl="0" indent="0" algn="l" defTabSz="55449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sz="1092" b="0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latin typeface="Versos" panose="020B0503020204030204" pitchFamily="34" charset="77"/>
                <a:cs typeface="Arial"/>
                <a:sym typeface="Arial"/>
              </a:endParaRPr>
            </a:p>
          </p:txBody>
        </p:sp>
        <p:sp>
          <p:nvSpPr>
            <p:cNvPr id="70" name="object 63">
              <a:extLst>
                <a:ext uri="{FF2B5EF4-FFF2-40B4-BE49-F238E27FC236}">
                  <a16:creationId xmlns:a16="http://schemas.microsoft.com/office/drawing/2014/main" id="{3708E920-33D9-48EF-52E5-6436C7264380}"/>
                </a:ext>
              </a:extLst>
            </p:cNvPr>
            <p:cNvSpPr txBox="1"/>
            <p:nvPr/>
          </p:nvSpPr>
          <p:spPr>
            <a:xfrm>
              <a:off x="8239920" y="1386747"/>
              <a:ext cx="1326028" cy="380695"/>
            </a:xfrm>
            <a:prstGeom prst="rect">
              <a:avLst/>
            </a:prstGeom>
          </p:spPr>
          <p:txBody>
            <a:bodyPr vert="horz" wrap="square" lIns="0" tIns="7316" rIns="0" bIns="0" rtlCol="0" anchor="t">
              <a:spAutoFit/>
            </a:bodyPr>
            <a:lstStyle/>
            <a:p>
              <a:pPr marL="7701" marR="3081" lvl="0" indent="0" algn="l" defTabSz="554492" rtl="0" eaLnBrk="1" fontAlgn="auto" latinLnBrk="0" hangingPunct="1">
                <a:lnSpc>
                  <a:spcPct val="100499"/>
                </a:lnSpc>
                <a:spcBef>
                  <a:spcPts val="58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pt-BR" sz="1213" b="0" i="0" u="none" strike="noStrike" kern="0" cap="none" spc="0" normalizeH="0" baseline="0" noProof="0">
                  <a:ln>
                    <a:noFill/>
                  </a:ln>
                  <a:effectLst/>
                  <a:uLnTx/>
                  <a:uFillTx/>
                  <a:latin typeface="Versos Light" panose="020B0403020204030204" pitchFamily="34" charset="0"/>
                  <a:cs typeface="Arial"/>
                  <a:sym typeface="Arial"/>
                </a:rPr>
                <a:t>Aberto, resgate em </a:t>
              </a:r>
              <a:r>
                <a:rPr kumimoji="0" lang="pt-BR" sz="1213" b="1" i="0" u="none" strike="noStrike" kern="0" cap="none" spc="0" normalizeH="0" baseline="0" noProof="0">
                  <a:ln>
                    <a:noFill/>
                  </a:ln>
                  <a:effectLst/>
                  <a:uLnTx/>
                  <a:uFillTx/>
                  <a:latin typeface="Versos"/>
                  <a:cs typeface="Arial"/>
                  <a:sym typeface="Arial"/>
                </a:rPr>
                <a:t>D+60 </a:t>
              </a:r>
              <a:r>
                <a:rPr kumimoji="0" lang="pt-BR" sz="1213" b="0" i="0" u="none" strike="noStrike" kern="0" cap="none" spc="0" normalizeH="0" baseline="0" noProof="0">
                  <a:ln>
                    <a:noFill/>
                  </a:ln>
                  <a:effectLst/>
                  <a:uLnTx/>
                  <a:uFillTx/>
                  <a:latin typeface="Versos Light" panose="020B0403020204030204" pitchFamily="34" charset="0"/>
                  <a:cs typeface="Arial"/>
                  <a:sym typeface="Arial"/>
                </a:rPr>
                <a:t>dias</a:t>
              </a:r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374BCFF6-6605-569A-C99F-4D7E4D1494DF}"/>
              </a:ext>
            </a:extLst>
          </p:cNvPr>
          <p:cNvGrpSpPr/>
          <p:nvPr/>
        </p:nvGrpSpPr>
        <p:grpSpPr>
          <a:xfrm>
            <a:off x="10126749" y="412511"/>
            <a:ext cx="1493506" cy="1376298"/>
            <a:chOff x="10160924" y="412511"/>
            <a:chExt cx="1493506" cy="1376298"/>
          </a:xfrm>
        </p:grpSpPr>
        <p:sp>
          <p:nvSpPr>
            <p:cNvPr id="68" name="object 61">
              <a:extLst>
                <a:ext uri="{FF2B5EF4-FFF2-40B4-BE49-F238E27FC236}">
                  <a16:creationId xmlns:a16="http://schemas.microsoft.com/office/drawing/2014/main" id="{6BB3FCF1-0B4D-7A86-380C-1BF87E9D61CE}"/>
                </a:ext>
              </a:extLst>
            </p:cNvPr>
            <p:cNvSpPr txBox="1"/>
            <p:nvPr/>
          </p:nvSpPr>
          <p:spPr>
            <a:xfrm>
              <a:off x="10160924" y="412511"/>
              <a:ext cx="842136" cy="174137"/>
            </a:xfrm>
            <a:prstGeom prst="rect">
              <a:avLst/>
            </a:prstGeom>
          </p:spPr>
          <p:txBody>
            <a:bodyPr vert="horz" wrap="square" lIns="0" tIns="10782" rIns="0" bIns="0" rtlCol="0">
              <a:spAutoFit/>
            </a:bodyPr>
            <a:lstStyle/>
            <a:p>
              <a:pPr marL="7701" marR="0" lvl="0" indent="0" algn="l" defTabSz="554492" rtl="0" eaLnBrk="1" fontAlgn="auto" latinLnBrk="0" hangingPunct="1">
                <a:lnSpc>
                  <a:spcPct val="100000"/>
                </a:lnSpc>
                <a:spcBef>
                  <a:spcPts val="85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sz="1061" b="1" i="0" u="none" strike="noStrike" kern="0" cap="none" spc="0" normalizeH="0" baseline="0" noProof="0">
                  <a:ln>
                    <a:noFill/>
                  </a:ln>
                  <a:effectLst/>
                  <a:uLnTx/>
                  <a:uFillTx/>
                  <a:latin typeface="Versos" panose="020B0503020204030204" pitchFamily="34" charset="77"/>
                  <a:cs typeface="Arial"/>
                  <a:sym typeface="Arial"/>
                </a:rPr>
                <a:t>Público Alvo</a:t>
              </a:r>
              <a:endParaRPr kumimoji="0" sz="1061" b="0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latin typeface="Versos" panose="020B0503020204030204" pitchFamily="34" charset="77"/>
                <a:cs typeface="Arial"/>
                <a:sym typeface="Arial"/>
              </a:endParaRPr>
            </a:p>
          </p:txBody>
        </p:sp>
        <p:sp>
          <p:nvSpPr>
            <p:cNvPr id="69" name="object 62">
              <a:extLst>
                <a:ext uri="{FF2B5EF4-FFF2-40B4-BE49-F238E27FC236}">
                  <a16:creationId xmlns:a16="http://schemas.microsoft.com/office/drawing/2014/main" id="{E33FD1A8-0145-0A77-1475-264A9D49D7AA}"/>
                </a:ext>
              </a:extLst>
            </p:cNvPr>
            <p:cNvSpPr/>
            <p:nvPr/>
          </p:nvSpPr>
          <p:spPr>
            <a:xfrm>
              <a:off x="10160924" y="629843"/>
              <a:ext cx="1464015" cy="0"/>
            </a:xfrm>
            <a:custGeom>
              <a:avLst/>
              <a:gdLst/>
              <a:ahLst/>
              <a:cxnLst/>
              <a:rect l="l" t="t" r="r" b="b"/>
              <a:pathLst>
                <a:path w="2414269">
                  <a:moveTo>
                    <a:pt x="0" y="0"/>
                  </a:moveTo>
                  <a:lnTo>
                    <a:pt x="2413926" y="0"/>
                  </a:lnTo>
                </a:path>
              </a:pathLst>
            </a:custGeom>
            <a:ln w="10470">
              <a:solidFill>
                <a:schemeClr val="bg2">
                  <a:lumMod val="25000"/>
                </a:schemeClr>
              </a:solidFill>
            </a:ln>
          </p:spPr>
          <p:txBody>
            <a:bodyPr wrap="square" lIns="0" tIns="0" rIns="0" bIns="0" rtlCol="0"/>
            <a:lstStyle/>
            <a:p>
              <a:pPr marL="0" marR="0" lvl="0" indent="0" algn="l" defTabSz="55449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sz="1092" b="0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latin typeface="Versos" panose="020B0503020204030204" pitchFamily="34" charset="77"/>
                <a:cs typeface="Arial"/>
                <a:sym typeface="Arial"/>
              </a:endParaRPr>
            </a:p>
          </p:txBody>
        </p:sp>
        <p:sp>
          <p:nvSpPr>
            <p:cNvPr id="73" name="object 66">
              <a:extLst>
                <a:ext uri="{FF2B5EF4-FFF2-40B4-BE49-F238E27FC236}">
                  <a16:creationId xmlns:a16="http://schemas.microsoft.com/office/drawing/2014/main" id="{899CAA8C-127C-51E5-F6D1-B808C045181F}"/>
                </a:ext>
              </a:extLst>
            </p:cNvPr>
            <p:cNvSpPr txBox="1"/>
            <p:nvPr/>
          </p:nvSpPr>
          <p:spPr>
            <a:xfrm>
              <a:off x="10160924" y="1395290"/>
              <a:ext cx="1493506" cy="393519"/>
            </a:xfrm>
            <a:prstGeom prst="rect">
              <a:avLst/>
            </a:prstGeom>
          </p:spPr>
          <p:txBody>
            <a:bodyPr vert="horz" wrap="square" lIns="0" tIns="7316" rIns="0" bIns="0" rtlCol="0">
              <a:spAutoFit/>
            </a:bodyPr>
            <a:lstStyle/>
            <a:p>
              <a:pPr marL="7701" marR="3081" lvl="0" indent="0" algn="l" defTabSz="554492" rtl="0" eaLnBrk="1" fontAlgn="auto" latinLnBrk="0" hangingPunct="1">
                <a:lnSpc>
                  <a:spcPct val="100499"/>
                </a:lnSpc>
                <a:spcBef>
                  <a:spcPts val="58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pt-BR" sz="1213" b="0" i="0" u="none" strike="noStrike" kern="0" cap="none" spc="0" normalizeH="0" baseline="0" noProof="0">
                  <a:ln>
                    <a:noFill/>
                  </a:ln>
                  <a:effectLst/>
                  <a:uLnTx/>
                  <a:uFillTx/>
                  <a:latin typeface="Versos Light" panose="020B0403020204030204" pitchFamily="34" charset="0"/>
                  <a:cs typeface="Arial"/>
                  <a:sym typeface="Arial"/>
                </a:rPr>
                <a:t>Investidor</a:t>
              </a:r>
            </a:p>
            <a:p>
              <a:pPr marL="7701" marR="3081" lvl="0" indent="0" algn="l" defTabSz="554492" rtl="0" eaLnBrk="1" fontAlgn="auto" latinLnBrk="0" hangingPunct="1">
                <a:lnSpc>
                  <a:spcPct val="100499"/>
                </a:lnSpc>
                <a:spcBef>
                  <a:spcPts val="58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pt-BR" sz="1213" b="0" i="0" u="none" strike="noStrike" kern="0" cap="none" spc="0" normalizeH="0" baseline="0" noProof="0">
                  <a:ln>
                    <a:noFill/>
                  </a:ln>
                  <a:effectLst/>
                  <a:uLnTx/>
                  <a:uFillTx/>
                  <a:latin typeface="Versos Light" panose="020B0403020204030204" pitchFamily="34" charset="0"/>
                  <a:cs typeface="Arial"/>
                  <a:sym typeface="Arial"/>
                </a:rPr>
                <a:t>Qualificado</a:t>
              </a:r>
            </a:p>
          </p:txBody>
        </p:sp>
      </p:grpSp>
      <p:sp>
        <p:nvSpPr>
          <p:cNvPr id="74" name="object 67">
            <a:extLst>
              <a:ext uri="{FF2B5EF4-FFF2-40B4-BE49-F238E27FC236}">
                <a16:creationId xmlns:a16="http://schemas.microsoft.com/office/drawing/2014/main" id="{9F0544F2-187F-1599-7D27-69977B09330D}"/>
              </a:ext>
            </a:extLst>
          </p:cNvPr>
          <p:cNvSpPr txBox="1"/>
          <p:nvPr/>
        </p:nvSpPr>
        <p:spPr>
          <a:xfrm>
            <a:off x="5003634" y="2909017"/>
            <a:ext cx="1591087" cy="581199"/>
          </a:xfrm>
          <a:prstGeom prst="rect">
            <a:avLst/>
          </a:prstGeom>
        </p:spPr>
        <p:txBody>
          <a:bodyPr vert="horz" wrap="square" lIns="0" tIns="7316" rIns="0" bIns="0" rtlCol="0" anchor="t">
            <a:spAutoFit/>
          </a:bodyPr>
          <a:lstStyle/>
          <a:p>
            <a:pPr marL="0" marR="3081" lvl="0" indent="0" algn="l" defTabSz="554492" rtl="0" eaLnBrk="1" fontAlgn="auto" latinLnBrk="0" hangingPunct="1">
              <a:lnSpc>
                <a:spcPct val="100000"/>
              </a:lnSpc>
              <a:spcBef>
                <a:spcPts val="58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pt-BR" sz="1243" b="0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latin typeface="Versos Light" panose="020B0403020204030204" pitchFamily="34" charset="0"/>
                <a:cs typeface="Arial"/>
                <a:sym typeface="Arial"/>
              </a:rPr>
              <a:t>Aplicação diária com integralização em </a:t>
            </a:r>
            <a:r>
              <a:rPr kumimoji="0" lang="pt-BR" sz="1243" b="1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latin typeface="Versos"/>
                <a:cs typeface="Arial"/>
                <a:sym typeface="Arial"/>
              </a:rPr>
              <a:t>D+1 dia</a:t>
            </a:r>
            <a:endParaRPr kumimoji="0" lang="pt-BR" sz="1243" b="0" i="0" u="none" strike="noStrike" kern="0" cap="none" spc="0" normalizeH="0" baseline="0" noProof="0">
              <a:ln>
                <a:noFill/>
              </a:ln>
              <a:effectLst/>
              <a:uLnTx/>
              <a:uFillTx/>
              <a:latin typeface="Versos"/>
              <a:cs typeface="Arial"/>
              <a:sym typeface="Arial"/>
            </a:endParaRPr>
          </a:p>
        </p:txBody>
      </p:sp>
      <p:sp>
        <p:nvSpPr>
          <p:cNvPr id="75" name="object 68">
            <a:extLst>
              <a:ext uri="{FF2B5EF4-FFF2-40B4-BE49-F238E27FC236}">
                <a16:creationId xmlns:a16="http://schemas.microsoft.com/office/drawing/2014/main" id="{64B551F4-9691-6131-41A1-19E58F12D467}"/>
              </a:ext>
            </a:extLst>
          </p:cNvPr>
          <p:cNvSpPr txBox="1"/>
          <p:nvPr/>
        </p:nvSpPr>
        <p:spPr>
          <a:xfrm>
            <a:off x="5003634" y="5664776"/>
            <a:ext cx="2043538" cy="640197"/>
          </a:xfrm>
          <a:prstGeom prst="rect">
            <a:avLst/>
          </a:prstGeom>
        </p:spPr>
        <p:txBody>
          <a:bodyPr vert="horz" wrap="square" lIns="0" tIns="26184" rIns="0" bIns="0" rtlCol="0" anchor="t">
            <a:spAutoFit/>
          </a:bodyPr>
          <a:lstStyle/>
          <a:p>
            <a:pPr marL="7701" marR="3081" lvl="0" indent="0" algn="l" defTabSz="554492" rtl="0" eaLnBrk="1" fontAlgn="auto" latinLnBrk="0" hangingPunct="1">
              <a:lnSpc>
                <a:spcPct val="93700"/>
              </a:lnSpc>
              <a:spcBef>
                <a:spcPts val="206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pt-BR" sz="30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Versos"/>
                <a:cs typeface="Arial"/>
                <a:sym typeface="Arial"/>
              </a:rPr>
              <a:t>1,0%</a:t>
            </a:r>
            <a:br>
              <a:rPr kumimoji="0" lang="pt-BR" sz="30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Versos"/>
                <a:cs typeface="Arial"/>
                <a:sym typeface="Arial"/>
              </a:rPr>
            </a:br>
            <a:r>
              <a:rPr kumimoji="0" lang="pt-BR" sz="1243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Versos Light" panose="020B0403020204030204" pitchFamily="34" charset="0"/>
                <a:cs typeface="Arial"/>
                <a:sym typeface="Arial"/>
              </a:rPr>
              <a:t>a.a. </a:t>
            </a:r>
          </a:p>
        </p:txBody>
      </p:sp>
      <p:sp>
        <p:nvSpPr>
          <p:cNvPr id="76" name="object 69">
            <a:extLst>
              <a:ext uri="{FF2B5EF4-FFF2-40B4-BE49-F238E27FC236}">
                <a16:creationId xmlns:a16="http://schemas.microsoft.com/office/drawing/2014/main" id="{5BA15D97-2506-7CC8-E3CA-86E83DDE3CF3}"/>
              </a:ext>
            </a:extLst>
          </p:cNvPr>
          <p:cNvSpPr txBox="1"/>
          <p:nvPr/>
        </p:nvSpPr>
        <p:spPr>
          <a:xfrm>
            <a:off x="7878225" y="5664776"/>
            <a:ext cx="2989157" cy="640197"/>
          </a:xfrm>
          <a:prstGeom prst="rect">
            <a:avLst/>
          </a:prstGeom>
        </p:spPr>
        <p:txBody>
          <a:bodyPr vert="horz" wrap="square" lIns="0" tIns="26184" rIns="0" bIns="0" rtlCol="0" anchor="t">
            <a:spAutoFit/>
          </a:bodyPr>
          <a:lstStyle/>
          <a:p>
            <a:pPr marL="7701" marR="3081" lvl="0" indent="0" algn="l" defTabSz="554492" rtl="0" eaLnBrk="1" fontAlgn="auto" latinLnBrk="0" hangingPunct="1">
              <a:lnSpc>
                <a:spcPct val="93700"/>
              </a:lnSpc>
              <a:spcBef>
                <a:spcPts val="206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pt-BR" sz="30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Versos"/>
                <a:cs typeface="Arial"/>
                <a:sym typeface="Arial"/>
              </a:rPr>
              <a:t>20% </a:t>
            </a:r>
            <a:br>
              <a:rPr kumimoji="0" lang="pt-BR" sz="30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Versos"/>
                <a:cs typeface="Arial"/>
                <a:sym typeface="Arial"/>
              </a:rPr>
            </a:br>
            <a:r>
              <a:rPr kumimoji="0" lang="pt-BR" sz="1243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Versos Light" panose="020B0403020204030204" pitchFamily="34" charset="0"/>
                <a:cs typeface="Arial"/>
                <a:sym typeface="Arial"/>
              </a:rPr>
              <a:t>do retorno que exceder o CDI</a:t>
            </a:r>
          </a:p>
        </p:txBody>
      </p:sp>
      <p:sp>
        <p:nvSpPr>
          <p:cNvPr id="77" name="object 70">
            <a:extLst>
              <a:ext uri="{FF2B5EF4-FFF2-40B4-BE49-F238E27FC236}">
                <a16:creationId xmlns:a16="http://schemas.microsoft.com/office/drawing/2014/main" id="{98E150AB-2633-509D-42E1-9F314B431AEF}"/>
              </a:ext>
            </a:extLst>
          </p:cNvPr>
          <p:cNvSpPr/>
          <p:nvPr/>
        </p:nvSpPr>
        <p:spPr>
          <a:xfrm>
            <a:off x="11148587" y="4037283"/>
            <a:ext cx="753571" cy="647294"/>
          </a:xfrm>
          <a:custGeom>
            <a:avLst/>
            <a:gdLst/>
            <a:ahLst/>
            <a:cxnLst/>
            <a:rect l="l" t="t" r="r" b="b"/>
            <a:pathLst>
              <a:path w="1242694" h="1067434">
                <a:moveTo>
                  <a:pt x="621245" y="163626"/>
                </a:moveTo>
                <a:lnTo>
                  <a:pt x="573519" y="107010"/>
                </a:lnTo>
                <a:lnTo>
                  <a:pt x="537222" y="75298"/>
                </a:lnTo>
                <a:lnTo>
                  <a:pt x="497484" y="48818"/>
                </a:lnTo>
                <a:lnTo>
                  <a:pt x="454761" y="27813"/>
                </a:lnTo>
                <a:lnTo>
                  <a:pt x="409562" y="12522"/>
                </a:lnTo>
                <a:lnTo>
                  <a:pt x="362356" y="3175"/>
                </a:lnTo>
                <a:lnTo>
                  <a:pt x="313601" y="0"/>
                </a:lnTo>
                <a:lnTo>
                  <a:pt x="0" y="0"/>
                </a:lnTo>
                <a:lnTo>
                  <a:pt x="0" y="163626"/>
                </a:lnTo>
                <a:lnTo>
                  <a:pt x="621245" y="163626"/>
                </a:lnTo>
                <a:close/>
              </a:path>
              <a:path w="1242694" h="1067434">
                <a:moveTo>
                  <a:pt x="1242504" y="0"/>
                </a:moveTo>
                <a:lnTo>
                  <a:pt x="928916" y="0"/>
                </a:lnTo>
                <a:lnTo>
                  <a:pt x="880160" y="3175"/>
                </a:lnTo>
                <a:lnTo>
                  <a:pt x="832929" y="12522"/>
                </a:lnTo>
                <a:lnTo>
                  <a:pt x="787730" y="27813"/>
                </a:lnTo>
                <a:lnTo>
                  <a:pt x="745007" y="48818"/>
                </a:lnTo>
                <a:lnTo>
                  <a:pt x="705269" y="75298"/>
                </a:lnTo>
                <a:lnTo>
                  <a:pt x="668972" y="107010"/>
                </a:lnTo>
                <a:lnTo>
                  <a:pt x="636600" y="143725"/>
                </a:lnTo>
                <a:lnTo>
                  <a:pt x="621258" y="163614"/>
                </a:lnTo>
                <a:lnTo>
                  <a:pt x="584174" y="216814"/>
                </a:lnTo>
                <a:lnTo>
                  <a:pt x="562711" y="260045"/>
                </a:lnTo>
                <a:lnTo>
                  <a:pt x="547192" y="305523"/>
                </a:lnTo>
                <a:lnTo>
                  <a:pt x="537781" y="352869"/>
                </a:lnTo>
                <a:lnTo>
                  <a:pt x="534619" y="401662"/>
                </a:lnTo>
                <a:lnTo>
                  <a:pt x="534492" y="1054519"/>
                </a:lnTo>
                <a:lnTo>
                  <a:pt x="534619" y="1066876"/>
                </a:lnTo>
                <a:lnTo>
                  <a:pt x="707999" y="1066876"/>
                </a:lnTo>
                <a:lnTo>
                  <a:pt x="707872" y="695236"/>
                </a:lnTo>
                <a:lnTo>
                  <a:pt x="712597" y="688314"/>
                </a:lnTo>
                <a:lnTo>
                  <a:pt x="707872" y="684987"/>
                </a:lnTo>
                <a:lnTo>
                  <a:pt x="707872" y="401662"/>
                </a:lnTo>
                <a:lnTo>
                  <a:pt x="704710" y="352869"/>
                </a:lnTo>
                <a:lnTo>
                  <a:pt x="695299" y="305523"/>
                </a:lnTo>
                <a:lnTo>
                  <a:pt x="679792" y="260045"/>
                </a:lnTo>
                <a:lnTo>
                  <a:pt x="658317" y="216814"/>
                </a:lnTo>
                <a:lnTo>
                  <a:pt x="631012" y="176250"/>
                </a:lnTo>
                <a:lnTo>
                  <a:pt x="621258" y="163626"/>
                </a:lnTo>
                <a:lnTo>
                  <a:pt x="1242504" y="163626"/>
                </a:lnTo>
                <a:lnTo>
                  <a:pt x="1242504" y="0"/>
                </a:lnTo>
                <a:close/>
              </a:path>
            </a:pathLst>
          </a:custGeom>
          <a:solidFill>
            <a:schemeClr val="tx1"/>
          </a:solidFill>
        </p:spPr>
        <p:txBody>
          <a:bodyPr wrap="square" lIns="0" tIns="0" rIns="0" bIns="0" rtlCol="0"/>
          <a:lstStyle/>
          <a:p>
            <a:pPr marL="0" marR="0" lvl="0" indent="0" algn="l" defTabSz="55449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sz="1092" b="0" i="0" u="none" strike="noStrike" kern="0" cap="none" spc="0" normalizeH="0" baseline="0" noProof="0">
              <a:ln>
                <a:noFill/>
              </a:ln>
              <a:effectLst/>
              <a:uLnTx/>
              <a:uFillTx/>
              <a:latin typeface="Versos" panose="020B0503020204030204" pitchFamily="34" charset="77"/>
              <a:cs typeface="Arial"/>
              <a:sym typeface="Arial"/>
            </a:endParaRPr>
          </a:p>
        </p:txBody>
      </p:sp>
      <p:sp>
        <p:nvSpPr>
          <p:cNvPr id="80" name="object 13">
            <a:extLst>
              <a:ext uri="{FF2B5EF4-FFF2-40B4-BE49-F238E27FC236}">
                <a16:creationId xmlns:a16="http://schemas.microsoft.com/office/drawing/2014/main" id="{1DF4A519-7E23-056B-75F0-6192B2701D79}"/>
              </a:ext>
            </a:extLst>
          </p:cNvPr>
          <p:cNvSpPr txBox="1">
            <a:spLocks/>
          </p:cNvSpPr>
          <p:nvPr/>
        </p:nvSpPr>
        <p:spPr>
          <a:xfrm>
            <a:off x="704654" y="5576756"/>
            <a:ext cx="3654472" cy="359688"/>
          </a:xfrm>
          <a:prstGeom prst="rect">
            <a:avLst/>
          </a:prstGeom>
        </p:spPr>
        <p:txBody>
          <a:bodyPr vert="horz" wrap="square" lIns="0" tIns="69697" rIns="0" bIns="0" rtlCol="0" anchor="t">
            <a:spAutoFit/>
          </a:bodyPr>
          <a:lstStyle>
            <a:lvl1pPr>
              <a:defRPr sz="4550" b="1" i="0">
                <a:solidFill>
                  <a:srgbClr val="1E271F"/>
                </a:solidFill>
                <a:latin typeface="Versos"/>
                <a:ea typeface="+mj-ea"/>
                <a:cs typeface="Versos"/>
              </a:defRPr>
            </a:lvl1pPr>
          </a:lstStyle>
          <a:p>
            <a:pPr marL="0" marR="0" lvl="0" indent="0" algn="l" defTabSz="55449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pt-BR" sz="1213" b="1" i="0" u="none" strike="noStrike" kern="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Versos"/>
                <a:ea typeface="+mj-ea"/>
                <a:sym typeface="Arial"/>
              </a:rPr>
              <a:t>/</a:t>
            </a:r>
            <a:r>
              <a:rPr kumimoji="0" lang="pt-BR" sz="546" b="1" i="0" u="none" strike="noStrike" kern="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Versos"/>
                <a:ea typeface="+mj-ea"/>
                <a:sym typeface="Arial"/>
              </a:rPr>
              <a:t> </a:t>
            </a:r>
            <a:r>
              <a:rPr kumimoji="0" lang="pt-BR" sz="1213" b="1" i="0" u="none" strike="noStrike" kern="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Versos"/>
                <a:ea typeface="+mj-ea"/>
                <a:sym typeface="Arial"/>
              </a:rPr>
              <a:t>/</a:t>
            </a:r>
            <a:r>
              <a:rPr kumimoji="0" lang="pt-BR" sz="546" b="1" i="0" u="none" strike="noStrike" kern="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Versos"/>
                <a:ea typeface="+mj-ea"/>
                <a:sym typeface="Arial"/>
              </a:rPr>
              <a:t>      </a:t>
            </a:r>
            <a:r>
              <a:rPr kumimoji="0" lang="pt-BR" sz="1213" b="1" i="0" u="none" strike="noStrike" kern="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Versos"/>
                <a:ea typeface="+mj-ea"/>
                <a:sym typeface="Arial"/>
              </a:rPr>
              <a:t>BRADESCO TIVIO HYD60 PGBL/VGBL FIF</a:t>
            </a:r>
          </a:p>
          <a:p>
            <a:pPr marL="0" marR="0" lvl="0" indent="0" algn="l" defTabSz="55449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lang="pt-BR" sz="667" b="0" i="0" u="none" strike="noStrike" kern="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Versos"/>
              <a:ea typeface="+mj-ea"/>
              <a:sym typeface="Arial"/>
            </a:endParaRPr>
          </a:p>
        </p:txBody>
      </p:sp>
      <p:sp>
        <p:nvSpPr>
          <p:cNvPr id="10" name="object 31">
            <a:extLst>
              <a:ext uri="{FF2B5EF4-FFF2-40B4-BE49-F238E27FC236}">
                <a16:creationId xmlns:a16="http://schemas.microsoft.com/office/drawing/2014/main" id="{CFC98008-C3B3-2D74-E1C5-C69718F1FBCA}"/>
              </a:ext>
            </a:extLst>
          </p:cNvPr>
          <p:cNvSpPr/>
          <p:nvPr/>
        </p:nvSpPr>
        <p:spPr>
          <a:xfrm>
            <a:off x="2205520" y="572859"/>
            <a:ext cx="2699129" cy="303814"/>
          </a:xfrm>
          <a:prstGeom prst="round1Rect">
            <a:avLst>
              <a:gd name="adj" fmla="val 23210"/>
            </a:avLst>
          </a:prstGeom>
          <a:solidFill>
            <a:schemeClr val="accent3"/>
          </a:solidFill>
          <a:ln w="9525">
            <a:noFill/>
          </a:ln>
        </p:spPr>
        <p:txBody>
          <a:bodyPr wrap="square" lIns="0" tIns="0" rIns="0" bIns="0" rtlCol="0" anchor="ctr" anchorCtr="0"/>
          <a:lstStyle/>
          <a:p>
            <a:pPr marL="0" marR="0" lvl="0" indent="0" algn="ctr" defTabSz="55449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pt-BR" sz="900" b="0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latin typeface="Versos Light" panose="020B0403020204030204" pitchFamily="34" charset="0"/>
                <a:cs typeface="Helvetica"/>
                <a:sym typeface="Arial"/>
              </a:rPr>
              <a:t>PRINCIPAIS CARACTERÍSTICAS DO FUNDO</a:t>
            </a:r>
          </a:p>
        </p:txBody>
      </p:sp>
      <p:pic>
        <p:nvPicPr>
          <p:cNvPr id="71" name="Picture 8">
            <a:extLst>
              <a:ext uri="{FF2B5EF4-FFF2-40B4-BE49-F238E27FC236}">
                <a16:creationId xmlns:a16="http://schemas.microsoft.com/office/drawing/2014/main" id="{FC937342-3606-5760-5615-CF80830A7932}"/>
              </a:ext>
            </a:extLst>
          </p:cNvPr>
          <p:cNvPicPr>
            <a:picLocks noChangeAspect="1"/>
          </p:cNvPicPr>
          <p:nvPr/>
        </p:nvPicPr>
        <p:blipFill rotWithShape="1">
          <a:blip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 l="-8117" t="-23966" r="-8117" b="-23966"/>
          <a:stretch/>
        </p:blipFill>
        <p:spPr>
          <a:xfrm>
            <a:off x="617278" y="499579"/>
            <a:ext cx="1261637" cy="546343"/>
          </a:xfrm>
          <a:prstGeom prst="rect">
            <a:avLst/>
          </a:prstGeom>
        </p:spPr>
      </p:pic>
      <p:grpSp>
        <p:nvGrpSpPr>
          <p:cNvPr id="4" name="Group 3">
            <a:extLst>
              <a:ext uri="{FF2B5EF4-FFF2-40B4-BE49-F238E27FC236}">
                <a16:creationId xmlns:a16="http://schemas.microsoft.com/office/drawing/2014/main" id="{99747287-38B3-1D00-53FE-5D7342DED52B}"/>
              </a:ext>
            </a:extLst>
          </p:cNvPr>
          <p:cNvGrpSpPr/>
          <p:nvPr/>
        </p:nvGrpSpPr>
        <p:grpSpPr>
          <a:xfrm>
            <a:off x="704652" y="2411700"/>
            <a:ext cx="2984569" cy="2847195"/>
            <a:chOff x="704653" y="2277520"/>
            <a:chExt cx="2882932" cy="2750236"/>
          </a:xfrm>
        </p:grpSpPr>
        <p:grpSp>
          <p:nvGrpSpPr>
            <p:cNvPr id="16" name="Graphic 5">
              <a:extLst>
                <a:ext uri="{FF2B5EF4-FFF2-40B4-BE49-F238E27FC236}">
                  <a16:creationId xmlns:a16="http://schemas.microsoft.com/office/drawing/2014/main" id="{B8C58B3D-FF91-3741-7A0D-C9D644159E62}"/>
                </a:ext>
              </a:extLst>
            </p:cNvPr>
            <p:cNvGrpSpPr/>
            <p:nvPr/>
          </p:nvGrpSpPr>
          <p:grpSpPr>
            <a:xfrm>
              <a:off x="706890" y="3931897"/>
              <a:ext cx="2880695" cy="1095859"/>
              <a:chOff x="706890" y="3931897"/>
              <a:chExt cx="2880695" cy="1095859"/>
            </a:xfrm>
          </p:grpSpPr>
          <p:sp>
            <p:nvSpPr>
              <p:cNvPr id="19" name="Freeform: Shape 18">
                <a:extLst>
                  <a:ext uri="{FF2B5EF4-FFF2-40B4-BE49-F238E27FC236}">
                    <a16:creationId xmlns:a16="http://schemas.microsoft.com/office/drawing/2014/main" id="{990AF497-48DB-5294-4667-B445743C334D}"/>
                  </a:ext>
                </a:extLst>
              </p:cNvPr>
              <p:cNvSpPr/>
              <p:nvPr/>
            </p:nvSpPr>
            <p:spPr>
              <a:xfrm>
                <a:off x="706890" y="3941198"/>
                <a:ext cx="846972" cy="1076081"/>
              </a:xfrm>
              <a:custGeom>
                <a:avLst/>
                <a:gdLst>
                  <a:gd name="connsiteX0" fmla="*/ 0 w 846972"/>
                  <a:gd name="connsiteY0" fmla="*/ 118 h 1076081"/>
                  <a:gd name="connsiteX1" fmla="*/ 376628 w 846972"/>
                  <a:gd name="connsiteY1" fmla="*/ 118 h 1076081"/>
                  <a:gd name="connsiteX2" fmla="*/ 727120 w 846972"/>
                  <a:gd name="connsiteY2" fmla="*/ 114672 h 1076081"/>
                  <a:gd name="connsiteX3" fmla="*/ 846973 w 846972"/>
                  <a:gd name="connsiteY3" fmla="*/ 449034 h 1076081"/>
                  <a:gd name="connsiteX4" fmla="*/ 846973 w 846972"/>
                  <a:gd name="connsiteY4" fmla="*/ 625752 h 1076081"/>
                  <a:gd name="connsiteX5" fmla="*/ 726296 w 846972"/>
                  <a:gd name="connsiteY5" fmla="*/ 960820 h 1076081"/>
                  <a:gd name="connsiteX6" fmla="*/ 376628 w 846972"/>
                  <a:gd name="connsiteY6" fmla="*/ 1076081 h 1076081"/>
                  <a:gd name="connsiteX7" fmla="*/ 0 w 846972"/>
                  <a:gd name="connsiteY7" fmla="*/ 1076081 h 1076081"/>
                  <a:gd name="connsiteX8" fmla="*/ 0 w 846972"/>
                  <a:gd name="connsiteY8" fmla="*/ 0 h 1076081"/>
                  <a:gd name="connsiteX9" fmla="*/ 359675 w 846972"/>
                  <a:gd name="connsiteY9" fmla="*/ 1026869 h 1076081"/>
                  <a:gd name="connsiteX10" fmla="*/ 791638 w 846972"/>
                  <a:gd name="connsiteY10" fmla="*/ 625634 h 1076081"/>
                  <a:gd name="connsiteX11" fmla="*/ 791638 w 846972"/>
                  <a:gd name="connsiteY11" fmla="*/ 448917 h 1076081"/>
                  <a:gd name="connsiteX12" fmla="*/ 359675 w 846972"/>
                  <a:gd name="connsiteY12" fmla="*/ 49213 h 1076081"/>
                  <a:gd name="connsiteX13" fmla="*/ 53804 w 846972"/>
                  <a:gd name="connsiteY13" fmla="*/ 49213 h 1076081"/>
                  <a:gd name="connsiteX14" fmla="*/ 53804 w 846972"/>
                  <a:gd name="connsiteY14" fmla="*/ 1026869 h 1076081"/>
                  <a:gd name="connsiteX15" fmla="*/ 359675 w 846972"/>
                  <a:gd name="connsiteY15" fmla="*/ 1026869 h 10760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846972" h="1076081">
                    <a:moveTo>
                      <a:pt x="0" y="118"/>
                    </a:moveTo>
                    <a:lnTo>
                      <a:pt x="376628" y="118"/>
                    </a:lnTo>
                    <a:cubicBezTo>
                      <a:pt x="530388" y="118"/>
                      <a:pt x="647179" y="38263"/>
                      <a:pt x="727120" y="114672"/>
                    </a:cubicBezTo>
                    <a:cubicBezTo>
                      <a:pt x="807061" y="191081"/>
                      <a:pt x="846973" y="302457"/>
                      <a:pt x="846973" y="449034"/>
                    </a:cubicBezTo>
                    <a:lnTo>
                      <a:pt x="846973" y="625752"/>
                    </a:lnTo>
                    <a:cubicBezTo>
                      <a:pt x="846973" y="772330"/>
                      <a:pt x="806708" y="884059"/>
                      <a:pt x="726296" y="960820"/>
                    </a:cubicBezTo>
                    <a:cubicBezTo>
                      <a:pt x="645884" y="1037700"/>
                      <a:pt x="529328" y="1076081"/>
                      <a:pt x="376628" y="1076081"/>
                    </a:cubicBezTo>
                    <a:lnTo>
                      <a:pt x="0" y="1076081"/>
                    </a:lnTo>
                    <a:lnTo>
                      <a:pt x="0" y="0"/>
                    </a:lnTo>
                    <a:close/>
                    <a:moveTo>
                      <a:pt x="359675" y="1026869"/>
                    </a:moveTo>
                    <a:cubicBezTo>
                      <a:pt x="647650" y="1026869"/>
                      <a:pt x="791638" y="893124"/>
                      <a:pt x="791638" y="625634"/>
                    </a:cubicBezTo>
                    <a:lnTo>
                      <a:pt x="791638" y="448917"/>
                    </a:lnTo>
                    <a:cubicBezTo>
                      <a:pt x="791638" y="182486"/>
                      <a:pt x="647650" y="49213"/>
                      <a:pt x="359675" y="49213"/>
                    </a:cubicBezTo>
                    <a:lnTo>
                      <a:pt x="53804" y="49213"/>
                    </a:lnTo>
                    <a:lnTo>
                      <a:pt x="53804" y="1026869"/>
                    </a:lnTo>
                    <a:lnTo>
                      <a:pt x="359675" y="1026869"/>
                    </a:lnTo>
                    <a:close/>
                  </a:path>
                </a:pathLst>
              </a:custGeom>
              <a:solidFill>
                <a:schemeClr val="tx1"/>
              </a:solidFill>
              <a:ln w="1174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/>
              </a:p>
            </p:txBody>
          </p:sp>
          <p:sp>
            <p:nvSpPr>
              <p:cNvPr id="38" name="Freeform: Shape 37">
                <a:extLst>
                  <a:ext uri="{FF2B5EF4-FFF2-40B4-BE49-F238E27FC236}">
                    <a16:creationId xmlns:a16="http://schemas.microsoft.com/office/drawing/2014/main" id="{6824AD68-7DF0-E28F-0269-506F66B21440}"/>
                  </a:ext>
                </a:extLst>
              </p:cNvPr>
              <p:cNvSpPr/>
              <p:nvPr/>
            </p:nvSpPr>
            <p:spPr>
              <a:xfrm>
                <a:off x="1790507" y="3931897"/>
                <a:ext cx="779393" cy="1094329"/>
              </a:xfrm>
              <a:custGeom>
                <a:avLst/>
                <a:gdLst>
                  <a:gd name="connsiteX0" fmla="*/ 107608 w 779393"/>
                  <a:gd name="connsiteY0" fmla="*/ 972358 h 1094329"/>
                  <a:gd name="connsiteX1" fmla="*/ 0 w 779393"/>
                  <a:gd name="connsiteY1" fmla="*/ 637996 h 1094329"/>
                  <a:gd name="connsiteX2" fmla="*/ 0 w 779393"/>
                  <a:gd name="connsiteY2" fmla="*/ 467401 h 1094329"/>
                  <a:gd name="connsiteX3" fmla="*/ 49212 w 779393"/>
                  <a:gd name="connsiteY3" fmla="*/ 220632 h 1094329"/>
                  <a:gd name="connsiteX4" fmla="*/ 189904 w 779393"/>
                  <a:gd name="connsiteY4" fmla="*/ 57689 h 1094329"/>
                  <a:gd name="connsiteX5" fmla="*/ 407474 w 779393"/>
                  <a:gd name="connsiteY5" fmla="*/ 0 h 1094329"/>
                  <a:gd name="connsiteX6" fmla="*/ 591138 w 779393"/>
                  <a:gd name="connsiteY6" fmla="*/ 36851 h 1094329"/>
                  <a:gd name="connsiteX7" fmla="*/ 716406 w 779393"/>
                  <a:gd name="connsiteY7" fmla="*/ 141397 h 1094329"/>
                  <a:gd name="connsiteX8" fmla="*/ 761027 w 779393"/>
                  <a:gd name="connsiteY8" fmla="*/ 295157 h 1094329"/>
                  <a:gd name="connsiteX9" fmla="*/ 707223 w 779393"/>
                  <a:gd name="connsiteY9" fmla="*/ 295157 h 1094329"/>
                  <a:gd name="connsiteX10" fmla="*/ 668724 w 779393"/>
                  <a:gd name="connsiteY10" fmla="*/ 166828 h 1094329"/>
                  <a:gd name="connsiteX11" fmla="*/ 561941 w 779393"/>
                  <a:gd name="connsiteY11" fmla="*/ 79941 h 1094329"/>
                  <a:gd name="connsiteX12" fmla="*/ 407474 w 779393"/>
                  <a:gd name="connsiteY12" fmla="*/ 49212 h 1094329"/>
                  <a:gd name="connsiteX13" fmla="*/ 219926 w 779393"/>
                  <a:gd name="connsiteY13" fmla="*/ 100662 h 1094329"/>
                  <a:gd name="connsiteX14" fmla="*/ 96894 w 779393"/>
                  <a:gd name="connsiteY14" fmla="*/ 247475 h 1094329"/>
                  <a:gd name="connsiteX15" fmla="*/ 53804 w 779393"/>
                  <a:gd name="connsiteY15" fmla="*/ 468814 h 1094329"/>
                  <a:gd name="connsiteX16" fmla="*/ 53804 w 779393"/>
                  <a:gd name="connsiteY16" fmla="*/ 662485 h 1094329"/>
                  <a:gd name="connsiteX17" fmla="*/ 56865 w 779393"/>
                  <a:gd name="connsiteY17" fmla="*/ 662485 h 1094329"/>
                  <a:gd name="connsiteX18" fmla="*/ 172950 w 779393"/>
                  <a:gd name="connsiteY18" fmla="*/ 488004 h 1094329"/>
                  <a:gd name="connsiteX19" fmla="*/ 407357 w 779393"/>
                  <a:gd name="connsiteY19" fmla="*/ 422662 h 1094329"/>
                  <a:gd name="connsiteX20" fmla="*/ 606444 w 779393"/>
                  <a:gd name="connsiteY20" fmla="*/ 462574 h 1094329"/>
                  <a:gd name="connsiteX21" fmla="*/ 734773 w 779393"/>
                  <a:gd name="connsiteY21" fmla="*/ 574773 h 1094329"/>
                  <a:gd name="connsiteX22" fmla="*/ 779394 w 779393"/>
                  <a:gd name="connsiteY22" fmla="*/ 740777 h 1094329"/>
                  <a:gd name="connsiteX23" fmla="*/ 779394 w 779393"/>
                  <a:gd name="connsiteY23" fmla="*/ 769975 h 1094329"/>
                  <a:gd name="connsiteX24" fmla="*/ 731712 w 779393"/>
                  <a:gd name="connsiteY24" fmla="*/ 935979 h 1094329"/>
                  <a:gd name="connsiteX25" fmla="*/ 598791 w 779393"/>
                  <a:gd name="connsiteY25" fmla="*/ 1052064 h 1094329"/>
                  <a:gd name="connsiteX26" fmla="*/ 404296 w 779393"/>
                  <a:gd name="connsiteY26" fmla="*/ 1094330 h 1094329"/>
                  <a:gd name="connsiteX27" fmla="*/ 107608 w 779393"/>
                  <a:gd name="connsiteY27" fmla="*/ 972123 h 1094329"/>
                  <a:gd name="connsiteX28" fmla="*/ 116909 w 779393"/>
                  <a:gd name="connsiteY28" fmla="*/ 899364 h 1094329"/>
                  <a:gd name="connsiteX29" fmla="*/ 235231 w 779393"/>
                  <a:gd name="connsiteY29" fmla="*/ 1005441 h 1094329"/>
                  <a:gd name="connsiteX30" fmla="*/ 402765 w 779393"/>
                  <a:gd name="connsiteY30" fmla="*/ 1045353 h 1094329"/>
                  <a:gd name="connsiteX31" fmla="*/ 569593 w 779393"/>
                  <a:gd name="connsiteY31" fmla="*/ 1009209 h 1094329"/>
                  <a:gd name="connsiteX32" fmla="*/ 684030 w 779393"/>
                  <a:gd name="connsiteY32" fmla="*/ 910077 h 1094329"/>
                  <a:gd name="connsiteX33" fmla="*/ 725590 w 779393"/>
                  <a:gd name="connsiteY33" fmla="*/ 771741 h 1094329"/>
                  <a:gd name="connsiteX34" fmla="*/ 725590 w 779393"/>
                  <a:gd name="connsiteY34" fmla="*/ 742543 h 1094329"/>
                  <a:gd name="connsiteX35" fmla="*/ 638702 w 779393"/>
                  <a:gd name="connsiteY35" fmla="*/ 545811 h 1094329"/>
                  <a:gd name="connsiteX36" fmla="*/ 401235 w 779393"/>
                  <a:gd name="connsiteY36" fmla="*/ 471992 h 1094329"/>
                  <a:gd name="connsiteX37" fmla="*/ 237468 w 779393"/>
                  <a:gd name="connsiteY37" fmla="*/ 505075 h 1094329"/>
                  <a:gd name="connsiteX38" fmla="*/ 118322 w 779393"/>
                  <a:gd name="connsiteY38" fmla="*/ 599615 h 1094329"/>
                  <a:gd name="connsiteX39" fmla="*/ 73701 w 779393"/>
                  <a:gd name="connsiteY39" fmla="*/ 744074 h 1094329"/>
                  <a:gd name="connsiteX40" fmla="*/ 73701 w 779393"/>
                  <a:gd name="connsiteY40" fmla="*/ 754787 h 1094329"/>
                  <a:gd name="connsiteX41" fmla="*/ 116791 w 779393"/>
                  <a:gd name="connsiteY41" fmla="*/ 899246 h 10943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</a:cxnLst>
                <a:rect l="l" t="t" r="r" b="b"/>
                <a:pathLst>
                  <a:path w="779393" h="1094329">
                    <a:moveTo>
                      <a:pt x="107608" y="972358"/>
                    </a:moveTo>
                    <a:cubicBezTo>
                      <a:pt x="35791" y="890887"/>
                      <a:pt x="0" y="779394"/>
                      <a:pt x="0" y="637996"/>
                    </a:cubicBezTo>
                    <a:lnTo>
                      <a:pt x="0" y="467401"/>
                    </a:lnTo>
                    <a:cubicBezTo>
                      <a:pt x="0" y="373096"/>
                      <a:pt x="16365" y="290919"/>
                      <a:pt x="49212" y="220632"/>
                    </a:cubicBezTo>
                    <a:cubicBezTo>
                      <a:pt x="81942" y="150463"/>
                      <a:pt x="128918" y="96070"/>
                      <a:pt x="189904" y="57689"/>
                    </a:cubicBezTo>
                    <a:cubicBezTo>
                      <a:pt x="250889" y="19308"/>
                      <a:pt x="323413" y="0"/>
                      <a:pt x="407474" y="0"/>
                    </a:cubicBezTo>
                    <a:cubicBezTo>
                      <a:pt x="476113" y="0"/>
                      <a:pt x="537334" y="12244"/>
                      <a:pt x="591138" y="36851"/>
                    </a:cubicBezTo>
                    <a:cubicBezTo>
                      <a:pt x="644942" y="61457"/>
                      <a:pt x="686738" y="96306"/>
                      <a:pt x="716406" y="141397"/>
                    </a:cubicBezTo>
                    <a:cubicBezTo>
                      <a:pt x="746075" y="186489"/>
                      <a:pt x="761027" y="237703"/>
                      <a:pt x="761027" y="295157"/>
                    </a:cubicBezTo>
                    <a:lnTo>
                      <a:pt x="707223" y="295157"/>
                    </a:lnTo>
                    <a:cubicBezTo>
                      <a:pt x="707223" y="247004"/>
                      <a:pt x="694390" y="204267"/>
                      <a:pt x="668724" y="166828"/>
                    </a:cubicBezTo>
                    <a:cubicBezTo>
                      <a:pt x="643059" y="129389"/>
                      <a:pt x="607503" y="100544"/>
                      <a:pt x="561941" y="79941"/>
                    </a:cubicBezTo>
                    <a:cubicBezTo>
                      <a:pt x="516378" y="59455"/>
                      <a:pt x="464811" y="49212"/>
                      <a:pt x="407474" y="49212"/>
                    </a:cubicBezTo>
                    <a:cubicBezTo>
                      <a:pt x="335775" y="49212"/>
                      <a:pt x="273141" y="66402"/>
                      <a:pt x="219926" y="100662"/>
                    </a:cubicBezTo>
                    <a:cubicBezTo>
                      <a:pt x="166592" y="135040"/>
                      <a:pt x="125621" y="183899"/>
                      <a:pt x="96894" y="247475"/>
                    </a:cubicBezTo>
                    <a:cubicBezTo>
                      <a:pt x="68167" y="311051"/>
                      <a:pt x="53804" y="384870"/>
                      <a:pt x="53804" y="468814"/>
                    </a:cubicBezTo>
                    <a:lnTo>
                      <a:pt x="53804" y="662485"/>
                    </a:lnTo>
                    <a:lnTo>
                      <a:pt x="56865" y="662485"/>
                    </a:lnTo>
                    <a:cubicBezTo>
                      <a:pt x="69109" y="589725"/>
                      <a:pt x="107844" y="531565"/>
                      <a:pt x="172950" y="488004"/>
                    </a:cubicBezTo>
                    <a:cubicBezTo>
                      <a:pt x="238056" y="444443"/>
                      <a:pt x="316114" y="422662"/>
                      <a:pt x="407357" y="422662"/>
                    </a:cubicBezTo>
                    <a:cubicBezTo>
                      <a:pt x="484237" y="422662"/>
                      <a:pt x="550520" y="435966"/>
                      <a:pt x="606444" y="462574"/>
                    </a:cubicBezTo>
                    <a:cubicBezTo>
                      <a:pt x="662249" y="489299"/>
                      <a:pt x="704986" y="526620"/>
                      <a:pt x="734773" y="574773"/>
                    </a:cubicBezTo>
                    <a:cubicBezTo>
                      <a:pt x="764442" y="622926"/>
                      <a:pt x="779394" y="678261"/>
                      <a:pt x="779394" y="740777"/>
                    </a:cubicBezTo>
                    <a:lnTo>
                      <a:pt x="779394" y="769975"/>
                    </a:lnTo>
                    <a:cubicBezTo>
                      <a:pt x="779394" y="831432"/>
                      <a:pt x="763500" y="886766"/>
                      <a:pt x="731712" y="935979"/>
                    </a:cubicBezTo>
                    <a:cubicBezTo>
                      <a:pt x="699924" y="985191"/>
                      <a:pt x="655656" y="1023808"/>
                      <a:pt x="598791" y="1052064"/>
                    </a:cubicBezTo>
                    <a:cubicBezTo>
                      <a:pt x="541926" y="1080202"/>
                      <a:pt x="477055" y="1094330"/>
                      <a:pt x="404296" y="1094330"/>
                    </a:cubicBezTo>
                    <a:cubicBezTo>
                      <a:pt x="278203" y="1094330"/>
                      <a:pt x="179308" y="1053594"/>
                      <a:pt x="107608" y="972123"/>
                    </a:cubicBezTo>
                    <a:close/>
                    <a:moveTo>
                      <a:pt x="116909" y="899364"/>
                    </a:moveTo>
                    <a:cubicBezTo>
                      <a:pt x="145636" y="943396"/>
                      <a:pt x="185076" y="978834"/>
                      <a:pt x="235231" y="1005441"/>
                    </a:cubicBezTo>
                    <a:cubicBezTo>
                      <a:pt x="285385" y="1032167"/>
                      <a:pt x="341308" y="1045353"/>
                      <a:pt x="402765" y="1045353"/>
                    </a:cubicBezTo>
                    <a:cubicBezTo>
                      <a:pt x="464222" y="1045353"/>
                      <a:pt x="520852" y="1033344"/>
                      <a:pt x="569593" y="1009209"/>
                    </a:cubicBezTo>
                    <a:cubicBezTo>
                      <a:pt x="618217" y="985191"/>
                      <a:pt x="656480" y="952108"/>
                      <a:pt x="684030" y="910077"/>
                    </a:cubicBezTo>
                    <a:cubicBezTo>
                      <a:pt x="711697" y="868047"/>
                      <a:pt x="725590" y="821895"/>
                      <a:pt x="725590" y="771741"/>
                    </a:cubicBezTo>
                    <a:lnTo>
                      <a:pt x="725590" y="742543"/>
                    </a:lnTo>
                    <a:cubicBezTo>
                      <a:pt x="725590" y="660601"/>
                      <a:pt x="696627" y="595023"/>
                      <a:pt x="638702" y="545811"/>
                    </a:cubicBezTo>
                    <a:cubicBezTo>
                      <a:pt x="580778" y="496598"/>
                      <a:pt x="501661" y="471992"/>
                      <a:pt x="401235" y="471992"/>
                    </a:cubicBezTo>
                    <a:cubicBezTo>
                      <a:pt x="341779" y="471992"/>
                      <a:pt x="287151" y="483059"/>
                      <a:pt x="237468" y="505075"/>
                    </a:cubicBezTo>
                    <a:cubicBezTo>
                      <a:pt x="187784" y="527091"/>
                      <a:pt x="148108" y="558644"/>
                      <a:pt x="118322" y="599615"/>
                    </a:cubicBezTo>
                    <a:cubicBezTo>
                      <a:pt x="88535" y="640586"/>
                      <a:pt x="73701" y="688739"/>
                      <a:pt x="73701" y="744074"/>
                    </a:cubicBezTo>
                    <a:lnTo>
                      <a:pt x="73701" y="754787"/>
                    </a:lnTo>
                    <a:cubicBezTo>
                      <a:pt x="73701" y="807061"/>
                      <a:pt x="88064" y="855214"/>
                      <a:pt x="116791" y="899246"/>
                    </a:cubicBezTo>
                    <a:close/>
                  </a:path>
                </a:pathLst>
              </a:custGeom>
              <a:solidFill>
                <a:schemeClr val="tx1"/>
              </a:solidFill>
              <a:ln w="1174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/>
              </a:p>
            </p:txBody>
          </p:sp>
          <p:sp>
            <p:nvSpPr>
              <p:cNvPr id="39" name="Freeform: Shape 38">
                <a:extLst>
                  <a:ext uri="{FF2B5EF4-FFF2-40B4-BE49-F238E27FC236}">
                    <a16:creationId xmlns:a16="http://schemas.microsoft.com/office/drawing/2014/main" id="{182420C7-8E46-60E7-66DE-C42FB272C44E}"/>
                  </a:ext>
                </a:extLst>
              </p:cNvPr>
              <p:cNvSpPr/>
              <p:nvPr/>
            </p:nvSpPr>
            <p:spPr>
              <a:xfrm>
                <a:off x="2802188" y="3933427"/>
                <a:ext cx="785397" cy="1094329"/>
              </a:xfrm>
              <a:custGeom>
                <a:avLst/>
                <a:gdLst>
                  <a:gd name="connsiteX0" fmla="*/ 633640 w 785397"/>
                  <a:gd name="connsiteY0" fmla="*/ 66519 h 1094329"/>
                  <a:gd name="connsiteX1" fmla="*/ 633640 w 785397"/>
                  <a:gd name="connsiteY1" fmla="*/ 66519 h 1094329"/>
                  <a:gd name="connsiteX2" fmla="*/ 391934 w 785397"/>
                  <a:gd name="connsiteY2" fmla="*/ 0 h 1094329"/>
                  <a:gd name="connsiteX3" fmla="*/ 94540 w 785397"/>
                  <a:gd name="connsiteY3" fmla="*/ 122913 h 1094329"/>
                  <a:gd name="connsiteX4" fmla="*/ 0 w 785397"/>
                  <a:gd name="connsiteY4" fmla="*/ 462574 h 1094329"/>
                  <a:gd name="connsiteX5" fmla="*/ 0 w 785397"/>
                  <a:gd name="connsiteY5" fmla="*/ 634699 h 1094329"/>
                  <a:gd name="connsiteX6" fmla="*/ 93716 w 785397"/>
                  <a:gd name="connsiteY6" fmla="*/ 972947 h 1094329"/>
                  <a:gd name="connsiteX7" fmla="*/ 391934 w 785397"/>
                  <a:gd name="connsiteY7" fmla="*/ 1094330 h 1094329"/>
                  <a:gd name="connsiteX8" fmla="*/ 691682 w 785397"/>
                  <a:gd name="connsiteY8" fmla="*/ 969768 h 1094329"/>
                  <a:gd name="connsiteX9" fmla="*/ 785398 w 785397"/>
                  <a:gd name="connsiteY9" fmla="*/ 634699 h 1094329"/>
                  <a:gd name="connsiteX10" fmla="*/ 785398 w 785397"/>
                  <a:gd name="connsiteY10" fmla="*/ 462574 h 1094329"/>
                  <a:gd name="connsiteX11" fmla="*/ 666841 w 785397"/>
                  <a:gd name="connsiteY11" fmla="*/ 94540 h 1094329"/>
                  <a:gd name="connsiteX12" fmla="*/ 633758 w 785397"/>
                  <a:gd name="connsiteY12" fmla="*/ 66284 h 1094329"/>
                  <a:gd name="connsiteX13" fmla="*/ 53569 w 785397"/>
                  <a:gd name="connsiteY13" fmla="*/ 634817 h 1094329"/>
                  <a:gd name="connsiteX14" fmla="*/ 53569 w 785397"/>
                  <a:gd name="connsiteY14" fmla="*/ 462691 h 1094329"/>
                  <a:gd name="connsiteX15" fmla="*/ 391698 w 785397"/>
                  <a:gd name="connsiteY15" fmla="*/ 49212 h 1094329"/>
                  <a:gd name="connsiteX16" fmla="*/ 606090 w 785397"/>
                  <a:gd name="connsiteY16" fmla="*/ 113612 h 1094329"/>
                  <a:gd name="connsiteX17" fmla="*/ 129389 w 785397"/>
                  <a:gd name="connsiteY17" fmla="*/ 930798 h 1094329"/>
                  <a:gd name="connsiteX18" fmla="*/ 53569 w 785397"/>
                  <a:gd name="connsiteY18" fmla="*/ 634935 h 1094329"/>
                  <a:gd name="connsiteX19" fmla="*/ 731476 w 785397"/>
                  <a:gd name="connsiteY19" fmla="*/ 634817 h 1094329"/>
                  <a:gd name="connsiteX20" fmla="*/ 650005 w 785397"/>
                  <a:gd name="connsiteY20" fmla="*/ 936096 h 1094329"/>
                  <a:gd name="connsiteX21" fmla="*/ 391816 w 785397"/>
                  <a:gd name="connsiteY21" fmla="*/ 1045235 h 1094329"/>
                  <a:gd name="connsiteX22" fmla="*/ 159057 w 785397"/>
                  <a:gd name="connsiteY22" fmla="*/ 964941 h 1094329"/>
                  <a:gd name="connsiteX23" fmla="*/ 637761 w 785397"/>
                  <a:gd name="connsiteY23" fmla="*/ 144458 h 1094329"/>
                  <a:gd name="connsiteX24" fmla="*/ 650123 w 785397"/>
                  <a:gd name="connsiteY24" fmla="*/ 159057 h 1094329"/>
                  <a:gd name="connsiteX25" fmla="*/ 731594 w 785397"/>
                  <a:gd name="connsiteY25" fmla="*/ 462691 h 1094329"/>
                  <a:gd name="connsiteX26" fmla="*/ 731594 w 785397"/>
                  <a:gd name="connsiteY26" fmla="*/ 634817 h 10943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785397" h="1094329">
                    <a:moveTo>
                      <a:pt x="633640" y="66519"/>
                    </a:moveTo>
                    <a:lnTo>
                      <a:pt x="633640" y="66519"/>
                    </a:lnTo>
                    <a:cubicBezTo>
                      <a:pt x="571830" y="22369"/>
                      <a:pt x="491418" y="0"/>
                      <a:pt x="391934" y="0"/>
                    </a:cubicBezTo>
                    <a:cubicBezTo>
                      <a:pt x="256658" y="0"/>
                      <a:pt x="157527" y="40971"/>
                      <a:pt x="94540" y="122913"/>
                    </a:cubicBezTo>
                    <a:cubicBezTo>
                      <a:pt x="31552" y="204856"/>
                      <a:pt x="0" y="318115"/>
                      <a:pt x="0" y="462574"/>
                    </a:cubicBezTo>
                    <a:lnTo>
                      <a:pt x="0" y="634699"/>
                    </a:lnTo>
                    <a:cubicBezTo>
                      <a:pt x="0" y="779158"/>
                      <a:pt x="31199" y="891946"/>
                      <a:pt x="93716" y="972947"/>
                    </a:cubicBezTo>
                    <a:cubicBezTo>
                      <a:pt x="156232" y="1053947"/>
                      <a:pt x="255599" y="1094330"/>
                      <a:pt x="391934" y="1094330"/>
                    </a:cubicBezTo>
                    <a:cubicBezTo>
                      <a:pt x="528269" y="1094330"/>
                      <a:pt x="629166" y="1052770"/>
                      <a:pt x="691682" y="969768"/>
                    </a:cubicBezTo>
                    <a:cubicBezTo>
                      <a:pt x="754199" y="886766"/>
                      <a:pt x="785398" y="775038"/>
                      <a:pt x="785398" y="634699"/>
                    </a:cubicBezTo>
                    <a:lnTo>
                      <a:pt x="785398" y="462574"/>
                    </a:lnTo>
                    <a:cubicBezTo>
                      <a:pt x="785398" y="293391"/>
                      <a:pt x="745722" y="170948"/>
                      <a:pt x="666841" y="94540"/>
                    </a:cubicBezTo>
                    <a:lnTo>
                      <a:pt x="633758" y="66284"/>
                    </a:lnTo>
                    <a:close/>
                    <a:moveTo>
                      <a:pt x="53569" y="634817"/>
                    </a:moveTo>
                    <a:lnTo>
                      <a:pt x="53569" y="462691"/>
                    </a:lnTo>
                    <a:cubicBezTo>
                      <a:pt x="53569" y="187078"/>
                      <a:pt x="166239" y="49212"/>
                      <a:pt x="391698" y="49212"/>
                    </a:cubicBezTo>
                    <a:cubicBezTo>
                      <a:pt x="481764" y="49212"/>
                      <a:pt x="553110" y="70758"/>
                      <a:pt x="606090" y="113612"/>
                    </a:cubicBezTo>
                    <a:lnTo>
                      <a:pt x="129389" y="930798"/>
                    </a:lnTo>
                    <a:cubicBezTo>
                      <a:pt x="78999" y="862631"/>
                      <a:pt x="53569" y="764206"/>
                      <a:pt x="53569" y="634935"/>
                    </a:cubicBezTo>
                    <a:close/>
                    <a:moveTo>
                      <a:pt x="731476" y="634817"/>
                    </a:moveTo>
                    <a:cubicBezTo>
                      <a:pt x="731476" y="762911"/>
                      <a:pt x="704280" y="863337"/>
                      <a:pt x="650005" y="936096"/>
                    </a:cubicBezTo>
                    <a:cubicBezTo>
                      <a:pt x="595730" y="1008856"/>
                      <a:pt x="509549" y="1045235"/>
                      <a:pt x="391816" y="1045235"/>
                    </a:cubicBezTo>
                    <a:cubicBezTo>
                      <a:pt x="292214" y="1045235"/>
                      <a:pt x="214628" y="1018392"/>
                      <a:pt x="159057" y="964941"/>
                    </a:cubicBezTo>
                    <a:lnTo>
                      <a:pt x="637761" y="144458"/>
                    </a:lnTo>
                    <a:cubicBezTo>
                      <a:pt x="641881" y="149286"/>
                      <a:pt x="646237" y="153877"/>
                      <a:pt x="650123" y="159057"/>
                    </a:cubicBezTo>
                    <a:cubicBezTo>
                      <a:pt x="704398" y="232288"/>
                      <a:pt x="731594" y="333538"/>
                      <a:pt x="731594" y="462691"/>
                    </a:cubicBezTo>
                    <a:lnTo>
                      <a:pt x="731594" y="634817"/>
                    </a:lnTo>
                    <a:close/>
                  </a:path>
                </a:pathLst>
              </a:custGeom>
              <a:solidFill>
                <a:schemeClr val="tx1"/>
              </a:solidFill>
              <a:ln w="1174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/>
              </a:p>
            </p:txBody>
          </p:sp>
        </p:grpSp>
        <p:pic>
          <p:nvPicPr>
            <p:cNvPr id="5" name="Graphic 4">
              <a:extLst>
                <a:ext uri="{FF2B5EF4-FFF2-40B4-BE49-F238E27FC236}">
                  <a16:creationId xmlns:a16="http://schemas.microsoft.com/office/drawing/2014/main" id="{03A35CB7-BE06-FF61-6D69-457BED5D697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704653" y="2277520"/>
              <a:ext cx="2781497" cy="1418564"/>
            </a:xfrm>
            <a:prstGeom prst="rect">
              <a:avLst/>
            </a:prstGeom>
          </p:spPr>
        </p:pic>
      </p:grpSp>
      <p:sp>
        <p:nvSpPr>
          <p:cNvPr id="7" name="CaixaDeTexto 6">
            <a:extLst>
              <a:ext uri="{FF2B5EF4-FFF2-40B4-BE49-F238E27FC236}">
                <a16:creationId xmlns:a16="http://schemas.microsoft.com/office/drawing/2014/main" id="{26C687F9-A1F2-FB0A-00B1-6E6A1C721396}"/>
              </a:ext>
            </a:extLst>
          </p:cNvPr>
          <p:cNvSpPr txBox="1"/>
          <p:nvPr/>
        </p:nvSpPr>
        <p:spPr>
          <a:xfrm>
            <a:off x="603016" y="1830030"/>
            <a:ext cx="298456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pt-BR" sz="2400" b="1">
                <a:solidFill>
                  <a:srgbClr val="000000"/>
                </a:solidFill>
                <a:latin typeface="Versos"/>
              </a:rPr>
              <a:t>BRADESCO TIVIO</a:t>
            </a:r>
          </a:p>
        </p:txBody>
      </p:sp>
    </p:spTree>
    <p:extLst>
      <p:ext uri="{BB962C8B-B14F-4D97-AF65-F5344CB8AC3E}">
        <p14:creationId xmlns:p14="http://schemas.microsoft.com/office/powerpoint/2010/main" val="3561324483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E761A0A3-5F16-279C-B058-9A7081EDD49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D47BABF3-6F80-2BFC-FD22-00A703671DF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fld id="{77667D73-C69A-4DAA-9003-24A825D36FE9}" type="slidenum">
              <a:rPr kumimoji="0" lang="pt-BR" sz="1100" b="0" i="0" u="none" strike="noStrike" kern="0" cap="none" spc="0" normalizeH="0" baseline="0" noProof="0" smtClean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sym typeface="Arial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t>8</a:t>
            </a:fld>
            <a:endParaRPr kumimoji="0" lang="pt-BR" sz="11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sos" panose="020B0503020204030204" pitchFamily="34" charset="0"/>
              <a:sym typeface="Arial"/>
            </a:endParaRPr>
          </a:p>
        </p:txBody>
      </p:sp>
      <p:sp>
        <p:nvSpPr>
          <p:cNvPr id="12" name="Retângulo: Cantos Arredondados 36">
            <a:extLst>
              <a:ext uri="{FF2B5EF4-FFF2-40B4-BE49-F238E27FC236}">
                <a16:creationId xmlns:a16="http://schemas.microsoft.com/office/drawing/2014/main" id="{DCB545FA-CAE3-C1DE-B937-AFB37AFF7912}"/>
              </a:ext>
            </a:extLst>
          </p:cNvPr>
          <p:cNvSpPr/>
          <p:nvPr/>
        </p:nvSpPr>
        <p:spPr>
          <a:xfrm>
            <a:off x="8153996" y="1125415"/>
            <a:ext cx="3719016" cy="5025600"/>
          </a:xfrm>
          <a:prstGeom prst="roundRect">
            <a:avLst>
              <a:gd name="adj" fmla="val 8914"/>
            </a:avLst>
          </a:prstGeom>
          <a:solidFill>
            <a:schemeClr val="accent2">
              <a:lumMod val="50000"/>
              <a:alpha val="56000"/>
            </a:schemeClr>
          </a:solidFill>
          <a:ln>
            <a:solidFill>
              <a:schemeClr val="accent2">
                <a:lumMod val="2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55449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lang="pt-BR" sz="1092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sos Light"/>
              <a:ea typeface="+mn-ea"/>
              <a:cs typeface="+mn-cs"/>
              <a:sym typeface="Arial"/>
            </a:endParaRPr>
          </a:p>
        </p:txBody>
      </p:sp>
      <p:sp>
        <p:nvSpPr>
          <p:cNvPr id="13" name="Retângulo: Cantos Arredondados 41">
            <a:extLst>
              <a:ext uri="{FF2B5EF4-FFF2-40B4-BE49-F238E27FC236}">
                <a16:creationId xmlns:a16="http://schemas.microsoft.com/office/drawing/2014/main" id="{ACF95404-0FA2-3996-AE09-100BF819E813}"/>
              </a:ext>
            </a:extLst>
          </p:cNvPr>
          <p:cNvSpPr/>
          <p:nvPr/>
        </p:nvSpPr>
        <p:spPr>
          <a:xfrm>
            <a:off x="5952539" y="1125415"/>
            <a:ext cx="3335322" cy="5025600"/>
          </a:xfrm>
          <a:prstGeom prst="roundRect">
            <a:avLst>
              <a:gd name="adj" fmla="val 12236"/>
            </a:avLst>
          </a:prstGeom>
          <a:solidFill>
            <a:schemeClr val="accent1">
              <a:lumMod val="50000"/>
            </a:schemeClr>
          </a:solidFill>
          <a:ln>
            <a:solidFill>
              <a:schemeClr val="accent2">
                <a:lumMod val="2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55449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lang="pt-BR" sz="1092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sos Light"/>
              <a:ea typeface="+mn-ea"/>
              <a:cs typeface="+mn-cs"/>
              <a:sym typeface="Arial"/>
            </a:endParaRPr>
          </a:p>
        </p:txBody>
      </p:sp>
      <p:sp>
        <p:nvSpPr>
          <p:cNvPr id="14" name="Retângulo: Cantos Arredondados 43">
            <a:extLst>
              <a:ext uri="{FF2B5EF4-FFF2-40B4-BE49-F238E27FC236}">
                <a16:creationId xmlns:a16="http://schemas.microsoft.com/office/drawing/2014/main" id="{118FAF75-DE5B-B39E-4443-E6D027C0E304}"/>
              </a:ext>
            </a:extLst>
          </p:cNvPr>
          <p:cNvSpPr/>
          <p:nvPr/>
        </p:nvSpPr>
        <p:spPr>
          <a:xfrm>
            <a:off x="3863106" y="1125415"/>
            <a:ext cx="2839684" cy="5025600"/>
          </a:xfrm>
          <a:prstGeom prst="roundRect">
            <a:avLst>
              <a:gd name="adj" fmla="val 12236"/>
            </a:avLst>
          </a:prstGeom>
          <a:solidFill>
            <a:schemeClr val="accent1">
              <a:lumMod val="75000"/>
            </a:schemeClr>
          </a:solidFill>
          <a:ln>
            <a:solidFill>
              <a:schemeClr val="accent2">
                <a:lumMod val="2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55449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lang="pt-BR" sz="1698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sos" panose="020B0503020204030204" pitchFamily="34" charset="0"/>
              <a:ea typeface="+mn-ea"/>
              <a:cs typeface="+mn-cs"/>
              <a:sym typeface="Arial"/>
            </a:endParaRPr>
          </a:p>
        </p:txBody>
      </p:sp>
      <p:sp>
        <p:nvSpPr>
          <p:cNvPr id="15" name="object 12">
            <a:extLst>
              <a:ext uri="{FF2B5EF4-FFF2-40B4-BE49-F238E27FC236}">
                <a16:creationId xmlns:a16="http://schemas.microsoft.com/office/drawing/2014/main" id="{72230688-946B-F6CB-AB7A-98C66D97473E}"/>
              </a:ext>
            </a:extLst>
          </p:cNvPr>
          <p:cNvSpPr txBox="1"/>
          <p:nvPr/>
        </p:nvSpPr>
        <p:spPr>
          <a:xfrm>
            <a:off x="4252885" y="1776436"/>
            <a:ext cx="2174337" cy="101516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0" marR="0" lvl="0" indent="0" algn="l" defTabSz="55449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pt-BR" sz="2183" b="1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Versos" panose="020B0503020204030204" pitchFamily="34" charset="0"/>
                <a:cs typeface="Arial"/>
                <a:sym typeface="Arial"/>
              </a:rPr>
              <a:t>Expertise de Crédito com Gestão Ativa</a:t>
            </a:r>
            <a:endParaRPr kumimoji="0" lang="pt-BR" sz="2183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sos" panose="020B0503020204030204" pitchFamily="34" charset="0"/>
              <a:cs typeface="Arial"/>
              <a:sym typeface="Arial"/>
            </a:endParaRPr>
          </a:p>
        </p:txBody>
      </p:sp>
      <p:sp>
        <p:nvSpPr>
          <p:cNvPr id="16" name="object 12">
            <a:extLst>
              <a:ext uri="{FF2B5EF4-FFF2-40B4-BE49-F238E27FC236}">
                <a16:creationId xmlns:a16="http://schemas.microsoft.com/office/drawing/2014/main" id="{B1FB9BC3-B06D-F456-A1A0-90ADD8824D0A}"/>
              </a:ext>
            </a:extLst>
          </p:cNvPr>
          <p:cNvSpPr txBox="1"/>
          <p:nvPr/>
        </p:nvSpPr>
        <p:spPr>
          <a:xfrm>
            <a:off x="4278670" y="3243545"/>
            <a:ext cx="2281149" cy="2554239"/>
          </a:xfrm>
          <a:prstGeom prst="rect">
            <a:avLst/>
          </a:prstGeom>
        </p:spPr>
        <p:txBody>
          <a:bodyPr vert="horz" wrap="square" lIns="0" tIns="7316" rIns="0" bIns="0" rtlCol="0" anchor="t">
            <a:spAutoFit/>
          </a:bodyPr>
          <a:lstStyle/>
          <a:p>
            <a:pPr marL="0" marR="110898" lvl="0" indent="0" algn="l" defTabSz="554492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60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pt-BR" sz="1455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cs typeface="Arial"/>
                <a:sym typeface="Arial"/>
              </a:rPr>
              <a:t>Ampla experiência </a:t>
            </a:r>
            <a:br>
              <a:rPr kumimoji="0" lang="pt-BR" sz="1455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cs typeface="Arial"/>
                <a:sym typeface="Arial"/>
              </a:rPr>
            </a:br>
            <a:r>
              <a:rPr kumimoji="0" lang="pt-BR" sz="1455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cs typeface="Arial"/>
                <a:sym typeface="Arial"/>
              </a:rPr>
              <a:t>para aproveitar oportunidades no mercado primário </a:t>
            </a:r>
            <a:br>
              <a:rPr kumimoji="0" lang="pt-BR" sz="1455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cs typeface="Arial"/>
                <a:sym typeface="Arial"/>
              </a:rPr>
            </a:br>
            <a:r>
              <a:rPr kumimoji="0" lang="pt-BR" sz="1455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cs typeface="Arial"/>
                <a:sym typeface="Arial"/>
              </a:rPr>
              <a:t>e secundário.</a:t>
            </a:r>
          </a:p>
          <a:p>
            <a:pPr marL="0" marR="110898" lvl="0" indent="0" algn="l" defTabSz="554492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60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pt-BR" sz="1455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cs typeface="Arial"/>
                <a:sym typeface="Arial"/>
              </a:rPr>
              <a:t>Asset Independente com Acionistas Robustos.</a:t>
            </a:r>
          </a:p>
          <a:p>
            <a:pPr marL="0" marR="110898" lvl="0" indent="0" algn="l" defTabSz="554492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60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pt-BR" sz="1455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cs typeface="Arial"/>
                <a:sym typeface="Arial"/>
              </a:rPr>
              <a:t>Diversificação de emissores e setores.</a:t>
            </a:r>
          </a:p>
        </p:txBody>
      </p:sp>
      <p:sp>
        <p:nvSpPr>
          <p:cNvPr id="17" name="object 12">
            <a:extLst>
              <a:ext uri="{FF2B5EF4-FFF2-40B4-BE49-F238E27FC236}">
                <a16:creationId xmlns:a16="http://schemas.microsoft.com/office/drawing/2014/main" id="{8990CBC4-CA83-C1BD-3A89-55FCAB008FEF}"/>
              </a:ext>
            </a:extLst>
          </p:cNvPr>
          <p:cNvSpPr txBox="1"/>
          <p:nvPr/>
        </p:nvSpPr>
        <p:spPr>
          <a:xfrm>
            <a:off x="7054522" y="1768516"/>
            <a:ext cx="2147938" cy="101516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0" marR="0" lvl="0" indent="0" algn="l" defTabSz="55449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pt-BR" sz="2183" b="1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Versos" panose="020B0503020204030204" pitchFamily="34" charset="0"/>
                <a:cs typeface="Arial"/>
                <a:sym typeface="Arial"/>
              </a:rPr>
              <a:t>Análise </a:t>
            </a:r>
            <a:br>
              <a:rPr kumimoji="0" lang="pt-BR" sz="2183" b="1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Versos" panose="020B0503020204030204" pitchFamily="34" charset="0"/>
                <a:cs typeface="Arial"/>
                <a:sym typeface="Arial"/>
              </a:rPr>
            </a:br>
            <a:r>
              <a:rPr kumimoji="0" lang="pt-BR" sz="2183" b="1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Versos" panose="020B0503020204030204" pitchFamily="34" charset="0"/>
                <a:cs typeface="Arial"/>
                <a:sym typeface="Arial"/>
              </a:rPr>
              <a:t>de Crédito Criteriosa </a:t>
            </a:r>
          </a:p>
        </p:txBody>
      </p:sp>
      <p:sp>
        <p:nvSpPr>
          <p:cNvPr id="18" name="object 12">
            <a:extLst>
              <a:ext uri="{FF2B5EF4-FFF2-40B4-BE49-F238E27FC236}">
                <a16:creationId xmlns:a16="http://schemas.microsoft.com/office/drawing/2014/main" id="{B65FE888-1D6D-FEFC-86EA-15CA14A20955}"/>
              </a:ext>
            </a:extLst>
          </p:cNvPr>
          <p:cNvSpPr txBox="1"/>
          <p:nvPr/>
        </p:nvSpPr>
        <p:spPr>
          <a:xfrm>
            <a:off x="6999941" y="3243545"/>
            <a:ext cx="2045972" cy="1574740"/>
          </a:xfrm>
          <a:prstGeom prst="rect">
            <a:avLst/>
          </a:prstGeom>
        </p:spPr>
        <p:txBody>
          <a:bodyPr vert="horz" wrap="square" lIns="0" tIns="7316" rIns="0" bIns="0" rtlCol="0">
            <a:spAutoFit/>
          </a:bodyPr>
          <a:lstStyle/>
          <a:p>
            <a:pPr marL="0" marR="110898" lvl="0" indent="0" algn="l" defTabSz="554492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60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pt-BR" sz="1455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cs typeface="Arial"/>
                <a:sym typeface="Arial"/>
              </a:rPr>
              <a:t>Análise independente e acompanhamento da carteira com ferramenta proprietária de </a:t>
            </a:r>
            <a:r>
              <a:rPr kumimoji="0" lang="pt-BR" sz="1455" b="0" i="1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cs typeface="Arial"/>
                <a:sym typeface="Arial"/>
              </a:rPr>
              <a:t>rating</a:t>
            </a:r>
            <a:r>
              <a:rPr kumimoji="0" lang="pt-BR" sz="1455" b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cs typeface="Arial"/>
                <a:sym typeface="Arial"/>
              </a:rPr>
              <a:t>, incluindo o segmento de FIDCs</a:t>
            </a:r>
            <a:r>
              <a:rPr kumimoji="0" lang="pt-BR" sz="1455" b="0" i="1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cs typeface="Arial"/>
                <a:sym typeface="Arial"/>
              </a:rPr>
              <a:t>.</a:t>
            </a:r>
          </a:p>
        </p:txBody>
      </p:sp>
      <p:sp>
        <p:nvSpPr>
          <p:cNvPr id="19" name="object 12">
            <a:extLst>
              <a:ext uri="{FF2B5EF4-FFF2-40B4-BE49-F238E27FC236}">
                <a16:creationId xmlns:a16="http://schemas.microsoft.com/office/drawing/2014/main" id="{252B8231-505E-0145-1533-E711060AB672}"/>
              </a:ext>
            </a:extLst>
          </p:cNvPr>
          <p:cNvSpPr txBox="1"/>
          <p:nvPr/>
        </p:nvSpPr>
        <p:spPr>
          <a:xfrm>
            <a:off x="9611675" y="1749162"/>
            <a:ext cx="2244152" cy="135108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0" marR="0" lvl="0" indent="0" algn="l" defTabSz="55449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pt-BR" sz="2183" b="1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Versos" panose="020B0503020204030204" pitchFamily="34" charset="0"/>
                <a:cs typeface="Arial"/>
                <a:sym typeface="Arial"/>
              </a:rPr>
              <a:t>Originação Proprietária </a:t>
            </a:r>
            <a:br>
              <a:rPr kumimoji="0" lang="pt-BR" sz="2183" b="1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Versos" panose="020B0503020204030204" pitchFamily="34" charset="0"/>
                <a:cs typeface="Arial"/>
                <a:sym typeface="Arial"/>
              </a:rPr>
            </a:br>
            <a:r>
              <a:rPr kumimoji="0" lang="pt-BR" sz="2183" b="1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Versos" panose="020B0503020204030204" pitchFamily="34" charset="0"/>
                <a:cs typeface="Arial"/>
                <a:sym typeface="Arial"/>
              </a:rPr>
              <a:t>&amp; Crédito Estruturado </a:t>
            </a:r>
          </a:p>
        </p:txBody>
      </p:sp>
      <p:sp>
        <p:nvSpPr>
          <p:cNvPr id="20" name="object 12">
            <a:extLst>
              <a:ext uri="{FF2B5EF4-FFF2-40B4-BE49-F238E27FC236}">
                <a16:creationId xmlns:a16="http://schemas.microsoft.com/office/drawing/2014/main" id="{91EE26D0-370F-CC7A-9243-8F58BEA574E8}"/>
              </a:ext>
            </a:extLst>
          </p:cNvPr>
          <p:cNvSpPr txBox="1"/>
          <p:nvPr/>
        </p:nvSpPr>
        <p:spPr>
          <a:xfrm>
            <a:off x="9607644" y="3243545"/>
            <a:ext cx="1970722" cy="910583"/>
          </a:xfrm>
          <a:prstGeom prst="rect">
            <a:avLst/>
          </a:prstGeom>
        </p:spPr>
        <p:txBody>
          <a:bodyPr vert="horz" wrap="square" lIns="0" tIns="7316" rIns="0" bIns="0" rtlCol="0">
            <a:spAutoFit/>
          </a:bodyPr>
          <a:lstStyle/>
          <a:p>
            <a:pPr marL="0" marR="110898" lvl="0" indent="0" algn="l" defTabSz="554492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60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pt-BR" sz="1455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cs typeface="Arial"/>
                <a:sym typeface="Arial"/>
              </a:rPr>
              <a:t>Time focado </a:t>
            </a:r>
            <a:br>
              <a:rPr kumimoji="0" lang="pt-BR" sz="1455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cs typeface="Arial"/>
                <a:sym typeface="Arial"/>
              </a:rPr>
            </a:br>
            <a:r>
              <a:rPr kumimoji="0" lang="pt-BR" sz="1455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cs typeface="Arial"/>
                <a:sym typeface="Arial"/>
              </a:rPr>
              <a:t>na Originação e Estruturação de ativos de crédito.</a:t>
            </a:r>
            <a:endParaRPr kumimoji="0" lang="pt-BR" sz="1455" b="0" i="1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sos Light" panose="020B0403020204030204" pitchFamily="34" charset="0"/>
              <a:cs typeface="Arial"/>
              <a:sym typeface="Arial"/>
            </a:endParaRPr>
          </a:p>
        </p:txBody>
      </p:sp>
      <p:grpSp>
        <p:nvGrpSpPr>
          <p:cNvPr id="21" name="Agrupar 17">
            <a:extLst>
              <a:ext uri="{FF2B5EF4-FFF2-40B4-BE49-F238E27FC236}">
                <a16:creationId xmlns:a16="http://schemas.microsoft.com/office/drawing/2014/main" id="{712808C8-5F85-3E21-2718-6016AF51D664}"/>
              </a:ext>
            </a:extLst>
          </p:cNvPr>
          <p:cNvGrpSpPr/>
          <p:nvPr/>
        </p:nvGrpSpPr>
        <p:grpSpPr>
          <a:xfrm rot="10800000">
            <a:off x="4237795" y="1379833"/>
            <a:ext cx="481657" cy="119713"/>
            <a:chOff x="6558860" y="2846873"/>
            <a:chExt cx="1049081" cy="260743"/>
          </a:xfrm>
          <a:noFill/>
        </p:grpSpPr>
        <p:sp>
          <p:nvSpPr>
            <p:cNvPr id="22" name="Elipse 1">
              <a:extLst>
                <a:ext uri="{FF2B5EF4-FFF2-40B4-BE49-F238E27FC236}">
                  <a16:creationId xmlns:a16="http://schemas.microsoft.com/office/drawing/2014/main" id="{9C0E8A55-E792-CE2D-2468-5AD861492354}"/>
                </a:ext>
              </a:extLst>
            </p:cNvPr>
            <p:cNvSpPr/>
            <p:nvPr/>
          </p:nvSpPr>
          <p:spPr>
            <a:xfrm>
              <a:off x="6558860" y="2846873"/>
              <a:ext cx="260743" cy="260743"/>
            </a:xfrm>
            <a:prstGeom prst="ellipse">
              <a:avLst/>
            </a:prstGeom>
            <a:grpFill/>
            <a:ln w="19050">
              <a:solidFill>
                <a:schemeClr val="accent2">
                  <a:lumMod val="2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55449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lang="pt-BR" sz="1092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  <a:sym typeface="Arial"/>
              </a:endParaRPr>
            </a:p>
          </p:txBody>
        </p:sp>
        <p:sp>
          <p:nvSpPr>
            <p:cNvPr id="23" name="Elipse 3">
              <a:extLst>
                <a:ext uri="{FF2B5EF4-FFF2-40B4-BE49-F238E27FC236}">
                  <a16:creationId xmlns:a16="http://schemas.microsoft.com/office/drawing/2014/main" id="{8B2950B2-E496-A30B-01DD-48ED51996E43}"/>
                </a:ext>
              </a:extLst>
            </p:cNvPr>
            <p:cNvSpPr/>
            <p:nvPr/>
          </p:nvSpPr>
          <p:spPr>
            <a:xfrm>
              <a:off x="6956228" y="2846873"/>
              <a:ext cx="260743" cy="260743"/>
            </a:xfrm>
            <a:prstGeom prst="ellipse">
              <a:avLst/>
            </a:prstGeom>
            <a:grpFill/>
            <a:ln w="19050">
              <a:solidFill>
                <a:schemeClr val="accent2">
                  <a:lumMod val="2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55449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lang="pt-BR" sz="1092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  <a:sym typeface="Arial"/>
              </a:endParaRPr>
            </a:p>
          </p:txBody>
        </p:sp>
        <p:sp>
          <p:nvSpPr>
            <p:cNvPr id="24" name="Elipse 8">
              <a:extLst>
                <a:ext uri="{FF2B5EF4-FFF2-40B4-BE49-F238E27FC236}">
                  <a16:creationId xmlns:a16="http://schemas.microsoft.com/office/drawing/2014/main" id="{4543FF00-D811-29D7-13DB-2863537FC2A5}"/>
                </a:ext>
              </a:extLst>
            </p:cNvPr>
            <p:cNvSpPr/>
            <p:nvPr/>
          </p:nvSpPr>
          <p:spPr>
            <a:xfrm>
              <a:off x="7347198" y="2846873"/>
              <a:ext cx="260743" cy="260743"/>
            </a:xfrm>
            <a:prstGeom prst="ellipse">
              <a:avLst/>
            </a:prstGeom>
            <a:solidFill>
              <a:schemeClr val="tx1">
                <a:lumMod val="85000"/>
                <a:lumOff val="15000"/>
              </a:schemeClr>
            </a:solidFill>
            <a:ln w="19050">
              <a:solidFill>
                <a:schemeClr val="accent2">
                  <a:lumMod val="2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55449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lang="pt-BR" sz="1092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25" name="Agrupar 16">
            <a:extLst>
              <a:ext uri="{FF2B5EF4-FFF2-40B4-BE49-F238E27FC236}">
                <a16:creationId xmlns:a16="http://schemas.microsoft.com/office/drawing/2014/main" id="{345645D9-D02E-ACEE-2D36-1C7EC5C55A17}"/>
              </a:ext>
            </a:extLst>
          </p:cNvPr>
          <p:cNvGrpSpPr/>
          <p:nvPr/>
        </p:nvGrpSpPr>
        <p:grpSpPr>
          <a:xfrm rot="10800000">
            <a:off x="7061445" y="1379833"/>
            <a:ext cx="481657" cy="119713"/>
            <a:chOff x="11215282" y="2846873"/>
            <a:chExt cx="1049081" cy="260743"/>
          </a:xfrm>
          <a:noFill/>
        </p:grpSpPr>
        <p:sp>
          <p:nvSpPr>
            <p:cNvPr id="26" name="Elipse 9">
              <a:extLst>
                <a:ext uri="{FF2B5EF4-FFF2-40B4-BE49-F238E27FC236}">
                  <a16:creationId xmlns:a16="http://schemas.microsoft.com/office/drawing/2014/main" id="{06C97122-F0F7-19A0-8C7C-4987F4B061AC}"/>
                </a:ext>
              </a:extLst>
            </p:cNvPr>
            <p:cNvSpPr/>
            <p:nvPr/>
          </p:nvSpPr>
          <p:spPr>
            <a:xfrm>
              <a:off x="11215282" y="2846873"/>
              <a:ext cx="260743" cy="260743"/>
            </a:xfrm>
            <a:prstGeom prst="ellipse">
              <a:avLst/>
            </a:prstGeom>
            <a:grpFill/>
            <a:ln w="19050">
              <a:solidFill>
                <a:schemeClr val="accent2">
                  <a:lumMod val="2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55449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lang="pt-BR" sz="1092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  <a:sym typeface="Arial"/>
              </a:endParaRPr>
            </a:p>
          </p:txBody>
        </p:sp>
        <p:sp>
          <p:nvSpPr>
            <p:cNvPr id="27" name="Elipse 10">
              <a:extLst>
                <a:ext uri="{FF2B5EF4-FFF2-40B4-BE49-F238E27FC236}">
                  <a16:creationId xmlns:a16="http://schemas.microsoft.com/office/drawing/2014/main" id="{5667259A-7F7E-9C43-E70C-36347343A736}"/>
                </a:ext>
              </a:extLst>
            </p:cNvPr>
            <p:cNvSpPr/>
            <p:nvPr/>
          </p:nvSpPr>
          <p:spPr>
            <a:xfrm>
              <a:off x="11612650" y="2846873"/>
              <a:ext cx="260743" cy="260743"/>
            </a:xfrm>
            <a:prstGeom prst="ellipse">
              <a:avLst/>
            </a:prstGeom>
            <a:solidFill>
              <a:schemeClr val="tx1">
                <a:lumMod val="85000"/>
                <a:lumOff val="15000"/>
              </a:schemeClr>
            </a:solidFill>
            <a:ln w="19050">
              <a:solidFill>
                <a:schemeClr val="accent2">
                  <a:lumMod val="2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55449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lang="pt-BR" sz="1092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  <a:sym typeface="Arial"/>
              </a:endParaRPr>
            </a:p>
          </p:txBody>
        </p:sp>
        <p:sp>
          <p:nvSpPr>
            <p:cNvPr id="28" name="Elipse 11">
              <a:extLst>
                <a:ext uri="{FF2B5EF4-FFF2-40B4-BE49-F238E27FC236}">
                  <a16:creationId xmlns:a16="http://schemas.microsoft.com/office/drawing/2014/main" id="{B0266BE8-AADC-9439-A97D-4D4518AECBDA}"/>
                </a:ext>
              </a:extLst>
            </p:cNvPr>
            <p:cNvSpPr/>
            <p:nvPr/>
          </p:nvSpPr>
          <p:spPr>
            <a:xfrm>
              <a:off x="12003620" y="2846873"/>
              <a:ext cx="260743" cy="260743"/>
            </a:xfrm>
            <a:prstGeom prst="ellipse">
              <a:avLst/>
            </a:prstGeom>
            <a:solidFill>
              <a:schemeClr val="tx1">
                <a:lumMod val="85000"/>
                <a:lumOff val="15000"/>
              </a:schemeClr>
            </a:solidFill>
            <a:ln w="19050">
              <a:solidFill>
                <a:schemeClr val="accent2">
                  <a:lumMod val="2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55449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lang="pt-BR" sz="1092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29" name="Agrupar 18">
            <a:extLst>
              <a:ext uri="{FF2B5EF4-FFF2-40B4-BE49-F238E27FC236}">
                <a16:creationId xmlns:a16="http://schemas.microsoft.com/office/drawing/2014/main" id="{26C51661-8E01-8921-AF22-463172D25176}"/>
              </a:ext>
            </a:extLst>
          </p:cNvPr>
          <p:cNvGrpSpPr/>
          <p:nvPr/>
        </p:nvGrpSpPr>
        <p:grpSpPr>
          <a:xfrm>
            <a:off x="9637222" y="1379834"/>
            <a:ext cx="481657" cy="119713"/>
            <a:chOff x="15462842" y="2846873"/>
            <a:chExt cx="1049081" cy="260743"/>
          </a:xfrm>
          <a:solidFill>
            <a:schemeClr val="tx1">
              <a:lumMod val="85000"/>
              <a:lumOff val="15000"/>
            </a:schemeClr>
          </a:solidFill>
        </p:grpSpPr>
        <p:sp>
          <p:nvSpPr>
            <p:cNvPr id="30" name="Elipse 12">
              <a:extLst>
                <a:ext uri="{FF2B5EF4-FFF2-40B4-BE49-F238E27FC236}">
                  <a16:creationId xmlns:a16="http://schemas.microsoft.com/office/drawing/2014/main" id="{8A6F0038-4937-5575-4306-0217CCA1E3DF}"/>
                </a:ext>
              </a:extLst>
            </p:cNvPr>
            <p:cNvSpPr/>
            <p:nvPr/>
          </p:nvSpPr>
          <p:spPr>
            <a:xfrm>
              <a:off x="15462842" y="2846873"/>
              <a:ext cx="260743" cy="260743"/>
            </a:xfrm>
            <a:prstGeom prst="ellipse">
              <a:avLst/>
            </a:prstGeom>
            <a:grpFill/>
            <a:ln w="19050">
              <a:solidFill>
                <a:schemeClr val="accent2">
                  <a:lumMod val="2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55449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lang="pt-BR" sz="1092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  <a:sym typeface="Arial"/>
              </a:endParaRPr>
            </a:p>
          </p:txBody>
        </p:sp>
        <p:sp>
          <p:nvSpPr>
            <p:cNvPr id="31" name="Elipse 13">
              <a:extLst>
                <a:ext uri="{FF2B5EF4-FFF2-40B4-BE49-F238E27FC236}">
                  <a16:creationId xmlns:a16="http://schemas.microsoft.com/office/drawing/2014/main" id="{29787781-E56A-B0F9-24AA-D370F27BDBC4}"/>
                </a:ext>
              </a:extLst>
            </p:cNvPr>
            <p:cNvSpPr/>
            <p:nvPr/>
          </p:nvSpPr>
          <p:spPr>
            <a:xfrm>
              <a:off x="15860210" y="2846873"/>
              <a:ext cx="260743" cy="260743"/>
            </a:xfrm>
            <a:prstGeom prst="ellipse">
              <a:avLst/>
            </a:prstGeom>
            <a:grpFill/>
            <a:ln w="19050">
              <a:solidFill>
                <a:schemeClr val="accent2">
                  <a:lumMod val="2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55449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lang="pt-BR" sz="1092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  <a:sym typeface="Arial"/>
              </a:endParaRPr>
            </a:p>
          </p:txBody>
        </p:sp>
        <p:sp>
          <p:nvSpPr>
            <p:cNvPr id="32" name="Elipse 14">
              <a:extLst>
                <a:ext uri="{FF2B5EF4-FFF2-40B4-BE49-F238E27FC236}">
                  <a16:creationId xmlns:a16="http://schemas.microsoft.com/office/drawing/2014/main" id="{38C819AC-7967-794A-4FC9-7CE46A845FE1}"/>
                </a:ext>
              </a:extLst>
            </p:cNvPr>
            <p:cNvSpPr/>
            <p:nvPr/>
          </p:nvSpPr>
          <p:spPr>
            <a:xfrm>
              <a:off x="16251180" y="2846873"/>
              <a:ext cx="260743" cy="260743"/>
            </a:xfrm>
            <a:prstGeom prst="ellipse">
              <a:avLst/>
            </a:prstGeom>
            <a:grpFill/>
            <a:ln w="19050">
              <a:solidFill>
                <a:schemeClr val="accent2">
                  <a:lumMod val="2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55449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lang="pt-BR" sz="1092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  <a:sym typeface="Arial"/>
              </a:endParaRPr>
            </a:p>
          </p:txBody>
        </p:sp>
      </p:grpSp>
      <p:sp>
        <p:nvSpPr>
          <p:cNvPr id="34" name="object 13">
            <a:extLst>
              <a:ext uri="{FF2B5EF4-FFF2-40B4-BE49-F238E27FC236}">
                <a16:creationId xmlns:a16="http://schemas.microsoft.com/office/drawing/2014/main" id="{433698B5-2CE0-50DD-E484-366C4AF13421}"/>
              </a:ext>
            </a:extLst>
          </p:cNvPr>
          <p:cNvSpPr txBox="1"/>
          <p:nvPr/>
        </p:nvSpPr>
        <p:spPr>
          <a:xfrm>
            <a:off x="447069" y="1441098"/>
            <a:ext cx="1845124" cy="903274"/>
          </a:xfrm>
          <a:prstGeom prst="rect">
            <a:avLst/>
          </a:prstGeom>
        </p:spPr>
        <p:txBody>
          <a:bodyPr vert="horz" wrap="square" lIns="0" tIns="7316" rIns="0" bIns="0" rtlCol="0">
            <a:spAutoFit/>
          </a:bodyPr>
          <a:lstStyle/>
          <a:p>
            <a:pPr marL="0" marR="0" lvl="0" indent="0" algn="l" defTabSz="55449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pt-BR" sz="2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Versos Light" panose="020B0403020204030204" pitchFamily="34" charset="0"/>
                <a:cs typeface="Arial"/>
                <a:sym typeface="Arial"/>
              </a:rPr>
              <a:t>Por que </a:t>
            </a:r>
            <a:br>
              <a:rPr kumimoji="0" lang="pt-BR" sz="2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Versos Light" panose="020B0403020204030204" pitchFamily="34" charset="0"/>
                <a:cs typeface="Arial"/>
                <a:sym typeface="Arial"/>
              </a:rPr>
            </a:br>
            <a:r>
              <a:rPr kumimoji="0" lang="pt-BR" sz="2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Versos Light" panose="020B0403020204030204" pitchFamily="34" charset="0"/>
                <a:cs typeface="Arial"/>
                <a:sym typeface="Arial"/>
              </a:rPr>
              <a:t>investir no </a:t>
            </a:r>
            <a:endParaRPr kumimoji="0" lang="pt-BR" sz="2800" b="1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sos Light" panose="020B0403020204030204" pitchFamily="34" charset="0"/>
              <a:cs typeface="Arial"/>
              <a:sym typeface="Arial"/>
            </a:endParaRPr>
          </a:p>
        </p:txBody>
      </p:sp>
      <p:sp>
        <p:nvSpPr>
          <p:cNvPr id="37" name="object 13">
            <a:extLst>
              <a:ext uri="{FF2B5EF4-FFF2-40B4-BE49-F238E27FC236}">
                <a16:creationId xmlns:a16="http://schemas.microsoft.com/office/drawing/2014/main" id="{0BC2F72B-37BC-BE0E-AAF9-19A38A70DB2B}"/>
              </a:ext>
            </a:extLst>
          </p:cNvPr>
          <p:cNvSpPr txBox="1"/>
          <p:nvPr/>
        </p:nvSpPr>
        <p:spPr>
          <a:xfrm>
            <a:off x="2872376" y="4179226"/>
            <a:ext cx="571038" cy="727446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0" marR="0" lvl="0" indent="0" algn="l" defTabSz="55449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pt-BR" sz="56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Versos" panose="020B0503020204030204" pitchFamily="34" charset="77"/>
                <a:cs typeface="Arial"/>
                <a:sym typeface="Arial"/>
              </a:rPr>
              <a:t>?</a:t>
            </a:r>
            <a:endParaRPr kumimoji="0" lang="pt-BR" sz="56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sos" panose="020B0503020204030204" pitchFamily="34" charset="0"/>
              <a:cs typeface="Arial"/>
              <a:sym typeface="Arial"/>
            </a:endParaRPr>
          </a:p>
        </p:txBody>
      </p:sp>
      <p:grpSp>
        <p:nvGrpSpPr>
          <p:cNvPr id="7" name="Agrupar 6">
            <a:extLst>
              <a:ext uri="{FF2B5EF4-FFF2-40B4-BE49-F238E27FC236}">
                <a16:creationId xmlns:a16="http://schemas.microsoft.com/office/drawing/2014/main" id="{3B0012BC-C9CC-36D8-FAB2-D10E7D98ACA4}"/>
              </a:ext>
            </a:extLst>
          </p:cNvPr>
          <p:cNvGrpSpPr/>
          <p:nvPr/>
        </p:nvGrpSpPr>
        <p:grpSpPr>
          <a:xfrm>
            <a:off x="450189" y="5165108"/>
            <a:ext cx="2573594" cy="985907"/>
            <a:chOff x="398206" y="4520664"/>
            <a:chExt cx="2573594" cy="985907"/>
          </a:xfrm>
        </p:grpSpPr>
        <p:sp>
          <p:nvSpPr>
            <p:cNvPr id="6" name="Retângulo: Cantos Arredondados 5">
              <a:extLst>
                <a:ext uri="{FF2B5EF4-FFF2-40B4-BE49-F238E27FC236}">
                  <a16:creationId xmlns:a16="http://schemas.microsoft.com/office/drawing/2014/main" id="{05BFC469-EECA-C384-0F91-42323F0FAD70}"/>
                </a:ext>
              </a:extLst>
            </p:cNvPr>
            <p:cNvSpPr/>
            <p:nvPr/>
          </p:nvSpPr>
          <p:spPr>
            <a:xfrm>
              <a:off x="398206" y="4520664"/>
              <a:ext cx="2573594" cy="985907"/>
            </a:xfrm>
            <a:prstGeom prst="roundRect">
              <a:avLst/>
            </a:prstGeom>
            <a:solidFill>
              <a:schemeClr val="accent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/>
            </a:p>
          </p:txBody>
        </p:sp>
        <p:sp>
          <p:nvSpPr>
            <p:cNvPr id="4" name="CaixaDeTexto 3">
              <a:extLst>
                <a:ext uri="{FF2B5EF4-FFF2-40B4-BE49-F238E27FC236}">
                  <a16:creationId xmlns:a16="http://schemas.microsoft.com/office/drawing/2014/main" id="{42E66E3F-FA17-C342-CE1D-4E7F9A8B12E0}"/>
                </a:ext>
              </a:extLst>
            </p:cNvPr>
            <p:cNvSpPr txBox="1"/>
            <p:nvPr/>
          </p:nvSpPr>
          <p:spPr>
            <a:xfrm>
              <a:off x="398206" y="4628182"/>
              <a:ext cx="2573594" cy="646331"/>
            </a:xfrm>
            <a:prstGeom prst="rect">
              <a:avLst/>
            </a:prstGeom>
            <a:noFill/>
          </p:spPr>
          <p:txBody>
            <a:bodyPr wrap="square" lIns="0" rIns="0">
              <a:spAutoFit/>
            </a:bodyPr>
            <a:lstStyle/>
            <a:p>
              <a:pPr algn="ctr"/>
              <a:r>
                <a:rPr kumimoji="0" lang="pt-BR" sz="18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Versos" panose="020B0503020204030204" pitchFamily="34" charset="77"/>
                  <a:cs typeface="Arial"/>
                  <a:sym typeface="Arial"/>
                </a:rPr>
                <a:t>EXCLUSIVIDADE</a:t>
              </a:r>
            </a:p>
            <a:p>
              <a:pPr algn="ctr"/>
              <a:endParaRPr kumimoji="0" lang="pt-BR" sz="1800" b="0" i="0" u="none" strike="noStrike" kern="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Versos" panose="020B0503020204030204" pitchFamily="34" charset="77"/>
                <a:cs typeface="Arial"/>
                <a:sym typeface="Arial"/>
              </a:endParaRPr>
            </a:p>
          </p:txBody>
        </p:sp>
        <p:pic>
          <p:nvPicPr>
            <p:cNvPr id="5" name="object 17">
              <a:extLst>
                <a:ext uri="{FF2B5EF4-FFF2-40B4-BE49-F238E27FC236}">
                  <a16:creationId xmlns:a16="http://schemas.microsoft.com/office/drawing/2014/main" id="{BF32466A-B255-54BC-95E9-EAF53026B270}"/>
                </a:ext>
              </a:extLst>
            </p:cNvPr>
            <p:cNvPicPr/>
            <p:nvPr/>
          </p:nvPicPr>
          <p:blipFill>
            <a:blip r:embed="rId2" cstate="screen"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brightnessContrast bright="10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828186" y="4912144"/>
              <a:ext cx="1603845" cy="519913"/>
            </a:xfrm>
            <a:prstGeom prst="rect">
              <a:avLst/>
            </a:prstGeom>
          </p:spPr>
        </p:pic>
      </p:grpSp>
      <mc:AlternateContent xmlns:mc="http://schemas.openxmlformats.org/markup-compatibility/2006" xmlns:pslz="http://schemas.microsoft.com/office/powerpoint/2016/slidezoom">
        <mc:Choice Requires="pslz">
          <p:graphicFrame>
            <p:nvGraphicFramePr>
              <p:cNvPr id="9" name="Zoom de Slide 8">
                <a:extLst>
                  <a:ext uri="{FF2B5EF4-FFF2-40B4-BE49-F238E27FC236}">
                    <a16:creationId xmlns:a16="http://schemas.microsoft.com/office/drawing/2014/main" id="{8222C21C-81E2-F017-B07E-D6F455B9795D}"/>
                  </a:ext>
                </a:extLst>
              </p:cNvPr>
              <p:cNvGraphicFramePr>
                <a:graphicFrameLocks noChangeAspect="1"/>
              </p:cNvGraphicFramePr>
              <p:nvPr>
                <p:extLst>
                  <p:ext uri="{D42A27DB-BD31-4B8C-83A1-F6EECF244321}">
                    <p14:modId xmlns:p14="http://schemas.microsoft.com/office/powerpoint/2010/main" val="2282909012"/>
                  </p:ext>
                </p:extLst>
              </p:nvPr>
            </p:nvGraphicFramePr>
            <p:xfrm>
              <a:off x="-3866418" y="2091690"/>
              <a:ext cx="3048000" cy="1714500"/>
            </p:xfrm>
            <a:graphic>
              <a:graphicData uri="http://schemas.microsoft.com/office/powerpoint/2016/slidezoom">
                <pslz:sldZm>
                  <pslz:sldZmObj sldId="2147474401" cId="821325560">
                    <pslz:zmPr id="{24BC32C5-1CB1-4415-89AF-8BFF14C94A07}" returnToParent="0" transitionDur="1000">
                      <p166:blipFill xmlns:p166="http://schemas.microsoft.com/office/powerpoint/2016/6/main">
                        <a:blip r:embed="rId4"/>
                        <a:stretch>
                          <a:fillRect/>
                        </a:stretch>
                      </p166:blipFill>
                      <p166:spPr xmlns:p166="http://schemas.microsoft.com/office/powerpoint/2016/6/main">
                        <a:xfrm>
                          <a:off x="0" y="0"/>
                          <a:ext cx="3048000" cy="1714500"/>
                        </a:xfrm>
                        <a:prstGeom prst="rect">
                          <a:avLst/>
                        </a:prstGeom>
                        <a:ln w="3175">
                          <a:solidFill>
                            <a:prstClr val="ltGray"/>
                          </a:solidFill>
                        </a:ln>
                      </p166:spPr>
                    </pslz:zmPr>
                  </pslz:sldZmObj>
                </pslz:sldZm>
              </a:graphicData>
            </a:graphic>
          </p:graphicFrame>
        </mc:Choice>
        <mc:Fallback xmlns="">
          <p:pic>
            <p:nvPicPr>
              <p:cNvPr id="9" name="Zoom de Slide 8">
                <a:hlinkClick r:id="rId5" action="ppaction://hlinksldjump"/>
                <a:extLst>
                  <a:ext uri="{FF2B5EF4-FFF2-40B4-BE49-F238E27FC236}">
                    <a16:creationId xmlns:a16="http://schemas.microsoft.com/office/drawing/2014/main" id="{8222C21C-81E2-F017-B07E-D6F455B9795D}"/>
                  </a:ext>
                </a:extLst>
              </p:cNvPr>
              <p:cNvPicPr>
                <a:picLocks noGrp="1" noRot="1" noChangeAspect="1" noMove="1" noResize="1" noEditPoints="1" noAdjustHandles="1" noChangeArrowheads="1" noChangeShapeType="1"/>
              </p:cNvPicPr>
              <p:nvPr/>
            </p:nvPicPr>
            <p:blipFill>
              <a:blip r:embed="rId6"/>
              <a:stretch>
                <a:fillRect/>
              </a:stretch>
            </p:blipFill>
            <p:spPr>
              <a:xfrm>
                <a:off x="-3866418" y="2091690"/>
                <a:ext cx="3048000" cy="1714500"/>
              </a:xfrm>
              <a:prstGeom prst="rect">
                <a:avLst/>
              </a:prstGeom>
              <a:ln w="3175">
                <a:solidFill>
                  <a:prstClr val="ltGray"/>
                </a:solidFill>
              </a:ln>
            </p:spPr>
          </p:pic>
        </mc:Fallback>
      </mc:AlternateContent>
      <p:grpSp>
        <p:nvGrpSpPr>
          <p:cNvPr id="57" name="Group 56">
            <a:extLst>
              <a:ext uri="{FF2B5EF4-FFF2-40B4-BE49-F238E27FC236}">
                <a16:creationId xmlns:a16="http://schemas.microsoft.com/office/drawing/2014/main" id="{DAED3147-854E-A9CF-A1A4-47302D0876A5}"/>
              </a:ext>
            </a:extLst>
          </p:cNvPr>
          <p:cNvGrpSpPr/>
          <p:nvPr/>
        </p:nvGrpSpPr>
        <p:grpSpPr>
          <a:xfrm>
            <a:off x="372851" y="2297372"/>
            <a:ext cx="2348387" cy="2609127"/>
            <a:chOff x="603016" y="1830030"/>
            <a:chExt cx="3086205" cy="3428865"/>
          </a:xfrm>
        </p:grpSpPr>
        <p:grpSp>
          <p:nvGrpSpPr>
            <p:cNvPr id="50" name="Group 49">
              <a:extLst>
                <a:ext uri="{FF2B5EF4-FFF2-40B4-BE49-F238E27FC236}">
                  <a16:creationId xmlns:a16="http://schemas.microsoft.com/office/drawing/2014/main" id="{57189E2B-9437-302A-D4C3-BFE8B24E8BA5}"/>
                </a:ext>
              </a:extLst>
            </p:cNvPr>
            <p:cNvGrpSpPr/>
            <p:nvPr/>
          </p:nvGrpSpPr>
          <p:grpSpPr>
            <a:xfrm>
              <a:off x="704652" y="2411700"/>
              <a:ext cx="2984569" cy="2847195"/>
              <a:chOff x="704653" y="2277520"/>
              <a:chExt cx="2882932" cy="2750236"/>
            </a:xfrm>
          </p:grpSpPr>
          <p:grpSp>
            <p:nvGrpSpPr>
              <p:cNvPr id="51" name="Graphic 5">
                <a:extLst>
                  <a:ext uri="{FF2B5EF4-FFF2-40B4-BE49-F238E27FC236}">
                    <a16:creationId xmlns:a16="http://schemas.microsoft.com/office/drawing/2014/main" id="{27923225-9103-3961-AD61-61FE2496862D}"/>
                  </a:ext>
                </a:extLst>
              </p:cNvPr>
              <p:cNvGrpSpPr/>
              <p:nvPr/>
            </p:nvGrpSpPr>
            <p:grpSpPr>
              <a:xfrm>
                <a:off x="706890" y="3931897"/>
                <a:ext cx="2880695" cy="1095859"/>
                <a:chOff x="706890" y="3931897"/>
                <a:chExt cx="2880695" cy="1095859"/>
              </a:xfrm>
            </p:grpSpPr>
            <p:sp>
              <p:nvSpPr>
                <p:cNvPr id="53" name="Freeform: Shape 52">
                  <a:extLst>
                    <a:ext uri="{FF2B5EF4-FFF2-40B4-BE49-F238E27FC236}">
                      <a16:creationId xmlns:a16="http://schemas.microsoft.com/office/drawing/2014/main" id="{926670BB-56B7-F700-968F-B045316DEFB2}"/>
                    </a:ext>
                  </a:extLst>
                </p:cNvPr>
                <p:cNvSpPr/>
                <p:nvPr/>
              </p:nvSpPr>
              <p:spPr>
                <a:xfrm>
                  <a:off x="706890" y="3941198"/>
                  <a:ext cx="846972" cy="1076081"/>
                </a:xfrm>
                <a:custGeom>
                  <a:avLst/>
                  <a:gdLst>
                    <a:gd name="connsiteX0" fmla="*/ 0 w 846972"/>
                    <a:gd name="connsiteY0" fmla="*/ 118 h 1076081"/>
                    <a:gd name="connsiteX1" fmla="*/ 376628 w 846972"/>
                    <a:gd name="connsiteY1" fmla="*/ 118 h 1076081"/>
                    <a:gd name="connsiteX2" fmla="*/ 727120 w 846972"/>
                    <a:gd name="connsiteY2" fmla="*/ 114672 h 1076081"/>
                    <a:gd name="connsiteX3" fmla="*/ 846973 w 846972"/>
                    <a:gd name="connsiteY3" fmla="*/ 449034 h 1076081"/>
                    <a:gd name="connsiteX4" fmla="*/ 846973 w 846972"/>
                    <a:gd name="connsiteY4" fmla="*/ 625752 h 1076081"/>
                    <a:gd name="connsiteX5" fmla="*/ 726296 w 846972"/>
                    <a:gd name="connsiteY5" fmla="*/ 960820 h 1076081"/>
                    <a:gd name="connsiteX6" fmla="*/ 376628 w 846972"/>
                    <a:gd name="connsiteY6" fmla="*/ 1076081 h 1076081"/>
                    <a:gd name="connsiteX7" fmla="*/ 0 w 846972"/>
                    <a:gd name="connsiteY7" fmla="*/ 1076081 h 1076081"/>
                    <a:gd name="connsiteX8" fmla="*/ 0 w 846972"/>
                    <a:gd name="connsiteY8" fmla="*/ 0 h 1076081"/>
                    <a:gd name="connsiteX9" fmla="*/ 359675 w 846972"/>
                    <a:gd name="connsiteY9" fmla="*/ 1026869 h 1076081"/>
                    <a:gd name="connsiteX10" fmla="*/ 791638 w 846972"/>
                    <a:gd name="connsiteY10" fmla="*/ 625634 h 1076081"/>
                    <a:gd name="connsiteX11" fmla="*/ 791638 w 846972"/>
                    <a:gd name="connsiteY11" fmla="*/ 448917 h 1076081"/>
                    <a:gd name="connsiteX12" fmla="*/ 359675 w 846972"/>
                    <a:gd name="connsiteY12" fmla="*/ 49213 h 1076081"/>
                    <a:gd name="connsiteX13" fmla="*/ 53804 w 846972"/>
                    <a:gd name="connsiteY13" fmla="*/ 49213 h 1076081"/>
                    <a:gd name="connsiteX14" fmla="*/ 53804 w 846972"/>
                    <a:gd name="connsiteY14" fmla="*/ 1026869 h 1076081"/>
                    <a:gd name="connsiteX15" fmla="*/ 359675 w 846972"/>
                    <a:gd name="connsiteY15" fmla="*/ 1026869 h 10760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846972" h="1076081">
                      <a:moveTo>
                        <a:pt x="0" y="118"/>
                      </a:moveTo>
                      <a:lnTo>
                        <a:pt x="376628" y="118"/>
                      </a:lnTo>
                      <a:cubicBezTo>
                        <a:pt x="530388" y="118"/>
                        <a:pt x="647179" y="38263"/>
                        <a:pt x="727120" y="114672"/>
                      </a:cubicBezTo>
                      <a:cubicBezTo>
                        <a:pt x="807061" y="191081"/>
                        <a:pt x="846973" y="302457"/>
                        <a:pt x="846973" y="449034"/>
                      </a:cubicBezTo>
                      <a:lnTo>
                        <a:pt x="846973" y="625752"/>
                      </a:lnTo>
                      <a:cubicBezTo>
                        <a:pt x="846973" y="772330"/>
                        <a:pt x="806708" y="884059"/>
                        <a:pt x="726296" y="960820"/>
                      </a:cubicBezTo>
                      <a:cubicBezTo>
                        <a:pt x="645884" y="1037700"/>
                        <a:pt x="529328" y="1076081"/>
                        <a:pt x="376628" y="1076081"/>
                      </a:cubicBezTo>
                      <a:lnTo>
                        <a:pt x="0" y="1076081"/>
                      </a:lnTo>
                      <a:lnTo>
                        <a:pt x="0" y="0"/>
                      </a:lnTo>
                      <a:close/>
                      <a:moveTo>
                        <a:pt x="359675" y="1026869"/>
                      </a:moveTo>
                      <a:cubicBezTo>
                        <a:pt x="647650" y="1026869"/>
                        <a:pt x="791638" y="893124"/>
                        <a:pt x="791638" y="625634"/>
                      </a:cubicBezTo>
                      <a:lnTo>
                        <a:pt x="791638" y="448917"/>
                      </a:lnTo>
                      <a:cubicBezTo>
                        <a:pt x="791638" y="182486"/>
                        <a:pt x="647650" y="49213"/>
                        <a:pt x="359675" y="49213"/>
                      </a:cubicBezTo>
                      <a:lnTo>
                        <a:pt x="53804" y="49213"/>
                      </a:lnTo>
                      <a:lnTo>
                        <a:pt x="53804" y="1026869"/>
                      </a:lnTo>
                      <a:lnTo>
                        <a:pt x="359675" y="1026869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1174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pt-BR" sz="1800" b="0" i="0" u="none" strike="noStrike" kern="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4" name="Freeform: Shape 53">
                  <a:extLst>
                    <a:ext uri="{FF2B5EF4-FFF2-40B4-BE49-F238E27FC236}">
                      <a16:creationId xmlns:a16="http://schemas.microsoft.com/office/drawing/2014/main" id="{0BD2E370-E545-A3AC-D58F-58D2234BED01}"/>
                    </a:ext>
                  </a:extLst>
                </p:cNvPr>
                <p:cNvSpPr/>
                <p:nvPr/>
              </p:nvSpPr>
              <p:spPr>
                <a:xfrm>
                  <a:off x="1790507" y="3931897"/>
                  <a:ext cx="779393" cy="1094329"/>
                </a:xfrm>
                <a:custGeom>
                  <a:avLst/>
                  <a:gdLst>
                    <a:gd name="connsiteX0" fmla="*/ 107608 w 779393"/>
                    <a:gd name="connsiteY0" fmla="*/ 972358 h 1094329"/>
                    <a:gd name="connsiteX1" fmla="*/ 0 w 779393"/>
                    <a:gd name="connsiteY1" fmla="*/ 637996 h 1094329"/>
                    <a:gd name="connsiteX2" fmla="*/ 0 w 779393"/>
                    <a:gd name="connsiteY2" fmla="*/ 467401 h 1094329"/>
                    <a:gd name="connsiteX3" fmla="*/ 49212 w 779393"/>
                    <a:gd name="connsiteY3" fmla="*/ 220632 h 1094329"/>
                    <a:gd name="connsiteX4" fmla="*/ 189904 w 779393"/>
                    <a:gd name="connsiteY4" fmla="*/ 57689 h 1094329"/>
                    <a:gd name="connsiteX5" fmla="*/ 407474 w 779393"/>
                    <a:gd name="connsiteY5" fmla="*/ 0 h 1094329"/>
                    <a:gd name="connsiteX6" fmla="*/ 591138 w 779393"/>
                    <a:gd name="connsiteY6" fmla="*/ 36851 h 1094329"/>
                    <a:gd name="connsiteX7" fmla="*/ 716406 w 779393"/>
                    <a:gd name="connsiteY7" fmla="*/ 141397 h 1094329"/>
                    <a:gd name="connsiteX8" fmla="*/ 761027 w 779393"/>
                    <a:gd name="connsiteY8" fmla="*/ 295157 h 1094329"/>
                    <a:gd name="connsiteX9" fmla="*/ 707223 w 779393"/>
                    <a:gd name="connsiteY9" fmla="*/ 295157 h 1094329"/>
                    <a:gd name="connsiteX10" fmla="*/ 668724 w 779393"/>
                    <a:gd name="connsiteY10" fmla="*/ 166828 h 1094329"/>
                    <a:gd name="connsiteX11" fmla="*/ 561941 w 779393"/>
                    <a:gd name="connsiteY11" fmla="*/ 79941 h 1094329"/>
                    <a:gd name="connsiteX12" fmla="*/ 407474 w 779393"/>
                    <a:gd name="connsiteY12" fmla="*/ 49212 h 1094329"/>
                    <a:gd name="connsiteX13" fmla="*/ 219926 w 779393"/>
                    <a:gd name="connsiteY13" fmla="*/ 100662 h 1094329"/>
                    <a:gd name="connsiteX14" fmla="*/ 96894 w 779393"/>
                    <a:gd name="connsiteY14" fmla="*/ 247475 h 1094329"/>
                    <a:gd name="connsiteX15" fmla="*/ 53804 w 779393"/>
                    <a:gd name="connsiteY15" fmla="*/ 468814 h 1094329"/>
                    <a:gd name="connsiteX16" fmla="*/ 53804 w 779393"/>
                    <a:gd name="connsiteY16" fmla="*/ 662485 h 1094329"/>
                    <a:gd name="connsiteX17" fmla="*/ 56865 w 779393"/>
                    <a:gd name="connsiteY17" fmla="*/ 662485 h 1094329"/>
                    <a:gd name="connsiteX18" fmla="*/ 172950 w 779393"/>
                    <a:gd name="connsiteY18" fmla="*/ 488004 h 1094329"/>
                    <a:gd name="connsiteX19" fmla="*/ 407357 w 779393"/>
                    <a:gd name="connsiteY19" fmla="*/ 422662 h 1094329"/>
                    <a:gd name="connsiteX20" fmla="*/ 606444 w 779393"/>
                    <a:gd name="connsiteY20" fmla="*/ 462574 h 1094329"/>
                    <a:gd name="connsiteX21" fmla="*/ 734773 w 779393"/>
                    <a:gd name="connsiteY21" fmla="*/ 574773 h 1094329"/>
                    <a:gd name="connsiteX22" fmla="*/ 779394 w 779393"/>
                    <a:gd name="connsiteY22" fmla="*/ 740777 h 1094329"/>
                    <a:gd name="connsiteX23" fmla="*/ 779394 w 779393"/>
                    <a:gd name="connsiteY23" fmla="*/ 769975 h 1094329"/>
                    <a:gd name="connsiteX24" fmla="*/ 731712 w 779393"/>
                    <a:gd name="connsiteY24" fmla="*/ 935979 h 1094329"/>
                    <a:gd name="connsiteX25" fmla="*/ 598791 w 779393"/>
                    <a:gd name="connsiteY25" fmla="*/ 1052064 h 1094329"/>
                    <a:gd name="connsiteX26" fmla="*/ 404296 w 779393"/>
                    <a:gd name="connsiteY26" fmla="*/ 1094330 h 1094329"/>
                    <a:gd name="connsiteX27" fmla="*/ 107608 w 779393"/>
                    <a:gd name="connsiteY27" fmla="*/ 972123 h 1094329"/>
                    <a:gd name="connsiteX28" fmla="*/ 116909 w 779393"/>
                    <a:gd name="connsiteY28" fmla="*/ 899364 h 1094329"/>
                    <a:gd name="connsiteX29" fmla="*/ 235231 w 779393"/>
                    <a:gd name="connsiteY29" fmla="*/ 1005441 h 1094329"/>
                    <a:gd name="connsiteX30" fmla="*/ 402765 w 779393"/>
                    <a:gd name="connsiteY30" fmla="*/ 1045353 h 1094329"/>
                    <a:gd name="connsiteX31" fmla="*/ 569593 w 779393"/>
                    <a:gd name="connsiteY31" fmla="*/ 1009209 h 1094329"/>
                    <a:gd name="connsiteX32" fmla="*/ 684030 w 779393"/>
                    <a:gd name="connsiteY32" fmla="*/ 910077 h 1094329"/>
                    <a:gd name="connsiteX33" fmla="*/ 725590 w 779393"/>
                    <a:gd name="connsiteY33" fmla="*/ 771741 h 1094329"/>
                    <a:gd name="connsiteX34" fmla="*/ 725590 w 779393"/>
                    <a:gd name="connsiteY34" fmla="*/ 742543 h 1094329"/>
                    <a:gd name="connsiteX35" fmla="*/ 638702 w 779393"/>
                    <a:gd name="connsiteY35" fmla="*/ 545811 h 1094329"/>
                    <a:gd name="connsiteX36" fmla="*/ 401235 w 779393"/>
                    <a:gd name="connsiteY36" fmla="*/ 471992 h 1094329"/>
                    <a:gd name="connsiteX37" fmla="*/ 237468 w 779393"/>
                    <a:gd name="connsiteY37" fmla="*/ 505075 h 1094329"/>
                    <a:gd name="connsiteX38" fmla="*/ 118322 w 779393"/>
                    <a:gd name="connsiteY38" fmla="*/ 599615 h 1094329"/>
                    <a:gd name="connsiteX39" fmla="*/ 73701 w 779393"/>
                    <a:gd name="connsiteY39" fmla="*/ 744074 h 1094329"/>
                    <a:gd name="connsiteX40" fmla="*/ 73701 w 779393"/>
                    <a:gd name="connsiteY40" fmla="*/ 754787 h 1094329"/>
                    <a:gd name="connsiteX41" fmla="*/ 116791 w 779393"/>
                    <a:gd name="connsiteY41" fmla="*/ 899246 h 10943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</a:cxnLst>
                  <a:rect l="l" t="t" r="r" b="b"/>
                  <a:pathLst>
                    <a:path w="779393" h="1094329">
                      <a:moveTo>
                        <a:pt x="107608" y="972358"/>
                      </a:moveTo>
                      <a:cubicBezTo>
                        <a:pt x="35791" y="890887"/>
                        <a:pt x="0" y="779394"/>
                        <a:pt x="0" y="637996"/>
                      </a:cubicBezTo>
                      <a:lnTo>
                        <a:pt x="0" y="467401"/>
                      </a:lnTo>
                      <a:cubicBezTo>
                        <a:pt x="0" y="373096"/>
                        <a:pt x="16365" y="290919"/>
                        <a:pt x="49212" y="220632"/>
                      </a:cubicBezTo>
                      <a:cubicBezTo>
                        <a:pt x="81942" y="150463"/>
                        <a:pt x="128918" y="96070"/>
                        <a:pt x="189904" y="57689"/>
                      </a:cubicBezTo>
                      <a:cubicBezTo>
                        <a:pt x="250889" y="19308"/>
                        <a:pt x="323413" y="0"/>
                        <a:pt x="407474" y="0"/>
                      </a:cubicBezTo>
                      <a:cubicBezTo>
                        <a:pt x="476113" y="0"/>
                        <a:pt x="537334" y="12244"/>
                        <a:pt x="591138" y="36851"/>
                      </a:cubicBezTo>
                      <a:cubicBezTo>
                        <a:pt x="644942" y="61457"/>
                        <a:pt x="686738" y="96306"/>
                        <a:pt x="716406" y="141397"/>
                      </a:cubicBezTo>
                      <a:cubicBezTo>
                        <a:pt x="746075" y="186489"/>
                        <a:pt x="761027" y="237703"/>
                        <a:pt x="761027" y="295157"/>
                      </a:cubicBezTo>
                      <a:lnTo>
                        <a:pt x="707223" y="295157"/>
                      </a:lnTo>
                      <a:cubicBezTo>
                        <a:pt x="707223" y="247004"/>
                        <a:pt x="694390" y="204267"/>
                        <a:pt x="668724" y="166828"/>
                      </a:cubicBezTo>
                      <a:cubicBezTo>
                        <a:pt x="643059" y="129389"/>
                        <a:pt x="607503" y="100544"/>
                        <a:pt x="561941" y="79941"/>
                      </a:cubicBezTo>
                      <a:cubicBezTo>
                        <a:pt x="516378" y="59455"/>
                        <a:pt x="464811" y="49212"/>
                        <a:pt x="407474" y="49212"/>
                      </a:cubicBezTo>
                      <a:cubicBezTo>
                        <a:pt x="335775" y="49212"/>
                        <a:pt x="273141" y="66402"/>
                        <a:pt x="219926" y="100662"/>
                      </a:cubicBezTo>
                      <a:cubicBezTo>
                        <a:pt x="166592" y="135040"/>
                        <a:pt x="125621" y="183899"/>
                        <a:pt x="96894" y="247475"/>
                      </a:cubicBezTo>
                      <a:cubicBezTo>
                        <a:pt x="68167" y="311051"/>
                        <a:pt x="53804" y="384870"/>
                        <a:pt x="53804" y="468814"/>
                      </a:cubicBezTo>
                      <a:lnTo>
                        <a:pt x="53804" y="662485"/>
                      </a:lnTo>
                      <a:lnTo>
                        <a:pt x="56865" y="662485"/>
                      </a:lnTo>
                      <a:cubicBezTo>
                        <a:pt x="69109" y="589725"/>
                        <a:pt x="107844" y="531565"/>
                        <a:pt x="172950" y="488004"/>
                      </a:cubicBezTo>
                      <a:cubicBezTo>
                        <a:pt x="238056" y="444443"/>
                        <a:pt x="316114" y="422662"/>
                        <a:pt x="407357" y="422662"/>
                      </a:cubicBezTo>
                      <a:cubicBezTo>
                        <a:pt x="484237" y="422662"/>
                        <a:pt x="550520" y="435966"/>
                        <a:pt x="606444" y="462574"/>
                      </a:cubicBezTo>
                      <a:cubicBezTo>
                        <a:pt x="662249" y="489299"/>
                        <a:pt x="704986" y="526620"/>
                        <a:pt x="734773" y="574773"/>
                      </a:cubicBezTo>
                      <a:cubicBezTo>
                        <a:pt x="764442" y="622926"/>
                        <a:pt x="779394" y="678261"/>
                        <a:pt x="779394" y="740777"/>
                      </a:cubicBezTo>
                      <a:lnTo>
                        <a:pt x="779394" y="769975"/>
                      </a:lnTo>
                      <a:cubicBezTo>
                        <a:pt x="779394" y="831432"/>
                        <a:pt x="763500" y="886766"/>
                        <a:pt x="731712" y="935979"/>
                      </a:cubicBezTo>
                      <a:cubicBezTo>
                        <a:pt x="699924" y="985191"/>
                        <a:pt x="655656" y="1023808"/>
                        <a:pt x="598791" y="1052064"/>
                      </a:cubicBezTo>
                      <a:cubicBezTo>
                        <a:pt x="541926" y="1080202"/>
                        <a:pt x="477055" y="1094330"/>
                        <a:pt x="404296" y="1094330"/>
                      </a:cubicBezTo>
                      <a:cubicBezTo>
                        <a:pt x="278203" y="1094330"/>
                        <a:pt x="179308" y="1053594"/>
                        <a:pt x="107608" y="972123"/>
                      </a:cubicBezTo>
                      <a:close/>
                      <a:moveTo>
                        <a:pt x="116909" y="899364"/>
                      </a:moveTo>
                      <a:cubicBezTo>
                        <a:pt x="145636" y="943396"/>
                        <a:pt x="185076" y="978834"/>
                        <a:pt x="235231" y="1005441"/>
                      </a:cubicBezTo>
                      <a:cubicBezTo>
                        <a:pt x="285385" y="1032167"/>
                        <a:pt x="341308" y="1045353"/>
                        <a:pt x="402765" y="1045353"/>
                      </a:cubicBezTo>
                      <a:cubicBezTo>
                        <a:pt x="464222" y="1045353"/>
                        <a:pt x="520852" y="1033344"/>
                        <a:pt x="569593" y="1009209"/>
                      </a:cubicBezTo>
                      <a:cubicBezTo>
                        <a:pt x="618217" y="985191"/>
                        <a:pt x="656480" y="952108"/>
                        <a:pt x="684030" y="910077"/>
                      </a:cubicBezTo>
                      <a:cubicBezTo>
                        <a:pt x="711697" y="868047"/>
                        <a:pt x="725590" y="821895"/>
                        <a:pt x="725590" y="771741"/>
                      </a:cubicBezTo>
                      <a:lnTo>
                        <a:pt x="725590" y="742543"/>
                      </a:lnTo>
                      <a:cubicBezTo>
                        <a:pt x="725590" y="660601"/>
                        <a:pt x="696627" y="595023"/>
                        <a:pt x="638702" y="545811"/>
                      </a:cubicBezTo>
                      <a:cubicBezTo>
                        <a:pt x="580778" y="496598"/>
                        <a:pt x="501661" y="471992"/>
                        <a:pt x="401235" y="471992"/>
                      </a:cubicBezTo>
                      <a:cubicBezTo>
                        <a:pt x="341779" y="471992"/>
                        <a:pt x="287151" y="483059"/>
                        <a:pt x="237468" y="505075"/>
                      </a:cubicBezTo>
                      <a:cubicBezTo>
                        <a:pt x="187784" y="527091"/>
                        <a:pt x="148108" y="558644"/>
                        <a:pt x="118322" y="599615"/>
                      </a:cubicBezTo>
                      <a:cubicBezTo>
                        <a:pt x="88535" y="640586"/>
                        <a:pt x="73701" y="688739"/>
                        <a:pt x="73701" y="744074"/>
                      </a:cubicBezTo>
                      <a:lnTo>
                        <a:pt x="73701" y="754787"/>
                      </a:lnTo>
                      <a:cubicBezTo>
                        <a:pt x="73701" y="807061"/>
                        <a:pt x="88064" y="855214"/>
                        <a:pt x="116791" y="899246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1174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pt-BR" sz="1800" b="0" i="0" u="none" strike="noStrike" kern="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5" name="Freeform: Shape 54">
                  <a:extLst>
                    <a:ext uri="{FF2B5EF4-FFF2-40B4-BE49-F238E27FC236}">
                      <a16:creationId xmlns:a16="http://schemas.microsoft.com/office/drawing/2014/main" id="{3DA7B29E-5A95-B608-DF52-C84444C30475}"/>
                    </a:ext>
                  </a:extLst>
                </p:cNvPr>
                <p:cNvSpPr/>
                <p:nvPr/>
              </p:nvSpPr>
              <p:spPr>
                <a:xfrm>
                  <a:off x="2802188" y="3933427"/>
                  <a:ext cx="785397" cy="1094329"/>
                </a:xfrm>
                <a:custGeom>
                  <a:avLst/>
                  <a:gdLst>
                    <a:gd name="connsiteX0" fmla="*/ 633640 w 785397"/>
                    <a:gd name="connsiteY0" fmla="*/ 66519 h 1094329"/>
                    <a:gd name="connsiteX1" fmla="*/ 633640 w 785397"/>
                    <a:gd name="connsiteY1" fmla="*/ 66519 h 1094329"/>
                    <a:gd name="connsiteX2" fmla="*/ 391934 w 785397"/>
                    <a:gd name="connsiteY2" fmla="*/ 0 h 1094329"/>
                    <a:gd name="connsiteX3" fmla="*/ 94540 w 785397"/>
                    <a:gd name="connsiteY3" fmla="*/ 122913 h 1094329"/>
                    <a:gd name="connsiteX4" fmla="*/ 0 w 785397"/>
                    <a:gd name="connsiteY4" fmla="*/ 462574 h 1094329"/>
                    <a:gd name="connsiteX5" fmla="*/ 0 w 785397"/>
                    <a:gd name="connsiteY5" fmla="*/ 634699 h 1094329"/>
                    <a:gd name="connsiteX6" fmla="*/ 93716 w 785397"/>
                    <a:gd name="connsiteY6" fmla="*/ 972947 h 1094329"/>
                    <a:gd name="connsiteX7" fmla="*/ 391934 w 785397"/>
                    <a:gd name="connsiteY7" fmla="*/ 1094330 h 1094329"/>
                    <a:gd name="connsiteX8" fmla="*/ 691682 w 785397"/>
                    <a:gd name="connsiteY8" fmla="*/ 969768 h 1094329"/>
                    <a:gd name="connsiteX9" fmla="*/ 785398 w 785397"/>
                    <a:gd name="connsiteY9" fmla="*/ 634699 h 1094329"/>
                    <a:gd name="connsiteX10" fmla="*/ 785398 w 785397"/>
                    <a:gd name="connsiteY10" fmla="*/ 462574 h 1094329"/>
                    <a:gd name="connsiteX11" fmla="*/ 666841 w 785397"/>
                    <a:gd name="connsiteY11" fmla="*/ 94540 h 1094329"/>
                    <a:gd name="connsiteX12" fmla="*/ 633758 w 785397"/>
                    <a:gd name="connsiteY12" fmla="*/ 66284 h 1094329"/>
                    <a:gd name="connsiteX13" fmla="*/ 53569 w 785397"/>
                    <a:gd name="connsiteY13" fmla="*/ 634817 h 1094329"/>
                    <a:gd name="connsiteX14" fmla="*/ 53569 w 785397"/>
                    <a:gd name="connsiteY14" fmla="*/ 462691 h 1094329"/>
                    <a:gd name="connsiteX15" fmla="*/ 391698 w 785397"/>
                    <a:gd name="connsiteY15" fmla="*/ 49212 h 1094329"/>
                    <a:gd name="connsiteX16" fmla="*/ 606090 w 785397"/>
                    <a:gd name="connsiteY16" fmla="*/ 113612 h 1094329"/>
                    <a:gd name="connsiteX17" fmla="*/ 129389 w 785397"/>
                    <a:gd name="connsiteY17" fmla="*/ 930798 h 1094329"/>
                    <a:gd name="connsiteX18" fmla="*/ 53569 w 785397"/>
                    <a:gd name="connsiteY18" fmla="*/ 634935 h 1094329"/>
                    <a:gd name="connsiteX19" fmla="*/ 731476 w 785397"/>
                    <a:gd name="connsiteY19" fmla="*/ 634817 h 1094329"/>
                    <a:gd name="connsiteX20" fmla="*/ 650005 w 785397"/>
                    <a:gd name="connsiteY20" fmla="*/ 936096 h 1094329"/>
                    <a:gd name="connsiteX21" fmla="*/ 391816 w 785397"/>
                    <a:gd name="connsiteY21" fmla="*/ 1045235 h 1094329"/>
                    <a:gd name="connsiteX22" fmla="*/ 159057 w 785397"/>
                    <a:gd name="connsiteY22" fmla="*/ 964941 h 1094329"/>
                    <a:gd name="connsiteX23" fmla="*/ 637761 w 785397"/>
                    <a:gd name="connsiteY23" fmla="*/ 144458 h 1094329"/>
                    <a:gd name="connsiteX24" fmla="*/ 650123 w 785397"/>
                    <a:gd name="connsiteY24" fmla="*/ 159057 h 1094329"/>
                    <a:gd name="connsiteX25" fmla="*/ 731594 w 785397"/>
                    <a:gd name="connsiteY25" fmla="*/ 462691 h 1094329"/>
                    <a:gd name="connsiteX26" fmla="*/ 731594 w 785397"/>
                    <a:gd name="connsiteY26" fmla="*/ 634817 h 10943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785397" h="1094329">
                      <a:moveTo>
                        <a:pt x="633640" y="66519"/>
                      </a:moveTo>
                      <a:lnTo>
                        <a:pt x="633640" y="66519"/>
                      </a:lnTo>
                      <a:cubicBezTo>
                        <a:pt x="571830" y="22369"/>
                        <a:pt x="491418" y="0"/>
                        <a:pt x="391934" y="0"/>
                      </a:cubicBezTo>
                      <a:cubicBezTo>
                        <a:pt x="256658" y="0"/>
                        <a:pt x="157527" y="40971"/>
                        <a:pt x="94540" y="122913"/>
                      </a:cubicBezTo>
                      <a:cubicBezTo>
                        <a:pt x="31552" y="204856"/>
                        <a:pt x="0" y="318115"/>
                        <a:pt x="0" y="462574"/>
                      </a:cubicBezTo>
                      <a:lnTo>
                        <a:pt x="0" y="634699"/>
                      </a:lnTo>
                      <a:cubicBezTo>
                        <a:pt x="0" y="779158"/>
                        <a:pt x="31199" y="891946"/>
                        <a:pt x="93716" y="972947"/>
                      </a:cubicBezTo>
                      <a:cubicBezTo>
                        <a:pt x="156232" y="1053947"/>
                        <a:pt x="255599" y="1094330"/>
                        <a:pt x="391934" y="1094330"/>
                      </a:cubicBezTo>
                      <a:cubicBezTo>
                        <a:pt x="528269" y="1094330"/>
                        <a:pt x="629166" y="1052770"/>
                        <a:pt x="691682" y="969768"/>
                      </a:cubicBezTo>
                      <a:cubicBezTo>
                        <a:pt x="754199" y="886766"/>
                        <a:pt x="785398" y="775038"/>
                        <a:pt x="785398" y="634699"/>
                      </a:cubicBezTo>
                      <a:lnTo>
                        <a:pt x="785398" y="462574"/>
                      </a:lnTo>
                      <a:cubicBezTo>
                        <a:pt x="785398" y="293391"/>
                        <a:pt x="745722" y="170948"/>
                        <a:pt x="666841" y="94540"/>
                      </a:cubicBezTo>
                      <a:lnTo>
                        <a:pt x="633758" y="66284"/>
                      </a:lnTo>
                      <a:close/>
                      <a:moveTo>
                        <a:pt x="53569" y="634817"/>
                      </a:moveTo>
                      <a:lnTo>
                        <a:pt x="53569" y="462691"/>
                      </a:lnTo>
                      <a:cubicBezTo>
                        <a:pt x="53569" y="187078"/>
                        <a:pt x="166239" y="49212"/>
                        <a:pt x="391698" y="49212"/>
                      </a:cubicBezTo>
                      <a:cubicBezTo>
                        <a:pt x="481764" y="49212"/>
                        <a:pt x="553110" y="70758"/>
                        <a:pt x="606090" y="113612"/>
                      </a:cubicBezTo>
                      <a:lnTo>
                        <a:pt x="129389" y="930798"/>
                      </a:lnTo>
                      <a:cubicBezTo>
                        <a:pt x="78999" y="862631"/>
                        <a:pt x="53569" y="764206"/>
                        <a:pt x="53569" y="634935"/>
                      </a:cubicBezTo>
                      <a:close/>
                      <a:moveTo>
                        <a:pt x="731476" y="634817"/>
                      </a:moveTo>
                      <a:cubicBezTo>
                        <a:pt x="731476" y="762911"/>
                        <a:pt x="704280" y="863337"/>
                        <a:pt x="650005" y="936096"/>
                      </a:cubicBezTo>
                      <a:cubicBezTo>
                        <a:pt x="595730" y="1008856"/>
                        <a:pt x="509549" y="1045235"/>
                        <a:pt x="391816" y="1045235"/>
                      </a:cubicBezTo>
                      <a:cubicBezTo>
                        <a:pt x="292214" y="1045235"/>
                        <a:pt x="214628" y="1018392"/>
                        <a:pt x="159057" y="964941"/>
                      </a:cubicBezTo>
                      <a:lnTo>
                        <a:pt x="637761" y="144458"/>
                      </a:lnTo>
                      <a:cubicBezTo>
                        <a:pt x="641881" y="149286"/>
                        <a:pt x="646237" y="153877"/>
                        <a:pt x="650123" y="159057"/>
                      </a:cubicBezTo>
                      <a:cubicBezTo>
                        <a:pt x="704398" y="232288"/>
                        <a:pt x="731594" y="333538"/>
                        <a:pt x="731594" y="462691"/>
                      </a:cubicBezTo>
                      <a:lnTo>
                        <a:pt x="731594" y="634817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1174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pt-BR" sz="1800" b="0" i="0" u="none" strike="noStrike" kern="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</a:endParaRPr>
                </a:p>
              </p:txBody>
            </p:sp>
          </p:grpSp>
          <p:pic>
            <p:nvPicPr>
              <p:cNvPr id="52" name="Graphic 51">
                <a:extLst>
                  <a:ext uri="{FF2B5EF4-FFF2-40B4-BE49-F238E27FC236}">
                    <a16:creationId xmlns:a16="http://schemas.microsoft.com/office/drawing/2014/main" id="{1438E2F3-149C-D94A-5A9D-BD25FF02E05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tretch>
                <a:fillRect/>
              </a:stretch>
            </p:blipFill>
            <p:spPr>
              <a:xfrm>
                <a:off x="704653" y="2277520"/>
                <a:ext cx="2781497" cy="1418564"/>
              </a:xfrm>
              <a:prstGeom prst="rect">
                <a:avLst/>
              </a:prstGeom>
            </p:spPr>
          </p:pic>
        </p:grpSp>
        <p:sp>
          <p:nvSpPr>
            <p:cNvPr id="56" name="CaixaDeTexto 6">
              <a:extLst>
                <a:ext uri="{FF2B5EF4-FFF2-40B4-BE49-F238E27FC236}">
                  <a16:creationId xmlns:a16="http://schemas.microsoft.com/office/drawing/2014/main" id="{9C15ECD1-2BA6-46A5-460A-FFB2F694CE55}"/>
                </a:ext>
              </a:extLst>
            </p:cNvPr>
            <p:cNvSpPr txBox="1"/>
            <p:nvPr/>
          </p:nvSpPr>
          <p:spPr>
            <a:xfrm>
              <a:off x="603016" y="1830030"/>
              <a:ext cx="2984569" cy="48536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pt-BR" b="1">
                  <a:solidFill>
                    <a:schemeClr val="bg1"/>
                  </a:solidFill>
                  <a:latin typeface="Versos"/>
                </a:rPr>
                <a:t>BRADESCO TIVIO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821325560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8D353A63-019C-35D3-8777-8720F2921DC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5">
            <a:extLst>
              <a:ext uri="{FF2B5EF4-FFF2-40B4-BE49-F238E27FC236}">
                <a16:creationId xmlns:a16="http://schemas.microsoft.com/office/drawing/2014/main" id="{9141FE4F-D91E-A838-955C-23D10F8126D2}"/>
              </a:ext>
            </a:extLst>
          </p:cNvPr>
          <p:cNvSpPr/>
          <p:nvPr/>
        </p:nvSpPr>
        <p:spPr>
          <a:xfrm flipV="1">
            <a:off x="334963" y="87564"/>
            <a:ext cx="11520864" cy="256427"/>
          </a:xfrm>
          <a:custGeom>
            <a:avLst/>
            <a:gdLst/>
            <a:ahLst/>
            <a:cxnLst/>
            <a:rect l="l" t="t" r="r" b="b"/>
            <a:pathLst>
              <a:path w="19125565">
                <a:moveTo>
                  <a:pt x="0" y="0"/>
                </a:moveTo>
                <a:lnTo>
                  <a:pt x="19125114" y="0"/>
                </a:lnTo>
              </a:path>
            </a:pathLst>
          </a:custGeom>
          <a:ln w="635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pPr marL="0" marR="0" lvl="0" indent="0" algn="l" defTabSz="55449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sz="1092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" name="Picture 8">
            <a:extLst>
              <a:ext uri="{FF2B5EF4-FFF2-40B4-BE49-F238E27FC236}">
                <a16:creationId xmlns:a16="http://schemas.microsoft.com/office/drawing/2014/main" id="{D749FCEE-1A1B-817E-7848-1021A5B171E9}"/>
              </a:ext>
            </a:extLst>
          </p:cNvPr>
          <p:cNvSpPr/>
          <p:nvPr/>
        </p:nvSpPr>
        <p:spPr>
          <a:xfrm>
            <a:off x="11100750" y="513297"/>
            <a:ext cx="755077" cy="256427"/>
          </a:xfrm>
          <a:custGeom>
            <a:avLst/>
            <a:gdLst>
              <a:gd name="connsiteX0" fmla="*/ 729170 w 755077"/>
              <a:gd name="connsiteY0" fmla="*/ 141860 h 256427"/>
              <a:gd name="connsiteX1" fmla="*/ 755078 w 755077"/>
              <a:gd name="connsiteY1" fmla="*/ 82229 h 256427"/>
              <a:gd name="connsiteX2" fmla="*/ 729170 w 755077"/>
              <a:gd name="connsiteY2" fmla="*/ 22599 h 256427"/>
              <a:gd name="connsiteX3" fmla="*/ 662720 w 755077"/>
              <a:gd name="connsiteY3" fmla="*/ 0 h 256427"/>
              <a:gd name="connsiteX4" fmla="*/ 596270 w 755077"/>
              <a:gd name="connsiteY4" fmla="*/ 22599 h 256427"/>
              <a:gd name="connsiteX5" fmla="*/ 570363 w 755077"/>
              <a:gd name="connsiteY5" fmla="*/ 82229 h 256427"/>
              <a:gd name="connsiteX6" fmla="*/ 596270 w 755077"/>
              <a:gd name="connsiteY6" fmla="*/ 141860 h 256427"/>
              <a:gd name="connsiteX7" fmla="*/ 662720 w 755077"/>
              <a:gd name="connsiteY7" fmla="*/ 164459 h 256427"/>
              <a:gd name="connsiteX8" fmla="*/ 729170 w 755077"/>
              <a:gd name="connsiteY8" fmla="*/ 141860 h 256427"/>
              <a:gd name="connsiteX9" fmla="*/ 596089 w 755077"/>
              <a:gd name="connsiteY9" fmla="*/ 82229 h 256427"/>
              <a:gd name="connsiteX10" fmla="*/ 613852 w 755077"/>
              <a:gd name="connsiteY10" fmla="*/ 41282 h 256427"/>
              <a:gd name="connsiteX11" fmla="*/ 662720 w 755077"/>
              <a:gd name="connsiteY11" fmla="*/ 25357 h 256427"/>
              <a:gd name="connsiteX12" fmla="*/ 711588 w 755077"/>
              <a:gd name="connsiteY12" fmla="*/ 41282 h 256427"/>
              <a:gd name="connsiteX13" fmla="*/ 729351 w 755077"/>
              <a:gd name="connsiteY13" fmla="*/ 82229 h 256427"/>
              <a:gd name="connsiteX14" fmla="*/ 711588 w 755077"/>
              <a:gd name="connsiteY14" fmla="*/ 123177 h 256427"/>
              <a:gd name="connsiteX15" fmla="*/ 662720 w 755077"/>
              <a:gd name="connsiteY15" fmla="*/ 139093 h 256427"/>
              <a:gd name="connsiteX16" fmla="*/ 613852 w 755077"/>
              <a:gd name="connsiteY16" fmla="*/ 123177 h 256427"/>
              <a:gd name="connsiteX17" fmla="*/ 596089 w 755077"/>
              <a:gd name="connsiteY17" fmla="*/ 82229 h 256427"/>
              <a:gd name="connsiteX18" fmla="*/ 234957 w 755077"/>
              <a:gd name="connsiteY18" fmla="*/ 204267 h 256427"/>
              <a:gd name="connsiteX19" fmla="*/ 246049 w 755077"/>
              <a:gd name="connsiteY19" fmla="*/ 201210 h 256427"/>
              <a:gd name="connsiteX20" fmla="*/ 257882 w 755077"/>
              <a:gd name="connsiteY20" fmla="*/ 204791 h 256427"/>
              <a:gd name="connsiteX21" fmla="*/ 264390 w 755077"/>
              <a:gd name="connsiteY21" fmla="*/ 214748 h 256427"/>
              <a:gd name="connsiteX22" fmla="*/ 271993 w 755077"/>
              <a:gd name="connsiteY22" fmla="*/ 214748 h 256427"/>
              <a:gd name="connsiteX23" fmla="*/ 263387 w 755077"/>
              <a:gd name="connsiteY23" fmla="*/ 199718 h 256427"/>
              <a:gd name="connsiteX24" fmla="*/ 246401 w 755077"/>
              <a:gd name="connsiteY24" fmla="*/ 194211 h 256427"/>
              <a:gd name="connsiteX25" fmla="*/ 231025 w 755077"/>
              <a:gd name="connsiteY25" fmla="*/ 198099 h 256427"/>
              <a:gd name="connsiteX26" fmla="*/ 220810 w 755077"/>
              <a:gd name="connsiteY26" fmla="*/ 209069 h 256427"/>
              <a:gd name="connsiteX27" fmla="*/ 217231 w 755077"/>
              <a:gd name="connsiteY27" fmla="*/ 225319 h 256427"/>
              <a:gd name="connsiteX28" fmla="*/ 220810 w 755077"/>
              <a:gd name="connsiteY28" fmla="*/ 241615 h 256427"/>
              <a:gd name="connsiteX29" fmla="*/ 231025 w 755077"/>
              <a:gd name="connsiteY29" fmla="*/ 252539 h 256427"/>
              <a:gd name="connsiteX30" fmla="*/ 246401 w 755077"/>
              <a:gd name="connsiteY30" fmla="*/ 256428 h 256427"/>
              <a:gd name="connsiteX31" fmla="*/ 263387 w 755077"/>
              <a:gd name="connsiteY31" fmla="*/ 250920 h 256427"/>
              <a:gd name="connsiteX32" fmla="*/ 271902 w 755077"/>
              <a:gd name="connsiteY32" fmla="*/ 235891 h 256427"/>
              <a:gd name="connsiteX33" fmla="*/ 264300 w 755077"/>
              <a:gd name="connsiteY33" fmla="*/ 235891 h 256427"/>
              <a:gd name="connsiteX34" fmla="*/ 257837 w 755077"/>
              <a:gd name="connsiteY34" fmla="*/ 245892 h 256427"/>
              <a:gd name="connsiteX35" fmla="*/ 246049 w 755077"/>
              <a:gd name="connsiteY35" fmla="*/ 249428 h 256427"/>
              <a:gd name="connsiteX36" fmla="*/ 234957 w 755077"/>
              <a:gd name="connsiteY36" fmla="*/ 246372 h 256427"/>
              <a:gd name="connsiteX37" fmla="*/ 227581 w 755077"/>
              <a:gd name="connsiteY37" fmla="*/ 237808 h 256427"/>
              <a:gd name="connsiteX38" fmla="*/ 225005 w 755077"/>
              <a:gd name="connsiteY38" fmla="*/ 225310 h 256427"/>
              <a:gd name="connsiteX39" fmla="*/ 227581 w 755077"/>
              <a:gd name="connsiteY39" fmla="*/ 212776 h 256427"/>
              <a:gd name="connsiteX40" fmla="*/ 234957 w 755077"/>
              <a:gd name="connsiteY40" fmla="*/ 204258 h 256427"/>
              <a:gd name="connsiteX41" fmla="*/ 330858 w 755077"/>
              <a:gd name="connsiteY41" fmla="*/ 194744 h 256427"/>
              <a:gd name="connsiteX42" fmla="*/ 307536 w 755077"/>
              <a:gd name="connsiteY42" fmla="*/ 255903 h 256427"/>
              <a:gd name="connsiteX43" fmla="*/ 315392 w 755077"/>
              <a:gd name="connsiteY43" fmla="*/ 255903 h 256427"/>
              <a:gd name="connsiteX44" fmla="*/ 321855 w 755077"/>
              <a:gd name="connsiteY44" fmla="*/ 239390 h 256427"/>
              <a:gd name="connsiteX45" fmla="*/ 348495 w 755077"/>
              <a:gd name="connsiteY45" fmla="*/ 239390 h 256427"/>
              <a:gd name="connsiteX46" fmla="*/ 354958 w 755077"/>
              <a:gd name="connsiteY46" fmla="*/ 255903 h 256427"/>
              <a:gd name="connsiteX47" fmla="*/ 363076 w 755077"/>
              <a:gd name="connsiteY47" fmla="*/ 255903 h 256427"/>
              <a:gd name="connsiteX48" fmla="*/ 339844 w 755077"/>
              <a:gd name="connsiteY48" fmla="*/ 194744 h 256427"/>
              <a:gd name="connsiteX49" fmla="*/ 330849 w 755077"/>
              <a:gd name="connsiteY49" fmla="*/ 194744 h 256427"/>
              <a:gd name="connsiteX50" fmla="*/ 324133 w 755077"/>
              <a:gd name="connsiteY50" fmla="*/ 232490 h 256427"/>
              <a:gd name="connsiteX51" fmla="*/ 335134 w 755077"/>
              <a:gd name="connsiteY51" fmla="*/ 203046 h 256427"/>
              <a:gd name="connsiteX52" fmla="*/ 346226 w 755077"/>
              <a:gd name="connsiteY52" fmla="*/ 232490 h 256427"/>
              <a:gd name="connsiteX53" fmla="*/ 324124 w 755077"/>
              <a:gd name="connsiteY53" fmla="*/ 232490 h 256427"/>
              <a:gd name="connsiteX54" fmla="*/ 715231 w 755077"/>
              <a:gd name="connsiteY54" fmla="*/ 194744 h 256427"/>
              <a:gd name="connsiteX55" fmla="*/ 707638 w 755077"/>
              <a:gd name="connsiteY55" fmla="*/ 194744 h 256427"/>
              <a:gd name="connsiteX56" fmla="*/ 707638 w 755077"/>
              <a:gd name="connsiteY56" fmla="*/ 255903 h 256427"/>
              <a:gd name="connsiteX57" fmla="*/ 743100 w 755077"/>
              <a:gd name="connsiteY57" fmla="*/ 255903 h 256427"/>
              <a:gd name="connsiteX58" fmla="*/ 743100 w 755077"/>
              <a:gd name="connsiteY58" fmla="*/ 248913 h 256427"/>
              <a:gd name="connsiteX59" fmla="*/ 715240 w 755077"/>
              <a:gd name="connsiteY59" fmla="*/ 248913 h 256427"/>
              <a:gd name="connsiteX60" fmla="*/ 715240 w 755077"/>
              <a:gd name="connsiteY60" fmla="*/ 194744 h 256427"/>
              <a:gd name="connsiteX61" fmla="*/ 247423 w 755077"/>
              <a:gd name="connsiteY61" fmla="*/ 2089 h 256427"/>
              <a:gd name="connsiteX62" fmla="*/ 222392 w 755077"/>
              <a:gd name="connsiteY62" fmla="*/ 2089 h 256427"/>
              <a:gd name="connsiteX63" fmla="*/ 222392 w 755077"/>
              <a:gd name="connsiteY63" fmla="*/ 162361 h 256427"/>
              <a:gd name="connsiteX64" fmla="*/ 247423 w 755077"/>
              <a:gd name="connsiteY64" fmla="*/ 162361 h 256427"/>
              <a:gd name="connsiteX65" fmla="*/ 247423 w 755077"/>
              <a:gd name="connsiteY65" fmla="*/ 2089 h 256427"/>
              <a:gd name="connsiteX66" fmla="*/ 79458 w 755077"/>
              <a:gd name="connsiteY66" fmla="*/ 61810 h 256427"/>
              <a:gd name="connsiteX67" fmla="*/ 79458 w 755077"/>
              <a:gd name="connsiteY67" fmla="*/ 162370 h 256427"/>
              <a:gd name="connsiteX68" fmla="*/ 105230 w 755077"/>
              <a:gd name="connsiteY68" fmla="*/ 162370 h 256427"/>
              <a:gd name="connsiteX69" fmla="*/ 105212 w 755077"/>
              <a:gd name="connsiteY69" fmla="*/ 61810 h 256427"/>
              <a:gd name="connsiteX70" fmla="*/ 93786 w 755077"/>
              <a:gd name="connsiteY70" fmla="*/ 28296 h 256427"/>
              <a:gd name="connsiteX71" fmla="*/ 92330 w 755077"/>
              <a:gd name="connsiteY71" fmla="*/ 26415 h 256427"/>
              <a:gd name="connsiteX72" fmla="*/ 90875 w 755077"/>
              <a:gd name="connsiteY72" fmla="*/ 28296 h 256427"/>
              <a:gd name="connsiteX73" fmla="*/ 79449 w 755077"/>
              <a:gd name="connsiteY73" fmla="*/ 61810 h 256427"/>
              <a:gd name="connsiteX74" fmla="*/ 46608 w 755077"/>
              <a:gd name="connsiteY74" fmla="*/ 2089 h 256427"/>
              <a:gd name="connsiteX75" fmla="*/ 0 w 755077"/>
              <a:gd name="connsiteY75" fmla="*/ 2089 h 256427"/>
              <a:gd name="connsiteX76" fmla="*/ 0 w 755077"/>
              <a:gd name="connsiteY76" fmla="*/ 26415 h 256427"/>
              <a:gd name="connsiteX77" fmla="*/ 92330 w 755077"/>
              <a:gd name="connsiteY77" fmla="*/ 26415 h 256427"/>
              <a:gd name="connsiteX78" fmla="*/ 90043 w 755077"/>
              <a:gd name="connsiteY78" fmla="*/ 23458 h 256427"/>
              <a:gd name="connsiteX79" fmla="*/ 46608 w 755077"/>
              <a:gd name="connsiteY79" fmla="*/ 2089 h 256427"/>
              <a:gd name="connsiteX80" fmla="*/ 94618 w 755077"/>
              <a:gd name="connsiteY80" fmla="*/ 23458 h 256427"/>
              <a:gd name="connsiteX81" fmla="*/ 92330 w 755077"/>
              <a:gd name="connsiteY81" fmla="*/ 26415 h 256427"/>
              <a:gd name="connsiteX82" fmla="*/ 184661 w 755077"/>
              <a:gd name="connsiteY82" fmla="*/ 26415 h 256427"/>
              <a:gd name="connsiteX83" fmla="*/ 184661 w 755077"/>
              <a:gd name="connsiteY83" fmla="*/ 2089 h 256427"/>
              <a:gd name="connsiteX84" fmla="*/ 138053 w 755077"/>
              <a:gd name="connsiteY84" fmla="*/ 2089 h 256427"/>
              <a:gd name="connsiteX85" fmla="*/ 94608 w 755077"/>
              <a:gd name="connsiteY85" fmla="*/ 23458 h 256427"/>
              <a:gd name="connsiteX86" fmla="*/ 507601 w 755077"/>
              <a:gd name="connsiteY86" fmla="*/ 162361 h 256427"/>
              <a:gd name="connsiteX87" fmla="*/ 532631 w 755077"/>
              <a:gd name="connsiteY87" fmla="*/ 162361 h 256427"/>
              <a:gd name="connsiteX88" fmla="*/ 532631 w 755077"/>
              <a:gd name="connsiteY88" fmla="*/ 2089 h 256427"/>
              <a:gd name="connsiteX89" fmla="*/ 507601 w 755077"/>
              <a:gd name="connsiteY89" fmla="*/ 2089 h 256427"/>
              <a:gd name="connsiteX90" fmla="*/ 507601 w 755077"/>
              <a:gd name="connsiteY90" fmla="*/ 162361 h 256427"/>
              <a:gd name="connsiteX91" fmla="*/ 488238 w 755077"/>
              <a:gd name="connsiteY91" fmla="*/ 255903 h 256427"/>
              <a:gd name="connsiteX92" fmla="*/ 495840 w 755077"/>
              <a:gd name="connsiteY92" fmla="*/ 255903 h 256427"/>
              <a:gd name="connsiteX93" fmla="*/ 495840 w 755077"/>
              <a:gd name="connsiteY93" fmla="*/ 194744 h 256427"/>
              <a:gd name="connsiteX94" fmla="*/ 488238 w 755077"/>
              <a:gd name="connsiteY94" fmla="*/ 194744 h 256427"/>
              <a:gd name="connsiteX95" fmla="*/ 488238 w 755077"/>
              <a:gd name="connsiteY95" fmla="*/ 255903 h 256427"/>
              <a:gd name="connsiteX96" fmla="*/ 537151 w 755077"/>
              <a:gd name="connsiteY96" fmla="*/ 201735 h 256427"/>
              <a:gd name="connsiteX97" fmla="*/ 556975 w 755077"/>
              <a:gd name="connsiteY97" fmla="*/ 201735 h 256427"/>
              <a:gd name="connsiteX98" fmla="*/ 556975 w 755077"/>
              <a:gd name="connsiteY98" fmla="*/ 255903 h 256427"/>
              <a:gd name="connsiteX99" fmla="*/ 564577 w 755077"/>
              <a:gd name="connsiteY99" fmla="*/ 255903 h 256427"/>
              <a:gd name="connsiteX100" fmla="*/ 564577 w 755077"/>
              <a:gd name="connsiteY100" fmla="*/ 201735 h 256427"/>
              <a:gd name="connsiteX101" fmla="*/ 584401 w 755077"/>
              <a:gd name="connsiteY101" fmla="*/ 201735 h 256427"/>
              <a:gd name="connsiteX102" fmla="*/ 584401 w 755077"/>
              <a:gd name="connsiteY102" fmla="*/ 194744 h 256427"/>
              <a:gd name="connsiteX103" fmla="*/ 537151 w 755077"/>
              <a:gd name="connsiteY103" fmla="*/ 194744 h 256427"/>
              <a:gd name="connsiteX104" fmla="*/ 537151 w 755077"/>
              <a:gd name="connsiteY104" fmla="*/ 201735 h 256427"/>
              <a:gd name="connsiteX105" fmla="*/ 283346 w 755077"/>
              <a:gd name="connsiteY105" fmla="*/ 2089 h 256427"/>
              <a:gd name="connsiteX106" fmla="*/ 340377 w 755077"/>
              <a:gd name="connsiteY106" fmla="*/ 138134 h 256427"/>
              <a:gd name="connsiteX107" fmla="*/ 376047 w 755077"/>
              <a:gd name="connsiteY107" fmla="*/ 164450 h 256427"/>
              <a:gd name="connsiteX108" fmla="*/ 377512 w 755077"/>
              <a:gd name="connsiteY108" fmla="*/ 164450 h 256427"/>
              <a:gd name="connsiteX109" fmla="*/ 312237 w 755077"/>
              <a:gd name="connsiteY109" fmla="*/ 2089 h 256427"/>
              <a:gd name="connsiteX110" fmla="*/ 283346 w 755077"/>
              <a:gd name="connsiteY110" fmla="*/ 2089 h 256427"/>
              <a:gd name="connsiteX111" fmla="*/ 437309 w 755077"/>
              <a:gd name="connsiteY111" fmla="*/ 197059 h 256427"/>
              <a:gd name="connsiteX112" fmla="*/ 426651 w 755077"/>
              <a:gd name="connsiteY112" fmla="*/ 194744 h 256427"/>
              <a:gd name="connsiteX113" fmla="*/ 403157 w 755077"/>
              <a:gd name="connsiteY113" fmla="*/ 194744 h 256427"/>
              <a:gd name="connsiteX114" fmla="*/ 403157 w 755077"/>
              <a:gd name="connsiteY114" fmla="*/ 255903 h 256427"/>
              <a:gd name="connsiteX115" fmla="*/ 410759 w 755077"/>
              <a:gd name="connsiteY115" fmla="*/ 255903 h 256427"/>
              <a:gd name="connsiteX116" fmla="*/ 410759 w 755077"/>
              <a:gd name="connsiteY116" fmla="*/ 232400 h 256427"/>
              <a:gd name="connsiteX117" fmla="*/ 426660 w 755077"/>
              <a:gd name="connsiteY117" fmla="*/ 232400 h 256427"/>
              <a:gd name="connsiteX118" fmla="*/ 437273 w 755077"/>
              <a:gd name="connsiteY118" fmla="*/ 230085 h 256427"/>
              <a:gd name="connsiteX119" fmla="*/ 444387 w 755077"/>
              <a:gd name="connsiteY119" fmla="*/ 223492 h 256427"/>
              <a:gd name="connsiteX120" fmla="*/ 446918 w 755077"/>
              <a:gd name="connsiteY120" fmla="*/ 213536 h 256427"/>
              <a:gd name="connsiteX121" fmla="*/ 444432 w 755077"/>
              <a:gd name="connsiteY121" fmla="*/ 203616 h 256427"/>
              <a:gd name="connsiteX122" fmla="*/ 437318 w 755077"/>
              <a:gd name="connsiteY122" fmla="*/ 197059 h 256427"/>
              <a:gd name="connsiteX123" fmla="*/ 435564 w 755077"/>
              <a:gd name="connsiteY123" fmla="*/ 222181 h 256427"/>
              <a:gd name="connsiteX124" fmla="*/ 425955 w 755077"/>
              <a:gd name="connsiteY124" fmla="*/ 225419 h 256427"/>
              <a:gd name="connsiteX125" fmla="*/ 410759 w 755077"/>
              <a:gd name="connsiteY125" fmla="*/ 225419 h 256427"/>
              <a:gd name="connsiteX126" fmla="*/ 410759 w 755077"/>
              <a:gd name="connsiteY126" fmla="*/ 201744 h 256427"/>
              <a:gd name="connsiteX127" fmla="*/ 426045 w 755077"/>
              <a:gd name="connsiteY127" fmla="*/ 201744 h 256427"/>
              <a:gd name="connsiteX128" fmla="*/ 435609 w 755077"/>
              <a:gd name="connsiteY128" fmla="*/ 204936 h 256427"/>
              <a:gd name="connsiteX129" fmla="*/ 439144 w 755077"/>
              <a:gd name="connsiteY129" fmla="*/ 213545 h 256427"/>
              <a:gd name="connsiteX130" fmla="*/ 435564 w 755077"/>
              <a:gd name="connsiteY130" fmla="*/ 222190 h 256427"/>
              <a:gd name="connsiteX131" fmla="*/ 377503 w 755077"/>
              <a:gd name="connsiteY131" fmla="*/ 164459 h 256427"/>
              <a:gd name="connsiteX132" fmla="*/ 378967 w 755077"/>
              <a:gd name="connsiteY132" fmla="*/ 164459 h 256427"/>
              <a:gd name="connsiteX133" fmla="*/ 414637 w 755077"/>
              <a:gd name="connsiteY133" fmla="*/ 138143 h 256427"/>
              <a:gd name="connsiteX134" fmla="*/ 471668 w 755077"/>
              <a:gd name="connsiteY134" fmla="*/ 2098 h 256427"/>
              <a:gd name="connsiteX135" fmla="*/ 442778 w 755077"/>
              <a:gd name="connsiteY135" fmla="*/ 2098 h 256427"/>
              <a:gd name="connsiteX136" fmla="*/ 377503 w 755077"/>
              <a:gd name="connsiteY136" fmla="*/ 164468 h 256427"/>
              <a:gd name="connsiteX137" fmla="*/ 635303 w 755077"/>
              <a:gd name="connsiteY137" fmla="*/ 194744 h 256427"/>
              <a:gd name="connsiteX138" fmla="*/ 611981 w 755077"/>
              <a:gd name="connsiteY138" fmla="*/ 255903 h 256427"/>
              <a:gd name="connsiteX139" fmla="*/ 619845 w 755077"/>
              <a:gd name="connsiteY139" fmla="*/ 255903 h 256427"/>
              <a:gd name="connsiteX140" fmla="*/ 626309 w 755077"/>
              <a:gd name="connsiteY140" fmla="*/ 239390 h 256427"/>
              <a:gd name="connsiteX141" fmla="*/ 652948 w 755077"/>
              <a:gd name="connsiteY141" fmla="*/ 239390 h 256427"/>
              <a:gd name="connsiteX142" fmla="*/ 659412 w 755077"/>
              <a:gd name="connsiteY142" fmla="*/ 255903 h 256427"/>
              <a:gd name="connsiteX143" fmla="*/ 667529 w 755077"/>
              <a:gd name="connsiteY143" fmla="*/ 255903 h 256427"/>
              <a:gd name="connsiteX144" fmla="*/ 644298 w 755077"/>
              <a:gd name="connsiteY144" fmla="*/ 194744 h 256427"/>
              <a:gd name="connsiteX145" fmla="*/ 635303 w 755077"/>
              <a:gd name="connsiteY145" fmla="*/ 194744 h 256427"/>
              <a:gd name="connsiteX146" fmla="*/ 628578 w 755077"/>
              <a:gd name="connsiteY146" fmla="*/ 232490 h 256427"/>
              <a:gd name="connsiteX147" fmla="*/ 639579 w 755077"/>
              <a:gd name="connsiteY147" fmla="*/ 203046 h 256427"/>
              <a:gd name="connsiteX148" fmla="*/ 650670 w 755077"/>
              <a:gd name="connsiteY148" fmla="*/ 232490 h 256427"/>
              <a:gd name="connsiteX149" fmla="*/ 628569 w 755077"/>
              <a:gd name="connsiteY149" fmla="*/ 232490 h 2564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55077" h="256427">
                <a:moveTo>
                  <a:pt x="729170" y="141860"/>
                </a:moveTo>
                <a:cubicBezTo>
                  <a:pt x="745876" y="127092"/>
                  <a:pt x="755078" y="105913"/>
                  <a:pt x="755078" y="82229"/>
                </a:cubicBezTo>
                <a:cubicBezTo>
                  <a:pt x="755078" y="58545"/>
                  <a:pt x="745876" y="37366"/>
                  <a:pt x="729170" y="22599"/>
                </a:cubicBezTo>
                <a:cubicBezTo>
                  <a:pt x="712447" y="7813"/>
                  <a:pt x="689468" y="0"/>
                  <a:pt x="662720" y="0"/>
                </a:cubicBezTo>
                <a:cubicBezTo>
                  <a:pt x="635972" y="0"/>
                  <a:pt x="612993" y="7813"/>
                  <a:pt x="596270" y="22599"/>
                </a:cubicBezTo>
                <a:cubicBezTo>
                  <a:pt x="579565" y="37366"/>
                  <a:pt x="570363" y="58545"/>
                  <a:pt x="570363" y="82229"/>
                </a:cubicBezTo>
                <a:cubicBezTo>
                  <a:pt x="570363" y="105913"/>
                  <a:pt x="579565" y="127092"/>
                  <a:pt x="596270" y="141860"/>
                </a:cubicBezTo>
                <a:cubicBezTo>
                  <a:pt x="612993" y="156645"/>
                  <a:pt x="635972" y="164459"/>
                  <a:pt x="662720" y="164459"/>
                </a:cubicBezTo>
                <a:cubicBezTo>
                  <a:pt x="689468" y="164459"/>
                  <a:pt x="712447" y="156645"/>
                  <a:pt x="729170" y="141860"/>
                </a:cubicBezTo>
                <a:close/>
                <a:moveTo>
                  <a:pt x="596089" y="82229"/>
                </a:moveTo>
                <a:cubicBezTo>
                  <a:pt x="596089" y="65554"/>
                  <a:pt x="602227" y="51401"/>
                  <a:pt x="613852" y="41282"/>
                </a:cubicBezTo>
                <a:cubicBezTo>
                  <a:pt x="625821" y="30864"/>
                  <a:pt x="642716" y="25357"/>
                  <a:pt x="662720" y="25357"/>
                </a:cubicBezTo>
                <a:cubicBezTo>
                  <a:pt x="682725" y="25357"/>
                  <a:pt x="699620" y="30864"/>
                  <a:pt x="711588" y="41282"/>
                </a:cubicBezTo>
                <a:cubicBezTo>
                  <a:pt x="723204" y="51392"/>
                  <a:pt x="729351" y="65554"/>
                  <a:pt x="729351" y="82229"/>
                </a:cubicBezTo>
                <a:cubicBezTo>
                  <a:pt x="729351" y="98905"/>
                  <a:pt x="723213" y="113057"/>
                  <a:pt x="711588" y="123177"/>
                </a:cubicBezTo>
                <a:cubicBezTo>
                  <a:pt x="699620" y="133594"/>
                  <a:pt x="682725" y="139093"/>
                  <a:pt x="662720" y="139093"/>
                </a:cubicBezTo>
                <a:cubicBezTo>
                  <a:pt x="642716" y="139093"/>
                  <a:pt x="625812" y="133585"/>
                  <a:pt x="613852" y="123177"/>
                </a:cubicBezTo>
                <a:cubicBezTo>
                  <a:pt x="602236" y="113057"/>
                  <a:pt x="596089" y="98905"/>
                  <a:pt x="596089" y="82229"/>
                </a:cubicBezTo>
                <a:close/>
                <a:moveTo>
                  <a:pt x="234957" y="204267"/>
                </a:moveTo>
                <a:cubicBezTo>
                  <a:pt x="238157" y="202232"/>
                  <a:pt x="241855" y="201210"/>
                  <a:pt x="246049" y="201210"/>
                </a:cubicBezTo>
                <a:cubicBezTo>
                  <a:pt x="250704" y="201210"/>
                  <a:pt x="254655" y="202404"/>
                  <a:pt x="257882" y="204791"/>
                </a:cubicBezTo>
                <a:cubicBezTo>
                  <a:pt x="261109" y="207179"/>
                  <a:pt x="263278" y="210497"/>
                  <a:pt x="264390" y="214748"/>
                </a:cubicBezTo>
                <a:lnTo>
                  <a:pt x="271993" y="214748"/>
                </a:lnTo>
                <a:cubicBezTo>
                  <a:pt x="270826" y="208399"/>
                  <a:pt x="267961" y="203389"/>
                  <a:pt x="263387" y="199718"/>
                </a:cubicBezTo>
                <a:cubicBezTo>
                  <a:pt x="258813" y="196046"/>
                  <a:pt x="253154" y="194211"/>
                  <a:pt x="246401" y="194211"/>
                </a:cubicBezTo>
                <a:cubicBezTo>
                  <a:pt x="240580" y="194211"/>
                  <a:pt x="235454" y="195504"/>
                  <a:pt x="231025" y="198099"/>
                </a:cubicBezTo>
                <a:cubicBezTo>
                  <a:pt x="226605" y="200695"/>
                  <a:pt x="223197" y="204348"/>
                  <a:pt x="220810" y="209069"/>
                </a:cubicBezTo>
                <a:cubicBezTo>
                  <a:pt x="218424" y="213789"/>
                  <a:pt x="217231" y="219206"/>
                  <a:pt x="217231" y="225319"/>
                </a:cubicBezTo>
                <a:cubicBezTo>
                  <a:pt x="217231" y="231432"/>
                  <a:pt x="218424" y="236921"/>
                  <a:pt x="220810" y="241615"/>
                </a:cubicBezTo>
                <a:cubicBezTo>
                  <a:pt x="223197" y="246308"/>
                  <a:pt x="226605" y="249944"/>
                  <a:pt x="231025" y="252539"/>
                </a:cubicBezTo>
                <a:cubicBezTo>
                  <a:pt x="235445" y="255134"/>
                  <a:pt x="240571" y="256428"/>
                  <a:pt x="246401" y="256428"/>
                </a:cubicBezTo>
                <a:cubicBezTo>
                  <a:pt x="253217" y="256428"/>
                  <a:pt x="258876" y="254592"/>
                  <a:pt x="263387" y="250920"/>
                </a:cubicBezTo>
                <a:cubicBezTo>
                  <a:pt x="267898" y="247249"/>
                  <a:pt x="270736" y="242239"/>
                  <a:pt x="271902" y="235891"/>
                </a:cubicBezTo>
                <a:lnTo>
                  <a:pt x="264300" y="235891"/>
                </a:lnTo>
                <a:cubicBezTo>
                  <a:pt x="263134" y="240204"/>
                  <a:pt x="260982" y="243532"/>
                  <a:pt x="257837" y="245892"/>
                </a:cubicBezTo>
                <a:cubicBezTo>
                  <a:pt x="254691" y="248253"/>
                  <a:pt x="250759" y="249428"/>
                  <a:pt x="246049" y="249428"/>
                </a:cubicBezTo>
                <a:cubicBezTo>
                  <a:pt x="241855" y="249428"/>
                  <a:pt x="238157" y="248406"/>
                  <a:pt x="234957" y="246372"/>
                </a:cubicBezTo>
                <a:cubicBezTo>
                  <a:pt x="231757" y="244337"/>
                  <a:pt x="229289" y="241479"/>
                  <a:pt x="227581" y="237808"/>
                </a:cubicBezTo>
                <a:cubicBezTo>
                  <a:pt x="225863" y="234136"/>
                  <a:pt x="225005" y="229976"/>
                  <a:pt x="225005" y="225310"/>
                </a:cubicBezTo>
                <a:cubicBezTo>
                  <a:pt x="225005" y="220644"/>
                  <a:pt x="225863" y="216412"/>
                  <a:pt x="227581" y="212776"/>
                </a:cubicBezTo>
                <a:cubicBezTo>
                  <a:pt x="229299" y="209141"/>
                  <a:pt x="231757" y="206301"/>
                  <a:pt x="234957" y="204258"/>
                </a:cubicBezTo>
                <a:close/>
                <a:moveTo>
                  <a:pt x="330858" y="194744"/>
                </a:moveTo>
                <a:lnTo>
                  <a:pt x="307536" y="255903"/>
                </a:lnTo>
                <a:lnTo>
                  <a:pt x="315392" y="255903"/>
                </a:lnTo>
                <a:lnTo>
                  <a:pt x="321855" y="239390"/>
                </a:lnTo>
                <a:lnTo>
                  <a:pt x="348495" y="239390"/>
                </a:lnTo>
                <a:lnTo>
                  <a:pt x="354958" y="255903"/>
                </a:lnTo>
                <a:lnTo>
                  <a:pt x="363076" y="255903"/>
                </a:lnTo>
                <a:lnTo>
                  <a:pt x="339844" y="194744"/>
                </a:lnTo>
                <a:lnTo>
                  <a:pt x="330849" y="194744"/>
                </a:lnTo>
                <a:close/>
                <a:moveTo>
                  <a:pt x="324133" y="232490"/>
                </a:moveTo>
                <a:lnTo>
                  <a:pt x="335134" y="203046"/>
                </a:lnTo>
                <a:lnTo>
                  <a:pt x="346226" y="232490"/>
                </a:lnTo>
                <a:lnTo>
                  <a:pt x="324124" y="232490"/>
                </a:lnTo>
                <a:close/>
                <a:moveTo>
                  <a:pt x="715231" y="194744"/>
                </a:moveTo>
                <a:lnTo>
                  <a:pt x="707638" y="194744"/>
                </a:lnTo>
                <a:lnTo>
                  <a:pt x="707638" y="255903"/>
                </a:lnTo>
                <a:lnTo>
                  <a:pt x="743100" y="255903"/>
                </a:lnTo>
                <a:lnTo>
                  <a:pt x="743100" y="248913"/>
                </a:lnTo>
                <a:lnTo>
                  <a:pt x="715240" y="248913"/>
                </a:lnTo>
                <a:lnTo>
                  <a:pt x="715240" y="194744"/>
                </a:lnTo>
                <a:close/>
                <a:moveTo>
                  <a:pt x="247423" y="2089"/>
                </a:moveTo>
                <a:lnTo>
                  <a:pt x="222392" y="2089"/>
                </a:lnTo>
                <a:lnTo>
                  <a:pt x="222392" y="162361"/>
                </a:lnTo>
                <a:lnTo>
                  <a:pt x="247423" y="162361"/>
                </a:lnTo>
                <a:lnTo>
                  <a:pt x="247423" y="2089"/>
                </a:lnTo>
                <a:close/>
                <a:moveTo>
                  <a:pt x="79458" y="61810"/>
                </a:moveTo>
                <a:lnTo>
                  <a:pt x="79458" y="162370"/>
                </a:lnTo>
                <a:cubicBezTo>
                  <a:pt x="79458" y="162370"/>
                  <a:pt x="105230" y="162370"/>
                  <a:pt x="105230" y="162370"/>
                </a:cubicBezTo>
                <a:lnTo>
                  <a:pt x="105212" y="61810"/>
                </a:lnTo>
                <a:cubicBezTo>
                  <a:pt x="105212" y="49575"/>
                  <a:pt x="101262" y="37981"/>
                  <a:pt x="93786" y="28296"/>
                </a:cubicBezTo>
                <a:lnTo>
                  <a:pt x="92330" y="26415"/>
                </a:lnTo>
                <a:lnTo>
                  <a:pt x="90875" y="28296"/>
                </a:lnTo>
                <a:cubicBezTo>
                  <a:pt x="83399" y="37981"/>
                  <a:pt x="79449" y="49566"/>
                  <a:pt x="79449" y="61810"/>
                </a:cubicBezTo>
                <a:close/>
                <a:moveTo>
                  <a:pt x="46608" y="2089"/>
                </a:moveTo>
                <a:lnTo>
                  <a:pt x="0" y="2089"/>
                </a:lnTo>
                <a:lnTo>
                  <a:pt x="0" y="26415"/>
                </a:lnTo>
                <a:lnTo>
                  <a:pt x="92330" y="26415"/>
                </a:lnTo>
                <a:lnTo>
                  <a:pt x="90043" y="23458"/>
                </a:lnTo>
                <a:cubicBezTo>
                  <a:pt x="79558" y="9884"/>
                  <a:pt x="63720" y="2089"/>
                  <a:pt x="46608" y="2089"/>
                </a:cubicBezTo>
                <a:close/>
                <a:moveTo>
                  <a:pt x="94618" y="23458"/>
                </a:moveTo>
                <a:lnTo>
                  <a:pt x="92330" y="26415"/>
                </a:lnTo>
                <a:lnTo>
                  <a:pt x="184661" y="26415"/>
                </a:lnTo>
                <a:lnTo>
                  <a:pt x="184661" y="2089"/>
                </a:lnTo>
                <a:lnTo>
                  <a:pt x="138053" y="2089"/>
                </a:lnTo>
                <a:cubicBezTo>
                  <a:pt x="120932" y="2089"/>
                  <a:pt x="105103" y="9875"/>
                  <a:pt x="94608" y="23458"/>
                </a:cubicBezTo>
                <a:close/>
                <a:moveTo>
                  <a:pt x="507601" y="162361"/>
                </a:moveTo>
                <a:lnTo>
                  <a:pt x="532631" y="162361"/>
                </a:lnTo>
                <a:lnTo>
                  <a:pt x="532631" y="2089"/>
                </a:lnTo>
                <a:lnTo>
                  <a:pt x="507601" y="2089"/>
                </a:lnTo>
                <a:lnTo>
                  <a:pt x="507601" y="162361"/>
                </a:lnTo>
                <a:close/>
                <a:moveTo>
                  <a:pt x="488238" y="255903"/>
                </a:moveTo>
                <a:lnTo>
                  <a:pt x="495840" y="255903"/>
                </a:lnTo>
                <a:lnTo>
                  <a:pt x="495840" y="194744"/>
                </a:lnTo>
                <a:lnTo>
                  <a:pt x="488238" y="194744"/>
                </a:lnTo>
                <a:lnTo>
                  <a:pt x="488238" y="255903"/>
                </a:lnTo>
                <a:close/>
                <a:moveTo>
                  <a:pt x="537151" y="201735"/>
                </a:moveTo>
                <a:lnTo>
                  <a:pt x="556975" y="201735"/>
                </a:lnTo>
                <a:lnTo>
                  <a:pt x="556975" y="255903"/>
                </a:lnTo>
                <a:lnTo>
                  <a:pt x="564577" y="255903"/>
                </a:lnTo>
                <a:lnTo>
                  <a:pt x="564577" y="201735"/>
                </a:lnTo>
                <a:lnTo>
                  <a:pt x="584401" y="201735"/>
                </a:lnTo>
                <a:lnTo>
                  <a:pt x="584401" y="194744"/>
                </a:lnTo>
                <a:lnTo>
                  <a:pt x="537151" y="194744"/>
                </a:lnTo>
                <a:lnTo>
                  <a:pt x="537151" y="201735"/>
                </a:lnTo>
                <a:close/>
                <a:moveTo>
                  <a:pt x="283346" y="2089"/>
                </a:moveTo>
                <a:cubicBezTo>
                  <a:pt x="283346" y="2089"/>
                  <a:pt x="330958" y="115571"/>
                  <a:pt x="340377" y="138134"/>
                </a:cubicBezTo>
                <a:cubicBezTo>
                  <a:pt x="351360" y="164450"/>
                  <a:pt x="369195" y="164450"/>
                  <a:pt x="376047" y="164450"/>
                </a:cubicBezTo>
                <a:lnTo>
                  <a:pt x="377512" y="164450"/>
                </a:lnTo>
                <a:lnTo>
                  <a:pt x="312237" y="2089"/>
                </a:lnTo>
                <a:lnTo>
                  <a:pt x="283346" y="2089"/>
                </a:lnTo>
                <a:close/>
                <a:moveTo>
                  <a:pt x="437309" y="197059"/>
                </a:moveTo>
                <a:cubicBezTo>
                  <a:pt x="434217" y="195513"/>
                  <a:pt x="430674" y="194744"/>
                  <a:pt x="426651" y="194744"/>
                </a:cubicBezTo>
                <a:lnTo>
                  <a:pt x="403157" y="194744"/>
                </a:lnTo>
                <a:lnTo>
                  <a:pt x="403157" y="255903"/>
                </a:lnTo>
                <a:lnTo>
                  <a:pt x="410759" y="255903"/>
                </a:lnTo>
                <a:lnTo>
                  <a:pt x="410759" y="232400"/>
                </a:lnTo>
                <a:lnTo>
                  <a:pt x="426660" y="232400"/>
                </a:lnTo>
                <a:cubicBezTo>
                  <a:pt x="430674" y="232400"/>
                  <a:pt x="434217" y="231631"/>
                  <a:pt x="437273" y="230085"/>
                </a:cubicBezTo>
                <a:cubicBezTo>
                  <a:pt x="440328" y="228538"/>
                  <a:pt x="442696" y="226341"/>
                  <a:pt x="444387" y="223492"/>
                </a:cubicBezTo>
                <a:cubicBezTo>
                  <a:pt x="446077" y="220635"/>
                  <a:pt x="446918" y="217316"/>
                  <a:pt x="446918" y="213536"/>
                </a:cubicBezTo>
                <a:cubicBezTo>
                  <a:pt x="446918" y="209756"/>
                  <a:pt x="446086" y="206446"/>
                  <a:pt x="444432" y="203616"/>
                </a:cubicBezTo>
                <a:cubicBezTo>
                  <a:pt x="442769" y="200794"/>
                  <a:pt x="440400" y="198606"/>
                  <a:pt x="437318" y="197059"/>
                </a:cubicBezTo>
                <a:close/>
                <a:moveTo>
                  <a:pt x="435564" y="222181"/>
                </a:moveTo>
                <a:cubicBezTo>
                  <a:pt x="433178" y="224333"/>
                  <a:pt x="429978" y="225419"/>
                  <a:pt x="425955" y="225419"/>
                </a:cubicBezTo>
                <a:lnTo>
                  <a:pt x="410759" y="225419"/>
                </a:lnTo>
                <a:lnTo>
                  <a:pt x="410759" y="201744"/>
                </a:lnTo>
                <a:lnTo>
                  <a:pt x="426045" y="201744"/>
                </a:lnTo>
                <a:cubicBezTo>
                  <a:pt x="430059" y="201744"/>
                  <a:pt x="433250" y="202811"/>
                  <a:pt x="435609" y="204936"/>
                </a:cubicBezTo>
                <a:cubicBezTo>
                  <a:pt x="437969" y="207061"/>
                  <a:pt x="439144" y="209928"/>
                  <a:pt x="439144" y="213545"/>
                </a:cubicBezTo>
                <a:cubicBezTo>
                  <a:pt x="439144" y="217162"/>
                  <a:pt x="437951" y="220038"/>
                  <a:pt x="435564" y="222190"/>
                </a:cubicBezTo>
                <a:close/>
                <a:moveTo>
                  <a:pt x="377503" y="164459"/>
                </a:moveTo>
                <a:lnTo>
                  <a:pt x="378967" y="164459"/>
                </a:lnTo>
                <a:cubicBezTo>
                  <a:pt x="385828" y="164459"/>
                  <a:pt x="403663" y="164459"/>
                  <a:pt x="414637" y="138143"/>
                </a:cubicBezTo>
                <a:cubicBezTo>
                  <a:pt x="424048" y="115580"/>
                  <a:pt x="471668" y="2098"/>
                  <a:pt x="471668" y="2098"/>
                </a:cubicBezTo>
                <a:lnTo>
                  <a:pt x="442778" y="2098"/>
                </a:lnTo>
                <a:lnTo>
                  <a:pt x="377503" y="164468"/>
                </a:lnTo>
                <a:close/>
                <a:moveTo>
                  <a:pt x="635303" y="194744"/>
                </a:moveTo>
                <a:lnTo>
                  <a:pt x="611981" y="255903"/>
                </a:lnTo>
                <a:lnTo>
                  <a:pt x="619845" y="255903"/>
                </a:lnTo>
                <a:lnTo>
                  <a:pt x="626309" y="239390"/>
                </a:lnTo>
                <a:lnTo>
                  <a:pt x="652948" y="239390"/>
                </a:lnTo>
                <a:lnTo>
                  <a:pt x="659412" y="255903"/>
                </a:lnTo>
                <a:lnTo>
                  <a:pt x="667529" y="255903"/>
                </a:lnTo>
                <a:lnTo>
                  <a:pt x="644298" y="194744"/>
                </a:lnTo>
                <a:lnTo>
                  <a:pt x="635303" y="194744"/>
                </a:lnTo>
                <a:close/>
                <a:moveTo>
                  <a:pt x="628578" y="232490"/>
                </a:moveTo>
                <a:lnTo>
                  <a:pt x="639579" y="203046"/>
                </a:lnTo>
                <a:lnTo>
                  <a:pt x="650670" y="232490"/>
                </a:lnTo>
                <a:lnTo>
                  <a:pt x="628569" y="232490"/>
                </a:lnTo>
                <a:close/>
              </a:path>
            </a:pathLst>
          </a:custGeom>
          <a:solidFill>
            <a:schemeClr val="bg1"/>
          </a:solidFill>
          <a:ln w="1049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pt-BR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6" name="object 5">
            <a:extLst>
              <a:ext uri="{FF2B5EF4-FFF2-40B4-BE49-F238E27FC236}">
                <a16:creationId xmlns:a16="http://schemas.microsoft.com/office/drawing/2014/main" id="{89BB24BB-12A3-9F18-2ED1-025FBEFB0AFB}"/>
              </a:ext>
            </a:extLst>
          </p:cNvPr>
          <p:cNvSpPr/>
          <p:nvPr/>
        </p:nvSpPr>
        <p:spPr>
          <a:xfrm flipV="1">
            <a:off x="334962" y="6294310"/>
            <a:ext cx="11097267" cy="256427"/>
          </a:xfrm>
          <a:custGeom>
            <a:avLst/>
            <a:gdLst/>
            <a:ahLst/>
            <a:cxnLst/>
            <a:rect l="l" t="t" r="r" b="b"/>
            <a:pathLst>
              <a:path w="19125565">
                <a:moveTo>
                  <a:pt x="0" y="0"/>
                </a:moveTo>
                <a:lnTo>
                  <a:pt x="19125114" y="0"/>
                </a:lnTo>
              </a:path>
            </a:pathLst>
          </a:custGeom>
          <a:ln w="635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pPr marL="0" marR="0" lvl="0" indent="0" algn="l" defTabSz="55449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sz="1092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8" name="Espaço Reservado para Número de Slide 5">
            <a:extLst>
              <a:ext uri="{FF2B5EF4-FFF2-40B4-BE49-F238E27FC236}">
                <a16:creationId xmlns:a16="http://schemas.microsoft.com/office/drawing/2014/main" id="{12D6DE40-1C82-607B-59B0-133C155669CF}"/>
              </a:ext>
            </a:extLst>
          </p:cNvPr>
          <p:cNvSpPr txBox="1">
            <a:spLocks/>
          </p:cNvSpPr>
          <p:nvPr/>
        </p:nvSpPr>
        <p:spPr>
          <a:xfrm>
            <a:off x="11561763" y="647363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100" b="0" i="0" u="none" strike="noStrike" cap="none">
                <a:solidFill>
                  <a:schemeClr val="bg1"/>
                </a:solidFill>
                <a:latin typeface="Versos" panose="020B0503020204030204" pitchFamily="34" charset="0"/>
                <a:ea typeface="Arial"/>
                <a:cs typeface="Versos" panose="020B0503020204030204" pitchFamily="34" charset="0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fld id="{77667D73-C69A-4DAA-9003-24A825D36FE9}" type="slidenum">
              <a:rPr kumimoji="0" lang="pt-BR" sz="1100" b="0" i="0" u="none" strike="noStrike" kern="0" cap="none" spc="0" normalizeH="0" baseline="0" noProof="0" smtClean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sym typeface="Arial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t>9</a:t>
            </a:fld>
            <a:endParaRPr kumimoji="0" lang="pt-BR" sz="11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sos" panose="020B0503020204030204" pitchFamily="34" charset="0"/>
              <a:sym typeface="Arial"/>
            </a:endParaRPr>
          </a:p>
        </p:txBody>
      </p:sp>
      <p:sp>
        <p:nvSpPr>
          <p:cNvPr id="79" name="object 38">
            <a:extLst>
              <a:ext uri="{FF2B5EF4-FFF2-40B4-BE49-F238E27FC236}">
                <a16:creationId xmlns:a16="http://schemas.microsoft.com/office/drawing/2014/main" id="{C7066B19-C08B-05E2-01CC-7F21BE83D4F9}"/>
              </a:ext>
            </a:extLst>
          </p:cNvPr>
          <p:cNvSpPr txBox="1">
            <a:spLocks/>
          </p:cNvSpPr>
          <p:nvPr/>
        </p:nvSpPr>
        <p:spPr>
          <a:xfrm>
            <a:off x="315195" y="531264"/>
            <a:ext cx="7850404" cy="317886"/>
          </a:xfrm>
          <a:prstGeom prst="rect">
            <a:avLst/>
          </a:prstGeom>
        </p:spPr>
        <p:txBody>
          <a:bodyPr vert="horz" wrap="square" lIns="0" tIns="10012" rIns="0" bIns="0" rtlCol="0" anchor="t">
            <a:spAutoFit/>
          </a:bodyPr>
          <a:lstStyle>
            <a:lvl1pPr eaLnBrk="1" hangingPunct="1">
              <a:defRPr>
                <a:latin typeface="+mj-lt"/>
                <a:ea typeface="+mj-ea"/>
                <a:cs typeface="+mj-cs"/>
              </a:defRPr>
            </a:lvl1pPr>
          </a:lstStyle>
          <a:p>
            <a:pPr marL="7620" marR="0" lvl="0" indent="0" algn="l" defTabSz="914400" rtl="0" eaLnBrk="1" fontAlgn="auto" latinLnBrk="0" hangingPunct="1">
              <a:lnSpc>
                <a:spcPct val="100000"/>
              </a:lnSpc>
              <a:spcBef>
                <a:spcPts val="79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2000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/>
                <a:ea typeface="+mj-ea"/>
                <a:cs typeface="+mj-cs"/>
                <a:sym typeface="Arial"/>
              </a:rPr>
              <a:t>ALOCAÇÃO DO PORTFÓLIO</a:t>
            </a:r>
          </a:p>
        </p:txBody>
      </p:sp>
      <p:grpSp>
        <p:nvGrpSpPr>
          <p:cNvPr id="43" name="Group 42">
            <a:extLst>
              <a:ext uri="{FF2B5EF4-FFF2-40B4-BE49-F238E27FC236}">
                <a16:creationId xmlns:a16="http://schemas.microsoft.com/office/drawing/2014/main" id="{40602B28-34B8-F3C3-BFFE-39CE7708F245}"/>
              </a:ext>
            </a:extLst>
          </p:cNvPr>
          <p:cNvGrpSpPr/>
          <p:nvPr/>
        </p:nvGrpSpPr>
        <p:grpSpPr>
          <a:xfrm>
            <a:off x="334963" y="1577186"/>
            <a:ext cx="11790360" cy="4470718"/>
            <a:chOff x="557445" y="1525368"/>
            <a:chExt cx="11005794" cy="2074718"/>
          </a:xfrm>
        </p:grpSpPr>
        <p:sp>
          <p:nvSpPr>
            <p:cNvPr id="44" name="Rectangle 43">
              <a:extLst>
                <a:ext uri="{FF2B5EF4-FFF2-40B4-BE49-F238E27FC236}">
                  <a16:creationId xmlns:a16="http://schemas.microsoft.com/office/drawing/2014/main" id="{68E549EF-72C8-6330-3430-010990CFDF38}"/>
                </a:ext>
              </a:extLst>
            </p:cNvPr>
            <p:cNvSpPr/>
            <p:nvPr/>
          </p:nvSpPr>
          <p:spPr>
            <a:xfrm>
              <a:off x="8708855" y="1525368"/>
              <a:ext cx="2315820" cy="2074718"/>
            </a:xfrm>
            <a:prstGeom prst="rect">
              <a:avLst/>
            </a:prstGeom>
            <a:solidFill>
              <a:srgbClr val="FFFFFF">
                <a:lumMod val="95000"/>
              </a:srgbClr>
            </a:solidFill>
            <a:ln w="19050" cap="flat" cmpd="sng" algn="ctr">
              <a:solidFill>
                <a:srgbClr val="FFFFFF">
                  <a:lumMod val="85000"/>
                </a:srgbClr>
              </a:solidFill>
              <a:prstDash val="solid"/>
              <a:miter lim="800000"/>
            </a:ln>
            <a:effectLst/>
          </p:spPr>
          <p:txBody>
            <a:bodyPr lIns="108000" tIns="72000" rIns="0" bIns="0" rtlCol="0" anchor="t" anchorCtr="0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pt-BR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+mn-cs"/>
                </a:rPr>
                <a:t>Retornos </a:t>
              </a:r>
              <a:br>
                <a:rPr kumimoji="0" lang="pt-BR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+mn-cs"/>
                </a:rPr>
              </a:br>
              <a:r>
                <a:rPr kumimoji="0" lang="pt-BR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+mn-cs"/>
                </a:rPr>
                <a:t>Estimados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pt-BR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>
                      <a:lumMod val="50000"/>
                    </a:srgbClr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+mn-cs"/>
                </a:rPr>
                <a:t>(bruto de taxas e custos)</a:t>
              </a:r>
            </a:p>
          </p:txBody>
        </p:sp>
        <p:sp>
          <p:nvSpPr>
            <p:cNvPr id="45" name="Rectangle 43">
              <a:extLst>
                <a:ext uri="{FF2B5EF4-FFF2-40B4-BE49-F238E27FC236}">
                  <a16:creationId xmlns:a16="http://schemas.microsoft.com/office/drawing/2014/main" id="{649C71E8-3FE1-DB36-C5B2-4E9FBE62BBA7}"/>
                </a:ext>
              </a:extLst>
            </p:cNvPr>
            <p:cNvSpPr/>
            <p:nvPr/>
          </p:nvSpPr>
          <p:spPr>
            <a:xfrm>
              <a:off x="5895583" y="1525368"/>
              <a:ext cx="2315820" cy="2074718"/>
            </a:xfrm>
            <a:prstGeom prst="rect">
              <a:avLst/>
            </a:prstGeom>
            <a:solidFill>
              <a:srgbClr val="FFFFFF">
                <a:lumMod val="95000"/>
              </a:srgbClr>
            </a:solidFill>
            <a:ln w="19050" cap="flat" cmpd="sng" algn="ctr">
              <a:solidFill>
                <a:srgbClr val="FFFFFF">
                  <a:lumMod val="85000"/>
                </a:srgbClr>
              </a:solidFill>
              <a:prstDash val="solid"/>
              <a:miter lim="800000"/>
            </a:ln>
            <a:effectLst/>
          </p:spPr>
          <p:txBody>
            <a:bodyPr lIns="108000" tIns="72000" rIns="0" bIns="0" rtlCol="0" anchor="t" anchorCtr="0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pt-BR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+mn-cs"/>
                </a:rPr>
                <a:t>Previsão </a:t>
              </a:r>
              <a:br>
                <a:rPr kumimoji="0" lang="pt-BR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+mn-cs"/>
                </a:rPr>
              </a:br>
              <a:r>
                <a:rPr kumimoji="0" lang="pt-BR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+mn-cs"/>
                </a:rPr>
                <a:t>de Alocação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pt-BR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>
                      <a:lumMod val="50000"/>
                    </a:srgbClr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+mn-cs"/>
                </a:rPr>
                <a:t>(% patrimônio líquido)</a:t>
              </a:r>
            </a:p>
          </p:txBody>
        </p:sp>
        <p:sp>
          <p:nvSpPr>
            <p:cNvPr id="46" name="Rectangle 53">
              <a:extLst>
                <a:ext uri="{FF2B5EF4-FFF2-40B4-BE49-F238E27FC236}">
                  <a16:creationId xmlns:a16="http://schemas.microsoft.com/office/drawing/2014/main" id="{C1B46683-C9E1-A3F3-93D6-0DE8645D6D91}"/>
                </a:ext>
              </a:extLst>
            </p:cNvPr>
            <p:cNvSpPr/>
            <p:nvPr/>
          </p:nvSpPr>
          <p:spPr>
            <a:xfrm>
              <a:off x="1020079" y="2079223"/>
              <a:ext cx="10275498" cy="396198"/>
            </a:xfrm>
            <a:prstGeom prst="rect">
              <a:avLst/>
            </a:prstGeom>
            <a:solidFill>
              <a:srgbClr val="4B9D74"/>
            </a:solidFill>
            <a:ln w="19050" cap="flat" cmpd="sng" algn="ctr">
              <a:solidFill>
                <a:srgbClr val="E6EDF1">
                  <a:lumMod val="25000"/>
                </a:srgbClr>
              </a:solidFill>
              <a:prstDash val="solid"/>
              <a:miter lim="800000"/>
            </a:ln>
            <a:effectLst/>
          </p:spPr>
          <p:txBody>
            <a:bodyPr lIns="57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pt-BR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+mn-cs"/>
                </a:rPr>
                <a:t>Crédito High Grade</a:t>
              </a:r>
            </a:p>
          </p:txBody>
        </p:sp>
        <p:sp>
          <p:nvSpPr>
            <p:cNvPr id="47" name="TextBox 54">
              <a:extLst>
                <a:ext uri="{FF2B5EF4-FFF2-40B4-BE49-F238E27FC236}">
                  <a16:creationId xmlns:a16="http://schemas.microsoft.com/office/drawing/2014/main" id="{9815630D-6E54-D0BB-CBE6-5D6905093CF7}"/>
                </a:ext>
              </a:extLst>
            </p:cNvPr>
            <p:cNvSpPr txBox="1"/>
            <p:nvPr/>
          </p:nvSpPr>
          <p:spPr>
            <a:xfrm>
              <a:off x="6488636" y="2199883"/>
              <a:ext cx="1830670" cy="1428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pt-BR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+mn-cs"/>
                </a:rPr>
                <a:t>64,6%</a:t>
              </a:r>
            </a:p>
          </p:txBody>
        </p:sp>
        <p:sp>
          <p:nvSpPr>
            <p:cNvPr id="48" name="Rectangle 55">
              <a:extLst>
                <a:ext uri="{FF2B5EF4-FFF2-40B4-BE49-F238E27FC236}">
                  <a16:creationId xmlns:a16="http://schemas.microsoft.com/office/drawing/2014/main" id="{51A1BAF9-9A21-9B72-4EB0-FEAE4319378F}"/>
                </a:ext>
              </a:extLst>
            </p:cNvPr>
            <p:cNvSpPr/>
            <p:nvPr/>
          </p:nvSpPr>
          <p:spPr>
            <a:xfrm>
              <a:off x="579401" y="2054096"/>
              <a:ext cx="598031" cy="446453"/>
            </a:xfrm>
            <a:prstGeom prst="rect">
              <a:avLst/>
            </a:prstGeom>
            <a:solidFill>
              <a:srgbClr val="4B9D74"/>
            </a:solidFill>
            <a:ln w="19050" cap="flat" cmpd="sng" algn="ctr">
              <a:solidFill>
                <a:srgbClr val="759DB3">
                  <a:shade val="15000"/>
                </a:srgb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pt-BR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49" name="Rectangle 50">
              <a:extLst>
                <a:ext uri="{FF2B5EF4-FFF2-40B4-BE49-F238E27FC236}">
                  <a16:creationId xmlns:a16="http://schemas.microsoft.com/office/drawing/2014/main" id="{CF539706-7D3E-71D3-6997-711B42BDF3AC}"/>
                </a:ext>
              </a:extLst>
            </p:cNvPr>
            <p:cNvSpPr/>
            <p:nvPr/>
          </p:nvSpPr>
          <p:spPr>
            <a:xfrm>
              <a:off x="1020079" y="2609140"/>
              <a:ext cx="10275498" cy="396198"/>
            </a:xfrm>
            <a:prstGeom prst="rect">
              <a:avLst/>
            </a:prstGeom>
            <a:solidFill>
              <a:srgbClr val="92D3AB"/>
            </a:solidFill>
            <a:ln w="19050" cap="flat" cmpd="sng" algn="ctr">
              <a:solidFill>
                <a:srgbClr val="92D3AB">
                  <a:lumMod val="75000"/>
                </a:srgbClr>
              </a:solidFill>
              <a:prstDash val="solid"/>
              <a:miter lim="800000"/>
            </a:ln>
            <a:effectLst/>
          </p:spPr>
          <p:txBody>
            <a:bodyPr lIns="57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pt-BR" sz="1400" b="1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85000"/>
                      <a:lumOff val="15000"/>
                    </a:schemeClr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+mn-cs"/>
                </a:rPr>
                <a:t>Crédito High </a:t>
              </a:r>
              <a:r>
                <a:rPr kumimoji="0" lang="pt-BR" sz="1400" b="1" i="0" u="none" strike="noStrike" kern="0" cap="none" spc="0" normalizeH="0" baseline="0" noProof="0" dirty="0" err="1">
                  <a:ln>
                    <a:noFill/>
                  </a:ln>
                  <a:solidFill>
                    <a:schemeClr val="tx1">
                      <a:lumMod val="85000"/>
                      <a:lumOff val="15000"/>
                    </a:schemeClr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+mn-cs"/>
                </a:rPr>
                <a:t>Yield</a:t>
              </a:r>
              <a:endParaRPr kumimoji="0" lang="pt-BR" sz="1400" b="1" i="0" u="none" strike="noStrike" kern="0" cap="none" spc="0" normalizeH="0" baseline="0" noProof="0" dirty="0">
                <a:ln>
                  <a:noFill/>
                </a:ln>
                <a:solidFill>
                  <a:schemeClr val="tx1">
                    <a:lumMod val="85000"/>
                    <a:lumOff val="15000"/>
                  </a:schemeClr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+mn-cs"/>
              </a:endParaRPr>
            </a:p>
          </p:txBody>
        </p:sp>
        <p:sp>
          <p:nvSpPr>
            <p:cNvPr id="50" name="TextBox 51">
              <a:extLst>
                <a:ext uri="{FF2B5EF4-FFF2-40B4-BE49-F238E27FC236}">
                  <a16:creationId xmlns:a16="http://schemas.microsoft.com/office/drawing/2014/main" id="{63BEAE13-82DC-08F4-1272-235652E33891}"/>
                </a:ext>
              </a:extLst>
            </p:cNvPr>
            <p:cNvSpPr txBox="1"/>
            <p:nvPr/>
          </p:nvSpPr>
          <p:spPr>
            <a:xfrm>
              <a:off x="6488636" y="2729800"/>
              <a:ext cx="1830670" cy="1428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pt-BR" sz="1400" b="1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85000"/>
                      <a:lumOff val="15000"/>
                    </a:schemeClr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+mn-cs"/>
                </a:rPr>
                <a:t>15,3%</a:t>
              </a:r>
            </a:p>
          </p:txBody>
        </p:sp>
        <p:sp>
          <p:nvSpPr>
            <p:cNvPr id="51" name="Rectangle 52">
              <a:extLst>
                <a:ext uri="{FF2B5EF4-FFF2-40B4-BE49-F238E27FC236}">
                  <a16:creationId xmlns:a16="http://schemas.microsoft.com/office/drawing/2014/main" id="{96DDADF0-264B-6E3D-90D9-14DB9F458EB4}"/>
                </a:ext>
              </a:extLst>
            </p:cNvPr>
            <p:cNvSpPr/>
            <p:nvPr/>
          </p:nvSpPr>
          <p:spPr>
            <a:xfrm>
              <a:off x="579401" y="2584013"/>
              <a:ext cx="598031" cy="446453"/>
            </a:xfrm>
            <a:prstGeom prst="rect">
              <a:avLst/>
            </a:prstGeom>
            <a:solidFill>
              <a:srgbClr val="92D3AB"/>
            </a:solidFill>
            <a:ln w="19050" cap="flat" cmpd="sng" algn="ctr">
              <a:solidFill>
                <a:srgbClr val="92D3AB">
                  <a:lumMod val="75000"/>
                </a:srgb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pt-BR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52" name="Rectangle 47">
              <a:extLst>
                <a:ext uri="{FF2B5EF4-FFF2-40B4-BE49-F238E27FC236}">
                  <a16:creationId xmlns:a16="http://schemas.microsoft.com/office/drawing/2014/main" id="{085D6DFC-E32E-DBF0-94DF-0CF88FF2BE5B}"/>
                </a:ext>
              </a:extLst>
            </p:cNvPr>
            <p:cNvSpPr/>
            <p:nvPr/>
          </p:nvSpPr>
          <p:spPr>
            <a:xfrm>
              <a:off x="1020079" y="3139056"/>
              <a:ext cx="10275498" cy="396198"/>
            </a:xfrm>
            <a:prstGeom prst="rect">
              <a:avLst/>
            </a:prstGeom>
            <a:solidFill>
              <a:srgbClr val="000000">
                <a:lumMod val="50000"/>
                <a:lumOff val="50000"/>
              </a:srgbClr>
            </a:solidFill>
            <a:ln w="19050" cap="flat" cmpd="sng" algn="ctr">
              <a:solidFill>
                <a:srgbClr val="000000">
                  <a:lumMod val="65000"/>
                  <a:lumOff val="35000"/>
                </a:srgbClr>
              </a:solidFill>
              <a:prstDash val="solid"/>
              <a:miter lim="800000"/>
            </a:ln>
            <a:effectLst/>
          </p:spPr>
          <p:txBody>
            <a:bodyPr lIns="57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pt-BR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+mn-cs"/>
                </a:rPr>
                <a:t>Caixa</a:t>
              </a:r>
            </a:p>
          </p:txBody>
        </p:sp>
        <p:sp>
          <p:nvSpPr>
            <p:cNvPr id="53" name="TextBox 48">
              <a:extLst>
                <a:ext uri="{FF2B5EF4-FFF2-40B4-BE49-F238E27FC236}">
                  <a16:creationId xmlns:a16="http://schemas.microsoft.com/office/drawing/2014/main" id="{E5C4D95F-9B7C-D21D-6642-E7815A7EC693}"/>
                </a:ext>
              </a:extLst>
            </p:cNvPr>
            <p:cNvSpPr txBox="1"/>
            <p:nvPr/>
          </p:nvSpPr>
          <p:spPr>
            <a:xfrm>
              <a:off x="6488638" y="3259716"/>
              <a:ext cx="1830670" cy="1428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pt-BR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+mn-cs"/>
                </a:rPr>
                <a:t>20,2%</a:t>
              </a:r>
            </a:p>
          </p:txBody>
        </p:sp>
        <p:sp>
          <p:nvSpPr>
            <p:cNvPr id="54" name="Rectangle 49">
              <a:extLst>
                <a:ext uri="{FF2B5EF4-FFF2-40B4-BE49-F238E27FC236}">
                  <a16:creationId xmlns:a16="http://schemas.microsoft.com/office/drawing/2014/main" id="{D23DACB6-50E3-B944-8369-0C2680211650}"/>
                </a:ext>
              </a:extLst>
            </p:cNvPr>
            <p:cNvSpPr/>
            <p:nvPr/>
          </p:nvSpPr>
          <p:spPr>
            <a:xfrm>
              <a:off x="557445" y="3113930"/>
              <a:ext cx="598031" cy="446453"/>
            </a:xfrm>
            <a:prstGeom prst="rect">
              <a:avLst/>
            </a:prstGeom>
            <a:solidFill>
              <a:srgbClr val="7F7F7F"/>
            </a:solidFill>
            <a:ln w="19050" cap="flat" cmpd="sng" algn="ctr">
              <a:solidFill>
                <a:srgbClr val="000000">
                  <a:lumMod val="75000"/>
                  <a:lumOff val="25000"/>
                </a:srgb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pt-BR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5D8DCA1A-FDA1-1BAE-8614-20CF01C3666E}"/>
                </a:ext>
              </a:extLst>
            </p:cNvPr>
            <p:cNvSpPr txBox="1"/>
            <p:nvPr/>
          </p:nvSpPr>
          <p:spPr>
            <a:xfrm>
              <a:off x="8951429" y="2199883"/>
              <a:ext cx="2073246" cy="1548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pt-BR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+mn-cs"/>
                </a:rPr>
                <a:t>CDI+1,20%</a:t>
              </a:r>
            </a:p>
          </p:txBody>
        </p:sp>
        <p:sp>
          <p:nvSpPr>
            <p:cNvPr id="56" name="TextBox 51">
              <a:extLst>
                <a:ext uri="{FF2B5EF4-FFF2-40B4-BE49-F238E27FC236}">
                  <a16:creationId xmlns:a16="http://schemas.microsoft.com/office/drawing/2014/main" id="{772F4B72-F083-CAE7-DCF6-FCB351198CD4}"/>
                </a:ext>
              </a:extLst>
            </p:cNvPr>
            <p:cNvSpPr txBox="1"/>
            <p:nvPr/>
          </p:nvSpPr>
          <p:spPr>
            <a:xfrm>
              <a:off x="8951429" y="2729800"/>
              <a:ext cx="2186797" cy="1548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pt-BR" sz="1400" b="1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85000"/>
                      <a:lumOff val="15000"/>
                    </a:schemeClr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+mn-cs"/>
                </a:rPr>
                <a:t>CDI+3,00%</a:t>
              </a:r>
            </a:p>
          </p:txBody>
        </p:sp>
        <p:sp>
          <p:nvSpPr>
            <p:cNvPr id="57" name="TextBox 48">
              <a:extLst>
                <a:ext uri="{FF2B5EF4-FFF2-40B4-BE49-F238E27FC236}">
                  <a16:creationId xmlns:a16="http://schemas.microsoft.com/office/drawing/2014/main" id="{7D0C6695-BB0E-8005-1437-D16E200B8770}"/>
                </a:ext>
              </a:extLst>
            </p:cNvPr>
            <p:cNvSpPr txBox="1"/>
            <p:nvPr/>
          </p:nvSpPr>
          <p:spPr>
            <a:xfrm>
              <a:off x="8951429" y="3259716"/>
              <a:ext cx="2611810" cy="1548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pt-BR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+mn-cs"/>
                </a:rPr>
                <a:t>100% do CDI</a:t>
              </a:r>
            </a:p>
          </p:txBody>
        </p:sp>
      </p:grpSp>
      <p:grpSp>
        <p:nvGrpSpPr>
          <p:cNvPr id="58" name="Graphic 7">
            <a:extLst>
              <a:ext uri="{FF2B5EF4-FFF2-40B4-BE49-F238E27FC236}">
                <a16:creationId xmlns:a16="http://schemas.microsoft.com/office/drawing/2014/main" id="{200BD180-4303-7ED0-2314-3102F2B40025}"/>
              </a:ext>
            </a:extLst>
          </p:cNvPr>
          <p:cNvGrpSpPr/>
          <p:nvPr/>
        </p:nvGrpSpPr>
        <p:grpSpPr>
          <a:xfrm>
            <a:off x="1577678" y="1562925"/>
            <a:ext cx="2373189" cy="496660"/>
            <a:chOff x="1577678" y="355702"/>
            <a:chExt cx="2373189" cy="496660"/>
          </a:xfrm>
          <a:solidFill>
            <a:schemeClr val="bg1"/>
          </a:solidFill>
        </p:grpSpPr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75577E36-2E7B-5601-0BF3-35F5248CA118}"/>
                </a:ext>
              </a:extLst>
            </p:cNvPr>
            <p:cNvSpPr/>
            <p:nvPr/>
          </p:nvSpPr>
          <p:spPr>
            <a:xfrm>
              <a:off x="2644748" y="359836"/>
              <a:ext cx="383254" cy="488391"/>
            </a:xfrm>
            <a:custGeom>
              <a:avLst/>
              <a:gdLst>
                <a:gd name="csX0" fmla="*/ 0 w 383254"/>
                <a:gd name="csY0" fmla="*/ 0 h 488391"/>
                <a:gd name="csX1" fmla="*/ 170448 w 383254"/>
                <a:gd name="csY1" fmla="*/ 0 h 488391"/>
                <a:gd name="csX2" fmla="*/ 328998 w 383254"/>
                <a:gd name="csY2" fmla="*/ 51894 h 488391"/>
                <a:gd name="csX3" fmla="*/ 383254 w 383254"/>
                <a:gd name="csY3" fmla="*/ 203693 h 488391"/>
                <a:gd name="csX4" fmla="*/ 383254 w 383254"/>
                <a:gd name="csY4" fmla="*/ 283939 h 488391"/>
                <a:gd name="csX5" fmla="*/ 328660 w 383254"/>
                <a:gd name="csY5" fmla="*/ 436076 h 488391"/>
                <a:gd name="csX6" fmla="*/ 170448 w 383254"/>
                <a:gd name="csY6" fmla="*/ 488391 h 488391"/>
                <a:gd name="csX7" fmla="*/ 0 w 383254"/>
                <a:gd name="csY7" fmla="*/ 488391 h 488391"/>
                <a:gd name="csX8" fmla="*/ 0 w 383254"/>
                <a:gd name="csY8" fmla="*/ 0 h 488391"/>
                <a:gd name="csX9" fmla="*/ 0 w 383254"/>
                <a:gd name="csY9" fmla="*/ 0 h 488391"/>
                <a:gd name="csX10" fmla="*/ 162769 w 383254"/>
                <a:gd name="csY10" fmla="*/ 466115 h 488391"/>
                <a:gd name="csX11" fmla="*/ 358193 w 383254"/>
                <a:gd name="csY11" fmla="*/ 284023 h 488391"/>
                <a:gd name="csX12" fmla="*/ 358193 w 383254"/>
                <a:gd name="csY12" fmla="*/ 203778 h 488391"/>
                <a:gd name="csX13" fmla="*/ 162769 w 383254"/>
                <a:gd name="csY13" fmla="*/ 22361 h 488391"/>
                <a:gd name="csX14" fmla="*/ 24386 w 383254"/>
                <a:gd name="csY14" fmla="*/ 22361 h 488391"/>
                <a:gd name="csX15" fmla="*/ 24386 w 383254"/>
                <a:gd name="csY15" fmla="*/ 466115 h 488391"/>
                <a:gd name="csX16" fmla="*/ 162769 w 383254"/>
                <a:gd name="csY16" fmla="*/ 466115 h 4883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383254" h="488391">
                  <a:moveTo>
                    <a:pt x="0" y="0"/>
                  </a:moveTo>
                  <a:lnTo>
                    <a:pt x="170448" y="0"/>
                  </a:lnTo>
                  <a:cubicBezTo>
                    <a:pt x="240061" y="0"/>
                    <a:pt x="292883" y="17298"/>
                    <a:pt x="328998" y="51894"/>
                  </a:cubicBezTo>
                  <a:cubicBezTo>
                    <a:pt x="365112" y="86490"/>
                    <a:pt x="383254" y="137118"/>
                    <a:pt x="383254" y="203693"/>
                  </a:cubicBezTo>
                  <a:lnTo>
                    <a:pt x="383254" y="283939"/>
                  </a:lnTo>
                  <a:cubicBezTo>
                    <a:pt x="383254" y="350515"/>
                    <a:pt x="365028" y="401143"/>
                    <a:pt x="328660" y="436076"/>
                  </a:cubicBezTo>
                  <a:cubicBezTo>
                    <a:pt x="292292" y="470925"/>
                    <a:pt x="239470" y="488391"/>
                    <a:pt x="170448" y="488391"/>
                  </a:cubicBezTo>
                  <a:lnTo>
                    <a:pt x="0" y="488391"/>
                  </a:lnTo>
                  <a:lnTo>
                    <a:pt x="0" y="0"/>
                  </a:lnTo>
                  <a:lnTo>
                    <a:pt x="0" y="0"/>
                  </a:lnTo>
                  <a:close/>
                  <a:moveTo>
                    <a:pt x="162769" y="466115"/>
                  </a:moveTo>
                  <a:cubicBezTo>
                    <a:pt x="293136" y="466115"/>
                    <a:pt x="358193" y="405446"/>
                    <a:pt x="358193" y="284023"/>
                  </a:cubicBezTo>
                  <a:lnTo>
                    <a:pt x="358193" y="203778"/>
                  </a:lnTo>
                  <a:cubicBezTo>
                    <a:pt x="358193" y="82861"/>
                    <a:pt x="293052" y="22361"/>
                    <a:pt x="162769" y="22361"/>
                  </a:cubicBezTo>
                  <a:lnTo>
                    <a:pt x="24386" y="22361"/>
                  </a:lnTo>
                  <a:lnTo>
                    <a:pt x="24386" y="466115"/>
                  </a:lnTo>
                  <a:lnTo>
                    <a:pt x="162769" y="466115"/>
                  </a:lnTo>
                  <a:close/>
                </a:path>
              </a:pathLst>
            </a:custGeom>
            <a:solidFill>
              <a:schemeClr val="bg1"/>
            </a:solidFill>
            <a:ln w="8423" cap="flat">
              <a:noFill/>
              <a:prstDash val="solid"/>
              <a:miter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71BD5500-7766-5B3B-8DBE-3FA9171FFEC0}"/>
                </a:ext>
              </a:extLst>
            </p:cNvPr>
            <p:cNvSpPr/>
            <p:nvPr/>
          </p:nvSpPr>
          <p:spPr>
            <a:xfrm>
              <a:off x="3136009" y="355702"/>
              <a:ext cx="352708" cy="496660"/>
            </a:xfrm>
            <a:custGeom>
              <a:avLst/>
              <a:gdLst>
                <a:gd name="csX0" fmla="*/ 48772 w 352708"/>
                <a:gd name="csY0" fmla="*/ 441307 h 496660"/>
                <a:gd name="csX1" fmla="*/ 0 w 352708"/>
                <a:gd name="csY1" fmla="*/ 289508 h 496660"/>
                <a:gd name="csX2" fmla="*/ 0 w 352708"/>
                <a:gd name="csY2" fmla="*/ 212131 h 496660"/>
                <a:gd name="csX3" fmla="*/ 22276 w 352708"/>
                <a:gd name="csY3" fmla="*/ 100075 h 496660"/>
                <a:gd name="csX4" fmla="*/ 85983 w 352708"/>
                <a:gd name="csY4" fmla="*/ 26158 h 496660"/>
                <a:gd name="csX5" fmla="*/ 184455 w 352708"/>
                <a:gd name="csY5" fmla="*/ 0 h 496660"/>
                <a:gd name="csX6" fmla="*/ 267654 w 352708"/>
                <a:gd name="csY6" fmla="*/ 16707 h 496660"/>
                <a:gd name="csX7" fmla="*/ 324357 w 352708"/>
                <a:gd name="csY7" fmla="*/ 64213 h 496660"/>
                <a:gd name="csX8" fmla="*/ 344524 w 352708"/>
                <a:gd name="csY8" fmla="*/ 133995 h 496660"/>
                <a:gd name="csX9" fmla="*/ 320138 w 352708"/>
                <a:gd name="csY9" fmla="*/ 133995 h 496660"/>
                <a:gd name="csX10" fmla="*/ 302755 w 352708"/>
                <a:gd name="csY10" fmla="*/ 75773 h 496660"/>
                <a:gd name="csX11" fmla="*/ 254321 w 352708"/>
                <a:gd name="csY11" fmla="*/ 36368 h 496660"/>
                <a:gd name="csX12" fmla="*/ 184286 w 352708"/>
                <a:gd name="csY12" fmla="*/ 22445 h 496660"/>
                <a:gd name="csX13" fmla="*/ 99315 w 352708"/>
                <a:gd name="csY13" fmla="*/ 45818 h 496660"/>
                <a:gd name="csX14" fmla="*/ 43624 w 352708"/>
                <a:gd name="csY14" fmla="*/ 112479 h 496660"/>
                <a:gd name="csX15" fmla="*/ 24133 w 352708"/>
                <a:gd name="csY15" fmla="*/ 212891 h 496660"/>
                <a:gd name="csX16" fmla="*/ 24133 w 352708"/>
                <a:gd name="csY16" fmla="*/ 300815 h 496660"/>
                <a:gd name="csX17" fmla="*/ 25567 w 352708"/>
                <a:gd name="csY17" fmla="*/ 300815 h 496660"/>
                <a:gd name="csX18" fmla="*/ 78052 w 352708"/>
                <a:gd name="csY18" fmla="*/ 221666 h 496660"/>
                <a:gd name="csX19" fmla="*/ 184202 w 352708"/>
                <a:gd name="csY19" fmla="*/ 191965 h 496660"/>
                <a:gd name="csX20" fmla="*/ 274404 w 352708"/>
                <a:gd name="csY20" fmla="*/ 210106 h 496660"/>
                <a:gd name="csX21" fmla="*/ 332542 w 352708"/>
                <a:gd name="csY21" fmla="*/ 261072 h 496660"/>
                <a:gd name="csX22" fmla="*/ 352709 w 352708"/>
                <a:gd name="csY22" fmla="*/ 336339 h 496660"/>
                <a:gd name="csX23" fmla="*/ 352709 w 352708"/>
                <a:gd name="csY23" fmla="*/ 349586 h 496660"/>
                <a:gd name="csX24" fmla="*/ 331107 w 352708"/>
                <a:gd name="csY24" fmla="*/ 424853 h 496660"/>
                <a:gd name="csX25" fmla="*/ 270860 w 352708"/>
                <a:gd name="csY25" fmla="*/ 477506 h 496660"/>
                <a:gd name="csX26" fmla="*/ 182767 w 352708"/>
                <a:gd name="csY26" fmla="*/ 496661 h 496660"/>
                <a:gd name="csX27" fmla="*/ 48434 w 352708"/>
                <a:gd name="csY27" fmla="*/ 441223 h 496660"/>
                <a:gd name="csX28" fmla="*/ 48519 w 352708"/>
                <a:gd name="csY28" fmla="*/ 441223 h 496660"/>
                <a:gd name="csX29" fmla="*/ 52906 w 352708"/>
                <a:gd name="csY29" fmla="*/ 408230 h 496660"/>
                <a:gd name="csX30" fmla="*/ 106488 w 352708"/>
                <a:gd name="csY30" fmla="*/ 456411 h 496660"/>
                <a:gd name="csX31" fmla="*/ 182345 w 352708"/>
                <a:gd name="csY31" fmla="*/ 474553 h 496660"/>
                <a:gd name="csX32" fmla="*/ 257865 w 352708"/>
                <a:gd name="csY32" fmla="*/ 458183 h 496660"/>
                <a:gd name="csX33" fmla="*/ 309675 w 352708"/>
                <a:gd name="csY33" fmla="*/ 413124 h 496660"/>
                <a:gd name="csX34" fmla="*/ 328492 w 352708"/>
                <a:gd name="csY34" fmla="*/ 350346 h 496660"/>
                <a:gd name="csX35" fmla="*/ 328492 w 352708"/>
                <a:gd name="csY35" fmla="*/ 337098 h 496660"/>
                <a:gd name="csX36" fmla="*/ 289170 w 352708"/>
                <a:gd name="csY36" fmla="*/ 247740 h 496660"/>
                <a:gd name="csX37" fmla="*/ 181586 w 352708"/>
                <a:gd name="csY37" fmla="*/ 214325 h 496660"/>
                <a:gd name="csX38" fmla="*/ 107500 w 352708"/>
                <a:gd name="csY38" fmla="*/ 229260 h 496660"/>
                <a:gd name="csX39" fmla="*/ 53581 w 352708"/>
                <a:gd name="csY39" fmla="*/ 272210 h 496660"/>
                <a:gd name="csX40" fmla="*/ 33414 w 352708"/>
                <a:gd name="csY40" fmla="*/ 337773 h 496660"/>
                <a:gd name="csX41" fmla="*/ 33414 w 352708"/>
                <a:gd name="csY41" fmla="*/ 342667 h 496660"/>
                <a:gd name="csX42" fmla="*/ 52906 w 352708"/>
                <a:gd name="csY42" fmla="*/ 408230 h 496660"/>
                <a:gd name="csX43" fmla="*/ 52991 w 352708"/>
                <a:gd name="csY43" fmla="*/ 408230 h 4966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</a:cxnLst>
              <a:rect l="l" t="t" r="r" b="b"/>
              <a:pathLst>
                <a:path w="352708" h="496660">
                  <a:moveTo>
                    <a:pt x="48772" y="441307"/>
                  </a:moveTo>
                  <a:cubicBezTo>
                    <a:pt x="16201" y="404349"/>
                    <a:pt x="0" y="353721"/>
                    <a:pt x="0" y="289508"/>
                  </a:cubicBezTo>
                  <a:lnTo>
                    <a:pt x="0" y="212131"/>
                  </a:lnTo>
                  <a:cubicBezTo>
                    <a:pt x="0" y="169351"/>
                    <a:pt x="7510" y="132055"/>
                    <a:pt x="22276" y="100075"/>
                  </a:cubicBezTo>
                  <a:cubicBezTo>
                    <a:pt x="37127" y="68263"/>
                    <a:pt x="58306" y="43624"/>
                    <a:pt x="85983" y="26158"/>
                  </a:cubicBezTo>
                  <a:cubicBezTo>
                    <a:pt x="113660" y="8776"/>
                    <a:pt x="146399" y="0"/>
                    <a:pt x="184455" y="0"/>
                  </a:cubicBezTo>
                  <a:cubicBezTo>
                    <a:pt x="215507" y="0"/>
                    <a:pt x="243268" y="5653"/>
                    <a:pt x="267654" y="16707"/>
                  </a:cubicBezTo>
                  <a:cubicBezTo>
                    <a:pt x="292039" y="27845"/>
                    <a:pt x="310940" y="43709"/>
                    <a:pt x="324357" y="64213"/>
                  </a:cubicBezTo>
                  <a:cubicBezTo>
                    <a:pt x="337773" y="84718"/>
                    <a:pt x="344524" y="107922"/>
                    <a:pt x="344524" y="133995"/>
                  </a:cubicBezTo>
                  <a:lnTo>
                    <a:pt x="320138" y="133995"/>
                  </a:lnTo>
                  <a:cubicBezTo>
                    <a:pt x="320138" y="112141"/>
                    <a:pt x="314316" y="92734"/>
                    <a:pt x="302755" y="75773"/>
                  </a:cubicBezTo>
                  <a:cubicBezTo>
                    <a:pt x="291111" y="58813"/>
                    <a:pt x="274995" y="45734"/>
                    <a:pt x="254321" y="36368"/>
                  </a:cubicBezTo>
                  <a:cubicBezTo>
                    <a:pt x="233648" y="27002"/>
                    <a:pt x="210359" y="22445"/>
                    <a:pt x="184286" y="22445"/>
                  </a:cubicBezTo>
                  <a:cubicBezTo>
                    <a:pt x="151884" y="22445"/>
                    <a:pt x="123532" y="30292"/>
                    <a:pt x="99315" y="45818"/>
                  </a:cubicBezTo>
                  <a:cubicBezTo>
                    <a:pt x="75182" y="61344"/>
                    <a:pt x="56619" y="83621"/>
                    <a:pt x="43624" y="112479"/>
                  </a:cubicBezTo>
                  <a:cubicBezTo>
                    <a:pt x="30714" y="141337"/>
                    <a:pt x="24133" y="174835"/>
                    <a:pt x="24133" y="212891"/>
                  </a:cubicBezTo>
                  <a:lnTo>
                    <a:pt x="24133" y="300815"/>
                  </a:lnTo>
                  <a:lnTo>
                    <a:pt x="25567" y="300815"/>
                  </a:lnTo>
                  <a:cubicBezTo>
                    <a:pt x="31136" y="267822"/>
                    <a:pt x="48687" y="241411"/>
                    <a:pt x="78052" y="221666"/>
                  </a:cubicBezTo>
                  <a:cubicBezTo>
                    <a:pt x="107585" y="201921"/>
                    <a:pt x="142940" y="191965"/>
                    <a:pt x="184202" y="191965"/>
                  </a:cubicBezTo>
                  <a:cubicBezTo>
                    <a:pt x="218966" y="191965"/>
                    <a:pt x="249090" y="198040"/>
                    <a:pt x="274404" y="210106"/>
                  </a:cubicBezTo>
                  <a:cubicBezTo>
                    <a:pt x="299718" y="222173"/>
                    <a:pt x="319125" y="239217"/>
                    <a:pt x="332542" y="261072"/>
                  </a:cubicBezTo>
                  <a:cubicBezTo>
                    <a:pt x="345958" y="282926"/>
                    <a:pt x="352709" y="308071"/>
                    <a:pt x="352709" y="336339"/>
                  </a:cubicBezTo>
                  <a:lnTo>
                    <a:pt x="352709" y="349586"/>
                  </a:lnTo>
                  <a:cubicBezTo>
                    <a:pt x="352709" y="377516"/>
                    <a:pt x="345452" y="402577"/>
                    <a:pt x="331107" y="424853"/>
                  </a:cubicBezTo>
                  <a:cubicBezTo>
                    <a:pt x="316763" y="447214"/>
                    <a:pt x="296680" y="464765"/>
                    <a:pt x="270860" y="477506"/>
                  </a:cubicBezTo>
                  <a:cubicBezTo>
                    <a:pt x="245040" y="490248"/>
                    <a:pt x="215760" y="496661"/>
                    <a:pt x="182767" y="496661"/>
                  </a:cubicBezTo>
                  <a:cubicBezTo>
                    <a:pt x="125726" y="496661"/>
                    <a:pt x="80920" y="478181"/>
                    <a:pt x="48434" y="441223"/>
                  </a:cubicBezTo>
                  <a:lnTo>
                    <a:pt x="48519" y="441223"/>
                  </a:lnTo>
                  <a:close/>
                  <a:moveTo>
                    <a:pt x="52906" y="408230"/>
                  </a:moveTo>
                  <a:cubicBezTo>
                    <a:pt x="65816" y="428229"/>
                    <a:pt x="83705" y="444261"/>
                    <a:pt x="106488" y="456411"/>
                  </a:cubicBezTo>
                  <a:cubicBezTo>
                    <a:pt x="129270" y="468478"/>
                    <a:pt x="154584" y="474553"/>
                    <a:pt x="182345" y="474553"/>
                  </a:cubicBezTo>
                  <a:cubicBezTo>
                    <a:pt x="210106" y="474553"/>
                    <a:pt x="235758" y="469068"/>
                    <a:pt x="257865" y="458183"/>
                  </a:cubicBezTo>
                  <a:cubicBezTo>
                    <a:pt x="279889" y="447298"/>
                    <a:pt x="297187" y="432194"/>
                    <a:pt x="309675" y="413124"/>
                  </a:cubicBezTo>
                  <a:cubicBezTo>
                    <a:pt x="322163" y="394055"/>
                    <a:pt x="328492" y="373128"/>
                    <a:pt x="328492" y="350346"/>
                  </a:cubicBezTo>
                  <a:lnTo>
                    <a:pt x="328492" y="337098"/>
                  </a:lnTo>
                  <a:cubicBezTo>
                    <a:pt x="328492" y="299887"/>
                    <a:pt x="315328" y="270100"/>
                    <a:pt x="289170" y="247740"/>
                  </a:cubicBezTo>
                  <a:cubicBezTo>
                    <a:pt x="263013" y="225379"/>
                    <a:pt x="227067" y="214325"/>
                    <a:pt x="181586" y="214325"/>
                  </a:cubicBezTo>
                  <a:cubicBezTo>
                    <a:pt x="154669" y="214325"/>
                    <a:pt x="129861" y="219388"/>
                    <a:pt x="107500" y="229260"/>
                  </a:cubicBezTo>
                  <a:cubicBezTo>
                    <a:pt x="84971" y="239302"/>
                    <a:pt x="66998" y="253562"/>
                    <a:pt x="53581" y="272210"/>
                  </a:cubicBezTo>
                  <a:cubicBezTo>
                    <a:pt x="40165" y="290773"/>
                    <a:pt x="33414" y="312628"/>
                    <a:pt x="33414" y="337773"/>
                  </a:cubicBezTo>
                  <a:lnTo>
                    <a:pt x="33414" y="342667"/>
                  </a:lnTo>
                  <a:cubicBezTo>
                    <a:pt x="33414" y="366378"/>
                    <a:pt x="39912" y="388232"/>
                    <a:pt x="52906" y="408230"/>
                  </a:cubicBezTo>
                  <a:lnTo>
                    <a:pt x="52991" y="408230"/>
                  </a:lnTo>
                  <a:close/>
                </a:path>
              </a:pathLst>
            </a:custGeom>
            <a:solidFill>
              <a:schemeClr val="bg1"/>
            </a:solidFill>
            <a:ln w="8423" cap="flat">
              <a:noFill/>
              <a:prstDash val="solid"/>
              <a:miter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C2B2CC69-EB68-C5D7-7356-29739C3EC7C6}"/>
                </a:ext>
              </a:extLst>
            </p:cNvPr>
            <p:cNvSpPr/>
            <p:nvPr/>
          </p:nvSpPr>
          <p:spPr>
            <a:xfrm>
              <a:off x="3593939" y="357052"/>
              <a:ext cx="356927" cy="495310"/>
            </a:xfrm>
            <a:custGeom>
              <a:avLst/>
              <a:gdLst>
                <a:gd name="csX0" fmla="*/ 303009 w 356927"/>
                <a:gd name="csY0" fmla="*/ 42949 h 495310"/>
                <a:gd name="csX1" fmla="*/ 303009 w 356927"/>
                <a:gd name="csY1" fmla="*/ 42949 h 495310"/>
                <a:gd name="csX2" fmla="*/ 287989 w 356927"/>
                <a:gd name="csY2" fmla="*/ 30124 h 495310"/>
                <a:gd name="csX3" fmla="*/ 287989 w 356927"/>
                <a:gd name="csY3" fmla="*/ 30124 h 495310"/>
                <a:gd name="csX4" fmla="*/ 178126 w 356927"/>
                <a:gd name="csY4" fmla="*/ 0 h 495310"/>
                <a:gd name="csX5" fmla="*/ 42949 w 356927"/>
                <a:gd name="csY5" fmla="*/ 55606 h 495310"/>
                <a:gd name="csX6" fmla="*/ 0 w 356927"/>
                <a:gd name="csY6" fmla="*/ 209347 h 495310"/>
                <a:gd name="csX7" fmla="*/ 0 w 356927"/>
                <a:gd name="csY7" fmla="*/ 287230 h 495310"/>
                <a:gd name="csX8" fmla="*/ 42612 w 356927"/>
                <a:gd name="csY8" fmla="*/ 440379 h 495310"/>
                <a:gd name="csX9" fmla="*/ 178126 w 356927"/>
                <a:gd name="csY9" fmla="*/ 495311 h 495310"/>
                <a:gd name="csX10" fmla="*/ 314316 w 356927"/>
                <a:gd name="csY10" fmla="*/ 438945 h 495310"/>
                <a:gd name="csX11" fmla="*/ 356928 w 356927"/>
                <a:gd name="csY11" fmla="*/ 287230 h 495310"/>
                <a:gd name="csX12" fmla="*/ 356928 w 356927"/>
                <a:gd name="csY12" fmla="*/ 209347 h 495310"/>
                <a:gd name="csX13" fmla="*/ 303093 w 356927"/>
                <a:gd name="csY13" fmla="*/ 42781 h 495310"/>
                <a:gd name="csX14" fmla="*/ 303009 w 356927"/>
                <a:gd name="csY14" fmla="*/ 42781 h 495310"/>
                <a:gd name="csX15" fmla="*/ 24302 w 356927"/>
                <a:gd name="csY15" fmla="*/ 287398 h 495310"/>
                <a:gd name="csX16" fmla="*/ 24302 w 356927"/>
                <a:gd name="csY16" fmla="*/ 209516 h 495310"/>
                <a:gd name="csX17" fmla="*/ 177958 w 356927"/>
                <a:gd name="csY17" fmla="*/ 22276 h 495310"/>
                <a:gd name="csX18" fmla="*/ 275416 w 356927"/>
                <a:gd name="csY18" fmla="*/ 51472 h 495310"/>
                <a:gd name="csX19" fmla="*/ 58728 w 356927"/>
                <a:gd name="csY19" fmla="*/ 421309 h 495310"/>
                <a:gd name="csX20" fmla="*/ 24302 w 356927"/>
                <a:gd name="csY20" fmla="*/ 287398 h 495310"/>
                <a:gd name="csX21" fmla="*/ 24302 w 356927"/>
                <a:gd name="csY21" fmla="*/ 287398 h 495310"/>
                <a:gd name="csX22" fmla="*/ 332457 w 356927"/>
                <a:gd name="csY22" fmla="*/ 287398 h 495310"/>
                <a:gd name="csX23" fmla="*/ 295415 w 356927"/>
                <a:gd name="csY23" fmla="*/ 423756 h 495310"/>
                <a:gd name="csX24" fmla="*/ 178042 w 356927"/>
                <a:gd name="csY24" fmla="*/ 473203 h 495310"/>
                <a:gd name="csX25" fmla="*/ 72314 w 356927"/>
                <a:gd name="csY25" fmla="*/ 436835 h 495310"/>
                <a:gd name="csX26" fmla="*/ 289930 w 356927"/>
                <a:gd name="csY26" fmla="*/ 65479 h 495310"/>
                <a:gd name="csX27" fmla="*/ 295583 w 356927"/>
                <a:gd name="csY27" fmla="*/ 72145 h 495310"/>
                <a:gd name="csX28" fmla="*/ 332626 w 356927"/>
                <a:gd name="csY28" fmla="*/ 209516 h 495310"/>
                <a:gd name="csX29" fmla="*/ 332626 w 356927"/>
                <a:gd name="csY29" fmla="*/ 287398 h 495310"/>
                <a:gd name="csX30" fmla="*/ 332542 w 356927"/>
                <a:gd name="csY30" fmla="*/ 287398 h 4953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</a:cxnLst>
              <a:rect l="l" t="t" r="r" b="b"/>
              <a:pathLst>
                <a:path w="356927" h="495310">
                  <a:moveTo>
                    <a:pt x="303009" y="42949"/>
                  </a:moveTo>
                  <a:lnTo>
                    <a:pt x="303009" y="42949"/>
                  </a:lnTo>
                  <a:lnTo>
                    <a:pt x="287989" y="30124"/>
                  </a:lnTo>
                  <a:lnTo>
                    <a:pt x="287989" y="30124"/>
                  </a:lnTo>
                  <a:cubicBezTo>
                    <a:pt x="259891" y="10041"/>
                    <a:pt x="223354" y="0"/>
                    <a:pt x="178126" y="0"/>
                  </a:cubicBezTo>
                  <a:cubicBezTo>
                    <a:pt x="116613" y="0"/>
                    <a:pt x="71554" y="18564"/>
                    <a:pt x="42949" y="55606"/>
                  </a:cubicBezTo>
                  <a:cubicBezTo>
                    <a:pt x="14260" y="92734"/>
                    <a:pt x="0" y="144037"/>
                    <a:pt x="0" y="209347"/>
                  </a:cubicBezTo>
                  <a:lnTo>
                    <a:pt x="0" y="287230"/>
                  </a:lnTo>
                  <a:cubicBezTo>
                    <a:pt x="0" y="352624"/>
                    <a:pt x="14176" y="403674"/>
                    <a:pt x="42612" y="440379"/>
                  </a:cubicBezTo>
                  <a:cubicBezTo>
                    <a:pt x="71048" y="477000"/>
                    <a:pt x="116191" y="495311"/>
                    <a:pt x="178126" y="495311"/>
                  </a:cubicBezTo>
                  <a:cubicBezTo>
                    <a:pt x="240061" y="495311"/>
                    <a:pt x="285964" y="476494"/>
                    <a:pt x="314316" y="438945"/>
                  </a:cubicBezTo>
                  <a:cubicBezTo>
                    <a:pt x="342752" y="401396"/>
                    <a:pt x="356928" y="350768"/>
                    <a:pt x="356928" y="287230"/>
                  </a:cubicBezTo>
                  <a:lnTo>
                    <a:pt x="356928" y="209347"/>
                  </a:lnTo>
                  <a:cubicBezTo>
                    <a:pt x="356928" y="132814"/>
                    <a:pt x="338870" y="77292"/>
                    <a:pt x="303093" y="42781"/>
                  </a:cubicBezTo>
                  <a:lnTo>
                    <a:pt x="303009" y="42781"/>
                  </a:lnTo>
                  <a:close/>
                  <a:moveTo>
                    <a:pt x="24302" y="287398"/>
                  </a:moveTo>
                  <a:lnTo>
                    <a:pt x="24302" y="209516"/>
                  </a:lnTo>
                  <a:cubicBezTo>
                    <a:pt x="24302" y="84718"/>
                    <a:pt x="75520" y="22276"/>
                    <a:pt x="177958" y="22276"/>
                  </a:cubicBezTo>
                  <a:cubicBezTo>
                    <a:pt x="218797" y="22276"/>
                    <a:pt x="251284" y="32064"/>
                    <a:pt x="275416" y="51472"/>
                  </a:cubicBezTo>
                  <a:lnTo>
                    <a:pt x="58728" y="421309"/>
                  </a:lnTo>
                  <a:cubicBezTo>
                    <a:pt x="35862" y="390426"/>
                    <a:pt x="24302" y="345958"/>
                    <a:pt x="24302" y="287398"/>
                  </a:cubicBezTo>
                  <a:lnTo>
                    <a:pt x="24302" y="287398"/>
                  </a:lnTo>
                  <a:close/>
                  <a:moveTo>
                    <a:pt x="332457" y="287398"/>
                  </a:moveTo>
                  <a:cubicBezTo>
                    <a:pt x="332457" y="345367"/>
                    <a:pt x="320138" y="390848"/>
                    <a:pt x="295415" y="423756"/>
                  </a:cubicBezTo>
                  <a:cubicBezTo>
                    <a:pt x="270691" y="456665"/>
                    <a:pt x="231623" y="473203"/>
                    <a:pt x="178042" y="473203"/>
                  </a:cubicBezTo>
                  <a:cubicBezTo>
                    <a:pt x="132730" y="473203"/>
                    <a:pt x="97459" y="461052"/>
                    <a:pt x="72314" y="436835"/>
                  </a:cubicBezTo>
                  <a:lnTo>
                    <a:pt x="289930" y="65479"/>
                  </a:lnTo>
                  <a:cubicBezTo>
                    <a:pt x="291786" y="67673"/>
                    <a:pt x="293811" y="69698"/>
                    <a:pt x="295583" y="72145"/>
                  </a:cubicBezTo>
                  <a:cubicBezTo>
                    <a:pt x="320307" y="105306"/>
                    <a:pt x="332626" y="151125"/>
                    <a:pt x="332626" y="209516"/>
                  </a:cubicBezTo>
                  <a:lnTo>
                    <a:pt x="332626" y="287398"/>
                  </a:lnTo>
                  <a:lnTo>
                    <a:pt x="332542" y="287398"/>
                  </a:lnTo>
                  <a:close/>
                </a:path>
              </a:pathLst>
            </a:custGeom>
            <a:solidFill>
              <a:schemeClr val="bg1"/>
            </a:solidFill>
            <a:ln w="8423" cap="flat">
              <a:noFill/>
              <a:prstDash val="solid"/>
              <a:miter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73A35C25-1199-DBEB-BC8A-CB9E9F4D610A}"/>
                </a:ext>
              </a:extLst>
            </p:cNvPr>
            <p:cNvSpPr/>
            <p:nvPr/>
          </p:nvSpPr>
          <p:spPr>
            <a:xfrm>
              <a:off x="1577678" y="369962"/>
              <a:ext cx="418947" cy="474553"/>
            </a:xfrm>
            <a:custGeom>
              <a:avLst/>
              <a:gdLst>
                <a:gd name="csX0" fmla="*/ 0 w 418947"/>
                <a:gd name="csY0" fmla="*/ 0 h 474553"/>
                <a:gd name="csX1" fmla="*/ 95687 w 418947"/>
                <a:gd name="csY1" fmla="*/ 0 h 474553"/>
                <a:gd name="csX2" fmla="*/ 95687 w 418947"/>
                <a:gd name="csY2" fmla="*/ 187070 h 474553"/>
                <a:gd name="csX3" fmla="*/ 323260 w 418947"/>
                <a:gd name="csY3" fmla="*/ 187070 h 474553"/>
                <a:gd name="csX4" fmla="*/ 323260 w 418947"/>
                <a:gd name="csY4" fmla="*/ 0 h 474553"/>
                <a:gd name="csX5" fmla="*/ 418947 w 418947"/>
                <a:gd name="csY5" fmla="*/ 0 h 474553"/>
                <a:gd name="csX6" fmla="*/ 418947 w 418947"/>
                <a:gd name="csY6" fmla="*/ 474553 h 474553"/>
                <a:gd name="csX7" fmla="*/ 323260 w 418947"/>
                <a:gd name="csY7" fmla="*/ 474553 h 474553"/>
                <a:gd name="csX8" fmla="*/ 323260 w 418947"/>
                <a:gd name="csY8" fmla="*/ 273222 h 474553"/>
                <a:gd name="csX9" fmla="*/ 95687 w 418947"/>
                <a:gd name="csY9" fmla="*/ 273222 h 474553"/>
                <a:gd name="csX10" fmla="*/ 95687 w 418947"/>
                <a:gd name="csY10" fmla="*/ 474553 h 474553"/>
                <a:gd name="csX11" fmla="*/ 0 w 418947"/>
                <a:gd name="csY11" fmla="*/ 474553 h 474553"/>
                <a:gd name="csX12" fmla="*/ 0 w 418947"/>
                <a:gd name="csY12" fmla="*/ 0 h 474553"/>
                <a:gd name="csX13" fmla="*/ 0 w 418947"/>
                <a:gd name="csY13" fmla="*/ 0 h 474553"/>
                <a:gd name="csX14" fmla="*/ 0 w 418947"/>
                <a:gd name="csY14" fmla="*/ 0 h 4745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418947" h="474553">
                  <a:moveTo>
                    <a:pt x="0" y="0"/>
                  </a:moveTo>
                  <a:lnTo>
                    <a:pt x="95687" y="0"/>
                  </a:lnTo>
                  <a:lnTo>
                    <a:pt x="95687" y="187070"/>
                  </a:lnTo>
                  <a:lnTo>
                    <a:pt x="323260" y="187070"/>
                  </a:lnTo>
                  <a:lnTo>
                    <a:pt x="323260" y="0"/>
                  </a:lnTo>
                  <a:lnTo>
                    <a:pt x="418947" y="0"/>
                  </a:lnTo>
                  <a:lnTo>
                    <a:pt x="418947" y="474553"/>
                  </a:lnTo>
                  <a:lnTo>
                    <a:pt x="323260" y="474553"/>
                  </a:lnTo>
                  <a:lnTo>
                    <a:pt x="323260" y="273222"/>
                  </a:lnTo>
                  <a:lnTo>
                    <a:pt x="95687" y="273222"/>
                  </a:lnTo>
                  <a:lnTo>
                    <a:pt x="95687" y="474553"/>
                  </a:lnTo>
                  <a:lnTo>
                    <a:pt x="0" y="474553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 w="8423" cap="flat">
              <a:noFill/>
              <a:prstDash val="solid"/>
              <a:miter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14570BEC-7620-7C5A-1057-BAE034B8FB66}"/>
                </a:ext>
              </a:extLst>
            </p:cNvPr>
            <p:cNvSpPr/>
            <p:nvPr/>
          </p:nvSpPr>
          <p:spPr>
            <a:xfrm>
              <a:off x="2058138" y="369962"/>
              <a:ext cx="460546" cy="474553"/>
            </a:xfrm>
            <a:custGeom>
              <a:avLst/>
              <a:gdLst>
                <a:gd name="csX0" fmla="*/ 180405 w 460546"/>
                <a:gd name="csY0" fmla="*/ 311109 h 474553"/>
                <a:gd name="csX1" fmla="*/ 0 w 460546"/>
                <a:gd name="csY1" fmla="*/ 0 h 474553"/>
                <a:gd name="csX2" fmla="*/ 109357 w 460546"/>
                <a:gd name="csY2" fmla="*/ 0 h 474553"/>
                <a:gd name="csX3" fmla="*/ 220738 w 460546"/>
                <a:gd name="csY3" fmla="*/ 201331 h 474553"/>
                <a:gd name="csX4" fmla="*/ 238543 w 460546"/>
                <a:gd name="csY4" fmla="*/ 201331 h 474553"/>
                <a:gd name="csX5" fmla="*/ 350515 w 460546"/>
                <a:gd name="csY5" fmla="*/ 0 h 474553"/>
                <a:gd name="csX6" fmla="*/ 460546 w 460546"/>
                <a:gd name="csY6" fmla="*/ 0 h 474553"/>
                <a:gd name="csX7" fmla="*/ 276007 w 460546"/>
                <a:gd name="csY7" fmla="*/ 310434 h 474553"/>
                <a:gd name="csX8" fmla="*/ 276007 w 460546"/>
                <a:gd name="csY8" fmla="*/ 474553 h 474553"/>
                <a:gd name="csX9" fmla="*/ 180320 w 460546"/>
                <a:gd name="csY9" fmla="*/ 474553 h 474553"/>
                <a:gd name="csX10" fmla="*/ 180320 w 460546"/>
                <a:gd name="csY10" fmla="*/ 311193 h 474553"/>
                <a:gd name="csX11" fmla="*/ 180405 w 460546"/>
                <a:gd name="csY11" fmla="*/ 311109 h 474553"/>
                <a:gd name="csX12" fmla="*/ 180405 w 460546"/>
                <a:gd name="csY12" fmla="*/ 311109 h 4745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460546" h="474553">
                  <a:moveTo>
                    <a:pt x="180405" y="311109"/>
                  </a:moveTo>
                  <a:lnTo>
                    <a:pt x="0" y="0"/>
                  </a:lnTo>
                  <a:lnTo>
                    <a:pt x="109357" y="0"/>
                  </a:lnTo>
                  <a:lnTo>
                    <a:pt x="220738" y="201331"/>
                  </a:lnTo>
                  <a:lnTo>
                    <a:pt x="238543" y="201331"/>
                  </a:lnTo>
                  <a:lnTo>
                    <a:pt x="350515" y="0"/>
                  </a:lnTo>
                  <a:lnTo>
                    <a:pt x="460546" y="0"/>
                  </a:lnTo>
                  <a:lnTo>
                    <a:pt x="276007" y="310434"/>
                  </a:lnTo>
                  <a:lnTo>
                    <a:pt x="276007" y="474553"/>
                  </a:lnTo>
                  <a:lnTo>
                    <a:pt x="180320" y="474553"/>
                  </a:lnTo>
                  <a:lnTo>
                    <a:pt x="180320" y="311193"/>
                  </a:lnTo>
                  <a:lnTo>
                    <a:pt x="180405" y="311109"/>
                  </a:lnTo>
                  <a:lnTo>
                    <a:pt x="180405" y="311109"/>
                  </a:lnTo>
                  <a:close/>
                </a:path>
              </a:pathLst>
            </a:custGeom>
            <a:solidFill>
              <a:schemeClr val="accent2"/>
            </a:solidFill>
            <a:ln w="8423" cap="flat">
              <a:noFill/>
              <a:prstDash val="solid"/>
              <a:miter/>
            </a:ln>
          </p:spPr>
          <p:txBody>
            <a:bodyPr/>
            <a:lstStyle/>
            <a:p>
              <a:endParaRPr lang="pt-BR" dirty="0"/>
            </a:p>
          </p:txBody>
        </p:sp>
      </p:grpSp>
      <p:grpSp>
        <p:nvGrpSpPr>
          <p:cNvPr id="73" name="Graphic 7">
            <a:extLst>
              <a:ext uri="{FF2B5EF4-FFF2-40B4-BE49-F238E27FC236}">
                <a16:creationId xmlns:a16="http://schemas.microsoft.com/office/drawing/2014/main" id="{B7E6BEF8-EC87-68AF-9656-11E4B349A927}"/>
              </a:ext>
            </a:extLst>
          </p:cNvPr>
          <p:cNvGrpSpPr/>
          <p:nvPr/>
        </p:nvGrpSpPr>
        <p:grpSpPr>
          <a:xfrm>
            <a:off x="449179" y="1577269"/>
            <a:ext cx="1016357" cy="470418"/>
            <a:chOff x="449179" y="370046"/>
            <a:chExt cx="1016357" cy="470418"/>
          </a:xfrm>
          <a:solidFill>
            <a:schemeClr val="bg1"/>
          </a:solidFill>
        </p:grpSpPr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9B89FCD3-27B3-85FF-33E0-C0CE94D6DCC8}"/>
                </a:ext>
              </a:extLst>
            </p:cNvPr>
            <p:cNvSpPr/>
            <p:nvPr/>
          </p:nvSpPr>
          <p:spPr>
            <a:xfrm>
              <a:off x="454832" y="371987"/>
              <a:ext cx="103365" cy="130367"/>
            </a:xfrm>
            <a:custGeom>
              <a:avLst/>
              <a:gdLst>
                <a:gd name="csX0" fmla="*/ 0 w 103365"/>
                <a:gd name="csY0" fmla="*/ 0 h 130367"/>
                <a:gd name="csX1" fmla="*/ 57378 w 103365"/>
                <a:gd name="csY1" fmla="*/ 0 h 130367"/>
                <a:gd name="csX2" fmla="*/ 87165 w 103365"/>
                <a:gd name="csY2" fmla="*/ 9197 h 130367"/>
                <a:gd name="csX3" fmla="*/ 97965 w 103365"/>
                <a:gd name="csY3" fmla="*/ 35186 h 130367"/>
                <a:gd name="csX4" fmla="*/ 80667 w 103365"/>
                <a:gd name="csY4" fmla="*/ 63116 h 130367"/>
                <a:gd name="csX5" fmla="*/ 80667 w 103365"/>
                <a:gd name="csY5" fmla="*/ 63707 h 130367"/>
                <a:gd name="csX6" fmla="*/ 97628 w 103365"/>
                <a:gd name="csY6" fmla="*/ 73748 h 130367"/>
                <a:gd name="csX7" fmla="*/ 103366 w 103365"/>
                <a:gd name="csY7" fmla="*/ 92902 h 130367"/>
                <a:gd name="csX8" fmla="*/ 92396 w 103365"/>
                <a:gd name="csY8" fmla="*/ 120579 h 130367"/>
                <a:gd name="csX9" fmla="*/ 61260 w 103365"/>
                <a:gd name="csY9" fmla="*/ 130367 h 130367"/>
                <a:gd name="csX10" fmla="*/ 0 w 103365"/>
                <a:gd name="csY10" fmla="*/ 130367 h 130367"/>
                <a:gd name="csX11" fmla="*/ 0 w 103365"/>
                <a:gd name="csY11" fmla="*/ 0 h 130367"/>
                <a:gd name="csX12" fmla="*/ 60163 w 103365"/>
                <a:gd name="csY12" fmla="*/ 56281 h 130367"/>
                <a:gd name="csX13" fmla="*/ 75183 w 103365"/>
                <a:gd name="csY13" fmla="*/ 50966 h 130367"/>
                <a:gd name="csX14" fmla="*/ 80836 w 103365"/>
                <a:gd name="csY14" fmla="*/ 35608 h 130367"/>
                <a:gd name="csX15" fmla="*/ 74676 w 103365"/>
                <a:gd name="csY15" fmla="*/ 21011 h 130367"/>
                <a:gd name="csX16" fmla="*/ 57378 w 103365"/>
                <a:gd name="csY16" fmla="*/ 15863 h 130367"/>
                <a:gd name="csX17" fmla="*/ 16792 w 103365"/>
                <a:gd name="csY17" fmla="*/ 15863 h 130367"/>
                <a:gd name="csX18" fmla="*/ 16792 w 103365"/>
                <a:gd name="csY18" fmla="*/ 56281 h 130367"/>
                <a:gd name="csX19" fmla="*/ 60163 w 103365"/>
                <a:gd name="csY19" fmla="*/ 56281 h 130367"/>
                <a:gd name="csX20" fmla="*/ 61260 w 103365"/>
                <a:gd name="csY20" fmla="*/ 114588 h 130367"/>
                <a:gd name="csX21" fmla="*/ 79739 w 103365"/>
                <a:gd name="csY21" fmla="*/ 109103 h 130367"/>
                <a:gd name="csX22" fmla="*/ 86236 w 103365"/>
                <a:gd name="csY22" fmla="*/ 92987 h 130367"/>
                <a:gd name="csX23" fmla="*/ 79655 w 103365"/>
                <a:gd name="csY23" fmla="*/ 77461 h 130367"/>
                <a:gd name="csX24" fmla="*/ 60163 w 103365"/>
                <a:gd name="csY24" fmla="*/ 72145 h 130367"/>
                <a:gd name="csX25" fmla="*/ 16792 w 103365"/>
                <a:gd name="csY25" fmla="*/ 72145 h 130367"/>
                <a:gd name="csX26" fmla="*/ 16792 w 103365"/>
                <a:gd name="csY26" fmla="*/ 114588 h 130367"/>
                <a:gd name="csX27" fmla="*/ 61344 w 103365"/>
                <a:gd name="csY27" fmla="*/ 114588 h 1303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</a:cxnLst>
              <a:rect l="l" t="t" r="r" b="b"/>
              <a:pathLst>
                <a:path w="103365" h="130367">
                  <a:moveTo>
                    <a:pt x="0" y="0"/>
                  </a:moveTo>
                  <a:lnTo>
                    <a:pt x="57378" y="0"/>
                  </a:lnTo>
                  <a:cubicBezTo>
                    <a:pt x="70035" y="0"/>
                    <a:pt x="79992" y="3038"/>
                    <a:pt x="87165" y="9197"/>
                  </a:cubicBezTo>
                  <a:cubicBezTo>
                    <a:pt x="94337" y="15357"/>
                    <a:pt x="97965" y="23964"/>
                    <a:pt x="97965" y="35186"/>
                  </a:cubicBezTo>
                  <a:cubicBezTo>
                    <a:pt x="97965" y="49362"/>
                    <a:pt x="92227" y="58644"/>
                    <a:pt x="80667" y="63116"/>
                  </a:cubicBezTo>
                  <a:lnTo>
                    <a:pt x="80667" y="63707"/>
                  </a:lnTo>
                  <a:cubicBezTo>
                    <a:pt x="88093" y="65479"/>
                    <a:pt x="93746" y="68770"/>
                    <a:pt x="97628" y="73748"/>
                  </a:cubicBezTo>
                  <a:cubicBezTo>
                    <a:pt x="101509" y="78727"/>
                    <a:pt x="103366" y="85139"/>
                    <a:pt x="103366" y="92902"/>
                  </a:cubicBezTo>
                  <a:cubicBezTo>
                    <a:pt x="103366" y="104800"/>
                    <a:pt x="99737" y="114082"/>
                    <a:pt x="92396" y="120579"/>
                  </a:cubicBezTo>
                  <a:cubicBezTo>
                    <a:pt x="85055" y="127076"/>
                    <a:pt x="74676" y="130367"/>
                    <a:pt x="61260" y="130367"/>
                  </a:cubicBezTo>
                  <a:lnTo>
                    <a:pt x="0" y="130367"/>
                  </a:lnTo>
                  <a:lnTo>
                    <a:pt x="0" y="0"/>
                  </a:lnTo>
                  <a:close/>
                  <a:moveTo>
                    <a:pt x="60163" y="56281"/>
                  </a:moveTo>
                  <a:cubicBezTo>
                    <a:pt x="66407" y="56281"/>
                    <a:pt x="71386" y="54509"/>
                    <a:pt x="75183" y="50966"/>
                  </a:cubicBezTo>
                  <a:cubicBezTo>
                    <a:pt x="78980" y="47422"/>
                    <a:pt x="80836" y="42274"/>
                    <a:pt x="80836" y="35608"/>
                  </a:cubicBezTo>
                  <a:cubicBezTo>
                    <a:pt x="80836" y="29280"/>
                    <a:pt x="78811" y="24386"/>
                    <a:pt x="74676" y="21011"/>
                  </a:cubicBezTo>
                  <a:cubicBezTo>
                    <a:pt x="70542" y="17635"/>
                    <a:pt x="64804" y="15863"/>
                    <a:pt x="57378" y="15863"/>
                  </a:cubicBezTo>
                  <a:lnTo>
                    <a:pt x="16792" y="15863"/>
                  </a:lnTo>
                  <a:lnTo>
                    <a:pt x="16792" y="56281"/>
                  </a:lnTo>
                  <a:lnTo>
                    <a:pt x="60163" y="56281"/>
                  </a:lnTo>
                  <a:close/>
                  <a:moveTo>
                    <a:pt x="61260" y="114588"/>
                  </a:moveTo>
                  <a:cubicBezTo>
                    <a:pt x="69192" y="114588"/>
                    <a:pt x="75351" y="112732"/>
                    <a:pt x="79739" y="109103"/>
                  </a:cubicBezTo>
                  <a:cubicBezTo>
                    <a:pt x="84127" y="105475"/>
                    <a:pt x="86236" y="100075"/>
                    <a:pt x="86236" y="92987"/>
                  </a:cubicBezTo>
                  <a:cubicBezTo>
                    <a:pt x="86236" y="85899"/>
                    <a:pt x="84043" y="81005"/>
                    <a:pt x="79655" y="77461"/>
                  </a:cubicBezTo>
                  <a:cubicBezTo>
                    <a:pt x="75267" y="73917"/>
                    <a:pt x="68770" y="72145"/>
                    <a:pt x="60163" y="72145"/>
                  </a:cubicBezTo>
                  <a:lnTo>
                    <a:pt x="16792" y="72145"/>
                  </a:lnTo>
                  <a:lnTo>
                    <a:pt x="16792" y="114588"/>
                  </a:lnTo>
                  <a:lnTo>
                    <a:pt x="61344" y="114588"/>
                  </a:lnTo>
                  <a:close/>
                </a:path>
              </a:pathLst>
            </a:custGeom>
            <a:solidFill>
              <a:schemeClr val="bg1"/>
            </a:solidFill>
            <a:ln w="8423" cap="flat">
              <a:noFill/>
              <a:prstDash val="solid"/>
              <a:miter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70C5BAC9-9E6E-FAB8-E136-DF8910082F18}"/>
                </a:ext>
              </a:extLst>
            </p:cNvPr>
            <p:cNvSpPr/>
            <p:nvPr/>
          </p:nvSpPr>
          <p:spPr>
            <a:xfrm>
              <a:off x="582415" y="371987"/>
              <a:ext cx="98893" cy="130367"/>
            </a:xfrm>
            <a:custGeom>
              <a:avLst/>
              <a:gdLst>
                <a:gd name="csX0" fmla="*/ 0 w 98893"/>
                <a:gd name="csY0" fmla="*/ 0 h 130367"/>
                <a:gd name="csX1" fmla="*/ 50291 w 98893"/>
                <a:gd name="csY1" fmla="*/ 0 h 130367"/>
                <a:gd name="csX2" fmla="*/ 82861 w 98893"/>
                <a:gd name="csY2" fmla="*/ 10969 h 130367"/>
                <a:gd name="csX3" fmla="*/ 95181 w 98893"/>
                <a:gd name="csY3" fmla="*/ 40924 h 130367"/>
                <a:gd name="csX4" fmla="*/ 85308 w 98893"/>
                <a:gd name="csY4" fmla="*/ 68685 h 130367"/>
                <a:gd name="csX5" fmla="*/ 58307 w 98893"/>
                <a:gd name="csY5" fmla="*/ 81342 h 130367"/>
                <a:gd name="csX6" fmla="*/ 98893 w 98893"/>
                <a:gd name="csY6" fmla="*/ 130367 h 130367"/>
                <a:gd name="csX7" fmla="*/ 77123 w 98893"/>
                <a:gd name="csY7" fmla="*/ 130367 h 130367"/>
                <a:gd name="csX8" fmla="*/ 37634 w 98893"/>
                <a:gd name="csY8" fmla="*/ 81933 h 130367"/>
                <a:gd name="csX9" fmla="*/ 16792 w 98893"/>
                <a:gd name="csY9" fmla="*/ 81933 h 130367"/>
                <a:gd name="csX10" fmla="*/ 16792 w 98893"/>
                <a:gd name="csY10" fmla="*/ 130367 h 130367"/>
                <a:gd name="csX11" fmla="*/ 0 w 98893"/>
                <a:gd name="csY11" fmla="*/ 130367 h 130367"/>
                <a:gd name="csX12" fmla="*/ 0 w 98893"/>
                <a:gd name="csY12" fmla="*/ 0 h 130367"/>
                <a:gd name="csX13" fmla="*/ 48772 w 98893"/>
                <a:gd name="csY13" fmla="*/ 66154 h 130367"/>
                <a:gd name="csX14" fmla="*/ 70035 w 98893"/>
                <a:gd name="csY14" fmla="*/ 59657 h 130367"/>
                <a:gd name="csX15" fmla="*/ 77883 w 98893"/>
                <a:gd name="csY15" fmla="*/ 41009 h 130367"/>
                <a:gd name="csX16" fmla="*/ 70035 w 98893"/>
                <a:gd name="csY16" fmla="*/ 22361 h 130367"/>
                <a:gd name="csX17" fmla="*/ 48772 w 98893"/>
                <a:gd name="csY17" fmla="*/ 15863 h 130367"/>
                <a:gd name="csX18" fmla="*/ 16707 w 98893"/>
                <a:gd name="csY18" fmla="*/ 15863 h 130367"/>
                <a:gd name="csX19" fmla="*/ 16707 w 98893"/>
                <a:gd name="csY19" fmla="*/ 66154 h 130367"/>
                <a:gd name="csX20" fmla="*/ 48772 w 98893"/>
                <a:gd name="csY20" fmla="*/ 66154 h 1303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</a:cxnLst>
              <a:rect l="l" t="t" r="r" b="b"/>
              <a:pathLst>
                <a:path w="98893" h="130367">
                  <a:moveTo>
                    <a:pt x="0" y="0"/>
                  </a:moveTo>
                  <a:lnTo>
                    <a:pt x="50291" y="0"/>
                  </a:lnTo>
                  <a:cubicBezTo>
                    <a:pt x="63791" y="0"/>
                    <a:pt x="74676" y="3628"/>
                    <a:pt x="82861" y="10969"/>
                  </a:cubicBezTo>
                  <a:cubicBezTo>
                    <a:pt x="91046" y="18310"/>
                    <a:pt x="95181" y="28267"/>
                    <a:pt x="95181" y="40924"/>
                  </a:cubicBezTo>
                  <a:cubicBezTo>
                    <a:pt x="95181" y="52316"/>
                    <a:pt x="91890" y="61597"/>
                    <a:pt x="85308" y="68685"/>
                  </a:cubicBezTo>
                  <a:cubicBezTo>
                    <a:pt x="78727" y="75773"/>
                    <a:pt x="69698" y="79992"/>
                    <a:pt x="58307" y="81342"/>
                  </a:cubicBezTo>
                  <a:lnTo>
                    <a:pt x="98893" y="130367"/>
                  </a:lnTo>
                  <a:lnTo>
                    <a:pt x="77123" y="130367"/>
                  </a:lnTo>
                  <a:lnTo>
                    <a:pt x="37634" y="81933"/>
                  </a:lnTo>
                  <a:lnTo>
                    <a:pt x="16792" y="81933"/>
                  </a:lnTo>
                  <a:lnTo>
                    <a:pt x="16792" y="130367"/>
                  </a:lnTo>
                  <a:lnTo>
                    <a:pt x="0" y="130367"/>
                  </a:lnTo>
                  <a:lnTo>
                    <a:pt x="0" y="0"/>
                  </a:lnTo>
                  <a:close/>
                  <a:moveTo>
                    <a:pt x="48772" y="66154"/>
                  </a:moveTo>
                  <a:cubicBezTo>
                    <a:pt x="57716" y="66154"/>
                    <a:pt x="64804" y="63960"/>
                    <a:pt x="70035" y="59657"/>
                  </a:cubicBezTo>
                  <a:cubicBezTo>
                    <a:pt x="75267" y="55269"/>
                    <a:pt x="77883" y="49109"/>
                    <a:pt x="77883" y="41009"/>
                  </a:cubicBezTo>
                  <a:cubicBezTo>
                    <a:pt x="77883" y="32908"/>
                    <a:pt x="75267" y="26748"/>
                    <a:pt x="70035" y="22361"/>
                  </a:cubicBezTo>
                  <a:cubicBezTo>
                    <a:pt x="64804" y="17973"/>
                    <a:pt x="57716" y="15863"/>
                    <a:pt x="48772" y="15863"/>
                  </a:cubicBezTo>
                  <a:lnTo>
                    <a:pt x="16707" y="15863"/>
                  </a:lnTo>
                  <a:lnTo>
                    <a:pt x="16707" y="66154"/>
                  </a:lnTo>
                  <a:lnTo>
                    <a:pt x="48772" y="66154"/>
                  </a:lnTo>
                  <a:close/>
                </a:path>
              </a:pathLst>
            </a:custGeom>
            <a:solidFill>
              <a:schemeClr val="bg1"/>
            </a:solidFill>
            <a:ln w="8423" cap="flat">
              <a:noFill/>
              <a:prstDash val="solid"/>
              <a:miter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46A18D63-A86A-6662-788B-54EF13C3E43E}"/>
                </a:ext>
              </a:extLst>
            </p:cNvPr>
            <p:cNvSpPr/>
            <p:nvPr/>
          </p:nvSpPr>
          <p:spPr>
            <a:xfrm>
              <a:off x="693290" y="371987"/>
              <a:ext cx="123954" cy="130367"/>
            </a:xfrm>
            <a:custGeom>
              <a:avLst/>
              <a:gdLst>
                <a:gd name="csX0" fmla="*/ 48350 w 123954"/>
                <a:gd name="csY0" fmla="*/ 0 h 130367"/>
                <a:gd name="csX1" fmla="*/ 76111 w 123954"/>
                <a:gd name="csY1" fmla="*/ 0 h 130367"/>
                <a:gd name="csX2" fmla="*/ 123954 w 123954"/>
                <a:gd name="csY2" fmla="*/ 130367 h 130367"/>
                <a:gd name="csX3" fmla="*/ 106066 w 123954"/>
                <a:gd name="csY3" fmla="*/ 130367 h 130367"/>
                <a:gd name="csX4" fmla="*/ 96362 w 123954"/>
                <a:gd name="csY4" fmla="*/ 103534 h 130367"/>
                <a:gd name="csX5" fmla="*/ 27424 w 123954"/>
                <a:gd name="csY5" fmla="*/ 103534 h 130367"/>
                <a:gd name="csX6" fmla="*/ 17889 w 123954"/>
                <a:gd name="csY6" fmla="*/ 130367 h 130367"/>
                <a:gd name="csX7" fmla="*/ 0 w 123954"/>
                <a:gd name="csY7" fmla="*/ 130367 h 130367"/>
                <a:gd name="csX8" fmla="*/ 48265 w 123954"/>
                <a:gd name="csY8" fmla="*/ 0 h 130367"/>
                <a:gd name="csX9" fmla="*/ 90877 w 123954"/>
                <a:gd name="csY9" fmla="*/ 87755 h 130367"/>
                <a:gd name="csX10" fmla="*/ 64466 w 123954"/>
                <a:gd name="csY10" fmla="*/ 14007 h 130367"/>
                <a:gd name="csX11" fmla="*/ 59657 w 123954"/>
                <a:gd name="csY11" fmla="*/ 14007 h 130367"/>
                <a:gd name="csX12" fmla="*/ 33415 w 123954"/>
                <a:gd name="csY12" fmla="*/ 87755 h 130367"/>
                <a:gd name="csX13" fmla="*/ 90962 w 123954"/>
                <a:gd name="csY13" fmla="*/ 87755 h 1303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123954" h="130367">
                  <a:moveTo>
                    <a:pt x="48350" y="0"/>
                  </a:moveTo>
                  <a:lnTo>
                    <a:pt x="76111" y="0"/>
                  </a:lnTo>
                  <a:lnTo>
                    <a:pt x="123954" y="130367"/>
                  </a:lnTo>
                  <a:lnTo>
                    <a:pt x="106066" y="130367"/>
                  </a:lnTo>
                  <a:lnTo>
                    <a:pt x="96362" y="103534"/>
                  </a:lnTo>
                  <a:lnTo>
                    <a:pt x="27424" y="103534"/>
                  </a:lnTo>
                  <a:lnTo>
                    <a:pt x="17889" y="130367"/>
                  </a:lnTo>
                  <a:lnTo>
                    <a:pt x="0" y="130367"/>
                  </a:lnTo>
                  <a:lnTo>
                    <a:pt x="48265" y="0"/>
                  </a:lnTo>
                  <a:close/>
                  <a:moveTo>
                    <a:pt x="90877" y="87755"/>
                  </a:moveTo>
                  <a:lnTo>
                    <a:pt x="64466" y="14007"/>
                  </a:lnTo>
                  <a:lnTo>
                    <a:pt x="59657" y="14007"/>
                  </a:lnTo>
                  <a:lnTo>
                    <a:pt x="33415" y="87755"/>
                  </a:lnTo>
                  <a:lnTo>
                    <a:pt x="90962" y="87755"/>
                  </a:lnTo>
                  <a:close/>
                </a:path>
              </a:pathLst>
            </a:custGeom>
            <a:solidFill>
              <a:schemeClr val="bg1"/>
            </a:solidFill>
            <a:ln w="8423" cap="flat">
              <a:noFill/>
              <a:prstDash val="solid"/>
              <a:miter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1F95B5CD-1F7C-25DB-4CD2-DE279D7B787E}"/>
                </a:ext>
              </a:extLst>
            </p:cNvPr>
            <p:cNvSpPr/>
            <p:nvPr/>
          </p:nvSpPr>
          <p:spPr>
            <a:xfrm>
              <a:off x="834964" y="371987"/>
              <a:ext cx="110115" cy="130282"/>
            </a:xfrm>
            <a:custGeom>
              <a:avLst/>
              <a:gdLst>
                <a:gd name="csX0" fmla="*/ 0 w 110115"/>
                <a:gd name="csY0" fmla="*/ 0 h 130282"/>
                <a:gd name="csX1" fmla="*/ 50122 w 110115"/>
                <a:gd name="csY1" fmla="*/ 0 h 130282"/>
                <a:gd name="csX2" fmla="*/ 82102 w 110115"/>
                <a:gd name="csY2" fmla="*/ 7257 h 130282"/>
                <a:gd name="csX3" fmla="*/ 102859 w 110115"/>
                <a:gd name="csY3" fmla="*/ 27930 h 130282"/>
                <a:gd name="csX4" fmla="*/ 110116 w 110115"/>
                <a:gd name="csY4" fmla="*/ 59572 h 130282"/>
                <a:gd name="csX5" fmla="*/ 110116 w 110115"/>
                <a:gd name="csY5" fmla="*/ 70710 h 130282"/>
                <a:gd name="csX6" fmla="*/ 102859 w 110115"/>
                <a:gd name="csY6" fmla="*/ 102353 h 130282"/>
                <a:gd name="csX7" fmla="*/ 82102 w 110115"/>
                <a:gd name="csY7" fmla="*/ 123026 h 130282"/>
                <a:gd name="csX8" fmla="*/ 50122 w 110115"/>
                <a:gd name="csY8" fmla="*/ 130283 h 130282"/>
                <a:gd name="csX9" fmla="*/ 0 w 110115"/>
                <a:gd name="csY9" fmla="*/ 130283 h 130282"/>
                <a:gd name="csX10" fmla="*/ 0 w 110115"/>
                <a:gd name="csY10" fmla="*/ 0 h 130282"/>
                <a:gd name="csX11" fmla="*/ 48265 w 110115"/>
                <a:gd name="csY11" fmla="*/ 114588 h 130282"/>
                <a:gd name="csX12" fmla="*/ 80836 w 110115"/>
                <a:gd name="csY12" fmla="*/ 102944 h 130282"/>
                <a:gd name="csX13" fmla="*/ 92396 w 110115"/>
                <a:gd name="csY13" fmla="*/ 70795 h 130282"/>
                <a:gd name="csX14" fmla="*/ 92396 w 110115"/>
                <a:gd name="csY14" fmla="*/ 59657 h 130282"/>
                <a:gd name="csX15" fmla="*/ 80836 w 110115"/>
                <a:gd name="csY15" fmla="*/ 27508 h 130282"/>
                <a:gd name="csX16" fmla="*/ 48265 w 110115"/>
                <a:gd name="csY16" fmla="*/ 15863 h 130282"/>
                <a:gd name="csX17" fmla="*/ 16792 w 110115"/>
                <a:gd name="csY17" fmla="*/ 15863 h 130282"/>
                <a:gd name="csX18" fmla="*/ 16792 w 110115"/>
                <a:gd name="csY18" fmla="*/ 114588 h 130282"/>
                <a:gd name="csX19" fmla="*/ 48265 w 110115"/>
                <a:gd name="csY19" fmla="*/ 114588 h 1302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</a:cxnLst>
              <a:rect l="l" t="t" r="r" b="b"/>
              <a:pathLst>
                <a:path w="110115" h="130282">
                  <a:moveTo>
                    <a:pt x="0" y="0"/>
                  </a:moveTo>
                  <a:lnTo>
                    <a:pt x="50122" y="0"/>
                  </a:lnTo>
                  <a:cubicBezTo>
                    <a:pt x="62441" y="0"/>
                    <a:pt x="73073" y="2447"/>
                    <a:pt x="82102" y="7257"/>
                  </a:cubicBezTo>
                  <a:cubicBezTo>
                    <a:pt x="91130" y="12066"/>
                    <a:pt x="98050" y="18985"/>
                    <a:pt x="102859" y="27930"/>
                  </a:cubicBezTo>
                  <a:cubicBezTo>
                    <a:pt x="107669" y="36874"/>
                    <a:pt x="110116" y="47422"/>
                    <a:pt x="110116" y="59572"/>
                  </a:cubicBezTo>
                  <a:lnTo>
                    <a:pt x="110116" y="70710"/>
                  </a:lnTo>
                  <a:cubicBezTo>
                    <a:pt x="110116" y="82861"/>
                    <a:pt x="107669" y="93409"/>
                    <a:pt x="102859" y="102353"/>
                  </a:cubicBezTo>
                  <a:cubicBezTo>
                    <a:pt x="98050" y="111297"/>
                    <a:pt x="91130" y="118216"/>
                    <a:pt x="82102" y="123026"/>
                  </a:cubicBezTo>
                  <a:cubicBezTo>
                    <a:pt x="73073" y="127836"/>
                    <a:pt x="62441" y="130283"/>
                    <a:pt x="50122" y="130283"/>
                  </a:cubicBezTo>
                  <a:lnTo>
                    <a:pt x="0" y="130283"/>
                  </a:lnTo>
                  <a:lnTo>
                    <a:pt x="0" y="0"/>
                  </a:lnTo>
                  <a:close/>
                  <a:moveTo>
                    <a:pt x="48265" y="114588"/>
                  </a:moveTo>
                  <a:cubicBezTo>
                    <a:pt x="62272" y="114588"/>
                    <a:pt x="73158" y="110707"/>
                    <a:pt x="80836" y="102944"/>
                  </a:cubicBezTo>
                  <a:cubicBezTo>
                    <a:pt x="88515" y="95181"/>
                    <a:pt x="92396" y="84464"/>
                    <a:pt x="92396" y="70795"/>
                  </a:cubicBezTo>
                  <a:lnTo>
                    <a:pt x="92396" y="59657"/>
                  </a:lnTo>
                  <a:cubicBezTo>
                    <a:pt x="92396" y="45987"/>
                    <a:pt x="88515" y="35271"/>
                    <a:pt x="80836" y="27508"/>
                  </a:cubicBezTo>
                  <a:cubicBezTo>
                    <a:pt x="73158" y="19745"/>
                    <a:pt x="62272" y="15863"/>
                    <a:pt x="48265" y="15863"/>
                  </a:cubicBezTo>
                  <a:lnTo>
                    <a:pt x="16792" y="15863"/>
                  </a:lnTo>
                  <a:lnTo>
                    <a:pt x="16792" y="114588"/>
                  </a:lnTo>
                  <a:lnTo>
                    <a:pt x="48265" y="114588"/>
                  </a:lnTo>
                  <a:close/>
                </a:path>
              </a:pathLst>
            </a:custGeom>
            <a:solidFill>
              <a:schemeClr val="bg1"/>
            </a:solidFill>
            <a:ln w="8423" cap="flat">
              <a:noFill/>
              <a:prstDash val="solid"/>
              <a:miter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B11DC868-E388-CDEA-6F9C-13E462CC26AE}"/>
                </a:ext>
              </a:extLst>
            </p:cNvPr>
            <p:cNvSpPr/>
            <p:nvPr/>
          </p:nvSpPr>
          <p:spPr>
            <a:xfrm>
              <a:off x="971069" y="371987"/>
              <a:ext cx="90371" cy="130451"/>
            </a:xfrm>
            <a:custGeom>
              <a:avLst/>
              <a:gdLst>
                <a:gd name="csX0" fmla="*/ 84 w 90371"/>
                <a:gd name="csY0" fmla="*/ 0 h 130451"/>
                <a:gd name="csX1" fmla="*/ 88515 w 90371"/>
                <a:gd name="csY1" fmla="*/ 0 h 130451"/>
                <a:gd name="csX2" fmla="*/ 88515 w 90371"/>
                <a:gd name="csY2" fmla="*/ 15863 h 130451"/>
                <a:gd name="csX3" fmla="*/ 16792 w 90371"/>
                <a:gd name="csY3" fmla="*/ 15863 h 130451"/>
                <a:gd name="csX4" fmla="*/ 16792 w 90371"/>
                <a:gd name="csY4" fmla="*/ 55353 h 130451"/>
                <a:gd name="csX5" fmla="*/ 84549 w 90371"/>
                <a:gd name="csY5" fmla="*/ 55353 h 130451"/>
                <a:gd name="csX6" fmla="*/ 84549 w 90371"/>
                <a:gd name="csY6" fmla="*/ 71217 h 130451"/>
                <a:gd name="csX7" fmla="*/ 16792 w 90371"/>
                <a:gd name="csY7" fmla="*/ 71217 h 130451"/>
                <a:gd name="csX8" fmla="*/ 16792 w 90371"/>
                <a:gd name="csY8" fmla="*/ 114588 h 130451"/>
                <a:gd name="csX9" fmla="*/ 90371 w 90371"/>
                <a:gd name="csY9" fmla="*/ 114588 h 130451"/>
                <a:gd name="csX10" fmla="*/ 90371 w 90371"/>
                <a:gd name="csY10" fmla="*/ 130451 h 130451"/>
                <a:gd name="csX11" fmla="*/ 0 w 90371"/>
                <a:gd name="csY11" fmla="*/ 130451 h 130451"/>
                <a:gd name="csX12" fmla="*/ 0 w 90371"/>
                <a:gd name="csY12" fmla="*/ 0 h 13045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90371" h="130451">
                  <a:moveTo>
                    <a:pt x="84" y="0"/>
                  </a:moveTo>
                  <a:lnTo>
                    <a:pt x="88515" y="0"/>
                  </a:lnTo>
                  <a:lnTo>
                    <a:pt x="88515" y="15863"/>
                  </a:lnTo>
                  <a:lnTo>
                    <a:pt x="16792" y="15863"/>
                  </a:lnTo>
                  <a:lnTo>
                    <a:pt x="16792" y="55353"/>
                  </a:lnTo>
                  <a:lnTo>
                    <a:pt x="84549" y="55353"/>
                  </a:lnTo>
                  <a:lnTo>
                    <a:pt x="84549" y="71217"/>
                  </a:lnTo>
                  <a:lnTo>
                    <a:pt x="16792" y="71217"/>
                  </a:lnTo>
                  <a:lnTo>
                    <a:pt x="16792" y="114588"/>
                  </a:lnTo>
                  <a:lnTo>
                    <a:pt x="90371" y="114588"/>
                  </a:lnTo>
                  <a:lnTo>
                    <a:pt x="90371" y="130451"/>
                  </a:lnTo>
                  <a:lnTo>
                    <a:pt x="0" y="13045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8423" cap="flat">
              <a:noFill/>
              <a:prstDash val="solid"/>
              <a:miter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F619BA85-ED43-5B25-4B54-817C19F5DA1F}"/>
                </a:ext>
              </a:extLst>
            </p:cNvPr>
            <p:cNvSpPr/>
            <p:nvPr/>
          </p:nvSpPr>
          <p:spPr>
            <a:xfrm>
              <a:off x="1080510" y="370046"/>
              <a:ext cx="100496" cy="134248"/>
            </a:xfrm>
            <a:custGeom>
              <a:avLst/>
              <a:gdLst>
                <a:gd name="csX0" fmla="*/ 13754 w 100496"/>
                <a:gd name="csY0" fmla="*/ 121423 h 134248"/>
                <a:gd name="csX1" fmla="*/ 0 w 100496"/>
                <a:gd name="csY1" fmla="*/ 85224 h 134248"/>
                <a:gd name="csX2" fmla="*/ 16960 w 100496"/>
                <a:gd name="csY2" fmla="*/ 85224 h 134248"/>
                <a:gd name="csX3" fmla="*/ 26158 w 100496"/>
                <a:gd name="csY3" fmla="*/ 109694 h 134248"/>
                <a:gd name="csX4" fmla="*/ 52484 w 100496"/>
                <a:gd name="csY4" fmla="*/ 118132 h 134248"/>
                <a:gd name="csX5" fmla="*/ 75183 w 100496"/>
                <a:gd name="csY5" fmla="*/ 112225 h 134248"/>
                <a:gd name="csX6" fmla="*/ 83536 w 100496"/>
                <a:gd name="csY6" fmla="*/ 95940 h 134248"/>
                <a:gd name="csX7" fmla="*/ 78473 w 100496"/>
                <a:gd name="csY7" fmla="*/ 84380 h 134248"/>
                <a:gd name="csX8" fmla="*/ 60754 w 100496"/>
                <a:gd name="csY8" fmla="*/ 76533 h 134248"/>
                <a:gd name="csX9" fmla="*/ 34343 w 100496"/>
                <a:gd name="csY9" fmla="*/ 69445 h 134248"/>
                <a:gd name="csX10" fmla="*/ 11223 w 100496"/>
                <a:gd name="csY10" fmla="*/ 57547 h 134248"/>
                <a:gd name="csX11" fmla="*/ 3206 w 100496"/>
                <a:gd name="csY11" fmla="*/ 36283 h 134248"/>
                <a:gd name="csX12" fmla="*/ 8860 w 100496"/>
                <a:gd name="csY12" fmla="*/ 17298 h 134248"/>
                <a:gd name="csX13" fmla="*/ 25061 w 100496"/>
                <a:gd name="csY13" fmla="*/ 4557 h 134248"/>
                <a:gd name="csX14" fmla="*/ 49531 w 100496"/>
                <a:gd name="csY14" fmla="*/ 0 h 134248"/>
                <a:gd name="csX15" fmla="*/ 86574 w 100496"/>
                <a:gd name="csY15" fmla="*/ 11476 h 134248"/>
                <a:gd name="csX16" fmla="*/ 99400 w 100496"/>
                <a:gd name="csY16" fmla="*/ 43456 h 134248"/>
                <a:gd name="csX17" fmla="*/ 81933 w 100496"/>
                <a:gd name="csY17" fmla="*/ 43456 h 134248"/>
                <a:gd name="csX18" fmla="*/ 73748 w 100496"/>
                <a:gd name="csY18" fmla="*/ 23289 h 134248"/>
                <a:gd name="csX19" fmla="*/ 49700 w 100496"/>
                <a:gd name="csY19" fmla="*/ 16117 h 134248"/>
                <a:gd name="csX20" fmla="*/ 28267 w 100496"/>
                <a:gd name="csY20" fmla="*/ 21011 h 134248"/>
                <a:gd name="csX21" fmla="*/ 20251 w 100496"/>
                <a:gd name="csY21" fmla="*/ 35102 h 134248"/>
                <a:gd name="csX22" fmla="*/ 39405 w 100496"/>
                <a:gd name="csY22" fmla="*/ 53750 h 134248"/>
                <a:gd name="csX23" fmla="*/ 66576 w 100496"/>
                <a:gd name="csY23" fmla="*/ 60669 h 134248"/>
                <a:gd name="csX24" fmla="*/ 91721 w 100496"/>
                <a:gd name="csY24" fmla="*/ 72736 h 134248"/>
                <a:gd name="csX25" fmla="*/ 100497 w 100496"/>
                <a:gd name="csY25" fmla="*/ 95687 h 134248"/>
                <a:gd name="csX26" fmla="*/ 94506 w 100496"/>
                <a:gd name="csY26" fmla="*/ 115601 h 134248"/>
                <a:gd name="csX27" fmla="*/ 77630 w 100496"/>
                <a:gd name="csY27" fmla="*/ 129270 h 134248"/>
                <a:gd name="csX28" fmla="*/ 52062 w 100496"/>
                <a:gd name="csY28" fmla="*/ 134249 h 134248"/>
                <a:gd name="csX29" fmla="*/ 13501 w 100496"/>
                <a:gd name="csY29" fmla="*/ 121507 h 1342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</a:cxnLst>
              <a:rect l="l" t="t" r="r" b="b"/>
              <a:pathLst>
                <a:path w="100496" h="134248">
                  <a:moveTo>
                    <a:pt x="13754" y="121423"/>
                  </a:moveTo>
                  <a:cubicBezTo>
                    <a:pt x="4557" y="112900"/>
                    <a:pt x="0" y="100834"/>
                    <a:pt x="0" y="85224"/>
                  </a:cubicBezTo>
                  <a:lnTo>
                    <a:pt x="16960" y="85224"/>
                  </a:lnTo>
                  <a:cubicBezTo>
                    <a:pt x="16960" y="95940"/>
                    <a:pt x="19998" y="104041"/>
                    <a:pt x="26158" y="109694"/>
                  </a:cubicBezTo>
                  <a:cubicBezTo>
                    <a:pt x="32318" y="115347"/>
                    <a:pt x="41093" y="118132"/>
                    <a:pt x="52484" y="118132"/>
                  </a:cubicBezTo>
                  <a:cubicBezTo>
                    <a:pt x="62019" y="118132"/>
                    <a:pt x="69614" y="116191"/>
                    <a:pt x="75183" y="112225"/>
                  </a:cubicBezTo>
                  <a:cubicBezTo>
                    <a:pt x="80752" y="108344"/>
                    <a:pt x="83536" y="102859"/>
                    <a:pt x="83536" y="95940"/>
                  </a:cubicBezTo>
                  <a:cubicBezTo>
                    <a:pt x="83536" y="91215"/>
                    <a:pt x="81849" y="87333"/>
                    <a:pt x="78473" y="84380"/>
                  </a:cubicBezTo>
                  <a:cubicBezTo>
                    <a:pt x="75098" y="81427"/>
                    <a:pt x="69192" y="78811"/>
                    <a:pt x="60754" y="76533"/>
                  </a:cubicBezTo>
                  <a:lnTo>
                    <a:pt x="34343" y="69445"/>
                  </a:lnTo>
                  <a:cubicBezTo>
                    <a:pt x="24301" y="66745"/>
                    <a:pt x="16623" y="62779"/>
                    <a:pt x="11223" y="57547"/>
                  </a:cubicBezTo>
                  <a:cubicBezTo>
                    <a:pt x="5907" y="52316"/>
                    <a:pt x="3206" y="45228"/>
                    <a:pt x="3206" y="36283"/>
                  </a:cubicBezTo>
                  <a:cubicBezTo>
                    <a:pt x="3206" y="29111"/>
                    <a:pt x="5063" y="22783"/>
                    <a:pt x="8860" y="17298"/>
                  </a:cubicBezTo>
                  <a:cubicBezTo>
                    <a:pt x="12657" y="11813"/>
                    <a:pt x="18057" y="7594"/>
                    <a:pt x="25061" y="4557"/>
                  </a:cubicBezTo>
                  <a:cubicBezTo>
                    <a:pt x="32064" y="1519"/>
                    <a:pt x="40249" y="0"/>
                    <a:pt x="49531" y="0"/>
                  </a:cubicBezTo>
                  <a:cubicBezTo>
                    <a:pt x="65648" y="0"/>
                    <a:pt x="78052" y="3797"/>
                    <a:pt x="86574" y="11476"/>
                  </a:cubicBezTo>
                  <a:cubicBezTo>
                    <a:pt x="95096" y="19154"/>
                    <a:pt x="99400" y="29786"/>
                    <a:pt x="99400" y="43456"/>
                  </a:cubicBezTo>
                  <a:lnTo>
                    <a:pt x="81933" y="43456"/>
                  </a:lnTo>
                  <a:cubicBezTo>
                    <a:pt x="81933" y="34765"/>
                    <a:pt x="79233" y="28014"/>
                    <a:pt x="73748" y="23289"/>
                  </a:cubicBezTo>
                  <a:cubicBezTo>
                    <a:pt x="68264" y="18564"/>
                    <a:pt x="60247" y="16117"/>
                    <a:pt x="49700" y="16117"/>
                  </a:cubicBezTo>
                  <a:cubicBezTo>
                    <a:pt x="40756" y="16117"/>
                    <a:pt x="33583" y="17720"/>
                    <a:pt x="28267" y="21011"/>
                  </a:cubicBezTo>
                  <a:cubicBezTo>
                    <a:pt x="22951" y="24301"/>
                    <a:pt x="20251" y="29027"/>
                    <a:pt x="20251" y="35102"/>
                  </a:cubicBezTo>
                  <a:cubicBezTo>
                    <a:pt x="20251" y="44299"/>
                    <a:pt x="26664" y="50544"/>
                    <a:pt x="39405" y="53750"/>
                  </a:cubicBezTo>
                  <a:lnTo>
                    <a:pt x="66576" y="60669"/>
                  </a:lnTo>
                  <a:cubicBezTo>
                    <a:pt x="77461" y="63369"/>
                    <a:pt x="85899" y="67420"/>
                    <a:pt x="91721" y="72736"/>
                  </a:cubicBezTo>
                  <a:cubicBezTo>
                    <a:pt x="97543" y="78052"/>
                    <a:pt x="100497" y="85730"/>
                    <a:pt x="100497" y="95687"/>
                  </a:cubicBezTo>
                  <a:cubicBezTo>
                    <a:pt x="100497" y="103112"/>
                    <a:pt x="98472" y="109778"/>
                    <a:pt x="94506" y="115601"/>
                  </a:cubicBezTo>
                  <a:cubicBezTo>
                    <a:pt x="90540" y="121423"/>
                    <a:pt x="84886" y="125979"/>
                    <a:pt x="77630" y="129270"/>
                  </a:cubicBezTo>
                  <a:cubicBezTo>
                    <a:pt x="70373" y="132561"/>
                    <a:pt x="61851" y="134249"/>
                    <a:pt x="52062" y="134249"/>
                  </a:cubicBezTo>
                  <a:cubicBezTo>
                    <a:pt x="35524" y="134249"/>
                    <a:pt x="22698" y="130030"/>
                    <a:pt x="13501" y="121507"/>
                  </a:cubicBezTo>
                  <a:close/>
                </a:path>
              </a:pathLst>
            </a:custGeom>
            <a:solidFill>
              <a:schemeClr val="bg1"/>
            </a:solidFill>
            <a:ln w="8423" cap="flat">
              <a:noFill/>
              <a:prstDash val="solid"/>
              <a:miter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53B5F33D-7C25-5007-2F50-49E208295B10}"/>
                </a:ext>
              </a:extLst>
            </p:cNvPr>
            <p:cNvSpPr/>
            <p:nvPr/>
          </p:nvSpPr>
          <p:spPr>
            <a:xfrm>
              <a:off x="1204127" y="370130"/>
              <a:ext cx="117710" cy="134079"/>
            </a:xfrm>
            <a:custGeom>
              <a:avLst/>
              <a:gdLst>
                <a:gd name="csX0" fmla="*/ 28689 w 117710"/>
                <a:gd name="csY0" fmla="*/ 126908 h 134079"/>
                <a:gd name="csX1" fmla="*/ 7425 w 117710"/>
                <a:gd name="csY1" fmla="*/ 106319 h 134079"/>
                <a:gd name="csX2" fmla="*/ 0 w 117710"/>
                <a:gd name="csY2" fmla="*/ 74676 h 134079"/>
                <a:gd name="csX3" fmla="*/ 0 w 117710"/>
                <a:gd name="csY3" fmla="*/ 59404 h 134079"/>
                <a:gd name="csX4" fmla="*/ 7425 w 117710"/>
                <a:gd name="csY4" fmla="*/ 27930 h 134079"/>
                <a:gd name="csX5" fmla="*/ 28689 w 117710"/>
                <a:gd name="csY5" fmla="*/ 7257 h 134079"/>
                <a:gd name="csX6" fmla="*/ 61260 w 117710"/>
                <a:gd name="csY6" fmla="*/ 0 h 134079"/>
                <a:gd name="csX7" fmla="*/ 91215 w 117710"/>
                <a:gd name="csY7" fmla="*/ 5907 h 134079"/>
                <a:gd name="csX8" fmla="*/ 110791 w 117710"/>
                <a:gd name="csY8" fmla="*/ 22867 h 134079"/>
                <a:gd name="csX9" fmla="*/ 117710 w 117710"/>
                <a:gd name="csY9" fmla="*/ 49025 h 134079"/>
                <a:gd name="csX10" fmla="*/ 100244 w 117710"/>
                <a:gd name="csY10" fmla="*/ 49025 h 134079"/>
                <a:gd name="csX11" fmla="*/ 89780 w 117710"/>
                <a:gd name="csY11" fmla="*/ 24976 h 134079"/>
                <a:gd name="csX12" fmla="*/ 61260 w 117710"/>
                <a:gd name="csY12" fmla="*/ 16370 h 134079"/>
                <a:gd name="csX13" fmla="*/ 29111 w 117710"/>
                <a:gd name="csY13" fmla="*/ 27424 h 134079"/>
                <a:gd name="csX14" fmla="*/ 17635 w 117710"/>
                <a:gd name="csY14" fmla="*/ 58475 h 134079"/>
                <a:gd name="csX15" fmla="*/ 17635 w 117710"/>
                <a:gd name="csY15" fmla="*/ 75604 h 134079"/>
                <a:gd name="csX16" fmla="*/ 29111 w 117710"/>
                <a:gd name="csY16" fmla="*/ 106656 h 134079"/>
                <a:gd name="csX17" fmla="*/ 61260 w 117710"/>
                <a:gd name="csY17" fmla="*/ 117710 h 134079"/>
                <a:gd name="csX18" fmla="*/ 89780 w 117710"/>
                <a:gd name="csY18" fmla="*/ 109103 h 134079"/>
                <a:gd name="csX19" fmla="*/ 100244 w 117710"/>
                <a:gd name="csY19" fmla="*/ 85055 h 134079"/>
                <a:gd name="csX20" fmla="*/ 117710 w 117710"/>
                <a:gd name="csY20" fmla="*/ 85055 h 134079"/>
                <a:gd name="csX21" fmla="*/ 110707 w 117710"/>
                <a:gd name="csY21" fmla="*/ 111044 h 134079"/>
                <a:gd name="csX22" fmla="*/ 90962 w 117710"/>
                <a:gd name="csY22" fmla="*/ 128089 h 134079"/>
                <a:gd name="csX23" fmla="*/ 61260 w 117710"/>
                <a:gd name="csY23" fmla="*/ 134080 h 134079"/>
                <a:gd name="csX24" fmla="*/ 28689 w 117710"/>
                <a:gd name="csY24" fmla="*/ 126908 h 1340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</a:cxnLst>
              <a:rect l="l" t="t" r="r" b="b"/>
              <a:pathLst>
                <a:path w="117710" h="134079">
                  <a:moveTo>
                    <a:pt x="28689" y="126908"/>
                  </a:moveTo>
                  <a:cubicBezTo>
                    <a:pt x="19492" y="122098"/>
                    <a:pt x="12404" y="115263"/>
                    <a:pt x="7425" y="106319"/>
                  </a:cubicBezTo>
                  <a:cubicBezTo>
                    <a:pt x="2447" y="97375"/>
                    <a:pt x="0" y="86827"/>
                    <a:pt x="0" y="74676"/>
                  </a:cubicBezTo>
                  <a:lnTo>
                    <a:pt x="0" y="59404"/>
                  </a:lnTo>
                  <a:cubicBezTo>
                    <a:pt x="0" y="47337"/>
                    <a:pt x="2447" y="36874"/>
                    <a:pt x="7425" y="27930"/>
                  </a:cubicBezTo>
                  <a:cubicBezTo>
                    <a:pt x="12404" y="18986"/>
                    <a:pt x="19492" y="12066"/>
                    <a:pt x="28689" y="7257"/>
                  </a:cubicBezTo>
                  <a:cubicBezTo>
                    <a:pt x="37887" y="2447"/>
                    <a:pt x="48772" y="0"/>
                    <a:pt x="61260" y="0"/>
                  </a:cubicBezTo>
                  <a:cubicBezTo>
                    <a:pt x="72820" y="0"/>
                    <a:pt x="82777" y="1941"/>
                    <a:pt x="91215" y="5907"/>
                  </a:cubicBezTo>
                  <a:cubicBezTo>
                    <a:pt x="99653" y="9788"/>
                    <a:pt x="106150" y="15442"/>
                    <a:pt x="110791" y="22867"/>
                  </a:cubicBezTo>
                  <a:cubicBezTo>
                    <a:pt x="115348" y="30292"/>
                    <a:pt x="117710" y="38984"/>
                    <a:pt x="117710" y="49025"/>
                  </a:cubicBezTo>
                  <a:lnTo>
                    <a:pt x="100244" y="49025"/>
                  </a:lnTo>
                  <a:cubicBezTo>
                    <a:pt x="100244" y="38730"/>
                    <a:pt x="96784" y="30714"/>
                    <a:pt x="89780" y="24976"/>
                  </a:cubicBezTo>
                  <a:cubicBezTo>
                    <a:pt x="82861" y="19239"/>
                    <a:pt x="73326" y="16370"/>
                    <a:pt x="61260" y="16370"/>
                  </a:cubicBezTo>
                  <a:cubicBezTo>
                    <a:pt x="47506" y="16370"/>
                    <a:pt x="36790" y="20082"/>
                    <a:pt x="29111" y="27424"/>
                  </a:cubicBezTo>
                  <a:cubicBezTo>
                    <a:pt x="21433" y="34849"/>
                    <a:pt x="17635" y="45143"/>
                    <a:pt x="17635" y="58475"/>
                  </a:cubicBezTo>
                  <a:lnTo>
                    <a:pt x="17635" y="75604"/>
                  </a:lnTo>
                  <a:cubicBezTo>
                    <a:pt x="17635" y="88937"/>
                    <a:pt x="21433" y="99231"/>
                    <a:pt x="29111" y="106656"/>
                  </a:cubicBezTo>
                  <a:cubicBezTo>
                    <a:pt x="36790" y="114082"/>
                    <a:pt x="47422" y="117710"/>
                    <a:pt x="61260" y="117710"/>
                  </a:cubicBezTo>
                  <a:cubicBezTo>
                    <a:pt x="73326" y="117710"/>
                    <a:pt x="82777" y="114841"/>
                    <a:pt x="89780" y="109103"/>
                  </a:cubicBezTo>
                  <a:cubicBezTo>
                    <a:pt x="96700" y="103366"/>
                    <a:pt x="100244" y="95349"/>
                    <a:pt x="100244" y="85055"/>
                  </a:cubicBezTo>
                  <a:lnTo>
                    <a:pt x="117710" y="85055"/>
                  </a:lnTo>
                  <a:cubicBezTo>
                    <a:pt x="117710" y="95012"/>
                    <a:pt x="115348" y="103619"/>
                    <a:pt x="110707" y="111044"/>
                  </a:cubicBezTo>
                  <a:cubicBezTo>
                    <a:pt x="106066" y="118470"/>
                    <a:pt x="99484" y="124123"/>
                    <a:pt x="90962" y="128089"/>
                  </a:cubicBezTo>
                  <a:cubicBezTo>
                    <a:pt x="82439" y="132055"/>
                    <a:pt x="72567" y="134080"/>
                    <a:pt x="61260" y="134080"/>
                  </a:cubicBezTo>
                  <a:cubicBezTo>
                    <a:pt x="48687" y="134080"/>
                    <a:pt x="37887" y="131717"/>
                    <a:pt x="28689" y="126908"/>
                  </a:cubicBezTo>
                  <a:close/>
                </a:path>
              </a:pathLst>
            </a:custGeom>
            <a:solidFill>
              <a:schemeClr val="bg1"/>
            </a:solidFill>
            <a:ln w="8423" cap="flat">
              <a:noFill/>
              <a:prstDash val="solid"/>
              <a:miter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F10DD4E2-DE83-9619-01B4-60B8CDA18821}"/>
                </a:ext>
              </a:extLst>
            </p:cNvPr>
            <p:cNvSpPr/>
            <p:nvPr/>
          </p:nvSpPr>
          <p:spPr>
            <a:xfrm>
              <a:off x="1346054" y="370130"/>
              <a:ext cx="119482" cy="134164"/>
            </a:xfrm>
            <a:custGeom>
              <a:avLst/>
              <a:gdLst>
                <a:gd name="csX0" fmla="*/ 28014 w 119482"/>
                <a:gd name="csY0" fmla="*/ 127161 h 134164"/>
                <a:gd name="csX1" fmla="*/ 7257 w 119482"/>
                <a:gd name="csY1" fmla="*/ 106994 h 134164"/>
                <a:gd name="csX2" fmla="*/ 0 w 119482"/>
                <a:gd name="csY2" fmla="*/ 75689 h 134164"/>
                <a:gd name="csX3" fmla="*/ 0 w 119482"/>
                <a:gd name="csY3" fmla="*/ 58728 h 134164"/>
                <a:gd name="csX4" fmla="*/ 7257 w 119482"/>
                <a:gd name="csY4" fmla="*/ 27592 h 134164"/>
                <a:gd name="csX5" fmla="*/ 28014 w 119482"/>
                <a:gd name="csY5" fmla="*/ 7172 h 134164"/>
                <a:gd name="csX6" fmla="*/ 59741 w 119482"/>
                <a:gd name="csY6" fmla="*/ 0 h 134164"/>
                <a:gd name="csX7" fmla="*/ 91468 w 119482"/>
                <a:gd name="csY7" fmla="*/ 7004 h 134164"/>
                <a:gd name="csX8" fmla="*/ 112225 w 119482"/>
                <a:gd name="csY8" fmla="*/ 27170 h 134164"/>
                <a:gd name="csX9" fmla="*/ 119482 w 119482"/>
                <a:gd name="csY9" fmla="*/ 58475 h 134164"/>
                <a:gd name="csX10" fmla="*/ 119482 w 119482"/>
                <a:gd name="csY10" fmla="*/ 75436 h 134164"/>
                <a:gd name="csX11" fmla="*/ 112225 w 119482"/>
                <a:gd name="csY11" fmla="*/ 106572 h 134164"/>
                <a:gd name="csX12" fmla="*/ 91468 w 119482"/>
                <a:gd name="csY12" fmla="*/ 126992 h 134164"/>
                <a:gd name="csX13" fmla="*/ 59741 w 119482"/>
                <a:gd name="csY13" fmla="*/ 134164 h 134164"/>
                <a:gd name="csX14" fmla="*/ 28014 w 119482"/>
                <a:gd name="csY14" fmla="*/ 127161 h 134164"/>
                <a:gd name="csX15" fmla="*/ 28774 w 119482"/>
                <a:gd name="csY15" fmla="*/ 106656 h 134164"/>
                <a:gd name="csX16" fmla="*/ 59825 w 119482"/>
                <a:gd name="csY16" fmla="*/ 117710 h 134164"/>
                <a:gd name="csX17" fmla="*/ 90962 w 119482"/>
                <a:gd name="csY17" fmla="*/ 106741 h 134164"/>
                <a:gd name="csX18" fmla="*/ 101931 w 119482"/>
                <a:gd name="csY18" fmla="*/ 75436 h 134164"/>
                <a:gd name="csX19" fmla="*/ 101931 w 119482"/>
                <a:gd name="csY19" fmla="*/ 58475 h 134164"/>
                <a:gd name="csX20" fmla="*/ 90877 w 119482"/>
                <a:gd name="csY20" fmla="*/ 27424 h 134164"/>
                <a:gd name="csX21" fmla="*/ 59825 w 119482"/>
                <a:gd name="csY21" fmla="*/ 16370 h 134164"/>
                <a:gd name="csX22" fmla="*/ 28689 w 119482"/>
                <a:gd name="csY22" fmla="*/ 27339 h 134164"/>
                <a:gd name="csX23" fmla="*/ 17720 w 119482"/>
                <a:gd name="csY23" fmla="*/ 58644 h 134164"/>
                <a:gd name="csX24" fmla="*/ 17720 w 119482"/>
                <a:gd name="csY24" fmla="*/ 75604 h 134164"/>
                <a:gd name="csX25" fmla="*/ 28774 w 119482"/>
                <a:gd name="csY25" fmla="*/ 106656 h 13416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</a:cxnLst>
              <a:rect l="l" t="t" r="r" b="b"/>
              <a:pathLst>
                <a:path w="119482" h="134164">
                  <a:moveTo>
                    <a:pt x="28014" y="127161"/>
                  </a:moveTo>
                  <a:cubicBezTo>
                    <a:pt x="18986" y="122520"/>
                    <a:pt x="12066" y="115769"/>
                    <a:pt x="7257" y="106994"/>
                  </a:cubicBezTo>
                  <a:cubicBezTo>
                    <a:pt x="2447" y="98218"/>
                    <a:pt x="0" y="87755"/>
                    <a:pt x="0" y="75689"/>
                  </a:cubicBezTo>
                  <a:lnTo>
                    <a:pt x="0" y="58728"/>
                  </a:lnTo>
                  <a:cubicBezTo>
                    <a:pt x="0" y="46831"/>
                    <a:pt x="2447" y="36452"/>
                    <a:pt x="7257" y="27592"/>
                  </a:cubicBezTo>
                  <a:cubicBezTo>
                    <a:pt x="12066" y="18817"/>
                    <a:pt x="18986" y="11982"/>
                    <a:pt x="28014" y="7172"/>
                  </a:cubicBezTo>
                  <a:cubicBezTo>
                    <a:pt x="37043" y="2363"/>
                    <a:pt x="47590" y="0"/>
                    <a:pt x="59741" y="0"/>
                  </a:cubicBezTo>
                  <a:cubicBezTo>
                    <a:pt x="71892" y="0"/>
                    <a:pt x="82524" y="2363"/>
                    <a:pt x="91468" y="7004"/>
                  </a:cubicBezTo>
                  <a:cubicBezTo>
                    <a:pt x="100497" y="11644"/>
                    <a:pt x="107416" y="18395"/>
                    <a:pt x="112225" y="27170"/>
                  </a:cubicBezTo>
                  <a:cubicBezTo>
                    <a:pt x="117035" y="36030"/>
                    <a:pt x="119482" y="46409"/>
                    <a:pt x="119482" y="58475"/>
                  </a:cubicBezTo>
                  <a:lnTo>
                    <a:pt x="119482" y="75436"/>
                  </a:lnTo>
                  <a:cubicBezTo>
                    <a:pt x="119482" y="87333"/>
                    <a:pt x="117035" y="97712"/>
                    <a:pt x="112225" y="106572"/>
                  </a:cubicBezTo>
                  <a:cubicBezTo>
                    <a:pt x="107416" y="115432"/>
                    <a:pt x="100497" y="122182"/>
                    <a:pt x="91468" y="126992"/>
                  </a:cubicBezTo>
                  <a:cubicBezTo>
                    <a:pt x="82439" y="131802"/>
                    <a:pt x="71892" y="134164"/>
                    <a:pt x="59741" y="134164"/>
                  </a:cubicBezTo>
                  <a:cubicBezTo>
                    <a:pt x="47590" y="134164"/>
                    <a:pt x="36958" y="131802"/>
                    <a:pt x="28014" y="127161"/>
                  </a:cubicBezTo>
                  <a:close/>
                  <a:moveTo>
                    <a:pt x="28774" y="106656"/>
                  </a:moveTo>
                  <a:cubicBezTo>
                    <a:pt x="36199" y="114082"/>
                    <a:pt x="46493" y="117710"/>
                    <a:pt x="59825" y="117710"/>
                  </a:cubicBezTo>
                  <a:cubicBezTo>
                    <a:pt x="73158" y="117710"/>
                    <a:pt x="83621" y="114082"/>
                    <a:pt x="90962" y="106741"/>
                  </a:cubicBezTo>
                  <a:cubicBezTo>
                    <a:pt x="98303" y="99400"/>
                    <a:pt x="101931" y="89021"/>
                    <a:pt x="101931" y="75436"/>
                  </a:cubicBezTo>
                  <a:lnTo>
                    <a:pt x="101931" y="58475"/>
                  </a:lnTo>
                  <a:cubicBezTo>
                    <a:pt x="101931" y="45228"/>
                    <a:pt x="98218" y="34849"/>
                    <a:pt x="90877" y="27424"/>
                  </a:cubicBezTo>
                  <a:cubicBezTo>
                    <a:pt x="83452" y="20082"/>
                    <a:pt x="73158" y="16370"/>
                    <a:pt x="59825" y="16370"/>
                  </a:cubicBezTo>
                  <a:cubicBezTo>
                    <a:pt x="46493" y="16370"/>
                    <a:pt x="36030" y="19998"/>
                    <a:pt x="28689" y="27339"/>
                  </a:cubicBezTo>
                  <a:cubicBezTo>
                    <a:pt x="21348" y="34680"/>
                    <a:pt x="17720" y="45059"/>
                    <a:pt x="17720" y="58644"/>
                  </a:cubicBezTo>
                  <a:lnTo>
                    <a:pt x="17720" y="75604"/>
                  </a:lnTo>
                  <a:cubicBezTo>
                    <a:pt x="17720" y="88937"/>
                    <a:pt x="21433" y="99231"/>
                    <a:pt x="28774" y="106656"/>
                  </a:cubicBezTo>
                  <a:close/>
                </a:path>
              </a:pathLst>
            </a:custGeom>
            <a:solidFill>
              <a:schemeClr val="bg1"/>
            </a:solidFill>
            <a:ln w="8423" cap="flat">
              <a:noFill/>
              <a:prstDash val="solid"/>
              <a:miter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F04FD6C7-8A70-7CDE-6B77-8D0F6BAC126E}"/>
                </a:ext>
              </a:extLst>
            </p:cNvPr>
            <p:cNvSpPr/>
            <p:nvPr/>
          </p:nvSpPr>
          <p:spPr>
            <a:xfrm>
              <a:off x="449179" y="600994"/>
              <a:ext cx="192977" cy="236095"/>
            </a:xfrm>
            <a:custGeom>
              <a:avLst/>
              <a:gdLst>
                <a:gd name="csX0" fmla="*/ 81258 w 192977"/>
                <a:gd name="csY0" fmla="*/ 28689 h 236095"/>
                <a:gd name="csX1" fmla="*/ 0 w 192977"/>
                <a:gd name="csY1" fmla="*/ 28689 h 236095"/>
                <a:gd name="csX2" fmla="*/ 0 w 192977"/>
                <a:gd name="csY2" fmla="*/ 0 h 236095"/>
                <a:gd name="csX3" fmla="*/ 192977 w 192977"/>
                <a:gd name="csY3" fmla="*/ 0 h 236095"/>
                <a:gd name="csX4" fmla="*/ 192977 w 192977"/>
                <a:gd name="csY4" fmla="*/ 28689 h 236095"/>
                <a:gd name="csX5" fmla="*/ 111719 w 192977"/>
                <a:gd name="csY5" fmla="*/ 28689 h 236095"/>
                <a:gd name="csX6" fmla="*/ 111719 w 192977"/>
                <a:gd name="csY6" fmla="*/ 236095 h 236095"/>
                <a:gd name="csX7" fmla="*/ 81342 w 192977"/>
                <a:gd name="csY7" fmla="*/ 236095 h 236095"/>
                <a:gd name="csX8" fmla="*/ 81342 w 192977"/>
                <a:gd name="csY8" fmla="*/ 28689 h 23609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192977" h="236095">
                  <a:moveTo>
                    <a:pt x="81258" y="28689"/>
                  </a:moveTo>
                  <a:lnTo>
                    <a:pt x="0" y="28689"/>
                  </a:lnTo>
                  <a:lnTo>
                    <a:pt x="0" y="0"/>
                  </a:lnTo>
                  <a:lnTo>
                    <a:pt x="192977" y="0"/>
                  </a:lnTo>
                  <a:lnTo>
                    <a:pt x="192977" y="28689"/>
                  </a:lnTo>
                  <a:lnTo>
                    <a:pt x="111719" y="28689"/>
                  </a:lnTo>
                  <a:lnTo>
                    <a:pt x="111719" y="236095"/>
                  </a:lnTo>
                  <a:lnTo>
                    <a:pt x="81342" y="236095"/>
                  </a:lnTo>
                  <a:lnTo>
                    <a:pt x="81342" y="28689"/>
                  </a:lnTo>
                  <a:close/>
                </a:path>
              </a:pathLst>
            </a:custGeom>
            <a:solidFill>
              <a:schemeClr val="bg1"/>
            </a:solidFill>
            <a:ln w="8423" cap="flat">
              <a:noFill/>
              <a:prstDash val="solid"/>
              <a:miter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3CAA3638-FAE1-E01D-DD7E-AB9864E37B1A}"/>
                </a:ext>
              </a:extLst>
            </p:cNvPr>
            <p:cNvSpPr/>
            <p:nvPr/>
          </p:nvSpPr>
          <p:spPr>
            <a:xfrm>
              <a:off x="670761" y="600910"/>
              <a:ext cx="139649" cy="236179"/>
            </a:xfrm>
            <a:custGeom>
              <a:avLst/>
              <a:gdLst>
                <a:gd name="csX0" fmla="*/ 0 w 139649"/>
                <a:gd name="csY0" fmla="*/ 207490 h 236179"/>
                <a:gd name="csX1" fmla="*/ 54678 w 139649"/>
                <a:gd name="csY1" fmla="*/ 207490 h 236179"/>
                <a:gd name="csX2" fmla="*/ 54678 w 139649"/>
                <a:gd name="csY2" fmla="*/ 28689 h 236179"/>
                <a:gd name="csX3" fmla="*/ 0 w 139649"/>
                <a:gd name="csY3" fmla="*/ 28689 h 236179"/>
                <a:gd name="csX4" fmla="*/ 0 w 139649"/>
                <a:gd name="csY4" fmla="*/ 0 h 236179"/>
                <a:gd name="csX5" fmla="*/ 139649 w 139649"/>
                <a:gd name="csY5" fmla="*/ 0 h 236179"/>
                <a:gd name="csX6" fmla="*/ 139649 w 139649"/>
                <a:gd name="csY6" fmla="*/ 28689 h 236179"/>
                <a:gd name="csX7" fmla="*/ 84971 w 139649"/>
                <a:gd name="csY7" fmla="*/ 28689 h 236179"/>
                <a:gd name="csX8" fmla="*/ 84971 w 139649"/>
                <a:gd name="csY8" fmla="*/ 207490 h 236179"/>
                <a:gd name="csX9" fmla="*/ 139649 w 139649"/>
                <a:gd name="csY9" fmla="*/ 207490 h 236179"/>
                <a:gd name="csX10" fmla="*/ 139649 w 139649"/>
                <a:gd name="csY10" fmla="*/ 236180 h 236179"/>
                <a:gd name="csX11" fmla="*/ 0 w 139649"/>
                <a:gd name="csY11" fmla="*/ 236180 h 236179"/>
                <a:gd name="csX12" fmla="*/ 0 w 139649"/>
                <a:gd name="csY12" fmla="*/ 207490 h 2361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139649" h="236179">
                  <a:moveTo>
                    <a:pt x="0" y="207490"/>
                  </a:moveTo>
                  <a:lnTo>
                    <a:pt x="54678" y="207490"/>
                  </a:lnTo>
                  <a:lnTo>
                    <a:pt x="54678" y="28689"/>
                  </a:lnTo>
                  <a:lnTo>
                    <a:pt x="0" y="28689"/>
                  </a:lnTo>
                  <a:lnTo>
                    <a:pt x="0" y="0"/>
                  </a:lnTo>
                  <a:lnTo>
                    <a:pt x="139649" y="0"/>
                  </a:lnTo>
                  <a:lnTo>
                    <a:pt x="139649" y="28689"/>
                  </a:lnTo>
                  <a:lnTo>
                    <a:pt x="84971" y="28689"/>
                  </a:lnTo>
                  <a:lnTo>
                    <a:pt x="84971" y="207490"/>
                  </a:lnTo>
                  <a:lnTo>
                    <a:pt x="139649" y="207490"/>
                  </a:lnTo>
                  <a:lnTo>
                    <a:pt x="139649" y="236180"/>
                  </a:lnTo>
                  <a:lnTo>
                    <a:pt x="0" y="236180"/>
                  </a:lnTo>
                  <a:lnTo>
                    <a:pt x="0" y="207490"/>
                  </a:lnTo>
                  <a:close/>
                </a:path>
              </a:pathLst>
            </a:custGeom>
            <a:solidFill>
              <a:schemeClr val="bg1"/>
            </a:solidFill>
            <a:ln w="8423" cap="flat">
              <a:noFill/>
              <a:prstDash val="solid"/>
              <a:miter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646EE99F-C7AF-466F-CE7D-99431D670AFB}"/>
                </a:ext>
              </a:extLst>
            </p:cNvPr>
            <p:cNvSpPr/>
            <p:nvPr/>
          </p:nvSpPr>
          <p:spPr>
            <a:xfrm>
              <a:off x="835724" y="600994"/>
              <a:ext cx="214156" cy="236095"/>
            </a:xfrm>
            <a:custGeom>
              <a:avLst/>
              <a:gdLst>
                <a:gd name="csX0" fmla="*/ 0 w 214156"/>
                <a:gd name="csY0" fmla="*/ 0 h 236095"/>
                <a:gd name="csX1" fmla="*/ 33752 w 214156"/>
                <a:gd name="csY1" fmla="*/ 0 h 236095"/>
                <a:gd name="csX2" fmla="*/ 102859 w 214156"/>
                <a:gd name="csY2" fmla="*/ 210781 h 236095"/>
                <a:gd name="csX3" fmla="*/ 111635 w 214156"/>
                <a:gd name="csY3" fmla="*/ 210781 h 236095"/>
                <a:gd name="csX4" fmla="*/ 180405 w 214156"/>
                <a:gd name="csY4" fmla="*/ 0 h 236095"/>
                <a:gd name="csX5" fmla="*/ 214157 w 214156"/>
                <a:gd name="csY5" fmla="*/ 0 h 236095"/>
                <a:gd name="csX6" fmla="*/ 134249 w 214156"/>
                <a:gd name="csY6" fmla="*/ 236095 h 236095"/>
                <a:gd name="csX7" fmla="*/ 79908 w 214156"/>
                <a:gd name="csY7" fmla="*/ 236095 h 236095"/>
                <a:gd name="csX8" fmla="*/ 0 w 214156"/>
                <a:gd name="csY8" fmla="*/ 0 h 23609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14156" h="236095">
                  <a:moveTo>
                    <a:pt x="0" y="0"/>
                  </a:moveTo>
                  <a:lnTo>
                    <a:pt x="33752" y="0"/>
                  </a:lnTo>
                  <a:lnTo>
                    <a:pt x="102859" y="210781"/>
                  </a:lnTo>
                  <a:lnTo>
                    <a:pt x="111635" y="210781"/>
                  </a:lnTo>
                  <a:lnTo>
                    <a:pt x="180405" y="0"/>
                  </a:lnTo>
                  <a:lnTo>
                    <a:pt x="214157" y="0"/>
                  </a:lnTo>
                  <a:lnTo>
                    <a:pt x="134249" y="236095"/>
                  </a:lnTo>
                  <a:lnTo>
                    <a:pt x="79908" y="2360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8423" cap="flat">
              <a:noFill/>
              <a:prstDash val="solid"/>
              <a:miter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FCC539EC-DA78-A8E2-52FF-7D3FA0D8DB43}"/>
                </a:ext>
              </a:extLst>
            </p:cNvPr>
            <p:cNvSpPr/>
            <p:nvPr/>
          </p:nvSpPr>
          <p:spPr>
            <a:xfrm>
              <a:off x="1075194" y="600910"/>
              <a:ext cx="139648" cy="236179"/>
            </a:xfrm>
            <a:custGeom>
              <a:avLst/>
              <a:gdLst>
                <a:gd name="csX0" fmla="*/ 0 w 139648"/>
                <a:gd name="csY0" fmla="*/ 207490 h 236179"/>
                <a:gd name="csX1" fmla="*/ 54678 w 139648"/>
                <a:gd name="csY1" fmla="*/ 207490 h 236179"/>
                <a:gd name="csX2" fmla="*/ 54678 w 139648"/>
                <a:gd name="csY2" fmla="*/ 28689 h 236179"/>
                <a:gd name="csX3" fmla="*/ 0 w 139648"/>
                <a:gd name="csY3" fmla="*/ 28689 h 236179"/>
                <a:gd name="csX4" fmla="*/ 0 w 139648"/>
                <a:gd name="csY4" fmla="*/ 0 h 236179"/>
                <a:gd name="csX5" fmla="*/ 139649 w 139648"/>
                <a:gd name="csY5" fmla="*/ 0 h 236179"/>
                <a:gd name="csX6" fmla="*/ 139649 w 139648"/>
                <a:gd name="csY6" fmla="*/ 28689 h 236179"/>
                <a:gd name="csX7" fmla="*/ 84971 w 139648"/>
                <a:gd name="csY7" fmla="*/ 28689 h 236179"/>
                <a:gd name="csX8" fmla="*/ 84971 w 139648"/>
                <a:gd name="csY8" fmla="*/ 207490 h 236179"/>
                <a:gd name="csX9" fmla="*/ 139649 w 139648"/>
                <a:gd name="csY9" fmla="*/ 207490 h 236179"/>
                <a:gd name="csX10" fmla="*/ 139649 w 139648"/>
                <a:gd name="csY10" fmla="*/ 236180 h 236179"/>
                <a:gd name="csX11" fmla="*/ 0 w 139648"/>
                <a:gd name="csY11" fmla="*/ 236180 h 236179"/>
                <a:gd name="csX12" fmla="*/ 0 w 139648"/>
                <a:gd name="csY12" fmla="*/ 207490 h 2361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139648" h="236179">
                  <a:moveTo>
                    <a:pt x="0" y="207490"/>
                  </a:moveTo>
                  <a:lnTo>
                    <a:pt x="54678" y="207490"/>
                  </a:lnTo>
                  <a:lnTo>
                    <a:pt x="54678" y="28689"/>
                  </a:lnTo>
                  <a:lnTo>
                    <a:pt x="0" y="28689"/>
                  </a:lnTo>
                  <a:lnTo>
                    <a:pt x="0" y="0"/>
                  </a:lnTo>
                  <a:lnTo>
                    <a:pt x="139649" y="0"/>
                  </a:lnTo>
                  <a:lnTo>
                    <a:pt x="139649" y="28689"/>
                  </a:lnTo>
                  <a:lnTo>
                    <a:pt x="84971" y="28689"/>
                  </a:lnTo>
                  <a:lnTo>
                    <a:pt x="84971" y="207490"/>
                  </a:lnTo>
                  <a:lnTo>
                    <a:pt x="139649" y="207490"/>
                  </a:lnTo>
                  <a:lnTo>
                    <a:pt x="139649" y="236180"/>
                  </a:lnTo>
                  <a:lnTo>
                    <a:pt x="0" y="236180"/>
                  </a:lnTo>
                  <a:lnTo>
                    <a:pt x="0" y="207490"/>
                  </a:lnTo>
                  <a:close/>
                </a:path>
              </a:pathLst>
            </a:custGeom>
            <a:solidFill>
              <a:schemeClr val="bg1"/>
            </a:solidFill>
            <a:ln w="8423" cap="flat">
              <a:noFill/>
              <a:prstDash val="solid"/>
              <a:miter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F6938DBF-7ED4-11D3-7E04-0A98E46D67FA}"/>
                </a:ext>
              </a:extLst>
            </p:cNvPr>
            <p:cNvSpPr/>
            <p:nvPr/>
          </p:nvSpPr>
          <p:spPr>
            <a:xfrm>
              <a:off x="1241761" y="597450"/>
              <a:ext cx="216688" cy="243014"/>
            </a:xfrm>
            <a:custGeom>
              <a:avLst/>
              <a:gdLst>
                <a:gd name="csX0" fmla="*/ 50797 w 216688"/>
                <a:gd name="csY0" fmla="*/ 230357 h 243014"/>
                <a:gd name="csX1" fmla="*/ 13163 w 216688"/>
                <a:gd name="csY1" fmla="*/ 193736 h 243014"/>
                <a:gd name="csX2" fmla="*/ 0 w 216688"/>
                <a:gd name="csY2" fmla="*/ 137033 h 243014"/>
                <a:gd name="csX3" fmla="*/ 0 w 216688"/>
                <a:gd name="csY3" fmla="*/ 106319 h 243014"/>
                <a:gd name="csX4" fmla="*/ 13163 w 216688"/>
                <a:gd name="csY4" fmla="*/ 49953 h 243014"/>
                <a:gd name="csX5" fmla="*/ 50797 w 216688"/>
                <a:gd name="csY5" fmla="*/ 12995 h 243014"/>
                <a:gd name="csX6" fmla="*/ 108344 w 216688"/>
                <a:gd name="csY6" fmla="*/ 0 h 243014"/>
                <a:gd name="csX7" fmla="*/ 165891 w 216688"/>
                <a:gd name="csY7" fmla="*/ 12657 h 243014"/>
                <a:gd name="csX8" fmla="*/ 203525 w 216688"/>
                <a:gd name="csY8" fmla="*/ 49278 h 243014"/>
                <a:gd name="csX9" fmla="*/ 216688 w 216688"/>
                <a:gd name="csY9" fmla="*/ 105981 h 243014"/>
                <a:gd name="csX10" fmla="*/ 216688 w 216688"/>
                <a:gd name="csY10" fmla="*/ 136696 h 243014"/>
                <a:gd name="csX11" fmla="*/ 203525 w 216688"/>
                <a:gd name="csY11" fmla="*/ 193061 h 243014"/>
                <a:gd name="csX12" fmla="*/ 165891 w 216688"/>
                <a:gd name="csY12" fmla="*/ 230020 h 243014"/>
                <a:gd name="csX13" fmla="*/ 108344 w 216688"/>
                <a:gd name="csY13" fmla="*/ 243014 h 243014"/>
                <a:gd name="csX14" fmla="*/ 50797 w 216688"/>
                <a:gd name="csY14" fmla="*/ 230357 h 243014"/>
                <a:gd name="csX15" fmla="*/ 52147 w 216688"/>
                <a:gd name="csY15" fmla="*/ 193230 h 243014"/>
                <a:gd name="csX16" fmla="*/ 108344 w 216688"/>
                <a:gd name="csY16" fmla="*/ 213313 h 243014"/>
                <a:gd name="csX17" fmla="*/ 164710 w 216688"/>
                <a:gd name="csY17" fmla="*/ 193399 h 243014"/>
                <a:gd name="csX18" fmla="*/ 184624 w 216688"/>
                <a:gd name="csY18" fmla="*/ 136696 h 243014"/>
                <a:gd name="csX19" fmla="*/ 184624 w 216688"/>
                <a:gd name="csY19" fmla="*/ 105981 h 243014"/>
                <a:gd name="csX20" fmla="*/ 164541 w 216688"/>
                <a:gd name="csY20" fmla="*/ 49784 h 243014"/>
                <a:gd name="csX21" fmla="*/ 108428 w 216688"/>
                <a:gd name="csY21" fmla="*/ 29702 h 243014"/>
                <a:gd name="csX22" fmla="*/ 52062 w 216688"/>
                <a:gd name="csY22" fmla="*/ 49615 h 243014"/>
                <a:gd name="csX23" fmla="*/ 32149 w 216688"/>
                <a:gd name="csY23" fmla="*/ 106319 h 243014"/>
                <a:gd name="csX24" fmla="*/ 32149 w 216688"/>
                <a:gd name="csY24" fmla="*/ 137033 h 243014"/>
                <a:gd name="csX25" fmla="*/ 52231 w 216688"/>
                <a:gd name="csY25" fmla="*/ 193230 h 2430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</a:cxnLst>
              <a:rect l="l" t="t" r="r" b="b"/>
              <a:pathLst>
                <a:path w="216688" h="243014">
                  <a:moveTo>
                    <a:pt x="50797" y="230357"/>
                  </a:moveTo>
                  <a:cubicBezTo>
                    <a:pt x="34511" y="221919"/>
                    <a:pt x="21939" y="209769"/>
                    <a:pt x="13163" y="193736"/>
                  </a:cubicBezTo>
                  <a:cubicBezTo>
                    <a:pt x="4388" y="177789"/>
                    <a:pt x="0" y="158888"/>
                    <a:pt x="0" y="137033"/>
                  </a:cubicBezTo>
                  <a:lnTo>
                    <a:pt x="0" y="106319"/>
                  </a:lnTo>
                  <a:cubicBezTo>
                    <a:pt x="0" y="84718"/>
                    <a:pt x="4388" y="65985"/>
                    <a:pt x="13163" y="49953"/>
                  </a:cubicBezTo>
                  <a:cubicBezTo>
                    <a:pt x="21939" y="34005"/>
                    <a:pt x="34427" y="21686"/>
                    <a:pt x="50797" y="12995"/>
                  </a:cubicBezTo>
                  <a:cubicBezTo>
                    <a:pt x="67082" y="4388"/>
                    <a:pt x="86236" y="0"/>
                    <a:pt x="108344" y="0"/>
                  </a:cubicBezTo>
                  <a:cubicBezTo>
                    <a:pt x="130452" y="0"/>
                    <a:pt x="149522" y="4219"/>
                    <a:pt x="165891" y="12657"/>
                  </a:cubicBezTo>
                  <a:cubicBezTo>
                    <a:pt x="182177" y="21095"/>
                    <a:pt x="194749" y="33246"/>
                    <a:pt x="203525" y="49278"/>
                  </a:cubicBezTo>
                  <a:cubicBezTo>
                    <a:pt x="212300" y="65226"/>
                    <a:pt x="216688" y="84127"/>
                    <a:pt x="216688" y="105981"/>
                  </a:cubicBezTo>
                  <a:lnTo>
                    <a:pt x="216688" y="136696"/>
                  </a:lnTo>
                  <a:cubicBezTo>
                    <a:pt x="216688" y="158297"/>
                    <a:pt x="212300" y="177029"/>
                    <a:pt x="203525" y="193061"/>
                  </a:cubicBezTo>
                  <a:cubicBezTo>
                    <a:pt x="194749" y="209009"/>
                    <a:pt x="182177" y="221329"/>
                    <a:pt x="165891" y="230020"/>
                  </a:cubicBezTo>
                  <a:cubicBezTo>
                    <a:pt x="149606" y="238711"/>
                    <a:pt x="130452" y="243014"/>
                    <a:pt x="108344" y="243014"/>
                  </a:cubicBezTo>
                  <a:cubicBezTo>
                    <a:pt x="86236" y="243014"/>
                    <a:pt x="67167" y="238795"/>
                    <a:pt x="50797" y="230357"/>
                  </a:cubicBezTo>
                  <a:close/>
                  <a:moveTo>
                    <a:pt x="52147" y="193230"/>
                  </a:moveTo>
                  <a:cubicBezTo>
                    <a:pt x="65563" y="206647"/>
                    <a:pt x="84211" y="213313"/>
                    <a:pt x="108344" y="213313"/>
                  </a:cubicBezTo>
                  <a:cubicBezTo>
                    <a:pt x="132477" y="213313"/>
                    <a:pt x="151378" y="206647"/>
                    <a:pt x="164710" y="193399"/>
                  </a:cubicBezTo>
                  <a:cubicBezTo>
                    <a:pt x="178042" y="180151"/>
                    <a:pt x="184624" y="161250"/>
                    <a:pt x="184624" y="136696"/>
                  </a:cubicBezTo>
                  <a:lnTo>
                    <a:pt x="184624" y="105981"/>
                  </a:lnTo>
                  <a:cubicBezTo>
                    <a:pt x="184624" y="81933"/>
                    <a:pt x="177958" y="63201"/>
                    <a:pt x="164541" y="49784"/>
                  </a:cubicBezTo>
                  <a:cubicBezTo>
                    <a:pt x="151125" y="36368"/>
                    <a:pt x="132477" y="29702"/>
                    <a:pt x="108428" y="29702"/>
                  </a:cubicBezTo>
                  <a:cubicBezTo>
                    <a:pt x="84380" y="29702"/>
                    <a:pt x="65395" y="36368"/>
                    <a:pt x="52062" y="49615"/>
                  </a:cubicBezTo>
                  <a:cubicBezTo>
                    <a:pt x="38815" y="62863"/>
                    <a:pt x="32149" y="81764"/>
                    <a:pt x="32149" y="106319"/>
                  </a:cubicBezTo>
                  <a:lnTo>
                    <a:pt x="32149" y="137033"/>
                  </a:lnTo>
                  <a:cubicBezTo>
                    <a:pt x="32149" y="161081"/>
                    <a:pt x="38815" y="179814"/>
                    <a:pt x="52231" y="193230"/>
                  </a:cubicBezTo>
                  <a:close/>
                </a:path>
              </a:pathLst>
            </a:custGeom>
            <a:solidFill>
              <a:schemeClr val="bg1"/>
            </a:solidFill>
            <a:ln w="8423" cap="flat">
              <a:noFill/>
              <a:prstDash val="solid"/>
              <a:miter/>
            </a:ln>
          </p:spPr>
          <p:txBody>
            <a:bodyPr/>
            <a:lstStyle/>
            <a:p>
              <a:endParaRPr lang="pt-BR"/>
            </a:p>
          </p:txBody>
        </p:sp>
      </p:grpSp>
    </p:spTree>
    <p:extLst>
      <p:ext uri="{BB962C8B-B14F-4D97-AF65-F5344CB8AC3E}">
        <p14:creationId xmlns:p14="http://schemas.microsoft.com/office/powerpoint/2010/main" val="1778601746"/>
      </p:ext>
    </p:extLst>
  </p:cSld>
  <p:clrMapOvr>
    <a:masterClrMapping/>
  </p:clrMapOvr>
</p:sld>
</file>

<file path=ppt/slides/slide1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A1418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object 5">
            <a:extLst>
              <a:ext uri="{FF2B5EF4-FFF2-40B4-BE49-F238E27FC236}">
                <a16:creationId xmlns:a16="http://schemas.microsoft.com/office/drawing/2014/main" id="{ECA23C7D-9B1A-A67E-6F9B-31965CBCCEAF}"/>
              </a:ext>
            </a:extLst>
          </p:cNvPr>
          <p:cNvSpPr/>
          <p:nvPr/>
        </p:nvSpPr>
        <p:spPr>
          <a:xfrm flipV="1">
            <a:off x="334963" y="87564"/>
            <a:ext cx="11520864" cy="256427"/>
          </a:xfrm>
          <a:custGeom>
            <a:avLst/>
            <a:gdLst/>
            <a:ahLst/>
            <a:cxnLst/>
            <a:rect l="l" t="t" r="r" b="b"/>
            <a:pathLst>
              <a:path w="19125565">
                <a:moveTo>
                  <a:pt x="0" y="0"/>
                </a:moveTo>
                <a:lnTo>
                  <a:pt x="19125114" y="0"/>
                </a:lnTo>
              </a:path>
            </a:pathLst>
          </a:custGeom>
          <a:ln w="635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pPr marL="0" marR="0" lvl="0" indent="0" algn="l" defTabSz="55449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sz="1092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3" name="Picture 8">
            <a:extLst>
              <a:ext uri="{FF2B5EF4-FFF2-40B4-BE49-F238E27FC236}">
                <a16:creationId xmlns:a16="http://schemas.microsoft.com/office/drawing/2014/main" id="{271D5E90-1C87-14A8-D2C5-7258073EC48C}"/>
              </a:ext>
            </a:extLst>
          </p:cNvPr>
          <p:cNvSpPr/>
          <p:nvPr/>
        </p:nvSpPr>
        <p:spPr>
          <a:xfrm>
            <a:off x="11100750" y="513297"/>
            <a:ext cx="755077" cy="256427"/>
          </a:xfrm>
          <a:custGeom>
            <a:avLst/>
            <a:gdLst>
              <a:gd name="connsiteX0" fmla="*/ 729170 w 755077"/>
              <a:gd name="connsiteY0" fmla="*/ 141860 h 256427"/>
              <a:gd name="connsiteX1" fmla="*/ 755078 w 755077"/>
              <a:gd name="connsiteY1" fmla="*/ 82229 h 256427"/>
              <a:gd name="connsiteX2" fmla="*/ 729170 w 755077"/>
              <a:gd name="connsiteY2" fmla="*/ 22599 h 256427"/>
              <a:gd name="connsiteX3" fmla="*/ 662720 w 755077"/>
              <a:gd name="connsiteY3" fmla="*/ 0 h 256427"/>
              <a:gd name="connsiteX4" fmla="*/ 596270 w 755077"/>
              <a:gd name="connsiteY4" fmla="*/ 22599 h 256427"/>
              <a:gd name="connsiteX5" fmla="*/ 570363 w 755077"/>
              <a:gd name="connsiteY5" fmla="*/ 82229 h 256427"/>
              <a:gd name="connsiteX6" fmla="*/ 596270 w 755077"/>
              <a:gd name="connsiteY6" fmla="*/ 141860 h 256427"/>
              <a:gd name="connsiteX7" fmla="*/ 662720 w 755077"/>
              <a:gd name="connsiteY7" fmla="*/ 164459 h 256427"/>
              <a:gd name="connsiteX8" fmla="*/ 729170 w 755077"/>
              <a:gd name="connsiteY8" fmla="*/ 141860 h 256427"/>
              <a:gd name="connsiteX9" fmla="*/ 596089 w 755077"/>
              <a:gd name="connsiteY9" fmla="*/ 82229 h 256427"/>
              <a:gd name="connsiteX10" fmla="*/ 613852 w 755077"/>
              <a:gd name="connsiteY10" fmla="*/ 41282 h 256427"/>
              <a:gd name="connsiteX11" fmla="*/ 662720 w 755077"/>
              <a:gd name="connsiteY11" fmla="*/ 25357 h 256427"/>
              <a:gd name="connsiteX12" fmla="*/ 711588 w 755077"/>
              <a:gd name="connsiteY12" fmla="*/ 41282 h 256427"/>
              <a:gd name="connsiteX13" fmla="*/ 729351 w 755077"/>
              <a:gd name="connsiteY13" fmla="*/ 82229 h 256427"/>
              <a:gd name="connsiteX14" fmla="*/ 711588 w 755077"/>
              <a:gd name="connsiteY14" fmla="*/ 123177 h 256427"/>
              <a:gd name="connsiteX15" fmla="*/ 662720 w 755077"/>
              <a:gd name="connsiteY15" fmla="*/ 139093 h 256427"/>
              <a:gd name="connsiteX16" fmla="*/ 613852 w 755077"/>
              <a:gd name="connsiteY16" fmla="*/ 123177 h 256427"/>
              <a:gd name="connsiteX17" fmla="*/ 596089 w 755077"/>
              <a:gd name="connsiteY17" fmla="*/ 82229 h 256427"/>
              <a:gd name="connsiteX18" fmla="*/ 234957 w 755077"/>
              <a:gd name="connsiteY18" fmla="*/ 204267 h 256427"/>
              <a:gd name="connsiteX19" fmla="*/ 246049 w 755077"/>
              <a:gd name="connsiteY19" fmla="*/ 201210 h 256427"/>
              <a:gd name="connsiteX20" fmla="*/ 257882 w 755077"/>
              <a:gd name="connsiteY20" fmla="*/ 204791 h 256427"/>
              <a:gd name="connsiteX21" fmla="*/ 264390 w 755077"/>
              <a:gd name="connsiteY21" fmla="*/ 214748 h 256427"/>
              <a:gd name="connsiteX22" fmla="*/ 271993 w 755077"/>
              <a:gd name="connsiteY22" fmla="*/ 214748 h 256427"/>
              <a:gd name="connsiteX23" fmla="*/ 263387 w 755077"/>
              <a:gd name="connsiteY23" fmla="*/ 199718 h 256427"/>
              <a:gd name="connsiteX24" fmla="*/ 246401 w 755077"/>
              <a:gd name="connsiteY24" fmla="*/ 194211 h 256427"/>
              <a:gd name="connsiteX25" fmla="*/ 231025 w 755077"/>
              <a:gd name="connsiteY25" fmla="*/ 198099 h 256427"/>
              <a:gd name="connsiteX26" fmla="*/ 220810 w 755077"/>
              <a:gd name="connsiteY26" fmla="*/ 209069 h 256427"/>
              <a:gd name="connsiteX27" fmla="*/ 217231 w 755077"/>
              <a:gd name="connsiteY27" fmla="*/ 225319 h 256427"/>
              <a:gd name="connsiteX28" fmla="*/ 220810 w 755077"/>
              <a:gd name="connsiteY28" fmla="*/ 241615 h 256427"/>
              <a:gd name="connsiteX29" fmla="*/ 231025 w 755077"/>
              <a:gd name="connsiteY29" fmla="*/ 252539 h 256427"/>
              <a:gd name="connsiteX30" fmla="*/ 246401 w 755077"/>
              <a:gd name="connsiteY30" fmla="*/ 256428 h 256427"/>
              <a:gd name="connsiteX31" fmla="*/ 263387 w 755077"/>
              <a:gd name="connsiteY31" fmla="*/ 250920 h 256427"/>
              <a:gd name="connsiteX32" fmla="*/ 271902 w 755077"/>
              <a:gd name="connsiteY32" fmla="*/ 235891 h 256427"/>
              <a:gd name="connsiteX33" fmla="*/ 264300 w 755077"/>
              <a:gd name="connsiteY33" fmla="*/ 235891 h 256427"/>
              <a:gd name="connsiteX34" fmla="*/ 257837 w 755077"/>
              <a:gd name="connsiteY34" fmla="*/ 245892 h 256427"/>
              <a:gd name="connsiteX35" fmla="*/ 246049 w 755077"/>
              <a:gd name="connsiteY35" fmla="*/ 249428 h 256427"/>
              <a:gd name="connsiteX36" fmla="*/ 234957 w 755077"/>
              <a:gd name="connsiteY36" fmla="*/ 246372 h 256427"/>
              <a:gd name="connsiteX37" fmla="*/ 227581 w 755077"/>
              <a:gd name="connsiteY37" fmla="*/ 237808 h 256427"/>
              <a:gd name="connsiteX38" fmla="*/ 225005 w 755077"/>
              <a:gd name="connsiteY38" fmla="*/ 225310 h 256427"/>
              <a:gd name="connsiteX39" fmla="*/ 227581 w 755077"/>
              <a:gd name="connsiteY39" fmla="*/ 212776 h 256427"/>
              <a:gd name="connsiteX40" fmla="*/ 234957 w 755077"/>
              <a:gd name="connsiteY40" fmla="*/ 204258 h 256427"/>
              <a:gd name="connsiteX41" fmla="*/ 330858 w 755077"/>
              <a:gd name="connsiteY41" fmla="*/ 194744 h 256427"/>
              <a:gd name="connsiteX42" fmla="*/ 307536 w 755077"/>
              <a:gd name="connsiteY42" fmla="*/ 255903 h 256427"/>
              <a:gd name="connsiteX43" fmla="*/ 315392 w 755077"/>
              <a:gd name="connsiteY43" fmla="*/ 255903 h 256427"/>
              <a:gd name="connsiteX44" fmla="*/ 321855 w 755077"/>
              <a:gd name="connsiteY44" fmla="*/ 239390 h 256427"/>
              <a:gd name="connsiteX45" fmla="*/ 348495 w 755077"/>
              <a:gd name="connsiteY45" fmla="*/ 239390 h 256427"/>
              <a:gd name="connsiteX46" fmla="*/ 354958 w 755077"/>
              <a:gd name="connsiteY46" fmla="*/ 255903 h 256427"/>
              <a:gd name="connsiteX47" fmla="*/ 363076 w 755077"/>
              <a:gd name="connsiteY47" fmla="*/ 255903 h 256427"/>
              <a:gd name="connsiteX48" fmla="*/ 339844 w 755077"/>
              <a:gd name="connsiteY48" fmla="*/ 194744 h 256427"/>
              <a:gd name="connsiteX49" fmla="*/ 330849 w 755077"/>
              <a:gd name="connsiteY49" fmla="*/ 194744 h 256427"/>
              <a:gd name="connsiteX50" fmla="*/ 324133 w 755077"/>
              <a:gd name="connsiteY50" fmla="*/ 232490 h 256427"/>
              <a:gd name="connsiteX51" fmla="*/ 335134 w 755077"/>
              <a:gd name="connsiteY51" fmla="*/ 203046 h 256427"/>
              <a:gd name="connsiteX52" fmla="*/ 346226 w 755077"/>
              <a:gd name="connsiteY52" fmla="*/ 232490 h 256427"/>
              <a:gd name="connsiteX53" fmla="*/ 324124 w 755077"/>
              <a:gd name="connsiteY53" fmla="*/ 232490 h 256427"/>
              <a:gd name="connsiteX54" fmla="*/ 715231 w 755077"/>
              <a:gd name="connsiteY54" fmla="*/ 194744 h 256427"/>
              <a:gd name="connsiteX55" fmla="*/ 707638 w 755077"/>
              <a:gd name="connsiteY55" fmla="*/ 194744 h 256427"/>
              <a:gd name="connsiteX56" fmla="*/ 707638 w 755077"/>
              <a:gd name="connsiteY56" fmla="*/ 255903 h 256427"/>
              <a:gd name="connsiteX57" fmla="*/ 743100 w 755077"/>
              <a:gd name="connsiteY57" fmla="*/ 255903 h 256427"/>
              <a:gd name="connsiteX58" fmla="*/ 743100 w 755077"/>
              <a:gd name="connsiteY58" fmla="*/ 248913 h 256427"/>
              <a:gd name="connsiteX59" fmla="*/ 715240 w 755077"/>
              <a:gd name="connsiteY59" fmla="*/ 248913 h 256427"/>
              <a:gd name="connsiteX60" fmla="*/ 715240 w 755077"/>
              <a:gd name="connsiteY60" fmla="*/ 194744 h 256427"/>
              <a:gd name="connsiteX61" fmla="*/ 247423 w 755077"/>
              <a:gd name="connsiteY61" fmla="*/ 2089 h 256427"/>
              <a:gd name="connsiteX62" fmla="*/ 222392 w 755077"/>
              <a:gd name="connsiteY62" fmla="*/ 2089 h 256427"/>
              <a:gd name="connsiteX63" fmla="*/ 222392 w 755077"/>
              <a:gd name="connsiteY63" fmla="*/ 162361 h 256427"/>
              <a:gd name="connsiteX64" fmla="*/ 247423 w 755077"/>
              <a:gd name="connsiteY64" fmla="*/ 162361 h 256427"/>
              <a:gd name="connsiteX65" fmla="*/ 247423 w 755077"/>
              <a:gd name="connsiteY65" fmla="*/ 2089 h 256427"/>
              <a:gd name="connsiteX66" fmla="*/ 79458 w 755077"/>
              <a:gd name="connsiteY66" fmla="*/ 61810 h 256427"/>
              <a:gd name="connsiteX67" fmla="*/ 79458 w 755077"/>
              <a:gd name="connsiteY67" fmla="*/ 162370 h 256427"/>
              <a:gd name="connsiteX68" fmla="*/ 105230 w 755077"/>
              <a:gd name="connsiteY68" fmla="*/ 162370 h 256427"/>
              <a:gd name="connsiteX69" fmla="*/ 105212 w 755077"/>
              <a:gd name="connsiteY69" fmla="*/ 61810 h 256427"/>
              <a:gd name="connsiteX70" fmla="*/ 93786 w 755077"/>
              <a:gd name="connsiteY70" fmla="*/ 28296 h 256427"/>
              <a:gd name="connsiteX71" fmla="*/ 92330 w 755077"/>
              <a:gd name="connsiteY71" fmla="*/ 26415 h 256427"/>
              <a:gd name="connsiteX72" fmla="*/ 90875 w 755077"/>
              <a:gd name="connsiteY72" fmla="*/ 28296 h 256427"/>
              <a:gd name="connsiteX73" fmla="*/ 79449 w 755077"/>
              <a:gd name="connsiteY73" fmla="*/ 61810 h 256427"/>
              <a:gd name="connsiteX74" fmla="*/ 46608 w 755077"/>
              <a:gd name="connsiteY74" fmla="*/ 2089 h 256427"/>
              <a:gd name="connsiteX75" fmla="*/ 0 w 755077"/>
              <a:gd name="connsiteY75" fmla="*/ 2089 h 256427"/>
              <a:gd name="connsiteX76" fmla="*/ 0 w 755077"/>
              <a:gd name="connsiteY76" fmla="*/ 26415 h 256427"/>
              <a:gd name="connsiteX77" fmla="*/ 92330 w 755077"/>
              <a:gd name="connsiteY77" fmla="*/ 26415 h 256427"/>
              <a:gd name="connsiteX78" fmla="*/ 90043 w 755077"/>
              <a:gd name="connsiteY78" fmla="*/ 23458 h 256427"/>
              <a:gd name="connsiteX79" fmla="*/ 46608 w 755077"/>
              <a:gd name="connsiteY79" fmla="*/ 2089 h 256427"/>
              <a:gd name="connsiteX80" fmla="*/ 94618 w 755077"/>
              <a:gd name="connsiteY80" fmla="*/ 23458 h 256427"/>
              <a:gd name="connsiteX81" fmla="*/ 92330 w 755077"/>
              <a:gd name="connsiteY81" fmla="*/ 26415 h 256427"/>
              <a:gd name="connsiteX82" fmla="*/ 184661 w 755077"/>
              <a:gd name="connsiteY82" fmla="*/ 26415 h 256427"/>
              <a:gd name="connsiteX83" fmla="*/ 184661 w 755077"/>
              <a:gd name="connsiteY83" fmla="*/ 2089 h 256427"/>
              <a:gd name="connsiteX84" fmla="*/ 138053 w 755077"/>
              <a:gd name="connsiteY84" fmla="*/ 2089 h 256427"/>
              <a:gd name="connsiteX85" fmla="*/ 94608 w 755077"/>
              <a:gd name="connsiteY85" fmla="*/ 23458 h 256427"/>
              <a:gd name="connsiteX86" fmla="*/ 507601 w 755077"/>
              <a:gd name="connsiteY86" fmla="*/ 162361 h 256427"/>
              <a:gd name="connsiteX87" fmla="*/ 532631 w 755077"/>
              <a:gd name="connsiteY87" fmla="*/ 162361 h 256427"/>
              <a:gd name="connsiteX88" fmla="*/ 532631 w 755077"/>
              <a:gd name="connsiteY88" fmla="*/ 2089 h 256427"/>
              <a:gd name="connsiteX89" fmla="*/ 507601 w 755077"/>
              <a:gd name="connsiteY89" fmla="*/ 2089 h 256427"/>
              <a:gd name="connsiteX90" fmla="*/ 507601 w 755077"/>
              <a:gd name="connsiteY90" fmla="*/ 162361 h 256427"/>
              <a:gd name="connsiteX91" fmla="*/ 488238 w 755077"/>
              <a:gd name="connsiteY91" fmla="*/ 255903 h 256427"/>
              <a:gd name="connsiteX92" fmla="*/ 495840 w 755077"/>
              <a:gd name="connsiteY92" fmla="*/ 255903 h 256427"/>
              <a:gd name="connsiteX93" fmla="*/ 495840 w 755077"/>
              <a:gd name="connsiteY93" fmla="*/ 194744 h 256427"/>
              <a:gd name="connsiteX94" fmla="*/ 488238 w 755077"/>
              <a:gd name="connsiteY94" fmla="*/ 194744 h 256427"/>
              <a:gd name="connsiteX95" fmla="*/ 488238 w 755077"/>
              <a:gd name="connsiteY95" fmla="*/ 255903 h 256427"/>
              <a:gd name="connsiteX96" fmla="*/ 537151 w 755077"/>
              <a:gd name="connsiteY96" fmla="*/ 201735 h 256427"/>
              <a:gd name="connsiteX97" fmla="*/ 556975 w 755077"/>
              <a:gd name="connsiteY97" fmla="*/ 201735 h 256427"/>
              <a:gd name="connsiteX98" fmla="*/ 556975 w 755077"/>
              <a:gd name="connsiteY98" fmla="*/ 255903 h 256427"/>
              <a:gd name="connsiteX99" fmla="*/ 564577 w 755077"/>
              <a:gd name="connsiteY99" fmla="*/ 255903 h 256427"/>
              <a:gd name="connsiteX100" fmla="*/ 564577 w 755077"/>
              <a:gd name="connsiteY100" fmla="*/ 201735 h 256427"/>
              <a:gd name="connsiteX101" fmla="*/ 584401 w 755077"/>
              <a:gd name="connsiteY101" fmla="*/ 201735 h 256427"/>
              <a:gd name="connsiteX102" fmla="*/ 584401 w 755077"/>
              <a:gd name="connsiteY102" fmla="*/ 194744 h 256427"/>
              <a:gd name="connsiteX103" fmla="*/ 537151 w 755077"/>
              <a:gd name="connsiteY103" fmla="*/ 194744 h 256427"/>
              <a:gd name="connsiteX104" fmla="*/ 537151 w 755077"/>
              <a:gd name="connsiteY104" fmla="*/ 201735 h 256427"/>
              <a:gd name="connsiteX105" fmla="*/ 283346 w 755077"/>
              <a:gd name="connsiteY105" fmla="*/ 2089 h 256427"/>
              <a:gd name="connsiteX106" fmla="*/ 340377 w 755077"/>
              <a:gd name="connsiteY106" fmla="*/ 138134 h 256427"/>
              <a:gd name="connsiteX107" fmla="*/ 376047 w 755077"/>
              <a:gd name="connsiteY107" fmla="*/ 164450 h 256427"/>
              <a:gd name="connsiteX108" fmla="*/ 377512 w 755077"/>
              <a:gd name="connsiteY108" fmla="*/ 164450 h 256427"/>
              <a:gd name="connsiteX109" fmla="*/ 312237 w 755077"/>
              <a:gd name="connsiteY109" fmla="*/ 2089 h 256427"/>
              <a:gd name="connsiteX110" fmla="*/ 283346 w 755077"/>
              <a:gd name="connsiteY110" fmla="*/ 2089 h 256427"/>
              <a:gd name="connsiteX111" fmla="*/ 437309 w 755077"/>
              <a:gd name="connsiteY111" fmla="*/ 197059 h 256427"/>
              <a:gd name="connsiteX112" fmla="*/ 426651 w 755077"/>
              <a:gd name="connsiteY112" fmla="*/ 194744 h 256427"/>
              <a:gd name="connsiteX113" fmla="*/ 403157 w 755077"/>
              <a:gd name="connsiteY113" fmla="*/ 194744 h 256427"/>
              <a:gd name="connsiteX114" fmla="*/ 403157 w 755077"/>
              <a:gd name="connsiteY114" fmla="*/ 255903 h 256427"/>
              <a:gd name="connsiteX115" fmla="*/ 410759 w 755077"/>
              <a:gd name="connsiteY115" fmla="*/ 255903 h 256427"/>
              <a:gd name="connsiteX116" fmla="*/ 410759 w 755077"/>
              <a:gd name="connsiteY116" fmla="*/ 232400 h 256427"/>
              <a:gd name="connsiteX117" fmla="*/ 426660 w 755077"/>
              <a:gd name="connsiteY117" fmla="*/ 232400 h 256427"/>
              <a:gd name="connsiteX118" fmla="*/ 437273 w 755077"/>
              <a:gd name="connsiteY118" fmla="*/ 230085 h 256427"/>
              <a:gd name="connsiteX119" fmla="*/ 444387 w 755077"/>
              <a:gd name="connsiteY119" fmla="*/ 223492 h 256427"/>
              <a:gd name="connsiteX120" fmla="*/ 446918 w 755077"/>
              <a:gd name="connsiteY120" fmla="*/ 213536 h 256427"/>
              <a:gd name="connsiteX121" fmla="*/ 444432 w 755077"/>
              <a:gd name="connsiteY121" fmla="*/ 203616 h 256427"/>
              <a:gd name="connsiteX122" fmla="*/ 437318 w 755077"/>
              <a:gd name="connsiteY122" fmla="*/ 197059 h 256427"/>
              <a:gd name="connsiteX123" fmla="*/ 435564 w 755077"/>
              <a:gd name="connsiteY123" fmla="*/ 222181 h 256427"/>
              <a:gd name="connsiteX124" fmla="*/ 425955 w 755077"/>
              <a:gd name="connsiteY124" fmla="*/ 225419 h 256427"/>
              <a:gd name="connsiteX125" fmla="*/ 410759 w 755077"/>
              <a:gd name="connsiteY125" fmla="*/ 225419 h 256427"/>
              <a:gd name="connsiteX126" fmla="*/ 410759 w 755077"/>
              <a:gd name="connsiteY126" fmla="*/ 201744 h 256427"/>
              <a:gd name="connsiteX127" fmla="*/ 426045 w 755077"/>
              <a:gd name="connsiteY127" fmla="*/ 201744 h 256427"/>
              <a:gd name="connsiteX128" fmla="*/ 435609 w 755077"/>
              <a:gd name="connsiteY128" fmla="*/ 204936 h 256427"/>
              <a:gd name="connsiteX129" fmla="*/ 439144 w 755077"/>
              <a:gd name="connsiteY129" fmla="*/ 213545 h 256427"/>
              <a:gd name="connsiteX130" fmla="*/ 435564 w 755077"/>
              <a:gd name="connsiteY130" fmla="*/ 222190 h 256427"/>
              <a:gd name="connsiteX131" fmla="*/ 377503 w 755077"/>
              <a:gd name="connsiteY131" fmla="*/ 164459 h 256427"/>
              <a:gd name="connsiteX132" fmla="*/ 378967 w 755077"/>
              <a:gd name="connsiteY132" fmla="*/ 164459 h 256427"/>
              <a:gd name="connsiteX133" fmla="*/ 414637 w 755077"/>
              <a:gd name="connsiteY133" fmla="*/ 138143 h 256427"/>
              <a:gd name="connsiteX134" fmla="*/ 471668 w 755077"/>
              <a:gd name="connsiteY134" fmla="*/ 2098 h 256427"/>
              <a:gd name="connsiteX135" fmla="*/ 442778 w 755077"/>
              <a:gd name="connsiteY135" fmla="*/ 2098 h 256427"/>
              <a:gd name="connsiteX136" fmla="*/ 377503 w 755077"/>
              <a:gd name="connsiteY136" fmla="*/ 164468 h 256427"/>
              <a:gd name="connsiteX137" fmla="*/ 635303 w 755077"/>
              <a:gd name="connsiteY137" fmla="*/ 194744 h 256427"/>
              <a:gd name="connsiteX138" fmla="*/ 611981 w 755077"/>
              <a:gd name="connsiteY138" fmla="*/ 255903 h 256427"/>
              <a:gd name="connsiteX139" fmla="*/ 619845 w 755077"/>
              <a:gd name="connsiteY139" fmla="*/ 255903 h 256427"/>
              <a:gd name="connsiteX140" fmla="*/ 626309 w 755077"/>
              <a:gd name="connsiteY140" fmla="*/ 239390 h 256427"/>
              <a:gd name="connsiteX141" fmla="*/ 652948 w 755077"/>
              <a:gd name="connsiteY141" fmla="*/ 239390 h 256427"/>
              <a:gd name="connsiteX142" fmla="*/ 659412 w 755077"/>
              <a:gd name="connsiteY142" fmla="*/ 255903 h 256427"/>
              <a:gd name="connsiteX143" fmla="*/ 667529 w 755077"/>
              <a:gd name="connsiteY143" fmla="*/ 255903 h 256427"/>
              <a:gd name="connsiteX144" fmla="*/ 644298 w 755077"/>
              <a:gd name="connsiteY144" fmla="*/ 194744 h 256427"/>
              <a:gd name="connsiteX145" fmla="*/ 635303 w 755077"/>
              <a:gd name="connsiteY145" fmla="*/ 194744 h 256427"/>
              <a:gd name="connsiteX146" fmla="*/ 628578 w 755077"/>
              <a:gd name="connsiteY146" fmla="*/ 232490 h 256427"/>
              <a:gd name="connsiteX147" fmla="*/ 639579 w 755077"/>
              <a:gd name="connsiteY147" fmla="*/ 203046 h 256427"/>
              <a:gd name="connsiteX148" fmla="*/ 650670 w 755077"/>
              <a:gd name="connsiteY148" fmla="*/ 232490 h 256427"/>
              <a:gd name="connsiteX149" fmla="*/ 628569 w 755077"/>
              <a:gd name="connsiteY149" fmla="*/ 232490 h 2564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55077" h="256427">
                <a:moveTo>
                  <a:pt x="729170" y="141860"/>
                </a:moveTo>
                <a:cubicBezTo>
                  <a:pt x="745876" y="127092"/>
                  <a:pt x="755078" y="105913"/>
                  <a:pt x="755078" y="82229"/>
                </a:cubicBezTo>
                <a:cubicBezTo>
                  <a:pt x="755078" y="58545"/>
                  <a:pt x="745876" y="37366"/>
                  <a:pt x="729170" y="22599"/>
                </a:cubicBezTo>
                <a:cubicBezTo>
                  <a:pt x="712447" y="7813"/>
                  <a:pt x="689468" y="0"/>
                  <a:pt x="662720" y="0"/>
                </a:cubicBezTo>
                <a:cubicBezTo>
                  <a:pt x="635972" y="0"/>
                  <a:pt x="612993" y="7813"/>
                  <a:pt x="596270" y="22599"/>
                </a:cubicBezTo>
                <a:cubicBezTo>
                  <a:pt x="579565" y="37366"/>
                  <a:pt x="570363" y="58545"/>
                  <a:pt x="570363" y="82229"/>
                </a:cubicBezTo>
                <a:cubicBezTo>
                  <a:pt x="570363" y="105913"/>
                  <a:pt x="579565" y="127092"/>
                  <a:pt x="596270" y="141860"/>
                </a:cubicBezTo>
                <a:cubicBezTo>
                  <a:pt x="612993" y="156645"/>
                  <a:pt x="635972" y="164459"/>
                  <a:pt x="662720" y="164459"/>
                </a:cubicBezTo>
                <a:cubicBezTo>
                  <a:pt x="689468" y="164459"/>
                  <a:pt x="712447" y="156645"/>
                  <a:pt x="729170" y="141860"/>
                </a:cubicBezTo>
                <a:close/>
                <a:moveTo>
                  <a:pt x="596089" y="82229"/>
                </a:moveTo>
                <a:cubicBezTo>
                  <a:pt x="596089" y="65554"/>
                  <a:pt x="602227" y="51401"/>
                  <a:pt x="613852" y="41282"/>
                </a:cubicBezTo>
                <a:cubicBezTo>
                  <a:pt x="625821" y="30864"/>
                  <a:pt x="642716" y="25357"/>
                  <a:pt x="662720" y="25357"/>
                </a:cubicBezTo>
                <a:cubicBezTo>
                  <a:pt x="682725" y="25357"/>
                  <a:pt x="699620" y="30864"/>
                  <a:pt x="711588" y="41282"/>
                </a:cubicBezTo>
                <a:cubicBezTo>
                  <a:pt x="723204" y="51392"/>
                  <a:pt x="729351" y="65554"/>
                  <a:pt x="729351" y="82229"/>
                </a:cubicBezTo>
                <a:cubicBezTo>
                  <a:pt x="729351" y="98905"/>
                  <a:pt x="723213" y="113057"/>
                  <a:pt x="711588" y="123177"/>
                </a:cubicBezTo>
                <a:cubicBezTo>
                  <a:pt x="699620" y="133594"/>
                  <a:pt x="682725" y="139093"/>
                  <a:pt x="662720" y="139093"/>
                </a:cubicBezTo>
                <a:cubicBezTo>
                  <a:pt x="642716" y="139093"/>
                  <a:pt x="625812" y="133585"/>
                  <a:pt x="613852" y="123177"/>
                </a:cubicBezTo>
                <a:cubicBezTo>
                  <a:pt x="602236" y="113057"/>
                  <a:pt x="596089" y="98905"/>
                  <a:pt x="596089" y="82229"/>
                </a:cubicBezTo>
                <a:close/>
                <a:moveTo>
                  <a:pt x="234957" y="204267"/>
                </a:moveTo>
                <a:cubicBezTo>
                  <a:pt x="238157" y="202232"/>
                  <a:pt x="241855" y="201210"/>
                  <a:pt x="246049" y="201210"/>
                </a:cubicBezTo>
                <a:cubicBezTo>
                  <a:pt x="250704" y="201210"/>
                  <a:pt x="254655" y="202404"/>
                  <a:pt x="257882" y="204791"/>
                </a:cubicBezTo>
                <a:cubicBezTo>
                  <a:pt x="261109" y="207179"/>
                  <a:pt x="263278" y="210497"/>
                  <a:pt x="264390" y="214748"/>
                </a:cubicBezTo>
                <a:lnTo>
                  <a:pt x="271993" y="214748"/>
                </a:lnTo>
                <a:cubicBezTo>
                  <a:pt x="270826" y="208399"/>
                  <a:pt x="267961" y="203389"/>
                  <a:pt x="263387" y="199718"/>
                </a:cubicBezTo>
                <a:cubicBezTo>
                  <a:pt x="258813" y="196046"/>
                  <a:pt x="253154" y="194211"/>
                  <a:pt x="246401" y="194211"/>
                </a:cubicBezTo>
                <a:cubicBezTo>
                  <a:pt x="240580" y="194211"/>
                  <a:pt x="235454" y="195504"/>
                  <a:pt x="231025" y="198099"/>
                </a:cubicBezTo>
                <a:cubicBezTo>
                  <a:pt x="226605" y="200695"/>
                  <a:pt x="223197" y="204348"/>
                  <a:pt x="220810" y="209069"/>
                </a:cubicBezTo>
                <a:cubicBezTo>
                  <a:pt x="218424" y="213789"/>
                  <a:pt x="217231" y="219206"/>
                  <a:pt x="217231" y="225319"/>
                </a:cubicBezTo>
                <a:cubicBezTo>
                  <a:pt x="217231" y="231432"/>
                  <a:pt x="218424" y="236921"/>
                  <a:pt x="220810" y="241615"/>
                </a:cubicBezTo>
                <a:cubicBezTo>
                  <a:pt x="223197" y="246308"/>
                  <a:pt x="226605" y="249944"/>
                  <a:pt x="231025" y="252539"/>
                </a:cubicBezTo>
                <a:cubicBezTo>
                  <a:pt x="235445" y="255134"/>
                  <a:pt x="240571" y="256428"/>
                  <a:pt x="246401" y="256428"/>
                </a:cubicBezTo>
                <a:cubicBezTo>
                  <a:pt x="253217" y="256428"/>
                  <a:pt x="258876" y="254592"/>
                  <a:pt x="263387" y="250920"/>
                </a:cubicBezTo>
                <a:cubicBezTo>
                  <a:pt x="267898" y="247249"/>
                  <a:pt x="270736" y="242239"/>
                  <a:pt x="271902" y="235891"/>
                </a:cubicBezTo>
                <a:lnTo>
                  <a:pt x="264300" y="235891"/>
                </a:lnTo>
                <a:cubicBezTo>
                  <a:pt x="263134" y="240204"/>
                  <a:pt x="260982" y="243532"/>
                  <a:pt x="257837" y="245892"/>
                </a:cubicBezTo>
                <a:cubicBezTo>
                  <a:pt x="254691" y="248253"/>
                  <a:pt x="250759" y="249428"/>
                  <a:pt x="246049" y="249428"/>
                </a:cubicBezTo>
                <a:cubicBezTo>
                  <a:pt x="241855" y="249428"/>
                  <a:pt x="238157" y="248406"/>
                  <a:pt x="234957" y="246372"/>
                </a:cubicBezTo>
                <a:cubicBezTo>
                  <a:pt x="231757" y="244337"/>
                  <a:pt x="229289" y="241479"/>
                  <a:pt x="227581" y="237808"/>
                </a:cubicBezTo>
                <a:cubicBezTo>
                  <a:pt x="225863" y="234136"/>
                  <a:pt x="225005" y="229976"/>
                  <a:pt x="225005" y="225310"/>
                </a:cubicBezTo>
                <a:cubicBezTo>
                  <a:pt x="225005" y="220644"/>
                  <a:pt x="225863" y="216412"/>
                  <a:pt x="227581" y="212776"/>
                </a:cubicBezTo>
                <a:cubicBezTo>
                  <a:pt x="229299" y="209141"/>
                  <a:pt x="231757" y="206301"/>
                  <a:pt x="234957" y="204258"/>
                </a:cubicBezTo>
                <a:close/>
                <a:moveTo>
                  <a:pt x="330858" y="194744"/>
                </a:moveTo>
                <a:lnTo>
                  <a:pt x="307536" y="255903"/>
                </a:lnTo>
                <a:lnTo>
                  <a:pt x="315392" y="255903"/>
                </a:lnTo>
                <a:lnTo>
                  <a:pt x="321855" y="239390"/>
                </a:lnTo>
                <a:lnTo>
                  <a:pt x="348495" y="239390"/>
                </a:lnTo>
                <a:lnTo>
                  <a:pt x="354958" y="255903"/>
                </a:lnTo>
                <a:lnTo>
                  <a:pt x="363076" y="255903"/>
                </a:lnTo>
                <a:lnTo>
                  <a:pt x="339844" y="194744"/>
                </a:lnTo>
                <a:lnTo>
                  <a:pt x="330849" y="194744"/>
                </a:lnTo>
                <a:close/>
                <a:moveTo>
                  <a:pt x="324133" y="232490"/>
                </a:moveTo>
                <a:lnTo>
                  <a:pt x="335134" y="203046"/>
                </a:lnTo>
                <a:lnTo>
                  <a:pt x="346226" y="232490"/>
                </a:lnTo>
                <a:lnTo>
                  <a:pt x="324124" y="232490"/>
                </a:lnTo>
                <a:close/>
                <a:moveTo>
                  <a:pt x="715231" y="194744"/>
                </a:moveTo>
                <a:lnTo>
                  <a:pt x="707638" y="194744"/>
                </a:lnTo>
                <a:lnTo>
                  <a:pt x="707638" y="255903"/>
                </a:lnTo>
                <a:lnTo>
                  <a:pt x="743100" y="255903"/>
                </a:lnTo>
                <a:lnTo>
                  <a:pt x="743100" y="248913"/>
                </a:lnTo>
                <a:lnTo>
                  <a:pt x="715240" y="248913"/>
                </a:lnTo>
                <a:lnTo>
                  <a:pt x="715240" y="194744"/>
                </a:lnTo>
                <a:close/>
                <a:moveTo>
                  <a:pt x="247423" y="2089"/>
                </a:moveTo>
                <a:lnTo>
                  <a:pt x="222392" y="2089"/>
                </a:lnTo>
                <a:lnTo>
                  <a:pt x="222392" y="162361"/>
                </a:lnTo>
                <a:lnTo>
                  <a:pt x="247423" y="162361"/>
                </a:lnTo>
                <a:lnTo>
                  <a:pt x="247423" y="2089"/>
                </a:lnTo>
                <a:close/>
                <a:moveTo>
                  <a:pt x="79458" y="61810"/>
                </a:moveTo>
                <a:lnTo>
                  <a:pt x="79458" y="162370"/>
                </a:lnTo>
                <a:cubicBezTo>
                  <a:pt x="79458" y="162370"/>
                  <a:pt x="105230" y="162370"/>
                  <a:pt x="105230" y="162370"/>
                </a:cubicBezTo>
                <a:lnTo>
                  <a:pt x="105212" y="61810"/>
                </a:lnTo>
                <a:cubicBezTo>
                  <a:pt x="105212" y="49575"/>
                  <a:pt x="101262" y="37981"/>
                  <a:pt x="93786" y="28296"/>
                </a:cubicBezTo>
                <a:lnTo>
                  <a:pt x="92330" y="26415"/>
                </a:lnTo>
                <a:lnTo>
                  <a:pt x="90875" y="28296"/>
                </a:lnTo>
                <a:cubicBezTo>
                  <a:pt x="83399" y="37981"/>
                  <a:pt x="79449" y="49566"/>
                  <a:pt x="79449" y="61810"/>
                </a:cubicBezTo>
                <a:close/>
                <a:moveTo>
                  <a:pt x="46608" y="2089"/>
                </a:moveTo>
                <a:lnTo>
                  <a:pt x="0" y="2089"/>
                </a:lnTo>
                <a:lnTo>
                  <a:pt x="0" y="26415"/>
                </a:lnTo>
                <a:lnTo>
                  <a:pt x="92330" y="26415"/>
                </a:lnTo>
                <a:lnTo>
                  <a:pt x="90043" y="23458"/>
                </a:lnTo>
                <a:cubicBezTo>
                  <a:pt x="79558" y="9884"/>
                  <a:pt x="63720" y="2089"/>
                  <a:pt x="46608" y="2089"/>
                </a:cubicBezTo>
                <a:close/>
                <a:moveTo>
                  <a:pt x="94618" y="23458"/>
                </a:moveTo>
                <a:lnTo>
                  <a:pt x="92330" y="26415"/>
                </a:lnTo>
                <a:lnTo>
                  <a:pt x="184661" y="26415"/>
                </a:lnTo>
                <a:lnTo>
                  <a:pt x="184661" y="2089"/>
                </a:lnTo>
                <a:lnTo>
                  <a:pt x="138053" y="2089"/>
                </a:lnTo>
                <a:cubicBezTo>
                  <a:pt x="120932" y="2089"/>
                  <a:pt x="105103" y="9875"/>
                  <a:pt x="94608" y="23458"/>
                </a:cubicBezTo>
                <a:close/>
                <a:moveTo>
                  <a:pt x="507601" y="162361"/>
                </a:moveTo>
                <a:lnTo>
                  <a:pt x="532631" y="162361"/>
                </a:lnTo>
                <a:lnTo>
                  <a:pt x="532631" y="2089"/>
                </a:lnTo>
                <a:lnTo>
                  <a:pt x="507601" y="2089"/>
                </a:lnTo>
                <a:lnTo>
                  <a:pt x="507601" y="162361"/>
                </a:lnTo>
                <a:close/>
                <a:moveTo>
                  <a:pt x="488238" y="255903"/>
                </a:moveTo>
                <a:lnTo>
                  <a:pt x="495840" y="255903"/>
                </a:lnTo>
                <a:lnTo>
                  <a:pt x="495840" y="194744"/>
                </a:lnTo>
                <a:lnTo>
                  <a:pt x="488238" y="194744"/>
                </a:lnTo>
                <a:lnTo>
                  <a:pt x="488238" y="255903"/>
                </a:lnTo>
                <a:close/>
                <a:moveTo>
                  <a:pt x="537151" y="201735"/>
                </a:moveTo>
                <a:lnTo>
                  <a:pt x="556975" y="201735"/>
                </a:lnTo>
                <a:lnTo>
                  <a:pt x="556975" y="255903"/>
                </a:lnTo>
                <a:lnTo>
                  <a:pt x="564577" y="255903"/>
                </a:lnTo>
                <a:lnTo>
                  <a:pt x="564577" y="201735"/>
                </a:lnTo>
                <a:lnTo>
                  <a:pt x="584401" y="201735"/>
                </a:lnTo>
                <a:lnTo>
                  <a:pt x="584401" y="194744"/>
                </a:lnTo>
                <a:lnTo>
                  <a:pt x="537151" y="194744"/>
                </a:lnTo>
                <a:lnTo>
                  <a:pt x="537151" y="201735"/>
                </a:lnTo>
                <a:close/>
                <a:moveTo>
                  <a:pt x="283346" y="2089"/>
                </a:moveTo>
                <a:cubicBezTo>
                  <a:pt x="283346" y="2089"/>
                  <a:pt x="330958" y="115571"/>
                  <a:pt x="340377" y="138134"/>
                </a:cubicBezTo>
                <a:cubicBezTo>
                  <a:pt x="351360" y="164450"/>
                  <a:pt x="369195" y="164450"/>
                  <a:pt x="376047" y="164450"/>
                </a:cubicBezTo>
                <a:lnTo>
                  <a:pt x="377512" y="164450"/>
                </a:lnTo>
                <a:lnTo>
                  <a:pt x="312237" y="2089"/>
                </a:lnTo>
                <a:lnTo>
                  <a:pt x="283346" y="2089"/>
                </a:lnTo>
                <a:close/>
                <a:moveTo>
                  <a:pt x="437309" y="197059"/>
                </a:moveTo>
                <a:cubicBezTo>
                  <a:pt x="434217" y="195513"/>
                  <a:pt x="430674" y="194744"/>
                  <a:pt x="426651" y="194744"/>
                </a:cubicBezTo>
                <a:lnTo>
                  <a:pt x="403157" y="194744"/>
                </a:lnTo>
                <a:lnTo>
                  <a:pt x="403157" y="255903"/>
                </a:lnTo>
                <a:lnTo>
                  <a:pt x="410759" y="255903"/>
                </a:lnTo>
                <a:lnTo>
                  <a:pt x="410759" y="232400"/>
                </a:lnTo>
                <a:lnTo>
                  <a:pt x="426660" y="232400"/>
                </a:lnTo>
                <a:cubicBezTo>
                  <a:pt x="430674" y="232400"/>
                  <a:pt x="434217" y="231631"/>
                  <a:pt x="437273" y="230085"/>
                </a:cubicBezTo>
                <a:cubicBezTo>
                  <a:pt x="440328" y="228538"/>
                  <a:pt x="442696" y="226341"/>
                  <a:pt x="444387" y="223492"/>
                </a:cubicBezTo>
                <a:cubicBezTo>
                  <a:pt x="446077" y="220635"/>
                  <a:pt x="446918" y="217316"/>
                  <a:pt x="446918" y="213536"/>
                </a:cubicBezTo>
                <a:cubicBezTo>
                  <a:pt x="446918" y="209756"/>
                  <a:pt x="446086" y="206446"/>
                  <a:pt x="444432" y="203616"/>
                </a:cubicBezTo>
                <a:cubicBezTo>
                  <a:pt x="442769" y="200794"/>
                  <a:pt x="440400" y="198606"/>
                  <a:pt x="437318" y="197059"/>
                </a:cubicBezTo>
                <a:close/>
                <a:moveTo>
                  <a:pt x="435564" y="222181"/>
                </a:moveTo>
                <a:cubicBezTo>
                  <a:pt x="433178" y="224333"/>
                  <a:pt x="429978" y="225419"/>
                  <a:pt x="425955" y="225419"/>
                </a:cubicBezTo>
                <a:lnTo>
                  <a:pt x="410759" y="225419"/>
                </a:lnTo>
                <a:lnTo>
                  <a:pt x="410759" y="201744"/>
                </a:lnTo>
                <a:lnTo>
                  <a:pt x="426045" y="201744"/>
                </a:lnTo>
                <a:cubicBezTo>
                  <a:pt x="430059" y="201744"/>
                  <a:pt x="433250" y="202811"/>
                  <a:pt x="435609" y="204936"/>
                </a:cubicBezTo>
                <a:cubicBezTo>
                  <a:pt x="437969" y="207061"/>
                  <a:pt x="439144" y="209928"/>
                  <a:pt x="439144" y="213545"/>
                </a:cubicBezTo>
                <a:cubicBezTo>
                  <a:pt x="439144" y="217162"/>
                  <a:pt x="437951" y="220038"/>
                  <a:pt x="435564" y="222190"/>
                </a:cubicBezTo>
                <a:close/>
                <a:moveTo>
                  <a:pt x="377503" y="164459"/>
                </a:moveTo>
                <a:lnTo>
                  <a:pt x="378967" y="164459"/>
                </a:lnTo>
                <a:cubicBezTo>
                  <a:pt x="385828" y="164459"/>
                  <a:pt x="403663" y="164459"/>
                  <a:pt x="414637" y="138143"/>
                </a:cubicBezTo>
                <a:cubicBezTo>
                  <a:pt x="424048" y="115580"/>
                  <a:pt x="471668" y="2098"/>
                  <a:pt x="471668" y="2098"/>
                </a:cubicBezTo>
                <a:lnTo>
                  <a:pt x="442778" y="2098"/>
                </a:lnTo>
                <a:lnTo>
                  <a:pt x="377503" y="164468"/>
                </a:lnTo>
                <a:close/>
                <a:moveTo>
                  <a:pt x="635303" y="194744"/>
                </a:moveTo>
                <a:lnTo>
                  <a:pt x="611981" y="255903"/>
                </a:lnTo>
                <a:lnTo>
                  <a:pt x="619845" y="255903"/>
                </a:lnTo>
                <a:lnTo>
                  <a:pt x="626309" y="239390"/>
                </a:lnTo>
                <a:lnTo>
                  <a:pt x="652948" y="239390"/>
                </a:lnTo>
                <a:lnTo>
                  <a:pt x="659412" y="255903"/>
                </a:lnTo>
                <a:lnTo>
                  <a:pt x="667529" y="255903"/>
                </a:lnTo>
                <a:lnTo>
                  <a:pt x="644298" y="194744"/>
                </a:lnTo>
                <a:lnTo>
                  <a:pt x="635303" y="194744"/>
                </a:lnTo>
                <a:close/>
                <a:moveTo>
                  <a:pt x="628578" y="232490"/>
                </a:moveTo>
                <a:lnTo>
                  <a:pt x="639579" y="203046"/>
                </a:lnTo>
                <a:lnTo>
                  <a:pt x="650670" y="232490"/>
                </a:lnTo>
                <a:lnTo>
                  <a:pt x="628569" y="232490"/>
                </a:lnTo>
                <a:close/>
              </a:path>
            </a:pathLst>
          </a:custGeom>
          <a:solidFill>
            <a:schemeClr val="bg1"/>
          </a:solidFill>
          <a:ln w="1049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pt-BR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5" name="object 5">
            <a:extLst>
              <a:ext uri="{FF2B5EF4-FFF2-40B4-BE49-F238E27FC236}">
                <a16:creationId xmlns:a16="http://schemas.microsoft.com/office/drawing/2014/main" id="{A0139692-21D4-912E-D577-07A209D42224}"/>
              </a:ext>
            </a:extLst>
          </p:cNvPr>
          <p:cNvSpPr/>
          <p:nvPr/>
        </p:nvSpPr>
        <p:spPr>
          <a:xfrm flipV="1">
            <a:off x="334962" y="6294310"/>
            <a:ext cx="11097267" cy="256427"/>
          </a:xfrm>
          <a:custGeom>
            <a:avLst/>
            <a:gdLst/>
            <a:ahLst/>
            <a:cxnLst/>
            <a:rect l="l" t="t" r="r" b="b"/>
            <a:pathLst>
              <a:path w="19125565">
                <a:moveTo>
                  <a:pt x="0" y="0"/>
                </a:moveTo>
                <a:lnTo>
                  <a:pt x="19125114" y="0"/>
                </a:lnTo>
              </a:path>
            </a:pathLst>
          </a:custGeom>
          <a:ln w="635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pPr marL="0" marR="0" lvl="0" indent="0" algn="l" defTabSz="55449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sz="1092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3F92A8C2-61DE-D77B-3B55-B2EC3C7366E0}"/>
              </a:ext>
            </a:extLst>
          </p:cNvPr>
          <p:cNvSpPr txBox="1">
            <a:spLocks/>
          </p:cNvSpPr>
          <p:nvPr/>
        </p:nvSpPr>
        <p:spPr>
          <a:xfrm>
            <a:off x="11561763" y="647363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100" b="0" i="0" u="none" strike="noStrike" cap="none">
                <a:solidFill>
                  <a:schemeClr val="bg1"/>
                </a:solidFill>
                <a:latin typeface="Versos" panose="020B0503020204030204" pitchFamily="34" charset="0"/>
                <a:ea typeface="Arial"/>
                <a:cs typeface="Versos" panose="020B0503020204030204" pitchFamily="34" charset="0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fld id="{77667D73-C69A-4DAA-9003-24A825D36FE9}" type="slidenum">
              <a:rPr kumimoji="0" lang="pt-BR" sz="1100" b="0" i="0" u="none" strike="noStrike" kern="0" cap="none" spc="0" normalizeH="0" baseline="0" noProof="0" smtClean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sym typeface="Arial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t>10</a:t>
            </a:fld>
            <a:endParaRPr kumimoji="0" lang="pt-BR" sz="11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sos" panose="020B0503020204030204" pitchFamily="34" charset="0"/>
              <a:sym typeface="Arial"/>
            </a:endParaRPr>
          </a:p>
        </p:txBody>
      </p:sp>
      <p:sp>
        <p:nvSpPr>
          <p:cNvPr id="25" name="object 38">
            <a:extLst>
              <a:ext uri="{FF2B5EF4-FFF2-40B4-BE49-F238E27FC236}">
                <a16:creationId xmlns:a16="http://schemas.microsoft.com/office/drawing/2014/main" id="{D69965E7-653D-D867-9BD0-6CEC3DEE92F8}"/>
              </a:ext>
            </a:extLst>
          </p:cNvPr>
          <p:cNvSpPr txBox="1">
            <a:spLocks/>
          </p:cNvSpPr>
          <p:nvPr/>
        </p:nvSpPr>
        <p:spPr>
          <a:xfrm>
            <a:off x="315195" y="532835"/>
            <a:ext cx="5929416" cy="379442"/>
          </a:xfrm>
          <a:prstGeom prst="rect">
            <a:avLst/>
          </a:prstGeom>
        </p:spPr>
        <p:txBody>
          <a:bodyPr vert="horz" wrap="square" lIns="0" tIns="10012" rIns="0" bIns="0" rtlCol="0" anchor="t">
            <a:spAutoFit/>
          </a:bodyPr>
          <a:lstStyle>
            <a:lvl1pPr eaLnBrk="1" hangingPunct="1">
              <a:defRPr>
                <a:latin typeface="+mj-lt"/>
                <a:ea typeface="+mj-ea"/>
                <a:cs typeface="+mj-cs"/>
              </a:defRPr>
            </a:lvl1pPr>
          </a:lstStyle>
          <a:p>
            <a:pPr marL="7620" marR="0" lvl="0" indent="0" algn="l" defTabSz="914400" rtl="0" eaLnBrk="1" fontAlgn="auto" latinLnBrk="0" hangingPunct="1">
              <a:lnSpc>
                <a:spcPct val="100000"/>
              </a:lnSpc>
              <a:spcBef>
                <a:spcPts val="79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2400" i="0" u="none" strike="noStrike" kern="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Versos" panose="020B0503020204030204" pitchFamily="34" charset="77"/>
                <a:ea typeface="+mj-ea"/>
                <a:cs typeface="+mj-cs"/>
                <a:sym typeface="Arial"/>
              </a:rPr>
              <a:t>BRADESCO TIVIO</a:t>
            </a:r>
            <a:r>
              <a:rPr kumimoji="0" lang="pt-BR" sz="2400" b="1" i="0" u="none" strike="noStrike" kern="0" cap="none" spc="0" normalizeH="0" baseline="0" noProof="0">
                <a:ln>
                  <a:noFill/>
                </a:ln>
                <a:solidFill>
                  <a:srgbClr val="92D3AB"/>
                </a:solidFill>
                <a:effectLst/>
                <a:uLnTx/>
                <a:uFillTx/>
                <a:latin typeface="Versos" panose="020B0503020204030204" pitchFamily="34" charset="77"/>
                <a:ea typeface="+mj-ea"/>
                <a:cs typeface="+mj-cs"/>
                <a:sym typeface="Arial"/>
              </a:rPr>
              <a:t> HYD60</a:t>
            </a:r>
            <a:endParaRPr kumimoji="0" lang="pt-BR" sz="20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sos"/>
              <a:ea typeface="+mj-ea"/>
              <a:cs typeface="+mj-cs"/>
              <a:sym typeface="Arial"/>
            </a:endParaRPr>
          </a:p>
        </p:txBody>
      </p:sp>
      <p:grpSp>
        <p:nvGrpSpPr>
          <p:cNvPr id="21" name="Group 20">
            <a:extLst>
              <a:ext uri="{FF2B5EF4-FFF2-40B4-BE49-F238E27FC236}">
                <a16:creationId xmlns:a16="http://schemas.microsoft.com/office/drawing/2014/main" id="{19712D18-1A66-18B5-F1C9-3B3B81F625BA}"/>
              </a:ext>
            </a:extLst>
          </p:cNvPr>
          <p:cNvGrpSpPr/>
          <p:nvPr/>
        </p:nvGrpSpPr>
        <p:grpSpPr>
          <a:xfrm>
            <a:off x="334962" y="1383135"/>
            <a:ext cx="11522076" cy="267041"/>
            <a:chOff x="5483225" y="1383135"/>
            <a:chExt cx="6372602" cy="267041"/>
          </a:xfrm>
        </p:grpSpPr>
        <p:sp>
          <p:nvSpPr>
            <p:cNvPr id="22" name="TextBox 19">
              <a:extLst>
                <a:ext uri="{FF2B5EF4-FFF2-40B4-BE49-F238E27FC236}">
                  <a16:creationId xmlns:a16="http://schemas.microsoft.com/office/drawing/2014/main" id="{05E396C3-B88E-0007-DEDB-B58643EA3CD5}"/>
                </a:ext>
              </a:extLst>
            </p:cNvPr>
            <p:cNvSpPr txBox="1"/>
            <p:nvPr/>
          </p:nvSpPr>
          <p:spPr>
            <a:xfrm>
              <a:off x="5483225" y="1383135"/>
              <a:ext cx="5404979" cy="16421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pt-BR" sz="1067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Plus Jakarta Sans Light" pitchFamily="2" charset="77"/>
                  <a:sym typeface="Arial"/>
                </a:rPr>
                <a:t>RENTABILIDADE HISTÓRICA</a:t>
              </a:r>
            </a:p>
          </p:txBody>
        </p: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92C6F015-BEBB-A1FC-7945-B66D0C40D72E}"/>
                </a:ext>
              </a:extLst>
            </p:cNvPr>
            <p:cNvCxnSpPr>
              <a:cxnSpLocks/>
            </p:cNvCxnSpPr>
            <p:nvPr/>
          </p:nvCxnSpPr>
          <p:spPr>
            <a:xfrm>
              <a:off x="5483225" y="1650176"/>
              <a:ext cx="6372602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7" name="TextBox 26">
            <a:extLst>
              <a:ext uri="{FF2B5EF4-FFF2-40B4-BE49-F238E27FC236}">
                <a16:creationId xmlns:a16="http://schemas.microsoft.com/office/drawing/2014/main" id="{F80C51F6-F013-F1DE-5292-38F5EAF6AE99}"/>
              </a:ext>
            </a:extLst>
          </p:cNvPr>
          <p:cNvSpPr txBox="1"/>
          <p:nvPr/>
        </p:nvSpPr>
        <p:spPr>
          <a:xfrm>
            <a:off x="334962" y="1742906"/>
            <a:ext cx="1795363" cy="14619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95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/>
                <a:ea typeface="+mn-ea"/>
                <a:cs typeface="Arial"/>
                <a:sym typeface="Arial"/>
              </a:rPr>
              <a:t>Mar/2026 a Set/2026 (mensal)</a:t>
            </a:r>
          </a:p>
        </p:txBody>
      </p:sp>
      <p:sp>
        <p:nvSpPr>
          <p:cNvPr id="9" name="object 38">
            <a:extLst>
              <a:ext uri="{FF2B5EF4-FFF2-40B4-BE49-F238E27FC236}">
                <a16:creationId xmlns:a16="http://schemas.microsoft.com/office/drawing/2014/main" id="{706C8068-B0E7-6B6D-FA49-02402789DDBF}"/>
              </a:ext>
            </a:extLst>
          </p:cNvPr>
          <p:cNvSpPr txBox="1">
            <a:spLocks/>
          </p:cNvSpPr>
          <p:nvPr/>
        </p:nvSpPr>
        <p:spPr>
          <a:xfrm>
            <a:off x="4292600" y="625168"/>
            <a:ext cx="6731000" cy="194776"/>
          </a:xfrm>
          <a:prstGeom prst="rect">
            <a:avLst/>
          </a:prstGeom>
        </p:spPr>
        <p:txBody>
          <a:bodyPr vert="horz" wrap="square" lIns="0" tIns="10012" rIns="0" bIns="0" rtlCol="0" anchor="t">
            <a:spAutoFit/>
          </a:bodyPr>
          <a:lstStyle>
            <a:lvl1pPr eaLnBrk="1" hangingPunct="1">
              <a:defRPr>
                <a:latin typeface="+mj-lt"/>
                <a:ea typeface="+mj-ea"/>
                <a:cs typeface="+mj-cs"/>
              </a:defRPr>
            </a:lvl1pPr>
          </a:lstStyle>
          <a:p>
            <a:pPr marL="7620" marR="0" lvl="0" indent="0" algn="l" defTabSz="914400" rtl="0" eaLnBrk="1" fontAlgn="auto" latinLnBrk="0" hangingPunct="1">
              <a:lnSpc>
                <a:spcPct val="100000"/>
              </a:lnSpc>
              <a:spcBef>
                <a:spcPts val="79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050" i="0" u="none" strike="noStrike" kern="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Versos" panose="020B0503020204030204" pitchFamily="34" charset="77"/>
                <a:ea typeface="+mj-ea"/>
                <a:cs typeface="+mj-cs"/>
                <a:sym typeface="Arial"/>
              </a:rPr>
              <a:t>BRADESCO TIVIO HYD60 PGBL VGBL FIF CIC MULTIMERCADO CP RL - </a:t>
            </a:r>
            <a:r>
              <a:rPr kumimoji="0" lang="pt-BR" sz="1050" b="1" i="0" u="none" strike="noStrike" kern="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Versos" panose="020B0503020204030204" pitchFamily="34" charset="77"/>
                <a:ea typeface="+mj-ea"/>
                <a:cs typeface="+mj-cs"/>
                <a:sym typeface="Arial"/>
              </a:rPr>
              <a:t>FIE</a:t>
            </a:r>
            <a:r>
              <a:rPr kumimoji="0" lang="pt-BR" sz="1050" i="0" u="none" strike="noStrike" kern="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Versos" panose="020B0503020204030204" pitchFamily="34" charset="77"/>
                <a:ea typeface="+mj-ea"/>
                <a:cs typeface="+mj-cs"/>
                <a:sym typeface="Arial"/>
              </a:rPr>
              <a:t> | 63.949.230/0001-11</a:t>
            </a:r>
            <a:endParaRPr kumimoji="0" lang="pt-BR" sz="12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sos"/>
              <a:ea typeface="+mj-ea"/>
              <a:cs typeface="+mj-cs"/>
              <a:sym typeface="Arial"/>
            </a:endParaRPr>
          </a:p>
        </p:txBody>
      </p:sp>
      <p:graphicFrame>
        <p:nvGraphicFramePr>
          <p:cNvPr id="8" name="Chart 2">
            <a:extLst>
              <a:ext uri="{FF2B5EF4-FFF2-40B4-BE49-F238E27FC236}">
                <a16:creationId xmlns:a16="http://schemas.microsoft.com/office/drawing/2014/main" id="{0C41438D-B071-8661-BD3E-680A7689CC9D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508619319"/>
              </p:ext>
            </p:extLst>
          </p:nvPr>
        </p:nvGraphicFramePr>
        <p:xfrm>
          <a:off x="334961" y="2110538"/>
          <a:ext cx="11522077" cy="4080940"/>
        </p:xfrm>
        <a:graphic>
          <a:graphicData uri="http://schemas.openxmlformats.org/drawingml/2006/chart">
            <c:chart xmlns:c="http://schemas.openxmlformats.org/drawingml/2006/chart" r:id="rId2"/>
          </a:graphicData>
        </a:graphic>
      </p:graphicFrame>
      <p:sp>
        <p:nvSpPr>
          <p:cNvPr id="13" name="CaixaDeTexto 12">
            <a:extLst>
              <a:ext uri="{FF2B5EF4-FFF2-40B4-BE49-F238E27FC236}">
                <a16:creationId xmlns:a16="http://schemas.microsoft.com/office/drawing/2014/main" id="{1A3AD69F-96F3-8958-7ADC-64CA49B205A6}"/>
              </a:ext>
            </a:extLst>
          </p:cNvPr>
          <p:cNvSpPr txBox="1"/>
          <p:nvPr/>
        </p:nvSpPr>
        <p:spPr>
          <a:xfrm>
            <a:off x="11226737" y="2447975"/>
            <a:ext cx="744114" cy="276999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wrap="none" rtlCol="0">
            <a:spAutoFit/>
          </a:bodyPr>
          <a:lstStyle/>
          <a:p>
            <a:r>
              <a:rPr lang="pt-BR" sz="1200" b="1" dirty="0">
                <a:solidFill>
                  <a:schemeClr val="bg1"/>
                </a:solidFill>
                <a:latin typeface="Versos" panose="020B0503020204030204" pitchFamily="34" charset="0"/>
              </a:rPr>
              <a:t>21,88%</a:t>
            </a:r>
          </a:p>
        </p:txBody>
      </p:sp>
      <p:sp>
        <p:nvSpPr>
          <p:cNvPr id="15" name="CaixaDeTexto 14">
            <a:extLst>
              <a:ext uri="{FF2B5EF4-FFF2-40B4-BE49-F238E27FC236}">
                <a16:creationId xmlns:a16="http://schemas.microsoft.com/office/drawing/2014/main" id="{B44EA01F-E603-46E2-E227-FEDEEB19567D}"/>
              </a:ext>
            </a:extLst>
          </p:cNvPr>
          <p:cNvSpPr txBox="1"/>
          <p:nvPr/>
        </p:nvSpPr>
        <p:spPr>
          <a:xfrm>
            <a:off x="11220325" y="2807628"/>
            <a:ext cx="750526" cy="276999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txBody>
          <a:bodyPr wrap="none" rtlCol="0">
            <a:spAutoFit/>
          </a:bodyPr>
          <a:lstStyle/>
          <a:p>
            <a:r>
              <a:rPr lang="pt-BR" sz="1200" b="1" dirty="0">
                <a:solidFill>
                  <a:schemeClr val="tx2">
                    <a:lumMod val="50000"/>
                  </a:schemeClr>
                </a:solidFill>
                <a:latin typeface="Versos" panose="020B0503020204030204" pitchFamily="34" charset="0"/>
              </a:rPr>
              <a:t>21,00%</a:t>
            </a:r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5936AAB1-E61A-8E5F-DDE2-FF28380820E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5">
            <a:extLst>
              <a:ext uri="{FF2B5EF4-FFF2-40B4-BE49-F238E27FC236}">
                <a16:creationId xmlns:a16="http://schemas.microsoft.com/office/drawing/2014/main" id="{5F6F5FC2-82B4-9BC1-D828-8FEC31517EF2}"/>
              </a:ext>
            </a:extLst>
          </p:cNvPr>
          <p:cNvSpPr/>
          <p:nvPr/>
        </p:nvSpPr>
        <p:spPr>
          <a:xfrm flipV="1">
            <a:off x="334963" y="87564"/>
            <a:ext cx="11520864" cy="256427"/>
          </a:xfrm>
          <a:custGeom>
            <a:avLst/>
            <a:gdLst/>
            <a:ahLst/>
            <a:cxnLst/>
            <a:rect l="l" t="t" r="r" b="b"/>
            <a:pathLst>
              <a:path w="19125565">
                <a:moveTo>
                  <a:pt x="0" y="0"/>
                </a:moveTo>
                <a:lnTo>
                  <a:pt x="19125114" y="0"/>
                </a:lnTo>
              </a:path>
            </a:pathLst>
          </a:custGeom>
          <a:ln w="635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pPr marL="0" marR="0" lvl="0" indent="0" algn="l" defTabSz="55449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sz="1092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3" name="Picture 8">
            <a:extLst>
              <a:ext uri="{FF2B5EF4-FFF2-40B4-BE49-F238E27FC236}">
                <a16:creationId xmlns:a16="http://schemas.microsoft.com/office/drawing/2014/main" id="{1D139B2D-5CE7-F4E3-1FF3-E5C46E8AE035}"/>
              </a:ext>
            </a:extLst>
          </p:cNvPr>
          <p:cNvSpPr/>
          <p:nvPr/>
        </p:nvSpPr>
        <p:spPr>
          <a:xfrm>
            <a:off x="11100750" y="513297"/>
            <a:ext cx="755077" cy="256427"/>
          </a:xfrm>
          <a:custGeom>
            <a:avLst/>
            <a:gdLst>
              <a:gd name="connsiteX0" fmla="*/ 729170 w 755077"/>
              <a:gd name="connsiteY0" fmla="*/ 141860 h 256427"/>
              <a:gd name="connsiteX1" fmla="*/ 755078 w 755077"/>
              <a:gd name="connsiteY1" fmla="*/ 82229 h 256427"/>
              <a:gd name="connsiteX2" fmla="*/ 729170 w 755077"/>
              <a:gd name="connsiteY2" fmla="*/ 22599 h 256427"/>
              <a:gd name="connsiteX3" fmla="*/ 662720 w 755077"/>
              <a:gd name="connsiteY3" fmla="*/ 0 h 256427"/>
              <a:gd name="connsiteX4" fmla="*/ 596270 w 755077"/>
              <a:gd name="connsiteY4" fmla="*/ 22599 h 256427"/>
              <a:gd name="connsiteX5" fmla="*/ 570363 w 755077"/>
              <a:gd name="connsiteY5" fmla="*/ 82229 h 256427"/>
              <a:gd name="connsiteX6" fmla="*/ 596270 w 755077"/>
              <a:gd name="connsiteY6" fmla="*/ 141860 h 256427"/>
              <a:gd name="connsiteX7" fmla="*/ 662720 w 755077"/>
              <a:gd name="connsiteY7" fmla="*/ 164459 h 256427"/>
              <a:gd name="connsiteX8" fmla="*/ 729170 w 755077"/>
              <a:gd name="connsiteY8" fmla="*/ 141860 h 256427"/>
              <a:gd name="connsiteX9" fmla="*/ 596089 w 755077"/>
              <a:gd name="connsiteY9" fmla="*/ 82229 h 256427"/>
              <a:gd name="connsiteX10" fmla="*/ 613852 w 755077"/>
              <a:gd name="connsiteY10" fmla="*/ 41282 h 256427"/>
              <a:gd name="connsiteX11" fmla="*/ 662720 w 755077"/>
              <a:gd name="connsiteY11" fmla="*/ 25357 h 256427"/>
              <a:gd name="connsiteX12" fmla="*/ 711588 w 755077"/>
              <a:gd name="connsiteY12" fmla="*/ 41282 h 256427"/>
              <a:gd name="connsiteX13" fmla="*/ 729351 w 755077"/>
              <a:gd name="connsiteY13" fmla="*/ 82229 h 256427"/>
              <a:gd name="connsiteX14" fmla="*/ 711588 w 755077"/>
              <a:gd name="connsiteY14" fmla="*/ 123177 h 256427"/>
              <a:gd name="connsiteX15" fmla="*/ 662720 w 755077"/>
              <a:gd name="connsiteY15" fmla="*/ 139093 h 256427"/>
              <a:gd name="connsiteX16" fmla="*/ 613852 w 755077"/>
              <a:gd name="connsiteY16" fmla="*/ 123177 h 256427"/>
              <a:gd name="connsiteX17" fmla="*/ 596089 w 755077"/>
              <a:gd name="connsiteY17" fmla="*/ 82229 h 256427"/>
              <a:gd name="connsiteX18" fmla="*/ 234957 w 755077"/>
              <a:gd name="connsiteY18" fmla="*/ 204267 h 256427"/>
              <a:gd name="connsiteX19" fmla="*/ 246049 w 755077"/>
              <a:gd name="connsiteY19" fmla="*/ 201210 h 256427"/>
              <a:gd name="connsiteX20" fmla="*/ 257882 w 755077"/>
              <a:gd name="connsiteY20" fmla="*/ 204791 h 256427"/>
              <a:gd name="connsiteX21" fmla="*/ 264390 w 755077"/>
              <a:gd name="connsiteY21" fmla="*/ 214748 h 256427"/>
              <a:gd name="connsiteX22" fmla="*/ 271993 w 755077"/>
              <a:gd name="connsiteY22" fmla="*/ 214748 h 256427"/>
              <a:gd name="connsiteX23" fmla="*/ 263387 w 755077"/>
              <a:gd name="connsiteY23" fmla="*/ 199718 h 256427"/>
              <a:gd name="connsiteX24" fmla="*/ 246401 w 755077"/>
              <a:gd name="connsiteY24" fmla="*/ 194211 h 256427"/>
              <a:gd name="connsiteX25" fmla="*/ 231025 w 755077"/>
              <a:gd name="connsiteY25" fmla="*/ 198099 h 256427"/>
              <a:gd name="connsiteX26" fmla="*/ 220810 w 755077"/>
              <a:gd name="connsiteY26" fmla="*/ 209069 h 256427"/>
              <a:gd name="connsiteX27" fmla="*/ 217231 w 755077"/>
              <a:gd name="connsiteY27" fmla="*/ 225319 h 256427"/>
              <a:gd name="connsiteX28" fmla="*/ 220810 w 755077"/>
              <a:gd name="connsiteY28" fmla="*/ 241615 h 256427"/>
              <a:gd name="connsiteX29" fmla="*/ 231025 w 755077"/>
              <a:gd name="connsiteY29" fmla="*/ 252539 h 256427"/>
              <a:gd name="connsiteX30" fmla="*/ 246401 w 755077"/>
              <a:gd name="connsiteY30" fmla="*/ 256428 h 256427"/>
              <a:gd name="connsiteX31" fmla="*/ 263387 w 755077"/>
              <a:gd name="connsiteY31" fmla="*/ 250920 h 256427"/>
              <a:gd name="connsiteX32" fmla="*/ 271902 w 755077"/>
              <a:gd name="connsiteY32" fmla="*/ 235891 h 256427"/>
              <a:gd name="connsiteX33" fmla="*/ 264300 w 755077"/>
              <a:gd name="connsiteY33" fmla="*/ 235891 h 256427"/>
              <a:gd name="connsiteX34" fmla="*/ 257837 w 755077"/>
              <a:gd name="connsiteY34" fmla="*/ 245892 h 256427"/>
              <a:gd name="connsiteX35" fmla="*/ 246049 w 755077"/>
              <a:gd name="connsiteY35" fmla="*/ 249428 h 256427"/>
              <a:gd name="connsiteX36" fmla="*/ 234957 w 755077"/>
              <a:gd name="connsiteY36" fmla="*/ 246372 h 256427"/>
              <a:gd name="connsiteX37" fmla="*/ 227581 w 755077"/>
              <a:gd name="connsiteY37" fmla="*/ 237808 h 256427"/>
              <a:gd name="connsiteX38" fmla="*/ 225005 w 755077"/>
              <a:gd name="connsiteY38" fmla="*/ 225310 h 256427"/>
              <a:gd name="connsiteX39" fmla="*/ 227581 w 755077"/>
              <a:gd name="connsiteY39" fmla="*/ 212776 h 256427"/>
              <a:gd name="connsiteX40" fmla="*/ 234957 w 755077"/>
              <a:gd name="connsiteY40" fmla="*/ 204258 h 256427"/>
              <a:gd name="connsiteX41" fmla="*/ 330858 w 755077"/>
              <a:gd name="connsiteY41" fmla="*/ 194744 h 256427"/>
              <a:gd name="connsiteX42" fmla="*/ 307536 w 755077"/>
              <a:gd name="connsiteY42" fmla="*/ 255903 h 256427"/>
              <a:gd name="connsiteX43" fmla="*/ 315392 w 755077"/>
              <a:gd name="connsiteY43" fmla="*/ 255903 h 256427"/>
              <a:gd name="connsiteX44" fmla="*/ 321855 w 755077"/>
              <a:gd name="connsiteY44" fmla="*/ 239390 h 256427"/>
              <a:gd name="connsiteX45" fmla="*/ 348495 w 755077"/>
              <a:gd name="connsiteY45" fmla="*/ 239390 h 256427"/>
              <a:gd name="connsiteX46" fmla="*/ 354958 w 755077"/>
              <a:gd name="connsiteY46" fmla="*/ 255903 h 256427"/>
              <a:gd name="connsiteX47" fmla="*/ 363076 w 755077"/>
              <a:gd name="connsiteY47" fmla="*/ 255903 h 256427"/>
              <a:gd name="connsiteX48" fmla="*/ 339844 w 755077"/>
              <a:gd name="connsiteY48" fmla="*/ 194744 h 256427"/>
              <a:gd name="connsiteX49" fmla="*/ 330849 w 755077"/>
              <a:gd name="connsiteY49" fmla="*/ 194744 h 256427"/>
              <a:gd name="connsiteX50" fmla="*/ 324133 w 755077"/>
              <a:gd name="connsiteY50" fmla="*/ 232490 h 256427"/>
              <a:gd name="connsiteX51" fmla="*/ 335134 w 755077"/>
              <a:gd name="connsiteY51" fmla="*/ 203046 h 256427"/>
              <a:gd name="connsiteX52" fmla="*/ 346226 w 755077"/>
              <a:gd name="connsiteY52" fmla="*/ 232490 h 256427"/>
              <a:gd name="connsiteX53" fmla="*/ 324124 w 755077"/>
              <a:gd name="connsiteY53" fmla="*/ 232490 h 256427"/>
              <a:gd name="connsiteX54" fmla="*/ 715231 w 755077"/>
              <a:gd name="connsiteY54" fmla="*/ 194744 h 256427"/>
              <a:gd name="connsiteX55" fmla="*/ 707638 w 755077"/>
              <a:gd name="connsiteY55" fmla="*/ 194744 h 256427"/>
              <a:gd name="connsiteX56" fmla="*/ 707638 w 755077"/>
              <a:gd name="connsiteY56" fmla="*/ 255903 h 256427"/>
              <a:gd name="connsiteX57" fmla="*/ 743100 w 755077"/>
              <a:gd name="connsiteY57" fmla="*/ 255903 h 256427"/>
              <a:gd name="connsiteX58" fmla="*/ 743100 w 755077"/>
              <a:gd name="connsiteY58" fmla="*/ 248913 h 256427"/>
              <a:gd name="connsiteX59" fmla="*/ 715240 w 755077"/>
              <a:gd name="connsiteY59" fmla="*/ 248913 h 256427"/>
              <a:gd name="connsiteX60" fmla="*/ 715240 w 755077"/>
              <a:gd name="connsiteY60" fmla="*/ 194744 h 256427"/>
              <a:gd name="connsiteX61" fmla="*/ 247423 w 755077"/>
              <a:gd name="connsiteY61" fmla="*/ 2089 h 256427"/>
              <a:gd name="connsiteX62" fmla="*/ 222392 w 755077"/>
              <a:gd name="connsiteY62" fmla="*/ 2089 h 256427"/>
              <a:gd name="connsiteX63" fmla="*/ 222392 w 755077"/>
              <a:gd name="connsiteY63" fmla="*/ 162361 h 256427"/>
              <a:gd name="connsiteX64" fmla="*/ 247423 w 755077"/>
              <a:gd name="connsiteY64" fmla="*/ 162361 h 256427"/>
              <a:gd name="connsiteX65" fmla="*/ 247423 w 755077"/>
              <a:gd name="connsiteY65" fmla="*/ 2089 h 256427"/>
              <a:gd name="connsiteX66" fmla="*/ 79458 w 755077"/>
              <a:gd name="connsiteY66" fmla="*/ 61810 h 256427"/>
              <a:gd name="connsiteX67" fmla="*/ 79458 w 755077"/>
              <a:gd name="connsiteY67" fmla="*/ 162370 h 256427"/>
              <a:gd name="connsiteX68" fmla="*/ 105230 w 755077"/>
              <a:gd name="connsiteY68" fmla="*/ 162370 h 256427"/>
              <a:gd name="connsiteX69" fmla="*/ 105212 w 755077"/>
              <a:gd name="connsiteY69" fmla="*/ 61810 h 256427"/>
              <a:gd name="connsiteX70" fmla="*/ 93786 w 755077"/>
              <a:gd name="connsiteY70" fmla="*/ 28296 h 256427"/>
              <a:gd name="connsiteX71" fmla="*/ 92330 w 755077"/>
              <a:gd name="connsiteY71" fmla="*/ 26415 h 256427"/>
              <a:gd name="connsiteX72" fmla="*/ 90875 w 755077"/>
              <a:gd name="connsiteY72" fmla="*/ 28296 h 256427"/>
              <a:gd name="connsiteX73" fmla="*/ 79449 w 755077"/>
              <a:gd name="connsiteY73" fmla="*/ 61810 h 256427"/>
              <a:gd name="connsiteX74" fmla="*/ 46608 w 755077"/>
              <a:gd name="connsiteY74" fmla="*/ 2089 h 256427"/>
              <a:gd name="connsiteX75" fmla="*/ 0 w 755077"/>
              <a:gd name="connsiteY75" fmla="*/ 2089 h 256427"/>
              <a:gd name="connsiteX76" fmla="*/ 0 w 755077"/>
              <a:gd name="connsiteY76" fmla="*/ 26415 h 256427"/>
              <a:gd name="connsiteX77" fmla="*/ 92330 w 755077"/>
              <a:gd name="connsiteY77" fmla="*/ 26415 h 256427"/>
              <a:gd name="connsiteX78" fmla="*/ 90043 w 755077"/>
              <a:gd name="connsiteY78" fmla="*/ 23458 h 256427"/>
              <a:gd name="connsiteX79" fmla="*/ 46608 w 755077"/>
              <a:gd name="connsiteY79" fmla="*/ 2089 h 256427"/>
              <a:gd name="connsiteX80" fmla="*/ 94618 w 755077"/>
              <a:gd name="connsiteY80" fmla="*/ 23458 h 256427"/>
              <a:gd name="connsiteX81" fmla="*/ 92330 w 755077"/>
              <a:gd name="connsiteY81" fmla="*/ 26415 h 256427"/>
              <a:gd name="connsiteX82" fmla="*/ 184661 w 755077"/>
              <a:gd name="connsiteY82" fmla="*/ 26415 h 256427"/>
              <a:gd name="connsiteX83" fmla="*/ 184661 w 755077"/>
              <a:gd name="connsiteY83" fmla="*/ 2089 h 256427"/>
              <a:gd name="connsiteX84" fmla="*/ 138053 w 755077"/>
              <a:gd name="connsiteY84" fmla="*/ 2089 h 256427"/>
              <a:gd name="connsiteX85" fmla="*/ 94608 w 755077"/>
              <a:gd name="connsiteY85" fmla="*/ 23458 h 256427"/>
              <a:gd name="connsiteX86" fmla="*/ 507601 w 755077"/>
              <a:gd name="connsiteY86" fmla="*/ 162361 h 256427"/>
              <a:gd name="connsiteX87" fmla="*/ 532631 w 755077"/>
              <a:gd name="connsiteY87" fmla="*/ 162361 h 256427"/>
              <a:gd name="connsiteX88" fmla="*/ 532631 w 755077"/>
              <a:gd name="connsiteY88" fmla="*/ 2089 h 256427"/>
              <a:gd name="connsiteX89" fmla="*/ 507601 w 755077"/>
              <a:gd name="connsiteY89" fmla="*/ 2089 h 256427"/>
              <a:gd name="connsiteX90" fmla="*/ 507601 w 755077"/>
              <a:gd name="connsiteY90" fmla="*/ 162361 h 256427"/>
              <a:gd name="connsiteX91" fmla="*/ 488238 w 755077"/>
              <a:gd name="connsiteY91" fmla="*/ 255903 h 256427"/>
              <a:gd name="connsiteX92" fmla="*/ 495840 w 755077"/>
              <a:gd name="connsiteY92" fmla="*/ 255903 h 256427"/>
              <a:gd name="connsiteX93" fmla="*/ 495840 w 755077"/>
              <a:gd name="connsiteY93" fmla="*/ 194744 h 256427"/>
              <a:gd name="connsiteX94" fmla="*/ 488238 w 755077"/>
              <a:gd name="connsiteY94" fmla="*/ 194744 h 256427"/>
              <a:gd name="connsiteX95" fmla="*/ 488238 w 755077"/>
              <a:gd name="connsiteY95" fmla="*/ 255903 h 256427"/>
              <a:gd name="connsiteX96" fmla="*/ 537151 w 755077"/>
              <a:gd name="connsiteY96" fmla="*/ 201735 h 256427"/>
              <a:gd name="connsiteX97" fmla="*/ 556975 w 755077"/>
              <a:gd name="connsiteY97" fmla="*/ 201735 h 256427"/>
              <a:gd name="connsiteX98" fmla="*/ 556975 w 755077"/>
              <a:gd name="connsiteY98" fmla="*/ 255903 h 256427"/>
              <a:gd name="connsiteX99" fmla="*/ 564577 w 755077"/>
              <a:gd name="connsiteY99" fmla="*/ 255903 h 256427"/>
              <a:gd name="connsiteX100" fmla="*/ 564577 w 755077"/>
              <a:gd name="connsiteY100" fmla="*/ 201735 h 256427"/>
              <a:gd name="connsiteX101" fmla="*/ 584401 w 755077"/>
              <a:gd name="connsiteY101" fmla="*/ 201735 h 256427"/>
              <a:gd name="connsiteX102" fmla="*/ 584401 w 755077"/>
              <a:gd name="connsiteY102" fmla="*/ 194744 h 256427"/>
              <a:gd name="connsiteX103" fmla="*/ 537151 w 755077"/>
              <a:gd name="connsiteY103" fmla="*/ 194744 h 256427"/>
              <a:gd name="connsiteX104" fmla="*/ 537151 w 755077"/>
              <a:gd name="connsiteY104" fmla="*/ 201735 h 256427"/>
              <a:gd name="connsiteX105" fmla="*/ 283346 w 755077"/>
              <a:gd name="connsiteY105" fmla="*/ 2089 h 256427"/>
              <a:gd name="connsiteX106" fmla="*/ 340377 w 755077"/>
              <a:gd name="connsiteY106" fmla="*/ 138134 h 256427"/>
              <a:gd name="connsiteX107" fmla="*/ 376047 w 755077"/>
              <a:gd name="connsiteY107" fmla="*/ 164450 h 256427"/>
              <a:gd name="connsiteX108" fmla="*/ 377512 w 755077"/>
              <a:gd name="connsiteY108" fmla="*/ 164450 h 256427"/>
              <a:gd name="connsiteX109" fmla="*/ 312237 w 755077"/>
              <a:gd name="connsiteY109" fmla="*/ 2089 h 256427"/>
              <a:gd name="connsiteX110" fmla="*/ 283346 w 755077"/>
              <a:gd name="connsiteY110" fmla="*/ 2089 h 256427"/>
              <a:gd name="connsiteX111" fmla="*/ 437309 w 755077"/>
              <a:gd name="connsiteY111" fmla="*/ 197059 h 256427"/>
              <a:gd name="connsiteX112" fmla="*/ 426651 w 755077"/>
              <a:gd name="connsiteY112" fmla="*/ 194744 h 256427"/>
              <a:gd name="connsiteX113" fmla="*/ 403157 w 755077"/>
              <a:gd name="connsiteY113" fmla="*/ 194744 h 256427"/>
              <a:gd name="connsiteX114" fmla="*/ 403157 w 755077"/>
              <a:gd name="connsiteY114" fmla="*/ 255903 h 256427"/>
              <a:gd name="connsiteX115" fmla="*/ 410759 w 755077"/>
              <a:gd name="connsiteY115" fmla="*/ 255903 h 256427"/>
              <a:gd name="connsiteX116" fmla="*/ 410759 w 755077"/>
              <a:gd name="connsiteY116" fmla="*/ 232400 h 256427"/>
              <a:gd name="connsiteX117" fmla="*/ 426660 w 755077"/>
              <a:gd name="connsiteY117" fmla="*/ 232400 h 256427"/>
              <a:gd name="connsiteX118" fmla="*/ 437273 w 755077"/>
              <a:gd name="connsiteY118" fmla="*/ 230085 h 256427"/>
              <a:gd name="connsiteX119" fmla="*/ 444387 w 755077"/>
              <a:gd name="connsiteY119" fmla="*/ 223492 h 256427"/>
              <a:gd name="connsiteX120" fmla="*/ 446918 w 755077"/>
              <a:gd name="connsiteY120" fmla="*/ 213536 h 256427"/>
              <a:gd name="connsiteX121" fmla="*/ 444432 w 755077"/>
              <a:gd name="connsiteY121" fmla="*/ 203616 h 256427"/>
              <a:gd name="connsiteX122" fmla="*/ 437318 w 755077"/>
              <a:gd name="connsiteY122" fmla="*/ 197059 h 256427"/>
              <a:gd name="connsiteX123" fmla="*/ 435564 w 755077"/>
              <a:gd name="connsiteY123" fmla="*/ 222181 h 256427"/>
              <a:gd name="connsiteX124" fmla="*/ 425955 w 755077"/>
              <a:gd name="connsiteY124" fmla="*/ 225419 h 256427"/>
              <a:gd name="connsiteX125" fmla="*/ 410759 w 755077"/>
              <a:gd name="connsiteY125" fmla="*/ 225419 h 256427"/>
              <a:gd name="connsiteX126" fmla="*/ 410759 w 755077"/>
              <a:gd name="connsiteY126" fmla="*/ 201744 h 256427"/>
              <a:gd name="connsiteX127" fmla="*/ 426045 w 755077"/>
              <a:gd name="connsiteY127" fmla="*/ 201744 h 256427"/>
              <a:gd name="connsiteX128" fmla="*/ 435609 w 755077"/>
              <a:gd name="connsiteY128" fmla="*/ 204936 h 256427"/>
              <a:gd name="connsiteX129" fmla="*/ 439144 w 755077"/>
              <a:gd name="connsiteY129" fmla="*/ 213545 h 256427"/>
              <a:gd name="connsiteX130" fmla="*/ 435564 w 755077"/>
              <a:gd name="connsiteY130" fmla="*/ 222190 h 256427"/>
              <a:gd name="connsiteX131" fmla="*/ 377503 w 755077"/>
              <a:gd name="connsiteY131" fmla="*/ 164459 h 256427"/>
              <a:gd name="connsiteX132" fmla="*/ 378967 w 755077"/>
              <a:gd name="connsiteY132" fmla="*/ 164459 h 256427"/>
              <a:gd name="connsiteX133" fmla="*/ 414637 w 755077"/>
              <a:gd name="connsiteY133" fmla="*/ 138143 h 256427"/>
              <a:gd name="connsiteX134" fmla="*/ 471668 w 755077"/>
              <a:gd name="connsiteY134" fmla="*/ 2098 h 256427"/>
              <a:gd name="connsiteX135" fmla="*/ 442778 w 755077"/>
              <a:gd name="connsiteY135" fmla="*/ 2098 h 256427"/>
              <a:gd name="connsiteX136" fmla="*/ 377503 w 755077"/>
              <a:gd name="connsiteY136" fmla="*/ 164468 h 256427"/>
              <a:gd name="connsiteX137" fmla="*/ 635303 w 755077"/>
              <a:gd name="connsiteY137" fmla="*/ 194744 h 256427"/>
              <a:gd name="connsiteX138" fmla="*/ 611981 w 755077"/>
              <a:gd name="connsiteY138" fmla="*/ 255903 h 256427"/>
              <a:gd name="connsiteX139" fmla="*/ 619845 w 755077"/>
              <a:gd name="connsiteY139" fmla="*/ 255903 h 256427"/>
              <a:gd name="connsiteX140" fmla="*/ 626309 w 755077"/>
              <a:gd name="connsiteY140" fmla="*/ 239390 h 256427"/>
              <a:gd name="connsiteX141" fmla="*/ 652948 w 755077"/>
              <a:gd name="connsiteY141" fmla="*/ 239390 h 256427"/>
              <a:gd name="connsiteX142" fmla="*/ 659412 w 755077"/>
              <a:gd name="connsiteY142" fmla="*/ 255903 h 256427"/>
              <a:gd name="connsiteX143" fmla="*/ 667529 w 755077"/>
              <a:gd name="connsiteY143" fmla="*/ 255903 h 256427"/>
              <a:gd name="connsiteX144" fmla="*/ 644298 w 755077"/>
              <a:gd name="connsiteY144" fmla="*/ 194744 h 256427"/>
              <a:gd name="connsiteX145" fmla="*/ 635303 w 755077"/>
              <a:gd name="connsiteY145" fmla="*/ 194744 h 256427"/>
              <a:gd name="connsiteX146" fmla="*/ 628578 w 755077"/>
              <a:gd name="connsiteY146" fmla="*/ 232490 h 256427"/>
              <a:gd name="connsiteX147" fmla="*/ 639579 w 755077"/>
              <a:gd name="connsiteY147" fmla="*/ 203046 h 256427"/>
              <a:gd name="connsiteX148" fmla="*/ 650670 w 755077"/>
              <a:gd name="connsiteY148" fmla="*/ 232490 h 256427"/>
              <a:gd name="connsiteX149" fmla="*/ 628569 w 755077"/>
              <a:gd name="connsiteY149" fmla="*/ 232490 h 2564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55077" h="256427">
                <a:moveTo>
                  <a:pt x="729170" y="141860"/>
                </a:moveTo>
                <a:cubicBezTo>
                  <a:pt x="745876" y="127092"/>
                  <a:pt x="755078" y="105913"/>
                  <a:pt x="755078" y="82229"/>
                </a:cubicBezTo>
                <a:cubicBezTo>
                  <a:pt x="755078" y="58545"/>
                  <a:pt x="745876" y="37366"/>
                  <a:pt x="729170" y="22599"/>
                </a:cubicBezTo>
                <a:cubicBezTo>
                  <a:pt x="712447" y="7813"/>
                  <a:pt x="689468" y="0"/>
                  <a:pt x="662720" y="0"/>
                </a:cubicBezTo>
                <a:cubicBezTo>
                  <a:pt x="635972" y="0"/>
                  <a:pt x="612993" y="7813"/>
                  <a:pt x="596270" y="22599"/>
                </a:cubicBezTo>
                <a:cubicBezTo>
                  <a:pt x="579565" y="37366"/>
                  <a:pt x="570363" y="58545"/>
                  <a:pt x="570363" y="82229"/>
                </a:cubicBezTo>
                <a:cubicBezTo>
                  <a:pt x="570363" y="105913"/>
                  <a:pt x="579565" y="127092"/>
                  <a:pt x="596270" y="141860"/>
                </a:cubicBezTo>
                <a:cubicBezTo>
                  <a:pt x="612993" y="156645"/>
                  <a:pt x="635972" y="164459"/>
                  <a:pt x="662720" y="164459"/>
                </a:cubicBezTo>
                <a:cubicBezTo>
                  <a:pt x="689468" y="164459"/>
                  <a:pt x="712447" y="156645"/>
                  <a:pt x="729170" y="141860"/>
                </a:cubicBezTo>
                <a:close/>
                <a:moveTo>
                  <a:pt x="596089" y="82229"/>
                </a:moveTo>
                <a:cubicBezTo>
                  <a:pt x="596089" y="65554"/>
                  <a:pt x="602227" y="51401"/>
                  <a:pt x="613852" y="41282"/>
                </a:cubicBezTo>
                <a:cubicBezTo>
                  <a:pt x="625821" y="30864"/>
                  <a:pt x="642716" y="25357"/>
                  <a:pt x="662720" y="25357"/>
                </a:cubicBezTo>
                <a:cubicBezTo>
                  <a:pt x="682725" y="25357"/>
                  <a:pt x="699620" y="30864"/>
                  <a:pt x="711588" y="41282"/>
                </a:cubicBezTo>
                <a:cubicBezTo>
                  <a:pt x="723204" y="51392"/>
                  <a:pt x="729351" y="65554"/>
                  <a:pt x="729351" y="82229"/>
                </a:cubicBezTo>
                <a:cubicBezTo>
                  <a:pt x="729351" y="98905"/>
                  <a:pt x="723213" y="113057"/>
                  <a:pt x="711588" y="123177"/>
                </a:cubicBezTo>
                <a:cubicBezTo>
                  <a:pt x="699620" y="133594"/>
                  <a:pt x="682725" y="139093"/>
                  <a:pt x="662720" y="139093"/>
                </a:cubicBezTo>
                <a:cubicBezTo>
                  <a:pt x="642716" y="139093"/>
                  <a:pt x="625812" y="133585"/>
                  <a:pt x="613852" y="123177"/>
                </a:cubicBezTo>
                <a:cubicBezTo>
                  <a:pt x="602236" y="113057"/>
                  <a:pt x="596089" y="98905"/>
                  <a:pt x="596089" y="82229"/>
                </a:cubicBezTo>
                <a:close/>
                <a:moveTo>
                  <a:pt x="234957" y="204267"/>
                </a:moveTo>
                <a:cubicBezTo>
                  <a:pt x="238157" y="202232"/>
                  <a:pt x="241855" y="201210"/>
                  <a:pt x="246049" y="201210"/>
                </a:cubicBezTo>
                <a:cubicBezTo>
                  <a:pt x="250704" y="201210"/>
                  <a:pt x="254655" y="202404"/>
                  <a:pt x="257882" y="204791"/>
                </a:cubicBezTo>
                <a:cubicBezTo>
                  <a:pt x="261109" y="207179"/>
                  <a:pt x="263278" y="210497"/>
                  <a:pt x="264390" y="214748"/>
                </a:cubicBezTo>
                <a:lnTo>
                  <a:pt x="271993" y="214748"/>
                </a:lnTo>
                <a:cubicBezTo>
                  <a:pt x="270826" y="208399"/>
                  <a:pt x="267961" y="203389"/>
                  <a:pt x="263387" y="199718"/>
                </a:cubicBezTo>
                <a:cubicBezTo>
                  <a:pt x="258813" y="196046"/>
                  <a:pt x="253154" y="194211"/>
                  <a:pt x="246401" y="194211"/>
                </a:cubicBezTo>
                <a:cubicBezTo>
                  <a:pt x="240580" y="194211"/>
                  <a:pt x="235454" y="195504"/>
                  <a:pt x="231025" y="198099"/>
                </a:cubicBezTo>
                <a:cubicBezTo>
                  <a:pt x="226605" y="200695"/>
                  <a:pt x="223197" y="204348"/>
                  <a:pt x="220810" y="209069"/>
                </a:cubicBezTo>
                <a:cubicBezTo>
                  <a:pt x="218424" y="213789"/>
                  <a:pt x="217231" y="219206"/>
                  <a:pt x="217231" y="225319"/>
                </a:cubicBezTo>
                <a:cubicBezTo>
                  <a:pt x="217231" y="231432"/>
                  <a:pt x="218424" y="236921"/>
                  <a:pt x="220810" y="241615"/>
                </a:cubicBezTo>
                <a:cubicBezTo>
                  <a:pt x="223197" y="246308"/>
                  <a:pt x="226605" y="249944"/>
                  <a:pt x="231025" y="252539"/>
                </a:cubicBezTo>
                <a:cubicBezTo>
                  <a:pt x="235445" y="255134"/>
                  <a:pt x="240571" y="256428"/>
                  <a:pt x="246401" y="256428"/>
                </a:cubicBezTo>
                <a:cubicBezTo>
                  <a:pt x="253217" y="256428"/>
                  <a:pt x="258876" y="254592"/>
                  <a:pt x="263387" y="250920"/>
                </a:cubicBezTo>
                <a:cubicBezTo>
                  <a:pt x="267898" y="247249"/>
                  <a:pt x="270736" y="242239"/>
                  <a:pt x="271902" y="235891"/>
                </a:cubicBezTo>
                <a:lnTo>
                  <a:pt x="264300" y="235891"/>
                </a:lnTo>
                <a:cubicBezTo>
                  <a:pt x="263134" y="240204"/>
                  <a:pt x="260982" y="243532"/>
                  <a:pt x="257837" y="245892"/>
                </a:cubicBezTo>
                <a:cubicBezTo>
                  <a:pt x="254691" y="248253"/>
                  <a:pt x="250759" y="249428"/>
                  <a:pt x="246049" y="249428"/>
                </a:cubicBezTo>
                <a:cubicBezTo>
                  <a:pt x="241855" y="249428"/>
                  <a:pt x="238157" y="248406"/>
                  <a:pt x="234957" y="246372"/>
                </a:cubicBezTo>
                <a:cubicBezTo>
                  <a:pt x="231757" y="244337"/>
                  <a:pt x="229289" y="241479"/>
                  <a:pt x="227581" y="237808"/>
                </a:cubicBezTo>
                <a:cubicBezTo>
                  <a:pt x="225863" y="234136"/>
                  <a:pt x="225005" y="229976"/>
                  <a:pt x="225005" y="225310"/>
                </a:cubicBezTo>
                <a:cubicBezTo>
                  <a:pt x="225005" y="220644"/>
                  <a:pt x="225863" y="216412"/>
                  <a:pt x="227581" y="212776"/>
                </a:cubicBezTo>
                <a:cubicBezTo>
                  <a:pt x="229299" y="209141"/>
                  <a:pt x="231757" y="206301"/>
                  <a:pt x="234957" y="204258"/>
                </a:cubicBezTo>
                <a:close/>
                <a:moveTo>
                  <a:pt x="330858" y="194744"/>
                </a:moveTo>
                <a:lnTo>
                  <a:pt x="307536" y="255903"/>
                </a:lnTo>
                <a:lnTo>
                  <a:pt x="315392" y="255903"/>
                </a:lnTo>
                <a:lnTo>
                  <a:pt x="321855" y="239390"/>
                </a:lnTo>
                <a:lnTo>
                  <a:pt x="348495" y="239390"/>
                </a:lnTo>
                <a:lnTo>
                  <a:pt x="354958" y="255903"/>
                </a:lnTo>
                <a:lnTo>
                  <a:pt x="363076" y="255903"/>
                </a:lnTo>
                <a:lnTo>
                  <a:pt x="339844" y="194744"/>
                </a:lnTo>
                <a:lnTo>
                  <a:pt x="330849" y="194744"/>
                </a:lnTo>
                <a:close/>
                <a:moveTo>
                  <a:pt x="324133" y="232490"/>
                </a:moveTo>
                <a:lnTo>
                  <a:pt x="335134" y="203046"/>
                </a:lnTo>
                <a:lnTo>
                  <a:pt x="346226" y="232490"/>
                </a:lnTo>
                <a:lnTo>
                  <a:pt x="324124" y="232490"/>
                </a:lnTo>
                <a:close/>
                <a:moveTo>
                  <a:pt x="715231" y="194744"/>
                </a:moveTo>
                <a:lnTo>
                  <a:pt x="707638" y="194744"/>
                </a:lnTo>
                <a:lnTo>
                  <a:pt x="707638" y="255903"/>
                </a:lnTo>
                <a:lnTo>
                  <a:pt x="743100" y="255903"/>
                </a:lnTo>
                <a:lnTo>
                  <a:pt x="743100" y="248913"/>
                </a:lnTo>
                <a:lnTo>
                  <a:pt x="715240" y="248913"/>
                </a:lnTo>
                <a:lnTo>
                  <a:pt x="715240" y="194744"/>
                </a:lnTo>
                <a:close/>
                <a:moveTo>
                  <a:pt x="247423" y="2089"/>
                </a:moveTo>
                <a:lnTo>
                  <a:pt x="222392" y="2089"/>
                </a:lnTo>
                <a:lnTo>
                  <a:pt x="222392" y="162361"/>
                </a:lnTo>
                <a:lnTo>
                  <a:pt x="247423" y="162361"/>
                </a:lnTo>
                <a:lnTo>
                  <a:pt x="247423" y="2089"/>
                </a:lnTo>
                <a:close/>
                <a:moveTo>
                  <a:pt x="79458" y="61810"/>
                </a:moveTo>
                <a:lnTo>
                  <a:pt x="79458" y="162370"/>
                </a:lnTo>
                <a:cubicBezTo>
                  <a:pt x="79458" y="162370"/>
                  <a:pt x="105230" y="162370"/>
                  <a:pt x="105230" y="162370"/>
                </a:cubicBezTo>
                <a:lnTo>
                  <a:pt x="105212" y="61810"/>
                </a:lnTo>
                <a:cubicBezTo>
                  <a:pt x="105212" y="49575"/>
                  <a:pt x="101262" y="37981"/>
                  <a:pt x="93786" y="28296"/>
                </a:cubicBezTo>
                <a:lnTo>
                  <a:pt x="92330" y="26415"/>
                </a:lnTo>
                <a:lnTo>
                  <a:pt x="90875" y="28296"/>
                </a:lnTo>
                <a:cubicBezTo>
                  <a:pt x="83399" y="37981"/>
                  <a:pt x="79449" y="49566"/>
                  <a:pt x="79449" y="61810"/>
                </a:cubicBezTo>
                <a:close/>
                <a:moveTo>
                  <a:pt x="46608" y="2089"/>
                </a:moveTo>
                <a:lnTo>
                  <a:pt x="0" y="2089"/>
                </a:lnTo>
                <a:lnTo>
                  <a:pt x="0" y="26415"/>
                </a:lnTo>
                <a:lnTo>
                  <a:pt x="92330" y="26415"/>
                </a:lnTo>
                <a:lnTo>
                  <a:pt x="90043" y="23458"/>
                </a:lnTo>
                <a:cubicBezTo>
                  <a:pt x="79558" y="9884"/>
                  <a:pt x="63720" y="2089"/>
                  <a:pt x="46608" y="2089"/>
                </a:cubicBezTo>
                <a:close/>
                <a:moveTo>
                  <a:pt x="94618" y="23458"/>
                </a:moveTo>
                <a:lnTo>
                  <a:pt x="92330" y="26415"/>
                </a:lnTo>
                <a:lnTo>
                  <a:pt x="184661" y="26415"/>
                </a:lnTo>
                <a:lnTo>
                  <a:pt x="184661" y="2089"/>
                </a:lnTo>
                <a:lnTo>
                  <a:pt x="138053" y="2089"/>
                </a:lnTo>
                <a:cubicBezTo>
                  <a:pt x="120932" y="2089"/>
                  <a:pt x="105103" y="9875"/>
                  <a:pt x="94608" y="23458"/>
                </a:cubicBezTo>
                <a:close/>
                <a:moveTo>
                  <a:pt x="507601" y="162361"/>
                </a:moveTo>
                <a:lnTo>
                  <a:pt x="532631" y="162361"/>
                </a:lnTo>
                <a:lnTo>
                  <a:pt x="532631" y="2089"/>
                </a:lnTo>
                <a:lnTo>
                  <a:pt x="507601" y="2089"/>
                </a:lnTo>
                <a:lnTo>
                  <a:pt x="507601" y="162361"/>
                </a:lnTo>
                <a:close/>
                <a:moveTo>
                  <a:pt x="488238" y="255903"/>
                </a:moveTo>
                <a:lnTo>
                  <a:pt x="495840" y="255903"/>
                </a:lnTo>
                <a:lnTo>
                  <a:pt x="495840" y="194744"/>
                </a:lnTo>
                <a:lnTo>
                  <a:pt x="488238" y="194744"/>
                </a:lnTo>
                <a:lnTo>
                  <a:pt x="488238" y="255903"/>
                </a:lnTo>
                <a:close/>
                <a:moveTo>
                  <a:pt x="537151" y="201735"/>
                </a:moveTo>
                <a:lnTo>
                  <a:pt x="556975" y="201735"/>
                </a:lnTo>
                <a:lnTo>
                  <a:pt x="556975" y="255903"/>
                </a:lnTo>
                <a:lnTo>
                  <a:pt x="564577" y="255903"/>
                </a:lnTo>
                <a:lnTo>
                  <a:pt x="564577" y="201735"/>
                </a:lnTo>
                <a:lnTo>
                  <a:pt x="584401" y="201735"/>
                </a:lnTo>
                <a:lnTo>
                  <a:pt x="584401" y="194744"/>
                </a:lnTo>
                <a:lnTo>
                  <a:pt x="537151" y="194744"/>
                </a:lnTo>
                <a:lnTo>
                  <a:pt x="537151" y="201735"/>
                </a:lnTo>
                <a:close/>
                <a:moveTo>
                  <a:pt x="283346" y="2089"/>
                </a:moveTo>
                <a:cubicBezTo>
                  <a:pt x="283346" y="2089"/>
                  <a:pt x="330958" y="115571"/>
                  <a:pt x="340377" y="138134"/>
                </a:cubicBezTo>
                <a:cubicBezTo>
                  <a:pt x="351360" y="164450"/>
                  <a:pt x="369195" y="164450"/>
                  <a:pt x="376047" y="164450"/>
                </a:cubicBezTo>
                <a:lnTo>
                  <a:pt x="377512" y="164450"/>
                </a:lnTo>
                <a:lnTo>
                  <a:pt x="312237" y="2089"/>
                </a:lnTo>
                <a:lnTo>
                  <a:pt x="283346" y="2089"/>
                </a:lnTo>
                <a:close/>
                <a:moveTo>
                  <a:pt x="437309" y="197059"/>
                </a:moveTo>
                <a:cubicBezTo>
                  <a:pt x="434217" y="195513"/>
                  <a:pt x="430674" y="194744"/>
                  <a:pt x="426651" y="194744"/>
                </a:cubicBezTo>
                <a:lnTo>
                  <a:pt x="403157" y="194744"/>
                </a:lnTo>
                <a:lnTo>
                  <a:pt x="403157" y="255903"/>
                </a:lnTo>
                <a:lnTo>
                  <a:pt x="410759" y="255903"/>
                </a:lnTo>
                <a:lnTo>
                  <a:pt x="410759" y="232400"/>
                </a:lnTo>
                <a:lnTo>
                  <a:pt x="426660" y="232400"/>
                </a:lnTo>
                <a:cubicBezTo>
                  <a:pt x="430674" y="232400"/>
                  <a:pt x="434217" y="231631"/>
                  <a:pt x="437273" y="230085"/>
                </a:cubicBezTo>
                <a:cubicBezTo>
                  <a:pt x="440328" y="228538"/>
                  <a:pt x="442696" y="226341"/>
                  <a:pt x="444387" y="223492"/>
                </a:cubicBezTo>
                <a:cubicBezTo>
                  <a:pt x="446077" y="220635"/>
                  <a:pt x="446918" y="217316"/>
                  <a:pt x="446918" y="213536"/>
                </a:cubicBezTo>
                <a:cubicBezTo>
                  <a:pt x="446918" y="209756"/>
                  <a:pt x="446086" y="206446"/>
                  <a:pt x="444432" y="203616"/>
                </a:cubicBezTo>
                <a:cubicBezTo>
                  <a:pt x="442769" y="200794"/>
                  <a:pt x="440400" y="198606"/>
                  <a:pt x="437318" y="197059"/>
                </a:cubicBezTo>
                <a:close/>
                <a:moveTo>
                  <a:pt x="435564" y="222181"/>
                </a:moveTo>
                <a:cubicBezTo>
                  <a:pt x="433178" y="224333"/>
                  <a:pt x="429978" y="225419"/>
                  <a:pt x="425955" y="225419"/>
                </a:cubicBezTo>
                <a:lnTo>
                  <a:pt x="410759" y="225419"/>
                </a:lnTo>
                <a:lnTo>
                  <a:pt x="410759" y="201744"/>
                </a:lnTo>
                <a:lnTo>
                  <a:pt x="426045" y="201744"/>
                </a:lnTo>
                <a:cubicBezTo>
                  <a:pt x="430059" y="201744"/>
                  <a:pt x="433250" y="202811"/>
                  <a:pt x="435609" y="204936"/>
                </a:cubicBezTo>
                <a:cubicBezTo>
                  <a:pt x="437969" y="207061"/>
                  <a:pt x="439144" y="209928"/>
                  <a:pt x="439144" y="213545"/>
                </a:cubicBezTo>
                <a:cubicBezTo>
                  <a:pt x="439144" y="217162"/>
                  <a:pt x="437951" y="220038"/>
                  <a:pt x="435564" y="222190"/>
                </a:cubicBezTo>
                <a:close/>
                <a:moveTo>
                  <a:pt x="377503" y="164459"/>
                </a:moveTo>
                <a:lnTo>
                  <a:pt x="378967" y="164459"/>
                </a:lnTo>
                <a:cubicBezTo>
                  <a:pt x="385828" y="164459"/>
                  <a:pt x="403663" y="164459"/>
                  <a:pt x="414637" y="138143"/>
                </a:cubicBezTo>
                <a:cubicBezTo>
                  <a:pt x="424048" y="115580"/>
                  <a:pt x="471668" y="2098"/>
                  <a:pt x="471668" y="2098"/>
                </a:cubicBezTo>
                <a:lnTo>
                  <a:pt x="442778" y="2098"/>
                </a:lnTo>
                <a:lnTo>
                  <a:pt x="377503" y="164468"/>
                </a:lnTo>
                <a:close/>
                <a:moveTo>
                  <a:pt x="635303" y="194744"/>
                </a:moveTo>
                <a:lnTo>
                  <a:pt x="611981" y="255903"/>
                </a:lnTo>
                <a:lnTo>
                  <a:pt x="619845" y="255903"/>
                </a:lnTo>
                <a:lnTo>
                  <a:pt x="626309" y="239390"/>
                </a:lnTo>
                <a:lnTo>
                  <a:pt x="652948" y="239390"/>
                </a:lnTo>
                <a:lnTo>
                  <a:pt x="659412" y="255903"/>
                </a:lnTo>
                <a:lnTo>
                  <a:pt x="667529" y="255903"/>
                </a:lnTo>
                <a:lnTo>
                  <a:pt x="644298" y="194744"/>
                </a:lnTo>
                <a:lnTo>
                  <a:pt x="635303" y="194744"/>
                </a:lnTo>
                <a:close/>
                <a:moveTo>
                  <a:pt x="628578" y="232490"/>
                </a:moveTo>
                <a:lnTo>
                  <a:pt x="639579" y="203046"/>
                </a:lnTo>
                <a:lnTo>
                  <a:pt x="650670" y="232490"/>
                </a:lnTo>
                <a:lnTo>
                  <a:pt x="628569" y="232490"/>
                </a:lnTo>
                <a:close/>
              </a:path>
            </a:pathLst>
          </a:custGeom>
          <a:solidFill>
            <a:schemeClr val="bg1"/>
          </a:solidFill>
          <a:ln w="1049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pt-BR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76" name="object 5">
            <a:extLst>
              <a:ext uri="{FF2B5EF4-FFF2-40B4-BE49-F238E27FC236}">
                <a16:creationId xmlns:a16="http://schemas.microsoft.com/office/drawing/2014/main" id="{2234C5C4-5A1F-E3C2-0A6C-63F8F4B11BBE}"/>
              </a:ext>
            </a:extLst>
          </p:cNvPr>
          <p:cNvSpPr/>
          <p:nvPr/>
        </p:nvSpPr>
        <p:spPr>
          <a:xfrm flipV="1">
            <a:off x="334962" y="6294310"/>
            <a:ext cx="11097267" cy="256427"/>
          </a:xfrm>
          <a:custGeom>
            <a:avLst/>
            <a:gdLst/>
            <a:ahLst/>
            <a:cxnLst/>
            <a:rect l="l" t="t" r="r" b="b"/>
            <a:pathLst>
              <a:path w="19125565">
                <a:moveTo>
                  <a:pt x="0" y="0"/>
                </a:moveTo>
                <a:lnTo>
                  <a:pt x="19125114" y="0"/>
                </a:lnTo>
              </a:path>
            </a:pathLst>
          </a:custGeom>
          <a:ln w="635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pPr marL="0" marR="0" lvl="0" indent="0" algn="l" defTabSz="55449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sz="1092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78" name="Espaço Reservado para Número de Slide 5">
            <a:extLst>
              <a:ext uri="{FF2B5EF4-FFF2-40B4-BE49-F238E27FC236}">
                <a16:creationId xmlns:a16="http://schemas.microsoft.com/office/drawing/2014/main" id="{EA671219-A4AC-0E11-A9D4-08EFC875BC42}"/>
              </a:ext>
            </a:extLst>
          </p:cNvPr>
          <p:cNvSpPr txBox="1">
            <a:spLocks/>
          </p:cNvSpPr>
          <p:nvPr/>
        </p:nvSpPr>
        <p:spPr>
          <a:xfrm>
            <a:off x="11561763" y="647363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100" b="0" i="0" u="none" strike="noStrike" cap="none">
                <a:solidFill>
                  <a:schemeClr val="bg1"/>
                </a:solidFill>
                <a:latin typeface="Versos" panose="020B0503020204030204" pitchFamily="34" charset="0"/>
                <a:ea typeface="Arial"/>
                <a:cs typeface="Versos" panose="020B0503020204030204" pitchFamily="34" charset="0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fld id="{77667D73-C69A-4DAA-9003-24A825D36FE9}" type="slidenum">
              <a:rPr kumimoji="0" lang="pt-BR" sz="1100" b="0" i="0" u="none" strike="noStrike" kern="0" cap="none" spc="0" normalizeH="0" baseline="0" noProof="0" smtClean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sym typeface="Arial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t>10</a:t>
            </a:fld>
            <a:endParaRPr kumimoji="0" lang="pt-BR" sz="11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sos" panose="020B0503020204030204" pitchFamily="34" charset="0"/>
              <a:sym typeface="Arial"/>
            </a:endParaRPr>
          </a:p>
        </p:txBody>
      </p:sp>
      <p:sp>
        <p:nvSpPr>
          <p:cNvPr id="79" name="object 38">
            <a:extLst>
              <a:ext uri="{FF2B5EF4-FFF2-40B4-BE49-F238E27FC236}">
                <a16:creationId xmlns:a16="http://schemas.microsoft.com/office/drawing/2014/main" id="{8EF7F923-3522-E9D5-7A23-0CB4219DE0B7}"/>
              </a:ext>
            </a:extLst>
          </p:cNvPr>
          <p:cNvSpPr txBox="1">
            <a:spLocks/>
          </p:cNvSpPr>
          <p:nvPr/>
        </p:nvSpPr>
        <p:spPr>
          <a:xfrm>
            <a:off x="315195" y="531264"/>
            <a:ext cx="7850404" cy="317886"/>
          </a:xfrm>
          <a:prstGeom prst="rect">
            <a:avLst/>
          </a:prstGeom>
        </p:spPr>
        <p:txBody>
          <a:bodyPr vert="horz" wrap="square" lIns="0" tIns="10012" rIns="0" bIns="0" rtlCol="0" anchor="t">
            <a:spAutoFit/>
          </a:bodyPr>
          <a:lstStyle>
            <a:lvl1pPr eaLnBrk="1" hangingPunct="1">
              <a:defRPr>
                <a:latin typeface="+mj-lt"/>
                <a:ea typeface="+mj-ea"/>
                <a:cs typeface="+mj-cs"/>
              </a:defRPr>
            </a:lvl1pPr>
          </a:lstStyle>
          <a:p>
            <a:pPr marL="7620" marR="0" lvl="0" indent="0" algn="l" defTabSz="914400" rtl="0" eaLnBrk="1" fontAlgn="auto" latinLnBrk="0" hangingPunct="1">
              <a:lnSpc>
                <a:spcPct val="100000"/>
              </a:lnSpc>
              <a:spcBef>
                <a:spcPts val="79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200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/>
                <a:ea typeface="+mj-ea"/>
                <a:cs typeface="+mj-cs"/>
                <a:sym typeface="Arial"/>
              </a:rPr>
              <a:t>BENEFÍCIOS DO </a:t>
            </a:r>
            <a:r>
              <a:rPr kumimoji="0" lang="pt-BR" sz="2000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/>
                <a:ea typeface="+mj-ea"/>
                <a:cs typeface="+mj-cs"/>
                <a:sym typeface="Arial"/>
              </a:rPr>
              <a:t>CRÉDITO ESTRUTURADO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72A72E94-C629-5B7C-3EFC-191EC62EEBBA}"/>
              </a:ext>
            </a:extLst>
          </p:cNvPr>
          <p:cNvGrpSpPr/>
          <p:nvPr/>
        </p:nvGrpSpPr>
        <p:grpSpPr>
          <a:xfrm>
            <a:off x="334962" y="1036424"/>
            <a:ext cx="11520865" cy="5303280"/>
            <a:chOff x="335366" y="1330784"/>
            <a:chExt cx="11521268" cy="5008919"/>
          </a:xfrm>
        </p:grpSpPr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D4E2BBB9-788E-85EC-36EB-4E7E30905016}"/>
                </a:ext>
              </a:extLst>
            </p:cNvPr>
            <p:cNvGrpSpPr/>
            <p:nvPr/>
          </p:nvGrpSpPr>
          <p:grpSpPr>
            <a:xfrm>
              <a:off x="335368" y="1330784"/>
              <a:ext cx="11521266" cy="3471078"/>
              <a:chOff x="552341" y="2194560"/>
              <a:chExt cx="17387307" cy="5135880"/>
            </a:xfrm>
          </p:grpSpPr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ABED2BFD-978D-C9AF-8C7E-B626AB8292BE}"/>
                  </a:ext>
                </a:extLst>
              </p:cNvPr>
              <p:cNvSpPr/>
              <p:nvPr/>
            </p:nvSpPr>
            <p:spPr>
              <a:xfrm>
                <a:off x="552341" y="2194560"/>
                <a:ext cx="4118501" cy="5135880"/>
              </a:xfrm>
              <a:prstGeom prst="rect">
                <a:avLst/>
              </a:prstGeom>
              <a:noFill/>
              <a:ln w="6350"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30983" tIns="261965" rIns="130983" bIns="45720" rtlCol="0" anchor="t" anchorCtr="0"/>
              <a:lstStyle/>
              <a:p>
                <a:pPr defTabSz="554492">
                  <a:defRPr/>
                </a:pPr>
                <a:r>
                  <a:rPr lang="pt-BR" sz="1450" b="1" kern="0">
                    <a:solidFill>
                      <a:srgbClr val="C1F4D4"/>
                    </a:solidFill>
                    <a:latin typeface="Versos"/>
                  </a:rPr>
                  <a:t>GESTÃO </a:t>
                </a:r>
                <a:br>
                  <a:rPr lang="pt-BR" sz="1450" b="1" kern="0">
                    <a:latin typeface="Versos" panose="020B0503020204030204" pitchFamily="34" charset="0"/>
                  </a:rPr>
                </a:br>
                <a:r>
                  <a:rPr lang="pt-BR" sz="1450" b="1" kern="0">
                    <a:solidFill>
                      <a:srgbClr val="C1F4D4"/>
                    </a:solidFill>
                    <a:latin typeface="Versos"/>
                  </a:rPr>
                  <a:t>DE RISCOS</a:t>
                </a:r>
              </a:p>
              <a:p>
                <a:pPr defTabSz="554492">
                  <a:defRPr/>
                </a:pPr>
                <a:endParaRPr lang="pt-BR" sz="1092" kern="0">
                  <a:solidFill>
                    <a:srgbClr val="FFFFFF"/>
                  </a:solidFill>
                  <a:latin typeface="Versos" panose="020B0503020204030204" pitchFamily="34" charset="0"/>
                </a:endParaRPr>
              </a:p>
              <a:p>
                <a:pPr defTabSz="554492">
                  <a:spcBef>
                    <a:spcPts val="182"/>
                  </a:spcBef>
                  <a:spcAft>
                    <a:spcPts val="182"/>
                  </a:spcAft>
                  <a:defRPr/>
                </a:pPr>
                <a:r>
                  <a:rPr lang="pt-BR" sz="1200" kern="0">
                    <a:solidFill>
                      <a:srgbClr val="FFFFFF"/>
                    </a:solidFill>
                    <a:latin typeface="Versos Light"/>
                  </a:rPr>
                  <a:t>Os ativos de crédito estruturado são lastreados por garantias </a:t>
                </a:r>
                <a:br>
                  <a:rPr lang="pt-BR" sz="1200" kern="0">
                    <a:solidFill>
                      <a:srgbClr val="FFFFFF"/>
                    </a:solidFill>
                    <a:latin typeface="Versos Light"/>
                  </a:rPr>
                </a:br>
                <a:r>
                  <a:rPr lang="pt-BR" sz="1200" kern="0">
                    <a:solidFill>
                      <a:srgbClr val="FFFFFF"/>
                    </a:solidFill>
                    <a:latin typeface="Versos Light"/>
                  </a:rPr>
                  <a:t>reais e pessoais, como imóveis, recebíveis de contratos de longo prazo, bens móveis, depósitos em contas vinculadas e fianças, </a:t>
                </a:r>
                <a:br>
                  <a:rPr lang="pt-BR" sz="1200" kern="0">
                    <a:solidFill>
                      <a:srgbClr val="FFFFFF"/>
                    </a:solidFill>
                    <a:latin typeface="Versos Light"/>
                  </a:rPr>
                </a:br>
                <a:r>
                  <a:rPr lang="pt-BR" sz="1200" kern="0">
                    <a:solidFill>
                      <a:srgbClr val="FFFFFF"/>
                    </a:solidFill>
                    <a:latin typeface="Versos Light"/>
                  </a:rPr>
                  <a:t>entre outros. </a:t>
                </a:r>
              </a:p>
            </p:txBody>
          </p:sp>
          <p:sp>
            <p:nvSpPr>
              <p:cNvPr id="8" name="Rectangle 7">
                <a:extLst>
                  <a:ext uri="{FF2B5EF4-FFF2-40B4-BE49-F238E27FC236}">
                    <a16:creationId xmlns:a16="http://schemas.microsoft.com/office/drawing/2014/main" id="{B5760F0E-80B1-AA93-A075-C1637E8DA5C4}"/>
                  </a:ext>
                </a:extLst>
              </p:cNvPr>
              <p:cNvSpPr/>
              <p:nvPr/>
            </p:nvSpPr>
            <p:spPr>
              <a:xfrm>
                <a:off x="4975276" y="2194560"/>
                <a:ext cx="4118501" cy="5135880"/>
              </a:xfrm>
              <a:prstGeom prst="rect">
                <a:avLst/>
              </a:prstGeom>
              <a:noFill/>
              <a:ln w="6350"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30983" tIns="261965" rIns="130983" bIns="45720" rtlCol="0" anchor="t" anchorCtr="0"/>
              <a:lstStyle/>
              <a:p>
                <a:pPr defTabSz="554492">
                  <a:defRPr/>
                </a:pPr>
                <a:r>
                  <a:rPr lang="pt-BR" sz="1450" b="1" kern="0">
                    <a:solidFill>
                      <a:srgbClr val="92D3AB"/>
                    </a:solidFill>
                    <a:latin typeface="Versos"/>
                  </a:rPr>
                  <a:t>ESTRUTURAÇÃO </a:t>
                </a:r>
                <a:br>
                  <a:rPr lang="pt-BR" sz="1450" b="1" kern="0">
                    <a:latin typeface="Versos" panose="020B0503020204030204" pitchFamily="34" charset="0"/>
                  </a:rPr>
                </a:br>
                <a:r>
                  <a:rPr lang="pt-BR" sz="1450" b="1" kern="0">
                    <a:solidFill>
                      <a:srgbClr val="92D3AB"/>
                    </a:solidFill>
                    <a:latin typeface="Versos"/>
                  </a:rPr>
                  <a:t>DE RISCOS</a:t>
                </a:r>
              </a:p>
              <a:p>
                <a:pPr defTabSz="554492">
                  <a:defRPr/>
                </a:pPr>
                <a:endParaRPr lang="pt-BR" sz="1092" kern="0">
                  <a:solidFill>
                    <a:srgbClr val="FFFFFF"/>
                  </a:solidFill>
                  <a:latin typeface="Versos" panose="020B0503020204030204" pitchFamily="34" charset="0"/>
                </a:endParaRPr>
              </a:p>
              <a:p>
                <a:pPr defTabSz="554492">
                  <a:spcBef>
                    <a:spcPts val="182"/>
                  </a:spcBef>
                  <a:spcAft>
                    <a:spcPts val="182"/>
                  </a:spcAft>
                  <a:defRPr/>
                </a:pPr>
                <a:r>
                  <a:rPr lang="pt-BR" sz="1200" kern="0">
                    <a:solidFill>
                      <a:srgbClr val="FFFFFF"/>
                    </a:solidFill>
                    <a:latin typeface="Versos Light"/>
                  </a:rPr>
                  <a:t>O risco pode ser dividido em diferentes tranches (camadas). </a:t>
                </a:r>
              </a:p>
              <a:p>
                <a:pPr defTabSz="554492">
                  <a:spcBef>
                    <a:spcPts val="182"/>
                  </a:spcBef>
                  <a:spcAft>
                    <a:spcPts val="182"/>
                  </a:spcAft>
                  <a:defRPr/>
                </a:pPr>
                <a:r>
                  <a:rPr lang="pt-BR" sz="1200" kern="0">
                    <a:solidFill>
                      <a:srgbClr val="FFFFFF"/>
                    </a:solidFill>
                    <a:latin typeface="Versos Light"/>
                  </a:rPr>
                  <a:t>As tranches seniores possuem prioridade no recebimento dos fluxos de pagamento, com menor risco e menor volatilidade. </a:t>
                </a:r>
              </a:p>
              <a:p>
                <a:pPr defTabSz="554492">
                  <a:spcBef>
                    <a:spcPts val="182"/>
                  </a:spcBef>
                  <a:spcAft>
                    <a:spcPts val="182"/>
                  </a:spcAft>
                  <a:defRPr/>
                </a:pPr>
                <a:r>
                  <a:rPr lang="pt-BR" sz="1200" kern="0">
                    <a:solidFill>
                      <a:srgbClr val="FFFFFF"/>
                    </a:solidFill>
                    <a:latin typeface="Versos Light"/>
                  </a:rPr>
                  <a:t>Já as tranches subordinadas, ficam em posição inferior na ordem de pagamento e assumem maior risco e, consequentemente, podem oferecer retornos </a:t>
                </a:r>
                <a:br>
                  <a:rPr lang="pt-BR" sz="1200" kern="0">
                    <a:solidFill>
                      <a:srgbClr val="FFFFFF"/>
                    </a:solidFill>
                    <a:latin typeface="Versos Light"/>
                  </a:rPr>
                </a:br>
                <a:r>
                  <a:rPr lang="pt-BR" sz="1200" kern="0">
                    <a:solidFill>
                      <a:srgbClr val="FFFFFF"/>
                    </a:solidFill>
                    <a:latin typeface="Versos Light"/>
                  </a:rPr>
                  <a:t>mais elevados.</a:t>
                </a:r>
              </a:p>
            </p:txBody>
          </p:sp>
          <p:sp>
            <p:nvSpPr>
              <p:cNvPr id="9" name="Rectangle 8">
                <a:extLst>
                  <a:ext uri="{FF2B5EF4-FFF2-40B4-BE49-F238E27FC236}">
                    <a16:creationId xmlns:a16="http://schemas.microsoft.com/office/drawing/2014/main" id="{92AE4074-190B-6D3F-5975-57B76F8441BA}"/>
                  </a:ext>
                </a:extLst>
              </p:cNvPr>
              <p:cNvSpPr/>
              <p:nvPr/>
            </p:nvSpPr>
            <p:spPr>
              <a:xfrm>
                <a:off x="9398211" y="2194560"/>
                <a:ext cx="4118501" cy="5135880"/>
              </a:xfrm>
              <a:prstGeom prst="rect">
                <a:avLst/>
              </a:prstGeom>
              <a:noFill/>
              <a:ln w="6350"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30983" tIns="261965" rIns="130983" bIns="45720" rtlCol="0" anchor="t" anchorCtr="0"/>
              <a:lstStyle/>
              <a:p>
                <a:pPr defTabSz="554492">
                  <a:defRPr/>
                </a:pPr>
                <a:r>
                  <a:rPr lang="pt-BR" sz="1450" b="1" kern="0">
                    <a:solidFill>
                      <a:srgbClr val="C1F4D4"/>
                    </a:solidFill>
                    <a:latin typeface="Versos"/>
                  </a:rPr>
                  <a:t>RETORNOS </a:t>
                </a:r>
                <a:br>
                  <a:rPr lang="pt-BR" sz="1450" b="1" kern="0">
                    <a:latin typeface="Versos" panose="020B0503020204030204" pitchFamily="34" charset="0"/>
                  </a:rPr>
                </a:br>
                <a:r>
                  <a:rPr lang="pt-BR" sz="1450" b="1" kern="0">
                    <a:solidFill>
                      <a:srgbClr val="C1F4D4"/>
                    </a:solidFill>
                    <a:latin typeface="Versos"/>
                  </a:rPr>
                  <a:t>ATRATIVOS</a:t>
                </a:r>
              </a:p>
              <a:p>
                <a:pPr defTabSz="554492">
                  <a:defRPr/>
                </a:pPr>
                <a:endParaRPr lang="pt-BR" sz="1092" kern="0">
                  <a:solidFill>
                    <a:srgbClr val="FFFFFF"/>
                  </a:solidFill>
                  <a:latin typeface="Versos" panose="020B0503020204030204" pitchFamily="34" charset="0"/>
                </a:endParaRPr>
              </a:p>
              <a:p>
                <a:pPr defTabSz="554492">
                  <a:spcBef>
                    <a:spcPts val="182"/>
                  </a:spcBef>
                  <a:spcAft>
                    <a:spcPts val="182"/>
                  </a:spcAft>
                  <a:defRPr/>
                </a:pPr>
                <a:r>
                  <a:rPr lang="pt-BR" sz="1200" kern="0">
                    <a:solidFill>
                      <a:srgbClr val="FFFFFF"/>
                    </a:solidFill>
                    <a:latin typeface="Versos Light"/>
                  </a:rPr>
                  <a:t>Em razão de sua maior complexidade e da utilização </a:t>
                </a:r>
                <a:br>
                  <a:rPr lang="pt-BR" sz="1200" kern="0">
                    <a:solidFill>
                      <a:srgbClr val="FFFFFF"/>
                    </a:solidFill>
                    <a:latin typeface="Versos Light"/>
                  </a:rPr>
                </a:br>
                <a:r>
                  <a:rPr lang="pt-BR" sz="1200" kern="0">
                    <a:solidFill>
                      <a:srgbClr val="FFFFFF"/>
                    </a:solidFill>
                    <a:latin typeface="Versos Light"/>
                  </a:rPr>
                  <a:t>de mecanismos sofisticados </a:t>
                </a:r>
                <a:br>
                  <a:rPr lang="pt-BR" sz="1200" kern="0">
                    <a:solidFill>
                      <a:srgbClr val="FFFFFF"/>
                    </a:solidFill>
                    <a:latin typeface="Versos Light"/>
                  </a:rPr>
                </a:br>
                <a:r>
                  <a:rPr lang="pt-BR" sz="1200" kern="0">
                    <a:solidFill>
                      <a:srgbClr val="FFFFFF"/>
                    </a:solidFill>
                    <a:latin typeface="Versos Light"/>
                  </a:rPr>
                  <a:t>de estruturação, o crédito estruturado tende a oferecer rendimentos superiores em comparação ao crédito privado tradicional, ao mesmo tempo em que distribui riscos de forma mais eficiente entre os investidores.</a:t>
                </a:r>
              </a:p>
            </p:txBody>
          </p:sp>
          <p:sp>
            <p:nvSpPr>
              <p:cNvPr id="10" name="Rectangle 9">
                <a:extLst>
                  <a:ext uri="{FF2B5EF4-FFF2-40B4-BE49-F238E27FC236}">
                    <a16:creationId xmlns:a16="http://schemas.microsoft.com/office/drawing/2014/main" id="{55AD4CA0-3E87-3498-79F5-3A688FAC8ACE}"/>
                  </a:ext>
                </a:extLst>
              </p:cNvPr>
              <p:cNvSpPr/>
              <p:nvPr/>
            </p:nvSpPr>
            <p:spPr>
              <a:xfrm>
                <a:off x="13821147" y="2194560"/>
                <a:ext cx="4118501" cy="5135880"/>
              </a:xfrm>
              <a:prstGeom prst="rect">
                <a:avLst/>
              </a:prstGeom>
              <a:noFill/>
              <a:ln w="6350"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30983" tIns="261965" rIns="130983" bIns="45720" rtlCol="0" anchor="t" anchorCtr="0"/>
              <a:lstStyle/>
              <a:p>
                <a:pPr defTabSz="554492">
                  <a:defRPr/>
                </a:pPr>
                <a:r>
                  <a:rPr lang="pt-BR" sz="1450" b="1" kern="0">
                    <a:solidFill>
                      <a:srgbClr val="92D3AB"/>
                    </a:solidFill>
                    <a:latin typeface="Versos"/>
                  </a:rPr>
                  <a:t>MENOR VOLATIDADE </a:t>
                </a:r>
                <a:br>
                  <a:rPr lang="pt-BR" sz="1450" b="1" kern="0">
                    <a:latin typeface="Versos" panose="020B0503020204030204" pitchFamily="34" charset="0"/>
                  </a:rPr>
                </a:br>
                <a:r>
                  <a:rPr lang="pt-BR" sz="1450" b="1" kern="0">
                    <a:solidFill>
                      <a:srgbClr val="92D3AB"/>
                    </a:solidFill>
                    <a:latin typeface="Versos"/>
                  </a:rPr>
                  <a:t>DE MERCADO</a:t>
                </a:r>
              </a:p>
              <a:p>
                <a:pPr defTabSz="554492">
                  <a:defRPr/>
                </a:pPr>
                <a:endParaRPr lang="pt-BR" sz="1092" kern="0">
                  <a:solidFill>
                    <a:srgbClr val="FFFFFF"/>
                  </a:solidFill>
                  <a:latin typeface="Versos" panose="020B0503020204030204" pitchFamily="34" charset="0"/>
                </a:endParaRPr>
              </a:p>
              <a:p>
                <a:pPr defTabSz="554492">
                  <a:spcBef>
                    <a:spcPts val="182"/>
                  </a:spcBef>
                  <a:spcAft>
                    <a:spcPts val="182"/>
                  </a:spcAft>
                  <a:defRPr/>
                </a:pPr>
                <a:r>
                  <a:rPr lang="pt-BR" sz="1200" kern="0">
                    <a:solidFill>
                      <a:srgbClr val="FFFFFF"/>
                    </a:solidFill>
                    <a:latin typeface="Versos Light"/>
                  </a:rPr>
                  <a:t>Os ativos de crédito estruturado apresentam menor volatilidade </a:t>
                </a:r>
                <a:br>
                  <a:rPr lang="pt-BR" sz="1200" kern="0">
                    <a:solidFill>
                      <a:srgbClr val="FFFFFF"/>
                    </a:solidFill>
                    <a:latin typeface="Versos Light"/>
                  </a:rPr>
                </a:br>
                <a:r>
                  <a:rPr lang="pt-BR" sz="1200" kern="0">
                    <a:solidFill>
                      <a:srgbClr val="FFFFFF"/>
                    </a:solidFill>
                    <a:latin typeface="Versos Light"/>
                  </a:rPr>
                  <a:t>no mercado secundário, mesmo em períodos de crise de crédito, graças à sua natureza, às garantias envolvidas e à </a:t>
                </a:r>
                <a:br>
                  <a:rPr lang="pt-BR" sz="1200" kern="0">
                    <a:solidFill>
                      <a:srgbClr val="FFFFFF"/>
                    </a:solidFill>
                    <a:latin typeface="Versos Light"/>
                  </a:rPr>
                </a:br>
                <a:r>
                  <a:rPr lang="pt-BR" sz="1200" kern="0">
                    <a:solidFill>
                      <a:srgbClr val="FFFFFF"/>
                    </a:solidFill>
                    <a:latin typeface="Versos Light"/>
                  </a:rPr>
                  <a:t>forma como o risco </a:t>
                </a:r>
                <a:br>
                  <a:rPr lang="pt-BR" sz="1200" kern="0">
                    <a:solidFill>
                      <a:srgbClr val="FFFFFF"/>
                    </a:solidFill>
                    <a:latin typeface="Versos Light"/>
                  </a:rPr>
                </a:br>
                <a:r>
                  <a:rPr lang="pt-BR" sz="1200" kern="0">
                    <a:solidFill>
                      <a:srgbClr val="FFFFFF"/>
                    </a:solidFill>
                    <a:latin typeface="Versos Light"/>
                  </a:rPr>
                  <a:t>é estruturado.</a:t>
                </a:r>
              </a:p>
            </p:txBody>
          </p:sp>
        </p:grpSp>
        <p:grpSp>
          <p:nvGrpSpPr>
            <p:cNvPr id="11" name="Group 10">
              <a:extLst>
                <a:ext uri="{FF2B5EF4-FFF2-40B4-BE49-F238E27FC236}">
                  <a16:creationId xmlns:a16="http://schemas.microsoft.com/office/drawing/2014/main" id="{E39023D6-6AD1-301C-D333-57CD90C514BC}"/>
                </a:ext>
              </a:extLst>
            </p:cNvPr>
            <p:cNvGrpSpPr/>
            <p:nvPr/>
          </p:nvGrpSpPr>
          <p:grpSpPr>
            <a:xfrm>
              <a:off x="335366" y="4546842"/>
              <a:ext cx="11520975" cy="1792861"/>
              <a:chOff x="552337" y="7498080"/>
              <a:chExt cx="18998942" cy="2956560"/>
            </a:xfrm>
          </p:grpSpPr>
          <p:sp>
            <p:nvSpPr>
              <p:cNvPr id="12" name="object 23">
                <a:extLst>
                  <a:ext uri="{FF2B5EF4-FFF2-40B4-BE49-F238E27FC236}">
                    <a16:creationId xmlns:a16="http://schemas.microsoft.com/office/drawing/2014/main" id="{5F5C97AA-EF01-2EA0-07F0-EBB26AB8EDCF}"/>
                  </a:ext>
                </a:extLst>
              </p:cNvPr>
              <p:cNvSpPr/>
              <p:nvPr/>
            </p:nvSpPr>
            <p:spPr>
              <a:xfrm>
                <a:off x="6979101" y="7498080"/>
                <a:ext cx="1313362" cy="365910"/>
              </a:xfrm>
              <a:custGeom>
                <a:avLst/>
                <a:gdLst/>
                <a:ahLst/>
                <a:cxnLst/>
                <a:rect l="l" t="t" r="r" b="b"/>
                <a:pathLst>
                  <a:path w="1284604" h="370840">
                    <a:moveTo>
                      <a:pt x="642032" y="0"/>
                    </a:moveTo>
                    <a:lnTo>
                      <a:pt x="0" y="370679"/>
                    </a:lnTo>
                    <a:lnTo>
                      <a:pt x="1284065" y="370679"/>
                    </a:lnTo>
                    <a:lnTo>
                      <a:pt x="642032" y="0"/>
                    </a:ln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txBody>
              <a:bodyPr wrap="square" lIns="0" tIns="0" rIns="0" bIns="0" rtlCol="0"/>
              <a:lstStyle/>
              <a:p>
                <a:pPr defTabSz="554492">
                  <a:defRPr/>
                </a:pPr>
                <a:endParaRPr sz="1092" ker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" name="object 6">
                <a:extLst>
                  <a:ext uri="{FF2B5EF4-FFF2-40B4-BE49-F238E27FC236}">
                    <a16:creationId xmlns:a16="http://schemas.microsoft.com/office/drawing/2014/main" id="{F7172325-AD4C-684F-DB9A-F2B2B0ED0511}"/>
                  </a:ext>
                </a:extLst>
              </p:cNvPr>
              <p:cNvSpPr/>
              <p:nvPr/>
            </p:nvSpPr>
            <p:spPr>
              <a:xfrm>
                <a:off x="5385361" y="7820591"/>
                <a:ext cx="4500359" cy="2634049"/>
              </a:xfrm>
              <a:custGeom>
                <a:avLst/>
                <a:gdLst/>
                <a:ahLst/>
                <a:cxnLst/>
                <a:rect l="l" t="t" r="r" b="b"/>
                <a:pathLst>
                  <a:path w="4401820" h="2669540">
                    <a:moveTo>
                      <a:pt x="4401750" y="0"/>
                    </a:moveTo>
                    <a:lnTo>
                      <a:pt x="0" y="0"/>
                    </a:lnTo>
                    <a:lnTo>
                      <a:pt x="0" y="2669300"/>
                    </a:lnTo>
                    <a:lnTo>
                      <a:pt x="4401750" y="2669300"/>
                    </a:lnTo>
                    <a:lnTo>
                      <a:pt x="4401750" y="0"/>
                    </a:ln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txBody>
              <a:bodyPr wrap="square" lIns="109152" tIns="349287" rIns="130983" bIns="0" rtlCol="0" anchor="t" anchorCtr="0"/>
              <a:lstStyle/>
              <a:p>
                <a:pPr defTabSz="554492">
                  <a:defRPr/>
                </a:pPr>
                <a:r>
                  <a:rPr lang="pt-BR" sz="1200" b="1" kern="0">
                    <a:solidFill>
                      <a:srgbClr val="C1F4D4"/>
                    </a:solidFill>
                    <a:latin typeface="Versos" panose="020B0503020204030204" pitchFamily="34" charset="0"/>
                    <a:cs typeface="Helvetica"/>
                  </a:rPr>
                  <a:t>Técnicas de aprimoramento </a:t>
                </a:r>
                <a:br>
                  <a:rPr lang="pt-BR" sz="1200" b="1" kern="0">
                    <a:solidFill>
                      <a:srgbClr val="C1F4D4"/>
                    </a:solidFill>
                    <a:latin typeface="Versos" panose="020B0503020204030204" pitchFamily="34" charset="0"/>
                    <a:cs typeface="Helvetica"/>
                  </a:rPr>
                </a:br>
                <a:r>
                  <a:rPr lang="pt-BR" sz="1200" b="1" kern="0">
                    <a:solidFill>
                      <a:srgbClr val="C1F4D4"/>
                    </a:solidFill>
                    <a:latin typeface="Versos" panose="020B0503020204030204" pitchFamily="34" charset="0"/>
                    <a:cs typeface="Helvetica"/>
                  </a:rPr>
                  <a:t>de crédito, como subordinação, </a:t>
                </a:r>
                <a:r>
                  <a:rPr lang="pt-BR" sz="1200" kern="0">
                    <a:solidFill>
                      <a:schemeClr val="bg1"/>
                    </a:solidFill>
                    <a:latin typeface="Versos" panose="020B0503020204030204" pitchFamily="34" charset="0"/>
                    <a:cs typeface="Helvetica"/>
                  </a:rPr>
                  <a:t>reservas de liquidez e seguros </a:t>
                </a:r>
                <a:br>
                  <a:rPr lang="pt-BR" sz="1200" kern="0">
                    <a:solidFill>
                      <a:schemeClr val="bg1"/>
                    </a:solidFill>
                    <a:latin typeface="Versos" panose="020B0503020204030204" pitchFamily="34" charset="0"/>
                    <a:cs typeface="Helvetica"/>
                  </a:rPr>
                </a:br>
                <a:r>
                  <a:rPr lang="pt-BR" sz="1200" kern="0">
                    <a:solidFill>
                      <a:schemeClr val="bg1"/>
                    </a:solidFill>
                    <a:latin typeface="Versos" panose="020B0503020204030204" pitchFamily="34" charset="0"/>
                    <a:cs typeface="Helvetica"/>
                  </a:rPr>
                  <a:t>de crédito são usadas para proteger os investidores. </a:t>
                </a:r>
                <a:endParaRPr lang="pt-BR" sz="1213" kern="0">
                  <a:solidFill>
                    <a:schemeClr val="bg1"/>
                  </a:solidFill>
                  <a:latin typeface="Versos" panose="020B0503020204030204" pitchFamily="34" charset="0"/>
                  <a:cs typeface="Helvetica"/>
                </a:endParaRPr>
              </a:p>
            </p:txBody>
          </p:sp>
          <p:sp>
            <p:nvSpPr>
              <p:cNvPr id="14" name="object 23">
                <a:extLst>
                  <a:ext uri="{FF2B5EF4-FFF2-40B4-BE49-F238E27FC236}">
                    <a16:creationId xmlns:a16="http://schemas.microsoft.com/office/drawing/2014/main" id="{666BDBA2-2F9B-C89C-245F-EC9B16E273C5}"/>
                  </a:ext>
                </a:extLst>
              </p:cNvPr>
              <p:cNvSpPr/>
              <p:nvPr/>
            </p:nvSpPr>
            <p:spPr>
              <a:xfrm>
                <a:off x="11812122" y="7498080"/>
                <a:ext cx="1313362" cy="365910"/>
              </a:xfrm>
              <a:custGeom>
                <a:avLst/>
                <a:gdLst/>
                <a:ahLst/>
                <a:cxnLst/>
                <a:rect l="l" t="t" r="r" b="b"/>
                <a:pathLst>
                  <a:path w="1284604" h="370840">
                    <a:moveTo>
                      <a:pt x="642032" y="0"/>
                    </a:moveTo>
                    <a:lnTo>
                      <a:pt x="0" y="370679"/>
                    </a:lnTo>
                    <a:lnTo>
                      <a:pt x="1284065" y="370679"/>
                    </a:lnTo>
                    <a:lnTo>
                      <a:pt x="642032" y="0"/>
                    </a:ln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txBody>
              <a:bodyPr wrap="square" lIns="0" tIns="0" rIns="0" bIns="0" rtlCol="0"/>
              <a:lstStyle/>
              <a:p>
                <a:pPr defTabSz="554492">
                  <a:defRPr/>
                </a:pPr>
                <a:endParaRPr sz="1092" ker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5" name="object 6">
                <a:extLst>
                  <a:ext uri="{FF2B5EF4-FFF2-40B4-BE49-F238E27FC236}">
                    <a16:creationId xmlns:a16="http://schemas.microsoft.com/office/drawing/2014/main" id="{1F5CE7A4-8A82-FEA4-FEE1-3DCCE28261BA}"/>
                  </a:ext>
                </a:extLst>
              </p:cNvPr>
              <p:cNvSpPr/>
              <p:nvPr/>
            </p:nvSpPr>
            <p:spPr>
              <a:xfrm>
                <a:off x="10218382" y="7820591"/>
                <a:ext cx="4500358" cy="2634049"/>
              </a:xfrm>
              <a:custGeom>
                <a:avLst/>
                <a:gdLst/>
                <a:ahLst/>
                <a:cxnLst/>
                <a:rect l="l" t="t" r="r" b="b"/>
                <a:pathLst>
                  <a:path w="4401820" h="2669540">
                    <a:moveTo>
                      <a:pt x="4401750" y="0"/>
                    </a:moveTo>
                    <a:lnTo>
                      <a:pt x="0" y="0"/>
                    </a:lnTo>
                    <a:lnTo>
                      <a:pt x="0" y="2669300"/>
                    </a:lnTo>
                    <a:lnTo>
                      <a:pt x="4401750" y="2669300"/>
                    </a:lnTo>
                    <a:lnTo>
                      <a:pt x="4401750" y="0"/>
                    </a:ln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txBody>
              <a:bodyPr wrap="square" lIns="109152" tIns="349287" rIns="130983" bIns="0" rtlCol="0" anchor="t" anchorCtr="0"/>
              <a:lstStyle/>
              <a:p>
                <a:pPr defTabSz="554492">
                  <a:defRPr/>
                </a:pPr>
                <a:r>
                  <a:rPr lang="pt-BR" sz="1200" kern="0">
                    <a:solidFill>
                      <a:srgbClr val="FFFFFF"/>
                    </a:solidFill>
                    <a:latin typeface="Versos" panose="020B0503020204030204" pitchFamily="34" charset="0"/>
                    <a:cs typeface="Helvetica"/>
                  </a:rPr>
                  <a:t>A presença dessas garantias </a:t>
                </a:r>
                <a:br>
                  <a:rPr lang="pt-BR" sz="1200" kern="0">
                    <a:latin typeface="Versos" panose="020B0503020204030204" pitchFamily="34" charset="0"/>
                    <a:cs typeface="Helvetica"/>
                  </a:rPr>
                </a:br>
                <a:r>
                  <a:rPr lang="pt-BR" sz="1200" kern="0">
                    <a:solidFill>
                      <a:srgbClr val="FFFFFF"/>
                    </a:solidFill>
                    <a:latin typeface="Versos" panose="020B0503020204030204" pitchFamily="34" charset="0"/>
                    <a:cs typeface="Helvetica"/>
                  </a:rPr>
                  <a:t>e colaterais robustos diminui </a:t>
                </a:r>
                <a:br>
                  <a:rPr lang="pt-BR" sz="1200" kern="0">
                    <a:latin typeface="Versos" panose="020B0503020204030204" pitchFamily="34" charset="0"/>
                    <a:cs typeface="Helvetica"/>
                  </a:rPr>
                </a:br>
                <a:r>
                  <a:rPr lang="pt-BR" sz="1200" kern="0">
                    <a:solidFill>
                      <a:srgbClr val="FFFFFF"/>
                    </a:solidFill>
                    <a:latin typeface="Versos" panose="020B0503020204030204" pitchFamily="34" charset="0"/>
                    <a:cs typeface="Helvetica"/>
                  </a:rPr>
                  <a:t>a exposição ao risco de </a:t>
                </a:r>
                <a:br>
                  <a:rPr lang="pt-BR" sz="1200" kern="0">
                    <a:solidFill>
                      <a:srgbClr val="FFFFFF"/>
                    </a:solidFill>
                    <a:latin typeface="Versos" panose="020B0503020204030204" pitchFamily="34" charset="0"/>
                    <a:cs typeface="Helvetica"/>
                  </a:rPr>
                </a:br>
                <a:r>
                  <a:rPr lang="pt-BR" sz="1200" kern="0">
                    <a:solidFill>
                      <a:srgbClr val="FFFFFF"/>
                    </a:solidFill>
                    <a:latin typeface="Versos" panose="020B0503020204030204" pitchFamily="34" charset="0"/>
                    <a:cs typeface="Helvetica"/>
                  </a:rPr>
                  <a:t>crédito, proporcionando </a:t>
                </a:r>
                <a:br>
                  <a:rPr lang="pt-BR" sz="1200" kern="0">
                    <a:solidFill>
                      <a:srgbClr val="FFFFFF"/>
                    </a:solidFill>
                    <a:latin typeface="Versos" panose="020B0503020204030204" pitchFamily="34" charset="0"/>
                    <a:cs typeface="Helvetica"/>
                  </a:rPr>
                </a:br>
                <a:r>
                  <a:rPr lang="pt-BR" sz="1200" kern="0">
                    <a:solidFill>
                      <a:srgbClr val="FFFFFF"/>
                    </a:solidFill>
                    <a:latin typeface="Versos" panose="020B0503020204030204" pitchFamily="34" charset="0"/>
                    <a:cs typeface="Helvetica"/>
                  </a:rPr>
                  <a:t>mais segurança </a:t>
                </a:r>
                <a:br>
                  <a:rPr lang="pt-BR" sz="1200" kern="0">
                    <a:solidFill>
                      <a:srgbClr val="FFFFFF"/>
                    </a:solidFill>
                    <a:latin typeface="Versos" panose="020B0503020204030204" pitchFamily="34" charset="0"/>
                    <a:cs typeface="Helvetica"/>
                  </a:rPr>
                </a:br>
                <a:r>
                  <a:rPr lang="pt-BR" sz="1200" kern="0">
                    <a:solidFill>
                      <a:srgbClr val="FFFFFF"/>
                    </a:solidFill>
                    <a:latin typeface="Versos" panose="020B0503020204030204" pitchFamily="34" charset="0"/>
                    <a:cs typeface="Helvetica"/>
                  </a:rPr>
                  <a:t>ao investidor.</a:t>
                </a:r>
                <a:endParaRPr lang="pt-BR" sz="1213" kern="0">
                  <a:solidFill>
                    <a:srgbClr val="FFFFFF"/>
                  </a:solidFill>
                  <a:latin typeface="Versos" panose="020B0503020204030204" pitchFamily="34" charset="0"/>
                  <a:cs typeface="Helvetica"/>
                </a:endParaRPr>
              </a:p>
            </p:txBody>
          </p:sp>
          <p:sp>
            <p:nvSpPr>
              <p:cNvPr id="16" name="object 23">
                <a:extLst>
                  <a:ext uri="{FF2B5EF4-FFF2-40B4-BE49-F238E27FC236}">
                    <a16:creationId xmlns:a16="http://schemas.microsoft.com/office/drawing/2014/main" id="{0AFFEE52-04BC-2961-581C-DB0E5F88E653}"/>
                  </a:ext>
                </a:extLst>
              </p:cNvPr>
              <p:cNvSpPr/>
              <p:nvPr/>
            </p:nvSpPr>
            <p:spPr>
              <a:xfrm>
                <a:off x="16644661" y="7498080"/>
                <a:ext cx="1313362" cy="365910"/>
              </a:xfrm>
              <a:custGeom>
                <a:avLst/>
                <a:gdLst/>
                <a:ahLst/>
                <a:cxnLst/>
                <a:rect l="l" t="t" r="r" b="b"/>
                <a:pathLst>
                  <a:path w="1284604" h="370840">
                    <a:moveTo>
                      <a:pt x="642032" y="0"/>
                    </a:moveTo>
                    <a:lnTo>
                      <a:pt x="0" y="370679"/>
                    </a:lnTo>
                    <a:lnTo>
                      <a:pt x="1284065" y="370679"/>
                    </a:lnTo>
                    <a:lnTo>
                      <a:pt x="642032" y="0"/>
                    </a:ln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txBody>
              <a:bodyPr wrap="square" lIns="0" tIns="0" rIns="0" bIns="0" rtlCol="0"/>
              <a:lstStyle/>
              <a:p>
                <a:pPr defTabSz="554492">
                  <a:defRPr/>
                </a:pPr>
                <a:endParaRPr sz="1092" ker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7" name="object 6">
                <a:extLst>
                  <a:ext uri="{FF2B5EF4-FFF2-40B4-BE49-F238E27FC236}">
                    <a16:creationId xmlns:a16="http://schemas.microsoft.com/office/drawing/2014/main" id="{3830BFC0-FD5A-F82A-CDF2-D8653F008F4C}"/>
                  </a:ext>
                </a:extLst>
              </p:cNvPr>
              <p:cNvSpPr/>
              <p:nvPr/>
            </p:nvSpPr>
            <p:spPr>
              <a:xfrm>
                <a:off x="15050921" y="7820591"/>
                <a:ext cx="4500358" cy="2634049"/>
              </a:xfrm>
              <a:custGeom>
                <a:avLst/>
                <a:gdLst/>
                <a:ahLst/>
                <a:cxnLst/>
                <a:rect l="l" t="t" r="r" b="b"/>
                <a:pathLst>
                  <a:path w="4401820" h="2669540">
                    <a:moveTo>
                      <a:pt x="4401750" y="0"/>
                    </a:moveTo>
                    <a:lnTo>
                      <a:pt x="0" y="0"/>
                    </a:lnTo>
                    <a:lnTo>
                      <a:pt x="0" y="2669300"/>
                    </a:lnTo>
                    <a:lnTo>
                      <a:pt x="4401750" y="2669300"/>
                    </a:lnTo>
                    <a:lnTo>
                      <a:pt x="4401750" y="0"/>
                    </a:ln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txBody>
              <a:bodyPr wrap="square" lIns="109152" tIns="349287" rIns="130983" bIns="0" rtlCol="0" anchor="t" anchorCtr="0"/>
              <a:lstStyle/>
              <a:p>
                <a:pPr defTabSz="554492">
                  <a:defRPr/>
                </a:pPr>
                <a:r>
                  <a:rPr lang="pt-BR" sz="1200" kern="0">
                    <a:solidFill>
                      <a:srgbClr val="FFFFFF"/>
                    </a:solidFill>
                    <a:latin typeface="Versos" panose="020B0503020204030204" pitchFamily="34" charset="0"/>
                    <a:cs typeface="Helvetica"/>
                  </a:rPr>
                  <a:t>A </a:t>
                </a:r>
                <a:r>
                  <a:rPr lang="pt-BR" sz="1200" b="1" kern="0">
                    <a:solidFill>
                      <a:srgbClr val="C1F4D4"/>
                    </a:solidFill>
                    <a:latin typeface="Versos" panose="020B0503020204030204" pitchFamily="34" charset="0"/>
                    <a:cs typeface="Helvetica"/>
                  </a:rPr>
                  <a:t>menor volatilidade dos</a:t>
                </a:r>
                <a:br>
                  <a:rPr lang="pt-BR" sz="1200" b="1" kern="0">
                    <a:solidFill>
                      <a:srgbClr val="C1F4D4"/>
                    </a:solidFill>
                    <a:latin typeface="Versos" panose="020B0503020204030204" pitchFamily="34" charset="0"/>
                    <a:cs typeface="Helvetica"/>
                  </a:rPr>
                </a:br>
                <a:r>
                  <a:rPr lang="pt-BR" sz="1200" b="1" kern="0">
                    <a:solidFill>
                      <a:srgbClr val="C1F4D4"/>
                    </a:solidFill>
                    <a:latin typeface="Versos" panose="020B0503020204030204" pitchFamily="34" charset="0"/>
                    <a:cs typeface="Helvetica"/>
                  </a:rPr>
                  <a:t>fundos de crédito estruturado</a:t>
                </a:r>
                <a:r>
                  <a:rPr lang="pt-BR" sz="1200" kern="0">
                    <a:solidFill>
                      <a:srgbClr val="FFFFFF"/>
                    </a:solidFill>
                    <a:latin typeface="Versos" panose="020B0503020204030204" pitchFamily="34" charset="0"/>
                    <a:cs typeface="Helvetica"/>
                  </a:rPr>
                  <a:t> </a:t>
                </a:r>
                <a:br>
                  <a:rPr lang="pt-BR" sz="1200" kern="0">
                    <a:solidFill>
                      <a:srgbClr val="FFFFFF"/>
                    </a:solidFill>
                    <a:latin typeface="Versos" panose="020B0503020204030204" pitchFamily="34" charset="0"/>
                    <a:cs typeface="Helvetica"/>
                  </a:rPr>
                </a:br>
                <a:r>
                  <a:rPr lang="pt-BR" sz="1200" kern="0">
                    <a:solidFill>
                      <a:srgbClr val="FFFFFF"/>
                    </a:solidFill>
                    <a:latin typeface="Versos" panose="020B0503020204030204" pitchFamily="34" charset="0"/>
                    <a:cs typeface="Helvetica"/>
                  </a:rPr>
                  <a:t>é resultado de uma combinação </a:t>
                </a:r>
                <a:br>
                  <a:rPr lang="pt-BR" sz="1200" kern="0">
                    <a:solidFill>
                      <a:srgbClr val="FFFFFF"/>
                    </a:solidFill>
                    <a:latin typeface="Versos" panose="020B0503020204030204" pitchFamily="34" charset="0"/>
                    <a:cs typeface="Helvetica"/>
                  </a:rPr>
                </a:br>
                <a:r>
                  <a:rPr lang="pt-BR" sz="1200" kern="0">
                    <a:solidFill>
                      <a:srgbClr val="FFFFFF"/>
                    </a:solidFill>
                    <a:latin typeface="Versos" panose="020B0503020204030204" pitchFamily="34" charset="0"/>
                    <a:cs typeface="Helvetica"/>
                  </a:rPr>
                  <a:t>de fatores resultantes da </a:t>
                </a:r>
                <a:br>
                  <a:rPr lang="pt-BR" sz="1200" kern="0">
                    <a:solidFill>
                      <a:srgbClr val="FFFFFF"/>
                    </a:solidFill>
                    <a:latin typeface="Versos" panose="020B0503020204030204" pitchFamily="34" charset="0"/>
                    <a:cs typeface="Helvetica"/>
                  </a:rPr>
                </a:br>
                <a:r>
                  <a:rPr lang="pt-BR" sz="1200" kern="0">
                    <a:solidFill>
                      <a:srgbClr val="FFFFFF"/>
                    </a:solidFill>
                    <a:latin typeface="Versos" panose="020B0503020204030204" pitchFamily="34" charset="0"/>
                    <a:cs typeface="Helvetica"/>
                  </a:rPr>
                  <a:t>gestão ativa do fundo.</a:t>
                </a:r>
                <a:endParaRPr lang="pt-BR" sz="1213" kern="0">
                  <a:solidFill>
                    <a:srgbClr val="FFFFFF"/>
                  </a:solidFill>
                  <a:latin typeface="Versos" panose="020B0503020204030204" pitchFamily="34" charset="0"/>
                  <a:cs typeface="Helvetica"/>
                </a:endParaRPr>
              </a:p>
            </p:txBody>
          </p:sp>
          <p:sp>
            <p:nvSpPr>
              <p:cNvPr id="18" name="object 23">
                <a:extLst>
                  <a:ext uri="{FF2B5EF4-FFF2-40B4-BE49-F238E27FC236}">
                    <a16:creationId xmlns:a16="http://schemas.microsoft.com/office/drawing/2014/main" id="{B02919AA-CDAE-D392-6A46-C17500D2D607}"/>
                  </a:ext>
                </a:extLst>
              </p:cNvPr>
              <p:cNvSpPr/>
              <p:nvPr/>
            </p:nvSpPr>
            <p:spPr>
              <a:xfrm>
                <a:off x="2146077" y="7498080"/>
                <a:ext cx="1313362" cy="365910"/>
              </a:xfrm>
              <a:custGeom>
                <a:avLst/>
                <a:gdLst/>
                <a:ahLst/>
                <a:cxnLst/>
                <a:rect l="l" t="t" r="r" b="b"/>
                <a:pathLst>
                  <a:path w="1284604" h="370840">
                    <a:moveTo>
                      <a:pt x="642032" y="0"/>
                    </a:moveTo>
                    <a:lnTo>
                      <a:pt x="0" y="370679"/>
                    </a:lnTo>
                    <a:lnTo>
                      <a:pt x="1284065" y="370679"/>
                    </a:lnTo>
                    <a:lnTo>
                      <a:pt x="642032" y="0"/>
                    </a:ln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txBody>
              <a:bodyPr wrap="square" lIns="0" tIns="0" rIns="0" bIns="0" rtlCol="0"/>
              <a:lstStyle/>
              <a:p>
                <a:pPr defTabSz="554492">
                  <a:defRPr/>
                </a:pPr>
                <a:endParaRPr sz="1092" ker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9" name="object 6">
                <a:extLst>
                  <a:ext uri="{FF2B5EF4-FFF2-40B4-BE49-F238E27FC236}">
                    <a16:creationId xmlns:a16="http://schemas.microsoft.com/office/drawing/2014/main" id="{E916CE4A-A673-0A0F-74B6-F85B7CEDBD83}"/>
                  </a:ext>
                </a:extLst>
              </p:cNvPr>
              <p:cNvSpPr/>
              <p:nvPr/>
            </p:nvSpPr>
            <p:spPr>
              <a:xfrm>
                <a:off x="552337" y="7820591"/>
                <a:ext cx="4500359" cy="2634049"/>
              </a:xfrm>
              <a:custGeom>
                <a:avLst/>
                <a:gdLst/>
                <a:ahLst/>
                <a:cxnLst/>
                <a:rect l="l" t="t" r="r" b="b"/>
                <a:pathLst>
                  <a:path w="4401820" h="2669540">
                    <a:moveTo>
                      <a:pt x="4401750" y="0"/>
                    </a:moveTo>
                    <a:lnTo>
                      <a:pt x="0" y="0"/>
                    </a:lnTo>
                    <a:lnTo>
                      <a:pt x="0" y="2669300"/>
                    </a:lnTo>
                    <a:lnTo>
                      <a:pt x="4401750" y="2669300"/>
                    </a:lnTo>
                    <a:lnTo>
                      <a:pt x="4401750" y="0"/>
                    </a:ln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txBody>
              <a:bodyPr wrap="square" lIns="109152" tIns="349287" rIns="130983" bIns="0" rtlCol="0" anchor="t" anchorCtr="0"/>
              <a:lstStyle/>
              <a:p>
                <a:pPr defTabSz="554492">
                  <a:defRPr/>
                </a:pPr>
                <a:r>
                  <a:rPr lang="pt-BR" sz="1213" b="1" kern="0">
                    <a:solidFill>
                      <a:srgbClr val="FFFFFF"/>
                    </a:solidFill>
                    <a:latin typeface="Versos" panose="020B0503020204030204" pitchFamily="34" charset="0"/>
                    <a:cs typeface="Helvetica"/>
                  </a:rPr>
                  <a:t>A presença dessas </a:t>
                </a:r>
                <a:r>
                  <a:rPr lang="pt-BR" sz="1213" b="1" kern="0">
                    <a:solidFill>
                      <a:srgbClr val="C1F4D4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Versos" panose="020B0503020204030204" pitchFamily="34" charset="0"/>
                    <a:cs typeface="Helvetica"/>
                  </a:rPr>
                  <a:t>garantias </a:t>
                </a:r>
                <a:br>
                  <a:rPr lang="pt-BR" sz="1213" b="1" kern="0">
                    <a:solidFill>
                      <a:srgbClr val="C1F4D4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Versos" panose="020B0503020204030204" pitchFamily="34" charset="0"/>
                    <a:cs typeface="Helvetica"/>
                  </a:rPr>
                </a:br>
                <a:r>
                  <a:rPr lang="pt-BR" sz="1213" b="1" kern="0">
                    <a:solidFill>
                      <a:srgbClr val="C1F4D4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Versos" panose="020B0503020204030204" pitchFamily="34" charset="0"/>
                    <a:cs typeface="Helvetica"/>
                  </a:rPr>
                  <a:t>e colaterais robustos diminui </a:t>
                </a:r>
                <a:br>
                  <a:rPr lang="pt-BR" sz="1213" b="1" kern="0">
                    <a:solidFill>
                      <a:srgbClr val="C1F4D4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Versos" panose="020B0503020204030204" pitchFamily="34" charset="0"/>
                    <a:cs typeface="Helvetica"/>
                  </a:rPr>
                </a:br>
                <a:r>
                  <a:rPr lang="pt-BR" sz="1213" b="1" kern="0">
                    <a:solidFill>
                      <a:srgbClr val="C1F4D4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Versos" panose="020B0503020204030204" pitchFamily="34" charset="0"/>
                    <a:cs typeface="Helvetica"/>
                  </a:rPr>
                  <a:t>a exposição ao risco de crédito</a:t>
                </a:r>
                <a:r>
                  <a:rPr lang="pt-BR" sz="1213" kern="0">
                    <a:solidFill>
                      <a:srgbClr val="FFFFFF"/>
                    </a:solidFill>
                    <a:latin typeface="Versos" panose="020B0503020204030204" pitchFamily="34" charset="0"/>
                    <a:cs typeface="Helvetica"/>
                  </a:rPr>
                  <a:t>, proporcionando segurança ao investidor.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869664596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363AEE7C-9DB4-80FC-0AFD-B52D50E5A3B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object 3">
            <a:extLst>
              <a:ext uri="{FF2B5EF4-FFF2-40B4-BE49-F238E27FC236}">
                <a16:creationId xmlns:a16="http://schemas.microsoft.com/office/drawing/2014/main" id="{A95A7C64-2C79-B529-EFCD-53CDD7184093}"/>
              </a:ext>
            </a:extLst>
          </p:cNvPr>
          <p:cNvPicPr/>
          <p:nvPr/>
        </p:nvPicPr>
        <p:blipFill>
          <a:blip r:embed="rId3" cstate="print">
            <a:duotone>
              <a:prstClr val="black"/>
              <a:schemeClr val="accent1">
                <a:tint val="45000"/>
                <a:satMod val="400000"/>
              </a:schemeClr>
            </a:duotone>
          </a:blip>
          <a:stretch>
            <a:fillRect/>
          </a:stretch>
        </p:blipFill>
        <p:spPr>
          <a:xfrm>
            <a:off x="428" y="4119"/>
            <a:ext cx="3904555" cy="6853881"/>
          </a:xfrm>
          <a:prstGeom prst="rect">
            <a:avLst/>
          </a:prstGeom>
          <a:solidFill>
            <a:schemeClr val="bg1">
              <a:alpha val="24000"/>
            </a:schemeClr>
          </a:solidFill>
        </p:spPr>
      </p:pic>
      <p:sp>
        <p:nvSpPr>
          <p:cNvPr id="2" name="object 5">
            <a:extLst>
              <a:ext uri="{FF2B5EF4-FFF2-40B4-BE49-F238E27FC236}">
                <a16:creationId xmlns:a16="http://schemas.microsoft.com/office/drawing/2014/main" id="{94B0E830-40CE-1A33-30B2-F1A4B57405B9}"/>
              </a:ext>
            </a:extLst>
          </p:cNvPr>
          <p:cNvSpPr/>
          <p:nvPr/>
        </p:nvSpPr>
        <p:spPr>
          <a:xfrm flipV="1">
            <a:off x="334963" y="87564"/>
            <a:ext cx="11520864" cy="256427"/>
          </a:xfrm>
          <a:custGeom>
            <a:avLst/>
            <a:gdLst/>
            <a:ahLst/>
            <a:cxnLst/>
            <a:rect l="l" t="t" r="r" b="b"/>
            <a:pathLst>
              <a:path w="19125565">
                <a:moveTo>
                  <a:pt x="0" y="0"/>
                </a:moveTo>
                <a:lnTo>
                  <a:pt x="19125114" y="0"/>
                </a:lnTo>
              </a:path>
            </a:pathLst>
          </a:custGeom>
          <a:ln w="635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pPr marL="0" marR="0" lvl="0" indent="0" algn="l" defTabSz="55449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sz="1092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" name="Picture 8">
            <a:extLst>
              <a:ext uri="{FF2B5EF4-FFF2-40B4-BE49-F238E27FC236}">
                <a16:creationId xmlns:a16="http://schemas.microsoft.com/office/drawing/2014/main" id="{E8A293D0-0067-ACA9-9BA0-8D8F1178240B}"/>
              </a:ext>
            </a:extLst>
          </p:cNvPr>
          <p:cNvSpPr/>
          <p:nvPr/>
        </p:nvSpPr>
        <p:spPr>
          <a:xfrm>
            <a:off x="11100750" y="513297"/>
            <a:ext cx="755077" cy="256427"/>
          </a:xfrm>
          <a:custGeom>
            <a:avLst/>
            <a:gdLst>
              <a:gd name="connsiteX0" fmla="*/ 729170 w 755077"/>
              <a:gd name="connsiteY0" fmla="*/ 141860 h 256427"/>
              <a:gd name="connsiteX1" fmla="*/ 755078 w 755077"/>
              <a:gd name="connsiteY1" fmla="*/ 82229 h 256427"/>
              <a:gd name="connsiteX2" fmla="*/ 729170 w 755077"/>
              <a:gd name="connsiteY2" fmla="*/ 22599 h 256427"/>
              <a:gd name="connsiteX3" fmla="*/ 662720 w 755077"/>
              <a:gd name="connsiteY3" fmla="*/ 0 h 256427"/>
              <a:gd name="connsiteX4" fmla="*/ 596270 w 755077"/>
              <a:gd name="connsiteY4" fmla="*/ 22599 h 256427"/>
              <a:gd name="connsiteX5" fmla="*/ 570363 w 755077"/>
              <a:gd name="connsiteY5" fmla="*/ 82229 h 256427"/>
              <a:gd name="connsiteX6" fmla="*/ 596270 w 755077"/>
              <a:gd name="connsiteY6" fmla="*/ 141860 h 256427"/>
              <a:gd name="connsiteX7" fmla="*/ 662720 w 755077"/>
              <a:gd name="connsiteY7" fmla="*/ 164459 h 256427"/>
              <a:gd name="connsiteX8" fmla="*/ 729170 w 755077"/>
              <a:gd name="connsiteY8" fmla="*/ 141860 h 256427"/>
              <a:gd name="connsiteX9" fmla="*/ 596089 w 755077"/>
              <a:gd name="connsiteY9" fmla="*/ 82229 h 256427"/>
              <a:gd name="connsiteX10" fmla="*/ 613852 w 755077"/>
              <a:gd name="connsiteY10" fmla="*/ 41282 h 256427"/>
              <a:gd name="connsiteX11" fmla="*/ 662720 w 755077"/>
              <a:gd name="connsiteY11" fmla="*/ 25357 h 256427"/>
              <a:gd name="connsiteX12" fmla="*/ 711588 w 755077"/>
              <a:gd name="connsiteY12" fmla="*/ 41282 h 256427"/>
              <a:gd name="connsiteX13" fmla="*/ 729351 w 755077"/>
              <a:gd name="connsiteY13" fmla="*/ 82229 h 256427"/>
              <a:gd name="connsiteX14" fmla="*/ 711588 w 755077"/>
              <a:gd name="connsiteY14" fmla="*/ 123177 h 256427"/>
              <a:gd name="connsiteX15" fmla="*/ 662720 w 755077"/>
              <a:gd name="connsiteY15" fmla="*/ 139093 h 256427"/>
              <a:gd name="connsiteX16" fmla="*/ 613852 w 755077"/>
              <a:gd name="connsiteY16" fmla="*/ 123177 h 256427"/>
              <a:gd name="connsiteX17" fmla="*/ 596089 w 755077"/>
              <a:gd name="connsiteY17" fmla="*/ 82229 h 256427"/>
              <a:gd name="connsiteX18" fmla="*/ 234957 w 755077"/>
              <a:gd name="connsiteY18" fmla="*/ 204267 h 256427"/>
              <a:gd name="connsiteX19" fmla="*/ 246049 w 755077"/>
              <a:gd name="connsiteY19" fmla="*/ 201210 h 256427"/>
              <a:gd name="connsiteX20" fmla="*/ 257882 w 755077"/>
              <a:gd name="connsiteY20" fmla="*/ 204791 h 256427"/>
              <a:gd name="connsiteX21" fmla="*/ 264390 w 755077"/>
              <a:gd name="connsiteY21" fmla="*/ 214748 h 256427"/>
              <a:gd name="connsiteX22" fmla="*/ 271993 w 755077"/>
              <a:gd name="connsiteY22" fmla="*/ 214748 h 256427"/>
              <a:gd name="connsiteX23" fmla="*/ 263387 w 755077"/>
              <a:gd name="connsiteY23" fmla="*/ 199718 h 256427"/>
              <a:gd name="connsiteX24" fmla="*/ 246401 w 755077"/>
              <a:gd name="connsiteY24" fmla="*/ 194211 h 256427"/>
              <a:gd name="connsiteX25" fmla="*/ 231025 w 755077"/>
              <a:gd name="connsiteY25" fmla="*/ 198099 h 256427"/>
              <a:gd name="connsiteX26" fmla="*/ 220810 w 755077"/>
              <a:gd name="connsiteY26" fmla="*/ 209069 h 256427"/>
              <a:gd name="connsiteX27" fmla="*/ 217231 w 755077"/>
              <a:gd name="connsiteY27" fmla="*/ 225319 h 256427"/>
              <a:gd name="connsiteX28" fmla="*/ 220810 w 755077"/>
              <a:gd name="connsiteY28" fmla="*/ 241615 h 256427"/>
              <a:gd name="connsiteX29" fmla="*/ 231025 w 755077"/>
              <a:gd name="connsiteY29" fmla="*/ 252539 h 256427"/>
              <a:gd name="connsiteX30" fmla="*/ 246401 w 755077"/>
              <a:gd name="connsiteY30" fmla="*/ 256428 h 256427"/>
              <a:gd name="connsiteX31" fmla="*/ 263387 w 755077"/>
              <a:gd name="connsiteY31" fmla="*/ 250920 h 256427"/>
              <a:gd name="connsiteX32" fmla="*/ 271902 w 755077"/>
              <a:gd name="connsiteY32" fmla="*/ 235891 h 256427"/>
              <a:gd name="connsiteX33" fmla="*/ 264300 w 755077"/>
              <a:gd name="connsiteY33" fmla="*/ 235891 h 256427"/>
              <a:gd name="connsiteX34" fmla="*/ 257837 w 755077"/>
              <a:gd name="connsiteY34" fmla="*/ 245892 h 256427"/>
              <a:gd name="connsiteX35" fmla="*/ 246049 w 755077"/>
              <a:gd name="connsiteY35" fmla="*/ 249428 h 256427"/>
              <a:gd name="connsiteX36" fmla="*/ 234957 w 755077"/>
              <a:gd name="connsiteY36" fmla="*/ 246372 h 256427"/>
              <a:gd name="connsiteX37" fmla="*/ 227581 w 755077"/>
              <a:gd name="connsiteY37" fmla="*/ 237808 h 256427"/>
              <a:gd name="connsiteX38" fmla="*/ 225005 w 755077"/>
              <a:gd name="connsiteY38" fmla="*/ 225310 h 256427"/>
              <a:gd name="connsiteX39" fmla="*/ 227581 w 755077"/>
              <a:gd name="connsiteY39" fmla="*/ 212776 h 256427"/>
              <a:gd name="connsiteX40" fmla="*/ 234957 w 755077"/>
              <a:gd name="connsiteY40" fmla="*/ 204258 h 256427"/>
              <a:gd name="connsiteX41" fmla="*/ 330858 w 755077"/>
              <a:gd name="connsiteY41" fmla="*/ 194744 h 256427"/>
              <a:gd name="connsiteX42" fmla="*/ 307536 w 755077"/>
              <a:gd name="connsiteY42" fmla="*/ 255903 h 256427"/>
              <a:gd name="connsiteX43" fmla="*/ 315392 w 755077"/>
              <a:gd name="connsiteY43" fmla="*/ 255903 h 256427"/>
              <a:gd name="connsiteX44" fmla="*/ 321855 w 755077"/>
              <a:gd name="connsiteY44" fmla="*/ 239390 h 256427"/>
              <a:gd name="connsiteX45" fmla="*/ 348495 w 755077"/>
              <a:gd name="connsiteY45" fmla="*/ 239390 h 256427"/>
              <a:gd name="connsiteX46" fmla="*/ 354958 w 755077"/>
              <a:gd name="connsiteY46" fmla="*/ 255903 h 256427"/>
              <a:gd name="connsiteX47" fmla="*/ 363076 w 755077"/>
              <a:gd name="connsiteY47" fmla="*/ 255903 h 256427"/>
              <a:gd name="connsiteX48" fmla="*/ 339844 w 755077"/>
              <a:gd name="connsiteY48" fmla="*/ 194744 h 256427"/>
              <a:gd name="connsiteX49" fmla="*/ 330849 w 755077"/>
              <a:gd name="connsiteY49" fmla="*/ 194744 h 256427"/>
              <a:gd name="connsiteX50" fmla="*/ 324133 w 755077"/>
              <a:gd name="connsiteY50" fmla="*/ 232490 h 256427"/>
              <a:gd name="connsiteX51" fmla="*/ 335134 w 755077"/>
              <a:gd name="connsiteY51" fmla="*/ 203046 h 256427"/>
              <a:gd name="connsiteX52" fmla="*/ 346226 w 755077"/>
              <a:gd name="connsiteY52" fmla="*/ 232490 h 256427"/>
              <a:gd name="connsiteX53" fmla="*/ 324124 w 755077"/>
              <a:gd name="connsiteY53" fmla="*/ 232490 h 256427"/>
              <a:gd name="connsiteX54" fmla="*/ 715231 w 755077"/>
              <a:gd name="connsiteY54" fmla="*/ 194744 h 256427"/>
              <a:gd name="connsiteX55" fmla="*/ 707638 w 755077"/>
              <a:gd name="connsiteY55" fmla="*/ 194744 h 256427"/>
              <a:gd name="connsiteX56" fmla="*/ 707638 w 755077"/>
              <a:gd name="connsiteY56" fmla="*/ 255903 h 256427"/>
              <a:gd name="connsiteX57" fmla="*/ 743100 w 755077"/>
              <a:gd name="connsiteY57" fmla="*/ 255903 h 256427"/>
              <a:gd name="connsiteX58" fmla="*/ 743100 w 755077"/>
              <a:gd name="connsiteY58" fmla="*/ 248913 h 256427"/>
              <a:gd name="connsiteX59" fmla="*/ 715240 w 755077"/>
              <a:gd name="connsiteY59" fmla="*/ 248913 h 256427"/>
              <a:gd name="connsiteX60" fmla="*/ 715240 w 755077"/>
              <a:gd name="connsiteY60" fmla="*/ 194744 h 256427"/>
              <a:gd name="connsiteX61" fmla="*/ 247423 w 755077"/>
              <a:gd name="connsiteY61" fmla="*/ 2089 h 256427"/>
              <a:gd name="connsiteX62" fmla="*/ 222392 w 755077"/>
              <a:gd name="connsiteY62" fmla="*/ 2089 h 256427"/>
              <a:gd name="connsiteX63" fmla="*/ 222392 w 755077"/>
              <a:gd name="connsiteY63" fmla="*/ 162361 h 256427"/>
              <a:gd name="connsiteX64" fmla="*/ 247423 w 755077"/>
              <a:gd name="connsiteY64" fmla="*/ 162361 h 256427"/>
              <a:gd name="connsiteX65" fmla="*/ 247423 w 755077"/>
              <a:gd name="connsiteY65" fmla="*/ 2089 h 256427"/>
              <a:gd name="connsiteX66" fmla="*/ 79458 w 755077"/>
              <a:gd name="connsiteY66" fmla="*/ 61810 h 256427"/>
              <a:gd name="connsiteX67" fmla="*/ 79458 w 755077"/>
              <a:gd name="connsiteY67" fmla="*/ 162370 h 256427"/>
              <a:gd name="connsiteX68" fmla="*/ 105230 w 755077"/>
              <a:gd name="connsiteY68" fmla="*/ 162370 h 256427"/>
              <a:gd name="connsiteX69" fmla="*/ 105212 w 755077"/>
              <a:gd name="connsiteY69" fmla="*/ 61810 h 256427"/>
              <a:gd name="connsiteX70" fmla="*/ 93786 w 755077"/>
              <a:gd name="connsiteY70" fmla="*/ 28296 h 256427"/>
              <a:gd name="connsiteX71" fmla="*/ 92330 w 755077"/>
              <a:gd name="connsiteY71" fmla="*/ 26415 h 256427"/>
              <a:gd name="connsiteX72" fmla="*/ 90875 w 755077"/>
              <a:gd name="connsiteY72" fmla="*/ 28296 h 256427"/>
              <a:gd name="connsiteX73" fmla="*/ 79449 w 755077"/>
              <a:gd name="connsiteY73" fmla="*/ 61810 h 256427"/>
              <a:gd name="connsiteX74" fmla="*/ 46608 w 755077"/>
              <a:gd name="connsiteY74" fmla="*/ 2089 h 256427"/>
              <a:gd name="connsiteX75" fmla="*/ 0 w 755077"/>
              <a:gd name="connsiteY75" fmla="*/ 2089 h 256427"/>
              <a:gd name="connsiteX76" fmla="*/ 0 w 755077"/>
              <a:gd name="connsiteY76" fmla="*/ 26415 h 256427"/>
              <a:gd name="connsiteX77" fmla="*/ 92330 w 755077"/>
              <a:gd name="connsiteY77" fmla="*/ 26415 h 256427"/>
              <a:gd name="connsiteX78" fmla="*/ 90043 w 755077"/>
              <a:gd name="connsiteY78" fmla="*/ 23458 h 256427"/>
              <a:gd name="connsiteX79" fmla="*/ 46608 w 755077"/>
              <a:gd name="connsiteY79" fmla="*/ 2089 h 256427"/>
              <a:gd name="connsiteX80" fmla="*/ 94618 w 755077"/>
              <a:gd name="connsiteY80" fmla="*/ 23458 h 256427"/>
              <a:gd name="connsiteX81" fmla="*/ 92330 w 755077"/>
              <a:gd name="connsiteY81" fmla="*/ 26415 h 256427"/>
              <a:gd name="connsiteX82" fmla="*/ 184661 w 755077"/>
              <a:gd name="connsiteY82" fmla="*/ 26415 h 256427"/>
              <a:gd name="connsiteX83" fmla="*/ 184661 w 755077"/>
              <a:gd name="connsiteY83" fmla="*/ 2089 h 256427"/>
              <a:gd name="connsiteX84" fmla="*/ 138053 w 755077"/>
              <a:gd name="connsiteY84" fmla="*/ 2089 h 256427"/>
              <a:gd name="connsiteX85" fmla="*/ 94608 w 755077"/>
              <a:gd name="connsiteY85" fmla="*/ 23458 h 256427"/>
              <a:gd name="connsiteX86" fmla="*/ 507601 w 755077"/>
              <a:gd name="connsiteY86" fmla="*/ 162361 h 256427"/>
              <a:gd name="connsiteX87" fmla="*/ 532631 w 755077"/>
              <a:gd name="connsiteY87" fmla="*/ 162361 h 256427"/>
              <a:gd name="connsiteX88" fmla="*/ 532631 w 755077"/>
              <a:gd name="connsiteY88" fmla="*/ 2089 h 256427"/>
              <a:gd name="connsiteX89" fmla="*/ 507601 w 755077"/>
              <a:gd name="connsiteY89" fmla="*/ 2089 h 256427"/>
              <a:gd name="connsiteX90" fmla="*/ 507601 w 755077"/>
              <a:gd name="connsiteY90" fmla="*/ 162361 h 256427"/>
              <a:gd name="connsiteX91" fmla="*/ 488238 w 755077"/>
              <a:gd name="connsiteY91" fmla="*/ 255903 h 256427"/>
              <a:gd name="connsiteX92" fmla="*/ 495840 w 755077"/>
              <a:gd name="connsiteY92" fmla="*/ 255903 h 256427"/>
              <a:gd name="connsiteX93" fmla="*/ 495840 w 755077"/>
              <a:gd name="connsiteY93" fmla="*/ 194744 h 256427"/>
              <a:gd name="connsiteX94" fmla="*/ 488238 w 755077"/>
              <a:gd name="connsiteY94" fmla="*/ 194744 h 256427"/>
              <a:gd name="connsiteX95" fmla="*/ 488238 w 755077"/>
              <a:gd name="connsiteY95" fmla="*/ 255903 h 256427"/>
              <a:gd name="connsiteX96" fmla="*/ 537151 w 755077"/>
              <a:gd name="connsiteY96" fmla="*/ 201735 h 256427"/>
              <a:gd name="connsiteX97" fmla="*/ 556975 w 755077"/>
              <a:gd name="connsiteY97" fmla="*/ 201735 h 256427"/>
              <a:gd name="connsiteX98" fmla="*/ 556975 w 755077"/>
              <a:gd name="connsiteY98" fmla="*/ 255903 h 256427"/>
              <a:gd name="connsiteX99" fmla="*/ 564577 w 755077"/>
              <a:gd name="connsiteY99" fmla="*/ 255903 h 256427"/>
              <a:gd name="connsiteX100" fmla="*/ 564577 w 755077"/>
              <a:gd name="connsiteY100" fmla="*/ 201735 h 256427"/>
              <a:gd name="connsiteX101" fmla="*/ 584401 w 755077"/>
              <a:gd name="connsiteY101" fmla="*/ 201735 h 256427"/>
              <a:gd name="connsiteX102" fmla="*/ 584401 w 755077"/>
              <a:gd name="connsiteY102" fmla="*/ 194744 h 256427"/>
              <a:gd name="connsiteX103" fmla="*/ 537151 w 755077"/>
              <a:gd name="connsiteY103" fmla="*/ 194744 h 256427"/>
              <a:gd name="connsiteX104" fmla="*/ 537151 w 755077"/>
              <a:gd name="connsiteY104" fmla="*/ 201735 h 256427"/>
              <a:gd name="connsiteX105" fmla="*/ 283346 w 755077"/>
              <a:gd name="connsiteY105" fmla="*/ 2089 h 256427"/>
              <a:gd name="connsiteX106" fmla="*/ 340377 w 755077"/>
              <a:gd name="connsiteY106" fmla="*/ 138134 h 256427"/>
              <a:gd name="connsiteX107" fmla="*/ 376047 w 755077"/>
              <a:gd name="connsiteY107" fmla="*/ 164450 h 256427"/>
              <a:gd name="connsiteX108" fmla="*/ 377512 w 755077"/>
              <a:gd name="connsiteY108" fmla="*/ 164450 h 256427"/>
              <a:gd name="connsiteX109" fmla="*/ 312237 w 755077"/>
              <a:gd name="connsiteY109" fmla="*/ 2089 h 256427"/>
              <a:gd name="connsiteX110" fmla="*/ 283346 w 755077"/>
              <a:gd name="connsiteY110" fmla="*/ 2089 h 256427"/>
              <a:gd name="connsiteX111" fmla="*/ 437309 w 755077"/>
              <a:gd name="connsiteY111" fmla="*/ 197059 h 256427"/>
              <a:gd name="connsiteX112" fmla="*/ 426651 w 755077"/>
              <a:gd name="connsiteY112" fmla="*/ 194744 h 256427"/>
              <a:gd name="connsiteX113" fmla="*/ 403157 w 755077"/>
              <a:gd name="connsiteY113" fmla="*/ 194744 h 256427"/>
              <a:gd name="connsiteX114" fmla="*/ 403157 w 755077"/>
              <a:gd name="connsiteY114" fmla="*/ 255903 h 256427"/>
              <a:gd name="connsiteX115" fmla="*/ 410759 w 755077"/>
              <a:gd name="connsiteY115" fmla="*/ 255903 h 256427"/>
              <a:gd name="connsiteX116" fmla="*/ 410759 w 755077"/>
              <a:gd name="connsiteY116" fmla="*/ 232400 h 256427"/>
              <a:gd name="connsiteX117" fmla="*/ 426660 w 755077"/>
              <a:gd name="connsiteY117" fmla="*/ 232400 h 256427"/>
              <a:gd name="connsiteX118" fmla="*/ 437273 w 755077"/>
              <a:gd name="connsiteY118" fmla="*/ 230085 h 256427"/>
              <a:gd name="connsiteX119" fmla="*/ 444387 w 755077"/>
              <a:gd name="connsiteY119" fmla="*/ 223492 h 256427"/>
              <a:gd name="connsiteX120" fmla="*/ 446918 w 755077"/>
              <a:gd name="connsiteY120" fmla="*/ 213536 h 256427"/>
              <a:gd name="connsiteX121" fmla="*/ 444432 w 755077"/>
              <a:gd name="connsiteY121" fmla="*/ 203616 h 256427"/>
              <a:gd name="connsiteX122" fmla="*/ 437318 w 755077"/>
              <a:gd name="connsiteY122" fmla="*/ 197059 h 256427"/>
              <a:gd name="connsiteX123" fmla="*/ 435564 w 755077"/>
              <a:gd name="connsiteY123" fmla="*/ 222181 h 256427"/>
              <a:gd name="connsiteX124" fmla="*/ 425955 w 755077"/>
              <a:gd name="connsiteY124" fmla="*/ 225419 h 256427"/>
              <a:gd name="connsiteX125" fmla="*/ 410759 w 755077"/>
              <a:gd name="connsiteY125" fmla="*/ 225419 h 256427"/>
              <a:gd name="connsiteX126" fmla="*/ 410759 w 755077"/>
              <a:gd name="connsiteY126" fmla="*/ 201744 h 256427"/>
              <a:gd name="connsiteX127" fmla="*/ 426045 w 755077"/>
              <a:gd name="connsiteY127" fmla="*/ 201744 h 256427"/>
              <a:gd name="connsiteX128" fmla="*/ 435609 w 755077"/>
              <a:gd name="connsiteY128" fmla="*/ 204936 h 256427"/>
              <a:gd name="connsiteX129" fmla="*/ 439144 w 755077"/>
              <a:gd name="connsiteY129" fmla="*/ 213545 h 256427"/>
              <a:gd name="connsiteX130" fmla="*/ 435564 w 755077"/>
              <a:gd name="connsiteY130" fmla="*/ 222190 h 256427"/>
              <a:gd name="connsiteX131" fmla="*/ 377503 w 755077"/>
              <a:gd name="connsiteY131" fmla="*/ 164459 h 256427"/>
              <a:gd name="connsiteX132" fmla="*/ 378967 w 755077"/>
              <a:gd name="connsiteY132" fmla="*/ 164459 h 256427"/>
              <a:gd name="connsiteX133" fmla="*/ 414637 w 755077"/>
              <a:gd name="connsiteY133" fmla="*/ 138143 h 256427"/>
              <a:gd name="connsiteX134" fmla="*/ 471668 w 755077"/>
              <a:gd name="connsiteY134" fmla="*/ 2098 h 256427"/>
              <a:gd name="connsiteX135" fmla="*/ 442778 w 755077"/>
              <a:gd name="connsiteY135" fmla="*/ 2098 h 256427"/>
              <a:gd name="connsiteX136" fmla="*/ 377503 w 755077"/>
              <a:gd name="connsiteY136" fmla="*/ 164468 h 256427"/>
              <a:gd name="connsiteX137" fmla="*/ 635303 w 755077"/>
              <a:gd name="connsiteY137" fmla="*/ 194744 h 256427"/>
              <a:gd name="connsiteX138" fmla="*/ 611981 w 755077"/>
              <a:gd name="connsiteY138" fmla="*/ 255903 h 256427"/>
              <a:gd name="connsiteX139" fmla="*/ 619845 w 755077"/>
              <a:gd name="connsiteY139" fmla="*/ 255903 h 256427"/>
              <a:gd name="connsiteX140" fmla="*/ 626309 w 755077"/>
              <a:gd name="connsiteY140" fmla="*/ 239390 h 256427"/>
              <a:gd name="connsiteX141" fmla="*/ 652948 w 755077"/>
              <a:gd name="connsiteY141" fmla="*/ 239390 h 256427"/>
              <a:gd name="connsiteX142" fmla="*/ 659412 w 755077"/>
              <a:gd name="connsiteY142" fmla="*/ 255903 h 256427"/>
              <a:gd name="connsiteX143" fmla="*/ 667529 w 755077"/>
              <a:gd name="connsiteY143" fmla="*/ 255903 h 256427"/>
              <a:gd name="connsiteX144" fmla="*/ 644298 w 755077"/>
              <a:gd name="connsiteY144" fmla="*/ 194744 h 256427"/>
              <a:gd name="connsiteX145" fmla="*/ 635303 w 755077"/>
              <a:gd name="connsiteY145" fmla="*/ 194744 h 256427"/>
              <a:gd name="connsiteX146" fmla="*/ 628578 w 755077"/>
              <a:gd name="connsiteY146" fmla="*/ 232490 h 256427"/>
              <a:gd name="connsiteX147" fmla="*/ 639579 w 755077"/>
              <a:gd name="connsiteY147" fmla="*/ 203046 h 256427"/>
              <a:gd name="connsiteX148" fmla="*/ 650670 w 755077"/>
              <a:gd name="connsiteY148" fmla="*/ 232490 h 256427"/>
              <a:gd name="connsiteX149" fmla="*/ 628569 w 755077"/>
              <a:gd name="connsiteY149" fmla="*/ 232490 h 2564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55077" h="256427">
                <a:moveTo>
                  <a:pt x="729170" y="141860"/>
                </a:moveTo>
                <a:cubicBezTo>
                  <a:pt x="745876" y="127092"/>
                  <a:pt x="755078" y="105913"/>
                  <a:pt x="755078" y="82229"/>
                </a:cubicBezTo>
                <a:cubicBezTo>
                  <a:pt x="755078" y="58545"/>
                  <a:pt x="745876" y="37366"/>
                  <a:pt x="729170" y="22599"/>
                </a:cubicBezTo>
                <a:cubicBezTo>
                  <a:pt x="712447" y="7813"/>
                  <a:pt x="689468" y="0"/>
                  <a:pt x="662720" y="0"/>
                </a:cubicBezTo>
                <a:cubicBezTo>
                  <a:pt x="635972" y="0"/>
                  <a:pt x="612993" y="7813"/>
                  <a:pt x="596270" y="22599"/>
                </a:cubicBezTo>
                <a:cubicBezTo>
                  <a:pt x="579565" y="37366"/>
                  <a:pt x="570363" y="58545"/>
                  <a:pt x="570363" y="82229"/>
                </a:cubicBezTo>
                <a:cubicBezTo>
                  <a:pt x="570363" y="105913"/>
                  <a:pt x="579565" y="127092"/>
                  <a:pt x="596270" y="141860"/>
                </a:cubicBezTo>
                <a:cubicBezTo>
                  <a:pt x="612993" y="156645"/>
                  <a:pt x="635972" y="164459"/>
                  <a:pt x="662720" y="164459"/>
                </a:cubicBezTo>
                <a:cubicBezTo>
                  <a:pt x="689468" y="164459"/>
                  <a:pt x="712447" y="156645"/>
                  <a:pt x="729170" y="141860"/>
                </a:cubicBezTo>
                <a:close/>
                <a:moveTo>
                  <a:pt x="596089" y="82229"/>
                </a:moveTo>
                <a:cubicBezTo>
                  <a:pt x="596089" y="65554"/>
                  <a:pt x="602227" y="51401"/>
                  <a:pt x="613852" y="41282"/>
                </a:cubicBezTo>
                <a:cubicBezTo>
                  <a:pt x="625821" y="30864"/>
                  <a:pt x="642716" y="25357"/>
                  <a:pt x="662720" y="25357"/>
                </a:cubicBezTo>
                <a:cubicBezTo>
                  <a:pt x="682725" y="25357"/>
                  <a:pt x="699620" y="30864"/>
                  <a:pt x="711588" y="41282"/>
                </a:cubicBezTo>
                <a:cubicBezTo>
                  <a:pt x="723204" y="51392"/>
                  <a:pt x="729351" y="65554"/>
                  <a:pt x="729351" y="82229"/>
                </a:cubicBezTo>
                <a:cubicBezTo>
                  <a:pt x="729351" y="98905"/>
                  <a:pt x="723213" y="113057"/>
                  <a:pt x="711588" y="123177"/>
                </a:cubicBezTo>
                <a:cubicBezTo>
                  <a:pt x="699620" y="133594"/>
                  <a:pt x="682725" y="139093"/>
                  <a:pt x="662720" y="139093"/>
                </a:cubicBezTo>
                <a:cubicBezTo>
                  <a:pt x="642716" y="139093"/>
                  <a:pt x="625812" y="133585"/>
                  <a:pt x="613852" y="123177"/>
                </a:cubicBezTo>
                <a:cubicBezTo>
                  <a:pt x="602236" y="113057"/>
                  <a:pt x="596089" y="98905"/>
                  <a:pt x="596089" y="82229"/>
                </a:cubicBezTo>
                <a:close/>
                <a:moveTo>
                  <a:pt x="234957" y="204267"/>
                </a:moveTo>
                <a:cubicBezTo>
                  <a:pt x="238157" y="202232"/>
                  <a:pt x="241855" y="201210"/>
                  <a:pt x="246049" y="201210"/>
                </a:cubicBezTo>
                <a:cubicBezTo>
                  <a:pt x="250704" y="201210"/>
                  <a:pt x="254655" y="202404"/>
                  <a:pt x="257882" y="204791"/>
                </a:cubicBezTo>
                <a:cubicBezTo>
                  <a:pt x="261109" y="207179"/>
                  <a:pt x="263278" y="210497"/>
                  <a:pt x="264390" y="214748"/>
                </a:cubicBezTo>
                <a:lnTo>
                  <a:pt x="271993" y="214748"/>
                </a:lnTo>
                <a:cubicBezTo>
                  <a:pt x="270826" y="208399"/>
                  <a:pt x="267961" y="203389"/>
                  <a:pt x="263387" y="199718"/>
                </a:cubicBezTo>
                <a:cubicBezTo>
                  <a:pt x="258813" y="196046"/>
                  <a:pt x="253154" y="194211"/>
                  <a:pt x="246401" y="194211"/>
                </a:cubicBezTo>
                <a:cubicBezTo>
                  <a:pt x="240580" y="194211"/>
                  <a:pt x="235454" y="195504"/>
                  <a:pt x="231025" y="198099"/>
                </a:cubicBezTo>
                <a:cubicBezTo>
                  <a:pt x="226605" y="200695"/>
                  <a:pt x="223197" y="204348"/>
                  <a:pt x="220810" y="209069"/>
                </a:cubicBezTo>
                <a:cubicBezTo>
                  <a:pt x="218424" y="213789"/>
                  <a:pt x="217231" y="219206"/>
                  <a:pt x="217231" y="225319"/>
                </a:cubicBezTo>
                <a:cubicBezTo>
                  <a:pt x="217231" y="231432"/>
                  <a:pt x="218424" y="236921"/>
                  <a:pt x="220810" y="241615"/>
                </a:cubicBezTo>
                <a:cubicBezTo>
                  <a:pt x="223197" y="246308"/>
                  <a:pt x="226605" y="249944"/>
                  <a:pt x="231025" y="252539"/>
                </a:cubicBezTo>
                <a:cubicBezTo>
                  <a:pt x="235445" y="255134"/>
                  <a:pt x="240571" y="256428"/>
                  <a:pt x="246401" y="256428"/>
                </a:cubicBezTo>
                <a:cubicBezTo>
                  <a:pt x="253217" y="256428"/>
                  <a:pt x="258876" y="254592"/>
                  <a:pt x="263387" y="250920"/>
                </a:cubicBezTo>
                <a:cubicBezTo>
                  <a:pt x="267898" y="247249"/>
                  <a:pt x="270736" y="242239"/>
                  <a:pt x="271902" y="235891"/>
                </a:cubicBezTo>
                <a:lnTo>
                  <a:pt x="264300" y="235891"/>
                </a:lnTo>
                <a:cubicBezTo>
                  <a:pt x="263134" y="240204"/>
                  <a:pt x="260982" y="243532"/>
                  <a:pt x="257837" y="245892"/>
                </a:cubicBezTo>
                <a:cubicBezTo>
                  <a:pt x="254691" y="248253"/>
                  <a:pt x="250759" y="249428"/>
                  <a:pt x="246049" y="249428"/>
                </a:cubicBezTo>
                <a:cubicBezTo>
                  <a:pt x="241855" y="249428"/>
                  <a:pt x="238157" y="248406"/>
                  <a:pt x="234957" y="246372"/>
                </a:cubicBezTo>
                <a:cubicBezTo>
                  <a:pt x="231757" y="244337"/>
                  <a:pt x="229289" y="241479"/>
                  <a:pt x="227581" y="237808"/>
                </a:cubicBezTo>
                <a:cubicBezTo>
                  <a:pt x="225863" y="234136"/>
                  <a:pt x="225005" y="229976"/>
                  <a:pt x="225005" y="225310"/>
                </a:cubicBezTo>
                <a:cubicBezTo>
                  <a:pt x="225005" y="220644"/>
                  <a:pt x="225863" y="216412"/>
                  <a:pt x="227581" y="212776"/>
                </a:cubicBezTo>
                <a:cubicBezTo>
                  <a:pt x="229299" y="209141"/>
                  <a:pt x="231757" y="206301"/>
                  <a:pt x="234957" y="204258"/>
                </a:cubicBezTo>
                <a:close/>
                <a:moveTo>
                  <a:pt x="330858" y="194744"/>
                </a:moveTo>
                <a:lnTo>
                  <a:pt x="307536" y="255903"/>
                </a:lnTo>
                <a:lnTo>
                  <a:pt x="315392" y="255903"/>
                </a:lnTo>
                <a:lnTo>
                  <a:pt x="321855" y="239390"/>
                </a:lnTo>
                <a:lnTo>
                  <a:pt x="348495" y="239390"/>
                </a:lnTo>
                <a:lnTo>
                  <a:pt x="354958" y="255903"/>
                </a:lnTo>
                <a:lnTo>
                  <a:pt x="363076" y="255903"/>
                </a:lnTo>
                <a:lnTo>
                  <a:pt x="339844" y="194744"/>
                </a:lnTo>
                <a:lnTo>
                  <a:pt x="330849" y="194744"/>
                </a:lnTo>
                <a:close/>
                <a:moveTo>
                  <a:pt x="324133" y="232490"/>
                </a:moveTo>
                <a:lnTo>
                  <a:pt x="335134" y="203046"/>
                </a:lnTo>
                <a:lnTo>
                  <a:pt x="346226" y="232490"/>
                </a:lnTo>
                <a:lnTo>
                  <a:pt x="324124" y="232490"/>
                </a:lnTo>
                <a:close/>
                <a:moveTo>
                  <a:pt x="715231" y="194744"/>
                </a:moveTo>
                <a:lnTo>
                  <a:pt x="707638" y="194744"/>
                </a:lnTo>
                <a:lnTo>
                  <a:pt x="707638" y="255903"/>
                </a:lnTo>
                <a:lnTo>
                  <a:pt x="743100" y="255903"/>
                </a:lnTo>
                <a:lnTo>
                  <a:pt x="743100" y="248913"/>
                </a:lnTo>
                <a:lnTo>
                  <a:pt x="715240" y="248913"/>
                </a:lnTo>
                <a:lnTo>
                  <a:pt x="715240" y="194744"/>
                </a:lnTo>
                <a:close/>
                <a:moveTo>
                  <a:pt x="247423" y="2089"/>
                </a:moveTo>
                <a:lnTo>
                  <a:pt x="222392" y="2089"/>
                </a:lnTo>
                <a:lnTo>
                  <a:pt x="222392" y="162361"/>
                </a:lnTo>
                <a:lnTo>
                  <a:pt x="247423" y="162361"/>
                </a:lnTo>
                <a:lnTo>
                  <a:pt x="247423" y="2089"/>
                </a:lnTo>
                <a:close/>
                <a:moveTo>
                  <a:pt x="79458" y="61810"/>
                </a:moveTo>
                <a:lnTo>
                  <a:pt x="79458" y="162370"/>
                </a:lnTo>
                <a:cubicBezTo>
                  <a:pt x="79458" y="162370"/>
                  <a:pt x="105230" y="162370"/>
                  <a:pt x="105230" y="162370"/>
                </a:cubicBezTo>
                <a:lnTo>
                  <a:pt x="105212" y="61810"/>
                </a:lnTo>
                <a:cubicBezTo>
                  <a:pt x="105212" y="49575"/>
                  <a:pt x="101262" y="37981"/>
                  <a:pt x="93786" y="28296"/>
                </a:cubicBezTo>
                <a:lnTo>
                  <a:pt x="92330" y="26415"/>
                </a:lnTo>
                <a:lnTo>
                  <a:pt x="90875" y="28296"/>
                </a:lnTo>
                <a:cubicBezTo>
                  <a:pt x="83399" y="37981"/>
                  <a:pt x="79449" y="49566"/>
                  <a:pt x="79449" y="61810"/>
                </a:cubicBezTo>
                <a:close/>
                <a:moveTo>
                  <a:pt x="46608" y="2089"/>
                </a:moveTo>
                <a:lnTo>
                  <a:pt x="0" y="2089"/>
                </a:lnTo>
                <a:lnTo>
                  <a:pt x="0" y="26415"/>
                </a:lnTo>
                <a:lnTo>
                  <a:pt x="92330" y="26415"/>
                </a:lnTo>
                <a:lnTo>
                  <a:pt x="90043" y="23458"/>
                </a:lnTo>
                <a:cubicBezTo>
                  <a:pt x="79558" y="9884"/>
                  <a:pt x="63720" y="2089"/>
                  <a:pt x="46608" y="2089"/>
                </a:cubicBezTo>
                <a:close/>
                <a:moveTo>
                  <a:pt x="94618" y="23458"/>
                </a:moveTo>
                <a:lnTo>
                  <a:pt x="92330" y="26415"/>
                </a:lnTo>
                <a:lnTo>
                  <a:pt x="184661" y="26415"/>
                </a:lnTo>
                <a:lnTo>
                  <a:pt x="184661" y="2089"/>
                </a:lnTo>
                <a:lnTo>
                  <a:pt x="138053" y="2089"/>
                </a:lnTo>
                <a:cubicBezTo>
                  <a:pt x="120932" y="2089"/>
                  <a:pt x="105103" y="9875"/>
                  <a:pt x="94608" y="23458"/>
                </a:cubicBezTo>
                <a:close/>
                <a:moveTo>
                  <a:pt x="507601" y="162361"/>
                </a:moveTo>
                <a:lnTo>
                  <a:pt x="532631" y="162361"/>
                </a:lnTo>
                <a:lnTo>
                  <a:pt x="532631" y="2089"/>
                </a:lnTo>
                <a:lnTo>
                  <a:pt x="507601" y="2089"/>
                </a:lnTo>
                <a:lnTo>
                  <a:pt x="507601" y="162361"/>
                </a:lnTo>
                <a:close/>
                <a:moveTo>
                  <a:pt x="488238" y="255903"/>
                </a:moveTo>
                <a:lnTo>
                  <a:pt x="495840" y="255903"/>
                </a:lnTo>
                <a:lnTo>
                  <a:pt x="495840" y="194744"/>
                </a:lnTo>
                <a:lnTo>
                  <a:pt x="488238" y="194744"/>
                </a:lnTo>
                <a:lnTo>
                  <a:pt x="488238" y="255903"/>
                </a:lnTo>
                <a:close/>
                <a:moveTo>
                  <a:pt x="537151" y="201735"/>
                </a:moveTo>
                <a:lnTo>
                  <a:pt x="556975" y="201735"/>
                </a:lnTo>
                <a:lnTo>
                  <a:pt x="556975" y="255903"/>
                </a:lnTo>
                <a:lnTo>
                  <a:pt x="564577" y="255903"/>
                </a:lnTo>
                <a:lnTo>
                  <a:pt x="564577" y="201735"/>
                </a:lnTo>
                <a:lnTo>
                  <a:pt x="584401" y="201735"/>
                </a:lnTo>
                <a:lnTo>
                  <a:pt x="584401" y="194744"/>
                </a:lnTo>
                <a:lnTo>
                  <a:pt x="537151" y="194744"/>
                </a:lnTo>
                <a:lnTo>
                  <a:pt x="537151" y="201735"/>
                </a:lnTo>
                <a:close/>
                <a:moveTo>
                  <a:pt x="283346" y="2089"/>
                </a:moveTo>
                <a:cubicBezTo>
                  <a:pt x="283346" y="2089"/>
                  <a:pt x="330958" y="115571"/>
                  <a:pt x="340377" y="138134"/>
                </a:cubicBezTo>
                <a:cubicBezTo>
                  <a:pt x="351360" y="164450"/>
                  <a:pt x="369195" y="164450"/>
                  <a:pt x="376047" y="164450"/>
                </a:cubicBezTo>
                <a:lnTo>
                  <a:pt x="377512" y="164450"/>
                </a:lnTo>
                <a:lnTo>
                  <a:pt x="312237" y="2089"/>
                </a:lnTo>
                <a:lnTo>
                  <a:pt x="283346" y="2089"/>
                </a:lnTo>
                <a:close/>
                <a:moveTo>
                  <a:pt x="437309" y="197059"/>
                </a:moveTo>
                <a:cubicBezTo>
                  <a:pt x="434217" y="195513"/>
                  <a:pt x="430674" y="194744"/>
                  <a:pt x="426651" y="194744"/>
                </a:cubicBezTo>
                <a:lnTo>
                  <a:pt x="403157" y="194744"/>
                </a:lnTo>
                <a:lnTo>
                  <a:pt x="403157" y="255903"/>
                </a:lnTo>
                <a:lnTo>
                  <a:pt x="410759" y="255903"/>
                </a:lnTo>
                <a:lnTo>
                  <a:pt x="410759" y="232400"/>
                </a:lnTo>
                <a:lnTo>
                  <a:pt x="426660" y="232400"/>
                </a:lnTo>
                <a:cubicBezTo>
                  <a:pt x="430674" y="232400"/>
                  <a:pt x="434217" y="231631"/>
                  <a:pt x="437273" y="230085"/>
                </a:cubicBezTo>
                <a:cubicBezTo>
                  <a:pt x="440328" y="228538"/>
                  <a:pt x="442696" y="226341"/>
                  <a:pt x="444387" y="223492"/>
                </a:cubicBezTo>
                <a:cubicBezTo>
                  <a:pt x="446077" y="220635"/>
                  <a:pt x="446918" y="217316"/>
                  <a:pt x="446918" y="213536"/>
                </a:cubicBezTo>
                <a:cubicBezTo>
                  <a:pt x="446918" y="209756"/>
                  <a:pt x="446086" y="206446"/>
                  <a:pt x="444432" y="203616"/>
                </a:cubicBezTo>
                <a:cubicBezTo>
                  <a:pt x="442769" y="200794"/>
                  <a:pt x="440400" y="198606"/>
                  <a:pt x="437318" y="197059"/>
                </a:cubicBezTo>
                <a:close/>
                <a:moveTo>
                  <a:pt x="435564" y="222181"/>
                </a:moveTo>
                <a:cubicBezTo>
                  <a:pt x="433178" y="224333"/>
                  <a:pt x="429978" y="225419"/>
                  <a:pt x="425955" y="225419"/>
                </a:cubicBezTo>
                <a:lnTo>
                  <a:pt x="410759" y="225419"/>
                </a:lnTo>
                <a:lnTo>
                  <a:pt x="410759" y="201744"/>
                </a:lnTo>
                <a:lnTo>
                  <a:pt x="426045" y="201744"/>
                </a:lnTo>
                <a:cubicBezTo>
                  <a:pt x="430059" y="201744"/>
                  <a:pt x="433250" y="202811"/>
                  <a:pt x="435609" y="204936"/>
                </a:cubicBezTo>
                <a:cubicBezTo>
                  <a:pt x="437969" y="207061"/>
                  <a:pt x="439144" y="209928"/>
                  <a:pt x="439144" y="213545"/>
                </a:cubicBezTo>
                <a:cubicBezTo>
                  <a:pt x="439144" y="217162"/>
                  <a:pt x="437951" y="220038"/>
                  <a:pt x="435564" y="222190"/>
                </a:cubicBezTo>
                <a:close/>
                <a:moveTo>
                  <a:pt x="377503" y="164459"/>
                </a:moveTo>
                <a:lnTo>
                  <a:pt x="378967" y="164459"/>
                </a:lnTo>
                <a:cubicBezTo>
                  <a:pt x="385828" y="164459"/>
                  <a:pt x="403663" y="164459"/>
                  <a:pt x="414637" y="138143"/>
                </a:cubicBezTo>
                <a:cubicBezTo>
                  <a:pt x="424048" y="115580"/>
                  <a:pt x="471668" y="2098"/>
                  <a:pt x="471668" y="2098"/>
                </a:cubicBezTo>
                <a:lnTo>
                  <a:pt x="442778" y="2098"/>
                </a:lnTo>
                <a:lnTo>
                  <a:pt x="377503" y="164468"/>
                </a:lnTo>
                <a:close/>
                <a:moveTo>
                  <a:pt x="635303" y="194744"/>
                </a:moveTo>
                <a:lnTo>
                  <a:pt x="611981" y="255903"/>
                </a:lnTo>
                <a:lnTo>
                  <a:pt x="619845" y="255903"/>
                </a:lnTo>
                <a:lnTo>
                  <a:pt x="626309" y="239390"/>
                </a:lnTo>
                <a:lnTo>
                  <a:pt x="652948" y="239390"/>
                </a:lnTo>
                <a:lnTo>
                  <a:pt x="659412" y="255903"/>
                </a:lnTo>
                <a:lnTo>
                  <a:pt x="667529" y="255903"/>
                </a:lnTo>
                <a:lnTo>
                  <a:pt x="644298" y="194744"/>
                </a:lnTo>
                <a:lnTo>
                  <a:pt x="635303" y="194744"/>
                </a:lnTo>
                <a:close/>
                <a:moveTo>
                  <a:pt x="628578" y="232490"/>
                </a:moveTo>
                <a:lnTo>
                  <a:pt x="639579" y="203046"/>
                </a:lnTo>
                <a:lnTo>
                  <a:pt x="650670" y="232490"/>
                </a:lnTo>
                <a:lnTo>
                  <a:pt x="628569" y="232490"/>
                </a:lnTo>
                <a:close/>
              </a:path>
            </a:pathLst>
          </a:custGeom>
          <a:solidFill>
            <a:schemeClr val="bg1"/>
          </a:solidFill>
          <a:ln w="1049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pt-BR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39" name="Group 38">
            <a:extLst>
              <a:ext uri="{FF2B5EF4-FFF2-40B4-BE49-F238E27FC236}">
                <a16:creationId xmlns:a16="http://schemas.microsoft.com/office/drawing/2014/main" id="{BEAD128B-8465-2D1B-FFD2-6E69CD523F1E}"/>
              </a:ext>
            </a:extLst>
          </p:cNvPr>
          <p:cNvGrpSpPr/>
          <p:nvPr/>
        </p:nvGrpSpPr>
        <p:grpSpPr>
          <a:xfrm>
            <a:off x="4280650" y="5408612"/>
            <a:ext cx="7576386" cy="828675"/>
            <a:chOff x="4280651" y="5501790"/>
            <a:chExt cx="7658975" cy="707151"/>
          </a:xfrm>
        </p:grpSpPr>
        <p:sp>
          <p:nvSpPr>
            <p:cNvPr id="31" name="Retângulo: Cantos Arredondados 16">
              <a:extLst>
                <a:ext uri="{FF2B5EF4-FFF2-40B4-BE49-F238E27FC236}">
                  <a16:creationId xmlns:a16="http://schemas.microsoft.com/office/drawing/2014/main" id="{12BC7BAC-BE39-35F7-C175-0B12A4EDD165}"/>
                </a:ext>
              </a:extLst>
            </p:cNvPr>
            <p:cNvSpPr/>
            <p:nvPr/>
          </p:nvSpPr>
          <p:spPr>
            <a:xfrm>
              <a:off x="5564856" y="5501790"/>
              <a:ext cx="1237950" cy="707151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415869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pt-BR" sz="970" b="1" i="0" u="none" strike="noStrike" kern="0" cap="none" spc="0" normalizeH="0" baseline="0" noProof="0">
                  <a:ln>
                    <a:noFill/>
                  </a:ln>
                  <a:solidFill>
                    <a:schemeClr val="accent1">
                      <a:lumMod val="50000"/>
                    </a:schemeClr>
                  </a:solidFill>
                  <a:effectLst/>
                  <a:uLnTx/>
                  <a:uFillTx/>
                  <a:latin typeface="Versos"/>
                  <a:ea typeface="+mn-ea"/>
                  <a:cs typeface="Arial"/>
                  <a:sym typeface="Arial"/>
                </a:rPr>
                <a:t>Perfil da Indústria</a:t>
              </a:r>
            </a:p>
          </p:txBody>
        </p:sp>
        <p:sp>
          <p:nvSpPr>
            <p:cNvPr id="32" name="Retângulo: Cantos Arredondados 17">
              <a:extLst>
                <a:ext uri="{FF2B5EF4-FFF2-40B4-BE49-F238E27FC236}">
                  <a16:creationId xmlns:a16="http://schemas.microsoft.com/office/drawing/2014/main" id="{3EBFD4A9-0B11-C89E-C1BC-2E1BFB444122}"/>
                </a:ext>
              </a:extLst>
            </p:cNvPr>
            <p:cNvSpPr/>
            <p:nvPr/>
          </p:nvSpPr>
          <p:spPr>
            <a:xfrm>
              <a:off x="4280651" y="5501790"/>
              <a:ext cx="1237950" cy="707151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415869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pt-BR" sz="970" b="1" i="0" u="none" strike="noStrike" kern="0" cap="none" spc="0" normalizeH="0" baseline="0" noProof="0">
                  <a:ln>
                    <a:noFill/>
                  </a:ln>
                  <a:solidFill>
                    <a:schemeClr val="accent1">
                      <a:lumMod val="50000"/>
                    </a:schemeClr>
                  </a:solidFill>
                  <a:effectLst/>
                  <a:uLnTx/>
                  <a:uFillTx/>
                  <a:latin typeface="Versos"/>
                  <a:ea typeface="+mn-ea"/>
                  <a:cs typeface="Arial"/>
                  <a:sym typeface="Arial"/>
                </a:rPr>
                <a:t>Diversificação</a:t>
              </a:r>
            </a:p>
          </p:txBody>
        </p:sp>
        <p:sp>
          <p:nvSpPr>
            <p:cNvPr id="33" name="Retângulo: Cantos Arredondados 18">
              <a:extLst>
                <a:ext uri="{FF2B5EF4-FFF2-40B4-BE49-F238E27FC236}">
                  <a16:creationId xmlns:a16="http://schemas.microsoft.com/office/drawing/2014/main" id="{9982BB1A-4909-F44D-A326-3E168F54CE99}"/>
                </a:ext>
              </a:extLst>
            </p:cNvPr>
            <p:cNvSpPr/>
            <p:nvPr/>
          </p:nvSpPr>
          <p:spPr>
            <a:xfrm>
              <a:off x="6849061" y="5501790"/>
              <a:ext cx="1237950" cy="707151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415869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pt-BR" sz="970" b="1" i="0" u="none" strike="noStrike" kern="0" cap="none" spc="0" normalizeH="0" baseline="0" noProof="0">
                  <a:ln>
                    <a:noFill/>
                  </a:ln>
                  <a:solidFill>
                    <a:schemeClr val="accent1">
                      <a:lumMod val="50000"/>
                    </a:schemeClr>
                  </a:solidFill>
                  <a:effectLst/>
                  <a:uLnTx/>
                  <a:uFillTx/>
                  <a:latin typeface="Versos"/>
                  <a:ea typeface="+mn-ea"/>
                  <a:cs typeface="Arial"/>
                  <a:sym typeface="Arial"/>
                </a:rPr>
                <a:t>Posição de Mercado</a:t>
              </a:r>
            </a:p>
          </p:txBody>
        </p:sp>
        <p:sp>
          <p:nvSpPr>
            <p:cNvPr id="34" name="Retângulo: Cantos Arredondados 20">
              <a:extLst>
                <a:ext uri="{FF2B5EF4-FFF2-40B4-BE49-F238E27FC236}">
                  <a16:creationId xmlns:a16="http://schemas.microsoft.com/office/drawing/2014/main" id="{C6753E32-7EB4-3694-83CA-FA419A1F71AB}"/>
                </a:ext>
              </a:extLst>
            </p:cNvPr>
            <p:cNvSpPr/>
            <p:nvPr/>
          </p:nvSpPr>
          <p:spPr>
            <a:xfrm>
              <a:off x="8133265" y="5501790"/>
              <a:ext cx="1237950" cy="707151"/>
            </a:xfrm>
            <a:prstGeom prst="roundRect">
              <a:avLst/>
            </a:prstGeom>
            <a:solidFill>
              <a:schemeClr val="accent1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415869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pt-BR" sz="970" b="1" i="0" u="none" strike="noStrike" kern="0" cap="none" spc="0" normalizeH="0" baseline="0" noProof="0">
                  <a:ln>
                    <a:noFill/>
                  </a:ln>
                  <a:effectLst/>
                  <a:uLnTx/>
                  <a:uFillTx/>
                  <a:latin typeface="Versos"/>
                  <a:ea typeface="+mn-ea"/>
                  <a:cs typeface="Arial"/>
                  <a:sym typeface="Arial"/>
                </a:rPr>
                <a:t>Alavancagem</a:t>
              </a:r>
            </a:p>
          </p:txBody>
        </p:sp>
        <p:sp>
          <p:nvSpPr>
            <p:cNvPr id="36" name="Retângulo: Cantos Arredondados 21">
              <a:extLst>
                <a:ext uri="{FF2B5EF4-FFF2-40B4-BE49-F238E27FC236}">
                  <a16:creationId xmlns:a16="http://schemas.microsoft.com/office/drawing/2014/main" id="{56F514BA-2438-EAA3-9EDD-D484743328B1}"/>
                </a:ext>
              </a:extLst>
            </p:cNvPr>
            <p:cNvSpPr/>
            <p:nvPr/>
          </p:nvSpPr>
          <p:spPr>
            <a:xfrm>
              <a:off x="9417470" y="5501790"/>
              <a:ext cx="1237950" cy="707151"/>
            </a:xfrm>
            <a:prstGeom prst="roundRect">
              <a:avLst/>
            </a:prstGeom>
            <a:solidFill>
              <a:schemeClr val="accent1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415869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pt-BR" sz="970" b="1" i="0" u="none" strike="noStrike" kern="0" cap="none" spc="0" normalizeH="0" baseline="0" noProof="0">
                  <a:ln>
                    <a:noFill/>
                  </a:ln>
                  <a:effectLst/>
                  <a:uLnTx/>
                  <a:uFillTx/>
                  <a:latin typeface="Versos"/>
                  <a:ea typeface="+mn-ea"/>
                  <a:cs typeface="Arial"/>
                  <a:sym typeface="Arial"/>
                </a:rPr>
                <a:t>Cobertura </a:t>
              </a:r>
              <a:br>
                <a:rPr kumimoji="0" lang="pt-BR" sz="970" b="1" i="0" u="none" strike="noStrike" kern="0" cap="none" spc="0" normalizeH="0" baseline="0" noProof="0">
                  <a:ln>
                    <a:noFill/>
                  </a:ln>
                  <a:effectLst/>
                  <a:uLnTx/>
                  <a:uFillTx/>
                  <a:latin typeface="Versos"/>
                  <a:ea typeface="+mn-ea"/>
                  <a:cs typeface="Arial"/>
                  <a:sym typeface="Arial"/>
                </a:rPr>
              </a:br>
              <a:r>
                <a:rPr kumimoji="0" lang="pt-BR" sz="970" b="1" i="0" u="none" strike="noStrike" kern="0" cap="none" spc="0" normalizeH="0" baseline="0" noProof="0">
                  <a:ln>
                    <a:noFill/>
                  </a:ln>
                  <a:effectLst/>
                  <a:uLnTx/>
                  <a:uFillTx/>
                  <a:latin typeface="Versos"/>
                  <a:ea typeface="+mn-ea"/>
                  <a:cs typeface="Arial"/>
                  <a:sym typeface="Arial"/>
                </a:rPr>
                <a:t>de Juros</a:t>
              </a:r>
            </a:p>
          </p:txBody>
        </p:sp>
        <p:sp>
          <p:nvSpPr>
            <p:cNvPr id="37" name="Retângulo: Cantos Arredondados 22">
              <a:extLst>
                <a:ext uri="{FF2B5EF4-FFF2-40B4-BE49-F238E27FC236}">
                  <a16:creationId xmlns:a16="http://schemas.microsoft.com/office/drawing/2014/main" id="{4B4A4E5A-B908-89C7-F3C0-EBB7EF0B74B4}"/>
                </a:ext>
              </a:extLst>
            </p:cNvPr>
            <p:cNvSpPr/>
            <p:nvPr/>
          </p:nvSpPr>
          <p:spPr>
            <a:xfrm>
              <a:off x="10701676" y="5501790"/>
              <a:ext cx="1237950" cy="707151"/>
            </a:xfrm>
            <a:prstGeom prst="roundRect">
              <a:avLst/>
            </a:prstGeom>
            <a:solidFill>
              <a:schemeClr val="accent1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415869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pt-BR" sz="970" b="1" i="0" u="none" strike="noStrike" kern="0" cap="none" spc="0" normalizeH="0" baseline="0" noProof="0">
                  <a:ln>
                    <a:noFill/>
                  </a:ln>
                  <a:effectLst/>
                  <a:uLnTx/>
                  <a:uFillTx/>
                  <a:latin typeface="Versos"/>
                  <a:ea typeface="+mn-ea"/>
                  <a:cs typeface="Arial"/>
                  <a:sym typeface="Arial"/>
                </a:rPr>
                <a:t>Liquidez</a:t>
              </a:r>
            </a:p>
          </p:txBody>
        </p:sp>
      </p:grpSp>
      <p:sp>
        <p:nvSpPr>
          <p:cNvPr id="38" name="object 54">
            <a:extLst>
              <a:ext uri="{FF2B5EF4-FFF2-40B4-BE49-F238E27FC236}">
                <a16:creationId xmlns:a16="http://schemas.microsoft.com/office/drawing/2014/main" id="{B0552A26-7DB2-BFEC-058C-42ED99A3F70C}"/>
              </a:ext>
            </a:extLst>
          </p:cNvPr>
          <p:cNvSpPr txBox="1"/>
          <p:nvPr/>
        </p:nvSpPr>
        <p:spPr>
          <a:xfrm>
            <a:off x="4280650" y="4906168"/>
            <a:ext cx="2216520" cy="232541"/>
          </a:xfrm>
          <a:prstGeom prst="rect">
            <a:avLst/>
          </a:prstGeom>
        </p:spPr>
        <p:txBody>
          <a:bodyPr vert="horz" wrap="square" lIns="0" tIns="16932" rIns="0" bIns="0" rtlCol="0">
            <a:spAutoFit/>
          </a:bodyPr>
          <a:lstStyle/>
          <a:p>
            <a:pPr marL="16932" marR="0" lvl="0" indent="0" algn="l" defTabSz="554492" rtl="0" eaLnBrk="1" fontAlgn="auto" latinLnBrk="0" hangingPunct="1">
              <a:lnSpc>
                <a:spcPct val="100000"/>
              </a:lnSpc>
              <a:spcBef>
                <a:spcPts val="13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pt-BR" sz="1400" b="1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Versos"/>
                <a:cs typeface="Versos"/>
                <a:sym typeface="Arial"/>
              </a:rPr>
              <a:t>Critérios</a:t>
            </a:r>
            <a:endParaRPr kumimoji="0" lang="pt-BR" sz="14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sos"/>
              <a:cs typeface="Versos"/>
              <a:sym typeface="Arial"/>
            </a:endParaRPr>
          </a:p>
        </p:txBody>
      </p:sp>
      <p:sp>
        <p:nvSpPr>
          <p:cNvPr id="5" name="object 5">
            <a:extLst>
              <a:ext uri="{FF2B5EF4-FFF2-40B4-BE49-F238E27FC236}">
                <a16:creationId xmlns:a16="http://schemas.microsoft.com/office/drawing/2014/main" id="{9D6FDC0C-DD9A-5240-78D3-910E8CD04394}"/>
              </a:ext>
            </a:extLst>
          </p:cNvPr>
          <p:cNvSpPr/>
          <p:nvPr/>
        </p:nvSpPr>
        <p:spPr>
          <a:xfrm flipV="1">
            <a:off x="334962" y="6294310"/>
            <a:ext cx="11097267" cy="256427"/>
          </a:xfrm>
          <a:custGeom>
            <a:avLst/>
            <a:gdLst/>
            <a:ahLst/>
            <a:cxnLst/>
            <a:rect l="l" t="t" r="r" b="b"/>
            <a:pathLst>
              <a:path w="19125565">
                <a:moveTo>
                  <a:pt x="0" y="0"/>
                </a:moveTo>
                <a:lnTo>
                  <a:pt x="19125114" y="0"/>
                </a:lnTo>
              </a:path>
            </a:pathLst>
          </a:custGeom>
          <a:ln w="635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pPr marL="0" marR="0" lvl="0" indent="0" algn="l" defTabSz="55449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sz="1092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E5AF6702-E967-A720-DCAE-EE7AF328ADAD}"/>
              </a:ext>
            </a:extLst>
          </p:cNvPr>
          <p:cNvSpPr txBox="1">
            <a:spLocks/>
          </p:cNvSpPr>
          <p:nvPr/>
        </p:nvSpPr>
        <p:spPr>
          <a:xfrm>
            <a:off x="11561763" y="647363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100" b="0" i="0" u="none" strike="noStrike" cap="none">
                <a:solidFill>
                  <a:schemeClr val="bg1"/>
                </a:solidFill>
                <a:latin typeface="Versos" panose="020B0503020204030204" pitchFamily="34" charset="0"/>
                <a:ea typeface="Arial"/>
                <a:cs typeface="Versos" panose="020B0503020204030204" pitchFamily="34" charset="0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fld id="{77667D73-C69A-4DAA-9003-24A825D36FE9}" type="slidenum">
              <a:rPr kumimoji="0" lang="pt-BR" sz="1100" b="0" i="0" u="none" strike="noStrike" kern="0" cap="none" spc="0" normalizeH="0" baseline="0" noProof="0" smtClean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sym typeface="Arial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t>11</a:t>
            </a:fld>
            <a:endParaRPr kumimoji="0" lang="pt-BR" sz="11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sos" panose="020B0503020204030204" pitchFamily="34" charset="0"/>
              <a:sym typeface="Arial"/>
            </a:endParaRPr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1899AC9D-AABC-E666-67C0-A6E2D1F4F3D2}"/>
              </a:ext>
            </a:extLst>
          </p:cNvPr>
          <p:cNvGrpSpPr/>
          <p:nvPr/>
        </p:nvGrpSpPr>
        <p:grpSpPr>
          <a:xfrm>
            <a:off x="4239517" y="1383135"/>
            <a:ext cx="7576387" cy="267041"/>
            <a:chOff x="5483225" y="1383135"/>
            <a:chExt cx="6372602" cy="267041"/>
          </a:xfrm>
        </p:grpSpPr>
        <p:sp>
          <p:nvSpPr>
            <p:cNvPr id="13" name="TextBox 19">
              <a:extLst>
                <a:ext uri="{FF2B5EF4-FFF2-40B4-BE49-F238E27FC236}">
                  <a16:creationId xmlns:a16="http://schemas.microsoft.com/office/drawing/2014/main" id="{6B93C0A7-0C6E-35EE-87CC-3C547A81D9A8}"/>
                </a:ext>
              </a:extLst>
            </p:cNvPr>
            <p:cNvSpPr txBox="1"/>
            <p:nvPr/>
          </p:nvSpPr>
          <p:spPr>
            <a:xfrm>
              <a:off x="5483225" y="1383135"/>
              <a:ext cx="5404979" cy="16421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pt-BR" sz="1067" b="0" i="1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cs typeface="Plus Jakarta Sans Light" pitchFamily="2" charset="77"/>
                  <a:sym typeface="Arial"/>
                </a:rPr>
                <a:t>RATING</a:t>
              </a:r>
              <a:r>
                <a:rPr kumimoji="0" lang="pt-BR" sz="1067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cs typeface="Plus Jakarta Sans Light" pitchFamily="2" charset="77"/>
                  <a:sym typeface="Arial"/>
                </a:rPr>
                <a:t> EXTERNO</a:t>
              </a:r>
            </a:p>
          </p:txBody>
        </p: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E974F5DB-16A6-0BDE-6AB9-F28EC0A17BE5}"/>
                </a:ext>
              </a:extLst>
            </p:cNvPr>
            <p:cNvCxnSpPr>
              <a:cxnSpLocks/>
            </p:cNvCxnSpPr>
            <p:nvPr/>
          </p:nvCxnSpPr>
          <p:spPr>
            <a:xfrm>
              <a:off x="5483225" y="1650176"/>
              <a:ext cx="6372602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1" name="Group 20">
            <a:extLst>
              <a:ext uri="{FF2B5EF4-FFF2-40B4-BE49-F238E27FC236}">
                <a16:creationId xmlns:a16="http://schemas.microsoft.com/office/drawing/2014/main" id="{C2D8E02C-E36B-F0FA-84BB-F6DC2FB29C39}"/>
              </a:ext>
            </a:extLst>
          </p:cNvPr>
          <p:cNvGrpSpPr/>
          <p:nvPr/>
        </p:nvGrpSpPr>
        <p:grpSpPr>
          <a:xfrm>
            <a:off x="334964" y="1383135"/>
            <a:ext cx="3121471" cy="267041"/>
            <a:chOff x="5483225" y="1383135"/>
            <a:chExt cx="6372602" cy="267041"/>
          </a:xfrm>
        </p:grpSpPr>
        <p:sp>
          <p:nvSpPr>
            <p:cNvPr id="24" name="TextBox 19">
              <a:extLst>
                <a:ext uri="{FF2B5EF4-FFF2-40B4-BE49-F238E27FC236}">
                  <a16:creationId xmlns:a16="http://schemas.microsoft.com/office/drawing/2014/main" id="{76990588-85C4-0698-25D2-181C2CFB43D5}"/>
                </a:ext>
              </a:extLst>
            </p:cNvPr>
            <p:cNvSpPr txBox="1"/>
            <p:nvPr/>
          </p:nvSpPr>
          <p:spPr>
            <a:xfrm>
              <a:off x="5483225" y="1383135"/>
              <a:ext cx="5404979" cy="16421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pt-BR" sz="1067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cs typeface="Plus Jakarta Sans Light" pitchFamily="2" charset="77"/>
                  <a:sym typeface="Arial"/>
                </a:rPr>
                <a:t>CARACTERÍSTICAS ALVO DO FUNDO</a:t>
              </a:r>
            </a:p>
          </p:txBody>
        </p: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6C3DE702-B12C-2B2D-8D09-4628359AB49E}"/>
                </a:ext>
              </a:extLst>
            </p:cNvPr>
            <p:cNvCxnSpPr>
              <a:cxnSpLocks/>
            </p:cNvCxnSpPr>
            <p:nvPr/>
          </p:nvCxnSpPr>
          <p:spPr>
            <a:xfrm>
              <a:off x="5483225" y="1650176"/>
              <a:ext cx="6372602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" name="object 38">
            <a:extLst>
              <a:ext uri="{FF2B5EF4-FFF2-40B4-BE49-F238E27FC236}">
                <a16:creationId xmlns:a16="http://schemas.microsoft.com/office/drawing/2014/main" id="{1CCA1361-EEFD-F550-57F5-C34A4B5CD985}"/>
              </a:ext>
            </a:extLst>
          </p:cNvPr>
          <p:cNvSpPr txBox="1">
            <a:spLocks/>
          </p:cNvSpPr>
          <p:nvPr/>
        </p:nvSpPr>
        <p:spPr>
          <a:xfrm>
            <a:off x="315195" y="531264"/>
            <a:ext cx="7850404" cy="625663"/>
          </a:xfrm>
          <a:prstGeom prst="rect">
            <a:avLst/>
          </a:prstGeom>
        </p:spPr>
        <p:txBody>
          <a:bodyPr vert="horz" wrap="square" lIns="0" tIns="10012" rIns="0" bIns="0" rtlCol="0" anchor="t">
            <a:spAutoFit/>
          </a:bodyPr>
          <a:lstStyle>
            <a:lvl1pPr eaLnBrk="1" hangingPunct="1">
              <a:defRPr>
                <a:latin typeface="+mj-lt"/>
                <a:ea typeface="+mj-ea"/>
                <a:cs typeface="+mj-cs"/>
              </a:defRPr>
            </a:lvl1pPr>
          </a:lstStyle>
          <a:p>
            <a:pPr marL="7620" lvl="0">
              <a:spcBef>
                <a:spcPts val="79"/>
              </a:spcBef>
              <a:buClr>
                <a:srgbClr val="000000"/>
              </a:buClr>
              <a:defRPr/>
            </a:pPr>
            <a:r>
              <a:rPr lang="pt-BR" sz="2000" b="1" kern="0">
                <a:solidFill>
                  <a:srgbClr val="FFFFFF"/>
                </a:solidFill>
                <a:latin typeface="Versos"/>
                <a:sym typeface="Arial"/>
              </a:rPr>
              <a:t>CARACTERÍSTICAS </a:t>
            </a:r>
            <a:br>
              <a:rPr lang="pt-BR" sz="2000" b="1" kern="0">
                <a:solidFill>
                  <a:srgbClr val="FFFFFF"/>
                </a:solidFill>
                <a:latin typeface="Versos"/>
                <a:sym typeface="Arial"/>
              </a:rPr>
            </a:br>
            <a:r>
              <a:rPr lang="pt-BR" sz="2000" kern="0">
                <a:solidFill>
                  <a:srgbClr val="FFFFFF"/>
                </a:solidFill>
                <a:latin typeface="Versos"/>
                <a:sym typeface="Arial"/>
              </a:rPr>
              <a:t>CARTEIRA HIGH YIELD</a:t>
            </a:r>
          </a:p>
        </p:txBody>
      </p:sp>
      <p:graphicFrame>
        <p:nvGraphicFramePr>
          <p:cNvPr id="8" name="Table 7">
            <a:extLst>
              <a:ext uri="{FF2B5EF4-FFF2-40B4-BE49-F238E27FC236}">
                <a16:creationId xmlns:a16="http://schemas.microsoft.com/office/drawing/2014/main" id="{07CA0599-828C-E38C-0304-2735C0D6B54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46968719"/>
              </p:ext>
            </p:extLst>
          </p:nvPr>
        </p:nvGraphicFramePr>
        <p:xfrm>
          <a:off x="334962" y="1960334"/>
          <a:ext cx="3121471" cy="1728000"/>
        </p:xfrm>
        <a:graphic>
          <a:graphicData uri="http://schemas.openxmlformats.org/drawingml/2006/table">
            <a:tbl>
              <a:tblPr firstRow="1" bandRow="1"/>
              <a:tblGrid>
                <a:gridCol w="3121471">
                  <a:extLst>
                    <a:ext uri="{9D8B030D-6E8A-4147-A177-3AD203B41FA5}">
                      <a16:colId xmlns:a16="http://schemas.microsoft.com/office/drawing/2014/main" val="4058305718"/>
                    </a:ext>
                  </a:extLst>
                </a:gridCol>
              </a:tblGrid>
              <a:tr h="806400">
                <a:tc>
                  <a:txBody>
                    <a:bodyPr/>
                    <a:lstStyle/>
                    <a:p>
                      <a:pPr algn="ctr"/>
                      <a:r>
                        <a:rPr lang="pt-BR" sz="1800">
                          <a:solidFill>
                            <a:schemeClr val="bg1"/>
                          </a:solidFill>
                          <a:latin typeface="Versos" panose="020B0503020204030204" pitchFamily="34" charset="0"/>
                        </a:rPr>
                        <a:t>Concentração alvo por </a:t>
                      </a:r>
                      <a:br>
                        <a:rPr lang="pt-BR" sz="1800">
                          <a:solidFill>
                            <a:schemeClr val="bg1"/>
                          </a:solidFill>
                          <a:latin typeface="Versos" panose="020B0503020204030204" pitchFamily="34" charset="0"/>
                        </a:rPr>
                      </a:br>
                      <a:r>
                        <a:rPr lang="pt-BR" sz="1800">
                          <a:solidFill>
                            <a:schemeClr val="bg1"/>
                          </a:solidFill>
                          <a:latin typeface="Versos" panose="020B0503020204030204" pitchFamily="34" charset="0"/>
                        </a:rPr>
                        <a:t>Emissor Corporativo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56288672"/>
                  </a:ext>
                </a:extLst>
              </a:tr>
              <a:tr h="921600">
                <a:tc>
                  <a:txBody>
                    <a:bodyPr/>
                    <a:lstStyle/>
                    <a:p>
                      <a:pPr marL="0" algn="ctr" eaLnBrk="1" hangingPunct="1"/>
                      <a:r>
                        <a:rPr lang="pt-BR" sz="1800" b="1" i="0" dirty="0">
                          <a:solidFill>
                            <a:schemeClr val="bg1"/>
                          </a:solidFill>
                          <a:latin typeface="Versos" panose="020B0503020204030204" pitchFamily="34" charset="0"/>
                        </a:rPr>
                        <a:t>Até 3%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78174230"/>
                  </a:ext>
                </a:extLst>
              </a:tr>
            </a:tbl>
          </a:graphicData>
        </a:graphic>
      </p:graphicFrame>
      <p:graphicFrame>
        <p:nvGraphicFramePr>
          <p:cNvPr id="9" name="Table 8">
            <a:extLst>
              <a:ext uri="{FF2B5EF4-FFF2-40B4-BE49-F238E27FC236}">
                <a16:creationId xmlns:a16="http://schemas.microsoft.com/office/drawing/2014/main" id="{80181E5E-C04A-A578-1A38-2AA9E2B0097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63804323"/>
              </p:ext>
            </p:extLst>
          </p:nvPr>
        </p:nvGraphicFramePr>
        <p:xfrm>
          <a:off x="334961" y="3998491"/>
          <a:ext cx="3121471" cy="1728000"/>
        </p:xfrm>
        <a:graphic>
          <a:graphicData uri="http://schemas.openxmlformats.org/drawingml/2006/table">
            <a:tbl>
              <a:tblPr firstRow="1" bandRow="1"/>
              <a:tblGrid>
                <a:gridCol w="3121471">
                  <a:extLst>
                    <a:ext uri="{9D8B030D-6E8A-4147-A177-3AD203B41FA5}">
                      <a16:colId xmlns:a16="http://schemas.microsoft.com/office/drawing/2014/main" val="4058305718"/>
                    </a:ext>
                  </a:extLst>
                </a:gridCol>
              </a:tblGrid>
              <a:tr h="806400">
                <a:tc>
                  <a:txBody>
                    <a:bodyPr/>
                    <a:lstStyle/>
                    <a:p>
                      <a:pPr algn="ctr"/>
                      <a:r>
                        <a:rPr lang="pt-BR" sz="1800">
                          <a:solidFill>
                            <a:schemeClr val="bg1"/>
                          </a:solidFill>
                          <a:latin typeface="Versos" panose="020B0503020204030204" pitchFamily="34" charset="0"/>
                        </a:rPr>
                        <a:t> Carteira HG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56288672"/>
                  </a:ext>
                </a:extLst>
              </a:tr>
              <a:tr h="921600">
                <a:tc>
                  <a:txBody>
                    <a:bodyPr/>
                    <a:lstStyle/>
                    <a:p>
                      <a:pPr marL="0" algn="ctr" eaLnBrk="1" hangingPunct="1"/>
                      <a:r>
                        <a:rPr lang="pt-BR" sz="1800" b="1" i="0">
                          <a:solidFill>
                            <a:schemeClr val="bg1"/>
                          </a:solidFill>
                          <a:latin typeface="Versos" panose="020B0503020204030204" pitchFamily="34" charset="0"/>
                        </a:rPr>
                        <a:t>64,6%</a:t>
                      </a:r>
                      <a:endParaRPr lang="pt-BR" sz="1800" b="1" i="0" dirty="0">
                        <a:solidFill>
                          <a:schemeClr val="bg1"/>
                        </a:solidFill>
                        <a:latin typeface="Versos" panose="020B0503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78174230"/>
                  </a:ext>
                </a:extLst>
              </a:tr>
            </a:tbl>
          </a:graphicData>
        </a:graphic>
      </p:graphicFrame>
      <p:graphicFrame>
        <p:nvGraphicFramePr>
          <p:cNvPr id="15" name="Chart 6">
            <a:extLst>
              <a:ext uri="{FF2B5EF4-FFF2-40B4-BE49-F238E27FC236}">
                <a16:creationId xmlns:a16="http://schemas.microsoft.com/office/drawing/2014/main" id="{6D3157F4-C70C-1B2C-AB95-FC76902F6152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725755709"/>
              </p:ext>
            </p:extLst>
          </p:nvPr>
        </p:nvGraphicFramePr>
        <p:xfrm>
          <a:off x="13027880" y="1841546"/>
          <a:ext cx="7335023" cy="290282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aphicFrame>
        <p:nvGraphicFramePr>
          <p:cNvPr id="10" name="Chart 6">
            <a:extLst>
              <a:ext uri="{FF2B5EF4-FFF2-40B4-BE49-F238E27FC236}">
                <a16:creationId xmlns:a16="http://schemas.microsoft.com/office/drawing/2014/main" id="{82C94EC1-072E-1B4E-A0A1-693C86DE5096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89976421"/>
              </p:ext>
            </p:extLst>
          </p:nvPr>
        </p:nvGraphicFramePr>
        <p:xfrm>
          <a:off x="4280650" y="1841546"/>
          <a:ext cx="7535254" cy="259667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</p:spTree>
    <p:extLst>
      <p:ext uri="{BB962C8B-B14F-4D97-AF65-F5344CB8AC3E}">
        <p14:creationId xmlns:p14="http://schemas.microsoft.com/office/powerpoint/2010/main" val="1449239918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12DC7289-2315-AB06-37D2-11AE8D28D47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object 3">
            <a:extLst>
              <a:ext uri="{FF2B5EF4-FFF2-40B4-BE49-F238E27FC236}">
                <a16:creationId xmlns:a16="http://schemas.microsoft.com/office/drawing/2014/main" id="{ABBECDE6-1F89-6950-5D5B-988313F1595F}"/>
              </a:ext>
            </a:extLst>
          </p:cNvPr>
          <p:cNvPicPr/>
          <p:nvPr/>
        </p:nvPicPr>
        <p:blipFill>
          <a:blip r:embed="rId3" cstate="print">
            <a:duotone>
              <a:prstClr val="black"/>
              <a:schemeClr val="accent1">
                <a:tint val="45000"/>
                <a:satMod val="400000"/>
              </a:schemeClr>
            </a:duotone>
          </a:blip>
          <a:stretch>
            <a:fillRect/>
          </a:stretch>
        </p:blipFill>
        <p:spPr>
          <a:xfrm>
            <a:off x="428" y="4119"/>
            <a:ext cx="3904555" cy="6853881"/>
          </a:xfrm>
          <a:prstGeom prst="rect">
            <a:avLst/>
          </a:prstGeom>
          <a:solidFill>
            <a:schemeClr val="bg1">
              <a:alpha val="24000"/>
            </a:schemeClr>
          </a:solidFill>
        </p:spPr>
      </p:pic>
      <p:sp>
        <p:nvSpPr>
          <p:cNvPr id="2" name="object 5">
            <a:extLst>
              <a:ext uri="{FF2B5EF4-FFF2-40B4-BE49-F238E27FC236}">
                <a16:creationId xmlns:a16="http://schemas.microsoft.com/office/drawing/2014/main" id="{F96A65AD-0CA7-16D6-7B25-4F411D1AD872}"/>
              </a:ext>
            </a:extLst>
          </p:cNvPr>
          <p:cNvSpPr/>
          <p:nvPr/>
        </p:nvSpPr>
        <p:spPr>
          <a:xfrm flipV="1">
            <a:off x="334963" y="87564"/>
            <a:ext cx="11520864" cy="256427"/>
          </a:xfrm>
          <a:custGeom>
            <a:avLst/>
            <a:gdLst/>
            <a:ahLst/>
            <a:cxnLst/>
            <a:rect l="l" t="t" r="r" b="b"/>
            <a:pathLst>
              <a:path w="19125565">
                <a:moveTo>
                  <a:pt x="0" y="0"/>
                </a:moveTo>
                <a:lnTo>
                  <a:pt x="19125114" y="0"/>
                </a:lnTo>
              </a:path>
            </a:pathLst>
          </a:custGeom>
          <a:ln w="635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pPr marL="0" marR="0" lvl="0" indent="0" algn="l" defTabSz="55449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sz="1092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" name="Picture 8">
            <a:extLst>
              <a:ext uri="{FF2B5EF4-FFF2-40B4-BE49-F238E27FC236}">
                <a16:creationId xmlns:a16="http://schemas.microsoft.com/office/drawing/2014/main" id="{3FCB5D4C-6D1B-5BEB-BCF7-1E074A996ECC}"/>
              </a:ext>
            </a:extLst>
          </p:cNvPr>
          <p:cNvSpPr/>
          <p:nvPr/>
        </p:nvSpPr>
        <p:spPr>
          <a:xfrm>
            <a:off x="11100750" y="513297"/>
            <a:ext cx="755077" cy="256427"/>
          </a:xfrm>
          <a:custGeom>
            <a:avLst/>
            <a:gdLst>
              <a:gd name="connsiteX0" fmla="*/ 729170 w 755077"/>
              <a:gd name="connsiteY0" fmla="*/ 141860 h 256427"/>
              <a:gd name="connsiteX1" fmla="*/ 755078 w 755077"/>
              <a:gd name="connsiteY1" fmla="*/ 82229 h 256427"/>
              <a:gd name="connsiteX2" fmla="*/ 729170 w 755077"/>
              <a:gd name="connsiteY2" fmla="*/ 22599 h 256427"/>
              <a:gd name="connsiteX3" fmla="*/ 662720 w 755077"/>
              <a:gd name="connsiteY3" fmla="*/ 0 h 256427"/>
              <a:gd name="connsiteX4" fmla="*/ 596270 w 755077"/>
              <a:gd name="connsiteY4" fmla="*/ 22599 h 256427"/>
              <a:gd name="connsiteX5" fmla="*/ 570363 w 755077"/>
              <a:gd name="connsiteY5" fmla="*/ 82229 h 256427"/>
              <a:gd name="connsiteX6" fmla="*/ 596270 w 755077"/>
              <a:gd name="connsiteY6" fmla="*/ 141860 h 256427"/>
              <a:gd name="connsiteX7" fmla="*/ 662720 w 755077"/>
              <a:gd name="connsiteY7" fmla="*/ 164459 h 256427"/>
              <a:gd name="connsiteX8" fmla="*/ 729170 w 755077"/>
              <a:gd name="connsiteY8" fmla="*/ 141860 h 256427"/>
              <a:gd name="connsiteX9" fmla="*/ 596089 w 755077"/>
              <a:gd name="connsiteY9" fmla="*/ 82229 h 256427"/>
              <a:gd name="connsiteX10" fmla="*/ 613852 w 755077"/>
              <a:gd name="connsiteY10" fmla="*/ 41282 h 256427"/>
              <a:gd name="connsiteX11" fmla="*/ 662720 w 755077"/>
              <a:gd name="connsiteY11" fmla="*/ 25357 h 256427"/>
              <a:gd name="connsiteX12" fmla="*/ 711588 w 755077"/>
              <a:gd name="connsiteY12" fmla="*/ 41282 h 256427"/>
              <a:gd name="connsiteX13" fmla="*/ 729351 w 755077"/>
              <a:gd name="connsiteY13" fmla="*/ 82229 h 256427"/>
              <a:gd name="connsiteX14" fmla="*/ 711588 w 755077"/>
              <a:gd name="connsiteY14" fmla="*/ 123177 h 256427"/>
              <a:gd name="connsiteX15" fmla="*/ 662720 w 755077"/>
              <a:gd name="connsiteY15" fmla="*/ 139093 h 256427"/>
              <a:gd name="connsiteX16" fmla="*/ 613852 w 755077"/>
              <a:gd name="connsiteY16" fmla="*/ 123177 h 256427"/>
              <a:gd name="connsiteX17" fmla="*/ 596089 w 755077"/>
              <a:gd name="connsiteY17" fmla="*/ 82229 h 256427"/>
              <a:gd name="connsiteX18" fmla="*/ 234957 w 755077"/>
              <a:gd name="connsiteY18" fmla="*/ 204267 h 256427"/>
              <a:gd name="connsiteX19" fmla="*/ 246049 w 755077"/>
              <a:gd name="connsiteY19" fmla="*/ 201210 h 256427"/>
              <a:gd name="connsiteX20" fmla="*/ 257882 w 755077"/>
              <a:gd name="connsiteY20" fmla="*/ 204791 h 256427"/>
              <a:gd name="connsiteX21" fmla="*/ 264390 w 755077"/>
              <a:gd name="connsiteY21" fmla="*/ 214748 h 256427"/>
              <a:gd name="connsiteX22" fmla="*/ 271993 w 755077"/>
              <a:gd name="connsiteY22" fmla="*/ 214748 h 256427"/>
              <a:gd name="connsiteX23" fmla="*/ 263387 w 755077"/>
              <a:gd name="connsiteY23" fmla="*/ 199718 h 256427"/>
              <a:gd name="connsiteX24" fmla="*/ 246401 w 755077"/>
              <a:gd name="connsiteY24" fmla="*/ 194211 h 256427"/>
              <a:gd name="connsiteX25" fmla="*/ 231025 w 755077"/>
              <a:gd name="connsiteY25" fmla="*/ 198099 h 256427"/>
              <a:gd name="connsiteX26" fmla="*/ 220810 w 755077"/>
              <a:gd name="connsiteY26" fmla="*/ 209069 h 256427"/>
              <a:gd name="connsiteX27" fmla="*/ 217231 w 755077"/>
              <a:gd name="connsiteY27" fmla="*/ 225319 h 256427"/>
              <a:gd name="connsiteX28" fmla="*/ 220810 w 755077"/>
              <a:gd name="connsiteY28" fmla="*/ 241615 h 256427"/>
              <a:gd name="connsiteX29" fmla="*/ 231025 w 755077"/>
              <a:gd name="connsiteY29" fmla="*/ 252539 h 256427"/>
              <a:gd name="connsiteX30" fmla="*/ 246401 w 755077"/>
              <a:gd name="connsiteY30" fmla="*/ 256428 h 256427"/>
              <a:gd name="connsiteX31" fmla="*/ 263387 w 755077"/>
              <a:gd name="connsiteY31" fmla="*/ 250920 h 256427"/>
              <a:gd name="connsiteX32" fmla="*/ 271902 w 755077"/>
              <a:gd name="connsiteY32" fmla="*/ 235891 h 256427"/>
              <a:gd name="connsiteX33" fmla="*/ 264300 w 755077"/>
              <a:gd name="connsiteY33" fmla="*/ 235891 h 256427"/>
              <a:gd name="connsiteX34" fmla="*/ 257837 w 755077"/>
              <a:gd name="connsiteY34" fmla="*/ 245892 h 256427"/>
              <a:gd name="connsiteX35" fmla="*/ 246049 w 755077"/>
              <a:gd name="connsiteY35" fmla="*/ 249428 h 256427"/>
              <a:gd name="connsiteX36" fmla="*/ 234957 w 755077"/>
              <a:gd name="connsiteY36" fmla="*/ 246372 h 256427"/>
              <a:gd name="connsiteX37" fmla="*/ 227581 w 755077"/>
              <a:gd name="connsiteY37" fmla="*/ 237808 h 256427"/>
              <a:gd name="connsiteX38" fmla="*/ 225005 w 755077"/>
              <a:gd name="connsiteY38" fmla="*/ 225310 h 256427"/>
              <a:gd name="connsiteX39" fmla="*/ 227581 w 755077"/>
              <a:gd name="connsiteY39" fmla="*/ 212776 h 256427"/>
              <a:gd name="connsiteX40" fmla="*/ 234957 w 755077"/>
              <a:gd name="connsiteY40" fmla="*/ 204258 h 256427"/>
              <a:gd name="connsiteX41" fmla="*/ 330858 w 755077"/>
              <a:gd name="connsiteY41" fmla="*/ 194744 h 256427"/>
              <a:gd name="connsiteX42" fmla="*/ 307536 w 755077"/>
              <a:gd name="connsiteY42" fmla="*/ 255903 h 256427"/>
              <a:gd name="connsiteX43" fmla="*/ 315392 w 755077"/>
              <a:gd name="connsiteY43" fmla="*/ 255903 h 256427"/>
              <a:gd name="connsiteX44" fmla="*/ 321855 w 755077"/>
              <a:gd name="connsiteY44" fmla="*/ 239390 h 256427"/>
              <a:gd name="connsiteX45" fmla="*/ 348495 w 755077"/>
              <a:gd name="connsiteY45" fmla="*/ 239390 h 256427"/>
              <a:gd name="connsiteX46" fmla="*/ 354958 w 755077"/>
              <a:gd name="connsiteY46" fmla="*/ 255903 h 256427"/>
              <a:gd name="connsiteX47" fmla="*/ 363076 w 755077"/>
              <a:gd name="connsiteY47" fmla="*/ 255903 h 256427"/>
              <a:gd name="connsiteX48" fmla="*/ 339844 w 755077"/>
              <a:gd name="connsiteY48" fmla="*/ 194744 h 256427"/>
              <a:gd name="connsiteX49" fmla="*/ 330849 w 755077"/>
              <a:gd name="connsiteY49" fmla="*/ 194744 h 256427"/>
              <a:gd name="connsiteX50" fmla="*/ 324133 w 755077"/>
              <a:gd name="connsiteY50" fmla="*/ 232490 h 256427"/>
              <a:gd name="connsiteX51" fmla="*/ 335134 w 755077"/>
              <a:gd name="connsiteY51" fmla="*/ 203046 h 256427"/>
              <a:gd name="connsiteX52" fmla="*/ 346226 w 755077"/>
              <a:gd name="connsiteY52" fmla="*/ 232490 h 256427"/>
              <a:gd name="connsiteX53" fmla="*/ 324124 w 755077"/>
              <a:gd name="connsiteY53" fmla="*/ 232490 h 256427"/>
              <a:gd name="connsiteX54" fmla="*/ 715231 w 755077"/>
              <a:gd name="connsiteY54" fmla="*/ 194744 h 256427"/>
              <a:gd name="connsiteX55" fmla="*/ 707638 w 755077"/>
              <a:gd name="connsiteY55" fmla="*/ 194744 h 256427"/>
              <a:gd name="connsiteX56" fmla="*/ 707638 w 755077"/>
              <a:gd name="connsiteY56" fmla="*/ 255903 h 256427"/>
              <a:gd name="connsiteX57" fmla="*/ 743100 w 755077"/>
              <a:gd name="connsiteY57" fmla="*/ 255903 h 256427"/>
              <a:gd name="connsiteX58" fmla="*/ 743100 w 755077"/>
              <a:gd name="connsiteY58" fmla="*/ 248913 h 256427"/>
              <a:gd name="connsiteX59" fmla="*/ 715240 w 755077"/>
              <a:gd name="connsiteY59" fmla="*/ 248913 h 256427"/>
              <a:gd name="connsiteX60" fmla="*/ 715240 w 755077"/>
              <a:gd name="connsiteY60" fmla="*/ 194744 h 256427"/>
              <a:gd name="connsiteX61" fmla="*/ 247423 w 755077"/>
              <a:gd name="connsiteY61" fmla="*/ 2089 h 256427"/>
              <a:gd name="connsiteX62" fmla="*/ 222392 w 755077"/>
              <a:gd name="connsiteY62" fmla="*/ 2089 h 256427"/>
              <a:gd name="connsiteX63" fmla="*/ 222392 w 755077"/>
              <a:gd name="connsiteY63" fmla="*/ 162361 h 256427"/>
              <a:gd name="connsiteX64" fmla="*/ 247423 w 755077"/>
              <a:gd name="connsiteY64" fmla="*/ 162361 h 256427"/>
              <a:gd name="connsiteX65" fmla="*/ 247423 w 755077"/>
              <a:gd name="connsiteY65" fmla="*/ 2089 h 256427"/>
              <a:gd name="connsiteX66" fmla="*/ 79458 w 755077"/>
              <a:gd name="connsiteY66" fmla="*/ 61810 h 256427"/>
              <a:gd name="connsiteX67" fmla="*/ 79458 w 755077"/>
              <a:gd name="connsiteY67" fmla="*/ 162370 h 256427"/>
              <a:gd name="connsiteX68" fmla="*/ 105230 w 755077"/>
              <a:gd name="connsiteY68" fmla="*/ 162370 h 256427"/>
              <a:gd name="connsiteX69" fmla="*/ 105212 w 755077"/>
              <a:gd name="connsiteY69" fmla="*/ 61810 h 256427"/>
              <a:gd name="connsiteX70" fmla="*/ 93786 w 755077"/>
              <a:gd name="connsiteY70" fmla="*/ 28296 h 256427"/>
              <a:gd name="connsiteX71" fmla="*/ 92330 w 755077"/>
              <a:gd name="connsiteY71" fmla="*/ 26415 h 256427"/>
              <a:gd name="connsiteX72" fmla="*/ 90875 w 755077"/>
              <a:gd name="connsiteY72" fmla="*/ 28296 h 256427"/>
              <a:gd name="connsiteX73" fmla="*/ 79449 w 755077"/>
              <a:gd name="connsiteY73" fmla="*/ 61810 h 256427"/>
              <a:gd name="connsiteX74" fmla="*/ 46608 w 755077"/>
              <a:gd name="connsiteY74" fmla="*/ 2089 h 256427"/>
              <a:gd name="connsiteX75" fmla="*/ 0 w 755077"/>
              <a:gd name="connsiteY75" fmla="*/ 2089 h 256427"/>
              <a:gd name="connsiteX76" fmla="*/ 0 w 755077"/>
              <a:gd name="connsiteY76" fmla="*/ 26415 h 256427"/>
              <a:gd name="connsiteX77" fmla="*/ 92330 w 755077"/>
              <a:gd name="connsiteY77" fmla="*/ 26415 h 256427"/>
              <a:gd name="connsiteX78" fmla="*/ 90043 w 755077"/>
              <a:gd name="connsiteY78" fmla="*/ 23458 h 256427"/>
              <a:gd name="connsiteX79" fmla="*/ 46608 w 755077"/>
              <a:gd name="connsiteY79" fmla="*/ 2089 h 256427"/>
              <a:gd name="connsiteX80" fmla="*/ 94618 w 755077"/>
              <a:gd name="connsiteY80" fmla="*/ 23458 h 256427"/>
              <a:gd name="connsiteX81" fmla="*/ 92330 w 755077"/>
              <a:gd name="connsiteY81" fmla="*/ 26415 h 256427"/>
              <a:gd name="connsiteX82" fmla="*/ 184661 w 755077"/>
              <a:gd name="connsiteY82" fmla="*/ 26415 h 256427"/>
              <a:gd name="connsiteX83" fmla="*/ 184661 w 755077"/>
              <a:gd name="connsiteY83" fmla="*/ 2089 h 256427"/>
              <a:gd name="connsiteX84" fmla="*/ 138053 w 755077"/>
              <a:gd name="connsiteY84" fmla="*/ 2089 h 256427"/>
              <a:gd name="connsiteX85" fmla="*/ 94608 w 755077"/>
              <a:gd name="connsiteY85" fmla="*/ 23458 h 256427"/>
              <a:gd name="connsiteX86" fmla="*/ 507601 w 755077"/>
              <a:gd name="connsiteY86" fmla="*/ 162361 h 256427"/>
              <a:gd name="connsiteX87" fmla="*/ 532631 w 755077"/>
              <a:gd name="connsiteY87" fmla="*/ 162361 h 256427"/>
              <a:gd name="connsiteX88" fmla="*/ 532631 w 755077"/>
              <a:gd name="connsiteY88" fmla="*/ 2089 h 256427"/>
              <a:gd name="connsiteX89" fmla="*/ 507601 w 755077"/>
              <a:gd name="connsiteY89" fmla="*/ 2089 h 256427"/>
              <a:gd name="connsiteX90" fmla="*/ 507601 w 755077"/>
              <a:gd name="connsiteY90" fmla="*/ 162361 h 256427"/>
              <a:gd name="connsiteX91" fmla="*/ 488238 w 755077"/>
              <a:gd name="connsiteY91" fmla="*/ 255903 h 256427"/>
              <a:gd name="connsiteX92" fmla="*/ 495840 w 755077"/>
              <a:gd name="connsiteY92" fmla="*/ 255903 h 256427"/>
              <a:gd name="connsiteX93" fmla="*/ 495840 w 755077"/>
              <a:gd name="connsiteY93" fmla="*/ 194744 h 256427"/>
              <a:gd name="connsiteX94" fmla="*/ 488238 w 755077"/>
              <a:gd name="connsiteY94" fmla="*/ 194744 h 256427"/>
              <a:gd name="connsiteX95" fmla="*/ 488238 w 755077"/>
              <a:gd name="connsiteY95" fmla="*/ 255903 h 256427"/>
              <a:gd name="connsiteX96" fmla="*/ 537151 w 755077"/>
              <a:gd name="connsiteY96" fmla="*/ 201735 h 256427"/>
              <a:gd name="connsiteX97" fmla="*/ 556975 w 755077"/>
              <a:gd name="connsiteY97" fmla="*/ 201735 h 256427"/>
              <a:gd name="connsiteX98" fmla="*/ 556975 w 755077"/>
              <a:gd name="connsiteY98" fmla="*/ 255903 h 256427"/>
              <a:gd name="connsiteX99" fmla="*/ 564577 w 755077"/>
              <a:gd name="connsiteY99" fmla="*/ 255903 h 256427"/>
              <a:gd name="connsiteX100" fmla="*/ 564577 w 755077"/>
              <a:gd name="connsiteY100" fmla="*/ 201735 h 256427"/>
              <a:gd name="connsiteX101" fmla="*/ 584401 w 755077"/>
              <a:gd name="connsiteY101" fmla="*/ 201735 h 256427"/>
              <a:gd name="connsiteX102" fmla="*/ 584401 w 755077"/>
              <a:gd name="connsiteY102" fmla="*/ 194744 h 256427"/>
              <a:gd name="connsiteX103" fmla="*/ 537151 w 755077"/>
              <a:gd name="connsiteY103" fmla="*/ 194744 h 256427"/>
              <a:gd name="connsiteX104" fmla="*/ 537151 w 755077"/>
              <a:gd name="connsiteY104" fmla="*/ 201735 h 256427"/>
              <a:gd name="connsiteX105" fmla="*/ 283346 w 755077"/>
              <a:gd name="connsiteY105" fmla="*/ 2089 h 256427"/>
              <a:gd name="connsiteX106" fmla="*/ 340377 w 755077"/>
              <a:gd name="connsiteY106" fmla="*/ 138134 h 256427"/>
              <a:gd name="connsiteX107" fmla="*/ 376047 w 755077"/>
              <a:gd name="connsiteY107" fmla="*/ 164450 h 256427"/>
              <a:gd name="connsiteX108" fmla="*/ 377512 w 755077"/>
              <a:gd name="connsiteY108" fmla="*/ 164450 h 256427"/>
              <a:gd name="connsiteX109" fmla="*/ 312237 w 755077"/>
              <a:gd name="connsiteY109" fmla="*/ 2089 h 256427"/>
              <a:gd name="connsiteX110" fmla="*/ 283346 w 755077"/>
              <a:gd name="connsiteY110" fmla="*/ 2089 h 256427"/>
              <a:gd name="connsiteX111" fmla="*/ 437309 w 755077"/>
              <a:gd name="connsiteY111" fmla="*/ 197059 h 256427"/>
              <a:gd name="connsiteX112" fmla="*/ 426651 w 755077"/>
              <a:gd name="connsiteY112" fmla="*/ 194744 h 256427"/>
              <a:gd name="connsiteX113" fmla="*/ 403157 w 755077"/>
              <a:gd name="connsiteY113" fmla="*/ 194744 h 256427"/>
              <a:gd name="connsiteX114" fmla="*/ 403157 w 755077"/>
              <a:gd name="connsiteY114" fmla="*/ 255903 h 256427"/>
              <a:gd name="connsiteX115" fmla="*/ 410759 w 755077"/>
              <a:gd name="connsiteY115" fmla="*/ 255903 h 256427"/>
              <a:gd name="connsiteX116" fmla="*/ 410759 w 755077"/>
              <a:gd name="connsiteY116" fmla="*/ 232400 h 256427"/>
              <a:gd name="connsiteX117" fmla="*/ 426660 w 755077"/>
              <a:gd name="connsiteY117" fmla="*/ 232400 h 256427"/>
              <a:gd name="connsiteX118" fmla="*/ 437273 w 755077"/>
              <a:gd name="connsiteY118" fmla="*/ 230085 h 256427"/>
              <a:gd name="connsiteX119" fmla="*/ 444387 w 755077"/>
              <a:gd name="connsiteY119" fmla="*/ 223492 h 256427"/>
              <a:gd name="connsiteX120" fmla="*/ 446918 w 755077"/>
              <a:gd name="connsiteY120" fmla="*/ 213536 h 256427"/>
              <a:gd name="connsiteX121" fmla="*/ 444432 w 755077"/>
              <a:gd name="connsiteY121" fmla="*/ 203616 h 256427"/>
              <a:gd name="connsiteX122" fmla="*/ 437318 w 755077"/>
              <a:gd name="connsiteY122" fmla="*/ 197059 h 256427"/>
              <a:gd name="connsiteX123" fmla="*/ 435564 w 755077"/>
              <a:gd name="connsiteY123" fmla="*/ 222181 h 256427"/>
              <a:gd name="connsiteX124" fmla="*/ 425955 w 755077"/>
              <a:gd name="connsiteY124" fmla="*/ 225419 h 256427"/>
              <a:gd name="connsiteX125" fmla="*/ 410759 w 755077"/>
              <a:gd name="connsiteY125" fmla="*/ 225419 h 256427"/>
              <a:gd name="connsiteX126" fmla="*/ 410759 w 755077"/>
              <a:gd name="connsiteY126" fmla="*/ 201744 h 256427"/>
              <a:gd name="connsiteX127" fmla="*/ 426045 w 755077"/>
              <a:gd name="connsiteY127" fmla="*/ 201744 h 256427"/>
              <a:gd name="connsiteX128" fmla="*/ 435609 w 755077"/>
              <a:gd name="connsiteY128" fmla="*/ 204936 h 256427"/>
              <a:gd name="connsiteX129" fmla="*/ 439144 w 755077"/>
              <a:gd name="connsiteY129" fmla="*/ 213545 h 256427"/>
              <a:gd name="connsiteX130" fmla="*/ 435564 w 755077"/>
              <a:gd name="connsiteY130" fmla="*/ 222190 h 256427"/>
              <a:gd name="connsiteX131" fmla="*/ 377503 w 755077"/>
              <a:gd name="connsiteY131" fmla="*/ 164459 h 256427"/>
              <a:gd name="connsiteX132" fmla="*/ 378967 w 755077"/>
              <a:gd name="connsiteY132" fmla="*/ 164459 h 256427"/>
              <a:gd name="connsiteX133" fmla="*/ 414637 w 755077"/>
              <a:gd name="connsiteY133" fmla="*/ 138143 h 256427"/>
              <a:gd name="connsiteX134" fmla="*/ 471668 w 755077"/>
              <a:gd name="connsiteY134" fmla="*/ 2098 h 256427"/>
              <a:gd name="connsiteX135" fmla="*/ 442778 w 755077"/>
              <a:gd name="connsiteY135" fmla="*/ 2098 h 256427"/>
              <a:gd name="connsiteX136" fmla="*/ 377503 w 755077"/>
              <a:gd name="connsiteY136" fmla="*/ 164468 h 256427"/>
              <a:gd name="connsiteX137" fmla="*/ 635303 w 755077"/>
              <a:gd name="connsiteY137" fmla="*/ 194744 h 256427"/>
              <a:gd name="connsiteX138" fmla="*/ 611981 w 755077"/>
              <a:gd name="connsiteY138" fmla="*/ 255903 h 256427"/>
              <a:gd name="connsiteX139" fmla="*/ 619845 w 755077"/>
              <a:gd name="connsiteY139" fmla="*/ 255903 h 256427"/>
              <a:gd name="connsiteX140" fmla="*/ 626309 w 755077"/>
              <a:gd name="connsiteY140" fmla="*/ 239390 h 256427"/>
              <a:gd name="connsiteX141" fmla="*/ 652948 w 755077"/>
              <a:gd name="connsiteY141" fmla="*/ 239390 h 256427"/>
              <a:gd name="connsiteX142" fmla="*/ 659412 w 755077"/>
              <a:gd name="connsiteY142" fmla="*/ 255903 h 256427"/>
              <a:gd name="connsiteX143" fmla="*/ 667529 w 755077"/>
              <a:gd name="connsiteY143" fmla="*/ 255903 h 256427"/>
              <a:gd name="connsiteX144" fmla="*/ 644298 w 755077"/>
              <a:gd name="connsiteY144" fmla="*/ 194744 h 256427"/>
              <a:gd name="connsiteX145" fmla="*/ 635303 w 755077"/>
              <a:gd name="connsiteY145" fmla="*/ 194744 h 256427"/>
              <a:gd name="connsiteX146" fmla="*/ 628578 w 755077"/>
              <a:gd name="connsiteY146" fmla="*/ 232490 h 256427"/>
              <a:gd name="connsiteX147" fmla="*/ 639579 w 755077"/>
              <a:gd name="connsiteY147" fmla="*/ 203046 h 256427"/>
              <a:gd name="connsiteX148" fmla="*/ 650670 w 755077"/>
              <a:gd name="connsiteY148" fmla="*/ 232490 h 256427"/>
              <a:gd name="connsiteX149" fmla="*/ 628569 w 755077"/>
              <a:gd name="connsiteY149" fmla="*/ 232490 h 2564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55077" h="256427">
                <a:moveTo>
                  <a:pt x="729170" y="141860"/>
                </a:moveTo>
                <a:cubicBezTo>
                  <a:pt x="745876" y="127092"/>
                  <a:pt x="755078" y="105913"/>
                  <a:pt x="755078" y="82229"/>
                </a:cubicBezTo>
                <a:cubicBezTo>
                  <a:pt x="755078" y="58545"/>
                  <a:pt x="745876" y="37366"/>
                  <a:pt x="729170" y="22599"/>
                </a:cubicBezTo>
                <a:cubicBezTo>
                  <a:pt x="712447" y="7813"/>
                  <a:pt x="689468" y="0"/>
                  <a:pt x="662720" y="0"/>
                </a:cubicBezTo>
                <a:cubicBezTo>
                  <a:pt x="635972" y="0"/>
                  <a:pt x="612993" y="7813"/>
                  <a:pt x="596270" y="22599"/>
                </a:cubicBezTo>
                <a:cubicBezTo>
                  <a:pt x="579565" y="37366"/>
                  <a:pt x="570363" y="58545"/>
                  <a:pt x="570363" y="82229"/>
                </a:cubicBezTo>
                <a:cubicBezTo>
                  <a:pt x="570363" y="105913"/>
                  <a:pt x="579565" y="127092"/>
                  <a:pt x="596270" y="141860"/>
                </a:cubicBezTo>
                <a:cubicBezTo>
                  <a:pt x="612993" y="156645"/>
                  <a:pt x="635972" y="164459"/>
                  <a:pt x="662720" y="164459"/>
                </a:cubicBezTo>
                <a:cubicBezTo>
                  <a:pt x="689468" y="164459"/>
                  <a:pt x="712447" y="156645"/>
                  <a:pt x="729170" y="141860"/>
                </a:cubicBezTo>
                <a:close/>
                <a:moveTo>
                  <a:pt x="596089" y="82229"/>
                </a:moveTo>
                <a:cubicBezTo>
                  <a:pt x="596089" y="65554"/>
                  <a:pt x="602227" y="51401"/>
                  <a:pt x="613852" y="41282"/>
                </a:cubicBezTo>
                <a:cubicBezTo>
                  <a:pt x="625821" y="30864"/>
                  <a:pt x="642716" y="25357"/>
                  <a:pt x="662720" y="25357"/>
                </a:cubicBezTo>
                <a:cubicBezTo>
                  <a:pt x="682725" y="25357"/>
                  <a:pt x="699620" y="30864"/>
                  <a:pt x="711588" y="41282"/>
                </a:cubicBezTo>
                <a:cubicBezTo>
                  <a:pt x="723204" y="51392"/>
                  <a:pt x="729351" y="65554"/>
                  <a:pt x="729351" y="82229"/>
                </a:cubicBezTo>
                <a:cubicBezTo>
                  <a:pt x="729351" y="98905"/>
                  <a:pt x="723213" y="113057"/>
                  <a:pt x="711588" y="123177"/>
                </a:cubicBezTo>
                <a:cubicBezTo>
                  <a:pt x="699620" y="133594"/>
                  <a:pt x="682725" y="139093"/>
                  <a:pt x="662720" y="139093"/>
                </a:cubicBezTo>
                <a:cubicBezTo>
                  <a:pt x="642716" y="139093"/>
                  <a:pt x="625812" y="133585"/>
                  <a:pt x="613852" y="123177"/>
                </a:cubicBezTo>
                <a:cubicBezTo>
                  <a:pt x="602236" y="113057"/>
                  <a:pt x="596089" y="98905"/>
                  <a:pt x="596089" y="82229"/>
                </a:cubicBezTo>
                <a:close/>
                <a:moveTo>
                  <a:pt x="234957" y="204267"/>
                </a:moveTo>
                <a:cubicBezTo>
                  <a:pt x="238157" y="202232"/>
                  <a:pt x="241855" y="201210"/>
                  <a:pt x="246049" y="201210"/>
                </a:cubicBezTo>
                <a:cubicBezTo>
                  <a:pt x="250704" y="201210"/>
                  <a:pt x="254655" y="202404"/>
                  <a:pt x="257882" y="204791"/>
                </a:cubicBezTo>
                <a:cubicBezTo>
                  <a:pt x="261109" y="207179"/>
                  <a:pt x="263278" y="210497"/>
                  <a:pt x="264390" y="214748"/>
                </a:cubicBezTo>
                <a:lnTo>
                  <a:pt x="271993" y="214748"/>
                </a:lnTo>
                <a:cubicBezTo>
                  <a:pt x="270826" y="208399"/>
                  <a:pt x="267961" y="203389"/>
                  <a:pt x="263387" y="199718"/>
                </a:cubicBezTo>
                <a:cubicBezTo>
                  <a:pt x="258813" y="196046"/>
                  <a:pt x="253154" y="194211"/>
                  <a:pt x="246401" y="194211"/>
                </a:cubicBezTo>
                <a:cubicBezTo>
                  <a:pt x="240580" y="194211"/>
                  <a:pt x="235454" y="195504"/>
                  <a:pt x="231025" y="198099"/>
                </a:cubicBezTo>
                <a:cubicBezTo>
                  <a:pt x="226605" y="200695"/>
                  <a:pt x="223197" y="204348"/>
                  <a:pt x="220810" y="209069"/>
                </a:cubicBezTo>
                <a:cubicBezTo>
                  <a:pt x="218424" y="213789"/>
                  <a:pt x="217231" y="219206"/>
                  <a:pt x="217231" y="225319"/>
                </a:cubicBezTo>
                <a:cubicBezTo>
                  <a:pt x="217231" y="231432"/>
                  <a:pt x="218424" y="236921"/>
                  <a:pt x="220810" y="241615"/>
                </a:cubicBezTo>
                <a:cubicBezTo>
                  <a:pt x="223197" y="246308"/>
                  <a:pt x="226605" y="249944"/>
                  <a:pt x="231025" y="252539"/>
                </a:cubicBezTo>
                <a:cubicBezTo>
                  <a:pt x="235445" y="255134"/>
                  <a:pt x="240571" y="256428"/>
                  <a:pt x="246401" y="256428"/>
                </a:cubicBezTo>
                <a:cubicBezTo>
                  <a:pt x="253217" y="256428"/>
                  <a:pt x="258876" y="254592"/>
                  <a:pt x="263387" y="250920"/>
                </a:cubicBezTo>
                <a:cubicBezTo>
                  <a:pt x="267898" y="247249"/>
                  <a:pt x="270736" y="242239"/>
                  <a:pt x="271902" y="235891"/>
                </a:cubicBezTo>
                <a:lnTo>
                  <a:pt x="264300" y="235891"/>
                </a:lnTo>
                <a:cubicBezTo>
                  <a:pt x="263134" y="240204"/>
                  <a:pt x="260982" y="243532"/>
                  <a:pt x="257837" y="245892"/>
                </a:cubicBezTo>
                <a:cubicBezTo>
                  <a:pt x="254691" y="248253"/>
                  <a:pt x="250759" y="249428"/>
                  <a:pt x="246049" y="249428"/>
                </a:cubicBezTo>
                <a:cubicBezTo>
                  <a:pt x="241855" y="249428"/>
                  <a:pt x="238157" y="248406"/>
                  <a:pt x="234957" y="246372"/>
                </a:cubicBezTo>
                <a:cubicBezTo>
                  <a:pt x="231757" y="244337"/>
                  <a:pt x="229289" y="241479"/>
                  <a:pt x="227581" y="237808"/>
                </a:cubicBezTo>
                <a:cubicBezTo>
                  <a:pt x="225863" y="234136"/>
                  <a:pt x="225005" y="229976"/>
                  <a:pt x="225005" y="225310"/>
                </a:cubicBezTo>
                <a:cubicBezTo>
                  <a:pt x="225005" y="220644"/>
                  <a:pt x="225863" y="216412"/>
                  <a:pt x="227581" y="212776"/>
                </a:cubicBezTo>
                <a:cubicBezTo>
                  <a:pt x="229299" y="209141"/>
                  <a:pt x="231757" y="206301"/>
                  <a:pt x="234957" y="204258"/>
                </a:cubicBezTo>
                <a:close/>
                <a:moveTo>
                  <a:pt x="330858" y="194744"/>
                </a:moveTo>
                <a:lnTo>
                  <a:pt x="307536" y="255903"/>
                </a:lnTo>
                <a:lnTo>
                  <a:pt x="315392" y="255903"/>
                </a:lnTo>
                <a:lnTo>
                  <a:pt x="321855" y="239390"/>
                </a:lnTo>
                <a:lnTo>
                  <a:pt x="348495" y="239390"/>
                </a:lnTo>
                <a:lnTo>
                  <a:pt x="354958" y="255903"/>
                </a:lnTo>
                <a:lnTo>
                  <a:pt x="363076" y="255903"/>
                </a:lnTo>
                <a:lnTo>
                  <a:pt x="339844" y="194744"/>
                </a:lnTo>
                <a:lnTo>
                  <a:pt x="330849" y="194744"/>
                </a:lnTo>
                <a:close/>
                <a:moveTo>
                  <a:pt x="324133" y="232490"/>
                </a:moveTo>
                <a:lnTo>
                  <a:pt x="335134" y="203046"/>
                </a:lnTo>
                <a:lnTo>
                  <a:pt x="346226" y="232490"/>
                </a:lnTo>
                <a:lnTo>
                  <a:pt x="324124" y="232490"/>
                </a:lnTo>
                <a:close/>
                <a:moveTo>
                  <a:pt x="715231" y="194744"/>
                </a:moveTo>
                <a:lnTo>
                  <a:pt x="707638" y="194744"/>
                </a:lnTo>
                <a:lnTo>
                  <a:pt x="707638" y="255903"/>
                </a:lnTo>
                <a:lnTo>
                  <a:pt x="743100" y="255903"/>
                </a:lnTo>
                <a:lnTo>
                  <a:pt x="743100" y="248913"/>
                </a:lnTo>
                <a:lnTo>
                  <a:pt x="715240" y="248913"/>
                </a:lnTo>
                <a:lnTo>
                  <a:pt x="715240" y="194744"/>
                </a:lnTo>
                <a:close/>
                <a:moveTo>
                  <a:pt x="247423" y="2089"/>
                </a:moveTo>
                <a:lnTo>
                  <a:pt x="222392" y="2089"/>
                </a:lnTo>
                <a:lnTo>
                  <a:pt x="222392" y="162361"/>
                </a:lnTo>
                <a:lnTo>
                  <a:pt x="247423" y="162361"/>
                </a:lnTo>
                <a:lnTo>
                  <a:pt x="247423" y="2089"/>
                </a:lnTo>
                <a:close/>
                <a:moveTo>
                  <a:pt x="79458" y="61810"/>
                </a:moveTo>
                <a:lnTo>
                  <a:pt x="79458" y="162370"/>
                </a:lnTo>
                <a:cubicBezTo>
                  <a:pt x="79458" y="162370"/>
                  <a:pt x="105230" y="162370"/>
                  <a:pt x="105230" y="162370"/>
                </a:cubicBezTo>
                <a:lnTo>
                  <a:pt x="105212" y="61810"/>
                </a:lnTo>
                <a:cubicBezTo>
                  <a:pt x="105212" y="49575"/>
                  <a:pt x="101262" y="37981"/>
                  <a:pt x="93786" y="28296"/>
                </a:cubicBezTo>
                <a:lnTo>
                  <a:pt x="92330" y="26415"/>
                </a:lnTo>
                <a:lnTo>
                  <a:pt x="90875" y="28296"/>
                </a:lnTo>
                <a:cubicBezTo>
                  <a:pt x="83399" y="37981"/>
                  <a:pt x="79449" y="49566"/>
                  <a:pt x="79449" y="61810"/>
                </a:cubicBezTo>
                <a:close/>
                <a:moveTo>
                  <a:pt x="46608" y="2089"/>
                </a:moveTo>
                <a:lnTo>
                  <a:pt x="0" y="2089"/>
                </a:lnTo>
                <a:lnTo>
                  <a:pt x="0" y="26415"/>
                </a:lnTo>
                <a:lnTo>
                  <a:pt x="92330" y="26415"/>
                </a:lnTo>
                <a:lnTo>
                  <a:pt x="90043" y="23458"/>
                </a:lnTo>
                <a:cubicBezTo>
                  <a:pt x="79558" y="9884"/>
                  <a:pt x="63720" y="2089"/>
                  <a:pt x="46608" y="2089"/>
                </a:cubicBezTo>
                <a:close/>
                <a:moveTo>
                  <a:pt x="94618" y="23458"/>
                </a:moveTo>
                <a:lnTo>
                  <a:pt x="92330" y="26415"/>
                </a:lnTo>
                <a:lnTo>
                  <a:pt x="184661" y="26415"/>
                </a:lnTo>
                <a:lnTo>
                  <a:pt x="184661" y="2089"/>
                </a:lnTo>
                <a:lnTo>
                  <a:pt x="138053" y="2089"/>
                </a:lnTo>
                <a:cubicBezTo>
                  <a:pt x="120932" y="2089"/>
                  <a:pt x="105103" y="9875"/>
                  <a:pt x="94608" y="23458"/>
                </a:cubicBezTo>
                <a:close/>
                <a:moveTo>
                  <a:pt x="507601" y="162361"/>
                </a:moveTo>
                <a:lnTo>
                  <a:pt x="532631" y="162361"/>
                </a:lnTo>
                <a:lnTo>
                  <a:pt x="532631" y="2089"/>
                </a:lnTo>
                <a:lnTo>
                  <a:pt x="507601" y="2089"/>
                </a:lnTo>
                <a:lnTo>
                  <a:pt x="507601" y="162361"/>
                </a:lnTo>
                <a:close/>
                <a:moveTo>
                  <a:pt x="488238" y="255903"/>
                </a:moveTo>
                <a:lnTo>
                  <a:pt x="495840" y="255903"/>
                </a:lnTo>
                <a:lnTo>
                  <a:pt x="495840" y="194744"/>
                </a:lnTo>
                <a:lnTo>
                  <a:pt x="488238" y="194744"/>
                </a:lnTo>
                <a:lnTo>
                  <a:pt x="488238" y="255903"/>
                </a:lnTo>
                <a:close/>
                <a:moveTo>
                  <a:pt x="537151" y="201735"/>
                </a:moveTo>
                <a:lnTo>
                  <a:pt x="556975" y="201735"/>
                </a:lnTo>
                <a:lnTo>
                  <a:pt x="556975" y="255903"/>
                </a:lnTo>
                <a:lnTo>
                  <a:pt x="564577" y="255903"/>
                </a:lnTo>
                <a:lnTo>
                  <a:pt x="564577" y="201735"/>
                </a:lnTo>
                <a:lnTo>
                  <a:pt x="584401" y="201735"/>
                </a:lnTo>
                <a:lnTo>
                  <a:pt x="584401" y="194744"/>
                </a:lnTo>
                <a:lnTo>
                  <a:pt x="537151" y="194744"/>
                </a:lnTo>
                <a:lnTo>
                  <a:pt x="537151" y="201735"/>
                </a:lnTo>
                <a:close/>
                <a:moveTo>
                  <a:pt x="283346" y="2089"/>
                </a:moveTo>
                <a:cubicBezTo>
                  <a:pt x="283346" y="2089"/>
                  <a:pt x="330958" y="115571"/>
                  <a:pt x="340377" y="138134"/>
                </a:cubicBezTo>
                <a:cubicBezTo>
                  <a:pt x="351360" y="164450"/>
                  <a:pt x="369195" y="164450"/>
                  <a:pt x="376047" y="164450"/>
                </a:cubicBezTo>
                <a:lnTo>
                  <a:pt x="377512" y="164450"/>
                </a:lnTo>
                <a:lnTo>
                  <a:pt x="312237" y="2089"/>
                </a:lnTo>
                <a:lnTo>
                  <a:pt x="283346" y="2089"/>
                </a:lnTo>
                <a:close/>
                <a:moveTo>
                  <a:pt x="437309" y="197059"/>
                </a:moveTo>
                <a:cubicBezTo>
                  <a:pt x="434217" y="195513"/>
                  <a:pt x="430674" y="194744"/>
                  <a:pt x="426651" y="194744"/>
                </a:cubicBezTo>
                <a:lnTo>
                  <a:pt x="403157" y="194744"/>
                </a:lnTo>
                <a:lnTo>
                  <a:pt x="403157" y="255903"/>
                </a:lnTo>
                <a:lnTo>
                  <a:pt x="410759" y="255903"/>
                </a:lnTo>
                <a:lnTo>
                  <a:pt x="410759" y="232400"/>
                </a:lnTo>
                <a:lnTo>
                  <a:pt x="426660" y="232400"/>
                </a:lnTo>
                <a:cubicBezTo>
                  <a:pt x="430674" y="232400"/>
                  <a:pt x="434217" y="231631"/>
                  <a:pt x="437273" y="230085"/>
                </a:cubicBezTo>
                <a:cubicBezTo>
                  <a:pt x="440328" y="228538"/>
                  <a:pt x="442696" y="226341"/>
                  <a:pt x="444387" y="223492"/>
                </a:cubicBezTo>
                <a:cubicBezTo>
                  <a:pt x="446077" y="220635"/>
                  <a:pt x="446918" y="217316"/>
                  <a:pt x="446918" y="213536"/>
                </a:cubicBezTo>
                <a:cubicBezTo>
                  <a:pt x="446918" y="209756"/>
                  <a:pt x="446086" y="206446"/>
                  <a:pt x="444432" y="203616"/>
                </a:cubicBezTo>
                <a:cubicBezTo>
                  <a:pt x="442769" y="200794"/>
                  <a:pt x="440400" y="198606"/>
                  <a:pt x="437318" y="197059"/>
                </a:cubicBezTo>
                <a:close/>
                <a:moveTo>
                  <a:pt x="435564" y="222181"/>
                </a:moveTo>
                <a:cubicBezTo>
                  <a:pt x="433178" y="224333"/>
                  <a:pt x="429978" y="225419"/>
                  <a:pt x="425955" y="225419"/>
                </a:cubicBezTo>
                <a:lnTo>
                  <a:pt x="410759" y="225419"/>
                </a:lnTo>
                <a:lnTo>
                  <a:pt x="410759" y="201744"/>
                </a:lnTo>
                <a:lnTo>
                  <a:pt x="426045" y="201744"/>
                </a:lnTo>
                <a:cubicBezTo>
                  <a:pt x="430059" y="201744"/>
                  <a:pt x="433250" y="202811"/>
                  <a:pt x="435609" y="204936"/>
                </a:cubicBezTo>
                <a:cubicBezTo>
                  <a:pt x="437969" y="207061"/>
                  <a:pt x="439144" y="209928"/>
                  <a:pt x="439144" y="213545"/>
                </a:cubicBezTo>
                <a:cubicBezTo>
                  <a:pt x="439144" y="217162"/>
                  <a:pt x="437951" y="220038"/>
                  <a:pt x="435564" y="222190"/>
                </a:cubicBezTo>
                <a:close/>
                <a:moveTo>
                  <a:pt x="377503" y="164459"/>
                </a:moveTo>
                <a:lnTo>
                  <a:pt x="378967" y="164459"/>
                </a:lnTo>
                <a:cubicBezTo>
                  <a:pt x="385828" y="164459"/>
                  <a:pt x="403663" y="164459"/>
                  <a:pt x="414637" y="138143"/>
                </a:cubicBezTo>
                <a:cubicBezTo>
                  <a:pt x="424048" y="115580"/>
                  <a:pt x="471668" y="2098"/>
                  <a:pt x="471668" y="2098"/>
                </a:cubicBezTo>
                <a:lnTo>
                  <a:pt x="442778" y="2098"/>
                </a:lnTo>
                <a:lnTo>
                  <a:pt x="377503" y="164468"/>
                </a:lnTo>
                <a:close/>
                <a:moveTo>
                  <a:pt x="635303" y="194744"/>
                </a:moveTo>
                <a:lnTo>
                  <a:pt x="611981" y="255903"/>
                </a:lnTo>
                <a:lnTo>
                  <a:pt x="619845" y="255903"/>
                </a:lnTo>
                <a:lnTo>
                  <a:pt x="626309" y="239390"/>
                </a:lnTo>
                <a:lnTo>
                  <a:pt x="652948" y="239390"/>
                </a:lnTo>
                <a:lnTo>
                  <a:pt x="659412" y="255903"/>
                </a:lnTo>
                <a:lnTo>
                  <a:pt x="667529" y="255903"/>
                </a:lnTo>
                <a:lnTo>
                  <a:pt x="644298" y="194744"/>
                </a:lnTo>
                <a:lnTo>
                  <a:pt x="635303" y="194744"/>
                </a:lnTo>
                <a:close/>
                <a:moveTo>
                  <a:pt x="628578" y="232490"/>
                </a:moveTo>
                <a:lnTo>
                  <a:pt x="639579" y="203046"/>
                </a:lnTo>
                <a:lnTo>
                  <a:pt x="650670" y="232490"/>
                </a:lnTo>
                <a:lnTo>
                  <a:pt x="628569" y="232490"/>
                </a:lnTo>
                <a:close/>
              </a:path>
            </a:pathLst>
          </a:custGeom>
          <a:solidFill>
            <a:schemeClr val="bg1"/>
          </a:solidFill>
          <a:ln w="1049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pt-BR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39" name="Group 38">
            <a:extLst>
              <a:ext uri="{FF2B5EF4-FFF2-40B4-BE49-F238E27FC236}">
                <a16:creationId xmlns:a16="http://schemas.microsoft.com/office/drawing/2014/main" id="{069FC4F1-EF3D-8479-4378-2C46D3AF0040}"/>
              </a:ext>
            </a:extLst>
          </p:cNvPr>
          <p:cNvGrpSpPr/>
          <p:nvPr/>
        </p:nvGrpSpPr>
        <p:grpSpPr>
          <a:xfrm>
            <a:off x="4280649" y="5408612"/>
            <a:ext cx="7151579" cy="828675"/>
            <a:chOff x="4280651" y="5501790"/>
            <a:chExt cx="6374769" cy="707151"/>
          </a:xfrm>
        </p:grpSpPr>
        <p:sp>
          <p:nvSpPr>
            <p:cNvPr id="31" name="Retângulo: Cantos Arredondados 16">
              <a:extLst>
                <a:ext uri="{FF2B5EF4-FFF2-40B4-BE49-F238E27FC236}">
                  <a16:creationId xmlns:a16="http://schemas.microsoft.com/office/drawing/2014/main" id="{946B7FEF-26E2-208D-E4A2-A7194DC73693}"/>
                </a:ext>
              </a:extLst>
            </p:cNvPr>
            <p:cNvSpPr/>
            <p:nvPr/>
          </p:nvSpPr>
          <p:spPr>
            <a:xfrm>
              <a:off x="5564856" y="5501790"/>
              <a:ext cx="1237950" cy="707151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415869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pt-BR" sz="970" b="1" i="0" u="none" strike="noStrike" kern="0" cap="none" spc="0" normalizeH="0" baseline="0" noProof="0">
                  <a:ln>
                    <a:noFill/>
                  </a:ln>
                  <a:solidFill>
                    <a:schemeClr val="accent1">
                      <a:lumMod val="50000"/>
                    </a:schemeClr>
                  </a:solidFill>
                  <a:effectLst/>
                  <a:uLnTx/>
                  <a:uFillTx/>
                  <a:latin typeface="Versos"/>
                  <a:ea typeface="+mn-ea"/>
                  <a:cs typeface="Arial"/>
                  <a:sym typeface="Arial"/>
                </a:rPr>
                <a:t>Estrutura da Operação e Proteções</a:t>
              </a:r>
            </a:p>
          </p:txBody>
        </p:sp>
        <p:sp>
          <p:nvSpPr>
            <p:cNvPr id="32" name="Retângulo: Cantos Arredondados 17">
              <a:extLst>
                <a:ext uri="{FF2B5EF4-FFF2-40B4-BE49-F238E27FC236}">
                  <a16:creationId xmlns:a16="http://schemas.microsoft.com/office/drawing/2014/main" id="{4581A356-D22A-6417-E6D8-580F14C35AAF}"/>
                </a:ext>
              </a:extLst>
            </p:cNvPr>
            <p:cNvSpPr/>
            <p:nvPr/>
          </p:nvSpPr>
          <p:spPr>
            <a:xfrm>
              <a:off x="4280651" y="5501790"/>
              <a:ext cx="1237950" cy="707151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415869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pt-BR" sz="970" b="1" i="0" u="none" strike="noStrike" kern="0" cap="none" spc="0" normalizeH="0" baseline="0" noProof="0">
                  <a:ln>
                    <a:noFill/>
                  </a:ln>
                  <a:solidFill>
                    <a:schemeClr val="accent1">
                      <a:lumMod val="50000"/>
                    </a:schemeClr>
                  </a:solidFill>
                  <a:effectLst/>
                  <a:uLnTx/>
                  <a:uFillTx/>
                  <a:latin typeface="Versos"/>
                  <a:ea typeface="+mn-ea"/>
                  <a:cs typeface="Arial"/>
                  <a:sym typeface="Arial"/>
                </a:rPr>
                <a:t>Qualidade dos Ativos-Lastro</a:t>
              </a:r>
            </a:p>
          </p:txBody>
        </p:sp>
        <p:sp>
          <p:nvSpPr>
            <p:cNvPr id="33" name="Retângulo: Cantos Arredondados 18">
              <a:extLst>
                <a:ext uri="{FF2B5EF4-FFF2-40B4-BE49-F238E27FC236}">
                  <a16:creationId xmlns:a16="http://schemas.microsoft.com/office/drawing/2014/main" id="{D67BFFFE-8F4E-84B0-A628-899953C49C68}"/>
                </a:ext>
              </a:extLst>
            </p:cNvPr>
            <p:cNvSpPr/>
            <p:nvPr/>
          </p:nvSpPr>
          <p:spPr>
            <a:xfrm>
              <a:off x="6849061" y="5501790"/>
              <a:ext cx="1237950" cy="707151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415869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pt-BR" sz="970" b="1" i="0" u="none" strike="noStrike" kern="0" cap="none" spc="0" normalizeH="0" baseline="0" noProof="0">
                  <a:ln>
                    <a:noFill/>
                  </a:ln>
                  <a:solidFill>
                    <a:schemeClr val="accent1">
                      <a:lumMod val="50000"/>
                    </a:schemeClr>
                  </a:solidFill>
                  <a:effectLst/>
                  <a:uLnTx/>
                  <a:uFillTx/>
                  <a:latin typeface="Versos"/>
                  <a:ea typeface="+mn-ea"/>
                  <a:cs typeface="Arial"/>
                  <a:sym typeface="Arial"/>
                </a:rPr>
                <a:t>Partes Envolvidas e Risco Operacional</a:t>
              </a:r>
            </a:p>
          </p:txBody>
        </p:sp>
        <p:sp>
          <p:nvSpPr>
            <p:cNvPr id="34" name="Retângulo: Cantos Arredondados 20">
              <a:extLst>
                <a:ext uri="{FF2B5EF4-FFF2-40B4-BE49-F238E27FC236}">
                  <a16:creationId xmlns:a16="http://schemas.microsoft.com/office/drawing/2014/main" id="{5E56416B-B0F1-65E3-20B2-4700C18C052D}"/>
                </a:ext>
              </a:extLst>
            </p:cNvPr>
            <p:cNvSpPr/>
            <p:nvPr/>
          </p:nvSpPr>
          <p:spPr>
            <a:xfrm>
              <a:off x="8133265" y="5501790"/>
              <a:ext cx="1237950" cy="707151"/>
            </a:xfrm>
            <a:prstGeom prst="roundRect">
              <a:avLst/>
            </a:prstGeom>
            <a:solidFill>
              <a:schemeClr val="accent1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415869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pt-BR" sz="970" b="1" i="0" u="none" strike="noStrike" kern="0" cap="none" spc="0" normalizeH="0" baseline="0" noProof="0">
                  <a:ln>
                    <a:noFill/>
                  </a:ln>
                  <a:effectLst/>
                  <a:uLnTx/>
                  <a:uFillTx/>
                  <a:latin typeface="Versos"/>
                  <a:ea typeface="+mn-ea"/>
                  <a:cs typeface="Arial"/>
                  <a:sym typeface="Arial"/>
                </a:rPr>
                <a:t>Fluxo de </a:t>
              </a:r>
              <a:r>
                <a:rPr kumimoji="0" lang="pt-BR" sz="970" b="1" i="0" u="none" strike="noStrike" kern="0" cap="none" spc="0" normalizeH="0" baseline="0" noProof="0" err="1">
                  <a:ln>
                    <a:noFill/>
                  </a:ln>
                  <a:effectLst/>
                  <a:uLnTx/>
                  <a:uFillTx/>
                  <a:latin typeface="Versos"/>
                  <a:ea typeface="+mn-ea"/>
                  <a:cs typeface="Arial"/>
                  <a:sym typeface="Arial"/>
                </a:rPr>
                <a:t>Caix</a:t>
              </a:r>
              <a:r>
                <a:rPr lang="pt-BR" sz="970" b="1" kern="0">
                  <a:latin typeface="Versos"/>
                  <a:cs typeface="Arial"/>
                  <a:sym typeface="Arial"/>
                </a:rPr>
                <a:t>a e Sensibilidade</a:t>
              </a:r>
              <a:endParaRPr kumimoji="0" lang="pt-BR" sz="970" b="1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latin typeface="Versos"/>
                <a:ea typeface="+mn-ea"/>
                <a:cs typeface="Arial"/>
                <a:sym typeface="Arial"/>
              </a:endParaRPr>
            </a:p>
          </p:txBody>
        </p:sp>
        <p:sp>
          <p:nvSpPr>
            <p:cNvPr id="36" name="Retângulo: Cantos Arredondados 21">
              <a:extLst>
                <a:ext uri="{FF2B5EF4-FFF2-40B4-BE49-F238E27FC236}">
                  <a16:creationId xmlns:a16="http://schemas.microsoft.com/office/drawing/2014/main" id="{CD7CE518-E06D-D220-4EB9-7A1DDEA1DF96}"/>
                </a:ext>
              </a:extLst>
            </p:cNvPr>
            <p:cNvSpPr/>
            <p:nvPr/>
          </p:nvSpPr>
          <p:spPr>
            <a:xfrm>
              <a:off x="9417470" y="5501790"/>
              <a:ext cx="1237950" cy="707151"/>
            </a:xfrm>
            <a:prstGeom prst="roundRect">
              <a:avLst/>
            </a:prstGeom>
            <a:solidFill>
              <a:schemeClr val="accent1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415869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pt-BR" sz="970" b="1" i="0" u="none" strike="noStrike" kern="0" cap="none" spc="0" normalizeH="0" baseline="0" noProof="0">
                  <a:ln>
                    <a:noFill/>
                  </a:ln>
                  <a:effectLst/>
                  <a:uLnTx/>
                  <a:uFillTx/>
                  <a:latin typeface="Versos"/>
                  <a:ea typeface="+mn-ea"/>
                  <a:cs typeface="Arial"/>
                  <a:sym typeface="Arial"/>
                </a:rPr>
                <a:t>Aspectos Legais e Regulatórios</a:t>
              </a:r>
            </a:p>
          </p:txBody>
        </p:sp>
      </p:grpSp>
      <p:sp>
        <p:nvSpPr>
          <p:cNvPr id="38" name="object 54">
            <a:extLst>
              <a:ext uri="{FF2B5EF4-FFF2-40B4-BE49-F238E27FC236}">
                <a16:creationId xmlns:a16="http://schemas.microsoft.com/office/drawing/2014/main" id="{A52871CA-9D51-1551-D05B-000ADFA60925}"/>
              </a:ext>
            </a:extLst>
          </p:cNvPr>
          <p:cNvSpPr txBox="1"/>
          <p:nvPr/>
        </p:nvSpPr>
        <p:spPr>
          <a:xfrm>
            <a:off x="4280650" y="4988124"/>
            <a:ext cx="2216520" cy="232541"/>
          </a:xfrm>
          <a:prstGeom prst="rect">
            <a:avLst/>
          </a:prstGeom>
        </p:spPr>
        <p:txBody>
          <a:bodyPr vert="horz" wrap="square" lIns="0" tIns="16932" rIns="0" bIns="0" rtlCol="0">
            <a:spAutoFit/>
          </a:bodyPr>
          <a:lstStyle/>
          <a:p>
            <a:pPr marL="16932" marR="0" lvl="0" indent="0" algn="l" defTabSz="554492" rtl="0" eaLnBrk="1" fontAlgn="auto" latinLnBrk="0" hangingPunct="1">
              <a:lnSpc>
                <a:spcPct val="100000"/>
              </a:lnSpc>
              <a:spcBef>
                <a:spcPts val="13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pt-BR" sz="1400" b="1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Versos"/>
                <a:cs typeface="Versos"/>
                <a:sym typeface="Arial"/>
              </a:rPr>
              <a:t>Critérios</a:t>
            </a:r>
            <a:endParaRPr kumimoji="0" lang="pt-BR" sz="14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sos"/>
              <a:cs typeface="Versos"/>
              <a:sym typeface="Arial"/>
            </a:endParaRPr>
          </a:p>
        </p:txBody>
      </p:sp>
      <p:graphicFrame>
        <p:nvGraphicFramePr>
          <p:cNvPr id="41" name="Table 40">
            <a:extLst>
              <a:ext uri="{FF2B5EF4-FFF2-40B4-BE49-F238E27FC236}">
                <a16:creationId xmlns:a16="http://schemas.microsoft.com/office/drawing/2014/main" id="{AB194C29-196B-B575-1721-2B4F0B13175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09233331"/>
              </p:ext>
            </p:extLst>
          </p:nvPr>
        </p:nvGraphicFramePr>
        <p:xfrm>
          <a:off x="334962" y="1960334"/>
          <a:ext cx="3121471" cy="1728000"/>
        </p:xfrm>
        <a:graphic>
          <a:graphicData uri="http://schemas.openxmlformats.org/drawingml/2006/table">
            <a:tbl>
              <a:tblPr firstRow="1" bandRow="1"/>
              <a:tblGrid>
                <a:gridCol w="3121471">
                  <a:extLst>
                    <a:ext uri="{9D8B030D-6E8A-4147-A177-3AD203B41FA5}">
                      <a16:colId xmlns:a16="http://schemas.microsoft.com/office/drawing/2014/main" val="4058305718"/>
                    </a:ext>
                  </a:extLst>
                </a:gridCol>
              </a:tblGrid>
              <a:tr h="806400">
                <a:tc>
                  <a:txBody>
                    <a:bodyPr/>
                    <a:lstStyle/>
                    <a:p>
                      <a:pPr algn="ctr"/>
                      <a:r>
                        <a:rPr lang="pt-BR" sz="1800">
                          <a:solidFill>
                            <a:schemeClr val="bg1"/>
                          </a:solidFill>
                          <a:latin typeface="Versos" panose="020B0503020204030204" pitchFamily="34" charset="0"/>
                        </a:rPr>
                        <a:t>Concentração </a:t>
                      </a:r>
                      <a:br>
                        <a:rPr lang="pt-BR" sz="1800">
                          <a:solidFill>
                            <a:schemeClr val="bg1"/>
                          </a:solidFill>
                          <a:latin typeface="Versos" panose="020B0503020204030204" pitchFamily="34" charset="0"/>
                        </a:rPr>
                      </a:br>
                      <a:r>
                        <a:rPr lang="pt-BR" sz="1800">
                          <a:solidFill>
                            <a:schemeClr val="bg1"/>
                          </a:solidFill>
                          <a:latin typeface="Versos" panose="020B0503020204030204" pitchFamily="34" charset="0"/>
                        </a:rPr>
                        <a:t>alvo por Emissor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56288672"/>
                  </a:ext>
                </a:extLst>
              </a:tr>
              <a:tr h="921600">
                <a:tc>
                  <a:txBody>
                    <a:bodyPr/>
                    <a:lstStyle/>
                    <a:p>
                      <a:pPr marL="0" algn="ctr" eaLnBrk="1" hangingPunct="1"/>
                      <a:r>
                        <a:rPr lang="pt-BR" sz="1800" b="1" i="1">
                          <a:solidFill>
                            <a:schemeClr val="bg1"/>
                          </a:solidFill>
                          <a:latin typeface="Versos" panose="020B0503020204030204" pitchFamily="34" charset="0"/>
                        </a:rPr>
                        <a:t>Ranking Rating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78174230"/>
                  </a:ext>
                </a:extLst>
              </a:tr>
            </a:tbl>
          </a:graphicData>
        </a:graphic>
      </p:graphicFrame>
      <p:graphicFrame>
        <p:nvGraphicFramePr>
          <p:cNvPr id="42" name="Table 41">
            <a:extLst>
              <a:ext uri="{FF2B5EF4-FFF2-40B4-BE49-F238E27FC236}">
                <a16:creationId xmlns:a16="http://schemas.microsoft.com/office/drawing/2014/main" id="{61F46DB4-9F3F-6753-784B-A2544DB8CA9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71599198"/>
              </p:ext>
            </p:extLst>
          </p:nvPr>
        </p:nvGraphicFramePr>
        <p:xfrm>
          <a:off x="334961" y="3998491"/>
          <a:ext cx="3121471" cy="1728000"/>
        </p:xfrm>
        <a:graphic>
          <a:graphicData uri="http://schemas.openxmlformats.org/drawingml/2006/table">
            <a:tbl>
              <a:tblPr firstRow="1" bandRow="1"/>
              <a:tblGrid>
                <a:gridCol w="3121471">
                  <a:extLst>
                    <a:ext uri="{9D8B030D-6E8A-4147-A177-3AD203B41FA5}">
                      <a16:colId xmlns:a16="http://schemas.microsoft.com/office/drawing/2014/main" val="4058305718"/>
                    </a:ext>
                  </a:extLst>
                </a:gridCol>
              </a:tblGrid>
              <a:tr h="806400">
                <a:tc>
                  <a:txBody>
                    <a:bodyPr/>
                    <a:lstStyle/>
                    <a:p>
                      <a:pPr algn="ctr"/>
                      <a:r>
                        <a:rPr lang="pt-BR" sz="1800">
                          <a:solidFill>
                            <a:schemeClr val="bg1"/>
                          </a:solidFill>
                          <a:latin typeface="Versos" panose="020B0503020204030204" pitchFamily="34" charset="0"/>
                        </a:rPr>
                        <a:t> Carteira HY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56288672"/>
                  </a:ext>
                </a:extLst>
              </a:tr>
              <a:tr h="921600">
                <a:tc>
                  <a:txBody>
                    <a:bodyPr/>
                    <a:lstStyle/>
                    <a:p>
                      <a:pPr marL="0" algn="ctr" eaLnBrk="1" hangingPunct="1"/>
                      <a:r>
                        <a:rPr lang="pt-BR" sz="1800" b="1" i="0">
                          <a:solidFill>
                            <a:schemeClr val="bg1"/>
                          </a:solidFill>
                          <a:latin typeface="Versos" panose="020B0503020204030204" pitchFamily="34" charset="0"/>
                        </a:rPr>
                        <a:t>15,3%</a:t>
                      </a:r>
                      <a:endParaRPr lang="pt-BR" sz="1800" b="1" i="0" dirty="0">
                        <a:solidFill>
                          <a:schemeClr val="bg1"/>
                        </a:solidFill>
                        <a:latin typeface="Versos" panose="020B0503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78174230"/>
                  </a:ext>
                </a:extLst>
              </a:tr>
            </a:tbl>
          </a:graphicData>
        </a:graphic>
      </p:graphicFrame>
      <p:sp>
        <p:nvSpPr>
          <p:cNvPr id="5" name="object 5">
            <a:extLst>
              <a:ext uri="{FF2B5EF4-FFF2-40B4-BE49-F238E27FC236}">
                <a16:creationId xmlns:a16="http://schemas.microsoft.com/office/drawing/2014/main" id="{8BD5D38F-3A47-C3AD-9E83-74D319B7EA33}"/>
              </a:ext>
            </a:extLst>
          </p:cNvPr>
          <p:cNvSpPr/>
          <p:nvPr/>
        </p:nvSpPr>
        <p:spPr>
          <a:xfrm flipV="1">
            <a:off x="334962" y="6294310"/>
            <a:ext cx="11097267" cy="256427"/>
          </a:xfrm>
          <a:custGeom>
            <a:avLst/>
            <a:gdLst/>
            <a:ahLst/>
            <a:cxnLst/>
            <a:rect l="l" t="t" r="r" b="b"/>
            <a:pathLst>
              <a:path w="19125565">
                <a:moveTo>
                  <a:pt x="0" y="0"/>
                </a:moveTo>
                <a:lnTo>
                  <a:pt x="19125114" y="0"/>
                </a:lnTo>
              </a:path>
            </a:pathLst>
          </a:custGeom>
          <a:ln w="635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pPr marL="0" marR="0" lvl="0" indent="0" algn="l" defTabSz="55449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sz="1092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5F1E6381-F8E9-B65D-BC4F-6414080C14D4}"/>
              </a:ext>
            </a:extLst>
          </p:cNvPr>
          <p:cNvSpPr txBox="1">
            <a:spLocks/>
          </p:cNvSpPr>
          <p:nvPr/>
        </p:nvSpPr>
        <p:spPr>
          <a:xfrm>
            <a:off x="11561763" y="647363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100" b="0" i="0" u="none" strike="noStrike" cap="none">
                <a:solidFill>
                  <a:schemeClr val="bg1"/>
                </a:solidFill>
                <a:latin typeface="Versos" panose="020B0503020204030204" pitchFamily="34" charset="0"/>
                <a:ea typeface="Arial"/>
                <a:cs typeface="Versos" panose="020B0503020204030204" pitchFamily="34" charset="0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fld id="{77667D73-C69A-4DAA-9003-24A825D36FE9}" type="slidenum">
              <a:rPr kumimoji="0" lang="pt-BR" sz="1100" b="0" i="0" u="none" strike="noStrike" kern="0" cap="none" spc="0" normalizeH="0" baseline="0" noProof="0" smtClean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sym typeface="Arial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t>12</a:t>
            </a:fld>
            <a:endParaRPr kumimoji="0" lang="pt-BR" sz="11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sos" panose="020B0503020204030204" pitchFamily="34" charset="0"/>
              <a:sym typeface="Arial"/>
            </a:endParaRPr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478131C0-AA07-B523-D5C9-AC3A04682FB9}"/>
              </a:ext>
            </a:extLst>
          </p:cNvPr>
          <p:cNvGrpSpPr/>
          <p:nvPr/>
        </p:nvGrpSpPr>
        <p:grpSpPr>
          <a:xfrm>
            <a:off x="4239517" y="1383135"/>
            <a:ext cx="7576387" cy="267041"/>
            <a:chOff x="5483225" y="1383135"/>
            <a:chExt cx="6372602" cy="267041"/>
          </a:xfrm>
        </p:grpSpPr>
        <p:sp>
          <p:nvSpPr>
            <p:cNvPr id="13" name="TextBox 19">
              <a:extLst>
                <a:ext uri="{FF2B5EF4-FFF2-40B4-BE49-F238E27FC236}">
                  <a16:creationId xmlns:a16="http://schemas.microsoft.com/office/drawing/2014/main" id="{7F4C1026-2F65-9C88-7A52-088D9CC2001F}"/>
                </a:ext>
              </a:extLst>
            </p:cNvPr>
            <p:cNvSpPr txBox="1"/>
            <p:nvPr/>
          </p:nvSpPr>
          <p:spPr>
            <a:xfrm>
              <a:off x="5483225" y="1383135"/>
              <a:ext cx="5404979" cy="16421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pt-BR" sz="1067" b="0" i="1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cs typeface="Plus Jakarta Sans Light" pitchFamily="2" charset="77"/>
                  <a:sym typeface="Arial"/>
                </a:rPr>
                <a:t>RATING</a:t>
              </a:r>
              <a:r>
                <a:rPr kumimoji="0" lang="pt-BR" sz="1067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cs typeface="Plus Jakarta Sans Light" pitchFamily="2" charset="77"/>
                  <a:sym typeface="Arial"/>
                </a:rPr>
                <a:t> INTERNO DE FIDCs Multi x Multi e Debêntures Financeiras</a:t>
              </a:r>
            </a:p>
          </p:txBody>
        </p: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01002C6A-62B1-69AA-7AC2-DB0007F4389D}"/>
                </a:ext>
              </a:extLst>
            </p:cNvPr>
            <p:cNvCxnSpPr>
              <a:cxnSpLocks/>
            </p:cNvCxnSpPr>
            <p:nvPr/>
          </p:nvCxnSpPr>
          <p:spPr>
            <a:xfrm>
              <a:off x="5483225" y="1650176"/>
              <a:ext cx="6372602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1" name="Group 20">
            <a:extLst>
              <a:ext uri="{FF2B5EF4-FFF2-40B4-BE49-F238E27FC236}">
                <a16:creationId xmlns:a16="http://schemas.microsoft.com/office/drawing/2014/main" id="{0CB6EA36-FAB6-86DC-93B4-58DC821E9822}"/>
              </a:ext>
            </a:extLst>
          </p:cNvPr>
          <p:cNvGrpSpPr/>
          <p:nvPr/>
        </p:nvGrpSpPr>
        <p:grpSpPr>
          <a:xfrm>
            <a:off x="334964" y="1383135"/>
            <a:ext cx="3121471" cy="267041"/>
            <a:chOff x="5483225" y="1383135"/>
            <a:chExt cx="6372602" cy="267041"/>
          </a:xfrm>
        </p:grpSpPr>
        <p:sp>
          <p:nvSpPr>
            <p:cNvPr id="24" name="TextBox 19">
              <a:extLst>
                <a:ext uri="{FF2B5EF4-FFF2-40B4-BE49-F238E27FC236}">
                  <a16:creationId xmlns:a16="http://schemas.microsoft.com/office/drawing/2014/main" id="{A0FCEC06-D02A-0CF1-2E43-0D536DA2F5C0}"/>
                </a:ext>
              </a:extLst>
            </p:cNvPr>
            <p:cNvSpPr txBox="1"/>
            <p:nvPr/>
          </p:nvSpPr>
          <p:spPr>
            <a:xfrm>
              <a:off x="5483225" y="1383135"/>
              <a:ext cx="5404979" cy="16421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pt-BR" sz="1067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cs typeface="Plus Jakarta Sans Light" pitchFamily="2" charset="77"/>
                  <a:sym typeface="Arial"/>
                </a:rPr>
                <a:t>CARACTERÍSTICAS ALVO DO FUNDO</a:t>
              </a:r>
            </a:p>
          </p:txBody>
        </p: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6828AFE5-5D24-CD16-BFD3-808202DD65C5}"/>
                </a:ext>
              </a:extLst>
            </p:cNvPr>
            <p:cNvCxnSpPr>
              <a:cxnSpLocks/>
            </p:cNvCxnSpPr>
            <p:nvPr/>
          </p:nvCxnSpPr>
          <p:spPr>
            <a:xfrm>
              <a:off x="5483225" y="1650176"/>
              <a:ext cx="6372602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" name="object 38">
            <a:extLst>
              <a:ext uri="{FF2B5EF4-FFF2-40B4-BE49-F238E27FC236}">
                <a16:creationId xmlns:a16="http://schemas.microsoft.com/office/drawing/2014/main" id="{BEC0D914-2460-21D3-CED7-E9322BAE6E04}"/>
              </a:ext>
            </a:extLst>
          </p:cNvPr>
          <p:cNvSpPr txBox="1">
            <a:spLocks/>
          </p:cNvSpPr>
          <p:nvPr/>
        </p:nvSpPr>
        <p:spPr>
          <a:xfrm>
            <a:off x="315195" y="531264"/>
            <a:ext cx="7850404" cy="625663"/>
          </a:xfrm>
          <a:prstGeom prst="rect">
            <a:avLst/>
          </a:prstGeom>
        </p:spPr>
        <p:txBody>
          <a:bodyPr vert="horz" wrap="square" lIns="0" tIns="10012" rIns="0" bIns="0" rtlCol="0" anchor="t">
            <a:spAutoFit/>
          </a:bodyPr>
          <a:lstStyle>
            <a:lvl1pPr eaLnBrk="1" hangingPunct="1">
              <a:defRPr>
                <a:latin typeface="+mj-lt"/>
                <a:ea typeface="+mj-ea"/>
                <a:cs typeface="+mj-cs"/>
              </a:defRPr>
            </a:lvl1pPr>
          </a:lstStyle>
          <a:p>
            <a:pPr marL="7620" marR="0" lvl="0" indent="0" algn="l" defTabSz="914400" rtl="0" eaLnBrk="1" fontAlgn="auto" latinLnBrk="0" hangingPunct="1">
              <a:lnSpc>
                <a:spcPct val="100000"/>
              </a:lnSpc>
              <a:spcBef>
                <a:spcPts val="79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2000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/>
                <a:ea typeface="+mj-ea"/>
                <a:cs typeface="+mj-cs"/>
                <a:sym typeface="Arial"/>
              </a:rPr>
              <a:t>CARACTERÍSTICAS </a:t>
            </a:r>
            <a:br>
              <a:rPr kumimoji="0" lang="pt-BR" sz="2000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/>
                <a:ea typeface="+mj-ea"/>
                <a:cs typeface="+mj-cs"/>
                <a:sym typeface="Arial"/>
              </a:rPr>
            </a:br>
            <a:r>
              <a:rPr kumimoji="0" lang="pt-BR" sz="200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/>
                <a:ea typeface="+mj-ea"/>
                <a:cs typeface="+mj-cs"/>
                <a:sym typeface="Arial"/>
              </a:rPr>
              <a:t>CARTEIRA HIGH YIELD</a:t>
            </a:r>
          </a:p>
        </p:txBody>
      </p:sp>
      <p:graphicFrame>
        <p:nvGraphicFramePr>
          <p:cNvPr id="8" name="Gráfico 26">
            <a:extLst>
              <a:ext uri="{FF2B5EF4-FFF2-40B4-BE49-F238E27FC236}">
                <a16:creationId xmlns:a16="http://schemas.microsoft.com/office/drawing/2014/main" id="{0CF5A798-8019-EB81-1D18-95921338313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06805917"/>
              </p:ext>
            </p:extLst>
          </p:nvPr>
        </p:nvGraphicFramePr>
        <p:xfrm>
          <a:off x="4239517" y="1798965"/>
          <a:ext cx="7576387" cy="300437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9" name="TextBox 8">
            <a:extLst>
              <a:ext uri="{FF2B5EF4-FFF2-40B4-BE49-F238E27FC236}">
                <a16:creationId xmlns:a16="http://schemas.microsoft.com/office/drawing/2014/main" id="{2282727A-BE93-5AE6-4011-FE4CB45D29F8}"/>
              </a:ext>
            </a:extLst>
          </p:cNvPr>
          <p:cNvSpPr txBox="1"/>
          <p:nvPr/>
        </p:nvSpPr>
        <p:spPr>
          <a:xfrm>
            <a:off x="4830655" y="4675690"/>
            <a:ext cx="558255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1000">
                <a:solidFill>
                  <a:schemeClr val="bg1"/>
                </a:solidFill>
                <a:latin typeface="Versos Light" panose="020B0403020204030204" pitchFamily="34" charset="0"/>
              </a:rPr>
              <a:t>-CCC</a:t>
            </a:r>
            <a:endParaRPr lang="en-GB" sz="1000">
              <a:solidFill>
                <a:schemeClr val="bg1"/>
              </a:solidFill>
              <a:latin typeface="Versos Light" panose="020B0403020204030204" pitchFamily="34" charset="0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D0CD409B-AC90-9C49-48E9-BE416DDE1604}"/>
              </a:ext>
            </a:extLst>
          </p:cNvPr>
          <p:cNvSpPr txBox="1"/>
          <p:nvPr/>
        </p:nvSpPr>
        <p:spPr>
          <a:xfrm>
            <a:off x="5530265" y="4675690"/>
            <a:ext cx="558255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1000">
                <a:solidFill>
                  <a:schemeClr val="bg1"/>
                </a:solidFill>
                <a:latin typeface="Versos Light" panose="020B0403020204030204" pitchFamily="34" charset="0"/>
              </a:rPr>
              <a:t>CCC</a:t>
            </a:r>
            <a:endParaRPr lang="en-GB" sz="1000">
              <a:solidFill>
                <a:schemeClr val="bg1"/>
              </a:solidFill>
              <a:latin typeface="Versos Light" panose="020B0403020204030204" pitchFamily="34" charset="0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54F9517D-93A3-FBEB-8594-A3491E2AFA20}"/>
              </a:ext>
            </a:extLst>
          </p:cNvPr>
          <p:cNvSpPr txBox="1"/>
          <p:nvPr/>
        </p:nvSpPr>
        <p:spPr>
          <a:xfrm>
            <a:off x="6192051" y="4675690"/>
            <a:ext cx="558255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1000">
                <a:solidFill>
                  <a:schemeClr val="bg1"/>
                </a:solidFill>
                <a:latin typeface="Versos Light" panose="020B0403020204030204" pitchFamily="34" charset="0"/>
              </a:rPr>
              <a:t>B-</a:t>
            </a:r>
            <a:endParaRPr lang="en-GB" sz="1000">
              <a:solidFill>
                <a:schemeClr val="bg1"/>
              </a:solidFill>
              <a:latin typeface="Versos Light" panose="020B0403020204030204" pitchFamily="34" charset="0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B3ADB178-C436-CE6E-8CD1-720636918DBC}"/>
              </a:ext>
            </a:extLst>
          </p:cNvPr>
          <p:cNvSpPr txBox="1"/>
          <p:nvPr/>
        </p:nvSpPr>
        <p:spPr>
          <a:xfrm>
            <a:off x="6860712" y="4675690"/>
            <a:ext cx="558255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1000">
                <a:solidFill>
                  <a:schemeClr val="bg1"/>
                </a:solidFill>
                <a:latin typeface="Versos Light" panose="020B0403020204030204" pitchFamily="34" charset="0"/>
              </a:rPr>
              <a:t>B</a:t>
            </a:r>
            <a:endParaRPr lang="en-GB" sz="1000">
              <a:solidFill>
                <a:schemeClr val="bg1"/>
              </a:solidFill>
              <a:latin typeface="Versos Light" panose="020B0403020204030204" pitchFamily="34" charset="0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CE09DBF9-0FE6-2BBF-59A8-ED8E11744544}"/>
              </a:ext>
            </a:extLst>
          </p:cNvPr>
          <p:cNvSpPr txBox="1"/>
          <p:nvPr/>
        </p:nvSpPr>
        <p:spPr>
          <a:xfrm>
            <a:off x="7522935" y="4675690"/>
            <a:ext cx="558255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1000">
                <a:solidFill>
                  <a:schemeClr val="bg1"/>
                </a:solidFill>
                <a:latin typeface="Versos Light" panose="020B0403020204030204" pitchFamily="34" charset="0"/>
              </a:rPr>
              <a:t>BB-</a:t>
            </a:r>
            <a:endParaRPr lang="en-GB" sz="1000">
              <a:solidFill>
                <a:schemeClr val="bg1"/>
              </a:solidFill>
              <a:latin typeface="Versos Light" panose="020B0403020204030204" pitchFamily="34" charset="0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2EA36BC2-E309-00BD-39C1-B8A712343BDD}"/>
              </a:ext>
            </a:extLst>
          </p:cNvPr>
          <p:cNvSpPr txBox="1"/>
          <p:nvPr/>
        </p:nvSpPr>
        <p:spPr>
          <a:xfrm>
            <a:off x="8900178" y="4675690"/>
            <a:ext cx="558255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1000">
                <a:solidFill>
                  <a:schemeClr val="bg1"/>
                </a:solidFill>
                <a:latin typeface="Versos Light" panose="020B0403020204030204" pitchFamily="34" charset="0"/>
              </a:rPr>
              <a:t>A-</a:t>
            </a:r>
            <a:endParaRPr lang="en-GB" sz="1000">
              <a:solidFill>
                <a:schemeClr val="bg1"/>
              </a:solidFill>
              <a:latin typeface="Versos Light" panose="020B0403020204030204" pitchFamily="34" charset="0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6C40E886-6466-CAA3-A4F3-4C90CE9CE566}"/>
              </a:ext>
            </a:extLst>
          </p:cNvPr>
          <p:cNvSpPr txBox="1"/>
          <p:nvPr/>
        </p:nvSpPr>
        <p:spPr>
          <a:xfrm>
            <a:off x="9564272" y="4675690"/>
            <a:ext cx="558255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1000">
                <a:solidFill>
                  <a:schemeClr val="bg1"/>
                </a:solidFill>
                <a:latin typeface="Versos Light" panose="020B0403020204030204" pitchFamily="34" charset="0"/>
              </a:rPr>
              <a:t>AA-</a:t>
            </a:r>
            <a:endParaRPr lang="en-GB" sz="1000">
              <a:solidFill>
                <a:schemeClr val="bg1"/>
              </a:solidFill>
              <a:latin typeface="Versos Light" panose="020B0403020204030204" pitchFamily="34" charset="0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32D31058-5828-2CF4-2222-257EF36FE6E7}"/>
              </a:ext>
            </a:extLst>
          </p:cNvPr>
          <p:cNvSpPr txBox="1"/>
          <p:nvPr/>
        </p:nvSpPr>
        <p:spPr>
          <a:xfrm>
            <a:off x="10234565" y="4675690"/>
            <a:ext cx="558255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1000">
                <a:solidFill>
                  <a:schemeClr val="bg1"/>
                </a:solidFill>
                <a:latin typeface="Versos Light" panose="020B0403020204030204" pitchFamily="34" charset="0"/>
              </a:rPr>
              <a:t>AA</a:t>
            </a:r>
            <a:endParaRPr lang="en-GB" sz="1000">
              <a:solidFill>
                <a:schemeClr val="bg1"/>
              </a:solidFill>
              <a:latin typeface="Versos Light" panose="020B0403020204030204" pitchFamily="34" charset="0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18321CC2-491E-2E2B-7F3A-DD02DE2B2D9E}"/>
              </a:ext>
            </a:extLst>
          </p:cNvPr>
          <p:cNvSpPr txBox="1"/>
          <p:nvPr/>
        </p:nvSpPr>
        <p:spPr>
          <a:xfrm>
            <a:off x="8197806" y="4675690"/>
            <a:ext cx="558255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1000">
                <a:solidFill>
                  <a:schemeClr val="bg1"/>
                </a:solidFill>
                <a:latin typeface="Versos Light" panose="020B0403020204030204" pitchFamily="34" charset="0"/>
              </a:rPr>
              <a:t>BBB-</a:t>
            </a:r>
            <a:endParaRPr lang="en-GB" sz="1000">
              <a:solidFill>
                <a:schemeClr val="bg1"/>
              </a:solidFill>
              <a:latin typeface="Versos Light" panose="020B0403020204030204" pitchFamily="34" charset="0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39335B04-8BDB-3346-6675-9F488B709EA7}"/>
              </a:ext>
            </a:extLst>
          </p:cNvPr>
          <p:cNvSpPr txBox="1"/>
          <p:nvPr/>
        </p:nvSpPr>
        <p:spPr>
          <a:xfrm>
            <a:off x="10855101" y="4675690"/>
            <a:ext cx="558255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1000">
                <a:solidFill>
                  <a:schemeClr val="bg1"/>
                </a:solidFill>
                <a:latin typeface="Versos Light" panose="020B0403020204030204" pitchFamily="34" charset="0"/>
              </a:rPr>
              <a:t>AAA-</a:t>
            </a:r>
            <a:endParaRPr lang="en-GB" sz="1000">
              <a:solidFill>
                <a:schemeClr val="bg1"/>
              </a:solidFill>
              <a:latin typeface="Versos Light" panose="020B0403020204030204" pitchFamily="34" charset="0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99A8122E-CE10-C0A2-42FB-32DA8CF635B1}"/>
              </a:ext>
            </a:extLst>
          </p:cNvPr>
          <p:cNvSpPr txBox="1"/>
          <p:nvPr/>
        </p:nvSpPr>
        <p:spPr>
          <a:xfrm>
            <a:off x="11529901" y="4675690"/>
            <a:ext cx="558255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1000">
                <a:solidFill>
                  <a:schemeClr val="bg1"/>
                </a:solidFill>
                <a:latin typeface="Versos Light" panose="020B0403020204030204" pitchFamily="34" charset="0"/>
              </a:rPr>
              <a:t>AAA</a:t>
            </a:r>
            <a:endParaRPr lang="en-GB" sz="1000">
              <a:solidFill>
                <a:schemeClr val="bg1"/>
              </a:solidFill>
              <a:latin typeface="Versos Light" panose="020B0403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47081888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80A65F10-A05D-6817-8CA3-2A53F236D24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8">
            <a:extLst>
              <a:ext uri="{FF2B5EF4-FFF2-40B4-BE49-F238E27FC236}">
                <a16:creationId xmlns:a16="http://schemas.microsoft.com/office/drawing/2014/main" id="{661E0AD0-C608-2621-3DD7-9D5AB8016689}"/>
              </a:ext>
            </a:extLst>
          </p:cNvPr>
          <p:cNvPicPr>
            <a:picLocks noChangeAspect="1"/>
          </p:cNvPicPr>
          <p:nvPr/>
        </p:nvPicPr>
        <p:blipFill rotWithShape="1">
          <a:blip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 l="-8117" t="-23966" r="-8117" b="-23966"/>
          <a:stretch/>
        </p:blipFill>
        <p:spPr>
          <a:xfrm>
            <a:off x="10804129" y="6074530"/>
            <a:ext cx="987820" cy="427768"/>
          </a:xfrm>
          <a:prstGeom prst="rect">
            <a:avLst/>
          </a:prstGeom>
        </p:spPr>
      </p:pic>
      <p:grpSp>
        <p:nvGrpSpPr>
          <p:cNvPr id="5" name="Graphic 7">
            <a:extLst>
              <a:ext uri="{FF2B5EF4-FFF2-40B4-BE49-F238E27FC236}">
                <a16:creationId xmlns:a16="http://schemas.microsoft.com/office/drawing/2014/main" id="{292FDE68-645E-D572-F262-16D582BC310B}"/>
              </a:ext>
            </a:extLst>
          </p:cNvPr>
          <p:cNvGrpSpPr/>
          <p:nvPr/>
        </p:nvGrpSpPr>
        <p:grpSpPr>
          <a:xfrm>
            <a:off x="1577678" y="355702"/>
            <a:ext cx="2373189" cy="496660"/>
            <a:chOff x="1577678" y="355702"/>
            <a:chExt cx="2373189" cy="496660"/>
          </a:xfrm>
          <a:solidFill>
            <a:schemeClr val="bg1"/>
          </a:solidFill>
        </p:grpSpPr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9BA6BBEC-B353-5F15-BDD9-B8FB5DD51EAA}"/>
                </a:ext>
              </a:extLst>
            </p:cNvPr>
            <p:cNvSpPr/>
            <p:nvPr/>
          </p:nvSpPr>
          <p:spPr>
            <a:xfrm>
              <a:off x="2644748" y="359836"/>
              <a:ext cx="383254" cy="488391"/>
            </a:xfrm>
            <a:custGeom>
              <a:avLst/>
              <a:gdLst>
                <a:gd name="csX0" fmla="*/ 0 w 383254"/>
                <a:gd name="csY0" fmla="*/ 0 h 488391"/>
                <a:gd name="csX1" fmla="*/ 170448 w 383254"/>
                <a:gd name="csY1" fmla="*/ 0 h 488391"/>
                <a:gd name="csX2" fmla="*/ 328998 w 383254"/>
                <a:gd name="csY2" fmla="*/ 51894 h 488391"/>
                <a:gd name="csX3" fmla="*/ 383254 w 383254"/>
                <a:gd name="csY3" fmla="*/ 203693 h 488391"/>
                <a:gd name="csX4" fmla="*/ 383254 w 383254"/>
                <a:gd name="csY4" fmla="*/ 283939 h 488391"/>
                <a:gd name="csX5" fmla="*/ 328660 w 383254"/>
                <a:gd name="csY5" fmla="*/ 436076 h 488391"/>
                <a:gd name="csX6" fmla="*/ 170448 w 383254"/>
                <a:gd name="csY6" fmla="*/ 488391 h 488391"/>
                <a:gd name="csX7" fmla="*/ 0 w 383254"/>
                <a:gd name="csY7" fmla="*/ 488391 h 488391"/>
                <a:gd name="csX8" fmla="*/ 0 w 383254"/>
                <a:gd name="csY8" fmla="*/ 0 h 488391"/>
                <a:gd name="csX9" fmla="*/ 0 w 383254"/>
                <a:gd name="csY9" fmla="*/ 0 h 488391"/>
                <a:gd name="csX10" fmla="*/ 162769 w 383254"/>
                <a:gd name="csY10" fmla="*/ 466115 h 488391"/>
                <a:gd name="csX11" fmla="*/ 358193 w 383254"/>
                <a:gd name="csY11" fmla="*/ 284023 h 488391"/>
                <a:gd name="csX12" fmla="*/ 358193 w 383254"/>
                <a:gd name="csY12" fmla="*/ 203778 h 488391"/>
                <a:gd name="csX13" fmla="*/ 162769 w 383254"/>
                <a:gd name="csY13" fmla="*/ 22361 h 488391"/>
                <a:gd name="csX14" fmla="*/ 24386 w 383254"/>
                <a:gd name="csY14" fmla="*/ 22361 h 488391"/>
                <a:gd name="csX15" fmla="*/ 24386 w 383254"/>
                <a:gd name="csY15" fmla="*/ 466115 h 488391"/>
                <a:gd name="csX16" fmla="*/ 162769 w 383254"/>
                <a:gd name="csY16" fmla="*/ 466115 h 4883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383254" h="488391">
                  <a:moveTo>
                    <a:pt x="0" y="0"/>
                  </a:moveTo>
                  <a:lnTo>
                    <a:pt x="170448" y="0"/>
                  </a:lnTo>
                  <a:cubicBezTo>
                    <a:pt x="240061" y="0"/>
                    <a:pt x="292883" y="17298"/>
                    <a:pt x="328998" y="51894"/>
                  </a:cubicBezTo>
                  <a:cubicBezTo>
                    <a:pt x="365112" y="86490"/>
                    <a:pt x="383254" y="137118"/>
                    <a:pt x="383254" y="203693"/>
                  </a:cubicBezTo>
                  <a:lnTo>
                    <a:pt x="383254" y="283939"/>
                  </a:lnTo>
                  <a:cubicBezTo>
                    <a:pt x="383254" y="350515"/>
                    <a:pt x="365028" y="401143"/>
                    <a:pt x="328660" y="436076"/>
                  </a:cubicBezTo>
                  <a:cubicBezTo>
                    <a:pt x="292292" y="470925"/>
                    <a:pt x="239470" y="488391"/>
                    <a:pt x="170448" y="488391"/>
                  </a:cubicBezTo>
                  <a:lnTo>
                    <a:pt x="0" y="488391"/>
                  </a:lnTo>
                  <a:lnTo>
                    <a:pt x="0" y="0"/>
                  </a:lnTo>
                  <a:lnTo>
                    <a:pt x="0" y="0"/>
                  </a:lnTo>
                  <a:close/>
                  <a:moveTo>
                    <a:pt x="162769" y="466115"/>
                  </a:moveTo>
                  <a:cubicBezTo>
                    <a:pt x="293136" y="466115"/>
                    <a:pt x="358193" y="405446"/>
                    <a:pt x="358193" y="284023"/>
                  </a:cubicBezTo>
                  <a:lnTo>
                    <a:pt x="358193" y="203778"/>
                  </a:lnTo>
                  <a:cubicBezTo>
                    <a:pt x="358193" y="82861"/>
                    <a:pt x="293052" y="22361"/>
                    <a:pt x="162769" y="22361"/>
                  </a:cubicBezTo>
                  <a:lnTo>
                    <a:pt x="24386" y="22361"/>
                  </a:lnTo>
                  <a:lnTo>
                    <a:pt x="24386" y="466115"/>
                  </a:lnTo>
                  <a:lnTo>
                    <a:pt x="162769" y="466115"/>
                  </a:lnTo>
                  <a:close/>
                </a:path>
              </a:pathLst>
            </a:custGeom>
            <a:solidFill>
              <a:schemeClr val="bg1"/>
            </a:solidFill>
            <a:ln w="8423" cap="flat">
              <a:noFill/>
              <a:prstDash val="solid"/>
              <a:miter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C565BF77-1B44-7A45-89D7-0DFB6F41D13C}"/>
                </a:ext>
              </a:extLst>
            </p:cNvPr>
            <p:cNvSpPr/>
            <p:nvPr/>
          </p:nvSpPr>
          <p:spPr>
            <a:xfrm>
              <a:off x="3136009" y="355702"/>
              <a:ext cx="352708" cy="496660"/>
            </a:xfrm>
            <a:custGeom>
              <a:avLst/>
              <a:gdLst>
                <a:gd name="csX0" fmla="*/ 48772 w 352708"/>
                <a:gd name="csY0" fmla="*/ 441307 h 496660"/>
                <a:gd name="csX1" fmla="*/ 0 w 352708"/>
                <a:gd name="csY1" fmla="*/ 289508 h 496660"/>
                <a:gd name="csX2" fmla="*/ 0 w 352708"/>
                <a:gd name="csY2" fmla="*/ 212131 h 496660"/>
                <a:gd name="csX3" fmla="*/ 22276 w 352708"/>
                <a:gd name="csY3" fmla="*/ 100075 h 496660"/>
                <a:gd name="csX4" fmla="*/ 85983 w 352708"/>
                <a:gd name="csY4" fmla="*/ 26158 h 496660"/>
                <a:gd name="csX5" fmla="*/ 184455 w 352708"/>
                <a:gd name="csY5" fmla="*/ 0 h 496660"/>
                <a:gd name="csX6" fmla="*/ 267654 w 352708"/>
                <a:gd name="csY6" fmla="*/ 16707 h 496660"/>
                <a:gd name="csX7" fmla="*/ 324357 w 352708"/>
                <a:gd name="csY7" fmla="*/ 64213 h 496660"/>
                <a:gd name="csX8" fmla="*/ 344524 w 352708"/>
                <a:gd name="csY8" fmla="*/ 133995 h 496660"/>
                <a:gd name="csX9" fmla="*/ 320138 w 352708"/>
                <a:gd name="csY9" fmla="*/ 133995 h 496660"/>
                <a:gd name="csX10" fmla="*/ 302755 w 352708"/>
                <a:gd name="csY10" fmla="*/ 75773 h 496660"/>
                <a:gd name="csX11" fmla="*/ 254321 w 352708"/>
                <a:gd name="csY11" fmla="*/ 36368 h 496660"/>
                <a:gd name="csX12" fmla="*/ 184286 w 352708"/>
                <a:gd name="csY12" fmla="*/ 22445 h 496660"/>
                <a:gd name="csX13" fmla="*/ 99315 w 352708"/>
                <a:gd name="csY13" fmla="*/ 45818 h 496660"/>
                <a:gd name="csX14" fmla="*/ 43624 w 352708"/>
                <a:gd name="csY14" fmla="*/ 112479 h 496660"/>
                <a:gd name="csX15" fmla="*/ 24133 w 352708"/>
                <a:gd name="csY15" fmla="*/ 212891 h 496660"/>
                <a:gd name="csX16" fmla="*/ 24133 w 352708"/>
                <a:gd name="csY16" fmla="*/ 300815 h 496660"/>
                <a:gd name="csX17" fmla="*/ 25567 w 352708"/>
                <a:gd name="csY17" fmla="*/ 300815 h 496660"/>
                <a:gd name="csX18" fmla="*/ 78052 w 352708"/>
                <a:gd name="csY18" fmla="*/ 221666 h 496660"/>
                <a:gd name="csX19" fmla="*/ 184202 w 352708"/>
                <a:gd name="csY19" fmla="*/ 191965 h 496660"/>
                <a:gd name="csX20" fmla="*/ 274404 w 352708"/>
                <a:gd name="csY20" fmla="*/ 210106 h 496660"/>
                <a:gd name="csX21" fmla="*/ 332542 w 352708"/>
                <a:gd name="csY21" fmla="*/ 261072 h 496660"/>
                <a:gd name="csX22" fmla="*/ 352709 w 352708"/>
                <a:gd name="csY22" fmla="*/ 336339 h 496660"/>
                <a:gd name="csX23" fmla="*/ 352709 w 352708"/>
                <a:gd name="csY23" fmla="*/ 349586 h 496660"/>
                <a:gd name="csX24" fmla="*/ 331107 w 352708"/>
                <a:gd name="csY24" fmla="*/ 424853 h 496660"/>
                <a:gd name="csX25" fmla="*/ 270860 w 352708"/>
                <a:gd name="csY25" fmla="*/ 477506 h 496660"/>
                <a:gd name="csX26" fmla="*/ 182767 w 352708"/>
                <a:gd name="csY26" fmla="*/ 496661 h 496660"/>
                <a:gd name="csX27" fmla="*/ 48434 w 352708"/>
                <a:gd name="csY27" fmla="*/ 441223 h 496660"/>
                <a:gd name="csX28" fmla="*/ 48519 w 352708"/>
                <a:gd name="csY28" fmla="*/ 441223 h 496660"/>
                <a:gd name="csX29" fmla="*/ 52906 w 352708"/>
                <a:gd name="csY29" fmla="*/ 408230 h 496660"/>
                <a:gd name="csX30" fmla="*/ 106488 w 352708"/>
                <a:gd name="csY30" fmla="*/ 456411 h 496660"/>
                <a:gd name="csX31" fmla="*/ 182345 w 352708"/>
                <a:gd name="csY31" fmla="*/ 474553 h 496660"/>
                <a:gd name="csX32" fmla="*/ 257865 w 352708"/>
                <a:gd name="csY32" fmla="*/ 458183 h 496660"/>
                <a:gd name="csX33" fmla="*/ 309675 w 352708"/>
                <a:gd name="csY33" fmla="*/ 413124 h 496660"/>
                <a:gd name="csX34" fmla="*/ 328492 w 352708"/>
                <a:gd name="csY34" fmla="*/ 350346 h 496660"/>
                <a:gd name="csX35" fmla="*/ 328492 w 352708"/>
                <a:gd name="csY35" fmla="*/ 337098 h 496660"/>
                <a:gd name="csX36" fmla="*/ 289170 w 352708"/>
                <a:gd name="csY36" fmla="*/ 247740 h 496660"/>
                <a:gd name="csX37" fmla="*/ 181586 w 352708"/>
                <a:gd name="csY37" fmla="*/ 214325 h 496660"/>
                <a:gd name="csX38" fmla="*/ 107500 w 352708"/>
                <a:gd name="csY38" fmla="*/ 229260 h 496660"/>
                <a:gd name="csX39" fmla="*/ 53581 w 352708"/>
                <a:gd name="csY39" fmla="*/ 272210 h 496660"/>
                <a:gd name="csX40" fmla="*/ 33414 w 352708"/>
                <a:gd name="csY40" fmla="*/ 337773 h 496660"/>
                <a:gd name="csX41" fmla="*/ 33414 w 352708"/>
                <a:gd name="csY41" fmla="*/ 342667 h 496660"/>
                <a:gd name="csX42" fmla="*/ 52906 w 352708"/>
                <a:gd name="csY42" fmla="*/ 408230 h 496660"/>
                <a:gd name="csX43" fmla="*/ 52991 w 352708"/>
                <a:gd name="csY43" fmla="*/ 408230 h 4966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</a:cxnLst>
              <a:rect l="l" t="t" r="r" b="b"/>
              <a:pathLst>
                <a:path w="352708" h="496660">
                  <a:moveTo>
                    <a:pt x="48772" y="441307"/>
                  </a:moveTo>
                  <a:cubicBezTo>
                    <a:pt x="16201" y="404349"/>
                    <a:pt x="0" y="353721"/>
                    <a:pt x="0" y="289508"/>
                  </a:cubicBezTo>
                  <a:lnTo>
                    <a:pt x="0" y="212131"/>
                  </a:lnTo>
                  <a:cubicBezTo>
                    <a:pt x="0" y="169351"/>
                    <a:pt x="7510" y="132055"/>
                    <a:pt x="22276" y="100075"/>
                  </a:cubicBezTo>
                  <a:cubicBezTo>
                    <a:pt x="37127" y="68263"/>
                    <a:pt x="58306" y="43624"/>
                    <a:pt x="85983" y="26158"/>
                  </a:cubicBezTo>
                  <a:cubicBezTo>
                    <a:pt x="113660" y="8776"/>
                    <a:pt x="146399" y="0"/>
                    <a:pt x="184455" y="0"/>
                  </a:cubicBezTo>
                  <a:cubicBezTo>
                    <a:pt x="215507" y="0"/>
                    <a:pt x="243268" y="5653"/>
                    <a:pt x="267654" y="16707"/>
                  </a:cubicBezTo>
                  <a:cubicBezTo>
                    <a:pt x="292039" y="27845"/>
                    <a:pt x="310940" y="43709"/>
                    <a:pt x="324357" y="64213"/>
                  </a:cubicBezTo>
                  <a:cubicBezTo>
                    <a:pt x="337773" y="84718"/>
                    <a:pt x="344524" y="107922"/>
                    <a:pt x="344524" y="133995"/>
                  </a:cubicBezTo>
                  <a:lnTo>
                    <a:pt x="320138" y="133995"/>
                  </a:lnTo>
                  <a:cubicBezTo>
                    <a:pt x="320138" y="112141"/>
                    <a:pt x="314316" y="92734"/>
                    <a:pt x="302755" y="75773"/>
                  </a:cubicBezTo>
                  <a:cubicBezTo>
                    <a:pt x="291111" y="58813"/>
                    <a:pt x="274995" y="45734"/>
                    <a:pt x="254321" y="36368"/>
                  </a:cubicBezTo>
                  <a:cubicBezTo>
                    <a:pt x="233648" y="27002"/>
                    <a:pt x="210359" y="22445"/>
                    <a:pt x="184286" y="22445"/>
                  </a:cubicBezTo>
                  <a:cubicBezTo>
                    <a:pt x="151884" y="22445"/>
                    <a:pt x="123532" y="30292"/>
                    <a:pt x="99315" y="45818"/>
                  </a:cubicBezTo>
                  <a:cubicBezTo>
                    <a:pt x="75182" y="61344"/>
                    <a:pt x="56619" y="83621"/>
                    <a:pt x="43624" y="112479"/>
                  </a:cubicBezTo>
                  <a:cubicBezTo>
                    <a:pt x="30714" y="141337"/>
                    <a:pt x="24133" y="174835"/>
                    <a:pt x="24133" y="212891"/>
                  </a:cubicBezTo>
                  <a:lnTo>
                    <a:pt x="24133" y="300815"/>
                  </a:lnTo>
                  <a:lnTo>
                    <a:pt x="25567" y="300815"/>
                  </a:lnTo>
                  <a:cubicBezTo>
                    <a:pt x="31136" y="267822"/>
                    <a:pt x="48687" y="241411"/>
                    <a:pt x="78052" y="221666"/>
                  </a:cubicBezTo>
                  <a:cubicBezTo>
                    <a:pt x="107585" y="201921"/>
                    <a:pt x="142940" y="191965"/>
                    <a:pt x="184202" y="191965"/>
                  </a:cubicBezTo>
                  <a:cubicBezTo>
                    <a:pt x="218966" y="191965"/>
                    <a:pt x="249090" y="198040"/>
                    <a:pt x="274404" y="210106"/>
                  </a:cubicBezTo>
                  <a:cubicBezTo>
                    <a:pt x="299718" y="222173"/>
                    <a:pt x="319125" y="239217"/>
                    <a:pt x="332542" y="261072"/>
                  </a:cubicBezTo>
                  <a:cubicBezTo>
                    <a:pt x="345958" y="282926"/>
                    <a:pt x="352709" y="308071"/>
                    <a:pt x="352709" y="336339"/>
                  </a:cubicBezTo>
                  <a:lnTo>
                    <a:pt x="352709" y="349586"/>
                  </a:lnTo>
                  <a:cubicBezTo>
                    <a:pt x="352709" y="377516"/>
                    <a:pt x="345452" y="402577"/>
                    <a:pt x="331107" y="424853"/>
                  </a:cubicBezTo>
                  <a:cubicBezTo>
                    <a:pt x="316763" y="447214"/>
                    <a:pt x="296680" y="464765"/>
                    <a:pt x="270860" y="477506"/>
                  </a:cubicBezTo>
                  <a:cubicBezTo>
                    <a:pt x="245040" y="490248"/>
                    <a:pt x="215760" y="496661"/>
                    <a:pt x="182767" y="496661"/>
                  </a:cubicBezTo>
                  <a:cubicBezTo>
                    <a:pt x="125726" y="496661"/>
                    <a:pt x="80920" y="478181"/>
                    <a:pt x="48434" y="441223"/>
                  </a:cubicBezTo>
                  <a:lnTo>
                    <a:pt x="48519" y="441223"/>
                  </a:lnTo>
                  <a:close/>
                  <a:moveTo>
                    <a:pt x="52906" y="408230"/>
                  </a:moveTo>
                  <a:cubicBezTo>
                    <a:pt x="65816" y="428229"/>
                    <a:pt x="83705" y="444261"/>
                    <a:pt x="106488" y="456411"/>
                  </a:cubicBezTo>
                  <a:cubicBezTo>
                    <a:pt x="129270" y="468478"/>
                    <a:pt x="154584" y="474553"/>
                    <a:pt x="182345" y="474553"/>
                  </a:cubicBezTo>
                  <a:cubicBezTo>
                    <a:pt x="210106" y="474553"/>
                    <a:pt x="235758" y="469068"/>
                    <a:pt x="257865" y="458183"/>
                  </a:cubicBezTo>
                  <a:cubicBezTo>
                    <a:pt x="279889" y="447298"/>
                    <a:pt x="297187" y="432194"/>
                    <a:pt x="309675" y="413124"/>
                  </a:cubicBezTo>
                  <a:cubicBezTo>
                    <a:pt x="322163" y="394055"/>
                    <a:pt x="328492" y="373128"/>
                    <a:pt x="328492" y="350346"/>
                  </a:cubicBezTo>
                  <a:lnTo>
                    <a:pt x="328492" y="337098"/>
                  </a:lnTo>
                  <a:cubicBezTo>
                    <a:pt x="328492" y="299887"/>
                    <a:pt x="315328" y="270100"/>
                    <a:pt x="289170" y="247740"/>
                  </a:cubicBezTo>
                  <a:cubicBezTo>
                    <a:pt x="263013" y="225379"/>
                    <a:pt x="227067" y="214325"/>
                    <a:pt x="181586" y="214325"/>
                  </a:cubicBezTo>
                  <a:cubicBezTo>
                    <a:pt x="154669" y="214325"/>
                    <a:pt x="129861" y="219388"/>
                    <a:pt x="107500" y="229260"/>
                  </a:cubicBezTo>
                  <a:cubicBezTo>
                    <a:pt x="84971" y="239302"/>
                    <a:pt x="66998" y="253562"/>
                    <a:pt x="53581" y="272210"/>
                  </a:cubicBezTo>
                  <a:cubicBezTo>
                    <a:pt x="40165" y="290773"/>
                    <a:pt x="33414" y="312628"/>
                    <a:pt x="33414" y="337773"/>
                  </a:cubicBezTo>
                  <a:lnTo>
                    <a:pt x="33414" y="342667"/>
                  </a:lnTo>
                  <a:cubicBezTo>
                    <a:pt x="33414" y="366378"/>
                    <a:pt x="39912" y="388232"/>
                    <a:pt x="52906" y="408230"/>
                  </a:cubicBezTo>
                  <a:lnTo>
                    <a:pt x="52991" y="408230"/>
                  </a:lnTo>
                  <a:close/>
                </a:path>
              </a:pathLst>
            </a:custGeom>
            <a:solidFill>
              <a:schemeClr val="bg1"/>
            </a:solidFill>
            <a:ln w="8423" cap="flat">
              <a:noFill/>
              <a:prstDash val="solid"/>
              <a:miter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E5E60763-AC45-3339-BA85-72D680E9D01E}"/>
                </a:ext>
              </a:extLst>
            </p:cNvPr>
            <p:cNvSpPr/>
            <p:nvPr/>
          </p:nvSpPr>
          <p:spPr>
            <a:xfrm>
              <a:off x="3593939" y="357052"/>
              <a:ext cx="356927" cy="495310"/>
            </a:xfrm>
            <a:custGeom>
              <a:avLst/>
              <a:gdLst>
                <a:gd name="csX0" fmla="*/ 303009 w 356927"/>
                <a:gd name="csY0" fmla="*/ 42949 h 495310"/>
                <a:gd name="csX1" fmla="*/ 303009 w 356927"/>
                <a:gd name="csY1" fmla="*/ 42949 h 495310"/>
                <a:gd name="csX2" fmla="*/ 287989 w 356927"/>
                <a:gd name="csY2" fmla="*/ 30124 h 495310"/>
                <a:gd name="csX3" fmla="*/ 287989 w 356927"/>
                <a:gd name="csY3" fmla="*/ 30124 h 495310"/>
                <a:gd name="csX4" fmla="*/ 178126 w 356927"/>
                <a:gd name="csY4" fmla="*/ 0 h 495310"/>
                <a:gd name="csX5" fmla="*/ 42949 w 356927"/>
                <a:gd name="csY5" fmla="*/ 55606 h 495310"/>
                <a:gd name="csX6" fmla="*/ 0 w 356927"/>
                <a:gd name="csY6" fmla="*/ 209347 h 495310"/>
                <a:gd name="csX7" fmla="*/ 0 w 356927"/>
                <a:gd name="csY7" fmla="*/ 287230 h 495310"/>
                <a:gd name="csX8" fmla="*/ 42612 w 356927"/>
                <a:gd name="csY8" fmla="*/ 440379 h 495310"/>
                <a:gd name="csX9" fmla="*/ 178126 w 356927"/>
                <a:gd name="csY9" fmla="*/ 495311 h 495310"/>
                <a:gd name="csX10" fmla="*/ 314316 w 356927"/>
                <a:gd name="csY10" fmla="*/ 438945 h 495310"/>
                <a:gd name="csX11" fmla="*/ 356928 w 356927"/>
                <a:gd name="csY11" fmla="*/ 287230 h 495310"/>
                <a:gd name="csX12" fmla="*/ 356928 w 356927"/>
                <a:gd name="csY12" fmla="*/ 209347 h 495310"/>
                <a:gd name="csX13" fmla="*/ 303093 w 356927"/>
                <a:gd name="csY13" fmla="*/ 42781 h 495310"/>
                <a:gd name="csX14" fmla="*/ 303009 w 356927"/>
                <a:gd name="csY14" fmla="*/ 42781 h 495310"/>
                <a:gd name="csX15" fmla="*/ 24302 w 356927"/>
                <a:gd name="csY15" fmla="*/ 287398 h 495310"/>
                <a:gd name="csX16" fmla="*/ 24302 w 356927"/>
                <a:gd name="csY16" fmla="*/ 209516 h 495310"/>
                <a:gd name="csX17" fmla="*/ 177958 w 356927"/>
                <a:gd name="csY17" fmla="*/ 22276 h 495310"/>
                <a:gd name="csX18" fmla="*/ 275416 w 356927"/>
                <a:gd name="csY18" fmla="*/ 51472 h 495310"/>
                <a:gd name="csX19" fmla="*/ 58728 w 356927"/>
                <a:gd name="csY19" fmla="*/ 421309 h 495310"/>
                <a:gd name="csX20" fmla="*/ 24302 w 356927"/>
                <a:gd name="csY20" fmla="*/ 287398 h 495310"/>
                <a:gd name="csX21" fmla="*/ 24302 w 356927"/>
                <a:gd name="csY21" fmla="*/ 287398 h 495310"/>
                <a:gd name="csX22" fmla="*/ 332457 w 356927"/>
                <a:gd name="csY22" fmla="*/ 287398 h 495310"/>
                <a:gd name="csX23" fmla="*/ 295415 w 356927"/>
                <a:gd name="csY23" fmla="*/ 423756 h 495310"/>
                <a:gd name="csX24" fmla="*/ 178042 w 356927"/>
                <a:gd name="csY24" fmla="*/ 473203 h 495310"/>
                <a:gd name="csX25" fmla="*/ 72314 w 356927"/>
                <a:gd name="csY25" fmla="*/ 436835 h 495310"/>
                <a:gd name="csX26" fmla="*/ 289930 w 356927"/>
                <a:gd name="csY26" fmla="*/ 65479 h 495310"/>
                <a:gd name="csX27" fmla="*/ 295583 w 356927"/>
                <a:gd name="csY27" fmla="*/ 72145 h 495310"/>
                <a:gd name="csX28" fmla="*/ 332626 w 356927"/>
                <a:gd name="csY28" fmla="*/ 209516 h 495310"/>
                <a:gd name="csX29" fmla="*/ 332626 w 356927"/>
                <a:gd name="csY29" fmla="*/ 287398 h 495310"/>
                <a:gd name="csX30" fmla="*/ 332542 w 356927"/>
                <a:gd name="csY30" fmla="*/ 287398 h 4953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</a:cxnLst>
              <a:rect l="l" t="t" r="r" b="b"/>
              <a:pathLst>
                <a:path w="356927" h="495310">
                  <a:moveTo>
                    <a:pt x="303009" y="42949"/>
                  </a:moveTo>
                  <a:lnTo>
                    <a:pt x="303009" y="42949"/>
                  </a:lnTo>
                  <a:lnTo>
                    <a:pt x="287989" y="30124"/>
                  </a:lnTo>
                  <a:lnTo>
                    <a:pt x="287989" y="30124"/>
                  </a:lnTo>
                  <a:cubicBezTo>
                    <a:pt x="259891" y="10041"/>
                    <a:pt x="223354" y="0"/>
                    <a:pt x="178126" y="0"/>
                  </a:cubicBezTo>
                  <a:cubicBezTo>
                    <a:pt x="116613" y="0"/>
                    <a:pt x="71554" y="18564"/>
                    <a:pt x="42949" y="55606"/>
                  </a:cubicBezTo>
                  <a:cubicBezTo>
                    <a:pt x="14260" y="92734"/>
                    <a:pt x="0" y="144037"/>
                    <a:pt x="0" y="209347"/>
                  </a:cubicBezTo>
                  <a:lnTo>
                    <a:pt x="0" y="287230"/>
                  </a:lnTo>
                  <a:cubicBezTo>
                    <a:pt x="0" y="352624"/>
                    <a:pt x="14176" y="403674"/>
                    <a:pt x="42612" y="440379"/>
                  </a:cubicBezTo>
                  <a:cubicBezTo>
                    <a:pt x="71048" y="477000"/>
                    <a:pt x="116191" y="495311"/>
                    <a:pt x="178126" y="495311"/>
                  </a:cubicBezTo>
                  <a:cubicBezTo>
                    <a:pt x="240061" y="495311"/>
                    <a:pt x="285964" y="476494"/>
                    <a:pt x="314316" y="438945"/>
                  </a:cubicBezTo>
                  <a:cubicBezTo>
                    <a:pt x="342752" y="401396"/>
                    <a:pt x="356928" y="350768"/>
                    <a:pt x="356928" y="287230"/>
                  </a:cubicBezTo>
                  <a:lnTo>
                    <a:pt x="356928" y="209347"/>
                  </a:lnTo>
                  <a:cubicBezTo>
                    <a:pt x="356928" y="132814"/>
                    <a:pt x="338870" y="77292"/>
                    <a:pt x="303093" y="42781"/>
                  </a:cubicBezTo>
                  <a:lnTo>
                    <a:pt x="303009" y="42781"/>
                  </a:lnTo>
                  <a:close/>
                  <a:moveTo>
                    <a:pt x="24302" y="287398"/>
                  </a:moveTo>
                  <a:lnTo>
                    <a:pt x="24302" y="209516"/>
                  </a:lnTo>
                  <a:cubicBezTo>
                    <a:pt x="24302" y="84718"/>
                    <a:pt x="75520" y="22276"/>
                    <a:pt x="177958" y="22276"/>
                  </a:cubicBezTo>
                  <a:cubicBezTo>
                    <a:pt x="218797" y="22276"/>
                    <a:pt x="251284" y="32064"/>
                    <a:pt x="275416" y="51472"/>
                  </a:cubicBezTo>
                  <a:lnTo>
                    <a:pt x="58728" y="421309"/>
                  </a:lnTo>
                  <a:cubicBezTo>
                    <a:pt x="35862" y="390426"/>
                    <a:pt x="24302" y="345958"/>
                    <a:pt x="24302" y="287398"/>
                  </a:cubicBezTo>
                  <a:lnTo>
                    <a:pt x="24302" y="287398"/>
                  </a:lnTo>
                  <a:close/>
                  <a:moveTo>
                    <a:pt x="332457" y="287398"/>
                  </a:moveTo>
                  <a:cubicBezTo>
                    <a:pt x="332457" y="345367"/>
                    <a:pt x="320138" y="390848"/>
                    <a:pt x="295415" y="423756"/>
                  </a:cubicBezTo>
                  <a:cubicBezTo>
                    <a:pt x="270691" y="456665"/>
                    <a:pt x="231623" y="473203"/>
                    <a:pt x="178042" y="473203"/>
                  </a:cubicBezTo>
                  <a:cubicBezTo>
                    <a:pt x="132730" y="473203"/>
                    <a:pt x="97459" y="461052"/>
                    <a:pt x="72314" y="436835"/>
                  </a:cubicBezTo>
                  <a:lnTo>
                    <a:pt x="289930" y="65479"/>
                  </a:lnTo>
                  <a:cubicBezTo>
                    <a:pt x="291786" y="67673"/>
                    <a:pt x="293811" y="69698"/>
                    <a:pt x="295583" y="72145"/>
                  </a:cubicBezTo>
                  <a:cubicBezTo>
                    <a:pt x="320307" y="105306"/>
                    <a:pt x="332626" y="151125"/>
                    <a:pt x="332626" y="209516"/>
                  </a:cubicBezTo>
                  <a:lnTo>
                    <a:pt x="332626" y="287398"/>
                  </a:lnTo>
                  <a:lnTo>
                    <a:pt x="332542" y="287398"/>
                  </a:lnTo>
                  <a:close/>
                </a:path>
              </a:pathLst>
            </a:custGeom>
            <a:solidFill>
              <a:schemeClr val="bg1"/>
            </a:solidFill>
            <a:ln w="8423" cap="flat">
              <a:noFill/>
              <a:prstDash val="solid"/>
              <a:miter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2AC226AB-05CE-44BE-FA84-3F9C5280320E}"/>
                </a:ext>
              </a:extLst>
            </p:cNvPr>
            <p:cNvSpPr/>
            <p:nvPr/>
          </p:nvSpPr>
          <p:spPr>
            <a:xfrm>
              <a:off x="1577678" y="369962"/>
              <a:ext cx="418947" cy="474553"/>
            </a:xfrm>
            <a:custGeom>
              <a:avLst/>
              <a:gdLst>
                <a:gd name="csX0" fmla="*/ 0 w 418947"/>
                <a:gd name="csY0" fmla="*/ 0 h 474553"/>
                <a:gd name="csX1" fmla="*/ 95687 w 418947"/>
                <a:gd name="csY1" fmla="*/ 0 h 474553"/>
                <a:gd name="csX2" fmla="*/ 95687 w 418947"/>
                <a:gd name="csY2" fmla="*/ 187070 h 474553"/>
                <a:gd name="csX3" fmla="*/ 323260 w 418947"/>
                <a:gd name="csY3" fmla="*/ 187070 h 474553"/>
                <a:gd name="csX4" fmla="*/ 323260 w 418947"/>
                <a:gd name="csY4" fmla="*/ 0 h 474553"/>
                <a:gd name="csX5" fmla="*/ 418947 w 418947"/>
                <a:gd name="csY5" fmla="*/ 0 h 474553"/>
                <a:gd name="csX6" fmla="*/ 418947 w 418947"/>
                <a:gd name="csY6" fmla="*/ 474553 h 474553"/>
                <a:gd name="csX7" fmla="*/ 323260 w 418947"/>
                <a:gd name="csY7" fmla="*/ 474553 h 474553"/>
                <a:gd name="csX8" fmla="*/ 323260 w 418947"/>
                <a:gd name="csY8" fmla="*/ 273222 h 474553"/>
                <a:gd name="csX9" fmla="*/ 95687 w 418947"/>
                <a:gd name="csY9" fmla="*/ 273222 h 474553"/>
                <a:gd name="csX10" fmla="*/ 95687 w 418947"/>
                <a:gd name="csY10" fmla="*/ 474553 h 474553"/>
                <a:gd name="csX11" fmla="*/ 0 w 418947"/>
                <a:gd name="csY11" fmla="*/ 474553 h 474553"/>
                <a:gd name="csX12" fmla="*/ 0 w 418947"/>
                <a:gd name="csY12" fmla="*/ 0 h 474553"/>
                <a:gd name="csX13" fmla="*/ 0 w 418947"/>
                <a:gd name="csY13" fmla="*/ 0 h 474553"/>
                <a:gd name="csX14" fmla="*/ 0 w 418947"/>
                <a:gd name="csY14" fmla="*/ 0 h 4745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418947" h="474553">
                  <a:moveTo>
                    <a:pt x="0" y="0"/>
                  </a:moveTo>
                  <a:lnTo>
                    <a:pt x="95687" y="0"/>
                  </a:lnTo>
                  <a:lnTo>
                    <a:pt x="95687" y="187070"/>
                  </a:lnTo>
                  <a:lnTo>
                    <a:pt x="323260" y="187070"/>
                  </a:lnTo>
                  <a:lnTo>
                    <a:pt x="323260" y="0"/>
                  </a:lnTo>
                  <a:lnTo>
                    <a:pt x="418947" y="0"/>
                  </a:lnTo>
                  <a:lnTo>
                    <a:pt x="418947" y="474553"/>
                  </a:lnTo>
                  <a:lnTo>
                    <a:pt x="323260" y="474553"/>
                  </a:lnTo>
                  <a:lnTo>
                    <a:pt x="323260" y="273222"/>
                  </a:lnTo>
                  <a:lnTo>
                    <a:pt x="95687" y="273222"/>
                  </a:lnTo>
                  <a:lnTo>
                    <a:pt x="95687" y="474553"/>
                  </a:lnTo>
                  <a:lnTo>
                    <a:pt x="0" y="474553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 w="8423" cap="flat">
              <a:noFill/>
              <a:prstDash val="solid"/>
              <a:miter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BCFE6D65-BF4B-8A7C-1526-28C9864B3668}"/>
                </a:ext>
              </a:extLst>
            </p:cNvPr>
            <p:cNvSpPr/>
            <p:nvPr/>
          </p:nvSpPr>
          <p:spPr>
            <a:xfrm>
              <a:off x="2058138" y="369962"/>
              <a:ext cx="460546" cy="474553"/>
            </a:xfrm>
            <a:custGeom>
              <a:avLst/>
              <a:gdLst>
                <a:gd name="csX0" fmla="*/ 180405 w 460546"/>
                <a:gd name="csY0" fmla="*/ 311109 h 474553"/>
                <a:gd name="csX1" fmla="*/ 0 w 460546"/>
                <a:gd name="csY1" fmla="*/ 0 h 474553"/>
                <a:gd name="csX2" fmla="*/ 109357 w 460546"/>
                <a:gd name="csY2" fmla="*/ 0 h 474553"/>
                <a:gd name="csX3" fmla="*/ 220738 w 460546"/>
                <a:gd name="csY3" fmla="*/ 201331 h 474553"/>
                <a:gd name="csX4" fmla="*/ 238543 w 460546"/>
                <a:gd name="csY4" fmla="*/ 201331 h 474553"/>
                <a:gd name="csX5" fmla="*/ 350515 w 460546"/>
                <a:gd name="csY5" fmla="*/ 0 h 474553"/>
                <a:gd name="csX6" fmla="*/ 460546 w 460546"/>
                <a:gd name="csY6" fmla="*/ 0 h 474553"/>
                <a:gd name="csX7" fmla="*/ 276007 w 460546"/>
                <a:gd name="csY7" fmla="*/ 310434 h 474553"/>
                <a:gd name="csX8" fmla="*/ 276007 w 460546"/>
                <a:gd name="csY8" fmla="*/ 474553 h 474553"/>
                <a:gd name="csX9" fmla="*/ 180320 w 460546"/>
                <a:gd name="csY9" fmla="*/ 474553 h 474553"/>
                <a:gd name="csX10" fmla="*/ 180320 w 460546"/>
                <a:gd name="csY10" fmla="*/ 311193 h 474553"/>
                <a:gd name="csX11" fmla="*/ 180405 w 460546"/>
                <a:gd name="csY11" fmla="*/ 311109 h 474553"/>
                <a:gd name="csX12" fmla="*/ 180405 w 460546"/>
                <a:gd name="csY12" fmla="*/ 311109 h 4745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460546" h="474553">
                  <a:moveTo>
                    <a:pt x="180405" y="311109"/>
                  </a:moveTo>
                  <a:lnTo>
                    <a:pt x="0" y="0"/>
                  </a:lnTo>
                  <a:lnTo>
                    <a:pt x="109357" y="0"/>
                  </a:lnTo>
                  <a:lnTo>
                    <a:pt x="220738" y="201331"/>
                  </a:lnTo>
                  <a:lnTo>
                    <a:pt x="238543" y="201331"/>
                  </a:lnTo>
                  <a:lnTo>
                    <a:pt x="350515" y="0"/>
                  </a:lnTo>
                  <a:lnTo>
                    <a:pt x="460546" y="0"/>
                  </a:lnTo>
                  <a:lnTo>
                    <a:pt x="276007" y="310434"/>
                  </a:lnTo>
                  <a:lnTo>
                    <a:pt x="276007" y="474553"/>
                  </a:lnTo>
                  <a:lnTo>
                    <a:pt x="180320" y="474553"/>
                  </a:lnTo>
                  <a:lnTo>
                    <a:pt x="180320" y="311193"/>
                  </a:lnTo>
                  <a:lnTo>
                    <a:pt x="180405" y="311109"/>
                  </a:lnTo>
                  <a:lnTo>
                    <a:pt x="180405" y="311109"/>
                  </a:lnTo>
                  <a:close/>
                </a:path>
              </a:pathLst>
            </a:custGeom>
            <a:solidFill>
              <a:schemeClr val="accent2"/>
            </a:solidFill>
            <a:ln w="8423" cap="flat">
              <a:noFill/>
              <a:prstDash val="solid"/>
              <a:miter/>
            </a:ln>
          </p:spPr>
          <p:txBody>
            <a:bodyPr/>
            <a:lstStyle/>
            <a:p>
              <a:endParaRPr lang="pt-BR" dirty="0"/>
            </a:p>
          </p:txBody>
        </p:sp>
      </p:grpSp>
      <p:grpSp>
        <p:nvGrpSpPr>
          <p:cNvPr id="42" name="Graphic 7">
            <a:extLst>
              <a:ext uri="{FF2B5EF4-FFF2-40B4-BE49-F238E27FC236}">
                <a16:creationId xmlns:a16="http://schemas.microsoft.com/office/drawing/2014/main" id="{DE21C073-62A5-3708-5485-5A44E700ED72}"/>
              </a:ext>
            </a:extLst>
          </p:cNvPr>
          <p:cNvGrpSpPr/>
          <p:nvPr/>
        </p:nvGrpSpPr>
        <p:grpSpPr>
          <a:xfrm>
            <a:off x="449179" y="370046"/>
            <a:ext cx="1016357" cy="470418"/>
            <a:chOff x="449179" y="370046"/>
            <a:chExt cx="1016357" cy="470418"/>
          </a:xfrm>
          <a:solidFill>
            <a:schemeClr val="bg1"/>
          </a:solidFill>
        </p:grpSpPr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563E2DB8-DA6D-6CBC-30D9-D2E2E77CAE5B}"/>
                </a:ext>
              </a:extLst>
            </p:cNvPr>
            <p:cNvSpPr/>
            <p:nvPr/>
          </p:nvSpPr>
          <p:spPr>
            <a:xfrm>
              <a:off x="454832" y="371987"/>
              <a:ext cx="103365" cy="130367"/>
            </a:xfrm>
            <a:custGeom>
              <a:avLst/>
              <a:gdLst>
                <a:gd name="csX0" fmla="*/ 0 w 103365"/>
                <a:gd name="csY0" fmla="*/ 0 h 130367"/>
                <a:gd name="csX1" fmla="*/ 57378 w 103365"/>
                <a:gd name="csY1" fmla="*/ 0 h 130367"/>
                <a:gd name="csX2" fmla="*/ 87165 w 103365"/>
                <a:gd name="csY2" fmla="*/ 9197 h 130367"/>
                <a:gd name="csX3" fmla="*/ 97965 w 103365"/>
                <a:gd name="csY3" fmla="*/ 35186 h 130367"/>
                <a:gd name="csX4" fmla="*/ 80667 w 103365"/>
                <a:gd name="csY4" fmla="*/ 63116 h 130367"/>
                <a:gd name="csX5" fmla="*/ 80667 w 103365"/>
                <a:gd name="csY5" fmla="*/ 63707 h 130367"/>
                <a:gd name="csX6" fmla="*/ 97628 w 103365"/>
                <a:gd name="csY6" fmla="*/ 73748 h 130367"/>
                <a:gd name="csX7" fmla="*/ 103366 w 103365"/>
                <a:gd name="csY7" fmla="*/ 92902 h 130367"/>
                <a:gd name="csX8" fmla="*/ 92396 w 103365"/>
                <a:gd name="csY8" fmla="*/ 120579 h 130367"/>
                <a:gd name="csX9" fmla="*/ 61260 w 103365"/>
                <a:gd name="csY9" fmla="*/ 130367 h 130367"/>
                <a:gd name="csX10" fmla="*/ 0 w 103365"/>
                <a:gd name="csY10" fmla="*/ 130367 h 130367"/>
                <a:gd name="csX11" fmla="*/ 0 w 103365"/>
                <a:gd name="csY11" fmla="*/ 0 h 130367"/>
                <a:gd name="csX12" fmla="*/ 60163 w 103365"/>
                <a:gd name="csY12" fmla="*/ 56281 h 130367"/>
                <a:gd name="csX13" fmla="*/ 75183 w 103365"/>
                <a:gd name="csY13" fmla="*/ 50966 h 130367"/>
                <a:gd name="csX14" fmla="*/ 80836 w 103365"/>
                <a:gd name="csY14" fmla="*/ 35608 h 130367"/>
                <a:gd name="csX15" fmla="*/ 74676 w 103365"/>
                <a:gd name="csY15" fmla="*/ 21011 h 130367"/>
                <a:gd name="csX16" fmla="*/ 57378 w 103365"/>
                <a:gd name="csY16" fmla="*/ 15863 h 130367"/>
                <a:gd name="csX17" fmla="*/ 16792 w 103365"/>
                <a:gd name="csY17" fmla="*/ 15863 h 130367"/>
                <a:gd name="csX18" fmla="*/ 16792 w 103365"/>
                <a:gd name="csY18" fmla="*/ 56281 h 130367"/>
                <a:gd name="csX19" fmla="*/ 60163 w 103365"/>
                <a:gd name="csY19" fmla="*/ 56281 h 130367"/>
                <a:gd name="csX20" fmla="*/ 61260 w 103365"/>
                <a:gd name="csY20" fmla="*/ 114588 h 130367"/>
                <a:gd name="csX21" fmla="*/ 79739 w 103365"/>
                <a:gd name="csY21" fmla="*/ 109103 h 130367"/>
                <a:gd name="csX22" fmla="*/ 86236 w 103365"/>
                <a:gd name="csY22" fmla="*/ 92987 h 130367"/>
                <a:gd name="csX23" fmla="*/ 79655 w 103365"/>
                <a:gd name="csY23" fmla="*/ 77461 h 130367"/>
                <a:gd name="csX24" fmla="*/ 60163 w 103365"/>
                <a:gd name="csY24" fmla="*/ 72145 h 130367"/>
                <a:gd name="csX25" fmla="*/ 16792 w 103365"/>
                <a:gd name="csY25" fmla="*/ 72145 h 130367"/>
                <a:gd name="csX26" fmla="*/ 16792 w 103365"/>
                <a:gd name="csY26" fmla="*/ 114588 h 130367"/>
                <a:gd name="csX27" fmla="*/ 61344 w 103365"/>
                <a:gd name="csY27" fmla="*/ 114588 h 1303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</a:cxnLst>
              <a:rect l="l" t="t" r="r" b="b"/>
              <a:pathLst>
                <a:path w="103365" h="130367">
                  <a:moveTo>
                    <a:pt x="0" y="0"/>
                  </a:moveTo>
                  <a:lnTo>
                    <a:pt x="57378" y="0"/>
                  </a:lnTo>
                  <a:cubicBezTo>
                    <a:pt x="70035" y="0"/>
                    <a:pt x="79992" y="3038"/>
                    <a:pt x="87165" y="9197"/>
                  </a:cubicBezTo>
                  <a:cubicBezTo>
                    <a:pt x="94337" y="15357"/>
                    <a:pt x="97965" y="23964"/>
                    <a:pt x="97965" y="35186"/>
                  </a:cubicBezTo>
                  <a:cubicBezTo>
                    <a:pt x="97965" y="49362"/>
                    <a:pt x="92227" y="58644"/>
                    <a:pt x="80667" y="63116"/>
                  </a:cubicBezTo>
                  <a:lnTo>
                    <a:pt x="80667" y="63707"/>
                  </a:lnTo>
                  <a:cubicBezTo>
                    <a:pt x="88093" y="65479"/>
                    <a:pt x="93746" y="68770"/>
                    <a:pt x="97628" y="73748"/>
                  </a:cubicBezTo>
                  <a:cubicBezTo>
                    <a:pt x="101509" y="78727"/>
                    <a:pt x="103366" y="85139"/>
                    <a:pt x="103366" y="92902"/>
                  </a:cubicBezTo>
                  <a:cubicBezTo>
                    <a:pt x="103366" y="104800"/>
                    <a:pt x="99737" y="114082"/>
                    <a:pt x="92396" y="120579"/>
                  </a:cubicBezTo>
                  <a:cubicBezTo>
                    <a:pt x="85055" y="127076"/>
                    <a:pt x="74676" y="130367"/>
                    <a:pt x="61260" y="130367"/>
                  </a:cubicBezTo>
                  <a:lnTo>
                    <a:pt x="0" y="130367"/>
                  </a:lnTo>
                  <a:lnTo>
                    <a:pt x="0" y="0"/>
                  </a:lnTo>
                  <a:close/>
                  <a:moveTo>
                    <a:pt x="60163" y="56281"/>
                  </a:moveTo>
                  <a:cubicBezTo>
                    <a:pt x="66407" y="56281"/>
                    <a:pt x="71386" y="54509"/>
                    <a:pt x="75183" y="50966"/>
                  </a:cubicBezTo>
                  <a:cubicBezTo>
                    <a:pt x="78980" y="47422"/>
                    <a:pt x="80836" y="42274"/>
                    <a:pt x="80836" y="35608"/>
                  </a:cubicBezTo>
                  <a:cubicBezTo>
                    <a:pt x="80836" y="29280"/>
                    <a:pt x="78811" y="24386"/>
                    <a:pt x="74676" y="21011"/>
                  </a:cubicBezTo>
                  <a:cubicBezTo>
                    <a:pt x="70542" y="17635"/>
                    <a:pt x="64804" y="15863"/>
                    <a:pt x="57378" y="15863"/>
                  </a:cubicBezTo>
                  <a:lnTo>
                    <a:pt x="16792" y="15863"/>
                  </a:lnTo>
                  <a:lnTo>
                    <a:pt x="16792" y="56281"/>
                  </a:lnTo>
                  <a:lnTo>
                    <a:pt x="60163" y="56281"/>
                  </a:lnTo>
                  <a:close/>
                  <a:moveTo>
                    <a:pt x="61260" y="114588"/>
                  </a:moveTo>
                  <a:cubicBezTo>
                    <a:pt x="69192" y="114588"/>
                    <a:pt x="75351" y="112732"/>
                    <a:pt x="79739" y="109103"/>
                  </a:cubicBezTo>
                  <a:cubicBezTo>
                    <a:pt x="84127" y="105475"/>
                    <a:pt x="86236" y="100075"/>
                    <a:pt x="86236" y="92987"/>
                  </a:cubicBezTo>
                  <a:cubicBezTo>
                    <a:pt x="86236" y="85899"/>
                    <a:pt x="84043" y="81005"/>
                    <a:pt x="79655" y="77461"/>
                  </a:cubicBezTo>
                  <a:cubicBezTo>
                    <a:pt x="75267" y="73917"/>
                    <a:pt x="68770" y="72145"/>
                    <a:pt x="60163" y="72145"/>
                  </a:cubicBezTo>
                  <a:lnTo>
                    <a:pt x="16792" y="72145"/>
                  </a:lnTo>
                  <a:lnTo>
                    <a:pt x="16792" y="114588"/>
                  </a:lnTo>
                  <a:lnTo>
                    <a:pt x="61344" y="114588"/>
                  </a:lnTo>
                  <a:close/>
                </a:path>
              </a:pathLst>
            </a:custGeom>
            <a:solidFill>
              <a:schemeClr val="bg1"/>
            </a:solidFill>
            <a:ln w="8423" cap="flat">
              <a:noFill/>
              <a:prstDash val="solid"/>
              <a:miter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5C8DF16F-D533-A703-B9DF-876122D06B24}"/>
                </a:ext>
              </a:extLst>
            </p:cNvPr>
            <p:cNvSpPr/>
            <p:nvPr/>
          </p:nvSpPr>
          <p:spPr>
            <a:xfrm>
              <a:off x="582415" y="371987"/>
              <a:ext cx="98893" cy="130367"/>
            </a:xfrm>
            <a:custGeom>
              <a:avLst/>
              <a:gdLst>
                <a:gd name="csX0" fmla="*/ 0 w 98893"/>
                <a:gd name="csY0" fmla="*/ 0 h 130367"/>
                <a:gd name="csX1" fmla="*/ 50291 w 98893"/>
                <a:gd name="csY1" fmla="*/ 0 h 130367"/>
                <a:gd name="csX2" fmla="*/ 82861 w 98893"/>
                <a:gd name="csY2" fmla="*/ 10969 h 130367"/>
                <a:gd name="csX3" fmla="*/ 95181 w 98893"/>
                <a:gd name="csY3" fmla="*/ 40924 h 130367"/>
                <a:gd name="csX4" fmla="*/ 85308 w 98893"/>
                <a:gd name="csY4" fmla="*/ 68685 h 130367"/>
                <a:gd name="csX5" fmla="*/ 58307 w 98893"/>
                <a:gd name="csY5" fmla="*/ 81342 h 130367"/>
                <a:gd name="csX6" fmla="*/ 98893 w 98893"/>
                <a:gd name="csY6" fmla="*/ 130367 h 130367"/>
                <a:gd name="csX7" fmla="*/ 77123 w 98893"/>
                <a:gd name="csY7" fmla="*/ 130367 h 130367"/>
                <a:gd name="csX8" fmla="*/ 37634 w 98893"/>
                <a:gd name="csY8" fmla="*/ 81933 h 130367"/>
                <a:gd name="csX9" fmla="*/ 16792 w 98893"/>
                <a:gd name="csY9" fmla="*/ 81933 h 130367"/>
                <a:gd name="csX10" fmla="*/ 16792 w 98893"/>
                <a:gd name="csY10" fmla="*/ 130367 h 130367"/>
                <a:gd name="csX11" fmla="*/ 0 w 98893"/>
                <a:gd name="csY11" fmla="*/ 130367 h 130367"/>
                <a:gd name="csX12" fmla="*/ 0 w 98893"/>
                <a:gd name="csY12" fmla="*/ 0 h 130367"/>
                <a:gd name="csX13" fmla="*/ 48772 w 98893"/>
                <a:gd name="csY13" fmla="*/ 66154 h 130367"/>
                <a:gd name="csX14" fmla="*/ 70035 w 98893"/>
                <a:gd name="csY14" fmla="*/ 59657 h 130367"/>
                <a:gd name="csX15" fmla="*/ 77883 w 98893"/>
                <a:gd name="csY15" fmla="*/ 41009 h 130367"/>
                <a:gd name="csX16" fmla="*/ 70035 w 98893"/>
                <a:gd name="csY16" fmla="*/ 22361 h 130367"/>
                <a:gd name="csX17" fmla="*/ 48772 w 98893"/>
                <a:gd name="csY17" fmla="*/ 15863 h 130367"/>
                <a:gd name="csX18" fmla="*/ 16707 w 98893"/>
                <a:gd name="csY18" fmla="*/ 15863 h 130367"/>
                <a:gd name="csX19" fmla="*/ 16707 w 98893"/>
                <a:gd name="csY19" fmla="*/ 66154 h 130367"/>
                <a:gd name="csX20" fmla="*/ 48772 w 98893"/>
                <a:gd name="csY20" fmla="*/ 66154 h 1303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</a:cxnLst>
              <a:rect l="l" t="t" r="r" b="b"/>
              <a:pathLst>
                <a:path w="98893" h="130367">
                  <a:moveTo>
                    <a:pt x="0" y="0"/>
                  </a:moveTo>
                  <a:lnTo>
                    <a:pt x="50291" y="0"/>
                  </a:lnTo>
                  <a:cubicBezTo>
                    <a:pt x="63791" y="0"/>
                    <a:pt x="74676" y="3628"/>
                    <a:pt x="82861" y="10969"/>
                  </a:cubicBezTo>
                  <a:cubicBezTo>
                    <a:pt x="91046" y="18310"/>
                    <a:pt x="95181" y="28267"/>
                    <a:pt x="95181" y="40924"/>
                  </a:cubicBezTo>
                  <a:cubicBezTo>
                    <a:pt x="95181" y="52316"/>
                    <a:pt x="91890" y="61597"/>
                    <a:pt x="85308" y="68685"/>
                  </a:cubicBezTo>
                  <a:cubicBezTo>
                    <a:pt x="78727" y="75773"/>
                    <a:pt x="69698" y="79992"/>
                    <a:pt x="58307" y="81342"/>
                  </a:cubicBezTo>
                  <a:lnTo>
                    <a:pt x="98893" y="130367"/>
                  </a:lnTo>
                  <a:lnTo>
                    <a:pt x="77123" y="130367"/>
                  </a:lnTo>
                  <a:lnTo>
                    <a:pt x="37634" y="81933"/>
                  </a:lnTo>
                  <a:lnTo>
                    <a:pt x="16792" y="81933"/>
                  </a:lnTo>
                  <a:lnTo>
                    <a:pt x="16792" y="130367"/>
                  </a:lnTo>
                  <a:lnTo>
                    <a:pt x="0" y="130367"/>
                  </a:lnTo>
                  <a:lnTo>
                    <a:pt x="0" y="0"/>
                  </a:lnTo>
                  <a:close/>
                  <a:moveTo>
                    <a:pt x="48772" y="66154"/>
                  </a:moveTo>
                  <a:cubicBezTo>
                    <a:pt x="57716" y="66154"/>
                    <a:pt x="64804" y="63960"/>
                    <a:pt x="70035" y="59657"/>
                  </a:cubicBezTo>
                  <a:cubicBezTo>
                    <a:pt x="75267" y="55269"/>
                    <a:pt x="77883" y="49109"/>
                    <a:pt x="77883" y="41009"/>
                  </a:cubicBezTo>
                  <a:cubicBezTo>
                    <a:pt x="77883" y="32908"/>
                    <a:pt x="75267" y="26748"/>
                    <a:pt x="70035" y="22361"/>
                  </a:cubicBezTo>
                  <a:cubicBezTo>
                    <a:pt x="64804" y="17973"/>
                    <a:pt x="57716" y="15863"/>
                    <a:pt x="48772" y="15863"/>
                  </a:cubicBezTo>
                  <a:lnTo>
                    <a:pt x="16707" y="15863"/>
                  </a:lnTo>
                  <a:lnTo>
                    <a:pt x="16707" y="66154"/>
                  </a:lnTo>
                  <a:lnTo>
                    <a:pt x="48772" y="66154"/>
                  </a:lnTo>
                  <a:close/>
                </a:path>
              </a:pathLst>
            </a:custGeom>
            <a:solidFill>
              <a:schemeClr val="bg1"/>
            </a:solidFill>
            <a:ln w="8423" cap="flat">
              <a:noFill/>
              <a:prstDash val="solid"/>
              <a:miter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1A657483-9C3F-990E-60ED-2CB8DA9A0EB4}"/>
                </a:ext>
              </a:extLst>
            </p:cNvPr>
            <p:cNvSpPr/>
            <p:nvPr/>
          </p:nvSpPr>
          <p:spPr>
            <a:xfrm>
              <a:off x="693290" y="371987"/>
              <a:ext cx="123954" cy="130367"/>
            </a:xfrm>
            <a:custGeom>
              <a:avLst/>
              <a:gdLst>
                <a:gd name="csX0" fmla="*/ 48350 w 123954"/>
                <a:gd name="csY0" fmla="*/ 0 h 130367"/>
                <a:gd name="csX1" fmla="*/ 76111 w 123954"/>
                <a:gd name="csY1" fmla="*/ 0 h 130367"/>
                <a:gd name="csX2" fmla="*/ 123954 w 123954"/>
                <a:gd name="csY2" fmla="*/ 130367 h 130367"/>
                <a:gd name="csX3" fmla="*/ 106066 w 123954"/>
                <a:gd name="csY3" fmla="*/ 130367 h 130367"/>
                <a:gd name="csX4" fmla="*/ 96362 w 123954"/>
                <a:gd name="csY4" fmla="*/ 103534 h 130367"/>
                <a:gd name="csX5" fmla="*/ 27424 w 123954"/>
                <a:gd name="csY5" fmla="*/ 103534 h 130367"/>
                <a:gd name="csX6" fmla="*/ 17889 w 123954"/>
                <a:gd name="csY6" fmla="*/ 130367 h 130367"/>
                <a:gd name="csX7" fmla="*/ 0 w 123954"/>
                <a:gd name="csY7" fmla="*/ 130367 h 130367"/>
                <a:gd name="csX8" fmla="*/ 48265 w 123954"/>
                <a:gd name="csY8" fmla="*/ 0 h 130367"/>
                <a:gd name="csX9" fmla="*/ 90877 w 123954"/>
                <a:gd name="csY9" fmla="*/ 87755 h 130367"/>
                <a:gd name="csX10" fmla="*/ 64466 w 123954"/>
                <a:gd name="csY10" fmla="*/ 14007 h 130367"/>
                <a:gd name="csX11" fmla="*/ 59657 w 123954"/>
                <a:gd name="csY11" fmla="*/ 14007 h 130367"/>
                <a:gd name="csX12" fmla="*/ 33415 w 123954"/>
                <a:gd name="csY12" fmla="*/ 87755 h 130367"/>
                <a:gd name="csX13" fmla="*/ 90962 w 123954"/>
                <a:gd name="csY13" fmla="*/ 87755 h 1303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123954" h="130367">
                  <a:moveTo>
                    <a:pt x="48350" y="0"/>
                  </a:moveTo>
                  <a:lnTo>
                    <a:pt x="76111" y="0"/>
                  </a:lnTo>
                  <a:lnTo>
                    <a:pt x="123954" y="130367"/>
                  </a:lnTo>
                  <a:lnTo>
                    <a:pt x="106066" y="130367"/>
                  </a:lnTo>
                  <a:lnTo>
                    <a:pt x="96362" y="103534"/>
                  </a:lnTo>
                  <a:lnTo>
                    <a:pt x="27424" y="103534"/>
                  </a:lnTo>
                  <a:lnTo>
                    <a:pt x="17889" y="130367"/>
                  </a:lnTo>
                  <a:lnTo>
                    <a:pt x="0" y="130367"/>
                  </a:lnTo>
                  <a:lnTo>
                    <a:pt x="48265" y="0"/>
                  </a:lnTo>
                  <a:close/>
                  <a:moveTo>
                    <a:pt x="90877" y="87755"/>
                  </a:moveTo>
                  <a:lnTo>
                    <a:pt x="64466" y="14007"/>
                  </a:lnTo>
                  <a:lnTo>
                    <a:pt x="59657" y="14007"/>
                  </a:lnTo>
                  <a:lnTo>
                    <a:pt x="33415" y="87755"/>
                  </a:lnTo>
                  <a:lnTo>
                    <a:pt x="90962" y="87755"/>
                  </a:lnTo>
                  <a:close/>
                </a:path>
              </a:pathLst>
            </a:custGeom>
            <a:solidFill>
              <a:schemeClr val="bg1"/>
            </a:solidFill>
            <a:ln w="8423" cap="flat">
              <a:noFill/>
              <a:prstDash val="solid"/>
              <a:miter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A9A96137-7654-D449-E0F9-311899542CE8}"/>
                </a:ext>
              </a:extLst>
            </p:cNvPr>
            <p:cNvSpPr/>
            <p:nvPr/>
          </p:nvSpPr>
          <p:spPr>
            <a:xfrm>
              <a:off x="834964" y="371987"/>
              <a:ext cx="110115" cy="130282"/>
            </a:xfrm>
            <a:custGeom>
              <a:avLst/>
              <a:gdLst>
                <a:gd name="csX0" fmla="*/ 0 w 110115"/>
                <a:gd name="csY0" fmla="*/ 0 h 130282"/>
                <a:gd name="csX1" fmla="*/ 50122 w 110115"/>
                <a:gd name="csY1" fmla="*/ 0 h 130282"/>
                <a:gd name="csX2" fmla="*/ 82102 w 110115"/>
                <a:gd name="csY2" fmla="*/ 7257 h 130282"/>
                <a:gd name="csX3" fmla="*/ 102859 w 110115"/>
                <a:gd name="csY3" fmla="*/ 27930 h 130282"/>
                <a:gd name="csX4" fmla="*/ 110116 w 110115"/>
                <a:gd name="csY4" fmla="*/ 59572 h 130282"/>
                <a:gd name="csX5" fmla="*/ 110116 w 110115"/>
                <a:gd name="csY5" fmla="*/ 70710 h 130282"/>
                <a:gd name="csX6" fmla="*/ 102859 w 110115"/>
                <a:gd name="csY6" fmla="*/ 102353 h 130282"/>
                <a:gd name="csX7" fmla="*/ 82102 w 110115"/>
                <a:gd name="csY7" fmla="*/ 123026 h 130282"/>
                <a:gd name="csX8" fmla="*/ 50122 w 110115"/>
                <a:gd name="csY8" fmla="*/ 130283 h 130282"/>
                <a:gd name="csX9" fmla="*/ 0 w 110115"/>
                <a:gd name="csY9" fmla="*/ 130283 h 130282"/>
                <a:gd name="csX10" fmla="*/ 0 w 110115"/>
                <a:gd name="csY10" fmla="*/ 0 h 130282"/>
                <a:gd name="csX11" fmla="*/ 48265 w 110115"/>
                <a:gd name="csY11" fmla="*/ 114588 h 130282"/>
                <a:gd name="csX12" fmla="*/ 80836 w 110115"/>
                <a:gd name="csY12" fmla="*/ 102944 h 130282"/>
                <a:gd name="csX13" fmla="*/ 92396 w 110115"/>
                <a:gd name="csY13" fmla="*/ 70795 h 130282"/>
                <a:gd name="csX14" fmla="*/ 92396 w 110115"/>
                <a:gd name="csY14" fmla="*/ 59657 h 130282"/>
                <a:gd name="csX15" fmla="*/ 80836 w 110115"/>
                <a:gd name="csY15" fmla="*/ 27508 h 130282"/>
                <a:gd name="csX16" fmla="*/ 48265 w 110115"/>
                <a:gd name="csY16" fmla="*/ 15863 h 130282"/>
                <a:gd name="csX17" fmla="*/ 16792 w 110115"/>
                <a:gd name="csY17" fmla="*/ 15863 h 130282"/>
                <a:gd name="csX18" fmla="*/ 16792 w 110115"/>
                <a:gd name="csY18" fmla="*/ 114588 h 130282"/>
                <a:gd name="csX19" fmla="*/ 48265 w 110115"/>
                <a:gd name="csY19" fmla="*/ 114588 h 1302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</a:cxnLst>
              <a:rect l="l" t="t" r="r" b="b"/>
              <a:pathLst>
                <a:path w="110115" h="130282">
                  <a:moveTo>
                    <a:pt x="0" y="0"/>
                  </a:moveTo>
                  <a:lnTo>
                    <a:pt x="50122" y="0"/>
                  </a:lnTo>
                  <a:cubicBezTo>
                    <a:pt x="62441" y="0"/>
                    <a:pt x="73073" y="2447"/>
                    <a:pt x="82102" y="7257"/>
                  </a:cubicBezTo>
                  <a:cubicBezTo>
                    <a:pt x="91130" y="12066"/>
                    <a:pt x="98050" y="18985"/>
                    <a:pt x="102859" y="27930"/>
                  </a:cubicBezTo>
                  <a:cubicBezTo>
                    <a:pt x="107669" y="36874"/>
                    <a:pt x="110116" y="47422"/>
                    <a:pt x="110116" y="59572"/>
                  </a:cubicBezTo>
                  <a:lnTo>
                    <a:pt x="110116" y="70710"/>
                  </a:lnTo>
                  <a:cubicBezTo>
                    <a:pt x="110116" y="82861"/>
                    <a:pt x="107669" y="93409"/>
                    <a:pt x="102859" y="102353"/>
                  </a:cubicBezTo>
                  <a:cubicBezTo>
                    <a:pt x="98050" y="111297"/>
                    <a:pt x="91130" y="118216"/>
                    <a:pt x="82102" y="123026"/>
                  </a:cubicBezTo>
                  <a:cubicBezTo>
                    <a:pt x="73073" y="127836"/>
                    <a:pt x="62441" y="130283"/>
                    <a:pt x="50122" y="130283"/>
                  </a:cubicBezTo>
                  <a:lnTo>
                    <a:pt x="0" y="130283"/>
                  </a:lnTo>
                  <a:lnTo>
                    <a:pt x="0" y="0"/>
                  </a:lnTo>
                  <a:close/>
                  <a:moveTo>
                    <a:pt x="48265" y="114588"/>
                  </a:moveTo>
                  <a:cubicBezTo>
                    <a:pt x="62272" y="114588"/>
                    <a:pt x="73158" y="110707"/>
                    <a:pt x="80836" y="102944"/>
                  </a:cubicBezTo>
                  <a:cubicBezTo>
                    <a:pt x="88515" y="95181"/>
                    <a:pt x="92396" y="84464"/>
                    <a:pt x="92396" y="70795"/>
                  </a:cubicBezTo>
                  <a:lnTo>
                    <a:pt x="92396" y="59657"/>
                  </a:lnTo>
                  <a:cubicBezTo>
                    <a:pt x="92396" y="45987"/>
                    <a:pt x="88515" y="35271"/>
                    <a:pt x="80836" y="27508"/>
                  </a:cubicBezTo>
                  <a:cubicBezTo>
                    <a:pt x="73158" y="19745"/>
                    <a:pt x="62272" y="15863"/>
                    <a:pt x="48265" y="15863"/>
                  </a:cubicBezTo>
                  <a:lnTo>
                    <a:pt x="16792" y="15863"/>
                  </a:lnTo>
                  <a:lnTo>
                    <a:pt x="16792" y="114588"/>
                  </a:lnTo>
                  <a:lnTo>
                    <a:pt x="48265" y="114588"/>
                  </a:lnTo>
                  <a:close/>
                </a:path>
              </a:pathLst>
            </a:custGeom>
            <a:solidFill>
              <a:schemeClr val="bg1"/>
            </a:solidFill>
            <a:ln w="8423" cap="flat">
              <a:noFill/>
              <a:prstDash val="solid"/>
              <a:miter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E1630D0A-ED31-92BD-27D0-41D5EED962B9}"/>
                </a:ext>
              </a:extLst>
            </p:cNvPr>
            <p:cNvSpPr/>
            <p:nvPr/>
          </p:nvSpPr>
          <p:spPr>
            <a:xfrm>
              <a:off x="971069" y="371987"/>
              <a:ext cx="90371" cy="130451"/>
            </a:xfrm>
            <a:custGeom>
              <a:avLst/>
              <a:gdLst>
                <a:gd name="csX0" fmla="*/ 84 w 90371"/>
                <a:gd name="csY0" fmla="*/ 0 h 130451"/>
                <a:gd name="csX1" fmla="*/ 88515 w 90371"/>
                <a:gd name="csY1" fmla="*/ 0 h 130451"/>
                <a:gd name="csX2" fmla="*/ 88515 w 90371"/>
                <a:gd name="csY2" fmla="*/ 15863 h 130451"/>
                <a:gd name="csX3" fmla="*/ 16792 w 90371"/>
                <a:gd name="csY3" fmla="*/ 15863 h 130451"/>
                <a:gd name="csX4" fmla="*/ 16792 w 90371"/>
                <a:gd name="csY4" fmla="*/ 55353 h 130451"/>
                <a:gd name="csX5" fmla="*/ 84549 w 90371"/>
                <a:gd name="csY5" fmla="*/ 55353 h 130451"/>
                <a:gd name="csX6" fmla="*/ 84549 w 90371"/>
                <a:gd name="csY6" fmla="*/ 71217 h 130451"/>
                <a:gd name="csX7" fmla="*/ 16792 w 90371"/>
                <a:gd name="csY7" fmla="*/ 71217 h 130451"/>
                <a:gd name="csX8" fmla="*/ 16792 w 90371"/>
                <a:gd name="csY8" fmla="*/ 114588 h 130451"/>
                <a:gd name="csX9" fmla="*/ 90371 w 90371"/>
                <a:gd name="csY9" fmla="*/ 114588 h 130451"/>
                <a:gd name="csX10" fmla="*/ 90371 w 90371"/>
                <a:gd name="csY10" fmla="*/ 130451 h 130451"/>
                <a:gd name="csX11" fmla="*/ 0 w 90371"/>
                <a:gd name="csY11" fmla="*/ 130451 h 130451"/>
                <a:gd name="csX12" fmla="*/ 0 w 90371"/>
                <a:gd name="csY12" fmla="*/ 0 h 13045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90371" h="130451">
                  <a:moveTo>
                    <a:pt x="84" y="0"/>
                  </a:moveTo>
                  <a:lnTo>
                    <a:pt x="88515" y="0"/>
                  </a:lnTo>
                  <a:lnTo>
                    <a:pt x="88515" y="15863"/>
                  </a:lnTo>
                  <a:lnTo>
                    <a:pt x="16792" y="15863"/>
                  </a:lnTo>
                  <a:lnTo>
                    <a:pt x="16792" y="55353"/>
                  </a:lnTo>
                  <a:lnTo>
                    <a:pt x="84549" y="55353"/>
                  </a:lnTo>
                  <a:lnTo>
                    <a:pt x="84549" y="71217"/>
                  </a:lnTo>
                  <a:lnTo>
                    <a:pt x="16792" y="71217"/>
                  </a:lnTo>
                  <a:lnTo>
                    <a:pt x="16792" y="114588"/>
                  </a:lnTo>
                  <a:lnTo>
                    <a:pt x="90371" y="114588"/>
                  </a:lnTo>
                  <a:lnTo>
                    <a:pt x="90371" y="130451"/>
                  </a:lnTo>
                  <a:lnTo>
                    <a:pt x="0" y="13045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8423" cap="flat">
              <a:noFill/>
              <a:prstDash val="solid"/>
              <a:miter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5119D2E1-CE33-6017-5A29-83CB369CA9B0}"/>
                </a:ext>
              </a:extLst>
            </p:cNvPr>
            <p:cNvSpPr/>
            <p:nvPr/>
          </p:nvSpPr>
          <p:spPr>
            <a:xfrm>
              <a:off x="1080510" y="370046"/>
              <a:ext cx="100496" cy="134248"/>
            </a:xfrm>
            <a:custGeom>
              <a:avLst/>
              <a:gdLst>
                <a:gd name="csX0" fmla="*/ 13754 w 100496"/>
                <a:gd name="csY0" fmla="*/ 121423 h 134248"/>
                <a:gd name="csX1" fmla="*/ 0 w 100496"/>
                <a:gd name="csY1" fmla="*/ 85224 h 134248"/>
                <a:gd name="csX2" fmla="*/ 16960 w 100496"/>
                <a:gd name="csY2" fmla="*/ 85224 h 134248"/>
                <a:gd name="csX3" fmla="*/ 26158 w 100496"/>
                <a:gd name="csY3" fmla="*/ 109694 h 134248"/>
                <a:gd name="csX4" fmla="*/ 52484 w 100496"/>
                <a:gd name="csY4" fmla="*/ 118132 h 134248"/>
                <a:gd name="csX5" fmla="*/ 75183 w 100496"/>
                <a:gd name="csY5" fmla="*/ 112225 h 134248"/>
                <a:gd name="csX6" fmla="*/ 83536 w 100496"/>
                <a:gd name="csY6" fmla="*/ 95940 h 134248"/>
                <a:gd name="csX7" fmla="*/ 78473 w 100496"/>
                <a:gd name="csY7" fmla="*/ 84380 h 134248"/>
                <a:gd name="csX8" fmla="*/ 60754 w 100496"/>
                <a:gd name="csY8" fmla="*/ 76533 h 134248"/>
                <a:gd name="csX9" fmla="*/ 34343 w 100496"/>
                <a:gd name="csY9" fmla="*/ 69445 h 134248"/>
                <a:gd name="csX10" fmla="*/ 11223 w 100496"/>
                <a:gd name="csY10" fmla="*/ 57547 h 134248"/>
                <a:gd name="csX11" fmla="*/ 3206 w 100496"/>
                <a:gd name="csY11" fmla="*/ 36283 h 134248"/>
                <a:gd name="csX12" fmla="*/ 8860 w 100496"/>
                <a:gd name="csY12" fmla="*/ 17298 h 134248"/>
                <a:gd name="csX13" fmla="*/ 25061 w 100496"/>
                <a:gd name="csY13" fmla="*/ 4557 h 134248"/>
                <a:gd name="csX14" fmla="*/ 49531 w 100496"/>
                <a:gd name="csY14" fmla="*/ 0 h 134248"/>
                <a:gd name="csX15" fmla="*/ 86574 w 100496"/>
                <a:gd name="csY15" fmla="*/ 11476 h 134248"/>
                <a:gd name="csX16" fmla="*/ 99400 w 100496"/>
                <a:gd name="csY16" fmla="*/ 43456 h 134248"/>
                <a:gd name="csX17" fmla="*/ 81933 w 100496"/>
                <a:gd name="csY17" fmla="*/ 43456 h 134248"/>
                <a:gd name="csX18" fmla="*/ 73748 w 100496"/>
                <a:gd name="csY18" fmla="*/ 23289 h 134248"/>
                <a:gd name="csX19" fmla="*/ 49700 w 100496"/>
                <a:gd name="csY19" fmla="*/ 16117 h 134248"/>
                <a:gd name="csX20" fmla="*/ 28267 w 100496"/>
                <a:gd name="csY20" fmla="*/ 21011 h 134248"/>
                <a:gd name="csX21" fmla="*/ 20251 w 100496"/>
                <a:gd name="csY21" fmla="*/ 35102 h 134248"/>
                <a:gd name="csX22" fmla="*/ 39405 w 100496"/>
                <a:gd name="csY22" fmla="*/ 53750 h 134248"/>
                <a:gd name="csX23" fmla="*/ 66576 w 100496"/>
                <a:gd name="csY23" fmla="*/ 60669 h 134248"/>
                <a:gd name="csX24" fmla="*/ 91721 w 100496"/>
                <a:gd name="csY24" fmla="*/ 72736 h 134248"/>
                <a:gd name="csX25" fmla="*/ 100497 w 100496"/>
                <a:gd name="csY25" fmla="*/ 95687 h 134248"/>
                <a:gd name="csX26" fmla="*/ 94506 w 100496"/>
                <a:gd name="csY26" fmla="*/ 115601 h 134248"/>
                <a:gd name="csX27" fmla="*/ 77630 w 100496"/>
                <a:gd name="csY27" fmla="*/ 129270 h 134248"/>
                <a:gd name="csX28" fmla="*/ 52062 w 100496"/>
                <a:gd name="csY28" fmla="*/ 134249 h 134248"/>
                <a:gd name="csX29" fmla="*/ 13501 w 100496"/>
                <a:gd name="csY29" fmla="*/ 121507 h 1342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</a:cxnLst>
              <a:rect l="l" t="t" r="r" b="b"/>
              <a:pathLst>
                <a:path w="100496" h="134248">
                  <a:moveTo>
                    <a:pt x="13754" y="121423"/>
                  </a:moveTo>
                  <a:cubicBezTo>
                    <a:pt x="4557" y="112900"/>
                    <a:pt x="0" y="100834"/>
                    <a:pt x="0" y="85224"/>
                  </a:cubicBezTo>
                  <a:lnTo>
                    <a:pt x="16960" y="85224"/>
                  </a:lnTo>
                  <a:cubicBezTo>
                    <a:pt x="16960" y="95940"/>
                    <a:pt x="19998" y="104041"/>
                    <a:pt x="26158" y="109694"/>
                  </a:cubicBezTo>
                  <a:cubicBezTo>
                    <a:pt x="32318" y="115347"/>
                    <a:pt x="41093" y="118132"/>
                    <a:pt x="52484" y="118132"/>
                  </a:cubicBezTo>
                  <a:cubicBezTo>
                    <a:pt x="62019" y="118132"/>
                    <a:pt x="69614" y="116191"/>
                    <a:pt x="75183" y="112225"/>
                  </a:cubicBezTo>
                  <a:cubicBezTo>
                    <a:pt x="80752" y="108344"/>
                    <a:pt x="83536" y="102859"/>
                    <a:pt x="83536" y="95940"/>
                  </a:cubicBezTo>
                  <a:cubicBezTo>
                    <a:pt x="83536" y="91215"/>
                    <a:pt x="81849" y="87333"/>
                    <a:pt x="78473" y="84380"/>
                  </a:cubicBezTo>
                  <a:cubicBezTo>
                    <a:pt x="75098" y="81427"/>
                    <a:pt x="69192" y="78811"/>
                    <a:pt x="60754" y="76533"/>
                  </a:cubicBezTo>
                  <a:lnTo>
                    <a:pt x="34343" y="69445"/>
                  </a:lnTo>
                  <a:cubicBezTo>
                    <a:pt x="24301" y="66745"/>
                    <a:pt x="16623" y="62779"/>
                    <a:pt x="11223" y="57547"/>
                  </a:cubicBezTo>
                  <a:cubicBezTo>
                    <a:pt x="5907" y="52316"/>
                    <a:pt x="3206" y="45228"/>
                    <a:pt x="3206" y="36283"/>
                  </a:cubicBezTo>
                  <a:cubicBezTo>
                    <a:pt x="3206" y="29111"/>
                    <a:pt x="5063" y="22783"/>
                    <a:pt x="8860" y="17298"/>
                  </a:cubicBezTo>
                  <a:cubicBezTo>
                    <a:pt x="12657" y="11813"/>
                    <a:pt x="18057" y="7594"/>
                    <a:pt x="25061" y="4557"/>
                  </a:cubicBezTo>
                  <a:cubicBezTo>
                    <a:pt x="32064" y="1519"/>
                    <a:pt x="40249" y="0"/>
                    <a:pt x="49531" y="0"/>
                  </a:cubicBezTo>
                  <a:cubicBezTo>
                    <a:pt x="65648" y="0"/>
                    <a:pt x="78052" y="3797"/>
                    <a:pt x="86574" y="11476"/>
                  </a:cubicBezTo>
                  <a:cubicBezTo>
                    <a:pt x="95096" y="19154"/>
                    <a:pt x="99400" y="29786"/>
                    <a:pt x="99400" y="43456"/>
                  </a:cubicBezTo>
                  <a:lnTo>
                    <a:pt x="81933" y="43456"/>
                  </a:lnTo>
                  <a:cubicBezTo>
                    <a:pt x="81933" y="34765"/>
                    <a:pt x="79233" y="28014"/>
                    <a:pt x="73748" y="23289"/>
                  </a:cubicBezTo>
                  <a:cubicBezTo>
                    <a:pt x="68264" y="18564"/>
                    <a:pt x="60247" y="16117"/>
                    <a:pt x="49700" y="16117"/>
                  </a:cubicBezTo>
                  <a:cubicBezTo>
                    <a:pt x="40756" y="16117"/>
                    <a:pt x="33583" y="17720"/>
                    <a:pt x="28267" y="21011"/>
                  </a:cubicBezTo>
                  <a:cubicBezTo>
                    <a:pt x="22951" y="24301"/>
                    <a:pt x="20251" y="29027"/>
                    <a:pt x="20251" y="35102"/>
                  </a:cubicBezTo>
                  <a:cubicBezTo>
                    <a:pt x="20251" y="44299"/>
                    <a:pt x="26664" y="50544"/>
                    <a:pt x="39405" y="53750"/>
                  </a:cubicBezTo>
                  <a:lnTo>
                    <a:pt x="66576" y="60669"/>
                  </a:lnTo>
                  <a:cubicBezTo>
                    <a:pt x="77461" y="63369"/>
                    <a:pt x="85899" y="67420"/>
                    <a:pt x="91721" y="72736"/>
                  </a:cubicBezTo>
                  <a:cubicBezTo>
                    <a:pt x="97543" y="78052"/>
                    <a:pt x="100497" y="85730"/>
                    <a:pt x="100497" y="95687"/>
                  </a:cubicBezTo>
                  <a:cubicBezTo>
                    <a:pt x="100497" y="103112"/>
                    <a:pt x="98472" y="109778"/>
                    <a:pt x="94506" y="115601"/>
                  </a:cubicBezTo>
                  <a:cubicBezTo>
                    <a:pt x="90540" y="121423"/>
                    <a:pt x="84886" y="125979"/>
                    <a:pt x="77630" y="129270"/>
                  </a:cubicBezTo>
                  <a:cubicBezTo>
                    <a:pt x="70373" y="132561"/>
                    <a:pt x="61851" y="134249"/>
                    <a:pt x="52062" y="134249"/>
                  </a:cubicBezTo>
                  <a:cubicBezTo>
                    <a:pt x="35524" y="134249"/>
                    <a:pt x="22698" y="130030"/>
                    <a:pt x="13501" y="121507"/>
                  </a:cubicBezTo>
                  <a:close/>
                </a:path>
              </a:pathLst>
            </a:custGeom>
            <a:solidFill>
              <a:schemeClr val="bg1"/>
            </a:solidFill>
            <a:ln w="8423" cap="flat">
              <a:noFill/>
              <a:prstDash val="solid"/>
              <a:miter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C517BC11-AFCE-9329-FFD4-2CC45EEE3EAA}"/>
                </a:ext>
              </a:extLst>
            </p:cNvPr>
            <p:cNvSpPr/>
            <p:nvPr/>
          </p:nvSpPr>
          <p:spPr>
            <a:xfrm>
              <a:off x="1204127" y="370130"/>
              <a:ext cx="117710" cy="134079"/>
            </a:xfrm>
            <a:custGeom>
              <a:avLst/>
              <a:gdLst>
                <a:gd name="csX0" fmla="*/ 28689 w 117710"/>
                <a:gd name="csY0" fmla="*/ 126908 h 134079"/>
                <a:gd name="csX1" fmla="*/ 7425 w 117710"/>
                <a:gd name="csY1" fmla="*/ 106319 h 134079"/>
                <a:gd name="csX2" fmla="*/ 0 w 117710"/>
                <a:gd name="csY2" fmla="*/ 74676 h 134079"/>
                <a:gd name="csX3" fmla="*/ 0 w 117710"/>
                <a:gd name="csY3" fmla="*/ 59404 h 134079"/>
                <a:gd name="csX4" fmla="*/ 7425 w 117710"/>
                <a:gd name="csY4" fmla="*/ 27930 h 134079"/>
                <a:gd name="csX5" fmla="*/ 28689 w 117710"/>
                <a:gd name="csY5" fmla="*/ 7257 h 134079"/>
                <a:gd name="csX6" fmla="*/ 61260 w 117710"/>
                <a:gd name="csY6" fmla="*/ 0 h 134079"/>
                <a:gd name="csX7" fmla="*/ 91215 w 117710"/>
                <a:gd name="csY7" fmla="*/ 5907 h 134079"/>
                <a:gd name="csX8" fmla="*/ 110791 w 117710"/>
                <a:gd name="csY8" fmla="*/ 22867 h 134079"/>
                <a:gd name="csX9" fmla="*/ 117710 w 117710"/>
                <a:gd name="csY9" fmla="*/ 49025 h 134079"/>
                <a:gd name="csX10" fmla="*/ 100244 w 117710"/>
                <a:gd name="csY10" fmla="*/ 49025 h 134079"/>
                <a:gd name="csX11" fmla="*/ 89780 w 117710"/>
                <a:gd name="csY11" fmla="*/ 24976 h 134079"/>
                <a:gd name="csX12" fmla="*/ 61260 w 117710"/>
                <a:gd name="csY12" fmla="*/ 16370 h 134079"/>
                <a:gd name="csX13" fmla="*/ 29111 w 117710"/>
                <a:gd name="csY13" fmla="*/ 27424 h 134079"/>
                <a:gd name="csX14" fmla="*/ 17635 w 117710"/>
                <a:gd name="csY14" fmla="*/ 58475 h 134079"/>
                <a:gd name="csX15" fmla="*/ 17635 w 117710"/>
                <a:gd name="csY15" fmla="*/ 75604 h 134079"/>
                <a:gd name="csX16" fmla="*/ 29111 w 117710"/>
                <a:gd name="csY16" fmla="*/ 106656 h 134079"/>
                <a:gd name="csX17" fmla="*/ 61260 w 117710"/>
                <a:gd name="csY17" fmla="*/ 117710 h 134079"/>
                <a:gd name="csX18" fmla="*/ 89780 w 117710"/>
                <a:gd name="csY18" fmla="*/ 109103 h 134079"/>
                <a:gd name="csX19" fmla="*/ 100244 w 117710"/>
                <a:gd name="csY19" fmla="*/ 85055 h 134079"/>
                <a:gd name="csX20" fmla="*/ 117710 w 117710"/>
                <a:gd name="csY20" fmla="*/ 85055 h 134079"/>
                <a:gd name="csX21" fmla="*/ 110707 w 117710"/>
                <a:gd name="csY21" fmla="*/ 111044 h 134079"/>
                <a:gd name="csX22" fmla="*/ 90962 w 117710"/>
                <a:gd name="csY22" fmla="*/ 128089 h 134079"/>
                <a:gd name="csX23" fmla="*/ 61260 w 117710"/>
                <a:gd name="csY23" fmla="*/ 134080 h 134079"/>
                <a:gd name="csX24" fmla="*/ 28689 w 117710"/>
                <a:gd name="csY24" fmla="*/ 126908 h 1340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</a:cxnLst>
              <a:rect l="l" t="t" r="r" b="b"/>
              <a:pathLst>
                <a:path w="117710" h="134079">
                  <a:moveTo>
                    <a:pt x="28689" y="126908"/>
                  </a:moveTo>
                  <a:cubicBezTo>
                    <a:pt x="19492" y="122098"/>
                    <a:pt x="12404" y="115263"/>
                    <a:pt x="7425" y="106319"/>
                  </a:cubicBezTo>
                  <a:cubicBezTo>
                    <a:pt x="2447" y="97375"/>
                    <a:pt x="0" y="86827"/>
                    <a:pt x="0" y="74676"/>
                  </a:cubicBezTo>
                  <a:lnTo>
                    <a:pt x="0" y="59404"/>
                  </a:lnTo>
                  <a:cubicBezTo>
                    <a:pt x="0" y="47337"/>
                    <a:pt x="2447" y="36874"/>
                    <a:pt x="7425" y="27930"/>
                  </a:cubicBezTo>
                  <a:cubicBezTo>
                    <a:pt x="12404" y="18986"/>
                    <a:pt x="19492" y="12066"/>
                    <a:pt x="28689" y="7257"/>
                  </a:cubicBezTo>
                  <a:cubicBezTo>
                    <a:pt x="37887" y="2447"/>
                    <a:pt x="48772" y="0"/>
                    <a:pt x="61260" y="0"/>
                  </a:cubicBezTo>
                  <a:cubicBezTo>
                    <a:pt x="72820" y="0"/>
                    <a:pt x="82777" y="1941"/>
                    <a:pt x="91215" y="5907"/>
                  </a:cubicBezTo>
                  <a:cubicBezTo>
                    <a:pt x="99653" y="9788"/>
                    <a:pt x="106150" y="15442"/>
                    <a:pt x="110791" y="22867"/>
                  </a:cubicBezTo>
                  <a:cubicBezTo>
                    <a:pt x="115348" y="30292"/>
                    <a:pt x="117710" y="38984"/>
                    <a:pt x="117710" y="49025"/>
                  </a:cubicBezTo>
                  <a:lnTo>
                    <a:pt x="100244" y="49025"/>
                  </a:lnTo>
                  <a:cubicBezTo>
                    <a:pt x="100244" y="38730"/>
                    <a:pt x="96784" y="30714"/>
                    <a:pt x="89780" y="24976"/>
                  </a:cubicBezTo>
                  <a:cubicBezTo>
                    <a:pt x="82861" y="19239"/>
                    <a:pt x="73326" y="16370"/>
                    <a:pt x="61260" y="16370"/>
                  </a:cubicBezTo>
                  <a:cubicBezTo>
                    <a:pt x="47506" y="16370"/>
                    <a:pt x="36790" y="20082"/>
                    <a:pt x="29111" y="27424"/>
                  </a:cubicBezTo>
                  <a:cubicBezTo>
                    <a:pt x="21433" y="34849"/>
                    <a:pt x="17635" y="45143"/>
                    <a:pt x="17635" y="58475"/>
                  </a:cubicBezTo>
                  <a:lnTo>
                    <a:pt x="17635" y="75604"/>
                  </a:lnTo>
                  <a:cubicBezTo>
                    <a:pt x="17635" y="88937"/>
                    <a:pt x="21433" y="99231"/>
                    <a:pt x="29111" y="106656"/>
                  </a:cubicBezTo>
                  <a:cubicBezTo>
                    <a:pt x="36790" y="114082"/>
                    <a:pt x="47422" y="117710"/>
                    <a:pt x="61260" y="117710"/>
                  </a:cubicBezTo>
                  <a:cubicBezTo>
                    <a:pt x="73326" y="117710"/>
                    <a:pt x="82777" y="114841"/>
                    <a:pt x="89780" y="109103"/>
                  </a:cubicBezTo>
                  <a:cubicBezTo>
                    <a:pt x="96700" y="103366"/>
                    <a:pt x="100244" y="95349"/>
                    <a:pt x="100244" y="85055"/>
                  </a:cubicBezTo>
                  <a:lnTo>
                    <a:pt x="117710" y="85055"/>
                  </a:lnTo>
                  <a:cubicBezTo>
                    <a:pt x="117710" y="95012"/>
                    <a:pt x="115348" y="103619"/>
                    <a:pt x="110707" y="111044"/>
                  </a:cubicBezTo>
                  <a:cubicBezTo>
                    <a:pt x="106066" y="118470"/>
                    <a:pt x="99484" y="124123"/>
                    <a:pt x="90962" y="128089"/>
                  </a:cubicBezTo>
                  <a:cubicBezTo>
                    <a:pt x="82439" y="132055"/>
                    <a:pt x="72567" y="134080"/>
                    <a:pt x="61260" y="134080"/>
                  </a:cubicBezTo>
                  <a:cubicBezTo>
                    <a:pt x="48687" y="134080"/>
                    <a:pt x="37887" y="131717"/>
                    <a:pt x="28689" y="126908"/>
                  </a:cubicBezTo>
                  <a:close/>
                </a:path>
              </a:pathLst>
            </a:custGeom>
            <a:solidFill>
              <a:schemeClr val="bg1"/>
            </a:solidFill>
            <a:ln w="8423" cap="flat">
              <a:noFill/>
              <a:prstDash val="solid"/>
              <a:miter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7FBB19F3-85F6-C00E-A7B3-3BD9AE04EAB5}"/>
                </a:ext>
              </a:extLst>
            </p:cNvPr>
            <p:cNvSpPr/>
            <p:nvPr/>
          </p:nvSpPr>
          <p:spPr>
            <a:xfrm>
              <a:off x="1346054" y="370130"/>
              <a:ext cx="119482" cy="134164"/>
            </a:xfrm>
            <a:custGeom>
              <a:avLst/>
              <a:gdLst>
                <a:gd name="csX0" fmla="*/ 28014 w 119482"/>
                <a:gd name="csY0" fmla="*/ 127161 h 134164"/>
                <a:gd name="csX1" fmla="*/ 7257 w 119482"/>
                <a:gd name="csY1" fmla="*/ 106994 h 134164"/>
                <a:gd name="csX2" fmla="*/ 0 w 119482"/>
                <a:gd name="csY2" fmla="*/ 75689 h 134164"/>
                <a:gd name="csX3" fmla="*/ 0 w 119482"/>
                <a:gd name="csY3" fmla="*/ 58728 h 134164"/>
                <a:gd name="csX4" fmla="*/ 7257 w 119482"/>
                <a:gd name="csY4" fmla="*/ 27592 h 134164"/>
                <a:gd name="csX5" fmla="*/ 28014 w 119482"/>
                <a:gd name="csY5" fmla="*/ 7172 h 134164"/>
                <a:gd name="csX6" fmla="*/ 59741 w 119482"/>
                <a:gd name="csY6" fmla="*/ 0 h 134164"/>
                <a:gd name="csX7" fmla="*/ 91468 w 119482"/>
                <a:gd name="csY7" fmla="*/ 7004 h 134164"/>
                <a:gd name="csX8" fmla="*/ 112225 w 119482"/>
                <a:gd name="csY8" fmla="*/ 27170 h 134164"/>
                <a:gd name="csX9" fmla="*/ 119482 w 119482"/>
                <a:gd name="csY9" fmla="*/ 58475 h 134164"/>
                <a:gd name="csX10" fmla="*/ 119482 w 119482"/>
                <a:gd name="csY10" fmla="*/ 75436 h 134164"/>
                <a:gd name="csX11" fmla="*/ 112225 w 119482"/>
                <a:gd name="csY11" fmla="*/ 106572 h 134164"/>
                <a:gd name="csX12" fmla="*/ 91468 w 119482"/>
                <a:gd name="csY12" fmla="*/ 126992 h 134164"/>
                <a:gd name="csX13" fmla="*/ 59741 w 119482"/>
                <a:gd name="csY13" fmla="*/ 134164 h 134164"/>
                <a:gd name="csX14" fmla="*/ 28014 w 119482"/>
                <a:gd name="csY14" fmla="*/ 127161 h 134164"/>
                <a:gd name="csX15" fmla="*/ 28774 w 119482"/>
                <a:gd name="csY15" fmla="*/ 106656 h 134164"/>
                <a:gd name="csX16" fmla="*/ 59825 w 119482"/>
                <a:gd name="csY16" fmla="*/ 117710 h 134164"/>
                <a:gd name="csX17" fmla="*/ 90962 w 119482"/>
                <a:gd name="csY17" fmla="*/ 106741 h 134164"/>
                <a:gd name="csX18" fmla="*/ 101931 w 119482"/>
                <a:gd name="csY18" fmla="*/ 75436 h 134164"/>
                <a:gd name="csX19" fmla="*/ 101931 w 119482"/>
                <a:gd name="csY19" fmla="*/ 58475 h 134164"/>
                <a:gd name="csX20" fmla="*/ 90877 w 119482"/>
                <a:gd name="csY20" fmla="*/ 27424 h 134164"/>
                <a:gd name="csX21" fmla="*/ 59825 w 119482"/>
                <a:gd name="csY21" fmla="*/ 16370 h 134164"/>
                <a:gd name="csX22" fmla="*/ 28689 w 119482"/>
                <a:gd name="csY22" fmla="*/ 27339 h 134164"/>
                <a:gd name="csX23" fmla="*/ 17720 w 119482"/>
                <a:gd name="csY23" fmla="*/ 58644 h 134164"/>
                <a:gd name="csX24" fmla="*/ 17720 w 119482"/>
                <a:gd name="csY24" fmla="*/ 75604 h 134164"/>
                <a:gd name="csX25" fmla="*/ 28774 w 119482"/>
                <a:gd name="csY25" fmla="*/ 106656 h 13416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</a:cxnLst>
              <a:rect l="l" t="t" r="r" b="b"/>
              <a:pathLst>
                <a:path w="119482" h="134164">
                  <a:moveTo>
                    <a:pt x="28014" y="127161"/>
                  </a:moveTo>
                  <a:cubicBezTo>
                    <a:pt x="18986" y="122520"/>
                    <a:pt x="12066" y="115769"/>
                    <a:pt x="7257" y="106994"/>
                  </a:cubicBezTo>
                  <a:cubicBezTo>
                    <a:pt x="2447" y="98218"/>
                    <a:pt x="0" y="87755"/>
                    <a:pt x="0" y="75689"/>
                  </a:cubicBezTo>
                  <a:lnTo>
                    <a:pt x="0" y="58728"/>
                  </a:lnTo>
                  <a:cubicBezTo>
                    <a:pt x="0" y="46831"/>
                    <a:pt x="2447" y="36452"/>
                    <a:pt x="7257" y="27592"/>
                  </a:cubicBezTo>
                  <a:cubicBezTo>
                    <a:pt x="12066" y="18817"/>
                    <a:pt x="18986" y="11982"/>
                    <a:pt x="28014" y="7172"/>
                  </a:cubicBezTo>
                  <a:cubicBezTo>
                    <a:pt x="37043" y="2363"/>
                    <a:pt x="47590" y="0"/>
                    <a:pt x="59741" y="0"/>
                  </a:cubicBezTo>
                  <a:cubicBezTo>
                    <a:pt x="71892" y="0"/>
                    <a:pt x="82524" y="2363"/>
                    <a:pt x="91468" y="7004"/>
                  </a:cubicBezTo>
                  <a:cubicBezTo>
                    <a:pt x="100497" y="11644"/>
                    <a:pt x="107416" y="18395"/>
                    <a:pt x="112225" y="27170"/>
                  </a:cubicBezTo>
                  <a:cubicBezTo>
                    <a:pt x="117035" y="36030"/>
                    <a:pt x="119482" y="46409"/>
                    <a:pt x="119482" y="58475"/>
                  </a:cubicBezTo>
                  <a:lnTo>
                    <a:pt x="119482" y="75436"/>
                  </a:lnTo>
                  <a:cubicBezTo>
                    <a:pt x="119482" y="87333"/>
                    <a:pt x="117035" y="97712"/>
                    <a:pt x="112225" y="106572"/>
                  </a:cubicBezTo>
                  <a:cubicBezTo>
                    <a:pt x="107416" y="115432"/>
                    <a:pt x="100497" y="122182"/>
                    <a:pt x="91468" y="126992"/>
                  </a:cubicBezTo>
                  <a:cubicBezTo>
                    <a:pt x="82439" y="131802"/>
                    <a:pt x="71892" y="134164"/>
                    <a:pt x="59741" y="134164"/>
                  </a:cubicBezTo>
                  <a:cubicBezTo>
                    <a:pt x="47590" y="134164"/>
                    <a:pt x="36958" y="131802"/>
                    <a:pt x="28014" y="127161"/>
                  </a:cubicBezTo>
                  <a:close/>
                  <a:moveTo>
                    <a:pt x="28774" y="106656"/>
                  </a:moveTo>
                  <a:cubicBezTo>
                    <a:pt x="36199" y="114082"/>
                    <a:pt x="46493" y="117710"/>
                    <a:pt x="59825" y="117710"/>
                  </a:cubicBezTo>
                  <a:cubicBezTo>
                    <a:pt x="73158" y="117710"/>
                    <a:pt x="83621" y="114082"/>
                    <a:pt x="90962" y="106741"/>
                  </a:cubicBezTo>
                  <a:cubicBezTo>
                    <a:pt x="98303" y="99400"/>
                    <a:pt x="101931" y="89021"/>
                    <a:pt x="101931" y="75436"/>
                  </a:cubicBezTo>
                  <a:lnTo>
                    <a:pt x="101931" y="58475"/>
                  </a:lnTo>
                  <a:cubicBezTo>
                    <a:pt x="101931" y="45228"/>
                    <a:pt x="98218" y="34849"/>
                    <a:pt x="90877" y="27424"/>
                  </a:cubicBezTo>
                  <a:cubicBezTo>
                    <a:pt x="83452" y="20082"/>
                    <a:pt x="73158" y="16370"/>
                    <a:pt x="59825" y="16370"/>
                  </a:cubicBezTo>
                  <a:cubicBezTo>
                    <a:pt x="46493" y="16370"/>
                    <a:pt x="36030" y="19998"/>
                    <a:pt x="28689" y="27339"/>
                  </a:cubicBezTo>
                  <a:cubicBezTo>
                    <a:pt x="21348" y="34680"/>
                    <a:pt x="17720" y="45059"/>
                    <a:pt x="17720" y="58644"/>
                  </a:cubicBezTo>
                  <a:lnTo>
                    <a:pt x="17720" y="75604"/>
                  </a:lnTo>
                  <a:cubicBezTo>
                    <a:pt x="17720" y="88937"/>
                    <a:pt x="21433" y="99231"/>
                    <a:pt x="28774" y="106656"/>
                  </a:cubicBezTo>
                  <a:close/>
                </a:path>
              </a:pathLst>
            </a:custGeom>
            <a:solidFill>
              <a:schemeClr val="bg1"/>
            </a:solidFill>
            <a:ln w="8423" cap="flat">
              <a:noFill/>
              <a:prstDash val="solid"/>
              <a:miter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C38E0C0F-E1E4-446F-B916-1B1B3133976F}"/>
                </a:ext>
              </a:extLst>
            </p:cNvPr>
            <p:cNvSpPr/>
            <p:nvPr/>
          </p:nvSpPr>
          <p:spPr>
            <a:xfrm>
              <a:off x="449179" y="600994"/>
              <a:ext cx="192977" cy="236095"/>
            </a:xfrm>
            <a:custGeom>
              <a:avLst/>
              <a:gdLst>
                <a:gd name="csX0" fmla="*/ 81258 w 192977"/>
                <a:gd name="csY0" fmla="*/ 28689 h 236095"/>
                <a:gd name="csX1" fmla="*/ 0 w 192977"/>
                <a:gd name="csY1" fmla="*/ 28689 h 236095"/>
                <a:gd name="csX2" fmla="*/ 0 w 192977"/>
                <a:gd name="csY2" fmla="*/ 0 h 236095"/>
                <a:gd name="csX3" fmla="*/ 192977 w 192977"/>
                <a:gd name="csY3" fmla="*/ 0 h 236095"/>
                <a:gd name="csX4" fmla="*/ 192977 w 192977"/>
                <a:gd name="csY4" fmla="*/ 28689 h 236095"/>
                <a:gd name="csX5" fmla="*/ 111719 w 192977"/>
                <a:gd name="csY5" fmla="*/ 28689 h 236095"/>
                <a:gd name="csX6" fmla="*/ 111719 w 192977"/>
                <a:gd name="csY6" fmla="*/ 236095 h 236095"/>
                <a:gd name="csX7" fmla="*/ 81342 w 192977"/>
                <a:gd name="csY7" fmla="*/ 236095 h 236095"/>
                <a:gd name="csX8" fmla="*/ 81342 w 192977"/>
                <a:gd name="csY8" fmla="*/ 28689 h 23609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192977" h="236095">
                  <a:moveTo>
                    <a:pt x="81258" y="28689"/>
                  </a:moveTo>
                  <a:lnTo>
                    <a:pt x="0" y="28689"/>
                  </a:lnTo>
                  <a:lnTo>
                    <a:pt x="0" y="0"/>
                  </a:lnTo>
                  <a:lnTo>
                    <a:pt x="192977" y="0"/>
                  </a:lnTo>
                  <a:lnTo>
                    <a:pt x="192977" y="28689"/>
                  </a:lnTo>
                  <a:lnTo>
                    <a:pt x="111719" y="28689"/>
                  </a:lnTo>
                  <a:lnTo>
                    <a:pt x="111719" y="236095"/>
                  </a:lnTo>
                  <a:lnTo>
                    <a:pt x="81342" y="236095"/>
                  </a:lnTo>
                  <a:lnTo>
                    <a:pt x="81342" y="28689"/>
                  </a:lnTo>
                  <a:close/>
                </a:path>
              </a:pathLst>
            </a:custGeom>
            <a:solidFill>
              <a:schemeClr val="bg1"/>
            </a:solidFill>
            <a:ln w="8423" cap="flat">
              <a:noFill/>
              <a:prstDash val="solid"/>
              <a:miter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9E036F63-AC95-4AEF-7779-6A2D59EF9883}"/>
                </a:ext>
              </a:extLst>
            </p:cNvPr>
            <p:cNvSpPr/>
            <p:nvPr/>
          </p:nvSpPr>
          <p:spPr>
            <a:xfrm>
              <a:off x="670761" y="600910"/>
              <a:ext cx="139649" cy="236179"/>
            </a:xfrm>
            <a:custGeom>
              <a:avLst/>
              <a:gdLst>
                <a:gd name="csX0" fmla="*/ 0 w 139649"/>
                <a:gd name="csY0" fmla="*/ 207490 h 236179"/>
                <a:gd name="csX1" fmla="*/ 54678 w 139649"/>
                <a:gd name="csY1" fmla="*/ 207490 h 236179"/>
                <a:gd name="csX2" fmla="*/ 54678 w 139649"/>
                <a:gd name="csY2" fmla="*/ 28689 h 236179"/>
                <a:gd name="csX3" fmla="*/ 0 w 139649"/>
                <a:gd name="csY3" fmla="*/ 28689 h 236179"/>
                <a:gd name="csX4" fmla="*/ 0 w 139649"/>
                <a:gd name="csY4" fmla="*/ 0 h 236179"/>
                <a:gd name="csX5" fmla="*/ 139649 w 139649"/>
                <a:gd name="csY5" fmla="*/ 0 h 236179"/>
                <a:gd name="csX6" fmla="*/ 139649 w 139649"/>
                <a:gd name="csY6" fmla="*/ 28689 h 236179"/>
                <a:gd name="csX7" fmla="*/ 84971 w 139649"/>
                <a:gd name="csY7" fmla="*/ 28689 h 236179"/>
                <a:gd name="csX8" fmla="*/ 84971 w 139649"/>
                <a:gd name="csY8" fmla="*/ 207490 h 236179"/>
                <a:gd name="csX9" fmla="*/ 139649 w 139649"/>
                <a:gd name="csY9" fmla="*/ 207490 h 236179"/>
                <a:gd name="csX10" fmla="*/ 139649 w 139649"/>
                <a:gd name="csY10" fmla="*/ 236180 h 236179"/>
                <a:gd name="csX11" fmla="*/ 0 w 139649"/>
                <a:gd name="csY11" fmla="*/ 236180 h 236179"/>
                <a:gd name="csX12" fmla="*/ 0 w 139649"/>
                <a:gd name="csY12" fmla="*/ 207490 h 2361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139649" h="236179">
                  <a:moveTo>
                    <a:pt x="0" y="207490"/>
                  </a:moveTo>
                  <a:lnTo>
                    <a:pt x="54678" y="207490"/>
                  </a:lnTo>
                  <a:lnTo>
                    <a:pt x="54678" y="28689"/>
                  </a:lnTo>
                  <a:lnTo>
                    <a:pt x="0" y="28689"/>
                  </a:lnTo>
                  <a:lnTo>
                    <a:pt x="0" y="0"/>
                  </a:lnTo>
                  <a:lnTo>
                    <a:pt x="139649" y="0"/>
                  </a:lnTo>
                  <a:lnTo>
                    <a:pt x="139649" y="28689"/>
                  </a:lnTo>
                  <a:lnTo>
                    <a:pt x="84971" y="28689"/>
                  </a:lnTo>
                  <a:lnTo>
                    <a:pt x="84971" y="207490"/>
                  </a:lnTo>
                  <a:lnTo>
                    <a:pt x="139649" y="207490"/>
                  </a:lnTo>
                  <a:lnTo>
                    <a:pt x="139649" y="236180"/>
                  </a:lnTo>
                  <a:lnTo>
                    <a:pt x="0" y="236180"/>
                  </a:lnTo>
                  <a:lnTo>
                    <a:pt x="0" y="207490"/>
                  </a:lnTo>
                  <a:close/>
                </a:path>
              </a:pathLst>
            </a:custGeom>
            <a:solidFill>
              <a:schemeClr val="bg1"/>
            </a:solidFill>
            <a:ln w="8423" cap="flat">
              <a:noFill/>
              <a:prstDash val="solid"/>
              <a:miter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1577B505-EB64-A84B-23EF-B203C2ED18C4}"/>
                </a:ext>
              </a:extLst>
            </p:cNvPr>
            <p:cNvSpPr/>
            <p:nvPr/>
          </p:nvSpPr>
          <p:spPr>
            <a:xfrm>
              <a:off x="835724" y="600994"/>
              <a:ext cx="214156" cy="236095"/>
            </a:xfrm>
            <a:custGeom>
              <a:avLst/>
              <a:gdLst>
                <a:gd name="csX0" fmla="*/ 0 w 214156"/>
                <a:gd name="csY0" fmla="*/ 0 h 236095"/>
                <a:gd name="csX1" fmla="*/ 33752 w 214156"/>
                <a:gd name="csY1" fmla="*/ 0 h 236095"/>
                <a:gd name="csX2" fmla="*/ 102859 w 214156"/>
                <a:gd name="csY2" fmla="*/ 210781 h 236095"/>
                <a:gd name="csX3" fmla="*/ 111635 w 214156"/>
                <a:gd name="csY3" fmla="*/ 210781 h 236095"/>
                <a:gd name="csX4" fmla="*/ 180405 w 214156"/>
                <a:gd name="csY4" fmla="*/ 0 h 236095"/>
                <a:gd name="csX5" fmla="*/ 214157 w 214156"/>
                <a:gd name="csY5" fmla="*/ 0 h 236095"/>
                <a:gd name="csX6" fmla="*/ 134249 w 214156"/>
                <a:gd name="csY6" fmla="*/ 236095 h 236095"/>
                <a:gd name="csX7" fmla="*/ 79908 w 214156"/>
                <a:gd name="csY7" fmla="*/ 236095 h 236095"/>
                <a:gd name="csX8" fmla="*/ 0 w 214156"/>
                <a:gd name="csY8" fmla="*/ 0 h 23609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14156" h="236095">
                  <a:moveTo>
                    <a:pt x="0" y="0"/>
                  </a:moveTo>
                  <a:lnTo>
                    <a:pt x="33752" y="0"/>
                  </a:lnTo>
                  <a:lnTo>
                    <a:pt x="102859" y="210781"/>
                  </a:lnTo>
                  <a:lnTo>
                    <a:pt x="111635" y="210781"/>
                  </a:lnTo>
                  <a:lnTo>
                    <a:pt x="180405" y="0"/>
                  </a:lnTo>
                  <a:lnTo>
                    <a:pt x="214157" y="0"/>
                  </a:lnTo>
                  <a:lnTo>
                    <a:pt x="134249" y="236095"/>
                  </a:lnTo>
                  <a:lnTo>
                    <a:pt x="79908" y="2360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8423" cap="flat">
              <a:noFill/>
              <a:prstDash val="solid"/>
              <a:miter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8DCB55D9-517A-ECD6-AE54-F8557F9479E7}"/>
                </a:ext>
              </a:extLst>
            </p:cNvPr>
            <p:cNvSpPr/>
            <p:nvPr/>
          </p:nvSpPr>
          <p:spPr>
            <a:xfrm>
              <a:off x="1075194" y="600910"/>
              <a:ext cx="139648" cy="236179"/>
            </a:xfrm>
            <a:custGeom>
              <a:avLst/>
              <a:gdLst>
                <a:gd name="csX0" fmla="*/ 0 w 139648"/>
                <a:gd name="csY0" fmla="*/ 207490 h 236179"/>
                <a:gd name="csX1" fmla="*/ 54678 w 139648"/>
                <a:gd name="csY1" fmla="*/ 207490 h 236179"/>
                <a:gd name="csX2" fmla="*/ 54678 w 139648"/>
                <a:gd name="csY2" fmla="*/ 28689 h 236179"/>
                <a:gd name="csX3" fmla="*/ 0 w 139648"/>
                <a:gd name="csY3" fmla="*/ 28689 h 236179"/>
                <a:gd name="csX4" fmla="*/ 0 w 139648"/>
                <a:gd name="csY4" fmla="*/ 0 h 236179"/>
                <a:gd name="csX5" fmla="*/ 139649 w 139648"/>
                <a:gd name="csY5" fmla="*/ 0 h 236179"/>
                <a:gd name="csX6" fmla="*/ 139649 w 139648"/>
                <a:gd name="csY6" fmla="*/ 28689 h 236179"/>
                <a:gd name="csX7" fmla="*/ 84971 w 139648"/>
                <a:gd name="csY7" fmla="*/ 28689 h 236179"/>
                <a:gd name="csX8" fmla="*/ 84971 w 139648"/>
                <a:gd name="csY8" fmla="*/ 207490 h 236179"/>
                <a:gd name="csX9" fmla="*/ 139649 w 139648"/>
                <a:gd name="csY9" fmla="*/ 207490 h 236179"/>
                <a:gd name="csX10" fmla="*/ 139649 w 139648"/>
                <a:gd name="csY10" fmla="*/ 236180 h 236179"/>
                <a:gd name="csX11" fmla="*/ 0 w 139648"/>
                <a:gd name="csY11" fmla="*/ 236180 h 236179"/>
                <a:gd name="csX12" fmla="*/ 0 w 139648"/>
                <a:gd name="csY12" fmla="*/ 207490 h 2361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139648" h="236179">
                  <a:moveTo>
                    <a:pt x="0" y="207490"/>
                  </a:moveTo>
                  <a:lnTo>
                    <a:pt x="54678" y="207490"/>
                  </a:lnTo>
                  <a:lnTo>
                    <a:pt x="54678" y="28689"/>
                  </a:lnTo>
                  <a:lnTo>
                    <a:pt x="0" y="28689"/>
                  </a:lnTo>
                  <a:lnTo>
                    <a:pt x="0" y="0"/>
                  </a:lnTo>
                  <a:lnTo>
                    <a:pt x="139649" y="0"/>
                  </a:lnTo>
                  <a:lnTo>
                    <a:pt x="139649" y="28689"/>
                  </a:lnTo>
                  <a:lnTo>
                    <a:pt x="84971" y="28689"/>
                  </a:lnTo>
                  <a:lnTo>
                    <a:pt x="84971" y="207490"/>
                  </a:lnTo>
                  <a:lnTo>
                    <a:pt x="139649" y="207490"/>
                  </a:lnTo>
                  <a:lnTo>
                    <a:pt x="139649" y="236180"/>
                  </a:lnTo>
                  <a:lnTo>
                    <a:pt x="0" y="236180"/>
                  </a:lnTo>
                  <a:lnTo>
                    <a:pt x="0" y="207490"/>
                  </a:lnTo>
                  <a:close/>
                </a:path>
              </a:pathLst>
            </a:custGeom>
            <a:solidFill>
              <a:schemeClr val="bg1"/>
            </a:solidFill>
            <a:ln w="8423" cap="flat">
              <a:noFill/>
              <a:prstDash val="solid"/>
              <a:miter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1246431C-D7A8-E26C-CF33-BFF24368F69C}"/>
                </a:ext>
              </a:extLst>
            </p:cNvPr>
            <p:cNvSpPr/>
            <p:nvPr/>
          </p:nvSpPr>
          <p:spPr>
            <a:xfrm>
              <a:off x="1241761" y="597450"/>
              <a:ext cx="216688" cy="243014"/>
            </a:xfrm>
            <a:custGeom>
              <a:avLst/>
              <a:gdLst>
                <a:gd name="csX0" fmla="*/ 50797 w 216688"/>
                <a:gd name="csY0" fmla="*/ 230357 h 243014"/>
                <a:gd name="csX1" fmla="*/ 13163 w 216688"/>
                <a:gd name="csY1" fmla="*/ 193736 h 243014"/>
                <a:gd name="csX2" fmla="*/ 0 w 216688"/>
                <a:gd name="csY2" fmla="*/ 137033 h 243014"/>
                <a:gd name="csX3" fmla="*/ 0 w 216688"/>
                <a:gd name="csY3" fmla="*/ 106319 h 243014"/>
                <a:gd name="csX4" fmla="*/ 13163 w 216688"/>
                <a:gd name="csY4" fmla="*/ 49953 h 243014"/>
                <a:gd name="csX5" fmla="*/ 50797 w 216688"/>
                <a:gd name="csY5" fmla="*/ 12995 h 243014"/>
                <a:gd name="csX6" fmla="*/ 108344 w 216688"/>
                <a:gd name="csY6" fmla="*/ 0 h 243014"/>
                <a:gd name="csX7" fmla="*/ 165891 w 216688"/>
                <a:gd name="csY7" fmla="*/ 12657 h 243014"/>
                <a:gd name="csX8" fmla="*/ 203525 w 216688"/>
                <a:gd name="csY8" fmla="*/ 49278 h 243014"/>
                <a:gd name="csX9" fmla="*/ 216688 w 216688"/>
                <a:gd name="csY9" fmla="*/ 105981 h 243014"/>
                <a:gd name="csX10" fmla="*/ 216688 w 216688"/>
                <a:gd name="csY10" fmla="*/ 136696 h 243014"/>
                <a:gd name="csX11" fmla="*/ 203525 w 216688"/>
                <a:gd name="csY11" fmla="*/ 193061 h 243014"/>
                <a:gd name="csX12" fmla="*/ 165891 w 216688"/>
                <a:gd name="csY12" fmla="*/ 230020 h 243014"/>
                <a:gd name="csX13" fmla="*/ 108344 w 216688"/>
                <a:gd name="csY13" fmla="*/ 243014 h 243014"/>
                <a:gd name="csX14" fmla="*/ 50797 w 216688"/>
                <a:gd name="csY14" fmla="*/ 230357 h 243014"/>
                <a:gd name="csX15" fmla="*/ 52147 w 216688"/>
                <a:gd name="csY15" fmla="*/ 193230 h 243014"/>
                <a:gd name="csX16" fmla="*/ 108344 w 216688"/>
                <a:gd name="csY16" fmla="*/ 213313 h 243014"/>
                <a:gd name="csX17" fmla="*/ 164710 w 216688"/>
                <a:gd name="csY17" fmla="*/ 193399 h 243014"/>
                <a:gd name="csX18" fmla="*/ 184624 w 216688"/>
                <a:gd name="csY18" fmla="*/ 136696 h 243014"/>
                <a:gd name="csX19" fmla="*/ 184624 w 216688"/>
                <a:gd name="csY19" fmla="*/ 105981 h 243014"/>
                <a:gd name="csX20" fmla="*/ 164541 w 216688"/>
                <a:gd name="csY20" fmla="*/ 49784 h 243014"/>
                <a:gd name="csX21" fmla="*/ 108428 w 216688"/>
                <a:gd name="csY21" fmla="*/ 29702 h 243014"/>
                <a:gd name="csX22" fmla="*/ 52062 w 216688"/>
                <a:gd name="csY22" fmla="*/ 49615 h 243014"/>
                <a:gd name="csX23" fmla="*/ 32149 w 216688"/>
                <a:gd name="csY23" fmla="*/ 106319 h 243014"/>
                <a:gd name="csX24" fmla="*/ 32149 w 216688"/>
                <a:gd name="csY24" fmla="*/ 137033 h 243014"/>
                <a:gd name="csX25" fmla="*/ 52231 w 216688"/>
                <a:gd name="csY25" fmla="*/ 193230 h 2430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</a:cxnLst>
              <a:rect l="l" t="t" r="r" b="b"/>
              <a:pathLst>
                <a:path w="216688" h="243014">
                  <a:moveTo>
                    <a:pt x="50797" y="230357"/>
                  </a:moveTo>
                  <a:cubicBezTo>
                    <a:pt x="34511" y="221919"/>
                    <a:pt x="21939" y="209769"/>
                    <a:pt x="13163" y="193736"/>
                  </a:cubicBezTo>
                  <a:cubicBezTo>
                    <a:pt x="4388" y="177789"/>
                    <a:pt x="0" y="158888"/>
                    <a:pt x="0" y="137033"/>
                  </a:cubicBezTo>
                  <a:lnTo>
                    <a:pt x="0" y="106319"/>
                  </a:lnTo>
                  <a:cubicBezTo>
                    <a:pt x="0" y="84718"/>
                    <a:pt x="4388" y="65985"/>
                    <a:pt x="13163" y="49953"/>
                  </a:cubicBezTo>
                  <a:cubicBezTo>
                    <a:pt x="21939" y="34005"/>
                    <a:pt x="34427" y="21686"/>
                    <a:pt x="50797" y="12995"/>
                  </a:cubicBezTo>
                  <a:cubicBezTo>
                    <a:pt x="67082" y="4388"/>
                    <a:pt x="86236" y="0"/>
                    <a:pt x="108344" y="0"/>
                  </a:cubicBezTo>
                  <a:cubicBezTo>
                    <a:pt x="130452" y="0"/>
                    <a:pt x="149522" y="4219"/>
                    <a:pt x="165891" y="12657"/>
                  </a:cubicBezTo>
                  <a:cubicBezTo>
                    <a:pt x="182177" y="21095"/>
                    <a:pt x="194749" y="33246"/>
                    <a:pt x="203525" y="49278"/>
                  </a:cubicBezTo>
                  <a:cubicBezTo>
                    <a:pt x="212300" y="65226"/>
                    <a:pt x="216688" y="84127"/>
                    <a:pt x="216688" y="105981"/>
                  </a:cubicBezTo>
                  <a:lnTo>
                    <a:pt x="216688" y="136696"/>
                  </a:lnTo>
                  <a:cubicBezTo>
                    <a:pt x="216688" y="158297"/>
                    <a:pt x="212300" y="177029"/>
                    <a:pt x="203525" y="193061"/>
                  </a:cubicBezTo>
                  <a:cubicBezTo>
                    <a:pt x="194749" y="209009"/>
                    <a:pt x="182177" y="221329"/>
                    <a:pt x="165891" y="230020"/>
                  </a:cubicBezTo>
                  <a:cubicBezTo>
                    <a:pt x="149606" y="238711"/>
                    <a:pt x="130452" y="243014"/>
                    <a:pt x="108344" y="243014"/>
                  </a:cubicBezTo>
                  <a:cubicBezTo>
                    <a:pt x="86236" y="243014"/>
                    <a:pt x="67167" y="238795"/>
                    <a:pt x="50797" y="230357"/>
                  </a:cubicBezTo>
                  <a:close/>
                  <a:moveTo>
                    <a:pt x="52147" y="193230"/>
                  </a:moveTo>
                  <a:cubicBezTo>
                    <a:pt x="65563" y="206647"/>
                    <a:pt x="84211" y="213313"/>
                    <a:pt x="108344" y="213313"/>
                  </a:cubicBezTo>
                  <a:cubicBezTo>
                    <a:pt x="132477" y="213313"/>
                    <a:pt x="151378" y="206647"/>
                    <a:pt x="164710" y="193399"/>
                  </a:cubicBezTo>
                  <a:cubicBezTo>
                    <a:pt x="178042" y="180151"/>
                    <a:pt x="184624" y="161250"/>
                    <a:pt x="184624" y="136696"/>
                  </a:cubicBezTo>
                  <a:lnTo>
                    <a:pt x="184624" y="105981"/>
                  </a:lnTo>
                  <a:cubicBezTo>
                    <a:pt x="184624" y="81933"/>
                    <a:pt x="177958" y="63201"/>
                    <a:pt x="164541" y="49784"/>
                  </a:cubicBezTo>
                  <a:cubicBezTo>
                    <a:pt x="151125" y="36368"/>
                    <a:pt x="132477" y="29702"/>
                    <a:pt x="108428" y="29702"/>
                  </a:cubicBezTo>
                  <a:cubicBezTo>
                    <a:pt x="84380" y="29702"/>
                    <a:pt x="65395" y="36368"/>
                    <a:pt x="52062" y="49615"/>
                  </a:cubicBezTo>
                  <a:cubicBezTo>
                    <a:pt x="38815" y="62863"/>
                    <a:pt x="32149" y="81764"/>
                    <a:pt x="32149" y="106319"/>
                  </a:cubicBezTo>
                  <a:lnTo>
                    <a:pt x="32149" y="137033"/>
                  </a:lnTo>
                  <a:cubicBezTo>
                    <a:pt x="32149" y="161081"/>
                    <a:pt x="38815" y="179814"/>
                    <a:pt x="52231" y="193230"/>
                  </a:cubicBezTo>
                  <a:close/>
                </a:path>
              </a:pathLst>
            </a:custGeom>
            <a:solidFill>
              <a:schemeClr val="bg1"/>
            </a:solidFill>
            <a:ln w="8423" cap="flat">
              <a:noFill/>
              <a:prstDash val="solid"/>
              <a:miter/>
            </a:ln>
          </p:spPr>
          <p:txBody>
            <a:bodyPr/>
            <a:lstStyle/>
            <a:p>
              <a:endParaRPr lang="pt-BR"/>
            </a:p>
          </p:txBody>
        </p:sp>
      </p:grpSp>
      <p:cxnSp>
        <p:nvCxnSpPr>
          <p:cNvPr id="36" name="Straight Connector 35">
            <a:extLst>
              <a:ext uri="{FF2B5EF4-FFF2-40B4-BE49-F238E27FC236}">
                <a16:creationId xmlns:a16="http://schemas.microsoft.com/office/drawing/2014/main" id="{B823191C-1846-21BE-4FED-0549FA6F82AA}"/>
              </a:ext>
            </a:extLst>
          </p:cNvPr>
          <p:cNvCxnSpPr>
            <a:cxnSpLocks/>
          </p:cNvCxnSpPr>
          <p:nvPr/>
        </p:nvCxnSpPr>
        <p:spPr>
          <a:xfrm>
            <a:off x="449179" y="6288414"/>
            <a:ext cx="10142621" cy="0"/>
          </a:xfrm>
          <a:prstGeom prst="line">
            <a:avLst/>
          </a:prstGeom>
          <a:ln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7" name="Straight Connector 36">
            <a:extLst>
              <a:ext uri="{FF2B5EF4-FFF2-40B4-BE49-F238E27FC236}">
                <a16:creationId xmlns:a16="http://schemas.microsoft.com/office/drawing/2014/main" id="{91AE14CE-B3F1-665B-EC8D-160C4CBD508F}"/>
              </a:ext>
            </a:extLst>
          </p:cNvPr>
          <p:cNvCxnSpPr>
            <a:cxnSpLocks/>
          </p:cNvCxnSpPr>
          <p:nvPr/>
        </p:nvCxnSpPr>
        <p:spPr>
          <a:xfrm>
            <a:off x="4146115" y="604623"/>
            <a:ext cx="7645834" cy="0"/>
          </a:xfrm>
          <a:prstGeom prst="line">
            <a:avLst/>
          </a:prstGeom>
          <a:ln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58" name="Group 57">
            <a:extLst>
              <a:ext uri="{FF2B5EF4-FFF2-40B4-BE49-F238E27FC236}">
                <a16:creationId xmlns:a16="http://schemas.microsoft.com/office/drawing/2014/main" id="{43AA16E3-9CE4-0F4F-3EB6-23BACE9B002A}"/>
              </a:ext>
            </a:extLst>
          </p:cNvPr>
          <p:cNvGrpSpPr/>
          <p:nvPr/>
        </p:nvGrpSpPr>
        <p:grpSpPr>
          <a:xfrm>
            <a:off x="449179" y="1086991"/>
            <a:ext cx="5545770" cy="306068"/>
            <a:chOff x="449417" y="1193448"/>
            <a:chExt cx="5448864" cy="306068"/>
          </a:xfrm>
        </p:grpSpPr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B28C9C62-C317-5B66-7CC1-65117805F0B6}"/>
                </a:ext>
              </a:extLst>
            </p:cNvPr>
            <p:cNvSpPr txBox="1"/>
            <p:nvPr/>
          </p:nvSpPr>
          <p:spPr>
            <a:xfrm>
              <a:off x="456569" y="1193448"/>
              <a:ext cx="4989576" cy="192360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pt-BR" sz="12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+mn-cs"/>
                </a:rPr>
                <a:t>Distribuição de Rating da Carteira — Exposição de Rating Externo*</a:t>
              </a:r>
            </a:p>
          </p:txBody>
        </p: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6193BE35-09F8-F82E-DF00-2981AD94A8C2}"/>
                </a:ext>
              </a:extLst>
            </p:cNvPr>
            <p:cNvCxnSpPr>
              <a:cxnSpLocks/>
            </p:cNvCxnSpPr>
            <p:nvPr/>
          </p:nvCxnSpPr>
          <p:spPr>
            <a:xfrm>
              <a:off x="449417" y="1499516"/>
              <a:ext cx="5448864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2" name="Group 61">
            <a:extLst>
              <a:ext uri="{FF2B5EF4-FFF2-40B4-BE49-F238E27FC236}">
                <a16:creationId xmlns:a16="http://schemas.microsoft.com/office/drawing/2014/main" id="{D1585C37-E053-7C5F-DF6F-93C36F67ACFF}"/>
              </a:ext>
            </a:extLst>
          </p:cNvPr>
          <p:cNvGrpSpPr/>
          <p:nvPr/>
        </p:nvGrpSpPr>
        <p:grpSpPr>
          <a:xfrm>
            <a:off x="6096000" y="1094480"/>
            <a:ext cx="5695949" cy="332385"/>
            <a:chOff x="381933" y="1193448"/>
            <a:chExt cx="10679062" cy="306068"/>
          </a:xfrm>
        </p:grpSpPr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94D3C97B-777E-82F1-B62B-36051BF9880C}"/>
                </a:ext>
              </a:extLst>
            </p:cNvPr>
            <p:cNvSpPr txBox="1"/>
            <p:nvPr/>
          </p:nvSpPr>
          <p:spPr>
            <a:xfrm>
              <a:off x="456569" y="1193448"/>
              <a:ext cx="2659774" cy="192360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pt-BR" sz="12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+mn-cs"/>
                </a:rPr>
                <a:t>Exposição Setorial</a:t>
              </a:r>
            </a:p>
          </p:txBody>
        </p:sp>
        <p:cxnSp>
          <p:nvCxnSpPr>
            <p:cNvPr id="64" name="Straight Connector 63">
              <a:extLst>
                <a:ext uri="{FF2B5EF4-FFF2-40B4-BE49-F238E27FC236}">
                  <a16:creationId xmlns:a16="http://schemas.microsoft.com/office/drawing/2014/main" id="{A5913D5E-10E6-1D07-B61F-28AE30C9E502}"/>
                </a:ext>
              </a:extLst>
            </p:cNvPr>
            <p:cNvCxnSpPr>
              <a:cxnSpLocks/>
            </p:cNvCxnSpPr>
            <p:nvPr/>
          </p:nvCxnSpPr>
          <p:spPr>
            <a:xfrm>
              <a:off x="381933" y="1499516"/>
              <a:ext cx="10679062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aphicFrame>
        <p:nvGraphicFramePr>
          <p:cNvPr id="4" name="Chart 6">
            <a:extLst>
              <a:ext uri="{FF2B5EF4-FFF2-40B4-BE49-F238E27FC236}">
                <a16:creationId xmlns:a16="http://schemas.microsoft.com/office/drawing/2014/main" id="{E5EB77AA-D0C2-64FD-47D7-459CDB55952B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4224447483"/>
              </p:ext>
            </p:extLst>
          </p:nvPr>
        </p:nvGraphicFramePr>
        <p:xfrm>
          <a:off x="545667" y="1606967"/>
          <a:ext cx="11246282" cy="456773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776839874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8AF83CD2-9E3E-415F-77E9-29E336F7E214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857649" y="870321"/>
            <a:ext cx="8441175" cy="430887"/>
          </a:xfrm>
        </p:spPr>
        <p:txBody>
          <a:bodyPr/>
          <a:lstStyle/>
          <a:p>
            <a:r>
              <a:rPr lang="pt-BR" sz="2000" dirty="0" err="1">
                <a:solidFill>
                  <a:schemeClr val="bg1"/>
                </a:solidFill>
              </a:rPr>
              <a:t>Disclaimer</a:t>
            </a:r>
            <a:endParaRPr lang="pt-BR" sz="2000" dirty="0">
              <a:solidFill>
                <a:schemeClr val="bg1"/>
              </a:solidFill>
            </a:endParaRP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486C1A0C-1A96-3560-7A7D-2BF5E0EFF915}"/>
              </a:ext>
            </a:extLst>
          </p:cNvPr>
          <p:cNvGrpSpPr/>
          <p:nvPr/>
        </p:nvGrpSpPr>
        <p:grpSpPr>
          <a:xfrm>
            <a:off x="6804272" y="5606302"/>
            <a:ext cx="1749422" cy="866639"/>
            <a:chOff x="1699119" y="2600423"/>
            <a:chExt cx="6906502" cy="3421384"/>
          </a:xfrm>
        </p:grpSpPr>
        <p:pic>
          <p:nvPicPr>
            <p:cNvPr id="7" name="Imagem 3">
              <a:extLst>
                <a:ext uri="{FF2B5EF4-FFF2-40B4-BE49-F238E27FC236}">
                  <a16:creationId xmlns:a16="http://schemas.microsoft.com/office/drawing/2014/main" id="{199CD498-6137-1FB2-71DA-819482913AAF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rcRect/>
            <a:stretch/>
          </p:blipFill>
          <p:spPr>
            <a:xfrm>
              <a:off x="5271241" y="2600423"/>
              <a:ext cx="3334380" cy="3371850"/>
            </a:xfrm>
            <a:prstGeom prst="rect">
              <a:avLst/>
            </a:prstGeom>
          </p:spPr>
        </p:pic>
        <p:pic>
          <p:nvPicPr>
            <p:cNvPr id="8" name="Imagem 4">
              <a:extLst>
                <a:ext uri="{FF2B5EF4-FFF2-40B4-BE49-F238E27FC236}">
                  <a16:creationId xmlns:a16="http://schemas.microsoft.com/office/drawing/2014/main" id="{9C9B33E0-7318-1D5D-15F8-398F0A193602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rcRect/>
            <a:stretch/>
          </p:blipFill>
          <p:spPr>
            <a:xfrm>
              <a:off x="1699119" y="2687426"/>
              <a:ext cx="3371850" cy="3334381"/>
            </a:xfrm>
            <a:prstGeom prst="rect">
              <a:avLst/>
            </a:prstGeom>
          </p:spPr>
        </p:pic>
      </p:grpSp>
      <p:sp>
        <p:nvSpPr>
          <p:cNvPr id="15" name="Text Placeholder 2">
            <a:extLst>
              <a:ext uri="{FF2B5EF4-FFF2-40B4-BE49-F238E27FC236}">
                <a16:creationId xmlns:a16="http://schemas.microsoft.com/office/drawing/2014/main" id="{9819E3D9-8291-247A-6880-F8F12B3423C3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819228" y="1356632"/>
            <a:ext cx="5179881" cy="3173139"/>
          </a:xfrm>
        </p:spPr>
        <p:txBody>
          <a:bodyPr/>
          <a:lstStyle/>
          <a:p>
            <a:pPr marR="1524" defTabSz="316733">
              <a:spcBef>
                <a:spcPts val="36"/>
              </a:spcBef>
              <a:spcAft>
                <a:spcPts val="36"/>
              </a:spcAft>
              <a:defRPr/>
            </a:pPr>
            <a:r>
              <a:rPr lang="pt-BR" sz="900">
                <a:solidFill>
                  <a:srgbClr val="FFFFFF"/>
                </a:solidFill>
                <a:latin typeface="Versos Light"/>
                <a:cs typeface="Versos"/>
              </a:rPr>
              <a:t>MATERIAL DE DIVULGAÇÃO</a:t>
            </a:r>
          </a:p>
          <a:p>
            <a:pPr marR="1524" defTabSz="316733">
              <a:spcBef>
                <a:spcPts val="36"/>
              </a:spcBef>
              <a:spcAft>
                <a:spcPts val="36"/>
              </a:spcAft>
              <a:defRPr/>
            </a:pPr>
            <a:endParaRPr lang="pt-BR" sz="900">
              <a:solidFill>
                <a:srgbClr val="FFFFFF"/>
              </a:solidFill>
              <a:latin typeface="Versos Light"/>
              <a:cs typeface="Versos"/>
            </a:endParaRPr>
          </a:p>
          <a:p>
            <a:pPr marR="1524" defTabSz="316733">
              <a:spcBef>
                <a:spcPts val="36"/>
              </a:spcBef>
              <a:spcAft>
                <a:spcPts val="36"/>
              </a:spcAft>
              <a:defRPr/>
            </a:pPr>
            <a:r>
              <a:rPr lang="pt-BR" sz="900">
                <a:solidFill>
                  <a:srgbClr val="FFFFFF"/>
                </a:solidFill>
                <a:latin typeface="Versos Light"/>
                <a:cs typeface="Versos"/>
              </a:rPr>
              <a:t>ESTE FUNDO POSSUI MENOS DE SEIS MESES DE FUNCIONAMENTO. POR ESSE MOTIVO, ESTE MATERIAL NÃO APRESENTA INFORMAÇÕES SOBRE SEUS RESULTADOS OU SUA RENTABILIDADE, EM OBSERVÂNCIA À REGULAMENTAÇÃO APLICÁVEL.</a:t>
            </a:r>
          </a:p>
          <a:p>
            <a:pPr marR="1524" defTabSz="316733">
              <a:spcBef>
                <a:spcPts val="36"/>
              </a:spcBef>
              <a:spcAft>
                <a:spcPts val="36"/>
              </a:spcAft>
              <a:defRPr/>
            </a:pPr>
            <a:endParaRPr lang="pt-BR" sz="900">
              <a:solidFill>
                <a:srgbClr val="FFFFFF"/>
              </a:solidFill>
              <a:latin typeface="Versos Light"/>
              <a:cs typeface="Versos"/>
            </a:endParaRPr>
          </a:p>
          <a:p>
            <a:pPr marR="1524" defTabSz="316733">
              <a:spcBef>
                <a:spcPts val="36"/>
              </a:spcBef>
              <a:spcAft>
                <a:spcPts val="36"/>
              </a:spcAft>
              <a:defRPr/>
            </a:pPr>
            <a:r>
              <a:rPr lang="pt-BR" sz="900">
                <a:solidFill>
                  <a:srgbClr val="FFFFFF"/>
                </a:solidFill>
                <a:latin typeface="Versos Light"/>
                <a:cs typeface="Versos"/>
              </a:rPr>
              <a:t>Este material foi elaborado pela Tivio Capital Distribuidora de Títulos e Valores Mobiliários S.A. e possui caráter meramente informativo. Não constitui oferta, recomendação ou aconselhamento de investimento.</a:t>
            </a:r>
          </a:p>
          <a:p>
            <a:pPr marR="1524" defTabSz="316733">
              <a:spcBef>
                <a:spcPts val="36"/>
              </a:spcBef>
              <a:spcAft>
                <a:spcPts val="36"/>
              </a:spcAft>
              <a:defRPr/>
            </a:pPr>
            <a:endParaRPr lang="pt-BR" sz="900">
              <a:solidFill>
                <a:srgbClr val="FFFFFF"/>
              </a:solidFill>
              <a:latin typeface="Versos Light"/>
              <a:cs typeface="Versos"/>
            </a:endParaRPr>
          </a:p>
          <a:p>
            <a:pPr marR="1524" defTabSz="316733">
              <a:spcBef>
                <a:spcPts val="36"/>
              </a:spcBef>
              <a:spcAft>
                <a:spcPts val="36"/>
              </a:spcAft>
              <a:defRPr/>
            </a:pPr>
            <a:r>
              <a:rPr lang="pt-BR" sz="900">
                <a:solidFill>
                  <a:srgbClr val="FFFFFF"/>
                </a:solidFill>
                <a:latin typeface="Versos Light"/>
                <a:cs typeface="Versos"/>
              </a:rPr>
              <a:t>Antes de investir, leia a lâmina de informações básicas, se aplicável, o regulamento, o formulário de informações complementares, seus anexos e apêndices, disponíveis em tivio.com/fundos/.</a:t>
            </a:r>
          </a:p>
          <a:p>
            <a:pPr marR="1524" defTabSz="316733">
              <a:spcBef>
                <a:spcPts val="36"/>
              </a:spcBef>
              <a:spcAft>
                <a:spcPts val="36"/>
              </a:spcAft>
              <a:defRPr/>
            </a:pPr>
            <a:endParaRPr lang="pt-BR" sz="900">
              <a:solidFill>
                <a:srgbClr val="FFFFFF"/>
              </a:solidFill>
              <a:latin typeface="Versos Light"/>
              <a:cs typeface="Versos"/>
            </a:endParaRPr>
          </a:p>
          <a:p>
            <a:pPr marR="1524" defTabSz="316733">
              <a:spcBef>
                <a:spcPts val="36"/>
              </a:spcBef>
              <a:spcAft>
                <a:spcPts val="36"/>
              </a:spcAft>
              <a:defRPr/>
            </a:pPr>
            <a:r>
              <a:rPr lang="pt-BR" sz="900">
                <a:solidFill>
                  <a:srgbClr val="FFFFFF"/>
                </a:solidFill>
                <a:latin typeface="Versos Light"/>
                <a:cs typeface="Versos"/>
              </a:rPr>
              <a:t>Os investimentos envolvem riscos e podem não ser adequados aos objetivos do investidor.</a:t>
            </a:r>
          </a:p>
          <a:p>
            <a:pPr marR="1524" defTabSz="316733">
              <a:spcBef>
                <a:spcPts val="36"/>
              </a:spcBef>
              <a:spcAft>
                <a:spcPts val="36"/>
              </a:spcAft>
              <a:defRPr/>
            </a:pPr>
            <a:endParaRPr lang="pt-BR" sz="900">
              <a:solidFill>
                <a:srgbClr val="FFFFFF"/>
              </a:solidFill>
              <a:latin typeface="Versos Light"/>
              <a:cs typeface="Versos"/>
            </a:endParaRPr>
          </a:p>
          <a:p>
            <a:pPr marR="1524" defTabSz="316733">
              <a:spcBef>
                <a:spcPts val="36"/>
              </a:spcBef>
              <a:spcAft>
                <a:spcPts val="36"/>
              </a:spcAft>
              <a:defRPr/>
            </a:pPr>
            <a:r>
              <a:rPr lang="pt-BR" sz="900">
                <a:solidFill>
                  <a:srgbClr val="FFFFFF"/>
                </a:solidFill>
                <a:latin typeface="Versos Light"/>
                <a:cs typeface="Versos"/>
              </a:rPr>
              <a:t>Os investimentos em fundos não são garantidos pelo administrador, pelo gestor, por qualquer mecanismo de seguro ou pelo Fundo Garantidor de Crédito – FGC.</a:t>
            </a:r>
          </a:p>
          <a:p>
            <a:pPr marR="1524" defTabSz="316733">
              <a:spcBef>
                <a:spcPts val="36"/>
              </a:spcBef>
              <a:spcAft>
                <a:spcPts val="36"/>
              </a:spcAft>
              <a:defRPr/>
            </a:pPr>
            <a:endParaRPr lang="pt-BR" sz="900">
              <a:solidFill>
                <a:srgbClr val="FFFFFF"/>
              </a:solidFill>
              <a:cs typeface="Versos"/>
            </a:endParaRPr>
          </a:p>
          <a:p>
            <a:pPr marL="5080" marR="2032" defTabSz="182880">
              <a:lnSpc>
                <a:spcPct val="122600"/>
              </a:lnSpc>
            </a:pPr>
            <a:r>
              <a:rPr lang="pt-BR" sz="900">
                <a:solidFill>
                  <a:srgbClr val="FFFFFF"/>
                </a:solidFill>
                <a:latin typeface="Versos Light"/>
                <a:cs typeface="Versos Light"/>
              </a:rPr>
              <a:t>A</a:t>
            </a:r>
            <a:r>
              <a:rPr lang="pt-BR" sz="900" spc="-20">
                <a:solidFill>
                  <a:srgbClr val="FFFFFF"/>
                </a:solidFill>
                <a:latin typeface="Versos Light"/>
                <a:cs typeface="Versos Light"/>
              </a:rPr>
              <a:t> </a:t>
            </a:r>
            <a:r>
              <a:rPr lang="pt-BR" sz="900" spc="-4">
                <a:solidFill>
                  <a:srgbClr val="FFFFFF"/>
                </a:solidFill>
                <a:latin typeface="Versos Light"/>
                <a:cs typeface="Versos Light"/>
              </a:rPr>
              <a:t>Tivio</a:t>
            </a:r>
            <a:r>
              <a:rPr lang="pt-BR" sz="900" spc="-20">
                <a:solidFill>
                  <a:srgbClr val="FFFFFF"/>
                </a:solidFill>
                <a:latin typeface="Versos Light"/>
                <a:cs typeface="Versos Light"/>
              </a:rPr>
              <a:t> </a:t>
            </a:r>
            <a:r>
              <a:rPr lang="pt-BR" sz="900" spc="-4">
                <a:solidFill>
                  <a:srgbClr val="FFFFFF"/>
                </a:solidFill>
                <a:latin typeface="Versos Light"/>
                <a:cs typeface="Versos Light"/>
              </a:rPr>
              <a:t>Capital</a:t>
            </a:r>
            <a:r>
              <a:rPr lang="pt-BR" sz="900" spc="-18">
                <a:solidFill>
                  <a:srgbClr val="FFFFFF"/>
                </a:solidFill>
                <a:latin typeface="Versos Light"/>
                <a:cs typeface="Versos Light"/>
              </a:rPr>
              <a:t> </a:t>
            </a:r>
            <a:r>
              <a:rPr lang="pt-BR" sz="900">
                <a:solidFill>
                  <a:srgbClr val="FFFFFF"/>
                </a:solidFill>
                <a:latin typeface="Versos Light"/>
                <a:cs typeface="Versos Light"/>
              </a:rPr>
              <a:t>Distribuidora</a:t>
            </a:r>
            <a:r>
              <a:rPr lang="pt-BR" sz="900" spc="-20">
                <a:solidFill>
                  <a:srgbClr val="FFFFFF"/>
                </a:solidFill>
                <a:latin typeface="Versos Light"/>
                <a:cs typeface="Versos Light"/>
              </a:rPr>
              <a:t> </a:t>
            </a:r>
            <a:r>
              <a:rPr lang="pt-BR" sz="900">
                <a:solidFill>
                  <a:srgbClr val="FFFFFF"/>
                </a:solidFill>
                <a:latin typeface="Versos Light"/>
                <a:cs typeface="Versos Light"/>
              </a:rPr>
              <a:t>de</a:t>
            </a:r>
            <a:r>
              <a:rPr lang="pt-BR" sz="900" spc="-20">
                <a:solidFill>
                  <a:srgbClr val="FFFFFF"/>
                </a:solidFill>
                <a:latin typeface="Versos Light"/>
                <a:cs typeface="Versos Light"/>
              </a:rPr>
              <a:t> </a:t>
            </a:r>
            <a:r>
              <a:rPr lang="pt-BR" sz="900" spc="-4">
                <a:solidFill>
                  <a:srgbClr val="FFFFFF"/>
                </a:solidFill>
                <a:latin typeface="Versos Light"/>
                <a:cs typeface="Versos Light"/>
              </a:rPr>
              <a:t>Títulos</a:t>
            </a:r>
            <a:r>
              <a:rPr lang="pt-BR" sz="900" spc="-18">
                <a:solidFill>
                  <a:srgbClr val="FFFFFF"/>
                </a:solidFill>
                <a:latin typeface="Versos Light"/>
                <a:cs typeface="Versos Light"/>
              </a:rPr>
              <a:t> </a:t>
            </a:r>
            <a:r>
              <a:rPr lang="pt-BR" sz="900">
                <a:solidFill>
                  <a:srgbClr val="FFFFFF"/>
                </a:solidFill>
                <a:latin typeface="Versos Light"/>
                <a:cs typeface="Versos Light"/>
              </a:rPr>
              <a:t>e</a:t>
            </a:r>
            <a:r>
              <a:rPr lang="pt-BR" sz="900" spc="-20">
                <a:solidFill>
                  <a:srgbClr val="FFFFFF"/>
                </a:solidFill>
                <a:latin typeface="Versos Light"/>
                <a:cs typeface="Versos Light"/>
              </a:rPr>
              <a:t> </a:t>
            </a:r>
            <a:r>
              <a:rPr lang="pt-BR" sz="900" spc="-4">
                <a:solidFill>
                  <a:srgbClr val="FFFFFF"/>
                </a:solidFill>
                <a:latin typeface="Versos Light"/>
                <a:cs typeface="Versos Light"/>
              </a:rPr>
              <a:t>Valores</a:t>
            </a:r>
            <a:r>
              <a:rPr lang="pt-BR" sz="900" spc="-20">
                <a:solidFill>
                  <a:srgbClr val="FFFFFF"/>
                </a:solidFill>
                <a:latin typeface="Versos Light"/>
                <a:cs typeface="Versos Light"/>
              </a:rPr>
              <a:t> </a:t>
            </a:r>
            <a:r>
              <a:rPr lang="pt-BR" sz="900" spc="-4">
                <a:solidFill>
                  <a:srgbClr val="FFFFFF"/>
                </a:solidFill>
                <a:latin typeface="Versos Light"/>
                <a:cs typeface="Versos Light"/>
              </a:rPr>
              <a:t>Mobiliários</a:t>
            </a:r>
            <a:r>
              <a:rPr lang="pt-BR" sz="900" spc="-18">
                <a:solidFill>
                  <a:srgbClr val="FFFFFF"/>
                </a:solidFill>
                <a:latin typeface="Versos Light"/>
                <a:cs typeface="Versos Light"/>
              </a:rPr>
              <a:t> </a:t>
            </a:r>
            <a:r>
              <a:rPr lang="pt-BR" sz="900">
                <a:solidFill>
                  <a:srgbClr val="FFFFFF"/>
                </a:solidFill>
                <a:latin typeface="Versos Light"/>
                <a:cs typeface="Versos Light"/>
              </a:rPr>
              <a:t>S.A.</a:t>
            </a:r>
            <a:r>
              <a:rPr lang="pt-BR" sz="900" spc="-20">
                <a:solidFill>
                  <a:srgbClr val="FFFFFF"/>
                </a:solidFill>
                <a:latin typeface="Versos Light"/>
                <a:cs typeface="Versos Light"/>
              </a:rPr>
              <a:t> </a:t>
            </a:r>
            <a:r>
              <a:rPr lang="pt-BR" sz="900">
                <a:solidFill>
                  <a:srgbClr val="FFFFFF"/>
                </a:solidFill>
                <a:latin typeface="Versos Light"/>
                <a:cs typeface="Versos Light"/>
              </a:rPr>
              <a:t>integra</a:t>
            </a:r>
            <a:r>
              <a:rPr lang="pt-BR" sz="900" spc="-18">
                <a:solidFill>
                  <a:srgbClr val="FFFFFF"/>
                </a:solidFill>
                <a:latin typeface="Versos Light"/>
                <a:cs typeface="Versos Light"/>
              </a:rPr>
              <a:t> </a:t>
            </a:r>
            <a:r>
              <a:rPr lang="pt-BR" sz="900">
                <a:solidFill>
                  <a:srgbClr val="FFFFFF"/>
                </a:solidFill>
                <a:latin typeface="Versos Light"/>
                <a:cs typeface="Versos Light"/>
              </a:rPr>
              <a:t>o</a:t>
            </a:r>
            <a:r>
              <a:rPr lang="pt-BR" sz="900" spc="-20">
                <a:solidFill>
                  <a:srgbClr val="FFFFFF"/>
                </a:solidFill>
                <a:latin typeface="Versos Light"/>
                <a:cs typeface="Versos Light"/>
              </a:rPr>
              <a:t> </a:t>
            </a:r>
            <a:r>
              <a:rPr lang="pt-BR" sz="900">
                <a:solidFill>
                  <a:srgbClr val="FFFFFF"/>
                </a:solidFill>
                <a:latin typeface="Versos Light"/>
                <a:cs typeface="Versos Light"/>
              </a:rPr>
              <a:t>conglomerado</a:t>
            </a:r>
            <a:r>
              <a:rPr lang="pt-BR" sz="900" spc="-20">
                <a:solidFill>
                  <a:srgbClr val="FFFFFF"/>
                </a:solidFill>
                <a:latin typeface="Versos Light"/>
                <a:cs typeface="Versos Light"/>
              </a:rPr>
              <a:t> </a:t>
            </a:r>
            <a:r>
              <a:rPr lang="pt-BR" sz="900">
                <a:solidFill>
                  <a:srgbClr val="FFFFFF"/>
                </a:solidFill>
                <a:latin typeface="Versos Light"/>
                <a:cs typeface="Versos Light"/>
              </a:rPr>
              <a:t>prudencial</a:t>
            </a:r>
            <a:r>
              <a:rPr lang="pt-BR" sz="900" spc="-18">
                <a:solidFill>
                  <a:srgbClr val="FFFFFF"/>
                </a:solidFill>
                <a:latin typeface="Versos Light"/>
                <a:cs typeface="Versos Light"/>
              </a:rPr>
              <a:t> </a:t>
            </a:r>
            <a:r>
              <a:rPr lang="pt-BR" sz="900">
                <a:solidFill>
                  <a:srgbClr val="FFFFFF"/>
                </a:solidFill>
                <a:latin typeface="Versos Light"/>
                <a:cs typeface="Versos Light"/>
              </a:rPr>
              <a:t>liderado</a:t>
            </a:r>
            <a:r>
              <a:rPr lang="pt-BR" sz="900" spc="-20">
                <a:solidFill>
                  <a:srgbClr val="FFFFFF"/>
                </a:solidFill>
                <a:latin typeface="Versos Light"/>
                <a:cs typeface="Versos Light"/>
              </a:rPr>
              <a:t> </a:t>
            </a:r>
            <a:r>
              <a:rPr lang="pt-BR" sz="900">
                <a:solidFill>
                  <a:srgbClr val="FFFFFF"/>
                </a:solidFill>
                <a:latin typeface="Versos Light"/>
                <a:cs typeface="Versos Light"/>
              </a:rPr>
              <a:t>pelo</a:t>
            </a:r>
            <a:r>
              <a:rPr lang="pt-BR" sz="900" spc="-20">
                <a:solidFill>
                  <a:srgbClr val="FFFFFF"/>
                </a:solidFill>
                <a:latin typeface="Versos Light"/>
                <a:cs typeface="Versos Light"/>
              </a:rPr>
              <a:t> </a:t>
            </a:r>
            <a:r>
              <a:rPr lang="pt-BR" sz="900" spc="-4">
                <a:solidFill>
                  <a:srgbClr val="FFFFFF"/>
                </a:solidFill>
                <a:latin typeface="Versos Light"/>
                <a:cs typeface="Versos Light"/>
              </a:rPr>
              <a:t>Banco Bradesco</a:t>
            </a:r>
            <a:r>
              <a:rPr lang="pt-BR" sz="900" spc="-6">
                <a:solidFill>
                  <a:srgbClr val="FFFFFF"/>
                </a:solidFill>
                <a:latin typeface="Versos Light"/>
                <a:cs typeface="Versos Light"/>
              </a:rPr>
              <a:t> </a:t>
            </a:r>
            <a:r>
              <a:rPr lang="pt-BR" sz="900" spc="-8">
                <a:solidFill>
                  <a:srgbClr val="FFFFFF"/>
                </a:solidFill>
                <a:latin typeface="Versos Light"/>
                <a:cs typeface="Versos Light"/>
              </a:rPr>
              <a:t>S.A.</a:t>
            </a:r>
            <a:endParaRPr lang="pt-BR" sz="900">
              <a:solidFill>
                <a:prstClr val="black"/>
              </a:solidFill>
              <a:latin typeface="Versos Light"/>
              <a:cs typeface="Versos Light"/>
            </a:endParaRPr>
          </a:p>
          <a:p>
            <a:pPr defTabSz="182880">
              <a:spcBef>
                <a:spcPts val="122"/>
              </a:spcBef>
              <a:buClrTx/>
            </a:pPr>
            <a:endParaRPr lang="pt-BR" sz="900">
              <a:solidFill>
                <a:prstClr val="black"/>
              </a:solidFill>
              <a:latin typeface="Versos Light"/>
              <a:cs typeface="Versos Light"/>
            </a:endParaRPr>
          </a:p>
          <a:p>
            <a:pPr marL="5080" marR="2521204" defTabSz="182880">
              <a:lnSpc>
                <a:spcPct val="122600"/>
              </a:lnSpc>
              <a:buClrTx/>
            </a:pPr>
            <a:r>
              <a:rPr lang="pt-BR" sz="900">
                <a:solidFill>
                  <a:srgbClr val="FFFFFF"/>
                </a:solidFill>
                <a:latin typeface="Versos Light"/>
                <a:cs typeface="Versos Light"/>
              </a:rPr>
              <a:t>SAC:</a:t>
            </a:r>
            <a:r>
              <a:rPr lang="pt-BR" sz="900" spc="100">
                <a:solidFill>
                  <a:srgbClr val="FFFFFF"/>
                </a:solidFill>
                <a:latin typeface="Versos Light"/>
                <a:cs typeface="Versos Light"/>
              </a:rPr>
              <a:t> </a:t>
            </a:r>
            <a:r>
              <a:rPr lang="pt-BR" sz="900">
                <a:solidFill>
                  <a:srgbClr val="FFFFFF"/>
                </a:solidFill>
                <a:latin typeface="Versos Light"/>
                <a:cs typeface="Versos Light"/>
              </a:rPr>
              <a:t>0800</a:t>
            </a:r>
            <a:r>
              <a:rPr lang="pt-BR" sz="900" spc="-20">
                <a:solidFill>
                  <a:srgbClr val="FFFFFF"/>
                </a:solidFill>
                <a:latin typeface="Versos Light"/>
                <a:cs typeface="Versos Light"/>
              </a:rPr>
              <a:t> </a:t>
            </a:r>
            <a:r>
              <a:rPr lang="pt-BR" sz="900">
                <a:solidFill>
                  <a:srgbClr val="FFFFFF"/>
                </a:solidFill>
                <a:latin typeface="Versos Light"/>
                <a:cs typeface="Versos Light"/>
              </a:rPr>
              <a:t>704</a:t>
            </a:r>
            <a:r>
              <a:rPr lang="pt-BR" sz="900" spc="-20">
                <a:solidFill>
                  <a:srgbClr val="FFFFFF"/>
                </a:solidFill>
                <a:latin typeface="Versos Light"/>
                <a:cs typeface="Versos Light"/>
              </a:rPr>
              <a:t> </a:t>
            </a:r>
            <a:r>
              <a:rPr lang="pt-BR" sz="900">
                <a:solidFill>
                  <a:srgbClr val="FFFFFF"/>
                </a:solidFill>
                <a:latin typeface="Versos Light"/>
                <a:cs typeface="Versos Light"/>
              </a:rPr>
              <a:t>8383</a:t>
            </a:r>
            <a:r>
              <a:rPr lang="pt-BR" sz="900" spc="-20">
                <a:solidFill>
                  <a:srgbClr val="FFFFFF"/>
                </a:solidFill>
                <a:latin typeface="Versos Light"/>
                <a:cs typeface="Versos Light"/>
              </a:rPr>
              <a:t> </a:t>
            </a:r>
            <a:r>
              <a:rPr lang="pt-BR" sz="900">
                <a:solidFill>
                  <a:srgbClr val="FFFFFF"/>
                </a:solidFill>
                <a:latin typeface="Versos Light"/>
                <a:cs typeface="Versos Light"/>
              </a:rPr>
              <a:t>–</a:t>
            </a:r>
            <a:r>
              <a:rPr lang="pt-BR" sz="900" spc="-20">
                <a:solidFill>
                  <a:srgbClr val="FFFFFF"/>
                </a:solidFill>
                <a:latin typeface="Versos Light"/>
                <a:cs typeface="Versos Light"/>
              </a:rPr>
              <a:t> </a:t>
            </a:r>
            <a:r>
              <a:rPr lang="pt-BR" sz="900" spc="-4">
                <a:solidFill>
                  <a:srgbClr val="FFFFFF"/>
                </a:solidFill>
                <a:latin typeface="Versos Light"/>
                <a:cs typeface="Versos Light"/>
              </a:rPr>
              <a:t>Atendimento</a:t>
            </a:r>
            <a:r>
              <a:rPr lang="pt-BR" sz="900" spc="-20">
                <a:solidFill>
                  <a:srgbClr val="FFFFFF"/>
                </a:solidFill>
                <a:latin typeface="Versos Light"/>
                <a:cs typeface="Versos Light"/>
              </a:rPr>
              <a:t> </a:t>
            </a:r>
            <a:r>
              <a:rPr lang="pt-BR" sz="900" spc="-12">
                <a:solidFill>
                  <a:srgbClr val="FFFFFF"/>
                </a:solidFill>
                <a:latin typeface="Versos Light"/>
                <a:cs typeface="Versos Light"/>
              </a:rPr>
              <a:t>24</a:t>
            </a:r>
            <a:r>
              <a:rPr lang="pt-BR" sz="900" spc="-20">
                <a:solidFill>
                  <a:srgbClr val="FFFFFF"/>
                </a:solidFill>
                <a:latin typeface="Versos Light"/>
                <a:cs typeface="Versos Light"/>
              </a:rPr>
              <a:t> </a:t>
            </a:r>
            <a:r>
              <a:rPr lang="pt-BR" sz="900" spc="-4">
                <a:solidFill>
                  <a:srgbClr val="FFFFFF"/>
                </a:solidFill>
                <a:latin typeface="Versos Light"/>
                <a:cs typeface="Versos Light"/>
              </a:rPr>
              <a:t>horas </a:t>
            </a:r>
          </a:p>
          <a:p>
            <a:pPr marL="5080" marR="2521204" defTabSz="182880">
              <a:lnSpc>
                <a:spcPct val="122600"/>
              </a:lnSpc>
              <a:buClrTx/>
            </a:pPr>
            <a:r>
              <a:rPr lang="pt-BR" sz="900">
                <a:solidFill>
                  <a:srgbClr val="FFFFFF"/>
                </a:solidFill>
                <a:latin typeface="Versos Light"/>
                <a:cs typeface="Versos Light"/>
              </a:rPr>
              <a:t>Ouvidoria:</a:t>
            </a:r>
            <a:r>
              <a:rPr lang="pt-BR" sz="900" spc="-14">
                <a:solidFill>
                  <a:srgbClr val="FFFFFF"/>
                </a:solidFill>
                <a:latin typeface="Versos Light"/>
                <a:cs typeface="Versos Light"/>
              </a:rPr>
              <a:t> </a:t>
            </a:r>
            <a:r>
              <a:rPr lang="pt-BR" sz="900">
                <a:solidFill>
                  <a:srgbClr val="FFFFFF"/>
                </a:solidFill>
                <a:latin typeface="Versos Light"/>
                <a:cs typeface="Versos Light"/>
              </a:rPr>
              <a:t>0800</a:t>
            </a:r>
            <a:r>
              <a:rPr lang="pt-BR" sz="900" spc="-12">
                <a:solidFill>
                  <a:srgbClr val="FFFFFF"/>
                </a:solidFill>
                <a:latin typeface="Versos Light"/>
                <a:cs typeface="Versos Light"/>
              </a:rPr>
              <a:t> </a:t>
            </a:r>
            <a:r>
              <a:rPr lang="pt-BR" sz="900" spc="-4">
                <a:solidFill>
                  <a:srgbClr val="FFFFFF"/>
                </a:solidFill>
                <a:latin typeface="Versos Light"/>
                <a:cs typeface="Versos Light"/>
              </a:rPr>
              <a:t>727</a:t>
            </a:r>
            <a:r>
              <a:rPr lang="pt-BR" sz="900" spc="-14">
                <a:solidFill>
                  <a:srgbClr val="FFFFFF"/>
                </a:solidFill>
                <a:latin typeface="Versos Light"/>
                <a:cs typeface="Versos Light"/>
              </a:rPr>
              <a:t> </a:t>
            </a:r>
            <a:r>
              <a:rPr lang="pt-BR" sz="900">
                <a:solidFill>
                  <a:srgbClr val="FFFFFF"/>
                </a:solidFill>
                <a:latin typeface="Versos Light"/>
                <a:cs typeface="Versos Light"/>
              </a:rPr>
              <a:t>9933</a:t>
            </a:r>
            <a:r>
              <a:rPr lang="pt-BR" sz="900" spc="-12">
                <a:solidFill>
                  <a:srgbClr val="FFFFFF"/>
                </a:solidFill>
                <a:latin typeface="Versos Light"/>
                <a:cs typeface="Versos Light"/>
              </a:rPr>
              <a:t> </a:t>
            </a:r>
            <a:r>
              <a:rPr lang="pt-BR" sz="900">
                <a:solidFill>
                  <a:srgbClr val="FFFFFF"/>
                </a:solidFill>
                <a:latin typeface="Versos Light"/>
                <a:cs typeface="Versos Light"/>
              </a:rPr>
              <a:t>-</a:t>
            </a:r>
            <a:r>
              <a:rPr lang="pt-BR" sz="900" spc="-14">
                <a:solidFill>
                  <a:srgbClr val="FFFFFF"/>
                </a:solidFill>
                <a:latin typeface="Versos Light"/>
                <a:cs typeface="Versos Light"/>
              </a:rPr>
              <a:t> </a:t>
            </a:r>
            <a:r>
              <a:rPr lang="pt-BR" sz="900" spc="-4">
                <a:solidFill>
                  <a:srgbClr val="FFFFFF"/>
                </a:solidFill>
                <a:latin typeface="Versos Light"/>
                <a:cs typeface="Versos Light"/>
              </a:rPr>
              <a:t>Atendimento</a:t>
            </a:r>
            <a:r>
              <a:rPr lang="pt-BR" sz="900" spc="-12">
                <a:solidFill>
                  <a:srgbClr val="FFFFFF"/>
                </a:solidFill>
                <a:latin typeface="Versos Light"/>
                <a:cs typeface="Versos Light"/>
              </a:rPr>
              <a:t> </a:t>
            </a:r>
            <a:r>
              <a:rPr lang="pt-BR" sz="900">
                <a:solidFill>
                  <a:srgbClr val="FFFFFF"/>
                </a:solidFill>
                <a:latin typeface="Versos Light"/>
                <a:cs typeface="Versos Light"/>
              </a:rPr>
              <a:t>das</a:t>
            </a:r>
            <a:r>
              <a:rPr lang="pt-BR" sz="900" spc="-14">
                <a:solidFill>
                  <a:srgbClr val="FFFFFF"/>
                </a:solidFill>
                <a:latin typeface="Versos Light"/>
                <a:cs typeface="Versos Light"/>
              </a:rPr>
              <a:t> </a:t>
            </a:r>
            <a:r>
              <a:rPr lang="pt-BR" sz="900">
                <a:solidFill>
                  <a:srgbClr val="FFFFFF"/>
                </a:solidFill>
                <a:latin typeface="Versos Light"/>
                <a:cs typeface="Versos Light"/>
              </a:rPr>
              <a:t>9h</a:t>
            </a:r>
            <a:r>
              <a:rPr lang="pt-BR" sz="900" spc="-12">
                <a:solidFill>
                  <a:srgbClr val="FFFFFF"/>
                </a:solidFill>
                <a:latin typeface="Versos Light"/>
                <a:cs typeface="Versos Light"/>
              </a:rPr>
              <a:t> </a:t>
            </a:r>
            <a:r>
              <a:rPr lang="pt-BR" sz="900">
                <a:solidFill>
                  <a:srgbClr val="FFFFFF"/>
                </a:solidFill>
                <a:latin typeface="Versos Light"/>
                <a:cs typeface="Versos Light"/>
              </a:rPr>
              <a:t>às</a:t>
            </a:r>
            <a:r>
              <a:rPr lang="pt-BR" sz="900" spc="-14">
                <a:solidFill>
                  <a:srgbClr val="FFFFFF"/>
                </a:solidFill>
                <a:latin typeface="Versos Light"/>
                <a:cs typeface="Versos Light"/>
              </a:rPr>
              <a:t> </a:t>
            </a:r>
            <a:r>
              <a:rPr lang="pt-BR" sz="900" spc="-8">
                <a:solidFill>
                  <a:srgbClr val="FFFFFF"/>
                </a:solidFill>
                <a:latin typeface="Versos Light"/>
                <a:cs typeface="Versos Light"/>
              </a:rPr>
              <a:t>18h, </a:t>
            </a:r>
            <a:r>
              <a:rPr lang="pt-BR" sz="900">
                <a:solidFill>
                  <a:srgbClr val="FFFFFF"/>
                </a:solidFill>
                <a:latin typeface="Versos Light"/>
                <a:cs typeface="Versos Light"/>
              </a:rPr>
              <a:t>de</a:t>
            </a:r>
            <a:r>
              <a:rPr lang="pt-BR" sz="900" spc="-6">
                <a:solidFill>
                  <a:srgbClr val="FFFFFF"/>
                </a:solidFill>
                <a:latin typeface="Versos Light"/>
                <a:cs typeface="Versos Light"/>
              </a:rPr>
              <a:t> </a:t>
            </a:r>
            <a:r>
              <a:rPr lang="pt-BR" sz="900">
                <a:solidFill>
                  <a:srgbClr val="FFFFFF"/>
                </a:solidFill>
                <a:latin typeface="Versos Light"/>
                <a:cs typeface="Versos Light"/>
              </a:rPr>
              <a:t>segunda</a:t>
            </a:r>
            <a:r>
              <a:rPr lang="pt-BR" sz="900" spc="-4">
                <a:solidFill>
                  <a:srgbClr val="FFFFFF"/>
                </a:solidFill>
                <a:latin typeface="Versos Light"/>
                <a:cs typeface="Versos Light"/>
              </a:rPr>
              <a:t> </a:t>
            </a:r>
            <a:r>
              <a:rPr lang="pt-BR" sz="900">
                <a:solidFill>
                  <a:srgbClr val="FFFFFF"/>
                </a:solidFill>
                <a:latin typeface="Versos Light"/>
                <a:cs typeface="Versos Light"/>
              </a:rPr>
              <a:t>a</a:t>
            </a:r>
            <a:r>
              <a:rPr lang="pt-BR" sz="900" spc="-6">
                <a:solidFill>
                  <a:srgbClr val="FFFFFF"/>
                </a:solidFill>
                <a:latin typeface="Versos Light"/>
                <a:cs typeface="Versos Light"/>
              </a:rPr>
              <a:t> </a:t>
            </a:r>
            <a:r>
              <a:rPr lang="pt-BR" sz="900" spc="-12">
                <a:solidFill>
                  <a:srgbClr val="FFFFFF"/>
                </a:solidFill>
                <a:latin typeface="Versos Light"/>
                <a:cs typeface="Versos Light"/>
              </a:rPr>
              <a:t>sexta-</a:t>
            </a:r>
            <a:r>
              <a:rPr lang="pt-BR" sz="900" spc="-4">
                <a:solidFill>
                  <a:srgbClr val="FFFFFF"/>
                </a:solidFill>
                <a:latin typeface="Versos Light"/>
                <a:cs typeface="Versos Light"/>
              </a:rPr>
              <a:t>feira, </a:t>
            </a:r>
            <a:r>
              <a:rPr lang="pt-BR" sz="900" spc="-10">
                <a:solidFill>
                  <a:srgbClr val="FFFFFF"/>
                </a:solidFill>
                <a:latin typeface="Versos Light"/>
                <a:cs typeface="Versos Light"/>
              </a:rPr>
              <a:t>exceto</a:t>
            </a:r>
            <a:r>
              <a:rPr lang="pt-BR" sz="900" spc="-4">
                <a:solidFill>
                  <a:srgbClr val="FFFFFF"/>
                </a:solidFill>
                <a:latin typeface="Versos Light"/>
                <a:cs typeface="Versos Light"/>
              </a:rPr>
              <a:t> feriados</a:t>
            </a:r>
            <a:r>
              <a:rPr lang="pt-BR" sz="900" spc="-6">
                <a:solidFill>
                  <a:srgbClr val="FFFFFF"/>
                </a:solidFill>
                <a:latin typeface="Versos Light"/>
                <a:cs typeface="Versos Light"/>
              </a:rPr>
              <a:t> </a:t>
            </a:r>
            <a:r>
              <a:rPr lang="pt-BR" sz="900" spc="-4">
                <a:solidFill>
                  <a:srgbClr val="FFFFFF"/>
                </a:solidFill>
                <a:latin typeface="Versos Light"/>
                <a:cs typeface="Versos Light"/>
              </a:rPr>
              <a:t>nacionais</a:t>
            </a:r>
            <a:endParaRPr lang="pt-BR" sz="900">
              <a:solidFill>
                <a:prstClr val="black"/>
              </a:solidFill>
              <a:latin typeface="Versos Light"/>
              <a:cs typeface="Versos Light"/>
            </a:endParaRPr>
          </a:p>
        </p:txBody>
      </p:sp>
      <p:sp>
        <p:nvSpPr>
          <p:cNvPr id="49" name="object 18">
            <a:extLst>
              <a:ext uri="{FF2B5EF4-FFF2-40B4-BE49-F238E27FC236}">
                <a16:creationId xmlns:a16="http://schemas.microsoft.com/office/drawing/2014/main" id="{0033A798-CA23-2A2A-93C0-CB1DE4141D1C}"/>
              </a:ext>
            </a:extLst>
          </p:cNvPr>
          <p:cNvSpPr/>
          <p:nvPr/>
        </p:nvSpPr>
        <p:spPr>
          <a:xfrm>
            <a:off x="5297128" y="5806096"/>
            <a:ext cx="1226319" cy="415441"/>
          </a:xfrm>
          <a:custGeom>
            <a:avLst/>
            <a:gdLst/>
            <a:ahLst/>
            <a:cxnLst/>
            <a:rect l="l" t="t" r="r" b="b"/>
            <a:pathLst>
              <a:path w="1673859" h="567055">
                <a:moveTo>
                  <a:pt x="204609" y="58407"/>
                </a:moveTo>
                <a:lnTo>
                  <a:pt x="182501" y="97515"/>
                </a:lnTo>
                <a:lnTo>
                  <a:pt x="176085" y="136210"/>
                </a:lnTo>
                <a:lnTo>
                  <a:pt x="176085" y="358965"/>
                </a:lnTo>
                <a:lnTo>
                  <a:pt x="233197" y="358965"/>
                </a:lnTo>
                <a:lnTo>
                  <a:pt x="233108" y="136210"/>
                </a:lnTo>
                <a:lnTo>
                  <a:pt x="226701" y="97515"/>
                </a:lnTo>
                <a:lnTo>
                  <a:pt x="207835" y="62572"/>
                </a:lnTo>
                <a:lnTo>
                  <a:pt x="204609" y="58407"/>
                </a:lnTo>
                <a:close/>
              </a:path>
              <a:path w="1673859" h="567055">
                <a:moveTo>
                  <a:pt x="103289" y="4648"/>
                </a:moveTo>
                <a:lnTo>
                  <a:pt x="0" y="4648"/>
                </a:lnTo>
                <a:lnTo>
                  <a:pt x="0" y="58407"/>
                </a:lnTo>
                <a:lnTo>
                  <a:pt x="204609" y="58407"/>
                </a:lnTo>
                <a:lnTo>
                  <a:pt x="199529" y="51879"/>
                </a:lnTo>
                <a:lnTo>
                  <a:pt x="180023" y="31844"/>
                </a:lnTo>
                <a:lnTo>
                  <a:pt x="156914" y="17014"/>
                </a:lnTo>
                <a:lnTo>
                  <a:pt x="131053" y="7809"/>
                </a:lnTo>
                <a:lnTo>
                  <a:pt x="103289" y="4648"/>
                </a:lnTo>
                <a:close/>
              </a:path>
              <a:path w="1673859" h="567055">
                <a:moveTo>
                  <a:pt x="409181" y="4648"/>
                </a:moveTo>
                <a:lnTo>
                  <a:pt x="305904" y="4648"/>
                </a:lnTo>
                <a:lnTo>
                  <a:pt x="252244" y="17014"/>
                </a:lnTo>
                <a:lnTo>
                  <a:pt x="209651" y="51879"/>
                </a:lnTo>
                <a:lnTo>
                  <a:pt x="204597" y="58407"/>
                </a:lnTo>
                <a:lnTo>
                  <a:pt x="409181" y="58407"/>
                </a:lnTo>
                <a:lnTo>
                  <a:pt x="409181" y="4648"/>
                </a:lnTo>
                <a:close/>
              </a:path>
              <a:path w="1673859" h="567055">
                <a:moveTo>
                  <a:pt x="545998" y="429348"/>
                </a:moveTo>
                <a:lnTo>
                  <a:pt x="505007" y="442690"/>
                </a:lnTo>
                <a:lnTo>
                  <a:pt x="483342" y="479004"/>
                </a:lnTo>
                <a:lnTo>
                  <a:pt x="481355" y="498119"/>
                </a:lnTo>
                <a:lnTo>
                  <a:pt x="481733" y="505632"/>
                </a:lnTo>
                <a:lnTo>
                  <a:pt x="481852" y="507990"/>
                </a:lnTo>
                <a:lnTo>
                  <a:pt x="498643" y="547617"/>
                </a:lnTo>
                <a:lnTo>
                  <a:pt x="536607" y="566353"/>
                </a:lnTo>
                <a:lnTo>
                  <a:pt x="545998" y="566889"/>
                </a:lnTo>
                <a:lnTo>
                  <a:pt x="556852" y="566130"/>
                </a:lnTo>
                <a:lnTo>
                  <a:pt x="566743" y="563849"/>
                </a:lnTo>
                <a:lnTo>
                  <a:pt x="575673" y="560047"/>
                </a:lnTo>
                <a:lnTo>
                  <a:pt x="583641" y="554723"/>
                </a:lnTo>
                <a:lnTo>
                  <a:pt x="587025" y="551421"/>
                </a:lnTo>
                <a:lnTo>
                  <a:pt x="545236" y="551421"/>
                </a:lnTo>
                <a:lnTo>
                  <a:pt x="538463" y="550997"/>
                </a:lnTo>
                <a:lnTo>
                  <a:pt x="504304" y="525729"/>
                </a:lnTo>
                <a:lnTo>
                  <a:pt x="498589" y="498119"/>
                </a:lnTo>
                <a:lnTo>
                  <a:pt x="498946" y="490551"/>
                </a:lnTo>
                <a:lnTo>
                  <a:pt x="520618" y="451580"/>
                </a:lnTo>
                <a:lnTo>
                  <a:pt x="538105" y="445325"/>
                </a:lnTo>
                <a:lnTo>
                  <a:pt x="537318" y="445325"/>
                </a:lnTo>
                <a:lnTo>
                  <a:pt x="545236" y="444830"/>
                </a:lnTo>
                <a:lnTo>
                  <a:pt x="587068" y="444830"/>
                </a:lnTo>
                <a:lnTo>
                  <a:pt x="583641" y="441528"/>
                </a:lnTo>
                <a:lnTo>
                  <a:pt x="575587" y="436201"/>
                </a:lnTo>
                <a:lnTo>
                  <a:pt x="566629" y="432395"/>
                </a:lnTo>
                <a:lnTo>
                  <a:pt x="556766" y="430110"/>
                </a:lnTo>
                <a:lnTo>
                  <a:pt x="545998" y="429348"/>
                </a:lnTo>
                <a:close/>
              </a:path>
              <a:path w="1673859" h="567055">
                <a:moveTo>
                  <a:pt x="602513" y="521487"/>
                </a:moveTo>
                <a:lnTo>
                  <a:pt x="585660" y="521487"/>
                </a:lnTo>
                <a:lnTo>
                  <a:pt x="583322" y="528233"/>
                </a:lnTo>
                <a:lnTo>
                  <a:pt x="580156" y="534168"/>
                </a:lnTo>
                <a:lnTo>
                  <a:pt x="552437" y="550997"/>
                </a:lnTo>
                <a:lnTo>
                  <a:pt x="551745" y="550997"/>
                </a:lnTo>
                <a:lnTo>
                  <a:pt x="545236" y="551421"/>
                </a:lnTo>
                <a:lnTo>
                  <a:pt x="587025" y="551421"/>
                </a:lnTo>
                <a:lnTo>
                  <a:pt x="590449" y="548080"/>
                </a:lnTo>
                <a:lnTo>
                  <a:pt x="595863" y="540324"/>
                </a:lnTo>
                <a:lnTo>
                  <a:pt x="599884" y="531459"/>
                </a:lnTo>
                <a:lnTo>
                  <a:pt x="602513" y="521487"/>
                </a:lnTo>
                <a:close/>
              </a:path>
              <a:path w="1673859" h="567055">
                <a:moveTo>
                  <a:pt x="587068" y="444830"/>
                </a:moveTo>
                <a:lnTo>
                  <a:pt x="545236" y="444830"/>
                </a:lnTo>
                <a:lnTo>
                  <a:pt x="552671" y="445325"/>
                </a:lnTo>
                <a:lnTo>
                  <a:pt x="559523" y="446809"/>
                </a:lnTo>
                <a:lnTo>
                  <a:pt x="585863" y="474751"/>
                </a:lnTo>
                <a:lnTo>
                  <a:pt x="602716" y="474751"/>
                </a:lnTo>
                <a:lnTo>
                  <a:pt x="590534" y="448169"/>
                </a:lnTo>
                <a:lnTo>
                  <a:pt x="587068" y="444830"/>
                </a:lnTo>
                <a:close/>
              </a:path>
              <a:path w="1673859" h="567055">
                <a:moveTo>
                  <a:pt x="753071" y="430530"/>
                </a:moveTo>
                <a:lnTo>
                  <a:pt x="733158" y="430530"/>
                </a:lnTo>
                <a:lnTo>
                  <a:pt x="681482" y="565734"/>
                </a:lnTo>
                <a:lnTo>
                  <a:pt x="698893" y="565734"/>
                </a:lnTo>
                <a:lnTo>
                  <a:pt x="713206" y="529234"/>
                </a:lnTo>
                <a:lnTo>
                  <a:pt x="790649" y="529234"/>
                </a:lnTo>
                <a:lnTo>
                  <a:pt x="784842" y="513981"/>
                </a:lnTo>
                <a:lnTo>
                  <a:pt x="718261" y="513981"/>
                </a:lnTo>
                <a:lnTo>
                  <a:pt x="742632" y="448881"/>
                </a:lnTo>
                <a:lnTo>
                  <a:pt x="760058" y="448881"/>
                </a:lnTo>
                <a:lnTo>
                  <a:pt x="753071" y="430530"/>
                </a:lnTo>
                <a:close/>
              </a:path>
              <a:path w="1673859" h="567055">
                <a:moveTo>
                  <a:pt x="790649" y="529234"/>
                </a:moveTo>
                <a:lnTo>
                  <a:pt x="772236" y="529234"/>
                </a:lnTo>
                <a:lnTo>
                  <a:pt x="786561" y="565734"/>
                </a:lnTo>
                <a:lnTo>
                  <a:pt x="804545" y="565734"/>
                </a:lnTo>
                <a:lnTo>
                  <a:pt x="790649" y="529234"/>
                </a:lnTo>
                <a:close/>
              </a:path>
              <a:path w="1673859" h="567055">
                <a:moveTo>
                  <a:pt x="760058" y="448881"/>
                </a:moveTo>
                <a:lnTo>
                  <a:pt x="742632" y="448881"/>
                </a:lnTo>
                <a:lnTo>
                  <a:pt x="767207" y="513981"/>
                </a:lnTo>
                <a:lnTo>
                  <a:pt x="784842" y="513981"/>
                </a:lnTo>
                <a:lnTo>
                  <a:pt x="760058" y="448881"/>
                </a:lnTo>
                <a:close/>
              </a:path>
              <a:path w="1673859" h="567055">
                <a:moveTo>
                  <a:pt x="548284" y="4648"/>
                </a:moveTo>
                <a:lnTo>
                  <a:pt x="492810" y="4648"/>
                </a:lnTo>
                <a:lnTo>
                  <a:pt x="492810" y="358952"/>
                </a:lnTo>
                <a:lnTo>
                  <a:pt x="548284" y="358952"/>
                </a:lnTo>
                <a:lnTo>
                  <a:pt x="548284" y="4648"/>
                </a:lnTo>
                <a:close/>
              </a:path>
              <a:path w="1673859" h="567055">
                <a:moveTo>
                  <a:pt x="1468589" y="0"/>
                </a:moveTo>
                <a:lnTo>
                  <a:pt x="1425787" y="3211"/>
                </a:lnTo>
                <a:lnTo>
                  <a:pt x="1386632" y="12726"/>
                </a:lnTo>
                <a:lnTo>
                  <a:pt x="1351641" y="28369"/>
                </a:lnTo>
                <a:lnTo>
                  <a:pt x="1296744" y="76971"/>
                </a:lnTo>
                <a:lnTo>
                  <a:pt x="1267682" y="143691"/>
                </a:lnTo>
                <a:lnTo>
                  <a:pt x="1263916" y="181787"/>
                </a:lnTo>
                <a:lnTo>
                  <a:pt x="1267682" y="219884"/>
                </a:lnTo>
                <a:lnTo>
                  <a:pt x="1296744" y="286599"/>
                </a:lnTo>
                <a:lnTo>
                  <a:pt x="1351641" y="335193"/>
                </a:lnTo>
                <a:lnTo>
                  <a:pt x="1386632" y="350835"/>
                </a:lnTo>
                <a:lnTo>
                  <a:pt x="1425787" y="360351"/>
                </a:lnTo>
                <a:lnTo>
                  <a:pt x="1468589" y="363562"/>
                </a:lnTo>
                <a:lnTo>
                  <a:pt x="1511390" y="360351"/>
                </a:lnTo>
                <a:lnTo>
                  <a:pt x="1550541" y="350835"/>
                </a:lnTo>
                <a:lnTo>
                  <a:pt x="1585527" y="335193"/>
                </a:lnTo>
                <a:lnTo>
                  <a:pt x="1615833" y="313601"/>
                </a:lnTo>
                <a:lnTo>
                  <a:pt x="1621398" y="307492"/>
                </a:lnTo>
                <a:lnTo>
                  <a:pt x="1468589" y="307492"/>
                </a:lnTo>
                <a:lnTo>
                  <a:pt x="1436721" y="305233"/>
                </a:lnTo>
                <a:lnTo>
                  <a:pt x="1382173" y="287523"/>
                </a:lnTo>
                <a:lnTo>
                  <a:pt x="1343285" y="253905"/>
                </a:lnTo>
                <a:lnTo>
                  <a:pt x="1323458" y="208332"/>
                </a:lnTo>
                <a:lnTo>
                  <a:pt x="1320927" y="181787"/>
                </a:lnTo>
                <a:lnTo>
                  <a:pt x="1323456" y="155236"/>
                </a:lnTo>
                <a:lnTo>
                  <a:pt x="1343279" y="109662"/>
                </a:lnTo>
                <a:lnTo>
                  <a:pt x="1382177" y="76042"/>
                </a:lnTo>
                <a:lnTo>
                  <a:pt x="1436701" y="58318"/>
                </a:lnTo>
                <a:lnTo>
                  <a:pt x="1468589" y="56057"/>
                </a:lnTo>
                <a:lnTo>
                  <a:pt x="1621385" y="56057"/>
                </a:lnTo>
                <a:lnTo>
                  <a:pt x="1615833" y="49961"/>
                </a:lnTo>
                <a:lnTo>
                  <a:pt x="1585527" y="28369"/>
                </a:lnTo>
                <a:lnTo>
                  <a:pt x="1550541" y="12726"/>
                </a:lnTo>
                <a:lnTo>
                  <a:pt x="1511390" y="3211"/>
                </a:lnTo>
                <a:lnTo>
                  <a:pt x="1468589" y="0"/>
                </a:lnTo>
                <a:close/>
              </a:path>
              <a:path w="1673859" h="567055">
                <a:moveTo>
                  <a:pt x="1621385" y="56057"/>
                </a:moveTo>
                <a:lnTo>
                  <a:pt x="1468589" y="56057"/>
                </a:lnTo>
                <a:lnTo>
                  <a:pt x="1500483" y="58318"/>
                </a:lnTo>
                <a:lnTo>
                  <a:pt x="1529411" y="65020"/>
                </a:lnTo>
                <a:lnTo>
                  <a:pt x="1576870" y="91262"/>
                </a:lnTo>
                <a:lnTo>
                  <a:pt x="1606214" y="131090"/>
                </a:lnTo>
                <a:lnTo>
                  <a:pt x="1616240" y="181787"/>
                </a:lnTo>
                <a:lnTo>
                  <a:pt x="1613712" y="208332"/>
                </a:lnTo>
                <a:lnTo>
                  <a:pt x="1593892" y="253905"/>
                </a:lnTo>
                <a:lnTo>
                  <a:pt x="1554998" y="287523"/>
                </a:lnTo>
                <a:lnTo>
                  <a:pt x="1500483" y="305233"/>
                </a:lnTo>
                <a:lnTo>
                  <a:pt x="1468589" y="307492"/>
                </a:lnTo>
                <a:lnTo>
                  <a:pt x="1621398" y="307492"/>
                </a:lnTo>
                <a:lnTo>
                  <a:pt x="1640433" y="286599"/>
                </a:lnTo>
                <a:lnTo>
                  <a:pt x="1658456" y="255090"/>
                </a:lnTo>
                <a:lnTo>
                  <a:pt x="1669538" y="219884"/>
                </a:lnTo>
                <a:lnTo>
                  <a:pt x="1673313" y="181787"/>
                </a:lnTo>
                <a:lnTo>
                  <a:pt x="1669538" y="143691"/>
                </a:lnTo>
                <a:lnTo>
                  <a:pt x="1658456" y="108483"/>
                </a:lnTo>
                <a:lnTo>
                  <a:pt x="1640433" y="76971"/>
                </a:lnTo>
                <a:lnTo>
                  <a:pt x="1621385" y="56057"/>
                </a:lnTo>
                <a:close/>
              </a:path>
              <a:path w="1673859" h="567055">
                <a:moveTo>
                  <a:pt x="1584972" y="430517"/>
                </a:moveTo>
                <a:lnTo>
                  <a:pt x="1568119" y="430517"/>
                </a:lnTo>
                <a:lnTo>
                  <a:pt x="1568119" y="565708"/>
                </a:lnTo>
                <a:lnTo>
                  <a:pt x="1646707" y="565708"/>
                </a:lnTo>
                <a:lnTo>
                  <a:pt x="1646707" y="550265"/>
                </a:lnTo>
                <a:lnTo>
                  <a:pt x="1584972" y="550265"/>
                </a:lnTo>
                <a:lnTo>
                  <a:pt x="1584972" y="430517"/>
                </a:lnTo>
                <a:close/>
              </a:path>
              <a:path w="1673859" h="567055">
                <a:moveTo>
                  <a:pt x="1251077" y="445985"/>
                </a:moveTo>
                <a:lnTo>
                  <a:pt x="1234236" y="445985"/>
                </a:lnTo>
                <a:lnTo>
                  <a:pt x="1234236" y="565734"/>
                </a:lnTo>
                <a:lnTo>
                  <a:pt x="1251077" y="565734"/>
                </a:lnTo>
                <a:lnTo>
                  <a:pt x="1251077" y="445985"/>
                </a:lnTo>
                <a:close/>
              </a:path>
              <a:path w="1673859" h="567055">
                <a:moveTo>
                  <a:pt x="1295019" y="430530"/>
                </a:moveTo>
                <a:lnTo>
                  <a:pt x="1190307" y="430530"/>
                </a:lnTo>
                <a:lnTo>
                  <a:pt x="1190307" y="445985"/>
                </a:lnTo>
                <a:lnTo>
                  <a:pt x="1295019" y="445985"/>
                </a:lnTo>
                <a:lnTo>
                  <a:pt x="1295019" y="430530"/>
                </a:lnTo>
                <a:close/>
              </a:path>
              <a:path w="1673859" h="567055">
                <a:moveTo>
                  <a:pt x="1427784" y="430530"/>
                </a:moveTo>
                <a:lnTo>
                  <a:pt x="1407845" y="430530"/>
                </a:lnTo>
                <a:lnTo>
                  <a:pt x="1356169" y="565734"/>
                </a:lnTo>
                <a:lnTo>
                  <a:pt x="1373593" y="565734"/>
                </a:lnTo>
                <a:lnTo>
                  <a:pt x="1387932" y="529234"/>
                </a:lnTo>
                <a:lnTo>
                  <a:pt x="1465371" y="529234"/>
                </a:lnTo>
                <a:lnTo>
                  <a:pt x="1459563" y="513981"/>
                </a:lnTo>
                <a:lnTo>
                  <a:pt x="1392948" y="513981"/>
                </a:lnTo>
                <a:lnTo>
                  <a:pt x="1417332" y="448881"/>
                </a:lnTo>
                <a:lnTo>
                  <a:pt x="1434773" y="448881"/>
                </a:lnTo>
                <a:lnTo>
                  <a:pt x="1427784" y="430530"/>
                </a:lnTo>
                <a:close/>
              </a:path>
              <a:path w="1673859" h="567055">
                <a:moveTo>
                  <a:pt x="1465371" y="529234"/>
                </a:moveTo>
                <a:lnTo>
                  <a:pt x="1446961" y="529234"/>
                </a:lnTo>
                <a:lnTo>
                  <a:pt x="1461274" y="565734"/>
                </a:lnTo>
                <a:lnTo>
                  <a:pt x="1479270" y="565734"/>
                </a:lnTo>
                <a:lnTo>
                  <a:pt x="1465371" y="529234"/>
                </a:lnTo>
                <a:close/>
              </a:path>
              <a:path w="1673859" h="567055">
                <a:moveTo>
                  <a:pt x="1434773" y="448881"/>
                </a:moveTo>
                <a:lnTo>
                  <a:pt x="1417332" y="448881"/>
                </a:lnTo>
                <a:lnTo>
                  <a:pt x="1441894" y="513981"/>
                </a:lnTo>
                <a:lnTo>
                  <a:pt x="1459563" y="513981"/>
                </a:lnTo>
                <a:lnTo>
                  <a:pt x="1434773" y="448881"/>
                </a:lnTo>
                <a:close/>
              </a:path>
              <a:path w="1673859" h="567055">
                <a:moveTo>
                  <a:pt x="1180312" y="4660"/>
                </a:moveTo>
                <a:lnTo>
                  <a:pt x="1124839" y="4660"/>
                </a:lnTo>
                <a:lnTo>
                  <a:pt x="1124839" y="358952"/>
                </a:lnTo>
                <a:lnTo>
                  <a:pt x="1180312" y="358952"/>
                </a:lnTo>
                <a:lnTo>
                  <a:pt x="1180312" y="4660"/>
                </a:lnTo>
                <a:close/>
              </a:path>
              <a:path w="1673859" h="567055">
                <a:moveTo>
                  <a:pt x="1098791" y="430530"/>
                </a:moveTo>
                <a:lnTo>
                  <a:pt x="1081938" y="430530"/>
                </a:lnTo>
                <a:lnTo>
                  <a:pt x="1081938" y="565734"/>
                </a:lnTo>
                <a:lnTo>
                  <a:pt x="1098791" y="565734"/>
                </a:lnTo>
                <a:lnTo>
                  <a:pt x="1098791" y="430530"/>
                </a:lnTo>
                <a:close/>
              </a:path>
              <a:path w="1673859" h="567055">
                <a:moveTo>
                  <a:pt x="954392" y="430530"/>
                </a:moveTo>
                <a:lnTo>
                  <a:pt x="893419" y="430530"/>
                </a:lnTo>
                <a:lnTo>
                  <a:pt x="893419" y="565734"/>
                </a:lnTo>
                <a:lnTo>
                  <a:pt x="910272" y="565734"/>
                </a:lnTo>
                <a:lnTo>
                  <a:pt x="910272" y="513778"/>
                </a:lnTo>
                <a:lnTo>
                  <a:pt x="954392" y="513778"/>
                </a:lnTo>
                <a:lnTo>
                  <a:pt x="962240" y="512076"/>
                </a:lnTo>
                <a:lnTo>
                  <a:pt x="975779" y="505244"/>
                </a:lnTo>
                <a:lnTo>
                  <a:pt x="981036" y="500380"/>
                </a:lnTo>
                <a:lnTo>
                  <a:pt x="982242" y="498348"/>
                </a:lnTo>
                <a:lnTo>
                  <a:pt x="910272" y="498348"/>
                </a:lnTo>
                <a:lnTo>
                  <a:pt x="910272" y="446011"/>
                </a:lnTo>
                <a:lnTo>
                  <a:pt x="982438" y="446011"/>
                </a:lnTo>
                <a:lnTo>
                  <a:pt x="981189" y="443903"/>
                </a:lnTo>
                <a:lnTo>
                  <a:pt x="975944" y="439064"/>
                </a:lnTo>
                <a:lnTo>
                  <a:pt x="962240" y="432231"/>
                </a:lnTo>
                <a:lnTo>
                  <a:pt x="954392" y="430530"/>
                </a:lnTo>
                <a:close/>
              </a:path>
              <a:path w="1673859" h="567055">
                <a:moveTo>
                  <a:pt x="982438" y="446011"/>
                </a:moveTo>
                <a:lnTo>
                  <a:pt x="953033" y="446011"/>
                </a:lnTo>
                <a:lnTo>
                  <a:pt x="960107" y="448360"/>
                </a:lnTo>
                <a:lnTo>
                  <a:pt x="970559" y="457758"/>
                </a:lnTo>
                <a:lnTo>
                  <a:pt x="973162" y="464096"/>
                </a:lnTo>
                <a:lnTo>
                  <a:pt x="973162" y="480098"/>
                </a:lnTo>
                <a:lnTo>
                  <a:pt x="970521" y="486448"/>
                </a:lnTo>
                <a:lnTo>
                  <a:pt x="959929" y="495947"/>
                </a:lnTo>
                <a:lnTo>
                  <a:pt x="952855" y="498348"/>
                </a:lnTo>
                <a:lnTo>
                  <a:pt x="982242" y="498348"/>
                </a:lnTo>
                <a:lnTo>
                  <a:pt x="988517" y="487768"/>
                </a:lnTo>
                <a:lnTo>
                  <a:pt x="990396" y="480428"/>
                </a:lnTo>
                <a:lnTo>
                  <a:pt x="990396" y="463715"/>
                </a:lnTo>
                <a:lnTo>
                  <a:pt x="988542" y="456399"/>
                </a:lnTo>
                <a:lnTo>
                  <a:pt x="984885" y="450138"/>
                </a:lnTo>
                <a:lnTo>
                  <a:pt x="982438" y="446011"/>
                </a:lnTo>
                <a:close/>
              </a:path>
              <a:path w="1673859" h="567055">
                <a:moveTo>
                  <a:pt x="691931" y="4673"/>
                </a:moveTo>
                <a:lnTo>
                  <a:pt x="627898" y="4673"/>
                </a:lnTo>
                <a:lnTo>
                  <a:pt x="754281" y="305409"/>
                </a:lnTo>
                <a:lnTo>
                  <a:pt x="774778" y="339036"/>
                </a:lnTo>
                <a:lnTo>
                  <a:pt x="818033" y="362666"/>
                </a:lnTo>
                <a:lnTo>
                  <a:pt x="833965" y="363601"/>
                </a:lnTo>
                <a:lnTo>
                  <a:pt x="836577" y="363601"/>
                </a:lnTo>
                <a:lnTo>
                  <a:pt x="691931" y="4673"/>
                </a:lnTo>
                <a:close/>
              </a:path>
              <a:path w="1673859" h="567055">
                <a:moveTo>
                  <a:pt x="1045210" y="4673"/>
                </a:moveTo>
                <a:lnTo>
                  <a:pt x="981184" y="4673"/>
                </a:lnTo>
                <a:lnTo>
                  <a:pt x="836549" y="363601"/>
                </a:lnTo>
                <a:lnTo>
                  <a:pt x="839358" y="363601"/>
                </a:lnTo>
                <a:lnTo>
                  <a:pt x="898366" y="339036"/>
                </a:lnTo>
                <a:lnTo>
                  <a:pt x="918832" y="305409"/>
                </a:lnTo>
                <a:lnTo>
                  <a:pt x="1045210" y="4673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defTabSz="365760">
              <a:buClrTx/>
            </a:pPr>
            <a:endParaRPr sz="720">
              <a:solidFill>
                <a:sysClr val="windowText" lastClr="000000"/>
              </a:solidFill>
            </a:endParaRPr>
          </a:p>
        </p:txBody>
      </p:sp>
      <p:grpSp>
        <p:nvGrpSpPr>
          <p:cNvPr id="52" name="Agrupar 51">
            <a:extLst>
              <a:ext uri="{FF2B5EF4-FFF2-40B4-BE49-F238E27FC236}">
                <a16:creationId xmlns:a16="http://schemas.microsoft.com/office/drawing/2014/main" id="{0752733A-E921-267D-513E-85D330E7CDE3}"/>
              </a:ext>
            </a:extLst>
          </p:cNvPr>
          <p:cNvGrpSpPr/>
          <p:nvPr/>
        </p:nvGrpSpPr>
        <p:grpSpPr>
          <a:xfrm>
            <a:off x="401638" y="5687189"/>
            <a:ext cx="4434979" cy="844601"/>
            <a:chOff x="372046" y="4860069"/>
            <a:chExt cx="3804825" cy="724594"/>
          </a:xfrm>
        </p:grpSpPr>
        <p:pic>
          <p:nvPicPr>
            <p:cNvPr id="11" name="Imagem 3">
              <a:extLst>
                <a:ext uri="{FF2B5EF4-FFF2-40B4-BE49-F238E27FC236}">
                  <a16:creationId xmlns:a16="http://schemas.microsoft.com/office/drawing/2014/main" id="{F64E026C-60DC-2B71-E6E7-B521972C733E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BEBA8EAE-BF5A-486C-A8C5-ECC9F3942E4B}">
                  <a14:imgProps xmlns:a14="http://schemas.microsoft.com/office/drawing/2010/main">
                    <a14:imgLayer r:embed="rId5">
                      <a14:imgEffect>
                        <a14:brightnessContrast bright="10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549108" y="4915670"/>
              <a:ext cx="1056377" cy="391993"/>
            </a:xfrm>
            <a:prstGeom prst="rect">
              <a:avLst/>
            </a:prstGeom>
          </p:spPr>
        </p:pic>
        <p:grpSp>
          <p:nvGrpSpPr>
            <p:cNvPr id="39" name="Agrupar 38">
              <a:extLst>
                <a:ext uri="{FF2B5EF4-FFF2-40B4-BE49-F238E27FC236}">
                  <a16:creationId xmlns:a16="http://schemas.microsoft.com/office/drawing/2014/main" id="{7243A597-E83D-86D4-562C-7998D7249871}"/>
                </a:ext>
              </a:extLst>
            </p:cNvPr>
            <p:cNvGrpSpPr/>
            <p:nvPr/>
          </p:nvGrpSpPr>
          <p:grpSpPr>
            <a:xfrm>
              <a:off x="2847829" y="4907696"/>
              <a:ext cx="1329042" cy="479472"/>
              <a:chOff x="10104386" y="15327554"/>
              <a:chExt cx="2794584" cy="1008189"/>
            </a:xfrm>
          </p:grpSpPr>
          <p:grpSp>
            <p:nvGrpSpPr>
              <p:cNvPr id="41" name="object 10">
                <a:extLst>
                  <a:ext uri="{FF2B5EF4-FFF2-40B4-BE49-F238E27FC236}">
                    <a16:creationId xmlns:a16="http://schemas.microsoft.com/office/drawing/2014/main" id="{F1BBE9F6-3B4F-2FD1-F06D-159C099600CD}"/>
                  </a:ext>
                </a:extLst>
              </p:cNvPr>
              <p:cNvGrpSpPr/>
              <p:nvPr/>
            </p:nvGrpSpPr>
            <p:grpSpPr>
              <a:xfrm>
                <a:off x="11566853" y="15335225"/>
                <a:ext cx="1332117" cy="1000518"/>
                <a:chOff x="11566853" y="15335225"/>
                <a:chExt cx="1332117" cy="1000518"/>
              </a:xfrm>
            </p:grpSpPr>
            <p:pic>
              <p:nvPicPr>
                <p:cNvPr id="46" name="object 11">
                  <a:extLst>
                    <a:ext uri="{FF2B5EF4-FFF2-40B4-BE49-F238E27FC236}">
                      <a16:creationId xmlns:a16="http://schemas.microsoft.com/office/drawing/2014/main" id="{76BA2F6E-7533-470C-15A1-F0855DF219DB}"/>
                    </a:ext>
                  </a:extLst>
                </p:cNvPr>
                <p:cNvPicPr/>
                <p:nvPr/>
              </p:nvPicPr>
              <p:blipFill>
                <a:blip r:embed="rId6" cstate="print"/>
                <a:stretch>
                  <a:fillRect/>
                </a:stretch>
              </p:blipFill>
              <p:spPr>
                <a:xfrm>
                  <a:off x="11566855" y="15335225"/>
                  <a:ext cx="1332115" cy="333819"/>
                </a:xfrm>
                <a:prstGeom prst="rect">
                  <a:avLst/>
                </a:prstGeom>
              </p:spPr>
            </p:pic>
            <p:pic>
              <p:nvPicPr>
                <p:cNvPr id="47" name="object 12">
                  <a:extLst>
                    <a:ext uri="{FF2B5EF4-FFF2-40B4-BE49-F238E27FC236}">
                      <a16:creationId xmlns:a16="http://schemas.microsoft.com/office/drawing/2014/main" id="{8476C905-A40E-43BD-2EF5-A3B8B0389189}"/>
                    </a:ext>
                  </a:extLst>
                </p:cNvPr>
                <p:cNvPicPr/>
                <p:nvPr/>
              </p:nvPicPr>
              <p:blipFill>
                <a:blip r:embed="rId7" cstate="print"/>
                <a:stretch>
                  <a:fillRect/>
                </a:stretch>
              </p:blipFill>
              <p:spPr>
                <a:xfrm>
                  <a:off x="11566853" y="15668390"/>
                  <a:ext cx="1332115" cy="334149"/>
                </a:xfrm>
                <a:prstGeom prst="rect">
                  <a:avLst/>
                </a:prstGeom>
              </p:spPr>
            </p:pic>
            <p:pic>
              <p:nvPicPr>
                <p:cNvPr id="48" name="object 13">
                  <a:extLst>
                    <a:ext uri="{FF2B5EF4-FFF2-40B4-BE49-F238E27FC236}">
                      <a16:creationId xmlns:a16="http://schemas.microsoft.com/office/drawing/2014/main" id="{C8241F9C-42D5-AD38-64B5-129859B476FB}"/>
                    </a:ext>
                  </a:extLst>
                </p:cNvPr>
                <p:cNvPicPr/>
                <p:nvPr/>
              </p:nvPicPr>
              <p:blipFill>
                <a:blip r:embed="rId8" cstate="print"/>
                <a:stretch>
                  <a:fillRect/>
                </a:stretch>
              </p:blipFill>
              <p:spPr>
                <a:xfrm>
                  <a:off x="11566855" y="16001924"/>
                  <a:ext cx="1332115" cy="333819"/>
                </a:xfrm>
                <a:prstGeom prst="rect">
                  <a:avLst/>
                </a:prstGeom>
              </p:spPr>
            </p:pic>
          </p:grpSp>
          <p:grpSp>
            <p:nvGrpSpPr>
              <p:cNvPr id="42" name="object 14">
                <a:extLst>
                  <a:ext uri="{FF2B5EF4-FFF2-40B4-BE49-F238E27FC236}">
                    <a16:creationId xmlns:a16="http://schemas.microsoft.com/office/drawing/2014/main" id="{E93D7CE1-FF34-519F-28D7-76D4053AA182}"/>
                  </a:ext>
                </a:extLst>
              </p:cNvPr>
              <p:cNvGrpSpPr/>
              <p:nvPr/>
            </p:nvGrpSpPr>
            <p:grpSpPr>
              <a:xfrm>
                <a:off x="10104386" y="15327554"/>
                <a:ext cx="1332230" cy="998855"/>
                <a:chOff x="10104386" y="15327554"/>
                <a:chExt cx="1332230" cy="998855"/>
              </a:xfrm>
            </p:grpSpPr>
            <p:pic>
              <p:nvPicPr>
                <p:cNvPr id="43" name="object 15">
                  <a:extLst>
                    <a:ext uri="{FF2B5EF4-FFF2-40B4-BE49-F238E27FC236}">
                      <a16:creationId xmlns:a16="http://schemas.microsoft.com/office/drawing/2014/main" id="{83DBDD78-3DCA-2FB0-58E8-83058ED654C7}"/>
                    </a:ext>
                  </a:extLst>
                </p:cNvPr>
                <p:cNvPicPr/>
                <p:nvPr/>
              </p:nvPicPr>
              <p:blipFill>
                <a:blip r:embed="rId9" cstate="print"/>
                <a:stretch>
                  <a:fillRect/>
                </a:stretch>
              </p:blipFill>
              <p:spPr>
                <a:xfrm>
                  <a:off x="10104386" y="15327554"/>
                  <a:ext cx="1332128" cy="333184"/>
                </a:xfrm>
                <a:prstGeom prst="rect">
                  <a:avLst/>
                </a:prstGeom>
              </p:spPr>
            </p:pic>
            <p:pic>
              <p:nvPicPr>
                <p:cNvPr id="44" name="object 16">
                  <a:extLst>
                    <a:ext uri="{FF2B5EF4-FFF2-40B4-BE49-F238E27FC236}">
                      <a16:creationId xmlns:a16="http://schemas.microsoft.com/office/drawing/2014/main" id="{92818AFC-6C8A-B5A3-22F9-CCA09AB9E59E}"/>
                    </a:ext>
                  </a:extLst>
                </p:cNvPr>
                <p:cNvPicPr/>
                <p:nvPr/>
              </p:nvPicPr>
              <p:blipFill>
                <a:blip r:embed="rId10" cstate="print"/>
                <a:stretch>
                  <a:fillRect/>
                </a:stretch>
              </p:blipFill>
              <p:spPr>
                <a:xfrm>
                  <a:off x="10104386" y="15660103"/>
                  <a:ext cx="1332128" cy="333502"/>
                </a:xfrm>
                <a:prstGeom prst="rect">
                  <a:avLst/>
                </a:prstGeom>
              </p:spPr>
            </p:pic>
            <p:pic>
              <p:nvPicPr>
                <p:cNvPr id="45" name="object 17">
                  <a:extLst>
                    <a:ext uri="{FF2B5EF4-FFF2-40B4-BE49-F238E27FC236}">
                      <a16:creationId xmlns:a16="http://schemas.microsoft.com/office/drawing/2014/main" id="{D26A9475-F748-21F8-8430-C5B85967D457}"/>
                    </a:ext>
                  </a:extLst>
                </p:cNvPr>
                <p:cNvPicPr/>
                <p:nvPr/>
              </p:nvPicPr>
              <p:blipFill>
                <a:blip r:embed="rId11" cstate="print"/>
                <a:stretch>
                  <a:fillRect/>
                </a:stretch>
              </p:blipFill>
              <p:spPr>
                <a:xfrm>
                  <a:off x="10104386" y="15992972"/>
                  <a:ext cx="1332128" cy="333195"/>
                </a:xfrm>
                <a:prstGeom prst="rect">
                  <a:avLst/>
                </a:prstGeom>
              </p:spPr>
            </p:pic>
          </p:grpSp>
        </p:grpSp>
        <p:sp>
          <p:nvSpPr>
            <p:cNvPr id="50" name="CaixaDeTexto 49">
              <a:extLst>
                <a:ext uri="{FF2B5EF4-FFF2-40B4-BE49-F238E27FC236}">
                  <a16:creationId xmlns:a16="http://schemas.microsoft.com/office/drawing/2014/main" id="{E004EA33-7EA4-31FD-971B-5B81A5432FAF}"/>
                </a:ext>
              </a:extLst>
            </p:cNvPr>
            <p:cNvSpPr txBox="1"/>
            <p:nvPr/>
          </p:nvSpPr>
          <p:spPr>
            <a:xfrm>
              <a:off x="372046" y="4860069"/>
              <a:ext cx="1184175" cy="67704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137160" algn="ctr" defTabSz="365760">
                <a:lnSpc>
                  <a:spcPts val="1580"/>
                </a:lnSpc>
                <a:spcBef>
                  <a:spcPts val="832"/>
                </a:spcBef>
                <a:buClrTx/>
              </a:pPr>
              <a:r>
                <a:rPr lang="pt-BR" sz="700" spc="-8">
                  <a:solidFill>
                    <a:srgbClr val="FFFFFF"/>
                  </a:solidFill>
                  <a:latin typeface="Versos"/>
                  <a:cs typeface="Versos"/>
                </a:rPr>
                <a:t>RATING</a:t>
              </a:r>
              <a:r>
                <a:rPr lang="pt-BR" sz="700" spc="2">
                  <a:solidFill>
                    <a:srgbClr val="FFFFFF"/>
                  </a:solidFill>
                  <a:latin typeface="Versos"/>
                  <a:cs typeface="Versos"/>
                </a:rPr>
                <a:t> </a:t>
              </a:r>
              <a:r>
                <a:rPr lang="pt-BR" sz="700" spc="-8">
                  <a:solidFill>
                    <a:srgbClr val="FFFFFF"/>
                  </a:solidFill>
                  <a:latin typeface="Versos"/>
                  <a:cs typeface="Versos"/>
                </a:rPr>
                <a:t>S&amp;P:</a:t>
              </a:r>
              <a:endParaRPr lang="pt-BR" sz="700">
                <a:solidFill>
                  <a:sysClr val="windowText" lastClr="000000"/>
                </a:solidFill>
                <a:latin typeface="Versos"/>
                <a:cs typeface="Versos"/>
              </a:endParaRPr>
            </a:p>
            <a:p>
              <a:pPr marL="137160" algn="ctr" defTabSz="365760">
                <a:lnSpc>
                  <a:spcPts val="1580"/>
                </a:lnSpc>
                <a:buClrTx/>
              </a:pPr>
              <a:r>
                <a:rPr lang="pt-BR" b="1" spc="-4">
                  <a:solidFill>
                    <a:srgbClr val="FFFFFF"/>
                  </a:solidFill>
                  <a:latin typeface="Versos"/>
                  <a:cs typeface="Versos"/>
                </a:rPr>
                <a:t>brAMP1</a:t>
              </a:r>
              <a:endParaRPr lang="pt-BR">
                <a:solidFill>
                  <a:sysClr val="windowText" lastClr="000000"/>
                </a:solidFill>
                <a:latin typeface="Versos"/>
                <a:cs typeface="Versos"/>
              </a:endParaRPr>
            </a:p>
            <a:p>
              <a:pPr defTabSz="365760">
                <a:lnSpc>
                  <a:spcPts val="1580"/>
                </a:lnSpc>
                <a:buClrTx/>
              </a:pPr>
              <a:endParaRPr lang="pt-BR" sz="700">
                <a:solidFill>
                  <a:sysClr val="windowText" lastClr="000000"/>
                </a:solidFill>
              </a:endParaRPr>
            </a:p>
          </p:txBody>
        </p:sp>
        <p:sp>
          <p:nvSpPr>
            <p:cNvPr id="51" name="CaixaDeTexto 50">
              <a:extLst>
                <a:ext uri="{FF2B5EF4-FFF2-40B4-BE49-F238E27FC236}">
                  <a16:creationId xmlns:a16="http://schemas.microsoft.com/office/drawing/2014/main" id="{1E7A13FC-A2F7-4943-F9E4-87895725965F}"/>
                </a:ext>
              </a:extLst>
            </p:cNvPr>
            <p:cNvSpPr txBox="1"/>
            <p:nvPr/>
          </p:nvSpPr>
          <p:spPr>
            <a:xfrm>
              <a:off x="615495" y="5307664"/>
              <a:ext cx="985144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pt-BR" sz="400">
                  <a:solidFill>
                    <a:schemeClr val="bg1"/>
                  </a:solidFill>
                </a:rPr>
                <a:t>Informações disponíveis em spglobal.com</a:t>
              </a:r>
            </a:p>
            <a:p>
              <a:endParaRPr lang="pt-BR" sz="400">
                <a:solidFill>
                  <a:schemeClr val="bg1"/>
                </a:solidFill>
              </a:endParaRPr>
            </a:p>
          </p:txBody>
        </p:sp>
      </p:grpSp>
      <p:grpSp>
        <p:nvGrpSpPr>
          <p:cNvPr id="55" name="object 23">
            <a:extLst>
              <a:ext uri="{FF2B5EF4-FFF2-40B4-BE49-F238E27FC236}">
                <a16:creationId xmlns:a16="http://schemas.microsoft.com/office/drawing/2014/main" id="{3E7BD4BE-9501-EB81-82AC-A007905637E4}"/>
              </a:ext>
            </a:extLst>
          </p:cNvPr>
          <p:cNvGrpSpPr/>
          <p:nvPr/>
        </p:nvGrpSpPr>
        <p:grpSpPr>
          <a:xfrm>
            <a:off x="-559828" y="2503117"/>
            <a:ext cx="13117873" cy="4835340"/>
            <a:chOff x="8686" y="556025"/>
            <a:chExt cx="7548880" cy="2782570"/>
          </a:xfrm>
        </p:grpSpPr>
        <p:sp>
          <p:nvSpPr>
            <p:cNvPr id="56" name="object 24">
              <a:extLst>
                <a:ext uri="{FF2B5EF4-FFF2-40B4-BE49-F238E27FC236}">
                  <a16:creationId xmlns:a16="http://schemas.microsoft.com/office/drawing/2014/main" id="{3721E98C-5942-3086-137B-8293C653468A}"/>
                </a:ext>
              </a:extLst>
            </p:cNvPr>
            <p:cNvSpPr/>
            <p:nvPr/>
          </p:nvSpPr>
          <p:spPr>
            <a:xfrm>
              <a:off x="13449" y="560788"/>
              <a:ext cx="6531609" cy="1584960"/>
            </a:xfrm>
            <a:custGeom>
              <a:avLst/>
              <a:gdLst/>
              <a:ahLst/>
              <a:cxnLst/>
              <a:rect l="l" t="t" r="r" b="b"/>
              <a:pathLst>
                <a:path w="6531609" h="1584960">
                  <a:moveTo>
                    <a:pt x="405650" y="0"/>
                  </a:moveTo>
                  <a:lnTo>
                    <a:pt x="0" y="0"/>
                  </a:lnTo>
                </a:path>
                <a:path w="6531609" h="1584960">
                  <a:moveTo>
                    <a:pt x="0" y="1584629"/>
                  </a:moveTo>
                  <a:lnTo>
                    <a:pt x="6531127" y="1584629"/>
                  </a:lnTo>
                  <a:lnTo>
                    <a:pt x="6382397" y="1391958"/>
                  </a:lnTo>
                  <a:lnTo>
                    <a:pt x="6351092" y="1352015"/>
                  </a:lnTo>
                  <a:lnTo>
                    <a:pt x="6319315" y="1312579"/>
                  </a:lnTo>
                  <a:lnTo>
                    <a:pt x="6287071" y="1273655"/>
                  </a:lnTo>
                  <a:lnTo>
                    <a:pt x="6254367" y="1235245"/>
                  </a:lnTo>
                  <a:lnTo>
                    <a:pt x="6221207" y="1197353"/>
                  </a:lnTo>
                  <a:lnTo>
                    <a:pt x="6187597" y="1159983"/>
                  </a:lnTo>
                  <a:lnTo>
                    <a:pt x="6153543" y="1123138"/>
                  </a:lnTo>
                  <a:lnTo>
                    <a:pt x="6119049" y="1086822"/>
                  </a:lnTo>
                  <a:lnTo>
                    <a:pt x="6084122" y="1051038"/>
                  </a:lnTo>
                  <a:lnTo>
                    <a:pt x="6048766" y="1015790"/>
                  </a:lnTo>
                  <a:lnTo>
                    <a:pt x="6012987" y="981081"/>
                  </a:lnTo>
                  <a:lnTo>
                    <a:pt x="5976790" y="946915"/>
                  </a:lnTo>
                  <a:lnTo>
                    <a:pt x="5940181" y="913295"/>
                  </a:lnTo>
                  <a:lnTo>
                    <a:pt x="5903165" y="880225"/>
                  </a:lnTo>
                  <a:lnTo>
                    <a:pt x="5865748" y="847708"/>
                  </a:lnTo>
                  <a:lnTo>
                    <a:pt x="5827935" y="815749"/>
                  </a:lnTo>
                  <a:lnTo>
                    <a:pt x="5789731" y="784350"/>
                  </a:lnTo>
                  <a:lnTo>
                    <a:pt x="5751142" y="753515"/>
                  </a:lnTo>
                  <a:lnTo>
                    <a:pt x="5712173" y="723247"/>
                  </a:lnTo>
                  <a:lnTo>
                    <a:pt x="5672829" y="693551"/>
                  </a:lnTo>
                  <a:lnTo>
                    <a:pt x="5633117" y="664429"/>
                  </a:lnTo>
                  <a:lnTo>
                    <a:pt x="5593041" y="635885"/>
                  </a:lnTo>
                  <a:lnTo>
                    <a:pt x="5552607" y="607923"/>
                  </a:lnTo>
                  <a:lnTo>
                    <a:pt x="5511820" y="580546"/>
                  </a:lnTo>
                  <a:lnTo>
                    <a:pt x="5470685" y="553758"/>
                  </a:lnTo>
                  <a:lnTo>
                    <a:pt x="5429209" y="527562"/>
                  </a:lnTo>
                  <a:lnTo>
                    <a:pt x="5387396" y="501962"/>
                  </a:lnTo>
                  <a:lnTo>
                    <a:pt x="5345252" y="476961"/>
                  </a:lnTo>
                  <a:lnTo>
                    <a:pt x="5302782" y="452563"/>
                  </a:lnTo>
                  <a:lnTo>
                    <a:pt x="5259991" y="428771"/>
                  </a:lnTo>
                  <a:lnTo>
                    <a:pt x="5216886" y="405589"/>
                  </a:lnTo>
                  <a:lnTo>
                    <a:pt x="5173471" y="383021"/>
                  </a:lnTo>
                  <a:lnTo>
                    <a:pt x="5129752" y="361070"/>
                  </a:lnTo>
                  <a:lnTo>
                    <a:pt x="5085734" y="339739"/>
                  </a:lnTo>
                  <a:lnTo>
                    <a:pt x="5041423" y="319032"/>
                  </a:lnTo>
                  <a:lnTo>
                    <a:pt x="4996823" y="298953"/>
                  </a:lnTo>
                  <a:lnTo>
                    <a:pt x="4951941" y="279505"/>
                  </a:lnTo>
                  <a:lnTo>
                    <a:pt x="4906782" y="260691"/>
                  </a:lnTo>
                  <a:lnTo>
                    <a:pt x="4861352" y="242516"/>
                  </a:lnTo>
                  <a:lnTo>
                    <a:pt x="4815654" y="224982"/>
                  </a:lnTo>
                  <a:lnTo>
                    <a:pt x="4769696" y="208094"/>
                  </a:lnTo>
                  <a:lnTo>
                    <a:pt x="4723483" y="191854"/>
                  </a:lnTo>
                  <a:lnTo>
                    <a:pt x="4677019" y="176267"/>
                  </a:lnTo>
                  <a:lnTo>
                    <a:pt x="4630310" y="161335"/>
                  </a:lnTo>
                  <a:lnTo>
                    <a:pt x="4583362" y="147063"/>
                  </a:lnTo>
                  <a:lnTo>
                    <a:pt x="4536181" y="133453"/>
                  </a:lnTo>
                  <a:lnTo>
                    <a:pt x="4488770" y="120510"/>
                  </a:lnTo>
                  <a:lnTo>
                    <a:pt x="4441137" y="108237"/>
                  </a:lnTo>
                  <a:lnTo>
                    <a:pt x="4393285" y="96638"/>
                  </a:lnTo>
                  <a:lnTo>
                    <a:pt x="4345222" y="85715"/>
                  </a:lnTo>
                  <a:lnTo>
                    <a:pt x="4296951" y="75473"/>
                  </a:lnTo>
                  <a:lnTo>
                    <a:pt x="4248479" y="65915"/>
                  </a:lnTo>
                  <a:lnTo>
                    <a:pt x="4199811" y="57045"/>
                  </a:lnTo>
                  <a:lnTo>
                    <a:pt x="4150952" y="48865"/>
                  </a:lnTo>
                  <a:lnTo>
                    <a:pt x="4101908" y="41381"/>
                  </a:lnTo>
                  <a:lnTo>
                    <a:pt x="4052684" y="34594"/>
                  </a:lnTo>
                </a:path>
              </a:pathLst>
            </a:custGeom>
            <a:ln w="9525">
              <a:solidFill>
                <a:schemeClr val="accent2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25">
              <a:extLst>
                <a:ext uri="{FF2B5EF4-FFF2-40B4-BE49-F238E27FC236}">
                  <a16:creationId xmlns:a16="http://schemas.microsoft.com/office/drawing/2014/main" id="{661BD50E-F03F-CCE1-85AF-D584C27EF56A}"/>
                </a:ext>
              </a:extLst>
            </p:cNvPr>
            <p:cNvSpPr/>
            <p:nvPr/>
          </p:nvSpPr>
          <p:spPr>
            <a:xfrm>
              <a:off x="5882932" y="2145421"/>
              <a:ext cx="1323340" cy="1188720"/>
            </a:xfrm>
            <a:custGeom>
              <a:avLst/>
              <a:gdLst/>
              <a:ahLst/>
              <a:cxnLst/>
              <a:rect l="l" t="t" r="r" b="b"/>
              <a:pathLst>
                <a:path w="1323340" h="1188720">
                  <a:moveTo>
                    <a:pt x="1323243" y="1188341"/>
                  </a:moveTo>
                  <a:lnTo>
                    <a:pt x="1302947" y="1128198"/>
                  </a:lnTo>
                  <a:lnTo>
                    <a:pt x="1286304" y="1081545"/>
                  </a:lnTo>
                  <a:lnTo>
                    <a:pt x="1269001" y="1035125"/>
                  </a:lnTo>
                  <a:lnTo>
                    <a:pt x="1251041" y="988943"/>
                  </a:lnTo>
                  <a:lnTo>
                    <a:pt x="1232425" y="943003"/>
                  </a:lnTo>
                  <a:lnTo>
                    <a:pt x="1213154" y="897309"/>
                  </a:lnTo>
                  <a:lnTo>
                    <a:pt x="1193230" y="851867"/>
                  </a:lnTo>
                  <a:lnTo>
                    <a:pt x="1172655" y="806682"/>
                  </a:lnTo>
                  <a:lnTo>
                    <a:pt x="1151430" y="761757"/>
                  </a:lnTo>
                  <a:lnTo>
                    <a:pt x="1129556" y="717098"/>
                  </a:lnTo>
                  <a:lnTo>
                    <a:pt x="1107036" y="672709"/>
                  </a:lnTo>
                  <a:lnTo>
                    <a:pt x="1083871" y="628596"/>
                  </a:lnTo>
                  <a:lnTo>
                    <a:pt x="1060063" y="584762"/>
                  </a:lnTo>
                  <a:lnTo>
                    <a:pt x="1035612" y="541213"/>
                  </a:lnTo>
                  <a:lnTo>
                    <a:pt x="1010521" y="497952"/>
                  </a:lnTo>
                  <a:lnTo>
                    <a:pt x="984792" y="454986"/>
                  </a:lnTo>
                  <a:lnTo>
                    <a:pt x="958425" y="412319"/>
                  </a:lnTo>
                  <a:lnTo>
                    <a:pt x="931422" y="369954"/>
                  </a:lnTo>
                  <a:lnTo>
                    <a:pt x="903785" y="327898"/>
                  </a:lnTo>
                  <a:lnTo>
                    <a:pt x="875516" y="286155"/>
                  </a:lnTo>
                  <a:lnTo>
                    <a:pt x="846616" y="244729"/>
                  </a:lnTo>
                  <a:lnTo>
                    <a:pt x="817086" y="203625"/>
                  </a:lnTo>
                  <a:lnTo>
                    <a:pt x="786929" y="162848"/>
                  </a:lnTo>
                  <a:lnTo>
                    <a:pt x="756146" y="122402"/>
                  </a:lnTo>
                  <a:lnTo>
                    <a:pt x="661645" y="0"/>
                  </a:lnTo>
                  <a:lnTo>
                    <a:pt x="566966" y="122402"/>
                  </a:lnTo>
                  <a:lnTo>
                    <a:pt x="536204" y="162848"/>
                  </a:lnTo>
                  <a:lnTo>
                    <a:pt x="506066" y="203625"/>
                  </a:lnTo>
                  <a:lnTo>
                    <a:pt x="476554" y="244729"/>
                  </a:lnTo>
                  <a:lnTo>
                    <a:pt x="447670" y="286155"/>
                  </a:lnTo>
                  <a:lnTo>
                    <a:pt x="419415" y="327898"/>
                  </a:lnTo>
                  <a:lnTo>
                    <a:pt x="391791" y="369954"/>
                  </a:lnTo>
                  <a:lnTo>
                    <a:pt x="364799" y="412319"/>
                  </a:lnTo>
                  <a:lnTo>
                    <a:pt x="338442" y="454986"/>
                  </a:lnTo>
                  <a:lnTo>
                    <a:pt x="312721" y="497952"/>
                  </a:lnTo>
                  <a:lnTo>
                    <a:pt x="287637" y="541213"/>
                  </a:lnTo>
                  <a:lnTo>
                    <a:pt x="263192" y="584762"/>
                  </a:lnTo>
                  <a:lnTo>
                    <a:pt x="239388" y="628596"/>
                  </a:lnTo>
                  <a:lnTo>
                    <a:pt x="216227" y="672709"/>
                  </a:lnTo>
                  <a:lnTo>
                    <a:pt x="193709" y="717098"/>
                  </a:lnTo>
                  <a:lnTo>
                    <a:pt x="171837" y="761757"/>
                  </a:lnTo>
                  <a:lnTo>
                    <a:pt x="150613" y="806682"/>
                  </a:lnTo>
                  <a:lnTo>
                    <a:pt x="130037" y="851867"/>
                  </a:lnTo>
                  <a:lnTo>
                    <a:pt x="110112" y="897309"/>
                  </a:lnTo>
                  <a:lnTo>
                    <a:pt x="90839" y="943003"/>
                  </a:lnTo>
                  <a:lnTo>
                    <a:pt x="72220" y="988943"/>
                  </a:lnTo>
                  <a:lnTo>
                    <a:pt x="54257" y="1035125"/>
                  </a:lnTo>
                  <a:lnTo>
                    <a:pt x="36950" y="1081545"/>
                  </a:lnTo>
                  <a:lnTo>
                    <a:pt x="20302" y="1128198"/>
                  </a:lnTo>
                  <a:lnTo>
                    <a:pt x="4315" y="1175079"/>
                  </a:lnTo>
                  <a:lnTo>
                    <a:pt x="0" y="1188341"/>
                  </a:lnTo>
                </a:path>
              </a:pathLst>
            </a:custGeom>
            <a:ln w="9525">
              <a:solidFill>
                <a:schemeClr val="accent2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26">
              <a:extLst>
                <a:ext uri="{FF2B5EF4-FFF2-40B4-BE49-F238E27FC236}">
                  <a16:creationId xmlns:a16="http://schemas.microsoft.com/office/drawing/2014/main" id="{61AB6347-AB9B-2781-CDE4-CD1A78B7255C}"/>
                </a:ext>
              </a:extLst>
            </p:cNvPr>
            <p:cNvSpPr/>
            <p:nvPr/>
          </p:nvSpPr>
          <p:spPr>
            <a:xfrm>
              <a:off x="6544744" y="1151738"/>
              <a:ext cx="1007744" cy="993775"/>
            </a:xfrm>
            <a:custGeom>
              <a:avLst/>
              <a:gdLst/>
              <a:ahLst/>
              <a:cxnLst/>
              <a:rect l="l" t="t" r="r" b="b"/>
              <a:pathLst>
                <a:path w="1007745" h="993775">
                  <a:moveTo>
                    <a:pt x="1007475" y="0"/>
                  </a:moveTo>
                  <a:lnTo>
                    <a:pt x="964928" y="28652"/>
                  </a:lnTo>
                  <a:lnTo>
                    <a:pt x="925183" y="56259"/>
                  </a:lnTo>
                  <a:lnTo>
                    <a:pt x="885787" y="84427"/>
                  </a:lnTo>
                  <a:lnTo>
                    <a:pt x="846746" y="113153"/>
                  </a:lnTo>
                  <a:lnTo>
                    <a:pt x="808065" y="142436"/>
                  </a:lnTo>
                  <a:lnTo>
                    <a:pt x="769750" y="172273"/>
                  </a:lnTo>
                  <a:lnTo>
                    <a:pt x="731805" y="202660"/>
                  </a:lnTo>
                  <a:lnTo>
                    <a:pt x="694235" y="233595"/>
                  </a:lnTo>
                  <a:lnTo>
                    <a:pt x="657047" y="265076"/>
                  </a:lnTo>
                  <a:lnTo>
                    <a:pt x="620246" y="297101"/>
                  </a:lnTo>
                  <a:lnTo>
                    <a:pt x="583836" y="329665"/>
                  </a:lnTo>
                  <a:lnTo>
                    <a:pt x="547822" y="362768"/>
                  </a:lnTo>
                  <a:lnTo>
                    <a:pt x="512212" y="396406"/>
                  </a:lnTo>
                  <a:lnTo>
                    <a:pt x="477008" y="430576"/>
                  </a:lnTo>
                  <a:lnTo>
                    <a:pt x="442218" y="465277"/>
                  </a:lnTo>
                  <a:lnTo>
                    <a:pt x="407846" y="500505"/>
                  </a:lnTo>
                  <a:lnTo>
                    <a:pt x="373897" y="536258"/>
                  </a:lnTo>
                  <a:lnTo>
                    <a:pt x="340376" y="572533"/>
                  </a:lnTo>
                  <a:lnTo>
                    <a:pt x="307290" y="609328"/>
                  </a:lnTo>
                  <a:lnTo>
                    <a:pt x="274643" y="646640"/>
                  </a:lnTo>
                  <a:lnTo>
                    <a:pt x="242440" y="684467"/>
                  </a:lnTo>
                  <a:lnTo>
                    <a:pt x="210687" y="722805"/>
                  </a:lnTo>
                  <a:lnTo>
                    <a:pt x="179389" y="761653"/>
                  </a:lnTo>
                  <a:lnTo>
                    <a:pt x="148551" y="801007"/>
                  </a:lnTo>
                  <a:lnTo>
                    <a:pt x="0" y="993679"/>
                  </a:lnTo>
                  <a:lnTo>
                    <a:pt x="1007475" y="993679"/>
                  </a:lnTo>
                </a:path>
              </a:pathLst>
            </a:custGeom>
            <a:ln w="9525">
              <a:solidFill>
                <a:schemeClr val="accent2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97303504"/>
      </p:ext>
    </p:extLst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E761A0A3-5F16-279C-B058-9A7081EDD49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D47BABF3-6F80-2BFC-FD22-00A703671DF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fld id="{77667D73-C69A-4DAA-9003-24A825D36FE9}" type="slidenum">
              <a:rPr kumimoji="0" lang="pt-BR" sz="1100" b="0" i="0" u="none" strike="noStrike" kern="0" cap="none" spc="0" normalizeH="0" baseline="0" noProof="0" smtClean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sym typeface="Arial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t>8</a:t>
            </a:fld>
            <a:endParaRPr kumimoji="0" lang="pt-BR" sz="11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sos" panose="020B0503020204030204" pitchFamily="34" charset="0"/>
              <a:sym typeface="Arial"/>
            </a:endParaRPr>
          </a:p>
        </p:txBody>
      </p:sp>
      <p:sp>
        <p:nvSpPr>
          <p:cNvPr id="12" name="Retângulo: Cantos Arredondados 36">
            <a:extLst>
              <a:ext uri="{FF2B5EF4-FFF2-40B4-BE49-F238E27FC236}">
                <a16:creationId xmlns:a16="http://schemas.microsoft.com/office/drawing/2014/main" id="{DCB545FA-CAE3-C1DE-B937-AFB37AFF7912}"/>
              </a:ext>
            </a:extLst>
          </p:cNvPr>
          <p:cNvSpPr/>
          <p:nvPr/>
        </p:nvSpPr>
        <p:spPr>
          <a:xfrm>
            <a:off x="8153996" y="1125415"/>
            <a:ext cx="3719016" cy="5025600"/>
          </a:xfrm>
          <a:prstGeom prst="roundRect">
            <a:avLst>
              <a:gd name="adj" fmla="val 8914"/>
            </a:avLst>
          </a:prstGeom>
          <a:solidFill>
            <a:schemeClr val="accent2">
              <a:lumMod val="50000"/>
              <a:alpha val="56000"/>
            </a:schemeClr>
          </a:solidFill>
          <a:ln>
            <a:solidFill>
              <a:schemeClr val="accent2">
                <a:lumMod val="2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55449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lang="pt-BR" sz="1092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sos Light"/>
              <a:ea typeface="+mn-ea"/>
              <a:cs typeface="+mn-cs"/>
              <a:sym typeface="Arial"/>
            </a:endParaRPr>
          </a:p>
        </p:txBody>
      </p:sp>
      <p:sp>
        <p:nvSpPr>
          <p:cNvPr id="13" name="Retângulo: Cantos Arredondados 41">
            <a:extLst>
              <a:ext uri="{FF2B5EF4-FFF2-40B4-BE49-F238E27FC236}">
                <a16:creationId xmlns:a16="http://schemas.microsoft.com/office/drawing/2014/main" id="{ACF95404-0FA2-3996-AE09-100BF819E813}"/>
              </a:ext>
            </a:extLst>
          </p:cNvPr>
          <p:cNvSpPr/>
          <p:nvPr/>
        </p:nvSpPr>
        <p:spPr>
          <a:xfrm>
            <a:off x="5952539" y="1125415"/>
            <a:ext cx="3335322" cy="5025600"/>
          </a:xfrm>
          <a:prstGeom prst="roundRect">
            <a:avLst>
              <a:gd name="adj" fmla="val 12236"/>
            </a:avLst>
          </a:prstGeom>
          <a:solidFill>
            <a:schemeClr val="accent1">
              <a:lumMod val="50000"/>
            </a:schemeClr>
          </a:solidFill>
          <a:ln>
            <a:solidFill>
              <a:schemeClr val="accent2">
                <a:lumMod val="2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55449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lang="pt-BR" sz="1092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sos Light"/>
              <a:ea typeface="+mn-ea"/>
              <a:cs typeface="+mn-cs"/>
              <a:sym typeface="Arial"/>
            </a:endParaRPr>
          </a:p>
        </p:txBody>
      </p:sp>
      <p:sp>
        <p:nvSpPr>
          <p:cNvPr id="14" name="Retângulo: Cantos Arredondados 43">
            <a:extLst>
              <a:ext uri="{FF2B5EF4-FFF2-40B4-BE49-F238E27FC236}">
                <a16:creationId xmlns:a16="http://schemas.microsoft.com/office/drawing/2014/main" id="{118FAF75-DE5B-B39E-4443-E6D027C0E304}"/>
              </a:ext>
            </a:extLst>
          </p:cNvPr>
          <p:cNvSpPr/>
          <p:nvPr/>
        </p:nvSpPr>
        <p:spPr>
          <a:xfrm>
            <a:off x="3863106" y="1125415"/>
            <a:ext cx="2839684" cy="5025600"/>
          </a:xfrm>
          <a:prstGeom prst="roundRect">
            <a:avLst>
              <a:gd name="adj" fmla="val 12236"/>
            </a:avLst>
          </a:prstGeom>
          <a:solidFill>
            <a:schemeClr val="accent1">
              <a:lumMod val="75000"/>
            </a:schemeClr>
          </a:solidFill>
          <a:ln>
            <a:solidFill>
              <a:schemeClr val="accent2">
                <a:lumMod val="2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55449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lang="pt-BR" sz="1698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sos" panose="020B0503020204030204" pitchFamily="34" charset="0"/>
              <a:ea typeface="+mn-ea"/>
              <a:cs typeface="+mn-cs"/>
              <a:sym typeface="Arial"/>
            </a:endParaRPr>
          </a:p>
        </p:txBody>
      </p:sp>
      <p:sp>
        <p:nvSpPr>
          <p:cNvPr id="15" name="object 12">
            <a:extLst>
              <a:ext uri="{FF2B5EF4-FFF2-40B4-BE49-F238E27FC236}">
                <a16:creationId xmlns:a16="http://schemas.microsoft.com/office/drawing/2014/main" id="{72230688-946B-F6CB-AB7A-98C66D97473E}"/>
              </a:ext>
            </a:extLst>
          </p:cNvPr>
          <p:cNvSpPr txBox="1"/>
          <p:nvPr/>
        </p:nvSpPr>
        <p:spPr>
          <a:xfrm>
            <a:off x="4252885" y="1776436"/>
            <a:ext cx="2174337" cy="101516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0" marR="0" lvl="0" indent="0" algn="l" defTabSz="55449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pt-BR" sz="2183" b="1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Versos" panose="020B0503020204030204" pitchFamily="34" charset="0"/>
                <a:cs typeface="Arial"/>
                <a:sym typeface="Arial"/>
              </a:rPr>
              <a:t>Expertise de Crédito com Gestão Ativa</a:t>
            </a:r>
            <a:endParaRPr kumimoji="0" lang="pt-BR" sz="2183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sos" panose="020B0503020204030204" pitchFamily="34" charset="0"/>
              <a:cs typeface="Arial"/>
              <a:sym typeface="Arial"/>
            </a:endParaRPr>
          </a:p>
        </p:txBody>
      </p:sp>
      <p:sp>
        <p:nvSpPr>
          <p:cNvPr id="16" name="object 12">
            <a:extLst>
              <a:ext uri="{FF2B5EF4-FFF2-40B4-BE49-F238E27FC236}">
                <a16:creationId xmlns:a16="http://schemas.microsoft.com/office/drawing/2014/main" id="{B1FB9BC3-B06D-F456-A1A0-90ADD8824D0A}"/>
              </a:ext>
            </a:extLst>
          </p:cNvPr>
          <p:cNvSpPr txBox="1"/>
          <p:nvPr/>
        </p:nvSpPr>
        <p:spPr>
          <a:xfrm>
            <a:off x="4278670" y="3243545"/>
            <a:ext cx="2281149" cy="2554239"/>
          </a:xfrm>
          <a:prstGeom prst="rect">
            <a:avLst/>
          </a:prstGeom>
        </p:spPr>
        <p:txBody>
          <a:bodyPr vert="horz" wrap="square" lIns="0" tIns="7316" rIns="0" bIns="0" rtlCol="0" anchor="t">
            <a:spAutoFit/>
          </a:bodyPr>
          <a:lstStyle/>
          <a:p>
            <a:pPr marL="0" marR="110898" lvl="0" indent="0" algn="l" defTabSz="554492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60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pt-BR" sz="1455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cs typeface="Arial"/>
                <a:sym typeface="Arial"/>
              </a:rPr>
              <a:t>Ampla experiência </a:t>
            </a:r>
            <a:br>
              <a:rPr kumimoji="0" lang="pt-BR" sz="1455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cs typeface="Arial"/>
                <a:sym typeface="Arial"/>
              </a:rPr>
            </a:br>
            <a:r>
              <a:rPr kumimoji="0" lang="pt-BR" sz="1455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cs typeface="Arial"/>
                <a:sym typeface="Arial"/>
              </a:rPr>
              <a:t>para aproveitar oportunidades no mercado primário </a:t>
            </a:r>
            <a:br>
              <a:rPr kumimoji="0" lang="pt-BR" sz="1455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cs typeface="Arial"/>
                <a:sym typeface="Arial"/>
              </a:rPr>
            </a:br>
            <a:r>
              <a:rPr kumimoji="0" lang="pt-BR" sz="1455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cs typeface="Arial"/>
                <a:sym typeface="Arial"/>
              </a:rPr>
              <a:t>e secundário.</a:t>
            </a:r>
          </a:p>
          <a:p>
            <a:pPr marL="0" marR="110898" lvl="0" indent="0" algn="l" defTabSz="554492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60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pt-BR" sz="1455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cs typeface="Arial"/>
                <a:sym typeface="Arial"/>
              </a:rPr>
              <a:t>Asset Independente com Acionistas Robustos.</a:t>
            </a:r>
          </a:p>
          <a:p>
            <a:pPr marL="0" marR="110898" lvl="0" indent="0" algn="l" defTabSz="554492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60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pt-BR" sz="1455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cs typeface="Arial"/>
                <a:sym typeface="Arial"/>
              </a:rPr>
              <a:t>Diversificação de emissores e setores.</a:t>
            </a:r>
          </a:p>
        </p:txBody>
      </p:sp>
      <p:sp>
        <p:nvSpPr>
          <p:cNvPr id="17" name="object 12">
            <a:extLst>
              <a:ext uri="{FF2B5EF4-FFF2-40B4-BE49-F238E27FC236}">
                <a16:creationId xmlns:a16="http://schemas.microsoft.com/office/drawing/2014/main" id="{8990CBC4-CA83-C1BD-3A89-55FCAB008FEF}"/>
              </a:ext>
            </a:extLst>
          </p:cNvPr>
          <p:cNvSpPr txBox="1"/>
          <p:nvPr/>
        </p:nvSpPr>
        <p:spPr>
          <a:xfrm>
            <a:off x="7054522" y="1768516"/>
            <a:ext cx="2147938" cy="101516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0" marR="0" lvl="0" indent="0" algn="l" defTabSz="55449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pt-BR" sz="2183" b="1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Versos" panose="020B0503020204030204" pitchFamily="34" charset="0"/>
                <a:cs typeface="Arial"/>
                <a:sym typeface="Arial"/>
              </a:rPr>
              <a:t>Análise </a:t>
            </a:r>
            <a:br>
              <a:rPr kumimoji="0" lang="pt-BR" sz="2183" b="1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Versos" panose="020B0503020204030204" pitchFamily="34" charset="0"/>
                <a:cs typeface="Arial"/>
                <a:sym typeface="Arial"/>
              </a:rPr>
            </a:br>
            <a:r>
              <a:rPr kumimoji="0" lang="pt-BR" sz="2183" b="1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Versos" panose="020B0503020204030204" pitchFamily="34" charset="0"/>
                <a:cs typeface="Arial"/>
                <a:sym typeface="Arial"/>
              </a:rPr>
              <a:t>de Crédito Criteriosa </a:t>
            </a:r>
          </a:p>
        </p:txBody>
      </p:sp>
      <p:sp>
        <p:nvSpPr>
          <p:cNvPr id="18" name="object 12">
            <a:extLst>
              <a:ext uri="{FF2B5EF4-FFF2-40B4-BE49-F238E27FC236}">
                <a16:creationId xmlns:a16="http://schemas.microsoft.com/office/drawing/2014/main" id="{B65FE888-1D6D-FEFC-86EA-15CA14A20955}"/>
              </a:ext>
            </a:extLst>
          </p:cNvPr>
          <p:cNvSpPr txBox="1"/>
          <p:nvPr/>
        </p:nvSpPr>
        <p:spPr>
          <a:xfrm>
            <a:off x="6999941" y="3243545"/>
            <a:ext cx="2045972" cy="1574740"/>
          </a:xfrm>
          <a:prstGeom prst="rect">
            <a:avLst/>
          </a:prstGeom>
        </p:spPr>
        <p:txBody>
          <a:bodyPr vert="horz" wrap="square" lIns="0" tIns="7316" rIns="0" bIns="0" rtlCol="0">
            <a:spAutoFit/>
          </a:bodyPr>
          <a:lstStyle/>
          <a:p>
            <a:pPr marL="0" marR="110898" lvl="0" indent="0" algn="l" defTabSz="554492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60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pt-BR" sz="1455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cs typeface="Arial"/>
                <a:sym typeface="Arial"/>
              </a:rPr>
              <a:t>Análise independente e acompanhamento da carteira com ferramenta proprietária de </a:t>
            </a:r>
            <a:r>
              <a:rPr kumimoji="0" lang="pt-BR" sz="1455" b="0" i="1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cs typeface="Arial"/>
                <a:sym typeface="Arial"/>
              </a:rPr>
              <a:t>rating</a:t>
            </a:r>
            <a:r>
              <a:rPr kumimoji="0" lang="pt-BR" sz="1455" b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cs typeface="Arial"/>
                <a:sym typeface="Arial"/>
              </a:rPr>
              <a:t>, incluindo o segmento de FIDCs</a:t>
            </a:r>
            <a:r>
              <a:rPr kumimoji="0" lang="pt-BR" sz="1455" b="0" i="1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cs typeface="Arial"/>
                <a:sym typeface="Arial"/>
              </a:rPr>
              <a:t>.</a:t>
            </a:r>
          </a:p>
        </p:txBody>
      </p:sp>
      <p:sp>
        <p:nvSpPr>
          <p:cNvPr id="19" name="object 12">
            <a:extLst>
              <a:ext uri="{FF2B5EF4-FFF2-40B4-BE49-F238E27FC236}">
                <a16:creationId xmlns:a16="http://schemas.microsoft.com/office/drawing/2014/main" id="{252B8231-505E-0145-1533-E711060AB672}"/>
              </a:ext>
            </a:extLst>
          </p:cNvPr>
          <p:cNvSpPr txBox="1"/>
          <p:nvPr/>
        </p:nvSpPr>
        <p:spPr>
          <a:xfrm>
            <a:off x="9611675" y="1749162"/>
            <a:ext cx="2244152" cy="135108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0" marR="0" lvl="0" indent="0" algn="l" defTabSz="55449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pt-BR" sz="2183" b="1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Versos" panose="020B0503020204030204" pitchFamily="34" charset="0"/>
                <a:cs typeface="Arial"/>
                <a:sym typeface="Arial"/>
              </a:rPr>
              <a:t>Originação Proprietária </a:t>
            </a:r>
            <a:br>
              <a:rPr kumimoji="0" lang="pt-BR" sz="2183" b="1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Versos" panose="020B0503020204030204" pitchFamily="34" charset="0"/>
                <a:cs typeface="Arial"/>
                <a:sym typeface="Arial"/>
              </a:rPr>
            </a:br>
            <a:r>
              <a:rPr kumimoji="0" lang="pt-BR" sz="2183" b="1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Versos" panose="020B0503020204030204" pitchFamily="34" charset="0"/>
                <a:cs typeface="Arial"/>
                <a:sym typeface="Arial"/>
              </a:rPr>
              <a:t>&amp; Crédito Estruturado </a:t>
            </a:r>
          </a:p>
        </p:txBody>
      </p:sp>
      <p:sp>
        <p:nvSpPr>
          <p:cNvPr id="20" name="object 12">
            <a:extLst>
              <a:ext uri="{FF2B5EF4-FFF2-40B4-BE49-F238E27FC236}">
                <a16:creationId xmlns:a16="http://schemas.microsoft.com/office/drawing/2014/main" id="{91EE26D0-370F-CC7A-9243-8F58BEA574E8}"/>
              </a:ext>
            </a:extLst>
          </p:cNvPr>
          <p:cNvSpPr txBox="1"/>
          <p:nvPr/>
        </p:nvSpPr>
        <p:spPr>
          <a:xfrm>
            <a:off x="9607644" y="3243545"/>
            <a:ext cx="1970722" cy="910583"/>
          </a:xfrm>
          <a:prstGeom prst="rect">
            <a:avLst/>
          </a:prstGeom>
        </p:spPr>
        <p:txBody>
          <a:bodyPr vert="horz" wrap="square" lIns="0" tIns="7316" rIns="0" bIns="0" rtlCol="0">
            <a:spAutoFit/>
          </a:bodyPr>
          <a:lstStyle/>
          <a:p>
            <a:pPr marL="0" marR="110898" lvl="0" indent="0" algn="l" defTabSz="554492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60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pt-BR" sz="1455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cs typeface="Arial"/>
                <a:sym typeface="Arial"/>
              </a:rPr>
              <a:t>Time focado </a:t>
            </a:r>
            <a:br>
              <a:rPr kumimoji="0" lang="pt-BR" sz="1455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cs typeface="Arial"/>
                <a:sym typeface="Arial"/>
              </a:rPr>
            </a:br>
            <a:r>
              <a:rPr kumimoji="0" lang="pt-BR" sz="1455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cs typeface="Arial"/>
                <a:sym typeface="Arial"/>
              </a:rPr>
              <a:t>na Originação e Estruturação de ativos de crédito.</a:t>
            </a:r>
            <a:endParaRPr kumimoji="0" lang="pt-BR" sz="1455" b="0" i="1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sos Light" panose="020B0403020204030204" pitchFamily="34" charset="0"/>
              <a:cs typeface="Arial"/>
              <a:sym typeface="Arial"/>
            </a:endParaRPr>
          </a:p>
        </p:txBody>
      </p:sp>
      <p:grpSp>
        <p:nvGrpSpPr>
          <p:cNvPr id="21" name="Agrupar 17">
            <a:extLst>
              <a:ext uri="{FF2B5EF4-FFF2-40B4-BE49-F238E27FC236}">
                <a16:creationId xmlns:a16="http://schemas.microsoft.com/office/drawing/2014/main" id="{712808C8-5F85-3E21-2718-6016AF51D664}"/>
              </a:ext>
            </a:extLst>
          </p:cNvPr>
          <p:cNvGrpSpPr/>
          <p:nvPr/>
        </p:nvGrpSpPr>
        <p:grpSpPr>
          <a:xfrm rot="10800000">
            <a:off x="4237795" y="1379833"/>
            <a:ext cx="481657" cy="119713"/>
            <a:chOff x="6558860" y="2846873"/>
            <a:chExt cx="1049081" cy="260743"/>
          </a:xfrm>
          <a:noFill/>
        </p:grpSpPr>
        <p:sp>
          <p:nvSpPr>
            <p:cNvPr id="22" name="Elipse 1">
              <a:extLst>
                <a:ext uri="{FF2B5EF4-FFF2-40B4-BE49-F238E27FC236}">
                  <a16:creationId xmlns:a16="http://schemas.microsoft.com/office/drawing/2014/main" id="{9C0E8A55-E792-CE2D-2468-5AD861492354}"/>
                </a:ext>
              </a:extLst>
            </p:cNvPr>
            <p:cNvSpPr/>
            <p:nvPr/>
          </p:nvSpPr>
          <p:spPr>
            <a:xfrm>
              <a:off x="6558860" y="2846873"/>
              <a:ext cx="260743" cy="260743"/>
            </a:xfrm>
            <a:prstGeom prst="ellipse">
              <a:avLst/>
            </a:prstGeom>
            <a:grpFill/>
            <a:ln w="19050">
              <a:solidFill>
                <a:schemeClr val="accent2">
                  <a:lumMod val="2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55449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lang="pt-BR" sz="1092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  <a:sym typeface="Arial"/>
              </a:endParaRPr>
            </a:p>
          </p:txBody>
        </p:sp>
        <p:sp>
          <p:nvSpPr>
            <p:cNvPr id="23" name="Elipse 3">
              <a:extLst>
                <a:ext uri="{FF2B5EF4-FFF2-40B4-BE49-F238E27FC236}">
                  <a16:creationId xmlns:a16="http://schemas.microsoft.com/office/drawing/2014/main" id="{8B2950B2-E496-A30B-01DD-48ED51996E43}"/>
                </a:ext>
              </a:extLst>
            </p:cNvPr>
            <p:cNvSpPr/>
            <p:nvPr/>
          </p:nvSpPr>
          <p:spPr>
            <a:xfrm>
              <a:off x="6956228" y="2846873"/>
              <a:ext cx="260743" cy="260743"/>
            </a:xfrm>
            <a:prstGeom prst="ellipse">
              <a:avLst/>
            </a:prstGeom>
            <a:grpFill/>
            <a:ln w="19050">
              <a:solidFill>
                <a:schemeClr val="accent2">
                  <a:lumMod val="2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55449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lang="pt-BR" sz="1092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  <a:sym typeface="Arial"/>
              </a:endParaRPr>
            </a:p>
          </p:txBody>
        </p:sp>
        <p:sp>
          <p:nvSpPr>
            <p:cNvPr id="24" name="Elipse 8">
              <a:extLst>
                <a:ext uri="{FF2B5EF4-FFF2-40B4-BE49-F238E27FC236}">
                  <a16:creationId xmlns:a16="http://schemas.microsoft.com/office/drawing/2014/main" id="{4543FF00-D811-29D7-13DB-2863537FC2A5}"/>
                </a:ext>
              </a:extLst>
            </p:cNvPr>
            <p:cNvSpPr/>
            <p:nvPr/>
          </p:nvSpPr>
          <p:spPr>
            <a:xfrm>
              <a:off x="7347198" y="2846873"/>
              <a:ext cx="260743" cy="260743"/>
            </a:xfrm>
            <a:prstGeom prst="ellipse">
              <a:avLst/>
            </a:prstGeom>
            <a:solidFill>
              <a:schemeClr val="tx1">
                <a:lumMod val="85000"/>
                <a:lumOff val="15000"/>
              </a:schemeClr>
            </a:solidFill>
            <a:ln w="19050">
              <a:solidFill>
                <a:schemeClr val="accent2">
                  <a:lumMod val="2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55449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lang="pt-BR" sz="1092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25" name="Agrupar 16">
            <a:extLst>
              <a:ext uri="{FF2B5EF4-FFF2-40B4-BE49-F238E27FC236}">
                <a16:creationId xmlns:a16="http://schemas.microsoft.com/office/drawing/2014/main" id="{345645D9-D02E-ACEE-2D36-1C7EC5C55A17}"/>
              </a:ext>
            </a:extLst>
          </p:cNvPr>
          <p:cNvGrpSpPr/>
          <p:nvPr/>
        </p:nvGrpSpPr>
        <p:grpSpPr>
          <a:xfrm rot="10800000">
            <a:off x="7061445" y="1379833"/>
            <a:ext cx="481657" cy="119713"/>
            <a:chOff x="11215282" y="2846873"/>
            <a:chExt cx="1049081" cy="260743"/>
          </a:xfrm>
          <a:noFill/>
        </p:grpSpPr>
        <p:sp>
          <p:nvSpPr>
            <p:cNvPr id="26" name="Elipse 9">
              <a:extLst>
                <a:ext uri="{FF2B5EF4-FFF2-40B4-BE49-F238E27FC236}">
                  <a16:creationId xmlns:a16="http://schemas.microsoft.com/office/drawing/2014/main" id="{06C97122-F0F7-19A0-8C7C-4987F4B061AC}"/>
                </a:ext>
              </a:extLst>
            </p:cNvPr>
            <p:cNvSpPr/>
            <p:nvPr/>
          </p:nvSpPr>
          <p:spPr>
            <a:xfrm>
              <a:off x="11215282" y="2846873"/>
              <a:ext cx="260743" cy="260743"/>
            </a:xfrm>
            <a:prstGeom prst="ellipse">
              <a:avLst/>
            </a:prstGeom>
            <a:grpFill/>
            <a:ln w="19050">
              <a:solidFill>
                <a:schemeClr val="accent2">
                  <a:lumMod val="2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55449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lang="pt-BR" sz="1092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  <a:sym typeface="Arial"/>
              </a:endParaRPr>
            </a:p>
          </p:txBody>
        </p:sp>
        <p:sp>
          <p:nvSpPr>
            <p:cNvPr id="27" name="Elipse 10">
              <a:extLst>
                <a:ext uri="{FF2B5EF4-FFF2-40B4-BE49-F238E27FC236}">
                  <a16:creationId xmlns:a16="http://schemas.microsoft.com/office/drawing/2014/main" id="{5667259A-7F7E-9C43-E70C-36347343A736}"/>
                </a:ext>
              </a:extLst>
            </p:cNvPr>
            <p:cNvSpPr/>
            <p:nvPr/>
          </p:nvSpPr>
          <p:spPr>
            <a:xfrm>
              <a:off x="11612650" y="2846873"/>
              <a:ext cx="260743" cy="260743"/>
            </a:xfrm>
            <a:prstGeom prst="ellipse">
              <a:avLst/>
            </a:prstGeom>
            <a:solidFill>
              <a:schemeClr val="tx1">
                <a:lumMod val="85000"/>
                <a:lumOff val="15000"/>
              </a:schemeClr>
            </a:solidFill>
            <a:ln w="19050">
              <a:solidFill>
                <a:schemeClr val="accent2">
                  <a:lumMod val="2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55449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lang="pt-BR" sz="1092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  <a:sym typeface="Arial"/>
              </a:endParaRPr>
            </a:p>
          </p:txBody>
        </p:sp>
        <p:sp>
          <p:nvSpPr>
            <p:cNvPr id="28" name="Elipse 11">
              <a:extLst>
                <a:ext uri="{FF2B5EF4-FFF2-40B4-BE49-F238E27FC236}">
                  <a16:creationId xmlns:a16="http://schemas.microsoft.com/office/drawing/2014/main" id="{B0266BE8-AADC-9439-A97D-4D4518AECBDA}"/>
                </a:ext>
              </a:extLst>
            </p:cNvPr>
            <p:cNvSpPr/>
            <p:nvPr/>
          </p:nvSpPr>
          <p:spPr>
            <a:xfrm>
              <a:off x="12003620" y="2846873"/>
              <a:ext cx="260743" cy="260743"/>
            </a:xfrm>
            <a:prstGeom prst="ellipse">
              <a:avLst/>
            </a:prstGeom>
            <a:solidFill>
              <a:schemeClr val="tx1">
                <a:lumMod val="85000"/>
                <a:lumOff val="15000"/>
              </a:schemeClr>
            </a:solidFill>
            <a:ln w="19050">
              <a:solidFill>
                <a:schemeClr val="accent2">
                  <a:lumMod val="2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55449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lang="pt-BR" sz="1092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29" name="Agrupar 18">
            <a:extLst>
              <a:ext uri="{FF2B5EF4-FFF2-40B4-BE49-F238E27FC236}">
                <a16:creationId xmlns:a16="http://schemas.microsoft.com/office/drawing/2014/main" id="{26C51661-8E01-8921-AF22-463172D25176}"/>
              </a:ext>
            </a:extLst>
          </p:cNvPr>
          <p:cNvGrpSpPr/>
          <p:nvPr/>
        </p:nvGrpSpPr>
        <p:grpSpPr>
          <a:xfrm>
            <a:off x="9637222" y="1379834"/>
            <a:ext cx="481657" cy="119713"/>
            <a:chOff x="15462842" y="2846873"/>
            <a:chExt cx="1049081" cy="260743"/>
          </a:xfrm>
          <a:solidFill>
            <a:schemeClr val="tx1">
              <a:lumMod val="85000"/>
              <a:lumOff val="15000"/>
            </a:schemeClr>
          </a:solidFill>
        </p:grpSpPr>
        <p:sp>
          <p:nvSpPr>
            <p:cNvPr id="30" name="Elipse 12">
              <a:extLst>
                <a:ext uri="{FF2B5EF4-FFF2-40B4-BE49-F238E27FC236}">
                  <a16:creationId xmlns:a16="http://schemas.microsoft.com/office/drawing/2014/main" id="{8A6F0038-4937-5575-4306-0217CCA1E3DF}"/>
                </a:ext>
              </a:extLst>
            </p:cNvPr>
            <p:cNvSpPr/>
            <p:nvPr/>
          </p:nvSpPr>
          <p:spPr>
            <a:xfrm>
              <a:off x="15462842" y="2846873"/>
              <a:ext cx="260743" cy="260743"/>
            </a:xfrm>
            <a:prstGeom prst="ellipse">
              <a:avLst/>
            </a:prstGeom>
            <a:grpFill/>
            <a:ln w="19050">
              <a:solidFill>
                <a:schemeClr val="accent2">
                  <a:lumMod val="2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55449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lang="pt-BR" sz="1092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  <a:sym typeface="Arial"/>
              </a:endParaRPr>
            </a:p>
          </p:txBody>
        </p:sp>
        <p:sp>
          <p:nvSpPr>
            <p:cNvPr id="31" name="Elipse 13">
              <a:extLst>
                <a:ext uri="{FF2B5EF4-FFF2-40B4-BE49-F238E27FC236}">
                  <a16:creationId xmlns:a16="http://schemas.microsoft.com/office/drawing/2014/main" id="{29787781-E56A-B0F9-24AA-D370F27BDBC4}"/>
                </a:ext>
              </a:extLst>
            </p:cNvPr>
            <p:cNvSpPr/>
            <p:nvPr/>
          </p:nvSpPr>
          <p:spPr>
            <a:xfrm>
              <a:off x="15860210" y="2846873"/>
              <a:ext cx="260743" cy="260743"/>
            </a:xfrm>
            <a:prstGeom prst="ellipse">
              <a:avLst/>
            </a:prstGeom>
            <a:grpFill/>
            <a:ln w="19050">
              <a:solidFill>
                <a:schemeClr val="accent2">
                  <a:lumMod val="2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55449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lang="pt-BR" sz="1092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  <a:sym typeface="Arial"/>
              </a:endParaRPr>
            </a:p>
          </p:txBody>
        </p:sp>
        <p:sp>
          <p:nvSpPr>
            <p:cNvPr id="32" name="Elipse 14">
              <a:extLst>
                <a:ext uri="{FF2B5EF4-FFF2-40B4-BE49-F238E27FC236}">
                  <a16:creationId xmlns:a16="http://schemas.microsoft.com/office/drawing/2014/main" id="{38C819AC-7967-794A-4FC9-7CE46A845FE1}"/>
                </a:ext>
              </a:extLst>
            </p:cNvPr>
            <p:cNvSpPr/>
            <p:nvPr/>
          </p:nvSpPr>
          <p:spPr>
            <a:xfrm>
              <a:off x="16251180" y="2846873"/>
              <a:ext cx="260743" cy="260743"/>
            </a:xfrm>
            <a:prstGeom prst="ellipse">
              <a:avLst/>
            </a:prstGeom>
            <a:grpFill/>
            <a:ln w="19050">
              <a:solidFill>
                <a:schemeClr val="accent2">
                  <a:lumMod val="2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55449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lang="pt-BR" sz="1092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  <a:sym typeface="Arial"/>
              </a:endParaRPr>
            </a:p>
          </p:txBody>
        </p:sp>
      </p:grpSp>
      <p:sp>
        <p:nvSpPr>
          <p:cNvPr id="34" name="object 13">
            <a:extLst>
              <a:ext uri="{FF2B5EF4-FFF2-40B4-BE49-F238E27FC236}">
                <a16:creationId xmlns:a16="http://schemas.microsoft.com/office/drawing/2014/main" id="{433698B5-2CE0-50DD-E484-366C4AF13421}"/>
              </a:ext>
            </a:extLst>
          </p:cNvPr>
          <p:cNvSpPr txBox="1"/>
          <p:nvPr/>
        </p:nvSpPr>
        <p:spPr>
          <a:xfrm>
            <a:off x="447069" y="1441098"/>
            <a:ext cx="1845124" cy="903274"/>
          </a:xfrm>
          <a:prstGeom prst="rect">
            <a:avLst/>
          </a:prstGeom>
        </p:spPr>
        <p:txBody>
          <a:bodyPr vert="horz" wrap="square" lIns="0" tIns="7316" rIns="0" bIns="0" rtlCol="0">
            <a:spAutoFit/>
          </a:bodyPr>
          <a:lstStyle/>
          <a:p>
            <a:pPr marL="0" marR="0" lvl="0" indent="0" algn="l" defTabSz="55449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pt-BR" sz="2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Versos Light" panose="020B0403020204030204" pitchFamily="34" charset="0"/>
                <a:cs typeface="Arial"/>
                <a:sym typeface="Arial"/>
              </a:rPr>
              <a:t>Por que </a:t>
            </a:r>
            <a:br>
              <a:rPr kumimoji="0" lang="pt-BR" sz="2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Versos Light" panose="020B0403020204030204" pitchFamily="34" charset="0"/>
                <a:cs typeface="Arial"/>
                <a:sym typeface="Arial"/>
              </a:rPr>
            </a:br>
            <a:r>
              <a:rPr kumimoji="0" lang="pt-BR" sz="2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Versos Light" panose="020B0403020204030204" pitchFamily="34" charset="0"/>
                <a:cs typeface="Arial"/>
                <a:sym typeface="Arial"/>
              </a:rPr>
              <a:t>investir no </a:t>
            </a:r>
            <a:endParaRPr kumimoji="0" lang="pt-BR" sz="2800" b="1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sos Light" panose="020B0403020204030204" pitchFamily="34" charset="0"/>
              <a:cs typeface="Arial"/>
              <a:sym typeface="Arial"/>
            </a:endParaRPr>
          </a:p>
        </p:txBody>
      </p:sp>
      <p:sp>
        <p:nvSpPr>
          <p:cNvPr id="37" name="object 13">
            <a:extLst>
              <a:ext uri="{FF2B5EF4-FFF2-40B4-BE49-F238E27FC236}">
                <a16:creationId xmlns:a16="http://schemas.microsoft.com/office/drawing/2014/main" id="{0BC2F72B-37BC-BE0E-AAF9-19A38A70DB2B}"/>
              </a:ext>
            </a:extLst>
          </p:cNvPr>
          <p:cNvSpPr txBox="1"/>
          <p:nvPr/>
        </p:nvSpPr>
        <p:spPr>
          <a:xfrm>
            <a:off x="2872376" y="4179226"/>
            <a:ext cx="571038" cy="727446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0" marR="0" lvl="0" indent="0" algn="l" defTabSz="55449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pt-BR" sz="56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Versos" panose="020B0503020204030204" pitchFamily="34" charset="77"/>
                <a:cs typeface="Arial"/>
                <a:sym typeface="Arial"/>
              </a:rPr>
              <a:t>?</a:t>
            </a:r>
            <a:endParaRPr kumimoji="0" lang="pt-BR" sz="56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sos" panose="020B0503020204030204" pitchFamily="34" charset="0"/>
              <a:cs typeface="Arial"/>
              <a:sym typeface="Arial"/>
            </a:endParaRPr>
          </a:p>
        </p:txBody>
      </p:sp>
      <p:grpSp>
        <p:nvGrpSpPr>
          <p:cNvPr id="7" name="Agrupar 6">
            <a:extLst>
              <a:ext uri="{FF2B5EF4-FFF2-40B4-BE49-F238E27FC236}">
                <a16:creationId xmlns:a16="http://schemas.microsoft.com/office/drawing/2014/main" id="{3B0012BC-C9CC-36D8-FAB2-D10E7D98ACA4}"/>
              </a:ext>
            </a:extLst>
          </p:cNvPr>
          <p:cNvGrpSpPr/>
          <p:nvPr/>
        </p:nvGrpSpPr>
        <p:grpSpPr>
          <a:xfrm>
            <a:off x="450189" y="5165108"/>
            <a:ext cx="2573594" cy="985907"/>
            <a:chOff x="398206" y="4520664"/>
            <a:chExt cx="2573594" cy="985907"/>
          </a:xfrm>
        </p:grpSpPr>
        <p:sp>
          <p:nvSpPr>
            <p:cNvPr id="6" name="Retângulo: Cantos Arredondados 5">
              <a:extLst>
                <a:ext uri="{FF2B5EF4-FFF2-40B4-BE49-F238E27FC236}">
                  <a16:creationId xmlns:a16="http://schemas.microsoft.com/office/drawing/2014/main" id="{05BFC469-EECA-C384-0F91-42323F0FAD70}"/>
                </a:ext>
              </a:extLst>
            </p:cNvPr>
            <p:cNvSpPr/>
            <p:nvPr/>
          </p:nvSpPr>
          <p:spPr>
            <a:xfrm>
              <a:off x="398206" y="4520664"/>
              <a:ext cx="2573594" cy="985907"/>
            </a:xfrm>
            <a:prstGeom prst="roundRect">
              <a:avLst/>
            </a:prstGeom>
            <a:solidFill>
              <a:schemeClr val="accent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/>
            </a:p>
          </p:txBody>
        </p:sp>
        <p:sp>
          <p:nvSpPr>
            <p:cNvPr id="4" name="CaixaDeTexto 3">
              <a:extLst>
                <a:ext uri="{FF2B5EF4-FFF2-40B4-BE49-F238E27FC236}">
                  <a16:creationId xmlns:a16="http://schemas.microsoft.com/office/drawing/2014/main" id="{42E66E3F-FA17-C342-CE1D-4E7F9A8B12E0}"/>
                </a:ext>
              </a:extLst>
            </p:cNvPr>
            <p:cNvSpPr txBox="1"/>
            <p:nvPr/>
          </p:nvSpPr>
          <p:spPr>
            <a:xfrm>
              <a:off x="398206" y="4628182"/>
              <a:ext cx="2573594" cy="646331"/>
            </a:xfrm>
            <a:prstGeom prst="rect">
              <a:avLst/>
            </a:prstGeom>
            <a:noFill/>
          </p:spPr>
          <p:txBody>
            <a:bodyPr wrap="square" lIns="0" rIns="0">
              <a:spAutoFit/>
            </a:bodyPr>
            <a:lstStyle/>
            <a:p>
              <a:pPr algn="ctr"/>
              <a:r>
                <a:rPr kumimoji="0" lang="pt-BR" sz="18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Versos" panose="020B0503020204030204" pitchFamily="34" charset="77"/>
                  <a:cs typeface="Arial"/>
                  <a:sym typeface="Arial"/>
                </a:rPr>
                <a:t>EXCLUSIVIDADE</a:t>
              </a:r>
            </a:p>
            <a:p>
              <a:pPr algn="ctr"/>
              <a:endParaRPr kumimoji="0" lang="pt-BR" sz="1800" b="0" i="0" u="none" strike="noStrike" kern="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Versos" panose="020B0503020204030204" pitchFamily="34" charset="77"/>
                <a:cs typeface="Arial"/>
                <a:sym typeface="Arial"/>
              </a:endParaRPr>
            </a:p>
          </p:txBody>
        </p:sp>
        <p:pic>
          <p:nvPicPr>
            <p:cNvPr id="5" name="object 17">
              <a:extLst>
                <a:ext uri="{FF2B5EF4-FFF2-40B4-BE49-F238E27FC236}">
                  <a16:creationId xmlns:a16="http://schemas.microsoft.com/office/drawing/2014/main" id="{BF32466A-B255-54BC-95E9-EAF53026B270}"/>
                </a:ext>
              </a:extLst>
            </p:cNvPr>
            <p:cNvPicPr/>
            <p:nvPr/>
          </p:nvPicPr>
          <p:blipFill>
            <a:blip r:embed="rId2" cstate="screen"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brightnessContrast bright="10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828186" y="4912144"/>
              <a:ext cx="1603845" cy="519913"/>
            </a:xfrm>
            <a:prstGeom prst="rect">
              <a:avLst/>
            </a:prstGeom>
          </p:spPr>
        </p:pic>
      </p:grpSp>
      <mc:AlternateContent xmlns:mc="http://schemas.openxmlformats.org/markup-compatibility/2006" xmlns:pslz="http://schemas.microsoft.com/office/powerpoint/2016/slidezoom">
        <mc:Choice Requires="pslz">
          <p:graphicFrame>
            <p:nvGraphicFramePr>
              <p:cNvPr id="9" name="Zoom de Slide 8">
                <a:extLst>
                  <a:ext uri="{FF2B5EF4-FFF2-40B4-BE49-F238E27FC236}">
                    <a16:creationId xmlns:a16="http://schemas.microsoft.com/office/drawing/2014/main" id="{8222C21C-81E2-F017-B07E-D6F455B9795D}"/>
                  </a:ext>
                </a:extLst>
              </p:cNvPr>
              <p:cNvGraphicFramePr>
                <a:graphicFrameLocks noChangeAspect="1"/>
              </p:cNvGraphicFramePr>
              <p:nvPr>
                <p:extLst>
                  <p:ext uri="{D42A27DB-BD31-4B8C-83A1-F6EECF244321}">
                    <p14:modId xmlns:p14="http://schemas.microsoft.com/office/powerpoint/2010/main" val="2282909012"/>
                  </p:ext>
                </p:extLst>
              </p:nvPr>
            </p:nvGraphicFramePr>
            <p:xfrm>
              <a:off x="-3866418" y="2091690"/>
              <a:ext cx="3048000" cy="1714500"/>
            </p:xfrm>
            <a:graphic>
              <a:graphicData uri="http://schemas.microsoft.com/office/powerpoint/2016/slidezoom">
                <pslz:sldZm>
                  <pslz:sldZmObj sldId="2147474401" cId="821325560">
                    <pslz:zmPr id="{24BC32C5-1CB1-4415-89AF-8BFF14C94A07}" returnToParent="0" transitionDur="1000">
                      <p166:blipFill xmlns:p166="http://schemas.microsoft.com/office/powerpoint/2016/6/main">
                        <a:blip r:embed="rId4"/>
                        <a:stretch>
                          <a:fillRect/>
                        </a:stretch>
                      </p166:blipFill>
                      <p166:spPr xmlns:p166="http://schemas.microsoft.com/office/powerpoint/2016/6/main">
                        <a:xfrm>
                          <a:off x="0" y="0"/>
                          <a:ext cx="3048000" cy="1714500"/>
                        </a:xfrm>
                        <a:prstGeom prst="rect">
                          <a:avLst/>
                        </a:prstGeom>
                        <a:ln w="3175">
                          <a:solidFill>
                            <a:prstClr val="ltGray"/>
                          </a:solidFill>
                        </a:ln>
                      </p166:spPr>
                    </pslz:zmPr>
                  </pslz:sldZmObj>
                </pslz:sldZm>
              </a:graphicData>
            </a:graphic>
          </p:graphicFrame>
        </mc:Choice>
        <mc:Fallback xmlns="">
          <p:pic>
            <p:nvPicPr>
              <p:cNvPr id="9" name="Zoom de Slide 8">
                <a:hlinkClick r:id="rId5" action="ppaction://hlinksldjump"/>
                <a:extLst>
                  <a:ext uri="{FF2B5EF4-FFF2-40B4-BE49-F238E27FC236}">
                    <a16:creationId xmlns:a16="http://schemas.microsoft.com/office/drawing/2014/main" id="{8222C21C-81E2-F017-B07E-D6F455B9795D}"/>
                  </a:ext>
                </a:extLst>
              </p:cNvPr>
              <p:cNvPicPr>
                <a:picLocks noGrp="1" noRot="1" noChangeAspect="1" noMove="1" noResize="1" noEditPoints="1" noAdjustHandles="1" noChangeArrowheads="1" noChangeShapeType="1"/>
              </p:cNvPicPr>
              <p:nvPr/>
            </p:nvPicPr>
            <p:blipFill>
              <a:blip r:embed="rId6"/>
              <a:stretch>
                <a:fillRect/>
              </a:stretch>
            </p:blipFill>
            <p:spPr>
              <a:xfrm>
                <a:off x="-3866418" y="2091690"/>
                <a:ext cx="3048000" cy="1714500"/>
              </a:xfrm>
              <a:prstGeom prst="rect">
                <a:avLst/>
              </a:prstGeom>
              <a:ln w="3175">
                <a:solidFill>
                  <a:prstClr val="ltGray"/>
                </a:solidFill>
              </a:ln>
            </p:spPr>
          </p:pic>
        </mc:Fallback>
      </mc:AlternateContent>
      <p:grpSp>
        <p:nvGrpSpPr>
          <p:cNvPr id="57" name="Group 56">
            <a:extLst>
              <a:ext uri="{FF2B5EF4-FFF2-40B4-BE49-F238E27FC236}">
                <a16:creationId xmlns:a16="http://schemas.microsoft.com/office/drawing/2014/main" id="{DAED3147-854E-A9CF-A1A4-47302D0876A5}"/>
              </a:ext>
            </a:extLst>
          </p:cNvPr>
          <p:cNvGrpSpPr/>
          <p:nvPr/>
        </p:nvGrpSpPr>
        <p:grpSpPr>
          <a:xfrm>
            <a:off x="372851" y="2297372"/>
            <a:ext cx="2348387" cy="2609127"/>
            <a:chOff x="603016" y="1830030"/>
            <a:chExt cx="3086205" cy="3428865"/>
          </a:xfrm>
        </p:grpSpPr>
        <p:grpSp>
          <p:nvGrpSpPr>
            <p:cNvPr id="50" name="Group 49">
              <a:extLst>
                <a:ext uri="{FF2B5EF4-FFF2-40B4-BE49-F238E27FC236}">
                  <a16:creationId xmlns:a16="http://schemas.microsoft.com/office/drawing/2014/main" id="{57189E2B-9437-302A-D4C3-BFE8B24E8BA5}"/>
                </a:ext>
              </a:extLst>
            </p:cNvPr>
            <p:cNvGrpSpPr/>
            <p:nvPr/>
          </p:nvGrpSpPr>
          <p:grpSpPr>
            <a:xfrm>
              <a:off x="704652" y="2411700"/>
              <a:ext cx="2984569" cy="2847195"/>
              <a:chOff x="704653" y="2277520"/>
              <a:chExt cx="2882932" cy="2750236"/>
            </a:xfrm>
          </p:grpSpPr>
          <p:grpSp>
            <p:nvGrpSpPr>
              <p:cNvPr id="51" name="Graphic 5">
                <a:extLst>
                  <a:ext uri="{FF2B5EF4-FFF2-40B4-BE49-F238E27FC236}">
                    <a16:creationId xmlns:a16="http://schemas.microsoft.com/office/drawing/2014/main" id="{27923225-9103-3961-AD61-61FE2496862D}"/>
                  </a:ext>
                </a:extLst>
              </p:cNvPr>
              <p:cNvGrpSpPr/>
              <p:nvPr/>
            </p:nvGrpSpPr>
            <p:grpSpPr>
              <a:xfrm>
                <a:off x="706890" y="3931897"/>
                <a:ext cx="2880695" cy="1095859"/>
                <a:chOff x="706890" y="3931897"/>
                <a:chExt cx="2880695" cy="1095859"/>
              </a:xfrm>
            </p:grpSpPr>
            <p:sp>
              <p:nvSpPr>
                <p:cNvPr id="53" name="Freeform: Shape 52">
                  <a:extLst>
                    <a:ext uri="{FF2B5EF4-FFF2-40B4-BE49-F238E27FC236}">
                      <a16:creationId xmlns:a16="http://schemas.microsoft.com/office/drawing/2014/main" id="{926670BB-56B7-F700-968F-B045316DEFB2}"/>
                    </a:ext>
                  </a:extLst>
                </p:cNvPr>
                <p:cNvSpPr/>
                <p:nvPr/>
              </p:nvSpPr>
              <p:spPr>
                <a:xfrm>
                  <a:off x="706890" y="3941198"/>
                  <a:ext cx="846972" cy="1076081"/>
                </a:xfrm>
                <a:custGeom>
                  <a:avLst/>
                  <a:gdLst>
                    <a:gd name="connsiteX0" fmla="*/ 0 w 846972"/>
                    <a:gd name="connsiteY0" fmla="*/ 118 h 1076081"/>
                    <a:gd name="connsiteX1" fmla="*/ 376628 w 846972"/>
                    <a:gd name="connsiteY1" fmla="*/ 118 h 1076081"/>
                    <a:gd name="connsiteX2" fmla="*/ 727120 w 846972"/>
                    <a:gd name="connsiteY2" fmla="*/ 114672 h 1076081"/>
                    <a:gd name="connsiteX3" fmla="*/ 846973 w 846972"/>
                    <a:gd name="connsiteY3" fmla="*/ 449034 h 1076081"/>
                    <a:gd name="connsiteX4" fmla="*/ 846973 w 846972"/>
                    <a:gd name="connsiteY4" fmla="*/ 625752 h 1076081"/>
                    <a:gd name="connsiteX5" fmla="*/ 726296 w 846972"/>
                    <a:gd name="connsiteY5" fmla="*/ 960820 h 1076081"/>
                    <a:gd name="connsiteX6" fmla="*/ 376628 w 846972"/>
                    <a:gd name="connsiteY6" fmla="*/ 1076081 h 1076081"/>
                    <a:gd name="connsiteX7" fmla="*/ 0 w 846972"/>
                    <a:gd name="connsiteY7" fmla="*/ 1076081 h 1076081"/>
                    <a:gd name="connsiteX8" fmla="*/ 0 w 846972"/>
                    <a:gd name="connsiteY8" fmla="*/ 0 h 1076081"/>
                    <a:gd name="connsiteX9" fmla="*/ 359675 w 846972"/>
                    <a:gd name="connsiteY9" fmla="*/ 1026869 h 1076081"/>
                    <a:gd name="connsiteX10" fmla="*/ 791638 w 846972"/>
                    <a:gd name="connsiteY10" fmla="*/ 625634 h 1076081"/>
                    <a:gd name="connsiteX11" fmla="*/ 791638 w 846972"/>
                    <a:gd name="connsiteY11" fmla="*/ 448917 h 1076081"/>
                    <a:gd name="connsiteX12" fmla="*/ 359675 w 846972"/>
                    <a:gd name="connsiteY12" fmla="*/ 49213 h 1076081"/>
                    <a:gd name="connsiteX13" fmla="*/ 53804 w 846972"/>
                    <a:gd name="connsiteY13" fmla="*/ 49213 h 1076081"/>
                    <a:gd name="connsiteX14" fmla="*/ 53804 w 846972"/>
                    <a:gd name="connsiteY14" fmla="*/ 1026869 h 1076081"/>
                    <a:gd name="connsiteX15" fmla="*/ 359675 w 846972"/>
                    <a:gd name="connsiteY15" fmla="*/ 1026869 h 10760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846972" h="1076081">
                      <a:moveTo>
                        <a:pt x="0" y="118"/>
                      </a:moveTo>
                      <a:lnTo>
                        <a:pt x="376628" y="118"/>
                      </a:lnTo>
                      <a:cubicBezTo>
                        <a:pt x="530388" y="118"/>
                        <a:pt x="647179" y="38263"/>
                        <a:pt x="727120" y="114672"/>
                      </a:cubicBezTo>
                      <a:cubicBezTo>
                        <a:pt x="807061" y="191081"/>
                        <a:pt x="846973" y="302457"/>
                        <a:pt x="846973" y="449034"/>
                      </a:cubicBezTo>
                      <a:lnTo>
                        <a:pt x="846973" y="625752"/>
                      </a:lnTo>
                      <a:cubicBezTo>
                        <a:pt x="846973" y="772330"/>
                        <a:pt x="806708" y="884059"/>
                        <a:pt x="726296" y="960820"/>
                      </a:cubicBezTo>
                      <a:cubicBezTo>
                        <a:pt x="645884" y="1037700"/>
                        <a:pt x="529328" y="1076081"/>
                        <a:pt x="376628" y="1076081"/>
                      </a:cubicBezTo>
                      <a:lnTo>
                        <a:pt x="0" y="1076081"/>
                      </a:lnTo>
                      <a:lnTo>
                        <a:pt x="0" y="0"/>
                      </a:lnTo>
                      <a:close/>
                      <a:moveTo>
                        <a:pt x="359675" y="1026869"/>
                      </a:moveTo>
                      <a:cubicBezTo>
                        <a:pt x="647650" y="1026869"/>
                        <a:pt x="791638" y="893124"/>
                        <a:pt x="791638" y="625634"/>
                      </a:cubicBezTo>
                      <a:lnTo>
                        <a:pt x="791638" y="448917"/>
                      </a:lnTo>
                      <a:cubicBezTo>
                        <a:pt x="791638" y="182486"/>
                        <a:pt x="647650" y="49213"/>
                        <a:pt x="359675" y="49213"/>
                      </a:cubicBezTo>
                      <a:lnTo>
                        <a:pt x="53804" y="49213"/>
                      </a:lnTo>
                      <a:lnTo>
                        <a:pt x="53804" y="1026869"/>
                      </a:lnTo>
                      <a:lnTo>
                        <a:pt x="359675" y="1026869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1174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pt-BR" sz="1800" b="0" i="0" u="none" strike="noStrike" kern="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4" name="Freeform: Shape 53">
                  <a:extLst>
                    <a:ext uri="{FF2B5EF4-FFF2-40B4-BE49-F238E27FC236}">
                      <a16:creationId xmlns:a16="http://schemas.microsoft.com/office/drawing/2014/main" id="{0BD2E370-E545-A3AC-D58F-58D2234BED01}"/>
                    </a:ext>
                  </a:extLst>
                </p:cNvPr>
                <p:cNvSpPr/>
                <p:nvPr/>
              </p:nvSpPr>
              <p:spPr>
                <a:xfrm>
                  <a:off x="1790507" y="3931897"/>
                  <a:ext cx="779393" cy="1094329"/>
                </a:xfrm>
                <a:custGeom>
                  <a:avLst/>
                  <a:gdLst>
                    <a:gd name="connsiteX0" fmla="*/ 107608 w 779393"/>
                    <a:gd name="connsiteY0" fmla="*/ 972358 h 1094329"/>
                    <a:gd name="connsiteX1" fmla="*/ 0 w 779393"/>
                    <a:gd name="connsiteY1" fmla="*/ 637996 h 1094329"/>
                    <a:gd name="connsiteX2" fmla="*/ 0 w 779393"/>
                    <a:gd name="connsiteY2" fmla="*/ 467401 h 1094329"/>
                    <a:gd name="connsiteX3" fmla="*/ 49212 w 779393"/>
                    <a:gd name="connsiteY3" fmla="*/ 220632 h 1094329"/>
                    <a:gd name="connsiteX4" fmla="*/ 189904 w 779393"/>
                    <a:gd name="connsiteY4" fmla="*/ 57689 h 1094329"/>
                    <a:gd name="connsiteX5" fmla="*/ 407474 w 779393"/>
                    <a:gd name="connsiteY5" fmla="*/ 0 h 1094329"/>
                    <a:gd name="connsiteX6" fmla="*/ 591138 w 779393"/>
                    <a:gd name="connsiteY6" fmla="*/ 36851 h 1094329"/>
                    <a:gd name="connsiteX7" fmla="*/ 716406 w 779393"/>
                    <a:gd name="connsiteY7" fmla="*/ 141397 h 1094329"/>
                    <a:gd name="connsiteX8" fmla="*/ 761027 w 779393"/>
                    <a:gd name="connsiteY8" fmla="*/ 295157 h 1094329"/>
                    <a:gd name="connsiteX9" fmla="*/ 707223 w 779393"/>
                    <a:gd name="connsiteY9" fmla="*/ 295157 h 1094329"/>
                    <a:gd name="connsiteX10" fmla="*/ 668724 w 779393"/>
                    <a:gd name="connsiteY10" fmla="*/ 166828 h 1094329"/>
                    <a:gd name="connsiteX11" fmla="*/ 561941 w 779393"/>
                    <a:gd name="connsiteY11" fmla="*/ 79941 h 1094329"/>
                    <a:gd name="connsiteX12" fmla="*/ 407474 w 779393"/>
                    <a:gd name="connsiteY12" fmla="*/ 49212 h 1094329"/>
                    <a:gd name="connsiteX13" fmla="*/ 219926 w 779393"/>
                    <a:gd name="connsiteY13" fmla="*/ 100662 h 1094329"/>
                    <a:gd name="connsiteX14" fmla="*/ 96894 w 779393"/>
                    <a:gd name="connsiteY14" fmla="*/ 247475 h 1094329"/>
                    <a:gd name="connsiteX15" fmla="*/ 53804 w 779393"/>
                    <a:gd name="connsiteY15" fmla="*/ 468814 h 1094329"/>
                    <a:gd name="connsiteX16" fmla="*/ 53804 w 779393"/>
                    <a:gd name="connsiteY16" fmla="*/ 662485 h 1094329"/>
                    <a:gd name="connsiteX17" fmla="*/ 56865 w 779393"/>
                    <a:gd name="connsiteY17" fmla="*/ 662485 h 1094329"/>
                    <a:gd name="connsiteX18" fmla="*/ 172950 w 779393"/>
                    <a:gd name="connsiteY18" fmla="*/ 488004 h 1094329"/>
                    <a:gd name="connsiteX19" fmla="*/ 407357 w 779393"/>
                    <a:gd name="connsiteY19" fmla="*/ 422662 h 1094329"/>
                    <a:gd name="connsiteX20" fmla="*/ 606444 w 779393"/>
                    <a:gd name="connsiteY20" fmla="*/ 462574 h 1094329"/>
                    <a:gd name="connsiteX21" fmla="*/ 734773 w 779393"/>
                    <a:gd name="connsiteY21" fmla="*/ 574773 h 1094329"/>
                    <a:gd name="connsiteX22" fmla="*/ 779394 w 779393"/>
                    <a:gd name="connsiteY22" fmla="*/ 740777 h 1094329"/>
                    <a:gd name="connsiteX23" fmla="*/ 779394 w 779393"/>
                    <a:gd name="connsiteY23" fmla="*/ 769975 h 1094329"/>
                    <a:gd name="connsiteX24" fmla="*/ 731712 w 779393"/>
                    <a:gd name="connsiteY24" fmla="*/ 935979 h 1094329"/>
                    <a:gd name="connsiteX25" fmla="*/ 598791 w 779393"/>
                    <a:gd name="connsiteY25" fmla="*/ 1052064 h 1094329"/>
                    <a:gd name="connsiteX26" fmla="*/ 404296 w 779393"/>
                    <a:gd name="connsiteY26" fmla="*/ 1094330 h 1094329"/>
                    <a:gd name="connsiteX27" fmla="*/ 107608 w 779393"/>
                    <a:gd name="connsiteY27" fmla="*/ 972123 h 1094329"/>
                    <a:gd name="connsiteX28" fmla="*/ 116909 w 779393"/>
                    <a:gd name="connsiteY28" fmla="*/ 899364 h 1094329"/>
                    <a:gd name="connsiteX29" fmla="*/ 235231 w 779393"/>
                    <a:gd name="connsiteY29" fmla="*/ 1005441 h 1094329"/>
                    <a:gd name="connsiteX30" fmla="*/ 402765 w 779393"/>
                    <a:gd name="connsiteY30" fmla="*/ 1045353 h 1094329"/>
                    <a:gd name="connsiteX31" fmla="*/ 569593 w 779393"/>
                    <a:gd name="connsiteY31" fmla="*/ 1009209 h 1094329"/>
                    <a:gd name="connsiteX32" fmla="*/ 684030 w 779393"/>
                    <a:gd name="connsiteY32" fmla="*/ 910077 h 1094329"/>
                    <a:gd name="connsiteX33" fmla="*/ 725590 w 779393"/>
                    <a:gd name="connsiteY33" fmla="*/ 771741 h 1094329"/>
                    <a:gd name="connsiteX34" fmla="*/ 725590 w 779393"/>
                    <a:gd name="connsiteY34" fmla="*/ 742543 h 1094329"/>
                    <a:gd name="connsiteX35" fmla="*/ 638702 w 779393"/>
                    <a:gd name="connsiteY35" fmla="*/ 545811 h 1094329"/>
                    <a:gd name="connsiteX36" fmla="*/ 401235 w 779393"/>
                    <a:gd name="connsiteY36" fmla="*/ 471992 h 1094329"/>
                    <a:gd name="connsiteX37" fmla="*/ 237468 w 779393"/>
                    <a:gd name="connsiteY37" fmla="*/ 505075 h 1094329"/>
                    <a:gd name="connsiteX38" fmla="*/ 118322 w 779393"/>
                    <a:gd name="connsiteY38" fmla="*/ 599615 h 1094329"/>
                    <a:gd name="connsiteX39" fmla="*/ 73701 w 779393"/>
                    <a:gd name="connsiteY39" fmla="*/ 744074 h 1094329"/>
                    <a:gd name="connsiteX40" fmla="*/ 73701 w 779393"/>
                    <a:gd name="connsiteY40" fmla="*/ 754787 h 1094329"/>
                    <a:gd name="connsiteX41" fmla="*/ 116791 w 779393"/>
                    <a:gd name="connsiteY41" fmla="*/ 899246 h 10943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</a:cxnLst>
                  <a:rect l="l" t="t" r="r" b="b"/>
                  <a:pathLst>
                    <a:path w="779393" h="1094329">
                      <a:moveTo>
                        <a:pt x="107608" y="972358"/>
                      </a:moveTo>
                      <a:cubicBezTo>
                        <a:pt x="35791" y="890887"/>
                        <a:pt x="0" y="779394"/>
                        <a:pt x="0" y="637996"/>
                      </a:cubicBezTo>
                      <a:lnTo>
                        <a:pt x="0" y="467401"/>
                      </a:lnTo>
                      <a:cubicBezTo>
                        <a:pt x="0" y="373096"/>
                        <a:pt x="16365" y="290919"/>
                        <a:pt x="49212" y="220632"/>
                      </a:cubicBezTo>
                      <a:cubicBezTo>
                        <a:pt x="81942" y="150463"/>
                        <a:pt x="128918" y="96070"/>
                        <a:pt x="189904" y="57689"/>
                      </a:cubicBezTo>
                      <a:cubicBezTo>
                        <a:pt x="250889" y="19308"/>
                        <a:pt x="323413" y="0"/>
                        <a:pt x="407474" y="0"/>
                      </a:cubicBezTo>
                      <a:cubicBezTo>
                        <a:pt x="476113" y="0"/>
                        <a:pt x="537334" y="12244"/>
                        <a:pt x="591138" y="36851"/>
                      </a:cubicBezTo>
                      <a:cubicBezTo>
                        <a:pt x="644942" y="61457"/>
                        <a:pt x="686738" y="96306"/>
                        <a:pt x="716406" y="141397"/>
                      </a:cubicBezTo>
                      <a:cubicBezTo>
                        <a:pt x="746075" y="186489"/>
                        <a:pt x="761027" y="237703"/>
                        <a:pt x="761027" y="295157"/>
                      </a:cubicBezTo>
                      <a:lnTo>
                        <a:pt x="707223" y="295157"/>
                      </a:lnTo>
                      <a:cubicBezTo>
                        <a:pt x="707223" y="247004"/>
                        <a:pt x="694390" y="204267"/>
                        <a:pt x="668724" y="166828"/>
                      </a:cubicBezTo>
                      <a:cubicBezTo>
                        <a:pt x="643059" y="129389"/>
                        <a:pt x="607503" y="100544"/>
                        <a:pt x="561941" y="79941"/>
                      </a:cubicBezTo>
                      <a:cubicBezTo>
                        <a:pt x="516378" y="59455"/>
                        <a:pt x="464811" y="49212"/>
                        <a:pt x="407474" y="49212"/>
                      </a:cubicBezTo>
                      <a:cubicBezTo>
                        <a:pt x="335775" y="49212"/>
                        <a:pt x="273141" y="66402"/>
                        <a:pt x="219926" y="100662"/>
                      </a:cubicBezTo>
                      <a:cubicBezTo>
                        <a:pt x="166592" y="135040"/>
                        <a:pt x="125621" y="183899"/>
                        <a:pt x="96894" y="247475"/>
                      </a:cubicBezTo>
                      <a:cubicBezTo>
                        <a:pt x="68167" y="311051"/>
                        <a:pt x="53804" y="384870"/>
                        <a:pt x="53804" y="468814"/>
                      </a:cubicBezTo>
                      <a:lnTo>
                        <a:pt x="53804" y="662485"/>
                      </a:lnTo>
                      <a:lnTo>
                        <a:pt x="56865" y="662485"/>
                      </a:lnTo>
                      <a:cubicBezTo>
                        <a:pt x="69109" y="589725"/>
                        <a:pt x="107844" y="531565"/>
                        <a:pt x="172950" y="488004"/>
                      </a:cubicBezTo>
                      <a:cubicBezTo>
                        <a:pt x="238056" y="444443"/>
                        <a:pt x="316114" y="422662"/>
                        <a:pt x="407357" y="422662"/>
                      </a:cubicBezTo>
                      <a:cubicBezTo>
                        <a:pt x="484237" y="422662"/>
                        <a:pt x="550520" y="435966"/>
                        <a:pt x="606444" y="462574"/>
                      </a:cubicBezTo>
                      <a:cubicBezTo>
                        <a:pt x="662249" y="489299"/>
                        <a:pt x="704986" y="526620"/>
                        <a:pt x="734773" y="574773"/>
                      </a:cubicBezTo>
                      <a:cubicBezTo>
                        <a:pt x="764442" y="622926"/>
                        <a:pt x="779394" y="678261"/>
                        <a:pt x="779394" y="740777"/>
                      </a:cubicBezTo>
                      <a:lnTo>
                        <a:pt x="779394" y="769975"/>
                      </a:lnTo>
                      <a:cubicBezTo>
                        <a:pt x="779394" y="831432"/>
                        <a:pt x="763500" y="886766"/>
                        <a:pt x="731712" y="935979"/>
                      </a:cubicBezTo>
                      <a:cubicBezTo>
                        <a:pt x="699924" y="985191"/>
                        <a:pt x="655656" y="1023808"/>
                        <a:pt x="598791" y="1052064"/>
                      </a:cubicBezTo>
                      <a:cubicBezTo>
                        <a:pt x="541926" y="1080202"/>
                        <a:pt x="477055" y="1094330"/>
                        <a:pt x="404296" y="1094330"/>
                      </a:cubicBezTo>
                      <a:cubicBezTo>
                        <a:pt x="278203" y="1094330"/>
                        <a:pt x="179308" y="1053594"/>
                        <a:pt x="107608" y="972123"/>
                      </a:cubicBezTo>
                      <a:close/>
                      <a:moveTo>
                        <a:pt x="116909" y="899364"/>
                      </a:moveTo>
                      <a:cubicBezTo>
                        <a:pt x="145636" y="943396"/>
                        <a:pt x="185076" y="978834"/>
                        <a:pt x="235231" y="1005441"/>
                      </a:cubicBezTo>
                      <a:cubicBezTo>
                        <a:pt x="285385" y="1032167"/>
                        <a:pt x="341308" y="1045353"/>
                        <a:pt x="402765" y="1045353"/>
                      </a:cubicBezTo>
                      <a:cubicBezTo>
                        <a:pt x="464222" y="1045353"/>
                        <a:pt x="520852" y="1033344"/>
                        <a:pt x="569593" y="1009209"/>
                      </a:cubicBezTo>
                      <a:cubicBezTo>
                        <a:pt x="618217" y="985191"/>
                        <a:pt x="656480" y="952108"/>
                        <a:pt x="684030" y="910077"/>
                      </a:cubicBezTo>
                      <a:cubicBezTo>
                        <a:pt x="711697" y="868047"/>
                        <a:pt x="725590" y="821895"/>
                        <a:pt x="725590" y="771741"/>
                      </a:cubicBezTo>
                      <a:lnTo>
                        <a:pt x="725590" y="742543"/>
                      </a:lnTo>
                      <a:cubicBezTo>
                        <a:pt x="725590" y="660601"/>
                        <a:pt x="696627" y="595023"/>
                        <a:pt x="638702" y="545811"/>
                      </a:cubicBezTo>
                      <a:cubicBezTo>
                        <a:pt x="580778" y="496598"/>
                        <a:pt x="501661" y="471992"/>
                        <a:pt x="401235" y="471992"/>
                      </a:cubicBezTo>
                      <a:cubicBezTo>
                        <a:pt x="341779" y="471992"/>
                        <a:pt x="287151" y="483059"/>
                        <a:pt x="237468" y="505075"/>
                      </a:cubicBezTo>
                      <a:cubicBezTo>
                        <a:pt x="187784" y="527091"/>
                        <a:pt x="148108" y="558644"/>
                        <a:pt x="118322" y="599615"/>
                      </a:cubicBezTo>
                      <a:cubicBezTo>
                        <a:pt x="88535" y="640586"/>
                        <a:pt x="73701" y="688739"/>
                        <a:pt x="73701" y="744074"/>
                      </a:cubicBezTo>
                      <a:lnTo>
                        <a:pt x="73701" y="754787"/>
                      </a:lnTo>
                      <a:cubicBezTo>
                        <a:pt x="73701" y="807061"/>
                        <a:pt x="88064" y="855214"/>
                        <a:pt x="116791" y="899246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1174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pt-BR" sz="1800" b="0" i="0" u="none" strike="noStrike" kern="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5" name="Freeform: Shape 54">
                  <a:extLst>
                    <a:ext uri="{FF2B5EF4-FFF2-40B4-BE49-F238E27FC236}">
                      <a16:creationId xmlns:a16="http://schemas.microsoft.com/office/drawing/2014/main" id="{3DA7B29E-5A95-B608-DF52-C84444C30475}"/>
                    </a:ext>
                  </a:extLst>
                </p:cNvPr>
                <p:cNvSpPr/>
                <p:nvPr/>
              </p:nvSpPr>
              <p:spPr>
                <a:xfrm>
                  <a:off x="2802188" y="3933427"/>
                  <a:ext cx="785397" cy="1094329"/>
                </a:xfrm>
                <a:custGeom>
                  <a:avLst/>
                  <a:gdLst>
                    <a:gd name="connsiteX0" fmla="*/ 633640 w 785397"/>
                    <a:gd name="connsiteY0" fmla="*/ 66519 h 1094329"/>
                    <a:gd name="connsiteX1" fmla="*/ 633640 w 785397"/>
                    <a:gd name="connsiteY1" fmla="*/ 66519 h 1094329"/>
                    <a:gd name="connsiteX2" fmla="*/ 391934 w 785397"/>
                    <a:gd name="connsiteY2" fmla="*/ 0 h 1094329"/>
                    <a:gd name="connsiteX3" fmla="*/ 94540 w 785397"/>
                    <a:gd name="connsiteY3" fmla="*/ 122913 h 1094329"/>
                    <a:gd name="connsiteX4" fmla="*/ 0 w 785397"/>
                    <a:gd name="connsiteY4" fmla="*/ 462574 h 1094329"/>
                    <a:gd name="connsiteX5" fmla="*/ 0 w 785397"/>
                    <a:gd name="connsiteY5" fmla="*/ 634699 h 1094329"/>
                    <a:gd name="connsiteX6" fmla="*/ 93716 w 785397"/>
                    <a:gd name="connsiteY6" fmla="*/ 972947 h 1094329"/>
                    <a:gd name="connsiteX7" fmla="*/ 391934 w 785397"/>
                    <a:gd name="connsiteY7" fmla="*/ 1094330 h 1094329"/>
                    <a:gd name="connsiteX8" fmla="*/ 691682 w 785397"/>
                    <a:gd name="connsiteY8" fmla="*/ 969768 h 1094329"/>
                    <a:gd name="connsiteX9" fmla="*/ 785398 w 785397"/>
                    <a:gd name="connsiteY9" fmla="*/ 634699 h 1094329"/>
                    <a:gd name="connsiteX10" fmla="*/ 785398 w 785397"/>
                    <a:gd name="connsiteY10" fmla="*/ 462574 h 1094329"/>
                    <a:gd name="connsiteX11" fmla="*/ 666841 w 785397"/>
                    <a:gd name="connsiteY11" fmla="*/ 94540 h 1094329"/>
                    <a:gd name="connsiteX12" fmla="*/ 633758 w 785397"/>
                    <a:gd name="connsiteY12" fmla="*/ 66284 h 1094329"/>
                    <a:gd name="connsiteX13" fmla="*/ 53569 w 785397"/>
                    <a:gd name="connsiteY13" fmla="*/ 634817 h 1094329"/>
                    <a:gd name="connsiteX14" fmla="*/ 53569 w 785397"/>
                    <a:gd name="connsiteY14" fmla="*/ 462691 h 1094329"/>
                    <a:gd name="connsiteX15" fmla="*/ 391698 w 785397"/>
                    <a:gd name="connsiteY15" fmla="*/ 49212 h 1094329"/>
                    <a:gd name="connsiteX16" fmla="*/ 606090 w 785397"/>
                    <a:gd name="connsiteY16" fmla="*/ 113612 h 1094329"/>
                    <a:gd name="connsiteX17" fmla="*/ 129389 w 785397"/>
                    <a:gd name="connsiteY17" fmla="*/ 930798 h 1094329"/>
                    <a:gd name="connsiteX18" fmla="*/ 53569 w 785397"/>
                    <a:gd name="connsiteY18" fmla="*/ 634935 h 1094329"/>
                    <a:gd name="connsiteX19" fmla="*/ 731476 w 785397"/>
                    <a:gd name="connsiteY19" fmla="*/ 634817 h 1094329"/>
                    <a:gd name="connsiteX20" fmla="*/ 650005 w 785397"/>
                    <a:gd name="connsiteY20" fmla="*/ 936096 h 1094329"/>
                    <a:gd name="connsiteX21" fmla="*/ 391816 w 785397"/>
                    <a:gd name="connsiteY21" fmla="*/ 1045235 h 1094329"/>
                    <a:gd name="connsiteX22" fmla="*/ 159057 w 785397"/>
                    <a:gd name="connsiteY22" fmla="*/ 964941 h 1094329"/>
                    <a:gd name="connsiteX23" fmla="*/ 637761 w 785397"/>
                    <a:gd name="connsiteY23" fmla="*/ 144458 h 1094329"/>
                    <a:gd name="connsiteX24" fmla="*/ 650123 w 785397"/>
                    <a:gd name="connsiteY24" fmla="*/ 159057 h 1094329"/>
                    <a:gd name="connsiteX25" fmla="*/ 731594 w 785397"/>
                    <a:gd name="connsiteY25" fmla="*/ 462691 h 1094329"/>
                    <a:gd name="connsiteX26" fmla="*/ 731594 w 785397"/>
                    <a:gd name="connsiteY26" fmla="*/ 634817 h 10943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785397" h="1094329">
                      <a:moveTo>
                        <a:pt x="633640" y="66519"/>
                      </a:moveTo>
                      <a:lnTo>
                        <a:pt x="633640" y="66519"/>
                      </a:lnTo>
                      <a:cubicBezTo>
                        <a:pt x="571830" y="22369"/>
                        <a:pt x="491418" y="0"/>
                        <a:pt x="391934" y="0"/>
                      </a:cubicBezTo>
                      <a:cubicBezTo>
                        <a:pt x="256658" y="0"/>
                        <a:pt x="157527" y="40971"/>
                        <a:pt x="94540" y="122913"/>
                      </a:cubicBezTo>
                      <a:cubicBezTo>
                        <a:pt x="31552" y="204856"/>
                        <a:pt x="0" y="318115"/>
                        <a:pt x="0" y="462574"/>
                      </a:cubicBezTo>
                      <a:lnTo>
                        <a:pt x="0" y="634699"/>
                      </a:lnTo>
                      <a:cubicBezTo>
                        <a:pt x="0" y="779158"/>
                        <a:pt x="31199" y="891946"/>
                        <a:pt x="93716" y="972947"/>
                      </a:cubicBezTo>
                      <a:cubicBezTo>
                        <a:pt x="156232" y="1053947"/>
                        <a:pt x="255599" y="1094330"/>
                        <a:pt x="391934" y="1094330"/>
                      </a:cubicBezTo>
                      <a:cubicBezTo>
                        <a:pt x="528269" y="1094330"/>
                        <a:pt x="629166" y="1052770"/>
                        <a:pt x="691682" y="969768"/>
                      </a:cubicBezTo>
                      <a:cubicBezTo>
                        <a:pt x="754199" y="886766"/>
                        <a:pt x="785398" y="775038"/>
                        <a:pt x="785398" y="634699"/>
                      </a:cubicBezTo>
                      <a:lnTo>
                        <a:pt x="785398" y="462574"/>
                      </a:lnTo>
                      <a:cubicBezTo>
                        <a:pt x="785398" y="293391"/>
                        <a:pt x="745722" y="170948"/>
                        <a:pt x="666841" y="94540"/>
                      </a:cubicBezTo>
                      <a:lnTo>
                        <a:pt x="633758" y="66284"/>
                      </a:lnTo>
                      <a:close/>
                      <a:moveTo>
                        <a:pt x="53569" y="634817"/>
                      </a:moveTo>
                      <a:lnTo>
                        <a:pt x="53569" y="462691"/>
                      </a:lnTo>
                      <a:cubicBezTo>
                        <a:pt x="53569" y="187078"/>
                        <a:pt x="166239" y="49212"/>
                        <a:pt x="391698" y="49212"/>
                      </a:cubicBezTo>
                      <a:cubicBezTo>
                        <a:pt x="481764" y="49212"/>
                        <a:pt x="553110" y="70758"/>
                        <a:pt x="606090" y="113612"/>
                      </a:cubicBezTo>
                      <a:lnTo>
                        <a:pt x="129389" y="930798"/>
                      </a:lnTo>
                      <a:cubicBezTo>
                        <a:pt x="78999" y="862631"/>
                        <a:pt x="53569" y="764206"/>
                        <a:pt x="53569" y="634935"/>
                      </a:cubicBezTo>
                      <a:close/>
                      <a:moveTo>
                        <a:pt x="731476" y="634817"/>
                      </a:moveTo>
                      <a:cubicBezTo>
                        <a:pt x="731476" y="762911"/>
                        <a:pt x="704280" y="863337"/>
                        <a:pt x="650005" y="936096"/>
                      </a:cubicBezTo>
                      <a:cubicBezTo>
                        <a:pt x="595730" y="1008856"/>
                        <a:pt x="509549" y="1045235"/>
                        <a:pt x="391816" y="1045235"/>
                      </a:cubicBezTo>
                      <a:cubicBezTo>
                        <a:pt x="292214" y="1045235"/>
                        <a:pt x="214628" y="1018392"/>
                        <a:pt x="159057" y="964941"/>
                      </a:cubicBezTo>
                      <a:lnTo>
                        <a:pt x="637761" y="144458"/>
                      </a:lnTo>
                      <a:cubicBezTo>
                        <a:pt x="641881" y="149286"/>
                        <a:pt x="646237" y="153877"/>
                        <a:pt x="650123" y="159057"/>
                      </a:cubicBezTo>
                      <a:cubicBezTo>
                        <a:pt x="704398" y="232288"/>
                        <a:pt x="731594" y="333538"/>
                        <a:pt x="731594" y="462691"/>
                      </a:cubicBezTo>
                      <a:lnTo>
                        <a:pt x="731594" y="634817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1174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pt-BR" sz="1800" b="0" i="0" u="none" strike="noStrike" kern="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</a:endParaRPr>
                </a:p>
              </p:txBody>
            </p:sp>
          </p:grpSp>
          <p:pic>
            <p:nvPicPr>
              <p:cNvPr id="52" name="Graphic 51">
                <a:extLst>
                  <a:ext uri="{FF2B5EF4-FFF2-40B4-BE49-F238E27FC236}">
                    <a16:creationId xmlns:a16="http://schemas.microsoft.com/office/drawing/2014/main" id="{1438E2F3-149C-D94A-5A9D-BD25FF02E05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tretch>
                <a:fillRect/>
              </a:stretch>
            </p:blipFill>
            <p:spPr>
              <a:xfrm>
                <a:off x="704653" y="2277520"/>
                <a:ext cx="2781497" cy="1418564"/>
              </a:xfrm>
              <a:prstGeom prst="rect">
                <a:avLst/>
              </a:prstGeom>
            </p:spPr>
          </p:pic>
        </p:grpSp>
        <p:sp>
          <p:nvSpPr>
            <p:cNvPr id="56" name="CaixaDeTexto 6">
              <a:extLst>
                <a:ext uri="{FF2B5EF4-FFF2-40B4-BE49-F238E27FC236}">
                  <a16:creationId xmlns:a16="http://schemas.microsoft.com/office/drawing/2014/main" id="{9C15ECD1-2BA6-46A5-460A-FFB2F694CE55}"/>
                </a:ext>
              </a:extLst>
            </p:cNvPr>
            <p:cNvSpPr txBox="1"/>
            <p:nvPr/>
          </p:nvSpPr>
          <p:spPr>
            <a:xfrm>
              <a:off x="603016" y="1830030"/>
              <a:ext cx="2984569" cy="48536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pt-BR" b="1">
                  <a:solidFill>
                    <a:schemeClr val="bg1"/>
                  </a:solidFill>
                  <a:latin typeface="Versos"/>
                </a:rPr>
                <a:t>BRADESCO TIVIO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821325560"/>
      </p:ext>
    </p:extLst>
  </p:cSld>
  <p:clrMapOvr>
    <a:masterClrMapping/>
  </p:clrMapOvr>
</p:sld>
</file>

<file path=ppt/theme/theme1.xml><?xml version="1.0" encoding="utf-8"?>
<a:theme xmlns:a="http://schemas.openxmlformats.org/drawingml/2006/main" name="Tema1">
  <a:themeElements>
    <a:clrScheme name="Tivio Capital - Imobiliário">
      <a:dk1>
        <a:srgbClr val="000000"/>
      </a:dk1>
      <a:lt1>
        <a:srgbClr val="FFFFFF"/>
      </a:lt1>
      <a:dk2>
        <a:srgbClr val="637881"/>
      </a:dk2>
      <a:lt2>
        <a:srgbClr val="E6EDF1"/>
      </a:lt2>
      <a:accent1>
        <a:srgbClr val="92D3AB"/>
      </a:accent1>
      <a:accent2>
        <a:srgbClr val="C1F4D4"/>
      </a:accent2>
      <a:accent3>
        <a:srgbClr val="759DB4"/>
      </a:accent3>
      <a:accent4>
        <a:srgbClr val="ABC6CD"/>
      </a:accent4>
      <a:accent5>
        <a:srgbClr val="557F97"/>
      </a:accent5>
      <a:accent6>
        <a:srgbClr val="313C40"/>
      </a:accent6>
      <a:hlink>
        <a:srgbClr val="3C4A60"/>
      </a:hlink>
      <a:folHlink>
        <a:srgbClr val="92D3AB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Tema1" id="{50E25B5D-1556-B24B-ADD9-1B5BA9A03DD3}" vid="{FAC439FC-A8CE-E54A-8A54-8941007EAD9B}"/>
    </a:ext>
  </a:extLst>
</a:theme>
</file>

<file path=ppt/theme/theme2.xml><?xml version="1.0" encoding="utf-8"?>
<a:theme xmlns:a="http://schemas.openxmlformats.org/drawingml/2006/main" name="1_Office Theme">
  <a:themeElements>
    <a:clrScheme name="Tivio - Paleta de Cores">
      <a:dk1>
        <a:srgbClr val="000000"/>
      </a:dk1>
      <a:lt1>
        <a:srgbClr val="FFFFFF"/>
      </a:lt1>
      <a:dk2>
        <a:srgbClr val="637881"/>
      </a:dk2>
      <a:lt2>
        <a:srgbClr val="E6EDF1"/>
      </a:lt2>
      <a:accent1>
        <a:srgbClr val="759DB3"/>
      </a:accent1>
      <a:accent2>
        <a:srgbClr val="C0F4D3"/>
      </a:accent2>
      <a:accent3>
        <a:srgbClr val="92D3AB"/>
      </a:accent3>
      <a:accent4>
        <a:srgbClr val="3C4A60"/>
      </a:accent4>
      <a:accent5>
        <a:srgbClr val="E6EDF1"/>
      </a:accent5>
      <a:accent6>
        <a:srgbClr val="ABC6CD"/>
      </a:accent6>
      <a:hlink>
        <a:srgbClr val="63E392"/>
      </a:hlink>
      <a:folHlink>
        <a:srgbClr val="ACC4D1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2_Office Theme">
  <a:themeElements>
    <a:clrScheme name="Tivio - Paleta de Cores">
      <a:dk1>
        <a:srgbClr val="000000"/>
      </a:dk1>
      <a:lt1>
        <a:srgbClr val="FFFFFF"/>
      </a:lt1>
      <a:dk2>
        <a:srgbClr val="637881"/>
      </a:dk2>
      <a:lt2>
        <a:srgbClr val="E6EDF1"/>
      </a:lt2>
      <a:accent1>
        <a:srgbClr val="759DB3"/>
      </a:accent1>
      <a:accent2>
        <a:srgbClr val="C0F4D3"/>
      </a:accent2>
      <a:accent3>
        <a:srgbClr val="92D3AB"/>
      </a:accent3>
      <a:accent4>
        <a:srgbClr val="3C4A60"/>
      </a:accent4>
      <a:accent5>
        <a:srgbClr val="E6EDF1"/>
      </a:accent5>
      <a:accent6>
        <a:srgbClr val="ABC6CD"/>
      </a:accent6>
      <a:hlink>
        <a:srgbClr val="63E392"/>
      </a:hlink>
      <a:folHlink>
        <a:srgbClr val="ACC4D1"/>
      </a:folHlink>
    </a:clrScheme>
    <a:fontScheme name="Versos">
      <a:majorFont>
        <a:latin typeface="Versos"/>
        <a:ea typeface=""/>
        <a:cs typeface=""/>
      </a:majorFont>
      <a:minorFont>
        <a:latin typeface="Versos Light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4.xml><?xml version="1.0" encoding="utf-8"?>
<a:theme xmlns:a="http://schemas.openxmlformats.org/drawingml/2006/main" name="Tivio_Capital_Palete_Cores">
  <a:themeElements>
    <a:clrScheme name="Tivio - Paleta de Cores">
      <a:dk1>
        <a:srgbClr val="000000"/>
      </a:dk1>
      <a:lt1>
        <a:srgbClr val="FFFFFF"/>
      </a:lt1>
      <a:dk2>
        <a:srgbClr val="637881"/>
      </a:dk2>
      <a:lt2>
        <a:srgbClr val="E6EDF1"/>
      </a:lt2>
      <a:accent1>
        <a:srgbClr val="759DB3"/>
      </a:accent1>
      <a:accent2>
        <a:srgbClr val="C0F4D3"/>
      </a:accent2>
      <a:accent3>
        <a:srgbClr val="92D3AB"/>
      </a:accent3>
      <a:accent4>
        <a:srgbClr val="3C4A60"/>
      </a:accent4>
      <a:accent5>
        <a:srgbClr val="E6EDF1"/>
      </a:accent5>
      <a:accent6>
        <a:srgbClr val="ABC6CD"/>
      </a:accent6>
      <a:hlink>
        <a:srgbClr val="63E392"/>
      </a:hlink>
      <a:folHlink>
        <a:srgbClr val="ACC4D1"/>
      </a:folHlink>
    </a:clrScheme>
    <a:fontScheme name="Versos">
      <a:majorFont>
        <a:latin typeface="Versos"/>
        <a:ea typeface=""/>
        <a:cs typeface=""/>
      </a:majorFont>
      <a:minorFont>
        <a:latin typeface="Versos Light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Tivio_Capital_Palete_Cores" id="{57640BC1-4A0A-455E-9DC2-6960939CE4B5}" vid="{F904A980-6206-4D32-8DAD-53AE56F66AE8}"/>
    </a:ext>
  </a:extLst>
</a:theme>
</file>

<file path=ppt/theme/theme5.xml><?xml version="1.0" encoding="utf-8"?>
<a:theme xmlns:a="http://schemas.openxmlformats.org/drawingml/2006/main" name="3_Office Theme">
  <a:themeElements>
    <a:clrScheme name="Tivio Capital">
      <a:dk1>
        <a:srgbClr val="000000"/>
      </a:dk1>
      <a:lt1>
        <a:srgbClr val="FFFFFF"/>
      </a:lt1>
      <a:dk2>
        <a:srgbClr val="637881"/>
      </a:dk2>
      <a:lt2>
        <a:srgbClr val="E6EDF1"/>
      </a:lt2>
      <a:accent1>
        <a:srgbClr val="92D3AB"/>
      </a:accent1>
      <a:accent2>
        <a:srgbClr val="C1F4D4"/>
      </a:accent2>
      <a:accent3>
        <a:srgbClr val="3C4A60"/>
      </a:accent3>
      <a:accent4>
        <a:srgbClr val="759DB4"/>
      </a:accent4>
      <a:accent5>
        <a:srgbClr val="637881"/>
      </a:accent5>
      <a:accent6>
        <a:srgbClr val="ABC6CD"/>
      </a:accent6>
      <a:hlink>
        <a:srgbClr val="E6EDF1"/>
      </a:hlink>
      <a:folHlink>
        <a:srgbClr val="C1F4D4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6.xml><?xml version="1.0" encoding="utf-8"?>
<a:theme xmlns:a="http://schemas.openxmlformats.org/drawingml/2006/main" name="3_Tema do Office">
  <a:themeElements>
    <a:clrScheme name="Tivio Capital">
      <a:dk1>
        <a:srgbClr val="000000"/>
      </a:dk1>
      <a:lt1>
        <a:srgbClr val="FFFFFF"/>
      </a:lt1>
      <a:dk2>
        <a:srgbClr val="637881"/>
      </a:dk2>
      <a:lt2>
        <a:srgbClr val="E6EDF1"/>
      </a:lt2>
      <a:accent1>
        <a:srgbClr val="92D3AB"/>
      </a:accent1>
      <a:accent2>
        <a:srgbClr val="C1F4D4"/>
      </a:accent2>
      <a:accent3>
        <a:srgbClr val="3C4A60"/>
      </a:accent3>
      <a:accent4>
        <a:srgbClr val="759DB4"/>
      </a:accent4>
      <a:accent5>
        <a:srgbClr val="637881"/>
      </a:accent5>
      <a:accent6>
        <a:srgbClr val="ABC6CD"/>
      </a:accent6>
      <a:hlink>
        <a:srgbClr val="E6EDF1"/>
      </a:hlink>
      <a:folHlink>
        <a:srgbClr val="C1F4D4"/>
      </a:folHlink>
    </a:clrScheme>
    <a:fontScheme name="Office Theme">
      <a:majorFont>
        <a:latin typeface="Aptos Display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Aptos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ppt/theme/theme7.xml><?xml version="1.0" encoding="utf-8"?>
<a:theme xmlns:a="http://schemas.openxmlformats.org/drawingml/2006/main" name="Tema do Office">
  <a:themeElements>
    <a:clrScheme name="Office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Aptos Display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Aptos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ppt/theme/theme10.xml><?xml version="1.0" encoding="utf-8"?>
<a:theme xmlns:a="http://schemas.openxmlformats.org/drawingml/2006/main" name="Tema1">
  <a:themeElements>
    <a:clrScheme name="Tivio Capital - Imobiliário">
      <a:dk1>
        <a:srgbClr val="000000"/>
      </a:dk1>
      <a:lt1>
        <a:srgbClr val="FFFFFF"/>
      </a:lt1>
      <a:dk2>
        <a:srgbClr val="637881"/>
      </a:dk2>
      <a:lt2>
        <a:srgbClr val="E6EDF1"/>
      </a:lt2>
      <a:accent1>
        <a:srgbClr val="92D3AB"/>
      </a:accent1>
      <a:accent2>
        <a:srgbClr val="C1F4D4"/>
      </a:accent2>
      <a:accent3>
        <a:srgbClr val="759DB4"/>
      </a:accent3>
      <a:accent4>
        <a:srgbClr val="ABC6CD"/>
      </a:accent4>
      <a:accent5>
        <a:srgbClr val="557F97"/>
      </a:accent5>
      <a:accent6>
        <a:srgbClr val="313C40"/>
      </a:accent6>
      <a:hlink>
        <a:srgbClr val="3C4A60"/>
      </a:hlink>
      <a:folHlink>
        <a:srgbClr val="92D3AB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Tema1" id="{50E25B5D-1556-B24B-ADD9-1B5BA9A03DD3}" vid="{FAC439FC-A8CE-E54A-8A54-8941007EAD9B}"/>
    </a:ext>
  </a:extLst>
</a:theme>
</file>

<file path=ppt/theme/themeOverride1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0000FF"/>
    </a:hlink>
    <a:folHlink>
      <a:srgbClr val="800080"/>
    </a:folHlink>
  </a:clrScheme>
  <a:fontScheme name="Office">
    <a:majorFont>
      <a:latin typeface="Cambria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</a:majorFont>
    <a:minorFont>
      <a:latin typeface="Calibri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51000"/>
              <a:satMod val="130000"/>
            </a:schemeClr>
          </a:gs>
          <a:gs pos="80000">
            <a:schemeClr val="phClr">
              <a:shade val="93000"/>
              <a:satMod val="130000"/>
            </a:schemeClr>
          </a:gs>
          <a:gs pos="100000">
            <a:schemeClr val="phClr">
              <a:shade val="94000"/>
              <a:satMod val="135000"/>
            </a:schemeClr>
          </a:gs>
        </a:gsLst>
        <a:lin ang="16200000" scaled="0"/>
      </a:gradFill>
    </a:fillStyleLst>
    <a:lnStyleLst>
      <a:ln w="9525" cap="flat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8100" cap="flat" cmpd="sng" algn="ctr">
        <a:solidFill>
          <a:schemeClr val="phClr"/>
        </a:solidFill>
        <a:prstDash val="solid"/>
      </a:ln>
    </a:lnStyleLst>
    <a:effectStyleLst>
      <a:effectStyle>
        <a:effectLst>
          <a:outerShdw blurRad="40000" dist="20000" dir="5400000" rotWithShape="0">
            <a:srgbClr val="000000">
              <a:alpha val="38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threePt" dir="t">
            <a:rot lat="0" lon="0" rev="1200000"/>
          </a:lightRig>
        </a:scene3d>
        <a:sp3d>
          <a:bevelT w="63500" h="25400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2.xml><?xml version="1.0" encoding="utf-8"?>
<a:themeOverride xmlns:a="http://schemas.openxmlformats.org/drawingml/2006/main">
  <a:clrScheme name="Tivio - Paleta de Cores">
    <a:dk1>
      <a:srgbClr val="000000"/>
    </a:dk1>
    <a:lt1>
      <a:srgbClr val="FFFFFF"/>
    </a:lt1>
    <a:dk2>
      <a:srgbClr val="637881"/>
    </a:dk2>
    <a:lt2>
      <a:srgbClr val="E6EDF1"/>
    </a:lt2>
    <a:accent1>
      <a:srgbClr val="759DB3"/>
    </a:accent1>
    <a:accent2>
      <a:srgbClr val="C0F4D3"/>
    </a:accent2>
    <a:accent3>
      <a:srgbClr val="92D3AB"/>
    </a:accent3>
    <a:accent4>
      <a:srgbClr val="3C4A60"/>
    </a:accent4>
    <a:accent5>
      <a:srgbClr val="E6EDF1"/>
    </a:accent5>
    <a:accent6>
      <a:srgbClr val="ABC6CD"/>
    </a:accent6>
    <a:hlink>
      <a:srgbClr val="63E392"/>
    </a:hlink>
    <a:folHlink>
      <a:srgbClr val="ACC4D1"/>
    </a:folHlink>
  </a:clrScheme>
  <a:fontScheme name="Versos">
    <a:majorFont>
      <a:latin typeface="Versos"/>
      <a:ea typeface=""/>
      <a:cs typeface=""/>
    </a:majorFont>
    <a:minorFont>
      <a:latin typeface="Versos Light"/>
      <a:ea typeface=""/>
      <a:cs typeface="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  <a:ln w="2540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customXml/_rels/item1.xml.rels><?xml version='1.0' encoding='UTF-8' standalone='yes'?>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'1.0' encoding='UTF-8' standalone='yes'?>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'1.0' encoding='UTF-8' standalone='yes'?>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ct:contentTypeSchema xmlns:ct="http://schemas.microsoft.com/office/2006/metadata/contentType" xmlns:ma="http://schemas.microsoft.com/office/2006/metadata/properties/metaAttributes" ct:_="" ma:_="" ma:contentTypeName="Documento" ma:contentTypeID="0x010100CF9B3E74B8F57042982E3E9D39FC0152" ma:contentTypeVersion="14" ma:contentTypeDescription="Crie um novo documento." ma:contentTypeScope="" ma:versionID="3fd0dc2c73f6478acced112ab3406c62">
  <xsd:schema xmlns:xsd="http://www.w3.org/2001/XMLSchema" xmlns:xs="http://www.w3.org/2001/XMLSchema" xmlns:p="http://schemas.microsoft.com/office/2006/metadata/properties" xmlns:ns2="e1c0b7a1-8647-479a-bc8f-582142d8bc0f" xmlns:ns3="9a684d71-d6fd-4deb-80ab-4273818deab9" targetNamespace="http://schemas.microsoft.com/office/2006/metadata/properties" ma:root="true" ma:fieldsID="73d7f55b3be2760303eeb4385bcb2cf7" ns2:_="" ns3:_="">
    <xsd:import namespace="e1c0b7a1-8647-479a-bc8f-582142d8bc0f"/>
    <xsd:import namespace="9a684d71-d6fd-4deb-80ab-4273818deab9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SearchProperties" minOccurs="0"/>
                <xsd:element ref="ns2:MediaServiceObjectDetectorVersions" minOccurs="0"/>
                <xsd:element ref="ns2:MediaServiceDateTaken" minOccurs="0"/>
                <xsd:element ref="ns2:MediaServiceGenerationTime" minOccurs="0"/>
                <xsd:element ref="ns2:MediaServiceEventHashCode" minOccurs="0"/>
                <xsd:element ref="ns2:MediaLengthInSeconds" minOccurs="0"/>
                <xsd:element ref="ns2:lcf76f155ced4ddcb4097134ff3c332f" minOccurs="0"/>
                <xsd:element ref="ns3:TaxCatchAll" minOccurs="0"/>
                <xsd:element ref="ns2:MediaServiceOCR" minOccurs="0"/>
                <xsd:element ref="ns2:MediaServiceLocation" minOccurs="0"/>
                <xsd:element ref="ns2:MediaServiceBillingMetadata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e1c0b7a1-8647-479a-bc8f-582142d8bc0f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SearchProperties" ma:index="10" nillable="true" ma:displayName="MediaServiceSearchProperties" ma:hidden="true" ma:internalName="MediaServiceSearchProperties" ma:readOnly="true">
      <xsd:simpleType>
        <xsd:restriction base="dms:Note"/>
      </xsd:simpleType>
    </xsd:element>
    <xsd:element name="MediaServiceObjectDetectorVersions" ma:index="11" nillable="true" ma:displayName="MediaServiceObjectDetectorVersions" ma:hidden="true" ma:indexed="true" ma:internalName="MediaServiceObjectDetectorVersions" ma:readOnly="true">
      <xsd:simpleType>
        <xsd:restriction base="dms:Text"/>
      </xsd:simpleType>
    </xsd:element>
    <xsd:element name="MediaServiceDateTaken" ma:index="12" nillable="true" ma:displayName="MediaServiceDateTaken" ma:hidden="true" ma:indexed="true" ma:internalName="MediaServiceDateTaken" ma:readOnly="true">
      <xsd:simpleType>
        <xsd:restriction base="dms:Text"/>
      </xsd:simpleType>
    </xsd:element>
    <xsd:element name="MediaServiceGenerationTime" ma:index="13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14" nillable="true" ma:displayName="MediaServiceEventHashCode" ma:hidden="true" ma:internalName="MediaServiceEventHashCode" ma:readOnly="true">
      <xsd:simpleType>
        <xsd:restriction base="dms:Text"/>
      </xsd:simpleType>
    </xsd:element>
    <xsd:element name="MediaLengthInSeconds" ma:index="15" nillable="true" ma:displayName="MediaLengthInSeconds" ma:hidden="true" ma:internalName="MediaLengthInSeconds" ma:readOnly="true">
      <xsd:simpleType>
        <xsd:restriction base="dms:Unknown"/>
      </xsd:simpleType>
    </xsd:element>
    <xsd:element name="lcf76f155ced4ddcb4097134ff3c332f" ma:index="17" nillable="true" ma:taxonomy="true" ma:internalName="lcf76f155ced4ddcb4097134ff3c332f" ma:taxonomyFieldName="MediaServiceImageTags" ma:displayName="Marcações de imagem" ma:readOnly="false" ma:fieldId="{5cf76f15-5ced-4ddc-b409-7134ff3c332f}" ma:taxonomyMulti="true" ma:sspId="c4e30347-7a5e-4e48-9fe7-ea4e92c09b13" ma:termSetId="09814cd3-568e-fe90-9814-8d621ff8fb84" ma:anchorId="fba54fb3-c3e1-fe81-a776-ca4b69148c4d" ma:open="true" ma:isKeyword="false">
      <xsd:complexType>
        <xsd:sequence>
          <xsd:element ref="pc:Terms" minOccurs="0" maxOccurs="1"/>
        </xsd:sequence>
      </xsd:complexType>
    </xsd:element>
    <xsd:element name="MediaServiceOCR" ma:index="19" nillable="true" ma:displayName="Extracted Text" ma:internalName="MediaServiceOCR" ma:readOnly="true">
      <xsd:simpleType>
        <xsd:restriction base="dms:Note">
          <xsd:maxLength value="255"/>
        </xsd:restriction>
      </xsd:simpleType>
    </xsd:element>
    <xsd:element name="MediaServiceLocation" ma:index="20" nillable="true" ma:displayName="Location" ma:description="" ma:indexed="true" ma:internalName="MediaServiceLocation" ma:readOnly="true">
      <xsd:simpleType>
        <xsd:restriction base="dms:Text"/>
      </xsd:simpleType>
    </xsd:element>
    <xsd:element name="MediaServiceBillingMetadata" ma:index="21" nillable="true" ma:displayName="MediaServiceBillingMetadata" ma:hidden="true" ma:internalName="MediaServiceBillingMetadata" ma:readOnly="true">
      <xsd:simpleType>
        <xsd:restriction base="dms:Note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9a684d71-d6fd-4deb-80ab-4273818deab9" elementFormDefault="qualified">
    <xsd:import namespace="http://schemas.microsoft.com/office/2006/documentManagement/types"/>
    <xsd:import namespace="http://schemas.microsoft.com/office/infopath/2007/PartnerControls"/>
    <xsd:element name="TaxCatchAll" ma:index="18" nillable="true" ma:displayName="Taxonomy Catch All Column" ma:hidden="true" ma:list="{ab44a9ff-42ad-4979-a12e-387190d0cadf}" ma:internalName="TaxCatchAll" ma:showField="CatchAllData" ma:web="9a684d71-d6fd-4deb-80ab-4273818deab9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Tipo de Conteúdo"/>
        <xsd:element ref="dc:title" minOccurs="0" maxOccurs="1" ma:index="4" ma:displayName="Título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2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3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lcf76f155ced4ddcb4097134ff3c332f xmlns="e1c0b7a1-8647-479a-bc8f-582142d8bc0f">
      <Terms xmlns="http://schemas.microsoft.com/office/infopath/2007/PartnerControls"/>
    </lcf76f155ced4ddcb4097134ff3c332f>
    <TaxCatchAll xmlns="9a684d71-d6fd-4deb-80ab-4273818deab9" xsi:nil="true"/>
  </documentManagement>
</p:properties>
</file>

<file path=customXml/itemProps1.xml><?xml version="1.0" encoding="utf-8"?>
<ds:datastoreItem xmlns:ds="http://schemas.openxmlformats.org/officeDocument/2006/customXml" ds:itemID="{794BCB45-FEDF-44F4-A598-B69082A4BBD5}">
  <ds:schemaRefs>
    <ds:schemaRef ds:uri="9a684d71-d6fd-4deb-80ab-4273818deab9"/>
    <ds:schemaRef ds:uri="e1c0b7a1-8647-479a-bc8f-582142d8bc0f"/>
    <ds:schemaRef ds:uri="http://purl.org/dc/elements/1.1/"/>
    <ds:schemaRef ds:uri="http://purl.org/dc/terms/"/>
    <ds:schemaRef ds:uri="http://schemas.microsoft.com/internal/obd"/>
    <ds:schemaRef ds:uri="http://schemas.microsoft.com/office/2006/documentManagement/types"/>
    <ds:schemaRef ds:uri="http://schemas.microsoft.com/office/2006/metadata/contentType"/>
    <ds:schemaRef ds:uri="http://schemas.microsoft.com/office/2006/metadata/properties"/>
    <ds:schemaRef ds:uri="http://schemas.microsoft.com/office/2006/metadata/properties/metaAttributes"/>
    <ds:schemaRef ds:uri="http://schemas.microsoft.com/office/infopath/2007/PartnerControls"/>
    <ds:schemaRef ds:uri="http://schemas.openxmlformats.org/package/2006/metadata/core-properties"/>
    <ds:schemaRef ds:uri="http://www.w3.org/2001/XMLSchema"/>
  </ds:schemaRefs>
</ds:datastoreItem>
</file>

<file path=customXml/itemProps2.xml><?xml version="1.0" encoding="utf-8"?>
<ds:datastoreItem xmlns:ds="http://schemas.openxmlformats.org/officeDocument/2006/customXml" ds:itemID="{AA1AB1E8-6757-43B1-8431-9C733B3E4824}">
  <ds:schemaRefs>
    <ds:schemaRef ds:uri="http://schemas.microsoft.com/sharepoint/v3/contenttype/forms"/>
  </ds:schemaRefs>
</ds:datastoreItem>
</file>

<file path=customXml/itemProps3.xml><?xml version="1.0" encoding="utf-8"?>
<ds:datastoreItem xmlns:ds="http://schemas.openxmlformats.org/officeDocument/2006/customXml" ds:itemID="{7D6E5F67-F999-4D8D-992E-5CBEC813EAB9}">
  <ds:schemaRefs>
    <ds:schemaRef ds:uri="e1c0b7a1-8647-479a-bc8f-582142d8bc0f"/>
    <ds:schemaRef ds:uri="http://purl.org/dc/elements/1.1/"/>
    <ds:schemaRef ds:uri="http://purl.org/dc/terms/"/>
    <ds:schemaRef ds:uri="http://schemas.microsoft.com/office/2006/documentManagement/types"/>
    <ds:schemaRef ds:uri="http://purl.org/dc/dcmitype/"/>
    <ds:schemaRef ds:uri="http://schemas.microsoft.com/office/infopath/2007/PartnerControls"/>
    <ds:schemaRef ds:uri="http://schemas.openxmlformats.org/package/2006/metadata/core-properties"/>
    <ds:schemaRef ds:uri="9a684d71-d6fd-4deb-80ab-4273818deab9"/>
    <ds:schemaRef ds:uri="http://schemas.microsoft.com/office/2006/metadata/properties"/>
    <ds:schemaRef ds:uri="http://www.w3.org/XML/1998/namespace"/>
  </ds:schemaRefs>
</ds:datastoreItem>
</file>

<file path=docMetadata/LabelInfo.xml><?xml version="1.0" encoding="utf-8"?>
<clbl:labelList xmlns:clbl="http://schemas.microsoft.com/office/2020/mipLabelMetadata">
  <clbl:label id="{1b68a0e7-8c4a-4119-a9fe-c55d0d05c305}" enabled="1" method="Standard" siteId="{28bfc1cb-5aa5-436f-9b59-4bbea6096aee}" removed="0"/>
</clbl:labelList>
</file>

<file path=docProps/app.xml><?xml version="1.0" encoding="utf-8"?>
<Properties xmlns="http://schemas.openxmlformats.org/officeDocument/2006/extended-properties" xmlns:vt="http://schemas.openxmlformats.org/officeDocument/2006/docPropsVTypes">
  <TotalTime>4144</TotalTime>
  <Words>1523</Words>
  <Application>Microsoft Office PowerPoint</Application>
  <PresentationFormat>Widescreen</PresentationFormat>
  <Paragraphs>221</Paragraphs>
  <Slides>14</Slides>
  <Notes>9</Notes>
  <HiddenSlides>0</HiddenSlides>
  <MMClips>0</MMClips>
  <ScaleCrop>false</ScaleCrop>
  <HeadingPairs>
    <vt:vector size="6" baseType="variant">
      <vt:variant>
        <vt:lpstr>Fonts Used</vt:lpstr>
      </vt:variant>
      <vt:variant>
        <vt:i4>6</vt:i4>
      </vt:variant>
      <vt:variant>
        <vt:lpstr>Theme</vt:lpstr>
      </vt:variant>
      <vt:variant>
        <vt:i4>6</vt:i4>
      </vt:variant>
      <vt:variant>
        <vt:lpstr>Slide Titles</vt:lpstr>
      </vt:variant>
      <vt:variant>
        <vt:i4>14</vt:i4>
      </vt:variant>
    </vt:vector>
  </HeadingPairs>
  <TitlesOfParts>
    <vt:vector size="26" baseType="lpstr">
      <vt:lpstr>Calibri</vt:lpstr>
      <vt:lpstr>Arial</vt:lpstr>
      <vt:lpstr>Aptos</vt:lpstr>
      <vt:lpstr>Versos Light</vt:lpstr>
      <vt:lpstr>Versos</vt:lpstr>
      <vt:lpstr>Aptos Display</vt:lpstr>
      <vt:lpstr>Tema1</vt:lpstr>
      <vt:lpstr>1_Office Theme</vt:lpstr>
      <vt:lpstr>2_Office Theme</vt:lpstr>
      <vt:lpstr>Tivio_Capital_Palete_Cores</vt:lpstr>
      <vt:lpstr>3_Office Theme</vt:lpstr>
      <vt:lpstr>3_Tema do Office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creator>Thais Arias</dc:creator>
  <cp:lastModifiedBy>Renan Chaves</cp:lastModifiedBy>
  <cp:revision>2</cp:revision>
  <dcterms:created xsi:type="dcterms:W3CDTF">2025-06-06T12:44:57Z</dcterms:created>
  <dcterms:modified xsi:type="dcterms:W3CDTF">2026-10-14T12:42:21Z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0x010100CF9B3E74B8F57042982E3E9D39FC0152</vt:lpwstr>
  </property>
  <property fmtid="{D5CDD505-2E9C-101B-9397-08002B2CF9AE}" pid="3" name="MediaServiceImageTags">
    <vt:lpwstr/>
  </property>
</Properties>
</file>